
<file path=[Content_Types].xml><?xml version="1.0" encoding="utf-8"?>
<Types xmlns="http://schemas.openxmlformats.org/package/2006/content-types">
  <Default Extension="xml" ContentType="application/xml"/>
  <Default Extension="png" ContentType="image/png"/>
  <Default Extension="jpg" ContentType="image/jpeg"/>
  <Default Extension="gif" ContentType="image/gif"/>
  <Default Extension="rels" ContentType="application/vnd.openxmlformats-package.relationships+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3.xml" ContentType="application/vnd.openxmlformats-officedocument.theme+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4.xml" ContentType="application/vnd.openxmlformats-officedocument.theme+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theme/theme5.xml" ContentType="application/vnd.openxmlformats-officedocument.theme+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theme/theme6.xml" ContentType="application/vnd.openxmlformats-officedocument.theme+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theme/theme7.xml" ContentType="application/vnd.openxmlformats-officedocument.theme+xml"/>
  <Override PartName="/ppt/slideLayouts/slideLayout85.xml" ContentType="application/vnd.openxmlformats-officedocument.presentationml.slideLayout+xml"/>
  <Override PartName="/ppt/theme/theme8.xml" ContentType="application/vnd.openxmlformats-officedocument.theme+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theme/theme9.xml" ContentType="application/vnd.openxmlformats-officedocument.theme+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theme/theme10.xml" ContentType="application/vnd.openxmlformats-officedocument.theme+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theme/theme11.xml" ContentType="application/vnd.openxmlformats-officedocument.theme+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theme/theme12.xml" ContentType="application/vnd.openxmlformats-officedocument.theme+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theme/theme13.xml" ContentType="application/vnd.openxmlformats-officedocument.theme+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theme/theme14.xml" ContentType="application/vnd.openxmlformats-officedocument.theme+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theme/theme15.xml" ContentType="application/vnd.openxmlformats-officedocument.theme+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theme/theme16.xml" ContentType="application/vnd.openxmlformats-officedocument.theme+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theme/theme17.xml" ContentType="application/vnd.openxmlformats-officedocument.theme+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theme/theme18.xml" ContentType="application/vnd.openxmlformats-officedocument.theme+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theme/theme19.xml" ContentType="application/vnd.openxmlformats-officedocument.theme+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theme/theme20.xml" ContentType="application/vnd.openxmlformats-officedocument.theme+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theme/theme21.xml" ContentType="application/vnd.openxmlformats-officedocument.theme+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theme/theme22.xml" ContentType="application/vnd.openxmlformats-officedocument.theme+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theme/theme23.xml" ContentType="application/vnd.openxmlformats-officedocument.theme+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theme/theme24.xml" ContentType="application/vnd.openxmlformats-officedocument.theme+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theme/theme25.xml" ContentType="application/vnd.openxmlformats-officedocument.theme+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theme/theme26.xml" ContentType="application/vnd.openxmlformats-officedocument.theme+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theme/theme27.xml" ContentType="application/vnd.openxmlformats-officedocument.theme+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theme/theme28.xml" ContentType="application/vnd.openxmlformats-officedocument.theme+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theme/theme29.xml" ContentType="application/vnd.openxmlformats-officedocument.theme+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theme/theme30.xml" ContentType="application/vnd.openxmlformats-officedocument.theme+xml"/>
  <Override PartName="/ppt/slideLayouts/slideLayout497.xml" ContentType="application/vnd.openxmlformats-officedocument.presentationml.slideLayout+xml"/>
  <Override PartName="/ppt/theme/theme31.xml" ContentType="application/vnd.openxmlformats-officedocument.theme+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theme/theme32.xml" ContentType="application/vnd.openxmlformats-officedocument.theme+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theme/theme33.xml" ContentType="application/vnd.openxmlformats-officedocument.theme+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theme/theme34.xml" ContentType="application/vnd.openxmlformats-officedocument.theme+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theme/theme35.xml" ContentType="application/vnd.openxmlformats-officedocument.theme+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theme/theme36.xml" ContentType="application/vnd.openxmlformats-officedocument.theme+xml"/>
  <Override PartName="/ppt/theme/theme3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tl="1" saveSubsetFonts="1" autoCompressPictures="0">
  <p:sldMasterIdLst>
    <p:sldMasterId id="2147483648" r:id="rId1"/>
    <p:sldMasterId id="2147483701" r:id="rId2"/>
    <p:sldMasterId id="2147483787" r:id="rId3"/>
    <p:sldMasterId id="2147483790" r:id="rId4"/>
    <p:sldMasterId id="2147483814" r:id="rId5"/>
    <p:sldMasterId id="2147485103" r:id="rId6"/>
    <p:sldMasterId id="2147485208" r:id="rId7"/>
    <p:sldMasterId id="2147485435" r:id="rId8"/>
    <p:sldMasterId id="2147485437" r:id="rId9"/>
    <p:sldMasterId id="2147485468" r:id="rId10"/>
    <p:sldMasterId id="2147485582" r:id="rId11"/>
    <p:sldMasterId id="2147485632" r:id="rId12"/>
    <p:sldMasterId id="2147485645" r:id="rId13"/>
    <p:sldMasterId id="2147485669" r:id="rId14"/>
    <p:sldMasterId id="2147485726" r:id="rId15"/>
    <p:sldMasterId id="2147485738" r:id="rId16"/>
    <p:sldMasterId id="2147485750" r:id="rId17"/>
    <p:sldMasterId id="2147485762" r:id="rId18"/>
    <p:sldMasterId id="2147485774" r:id="rId19"/>
    <p:sldMasterId id="2147485786" r:id="rId20"/>
    <p:sldMasterId id="2147485810" r:id="rId21"/>
    <p:sldMasterId id="2147485872" r:id="rId22"/>
    <p:sldMasterId id="2147485903" r:id="rId23"/>
    <p:sldMasterId id="2147485915" r:id="rId24"/>
    <p:sldMasterId id="2147485927" r:id="rId25"/>
    <p:sldMasterId id="2147485958" r:id="rId26"/>
    <p:sldMasterId id="2147485970" r:id="rId27"/>
    <p:sldMasterId id="2147485982" r:id="rId28"/>
    <p:sldMasterId id="2147485994" r:id="rId29"/>
    <p:sldMasterId id="2147486006" r:id="rId30"/>
    <p:sldMasterId id="2147486018" r:id="rId31"/>
    <p:sldMasterId id="2147486020" r:id="rId32"/>
    <p:sldMasterId id="2147486033" r:id="rId33"/>
    <p:sldMasterId id="2147486156" r:id="rId34"/>
    <p:sldMasterId id="2147486168" r:id="rId35"/>
    <p:sldMasterId id="2147486180" r:id="rId36"/>
  </p:sldMasterIdLst>
  <p:notesMasterIdLst>
    <p:notesMasterId r:id="rId234"/>
  </p:notesMasterIdLst>
  <p:sldIdLst>
    <p:sldId id="714" r:id="rId37"/>
    <p:sldId id="711" r:id="rId38"/>
    <p:sldId id="713" r:id="rId39"/>
    <p:sldId id="715" r:id="rId40"/>
    <p:sldId id="716" r:id="rId41"/>
    <p:sldId id="717" r:id="rId42"/>
    <p:sldId id="720" r:id="rId43"/>
    <p:sldId id="721" r:id="rId44"/>
    <p:sldId id="723" r:id="rId45"/>
    <p:sldId id="724" r:id="rId46"/>
    <p:sldId id="722" r:id="rId47"/>
    <p:sldId id="726" r:id="rId48"/>
    <p:sldId id="725" r:id="rId49"/>
    <p:sldId id="727" r:id="rId50"/>
    <p:sldId id="728" r:id="rId51"/>
    <p:sldId id="729" r:id="rId52"/>
    <p:sldId id="731" r:id="rId53"/>
    <p:sldId id="733" r:id="rId54"/>
    <p:sldId id="734" r:id="rId55"/>
    <p:sldId id="735" r:id="rId56"/>
    <p:sldId id="736" r:id="rId57"/>
    <p:sldId id="737" r:id="rId58"/>
    <p:sldId id="738" r:id="rId59"/>
    <p:sldId id="739" r:id="rId60"/>
    <p:sldId id="740" r:id="rId61"/>
    <p:sldId id="741" r:id="rId62"/>
    <p:sldId id="742" r:id="rId63"/>
    <p:sldId id="743" r:id="rId64"/>
    <p:sldId id="744" r:id="rId65"/>
    <p:sldId id="745" r:id="rId66"/>
    <p:sldId id="746" r:id="rId67"/>
    <p:sldId id="747" r:id="rId68"/>
    <p:sldId id="750" r:id="rId69"/>
    <p:sldId id="748" r:id="rId70"/>
    <p:sldId id="749" r:id="rId71"/>
    <p:sldId id="751" r:id="rId72"/>
    <p:sldId id="752" r:id="rId73"/>
    <p:sldId id="712" r:id="rId74"/>
    <p:sldId id="954" r:id="rId75"/>
    <p:sldId id="753" r:id="rId76"/>
    <p:sldId id="755" r:id="rId77"/>
    <p:sldId id="756" r:id="rId78"/>
    <p:sldId id="757" r:id="rId79"/>
    <p:sldId id="759" r:id="rId80"/>
    <p:sldId id="760" r:id="rId81"/>
    <p:sldId id="761" r:id="rId82"/>
    <p:sldId id="762" r:id="rId83"/>
    <p:sldId id="763" r:id="rId84"/>
    <p:sldId id="764" r:id="rId85"/>
    <p:sldId id="765" r:id="rId86"/>
    <p:sldId id="779" r:id="rId87"/>
    <p:sldId id="780" r:id="rId88"/>
    <p:sldId id="781" r:id="rId89"/>
    <p:sldId id="782" r:id="rId90"/>
    <p:sldId id="783" r:id="rId91"/>
    <p:sldId id="784" r:id="rId92"/>
    <p:sldId id="785" r:id="rId93"/>
    <p:sldId id="786" r:id="rId94"/>
    <p:sldId id="787" r:id="rId95"/>
    <p:sldId id="788" r:id="rId96"/>
    <p:sldId id="790" r:id="rId97"/>
    <p:sldId id="791" r:id="rId98"/>
    <p:sldId id="792" r:id="rId99"/>
    <p:sldId id="793" r:id="rId100"/>
    <p:sldId id="794" r:id="rId101"/>
    <p:sldId id="795" r:id="rId102"/>
    <p:sldId id="796" r:id="rId103"/>
    <p:sldId id="797" r:id="rId104"/>
    <p:sldId id="798" r:id="rId105"/>
    <p:sldId id="799" r:id="rId106"/>
    <p:sldId id="800" r:id="rId107"/>
    <p:sldId id="801" r:id="rId108"/>
    <p:sldId id="802" r:id="rId109"/>
    <p:sldId id="804" r:id="rId110"/>
    <p:sldId id="805" r:id="rId111"/>
    <p:sldId id="806" r:id="rId112"/>
    <p:sldId id="808" r:id="rId113"/>
    <p:sldId id="807" r:id="rId114"/>
    <p:sldId id="810" r:id="rId115"/>
    <p:sldId id="811" r:id="rId116"/>
    <p:sldId id="812" r:id="rId117"/>
    <p:sldId id="813" r:id="rId118"/>
    <p:sldId id="814" r:id="rId119"/>
    <p:sldId id="815" r:id="rId120"/>
    <p:sldId id="816" r:id="rId121"/>
    <p:sldId id="818" r:id="rId122"/>
    <p:sldId id="819" r:id="rId123"/>
    <p:sldId id="822" r:id="rId124"/>
    <p:sldId id="823" r:id="rId125"/>
    <p:sldId id="824" r:id="rId126"/>
    <p:sldId id="825" r:id="rId127"/>
    <p:sldId id="826" r:id="rId128"/>
    <p:sldId id="820" r:id="rId129"/>
    <p:sldId id="827" r:id="rId130"/>
    <p:sldId id="828" r:id="rId131"/>
    <p:sldId id="829" r:id="rId132"/>
    <p:sldId id="830" r:id="rId133"/>
    <p:sldId id="832" r:id="rId134"/>
    <p:sldId id="833" r:id="rId135"/>
    <p:sldId id="834" r:id="rId136"/>
    <p:sldId id="835" r:id="rId137"/>
    <p:sldId id="836" r:id="rId138"/>
    <p:sldId id="831" r:id="rId139"/>
    <p:sldId id="837" r:id="rId140"/>
    <p:sldId id="839" r:id="rId141"/>
    <p:sldId id="838" r:id="rId142"/>
    <p:sldId id="842" r:id="rId143"/>
    <p:sldId id="843" r:id="rId144"/>
    <p:sldId id="845" r:id="rId145"/>
    <p:sldId id="848" r:id="rId146"/>
    <p:sldId id="846" r:id="rId147"/>
    <p:sldId id="849" r:id="rId148"/>
    <p:sldId id="850" r:id="rId149"/>
    <p:sldId id="851" r:id="rId150"/>
    <p:sldId id="852" r:id="rId151"/>
    <p:sldId id="853" r:id="rId152"/>
    <p:sldId id="854" r:id="rId153"/>
    <p:sldId id="855" r:id="rId154"/>
    <p:sldId id="856" r:id="rId155"/>
    <p:sldId id="857" r:id="rId156"/>
    <p:sldId id="858" r:id="rId157"/>
    <p:sldId id="859" r:id="rId158"/>
    <p:sldId id="861" r:id="rId159"/>
    <p:sldId id="865" r:id="rId160"/>
    <p:sldId id="864" r:id="rId161"/>
    <p:sldId id="866" r:id="rId162"/>
    <p:sldId id="817" r:id="rId163"/>
    <p:sldId id="868" r:id="rId164"/>
    <p:sldId id="867" r:id="rId165"/>
    <p:sldId id="870" r:id="rId166"/>
    <p:sldId id="869" r:id="rId167"/>
    <p:sldId id="871" r:id="rId168"/>
    <p:sldId id="877" r:id="rId169"/>
    <p:sldId id="878" r:id="rId170"/>
    <p:sldId id="879" r:id="rId171"/>
    <p:sldId id="881" r:id="rId172"/>
    <p:sldId id="882" r:id="rId173"/>
    <p:sldId id="883" r:id="rId174"/>
    <p:sldId id="884" r:id="rId175"/>
    <p:sldId id="885" r:id="rId176"/>
    <p:sldId id="886" r:id="rId177"/>
    <p:sldId id="887" r:id="rId178"/>
    <p:sldId id="955" r:id="rId179"/>
    <p:sldId id="888" r:id="rId180"/>
    <p:sldId id="890" r:id="rId181"/>
    <p:sldId id="891" r:id="rId182"/>
    <p:sldId id="892" r:id="rId183"/>
    <p:sldId id="893" r:id="rId184"/>
    <p:sldId id="895" r:id="rId185"/>
    <p:sldId id="896" r:id="rId186"/>
    <p:sldId id="897" r:id="rId187"/>
    <p:sldId id="898" r:id="rId188"/>
    <p:sldId id="899" r:id="rId189"/>
    <p:sldId id="905" r:id="rId190"/>
    <p:sldId id="900" r:id="rId191"/>
    <p:sldId id="906" r:id="rId192"/>
    <p:sldId id="907" r:id="rId193"/>
    <p:sldId id="908" r:id="rId194"/>
    <p:sldId id="910" r:id="rId195"/>
    <p:sldId id="911" r:id="rId196"/>
    <p:sldId id="912" r:id="rId197"/>
    <p:sldId id="913" r:id="rId198"/>
    <p:sldId id="914" r:id="rId199"/>
    <p:sldId id="915" r:id="rId200"/>
    <p:sldId id="916" r:id="rId201"/>
    <p:sldId id="918" r:id="rId202"/>
    <p:sldId id="917" r:id="rId203"/>
    <p:sldId id="919" r:id="rId204"/>
    <p:sldId id="920" r:id="rId205"/>
    <p:sldId id="901" r:id="rId206"/>
    <p:sldId id="922" r:id="rId207"/>
    <p:sldId id="923" r:id="rId208"/>
    <p:sldId id="926" r:id="rId209"/>
    <p:sldId id="927" r:id="rId210"/>
    <p:sldId id="928" r:id="rId211"/>
    <p:sldId id="929" r:id="rId212"/>
    <p:sldId id="930" r:id="rId213"/>
    <p:sldId id="931" r:id="rId214"/>
    <p:sldId id="932" r:id="rId215"/>
    <p:sldId id="933" r:id="rId216"/>
    <p:sldId id="935" r:id="rId217"/>
    <p:sldId id="934" r:id="rId218"/>
    <p:sldId id="936" r:id="rId219"/>
    <p:sldId id="938" r:id="rId220"/>
    <p:sldId id="940" r:id="rId221"/>
    <p:sldId id="941" r:id="rId222"/>
    <p:sldId id="942" r:id="rId223"/>
    <p:sldId id="943" r:id="rId224"/>
    <p:sldId id="945" r:id="rId225"/>
    <p:sldId id="946" r:id="rId226"/>
    <p:sldId id="947" r:id="rId227"/>
    <p:sldId id="948" r:id="rId228"/>
    <p:sldId id="949" r:id="rId229"/>
    <p:sldId id="950" r:id="rId230"/>
    <p:sldId id="951" r:id="rId231"/>
    <p:sldId id="953" r:id="rId232"/>
    <p:sldId id="952" r:id="rId233"/>
  </p:sldIdLst>
  <p:sldSz cx="12192000" cy="6858000"/>
  <p:notesSz cx="6858000" cy="9144000"/>
  <p:defaultTex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9711C"/>
    <a:srgbClr val="C5C5C5"/>
    <a:srgbClr val="16A085"/>
    <a:srgbClr val="F39C12"/>
    <a:srgbClr val="4B2C50"/>
    <a:srgbClr val="C0392B"/>
    <a:srgbClr val="2980B9"/>
    <a:srgbClr val="9BBB59"/>
    <a:srgbClr val="F47264"/>
    <a:srgbClr val="7CC8E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75640" autoAdjust="0"/>
    <p:restoredTop sz="94648"/>
  </p:normalViewPr>
  <p:slideViewPr>
    <p:cSldViewPr snapToGrid="0" snapToObjects="1">
      <p:cViewPr varScale="1">
        <p:scale>
          <a:sx n="103" d="100"/>
          <a:sy n="103" d="100"/>
        </p:scale>
        <p:origin x="192" y="272"/>
      </p:cViewPr>
      <p:guideLst>
        <p:guide orient="horz" pos="2160"/>
        <p:guide pos="3840"/>
      </p:guideLst>
    </p:cSldViewPr>
  </p:slideViewPr>
  <p:notesTextViewPr>
    <p:cViewPr>
      <p:scale>
        <a:sx n="1" d="1"/>
        <a:sy n="1" d="1"/>
      </p:scale>
      <p:origin x="0" y="0"/>
    </p:cViewPr>
  </p:notesTextViewPr>
  <p:notesViewPr>
    <p:cSldViewPr snapToGrid="0" snapToObjects="1">
      <p:cViewPr varScale="1">
        <p:scale>
          <a:sx n="70" d="100"/>
          <a:sy n="70" d="100"/>
        </p:scale>
        <p:origin x="684" y="54"/>
      </p:cViewPr>
      <p:guideLst/>
    </p:cSldViewPr>
  </p:notesViewPr>
  <p:gridSpacing cx="72008" cy="72008"/>
</p:viewPr>
</file>

<file path=ppt/_rels/presentation.xml.rels><?xml version="1.0" encoding="UTF-8" standalone="yes"?>
<Relationships xmlns="http://schemas.openxmlformats.org/package/2006/relationships"><Relationship Id="rId106" Type="http://schemas.openxmlformats.org/officeDocument/2006/relationships/slide" Target="slides/slide70.xml"/><Relationship Id="rId107" Type="http://schemas.openxmlformats.org/officeDocument/2006/relationships/slide" Target="slides/slide71.xml"/><Relationship Id="rId108" Type="http://schemas.openxmlformats.org/officeDocument/2006/relationships/slide" Target="slides/slide72.xml"/><Relationship Id="rId109" Type="http://schemas.openxmlformats.org/officeDocument/2006/relationships/slide" Target="slides/slide73.xml"/><Relationship Id="rId70" Type="http://schemas.openxmlformats.org/officeDocument/2006/relationships/slide" Target="slides/slide34.xml"/><Relationship Id="rId71" Type="http://schemas.openxmlformats.org/officeDocument/2006/relationships/slide" Target="slides/slide35.xml"/><Relationship Id="rId72" Type="http://schemas.openxmlformats.org/officeDocument/2006/relationships/slide" Target="slides/slide36.xml"/><Relationship Id="rId73" Type="http://schemas.openxmlformats.org/officeDocument/2006/relationships/slide" Target="slides/slide37.xml"/><Relationship Id="rId74" Type="http://schemas.openxmlformats.org/officeDocument/2006/relationships/slide" Target="slides/slide38.xml"/><Relationship Id="rId75" Type="http://schemas.openxmlformats.org/officeDocument/2006/relationships/slide" Target="slides/slide39.xml"/><Relationship Id="rId76" Type="http://schemas.openxmlformats.org/officeDocument/2006/relationships/slide" Target="slides/slide40.xml"/><Relationship Id="rId77" Type="http://schemas.openxmlformats.org/officeDocument/2006/relationships/slide" Target="slides/slide41.xml"/><Relationship Id="rId78" Type="http://schemas.openxmlformats.org/officeDocument/2006/relationships/slide" Target="slides/slide42.xml"/><Relationship Id="rId79" Type="http://schemas.openxmlformats.org/officeDocument/2006/relationships/slide" Target="slides/slide43.xml"/><Relationship Id="rId170" Type="http://schemas.openxmlformats.org/officeDocument/2006/relationships/slide" Target="slides/slide134.xml"/><Relationship Id="rId171" Type="http://schemas.openxmlformats.org/officeDocument/2006/relationships/slide" Target="slides/slide135.xml"/><Relationship Id="rId172" Type="http://schemas.openxmlformats.org/officeDocument/2006/relationships/slide" Target="slides/slide136.xml"/><Relationship Id="rId173" Type="http://schemas.openxmlformats.org/officeDocument/2006/relationships/slide" Target="slides/slide137.xml"/><Relationship Id="rId174" Type="http://schemas.openxmlformats.org/officeDocument/2006/relationships/slide" Target="slides/slide138.xml"/><Relationship Id="rId175" Type="http://schemas.openxmlformats.org/officeDocument/2006/relationships/slide" Target="slides/slide139.xml"/><Relationship Id="rId176" Type="http://schemas.openxmlformats.org/officeDocument/2006/relationships/slide" Target="slides/slide140.xml"/><Relationship Id="rId177" Type="http://schemas.openxmlformats.org/officeDocument/2006/relationships/slide" Target="slides/slide141.xml"/><Relationship Id="rId178" Type="http://schemas.openxmlformats.org/officeDocument/2006/relationships/slide" Target="slides/slide142.xml"/><Relationship Id="rId179" Type="http://schemas.openxmlformats.org/officeDocument/2006/relationships/slide" Target="slides/slide143.xml"/><Relationship Id="rId10" Type="http://schemas.openxmlformats.org/officeDocument/2006/relationships/slideMaster" Target="slideMasters/slideMaster10.xml"/><Relationship Id="rId11" Type="http://schemas.openxmlformats.org/officeDocument/2006/relationships/slideMaster" Target="slideMasters/slideMaster11.xml"/><Relationship Id="rId12" Type="http://schemas.openxmlformats.org/officeDocument/2006/relationships/slideMaster" Target="slideMasters/slideMaster12.xml"/><Relationship Id="rId13" Type="http://schemas.openxmlformats.org/officeDocument/2006/relationships/slideMaster" Target="slideMasters/slideMaster13.xml"/><Relationship Id="rId14" Type="http://schemas.openxmlformats.org/officeDocument/2006/relationships/slideMaster" Target="slideMasters/slideMaster14.xml"/><Relationship Id="rId15" Type="http://schemas.openxmlformats.org/officeDocument/2006/relationships/slideMaster" Target="slideMasters/slideMaster15.xml"/><Relationship Id="rId16" Type="http://schemas.openxmlformats.org/officeDocument/2006/relationships/slideMaster" Target="slideMasters/slideMaster16.xml"/><Relationship Id="rId17" Type="http://schemas.openxmlformats.org/officeDocument/2006/relationships/slideMaster" Target="slideMasters/slideMaster17.xml"/><Relationship Id="rId18" Type="http://schemas.openxmlformats.org/officeDocument/2006/relationships/slideMaster" Target="slideMasters/slideMaster18.xml"/><Relationship Id="rId19" Type="http://schemas.openxmlformats.org/officeDocument/2006/relationships/slideMaster" Target="slideMasters/slideMaster19.xml"/><Relationship Id="rId110" Type="http://schemas.openxmlformats.org/officeDocument/2006/relationships/slide" Target="slides/slide74.xml"/><Relationship Id="rId111" Type="http://schemas.openxmlformats.org/officeDocument/2006/relationships/slide" Target="slides/slide75.xml"/><Relationship Id="rId112" Type="http://schemas.openxmlformats.org/officeDocument/2006/relationships/slide" Target="slides/slide76.xml"/><Relationship Id="rId113" Type="http://schemas.openxmlformats.org/officeDocument/2006/relationships/slide" Target="slides/slide77.xml"/><Relationship Id="rId114" Type="http://schemas.openxmlformats.org/officeDocument/2006/relationships/slide" Target="slides/slide78.xml"/><Relationship Id="rId115" Type="http://schemas.openxmlformats.org/officeDocument/2006/relationships/slide" Target="slides/slide79.xml"/><Relationship Id="rId116" Type="http://schemas.openxmlformats.org/officeDocument/2006/relationships/slide" Target="slides/slide80.xml"/><Relationship Id="rId117" Type="http://schemas.openxmlformats.org/officeDocument/2006/relationships/slide" Target="slides/slide81.xml"/><Relationship Id="rId118" Type="http://schemas.openxmlformats.org/officeDocument/2006/relationships/slide" Target="slides/slide82.xml"/><Relationship Id="rId119" Type="http://schemas.openxmlformats.org/officeDocument/2006/relationships/slide" Target="slides/slide83.xml"/><Relationship Id="rId200" Type="http://schemas.openxmlformats.org/officeDocument/2006/relationships/slide" Target="slides/slide164.xml"/><Relationship Id="rId201" Type="http://schemas.openxmlformats.org/officeDocument/2006/relationships/slide" Target="slides/slide165.xml"/><Relationship Id="rId202" Type="http://schemas.openxmlformats.org/officeDocument/2006/relationships/slide" Target="slides/slide166.xml"/><Relationship Id="rId203" Type="http://schemas.openxmlformats.org/officeDocument/2006/relationships/slide" Target="slides/slide167.xml"/><Relationship Id="rId204" Type="http://schemas.openxmlformats.org/officeDocument/2006/relationships/slide" Target="slides/slide168.xml"/><Relationship Id="rId205" Type="http://schemas.openxmlformats.org/officeDocument/2006/relationships/slide" Target="slides/slide169.xml"/><Relationship Id="rId206" Type="http://schemas.openxmlformats.org/officeDocument/2006/relationships/slide" Target="slides/slide170.xml"/><Relationship Id="rId207" Type="http://schemas.openxmlformats.org/officeDocument/2006/relationships/slide" Target="slides/slide171.xml"/><Relationship Id="rId208" Type="http://schemas.openxmlformats.org/officeDocument/2006/relationships/slide" Target="slides/slide172.xml"/><Relationship Id="rId209" Type="http://schemas.openxmlformats.org/officeDocument/2006/relationships/slide" Target="slides/slide173.xml"/><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5" Type="http://schemas.openxmlformats.org/officeDocument/2006/relationships/slideMaster" Target="slideMasters/slideMaster5.xml"/><Relationship Id="rId6" Type="http://schemas.openxmlformats.org/officeDocument/2006/relationships/slideMaster" Target="slideMasters/slideMaster6.xml"/><Relationship Id="rId7" Type="http://schemas.openxmlformats.org/officeDocument/2006/relationships/slideMaster" Target="slideMasters/slideMaster7.xml"/><Relationship Id="rId8" Type="http://schemas.openxmlformats.org/officeDocument/2006/relationships/slideMaster" Target="slideMasters/slideMaster8.xml"/><Relationship Id="rId9" Type="http://schemas.openxmlformats.org/officeDocument/2006/relationships/slideMaster" Target="slideMasters/slideMaster9.xml"/><Relationship Id="rId80" Type="http://schemas.openxmlformats.org/officeDocument/2006/relationships/slide" Target="slides/slide44.xml"/><Relationship Id="rId81" Type="http://schemas.openxmlformats.org/officeDocument/2006/relationships/slide" Target="slides/slide45.xml"/><Relationship Id="rId82" Type="http://schemas.openxmlformats.org/officeDocument/2006/relationships/slide" Target="slides/slide46.xml"/><Relationship Id="rId83" Type="http://schemas.openxmlformats.org/officeDocument/2006/relationships/slide" Target="slides/slide47.xml"/><Relationship Id="rId84" Type="http://schemas.openxmlformats.org/officeDocument/2006/relationships/slide" Target="slides/slide48.xml"/><Relationship Id="rId85" Type="http://schemas.openxmlformats.org/officeDocument/2006/relationships/slide" Target="slides/slide49.xml"/><Relationship Id="rId86" Type="http://schemas.openxmlformats.org/officeDocument/2006/relationships/slide" Target="slides/slide50.xml"/><Relationship Id="rId87" Type="http://schemas.openxmlformats.org/officeDocument/2006/relationships/slide" Target="slides/slide51.xml"/><Relationship Id="rId88" Type="http://schemas.openxmlformats.org/officeDocument/2006/relationships/slide" Target="slides/slide52.xml"/><Relationship Id="rId89" Type="http://schemas.openxmlformats.org/officeDocument/2006/relationships/slide" Target="slides/slide53.xml"/><Relationship Id="rId180" Type="http://schemas.openxmlformats.org/officeDocument/2006/relationships/slide" Target="slides/slide144.xml"/><Relationship Id="rId181" Type="http://schemas.openxmlformats.org/officeDocument/2006/relationships/slide" Target="slides/slide145.xml"/><Relationship Id="rId182" Type="http://schemas.openxmlformats.org/officeDocument/2006/relationships/slide" Target="slides/slide146.xml"/><Relationship Id="rId183" Type="http://schemas.openxmlformats.org/officeDocument/2006/relationships/slide" Target="slides/slide147.xml"/><Relationship Id="rId184" Type="http://schemas.openxmlformats.org/officeDocument/2006/relationships/slide" Target="slides/slide148.xml"/><Relationship Id="rId185" Type="http://schemas.openxmlformats.org/officeDocument/2006/relationships/slide" Target="slides/slide149.xml"/><Relationship Id="rId186" Type="http://schemas.openxmlformats.org/officeDocument/2006/relationships/slide" Target="slides/slide150.xml"/><Relationship Id="rId187" Type="http://schemas.openxmlformats.org/officeDocument/2006/relationships/slide" Target="slides/slide151.xml"/><Relationship Id="rId188" Type="http://schemas.openxmlformats.org/officeDocument/2006/relationships/slide" Target="slides/slide152.xml"/><Relationship Id="rId189" Type="http://schemas.openxmlformats.org/officeDocument/2006/relationships/slide" Target="slides/slide153.xml"/><Relationship Id="rId20" Type="http://schemas.openxmlformats.org/officeDocument/2006/relationships/slideMaster" Target="slideMasters/slideMaster20.xml"/><Relationship Id="rId21" Type="http://schemas.openxmlformats.org/officeDocument/2006/relationships/slideMaster" Target="slideMasters/slideMaster21.xml"/><Relationship Id="rId22" Type="http://schemas.openxmlformats.org/officeDocument/2006/relationships/slideMaster" Target="slideMasters/slideMaster22.xml"/><Relationship Id="rId23" Type="http://schemas.openxmlformats.org/officeDocument/2006/relationships/slideMaster" Target="slideMasters/slideMaster23.xml"/><Relationship Id="rId24" Type="http://schemas.openxmlformats.org/officeDocument/2006/relationships/slideMaster" Target="slideMasters/slideMaster24.xml"/><Relationship Id="rId25" Type="http://schemas.openxmlformats.org/officeDocument/2006/relationships/slideMaster" Target="slideMasters/slideMaster25.xml"/><Relationship Id="rId26" Type="http://schemas.openxmlformats.org/officeDocument/2006/relationships/slideMaster" Target="slideMasters/slideMaster26.xml"/><Relationship Id="rId27" Type="http://schemas.openxmlformats.org/officeDocument/2006/relationships/slideMaster" Target="slideMasters/slideMaster27.xml"/><Relationship Id="rId28" Type="http://schemas.openxmlformats.org/officeDocument/2006/relationships/slideMaster" Target="slideMasters/slideMaster28.xml"/><Relationship Id="rId29" Type="http://schemas.openxmlformats.org/officeDocument/2006/relationships/slideMaster" Target="slideMasters/slideMaster29.xml"/><Relationship Id="rId120" Type="http://schemas.openxmlformats.org/officeDocument/2006/relationships/slide" Target="slides/slide84.xml"/><Relationship Id="rId121" Type="http://schemas.openxmlformats.org/officeDocument/2006/relationships/slide" Target="slides/slide85.xml"/><Relationship Id="rId122" Type="http://schemas.openxmlformats.org/officeDocument/2006/relationships/slide" Target="slides/slide86.xml"/><Relationship Id="rId123" Type="http://schemas.openxmlformats.org/officeDocument/2006/relationships/slide" Target="slides/slide87.xml"/><Relationship Id="rId124" Type="http://schemas.openxmlformats.org/officeDocument/2006/relationships/slide" Target="slides/slide88.xml"/><Relationship Id="rId125" Type="http://schemas.openxmlformats.org/officeDocument/2006/relationships/slide" Target="slides/slide89.xml"/><Relationship Id="rId126" Type="http://schemas.openxmlformats.org/officeDocument/2006/relationships/slide" Target="slides/slide90.xml"/><Relationship Id="rId127" Type="http://schemas.openxmlformats.org/officeDocument/2006/relationships/slide" Target="slides/slide91.xml"/><Relationship Id="rId128" Type="http://schemas.openxmlformats.org/officeDocument/2006/relationships/slide" Target="slides/slide92.xml"/><Relationship Id="rId129" Type="http://schemas.openxmlformats.org/officeDocument/2006/relationships/slide" Target="slides/slide93.xml"/><Relationship Id="rId210" Type="http://schemas.openxmlformats.org/officeDocument/2006/relationships/slide" Target="slides/slide174.xml"/><Relationship Id="rId211" Type="http://schemas.openxmlformats.org/officeDocument/2006/relationships/slide" Target="slides/slide175.xml"/><Relationship Id="rId212" Type="http://schemas.openxmlformats.org/officeDocument/2006/relationships/slide" Target="slides/slide176.xml"/><Relationship Id="rId213" Type="http://schemas.openxmlformats.org/officeDocument/2006/relationships/slide" Target="slides/slide177.xml"/><Relationship Id="rId214" Type="http://schemas.openxmlformats.org/officeDocument/2006/relationships/slide" Target="slides/slide178.xml"/><Relationship Id="rId215" Type="http://schemas.openxmlformats.org/officeDocument/2006/relationships/slide" Target="slides/slide179.xml"/><Relationship Id="rId216" Type="http://schemas.openxmlformats.org/officeDocument/2006/relationships/slide" Target="slides/slide180.xml"/><Relationship Id="rId217" Type="http://schemas.openxmlformats.org/officeDocument/2006/relationships/slide" Target="slides/slide181.xml"/><Relationship Id="rId218" Type="http://schemas.openxmlformats.org/officeDocument/2006/relationships/slide" Target="slides/slide182.xml"/><Relationship Id="rId219" Type="http://schemas.openxmlformats.org/officeDocument/2006/relationships/slide" Target="slides/slide183.xml"/><Relationship Id="rId90" Type="http://schemas.openxmlformats.org/officeDocument/2006/relationships/slide" Target="slides/slide54.xml"/><Relationship Id="rId91" Type="http://schemas.openxmlformats.org/officeDocument/2006/relationships/slide" Target="slides/slide55.xml"/><Relationship Id="rId92" Type="http://schemas.openxmlformats.org/officeDocument/2006/relationships/slide" Target="slides/slide56.xml"/><Relationship Id="rId93" Type="http://schemas.openxmlformats.org/officeDocument/2006/relationships/slide" Target="slides/slide57.xml"/><Relationship Id="rId94" Type="http://schemas.openxmlformats.org/officeDocument/2006/relationships/slide" Target="slides/slide58.xml"/><Relationship Id="rId95" Type="http://schemas.openxmlformats.org/officeDocument/2006/relationships/slide" Target="slides/slide59.xml"/><Relationship Id="rId96" Type="http://schemas.openxmlformats.org/officeDocument/2006/relationships/slide" Target="slides/slide60.xml"/><Relationship Id="rId97" Type="http://schemas.openxmlformats.org/officeDocument/2006/relationships/slide" Target="slides/slide61.xml"/><Relationship Id="rId98" Type="http://schemas.openxmlformats.org/officeDocument/2006/relationships/slide" Target="slides/slide62.xml"/><Relationship Id="rId99" Type="http://schemas.openxmlformats.org/officeDocument/2006/relationships/slide" Target="slides/slide63.xml"/><Relationship Id="rId190" Type="http://schemas.openxmlformats.org/officeDocument/2006/relationships/slide" Target="slides/slide154.xml"/><Relationship Id="rId191" Type="http://schemas.openxmlformats.org/officeDocument/2006/relationships/slide" Target="slides/slide155.xml"/><Relationship Id="rId192" Type="http://schemas.openxmlformats.org/officeDocument/2006/relationships/slide" Target="slides/slide156.xml"/><Relationship Id="rId193" Type="http://schemas.openxmlformats.org/officeDocument/2006/relationships/slide" Target="slides/slide157.xml"/><Relationship Id="rId194" Type="http://schemas.openxmlformats.org/officeDocument/2006/relationships/slide" Target="slides/slide158.xml"/><Relationship Id="rId195" Type="http://schemas.openxmlformats.org/officeDocument/2006/relationships/slide" Target="slides/slide159.xml"/><Relationship Id="rId196" Type="http://schemas.openxmlformats.org/officeDocument/2006/relationships/slide" Target="slides/slide160.xml"/><Relationship Id="rId197" Type="http://schemas.openxmlformats.org/officeDocument/2006/relationships/slide" Target="slides/slide161.xml"/><Relationship Id="rId198" Type="http://schemas.openxmlformats.org/officeDocument/2006/relationships/slide" Target="slides/slide162.xml"/><Relationship Id="rId199" Type="http://schemas.openxmlformats.org/officeDocument/2006/relationships/slide" Target="slides/slide163.xml"/><Relationship Id="rId30" Type="http://schemas.openxmlformats.org/officeDocument/2006/relationships/slideMaster" Target="slideMasters/slideMaster30.xml"/><Relationship Id="rId31" Type="http://schemas.openxmlformats.org/officeDocument/2006/relationships/slideMaster" Target="slideMasters/slideMaster31.xml"/><Relationship Id="rId32" Type="http://schemas.openxmlformats.org/officeDocument/2006/relationships/slideMaster" Target="slideMasters/slideMaster32.xml"/><Relationship Id="rId33" Type="http://schemas.openxmlformats.org/officeDocument/2006/relationships/slideMaster" Target="slideMasters/slideMaster33.xml"/><Relationship Id="rId34" Type="http://schemas.openxmlformats.org/officeDocument/2006/relationships/slideMaster" Target="slideMasters/slideMaster34.xml"/><Relationship Id="rId35" Type="http://schemas.openxmlformats.org/officeDocument/2006/relationships/slideMaster" Target="slideMasters/slideMaster35.xml"/><Relationship Id="rId36" Type="http://schemas.openxmlformats.org/officeDocument/2006/relationships/slideMaster" Target="slideMasters/slideMaster36.xml"/><Relationship Id="rId37" Type="http://schemas.openxmlformats.org/officeDocument/2006/relationships/slide" Target="slides/slide1.xml"/><Relationship Id="rId38" Type="http://schemas.openxmlformats.org/officeDocument/2006/relationships/slide" Target="slides/slide2.xml"/><Relationship Id="rId39" Type="http://schemas.openxmlformats.org/officeDocument/2006/relationships/slide" Target="slides/slide3.xml"/><Relationship Id="rId130" Type="http://schemas.openxmlformats.org/officeDocument/2006/relationships/slide" Target="slides/slide94.xml"/><Relationship Id="rId131" Type="http://schemas.openxmlformats.org/officeDocument/2006/relationships/slide" Target="slides/slide95.xml"/><Relationship Id="rId132" Type="http://schemas.openxmlformats.org/officeDocument/2006/relationships/slide" Target="slides/slide96.xml"/><Relationship Id="rId133" Type="http://schemas.openxmlformats.org/officeDocument/2006/relationships/slide" Target="slides/slide97.xml"/><Relationship Id="rId220" Type="http://schemas.openxmlformats.org/officeDocument/2006/relationships/slide" Target="slides/slide184.xml"/><Relationship Id="rId221" Type="http://schemas.openxmlformats.org/officeDocument/2006/relationships/slide" Target="slides/slide185.xml"/><Relationship Id="rId222" Type="http://schemas.openxmlformats.org/officeDocument/2006/relationships/slide" Target="slides/slide186.xml"/><Relationship Id="rId223" Type="http://schemas.openxmlformats.org/officeDocument/2006/relationships/slide" Target="slides/slide187.xml"/><Relationship Id="rId224" Type="http://schemas.openxmlformats.org/officeDocument/2006/relationships/slide" Target="slides/slide188.xml"/><Relationship Id="rId225" Type="http://schemas.openxmlformats.org/officeDocument/2006/relationships/slide" Target="slides/slide189.xml"/><Relationship Id="rId226" Type="http://schemas.openxmlformats.org/officeDocument/2006/relationships/slide" Target="slides/slide190.xml"/><Relationship Id="rId227" Type="http://schemas.openxmlformats.org/officeDocument/2006/relationships/slide" Target="slides/slide191.xml"/><Relationship Id="rId228" Type="http://schemas.openxmlformats.org/officeDocument/2006/relationships/slide" Target="slides/slide192.xml"/><Relationship Id="rId229" Type="http://schemas.openxmlformats.org/officeDocument/2006/relationships/slide" Target="slides/slide193.xml"/><Relationship Id="rId134" Type="http://schemas.openxmlformats.org/officeDocument/2006/relationships/slide" Target="slides/slide98.xml"/><Relationship Id="rId135" Type="http://schemas.openxmlformats.org/officeDocument/2006/relationships/slide" Target="slides/slide99.xml"/><Relationship Id="rId136" Type="http://schemas.openxmlformats.org/officeDocument/2006/relationships/slide" Target="slides/slide100.xml"/><Relationship Id="rId137" Type="http://schemas.openxmlformats.org/officeDocument/2006/relationships/slide" Target="slides/slide101.xml"/><Relationship Id="rId138" Type="http://schemas.openxmlformats.org/officeDocument/2006/relationships/slide" Target="slides/slide102.xml"/><Relationship Id="rId139" Type="http://schemas.openxmlformats.org/officeDocument/2006/relationships/slide" Target="slides/slide103.xml"/><Relationship Id="rId40" Type="http://schemas.openxmlformats.org/officeDocument/2006/relationships/slide" Target="slides/slide4.xml"/><Relationship Id="rId41" Type="http://schemas.openxmlformats.org/officeDocument/2006/relationships/slide" Target="slides/slide5.xml"/><Relationship Id="rId42" Type="http://schemas.openxmlformats.org/officeDocument/2006/relationships/slide" Target="slides/slide6.xml"/><Relationship Id="rId43" Type="http://schemas.openxmlformats.org/officeDocument/2006/relationships/slide" Target="slides/slide7.xml"/><Relationship Id="rId44" Type="http://schemas.openxmlformats.org/officeDocument/2006/relationships/slide" Target="slides/slide8.xml"/><Relationship Id="rId45" Type="http://schemas.openxmlformats.org/officeDocument/2006/relationships/slide" Target="slides/slide9.xml"/><Relationship Id="rId46" Type="http://schemas.openxmlformats.org/officeDocument/2006/relationships/slide" Target="slides/slide10.xml"/><Relationship Id="rId47" Type="http://schemas.openxmlformats.org/officeDocument/2006/relationships/slide" Target="slides/slide11.xml"/><Relationship Id="rId48" Type="http://schemas.openxmlformats.org/officeDocument/2006/relationships/slide" Target="slides/slide12.xml"/><Relationship Id="rId49" Type="http://schemas.openxmlformats.org/officeDocument/2006/relationships/slide" Target="slides/slide13.xml"/><Relationship Id="rId140" Type="http://schemas.openxmlformats.org/officeDocument/2006/relationships/slide" Target="slides/slide104.xml"/><Relationship Id="rId141" Type="http://schemas.openxmlformats.org/officeDocument/2006/relationships/slide" Target="slides/slide105.xml"/><Relationship Id="rId142" Type="http://schemas.openxmlformats.org/officeDocument/2006/relationships/slide" Target="slides/slide106.xml"/><Relationship Id="rId143" Type="http://schemas.openxmlformats.org/officeDocument/2006/relationships/slide" Target="slides/slide107.xml"/><Relationship Id="rId144" Type="http://schemas.openxmlformats.org/officeDocument/2006/relationships/slide" Target="slides/slide108.xml"/><Relationship Id="rId145" Type="http://schemas.openxmlformats.org/officeDocument/2006/relationships/slide" Target="slides/slide109.xml"/><Relationship Id="rId146" Type="http://schemas.openxmlformats.org/officeDocument/2006/relationships/slide" Target="slides/slide110.xml"/><Relationship Id="rId147" Type="http://schemas.openxmlformats.org/officeDocument/2006/relationships/slide" Target="slides/slide111.xml"/><Relationship Id="rId148" Type="http://schemas.openxmlformats.org/officeDocument/2006/relationships/slide" Target="slides/slide112.xml"/><Relationship Id="rId149" Type="http://schemas.openxmlformats.org/officeDocument/2006/relationships/slide" Target="slides/slide113.xml"/><Relationship Id="rId230" Type="http://schemas.openxmlformats.org/officeDocument/2006/relationships/slide" Target="slides/slide194.xml"/><Relationship Id="rId231" Type="http://schemas.openxmlformats.org/officeDocument/2006/relationships/slide" Target="slides/slide195.xml"/><Relationship Id="rId232" Type="http://schemas.openxmlformats.org/officeDocument/2006/relationships/slide" Target="slides/slide196.xml"/><Relationship Id="rId233" Type="http://schemas.openxmlformats.org/officeDocument/2006/relationships/slide" Target="slides/slide197.xml"/><Relationship Id="rId234" Type="http://schemas.openxmlformats.org/officeDocument/2006/relationships/notesMaster" Target="notesMasters/notesMaster1.xml"/><Relationship Id="rId235" Type="http://schemas.openxmlformats.org/officeDocument/2006/relationships/presProps" Target="presProps.xml"/><Relationship Id="rId236" Type="http://schemas.openxmlformats.org/officeDocument/2006/relationships/viewProps" Target="viewProps.xml"/><Relationship Id="rId237" Type="http://schemas.openxmlformats.org/officeDocument/2006/relationships/theme" Target="theme/theme1.xml"/><Relationship Id="rId238" Type="http://schemas.openxmlformats.org/officeDocument/2006/relationships/tableStyles" Target="tableStyles.xml"/><Relationship Id="rId50" Type="http://schemas.openxmlformats.org/officeDocument/2006/relationships/slide" Target="slides/slide14.xml"/><Relationship Id="rId51" Type="http://schemas.openxmlformats.org/officeDocument/2006/relationships/slide" Target="slides/slide15.xml"/><Relationship Id="rId52" Type="http://schemas.openxmlformats.org/officeDocument/2006/relationships/slide" Target="slides/slide16.xml"/><Relationship Id="rId53" Type="http://schemas.openxmlformats.org/officeDocument/2006/relationships/slide" Target="slides/slide17.xml"/><Relationship Id="rId54" Type="http://schemas.openxmlformats.org/officeDocument/2006/relationships/slide" Target="slides/slide18.xml"/><Relationship Id="rId55" Type="http://schemas.openxmlformats.org/officeDocument/2006/relationships/slide" Target="slides/slide19.xml"/><Relationship Id="rId56" Type="http://schemas.openxmlformats.org/officeDocument/2006/relationships/slide" Target="slides/slide20.xml"/><Relationship Id="rId57" Type="http://schemas.openxmlformats.org/officeDocument/2006/relationships/slide" Target="slides/slide21.xml"/><Relationship Id="rId58" Type="http://schemas.openxmlformats.org/officeDocument/2006/relationships/slide" Target="slides/slide22.xml"/><Relationship Id="rId59" Type="http://schemas.openxmlformats.org/officeDocument/2006/relationships/slide" Target="slides/slide23.xml"/><Relationship Id="rId150" Type="http://schemas.openxmlformats.org/officeDocument/2006/relationships/slide" Target="slides/slide114.xml"/><Relationship Id="rId151" Type="http://schemas.openxmlformats.org/officeDocument/2006/relationships/slide" Target="slides/slide115.xml"/><Relationship Id="rId152" Type="http://schemas.openxmlformats.org/officeDocument/2006/relationships/slide" Target="slides/slide116.xml"/><Relationship Id="rId153" Type="http://schemas.openxmlformats.org/officeDocument/2006/relationships/slide" Target="slides/slide117.xml"/><Relationship Id="rId154" Type="http://schemas.openxmlformats.org/officeDocument/2006/relationships/slide" Target="slides/slide118.xml"/><Relationship Id="rId155" Type="http://schemas.openxmlformats.org/officeDocument/2006/relationships/slide" Target="slides/slide119.xml"/><Relationship Id="rId156" Type="http://schemas.openxmlformats.org/officeDocument/2006/relationships/slide" Target="slides/slide120.xml"/><Relationship Id="rId157" Type="http://schemas.openxmlformats.org/officeDocument/2006/relationships/slide" Target="slides/slide121.xml"/><Relationship Id="rId158" Type="http://schemas.openxmlformats.org/officeDocument/2006/relationships/slide" Target="slides/slide122.xml"/><Relationship Id="rId159" Type="http://schemas.openxmlformats.org/officeDocument/2006/relationships/slide" Target="slides/slide123.xml"/><Relationship Id="rId60" Type="http://schemas.openxmlformats.org/officeDocument/2006/relationships/slide" Target="slides/slide24.xml"/><Relationship Id="rId61" Type="http://schemas.openxmlformats.org/officeDocument/2006/relationships/slide" Target="slides/slide25.xml"/><Relationship Id="rId62" Type="http://schemas.openxmlformats.org/officeDocument/2006/relationships/slide" Target="slides/slide26.xml"/><Relationship Id="rId63" Type="http://schemas.openxmlformats.org/officeDocument/2006/relationships/slide" Target="slides/slide27.xml"/><Relationship Id="rId64" Type="http://schemas.openxmlformats.org/officeDocument/2006/relationships/slide" Target="slides/slide28.xml"/><Relationship Id="rId65" Type="http://schemas.openxmlformats.org/officeDocument/2006/relationships/slide" Target="slides/slide29.xml"/><Relationship Id="rId66" Type="http://schemas.openxmlformats.org/officeDocument/2006/relationships/slide" Target="slides/slide30.xml"/><Relationship Id="rId67" Type="http://schemas.openxmlformats.org/officeDocument/2006/relationships/slide" Target="slides/slide31.xml"/><Relationship Id="rId68" Type="http://schemas.openxmlformats.org/officeDocument/2006/relationships/slide" Target="slides/slide32.xml"/><Relationship Id="rId69" Type="http://schemas.openxmlformats.org/officeDocument/2006/relationships/slide" Target="slides/slide33.xml"/><Relationship Id="rId160" Type="http://schemas.openxmlformats.org/officeDocument/2006/relationships/slide" Target="slides/slide124.xml"/><Relationship Id="rId161" Type="http://schemas.openxmlformats.org/officeDocument/2006/relationships/slide" Target="slides/slide125.xml"/><Relationship Id="rId162" Type="http://schemas.openxmlformats.org/officeDocument/2006/relationships/slide" Target="slides/slide126.xml"/><Relationship Id="rId163" Type="http://schemas.openxmlformats.org/officeDocument/2006/relationships/slide" Target="slides/slide127.xml"/><Relationship Id="rId164" Type="http://schemas.openxmlformats.org/officeDocument/2006/relationships/slide" Target="slides/slide128.xml"/><Relationship Id="rId165" Type="http://schemas.openxmlformats.org/officeDocument/2006/relationships/slide" Target="slides/slide129.xml"/><Relationship Id="rId166" Type="http://schemas.openxmlformats.org/officeDocument/2006/relationships/slide" Target="slides/slide130.xml"/><Relationship Id="rId167" Type="http://schemas.openxmlformats.org/officeDocument/2006/relationships/slide" Target="slides/slide131.xml"/><Relationship Id="rId168" Type="http://schemas.openxmlformats.org/officeDocument/2006/relationships/slide" Target="slides/slide132.xml"/><Relationship Id="rId169" Type="http://schemas.openxmlformats.org/officeDocument/2006/relationships/slide" Target="slides/slide133.xml"/><Relationship Id="rId100" Type="http://schemas.openxmlformats.org/officeDocument/2006/relationships/slide" Target="slides/slide64.xml"/><Relationship Id="rId101" Type="http://schemas.openxmlformats.org/officeDocument/2006/relationships/slide" Target="slides/slide65.xml"/><Relationship Id="rId102" Type="http://schemas.openxmlformats.org/officeDocument/2006/relationships/slide" Target="slides/slide66.xml"/><Relationship Id="rId103" Type="http://schemas.openxmlformats.org/officeDocument/2006/relationships/slide" Target="slides/slide67.xml"/><Relationship Id="rId104" Type="http://schemas.openxmlformats.org/officeDocument/2006/relationships/slide" Target="slides/slide68.xml"/><Relationship Id="rId105" Type="http://schemas.openxmlformats.org/officeDocument/2006/relationships/slide" Target="slides/slide69.xml"/></Relationships>
</file>

<file path=ppt/diagrams/colors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4BFCCB4C-EDE3-4F84-97E9-A3FD1E50F481}" type="doc">
      <dgm:prSet loTypeId="urn:microsoft.com/office/officeart/2009/3/layout/IncreasingArrowsProcess" loCatId="process" qsTypeId="urn:microsoft.com/office/officeart/2005/8/quickstyle/simple1" qsCatId="simple" csTypeId="urn:microsoft.com/office/officeart/2005/8/colors/colorful1" csCatId="colorful" phldr="1"/>
      <dgm:spPr/>
      <dgm:t>
        <a:bodyPr/>
        <a:lstStyle/>
        <a:p>
          <a:endParaRPr lang="en-US"/>
        </a:p>
      </dgm:t>
    </dgm:pt>
    <dgm:pt modelId="{8C055561-F760-47A7-86EF-87E3048BFC60}">
      <dgm:prSet phldrT="[Text]" custT="1"/>
      <dgm:spPr/>
      <dgm:t>
        <a:bodyPr/>
        <a:lstStyle/>
        <a:p>
          <a:pPr rtl="1"/>
          <a:r>
            <a:rPr lang="ar-SA" sz="3200" b="1" dirty="0" smtClean="0"/>
            <a:t>أولاً</a:t>
          </a:r>
          <a:endParaRPr lang="en-US" sz="3200" dirty="0">
            <a:latin typeface="+mj-lt"/>
          </a:endParaRPr>
        </a:p>
      </dgm:t>
    </dgm:pt>
    <dgm:pt modelId="{C6855283-3A7E-4B66-B41E-E26516066D1E}" type="parTrans" cxnId="{2383C7CC-B0A7-486A-A78E-7A53ECD3D746}">
      <dgm:prSet/>
      <dgm:spPr/>
      <dgm:t>
        <a:bodyPr/>
        <a:lstStyle/>
        <a:p>
          <a:endParaRPr lang="en-US"/>
        </a:p>
      </dgm:t>
    </dgm:pt>
    <dgm:pt modelId="{4970CA3C-C1B7-490E-A8A7-BE6E849BBDB2}" type="sibTrans" cxnId="{2383C7CC-B0A7-486A-A78E-7A53ECD3D746}">
      <dgm:prSet/>
      <dgm:spPr/>
      <dgm:t>
        <a:bodyPr/>
        <a:lstStyle/>
        <a:p>
          <a:endParaRPr lang="en-US"/>
        </a:p>
      </dgm:t>
    </dgm:pt>
    <dgm:pt modelId="{CAF88B9A-1A3B-40CF-82A3-7FB6D1560E66}">
      <dgm:prSet phldrT="[Text]" custT="1"/>
      <dgm:spPr/>
      <dgm:t>
        <a:bodyPr/>
        <a:lstStyle/>
        <a:p>
          <a:pPr algn="ctr"/>
          <a:r>
            <a:rPr lang="id-ID" sz="2400" dirty="0" smtClean="0">
              <a:latin typeface="+mj-lt"/>
            </a:rPr>
            <a:t>               </a:t>
          </a:r>
          <a:r>
            <a:rPr lang="ar-SA" sz="3200" b="1" dirty="0" smtClean="0"/>
            <a:t>ثانياً</a:t>
          </a:r>
          <a:endParaRPr lang="en-US" sz="3200" dirty="0">
            <a:latin typeface="+mj-lt"/>
          </a:endParaRPr>
        </a:p>
      </dgm:t>
    </dgm:pt>
    <dgm:pt modelId="{A1F36D7F-236E-4182-9D63-C5CA55051E5A}" type="parTrans" cxnId="{0603C6A2-0ED0-46AB-B234-2D683FD78E77}">
      <dgm:prSet/>
      <dgm:spPr/>
      <dgm:t>
        <a:bodyPr/>
        <a:lstStyle/>
        <a:p>
          <a:endParaRPr lang="en-US"/>
        </a:p>
      </dgm:t>
    </dgm:pt>
    <dgm:pt modelId="{04C79982-8B1E-4394-99A9-D33B1FD3BEB2}" type="sibTrans" cxnId="{0603C6A2-0ED0-46AB-B234-2D683FD78E77}">
      <dgm:prSet/>
      <dgm:spPr/>
      <dgm:t>
        <a:bodyPr/>
        <a:lstStyle/>
        <a:p>
          <a:endParaRPr lang="en-US"/>
        </a:p>
      </dgm:t>
    </dgm:pt>
    <dgm:pt modelId="{0DB8272D-998F-4620-B95E-C2A32B17CDA2}">
      <dgm:prSet phldrT="[Text]" custT="1"/>
      <dgm:spPr/>
      <dgm:t>
        <a:bodyPr/>
        <a:lstStyle/>
        <a:p>
          <a:pPr algn="ctr"/>
          <a:r>
            <a:rPr lang="id-ID" sz="2400" dirty="0" smtClean="0">
              <a:latin typeface="+mj-lt"/>
            </a:rPr>
            <a:t>       </a:t>
          </a:r>
          <a:r>
            <a:rPr lang="ar-SA" sz="3200" b="1" dirty="0" smtClean="0"/>
            <a:t>ثالثاً</a:t>
          </a:r>
          <a:endParaRPr lang="en-US" sz="3200" dirty="0">
            <a:latin typeface="+mj-lt"/>
          </a:endParaRPr>
        </a:p>
      </dgm:t>
    </dgm:pt>
    <dgm:pt modelId="{BE1B4E4C-1F25-4567-9FD2-BA5A33F78645}" type="parTrans" cxnId="{EAA5FDFA-F780-413B-B7E9-AB5C0004EE73}">
      <dgm:prSet/>
      <dgm:spPr/>
      <dgm:t>
        <a:bodyPr/>
        <a:lstStyle/>
        <a:p>
          <a:endParaRPr lang="en-US"/>
        </a:p>
      </dgm:t>
    </dgm:pt>
    <dgm:pt modelId="{8951BD99-DC8F-4681-A6C7-128BE0564FE5}" type="sibTrans" cxnId="{EAA5FDFA-F780-413B-B7E9-AB5C0004EE73}">
      <dgm:prSet/>
      <dgm:spPr/>
      <dgm:t>
        <a:bodyPr/>
        <a:lstStyle/>
        <a:p>
          <a:endParaRPr lang="en-US"/>
        </a:p>
      </dgm:t>
    </dgm:pt>
    <dgm:pt modelId="{1DDDD07C-E697-49C1-B36B-60E196698460}" type="pres">
      <dgm:prSet presAssocID="{4BFCCB4C-EDE3-4F84-97E9-A3FD1E50F481}" presName="Name0" presStyleCnt="0">
        <dgm:presLayoutVars>
          <dgm:chMax val="5"/>
          <dgm:chPref val="5"/>
          <dgm:dir/>
          <dgm:animLvl val="lvl"/>
        </dgm:presLayoutVars>
      </dgm:prSet>
      <dgm:spPr/>
      <dgm:t>
        <a:bodyPr/>
        <a:lstStyle/>
        <a:p>
          <a:endParaRPr lang="en-US"/>
        </a:p>
      </dgm:t>
    </dgm:pt>
    <dgm:pt modelId="{B9C58491-6977-44BF-A47A-FE1E5D4EDCF5}" type="pres">
      <dgm:prSet presAssocID="{8C055561-F760-47A7-86EF-87E3048BFC60}" presName="parentText1" presStyleLbl="node1" presStyleIdx="0" presStyleCnt="3" custScaleX="74267" custScaleY="127666" custLinFactNeighborX="40" custLinFactNeighborY="-33450">
        <dgm:presLayoutVars>
          <dgm:chMax/>
          <dgm:chPref val="3"/>
          <dgm:bulletEnabled val="1"/>
        </dgm:presLayoutVars>
      </dgm:prSet>
      <dgm:spPr/>
      <dgm:t>
        <a:bodyPr/>
        <a:lstStyle/>
        <a:p>
          <a:endParaRPr lang="en-US"/>
        </a:p>
      </dgm:t>
    </dgm:pt>
    <dgm:pt modelId="{FD788759-3423-4F29-9A6E-7DEBD1F7DFE8}" type="pres">
      <dgm:prSet presAssocID="{CAF88B9A-1A3B-40CF-82A3-7FB6D1560E66}" presName="parentText2" presStyleLbl="node1" presStyleIdx="1" presStyleCnt="3" custScaleX="87677" custScaleY="136265" custLinFactNeighborX="7383" custLinFactNeighborY="10929">
        <dgm:presLayoutVars>
          <dgm:chMax/>
          <dgm:chPref val="3"/>
          <dgm:bulletEnabled val="1"/>
        </dgm:presLayoutVars>
      </dgm:prSet>
      <dgm:spPr/>
      <dgm:t>
        <a:bodyPr/>
        <a:lstStyle/>
        <a:p>
          <a:endParaRPr lang="en-US"/>
        </a:p>
      </dgm:t>
    </dgm:pt>
    <dgm:pt modelId="{3C5138F7-F7EB-4421-9D29-30667609D5DF}" type="pres">
      <dgm:prSet presAssocID="{0DB8272D-998F-4620-B95E-C2A32B17CDA2}" presName="parentText3" presStyleLbl="node1" presStyleIdx="2" presStyleCnt="3" custScaleX="114854" custScaleY="127224" custLinFactNeighborX="14695" custLinFactNeighborY="62383">
        <dgm:presLayoutVars>
          <dgm:chMax/>
          <dgm:chPref val="3"/>
          <dgm:bulletEnabled val="1"/>
        </dgm:presLayoutVars>
      </dgm:prSet>
      <dgm:spPr/>
      <dgm:t>
        <a:bodyPr/>
        <a:lstStyle/>
        <a:p>
          <a:endParaRPr lang="en-US"/>
        </a:p>
      </dgm:t>
    </dgm:pt>
  </dgm:ptLst>
  <dgm:cxnLst>
    <dgm:cxn modelId="{0603C6A2-0ED0-46AB-B234-2D683FD78E77}" srcId="{4BFCCB4C-EDE3-4F84-97E9-A3FD1E50F481}" destId="{CAF88B9A-1A3B-40CF-82A3-7FB6D1560E66}" srcOrd="1" destOrd="0" parTransId="{A1F36D7F-236E-4182-9D63-C5CA55051E5A}" sibTransId="{04C79982-8B1E-4394-99A9-D33B1FD3BEB2}"/>
    <dgm:cxn modelId="{A2CA7AD5-0732-4E1F-B3F0-ECEE79088FBD}" type="presOf" srcId="{0DB8272D-998F-4620-B95E-C2A32B17CDA2}" destId="{3C5138F7-F7EB-4421-9D29-30667609D5DF}" srcOrd="0" destOrd="0" presId="urn:microsoft.com/office/officeart/2009/3/layout/IncreasingArrowsProcess"/>
    <dgm:cxn modelId="{DAFC16E9-F1D9-4F12-BA3C-80F18AC7801D}" type="presOf" srcId="{8C055561-F760-47A7-86EF-87E3048BFC60}" destId="{B9C58491-6977-44BF-A47A-FE1E5D4EDCF5}" srcOrd="0" destOrd="0" presId="urn:microsoft.com/office/officeart/2009/3/layout/IncreasingArrowsProcess"/>
    <dgm:cxn modelId="{2383C7CC-B0A7-486A-A78E-7A53ECD3D746}" srcId="{4BFCCB4C-EDE3-4F84-97E9-A3FD1E50F481}" destId="{8C055561-F760-47A7-86EF-87E3048BFC60}" srcOrd="0" destOrd="0" parTransId="{C6855283-3A7E-4B66-B41E-E26516066D1E}" sibTransId="{4970CA3C-C1B7-490E-A8A7-BE6E849BBDB2}"/>
    <dgm:cxn modelId="{57494800-3B3D-4C41-BFE7-9A265AF33A4B}" type="presOf" srcId="{4BFCCB4C-EDE3-4F84-97E9-A3FD1E50F481}" destId="{1DDDD07C-E697-49C1-B36B-60E196698460}" srcOrd="0" destOrd="0" presId="urn:microsoft.com/office/officeart/2009/3/layout/IncreasingArrowsProcess"/>
    <dgm:cxn modelId="{A041BB0A-EC84-463C-977A-36237F2B32F9}" type="presOf" srcId="{CAF88B9A-1A3B-40CF-82A3-7FB6D1560E66}" destId="{FD788759-3423-4F29-9A6E-7DEBD1F7DFE8}" srcOrd="0" destOrd="0" presId="urn:microsoft.com/office/officeart/2009/3/layout/IncreasingArrowsProcess"/>
    <dgm:cxn modelId="{EAA5FDFA-F780-413B-B7E9-AB5C0004EE73}" srcId="{4BFCCB4C-EDE3-4F84-97E9-A3FD1E50F481}" destId="{0DB8272D-998F-4620-B95E-C2A32B17CDA2}" srcOrd="2" destOrd="0" parTransId="{BE1B4E4C-1F25-4567-9FD2-BA5A33F78645}" sibTransId="{8951BD99-DC8F-4681-A6C7-128BE0564FE5}"/>
    <dgm:cxn modelId="{E0E1F88E-D942-45DF-BBD4-A699AB0DF4DF}" type="presParOf" srcId="{1DDDD07C-E697-49C1-B36B-60E196698460}" destId="{B9C58491-6977-44BF-A47A-FE1E5D4EDCF5}" srcOrd="0" destOrd="0" presId="urn:microsoft.com/office/officeart/2009/3/layout/IncreasingArrowsProcess"/>
    <dgm:cxn modelId="{444A9840-7FAB-4D66-867C-C39893372333}" type="presParOf" srcId="{1DDDD07C-E697-49C1-B36B-60E196698460}" destId="{FD788759-3423-4F29-9A6E-7DEBD1F7DFE8}" srcOrd="1" destOrd="0" presId="urn:microsoft.com/office/officeart/2009/3/layout/IncreasingArrowsProcess"/>
    <dgm:cxn modelId="{909523D6-A085-48E4-BDE2-49E832B5FE73}" type="presParOf" srcId="{1DDDD07C-E697-49C1-B36B-60E196698460}" destId="{3C5138F7-F7EB-4421-9D29-30667609D5DF}" srcOrd="2" destOrd="0" presId="urn:microsoft.com/office/officeart/2009/3/layout/IncreasingArrows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4BFCCB4C-EDE3-4F84-97E9-A3FD1E50F481}" type="doc">
      <dgm:prSet loTypeId="urn:microsoft.com/office/officeart/2009/3/layout/IncreasingArrowsProcess" loCatId="process" qsTypeId="urn:microsoft.com/office/officeart/2005/8/quickstyle/simple1" qsCatId="simple" csTypeId="urn:microsoft.com/office/officeart/2005/8/colors/colorful1" csCatId="colorful" phldr="1"/>
      <dgm:spPr/>
      <dgm:t>
        <a:bodyPr/>
        <a:lstStyle/>
        <a:p>
          <a:endParaRPr lang="en-US"/>
        </a:p>
      </dgm:t>
    </dgm:pt>
    <dgm:pt modelId="{8C055561-F760-47A7-86EF-87E3048BFC60}">
      <dgm:prSet phldrT="[Text]" custT="1"/>
      <dgm:spPr>
        <a:solidFill>
          <a:srgbClr val="C00000"/>
        </a:solidFill>
      </dgm:spPr>
      <dgm:t>
        <a:bodyPr/>
        <a:lstStyle/>
        <a:p>
          <a:pPr rtl="1"/>
          <a:r>
            <a:rPr lang="ar-SA" sz="3200" b="1" dirty="0" smtClean="0"/>
            <a:t>رابعاً</a:t>
          </a:r>
          <a:endParaRPr lang="en-US" sz="3200" dirty="0">
            <a:latin typeface="+mj-lt"/>
          </a:endParaRPr>
        </a:p>
      </dgm:t>
    </dgm:pt>
    <dgm:pt modelId="{C6855283-3A7E-4B66-B41E-E26516066D1E}" type="parTrans" cxnId="{2383C7CC-B0A7-486A-A78E-7A53ECD3D746}">
      <dgm:prSet/>
      <dgm:spPr/>
      <dgm:t>
        <a:bodyPr/>
        <a:lstStyle/>
        <a:p>
          <a:endParaRPr lang="en-US"/>
        </a:p>
      </dgm:t>
    </dgm:pt>
    <dgm:pt modelId="{4970CA3C-C1B7-490E-A8A7-BE6E849BBDB2}" type="sibTrans" cxnId="{2383C7CC-B0A7-486A-A78E-7A53ECD3D746}">
      <dgm:prSet/>
      <dgm:spPr/>
      <dgm:t>
        <a:bodyPr/>
        <a:lstStyle/>
        <a:p>
          <a:endParaRPr lang="en-US"/>
        </a:p>
      </dgm:t>
    </dgm:pt>
    <dgm:pt modelId="{CAF88B9A-1A3B-40CF-82A3-7FB6D1560E66}">
      <dgm:prSet phldrT="[Text]" custT="1"/>
      <dgm:spPr>
        <a:solidFill>
          <a:srgbClr val="002060"/>
        </a:solidFill>
      </dgm:spPr>
      <dgm:t>
        <a:bodyPr/>
        <a:lstStyle/>
        <a:p>
          <a:pPr algn="ctr"/>
          <a:r>
            <a:rPr lang="id-ID" sz="2400" dirty="0" smtClean="0">
              <a:latin typeface="+mj-lt"/>
            </a:rPr>
            <a:t>               </a:t>
          </a:r>
          <a:r>
            <a:rPr lang="ar-SA" sz="3200" b="1" dirty="0" smtClean="0"/>
            <a:t>خامساً</a:t>
          </a:r>
          <a:endParaRPr lang="en-US" sz="3200" dirty="0">
            <a:latin typeface="+mj-lt"/>
          </a:endParaRPr>
        </a:p>
      </dgm:t>
    </dgm:pt>
    <dgm:pt modelId="{A1F36D7F-236E-4182-9D63-C5CA55051E5A}" type="parTrans" cxnId="{0603C6A2-0ED0-46AB-B234-2D683FD78E77}">
      <dgm:prSet/>
      <dgm:spPr/>
      <dgm:t>
        <a:bodyPr/>
        <a:lstStyle/>
        <a:p>
          <a:endParaRPr lang="en-US"/>
        </a:p>
      </dgm:t>
    </dgm:pt>
    <dgm:pt modelId="{04C79982-8B1E-4394-99A9-D33B1FD3BEB2}" type="sibTrans" cxnId="{0603C6A2-0ED0-46AB-B234-2D683FD78E77}">
      <dgm:prSet/>
      <dgm:spPr/>
      <dgm:t>
        <a:bodyPr/>
        <a:lstStyle/>
        <a:p>
          <a:endParaRPr lang="en-US"/>
        </a:p>
      </dgm:t>
    </dgm:pt>
    <dgm:pt modelId="{1DDDD07C-E697-49C1-B36B-60E196698460}" type="pres">
      <dgm:prSet presAssocID="{4BFCCB4C-EDE3-4F84-97E9-A3FD1E50F481}" presName="Name0" presStyleCnt="0">
        <dgm:presLayoutVars>
          <dgm:chMax val="5"/>
          <dgm:chPref val="5"/>
          <dgm:dir/>
          <dgm:animLvl val="lvl"/>
        </dgm:presLayoutVars>
      </dgm:prSet>
      <dgm:spPr/>
      <dgm:t>
        <a:bodyPr/>
        <a:lstStyle/>
        <a:p>
          <a:endParaRPr lang="en-US"/>
        </a:p>
      </dgm:t>
    </dgm:pt>
    <dgm:pt modelId="{B9C58491-6977-44BF-A47A-FE1E5D4EDCF5}" type="pres">
      <dgm:prSet presAssocID="{8C055561-F760-47A7-86EF-87E3048BFC60}" presName="parentText1" presStyleLbl="node1" presStyleIdx="0" presStyleCnt="2" custScaleX="74267" custScaleY="127666" custLinFactNeighborX="40" custLinFactNeighborY="-33450">
        <dgm:presLayoutVars>
          <dgm:chMax/>
          <dgm:chPref val="3"/>
          <dgm:bulletEnabled val="1"/>
        </dgm:presLayoutVars>
      </dgm:prSet>
      <dgm:spPr/>
      <dgm:t>
        <a:bodyPr/>
        <a:lstStyle/>
        <a:p>
          <a:endParaRPr lang="en-US"/>
        </a:p>
      </dgm:t>
    </dgm:pt>
    <dgm:pt modelId="{FD788759-3423-4F29-9A6E-7DEBD1F7DFE8}" type="pres">
      <dgm:prSet presAssocID="{CAF88B9A-1A3B-40CF-82A3-7FB6D1560E66}" presName="parentText2" presStyleLbl="node1" presStyleIdx="1" presStyleCnt="2" custScaleX="87677" custScaleY="136265" custLinFactNeighborX="7383" custLinFactNeighborY="10929">
        <dgm:presLayoutVars>
          <dgm:chMax/>
          <dgm:chPref val="3"/>
          <dgm:bulletEnabled val="1"/>
        </dgm:presLayoutVars>
      </dgm:prSet>
      <dgm:spPr/>
      <dgm:t>
        <a:bodyPr/>
        <a:lstStyle/>
        <a:p>
          <a:endParaRPr lang="en-US"/>
        </a:p>
      </dgm:t>
    </dgm:pt>
  </dgm:ptLst>
  <dgm:cxnLst>
    <dgm:cxn modelId="{0603C6A2-0ED0-46AB-B234-2D683FD78E77}" srcId="{4BFCCB4C-EDE3-4F84-97E9-A3FD1E50F481}" destId="{CAF88B9A-1A3B-40CF-82A3-7FB6D1560E66}" srcOrd="1" destOrd="0" parTransId="{A1F36D7F-236E-4182-9D63-C5CA55051E5A}" sibTransId="{04C79982-8B1E-4394-99A9-D33B1FD3BEB2}"/>
    <dgm:cxn modelId="{DC537BC1-3BFD-493F-AA76-7B0AE04FC01C}" type="presOf" srcId="{8C055561-F760-47A7-86EF-87E3048BFC60}" destId="{B9C58491-6977-44BF-A47A-FE1E5D4EDCF5}" srcOrd="0" destOrd="0" presId="urn:microsoft.com/office/officeart/2009/3/layout/IncreasingArrowsProcess"/>
    <dgm:cxn modelId="{944607CB-28A9-4340-833D-544BDAA88127}" type="presOf" srcId="{4BFCCB4C-EDE3-4F84-97E9-A3FD1E50F481}" destId="{1DDDD07C-E697-49C1-B36B-60E196698460}" srcOrd="0" destOrd="0" presId="urn:microsoft.com/office/officeart/2009/3/layout/IncreasingArrowsProcess"/>
    <dgm:cxn modelId="{2383C7CC-B0A7-486A-A78E-7A53ECD3D746}" srcId="{4BFCCB4C-EDE3-4F84-97E9-A3FD1E50F481}" destId="{8C055561-F760-47A7-86EF-87E3048BFC60}" srcOrd="0" destOrd="0" parTransId="{C6855283-3A7E-4B66-B41E-E26516066D1E}" sibTransId="{4970CA3C-C1B7-490E-A8A7-BE6E849BBDB2}"/>
    <dgm:cxn modelId="{488FC504-9F1F-4A20-98A3-D3899673B30E}" type="presOf" srcId="{CAF88B9A-1A3B-40CF-82A3-7FB6D1560E66}" destId="{FD788759-3423-4F29-9A6E-7DEBD1F7DFE8}" srcOrd="0" destOrd="0" presId="urn:microsoft.com/office/officeart/2009/3/layout/IncreasingArrowsProcess"/>
    <dgm:cxn modelId="{CFA5F76E-41CE-49A2-A256-05BC75047491}" type="presParOf" srcId="{1DDDD07C-E697-49C1-B36B-60E196698460}" destId="{B9C58491-6977-44BF-A47A-FE1E5D4EDCF5}" srcOrd="0" destOrd="0" presId="urn:microsoft.com/office/officeart/2009/3/layout/IncreasingArrowsProcess"/>
    <dgm:cxn modelId="{E5D28B1D-C269-4DCC-963E-46884100E60C}" type="presParOf" srcId="{1DDDD07C-E697-49C1-B36B-60E196698460}" destId="{FD788759-3423-4F29-9A6E-7DEBD1F7DFE8}" srcOrd="1" destOrd="0" presId="urn:microsoft.com/office/officeart/2009/3/layout/IncreasingArrows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057DBE11-6671-46DC-80FC-0A4A272FB7B5}"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7619ECBD-1B06-4413-9287-41F5C221E9B2}">
      <dgm:prSet phldrT="[Text]" custT="1"/>
      <dgm:spPr/>
      <dgm:t>
        <a:bodyPr/>
        <a:lstStyle/>
        <a:p>
          <a:r>
            <a:rPr lang="ar-SA" sz="2400" b="1" dirty="0" smtClean="0"/>
            <a:t>أغراض استخدام الحاسب الآلي:</a:t>
          </a:r>
          <a:endParaRPr lang="en-US" sz="2400" dirty="0"/>
        </a:p>
      </dgm:t>
    </dgm:pt>
    <dgm:pt modelId="{2374D02E-217F-4634-9953-1CF9FCC38453}" type="parTrans" cxnId="{539273AE-B292-4581-98A7-1BE3D31A2735}">
      <dgm:prSet/>
      <dgm:spPr/>
      <dgm:t>
        <a:bodyPr/>
        <a:lstStyle/>
        <a:p>
          <a:endParaRPr lang="en-US"/>
        </a:p>
      </dgm:t>
    </dgm:pt>
    <dgm:pt modelId="{44D51568-FACA-411A-9B09-839BF865583A}" type="sibTrans" cxnId="{539273AE-B292-4581-98A7-1BE3D31A2735}">
      <dgm:prSet/>
      <dgm:spPr/>
      <dgm:t>
        <a:bodyPr/>
        <a:lstStyle/>
        <a:p>
          <a:endParaRPr lang="en-US"/>
        </a:p>
      </dgm:t>
    </dgm:pt>
    <dgm:pt modelId="{D011F554-60B5-47EC-A611-3A7434162846}">
      <dgm:prSet phldrT="[Text]" custT="1"/>
      <dgm:spPr>
        <a:solidFill>
          <a:schemeClr val="accent2"/>
        </a:solidFill>
      </dgm:spPr>
      <dgm:t>
        <a:bodyPr/>
        <a:lstStyle/>
        <a:p>
          <a:r>
            <a:rPr lang="ar-SA" sz="3200" b="1" dirty="0" smtClean="0"/>
            <a:t>السماح بالإفادة من الوسائل التعليمية المتنوعة</a:t>
          </a:r>
          <a:endParaRPr lang="en-US" sz="3200" b="1" dirty="0">
            <a:latin typeface="Bebas Neue" panose="020B0606020202050201" pitchFamily="34" charset="0"/>
          </a:endParaRPr>
        </a:p>
      </dgm:t>
    </dgm:pt>
    <dgm:pt modelId="{767B83B0-C468-47AC-98E8-93B396EEDD03}" type="parTrans" cxnId="{D83E296C-5A5C-41F4-A9FA-CF0D23A46E30}">
      <dgm:prSet/>
      <dgm:spPr>
        <a:solidFill>
          <a:schemeClr val="tx2">
            <a:lumMod val="50000"/>
          </a:schemeClr>
        </a:solidFill>
        <a:ln>
          <a:solidFill>
            <a:schemeClr val="tx2">
              <a:lumMod val="50000"/>
            </a:schemeClr>
          </a:solidFill>
        </a:ln>
      </dgm:spPr>
      <dgm:t>
        <a:bodyPr/>
        <a:lstStyle/>
        <a:p>
          <a:endParaRPr lang="en-US"/>
        </a:p>
      </dgm:t>
    </dgm:pt>
    <dgm:pt modelId="{B86DFDD8-CAD5-4445-883A-45AFF68DF88B}" type="sibTrans" cxnId="{D83E296C-5A5C-41F4-A9FA-CF0D23A46E30}">
      <dgm:prSet/>
      <dgm:spPr/>
      <dgm:t>
        <a:bodyPr/>
        <a:lstStyle/>
        <a:p>
          <a:endParaRPr lang="en-US"/>
        </a:p>
      </dgm:t>
    </dgm:pt>
    <dgm:pt modelId="{7F2644C7-CD4A-48B6-9295-3EF51640C832}">
      <dgm:prSet phldrT="[Text]" custT="1"/>
      <dgm:spPr>
        <a:solidFill>
          <a:schemeClr val="accent3"/>
        </a:solidFill>
      </dgm:spPr>
      <dgm:t>
        <a:bodyPr/>
        <a:lstStyle/>
        <a:p>
          <a:r>
            <a:rPr lang="ar-SA" sz="3200" b="1" dirty="0" smtClean="0"/>
            <a:t>القدرة على التفاعل المباشر</a:t>
          </a:r>
          <a:endParaRPr lang="en-US" sz="3200" b="1" dirty="0"/>
        </a:p>
      </dgm:t>
    </dgm:pt>
    <dgm:pt modelId="{1E57602C-87C1-4145-A5BE-4875B852D188}" type="parTrans" cxnId="{8792D61F-F7CA-47CD-A082-4B6357B0308E}">
      <dgm:prSet/>
      <dgm:spPr>
        <a:ln>
          <a:solidFill>
            <a:schemeClr val="tx2">
              <a:lumMod val="50000"/>
            </a:schemeClr>
          </a:solidFill>
        </a:ln>
      </dgm:spPr>
      <dgm:t>
        <a:bodyPr/>
        <a:lstStyle/>
        <a:p>
          <a:endParaRPr lang="en-US"/>
        </a:p>
      </dgm:t>
    </dgm:pt>
    <dgm:pt modelId="{3E221BBA-9D25-40C0-A598-BE29FF270CB6}" type="sibTrans" cxnId="{8792D61F-F7CA-47CD-A082-4B6357B0308E}">
      <dgm:prSet/>
      <dgm:spPr/>
      <dgm:t>
        <a:bodyPr/>
        <a:lstStyle/>
        <a:p>
          <a:endParaRPr lang="en-US"/>
        </a:p>
      </dgm:t>
    </dgm:pt>
    <dgm:pt modelId="{E26B387A-D667-44E1-BEBF-2762AA643626}">
      <dgm:prSet phldrT="[Text]" custT="1"/>
      <dgm:spPr>
        <a:solidFill>
          <a:schemeClr val="accent5"/>
        </a:solidFill>
      </dgm:spPr>
      <dgm:t>
        <a:bodyPr/>
        <a:lstStyle/>
        <a:p>
          <a:r>
            <a:rPr lang="ar-SA" sz="3200" b="1" dirty="0" smtClean="0"/>
            <a:t>توفير الوقت والجهد في أداء العمليات المعقدة</a:t>
          </a:r>
          <a:endParaRPr lang="en-US" sz="3200" b="1" dirty="0"/>
        </a:p>
      </dgm:t>
    </dgm:pt>
    <dgm:pt modelId="{F58F2742-42F9-4589-A89E-888DEE75E88B}" type="parTrans" cxnId="{F8CFC647-07F5-4671-A822-59CA92A5EC72}">
      <dgm:prSet/>
      <dgm:spPr>
        <a:solidFill>
          <a:schemeClr val="tx2">
            <a:lumMod val="50000"/>
          </a:schemeClr>
        </a:solidFill>
        <a:ln>
          <a:solidFill>
            <a:schemeClr val="tx2">
              <a:lumMod val="50000"/>
            </a:schemeClr>
          </a:solidFill>
        </a:ln>
      </dgm:spPr>
      <dgm:t>
        <a:bodyPr/>
        <a:lstStyle/>
        <a:p>
          <a:endParaRPr lang="en-US"/>
        </a:p>
      </dgm:t>
    </dgm:pt>
    <dgm:pt modelId="{127B940F-BE1D-4812-87C9-0215B8BA2C50}" type="sibTrans" cxnId="{F8CFC647-07F5-4671-A822-59CA92A5EC72}">
      <dgm:prSet/>
      <dgm:spPr/>
      <dgm:t>
        <a:bodyPr/>
        <a:lstStyle/>
        <a:p>
          <a:endParaRPr lang="en-US"/>
        </a:p>
      </dgm:t>
    </dgm:pt>
    <dgm:pt modelId="{8F429131-CA47-40E4-958D-FA75F0196C89}" type="pres">
      <dgm:prSet presAssocID="{057DBE11-6671-46DC-80FC-0A4A272FB7B5}" presName="Name0" presStyleCnt="0">
        <dgm:presLayoutVars>
          <dgm:chPref val="1"/>
          <dgm:dir/>
          <dgm:animOne val="branch"/>
          <dgm:animLvl val="lvl"/>
          <dgm:resizeHandles val="exact"/>
        </dgm:presLayoutVars>
      </dgm:prSet>
      <dgm:spPr/>
      <dgm:t>
        <a:bodyPr/>
        <a:lstStyle/>
        <a:p>
          <a:endParaRPr lang="en-US"/>
        </a:p>
      </dgm:t>
    </dgm:pt>
    <dgm:pt modelId="{EBA7017A-F7A6-4D9F-843B-01C02FD18C5B}" type="pres">
      <dgm:prSet presAssocID="{7619ECBD-1B06-4413-9287-41F5C221E9B2}" presName="root1" presStyleCnt="0"/>
      <dgm:spPr/>
    </dgm:pt>
    <dgm:pt modelId="{5A2036BD-28B1-47A2-8950-B30AD0C87495}" type="pres">
      <dgm:prSet presAssocID="{7619ECBD-1B06-4413-9287-41F5C221E9B2}" presName="LevelOneTextNode" presStyleLbl="node0" presStyleIdx="0" presStyleCnt="1">
        <dgm:presLayoutVars>
          <dgm:chPref val="3"/>
        </dgm:presLayoutVars>
      </dgm:prSet>
      <dgm:spPr/>
      <dgm:t>
        <a:bodyPr/>
        <a:lstStyle/>
        <a:p>
          <a:endParaRPr lang="en-US"/>
        </a:p>
      </dgm:t>
    </dgm:pt>
    <dgm:pt modelId="{C9521A5F-2124-4041-8418-F0A57DEAB5AA}" type="pres">
      <dgm:prSet presAssocID="{7619ECBD-1B06-4413-9287-41F5C221E9B2}" presName="level2hierChild" presStyleCnt="0"/>
      <dgm:spPr/>
    </dgm:pt>
    <dgm:pt modelId="{4CDB22AB-2A8B-40A4-BFFC-C3B361EBAD77}" type="pres">
      <dgm:prSet presAssocID="{767B83B0-C468-47AC-98E8-93B396EEDD03}" presName="conn2-1" presStyleLbl="parChTrans1D2" presStyleIdx="0" presStyleCnt="3"/>
      <dgm:spPr/>
      <dgm:t>
        <a:bodyPr/>
        <a:lstStyle/>
        <a:p>
          <a:endParaRPr lang="en-US"/>
        </a:p>
      </dgm:t>
    </dgm:pt>
    <dgm:pt modelId="{906824CC-0E71-44F5-8D65-D76CA2DBBC51}" type="pres">
      <dgm:prSet presAssocID="{767B83B0-C468-47AC-98E8-93B396EEDD03}" presName="connTx" presStyleLbl="parChTrans1D2" presStyleIdx="0" presStyleCnt="3"/>
      <dgm:spPr/>
      <dgm:t>
        <a:bodyPr/>
        <a:lstStyle/>
        <a:p>
          <a:endParaRPr lang="en-US"/>
        </a:p>
      </dgm:t>
    </dgm:pt>
    <dgm:pt modelId="{8FE24D98-B226-46BA-95E4-126040D5FAFA}" type="pres">
      <dgm:prSet presAssocID="{D011F554-60B5-47EC-A611-3A7434162846}" presName="root2" presStyleCnt="0"/>
      <dgm:spPr/>
    </dgm:pt>
    <dgm:pt modelId="{F6FB5295-9529-4704-9BC6-BB7327F79681}" type="pres">
      <dgm:prSet presAssocID="{D011F554-60B5-47EC-A611-3A7434162846}" presName="LevelTwoTextNode" presStyleLbl="node2" presStyleIdx="0" presStyleCnt="3" custScaleX="178941" custScaleY="130721">
        <dgm:presLayoutVars>
          <dgm:chPref val="3"/>
        </dgm:presLayoutVars>
      </dgm:prSet>
      <dgm:spPr/>
      <dgm:t>
        <a:bodyPr/>
        <a:lstStyle/>
        <a:p>
          <a:endParaRPr lang="en-US"/>
        </a:p>
      </dgm:t>
    </dgm:pt>
    <dgm:pt modelId="{7B44963F-DCFC-4604-9927-922C0995AFDF}" type="pres">
      <dgm:prSet presAssocID="{D011F554-60B5-47EC-A611-3A7434162846}" presName="level3hierChild" presStyleCnt="0"/>
      <dgm:spPr/>
    </dgm:pt>
    <dgm:pt modelId="{5BE4EBA2-87D2-4FD8-B6F8-F63763B1BB97}" type="pres">
      <dgm:prSet presAssocID="{1E57602C-87C1-4145-A5BE-4875B852D188}" presName="conn2-1" presStyleLbl="parChTrans1D2" presStyleIdx="1" presStyleCnt="3"/>
      <dgm:spPr/>
      <dgm:t>
        <a:bodyPr/>
        <a:lstStyle/>
        <a:p>
          <a:endParaRPr lang="en-US"/>
        </a:p>
      </dgm:t>
    </dgm:pt>
    <dgm:pt modelId="{C08756AD-2408-4544-A31F-6F70E322FCA3}" type="pres">
      <dgm:prSet presAssocID="{1E57602C-87C1-4145-A5BE-4875B852D188}" presName="connTx" presStyleLbl="parChTrans1D2" presStyleIdx="1" presStyleCnt="3"/>
      <dgm:spPr/>
      <dgm:t>
        <a:bodyPr/>
        <a:lstStyle/>
        <a:p>
          <a:endParaRPr lang="en-US"/>
        </a:p>
      </dgm:t>
    </dgm:pt>
    <dgm:pt modelId="{BB57E73B-C55D-4975-8FD2-C92161ACE1E3}" type="pres">
      <dgm:prSet presAssocID="{7F2644C7-CD4A-48B6-9295-3EF51640C832}" presName="root2" presStyleCnt="0"/>
      <dgm:spPr/>
    </dgm:pt>
    <dgm:pt modelId="{5605C233-11D8-4AEB-948C-11D75975D535}" type="pres">
      <dgm:prSet presAssocID="{7F2644C7-CD4A-48B6-9295-3EF51640C832}" presName="LevelTwoTextNode" presStyleLbl="node2" presStyleIdx="1" presStyleCnt="3" custScaleX="178941" custScaleY="130721">
        <dgm:presLayoutVars>
          <dgm:chPref val="3"/>
        </dgm:presLayoutVars>
      </dgm:prSet>
      <dgm:spPr/>
      <dgm:t>
        <a:bodyPr/>
        <a:lstStyle/>
        <a:p>
          <a:endParaRPr lang="en-US"/>
        </a:p>
      </dgm:t>
    </dgm:pt>
    <dgm:pt modelId="{42B56764-5755-496C-996A-A001DF338DE5}" type="pres">
      <dgm:prSet presAssocID="{7F2644C7-CD4A-48B6-9295-3EF51640C832}" presName="level3hierChild" presStyleCnt="0"/>
      <dgm:spPr/>
    </dgm:pt>
    <dgm:pt modelId="{ACA47142-B88B-424F-A650-0D5A765C6628}" type="pres">
      <dgm:prSet presAssocID="{F58F2742-42F9-4589-A89E-888DEE75E88B}" presName="conn2-1" presStyleLbl="parChTrans1D2" presStyleIdx="2" presStyleCnt="3"/>
      <dgm:spPr/>
      <dgm:t>
        <a:bodyPr/>
        <a:lstStyle/>
        <a:p>
          <a:endParaRPr lang="en-US"/>
        </a:p>
      </dgm:t>
    </dgm:pt>
    <dgm:pt modelId="{51F71247-720B-4CD3-8D74-16A6453D7F3E}" type="pres">
      <dgm:prSet presAssocID="{F58F2742-42F9-4589-A89E-888DEE75E88B}" presName="connTx" presStyleLbl="parChTrans1D2" presStyleIdx="2" presStyleCnt="3"/>
      <dgm:spPr/>
      <dgm:t>
        <a:bodyPr/>
        <a:lstStyle/>
        <a:p>
          <a:endParaRPr lang="en-US"/>
        </a:p>
      </dgm:t>
    </dgm:pt>
    <dgm:pt modelId="{493042F3-1179-437D-BA61-6744EA085466}" type="pres">
      <dgm:prSet presAssocID="{E26B387A-D667-44E1-BEBF-2762AA643626}" presName="root2" presStyleCnt="0"/>
      <dgm:spPr/>
    </dgm:pt>
    <dgm:pt modelId="{CDD4B805-11D4-4C44-BB62-4EF6B585C3F2}" type="pres">
      <dgm:prSet presAssocID="{E26B387A-D667-44E1-BEBF-2762AA643626}" presName="LevelTwoTextNode" presStyleLbl="node2" presStyleIdx="2" presStyleCnt="3" custScaleX="178941" custScaleY="130721">
        <dgm:presLayoutVars>
          <dgm:chPref val="3"/>
        </dgm:presLayoutVars>
      </dgm:prSet>
      <dgm:spPr/>
      <dgm:t>
        <a:bodyPr/>
        <a:lstStyle/>
        <a:p>
          <a:endParaRPr lang="en-US"/>
        </a:p>
      </dgm:t>
    </dgm:pt>
    <dgm:pt modelId="{8ADD05F6-684E-467A-BC4D-2C580D82FA5B}" type="pres">
      <dgm:prSet presAssocID="{E26B387A-D667-44E1-BEBF-2762AA643626}" presName="level3hierChild" presStyleCnt="0"/>
      <dgm:spPr/>
    </dgm:pt>
  </dgm:ptLst>
  <dgm:cxnLst>
    <dgm:cxn modelId="{5D97AE69-9864-48D6-AD77-EBF41653F006}" type="presOf" srcId="{F58F2742-42F9-4589-A89E-888DEE75E88B}" destId="{ACA47142-B88B-424F-A650-0D5A765C6628}" srcOrd="0" destOrd="0" presId="urn:microsoft.com/office/officeart/2008/layout/HorizontalMultiLevelHierarchy"/>
    <dgm:cxn modelId="{D83E296C-5A5C-41F4-A9FA-CF0D23A46E30}" srcId="{7619ECBD-1B06-4413-9287-41F5C221E9B2}" destId="{D011F554-60B5-47EC-A611-3A7434162846}" srcOrd="0" destOrd="0" parTransId="{767B83B0-C468-47AC-98E8-93B396EEDD03}" sibTransId="{B86DFDD8-CAD5-4445-883A-45AFF68DF88B}"/>
    <dgm:cxn modelId="{8792D61F-F7CA-47CD-A082-4B6357B0308E}" srcId="{7619ECBD-1B06-4413-9287-41F5C221E9B2}" destId="{7F2644C7-CD4A-48B6-9295-3EF51640C832}" srcOrd="1" destOrd="0" parTransId="{1E57602C-87C1-4145-A5BE-4875B852D188}" sibTransId="{3E221BBA-9D25-40C0-A598-BE29FF270CB6}"/>
    <dgm:cxn modelId="{284B21E1-617B-45C4-9491-273F9FD66EA9}" type="presOf" srcId="{1E57602C-87C1-4145-A5BE-4875B852D188}" destId="{5BE4EBA2-87D2-4FD8-B6F8-F63763B1BB97}" srcOrd="0" destOrd="0" presId="urn:microsoft.com/office/officeart/2008/layout/HorizontalMultiLevelHierarchy"/>
    <dgm:cxn modelId="{C2D6CE05-3854-4F74-90DD-D7576A76315E}" type="presOf" srcId="{7F2644C7-CD4A-48B6-9295-3EF51640C832}" destId="{5605C233-11D8-4AEB-948C-11D75975D535}" srcOrd="0" destOrd="0" presId="urn:microsoft.com/office/officeart/2008/layout/HorizontalMultiLevelHierarchy"/>
    <dgm:cxn modelId="{F8CFC647-07F5-4671-A822-59CA92A5EC72}" srcId="{7619ECBD-1B06-4413-9287-41F5C221E9B2}" destId="{E26B387A-D667-44E1-BEBF-2762AA643626}" srcOrd="2" destOrd="0" parTransId="{F58F2742-42F9-4589-A89E-888DEE75E88B}" sibTransId="{127B940F-BE1D-4812-87C9-0215B8BA2C50}"/>
    <dgm:cxn modelId="{68C55DA9-E588-4960-A3F8-879198422582}" type="presOf" srcId="{7619ECBD-1B06-4413-9287-41F5C221E9B2}" destId="{5A2036BD-28B1-47A2-8950-B30AD0C87495}" srcOrd="0" destOrd="0" presId="urn:microsoft.com/office/officeart/2008/layout/HorizontalMultiLevelHierarchy"/>
    <dgm:cxn modelId="{FCDC4084-48F1-48A8-A50A-13F774D4E598}" type="presOf" srcId="{767B83B0-C468-47AC-98E8-93B396EEDD03}" destId="{4CDB22AB-2A8B-40A4-BFFC-C3B361EBAD77}" srcOrd="0" destOrd="0" presId="urn:microsoft.com/office/officeart/2008/layout/HorizontalMultiLevelHierarchy"/>
    <dgm:cxn modelId="{0638E0D8-94B0-4B4B-85FA-81977123B113}" type="presOf" srcId="{057DBE11-6671-46DC-80FC-0A4A272FB7B5}" destId="{8F429131-CA47-40E4-958D-FA75F0196C89}" srcOrd="0" destOrd="0" presId="urn:microsoft.com/office/officeart/2008/layout/HorizontalMultiLevelHierarchy"/>
    <dgm:cxn modelId="{9E0F5FB2-7F34-4023-BFD3-7D991FF15547}" type="presOf" srcId="{767B83B0-C468-47AC-98E8-93B396EEDD03}" destId="{906824CC-0E71-44F5-8D65-D76CA2DBBC51}" srcOrd="1" destOrd="0" presId="urn:microsoft.com/office/officeart/2008/layout/HorizontalMultiLevelHierarchy"/>
    <dgm:cxn modelId="{14909CE5-10A6-4175-9E89-3443935AF5E2}" type="presOf" srcId="{E26B387A-D667-44E1-BEBF-2762AA643626}" destId="{CDD4B805-11D4-4C44-BB62-4EF6B585C3F2}" srcOrd="0" destOrd="0" presId="urn:microsoft.com/office/officeart/2008/layout/HorizontalMultiLevelHierarchy"/>
    <dgm:cxn modelId="{003BD430-7E1F-402B-AEA6-D57BE6D2C10C}" type="presOf" srcId="{D011F554-60B5-47EC-A611-3A7434162846}" destId="{F6FB5295-9529-4704-9BC6-BB7327F79681}" srcOrd="0" destOrd="0" presId="urn:microsoft.com/office/officeart/2008/layout/HorizontalMultiLevelHierarchy"/>
    <dgm:cxn modelId="{539273AE-B292-4581-98A7-1BE3D31A2735}" srcId="{057DBE11-6671-46DC-80FC-0A4A272FB7B5}" destId="{7619ECBD-1B06-4413-9287-41F5C221E9B2}" srcOrd="0" destOrd="0" parTransId="{2374D02E-217F-4634-9953-1CF9FCC38453}" sibTransId="{44D51568-FACA-411A-9B09-839BF865583A}"/>
    <dgm:cxn modelId="{D03BC812-4284-46C9-B384-912D61D82DEB}" type="presOf" srcId="{F58F2742-42F9-4589-A89E-888DEE75E88B}" destId="{51F71247-720B-4CD3-8D74-16A6453D7F3E}" srcOrd="1" destOrd="0" presId="urn:microsoft.com/office/officeart/2008/layout/HorizontalMultiLevelHierarchy"/>
    <dgm:cxn modelId="{6E59D989-9E3D-48AA-837A-7D942B226BB7}" type="presOf" srcId="{1E57602C-87C1-4145-A5BE-4875B852D188}" destId="{C08756AD-2408-4544-A31F-6F70E322FCA3}" srcOrd="1" destOrd="0" presId="urn:microsoft.com/office/officeart/2008/layout/HorizontalMultiLevelHierarchy"/>
    <dgm:cxn modelId="{E1C63C58-6766-4A76-AAC7-0FA1F4CEC951}" type="presParOf" srcId="{8F429131-CA47-40E4-958D-FA75F0196C89}" destId="{EBA7017A-F7A6-4D9F-843B-01C02FD18C5B}" srcOrd="0" destOrd="0" presId="urn:microsoft.com/office/officeart/2008/layout/HorizontalMultiLevelHierarchy"/>
    <dgm:cxn modelId="{569C2338-D3D2-45C2-B980-0DD36A8BABE7}" type="presParOf" srcId="{EBA7017A-F7A6-4D9F-843B-01C02FD18C5B}" destId="{5A2036BD-28B1-47A2-8950-B30AD0C87495}" srcOrd="0" destOrd="0" presId="urn:microsoft.com/office/officeart/2008/layout/HorizontalMultiLevelHierarchy"/>
    <dgm:cxn modelId="{7BAB095D-1385-4D41-8E38-441B3B549B65}" type="presParOf" srcId="{EBA7017A-F7A6-4D9F-843B-01C02FD18C5B}" destId="{C9521A5F-2124-4041-8418-F0A57DEAB5AA}" srcOrd="1" destOrd="0" presId="urn:microsoft.com/office/officeart/2008/layout/HorizontalMultiLevelHierarchy"/>
    <dgm:cxn modelId="{7F5D32EA-AEE0-405E-BB21-16F5851EC55E}" type="presParOf" srcId="{C9521A5F-2124-4041-8418-F0A57DEAB5AA}" destId="{4CDB22AB-2A8B-40A4-BFFC-C3B361EBAD77}" srcOrd="0" destOrd="0" presId="urn:microsoft.com/office/officeart/2008/layout/HorizontalMultiLevelHierarchy"/>
    <dgm:cxn modelId="{38B14F20-B182-4E35-B843-13094BE4FCE2}" type="presParOf" srcId="{4CDB22AB-2A8B-40A4-BFFC-C3B361EBAD77}" destId="{906824CC-0E71-44F5-8D65-D76CA2DBBC51}" srcOrd="0" destOrd="0" presId="urn:microsoft.com/office/officeart/2008/layout/HorizontalMultiLevelHierarchy"/>
    <dgm:cxn modelId="{09A917D3-A7EF-4D1E-AE14-8B47FAD0D694}" type="presParOf" srcId="{C9521A5F-2124-4041-8418-F0A57DEAB5AA}" destId="{8FE24D98-B226-46BA-95E4-126040D5FAFA}" srcOrd="1" destOrd="0" presId="urn:microsoft.com/office/officeart/2008/layout/HorizontalMultiLevelHierarchy"/>
    <dgm:cxn modelId="{1901EEB1-F351-4930-8F39-F9CCC2B8E696}" type="presParOf" srcId="{8FE24D98-B226-46BA-95E4-126040D5FAFA}" destId="{F6FB5295-9529-4704-9BC6-BB7327F79681}" srcOrd="0" destOrd="0" presId="urn:microsoft.com/office/officeart/2008/layout/HorizontalMultiLevelHierarchy"/>
    <dgm:cxn modelId="{0C7ACFC2-13FD-41F4-9B1E-E8D7F9AB80D9}" type="presParOf" srcId="{8FE24D98-B226-46BA-95E4-126040D5FAFA}" destId="{7B44963F-DCFC-4604-9927-922C0995AFDF}" srcOrd="1" destOrd="0" presId="urn:microsoft.com/office/officeart/2008/layout/HorizontalMultiLevelHierarchy"/>
    <dgm:cxn modelId="{4F51D2C4-E943-4D0D-A88D-E62B56E2B818}" type="presParOf" srcId="{C9521A5F-2124-4041-8418-F0A57DEAB5AA}" destId="{5BE4EBA2-87D2-4FD8-B6F8-F63763B1BB97}" srcOrd="2" destOrd="0" presId="urn:microsoft.com/office/officeart/2008/layout/HorizontalMultiLevelHierarchy"/>
    <dgm:cxn modelId="{A806290E-9247-40F6-8B3A-2903B8CB4105}" type="presParOf" srcId="{5BE4EBA2-87D2-4FD8-B6F8-F63763B1BB97}" destId="{C08756AD-2408-4544-A31F-6F70E322FCA3}" srcOrd="0" destOrd="0" presId="urn:microsoft.com/office/officeart/2008/layout/HorizontalMultiLevelHierarchy"/>
    <dgm:cxn modelId="{1A4EC86F-A0F6-4840-AB28-4076B13115F5}" type="presParOf" srcId="{C9521A5F-2124-4041-8418-F0A57DEAB5AA}" destId="{BB57E73B-C55D-4975-8FD2-C92161ACE1E3}" srcOrd="3" destOrd="0" presId="urn:microsoft.com/office/officeart/2008/layout/HorizontalMultiLevelHierarchy"/>
    <dgm:cxn modelId="{DCE10F83-843A-4A77-9EA2-606059340C01}" type="presParOf" srcId="{BB57E73B-C55D-4975-8FD2-C92161ACE1E3}" destId="{5605C233-11D8-4AEB-948C-11D75975D535}" srcOrd="0" destOrd="0" presId="urn:microsoft.com/office/officeart/2008/layout/HorizontalMultiLevelHierarchy"/>
    <dgm:cxn modelId="{880BA850-10FF-4419-9FA2-F31B6AC425A7}" type="presParOf" srcId="{BB57E73B-C55D-4975-8FD2-C92161ACE1E3}" destId="{42B56764-5755-496C-996A-A001DF338DE5}" srcOrd="1" destOrd="0" presId="urn:microsoft.com/office/officeart/2008/layout/HorizontalMultiLevelHierarchy"/>
    <dgm:cxn modelId="{FFCFC8A9-732F-447F-9AB0-6E2E2CEB8788}" type="presParOf" srcId="{C9521A5F-2124-4041-8418-F0A57DEAB5AA}" destId="{ACA47142-B88B-424F-A650-0D5A765C6628}" srcOrd="4" destOrd="0" presId="urn:microsoft.com/office/officeart/2008/layout/HorizontalMultiLevelHierarchy"/>
    <dgm:cxn modelId="{25663EDE-E4EA-4971-9827-71F26E794A83}" type="presParOf" srcId="{ACA47142-B88B-424F-A650-0D5A765C6628}" destId="{51F71247-720B-4CD3-8D74-16A6453D7F3E}" srcOrd="0" destOrd="0" presId="urn:microsoft.com/office/officeart/2008/layout/HorizontalMultiLevelHierarchy"/>
    <dgm:cxn modelId="{C7D56861-D420-4C90-B38D-0626D9DE6E68}" type="presParOf" srcId="{C9521A5F-2124-4041-8418-F0A57DEAB5AA}" destId="{493042F3-1179-437D-BA61-6744EA085466}" srcOrd="5" destOrd="0" presId="urn:microsoft.com/office/officeart/2008/layout/HorizontalMultiLevelHierarchy"/>
    <dgm:cxn modelId="{B6BB4121-3C2B-4B0A-82A1-DF8BC9967FD2}" type="presParOf" srcId="{493042F3-1179-437D-BA61-6744EA085466}" destId="{CDD4B805-11D4-4C44-BB62-4EF6B585C3F2}" srcOrd="0" destOrd="0" presId="urn:microsoft.com/office/officeart/2008/layout/HorizontalMultiLevelHierarchy"/>
    <dgm:cxn modelId="{13AD964C-78E9-4653-ACDF-64C739B159D5}" type="presParOf" srcId="{493042F3-1179-437D-BA61-6744EA085466}" destId="{8ADD05F6-684E-467A-BC4D-2C580D82FA5B}" srcOrd="1" destOrd="0" presId="urn:microsoft.com/office/officeart/2008/layout/HorizontalMultiLevelHierarchy"/>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057DBE11-6671-46DC-80FC-0A4A272FB7B5}"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7619ECBD-1B06-4413-9287-41F5C221E9B2}">
      <dgm:prSet phldrT="[Text]" custT="1"/>
      <dgm:spPr/>
      <dgm:t>
        <a:bodyPr/>
        <a:lstStyle/>
        <a:p>
          <a:r>
            <a:rPr lang="ar-SA" sz="2400" b="1" dirty="0" smtClean="0"/>
            <a:t>أغراض استخدام الحاسب الآلي:</a:t>
          </a:r>
          <a:endParaRPr lang="en-US" sz="2400" dirty="0"/>
        </a:p>
      </dgm:t>
    </dgm:pt>
    <dgm:pt modelId="{2374D02E-217F-4634-9953-1CF9FCC38453}" type="parTrans" cxnId="{539273AE-B292-4581-98A7-1BE3D31A2735}">
      <dgm:prSet/>
      <dgm:spPr/>
      <dgm:t>
        <a:bodyPr/>
        <a:lstStyle/>
        <a:p>
          <a:endParaRPr lang="en-US"/>
        </a:p>
      </dgm:t>
    </dgm:pt>
    <dgm:pt modelId="{44D51568-FACA-411A-9B09-839BF865583A}" type="sibTrans" cxnId="{539273AE-B292-4581-98A7-1BE3D31A2735}">
      <dgm:prSet/>
      <dgm:spPr/>
      <dgm:t>
        <a:bodyPr/>
        <a:lstStyle/>
        <a:p>
          <a:endParaRPr lang="en-US"/>
        </a:p>
      </dgm:t>
    </dgm:pt>
    <dgm:pt modelId="{D011F554-60B5-47EC-A611-3A7434162846}">
      <dgm:prSet phldrT="[Text]" custT="1"/>
      <dgm:spPr>
        <a:solidFill>
          <a:schemeClr val="accent2"/>
        </a:solidFill>
      </dgm:spPr>
      <dgm:t>
        <a:bodyPr/>
        <a:lstStyle/>
        <a:p>
          <a:r>
            <a:rPr lang="ar-SA" sz="3200" b="1" dirty="0" smtClean="0"/>
            <a:t>ربط المهارات</a:t>
          </a:r>
          <a:endParaRPr lang="en-US" sz="3200" b="1" dirty="0">
            <a:latin typeface="Bebas Neue" panose="020B0606020202050201" pitchFamily="34" charset="0"/>
          </a:endParaRPr>
        </a:p>
      </dgm:t>
    </dgm:pt>
    <dgm:pt modelId="{767B83B0-C468-47AC-98E8-93B396EEDD03}" type="parTrans" cxnId="{D83E296C-5A5C-41F4-A9FA-CF0D23A46E30}">
      <dgm:prSet/>
      <dgm:spPr>
        <a:solidFill>
          <a:schemeClr val="tx2">
            <a:lumMod val="50000"/>
          </a:schemeClr>
        </a:solidFill>
        <a:ln>
          <a:solidFill>
            <a:schemeClr val="tx2">
              <a:lumMod val="50000"/>
            </a:schemeClr>
          </a:solidFill>
        </a:ln>
      </dgm:spPr>
      <dgm:t>
        <a:bodyPr/>
        <a:lstStyle/>
        <a:p>
          <a:endParaRPr lang="en-US"/>
        </a:p>
      </dgm:t>
    </dgm:pt>
    <dgm:pt modelId="{B86DFDD8-CAD5-4445-883A-45AFF68DF88B}" type="sibTrans" cxnId="{D83E296C-5A5C-41F4-A9FA-CF0D23A46E30}">
      <dgm:prSet/>
      <dgm:spPr/>
      <dgm:t>
        <a:bodyPr/>
        <a:lstStyle/>
        <a:p>
          <a:endParaRPr lang="en-US"/>
        </a:p>
      </dgm:t>
    </dgm:pt>
    <dgm:pt modelId="{7F2644C7-CD4A-48B6-9295-3EF51640C832}">
      <dgm:prSet phldrT="[Text]" custT="1"/>
      <dgm:spPr>
        <a:solidFill>
          <a:schemeClr val="accent3"/>
        </a:solidFill>
      </dgm:spPr>
      <dgm:t>
        <a:bodyPr/>
        <a:lstStyle/>
        <a:p>
          <a:r>
            <a:rPr lang="ar-SA" sz="3200" b="1" dirty="0" smtClean="0"/>
            <a:t>تهيئة مناخ البحث والاستكشاف</a:t>
          </a:r>
          <a:endParaRPr lang="en-US" sz="3200" b="1" dirty="0"/>
        </a:p>
      </dgm:t>
    </dgm:pt>
    <dgm:pt modelId="{1E57602C-87C1-4145-A5BE-4875B852D188}" type="parTrans" cxnId="{8792D61F-F7CA-47CD-A082-4B6357B0308E}">
      <dgm:prSet/>
      <dgm:spPr>
        <a:ln>
          <a:solidFill>
            <a:schemeClr val="tx2">
              <a:lumMod val="50000"/>
            </a:schemeClr>
          </a:solidFill>
        </a:ln>
      </dgm:spPr>
      <dgm:t>
        <a:bodyPr/>
        <a:lstStyle/>
        <a:p>
          <a:endParaRPr lang="en-US"/>
        </a:p>
      </dgm:t>
    </dgm:pt>
    <dgm:pt modelId="{3E221BBA-9D25-40C0-A598-BE29FF270CB6}" type="sibTrans" cxnId="{8792D61F-F7CA-47CD-A082-4B6357B0308E}">
      <dgm:prSet/>
      <dgm:spPr/>
      <dgm:t>
        <a:bodyPr/>
        <a:lstStyle/>
        <a:p>
          <a:endParaRPr lang="en-US"/>
        </a:p>
      </dgm:t>
    </dgm:pt>
    <dgm:pt modelId="{E26B387A-D667-44E1-BEBF-2762AA643626}">
      <dgm:prSet phldrT="[Text]" custT="1"/>
      <dgm:spPr>
        <a:solidFill>
          <a:schemeClr val="accent5"/>
        </a:solidFill>
      </dgm:spPr>
      <dgm:t>
        <a:bodyPr/>
        <a:lstStyle/>
        <a:p>
          <a:r>
            <a:rPr lang="ar-SA" sz="3200" b="1" dirty="0" smtClean="0"/>
            <a:t>مساعدة المعلم</a:t>
          </a:r>
          <a:endParaRPr lang="en-US" sz="3200" b="1" dirty="0"/>
        </a:p>
      </dgm:t>
    </dgm:pt>
    <dgm:pt modelId="{F58F2742-42F9-4589-A89E-888DEE75E88B}" type="parTrans" cxnId="{F8CFC647-07F5-4671-A822-59CA92A5EC72}">
      <dgm:prSet/>
      <dgm:spPr>
        <a:solidFill>
          <a:schemeClr val="tx2">
            <a:lumMod val="50000"/>
          </a:schemeClr>
        </a:solidFill>
        <a:ln>
          <a:solidFill>
            <a:schemeClr val="tx2">
              <a:lumMod val="50000"/>
            </a:schemeClr>
          </a:solidFill>
        </a:ln>
      </dgm:spPr>
      <dgm:t>
        <a:bodyPr/>
        <a:lstStyle/>
        <a:p>
          <a:endParaRPr lang="en-US"/>
        </a:p>
      </dgm:t>
    </dgm:pt>
    <dgm:pt modelId="{127B940F-BE1D-4812-87C9-0215B8BA2C50}" type="sibTrans" cxnId="{F8CFC647-07F5-4671-A822-59CA92A5EC72}">
      <dgm:prSet/>
      <dgm:spPr/>
      <dgm:t>
        <a:bodyPr/>
        <a:lstStyle/>
        <a:p>
          <a:endParaRPr lang="en-US"/>
        </a:p>
      </dgm:t>
    </dgm:pt>
    <dgm:pt modelId="{8F429131-CA47-40E4-958D-FA75F0196C89}" type="pres">
      <dgm:prSet presAssocID="{057DBE11-6671-46DC-80FC-0A4A272FB7B5}" presName="Name0" presStyleCnt="0">
        <dgm:presLayoutVars>
          <dgm:chPref val="1"/>
          <dgm:dir/>
          <dgm:animOne val="branch"/>
          <dgm:animLvl val="lvl"/>
          <dgm:resizeHandles val="exact"/>
        </dgm:presLayoutVars>
      </dgm:prSet>
      <dgm:spPr/>
      <dgm:t>
        <a:bodyPr/>
        <a:lstStyle/>
        <a:p>
          <a:endParaRPr lang="en-US"/>
        </a:p>
      </dgm:t>
    </dgm:pt>
    <dgm:pt modelId="{EBA7017A-F7A6-4D9F-843B-01C02FD18C5B}" type="pres">
      <dgm:prSet presAssocID="{7619ECBD-1B06-4413-9287-41F5C221E9B2}" presName="root1" presStyleCnt="0"/>
      <dgm:spPr/>
    </dgm:pt>
    <dgm:pt modelId="{5A2036BD-28B1-47A2-8950-B30AD0C87495}" type="pres">
      <dgm:prSet presAssocID="{7619ECBD-1B06-4413-9287-41F5C221E9B2}" presName="LevelOneTextNode" presStyleLbl="node0" presStyleIdx="0" presStyleCnt="1">
        <dgm:presLayoutVars>
          <dgm:chPref val="3"/>
        </dgm:presLayoutVars>
      </dgm:prSet>
      <dgm:spPr/>
      <dgm:t>
        <a:bodyPr/>
        <a:lstStyle/>
        <a:p>
          <a:endParaRPr lang="en-US"/>
        </a:p>
      </dgm:t>
    </dgm:pt>
    <dgm:pt modelId="{C9521A5F-2124-4041-8418-F0A57DEAB5AA}" type="pres">
      <dgm:prSet presAssocID="{7619ECBD-1B06-4413-9287-41F5C221E9B2}" presName="level2hierChild" presStyleCnt="0"/>
      <dgm:spPr/>
    </dgm:pt>
    <dgm:pt modelId="{4CDB22AB-2A8B-40A4-BFFC-C3B361EBAD77}" type="pres">
      <dgm:prSet presAssocID="{767B83B0-C468-47AC-98E8-93B396EEDD03}" presName="conn2-1" presStyleLbl="parChTrans1D2" presStyleIdx="0" presStyleCnt="3"/>
      <dgm:spPr/>
      <dgm:t>
        <a:bodyPr/>
        <a:lstStyle/>
        <a:p>
          <a:endParaRPr lang="en-US"/>
        </a:p>
      </dgm:t>
    </dgm:pt>
    <dgm:pt modelId="{906824CC-0E71-44F5-8D65-D76CA2DBBC51}" type="pres">
      <dgm:prSet presAssocID="{767B83B0-C468-47AC-98E8-93B396EEDD03}" presName="connTx" presStyleLbl="parChTrans1D2" presStyleIdx="0" presStyleCnt="3"/>
      <dgm:spPr/>
      <dgm:t>
        <a:bodyPr/>
        <a:lstStyle/>
        <a:p>
          <a:endParaRPr lang="en-US"/>
        </a:p>
      </dgm:t>
    </dgm:pt>
    <dgm:pt modelId="{8FE24D98-B226-46BA-95E4-126040D5FAFA}" type="pres">
      <dgm:prSet presAssocID="{D011F554-60B5-47EC-A611-3A7434162846}" presName="root2" presStyleCnt="0"/>
      <dgm:spPr/>
    </dgm:pt>
    <dgm:pt modelId="{F6FB5295-9529-4704-9BC6-BB7327F79681}" type="pres">
      <dgm:prSet presAssocID="{D011F554-60B5-47EC-A611-3A7434162846}" presName="LevelTwoTextNode" presStyleLbl="node2" presStyleIdx="0" presStyleCnt="3" custScaleX="178941" custScaleY="130721">
        <dgm:presLayoutVars>
          <dgm:chPref val="3"/>
        </dgm:presLayoutVars>
      </dgm:prSet>
      <dgm:spPr/>
      <dgm:t>
        <a:bodyPr/>
        <a:lstStyle/>
        <a:p>
          <a:endParaRPr lang="en-US"/>
        </a:p>
      </dgm:t>
    </dgm:pt>
    <dgm:pt modelId="{7B44963F-DCFC-4604-9927-922C0995AFDF}" type="pres">
      <dgm:prSet presAssocID="{D011F554-60B5-47EC-A611-3A7434162846}" presName="level3hierChild" presStyleCnt="0"/>
      <dgm:spPr/>
    </dgm:pt>
    <dgm:pt modelId="{5BE4EBA2-87D2-4FD8-B6F8-F63763B1BB97}" type="pres">
      <dgm:prSet presAssocID="{1E57602C-87C1-4145-A5BE-4875B852D188}" presName="conn2-1" presStyleLbl="parChTrans1D2" presStyleIdx="1" presStyleCnt="3"/>
      <dgm:spPr/>
      <dgm:t>
        <a:bodyPr/>
        <a:lstStyle/>
        <a:p>
          <a:endParaRPr lang="en-US"/>
        </a:p>
      </dgm:t>
    </dgm:pt>
    <dgm:pt modelId="{C08756AD-2408-4544-A31F-6F70E322FCA3}" type="pres">
      <dgm:prSet presAssocID="{1E57602C-87C1-4145-A5BE-4875B852D188}" presName="connTx" presStyleLbl="parChTrans1D2" presStyleIdx="1" presStyleCnt="3"/>
      <dgm:spPr/>
      <dgm:t>
        <a:bodyPr/>
        <a:lstStyle/>
        <a:p>
          <a:endParaRPr lang="en-US"/>
        </a:p>
      </dgm:t>
    </dgm:pt>
    <dgm:pt modelId="{BB57E73B-C55D-4975-8FD2-C92161ACE1E3}" type="pres">
      <dgm:prSet presAssocID="{7F2644C7-CD4A-48B6-9295-3EF51640C832}" presName="root2" presStyleCnt="0"/>
      <dgm:spPr/>
    </dgm:pt>
    <dgm:pt modelId="{5605C233-11D8-4AEB-948C-11D75975D535}" type="pres">
      <dgm:prSet presAssocID="{7F2644C7-CD4A-48B6-9295-3EF51640C832}" presName="LevelTwoTextNode" presStyleLbl="node2" presStyleIdx="1" presStyleCnt="3" custScaleX="178941" custScaleY="130721">
        <dgm:presLayoutVars>
          <dgm:chPref val="3"/>
        </dgm:presLayoutVars>
      </dgm:prSet>
      <dgm:spPr/>
      <dgm:t>
        <a:bodyPr/>
        <a:lstStyle/>
        <a:p>
          <a:endParaRPr lang="en-US"/>
        </a:p>
      </dgm:t>
    </dgm:pt>
    <dgm:pt modelId="{42B56764-5755-496C-996A-A001DF338DE5}" type="pres">
      <dgm:prSet presAssocID="{7F2644C7-CD4A-48B6-9295-3EF51640C832}" presName="level3hierChild" presStyleCnt="0"/>
      <dgm:spPr/>
    </dgm:pt>
    <dgm:pt modelId="{ACA47142-B88B-424F-A650-0D5A765C6628}" type="pres">
      <dgm:prSet presAssocID="{F58F2742-42F9-4589-A89E-888DEE75E88B}" presName="conn2-1" presStyleLbl="parChTrans1D2" presStyleIdx="2" presStyleCnt="3"/>
      <dgm:spPr/>
      <dgm:t>
        <a:bodyPr/>
        <a:lstStyle/>
        <a:p>
          <a:endParaRPr lang="en-US"/>
        </a:p>
      </dgm:t>
    </dgm:pt>
    <dgm:pt modelId="{51F71247-720B-4CD3-8D74-16A6453D7F3E}" type="pres">
      <dgm:prSet presAssocID="{F58F2742-42F9-4589-A89E-888DEE75E88B}" presName="connTx" presStyleLbl="parChTrans1D2" presStyleIdx="2" presStyleCnt="3"/>
      <dgm:spPr/>
      <dgm:t>
        <a:bodyPr/>
        <a:lstStyle/>
        <a:p>
          <a:endParaRPr lang="en-US"/>
        </a:p>
      </dgm:t>
    </dgm:pt>
    <dgm:pt modelId="{493042F3-1179-437D-BA61-6744EA085466}" type="pres">
      <dgm:prSet presAssocID="{E26B387A-D667-44E1-BEBF-2762AA643626}" presName="root2" presStyleCnt="0"/>
      <dgm:spPr/>
    </dgm:pt>
    <dgm:pt modelId="{CDD4B805-11D4-4C44-BB62-4EF6B585C3F2}" type="pres">
      <dgm:prSet presAssocID="{E26B387A-D667-44E1-BEBF-2762AA643626}" presName="LevelTwoTextNode" presStyleLbl="node2" presStyleIdx="2" presStyleCnt="3" custScaleX="178941" custScaleY="130721">
        <dgm:presLayoutVars>
          <dgm:chPref val="3"/>
        </dgm:presLayoutVars>
      </dgm:prSet>
      <dgm:spPr/>
      <dgm:t>
        <a:bodyPr/>
        <a:lstStyle/>
        <a:p>
          <a:endParaRPr lang="en-US"/>
        </a:p>
      </dgm:t>
    </dgm:pt>
    <dgm:pt modelId="{8ADD05F6-684E-467A-BC4D-2C580D82FA5B}" type="pres">
      <dgm:prSet presAssocID="{E26B387A-D667-44E1-BEBF-2762AA643626}" presName="level3hierChild" presStyleCnt="0"/>
      <dgm:spPr/>
    </dgm:pt>
  </dgm:ptLst>
  <dgm:cxnLst>
    <dgm:cxn modelId="{AF22B224-D5AA-465F-A4B2-1054B45118B1}" type="presOf" srcId="{057DBE11-6671-46DC-80FC-0A4A272FB7B5}" destId="{8F429131-CA47-40E4-958D-FA75F0196C89}" srcOrd="0" destOrd="0" presId="urn:microsoft.com/office/officeart/2008/layout/HorizontalMultiLevelHierarchy"/>
    <dgm:cxn modelId="{D83E296C-5A5C-41F4-A9FA-CF0D23A46E30}" srcId="{7619ECBD-1B06-4413-9287-41F5C221E9B2}" destId="{D011F554-60B5-47EC-A611-3A7434162846}" srcOrd="0" destOrd="0" parTransId="{767B83B0-C468-47AC-98E8-93B396EEDD03}" sibTransId="{B86DFDD8-CAD5-4445-883A-45AFF68DF88B}"/>
    <dgm:cxn modelId="{B17DAA92-7BB8-4F28-85D5-F53E1BAD4535}" type="presOf" srcId="{1E57602C-87C1-4145-A5BE-4875B852D188}" destId="{5BE4EBA2-87D2-4FD8-B6F8-F63763B1BB97}" srcOrd="0" destOrd="0" presId="urn:microsoft.com/office/officeart/2008/layout/HorizontalMultiLevelHierarchy"/>
    <dgm:cxn modelId="{8792D61F-F7CA-47CD-A082-4B6357B0308E}" srcId="{7619ECBD-1B06-4413-9287-41F5C221E9B2}" destId="{7F2644C7-CD4A-48B6-9295-3EF51640C832}" srcOrd="1" destOrd="0" parTransId="{1E57602C-87C1-4145-A5BE-4875B852D188}" sibTransId="{3E221BBA-9D25-40C0-A598-BE29FF270CB6}"/>
    <dgm:cxn modelId="{E44434F8-97F5-46F9-A432-A99B99700740}" type="presOf" srcId="{1E57602C-87C1-4145-A5BE-4875B852D188}" destId="{C08756AD-2408-4544-A31F-6F70E322FCA3}" srcOrd="1" destOrd="0" presId="urn:microsoft.com/office/officeart/2008/layout/HorizontalMultiLevelHierarchy"/>
    <dgm:cxn modelId="{570B0951-C4FD-45E5-A803-A018AE635ABF}" type="presOf" srcId="{767B83B0-C468-47AC-98E8-93B396EEDD03}" destId="{906824CC-0E71-44F5-8D65-D76CA2DBBC51}" srcOrd="1" destOrd="0" presId="urn:microsoft.com/office/officeart/2008/layout/HorizontalMultiLevelHierarchy"/>
    <dgm:cxn modelId="{80853764-C984-49AE-8661-DFF1807E8A20}" type="presOf" srcId="{7F2644C7-CD4A-48B6-9295-3EF51640C832}" destId="{5605C233-11D8-4AEB-948C-11D75975D535}" srcOrd="0" destOrd="0" presId="urn:microsoft.com/office/officeart/2008/layout/HorizontalMultiLevelHierarchy"/>
    <dgm:cxn modelId="{5D205A7E-88C5-4FA5-8141-F89768E02E91}" type="presOf" srcId="{767B83B0-C468-47AC-98E8-93B396EEDD03}" destId="{4CDB22AB-2A8B-40A4-BFFC-C3B361EBAD77}" srcOrd="0" destOrd="0" presId="urn:microsoft.com/office/officeart/2008/layout/HorizontalMultiLevelHierarchy"/>
    <dgm:cxn modelId="{4BC8567D-207C-4C50-82F7-F3BC36E46C8A}" type="presOf" srcId="{F58F2742-42F9-4589-A89E-888DEE75E88B}" destId="{ACA47142-B88B-424F-A650-0D5A765C6628}" srcOrd="0" destOrd="0" presId="urn:microsoft.com/office/officeart/2008/layout/HorizontalMultiLevelHierarchy"/>
    <dgm:cxn modelId="{F8CFC647-07F5-4671-A822-59CA92A5EC72}" srcId="{7619ECBD-1B06-4413-9287-41F5C221E9B2}" destId="{E26B387A-D667-44E1-BEBF-2762AA643626}" srcOrd="2" destOrd="0" parTransId="{F58F2742-42F9-4589-A89E-888DEE75E88B}" sibTransId="{127B940F-BE1D-4812-87C9-0215B8BA2C50}"/>
    <dgm:cxn modelId="{6CC93ED4-9216-46CA-A995-BBFD9628CC97}" type="presOf" srcId="{F58F2742-42F9-4589-A89E-888DEE75E88B}" destId="{51F71247-720B-4CD3-8D74-16A6453D7F3E}" srcOrd="1" destOrd="0" presId="urn:microsoft.com/office/officeart/2008/layout/HorizontalMultiLevelHierarchy"/>
    <dgm:cxn modelId="{AFAC55E0-0724-4242-AAEB-4E673D14AFE2}" type="presOf" srcId="{7619ECBD-1B06-4413-9287-41F5C221E9B2}" destId="{5A2036BD-28B1-47A2-8950-B30AD0C87495}" srcOrd="0" destOrd="0" presId="urn:microsoft.com/office/officeart/2008/layout/HorizontalMultiLevelHierarchy"/>
    <dgm:cxn modelId="{C6BE6FDB-6F0B-4B8E-B740-DFD8948AC4DE}" type="presOf" srcId="{D011F554-60B5-47EC-A611-3A7434162846}" destId="{F6FB5295-9529-4704-9BC6-BB7327F79681}" srcOrd="0" destOrd="0" presId="urn:microsoft.com/office/officeart/2008/layout/HorizontalMultiLevelHierarchy"/>
    <dgm:cxn modelId="{539273AE-B292-4581-98A7-1BE3D31A2735}" srcId="{057DBE11-6671-46DC-80FC-0A4A272FB7B5}" destId="{7619ECBD-1B06-4413-9287-41F5C221E9B2}" srcOrd="0" destOrd="0" parTransId="{2374D02E-217F-4634-9953-1CF9FCC38453}" sibTransId="{44D51568-FACA-411A-9B09-839BF865583A}"/>
    <dgm:cxn modelId="{A2A92E17-7C2C-4215-A9AC-118F59BCEB50}" type="presOf" srcId="{E26B387A-D667-44E1-BEBF-2762AA643626}" destId="{CDD4B805-11D4-4C44-BB62-4EF6B585C3F2}" srcOrd="0" destOrd="0" presId="urn:microsoft.com/office/officeart/2008/layout/HorizontalMultiLevelHierarchy"/>
    <dgm:cxn modelId="{D895A4A6-D4F2-4D3C-95C3-379DCAD14BAA}" type="presParOf" srcId="{8F429131-CA47-40E4-958D-FA75F0196C89}" destId="{EBA7017A-F7A6-4D9F-843B-01C02FD18C5B}" srcOrd="0" destOrd="0" presId="urn:microsoft.com/office/officeart/2008/layout/HorizontalMultiLevelHierarchy"/>
    <dgm:cxn modelId="{FEAF35A3-27EA-4C94-9933-F3599FFD3739}" type="presParOf" srcId="{EBA7017A-F7A6-4D9F-843B-01C02FD18C5B}" destId="{5A2036BD-28B1-47A2-8950-B30AD0C87495}" srcOrd="0" destOrd="0" presId="urn:microsoft.com/office/officeart/2008/layout/HorizontalMultiLevelHierarchy"/>
    <dgm:cxn modelId="{1E451DA3-11F9-4233-9AFA-433BBC2361C6}" type="presParOf" srcId="{EBA7017A-F7A6-4D9F-843B-01C02FD18C5B}" destId="{C9521A5F-2124-4041-8418-F0A57DEAB5AA}" srcOrd="1" destOrd="0" presId="urn:microsoft.com/office/officeart/2008/layout/HorizontalMultiLevelHierarchy"/>
    <dgm:cxn modelId="{BF059BD1-847B-43FB-8613-BE5C655A9754}" type="presParOf" srcId="{C9521A5F-2124-4041-8418-F0A57DEAB5AA}" destId="{4CDB22AB-2A8B-40A4-BFFC-C3B361EBAD77}" srcOrd="0" destOrd="0" presId="urn:microsoft.com/office/officeart/2008/layout/HorizontalMultiLevelHierarchy"/>
    <dgm:cxn modelId="{0D95E0DA-B6B8-4CE1-9ED8-992450648AD1}" type="presParOf" srcId="{4CDB22AB-2A8B-40A4-BFFC-C3B361EBAD77}" destId="{906824CC-0E71-44F5-8D65-D76CA2DBBC51}" srcOrd="0" destOrd="0" presId="urn:microsoft.com/office/officeart/2008/layout/HorizontalMultiLevelHierarchy"/>
    <dgm:cxn modelId="{13FE55D9-324C-43D6-A8E0-FE17F01AB895}" type="presParOf" srcId="{C9521A5F-2124-4041-8418-F0A57DEAB5AA}" destId="{8FE24D98-B226-46BA-95E4-126040D5FAFA}" srcOrd="1" destOrd="0" presId="urn:microsoft.com/office/officeart/2008/layout/HorizontalMultiLevelHierarchy"/>
    <dgm:cxn modelId="{A6170668-14AF-439C-94C6-470BADB59665}" type="presParOf" srcId="{8FE24D98-B226-46BA-95E4-126040D5FAFA}" destId="{F6FB5295-9529-4704-9BC6-BB7327F79681}" srcOrd="0" destOrd="0" presId="urn:microsoft.com/office/officeart/2008/layout/HorizontalMultiLevelHierarchy"/>
    <dgm:cxn modelId="{FC304526-EE12-4B2A-970A-1856CEA2D643}" type="presParOf" srcId="{8FE24D98-B226-46BA-95E4-126040D5FAFA}" destId="{7B44963F-DCFC-4604-9927-922C0995AFDF}" srcOrd="1" destOrd="0" presId="urn:microsoft.com/office/officeart/2008/layout/HorizontalMultiLevelHierarchy"/>
    <dgm:cxn modelId="{B3DCCEF0-74AD-49B1-B4E1-7D63F71168D4}" type="presParOf" srcId="{C9521A5F-2124-4041-8418-F0A57DEAB5AA}" destId="{5BE4EBA2-87D2-4FD8-B6F8-F63763B1BB97}" srcOrd="2" destOrd="0" presId="urn:microsoft.com/office/officeart/2008/layout/HorizontalMultiLevelHierarchy"/>
    <dgm:cxn modelId="{F036B77E-F25E-43D8-8A80-FE73C07D9EF4}" type="presParOf" srcId="{5BE4EBA2-87D2-4FD8-B6F8-F63763B1BB97}" destId="{C08756AD-2408-4544-A31F-6F70E322FCA3}" srcOrd="0" destOrd="0" presId="urn:microsoft.com/office/officeart/2008/layout/HorizontalMultiLevelHierarchy"/>
    <dgm:cxn modelId="{B03F4091-7D5D-41C5-B068-8B1F1ACE51FC}" type="presParOf" srcId="{C9521A5F-2124-4041-8418-F0A57DEAB5AA}" destId="{BB57E73B-C55D-4975-8FD2-C92161ACE1E3}" srcOrd="3" destOrd="0" presId="urn:microsoft.com/office/officeart/2008/layout/HorizontalMultiLevelHierarchy"/>
    <dgm:cxn modelId="{302E3855-E5A2-403C-A0A5-3CE8C207BACB}" type="presParOf" srcId="{BB57E73B-C55D-4975-8FD2-C92161ACE1E3}" destId="{5605C233-11D8-4AEB-948C-11D75975D535}" srcOrd="0" destOrd="0" presId="urn:microsoft.com/office/officeart/2008/layout/HorizontalMultiLevelHierarchy"/>
    <dgm:cxn modelId="{B21EE593-477A-40E1-915E-0F8661C02BB9}" type="presParOf" srcId="{BB57E73B-C55D-4975-8FD2-C92161ACE1E3}" destId="{42B56764-5755-496C-996A-A001DF338DE5}" srcOrd="1" destOrd="0" presId="urn:microsoft.com/office/officeart/2008/layout/HorizontalMultiLevelHierarchy"/>
    <dgm:cxn modelId="{F4A947EC-0EE4-4868-A1B8-793CEF6580BA}" type="presParOf" srcId="{C9521A5F-2124-4041-8418-F0A57DEAB5AA}" destId="{ACA47142-B88B-424F-A650-0D5A765C6628}" srcOrd="4" destOrd="0" presId="urn:microsoft.com/office/officeart/2008/layout/HorizontalMultiLevelHierarchy"/>
    <dgm:cxn modelId="{ED887B3B-D741-4578-8CEF-4EC4091303DA}" type="presParOf" srcId="{ACA47142-B88B-424F-A650-0D5A765C6628}" destId="{51F71247-720B-4CD3-8D74-16A6453D7F3E}" srcOrd="0" destOrd="0" presId="urn:microsoft.com/office/officeart/2008/layout/HorizontalMultiLevelHierarchy"/>
    <dgm:cxn modelId="{A06E4DFA-29AB-4D36-98AA-24ED6F14D9B3}" type="presParOf" srcId="{C9521A5F-2124-4041-8418-F0A57DEAB5AA}" destId="{493042F3-1179-437D-BA61-6744EA085466}" srcOrd="5" destOrd="0" presId="urn:microsoft.com/office/officeart/2008/layout/HorizontalMultiLevelHierarchy"/>
    <dgm:cxn modelId="{55EDA099-729D-47D9-81CD-9A516FAE5AA0}" type="presParOf" srcId="{493042F3-1179-437D-BA61-6744EA085466}" destId="{CDD4B805-11D4-4C44-BB62-4EF6B585C3F2}" srcOrd="0" destOrd="0" presId="urn:microsoft.com/office/officeart/2008/layout/HorizontalMultiLevelHierarchy"/>
    <dgm:cxn modelId="{7C06D38C-7A64-4B0D-BDC3-9774BE3AB2BA}" type="presParOf" srcId="{493042F3-1179-437D-BA61-6744EA085466}" destId="{8ADD05F6-684E-467A-BC4D-2C580D82FA5B}" srcOrd="1" destOrd="0" presId="urn:microsoft.com/office/officeart/2008/layout/HorizontalMultiLevelHierarchy"/>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057DBE11-6671-46DC-80FC-0A4A272FB7B5}"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7619ECBD-1B06-4413-9287-41F5C221E9B2}">
      <dgm:prSet phldrT="[Text]" custT="1"/>
      <dgm:spPr/>
      <dgm:t>
        <a:bodyPr/>
        <a:lstStyle/>
        <a:p>
          <a:r>
            <a:rPr lang="ar-SA" sz="2400" b="1" dirty="0" smtClean="0"/>
            <a:t>أغراض استخدام الحاسب الآلي:</a:t>
          </a:r>
          <a:endParaRPr lang="en-US" sz="2400" dirty="0"/>
        </a:p>
      </dgm:t>
    </dgm:pt>
    <dgm:pt modelId="{2374D02E-217F-4634-9953-1CF9FCC38453}" type="parTrans" cxnId="{539273AE-B292-4581-98A7-1BE3D31A2735}">
      <dgm:prSet/>
      <dgm:spPr/>
      <dgm:t>
        <a:bodyPr/>
        <a:lstStyle/>
        <a:p>
          <a:endParaRPr lang="en-US"/>
        </a:p>
      </dgm:t>
    </dgm:pt>
    <dgm:pt modelId="{44D51568-FACA-411A-9B09-839BF865583A}" type="sibTrans" cxnId="{539273AE-B292-4581-98A7-1BE3D31A2735}">
      <dgm:prSet/>
      <dgm:spPr/>
      <dgm:t>
        <a:bodyPr/>
        <a:lstStyle/>
        <a:p>
          <a:endParaRPr lang="en-US"/>
        </a:p>
      </dgm:t>
    </dgm:pt>
    <dgm:pt modelId="{D011F554-60B5-47EC-A611-3A7434162846}">
      <dgm:prSet phldrT="[Text]" custT="1"/>
      <dgm:spPr>
        <a:solidFill>
          <a:schemeClr val="accent2"/>
        </a:solidFill>
      </dgm:spPr>
      <dgm:t>
        <a:bodyPr/>
        <a:lstStyle/>
        <a:p>
          <a:r>
            <a:rPr lang="ar-SA" sz="3200" b="1" dirty="0" smtClean="0"/>
            <a:t>تفريد التعليم</a:t>
          </a:r>
          <a:endParaRPr lang="en-US" sz="3200" b="1" dirty="0">
            <a:latin typeface="Bebas Neue" panose="020B0606020202050201" pitchFamily="34" charset="0"/>
          </a:endParaRPr>
        </a:p>
      </dgm:t>
    </dgm:pt>
    <dgm:pt modelId="{767B83B0-C468-47AC-98E8-93B396EEDD03}" type="parTrans" cxnId="{D83E296C-5A5C-41F4-A9FA-CF0D23A46E30}">
      <dgm:prSet/>
      <dgm:spPr>
        <a:solidFill>
          <a:schemeClr val="tx2">
            <a:lumMod val="50000"/>
          </a:schemeClr>
        </a:solidFill>
        <a:ln>
          <a:solidFill>
            <a:schemeClr val="tx2">
              <a:lumMod val="50000"/>
            </a:schemeClr>
          </a:solidFill>
        </a:ln>
      </dgm:spPr>
      <dgm:t>
        <a:bodyPr/>
        <a:lstStyle/>
        <a:p>
          <a:endParaRPr lang="en-US"/>
        </a:p>
      </dgm:t>
    </dgm:pt>
    <dgm:pt modelId="{B86DFDD8-CAD5-4445-883A-45AFF68DF88B}" type="sibTrans" cxnId="{D83E296C-5A5C-41F4-A9FA-CF0D23A46E30}">
      <dgm:prSet/>
      <dgm:spPr/>
      <dgm:t>
        <a:bodyPr/>
        <a:lstStyle/>
        <a:p>
          <a:endParaRPr lang="en-US"/>
        </a:p>
      </dgm:t>
    </dgm:pt>
    <dgm:pt modelId="{7F2644C7-CD4A-48B6-9295-3EF51640C832}">
      <dgm:prSet phldrT="[Text]" custT="1"/>
      <dgm:spPr>
        <a:solidFill>
          <a:schemeClr val="accent3"/>
        </a:solidFill>
      </dgm:spPr>
      <dgm:t>
        <a:bodyPr/>
        <a:lstStyle/>
        <a:p>
          <a:r>
            <a:rPr lang="ar-SA" sz="3200" b="1" dirty="0" smtClean="0"/>
            <a:t>القدرة على المحاكاة</a:t>
          </a:r>
          <a:endParaRPr lang="en-US" sz="3200" b="1" dirty="0"/>
        </a:p>
      </dgm:t>
    </dgm:pt>
    <dgm:pt modelId="{1E57602C-87C1-4145-A5BE-4875B852D188}" type="parTrans" cxnId="{8792D61F-F7CA-47CD-A082-4B6357B0308E}">
      <dgm:prSet/>
      <dgm:spPr>
        <a:ln>
          <a:solidFill>
            <a:schemeClr val="tx2">
              <a:lumMod val="50000"/>
            </a:schemeClr>
          </a:solidFill>
        </a:ln>
      </dgm:spPr>
      <dgm:t>
        <a:bodyPr/>
        <a:lstStyle/>
        <a:p>
          <a:endParaRPr lang="en-US"/>
        </a:p>
      </dgm:t>
    </dgm:pt>
    <dgm:pt modelId="{3E221BBA-9D25-40C0-A598-BE29FF270CB6}" type="sibTrans" cxnId="{8792D61F-F7CA-47CD-A082-4B6357B0308E}">
      <dgm:prSet/>
      <dgm:spPr/>
      <dgm:t>
        <a:bodyPr/>
        <a:lstStyle/>
        <a:p>
          <a:endParaRPr lang="en-US"/>
        </a:p>
      </dgm:t>
    </dgm:pt>
    <dgm:pt modelId="{E26B387A-D667-44E1-BEBF-2762AA643626}">
      <dgm:prSet phldrT="[Text]" custT="1"/>
      <dgm:spPr>
        <a:solidFill>
          <a:schemeClr val="accent5"/>
        </a:solidFill>
      </dgm:spPr>
      <dgm:t>
        <a:bodyPr/>
        <a:lstStyle/>
        <a:p>
          <a:r>
            <a:rPr lang="ar-SA" sz="3200" b="1" dirty="0" smtClean="0"/>
            <a:t>القدرة على تخزين واسترجاع المعلومات</a:t>
          </a:r>
          <a:endParaRPr lang="en-US" sz="3200" b="1" dirty="0"/>
        </a:p>
      </dgm:t>
    </dgm:pt>
    <dgm:pt modelId="{F58F2742-42F9-4589-A89E-888DEE75E88B}" type="parTrans" cxnId="{F8CFC647-07F5-4671-A822-59CA92A5EC72}">
      <dgm:prSet/>
      <dgm:spPr>
        <a:solidFill>
          <a:schemeClr val="tx2">
            <a:lumMod val="50000"/>
          </a:schemeClr>
        </a:solidFill>
        <a:ln>
          <a:solidFill>
            <a:schemeClr val="tx2">
              <a:lumMod val="50000"/>
            </a:schemeClr>
          </a:solidFill>
        </a:ln>
      </dgm:spPr>
      <dgm:t>
        <a:bodyPr/>
        <a:lstStyle/>
        <a:p>
          <a:endParaRPr lang="en-US"/>
        </a:p>
      </dgm:t>
    </dgm:pt>
    <dgm:pt modelId="{127B940F-BE1D-4812-87C9-0215B8BA2C50}" type="sibTrans" cxnId="{F8CFC647-07F5-4671-A822-59CA92A5EC72}">
      <dgm:prSet/>
      <dgm:spPr/>
      <dgm:t>
        <a:bodyPr/>
        <a:lstStyle/>
        <a:p>
          <a:endParaRPr lang="en-US"/>
        </a:p>
      </dgm:t>
    </dgm:pt>
    <dgm:pt modelId="{8F429131-CA47-40E4-958D-FA75F0196C89}" type="pres">
      <dgm:prSet presAssocID="{057DBE11-6671-46DC-80FC-0A4A272FB7B5}" presName="Name0" presStyleCnt="0">
        <dgm:presLayoutVars>
          <dgm:chPref val="1"/>
          <dgm:dir/>
          <dgm:animOne val="branch"/>
          <dgm:animLvl val="lvl"/>
          <dgm:resizeHandles val="exact"/>
        </dgm:presLayoutVars>
      </dgm:prSet>
      <dgm:spPr/>
      <dgm:t>
        <a:bodyPr/>
        <a:lstStyle/>
        <a:p>
          <a:endParaRPr lang="en-US"/>
        </a:p>
      </dgm:t>
    </dgm:pt>
    <dgm:pt modelId="{EBA7017A-F7A6-4D9F-843B-01C02FD18C5B}" type="pres">
      <dgm:prSet presAssocID="{7619ECBD-1B06-4413-9287-41F5C221E9B2}" presName="root1" presStyleCnt="0"/>
      <dgm:spPr/>
    </dgm:pt>
    <dgm:pt modelId="{5A2036BD-28B1-47A2-8950-B30AD0C87495}" type="pres">
      <dgm:prSet presAssocID="{7619ECBD-1B06-4413-9287-41F5C221E9B2}" presName="LevelOneTextNode" presStyleLbl="node0" presStyleIdx="0" presStyleCnt="1">
        <dgm:presLayoutVars>
          <dgm:chPref val="3"/>
        </dgm:presLayoutVars>
      </dgm:prSet>
      <dgm:spPr/>
      <dgm:t>
        <a:bodyPr/>
        <a:lstStyle/>
        <a:p>
          <a:endParaRPr lang="en-US"/>
        </a:p>
      </dgm:t>
    </dgm:pt>
    <dgm:pt modelId="{C9521A5F-2124-4041-8418-F0A57DEAB5AA}" type="pres">
      <dgm:prSet presAssocID="{7619ECBD-1B06-4413-9287-41F5C221E9B2}" presName="level2hierChild" presStyleCnt="0"/>
      <dgm:spPr/>
    </dgm:pt>
    <dgm:pt modelId="{4CDB22AB-2A8B-40A4-BFFC-C3B361EBAD77}" type="pres">
      <dgm:prSet presAssocID="{767B83B0-C468-47AC-98E8-93B396EEDD03}" presName="conn2-1" presStyleLbl="parChTrans1D2" presStyleIdx="0" presStyleCnt="3"/>
      <dgm:spPr/>
      <dgm:t>
        <a:bodyPr/>
        <a:lstStyle/>
        <a:p>
          <a:endParaRPr lang="en-US"/>
        </a:p>
      </dgm:t>
    </dgm:pt>
    <dgm:pt modelId="{906824CC-0E71-44F5-8D65-D76CA2DBBC51}" type="pres">
      <dgm:prSet presAssocID="{767B83B0-C468-47AC-98E8-93B396EEDD03}" presName="connTx" presStyleLbl="parChTrans1D2" presStyleIdx="0" presStyleCnt="3"/>
      <dgm:spPr/>
      <dgm:t>
        <a:bodyPr/>
        <a:lstStyle/>
        <a:p>
          <a:endParaRPr lang="en-US"/>
        </a:p>
      </dgm:t>
    </dgm:pt>
    <dgm:pt modelId="{8FE24D98-B226-46BA-95E4-126040D5FAFA}" type="pres">
      <dgm:prSet presAssocID="{D011F554-60B5-47EC-A611-3A7434162846}" presName="root2" presStyleCnt="0"/>
      <dgm:spPr/>
    </dgm:pt>
    <dgm:pt modelId="{F6FB5295-9529-4704-9BC6-BB7327F79681}" type="pres">
      <dgm:prSet presAssocID="{D011F554-60B5-47EC-A611-3A7434162846}" presName="LevelTwoTextNode" presStyleLbl="node2" presStyleIdx="0" presStyleCnt="3" custScaleX="178941" custScaleY="130721">
        <dgm:presLayoutVars>
          <dgm:chPref val="3"/>
        </dgm:presLayoutVars>
      </dgm:prSet>
      <dgm:spPr/>
      <dgm:t>
        <a:bodyPr/>
        <a:lstStyle/>
        <a:p>
          <a:endParaRPr lang="en-US"/>
        </a:p>
      </dgm:t>
    </dgm:pt>
    <dgm:pt modelId="{7B44963F-DCFC-4604-9927-922C0995AFDF}" type="pres">
      <dgm:prSet presAssocID="{D011F554-60B5-47EC-A611-3A7434162846}" presName="level3hierChild" presStyleCnt="0"/>
      <dgm:spPr/>
    </dgm:pt>
    <dgm:pt modelId="{5BE4EBA2-87D2-4FD8-B6F8-F63763B1BB97}" type="pres">
      <dgm:prSet presAssocID="{1E57602C-87C1-4145-A5BE-4875B852D188}" presName="conn2-1" presStyleLbl="parChTrans1D2" presStyleIdx="1" presStyleCnt="3"/>
      <dgm:spPr/>
      <dgm:t>
        <a:bodyPr/>
        <a:lstStyle/>
        <a:p>
          <a:endParaRPr lang="en-US"/>
        </a:p>
      </dgm:t>
    </dgm:pt>
    <dgm:pt modelId="{C08756AD-2408-4544-A31F-6F70E322FCA3}" type="pres">
      <dgm:prSet presAssocID="{1E57602C-87C1-4145-A5BE-4875B852D188}" presName="connTx" presStyleLbl="parChTrans1D2" presStyleIdx="1" presStyleCnt="3"/>
      <dgm:spPr/>
      <dgm:t>
        <a:bodyPr/>
        <a:lstStyle/>
        <a:p>
          <a:endParaRPr lang="en-US"/>
        </a:p>
      </dgm:t>
    </dgm:pt>
    <dgm:pt modelId="{BB57E73B-C55D-4975-8FD2-C92161ACE1E3}" type="pres">
      <dgm:prSet presAssocID="{7F2644C7-CD4A-48B6-9295-3EF51640C832}" presName="root2" presStyleCnt="0"/>
      <dgm:spPr/>
    </dgm:pt>
    <dgm:pt modelId="{5605C233-11D8-4AEB-948C-11D75975D535}" type="pres">
      <dgm:prSet presAssocID="{7F2644C7-CD4A-48B6-9295-3EF51640C832}" presName="LevelTwoTextNode" presStyleLbl="node2" presStyleIdx="1" presStyleCnt="3" custScaleX="178941" custScaleY="130721">
        <dgm:presLayoutVars>
          <dgm:chPref val="3"/>
        </dgm:presLayoutVars>
      </dgm:prSet>
      <dgm:spPr/>
      <dgm:t>
        <a:bodyPr/>
        <a:lstStyle/>
        <a:p>
          <a:endParaRPr lang="en-US"/>
        </a:p>
      </dgm:t>
    </dgm:pt>
    <dgm:pt modelId="{42B56764-5755-496C-996A-A001DF338DE5}" type="pres">
      <dgm:prSet presAssocID="{7F2644C7-CD4A-48B6-9295-3EF51640C832}" presName="level3hierChild" presStyleCnt="0"/>
      <dgm:spPr/>
    </dgm:pt>
    <dgm:pt modelId="{ACA47142-B88B-424F-A650-0D5A765C6628}" type="pres">
      <dgm:prSet presAssocID="{F58F2742-42F9-4589-A89E-888DEE75E88B}" presName="conn2-1" presStyleLbl="parChTrans1D2" presStyleIdx="2" presStyleCnt="3"/>
      <dgm:spPr/>
      <dgm:t>
        <a:bodyPr/>
        <a:lstStyle/>
        <a:p>
          <a:endParaRPr lang="en-US"/>
        </a:p>
      </dgm:t>
    </dgm:pt>
    <dgm:pt modelId="{51F71247-720B-4CD3-8D74-16A6453D7F3E}" type="pres">
      <dgm:prSet presAssocID="{F58F2742-42F9-4589-A89E-888DEE75E88B}" presName="connTx" presStyleLbl="parChTrans1D2" presStyleIdx="2" presStyleCnt="3"/>
      <dgm:spPr/>
      <dgm:t>
        <a:bodyPr/>
        <a:lstStyle/>
        <a:p>
          <a:endParaRPr lang="en-US"/>
        </a:p>
      </dgm:t>
    </dgm:pt>
    <dgm:pt modelId="{493042F3-1179-437D-BA61-6744EA085466}" type="pres">
      <dgm:prSet presAssocID="{E26B387A-D667-44E1-BEBF-2762AA643626}" presName="root2" presStyleCnt="0"/>
      <dgm:spPr/>
    </dgm:pt>
    <dgm:pt modelId="{CDD4B805-11D4-4C44-BB62-4EF6B585C3F2}" type="pres">
      <dgm:prSet presAssocID="{E26B387A-D667-44E1-BEBF-2762AA643626}" presName="LevelTwoTextNode" presStyleLbl="node2" presStyleIdx="2" presStyleCnt="3" custScaleX="178941" custScaleY="130721">
        <dgm:presLayoutVars>
          <dgm:chPref val="3"/>
        </dgm:presLayoutVars>
      </dgm:prSet>
      <dgm:spPr/>
      <dgm:t>
        <a:bodyPr/>
        <a:lstStyle/>
        <a:p>
          <a:endParaRPr lang="en-US"/>
        </a:p>
      </dgm:t>
    </dgm:pt>
    <dgm:pt modelId="{8ADD05F6-684E-467A-BC4D-2C580D82FA5B}" type="pres">
      <dgm:prSet presAssocID="{E26B387A-D667-44E1-BEBF-2762AA643626}" presName="level3hierChild" presStyleCnt="0"/>
      <dgm:spPr/>
    </dgm:pt>
  </dgm:ptLst>
  <dgm:cxnLst>
    <dgm:cxn modelId="{D83E296C-5A5C-41F4-A9FA-CF0D23A46E30}" srcId="{7619ECBD-1B06-4413-9287-41F5C221E9B2}" destId="{D011F554-60B5-47EC-A611-3A7434162846}" srcOrd="0" destOrd="0" parTransId="{767B83B0-C468-47AC-98E8-93B396EEDD03}" sibTransId="{B86DFDD8-CAD5-4445-883A-45AFF68DF88B}"/>
    <dgm:cxn modelId="{EC500FBB-CEC1-44C6-BE6D-18774E0AA46D}" type="presOf" srcId="{1E57602C-87C1-4145-A5BE-4875B852D188}" destId="{C08756AD-2408-4544-A31F-6F70E322FCA3}" srcOrd="1" destOrd="0" presId="urn:microsoft.com/office/officeart/2008/layout/HorizontalMultiLevelHierarchy"/>
    <dgm:cxn modelId="{8792D61F-F7CA-47CD-A082-4B6357B0308E}" srcId="{7619ECBD-1B06-4413-9287-41F5C221E9B2}" destId="{7F2644C7-CD4A-48B6-9295-3EF51640C832}" srcOrd="1" destOrd="0" parTransId="{1E57602C-87C1-4145-A5BE-4875B852D188}" sibTransId="{3E221BBA-9D25-40C0-A598-BE29FF270CB6}"/>
    <dgm:cxn modelId="{D2DB1529-5F8F-49B4-967E-16CC80815845}" type="presOf" srcId="{7F2644C7-CD4A-48B6-9295-3EF51640C832}" destId="{5605C233-11D8-4AEB-948C-11D75975D535}" srcOrd="0" destOrd="0" presId="urn:microsoft.com/office/officeart/2008/layout/HorizontalMultiLevelHierarchy"/>
    <dgm:cxn modelId="{FD582F69-7E50-411D-90BB-5984F116A127}" type="presOf" srcId="{F58F2742-42F9-4589-A89E-888DEE75E88B}" destId="{51F71247-720B-4CD3-8D74-16A6453D7F3E}" srcOrd="1" destOrd="0" presId="urn:microsoft.com/office/officeart/2008/layout/HorizontalMultiLevelHierarchy"/>
    <dgm:cxn modelId="{8F3C2A68-3DFE-482A-879B-2E00F48ECB1A}" type="presOf" srcId="{057DBE11-6671-46DC-80FC-0A4A272FB7B5}" destId="{8F429131-CA47-40E4-958D-FA75F0196C89}" srcOrd="0" destOrd="0" presId="urn:microsoft.com/office/officeart/2008/layout/HorizontalMultiLevelHierarchy"/>
    <dgm:cxn modelId="{6ACBCA48-1175-48C1-B9B1-1C53613A1B9B}" type="presOf" srcId="{D011F554-60B5-47EC-A611-3A7434162846}" destId="{F6FB5295-9529-4704-9BC6-BB7327F79681}" srcOrd="0" destOrd="0" presId="urn:microsoft.com/office/officeart/2008/layout/HorizontalMultiLevelHierarchy"/>
    <dgm:cxn modelId="{8F623DFA-235A-4F3C-867F-2AA14C54958E}" type="presOf" srcId="{E26B387A-D667-44E1-BEBF-2762AA643626}" destId="{CDD4B805-11D4-4C44-BB62-4EF6B585C3F2}" srcOrd="0" destOrd="0" presId="urn:microsoft.com/office/officeart/2008/layout/HorizontalMultiLevelHierarchy"/>
    <dgm:cxn modelId="{2D2690D8-F7CA-42B2-B70C-0D8E7EB0D65A}" type="presOf" srcId="{F58F2742-42F9-4589-A89E-888DEE75E88B}" destId="{ACA47142-B88B-424F-A650-0D5A765C6628}" srcOrd="0" destOrd="0" presId="urn:microsoft.com/office/officeart/2008/layout/HorizontalMultiLevelHierarchy"/>
    <dgm:cxn modelId="{58A8EC0A-E2CC-45C0-8CD4-FCD041B7A837}" type="presOf" srcId="{767B83B0-C468-47AC-98E8-93B396EEDD03}" destId="{4CDB22AB-2A8B-40A4-BFFC-C3B361EBAD77}" srcOrd="0" destOrd="0" presId="urn:microsoft.com/office/officeart/2008/layout/HorizontalMultiLevelHierarchy"/>
    <dgm:cxn modelId="{F8CFC647-07F5-4671-A822-59CA92A5EC72}" srcId="{7619ECBD-1B06-4413-9287-41F5C221E9B2}" destId="{E26B387A-D667-44E1-BEBF-2762AA643626}" srcOrd="2" destOrd="0" parTransId="{F58F2742-42F9-4589-A89E-888DEE75E88B}" sibTransId="{127B940F-BE1D-4812-87C9-0215B8BA2C50}"/>
    <dgm:cxn modelId="{6810775B-1B48-4FB2-B4F5-DCD0CCDD2BC6}" type="presOf" srcId="{7619ECBD-1B06-4413-9287-41F5C221E9B2}" destId="{5A2036BD-28B1-47A2-8950-B30AD0C87495}" srcOrd="0" destOrd="0" presId="urn:microsoft.com/office/officeart/2008/layout/HorizontalMultiLevelHierarchy"/>
    <dgm:cxn modelId="{8D04727E-7368-4874-BFF4-41132B188BB1}" type="presOf" srcId="{767B83B0-C468-47AC-98E8-93B396EEDD03}" destId="{906824CC-0E71-44F5-8D65-D76CA2DBBC51}" srcOrd="1" destOrd="0" presId="urn:microsoft.com/office/officeart/2008/layout/HorizontalMultiLevelHierarchy"/>
    <dgm:cxn modelId="{539273AE-B292-4581-98A7-1BE3D31A2735}" srcId="{057DBE11-6671-46DC-80FC-0A4A272FB7B5}" destId="{7619ECBD-1B06-4413-9287-41F5C221E9B2}" srcOrd="0" destOrd="0" parTransId="{2374D02E-217F-4634-9953-1CF9FCC38453}" sibTransId="{44D51568-FACA-411A-9B09-839BF865583A}"/>
    <dgm:cxn modelId="{94D09F13-9309-4A99-A1C1-5039CC6A8074}" type="presOf" srcId="{1E57602C-87C1-4145-A5BE-4875B852D188}" destId="{5BE4EBA2-87D2-4FD8-B6F8-F63763B1BB97}" srcOrd="0" destOrd="0" presId="urn:microsoft.com/office/officeart/2008/layout/HorizontalMultiLevelHierarchy"/>
    <dgm:cxn modelId="{3EED58BC-D75F-4958-B1C7-729A0614F381}" type="presParOf" srcId="{8F429131-CA47-40E4-958D-FA75F0196C89}" destId="{EBA7017A-F7A6-4D9F-843B-01C02FD18C5B}" srcOrd="0" destOrd="0" presId="urn:microsoft.com/office/officeart/2008/layout/HorizontalMultiLevelHierarchy"/>
    <dgm:cxn modelId="{AB6FD6D9-8F18-4383-8C49-4DF7E145827C}" type="presParOf" srcId="{EBA7017A-F7A6-4D9F-843B-01C02FD18C5B}" destId="{5A2036BD-28B1-47A2-8950-B30AD0C87495}" srcOrd="0" destOrd="0" presId="urn:microsoft.com/office/officeart/2008/layout/HorizontalMultiLevelHierarchy"/>
    <dgm:cxn modelId="{A321B8D8-6624-40AD-B7E4-D876C91F5BBC}" type="presParOf" srcId="{EBA7017A-F7A6-4D9F-843B-01C02FD18C5B}" destId="{C9521A5F-2124-4041-8418-F0A57DEAB5AA}" srcOrd="1" destOrd="0" presId="urn:microsoft.com/office/officeart/2008/layout/HorizontalMultiLevelHierarchy"/>
    <dgm:cxn modelId="{6E9BA4B2-1FBB-44EF-93B1-E5880EDE7813}" type="presParOf" srcId="{C9521A5F-2124-4041-8418-F0A57DEAB5AA}" destId="{4CDB22AB-2A8B-40A4-BFFC-C3B361EBAD77}" srcOrd="0" destOrd="0" presId="urn:microsoft.com/office/officeart/2008/layout/HorizontalMultiLevelHierarchy"/>
    <dgm:cxn modelId="{1D8D0C51-2A47-4F27-93F0-1F30C1E43A8D}" type="presParOf" srcId="{4CDB22AB-2A8B-40A4-BFFC-C3B361EBAD77}" destId="{906824CC-0E71-44F5-8D65-D76CA2DBBC51}" srcOrd="0" destOrd="0" presId="urn:microsoft.com/office/officeart/2008/layout/HorizontalMultiLevelHierarchy"/>
    <dgm:cxn modelId="{CE96AAD6-D138-4F13-AE62-A145C9822856}" type="presParOf" srcId="{C9521A5F-2124-4041-8418-F0A57DEAB5AA}" destId="{8FE24D98-B226-46BA-95E4-126040D5FAFA}" srcOrd="1" destOrd="0" presId="urn:microsoft.com/office/officeart/2008/layout/HorizontalMultiLevelHierarchy"/>
    <dgm:cxn modelId="{153EEE84-7DFA-40E0-8D25-682F1A21C0EC}" type="presParOf" srcId="{8FE24D98-B226-46BA-95E4-126040D5FAFA}" destId="{F6FB5295-9529-4704-9BC6-BB7327F79681}" srcOrd="0" destOrd="0" presId="urn:microsoft.com/office/officeart/2008/layout/HorizontalMultiLevelHierarchy"/>
    <dgm:cxn modelId="{B243E101-D415-4C42-BB83-28B3796D9B14}" type="presParOf" srcId="{8FE24D98-B226-46BA-95E4-126040D5FAFA}" destId="{7B44963F-DCFC-4604-9927-922C0995AFDF}" srcOrd="1" destOrd="0" presId="urn:microsoft.com/office/officeart/2008/layout/HorizontalMultiLevelHierarchy"/>
    <dgm:cxn modelId="{C66C1ACF-7819-48B0-895E-7017BD96589F}" type="presParOf" srcId="{C9521A5F-2124-4041-8418-F0A57DEAB5AA}" destId="{5BE4EBA2-87D2-4FD8-B6F8-F63763B1BB97}" srcOrd="2" destOrd="0" presId="urn:microsoft.com/office/officeart/2008/layout/HorizontalMultiLevelHierarchy"/>
    <dgm:cxn modelId="{03C5BD44-E86F-4C1A-98BE-532525D2B727}" type="presParOf" srcId="{5BE4EBA2-87D2-4FD8-B6F8-F63763B1BB97}" destId="{C08756AD-2408-4544-A31F-6F70E322FCA3}" srcOrd="0" destOrd="0" presId="urn:microsoft.com/office/officeart/2008/layout/HorizontalMultiLevelHierarchy"/>
    <dgm:cxn modelId="{302A7CD9-7CD4-44E1-A915-78DB8CCBC7CD}" type="presParOf" srcId="{C9521A5F-2124-4041-8418-F0A57DEAB5AA}" destId="{BB57E73B-C55D-4975-8FD2-C92161ACE1E3}" srcOrd="3" destOrd="0" presId="urn:microsoft.com/office/officeart/2008/layout/HorizontalMultiLevelHierarchy"/>
    <dgm:cxn modelId="{3955376B-E92E-41BE-AECE-4FE46E7CCCA9}" type="presParOf" srcId="{BB57E73B-C55D-4975-8FD2-C92161ACE1E3}" destId="{5605C233-11D8-4AEB-948C-11D75975D535}" srcOrd="0" destOrd="0" presId="urn:microsoft.com/office/officeart/2008/layout/HorizontalMultiLevelHierarchy"/>
    <dgm:cxn modelId="{499B509D-2A3C-4B60-AC34-178221CA5405}" type="presParOf" srcId="{BB57E73B-C55D-4975-8FD2-C92161ACE1E3}" destId="{42B56764-5755-496C-996A-A001DF338DE5}" srcOrd="1" destOrd="0" presId="urn:microsoft.com/office/officeart/2008/layout/HorizontalMultiLevelHierarchy"/>
    <dgm:cxn modelId="{751081E9-C85D-41BD-8728-0B9C2ABDEFEB}" type="presParOf" srcId="{C9521A5F-2124-4041-8418-F0A57DEAB5AA}" destId="{ACA47142-B88B-424F-A650-0D5A765C6628}" srcOrd="4" destOrd="0" presId="urn:microsoft.com/office/officeart/2008/layout/HorizontalMultiLevelHierarchy"/>
    <dgm:cxn modelId="{BC6494DE-D0AB-44E3-989C-789072F86F75}" type="presParOf" srcId="{ACA47142-B88B-424F-A650-0D5A765C6628}" destId="{51F71247-720B-4CD3-8D74-16A6453D7F3E}" srcOrd="0" destOrd="0" presId="urn:microsoft.com/office/officeart/2008/layout/HorizontalMultiLevelHierarchy"/>
    <dgm:cxn modelId="{1895225B-F81A-4DAE-8524-3C16866D89DC}" type="presParOf" srcId="{C9521A5F-2124-4041-8418-F0A57DEAB5AA}" destId="{493042F3-1179-437D-BA61-6744EA085466}" srcOrd="5" destOrd="0" presId="urn:microsoft.com/office/officeart/2008/layout/HorizontalMultiLevelHierarchy"/>
    <dgm:cxn modelId="{45348D2E-E782-4C99-B0FB-CD5B67631EA2}" type="presParOf" srcId="{493042F3-1179-437D-BA61-6744EA085466}" destId="{CDD4B805-11D4-4C44-BB62-4EF6B585C3F2}" srcOrd="0" destOrd="0" presId="urn:microsoft.com/office/officeart/2008/layout/HorizontalMultiLevelHierarchy"/>
    <dgm:cxn modelId="{145F8879-0F42-4ED2-89D1-2E8FEB3DEDD5}" type="presParOf" srcId="{493042F3-1179-437D-BA61-6744EA085466}" destId="{8ADD05F6-684E-467A-BC4D-2C580D82FA5B}" srcOrd="1" destOrd="0" presId="urn:microsoft.com/office/officeart/2008/layout/HorizontalMultiLevelHierarchy"/>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057DBE11-6671-46DC-80FC-0A4A272FB7B5}"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7619ECBD-1B06-4413-9287-41F5C221E9B2}">
      <dgm:prSet phldrT="[Text]" custT="1"/>
      <dgm:spPr/>
      <dgm:t>
        <a:bodyPr/>
        <a:lstStyle/>
        <a:p>
          <a:r>
            <a:rPr lang="ar-SA" sz="2400" b="1" dirty="0" smtClean="0"/>
            <a:t>أغراض استخدام الحاسب الآلي:</a:t>
          </a:r>
          <a:endParaRPr lang="en-US" sz="2400" dirty="0"/>
        </a:p>
      </dgm:t>
    </dgm:pt>
    <dgm:pt modelId="{2374D02E-217F-4634-9953-1CF9FCC38453}" type="parTrans" cxnId="{539273AE-B292-4581-98A7-1BE3D31A2735}">
      <dgm:prSet/>
      <dgm:spPr/>
      <dgm:t>
        <a:bodyPr/>
        <a:lstStyle/>
        <a:p>
          <a:endParaRPr lang="en-US"/>
        </a:p>
      </dgm:t>
    </dgm:pt>
    <dgm:pt modelId="{44D51568-FACA-411A-9B09-839BF865583A}" type="sibTrans" cxnId="{539273AE-B292-4581-98A7-1BE3D31A2735}">
      <dgm:prSet/>
      <dgm:spPr/>
      <dgm:t>
        <a:bodyPr/>
        <a:lstStyle/>
        <a:p>
          <a:endParaRPr lang="en-US"/>
        </a:p>
      </dgm:t>
    </dgm:pt>
    <dgm:pt modelId="{D011F554-60B5-47EC-A611-3A7434162846}">
      <dgm:prSet phldrT="[Text]" custT="1"/>
      <dgm:spPr>
        <a:solidFill>
          <a:schemeClr val="accent2"/>
        </a:solidFill>
      </dgm:spPr>
      <dgm:t>
        <a:bodyPr/>
        <a:lstStyle/>
        <a:p>
          <a:r>
            <a:rPr lang="ar-SA" sz="3200" b="1" dirty="0" smtClean="0"/>
            <a:t>تقديم التغذية الراجعة</a:t>
          </a:r>
          <a:endParaRPr lang="en-US" sz="3200" b="1" dirty="0">
            <a:latin typeface="Bebas Neue" panose="020B0606020202050201" pitchFamily="34" charset="0"/>
          </a:endParaRPr>
        </a:p>
      </dgm:t>
    </dgm:pt>
    <dgm:pt modelId="{767B83B0-C468-47AC-98E8-93B396EEDD03}" type="parTrans" cxnId="{D83E296C-5A5C-41F4-A9FA-CF0D23A46E30}">
      <dgm:prSet/>
      <dgm:spPr>
        <a:solidFill>
          <a:schemeClr val="tx2">
            <a:lumMod val="50000"/>
          </a:schemeClr>
        </a:solidFill>
        <a:ln>
          <a:solidFill>
            <a:schemeClr val="tx2">
              <a:lumMod val="50000"/>
            </a:schemeClr>
          </a:solidFill>
        </a:ln>
      </dgm:spPr>
      <dgm:t>
        <a:bodyPr/>
        <a:lstStyle/>
        <a:p>
          <a:endParaRPr lang="en-US"/>
        </a:p>
      </dgm:t>
    </dgm:pt>
    <dgm:pt modelId="{B86DFDD8-CAD5-4445-883A-45AFF68DF88B}" type="sibTrans" cxnId="{D83E296C-5A5C-41F4-A9FA-CF0D23A46E30}">
      <dgm:prSet/>
      <dgm:spPr/>
      <dgm:t>
        <a:bodyPr/>
        <a:lstStyle/>
        <a:p>
          <a:endParaRPr lang="en-US"/>
        </a:p>
      </dgm:t>
    </dgm:pt>
    <dgm:pt modelId="{7F2644C7-CD4A-48B6-9295-3EF51640C832}">
      <dgm:prSet phldrT="[Text]" custT="1"/>
      <dgm:spPr>
        <a:solidFill>
          <a:schemeClr val="accent3"/>
        </a:solidFill>
      </dgm:spPr>
      <dgm:t>
        <a:bodyPr/>
        <a:lstStyle/>
        <a:p>
          <a:r>
            <a:rPr lang="ar-SA" sz="3200" b="1" dirty="0" smtClean="0"/>
            <a:t>القدرة على التحكم وإدارة العديد من الملحقات</a:t>
          </a:r>
          <a:endParaRPr lang="en-US" sz="3200" b="1" dirty="0"/>
        </a:p>
      </dgm:t>
    </dgm:pt>
    <dgm:pt modelId="{1E57602C-87C1-4145-A5BE-4875B852D188}" type="parTrans" cxnId="{8792D61F-F7CA-47CD-A082-4B6357B0308E}">
      <dgm:prSet/>
      <dgm:spPr>
        <a:ln>
          <a:solidFill>
            <a:schemeClr val="tx2">
              <a:lumMod val="50000"/>
            </a:schemeClr>
          </a:solidFill>
        </a:ln>
      </dgm:spPr>
      <dgm:t>
        <a:bodyPr/>
        <a:lstStyle/>
        <a:p>
          <a:endParaRPr lang="en-US"/>
        </a:p>
      </dgm:t>
    </dgm:pt>
    <dgm:pt modelId="{3E221BBA-9D25-40C0-A598-BE29FF270CB6}" type="sibTrans" cxnId="{8792D61F-F7CA-47CD-A082-4B6357B0308E}">
      <dgm:prSet/>
      <dgm:spPr/>
      <dgm:t>
        <a:bodyPr/>
        <a:lstStyle/>
        <a:p>
          <a:endParaRPr lang="en-US"/>
        </a:p>
      </dgm:t>
    </dgm:pt>
    <dgm:pt modelId="{E26B387A-D667-44E1-BEBF-2762AA643626}">
      <dgm:prSet phldrT="[Text]" custT="1"/>
      <dgm:spPr>
        <a:solidFill>
          <a:schemeClr val="accent5"/>
        </a:solidFill>
      </dgm:spPr>
      <dgm:t>
        <a:bodyPr/>
        <a:lstStyle/>
        <a:p>
          <a:r>
            <a:rPr lang="ar-SA" sz="3200" b="1" dirty="0" smtClean="0"/>
            <a:t>القدرة على العرض المرئي للمعلومات</a:t>
          </a:r>
          <a:endParaRPr lang="en-US" sz="3200" b="1" dirty="0"/>
        </a:p>
      </dgm:t>
    </dgm:pt>
    <dgm:pt modelId="{F58F2742-42F9-4589-A89E-888DEE75E88B}" type="parTrans" cxnId="{F8CFC647-07F5-4671-A822-59CA92A5EC72}">
      <dgm:prSet/>
      <dgm:spPr>
        <a:solidFill>
          <a:schemeClr val="tx2">
            <a:lumMod val="50000"/>
          </a:schemeClr>
        </a:solidFill>
        <a:ln>
          <a:solidFill>
            <a:schemeClr val="tx2">
              <a:lumMod val="50000"/>
            </a:schemeClr>
          </a:solidFill>
        </a:ln>
      </dgm:spPr>
      <dgm:t>
        <a:bodyPr/>
        <a:lstStyle/>
        <a:p>
          <a:endParaRPr lang="en-US"/>
        </a:p>
      </dgm:t>
    </dgm:pt>
    <dgm:pt modelId="{127B940F-BE1D-4812-87C9-0215B8BA2C50}" type="sibTrans" cxnId="{F8CFC647-07F5-4671-A822-59CA92A5EC72}">
      <dgm:prSet/>
      <dgm:spPr/>
      <dgm:t>
        <a:bodyPr/>
        <a:lstStyle/>
        <a:p>
          <a:endParaRPr lang="en-US"/>
        </a:p>
      </dgm:t>
    </dgm:pt>
    <dgm:pt modelId="{8F429131-CA47-40E4-958D-FA75F0196C89}" type="pres">
      <dgm:prSet presAssocID="{057DBE11-6671-46DC-80FC-0A4A272FB7B5}" presName="Name0" presStyleCnt="0">
        <dgm:presLayoutVars>
          <dgm:chPref val="1"/>
          <dgm:dir/>
          <dgm:animOne val="branch"/>
          <dgm:animLvl val="lvl"/>
          <dgm:resizeHandles val="exact"/>
        </dgm:presLayoutVars>
      </dgm:prSet>
      <dgm:spPr/>
      <dgm:t>
        <a:bodyPr/>
        <a:lstStyle/>
        <a:p>
          <a:endParaRPr lang="en-US"/>
        </a:p>
      </dgm:t>
    </dgm:pt>
    <dgm:pt modelId="{EBA7017A-F7A6-4D9F-843B-01C02FD18C5B}" type="pres">
      <dgm:prSet presAssocID="{7619ECBD-1B06-4413-9287-41F5C221E9B2}" presName="root1" presStyleCnt="0"/>
      <dgm:spPr/>
    </dgm:pt>
    <dgm:pt modelId="{5A2036BD-28B1-47A2-8950-B30AD0C87495}" type="pres">
      <dgm:prSet presAssocID="{7619ECBD-1B06-4413-9287-41F5C221E9B2}" presName="LevelOneTextNode" presStyleLbl="node0" presStyleIdx="0" presStyleCnt="1">
        <dgm:presLayoutVars>
          <dgm:chPref val="3"/>
        </dgm:presLayoutVars>
      </dgm:prSet>
      <dgm:spPr/>
      <dgm:t>
        <a:bodyPr/>
        <a:lstStyle/>
        <a:p>
          <a:endParaRPr lang="en-US"/>
        </a:p>
      </dgm:t>
    </dgm:pt>
    <dgm:pt modelId="{C9521A5F-2124-4041-8418-F0A57DEAB5AA}" type="pres">
      <dgm:prSet presAssocID="{7619ECBD-1B06-4413-9287-41F5C221E9B2}" presName="level2hierChild" presStyleCnt="0"/>
      <dgm:spPr/>
    </dgm:pt>
    <dgm:pt modelId="{4CDB22AB-2A8B-40A4-BFFC-C3B361EBAD77}" type="pres">
      <dgm:prSet presAssocID="{767B83B0-C468-47AC-98E8-93B396EEDD03}" presName="conn2-1" presStyleLbl="parChTrans1D2" presStyleIdx="0" presStyleCnt="3"/>
      <dgm:spPr/>
      <dgm:t>
        <a:bodyPr/>
        <a:lstStyle/>
        <a:p>
          <a:endParaRPr lang="en-US"/>
        </a:p>
      </dgm:t>
    </dgm:pt>
    <dgm:pt modelId="{906824CC-0E71-44F5-8D65-D76CA2DBBC51}" type="pres">
      <dgm:prSet presAssocID="{767B83B0-C468-47AC-98E8-93B396EEDD03}" presName="connTx" presStyleLbl="parChTrans1D2" presStyleIdx="0" presStyleCnt="3"/>
      <dgm:spPr/>
      <dgm:t>
        <a:bodyPr/>
        <a:lstStyle/>
        <a:p>
          <a:endParaRPr lang="en-US"/>
        </a:p>
      </dgm:t>
    </dgm:pt>
    <dgm:pt modelId="{8FE24D98-B226-46BA-95E4-126040D5FAFA}" type="pres">
      <dgm:prSet presAssocID="{D011F554-60B5-47EC-A611-3A7434162846}" presName="root2" presStyleCnt="0"/>
      <dgm:spPr/>
    </dgm:pt>
    <dgm:pt modelId="{F6FB5295-9529-4704-9BC6-BB7327F79681}" type="pres">
      <dgm:prSet presAssocID="{D011F554-60B5-47EC-A611-3A7434162846}" presName="LevelTwoTextNode" presStyleLbl="node2" presStyleIdx="0" presStyleCnt="3" custScaleX="178941" custScaleY="130721">
        <dgm:presLayoutVars>
          <dgm:chPref val="3"/>
        </dgm:presLayoutVars>
      </dgm:prSet>
      <dgm:spPr/>
      <dgm:t>
        <a:bodyPr/>
        <a:lstStyle/>
        <a:p>
          <a:endParaRPr lang="en-US"/>
        </a:p>
      </dgm:t>
    </dgm:pt>
    <dgm:pt modelId="{7B44963F-DCFC-4604-9927-922C0995AFDF}" type="pres">
      <dgm:prSet presAssocID="{D011F554-60B5-47EC-A611-3A7434162846}" presName="level3hierChild" presStyleCnt="0"/>
      <dgm:spPr/>
    </dgm:pt>
    <dgm:pt modelId="{5BE4EBA2-87D2-4FD8-B6F8-F63763B1BB97}" type="pres">
      <dgm:prSet presAssocID="{1E57602C-87C1-4145-A5BE-4875B852D188}" presName="conn2-1" presStyleLbl="parChTrans1D2" presStyleIdx="1" presStyleCnt="3"/>
      <dgm:spPr/>
      <dgm:t>
        <a:bodyPr/>
        <a:lstStyle/>
        <a:p>
          <a:endParaRPr lang="en-US"/>
        </a:p>
      </dgm:t>
    </dgm:pt>
    <dgm:pt modelId="{C08756AD-2408-4544-A31F-6F70E322FCA3}" type="pres">
      <dgm:prSet presAssocID="{1E57602C-87C1-4145-A5BE-4875B852D188}" presName="connTx" presStyleLbl="parChTrans1D2" presStyleIdx="1" presStyleCnt="3"/>
      <dgm:spPr/>
      <dgm:t>
        <a:bodyPr/>
        <a:lstStyle/>
        <a:p>
          <a:endParaRPr lang="en-US"/>
        </a:p>
      </dgm:t>
    </dgm:pt>
    <dgm:pt modelId="{BB57E73B-C55D-4975-8FD2-C92161ACE1E3}" type="pres">
      <dgm:prSet presAssocID="{7F2644C7-CD4A-48B6-9295-3EF51640C832}" presName="root2" presStyleCnt="0"/>
      <dgm:spPr/>
    </dgm:pt>
    <dgm:pt modelId="{5605C233-11D8-4AEB-948C-11D75975D535}" type="pres">
      <dgm:prSet presAssocID="{7F2644C7-CD4A-48B6-9295-3EF51640C832}" presName="LevelTwoTextNode" presStyleLbl="node2" presStyleIdx="1" presStyleCnt="3" custScaleX="178941" custScaleY="130721">
        <dgm:presLayoutVars>
          <dgm:chPref val="3"/>
        </dgm:presLayoutVars>
      </dgm:prSet>
      <dgm:spPr/>
      <dgm:t>
        <a:bodyPr/>
        <a:lstStyle/>
        <a:p>
          <a:endParaRPr lang="en-US"/>
        </a:p>
      </dgm:t>
    </dgm:pt>
    <dgm:pt modelId="{42B56764-5755-496C-996A-A001DF338DE5}" type="pres">
      <dgm:prSet presAssocID="{7F2644C7-CD4A-48B6-9295-3EF51640C832}" presName="level3hierChild" presStyleCnt="0"/>
      <dgm:spPr/>
    </dgm:pt>
    <dgm:pt modelId="{ACA47142-B88B-424F-A650-0D5A765C6628}" type="pres">
      <dgm:prSet presAssocID="{F58F2742-42F9-4589-A89E-888DEE75E88B}" presName="conn2-1" presStyleLbl="parChTrans1D2" presStyleIdx="2" presStyleCnt="3"/>
      <dgm:spPr/>
      <dgm:t>
        <a:bodyPr/>
        <a:lstStyle/>
        <a:p>
          <a:endParaRPr lang="en-US"/>
        </a:p>
      </dgm:t>
    </dgm:pt>
    <dgm:pt modelId="{51F71247-720B-4CD3-8D74-16A6453D7F3E}" type="pres">
      <dgm:prSet presAssocID="{F58F2742-42F9-4589-A89E-888DEE75E88B}" presName="connTx" presStyleLbl="parChTrans1D2" presStyleIdx="2" presStyleCnt="3"/>
      <dgm:spPr/>
      <dgm:t>
        <a:bodyPr/>
        <a:lstStyle/>
        <a:p>
          <a:endParaRPr lang="en-US"/>
        </a:p>
      </dgm:t>
    </dgm:pt>
    <dgm:pt modelId="{493042F3-1179-437D-BA61-6744EA085466}" type="pres">
      <dgm:prSet presAssocID="{E26B387A-D667-44E1-BEBF-2762AA643626}" presName="root2" presStyleCnt="0"/>
      <dgm:spPr/>
    </dgm:pt>
    <dgm:pt modelId="{CDD4B805-11D4-4C44-BB62-4EF6B585C3F2}" type="pres">
      <dgm:prSet presAssocID="{E26B387A-D667-44E1-BEBF-2762AA643626}" presName="LevelTwoTextNode" presStyleLbl="node2" presStyleIdx="2" presStyleCnt="3" custScaleX="178941" custScaleY="130721">
        <dgm:presLayoutVars>
          <dgm:chPref val="3"/>
        </dgm:presLayoutVars>
      </dgm:prSet>
      <dgm:spPr/>
      <dgm:t>
        <a:bodyPr/>
        <a:lstStyle/>
        <a:p>
          <a:endParaRPr lang="en-US"/>
        </a:p>
      </dgm:t>
    </dgm:pt>
    <dgm:pt modelId="{8ADD05F6-684E-467A-BC4D-2C580D82FA5B}" type="pres">
      <dgm:prSet presAssocID="{E26B387A-D667-44E1-BEBF-2762AA643626}" presName="level3hierChild" presStyleCnt="0"/>
      <dgm:spPr/>
    </dgm:pt>
  </dgm:ptLst>
  <dgm:cxnLst>
    <dgm:cxn modelId="{35D2744E-6236-4AA5-A37D-6F7F6B86A092}" type="presOf" srcId="{1E57602C-87C1-4145-A5BE-4875B852D188}" destId="{5BE4EBA2-87D2-4FD8-B6F8-F63763B1BB97}" srcOrd="0" destOrd="0" presId="urn:microsoft.com/office/officeart/2008/layout/HorizontalMultiLevelHierarchy"/>
    <dgm:cxn modelId="{D83E296C-5A5C-41F4-A9FA-CF0D23A46E30}" srcId="{7619ECBD-1B06-4413-9287-41F5C221E9B2}" destId="{D011F554-60B5-47EC-A611-3A7434162846}" srcOrd="0" destOrd="0" parTransId="{767B83B0-C468-47AC-98E8-93B396EEDD03}" sibTransId="{B86DFDD8-CAD5-4445-883A-45AFF68DF88B}"/>
    <dgm:cxn modelId="{D7435D0D-6F35-4B28-A47A-5BD987F6DFB7}" type="presOf" srcId="{767B83B0-C468-47AC-98E8-93B396EEDD03}" destId="{906824CC-0E71-44F5-8D65-D76CA2DBBC51}" srcOrd="1" destOrd="0" presId="urn:microsoft.com/office/officeart/2008/layout/HorizontalMultiLevelHierarchy"/>
    <dgm:cxn modelId="{8792D61F-F7CA-47CD-A082-4B6357B0308E}" srcId="{7619ECBD-1B06-4413-9287-41F5C221E9B2}" destId="{7F2644C7-CD4A-48B6-9295-3EF51640C832}" srcOrd="1" destOrd="0" parTransId="{1E57602C-87C1-4145-A5BE-4875B852D188}" sibTransId="{3E221BBA-9D25-40C0-A598-BE29FF270CB6}"/>
    <dgm:cxn modelId="{72C69B63-AFB9-409C-8EA6-C68319BED055}" type="presOf" srcId="{767B83B0-C468-47AC-98E8-93B396EEDD03}" destId="{4CDB22AB-2A8B-40A4-BFFC-C3B361EBAD77}" srcOrd="0" destOrd="0" presId="urn:microsoft.com/office/officeart/2008/layout/HorizontalMultiLevelHierarchy"/>
    <dgm:cxn modelId="{072B717C-E873-40A1-AE7E-F9F63D45CD8C}" type="presOf" srcId="{D011F554-60B5-47EC-A611-3A7434162846}" destId="{F6FB5295-9529-4704-9BC6-BB7327F79681}" srcOrd="0" destOrd="0" presId="urn:microsoft.com/office/officeart/2008/layout/HorizontalMultiLevelHierarchy"/>
    <dgm:cxn modelId="{545B312A-B840-490E-96FF-A1F13533B935}" type="presOf" srcId="{7619ECBD-1B06-4413-9287-41F5C221E9B2}" destId="{5A2036BD-28B1-47A2-8950-B30AD0C87495}" srcOrd="0" destOrd="0" presId="urn:microsoft.com/office/officeart/2008/layout/HorizontalMultiLevelHierarchy"/>
    <dgm:cxn modelId="{F8CFC647-07F5-4671-A822-59CA92A5EC72}" srcId="{7619ECBD-1B06-4413-9287-41F5C221E9B2}" destId="{E26B387A-D667-44E1-BEBF-2762AA643626}" srcOrd="2" destOrd="0" parTransId="{F58F2742-42F9-4589-A89E-888DEE75E88B}" sibTransId="{127B940F-BE1D-4812-87C9-0215B8BA2C50}"/>
    <dgm:cxn modelId="{B8CAD6AB-C64B-4509-9B23-0C5FD3E8E95A}" type="presOf" srcId="{F58F2742-42F9-4589-A89E-888DEE75E88B}" destId="{51F71247-720B-4CD3-8D74-16A6453D7F3E}" srcOrd="1" destOrd="0" presId="urn:microsoft.com/office/officeart/2008/layout/HorizontalMultiLevelHierarchy"/>
    <dgm:cxn modelId="{89B770BC-BF20-45FA-88F0-8693320E81D6}" type="presOf" srcId="{E26B387A-D667-44E1-BEBF-2762AA643626}" destId="{CDD4B805-11D4-4C44-BB62-4EF6B585C3F2}" srcOrd="0" destOrd="0" presId="urn:microsoft.com/office/officeart/2008/layout/HorizontalMultiLevelHierarchy"/>
    <dgm:cxn modelId="{539273AE-B292-4581-98A7-1BE3D31A2735}" srcId="{057DBE11-6671-46DC-80FC-0A4A272FB7B5}" destId="{7619ECBD-1B06-4413-9287-41F5C221E9B2}" srcOrd="0" destOrd="0" parTransId="{2374D02E-217F-4634-9953-1CF9FCC38453}" sibTransId="{44D51568-FACA-411A-9B09-839BF865583A}"/>
    <dgm:cxn modelId="{B86710E2-4833-4C2E-9D90-9E07550A9B46}" type="presOf" srcId="{F58F2742-42F9-4589-A89E-888DEE75E88B}" destId="{ACA47142-B88B-424F-A650-0D5A765C6628}" srcOrd="0" destOrd="0" presId="urn:microsoft.com/office/officeart/2008/layout/HorizontalMultiLevelHierarchy"/>
    <dgm:cxn modelId="{1C9F797E-F8FF-4F58-93AA-F34C7B026EF4}" type="presOf" srcId="{057DBE11-6671-46DC-80FC-0A4A272FB7B5}" destId="{8F429131-CA47-40E4-958D-FA75F0196C89}" srcOrd="0" destOrd="0" presId="urn:microsoft.com/office/officeart/2008/layout/HorizontalMultiLevelHierarchy"/>
    <dgm:cxn modelId="{161BCC56-CAE2-4D5C-BAC9-D5A00725C12B}" type="presOf" srcId="{1E57602C-87C1-4145-A5BE-4875B852D188}" destId="{C08756AD-2408-4544-A31F-6F70E322FCA3}" srcOrd="1" destOrd="0" presId="urn:microsoft.com/office/officeart/2008/layout/HorizontalMultiLevelHierarchy"/>
    <dgm:cxn modelId="{26B82A50-0CCE-4076-99CE-AE4C6C5D6826}" type="presOf" srcId="{7F2644C7-CD4A-48B6-9295-3EF51640C832}" destId="{5605C233-11D8-4AEB-948C-11D75975D535}" srcOrd="0" destOrd="0" presId="urn:microsoft.com/office/officeart/2008/layout/HorizontalMultiLevelHierarchy"/>
    <dgm:cxn modelId="{B7EC3409-73E1-41D5-80D6-CA6FCB71A5D0}" type="presParOf" srcId="{8F429131-CA47-40E4-958D-FA75F0196C89}" destId="{EBA7017A-F7A6-4D9F-843B-01C02FD18C5B}" srcOrd="0" destOrd="0" presId="urn:microsoft.com/office/officeart/2008/layout/HorizontalMultiLevelHierarchy"/>
    <dgm:cxn modelId="{C898A019-BE0F-4308-8ED3-31D965FFDDE1}" type="presParOf" srcId="{EBA7017A-F7A6-4D9F-843B-01C02FD18C5B}" destId="{5A2036BD-28B1-47A2-8950-B30AD0C87495}" srcOrd="0" destOrd="0" presId="urn:microsoft.com/office/officeart/2008/layout/HorizontalMultiLevelHierarchy"/>
    <dgm:cxn modelId="{10C4678D-D817-457F-BDFB-55C5ACF99DE5}" type="presParOf" srcId="{EBA7017A-F7A6-4D9F-843B-01C02FD18C5B}" destId="{C9521A5F-2124-4041-8418-F0A57DEAB5AA}" srcOrd="1" destOrd="0" presId="urn:microsoft.com/office/officeart/2008/layout/HorizontalMultiLevelHierarchy"/>
    <dgm:cxn modelId="{5452C399-D31E-419C-ACFB-588ACB810B94}" type="presParOf" srcId="{C9521A5F-2124-4041-8418-F0A57DEAB5AA}" destId="{4CDB22AB-2A8B-40A4-BFFC-C3B361EBAD77}" srcOrd="0" destOrd="0" presId="urn:microsoft.com/office/officeart/2008/layout/HorizontalMultiLevelHierarchy"/>
    <dgm:cxn modelId="{4E44A934-052E-4E44-9007-CEDDB39CE6B3}" type="presParOf" srcId="{4CDB22AB-2A8B-40A4-BFFC-C3B361EBAD77}" destId="{906824CC-0E71-44F5-8D65-D76CA2DBBC51}" srcOrd="0" destOrd="0" presId="urn:microsoft.com/office/officeart/2008/layout/HorizontalMultiLevelHierarchy"/>
    <dgm:cxn modelId="{9FC33ADB-7611-4757-8833-B88B6B43727E}" type="presParOf" srcId="{C9521A5F-2124-4041-8418-F0A57DEAB5AA}" destId="{8FE24D98-B226-46BA-95E4-126040D5FAFA}" srcOrd="1" destOrd="0" presId="urn:microsoft.com/office/officeart/2008/layout/HorizontalMultiLevelHierarchy"/>
    <dgm:cxn modelId="{318EFF4C-4DF7-4485-8ED9-ECCE058F7050}" type="presParOf" srcId="{8FE24D98-B226-46BA-95E4-126040D5FAFA}" destId="{F6FB5295-9529-4704-9BC6-BB7327F79681}" srcOrd="0" destOrd="0" presId="urn:microsoft.com/office/officeart/2008/layout/HorizontalMultiLevelHierarchy"/>
    <dgm:cxn modelId="{5485C148-F2E5-4F77-BF3E-E2215689E99E}" type="presParOf" srcId="{8FE24D98-B226-46BA-95E4-126040D5FAFA}" destId="{7B44963F-DCFC-4604-9927-922C0995AFDF}" srcOrd="1" destOrd="0" presId="urn:microsoft.com/office/officeart/2008/layout/HorizontalMultiLevelHierarchy"/>
    <dgm:cxn modelId="{061B2F9D-4D52-4DA8-B88A-891DC4D7169A}" type="presParOf" srcId="{C9521A5F-2124-4041-8418-F0A57DEAB5AA}" destId="{5BE4EBA2-87D2-4FD8-B6F8-F63763B1BB97}" srcOrd="2" destOrd="0" presId="urn:microsoft.com/office/officeart/2008/layout/HorizontalMultiLevelHierarchy"/>
    <dgm:cxn modelId="{DAB76EF9-4A25-4C41-AFC1-DCFE93184D85}" type="presParOf" srcId="{5BE4EBA2-87D2-4FD8-B6F8-F63763B1BB97}" destId="{C08756AD-2408-4544-A31F-6F70E322FCA3}" srcOrd="0" destOrd="0" presId="urn:microsoft.com/office/officeart/2008/layout/HorizontalMultiLevelHierarchy"/>
    <dgm:cxn modelId="{ACE0F3A9-7F1D-4A99-9AF7-F2C658193A42}" type="presParOf" srcId="{C9521A5F-2124-4041-8418-F0A57DEAB5AA}" destId="{BB57E73B-C55D-4975-8FD2-C92161ACE1E3}" srcOrd="3" destOrd="0" presId="urn:microsoft.com/office/officeart/2008/layout/HorizontalMultiLevelHierarchy"/>
    <dgm:cxn modelId="{B4674F6C-C7AB-4579-B71E-ADBC87A8B370}" type="presParOf" srcId="{BB57E73B-C55D-4975-8FD2-C92161ACE1E3}" destId="{5605C233-11D8-4AEB-948C-11D75975D535}" srcOrd="0" destOrd="0" presId="urn:microsoft.com/office/officeart/2008/layout/HorizontalMultiLevelHierarchy"/>
    <dgm:cxn modelId="{AE13F2E4-8293-4C9C-A2E1-D4CA002C79AA}" type="presParOf" srcId="{BB57E73B-C55D-4975-8FD2-C92161ACE1E3}" destId="{42B56764-5755-496C-996A-A001DF338DE5}" srcOrd="1" destOrd="0" presId="urn:microsoft.com/office/officeart/2008/layout/HorizontalMultiLevelHierarchy"/>
    <dgm:cxn modelId="{85B4BD91-21E7-4B6A-9B28-216CF3804A4D}" type="presParOf" srcId="{C9521A5F-2124-4041-8418-F0A57DEAB5AA}" destId="{ACA47142-B88B-424F-A650-0D5A765C6628}" srcOrd="4" destOrd="0" presId="urn:microsoft.com/office/officeart/2008/layout/HorizontalMultiLevelHierarchy"/>
    <dgm:cxn modelId="{44AA1921-03E4-4786-A5B3-67EB71157307}" type="presParOf" srcId="{ACA47142-B88B-424F-A650-0D5A765C6628}" destId="{51F71247-720B-4CD3-8D74-16A6453D7F3E}" srcOrd="0" destOrd="0" presId="urn:microsoft.com/office/officeart/2008/layout/HorizontalMultiLevelHierarchy"/>
    <dgm:cxn modelId="{6ADF825E-997D-4566-84D6-9C3B8D3B3E02}" type="presParOf" srcId="{C9521A5F-2124-4041-8418-F0A57DEAB5AA}" destId="{493042F3-1179-437D-BA61-6744EA085466}" srcOrd="5" destOrd="0" presId="urn:microsoft.com/office/officeart/2008/layout/HorizontalMultiLevelHierarchy"/>
    <dgm:cxn modelId="{2689D050-C287-4F5C-BE28-6C5A21599F39}" type="presParOf" srcId="{493042F3-1179-437D-BA61-6744EA085466}" destId="{CDD4B805-11D4-4C44-BB62-4EF6B585C3F2}" srcOrd="0" destOrd="0" presId="urn:microsoft.com/office/officeart/2008/layout/HorizontalMultiLevelHierarchy"/>
    <dgm:cxn modelId="{A5EBF626-11A5-40CE-BC97-0BEA22D67017}" type="presParOf" srcId="{493042F3-1179-437D-BA61-6744EA085466}" destId="{8ADD05F6-684E-467A-BC4D-2C580D82FA5B}" srcOrd="1" destOrd="0" presId="urn:microsoft.com/office/officeart/2008/layout/HorizontalMultiLevelHierarchy"/>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057DBE11-6671-46DC-80FC-0A4A272FB7B5}"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7619ECBD-1B06-4413-9287-41F5C221E9B2}">
      <dgm:prSet phldrT="[Text]" custT="1"/>
      <dgm:spPr/>
      <dgm:t>
        <a:bodyPr/>
        <a:lstStyle/>
        <a:p>
          <a:r>
            <a:rPr lang="ar-SA" sz="2400" b="1" dirty="0" smtClean="0"/>
            <a:t>أغراض استخدام الحاسب الآلي:</a:t>
          </a:r>
          <a:endParaRPr lang="en-US" sz="2400" dirty="0"/>
        </a:p>
      </dgm:t>
    </dgm:pt>
    <dgm:pt modelId="{2374D02E-217F-4634-9953-1CF9FCC38453}" type="parTrans" cxnId="{539273AE-B292-4581-98A7-1BE3D31A2735}">
      <dgm:prSet/>
      <dgm:spPr/>
      <dgm:t>
        <a:bodyPr/>
        <a:lstStyle/>
        <a:p>
          <a:endParaRPr lang="en-US"/>
        </a:p>
      </dgm:t>
    </dgm:pt>
    <dgm:pt modelId="{44D51568-FACA-411A-9B09-839BF865583A}" type="sibTrans" cxnId="{539273AE-B292-4581-98A7-1BE3D31A2735}">
      <dgm:prSet/>
      <dgm:spPr/>
      <dgm:t>
        <a:bodyPr/>
        <a:lstStyle/>
        <a:p>
          <a:endParaRPr lang="en-US"/>
        </a:p>
      </dgm:t>
    </dgm:pt>
    <dgm:pt modelId="{D011F554-60B5-47EC-A611-3A7434162846}">
      <dgm:prSet phldrT="[Text]" custT="1"/>
      <dgm:spPr>
        <a:solidFill>
          <a:schemeClr val="accent2"/>
        </a:solidFill>
      </dgm:spPr>
      <dgm:t>
        <a:bodyPr/>
        <a:lstStyle/>
        <a:p>
          <a:r>
            <a:rPr lang="ar-SA" sz="3200" b="1" dirty="0" smtClean="0"/>
            <a:t>تقسيم المادة المدروسة إلى سلسلة من التتابعات</a:t>
          </a:r>
          <a:endParaRPr lang="en-US" sz="3200" b="1" dirty="0">
            <a:latin typeface="Bebas Neue" panose="020B0606020202050201" pitchFamily="34" charset="0"/>
          </a:endParaRPr>
        </a:p>
      </dgm:t>
    </dgm:pt>
    <dgm:pt modelId="{767B83B0-C468-47AC-98E8-93B396EEDD03}" type="parTrans" cxnId="{D83E296C-5A5C-41F4-A9FA-CF0D23A46E30}">
      <dgm:prSet/>
      <dgm:spPr>
        <a:solidFill>
          <a:schemeClr val="tx2">
            <a:lumMod val="50000"/>
          </a:schemeClr>
        </a:solidFill>
        <a:ln>
          <a:solidFill>
            <a:schemeClr val="tx2">
              <a:lumMod val="50000"/>
            </a:schemeClr>
          </a:solidFill>
        </a:ln>
      </dgm:spPr>
      <dgm:t>
        <a:bodyPr/>
        <a:lstStyle/>
        <a:p>
          <a:endParaRPr lang="en-US"/>
        </a:p>
      </dgm:t>
    </dgm:pt>
    <dgm:pt modelId="{B86DFDD8-CAD5-4445-883A-45AFF68DF88B}" type="sibTrans" cxnId="{D83E296C-5A5C-41F4-A9FA-CF0D23A46E30}">
      <dgm:prSet/>
      <dgm:spPr/>
      <dgm:t>
        <a:bodyPr/>
        <a:lstStyle/>
        <a:p>
          <a:endParaRPr lang="en-US"/>
        </a:p>
      </dgm:t>
    </dgm:pt>
    <dgm:pt modelId="{7F2644C7-CD4A-48B6-9295-3EF51640C832}">
      <dgm:prSet phldrT="[Text]" custT="1"/>
      <dgm:spPr>
        <a:solidFill>
          <a:schemeClr val="accent3"/>
        </a:solidFill>
      </dgm:spPr>
      <dgm:t>
        <a:bodyPr/>
        <a:lstStyle/>
        <a:p>
          <a:r>
            <a:rPr lang="ar-SA" sz="3200" dirty="0" smtClean="0"/>
            <a:t>تحسين نتائج وفعالية عملية التعلم للطلاب</a:t>
          </a:r>
          <a:endParaRPr lang="en-US" sz="3200" b="1" dirty="0"/>
        </a:p>
      </dgm:t>
    </dgm:pt>
    <dgm:pt modelId="{1E57602C-87C1-4145-A5BE-4875B852D188}" type="parTrans" cxnId="{8792D61F-F7CA-47CD-A082-4B6357B0308E}">
      <dgm:prSet/>
      <dgm:spPr>
        <a:ln>
          <a:solidFill>
            <a:schemeClr val="tx2">
              <a:lumMod val="50000"/>
            </a:schemeClr>
          </a:solidFill>
        </a:ln>
      </dgm:spPr>
      <dgm:t>
        <a:bodyPr/>
        <a:lstStyle/>
        <a:p>
          <a:endParaRPr lang="en-US"/>
        </a:p>
      </dgm:t>
    </dgm:pt>
    <dgm:pt modelId="{3E221BBA-9D25-40C0-A598-BE29FF270CB6}" type="sibTrans" cxnId="{8792D61F-F7CA-47CD-A082-4B6357B0308E}">
      <dgm:prSet/>
      <dgm:spPr/>
      <dgm:t>
        <a:bodyPr/>
        <a:lstStyle/>
        <a:p>
          <a:endParaRPr lang="en-US"/>
        </a:p>
      </dgm:t>
    </dgm:pt>
    <dgm:pt modelId="{8F429131-CA47-40E4-958D-FA75F0196C89}" type="pres">
      <dgm:prSet presAssocID="{057DBE11-6671-46DC-80FC-0A4A272FB7B5}" presName="Name0" presStyleCnt="0">
        <dgm:presLayoutVars>
          <dgm:chPref val="1"/>
          <dgm:dir/>
          <dgm:animOne val="branch"/>
          <dgm:animLvl val="lvl"/>
          <dgm:resizeHandles val="exact"/>
        </dgm:presLayoutVars>
      </dgm:prSet>
      <dgm:spPr/>
      <dgm:t>
        <a:bodyPr/>
        <a:lstStyle/>
        <a:p>
          <a:endParaRPr lang="en-US"/>
        </a:p>
      </dgm:t>
    </dgm:pt>
    <dgm:pt modelId="{EBA7017A-F7A6-4D9F-843B-01C02FD18C5B}" type="pres">
      <dgm:prSet presAssocID="{7619ECBD-1B06-4413-9287-41F5C221E9B2}" presName="root1" presStyleCnt="0"/>
      <dgm:spPr/>
    </dgm:pt>
    <dgm:pt modelId="{5A2036BD-28B1-47A2-8950-B30AD0C87495}" type="pres">
      <dgm:prSet presAssocID="{7619ECBD-1B06-4413-9287-41F5C221E9B2}" presName="LevelOneTextNode" presStyleLbl="node0" presStyleIdx="0" presStyleCnt="1">
        <dgm:presLayoutVars>
          <dgm:chPref val="3"/>
        </dgm:presLayoutVars>
      </dgm:prSet>
      <dgm:spPr/>
      <dgm:t>
        <a:bodyPr/>
        <a:lstStyle/>
        <a:p>
          <a:endParaRPr lang="en-US"/>
        </a:p>
      </dgm:t>
    </dgm:pt>
    <dgm:pt modelId="{C9521A5F-2124-4041-8418-F0A57DEAB5AA}" type="pres">
      <dgm:prSet presAssocID="{7619ECBD-1B06-4413-9287-41F5C221E9B2}" presName="level2hierChild" presStyleCnt="0"/>
      <dgm:spPr/>
    </dgm:pt>
    <dgm:pt modelId="{4CDB22AB-2A8B-40A4-BFFC-C3B361EBAD77}" type="pres">
      <dgm:prSet presAssocID="{767B83B0-C468-47AC-98E8-93B396EEDD03}" presName="conn2-1" presStyleLbl="parChTrans1D2" presStyleIdx="0" presStyleCnt="2"/>
      <dgm:spPr/>
      <dgm:t>
        <a:bodyPr/>
        <a:lstStyle/>
        <a:p>
          <a:endParaRPr lang="en-US"/>
        </a:p>
      </dgm:t>
    </dgm:pt>
    <dgm:pt modelId="{906824CC-0E71-44F5-8D65-D76CA2DBBC51}" type="pres">
      <dgm:prSet presAssocID="{767B83B0-C468-47AC-98E8-93B396EEDD03}" presName="connTx" presStyleLbl="parChTrans1D2" presStyleIdx="0" presStyleCnt="2"/>
      <dgm:spPr/>
      <dgm:t>
        <a:bodyPr/>
        <a:lstStyle/>
        <a:p>
          <a:endParaRPr lang="en-US"/>
        </a:p>
      </dgm:t>
    </dgm:pt>
    <dgm:pt modelId="{8FE24D98-B226-46BA-95E4-126040D5FAFA}" type="pres">
      <dgm:prSet presAssocID="{D011F554-60B5-47EC-A611-3A7434162846}" presName="root2" presStyleCnt="0"/>
      <dgm:spPr/>
    </dgm:pt>
    <dgm:pt modelId="{F6FB5295-9529-4704-9BC6-BB7327F79681}" type="pres">
      <dgm:prSet presAssocID="{D011F554-60B5-47EC-A611-3A7434162846}" presName="LevelTwoTextNode" presStyleLbl="node2" presStyleIdx="0" presStyleCnt="2" custScaleX="178941" custScaleY="130721">
        <dgm:presLayoutVars>
          <dgm:chPref val="3"/>
        </dgm:presLayoutVars>
      </dgm:prSet>
      <dgm:spPr/>
      <dgm:t>
        <a:bodyPr/>
        <a:lstStyle/>
        <a:p>
          <a:endParaRPr lang="en-US"/>
        </a:p>
      </dgm:t>
    </dgm:pt>
    <dgm:pt modelId="{7B44963F-DCFC-4604-9927-922C0995AFDF}" type="pres">
      <dgm:prSet presAssocID="{D011F554-60B5-47EC-A611-3A7434162846}" presName="level3hierChild" presStyleCnt="0"/>
      <dgm:spPr/>
    </dgm:pt>
    <dgm:pt modelId="{5BE4EBA2-87D2-4FD8-B6F8-F63763B1BB97}" type="pres">
      <dgm:prSet presAssocID="{1E57602C-87C1-4145-A5BE-4875B852D188}" presName="conn2-1" presStyleLbl="parChTrans1D2" presStyleIdx="1" presStyleCnt="2"/>
      <dgm:spPr/>
      <dgm:t>
        <a:bodyPr/>
        <a:lstStyle/>
        <a:p>
          <a:endParaRPr lang="en-US"/>
        </a:p>
      </dgm:t>
    </dgm:pt>
    <dgm:pt modelId="{C08756AD-2408-4544-A31F-6F70E322FCA3}" type="pres">
      <dgm:prSet presAssocID="{1E57602C-87C1-4145-A5BE-4875B852D188}" presName="connTx" presStyleLbl="parChTrans1D2" presStyleIdx="1" presStyleCnt="2"/>
      <dgm:spPr/>
      <dgm:t>
        <a:bodyPr/>
        <a:lstStyle/>
        <a:p>
          <a:endParaRPr lang="en-US"/>
        </a:p>
      </dgm:t>
    </dgm:pt>
    <dgm:pt modelId="{BB57E73B-C55D-4975-8FD2-C92161ACE1E3}" type="pres">
      <dgm:prSet presAssocID="{7F2644C7-CD4A-48B6-9295-3EF51640C832}" presName="root2" presStyleCnt="0"/>
      <dgm:spPr/>
    </dgm:pt>
    <dgm:pt modelId="{5605C233-11D8-4AEB-948C-11D75975D535}" type="pres">
      <dgm:prSet presAssocID="{7F2644C7-CD4A-48B6-9295-3EF51640C832}" presName="LevelTwoTextNode" presStyleLbl="node2" presStyleIdx="1" presStyleCnt="2" custScaleX="178941" custScaleY="130721">
        <dgm:presLayoutVars>
          <dgm:chPref val="3"/>
        </dgm:presLayoutVars>
      </dgm:prSet>
      <dgm:spPr/>
      <dgm:t>
        <a:bodyPr/>
        <a:lstStyle/>
        <a:p>
          <a:endParaRPr lang="en-US"/>
        </a:p>
      </dgm:t>
    </dgm:pt>
    <dgm:pt modelId="{42B56764-5755-496C-996A-A001DF338DE5}" type="pres">
      <dgm:prSet presAssocID="{7F2644C7-CD4A-48B6-9295-3EF51640C832}" presName="level3hierChild" presStyleCnt="0"/>
      <dgm:spPr/>
    </dgm:pt>
  </dgm:ptLst>
  <dgm:cxnLst>
    <dgm:cxn modelId="{D83E296C-5A5C-41F4-A9FA-CF0D23A46E30}" srcId="{7619ECBD-1B06-4413-9287-41F5C221E9B2}" destId="{D011F554-60B5-47EC-A611-3A7434162846}" srcOrd="0" destOrd="0" parTransId="{767B83B0-C468-47AC-98E8-93B396EEDD03}" sibTransId="{B86DFDD8-CAD5-4445-883A-45AFF68DF88B}"/>
    <dgm:cxn modelId="{E40098F4-99F8-492A-8326-774AE130C0EA}" type="presOf" srcId="{D011F554-60B5-47EC-A611-3A7434162846}" destId="{F6FB5295-9529-4704-9BC6-BB7327F79681}" srcOrd="0" destOrd="0" presId="urn:microsoft.com/office/officeart/2008/layout/HorizontalMultiLevelHierarchy"/>
    <dgm:cxn modelId="{8792D61F-F7CA-47CD-A082-4B6357B0308E}" srcId="{7619ECBD-1B06-4413-9287-41F5C221E9B2}" destId="{7F2644C7-CD4A-48B6-9295-3EF51640C832}" srcOrd="1" destOrd="0" parTransId="{1E57602C-87C1-4145-A5BE-4875B852D188}" sibTransId="{3E221BBA-9D25-40C0-A598-BE29FF270CB6}"/>
    <dgm:cxn modelId="{99217DCD-5B72-4A6B-AB41-2F687662414F}" type="presOf" srcId="{1E57602C-87C1-4145-A5BE-4875B852D188}" destId="{C08756AD-2408-4544-A31F-6F70E322FCA3}" srcOrd="1" destOrd="0" presId="urn:microsoft.com/office/officeart/2008/layout/HorizontalMultiLevelHierarchy"/>
    <dgm:cxn modelId="{D86E19CC-2A57-4193-ACC1-CCB21463D780}" type="presOf" srcId="{057DBE11-6671-46DC-80FC-0A4A272FB7B5}" destId="{8F429131-CA47-40E4-958D-FA75F0196C89}" srcOrd="0" destOrd="0" presId="urn:microsoft.com/office/officeart/2008/layout/HorizontalMultiLevelHierarchy"/>
    <dgm:cxn modelId="{E0066975-47A5-4A86-B6A8-EF6FB73930A3}" type="presOf" srcId="{767B83B0-C468-47AC-98E8-93B396EEDD03}" destId="{906824CC-0E71-44F5-8D65-D76CA2DBBC51}" srcOrd="1" destOrd="0" presId="urn:microsoft.com/office/officeart/2008/layout/HorizontalMultiLevelHierarchy"/>
    <dgm:cxn modelId="{1C818155-909B-48C1-966E-326FFD0AA546}" type="presOf" srcId="{767B83B0-C468-47AC-98E8-93B396EEDD03}" destId="{4CDB22AB-2A8B-40A4-BFFC-C3B361EBAD77}" srcOrd="0" destOrd="0" presId="urn:microsoft.com/office/officeart/2008/layout/HorizontalMultiLevelHierarchy"/>
    <dgm:cxn modelId="{387370A2-11A8-4E3A-A10D-97E6939E3E05}" type="presOf" srcId="{7F2644C7-CD4A-48B6-9295-3EF51640C832}" destId="{5605C233-11D8-4AEB-948C-11D75975D535}" srcOrd="0" destOrd="0" presId="urn:microsoft.com/office/officeart/2008/layout/HorizontalMultiLevelHierarchy"/>
    <dgm:cxn modelId="{539273AE-B292-4581-98A7-1BE3D31A2735}" srcId="{057DBE11-6671-46DC-80FC-0A4A272FB7B5}" destId="{7619ECBD-1B06-4413-9287-41F5C221E9B2}" srcOrd="0" destOrd="0" parTransId="{2374D02E-217F-4634-9953-1CF9FCC38453}" sibTransId="{44D51568-FACA-411A-9B09-839BF865583A}"/>
    <dgm:cxn modelId="{D8AEA5EF-F3BF-4A52-9D66-14803BB1AF97}" type="presOf" srcId="{1E57602C-87C1-4145-A5BE-4875B852D188}" destId="{5BE4EBA2-87D2-4FD8-B6F8-F63763B1BB97}" srcOrd="0" destOrd="0" presId="urn:microsoft.com/office/officeart/2008/layout/HorizontalMultiLevelHierarchy"/>
    <dgm:cxn modelId="{DA2F4768-160E-4E2F-847E-CC0B281EB8D0}" type="presOf" srcId="{7619ECBD-1B06-4413-9287-41F5C221E9B2}" destId="{5A2036BD-28B1-47A2-8950-B30AD0C87495}" srcOrd="0" destOrd="0" presId="urn:microsoft.com/office/officeart/2008/layout/HorizontalMultiLevelHierarchy"/>
    <dgm:cxn modelId="{8699B000-ECFB-4DDD-BFD9-D72E0BE6568C}" type="presParOf" srcId="{8F429131-CA47-40E4-958D-FA75F0196C89}" destId="{EBA7017A-F7A6-4D9F-843B-01C02FD18C5B}" srcOrd="0" destOrd="0" presId="urn:microsoft.com/office/officeart/2008/layout/HorizontalMultiLevelHierarchy"/>
    <dgm:cxn modelId="{2BC0E7DF-5FC4-4C86-ACB2-7ED81BF3E358}" type="presParOf" srcId="{EBA7017A-F7A6-4D9F-843B-01C02FD18C5B}" destId="{5A2036BD-28B1-47A2-8950-B30AD0C87495}" srcOrd="0" destOrd="0" presId="urn:microsoft.com/office/officeart/2008/layout/HorizontalMultiLevelHierarchy"/>
    <dgm:cxn modelId="{5FF62693-27EC-4DB2-A909-C161804E04D8}" type="presParOf" srcId="{EBA7017A-F7A6-4D9F-843B-01C02FD18C5B}" destId="{C9521A5F-2124-4041-8418-F0A57DEAB5AA}" srcOrd="1" destOrd="0" presId="urn:microsoft.com/office/officeart/2008/layout/HorizontalMultiLevelHierarchy"/>
    <dgm:cxn modelId="{99DDEF05-7E15-4A70-B7FC-9F2C6CF7C75D}" type="presParOf" srcId="{C9521A5F-2124-4041-8418-F0A57DEAB5AA}" destId="{4CDB22AB-2A8B-40A4-BFFC-C3B361EBAD77}" srcOrd="0" destOrd="0" presId="urn:microsoft.com/office/officeart/2008/layout/HorizontalMultiLevelHierarchy"/>
    <dgm:cxn modelId="{37B87954-D870-4FE7-87DD-F1AF69545EAA}" type="presParOf" srcId="{4CDB22AB-2A8B-40A4-BFFC-C3B361EBAD77}" destId="{906824CC-0E71-44F5-8D65-D76CA2DBBC51}" srcOrd="0" destOrd="0" presId="urn:microsoft.com/office/officeart/2008/layout/HorizontalMultiLevelHierarchy"/>
    <dgm:cxn modelId="{86FA59B0-DCD1-4489-A7C4-F0FC1573CAA4}" type="presParOf" srcId="{C9521A5F-2124-4041-8418-F0A57DEAB5AA}" destId="{8FE24D98-B226-46BA-95E4-126040D5FAFA}" srcOrd="1" destOrd="0" presId="urn:microsoft.com/office/officeart/2008/layout/HorizontalMultiLevelHierarchy"/>
    <dgm:cxn modelId="{C78E5FF0-54A9-4E2C-B682-B77A314720DE}" type="presParOf" srcId="{8FE24D98-B226-46BA-95E4-126040D5FAFA}" destId="{F6FB5295-9529-4704-9BC6-BB7327F79681}" srcOrd="0" destOrd="0" presId="urn:microsoft.com/office/officeart/2008/layout/HorizontalMultiLevelHierarchy"/>
    <dgm:cxn modelId="{248703E0-7125-4111-A7F0-6BD6ED671584}" type="presParOf" srcId="{8FE24D98-B226-46BA-95E4-126040D5FAFA}" destId="{7B44963F-DCFC-4604-9927-922C0995AFDF}" srcOrd="1" destOrd="0" presId="urn:microsoft.com/office/officeart/2008/layout/HorizontalMultiLevelHierarchy"/>
    <dgm:cxn modelId="{5048BD40-013D-4241-BF28-8726B7966AFA}" type="presParOf" srcId="{C9521A5F-2124-4041-8418-F0A57DEAB5AA}" destId="{5BE4EBA2-87D2-4FD8-B6F8-F63763B1BB97}" srcOrd="2" destOrd="0" presId="urn:microsoft.com/office/officeart/2008/layout/HorizontalMultiLevelHierarchy"/>
    <dgm:cxn modelId="{22C14E11-2A06-48BD-979A-FA2C0D6E9375}" type="presParOf" srcId="{5BE4EBA2-87D2-4FD8-B6F8-F63763B1BB97}" destId="{C08756AD-2408-4544-A31F-6F70E322FCA3}" srcOrd="0" destOrd="0" presId="urn:microsoft.com/office/officeart/2008/layout/HorizontalMultiLevelHierarchy"/>
    <dgm:cxn modelId="{C5777534-6E87-457F-AC06-D17348AC27AC}" type="presParOf" srcId="{C9521A5F-2124-4041-8418-F0A57DEAB5AA}" destId="{BB57E73B-C55D-4975-8FD2-C92161ACE1E3}" srcOrd="3" destOrd="0" presId="urn:microsoft.com/office/officeart/2008/layout/HorizontalMultiLevelHierarchy"/>
    <dgm:cxn modelId="{1B1A35E7-AF81-48F4-9819-1918724B5AB7}" type="presParOf" srcId="{BB57E73B-C55D-4975-8FD2-C92161ACE1E3}" destId="{5605C233-11D8-4AEB-948C-11D75975D535}" srcOrd="0" destOrd="0" presId="urn:microsoft.com/office/officeart/2008/layout/HorizontalMultiLevelHierarchy"/>
    <dgm:cxn modelId="{F6ED02C1-15F1-4071-B77A-4A6F7A34EC2F}" type="presParOf" srcId="{BB57E73B-C55D-4975-8FD2-C92161ACE1E3}" destId="{42B56764-5755-496C-996A-A001DF338DE5}" srcOrd="1" destOrd="0" presId="urn:microsoft.com/office/officeart/2008/layout/HorizontalMultiLevelHierarchy"/>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9C58491-6977-44BF-A47A-FE1E5D4EDCF5}">
      <dsp:nvSpPr>
        <dsp:cNvPr id="0" name=""/>
        <dsp:cNvSpPr/>
      </dsp:nvSpPr>
      <dsp:spPr>
        <a:xfrm>
          <a:off x="430555" y="359455"/>
          <a:ext cx="6335330" cy="1586075"/>
        </a:xfrm>
        <a:prstGeom prst="rightArrow">
          <a:avLst>
            <a:gd name="adj1" fmla="val 50000"/>
            <a:gd name="adj2" fmla="val 50000"/>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254000" bIns="197225" numCol="1" spcCol="1270" anchor="ctr" anchorCtr="0">
          <a:noAutofit/>
        </a:bodyPr>
        <a:lstStyle/>
        <a:p>
          <a:pPr lvl="0" algn="ctr" defTabSz="1422400" rtl="1">
            <a:lnSpc>
              <a:spcPct val="90000"/>
            </a:lnSpc>
            <a:spcBef>
              <a:spcPct val="0"/>
            </a:spcBef>
            <a:spcAft>
              <a:spcPct val="35000"/>
            </a:spcAft>
          </a:pPr>
          <a:r>
            <a:rPr lang="ar-SA" sz="3200" b="1" kern="1200" dirty="0" smtClean="0"/>
            <a:t>أولاً</a:t>
          </a:r>
          <a:endParaRPr lang="en-US" sz="3200" kern="1200" dirty="0">
            <a:latin typeface="+mj-lt"/>
          </a:endParaRPr>
        </a:p>
      </dsp:txBody>
      <dsp:txXfrm>
        <a:off x="430555" y="755974"/>
        <a:ext cx="5938811" cy="793037"/>
      </dsp:txXfrm>
    </dsp:sp>
    <dsp:sp modelId="{FD788759-3423-4F29-9A6E-7DEBD1F7DFE8}">
      <dsp:nvSpPr>
        <dsp:cNvPr id="0" name=""/>
        <dsp:cNvSpPr/>
      </dsp:nvSpPr>
      <dsp:spPr>
        <a:xfrm>
          <a:off x="2756501" y="1271509"/>
          <a:ext cx="5175652" cy="1692905"/>
        </a:xfrm>
        <a:prstGeom prst="rightArrow">
          <a:avLst>
            <a:gd name="adj1" fmla="val 50000"/>
            <a:gd name="adj2" fmla="val 50000"/>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254000" bIns="197225" numCol="1" spcCol="1270" anchor="ctr" anchorCtr="0">
          <a:noAutofit/>
        </a:bodyPr>
        <a:lstStyle/>
        <a:p>
          <a:pPr lvl="0" algn="ctr" defTabSz="1066800">
            <a:lnSpc>
              <a:spcPct val="90000"/>
            </a:lnSpc>
            <a:spcBef>
              <a:spcPct val="0"/>
            </a:spcBef>
            <a:spcAft>
              <a:spcPct val="35000"/>
            </a:spcAft>
          </a:pPr>
          <a:r>
            <a:rPr lang="id-ID" sz="2400" kern="1200" dirty="0" smtClean="0">
              <a:latin typeface="+mj-lt"/>
            </a:rPr>
            <a:t>               </a:t>
          </a:r>
          <a:r>
            <a:rPr lang="ar-SA" sz="3200" b="1" kern="1200" dirty="0" smtClean="0"/>
            <a:t>ثانياً</a:t>
          </a:r>
          <a:endParaRPr lang="en-US" sz="3200" kern="1200" dirty="0">
            <a:latin typeface="+mj-lt"/>
          </a:endParaRPr>
        </a:p>
      </dsp:txBody>
      <dsp:txXfrm>
        <a:off x="2756501" y="1694735"/>
        <a:ext cx="4752426" cy="846453"/>
      </dsp:txXfrm>
    </dsp:sp>
    <dsp:sp modelId="{3C5138F7-F7EB-4421-9D29-30667609D5DF}">
      <dsp:nvSpPr>
        <dsp:cNvPr id="0" name=""/>
        <dsp:cNvSpPr/>
      </dsp:nvSpPr>
      <dsp:spPr>
        <a:xfrm>
          <a:off x="4768201" y="2381037"/>
          <a:ext cx="3762276" cy="1580583"/>
        </a:xfrm>
        <a:prstGeom prst="rightArrow">
          <a:avLst>
            <a:gd name="adj1" fmla="val 50000"/>
            <a:gd name="adj2" fmla="val 50000"/>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254000" bIns="197225" numCol="1" spcCol="1270" anchor="ctr" anchorCtr="0">
          <a:noAutofit/>
        </a:bodyPr>
        <a:lstStyle/>
        <a:p>
          <a:pPr lvl="0" algn="ctr" defTabSz="1066800">
            <a:lnSpc>
              <a:spcPct val="90000"/>
            </a:lnSpc>
            <a:spcBef>
              <a:spcPct val="0"/>
            </a:spcBef>
            <a:spcAft>
              <a:spcPct val="35000"/>
            </a:spcAft>
          </a:pPr>
          <a:r>
            <a:rPr lang="id-ID" sz="2400" kern="1200" dirty="0" smtClean="0">
              <a:latin typeface="+mj-lt"/>
            </a:rPr>
            <a:t>       </a:t>
          </a:r>
          <a:r>
            <a:rPr lang="ar-SA" sz="3200" b="1" kern="1200" dirty="0" smtClean="0"/>
            <a:t>ثالثاً</a:t>
          </a:r>
          <a:endParaRPr lang="en-US" sz="3200" kern="1200" dirty="0">
            <a:latin typeface="+mj-lt"/>
          </a:endParaRPr>
        </a:p>
      </dsp:txBody>
      <dsp:txXfrm>
        <a:off x="4768201" y="2776183"/>
        <a:ext cx="3367130" cy="790291"/>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9C58491-6977-44BF-A47A-FE1E5D4EDCF5}">
      <dsp:nvSpPr>
        <dsp:cNvPr id="0" name=""/>
        <dsp:cNvSpPr/>
      </dsp:nvSpPr>
      <dsp:spPr>
        <a:xfrm>
          <a:off x="693587" y="538368"/>
          <a:ext cx="6335330" cy="1586271"/>
        </a:xfrm>
        <a:prstGeom prst="rightArrow">
          <a:avLst>
            <a:gd name="adj1" fmla="val 50000"/>
            <a:gd name="adj2" fmla="val 50000"/>
          </a:avLst>
        </a:prstGeom>
        <a:solidFill>
          <a:srgbClr val="C000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254000" bIns="197249" numCol="1" spcCol="1270" anchor="ctr" anchorCtr="0">
          <a:noAutofit/>
        </a:bodyPr>
        <a:lstStyle/>
        <a:p>
          <a:pPr lvl="0" algn="ctr" defTabSz="1422400" rtl="1">
            <a:lnSpc>
              <a:spcPct val="90000"/>
            </a:lnSpc>
            <a:spcBef>
              <a:spcPct val="0"/>
            </a:spcBef>
            <a:spcAft>
              <a:spcPct val="35000"/>
            </a:spcAft>
          </a:pPr>
          <a:r>
            <a:rPr lang="ar-SA" sz="3200" b="1" kern="1200" dirty="0" smtClean="0"/>
            <a:t>رابعاً</a:t>
          </a:r>
          <a:endParaRPr lang="en-US" sz="3200" kern="1200" dirty="0">
            <a:latin typeface="+mj-lt"/>
          </a:endParaRPr>
        </a:p>
      </dsp:txBody>
      <dsp:txXfrm>
        <a:off x="693587" y="934936"/>
        <a:ext cx="5938762" cy="793135"/>
      </dsp:txXfrm>
    </dsp:sp>
    <dsp:sp modelId="{FD788759-3423-4F29-9A6E-7DEBD1F7DFE8}">
      <dsp:nvSpPr>
        <dsp:cNvPr id="0" name=""/>
        <dsp:cNvSpPr/>
      </dsp:nvSpPr>
      <dsp:spPr>
        <a:xfrm>
          <a:off x="4155292" y="1450313"/>
          <a:ext cx="4023845" cy="1693115"/>
        </a:xfrm>
        <a:prstGeom prst="rightArrow">
          <a:avLst>
            <a:gd name="adj1" fmla="val 50000"/>
            <a:gd name="adj2" fmla="val 50000"/>
          </a:avLst>
        </a:prstGeom>
        <a:solidFill>
          <a:srgbClr val="00206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254000" bIns="197249" numCol="1" spcCol="1270" anchor="ctr" anchorCtr="0">
          <a:noAutofit/>
        </a:bodyPr>
        <a:lstStyle/>
        <a:p>
          <a:pPr lvl="0" algn="ctr" defTabSz="1066800">
            <a:lnSpc>
              <a:spcPct val="90000"/>
            </a:lnSpc>
            <a:spcBef>
              <a:spcPct val="0"/>
            </a:spcBef>
            <a:spcAft>
              <a:spcPct val="35000"/>
            </a:spcAft>
          </a:pPr>
          <a:r>
            <a:rPr lang="id-ID" sz="2400" kern="1200" dirty="0" smtClean="0">
              <a:latin typeface="+mj-lt"/>
            </a:rPr>
            <a:t>               </a:t>
          </a:r>
          <a:r>
            <a:rPr lang="ar-SA" sz="3200" b="1" kern="1200" dirty="0" smtClean="0"/>
            <a:t>خامساً</a:t>
          </a:r>
          <a:endParaRPr lang="en-US" sz="3200" kern="1200" dirty="0">
            <a:latin typeface="+mj-lt"/>
          </a:endParaRPr>
        </a:p>
      </dsp:txBody>
      <dsp:txXfrm>
        <a:off x="4155292" y="1873592"/>
        <a:ext cx="3600566" cy="846557"/>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CA47142-B88B-424F-A650-0D5A765C6628}">
      <dsp:nvSpPr>
        <dsp:cNvPr id="0" name=""/>
        <dsp:cNvSpPr/>
      </dsp:nvSpPr>
      <dsp:spPr>
        <a:xfrm>
          <a:off x="2045532" y="2329506"/>
          <a:ext cx="579565" cy="1375770"/>
        </a:xfrm>
        <a:custGeom>
          <a:avLst/>
          <a:gdLst/>
          <a:ahLst/>
          <a:cxnLst/>
          <a:rect l="0" t="0" r="0" b="0"/>
          <a:pathLst>
            <a:path>
              <a:moveTo>
                <a:pt x="0" y="0"/>
              </a:moveTo>
              <a:lnTo>
                <a:pt x="289782" y="0"/>
              </a:lnTo>
              <a:lnTo>
                <a:pt x="289782" y="1375770"/>
              </a:lnTo>
              <a:lnTo>
                <a:pt x="579565" y="1375770"/>
              </a:lnTo>
            </a:path>
          </a:pathLst>
        </a:custGeom>
        <a:noFill/>
        <a:ln w="12700" cap="flat" cmpd="sng" algn="ctr">
          <a:solidFill>
            <a:schemeClr val="tx2">
              <a:lumMod val="5000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297993" y="2980069"/>
        <a:ext cx="74643" cy="74643"/>
      </dsp:txXfrm>
    </dsp:sp>
    <dsp:sp modelId="{5BE4EBA2-87D2-4FD8-B6F8-F63763B1BB97}">
      <dsp:nvSpPr>
        <dsp:cNvPr id="0" name=""/>
        <dsp:cNvSpPr/>
      </dsp:nvSpPr>
      <dsp:spPr>
        <a:xfrm>
          <a:off x="2045532" y="2283785"/>
          <a:ext cx="579565" cy="91440"/>
        </a:xfrm>
        <a:custGeom>
          <a:avLst/>
          <a:gdLst/>
          <a:ahLst/>
          <a:cxnLst/>
          <a:rect l="0" t="0" r="0" b="0"/>
          <a:pathLst>
            <a:path>
              <a:moveTo>
                <a:pt x="0" y="45720"/>
              </a:moveTo>
              <a:lnTo>
                <a:pt x="579565" y="45720"/>
              </a:lnTo>
            </a:path>
          </a:pathLst>
        </a:custGeom>
        <a:noFill/>
        <a:ln w="12700" cap="flat" cmpd="sng" algn="ctr">
          <a:solidFill>
            <a:schemeClr val="tx2">
              <a:lumMod val="5000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320826" y="2315016"/>
        <a:ext cx="28978" cy="28978"/>
      </dsp:txXfrm>
    </dsp:sp>
    <dsp:sp modelId="{4CDB22AB-2A8B-40A4-BFFC-C3B361EBAD77}">
      <dsp:nvSpPr>
        <dsp:cNvPr id="0" name=""/>
        <dsp:cNvSpPr/>
      </dsp:nvSpPr>
      <dsp:spPr>
        <a:xfrm>
          <a:off x="2045532" y="953735"/>
          <a:ext cx="579565" cy="1375770"/>
        </a:xfrm>
        <a:custGeom>
          <a:avLst/>
          <a:gdLst/>
          <a:ahLst/>
          <a:cxnLst/>
          <a:rect l="0" t="0" r="0" b="0"/>
          <a:pathLst>
            <a:path>
              <a:moveTo>
                <a:pt x="0" y="1375770"/>
              </a:moveTo>
              <a:lnTo>
                <a:pt x="289782" y="1375770"/>
              </a:lnTo>
              <a:lnTo>
                <a:pt x="289782" y="0"/>
              </a:lnTo>
              <a:lnTo>
                <a:pt x="579565" y="0"/>
              </a:lnTo>
            </a:path>
          </a:pathLst>
        </a:custGeom>
        <a:noFill/>
        <a:ln w="12700" cap="flat" cmpd="sng" algn="ctr">
          <a:solidFill>
            <a:schemeClr val="tx2">
              <a:lumMod val="5000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297993" y="1604299"/>
        <a:ext cx="74643" cy="74643"/>
      </dsp:txXfrm>
    </dsp:sp>
    <dsp:sp modelId="{5A2036BD-28B1-47A2-8950-B30AD0C87495}">
      <dsp:nvSpPr>
        <dsp:cNvPr id="0" name=""/>
        <dsp:cNvSpPr/>
      </dsp:nvSpPr>
      <dsp:spPr>
        <a:xfrm rot="16200000">
          <a:off x="-721168" y="1887763"/>
          <a:ext cx="4649916" cy="883484"/>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ar-SA" sz="2400" b="1" kern="1200" dirty="0" smtClean="0"/>
            <a:t>أغراض استخدام الحاسب الآلي:</a:t>
          </a:r>
          <a:endParaRPr lang="en-US" sz="2400" kern="1200" dirty="0"/>
        </a:p>
      </dsp:txBody>
      <dsp:txXfrm>
        <a:off x="-721168" y="1887763"/>
        <a:ext cx="4649916" cy="883484"/>
      </dsp:txXfrm>
    </dsp:sp>
    <dsp:sp modelId="{F6FB5295-9529-4704-9BC6-BB7327F79681}">
      <dsp:nvSpPr>
        <dsp:cNvPr id="0" name=""/>
        <dsp:cNvSpPr/>
      </dsp:nvSpPr>
      <dsp:spPr>
        <a:xfrm>
          <a:off x="2625098" y="376285"/>
          <a:ext cx="5185402" cy="1154899"/>
        </a:xfrm>
        <a:prstGeom prst="rect">
          <a:avLst/>
        </a:prstGeom>
        <a:solidFill>
          <a:schemeClr val="accent2"/>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ar-SA" sz="3200" b="1" kern="1200" dirty="0" smtClean="0"/>
            <a:t>السماح بالإفادة من الوسائل التعليمية المتنوعة</a:t>
          </a:r>
          <a:endParaRPr lang="en-US" sz="3200" b="1" kern="1200" dirty="0">
            <a:latin typeface="Bebas Neue" panose="020B0606020202050201" pitchFamily="34" charset="0"/>
          </a:endParaRPr>
        </a:p>
      </dsp:txBody>
      <dsp:txXfrm>
        <a:off x="2625098" y="376285"/>
        <a:ext cx="5185402" cy="1154899"/>
      </dsp:txXfrm>
    </dsp:sp>
    <dsp:sp modelId="{5605C233-11D8-4AEB-948C-11D75975D535}">
      <dsp:nvSpPr>
        <dsp:cNvPr id="0" name=""/>
        <dsp:cNvSpPr/>
      </dsp:nvSpPr>
      <dsp:spPr>
        <a:xfrm>
          <a:off x="2625098" y="1752056"/>
          <a:ext cx="5185402" cy="1154899"/>
        </a:xfrm>
        <a:prstGeom prst="rect">
          <a:avLst/>
        </a:prstGeom>
        <a:solidFill>
          <a:schemeClr val="accent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ar-SA" sz="3200" b="1" kern="1200" dirty="0" smtClean="0"/>
            <a:t>القدرة على التفاعل المباشر</a:t>
          </a:r>
          <a:endParaRPr lang="en-US" sz="3200" b="1" kern="1200" dirty="0"/>
        </a:p>
      </dsp:txBody>
      <dsp:txXfrm>
        <a:off x="2625098" y="1752056"/>
        <a:ext cx="5185402" cy="1154899"/>
      </dsp:txXfrm>
    </dsp:sp>
    <dsp:sp modelId="{CDD4B805-11D4-4C44-BB62-4EF6B585C3F2}">
      <dsp:nvSpPr>
        <dsp:cNvPr id="0" name=""/>
        <dsp:cNvSpPr/>
      </dsp:nvSpPr>
      <dsp:spPr>
        <a:xfrm>
          <a:off x="2625098" y="3127826"/>
          <a:ext cx="5185402" cy="1154899"/>
        </a:xfrm>
        <a:prstGeom prst="rect">
          <a:avLst/>
        </a:prstGeom>
        <a:solidFill>
          <a:schemeClr val="accent5"/>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ar-SA" sz="3200" b="1" kern="1200" dirty="0" smtClean="0"/>
            <a:t>توفير الوقت والجهد في أداء العمليات المعقدة</a:t>
          </a:r>
          <a:endParaRPr lang="en-US" sz="3200" b="1" kern="1200" dirty="0"/>
        </a:p>
      </dsp:txBody>
      <dsp:txXfrm>
        <a:off x="2625098" y="3127826"/>
        <a:ext cx="5185402" cy="1154899"/>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CA47142-B88B-424F-A650-0D5A765C6628}">
      <dsp:nvSpPr>
        <dsp:cNvPr id="0" name=""/>
        <dsp:cNvSpPr/>
      </dsp:nvSpPr>
      <dsp:spPr>
        <a:xfrm>
          <a:off x="2045532" y="2329506"/>
          <a:ext cx="579565" cy="1375770"/>
        </a:xfrm>
        <a:custGeom>
          <a:avLst/>
          <a:gdLst/>
          <a:ahLst/>
          <a:cxnLst/>
          <a:rect l="0" t="0" r="0" b="0"/>
          <a:pathLst>
            <a:path>
              <a:moveTo>
                <a:pt x="0" y="0"/>
              </a:moveTo>
              <a:lnTo>
                <a:pt x="289782" y="0"/>
              </a:lnTo>
              <a:lnTo>
                <a:pt x="289782" y="1375770"/>
              </a:lnTo>
              <a:lnTo>
                <a:pt x="579565" y="1375770"/>
              </a:lnTo>
            </a:path>
          </a:pathLst>
        </a:custGeom>
        <a:noFill/>
        <a:ln w="12700" cap="flat" cmpd="sng" algn="ctr">
          <a:solidFill>
            <a:schemeClr val="tx2">
              <a:lumMod val="5000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297993" y="2980069"/>
        <a:ext cx="74643" cy="74643"/>
      </dsp:txXfrm>
    </dsp:sp>
    <dsp:sp modelId="{5BE4EBA2-87D2-4FD8-B6F8-F63763B1BB97}">
      <dsp:nvSpPr>
        <dsp:cNvPr id="0" name=""/>
        <dsp:cNvSpPr/>
      </dsp:nvSpPr>
      <dsp:spPr>
        <a:xfrm>
          <a:off x="2045532" y="2283785"/>
          <a:ext cx="579565" cy="91440"/>
        </a:xfrm>
        <a:custGeom>
          <a:avLst/>
          <a:gdLst/>
          <a:ahLst/>
          <a:cxnLst/>
          <a:rect l="0" t="0" r="0" b="0"/>
          <a:pathLst>
            <a:path>
              <a:moveTo>
                <a:pt x="0" y="45720"/>
              </a:moveTo>
              <a:lnTo>
                <a:pt x="579565" y="45720"/>
              </a:lnTo>
            </a:path>
          </a:pathLst>
        </a:custGeom>
        <a:noFill/>
        <a:ln w="12700" cap="flat" cmpd="sng" algn="ctr">
          <a:solidFill>
            <a:schemeClr val="tx2">
              <a:lumMod val="5000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320826" y="2315016"/>
        <a:ext cx="28978" cy="28978"/>
      </dsp:txXfrm>
    </dsp:sp>
    <dsp:sp modelId="{4CDB22AB-2A8B-40A4-BFFC-C3B361EBAD77}">
      <dsp:nvSpPr>
        <dsp:cNvPr id="0" name=""/>
        <dsp:cNvSpPr/>
      </dsp:nvSpPr>
      <dsp:spPr>
        <a:xfrm>
          <a:off x="2045532" y="953735"/>
          <a:ext cx="579565" cy="1375770"/>
        </a:xfrm>
        <a:custGeom>
          <a:avLst/>
          <a:gdLst/>
          <a:ahLst/>
          <a:cxnLst/>
          <a:rect l="0" t="0" r="0" b="0"/>
          <a:pathLst>
            <a:path>
              <a:moveTo>
                <a:pt x="0" y="1375770"/>
              </a:moveTo>
              <a:lnTo>
                <a:pt x="289782" y="1375770"/>
              </a:lnTo>
              <a:lnTo>
                <a:pt x="289782" y="0"/>
              </a:lnTo>
              <a:lnTo>
                <a:pt x="579565" y="0"/>
              </a:lnTo>
            </a:path>
          </a:pathLst>
        </a:custGeom>
        <a:noFill/>
        <a:ln w="12700" cap="flat" cmpd="sng" algn="ctr">
          <a:solidFill>
            <a:schemeClr val="tx2">
              <a:lumMod val="5000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297993" y="1604299"/>
        <a:ext cx="74643" cy="74643"/>
      </dsp:txXfrm>
    </dsp:sp>
    <dsp:sp modelId="{5A2036BD-28B1-47A2-8950-B30AD0C87495}">
      <dsp:nvSpPr>
        <dsp:cNvPr id="0" name=""/>
        <dsp:cNvSpPr/>
      </dsp:nvSpPr>
      <dsp:spPr>
        <a:xfrm rot="16200000">
          <a:off x="-721168" y="1887763"/>
          <a:ext cx="4649916" cy="883484"/>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ar-SA" sz="2400" b="1" kern="1200" dirty="0" smtClean="0"/>
            <a:t>أغراض استخدام الحاسب الآلي:</a:t>
          </a:r>
          <a:endParaRPr lang="en-US" sz="2400" kern="1200" dirty="0"/>
        </a:p>
      </dsp:txBody>
      <dsp:txXfrm>
        <a:off x="-721168" y="1887763"/>
        <a:ext cx="4649916" cy="883484"/>
      </dsp:txXfrm>
    </dsp:sp>
    <dsp:sp modelId="{F6FB5295-9529-4704-9BC6-BB7327F79681}">
      <dsp:nvSpPr>
        <dsp:cNvPr id="0" name=""/>
        <dsp:cNvSpPr/>
      </dsp:nvSpPr>
      <dsp:spPr>
        <a:xfrm>
          <a:off x="2625098" y="376285"/>
          <a:ext cx="5185402" cy="1154899"/>
        </a:xfrm>
        <a:prstGeom prst="rect">
          <a:avLst/>
        </a:prstGeom>
        <a:solidFill>
          <a:schemeClr val="accent2"/>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ar-SA" sz="3200" b="1" kern="1200" dirty="0" smtClean="0"/>
            <a:t>ربط المهارات</a:t>
          </a:r>
          <a:endParaRPr lang="en-US" sz="3200" b="1" kern="1200" dirty="0">
            <a:latin typeface="Bebas Neue" panose="020B0606020202050201" pitchFamily="34" charset="0"/>
          </a:endParaRPr>
        </a:p>
      </dsp:txBody>
      <dsp:txXfrm>
        <a:off x="2625098" y="376285"/>
        <a:ext cx="5185402" cy="1154899"/>
      </dsp:txXfrm>
    </dsp:sp>
    <dsp:sp modelId="{5605C233-11D8-4AEB-948C-11D75975D535}">
      <dsp:nvSpPr>
        <dsp:cNvPr id="0" name=""/>
        <dsp:cNvSpPr/>
      </dsp:nvSpPr>
      <dsp:spPr>
        <a:xfrm>
          <a:off x="2625098" y="1752056"/>
          <a:ext cx="5185402" cy="1154899"/>
        </a:xfrm>
        <a:prstGeom prst="rect">
          <a:avLst/>
        </a:prstGeom>
        <a:solidFill>
          <a:schemeClr val="accent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ar-SA" sz="3200" b="1" kern="1200" dirty="0" smtClean="0"/>
            <a:t>تهيئة مناخ البحث والاستكشاف</a:t>
          </a:r>
          <a:endParaRPr lang="en-US" sz="3200" b="1" kern="1200" dirty="0"/>
        </a:p>
      </dsp:txBody>
      <dsp:txXfrm>
        <a:off x="2625098" y="1752056"/>
        <a:ext cx="5185402" cy="1154899"/>
      </dsp:txXfrm>
    </dsp:sp>
    <dsp:sp modelId="{CDD4B805-11D4-4C44-BB62-4EF6B585C3F2}">
      <dsp:nvSpPr>
        <dsp:cNvPr id="0" name=""/>
        <dsp:cNvSpPr/>
      </dsp:nvSpPr>
      <dsp:spPr>
        <a:xfrm>
          <a:off x="2625098" y="3127826"/>
          <a:ext cx="5185402" cy="1154899"/>
        </a:xfrm>
        <a:prstGeom prst="rect">
          <a:avLst/>
        </a:prstGeom>
        <a:solidFill>
          <a:schemeClr val="accent5"/>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ar-SA" sz="3200" b="1" kern="1200" dirty="0" smtClean="0"/>
            <a:t>مساعدة المعلم</a:t>
          </a:r>
          <a:endParaRPr lang="en-US" sz="3200" b="1" kern="1200" dirty="0"/>
        </a:p>
      </dsp:txBody>
      <dsp:txXfrm>
        <a:off x="2625098" y="3127826"/>
        <a:ext cx="5185402" cy="1154899"/>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CA47142-B88B-424F-A650-0D5A765C6628}">
      <dsp:nvSpPr>
        <dsp:cNvPr id="0" name=""/>
        <dsp:cNvSpPr/>
      </dsp:nvSpPr>
      <dsp:spPr>
        <a:xfrm>
          <a:off x="2045532" y="2329506"/>
          <a:ext cx="579565" cy="1375770"/>
        </a:xfrm>
        <a:custGeom>
          <a:avLst/>
          <a:gdLst/>
          <a:ahLst/>
          <a:cxnLst/>
          <a:rect l="0" t="0" r="0" b="0"/>
          <a:pathLst>
            <a:path>
              <a:moveTo>
                <a:pt x="0" y="0"/>
              </a:moveTo>
              <a:lnTo>
                <a:pt x="289782" y="0"/>
              </a:lnTo>
              <a:lnTo>
                <a:pt x="289782" y="1375770"/>
              </a:lnTo>
              <a:lnTo>
                <a:pt x="579565" y="1375770"/>
              </a:lnTo>
            </a:path>
          </a:pathLst>
        </a:custGeom>
        <a:noFill/>
        <a:ln w="12700" cap="flat" cmpd="sng" algn="ctr">
          <a:solidFill>
            <a:schemeClr val="tx2">
              <a:lumMod val="5000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297993" y="2980069"/>
        <a:ext cx="74643" cy="74643"/>
      </dsp:txXfrm>
    </dsp:sp>
    <dsp:sp modelId="{5BE4EBA2-87D2-4FD8-B6F8-F63763B1BB97}">
      <dsp:nvSpPr>
        <dsp:cNvPr id="0" name=""/>
        <dsp:cNvSpPr/>
      </dsp:nvSpPr>
      <dsp:spPr>
        <a:xfrm>
          <a:off x="2045532" y="2283785"/>
          <a:ext cx="579565" cy="91440"/>
        </a:xfrm>
        <a:custGeom>
          <a:avLst/>
          <a:gdLst/>
          <a:ahLst/>
          <a:cxnLst/>
          <a:rect l="0" t="0" r="0" b="0"/>
          <a:pathLst>
            <a:path>
              <a:moveTo>
                <a:pt x="0" y="45720"/>
              </a:moveTo>
              <a:lnTo>
                <a:pt x="579565" y="45720"/>
              </a:lnTo>
            </a:path>
          </a:pathLst>
        </a:custGeom>
        <a:noFill/>
        <a:ln w="12700" cap="flat" cmpd="sng" algn="ctr">
          <a:solidFill>
            <a:schemeClr val="tx2">
              <a:lumMod val="5000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320826" y="2315016"/>
        <a:ext cx="28978" cy="28978"/>
      </dsp:txXfrm>
    </dsp:sp>
    <dsp:sp modelId="{4CDB22AB-2A8B-40A4-BFFC-C3B361EBAD77}">
      <dsp:nvSpPr>
        <dsp:cNvPr id="0" name=""/>
        <dsp:cNvSpPr/>
      </dsp:nvSpPr>
      <dsp:spPr>
        <a:xfrm>
          <a:off x="2045532" y="953735"/>
          <a:ext cx="579565" cy="1375770"/>
        </a:xfrm>
        <a:custGeom>
          <a:avLst/>
          <a:gdLst/>
          <a:ahLst/>
          <a:cxnLst/>
          <a:rect l="0" t="0" r="0" b="0"/>
          <a:pathLst>
            <a:path>
              <a:moveTo>
                <a:pt x="0" y="1375770"/>
              </a:moveTo>
              <a:lnTo>
                <a:pt x="289782" y="1375770"/>
              </a:lnTo>
              <a:lnTo>
                <a:pt x="289782" y="0"/>
              </a:lnTo>
              <a:lnTo>
                <a:pt x="579565" y="0"/>
              </a:lnTo>
            </a:path>
          </a:pathLst>
        </a:custGeom>
        <a:noFill/>
        <a:ln w="12700" cap="flat" cmpd="sng" algn="ctr">
          <a:solidFill>
            <a:schemeClr val="tx2">
              <a:lumMod val="5000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297993" y="1604299"/>
        <a:ext cx="74643" cy="74643"/>
      </dsp:txXfrm>
    </dsp:sp>
    <dsp:sp modelId="{5A2036BD-28B1-47A2-8950-B30AD0C87495}">
      <dsp:nvSpPr>
        <dsp:cNvPr id="0" name=""/>
        <dsp:cNvSpPr/>
      </dsp:nvSpPr>
      <dsp:spPr>
        <a:xfrm rot="16200000">
          <a:off x="-721168" y="1887763"/>
          <a:ext cx="4649916" cy="883484"/>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ar-SA" sz="2400" b="1" kern="1200" dirty="0" smtClean="0"/>
            <a:t>أغراض استخدام الحاسب الآلي:</a:t>
          </a:r>
          <a:endParaRPr lang="en-US" sz="2400" kern="1200" dirty="0"/>
        </a:p>
      </dsp:txBody>
      <dsp:txXfrm>
        <a:off x="-721168" y="1887763"/>
        <a:ext cx="4649916" cy="883484"/>
      </dsp:txXfrm>
    </dsp:sp>
    <dsp:sp modelId="{F6FB5295-9529-4704-9BC6-BB7327F79681}">
      <dsp:nvSpPr>
        <dsp:cNvPr id="0" name=""/>
        <dsp:cNvSpPr/>
      </dsp:nvSpPr>
      <dsp:spPr>
        <a:xfrm>
          <a:off x="2625098" y="376285"/>
          <a:ext cx="5185402" cy="1154899"/>
        </a:xfrm>
        <a:prstGeom prst="rect">
          <a:avLst/>
        </a:prstGeom>
        <a:solidFill>
          <a:schemeClr val="accent2"/>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ar-SA" sz="3200" b="1" kern="1200" dirty="0" smtClean="0"/>
            <a:t>تفريد التعليم</a:t>
          </a:r>
          <a:endParaRPr lang="en-US" sz="3200" b="1" kern="1200" dirty="0">
            <a:latin typeface="Bebas Neue" panose="020B0606020202050201" pitchFamily="34" charset="0"/>
          </a:endParaRPr>
        </a:p>
      </dsp:txBody>
      <dsp:txXfrm>
        <a:off x="2625098" y="376285"/>
        <a:ext cx="5185402" cy="1154899"/>
      </dsp:txXfrm>
    </dsp:sp>
    <dsp:sp modelId="{5605C233-11D8-4AEB-948C-11D75975D535}">
      <dsp:nvSpPr>
        <dsp:cNvPr id="0" name=""/>
        <dsp:cNvSpPr/>
      </dsp:nvSpPr>
      <dsp:spPr>
        <a:xfrm>
          <a:off x="2625098" y="1752056"/>
          <a:ext cx="5185402" cy="1154899"/>
        </a:xfrm>
        <a:prstGeom prst="rect">
          <a:avLst/>
        </a:prstGeom>
        <a:solidFill>
          <a:schemeClr val="accent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ar-SA" sz="3200" b="1" kern="1200" dirty="0" smtClean="0"/>
            <a:t>القدرة على المحاكاة</a:t>
          </a:r>
          <a:endParaRPr lang="en-US" sz="3200" b="1" kern="1200" dirty="0"/>
        </a:p>
      </dsp:txBody>
      <dsp:txXfrm>
        <a:off x="2625098" y="1752056"/>
        <a:ext cx="5185402" cy="1154899"/>
      </dsp:txXfrm>
    </dsp:sp>
    <dsp:sp modelId="{CDD4B805-11D4-4C44-BB62-4EF6B585C3F2}">
      <dsp:nvSpPr>
        <dsp:cNvPr id="0" name=""/>
        <dsp:cNvSpPr/>
      </dsp:nvSpPr>
      <dsp:spPr>
        <a:xfrm>
          <a:off x="2625098" y="3127826"/>
          <a:ext cx="5185402" cy="1154899"/>
        </a:xfrm>
        <a:prstGeom prst="rect">
          <a:avLst/>
        </a:prstGeom>
        <a:solidFill>
          <a:schemeClr val="accent5"/>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ar-SA" sz="3200" b="1" kern="1200" dirty="0" smtClean="0"/>
            <a:t>القدرة على تخزين واسترجاع المعلومات</a:t>
          </a:r>
          <a:endParaRPr lang="en-US" sz="3200" b="1" kern="1200" dirty="0"/>
        </a:p>
      </dsp:txBody>
      <dsp:txXfrm>
        <a:off x="2625098" y="3127826"/>
        <a:ext cx="5185402" cy="1154899"/>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CA47142-B88B-424F-A650-0D5A765C6628}">
      <dsp:nvSpPr>
        <dsp:cNvPr id="0" name=""/>
        <dsp:cNvSpPr/>
      </dsp:nvSpPr>
      <dsp:spPr>
        <a:xfrm>
          <a:off x="2045532" y="2329506"/>
          <a:ext cx="579565" cy="1375770"/>
        </a:xfrm>
        <a:custGeom>
          <a:avLst/>
          <a:gdLst/>
          <a:ahLst/>
          <a:cxnLst/>
          <a:rect l="0" t="0" r="0" b="0"/>
          <a:pathLst>
            <a:path>
              <a:moveTo>
                <a:pt x="0" y="0"/>
              </a:moveTo>
              <a:lnTo>
                <a:pt x="289782" y="0"/>
              </a:lnTo>
              <a:lnTo>
                <a:pt x="289782" y="1375770"/>
              </a:lnTo>
              <a:lnTo>
                <a:pt x="579565" y="1375770"/>
              </a:lnTo>
            </a:path>
          </a:pathLst>
        </a:custGeom>
        <a:noFill/>
        <a:ln w="12700" cap="flat" cmpd="sng" algn="ctr">
          <a:solidFill>
            <a:schemeClr val="tx2">
              <a:lumMod val="5000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297993" y="2980069"/>
        <a:ext cx="74643" cy="74643"/>
      </dsp:txXfrm>
    </dsp:sp>
    <dsp:sp modelId="{5BE4EBA2-87D2-4FD8-B6F8-F63763B1BB97}">
      <dsp:nvSpPr>
        <dsp:cNvPr id="0" name=""/>
        <dsp:cNvSpPr/>
      </dsp:nvSpPr>
      <dsp:spPr>
        <a:xfrm>
          <a:off x="2045532" y="2283785"/>
          <a:ext cx="579565" cy="91440"/>
        </a:xfrm>
        <a:custGeom>
          <a:avLst/>
          <a:gdLst/>
          <a:ahLst/>
          <a:cxnLst/>
          <a:rect l="0" t="0" r="0" b="0"/>
          <a:pathLst>
            <a:path>
              <a:moveTo>
                <a:pt x="0" y="45720"/>
              </a:moveTo>
              <a:lnTo>
                <a:pt x="579565" y="45720"/>
              </a:lnTo>
            </a:path>
          </a:pathLst>
        </a:custGeom>
        <a:noFill/>
        <a:ln w="12700" cap="flat" cmpd="sng" algn="ctr">
          <a:solidFill>
            <a:schemeClr val="tx2">
              <a:lumMod val="5000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320826" y="2315016"/>
        <a:ext cx="28978" cy="28978"/>
      </dsp:txXfrm>
    </dsp:sp>
    <dsp:sp modelId="{4CDB22AB-2A8B-40A4-BFFC-C3B361EBAD77}">
      <dsp:nvSpPr>
        <dsp:cNvPr id="0" name=""/>
        <dsp:cNvSpPr/>
      </dsp:nvSpPr>
      <dsp:spPr>
        <a:xfrm>
          <a:off x="2045532" y="953735"/>
          <a:ext cx="579565" cy="1375770"/>
        </a:xfrm>
        <a:custGeom>
          <a:avLst/>
          <a:gdLst/>
          <a:ahLst/>
          <a:cxnLst/>
          <a:rect l="0" t="0" r="0" b="0"/>
          <a:pathLst>
            <a:path>
              <a:moveTo>
                <a:pt x="0" y="1375770"/>
              </a:moveTo>
              <a:lnTo>
                <a:pt x="289782" y="1375770"/>
              </a:lnTo>
              <a:lnTo>
                <a:pt x="289782" y="0"/>
              </a:lnTo>
              <a:lnTo>
                <a:pt x="579565" y="0"/>
              </a:lnTo>
            </a:path>
          </a:pathLst>
        </a:custGeom>
        <a:noFill/>
        <a:ln w="12700" cap="flat" cmpd="sng" algn="ctr">
          <a:solidFill>
            <a:schemeClr val="tx2">
              <a:lumMod val="5000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297993" y="1604299"/>
        <a:ext cx="74643" cy="74643"/>
      </dsp:txXfrm>
    </dsp:sp>
    <dsp:sp modelId="{5A2036BD-28B1-47A2-8950-B30AD0C87495}">
      <dsp:nvSpPr>
        <dsp:cNvPr id="0" name=""/>
        <dsp:cNvSpPr/>
      </dsp:nvSpPr>
      <dsp:spPr>
        <a:xfrm rot="16200000">
          <a:off x="-721168" y="1887763"/>
          <a:ext cx="4649916" cy="883484"/>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ar-SA" sz="2400" b="1" kern="1200" dirty="0" smtClean="0"/>
            <a:t>أغراض استخدام الحاسب الآلي:</a:t>
          </a:r>
          <a:endParaRPr lang="en-US" sz="2400" kern="1200" dirty="0"/>
        </a:p>
      </dsp:txBody>
      <dsp:txXfrm>
        <a:off x="-721168" y="1887763"/>
        <a:ext cx="4649916" cy="883484"/>
      </dsp:txXfrm>
    </dsp:sp>
    <dsp:sp modelId="{F6FB5295-9529-4704-9BC6-BB7327F79681}">
      <dsp:nvSpPr>
        <dsp:cNvPr id="0" name=""/>
        <dsp:cNvSpPr/>
      </dsp:nvSpPr>
      <dsp:spPr>
        <a:xfrm>
          <a:off x="2625098" y="376285"/>
          <a:ext cx="5185402" cy="1154899"/>
        </a:xfrm>
        <a:prstGeom prst="rect">
          <a:avLst/>
        </a:prstGeom>
        <a:solidFill>
          <a:schemeClr val="accent2"/>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ar-SA" sz="3200" b="1" kern="1200" dirty="0" smtClean="0"/>
            <a:t>تقديم التغذية الراجعة</a:t>
          </a:r>
          <a:endParaRPr lang="en-US" sz="3200" b="1" kern="1200" dirty="0">
            <a:latin typeface="Bebas Neue" panose="020B0606020202050201" pitchFamily="34" charset="0"/>
          </a:endParaRPr>
        </a:p>
      </dsp:txBody>
      <dsp:txXfrm>
        <a:off x="2625098" y="376285"/>
        <a:ext cx="5185402" cy="1154899"/>
      </dsp:txXfrm>
    </dsp:sp>
    <dsp:sp modelId="{5605C233-11D8-4AEB-948C-11D75975D535}">
      <dsp:nvSpPr>
        <dsp:cNvPr id="0" name=""/>
        <dsp:cNvSpPr/>
      </dsp:nvSpPr>
      <dsp:spPr>
        <a:xfrm>
          <a:off x="2625098" y="1752056"/>
          <a:ext cx="5185402" cy="1154899"/>
        </a:xfrm>
        <a:prstGeom prst="rect">
          <a:avLst/>
        </a:prstGeom>
        <a:solidFill>
          <a:schemeClr val="accent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ar-SA" sz="3200" b="1" kern="1200" dirty="0" smtClean="0"/>
            <a:t>القدرة على التحكم وإدارة العديد من الملحقات</a:t>
          </a:r>
          <a:endParaRPr lang="en-US" sz="3200" b="1" kern="1200" dirty="0"/>
        </a:p>
      </dsp:txBody>
      <dsp:txXfrm>
        <a:off x="2625098" y="1752056"/>
        <a:ext cx="5185402" cy="1154899"/>
      </dsp:txXfrm>
    </dsp:sp>
    <dsp:sp modelId="{CDD4B805-11D4-4C44-BB62-4EF6B585C3F2}">
      <dsp:nvSpPr>
        <dsp:cNvPr id="0" name=""/>
        <dsp:cNvSpPr/>
      </dsp:nvSpPr>
      <dsp:spPr>
        <a:xfrm>
          <a:off x="2625098" y="3127826"/>
          <a:ext cx="5185402" cy="1154899"/>
        </a:xfrm>
        <a:prstGeom prst="rect">
          <a:avLst/>
        </a:prstGeom>
        <a:solidFill>
          <a:schemeClr val="accent5"/>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ar-SA" sz="3200" b="1" kern="1200" dirty="0" smtClean="0"/>
            <a:t>القدرة على العرض المرئي للمعلومات</a:t>
          </a:r>
          <a:endParaRPr lang="en-US" sz="3200" b="1" kern="1200" dirty="0"/>
        </a:p>
      </dsp:txBody>
      <dsp:txXfrm>
        <a:off x="2625098" y="3127826"/>
        <a:ext cx="5185402" cy="1154899"/>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BE4EBA2-87D2-4FD8-B6F8-F63763B1BB97}">
      <dsp:nvSpPr>
        <dsp:cNvPr id="0" name=""/>
        <dsp:cNvSpPr/>
      </dsp:nvSpPr>
      <dsp:spPr>
        <a:xfrm>
          <a:off x="2045532" y="2329506"/>
          <a:ext cx="579565" cy="687885"/>
        </a:xfrm>
        <a:custGeom>
          <a:avLst/>
          <a:gdLst/>
          <a:ahLst/>
          <a:cxnLst/>
          <a:rect l="0" t="0" r="0" b="0"/>
          <a:pathLst>
            <a:path>
              <a:moveTo>
                <a:pt x="0" y="0"/>
              </a:moveTo>
              <a:lnTo>
                <a:pt x="289782" y="0"/>
              </a:lnTo>
              <a:lnTo>
                <a:pt x="289782" y="687885"/>
              </a:lnTo>
              <a:lnTo>
                <a:pt x="579565" y="687885"/>
              </a:lnTo>
            </a:path>
          </a:pathLst>
        </a:custGeom>
        <a:noFill/>
        <a:ln w="12700" cap="flat" cmpd="sng" algn="ctr">
          <a:solidFill>
            <a:schemeClr val="tx2">
              <a:lumMod val="5000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312828" y="2650961"/>
        <a:ext cx="44974" cy="44974"/>
      </dsp:txXfrm>
    </dsp:sp>
    <dsp:sp modelId="{4CDB22AB-2A8B-40A4-BFFC-C3B361EBAD77}">
      <dsp:nvSpPr>
        <dsp:cNvPr id="0" name=""/>
        <dsp:cNvSpPr/>
      </dsp:nvSpPr>
      <dsp:spPr>
        <a:xfrm>
          <a:off x="2045532" y="1641620"/>
          <a:ext cx="579565" cy="687885"/>
        </a:xfrm>
        <a:custGeom>
          <a:avLst/>
          <a:gdLst/>
          <a:ahLst/>
          <a:cxnLst/>
          <a:rect l="0" t="0" r="0" b="0"/>
          <a:pathLst>
            <a:path>
              <a:moveTo>
                <a:pt x="0" y="687885"/>
              </a:moveTo>
              <a:lnTo>
                <a:pt x="289782" y="687885"/>
              </a:lnTo>
              <a:lnTo>
                <a:pt x="289782" y="0"/>
              </a:lnTo>
              <a:lnTo>
                <a:pt x="579565" y="0"/>
              </a:lnTo>
            </a:path>
          </a:pathLst>
        </a:custGeom>
        <a:noFill/>
        <a:ln w="12700" cap="flat" cmpd="sng" algn="ctr">
          <a:solidFill>
            <a:schemeClr val="tx2">
              <a:lumMod val="5000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2312828" y="1963076"/>
        <a:ext cx="44974" cy="44974"/>
      </dsp:txXfrm>
    </dsp:sp>
    <dsp:sp modelId="{5A2036BD-28B1-47A2-8950-B30AD0C87495}">
      <dsp:nvSpPr>
        <dsp:cNvPr id="0" name=""/>
        <dsp:cNvSpPr/>
      </dsp:nvSpPr>
      <dsp:spPr>
        <a:xfrm rot="16200000">
          <a:off x="-721168" y="1887763"/>
          <a:ext cx="4649916" cy="883484"/>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ar-SA" sz="2400" b="1" kern="1200" dirty="0" smtClean="0"/>
            <a:t>أغراض استخدام الحاسب الآلي:</a:t>
          </a:r>
          <a:endParaRPr lang="en-US" sz="2400" kern="1200" dirty="0"/>
        </a:p>
      </dsp:txBody>
      <dsp:txXfrm>
        <a:off x="-721168" y="1887763"/>
        <a:ext cx="4649916" cy="883484"/>
      </dsp:txXfrm>
    </dsp:sp>
    <dsp:sp modelId="{F6FB5295-9529-4704-9BC6-BB7327F79681}">
      <dsp:nvSpPr>
        <dsp:cNvPr id="0" name=""/>
        <dsp:cNvSpPr/>
      </dsp:nvSpPr>
      <dsp:spPr>
        <a:xfrm>
          <a:off x="2625098" y="1064171"/>
          <a:ext cx="5185402" cy="1154899"/>
        </a:xfrm>
        <a:prstGeom prst="rect">
          <a:avLst/>
        </a:prstGeom>
        <a:solidFill>
          <a:schemeClr val="accent2"/>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ar-SA" sz="3200" b="1" kern="1200" dirty="0" smtClean="0"/>
            <a:t>تقسيم المادة المدروسة إلى سلسلة من التتابعات</a:t>
          </a:r>
          <a:endParaRPr lang="en-US" sz="3200" b="1" kern="1200" dirty="0">
            <a:latin typeface="Bebas Neue" panose="020B0606020202050201" pitchFamily="34" charset="0"/>
          </a:endParaRPr>
        </a:p>
      </dsp:txBody>
      <dsp:txXfrm>
        <a:off x="2625098" y="1064171"/>
        <a:ext cx="5185402" cy="1154899"/>
      </dsp:txXfrm>
    </dsp:sp>
    <dsp:sp modelId="{5605C233-11D8-4AEB-948C-11D75975D535}">
      <dsp:nvSpPr>
        <dsp:cNvPr id="0" name=""/>
        <dsp:cNvSpPr/>
      </dsp:nvSpPr>
      <dsp:spPr>
        <a:xfrm>
          <a:off x="2625098" y="2439941"/>
          <a:ext cx="5185402" cy="1154899"/>
        </a:xfrm>
        <a:prstGeom prst="rect">
          <a:avLst/>
        </a:prstGeom>
        <a:solidFill>
          <a:schemeClr val="accent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ar-SA" sz="3200" kern="1200" dirty="0" smtClean="0"/>
            <a:t>تحسين نتائج وفعالية عملية التعلم للطلاب</a:t>
          </a:r>
          <a:endParaRPr lang="en-US" sz="3200" b="1" kern="1200" dirty="0"/>
        </a:p>
      </dsp:txBody>
      <dsp:txXfrm>
        <a:off x="2625098" y="2439941"/>
        <a:ext cx="5185402" cy="1154899"/>
      </dsp:txXfrm>
    </dsp:sp>
  </dsp:spTree>
</dsp:drawing>
</file>

<file path=ppt/diagrams/layout1.xml><?xml version="1.0" encoding="utf-8"?>
<dgm:layoutDef xmlns:dgm="http://schemas.openxmlformats.org/drawingml/2006/diagram" xmlns:a="http://schemas.openxmlformats.org/drawingml/2006/main"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xmlns:r="http://schemas.openxmlformats.org/officeDocument/2006/relationships"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6"/>
      </dgm:choose>
    </dgm:forEach>
  </dgm:layoutNode>
</dgm:layoutDef>
</file>

<file path=ppt/diagrams/layout2.xml><?xml version="1.0" encoding="utf-8"?>
<dgm:layoutDef xmlns:dgm="http://schemas.openxmlformats.org/drawingml/2006/diagram" xmlns:a="http://schemas.openxmlformats.org/drawingml/2006/main"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xmlns:r="http://schemas.openxmlformats.org/officeDocument/2006/relationships"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6"/>
      </dgm:choose>
    </dgm:forEach>
  </dgm:layoutNode>
</dgm:layoutDef>
</file>

<file path=ppt/diagrams/layout3.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37.xml"/><Relationship Id="rId2" Type="http://schemas.openxmlformats.org/officeDocument/2006/relationships/image" Target="../media/image12.png"/></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blipFill dpi="0" rotWithShape="1">
          <a:blip r:embed="rId2">
            <a:lum/>
          </a:blip>
          <a:srcRect/>
          <a:stretch>
            <a:fillRect r="-69000"/>
          </a:stretch>
        </a:blipFill>
        <a:effectLst/>
      </p:bgPr>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eaLnBrk="0" hangingPunct="0">
              <a:defRPr sz="1200">
                <a:cs typeface="+mn-cs"/>
              </a:defRPr>
            </a:lvl1pPr>
          </a:lstStyle>
          <a:p>
            <a:pPr>
              <a:defRPr/>
            </a:pPr>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lvl="0"/>
            <a:endParaRPr lang="en-US" noProof="0" smtClean="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eaLnBrk="0" hangingPunct="0">
              <a:defRPr sz="1200">
                <a:cs typeface="+mn-cs"/>
              </a:defRPr>
            </a:lvl1pPr>
          </a:lstStyle>
          <a:p>
            <a:pPr>
              <a:defRPr/>
            </a:pPr>
            <a:fld id="{50D9FA03-ED3F-4F6F-BA7A-3431F0A09B2F}" type="datetimeFigureOut">
              <a:rPr lang="en-US"/>
              <a:pPr>
                <a:defRPr/>
              </a:pPr>
              <a:t>9/22/16</a:t>
            </a:fld>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eaLnBrk="0" hangingPunct="0">
              <a:defRPr sz="1200">
                <a:cs typeface="+mn-cs"/>
              </a:defRPr>
            </a:lvl1pPr>
          </a:lstStyle>
          <a:p>
            <a:pPr>
              <a:defRPr/>
            </a:pPr>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eaLnBrk="0" hangingPunct="0">
              <a:defRPr sz="1200">
                <a:cs typeface="+mn-cs"/>
              </a:defRPr>
            </a:lvl1pPr>
          </a:lstStyle>
          <a:p>
            <a:pPr>
              <a:defRPr/>
            </a:pPr>
            <a:fld id="{5D9A2121-0F96-449C-97BB-E55E7D4D6120}" type="slidenum">
              <a:rPr lang="en-US"/>
              <a:pPr>
                <a:defRPr/>
              </a:pPr>
              <a:t>‹#›</a:t>
            </a:fld>
            <a:endParaRPr lang="en-US"/>
          </a:p>
        </p:txBody>
      </p:sp>
    </p:spTree>
    <p:extLst>
      <p:ext uri="{BB962C8B-B14F-4D97-AF65-F5344CB8AC3E}">
        <p14:creationId xmlns:p14="http://schemas.microsoft.com/office/powerpoint/2010/main" val="2039584163"/>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a:defRPr/>
            </a:pPr>
            <a:fld id="{5D9A2121-0F96-449C-97BB-E55E7D4D6120}" type="slidenum">
              <a:rPr lang="en-US" smtClean="0"/>
              <a:pPr>
                <a:defRPr/>
              </a:pPr>
              <a:t>1</a:t>
            </a:fld>
            <a:endParaRPr lang="en-US"/>
          </a:p>
        </p:txBody>
      </p:sp>
    </p:spTree>
    <p:extLst>
      <p:ext uri="{BB962C8B-B14F-4D97-AF65-F5344CB8AC3E}">
        <p14:creationId xmlns:p14="http://schemas.microsoft.com/office/powerpoint/2010/main" val="166631856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13</a:t>
            </a:fld>
            <a:endParaRPr lang="en-US">
              <a:solidFill>
                <a:prstClr val="black"/>
              </a:solidFill>
            </a:endParaRPr>
          </a:p>
        </p:txBody>
      </p:sp>
    </p:spTree>
    <p:extLst>
      <p:ext uri="{BB962C8B-B14F-4D97-AF65-F5344CB8AC3E}">
        <p14:creationId xmlns:p14="http://schemas.microsoft.com/office/powerpoint/2010/main" val="44095287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52</a:t>
            </a:fld>
            <a:endParaRPr lang="id-ID">
              <a:solidFill>
                <a:prstClr val="black"/>
              </a:solidFill>
            </a:endParaRPr>
          </a:p>
        </p:txBody>
      </p:sp>
    </p:spTree>
    <p:extLst>
      <p:ext uri="{BB962C8B-B14F-4D97-AF65-F5344CB8AC3E}">
        <p14:creationId xmlns:p14="http://schemas.microsoft.com/office/powerpoint/2010/main" val="373016887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104</a:t>
            </a:fld>
            <a:endParaRPr lang="en-US">
              <a:solidFill>
                <a:prstClr val="black"/>
              </a:solidFill>
            </a:endParaRPr>
          </a:p>
        </p:txBody>
      </p:sp>
    </p:spTree>
    <p:extLst>
      <p:ext uri="{BB962C8B-B14F-4D97-AF65-F5344CB8AC3E}">
        <p14:creationId xmlns:p14="http://schemas.microsoft.com/office/powerpoint/2010/main" val="317551134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105</a:t>
            </a:fld>
            <a:endParaRPr lang="en-US">
              <a:solidFill>
                <a:prstClr val="black"/>
              </a:solidFill>
            </a:endParaRPr>
          </a:p>
        </p:txBody>
      </p:sp>
    </p:spTree>
    <p:extLst>
      <p:ext uri="{BB962C8B-B14F-4D97-AF65-F5344CB8AC3E}">
        <p14:creationId xmlns:p14="http://schemas.microsoft.com/office/powerpoint/2010/main" val="172357758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106</a:t>
            </a:fld>
            <a:endParaRPr lang="en-US">
              <a:solidFill>
                <a:prstClr val="black"/>
              </a:solidFill>
            </a:endParaRPr>
          </a:p>
        </p:txBody>
      </p:sp>
    </p:spTree>
    <p:extLst>
      <p:ext uri="{BB962C8B-B14F-4D97-AF65-F5344CB8AC3E}">
        <p14:creationId xmlns:p14="http://schemas.microsoft.com/office/powerpoint/2010/main" val="128893598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133</a:t>
            </a:fld>
            <a:endParaRPr lang="id-ID">
              <a:solidFill>
                <a:prstClr val="black"/>
              </a:solidFill>
            </a:endParaRPr>
          </a:p>
        </p:txBody>
      </p:sp>
    </p:spTree>
    <p:extLst>
      <p:ext uri="{BB962C8B-B14F-4D97-AF65-F5344CB8AC3E}">
        <p14:creationId xmlns:p14="http://schemas.microsoft.com/office/powerpoint/2010/main" val="52964735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134</a:t>
            </a:fld>
            <a:endParaRPr lang="id-ID">
              <a:solidFill>
                <a:prstClr val="black"/>
              </a:solidFill>
            </a:endParaRPr>
          </a:p>
        </p:txBody>
      </p:sp>
    </p:spTree>
    <p:extLst>
      <p:ext uri="{BB962C8B-B14F-4D97-AF65-F5344CB8AC3E}">
        <p14:creationId xmlns:p14="http://schemas.microsoft.com/office/powerpoint/2010/main" val="133934831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149</a:t>
            </a:fld>
            <a:endParaRPr lang="en-US">
              <a:solidFill>
                <a:prstClr val="black"/>
              </a:solidFill>
            </a:endParaRPr>
          </a:p>
        </p:txBody>
      </p:sp>
    </p:spTree>
    <p:extLst>
      <p:ext uri="{BB962C8B-B14F-4D97-AF65-F5344CB8AC3E}">
        <p14:creationId xmlns:p14="http://schemas.microsoft.com/office/powerpoint/2010/main" val="249244412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Slide Image Placeholder 1"/>
          <p:cNvSpPr>
            <a:spLocks noGrp="1" noRot="1" noChangeAspect="1"/>
          </p:cNvSpPr>
          <p:nvPr>
            <p:ph type="sldImg"/>
          </p:nvPr>
        </p:nvSpPr>
        <p:spPr bwMode="auto">
          <a:noFill/>
          <a:ln>
            <a:solidFill>
              <a:srgbClr val="000000"/>
            </a:solidFill>
            <a:miter lim="800000"/>
            <a:headEnd/>
            <a:tailEnd/>
          </a:ln>
        </p:spPr>
      </p:sp>
      <p:sp>
        <p:nvSpPr>
          <p:cNvPr id="49766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9766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F69950D6-E6BE-481A-935E-FFFB1ADDF5CF}" type="slidenum">
              <a:rPr lang="id-ID" smtClean="0">
                <a:solidFill>
                  <a:srgbClr val="000000"/>
                </a:solidFill>
                <a:cs typeface="Arial" charset="0"/>
              </a:rPr>
              <a:pPr/>
              <a:t>156</a:t>
            </a:fld>
            <a:endParaRPr lang="id-ID" smtClean="0">
              <a:solidFill>
                <a:srgbClr val="000000"/>
              </a:solidFill>
              <a:cs typeface="Arial" charset="0"/>
            </a:endParaRPr>
          </a:p>
        </p:txBody>
      </p:sp>
    </p:spTree>
    <p:extLst>
      <p:ext uri="{BB962C8B-B14F-4D97-AF65-F5344CB8AC3E}">
        <p14:creationId xmlns:p14="http://schemas.microsoft.com/office/powerpoint/2010/main" val="166899517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Slide Image Placeholder 1"/>
          <p:cNvSpPr>
            <a:spLocks noGrp="1" noRot="1" noChangeAspect="1"/>
          </p:cNvSpPr>
          <p:nvPr>
            <p:ph type="sldImg"/>
          </p:nvPr>
        </p:nvSpPr>
        <p:spPr bwMode="auto">
          <a:noFill/>
          <a:ln>
            <a:solidFill>
              <a:srgbClr val="000000"/>
            </a:solidFill>
            <a:miter lim="800000"/>
            <a:headEnd/>
            <a:tailEnd/>
          </a:ln>
        </p:spPr>
      </p:sp>
      <p:sp>
        <p:nvSpPr>
          <p:cNvPr id="49766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9766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F69950D6-E6BE-481A-935E-FFFB1ADDF5CF}" type="slidenum">
              <a:rPr lang="id-ID" smtClean="0">
                <a:solidFill>
                  <a:srgbClr val="000000"/>
                </a:solidFill>
                <a:cs typeface="Arial" charset="0"/>
              </a:rPr>
              <a:pPr/>
              <a:t>157</a:t>
            </a:fld>
            <a:endParaRPr lang="id-ID" smtClean="0">
              <a:solidFill>
                <a:srgbClr val="000000"/>
              </a:solidFill>
              <a:cs typeface="Arial" charset="0"/>
            </a:endParaRPr>
          </a:p>
        </p:txBody>
      </p:sp>
    </p:spTree>
    <p:extLst>
      <p:ext uri="{BB962C8B-B14F-4D97-AF65-F5344CB8AC3E}">
        <p14:creationId xmlns:p14="http://schemas.microsoft.com/office/powerpoint/2010/main" val="308408871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Slide Image Placeholder 1"/>
          <p:cNvSpPr>
            <a:spLocks noGrp="1" noRot="1" noChangeAspect="1"/>
          </p:cNvSpPr>
          <p:nvPr>
            <p:ph type="sldImg"/>
          </p:nvPr>
        </p:nvSpPr>
        <p:spPr bwMode="auto">
          <a:noFill/>
          <a:ln>
            <a:solidFill>
              <a:srgbClr val="000000"/>
            </a:solidFill>
            <a:miter lim="800000"/>
            <a:headEnd/>
            <a:tailEnd/>
          </a:ln>
        </p:spPr>
      </p:sp>
      <p:sp>
        <p:nvSpPr>
          <p:cNvPr id="49766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9766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F69950D6-E6BE-481A-935E-FFFB1ADDF5CF}" type="slidenum">
              <a:rPr lang="id-ID" smtClean="0">
                <a:solidFill>
                  <a:srgbClr val="000000"/>
                </a:solidFill>
                <a:cs typeface="Arial" charset="0"/>
              </a:rPr>
              <a:pPr/>
              <a:t>158</a:t>
            </a:fld>
            <a:endParaRPr lang="id-ID" smtClean="0">
              <a:solidFill>
                <a:srgbClr val="000000"/>
              </a:solidFill>
              <a:cs typeface="Arial" charset="0"/>
            </a:endParaRPr>
          </a:p>
        </p:txBody>
      </p:sp>
    </p:spTree>
    <p:extLst>
      <p:ext uri="{BB962C8B-B14F-4D97-AF65-F5344CB8AC3E}">
        <p14:creationId xmlns:p14="http://schemas.microsoft.com/office/powerpoint/2010/main" val="191295604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833" name="Slide Image Placeholder 1"/>
          <p:cNvSpPr>
            <a:spLocks noGrp="1" noRot="1" noChangeAspect="1"/>
          </p:cNvSpPr>
          <p:nvPr>
            <p:ph type="sldImg"/>
          </p:nvPr>
        </p:nvSpPr>
        <p:spPr bwMode="auto">
          <a:noFill/>
          <a:ln>
            <a:solidFill>
              <a:srgbClr val="000000"/>
            </a:solidFill>
            <a:miter lim="800000"/>
            <a:headEnd/>
            <a:tailEnd/>
          </a:ln>
        </p:spPr>
      </p:sp>
      <p:sp>
        <p:nvSpPr>
          <p:cNvPr id="504834"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504835"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86B59EFF-0143-4C90-9492-B722C4DCD120}" type="slidenum">
              <a:rPr lang="id-ID" smtClean="0">
                <a:cs typeface="Arial" charset="0"/>
              </a:rPr>
              <a:pPr/>
              <a:t>195</a:t>
            </a:fld>
            <a:endParaRPr lang="id-ID" smtClean="0">
              <a:cs typeface="Arial" charset="0"/>
            </a:endParaRPr>
          </a:p>
        </p:txBody>
      </p:sp>
    </p:spTree>
    <p:extLst>
      <p:ext uri="{BB962C8B-B14F-4D97-AF65-F5344CB8AC3E}">
        <p14:creationId xmlns:p14="http://schemas.microsoft.com/office/powerpoint/2010/main" val="55353254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1.xml"/><Relationship Id="rId2" Type="http://schemas.openxmlformats.org/officeDocument/2006/relationships/image" Target="../media/image2.png"/></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1.xml"/><Relationship Id="rId2" Type="http://schemas.openxmlformats.org/officeDocument/2006/relationships/image" Target="../media/image3.png"/></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21.xml"/><Relationship Id="rId2" Type="http://schemas.openxmlformats.org/officeDocument/2006/relationships/image" Target="../media/image4.png"/></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21.xml"/><Relationship Id="rId2" Type="http://schemas.openxmlformats.org/officeDocument/2006/relationships/image" Target="../media/image5.gif"/></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21.xml"/><Relationship Id="rId2" Type="http://schemas.openxmlformats.org/officeDocument/2006/relationships/image" Target="../media/image6.png"/></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21.xml"/><Relationship Id="rId2" Type="http://schemas.openxmlformats.org/officeDocument/2006/relationships/image" Target="../media/image7.png"/></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21.xml"/><Relationship Id="rId2" Type="http://schemas.openxmlformats.org/officeDocument/2006/relationships/image" Target="../media/image7.png"/></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21.xml"/><Relationship Id="rId2" Type="http://schemas.openxmlformats.org/officeDocument/2006/relationships/image" Target="../media/image8.png"/><Relationship Id="rId3" Type="http://schemas.openxmlformats.org/officeDocument/2006/relationships/image" Target="../media/image7.png"/></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21.xml"/><Relationship Id="rId2" Type="http://schemas.openxmlformats.org/officeDocument/2006/relationships/image" Target="../media/image9.png"/><Relationship Id="rId3" Type="http://schemas.openxmlformats.org/officeDocument/2006/relationships/image" Target="../media/image10.png"/></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21.xml"/><Relationship Id="rId2" Type="http://schemas.openxmlformats.org/officeDocument/2006/relationships/image" Target="../media/image11.png"/></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pPr>
              <a:defRPr/>
            </a:pPr>
            <a:fld id="{21B532CC-8146-A043-87FF-4C87A1A62C17}" type="datetime1">
              <a:rPr lang="en-US" altLang="en-US" smtClean="0"/>
              <a:t>9/22/16</a:t>
            </a:fld>
            <a:endParaRPr lang="en-US" altLang="en-US"/>
          </a:p>
        </p:txBody>
      </p:sp>
      <p:sp>
        <p:nvSpPr>
          <p:cNvPr id="5"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6" name="Slide Number Placeholder 5"/>
          <p:cNvSpPr>
            <a:spLocks noGrp="1"/>
          </p:cNvSpPr>
          <p:nvPr>
            <p:ph type="sldNum" sz="quarter" idx="12"/>
          </p:nvPr>
        </p:nvSpPr>
        <p:spPr/>
        <p:txBody>
          <a:bodyPr/>
          <a:lstStyle>
            <a:lvl1pPr>
              <a:defRPr/>
            </a:lvl1pPr>
          </a:lstStyle>
          <a:p>
            <a:pPr>
              <a:defRPr/>
            </a:pPr>
            <a:fld id="{6C874E79-F982-4134-8E67-C527FC16946D}"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11872710-D8F4-B645-ACFC-DA1DABDE3D22}" type="datetime1">
              <a:rPr lang="en-US" altLang="en-US" smtClean="0"/>
              <a:t>9/22/16</a:t>
            </a:fld>
            <a:endParaRPr lang="en-US" altLang="en-US"/>
          </a:p>
        </p:txBody>
      </p:sp>
      <p:sp>
        <p:nvSpPr>
          <p:cNvPr id="5"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6" name="Slide Number Placeholder 5"/>
          <p:cNvSpPr>
            <a:spLocks noGrp="1"/>
          </p:cNvSpPr>
          <p:nvPr>
            <p:ph type="sldNum" sz="quarter" idx="12"/>
          </p:nvPr>
        </p:nvSpPr>
        <p:spPr/>
        <p:txBody>
          <a:bodyPr/>
          <a:lstStyle>
            <a:lvl1pPr>
              <a:defRPr/>
            </a:lvl1pPr>
          </a:lstStyle>
          <a:p>
            <a:pPr>
              <a:defRPr/>
            </a:pPr>
            <a:fld id="{94150626-0DF8-4519-9B56-15AB7C95B2AC}"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pPr>
              <a:defRPr/>
            </a:pPr>
            <a:fld id="{34EBD377-BEA6-F642-A208-F85C4B822A8A}" type="datetime1">
              <a:rPr lang="en-US" altLang="en-US" smtClean="0"/>
              <a:t>9/22/16</a:t>
            </a:fld>
            <a:endParaRPr lang="en-US" altLang="en-US"/>
          </a:p>
        </p:txBody>
      </p:sp>
      <p:sp>
        <p:nvSpPr>
          <p:cNvPr id="5"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6" name="Slide Number Placeholder 5"/>
          <p:cNvSpPr>
            <a:spLocks noGrp="1"/>
          </p:cNvSpPr>
          <p:nvPr>
            <p:ph type="sldNum" sz="quarter" idx="12"/>
          </p:nvPr>
        </p:nvSpPr>
        <p:spPr/>
        <p:txBody>
          <a:bodyPr/>
          <a:lstStyle>
            <a:lvl1pPr>
              <a:defRPr/>
            </a:lvl1pPr>
          </a:lstStyle>
          <a:p>
            <a:pPr>
              <a:defRPr/>
            </a:pPr>
            <a:fld id="{E2914BB3-B0E9-42D4-8FAB-BFA969E691EE}"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17B7ED26-93B8-CC42-821B-0422C13A933F}" type="datetime1">
              <a:rPr lang="en-US" altLang="en-US" smtClean="0"/>
              <a:t>9/22/16</a:t>
            </a:fld>
            <a:endParaRPr lang="en-US" altLang="en-US"/>
          </a:p>
        </p:txBody>
      </p:sp>
      <p:sp>
        <p:nvSpPr>
          <p:cNvPr id="6"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7" name="Slide Number Placeholder 5"/>
          <p:cNvSpPr>
            <a:spLocks noGrp="1"/>
          </p:cNvSpPr>
          <p:nvPr>
            <p:ph type="sldNum" sz="quarter" idx="12"/>
          </p:nvPr>
        </p:nvSpPr>
        <p:spPr/>
        <p:txBody>
          <a:bodyPr/>
          <a:lstStyle>
            <a:lvl1pPr>
              <a:defRPr/>
            </a:lvl1pPr>
          </a:lstStyle>
          <a:p>
            <a:pPr>
              <a:defRPr/>
            </a:pPr>
            <a:fld id="{AD0E5F54-DF23-4610-B6B1-62A32A406C04}"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3"/>
          <p:cNvSpPr>
            <a:spLocks noGrp="1"/>
          </p:cNvSpPr>
          <p:nvPr>
            <p:ph type="dt" sz="half" idx="10"/>
          </p:nvPr>
        </p:nvSpPr>
        <p:spPr/>
        <p:txBody>
          <a:bodyPr/>
          <a:lstStyle>
            <a:lvl1pPr>
              <a:defRPr/>
            </a:lvl1pPr>
          </a:lstStyle>
          <a:p>
            <a:pPr>
              <a:defRPr/>
            </a:pPr>
            <a:fld id="{3489A1CF-659E-884A-9304-21B0BA604F3D}" type="datetime1">
              <a:rPr lang="en-US" altLang="en-US" smtClean="0"/>
              <a:t>9/22/16</a:t>
            </a:fld>
            <a:endParaRPr lang="en-US" altLang="en-US"/>
          </a:p>
        </p:txBody>
      </p:sp>
      <p:sp>
        <p:nvSpPr>
          <p:cNvPr id="8"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9" name="Slide Number Placeholder 5"/>
          <p:cNvSpPr>
            <a:spLocks noGrp="1"/>
          </p:cNvSpPr>
          <p:nvPr>
            <p:ph type="sldNum" sz="quarter" idx="12"/>
          </p:nvPr>
        </p:nvSpPr>
        <p:spPr/>
        <p:txBody>
          <a:bodyPr/>
          <a:lstStyle>
            <a:lvl1pPr>
              <a:defRPr/>
            </a:lvl1pPr>
          </a:lstStyle>
          <a:p>
            <a:pPr>
              <a:defRPr/>
            </a:pPr>
            <a:fld id="{20EF772D-394F-4F58-BB1F-AC87ADC94F85}"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3"/>
          <p:cNvSpPr>
            <a:spLocks noGrp="1"/>
          </p:cNvSpPr>
          <p:nvPr>
            <p:ph type="dt" sz="half" idx="10"/>
          </p:nvPr>
        </p:nvSpPr>
        <p:spPr/>
        <p:txBody>
          <a:bodyPr/>
          <a:lstStyle>
            <a:lvl1pPr>
              <a:defRPr/>
            </a:lvl1pPr>
          </a:lstStyle>
          <a:p>
            <a:pPr>
              <a:defRPr/>
            </a:pPr>
            <a:fld id="{F8FADF66-FE4F-9B49-B281-EFB8BAD20587}" type="datetime1">
              <a:rPr lang="en-US" altLang="en-US" smtClean="0"/>
              <a:t>9/22/16</a:t>
            </a:fld>
            <a:endParaRPr lang="en-US" altLang="en-US"/>
          </a:p>
        </p:txBody>
      </p:sp>
      <p:sp>
        <p:nvSpPr>
          <p:cNvPr id="4"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5" name="Slide Number Placeholder 5"/>
          <p:cNvSpPr>
            <a:spLocks noGrp="1"/>
          </p:cNvSpPr>
          <p:nvPr>
            <p:ph type="sldNum" sz="quarter" idx="12"/>
          </p:nvPr>
        </p:nvSpPr>
        <p:spPr/>
        <p:txBody>
          <a:bodyPr/>
          <a:lstStyle>
            <a:lvl1pPr>
              <a:defRPr/>
            </a:lvl1pPr>
          </a:lstStyle>
          <a:p>
            <a:pPr>
              <a:defRPr/>
            </a:pPr>
            <a:fld id="{0EAAC29B-B2AA-4429-9D16-00B40816E9EF}"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0A1BE1F9-D5A1-C146-B2DC-DB661B1C81D9}" type="datetime1">
              <a:rPr lang="en-US" altLang="en-US" smtClean="0"/>
              <a:t>9/22/16</a:t>
            </a:fld>
            <a:endParaRPr lang="en-US" altLang="en-US"/>
          </a:p>
        </p:txBody>
      </p:sp>
      <p:sp>
        <p:nvSpPr>
          <p:cNvPr id="3"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4" name="Slide Number Placeholder 5"/>
          <p:cNvSpPr>
            <a:spLocks noGrp="1"/>
          </p:cNvSpPr>
          <p:nvPr>
            <p:ph type="sldNum" sz="quarter" idx="12"/>
          </p:nvPr>
        </p:nvSpPr>
        <p:spPr/>
        <p:txBody>
          <a:bodyPr/>
          <a:lstStyle>
            <a:lvl1pPr>
              <a:defRPr/>
            </a:lvl1pPr>
          </a:lstStyle>
          <a:p>
            <a:pPr>
              <a:defRPr/>
            </a:pPr>
            <a:fld id="{EF46C066-2CC3-4540-9D04-1BEDCB40FC7E}"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5176711A-FA01-3B4E-A87C-091BD7A3B1AC}" type="datetime1">
              <a:rPr lang="en-US" altLang="en-US" smtClean="0"/>
              <a:t>9/22/16</a:t>
            </a:fld>
            <a:endParaRPr lang="en-US" altLang="en-US"/>
          </a:p>
        </p:txBody>
      </p:sp>
      <p:sp>
        <p:nvSpPr>
          <p:cNvPr id="6"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7" name="Slide Number Placeholder 5"/>
          <p:cNvSpPr>
            <a:spLocks noGrp="1"/>
          </p:cNvSpPr>
          <p:nvPr>
            <p:ph type="sldNum" sz="quarter" idx="12"/>
          </p:nvPr>
        </p:nvSpPr>
        <p:spPr/>
        <p:txBody>
          <a:bodyPr/>
          <a:lstStyle>
            <a:lvl1pPr>
              <a:defRPr/>
            </a:lvl1pPr>
          </a:lstStyle>
          <a:p>
            <a:pPr>
              <a:defRPr/>
            </a:pPr>
            <a:fld id="{73E42404-E510-4EAD-8770-D82EFFE2FC82}"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99BA66EC-4A1A-1241-BAFF-7FAFDF0B04F1}" type="datetime1">
              <a:rPr lang="en-US" altLang="en-US" smtClean="0"/>
              <a:t>9/22/16</a:t>
            </a:fld>
            <a:endParaRPr lang="en-US" altLang="en-US"/>
          </a:p>
        </p:txBody>
      </p:sp>
      <p:sp>
        <p:nvSpPr>
          <p:cNvPr id="6"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7" name="Slide Number Placeholder 5"/>
          <p:cNvSpPr>
            <a:spLocks noGrp="1"/>
          </p:cNvSpPr>
          <p:nvPr>
            <p:ph type="sldNum" sz="quarter" idx="12"/>
          </p:nvPr>
        </p:nvSpPr>
        <p:spPr/>
        <p:txBody>
          <a:bodyPr/>
          <a:lstStyle>
            <a:lvl1pPr>
              <a:defRPr/>
            </a:lvl1pPr>
          </a:lstStyle>
          <a:p>
            <a:pPr>
              <a:defRPr/>
            </a:pPr>
            <a:fld id="{5FFEE715-D206-4C9A-BE2C-572379C68A7B}"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F8695F78-55D3-2A47-9A6C-171EE125A9C1}" type="datetime1">
              <a:rPr lang="en-US" altLang="en-US" smtClean="0"/>
              <a:t>9/22/16</a:t>
            </a:fld>
            <a:endParaRPr lang="en-US" altLang="en-US"/>
          </a:p>
        </p:txBody>
      </p:sp>
      <p:sp>
        <p:nvSpPr>
          <p:cNvPr id="5"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6" name="Slide Number Placeholder 5"/>
          <p:cNvSpPr>
            <a:spLocks noGrp="1"/>
          </p:cNvSpPr>
          <p:nvPr>
            <p:ph type="sldNum" sz="quarter" idx="12"/>
          </p:nvPr>
        </p:nvSpPr>
        <p:spPr/>
        <p:txBody>
          <a:bodyPr/>
          <a:lstStyle>
            <a:lvl1pPr>
              <a:defRPr/>
            </a:lvl1pPr>
          </a:lstStyle>
          <a:p>
            <a:pPr>
              <a:defRPr/>
            </a:pPr>
            <a:fld id="{F7FA552E-1FFC-471A-8DB9-DDA222414FED}"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5B246E36-CE3E-0C4B-AA90-0D6CF49E81C7}" type="datetime1">
              <a:rPr lang="en-US" altLang="en-US" smtClean="0"/>
              <a:t>9/22/16</a:t>
            </a:fld>
            <a:endParaRPr lang="en-US" altLang="en-US"/>
          </a:p>
        </p:txBody>
      </p:sp>
      <p:sp>
        <p:nvSpPr>
          <p:cNvPr id="5"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6" name="Slide Number Placeholder 5"/>
          <p:cNvSpPr>
            <a:spLocks noGrp="1"/>
          </p:cNvSpPr>
          <p:nvPr>
            <p:ph type="sldNum" sz="quarter" idx="12"/>
          </p:nvPr>
        </p:nvSpPr>
        <p:spPr/>
        <p:txBody>
          <a:bodyPr/>
          <a:lstStyle>
            <a:lvl1pPr>
              <a:defRPr/>
            </a:lvl1pPr>
          </a:lstStyle>
          <a:p>
            <a:pPr>
              <a:defRPr/>
            </a:pPr>
            <a:fld id="{CC55BA6E-905B-4C9D-B169-BF824F41387B}"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7D6A9EB-E062-1C4A-9B9F-6B99C2B85883}"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8A648D8-E300-40D9-BBCE-6449401FB797}"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3D2D0F06-22CC-784D-8E14-394184DDAD22}"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D07901B-3FD4-4392-ACA9-A3C9A5202785}"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B5457E2-7D19-1840-962A-BC93CFD36695}"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6B12FA48-C6ED-4866-B763-C065A3083F8C}"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7401678-E1C9-3D43-8938-FE8E31BAD477}"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78EDC0E-42B3-4B6B-AF58-D0513D9A4A43}"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5490A634-CC08-DE4E-A123-565BDA864C14}" type="datetime1">
              <a:rPr lang="en-US" smtClean="0"/>
              <a:t>9/22/16</a:t>
            </a:fld>
            <a:endParaRPr lang="id-ID"/>
          </a:p>
        </p:txBody>
      </p:sp>
      <p:sp>
        <p:nvSpPr>
          <p:cNvPr id="8" name="Footer Placeholder 7"/>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9" name="Slide Number Placeholder 8"/>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9D3C892C-1F3D-42D5-8A2F-71FFB87A3AE7}"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D2E83844-70D4-A346-96B4-6A1083A7D0B1}" type="datetime1">
              <a:rPr lang="en-US" smtClean="0"/>
              <a:t>9/22/16</a:t>
            </a:fld>
            <a:endParaRPr lang="id-ID"/>
          </a:p>
        </p:txBody>
      </p:sp>
      <p:sp>
        <p:nvSpPr>
          <p:cNvPr id="4" name="Footer Placeholder 3"/>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5" name="Slide Number Placeholder 4"/>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3AC1C44-C447-4581-B4D6-4A96D3FE2460}"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DC0B2653-C3D3-734B-BD97-CF45FA1A17E2}" type="datetime1">
              <a:rPr lang="en-US" smtClean="0"/>
              <a:t>9/22/16</a:t>
            </a:fld>
            <a:endParaRPr lang="id-ID"/>
          </a:p>
        </p:txBody>
      </p:sp>
      <p:sp>
        <p:nvSpPr>
          <p:cNvPr id="3" name="Footer Placeholder 2"/>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4" name="Slide Number Placeholder 3"/>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4A5628C-59F4-41E3-A575-462B0A98A396}"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923BD7D-C195-C34E-A6BF-F0F597179678}"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98A7E57-0AC9-4377-A693-91651123BDAC}"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5BD3C1A-7F7A-A746-9EAA-511FC0990419}"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BB3765F9-DBBF-4CF4-9B38-75F637C9C6D6}"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970BE91-871F-8843-94E2-DAF622202AF6}"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452DE50-A611-48DE-B3AB-DA5D55B273E3}"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49E6C84-A307-8C41-AD14-54B0DBD47EB0}"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80AA319-0B3E-4752-A3F4-5703E5A4B324}"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Wide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1"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2902AA2D-387B-0F48-AF8C-20A9DF2EF1F6}"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D849E5C-8D15-4093-B31A-7742C30A9794}"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E564D193-48D5-984D-89E6-83181833F2B9}"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D1EAD9D8-73FD-4365-A853-027632544F9C}"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ABEDE80F-0695-C841-A134-BC95092CD7A5}"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A850D57D-F0EB-4595-B030-02D71F5AB6F5}"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229F54A-CBE7-E44C-B212-6EF53516466A}"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710417D-AF6C-4BAD-A6C5-A630A1DF96CC}"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C1C1C73-0B03-224C-8DD4-35D5AD231DB8}" type="datetime1">
              <a:rPr lang="en-US" smtClean="0"/>
              <a:t>9/22/16</a:t>
            </a:fld>
            <a:endParaRPr lang="en-US"/>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5D993C2A-80A1-4635-87ED-BDA7685DFAA9}"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8377767-D810-5347-8E84-0BD707FDD739}" type="datetime1">
              <a:rPr lang="en-US" smtClean="0"/>
              <a:t>9/22/16</a:t>
            </a:fld>
            <a:endParaRPr lang="en-US"/>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0911A3A-6772-43A7-B57E-DB2C0EF2543C}"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6550CCD-6C5E-9847-A837-2001D80D96AD}" type="datetime1">
              <a:rPr lang="en-US" smtClean="0"/>
              <a:t>9/22/16</a:t>
            </a:fld>
            <a:endParaRPr lang="en-US"/>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9D8E61C7-B0F0-4E2B-BB03-1D63DA34727F}"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D2F7CB3-78CB-6D4B-8524-3C941867B1CF}"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CD538A0-D803-48C4-992A-8ED4CECBD43A}"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7038548-0E56-8349-A976-8ABF9B4261AC}"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6DAA274-98AF-4F88-8718-BBC353CB7608}"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8A4A187A-CC45-BC4F-A5F7-E3B7B5236733}"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ABD1E075-E13F-4F82-8402-A8F797A7CA07}"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B9939439-4B72-404E-8E41-AC00DC91FB16}"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3E4C25E-7285-4377-921E-F73B739D797B}"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8"/>
            <a:ext cx="10363200" cy="1470025"/>
          </a:xfrm>
        </p:spPr>
        <p:txBody>
          <a:bodyPr/>
          <a:lstStyle/>
          <a:p>
            <a:r>
              <a:rPr lang="en-US" dirty="0" smtClean="0"/>
              <a:t>Click to edit Master title style</a:t>
            </a:r>
            <a:endParaRPr lang="en-US" dirty="0"/>
          </a:p>
        </p:txBody>
      </p:sp>
      <p:sp>
        <p:nvSpPr>
          <p:cNvPr id="3" name="Subtitle 2"/>
          <p:cNvSpPr>
            <a:spLocks noGrp="1"/>
          </p:cNvSpPr>
          <p:nvPr>
            <p:ph type="subTitle" idx="1"/>
          </p:nvPr>
        </p:nvSpPr>
        <p:spPr>
          <a:xfrm>
            <a:off x="903113" y="3886200"/>
            <a:ext cx="9460089" cy="1752600"/>
          </a:xfrm>
        </p:spPr>
        <p:txBody>
          <a:bodyPr/>
          <a:lstStyle>
            <a:lvl1pPr marL="0" indent="0" algn="l">
              <a:buNone/>
              <a:defRPr>
                <a:solidFill>
                  <a:schemeClr val="tx1">
                    <a:tint val="75000"/>
                  </a:schemeClr>
                </a:solidFill>
              </a:defRPr>
            </a:lvl1pPr>
            <a:lvl2pPr marL="609515" indent="0" algn="ctr">
              <a:buNone/>
              <a:defRPr>
                <a:solidFill>
                  <a:schemeClr val="tx1">
                    <a:tint val="75000"/>
                  </a:schemeClr>
                </a:solidFill>
              </a:defRPr>
            </a:lvl2pPr>
            <a:lvl3pPr marL="1219031" indent="0" algn="ctr">
              <a:buNone/>
              <a:defRPr>
                <a:solidFill>
                  <a:schemeClr val="tx1">
                    <a:tint val="75000"/>
                  </a:schemeClr>
                </a:solidFill>
              </a:defRPr>
            </a:lvl3pPr>
            <a:lvl4pPr marL="1828546" indent="0" algn="ctr">
              <a:buNone/>
              <a:defRPr>
                <a:solidFill>
                  <a:schemeClr val="tx1">
                    <a:tint val="75000"/>
                  </a:schemeClr>
                </a:solidFill>
              </a:defRPr>
            </a:lvl4pPr>
            <a:lvl5pPr marL="2438062" indent="0" algn="ctr">
              <a:buNone/>
              <a:defRPr>
                <a:solidFill>
                  <a:schemeClr val="tx1">
                    <a:tint val="75000"/>
                  </a:schemeClr>
                </a:solidFill>
              </a:defRPr>
            </a:lvl5pPr>
            <a:lvl6pPr marL="3047577" indent="0" algn="ctr">
              <a:buNone/>
              <a:defRPr>
                <a:solidFill>
                  <a:schemeClr val="tx1">
                    <a:tint val="75000"/>
                  </a:schemeClr>
                </a:solidFill>
              </a:defRPr>
            </a:lvl6pPr>
            <a:lvl7pPr marL="3657093" indent="0" algn="ctr">
              <a:buNone/>
              <a:defRPr>
                <a:solidFill>
                  <a:schemeClr val="tx1">
                    <a:tint val="75000"/>
                  </a:schemeClr>
                </a:solidFill>
              </a:defRPr>
            </a:lvl7pPr>
            <a:lvl8pPr marL="4266608" indent="0" algn="ctr">
              <a:buNone/>
              <a:defRPr>
                <a:solidFill>
                  <a:schemeClr val="tx1">
                    <a:tint val="75000"/>
                  </a:schemeClr>
                </a:solidFill>
              </a:defRPr>
            </a:lvl8pPr>
            <a:lvl9pPr marL="4876123" indent="0" algn="ctr">
              <a:buNone/>
              <a:defRPr>
                <a:solidFill>
                  <a:schemeClr val="tx1">
                    <a:tint val="75000"/>
                  </a:schemeClr>
                </a:solidFill>
              </a:defRPr>
            </a:lvl9pPr>
          </a:lstStyle>
          <a:p>
            <a:r>
              <a:rPr lang="en-US" dirty="0" smtClean="0"/>
              <a:t>Click to edit Master subtitle style</a:t>
            </a:r>
            <a:endParaRPr lang="en-US" dirty="0"/>
          </a:p>
        </p:txBody>
      </p:sp>
      <p:sp>
        <p:nvSpPr>
          <p:cNvPr id="4" name="Slide Number Placeholder 5"/>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D1F6C043-87F1-4A9F-8D74-E565299FE3D7}"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Slide Number Placeholder 5"/>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C4957DBF-97D5-473D-BCC0-31B960BDBE7C}"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600201"/>
            <a:ext cx="5384800" cy="4240955"/>
          </a:xfrm>
        </p:spPr>
        <p:txBody>
          <a:bodyPr/>
          <a:lstStyle>
            <a:lvl1pPr>
              <a:defRPr sz="1333">
                <a:solidFill>
                  <a:schemeClr val="tx2"/>
                </a:solidFill>
              </a:defRPr>
            </a:lvl1pPr>
            <a:lvl2pPr>
              <a:defRPr sz="1333">
                <a:solidFill>
                  <a:schemeClr val="tx2"/>
                </a:solidFill>
              </a:defRPr>
            </a:lvl2pPr>
            <a:lvl3pPr>
              <a:defRPr sz="1333">
                <a:solidFill>
                  <a:schemeClr val="tx2"/>
                </a:solidFill>
              </a:defRPr>
            </a:lvl3pPr>
            <a:lvl4pPr>
              <a:defRPr sz="1333">
                <a:solidFill>
                  <a:schemeClr val="tx2"/>
                </a:solidFill>
              </a:defRPr>
            </a:lvl4pPr>
            <a:lvl5pPr>
              <a:defRPr sz="1333">
                <a:solidFill>
                  <a:schemeClr val="tx2"/>
                </a:solidFill>
              </a:defRPr>
            </a:lvl5pPr>
            <a:lvl6pPr>
              <a:defRPr sz="2400"/>
            </a:lvl6pPr>
            <a:lvl7pPr>
              <a:defRPr sz="2400"/>
            </a:lvl7pPr>
            <a:lvl8pPr>
              <a:defRPr sz="2400"/>
            </a:lvl8pPr>
            <a:lvl9pPr>
              <a:defRPr sz="2400"/>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Content Placeholder 3"/>
          <p:cNvSpPr>
            <a:spLocks noGrp="1"/>
          </p:cNvSpPr>
          <p:nvPr>
            <p:ph sz="half" idx="2"/>
          </p:nvPr>
        </p:nvSpPr>
        <p:spPr>
          <a:xfrm>
            <a:off x="6197600" y="1600201"/>
            <a:ext cx="5384800" cy="4240955"/>
          </a:xfrm>
        </p:spPr>
        <p:txBody>
          <a:bodyPr/>
          <a:lstStyle>
            <a:lvl1pPr>
              <a:defRPr sz="1333">
                <a:solidFill>
                  <a:schemeClr val="tx2"/>
                </a:solidFill>
              </a:defRPr>
            </a:lvl1pPr>
            <a:lvl2pPr>
              <a:defRPr sz="1333">
                <a:solidFill>
                  <a:schemeClr val="tx2"/>
                </a:solidFill>
              </a:defRPr>
            </a:lvl2pPr>
            <a:lvl3pPr>
              <a:defRPr sz="1333">
                <a:solidFill>
                  <a:schemeClr val="tx2"/>
                </a:solidFill>
              </a:defRPr>
            </a:lvl3pPr>
            <a:lvl4pPr>
              <a:defRPr sz="1333">
                <a:solidFill>
                  <a:schemeClr val="tx2"/>
                </a:solidFill>
              </a:defRPr>
            </a:lvl4pPr>
            <a:lvl5pPr>
              <a:defRPr sz="1333">
                <a:solidFill>
                  <a:schemeClr val="tx2"/>
                </a:solidFill>
              </a:defRPr>
            </a:lvl5pPr>
            <a:lvl6pPr>
              <a:defRPr sz="2400"/>
            </a:lvl6pPr>
            <a:lvl7pPr>
              <a:defRPr sz="2400"/>
            </a:lvl7pPr>
            <a:lvl8pPr>
              <a:defRPr sz="2400"/>
            </a:lvl8pPr>
            <a:lvl9pPr>
              <a:defRPr sz="2400"/>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Slide Number Placeholder 6"/>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85A5BE6E-AE38-4A1A-B96D-CBFE43D62A86}"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1600" b="0">
                <a:solidFill>
                  <a:schemeClr val="tx1"/>
                </a:solidFill>
              </a:defRPr>
            </a:lvl1pPr>
            <a:lvl2pPr marL="609515" indent="0">
              <a:buNone/>
              <a:defRPr sz="2667" b="1"/>
            </a:lvl2pPr>
            <a:lvl3pPr marL="1219031" indent="0">
              <a:buNone/>
              <a:defRPr sz="2400" b="1"/>
            </a:lvl3pPr>
            <a:lvl4pPr marL="1828546" indent="0">
              <a:buNone/>
              <a:defRPr sz="2133" b="1"/>
            </a:lvl4pPr>
            <a:lvl5pPr marL="2438062" indent="0">
              <a:buNone/>
              <a:defRPr sz="2133" b="1"/>
            </a:lvl5pPr>
            <a:lvl6pPr marL="3047577" indent="0">
              <a:buNone/>
              <a:defRPr sz="2133" b="1"/>
            </a:lvl6pPr>
            <a:lvl7pPr marL="3657093" indent="0">
              <a:buNone/>
              <a:defRPr sz="2133" b="1"/>
            </a:lvl7pPr>
            <a:lvl8pPr marL="4266608" indent="0">
              <a:buNone/>
              <a:defRPr sz="2133" b="1"/>
            </a:lvl8pPr>
            <a:lvl9pPr marL="4876123" indent="0">
              <a:buNone/>
              <a:defRPr sz="2133" b="1"/>
            </a:lvl9pPr>
          </a:lstStyle>
          <a:p>
            <a:pPr lvl="0"/>
            <a:r>
              <a:rPr lang="en-US" dirty="0" smtClean="0"/>
              <a:t>Click to edit Master text styles</a:t>
            </a:r>
          </a:p>
        </p:txBody>
      </p:sp>
      <p:sp>
        <p:nvSpPr>
          <p:cNvPr id="4" name="Content Placeholder 3"/>
          <p:cNvSpPr>
            <a:spLocks noGrp="1"/>
          </p:cNvSpPr>
          <p:nvPr>
            <p:ph sz="half" idx="2"/>
          </p:nvPr>
        </p:nvSpPr>
        <p:spPr>
          <a:xfrm>
            <a:off x="609600" y="2174877"/>
            <a:ext cx="5386917" cy="3666281"/>
          </a:xfrm>
        </p:spPr>
        <p:txBody>
          <a:bodyPr/>
          <a:lstStyle>
            <a:lvl1pPr>
              <a:defRPr sz="1333"/>
            </a:lvl1pPr>
            <a:lvl2pPr>
              <a:defRPr sz="1333"/>
            </a:lvl2pPr>
            <a:lvl3pPr>
              <a:defRPr sz="1333"/>
            </a:lvl3pPr>
            <a:lvl4pPr>
              <a:defRPr sz="1333"/>
            </a:lvl4pPr>
            <a:lvl5pPr>
              <a:defRPr sz="1333"/>
            </a:lvl5pPr>
            <a:lvl6pPr>
              <a:defRPr sz="2133"/>
            </a:lvl6pPr>
            <a:lvl7pPr>
              <a:defRPr sz="2133"/>
            </a:lvl7pPr>
            <a:lvl8pPr>
              <a:defRPr sz="2133"/>
            </a:lvl8pPr>
            <a:lvl9pPr>
              <a:defRPr sz="2133"/>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Text Placeholder 4"/>
          <p:cNvSpPr>
            <a:spLocks noGrp="1"/>
          </p:cNvSpPr>
          <p:nvPr>
            <p:ph type="body" sz="quarter" idx="3"/>
          </p:nvPr>
        </p:nvSpPr>
        <p:spPr>
          <a:xfrm>
            <a:off x="6193370" y="1535113"/>
            <a:ext cx="5389033" cy="639763"/>
          </a:xfrm>
        </p:spPr>
        <p:txBody>
          <a:bodyPr anchor="b"/>
          <a:lstStyle>
            <a:lvl1pPr marL="0" indent="0">
              <a:buNone/>
              <a:defRPr sz="1600" b="0">
                <a:solidFill>
                  <a:schemeClr val="tx1"/>
                </a:solidFill>
              </a:defRPr>
            </a:lvl1pPr>
            <a:lvl2pPr marL="609515" indent="0">
              <a:buNone/>
              <a:defRPr sz="2667" b="1"/>
            </a:lvl2pPr>
            <a:lvl3pPr marL="1219031" indent="0">
              <a:buNone/>
              <a:defRPr sz="2400" b="1"/>
            </a:lvl3pPr>
            <a:lvl4pPr marL="1828546" indent="0">
              <a:buNone/>
              <a:defRPr sz="2133" b="1"/>
            </a:lvl4pPr>
            <a:lvl5pPr marL="2438062" indent="0">
              <a:buNone/>
              <a:defRPr sz="2133" b="1"/>
            </a:lvl5pPr>
            <a:lvl6pPr marL="3047577" indent="0">
              <a:buNone/>
              <a:defRPr sz="2133" b="1"/>
            </a:lvl6pPr>
            <a:lvl7pPr marL="3657093" indent="0">
              <a:buNone/>
              <a:defRPr sz="2133" b="1"/>
            </a:lvl7pPr>
            <a:lvl8pPr marL="4266608" indent="0">
              <a:buNone/>
              <a:defRPr sz="2133" b="1"/>
            </a:lvl8pPr>
            <a:lvl9pPr marL="4876123"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70" y="2174877"/>
            <a:ext cx="5389033" cy="3666281"/>
          </a:xfrm>
        </p:spPr>
        <p:txBody>
          <a:bodyPr/>
          <a:lstStyle>
            <a:lvl1pPr>
              <a:defRPr sz="1333"/>
            </a:lvl1pPr>
            <a:lvl2pPr>
              <a:defRPr sz="1333"/>
            </a:lvl2pPr>
            <a:lvl3pPr>
              <a:defRPr sz="1333"/>
            </a:lvl3pPr>
            <a:lvl4pPr>
              <a:defRPr sz="1333"/>
            </a:lvl4pPr>
            <a:lvl5pPr>
              <a:defRPr sz="13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Slide Number Placeholder 8"/>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4A17A68A-0E50-4138-9B09-C4A9A5DD0176}"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Slide Number Placeholder 4"/>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6B989938-B4A0-4742-8FAC-F9EFA05F4F0F}"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3"/>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DC618AD2-E1D3-40E9-A957-C3DF6C0C2BA8}"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3" y="273049"/>
            <a:ext cx="4011084" cy="1162051"/>
          </a:xfrm>
        </p:spPr>
        <p:txBody>
          <a:bodyPr anchor="b"/>
          <a:lstStyle>
            <a:lvl1pPr algn="l">
              <a:defRPr sz="2667" b="0"/>
            </a:lvl1pPr>
          </a:lstStyle>
          <a:p>
            <a:r>
              <a:rPr lang="en-US" dirty="0" smtClean="0"/>
              <a:t>Click to edit Master title style</a:t>
            </a:r>
            <a:endParaRPr lang="en-US" dirty="0"/>
          </a:p>
        </p:txBody>
      </p:sp>
      <p:sp>
        <p:nvSpPr>
          <p:cNvPr id="3" name="Content Placeholder 2"/>
          <p:cNvSpPr>
            <a:spLocks noGrp="1"/>
          </p:cNvSpPr>
          <p:nvPr>
            <p:ph idx="1"/>
          </p:nvPr>
        </p:nvSpPr>
        <p:spPr>
          <a:xfrm>
            <a:off x="4766735" y="273051"/>
            <a:ext cx="6815667" cy="5557388"/>
          </a:xfrm>
        </p:spPr>
        <p:txBody>
          <a:bodyPr/>
          <a:lstStyle>
            <a:lvl1pPr>
              <a:defRPr sz="1333"/>
            </a:lvl1pPr>
            <a:lvl2pPr>
              <a:defRPr sz="1333"/>
            </a:lvl2pPr>
            <a:lvl3pPr>
              <a:defRPr sz="1333"/>
            </a:lvl3pPr>
            <a:lvl4pPr>
              <a:defRPr sz="1333"/>
            </a:lvl4pPr>
            <a:lvl5pPr>
              <a:defRPr sz="1333"/>
            </a:lvl5pPr>
            <a:lvl6pPr>
              <a:defRPr sz="2667"/>
            </a:lvl6pPr>
            <a:lvl7pPr>
              <a:defRPr sz="2667"/>
            </a:lvl7pPr>
            <a:lvl8pPr>
              <a:defRPr sz="2667"/>
            </a:lvl8pPr>
            <a:lvl9pPr>
              <a:defRPr sz="2667"/>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Text Placeholder 3"/>
          <p:cNvSpPr>
            <a:spLocks noGrp="1"/>
          </p:cNvSpPr>
          <p:nvPr>
            <p:ph type="body" sz="half" idx="2"/>
          </p:nvPr>
        </p:nvSpPr>
        <p:spPr>
          <a:xfrm>
            <a:off x="609603" y="1435104"/>
            <a:ext cx="4011084" cy="4395337"/>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Title, text, chart">
    <p:spTree>
      <p:nvGrpSpPr>
        <p:cNvPr id="1" name=""/>
        <p:cNvGrpSpPr/>
        <p:nvPr/>
      </p:nvGrpSpPr>
      <p:grpSpPr>
        <a:xfrm>
          <a:off x="0" y="0"/>
          <a:ext cx="0" cy="0"/>
          <a:chOff x="0" y="0"/>
          <a:chExt cx="0" cy="0"/>
        </a:xfrm>
      </p:grpSpPr>
      <p:sp>
        <p:nvSpPr>
          <p:cNvPr id="3" name="Content Placeholder 2"/>
          <p:cNvSpPr>
            <a:spLocks noGrp="1"/>
          </p:cNvSpPr>
          <p:nvPr>
            <p:ph idx="1"/>
          </p:nvPr>
        </p:nvSpPr>
        <p:spPr>
          <a:xfrm>
            <a:off x="5381039" y="1279419"/>
            <a:ext cx="6201363" cy="4327407"/>
          </a:xfrm>
        </p:spPr>
        <p:txBody>
          <a:bodyPr/>
          <a:lstStyle>
            <a:lvl1pPr>
              <a:defRPr sz="1333"/>
            </a:lvl1pPr>
            <a:lvl2pPr>
              <a:defRPr sz="1333"/>
            </a:lvl2pPr>
            <a:lvl3pPr>
              <a:defRPr sz="1333"/>
            </a:lvl3pPr>
            <a:lvl4pPr>
              <a:defRPr sz="1333"/>
            </a:lvl4pPr>
            <a:lvl5pPr>
              <a:defRPr sz="1333"/>
            </a:lvl5pPr>
            <a:lvl6pPr>
              <a:defRPr sz="2667"/>
            </a:lvl6pPr>
            <a:lvl7pPr>
              <a:defRPr sz="2667"/>
            </a:lvl7pPr>
            <a:lvl8pPr>
              <a:defRPr sz="2667"/>
            </a:lvl8pPr>
            <a:lvl9pPr>
              <a:defRPr sz="2667"/>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Title 1"/>
          <p:cNvSpPr>
            <a:spLocks noGrp="1"/>
          </p:cNvSpPr>
          <p:nvPr>
            <p:ph type="title"/>
          </p:nvPr>
        </p:nvSpPr>
        <p:spPr>
          <a:xfrm>
            <a:off x="609600" y="564444"/>
            <a:ext cx="10972800" cy="563389"/>
          </a:xfrm>
        </p:spPr>
        <p:txBody>
          <a:bodyPr/>
          <a:lstStyle/>
          <a:p>
            <a:r>
              <a:rPr lang="en-US" smtClean="0"/>
              <a:t>Click to edit Master title style</a:t>
            </a:r>
            <a:endParaRPr lang="en-US"/>
          </a:p>
        </p:txBody>
      </p:sp>
      <p:sp>
        <p:nvSpPr>
          <p:cNvPr id="8" name="Text Placeholder 7"/>
          <p:cNvSpPr>
            <a:spLocks noGrp="1"/>
          </p:cNvSpPr>
          <p:nvPr>
            <p:ph type="body" sz="quarter" idx="13"/>
          </p:nvPr>
        </p:nvSpPr>
        <p:spPr>
          <a:xfrm>
            <a:off x="611482" y="1278712"/>
            <a:ext cx="4759677" cy="43187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Slide Number Placeholder 6"/>
          <p:cNvSpPr>
            <a:spLocks noGrp="1"/>
          </p:cNvSpPr>
          <p:nvPr>
            <p:ph type="sldNum" sz="quarter" idx="14"/>
          </p:nvPr>
        </p:nvSpPr>
        <p:spPr>
          <a:xfrm>
            <a:off x="10914063" y="6113463"/>
            <a:ext cx="503237" cy="365125"/>
          </a:xfrm>
          <a:prstGeom prst="rect">
            <a:avLst/>
          </a:prstGeom>
        </p:spPr>
        <p:txBody>
          <a:bodyPr/>
          <a:lstStyle>
            <a:lvl1pPr eaLnBrk="0" hangingPunct="0">
              <a:defRPr>
                <a:cs typeface="+mn-cs"/>
              </a:defRPr>
            </a:lvl1pPr>
          </a:lstStyle>
          <a:p>
            <a:pPr>
              <a:defRPr/>
            </a:pPr>
            <a:fld id="{355CE3BB-5662-4792-BC43-4843D888F1D4}" type="slidenum">
              <a:rPr lang="en-US"/>
              <a:pPr>
                <a:defRPr/>
              </a:pPr>
              <a:t>‹#›</a:t>
            </a:fld>
            <a:endParaRPr lang="en-US" dirty="0">
              <a:solidFill>
                <a:srgbClr val="E9C944">
                  <a:shade val="75000"/>
                </a:srgbClr>
              </a:solidFill>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2) Title, text, chart">
    <p:spTree>
      <p:nvGrpSpPr>
        <p:cNvPr id="1" name=""/>
        <p:cNvGrpSpPr/>
        <p:nvPr/>
      </p:nvGrpSpPr>
      <p:grpSpPr>
        <a:xfrm>
          <a:off x="0" y="0"/>
          <a:ext cx="0" cy="0"/>
          <a:chOff x="0" y="0"/>
          <a:chExt cx="0" cy="0"/>
        </a:xfrm>
      </p:grpSpPr>
      <p:sp>
        <p:nvSpPr>
          <p:cNvPr id="3" name="Content Placeholder 2"/>
          <p:cNvSpPr>
            <a:spLocks noGrp="1"/>
          </p:cNvSpPr>
          <p:nvPr>
            <p:ph idx="1"/>
          </p:nvPr>
        </p:nvSpPr>
        <p:spPr>
          <a:xfrm>
            <a:off x="611483" y="1279419"/>
            <a:ext cx="6201363" cy="4327407"/>
          </a:xfrm>
        </p:spPr>
        <p:txBody>
          <a:bodyPr/>
          <a:lstStyle>
            <a:lvl1pPr>
              <a:defRPr sz="1333"/>
            </a:lvl1pPr>
            <a:lvl2pPr>
              <a:defRPr sz="1333"/>
            </a:lvl2pPr>
            <a:lvl3pPr>
              <a:defRPr sz="1333"/>
            </a:lvl3pPr>
            <a:lvl4pPr>
              <a:defRPr sz="1333"/>
            </a:lvl4pPr>
            <a:lvl5pPr>
              <a:defRPr sz="1333"/>
            </a:lvl5pPr>
            <a:lvl6pPr>
              <a:defRPr sz="2667"/>
            </a:lvl6pPr>
            <a:lvl7pPr>
              <a:defRPr sz="2667"/>
            </a:lvl7pPr>
            <a:lvl8pPr>
              <a:defRPr sz="2667"/>
            </a:lvl8pPr>
            <a:lvl9pPr>
              <a:defRPr sz="2667"/>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Title 1"/>
          <p:cNvSpPr>
            <a:spLocks noGrp="1"/>
          </p:cNvSpPr>
          <p:nvPr>
            <p:ph type="title"/>
          </p:nvPr>
        </p:nvSpPr>
        <p:spPr>
          <a:xfrm>
            <a:off x="609600" y="564444"/>
            <a:ext cx="10972800" cy="563389"/>
          </a:xfrm>
        </p:spPr>
        <p:txBody>
          <a:bodyPr/>
          <a:lstStyle>
            <a:lvl1pPr algn="r">
              <a:defRPr/>
            </a:lvl1pPr>
          </a:lstStyle>
          <a:p>
            <a:r>
              <a:rPr lang="en-US" dirty="0" smtClean="0"/>
              <a:t>Click to edit Master title style</a:t>
            </a:r>
            <a:endParaRPr lang="en-US" dirty="0"/>
          </a:p>
        </p:txBody>
      </p:sp>
      <p:sp>
        <p:nvSpPr>
          <p:cNvPr id="8" name="Text Placeholder 7"/>
          <p:cNvSpPr>
            <a:spLocks noGrp="1"/>
          </p:cNvSpPr>
          <p:nvPr>
            <p:ph type="body" sz="quarter" idx="13"/>
          </p:nvPr>
        </p:nvSpPr>
        <p:spPr>
          <a:xfrm>
            <a:off x="6820370" y="1278712"/>
            <a:ext cx="4759677" cy="4318704"/>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Slide Number Placeholder 6"/>
          <p:cNvSpPr>
            <a:spLocks noGrp="1"/>
          </p:cNvSpPr>
          <p:nvPr>
            <p:ph type="sldNum" sz="quarter" idx="14"/>
          </p:nvPr>
        </p:nvSpPr>
        <p:spPr>
          <a:xfrm>
            <a:off x="10914063" y="6113463"/>
            <a:ext cx="503237" cy="365125"/>
          </a:xfrm>
          <a:prstGeom prst="rect">
            <a:avLst/>
          </a:prstGeom>
        </p:spPr>
        <p:txBody>
          <a:bodyPr/>
          <a:lstStyle>
            <a:lvl1pPr eaLnBrk="0" hangingPunct="0">
              <a:defRPr>
                <a:cs typeface="+mn-cs"/>
              </a:defRPr>
            </a:lvl1pPr>
          </a:lstStyle>
          <a:p>
            <a:pPr>
              <a:defRPr/>
            </a:pPr>
            <a:fld id="{9A116A7A-82A9-4EED-A3A7-C49D052D9E6D}" type="slidenum">
              <a:rPr lang="en-US"/>
              <a:pPr>
                <a:defRPr/>
              </a:pPr>
              <a:t>‹#›</a:t>
            </a:fld>
            <a:endParaRPr lang="en-US" dirty="0">
              <a:solidFill>
                <a:srgbClr val="E9C944">
                  <a:shade val="75000"/>
                </a:srgbClr>
              </a:solidFill>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458569"/>
            <a:ext cx="7315200" cy="566739"/>
          </a:xfrm>
        </p:spPr>
        <p:txBody>
          <a:bodyPr anchor="b"/>
          <a:lstStyle>
            <a:lvl1pPr algn="l">
              <a:defRPr sz="2667" b="0"/>
            </a:lvl1pPr>
          </a:lstStyle>
          <a:p>
            <a:r>
              <a:rPr lang="en-US" dirty="0" smtClean="0"/>
              <a:t>Click to edit Master title style</a:t>
            </a:r>
            <a:endParaRPr lang="en-US" dirty="0"/>
          </a:p>
        </p:txBody>
      </p:sp>
      <p:sp>
        <p:nvSpPr>
          <p:cNvPr id="3" name="Picture Placeholder 2"/>
          <p:cNvSpPr>
            <a:spLocks noGrp="1"/>
          </p:cNvSpPr>
          <p:nvPr>
            <p:ph type="pic" idx="1"/>
          </p:nvPr>
        </p:nvSpPr>
        <p:spPr>
          <a:xfrm>
            <a:off x="2389717" y="612776"/>
            <a:ext cx="7315200" cy="3813643"/>
          </a:xfrm>
        </p:spPr>
        <p:txBody>
          <a:bodyPr rtlCol="0">
            <a:normAutofit/>
          </a:bodyPr>
          <a:lstStyle>
            <a:lvl1pPr marL="0" indent="0">
              <a:buNone/>
              <a:defRPr sz="4267"/>
            </a:lvl1pPr>
            <a:lvl2pPr marL="609515" indent="0">
              <a:buNone/>
              <a:defRPr sz="3733"/>
            </a:lvl2pPr>
            <a:lvl3pPr marL="1219031" indent="0">
              <a:buNone/>
              <a:defRPr sz="3200"/>
            </a:lvl3pPr>
            <a:lvl4pPr marL="1828546" indent="0">
              <a:buNone/>
              <a:defRPr sz="2667"/>
            </a:lvl4pPr>
            <a:lvl5pPr marL="2438062" indent="0">
              <a:buNone/>
              <a:defRPr sz="2667"/>
            </a:lvl5pPr>
            <a:lvl6pPr marL="3047577" indent="0">
              <a:buNone/>
              <a:defRPr sz="2667"/>
            </a:lvl6pPr>
            <a:lvl7pPr marL="3657093" indent="0">
              <a:buNone/>
              <a:defRPr sz="2667"/>
            </a:lvl7pPr>
            <a:lvl8pPr marL="4266608" indent="0">
              <a:buNone/>
              <a:defRPr sz="2667"/>
            </a:lvl8pPr>
            <a:lvl9pPr marL="4876123" indent="0">
              <a:buNone/>
              <a:defRPr sz="2667"/>
            </a:lvl9pPr>
          </a:lstStyle>
          <a:p>
            <a:pPr lvl="0"/>
            <a:endParaRPr lang="en-US" noProof="0" dirty="0"/>
          </a:p>
        </p:txBody>
      </p:sp>
      <p:sp>
        <p:nvSpPr>
          <p:cNvPr id="4" name="Text Placeholder 3"/>
          <p:cNvSpPr>
            <a:spLocks noGrp="1"/>
          </p:cNvSpPr>
          <p:nvPr>
            <p:ph type="body" sz="half" idx="2"/>
          </p:nvPr>
        </p:nvSpPr>
        <p:spPr>
          <a:xfrm>
            <a:off x="2389717" y="5025309"/>
            <a:ext cx="7315200" cy="804863"/>
          </a:xfrm>
        </p:spPr>
        <p:txBody>
          <a:bodyPr/>
          <a:lstStyle>
            <a:lvl1pPr marL="0" indent="0">
              <a:buNone/>
              <a:defRPr sz="1333"/>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5" name="Slide Number Placeholder 6"/>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B7FF91D1-563E-4BC4-B0E8-F4515DB8A540}"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Slide Number Placeholder 5"/>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16B50F68-4C2D-459C-95F9-2B1D68224C50}"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0743259" y="274640"/>
            <a:ext cx="839141" cy="5566517"/>
          </a:xfrm>
        </p:spPr>
        <p:txBody>
          <a:bodyPr vert="eaVert"/>
          <a:lstStyle/>
          <a:p>
            <a:r>
              <a:rPr lang="en-US" dirty="0" smtClean="0"/>
              <a:t>Click to edit Master title style</a:t>
            </a:r>
            <a:endParaRPr lang="en-US" dirty="0"/>
          </a:p>
        </p:txBody>
      </p:sp>
      <p:sp>
        <p:nvSpPr>
          <p:cNvPr id="3" name="Vertical Text Placeholder 2"/>
          <p:cNvSpPr>
            <a:spLocks noGrp="1"/>
          </p:cNvSpPr>
          <p:nvPr>
            <p:ph type="body" orient="vert" idx="1"/>
          </p:nvPr>
        </p:nvSpPr>
        <p:spPr>
          <a:xfrm>
            <a:off x="609600" y="274640"/>
            <a:ext cx="10048992" cy="5566517"/>
          </a:xfrm>
        </p:spPr>
        <p:txBody>
          <a:bodyPr vert="eaVert"/>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Slide Number Placeholder 5"/>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14430363-C3E5-40A3-8F62-20C722BC78B1}"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Title &amp; 3 colum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1531185"/>
            <a:ext cx="3407639" cy="3930587"/>
          </a:xfrm>
        </p:spPr>
        <p:txBody>
          <a:bodyPr/>
          <a:lstStyle>
            <a:lvl1pPr marL="0" indent="0">
              <a:buNone/>
              <a:defRPr/>
            </a:lvl1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5" name="Text Placeholder 13"/>
          <p:cNvSpPr>
            <a:spLocks noGrp="1"/>
          </p:cNvSpPr>
          <p:nvPr>
            <p:ph type="body" sz="quarter" idx="12"/>
          </p:nvPr>
        </p:nvSpPr>
        <p:spPr>
          <a:xfrm>
            <a:off x="4389907" y="1531185"/>
            <a:ext cx="3407639" cy="3930587"/>
          </a:xfrm>
        </p:spPr>
        <p:txBody>
          <a:bodyPr/>
          <a:lstStyle>
            <a:lvl1pPr marL="0" indent="0">
              <a:buNone/>
              <a:defRPr/>
            </a:lvl1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6" name="Text Placeholder 13"/>
          <p:cNvSpPr>
            <a:spLocks noGrp="1"/>
          </p:cNvSpPr>
          <p:nvPr>
            <p:ph type="body" sz="quarter" idx="13"/>
          </p:nvPr>
        </p:nvSpPr>
        <p:spPr>
          <a:xfrm>
            <a:off x="8185026" y="1531185"/>
            <a:ext cx="3407639" cy="3930587"/>
          </a:xfrm>
        </p:spPr>
        <p:txBody>
          <a:bodyPr/>
          <a:lstStyle>
            <a:lvl1pPr marL="0" indent="0">
              <a:buNone/>
              <a:defRPr/>
            </a:lvl1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6" name="Slide Number Placeholder 2"/>
          <p:cNvSpPr>
            <a:spLocks noGrp="1"/>
          </p:cNvSpPr>
          <p:nvPr>
            <p:ph type="sldNum" sz="quarter" idx="14"/>
          </p:nvPr>
        </p:nvSpPr>
        <p:spPr>
          <a:xfrm>
            <a:off x="10914063" y="6113463"/>
            <a:ext cx="503237" cy="365125"/>
          </a:xfrm>
          <a:prstGeom prst="rect">
            <a:avLst/>
          </a:prstGeom>
        </p:spPr>
        <p:txBody>
          <a:bodyPr/>
          <a:lstStyle>
            <a:lvl1pPr eaLnBrk="0" hangingPunct="0">
              <a:defRPr>
                <a:cs typeface="+mn-cs"/>
              </a:defRPr>
            </a:lvl1pPr>
          </a:lstStyle>
          <a:p>
            <a:pPr>
              <a:defRPr/>
            </a:pPr>
            <a:fld id="{DE658B7A-618E-4C1D-AFB1-BC42B6297C05}"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Title &amp; 3 column with photo">
    <p:spTree>
      <p:nvGrpSpPr>
        <p:cNvPr id="1" name=""/>
        <p:cNvGrpSpPr/>
        <p:nvPr/>
      </p:nvGrpSpPr>
      <p:grpSpPr>
        <a:xfrm>
          <a:off x="0" y="0"/>
          <a:ext cx="0" cy="0"/>
          <a:chOff x="0" y="0"/>
          <a:chExt cx="0" cy="0"/>
        </a:xfrm>
      </p:grpSpPr>
      <p:cxnSp>
        <p:nvCxnSpPr>
          <p:cNvPr id="12" name="Straight Connector 9"/>
          <p:cNvCxnSpPr/>
          <p:nvPr userDrawn="1"/>
        </p:nvCxnSpPr>
        <p:spPr>
          <a:xfrm>
            <a:off x="584200" y="3859213"/>
            <a:ext cx="3429000"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8"/>
          <p:cNvCxnSpPr/>
          <p:nvPr userDrawn="1"/>
        </p:nvCxnSpPr>
        <p:spPr>
          <a:xfrm>
            <a:off x="4370388" y="3856038"/>
            <a:ext cx="3427412"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22"/>
          <p:cNvCxnSpPr/>
          <p:nvPr userDrawn="1"/>
        </p:nvCxnSpPr>
        <p:spPr>
          <a:xfrm>
            <a:off x="8175625" y="3854450"/>
            <a:ext cx="3427413"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2" name="Title 1"/>
          <p:cNvSpPr>
            <a:spLocks noGrp="1"/>
          </p:cNvSpPr>
          <p:nvPr>
            <p:ph type="title"/>
          </p:nvPr>
        </p:nvSpPr>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3961375"/>
            <a:ext cx="3407639" cy="1541447"/>
          </a:xfrm>
        </p:spPr>
        <p:txBody>
          <a:bodyPr/>
          <a:lstStyle>
            <a:lvl1pPr marL="0" indent="0">
              <a:buNone/>
              <a:defRPr/>
            </a:lvl1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7" name="Text Placeholder 3"/>
          <p:cNvSpPr>
            <a:spLocks noGrp="1"/>
          </p:cNvSpPr>
          <p:nvPr>
            <p:ph type="body" sz="half" idx="2"/>
          </p:nvPr>
        </p:nvSpPr>
        <p:spPr>
          <a:xfrm>
            <a:off x="599341" y="3415789"/>
            <a:ext cx="3403084" cy="40191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5" name="Picture Placeholder 4"/>
          <p:cNvSpPr>
            <a:spLocks noGrp="1"/>
          </p:cNvSpPr>
          <p:nvPr>
            <p:ph type="pic" sz="quarter" idx="14"/>
          </p:nvPr>
        </p:nvSpPr>
        <p:spPr>
          <a:xfrm>
            <a:off x="595234" y="1467813"/>
            <a:ext cx="3407385" cy="1888067"/>
          </a:xfrm>
        </p:spPr>
        <p:txBody>
          <a:bodyPr rtlCol="0">
            <a:normAutofit/>
          </a:bodyPr>
          <a:lstStyle/>
          <a:p>
            <a:pPr lvl="0"/>
            <a:endParaRPr lang="en-US" noProof="0"/>
          </a:p>
        </p:txBody>
      </p:sp>
      <p:sp>
        <p:nvSpPr>
          <p:cNvPr id="13" name="Text Placeholder 13"/>
          <p:cNvSpPr>
            <a:spLocks noGrp="1"/>
          </p:cNvSpPr>
          <p:nvPr>
            <p:ph type="body" sz="quarter" idx="15"/>
          </p:nvPr>
        </p:nvSpPr>
        <p:spPr>
          <a:xfrm>
            <a:off x="4379642" y="3959323"/>
            <a:ext cx="3407639" cy="1541447"/>
          </a:xfrm>
        </p:spPr>
        <p:txBody>
          <a:bodyPr/>
          <a:lstStyle>
            <a:lvl1pPr marL="0" indent="0">
              <a:buNone/>
              <a:defRPr/>
            </a:lvl1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7" name="Text Placeholder 3"/>
          <p:cNvSpPr>
            <a:spLocks noGrp="1"/>
          </p:cNvSpPr>
          <p:nvPr>
            <p:ph type="body" sz="half" idx="16"/>
          </p:nvPr>
        </p:nvSpPr>
        <p:spPr>
          <a:xfrm>
            <a:off x="4384198" y="3413737"/>
            <a:ext cx="3403084" cy="40191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18" name="Picture Placeholder 4"/>
          <p:cNvSpPr>
            <a:spLocks noGrp="1"/>
          </p:cNvSpPr>
          <p:nvPr>
            <p:ph type="pic" sz="quarter" idx="17"/>
          </p:nvPr>
        </p:nvSpPr>
        <p:spPr>
          <a:xfrm>
            <a:off x="4380090" y="1465761"/>
            <a:ext cx="3407385" cy="1888067"/>
          </a:xfrm>
        </p:spPr>
        <p:txBody>
          <a:bodyPr rtlCol="0">
            <a:normAutofit/>
          </a:bodyPr>
          <a:lstStyle/>
          <a:p>
            <a:pPr lvl="0"/>
            <a:endParaRPr lang="en-US" noProof="0"/>
          </a:p>
        </p:txBody>
      </p:sp>
      <p:sp>
        <p:nvSpPr>
          <p:cNvPr id="20" name="Text Placeholder 13"/>
          <p:cNvSpPr>
            <a:spLocks noGrp="1"/>
          </p:cNvSpPr>
          <p:nvPr>
            <p:ph type="body" sz="quarter" idx="18"/>
          </p:nvPr>
        </p:nvSpPr>
        <p:spPr>
          <a:xfrm>
            <a:off x="8185026" y="3957271"/>
            <a:ext cx="3407639" cy="1541447"/>
          </a:xfrm>
        </p:spPr>
        <p:txBody>
          <a:bodyPr/>
          <a:lstStyle>
            <a:lvl1pPr marL="0" indent="0">
              <a:buNone/>
              <a:defRPr/>
            </a:lvl1pPr>
            <a:lvl2pPr marL="609515" indent="0">
              <a:buNone/>
              <a:defRPr/>
            </a:lvl2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21" name="Text Placeholder 3"/>
          <p:cNvSpPr>
            <a:spLocks noGrp="1"/>
          </p:cNvSpPr>
          <p:nvPr>
            <p:ph type="body" sz="half" idx="19"/>
          </p:nvPr>
        </p:nvSpPr>
        <p:spPr>
          <a:xfrm>
            <a:off x="8189579" y="3411685"/>
            <a:ext cx="3403084" cy="40191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22" name="Picture Placeholder 4"/>
          <p:cNvSpPr>
            <a:spLocks noGrp="1"/>
          </p:cNvSpPr>
          <p:nvPr>
            <p:ph type="pic" sz="quarter" idx="20"/>
          </p:nvPr>
        </p:nvSpPr>
        <p:spPr>
          <a:xfrm>
            <a:off x="8185473" y="1463709"/>
            <a:ext cx="3407385" cy="1888067"/>
          </a:xfrm>
        </p:spPr>
        <p:txBody>
          <a:bodyPr rtlCol="0">
            <a:normAutofit/>
          </a:bodyPr>
          <a:lstStyle/>
          <a:p>
            <a:pPr lvl="0"/>
            <a:endParaRPr lang="en-US" noProof="0"/>
          </a:p>
        </p:txBody>
      </p:sp>
      <p:sp>
        <p:nvSpPr>
          <p:cNvPr id="19" name="Slide Number Placeholder 2"/>
          <p:cNvSpPr>
            <a:spLocks noGrp="1"/>
          </p:cNvSpPr>
          <p:nvPr>
            <p:ph type="sldNum" sz="quarter" idx="21"/>
          </p:nvPr>
        </p:nvSpPr>
        <p:spPr>
          <a:xfrm>
            <a:off x="10914063" y="6113463"/>
            <a:ext cx="503237" cy="365125"/>
          </a:xfrm>
          <a:prstGeom prst="rect">
            <a:avLst/>
          </a:prstGeom>
        </p:spPr>
        <p:txBody>
          <a:bodyPr/>
          <a:lstStyle>
            <a:lvl1pPr eaLnBrk="0" hangingPunct="0">
              <a:defRPr>
                <a:cs typeface="+mn-cs"/>
              </a:defRPr>
            </a:lvl1pPr>
          </a:lstStyle>
          <a:p>
            <a:pPr>
              <a:defRPr/>
            </a:pPr>
            <a:fld id="{B30CA700-F627-4394-B266-F75A22EC8F85}"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Title &amp; 4 colum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1506553"/>
            <a:ext cx="2473740" cy="3930587"/>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3" name="Text Placeholder 13"/>
          <p:cNvSpPr>
            <a:spLocks noGrp="1"/>
          </p:cNvSpPr>
          <p:nvPr>
            <p:ph type="body" sz="quarter" idx="12"/>
          </p:nvPr>
        </p:nvSpPr>
        <p:spPr>
          <a:xfrm>
            <a:off x="3443007" y="1506553"/>
            <a:ext cx="2473740" cy="3930587"/>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7" name="Text Placeholder 13"/>
          <p:cNvSpPr>
            <a:spLocks noGrp="1"/>
          </p:cNvSpPr>
          <p:nvPr>
            <p:ph type="body" sz="quarter" idx="13"/>
          </p:nvPr>
        </p:nvSpPr>
        <p:spPr>
          <a:xfrm>
            <a:off x="6291229" y="1506553"/>
            <a:ext cx="2473740" cy="3930587"/>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8" name="Text Placeholder 13"/>
          <p:cNvSpPr>
            <a:spLocks noGrp="1"/>
          </p:cNvSpPr>
          <p:nvPr>
            <p:ph type="body" sz="quarter" idx="14"/>
          </p:nvPr>
        </p:nvSpPr>
        <p:spPr>
          <a:xfrm>
            <a:off x="9139451" y="1506553"/>
            <a:ext cx="2473740" cy="3930587"/>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7" name="Slide Number Placeholder 2"/>
          <p:cNvSpPr>
            <a:spLocks noGrp="1"/>
          </p:cNvSpPr>
          <p:nvPr>
            <p:ph type="sldNum" sz="quarter" idx="15"/>
          </p:nvPr>
        </p:nvSpPr>
        <p:spPr>
          <a:xfrm>
            <a:off x="10914063" y="6113463"/>
            <a:ext cx="503237" cy="365125"/>
          </a:xfrm>
          <a:prstGeom prst="rect">
            <a:avLst/>
          </a:prstGeom>
        </p:spPr>
        <p:txBody>
          <a:bodyPr/>
          <a:lstStyle>
            <a:lvl1pPr eaLnBrk="0" hangingPunct="0">
              <a:defRPr>
                <a:cs typeface="+mn-cs"/>
              </a:defRPr>
            </a:lvl1pPr>
          </a:lstStyle>
          <a:p>
            <a:pPr>
              <a:defRPr/>
            </a:pPr>
            <a:fld id="{72340B0E-780F-4684-8D4C-14215AA111A1}"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Title &amp; 4 column with photo">
    <p:spTree>
      <p:nvGrpSpPr>
        <p:cNvPr id="1" name=""/>
        <p:cNvGrpSpPr/>
        <p:nvPr/>
      </p:nvGrpSpPr>
      <p:grpSpPr>
        <a:xfrm>
          <a:off x="0" y="0"/>
          <a:ext cx="0" cy="0"/>
          <a:chOff x="0" y="0"/>
          <a:chExt cx="0" cy="0"/>
        </a:xfrm>
      </p:grpSpPr>
      <p:cxnSp>
        <p:nvCxnSpPr>
          <p:cNvPr id="17" name="Straight Connector 9"/>
          <p:cNvCxnSpPr/>
          <p:nvPr userDrawn="1"/>
        </p:nvCxnSpPr>
        <p:spPr>
          <a:xfrm>
            <a:off x="584200" y="4084638"/>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8" name="Straight Connector 18"/>
          <p:cNvCxnSpPr/>
          <p:nvPr userDrawn="1"/>
        </p:nvCxnSpPr>
        <p:spPr>
          <a:xfrm>
            <a:off x="3435350" y="4081463"/>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22"/>
          <p:cNvCxnSpPr/>
          <p:nvPr userDrawn="1"/>
        </p:nvCxnSpPr>
        <p:spPr>
          <a:xfrm>
            <a:off x="6278563" y="4081463"/>
            <a:ext cx="2484437"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23" name="Straight Connector 26"/>
          <p:cNvCxnSpPr/>
          <p:nvPr userDrawn="1"/>
        </p:nvCxnSpPr>
        <p:spPr>
          <a:xfrm>
            <a:off x="9131300" y="4081463"/>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2" name="Title 1"/>
          <p:cNvSpPr>
            <a:spLocks noGrp="1"/>
          </p:cNvSpPr>
          <p:nvPr>
            <p:ph type="title"/>
          </p:nvPr>
        </p:nvSpPr>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4166627"/>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a:p>
            <a:pPr lvl="1"/>
            <a:r>
              <a:rPr lang="ru-RU" dirty="0" err="1" smtClean="0"/>
              <a:t>Second</a:t>
            </a:r>
            <a:r>
              <a:rPr lang="ru-RU" dirty="0" smtClean="0"/>
              <a:t> </a:t>
            </a:r>
            <a:r>
              <a:rPr lang="ru-RU" dirty="0" err="1" smtClean="0"/>
              <a:t>level</a:t>
            </a:r>
            <a:endParaRPr lang="ru-RU" dirty="0" smtClean="0"/>
          </a:p>
        </p:txBody>
      </p:sp>
      <p:sp>
        <p:nvSpPr>
          <p:cNvPr id="8" name="Text Placeholder 3"/>
          <p:cNvSpPr>
            <a:spLocks noGrp="1"/>
          </p:cNvSpPr>
          <p:nvPr>
            <p:ph type="body" sz="half" idx="2"/>
          </p:nvPr>
        </p:nvSpPr>
        <p:spPr>
          <a:xfrm>
            <a:off x="599341" y="3446577"/>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9" name="Picture Placeholder 4"/>
          <p:cNvSpPr>
            <a:spLocks noGrp="1"/>
          </p:cNvSpPr>
          <p:nvPr>
            <p:ph type="pic" sz="quarter" idx="15"/>
          </p:nvPr>
        </p:nvSpPr>
        <p:spPr>
          <a:xfrm>
            <a:off x="595234" y="1467813"/>
            <a:ext cx="2473293" cy="1888067"/>
          </a:xfrm>
        </p:spPr>
        <p:txBody>
          <a:bodyPr rtlCol="0">
            <a:normAutofit/>
          </a:bodyPr>
          <a:lstStyle/>
          <a:p>
            <a:pPr lvl="0"/>
            <a:endParaRPr lang="en-US" noProof="0"/>
          </a:p>
        </p:txBody>
      </p:sp>
      <p:sp>
        <p:nvSpPr>
          <p:cNvPr id="12" name="Text Placeholder 13"/>
          <p:cNvSpPr>
            <a:spLocks noGrp="1"/>
          </p:cNvSpPr>
          <p:nvPr>
            <p:ph type="body" sz="quarter" idx="16"/>
          </p:nvPr>
        </p:nvSpPr>
        <p:spPr>
          <a:xfrm>
            <a:off x="3445743" y="4164575"/>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a:p>
            <a:pPr lvl="1"/>
            <a:r>
              <a:rPr lang="ru-RU" dirty="0" err="1" smtClean="0"/>
              <a:t>Second</a:t>
            </a:r>
            <a:r>
              <a:rPr lang="ru-RU" dirty="0" smtClean="0"/>
              <a:t> </a:t>
            </a:r>
            <a:r>
              <a:rPr lang="ru-RU" dirty="0" err="1" smtClean="0"/>
              <a:t>level</a:t>
            </a:r>
            <a:endParaRPr lang="ru-RU" dirty="0" smtClean="0"/>
          </a:p>
        </p:txBody>
      </p:sp>
      <p:sp>
        <p:nvSpPr>
          <p:cNvPr id="15" name="Text Placeholder 3"/>
          <p:cNvSpPr>
            <a:spLocks noGrp="1"/>
          </p:cNvSpPr>
          <p:nvPr>
            <p:ph type="body" sz="half" idx="17"/>
          </p:nvPr>
        </p:nvSpPr>
        <p:spPr>
          <a:xfrm>
            <a:off x="3450299" y="3444525"/>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16" name="Picture Placeholder 4"/>
          <p:cNvSpPr>
            <a:spLocks noGrp="1"/>
          </p:cNvSpPr>
          <p:nvPr>
            <p:ph type="pic" sz="quarter" idx="18"/>
          </p:nvPr>
        </p:nvSpPr>
        <p:spPr>
          <a:xfrm>
            <a:off x="3446192" y="1465761"/>
            <a:ext cx="2473293" cy="1888067"/>
          </a:xfrm>
        </p:spPr>
        <p:txBody>
          <a:bodyPr rtlCol="0">
            <a:normAutofit/>
          </a:bodyPr>
          <a:lstStyle/>
          <a:p>
            <a:pPr lvl="0"/>
            <a:endParaRPr lang="en-US" noProof="0"/>
          </a:p>
        </p:txBody>
      </p:sp>
      <p:sp>
        <p:nvSpPr>
          <p:cNvPr id="20" name="Text Placeholder 13"/>
          <p:cNvSpPr>
            <a:spLocks noGrp="1"/>
          </p:cNvSpPr>
          <p:nvPr>
            <p:ph type="body" sz="quarter" idx="19"/>
          </p:nvPr>
        </p:nvSpPr>
        <p:spPr>
          <a:xfrm>
            <a:off x="6288491" y="4164575"/>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a:p>
            <a:pPr lvl="1"/>
            <a:r>
              <a:rPr lang="ru-RU" dirty="0" err="1" smtClean="0"/>
              <a:t>Second</a:t>
            </a:r>
            <a:r>
              <a:rPr lang="ru-RU" dirty="0" smtClean="0"/>
              <a:t> </a:t>
            </a:r>
            <a:r>
              <a:rPr lang="ru-RU" dirty="0" err="1" smtClean="0"/>
              <a:t>level</a:t>
            </a:r>
            <a:endParaRPr lang="ru-RU" dirty="0" smtClean="0"/>
          </a:p>
        </p:txBody>
      </p:sp>
      <p:sp>
        <p:nvSpPr>
          <p:cNvPr id="21" name="Text Placeholder 3"/>
          <p:cNvSpPr>
            <a:spLocks noGrp="1"/>
          </p:cNvSpPr>
          <p:nvPr>
            <p:ph type="body" sz="half" idx="20"/>
          </p:nvPr>
        </p:nvSpPr>
        <p:spPr>
          <a:xfrm>
            <a:off x="6293047" y="3444525"/>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22" name="Picture Placeholder 4"/>
          <p:cNvSpPr>
            <a:spLocks noGrp="1"/>
          </p:cNvSpPr>
          <p:nvPr>
            <p:ph type="pic" sz="quarter" idx="21"/>
          </p:nvPr>
        </p:nvSpPr>
        <p:spPr>
          <a:xfrm>
            <a:off x="6288940" y="1465761"/>
            <a:ext cx="2473293" cy="1888067"/>
          </a:xfrm>
        </p:spPr>
        <p:txBody>
          <a:bodyPr rtlCol="0">
            <a:normAutofit/>
          </a:bodyPr>
          <a:lstStyle/>
          <a:p>
            <a:pPr lvl="0"/>
            <a:endParaRPr lang="en-US" noProof="0"/>
          </a:p>
        </p:txBody>
      </p:sp>
      <p:sp>
        <p:nvSpPr>
          <p:cNvPr id="24" name="Text Placeholder 13"/>
          <p:cNvSpPr>
            <a:spLocks noGrp="1"/>
          </p:cNvSpPr>
          <p:nvPr>
            <p:ph type="body" sz="quarter" idx="22"/>
          </p:nvPr>
        </p:nvSpPr>
        <p:spPr>
          <a:xfrm>
            <a:off x="9141501" y="4164575"/>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a:p>
            <a:pPr lvl="1"/>
            <a:r>
              <a:rPr lang="ru-RU" dirty="0" err="1" smtClean="0"/>
              <a:t>Second</a:t>
            </a:r>
            <a:r>
              <a:rPr lang="ru-RU" dirty="0" smtClean="0"/>
              <a:t> </a:t>
            </a:r>
            <a:r>
              <a:rPr lang="ru-RU" dirty="0" err="1" smtClean="0"/>
              <a:t>level</a:t>
            </a:r>
            <a:endParaRPr lang="ru-RU" dirty="0" smtClean="0"/>
          </a:p>
        </p:txBody>
      </p:sp>
      <p:sp>
        <p:nvSpPr>
          <p:cNvPr id="25" name="Text Placeholder 3"/>
          <p:cNvSpPr>
            <a:spLocks noGrp="1"/>
          </p:cNvSpPr>
          <p:nvPr>
            <p:ph type="body" sz="half" idx="23"/>
          </p:nvPr>
        </p:nvSpPr>
        <p:spPr>
          <a:xfrm>
            <a:off x="9146056" y="3444525"/>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26" name="Picture Placeholder 4"/>
          <p:cNvSpPr>
            <a:spLocks noGrp="1"/>
          </p:cNvSpPr>
          <p:nvPr>
            <p:ph type="pic" sz="quarter" idx="24"/>
          </p:nvPr>
        </p:nvSpPr>
        <p:spPr>
          <a:xfrm>
            <a:off x="9141950" y="1465761"/>
            <a:ext cx="2473293" cy="1888067"/>
          </a:xfrm>
        </p:spPr>
        <p:txBody>
          <a:bodyPr rtlCol="0">
            <a:normAutofit/>
          </a:bodyPr>
          <a:lstStyle/>
          <a:p>
            <a:pPr lvl="0"/>
            <a:endParaRPr lang="en-US" noProof="0"/>
          </a:p>
        </p:txBody>
      </p:sp>
      <p:sp>
        <p:nvSpPr>
          <p:cNvPr id="27" name="Slide Number Placeholder 2"/>
          <p:cNvSpPr>
            <a:spLocks noGrp="1"/>
          </p:cNvSpPr>
          <p:nvPr>
            <p:ph type="sldNum" sz="quarter" idx="25"/>
          </p:nvPr>
        </p:nvSpPr>
        <p:spPr>
          <a:xfrm>
            <a:off x="10914063" y="6113463"/>
            <a:ext cx="503237" cy="365125"/>
          </a:xfrm>
          <a:prstGeom prst="rect">
            <a:avLst/>
          </a:prstGeom>
        </p:spPr>
        <p:txBody>
          <a:bodyPr/>
          <a:lstStyle>
            <a:lvl1pPr eaLnBrk="0" hangingPunct="0">
              <a:defRPr>
                <a:cs typeface="+mn-cs"/>
              </a:defRPr>
            </a:lvl1pPr>
          </a:lstStyle>
          <a:p>
            <a:pPr>
              <a:defRPr/>
            </a:pPr>
            <a:fld id="{B95AE6DB-B958-475D-B47E-0459AC205264}"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Title &amp; 4 column with chart">
    <p:spTree>
      <p:nvGrpSpPr>
        <p:cNvPr id="1" name=""/>
        <p:cNvGrpSpPr/>
        <p:nvPr/>
      </p:nvGrpSpPr>
      <p:grpSpPr>
        <a:xfrm>
          <a:off x="0" y="0"/>
          <a:ext cx="0" cy="0"/>
          <a:chOff x="0" y="0"/>
          <a:chExt cx="0" cy="0"/>
        </a:xfrm>
      </p:grpSpPr>
      <p:cxnSp>
        <p:nvCxnSpPr>
          <p:cNvPr id="15" name="Straight Connector 9"/>
          <p:cNvCxnSpPr/>
          <p:nvPr userDrawn="1"/>
        </p:nvCxnSpPr>
        <p:spPr>
          <a:xfrm>
            <a:off x="584200" y="4084638"/>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29"/>
          <p:cNvCxnSpPr/>
          <p:nvPr userDrawn="1"/>
        </p:nvCxnSpPr>
        <p:spPr>
          <a:xfrm>
            <a:off x="3435350" y="4081463"/>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7" name="Straight Connector 33"/>
          <p:cNvCxnSpPr/>
          <p:nvPr userDrawn="1"/>
        </p:nvCxnSpPr>
        <p:spPr>
          <a:xfrm>
            <a:off x="6276975" y="4079875"/>
            <a:ext cx="2482850"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8" name="Straight Connector 37"/>
          <p:cNvCxnSpPr/>
          <p:nvPr userDrawn="1"/>
        </p:nvCxnSpPr>
        <p:spPr>
          <a:xfrm>
            <a:off x="9137650" y="4087813"/>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2" name="Title 1"/>
          <p:cNvSpPr>
            <a:spLocks noGrp="1"/>
          </p:cNvSpPr>
          <p:nvPr>
            <p:ph type="title"/>
          </p:nvPr>
        </p:nvSpPr>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4166627"/>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8" name="Text Placeholder 3"/>
          <p:cNvSpPr>
            <a:spLocks noGrp="1"/>
          </p:cNvSpPr>
          <p:nvPr>
            <p:ph type="body" sz="half" idx="2"/>
          </p:nvPr>
        </p:nvSpPr>
        <p:spPr>
          <a:xfrm>
            <a:off x="599341" y="3446577"/>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5" name="Chart Placeholder 4"/>
          <p:cNvSpPr>
            <a:spLocks noGrp="1"/>
          </p:cNvSpPr>
          <p:nvPr>
            <p:ph type="chart" sz="quarter" idx="25"/>
          </p:nvPr>
        </p:nvSpPr>
        <p:spPr>
          <a:xfrm>
            <a:off x="595234" y="1466725"/>
            <a:ext cx="2473293" cy="1909681"/>
          </a:xfrm>
        </p:spPr>
        <p:txBody>
          <a:bodyPr rtlCol="0">
            <a:normAutofit/>
          </a:bodyPr>
          <a:lstStyle/>
          <a:p>
            <a:pPr lvl="0"/>
            <a:endParaRPr lang="en-US" noProof="0"/>
          </a:p>
        </p:txBody>
      </p:sp>
      <p:sp>
        <p:nvSpPr>
          <p:cNvPr id="28" name="Text Placeholder 13"/>
          <p:cNvSpPr>
            <a:spLocks noGrp="1"/>
          </p:cNvSpPr>
          <p:nvPr>
            <p:ph type="body" sz="quarter" idx="26"/>
          </p:nvPr>
        </p:nvSpPr>
        <p:spPr>
          <a:xfrm>
            <a:off x="3445742" y="4164575"/>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29" name="Text Placeholder 3"/>
          <p:cNvSpPr>
            <a:spLocks noGrp="1"/>
          </p:cNvSpPr>
          <p:nvPr>
            <p:ph type="body" sz="half" idx="27"/>
          </p:nvPr>
        </p:nvSpPr>
        <p:spPr>
          <a:xfrm>
            <a:off x="3450297" y="3444525"/>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31" name="Chart Placeholder 4"/>
          <p:cNvSpPr>
            <a:spLocks noGrp="1"/>
          </p:cNvSpPr>
          <p:nvPr>
            <p:ph type="chart" sz="quarter" idx="28"/>
          </p:nvPr>
        </p:nvSpPr>
        <p:spPr>
          <a:xfrm>
            <a:off x="3446190" y="1464673"/>
            <a:ext cx="2473293" cy="1909681"/>
          </a:xfrm>
        </p:spPr>
        <p:txBody>
          <a:bodyPr rtlCol="0">
            <a:normAutofit/>
          </a:bodyPr>
          <a:lstStyle/>
          <a:p>
            <a:pPr lvl="0"/>
            <a:endParaRPr lang="en-US" noProof="0"/>
          </a:p>
        </p:txBody>
      </p:sp>
      <p:sp>
        <p:nvSpPr>
          <p:cNvPr id="32" name="Text Placeholder 13"/>
          <p:cNvSpPr>
            <a:spLocks noGrp="1"/>
          </p:cNvSpPr>
          <p:nvPr>
            <p:ph type="body" sz="quarter" idx="29"/>
          </p:nvPr>
        </p:nvSpPr>
        <p:spPr>
          <a:xfrm>
            <a:off x="6286439" y="4162523"/>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33" name="Text Placeholder 3"/>
          <p:cNvSpPr>
            <a:spLocks noGrp="1"/>
          </p:cNvSpPr>
          <p:nvPr>
            <p:ph type="body" sz="half" idx="30"/>
          </p:nvPr>
        </p:nvSpPr>
        <p:spPr>
          <a:xfrm>
            <a:off x="6290993" y="3442473"/>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35" name="Chart Placeholder 4"/>
          <p:cNvSpPr>
            <a:spLocks noGrp="1"/>
          </p:cNvSpPr>
          <p:nvPr>
            <p:ph type="chart" sz="quarter" idx="31"/>
          </p:nvPr>
        </p:nvSpPr>
        <p:spPr>
          <a:xfrm>
            <a:off x="6286884" y="1462621"/>
            <a:ext cx="2473293" cy="1909681"/>
          </a:xfrm>
        </p:spPr>
        <p:txBody>
          <a:bodyPr rtlCol="0">
            <a:normAutofit/>
          </a:bodyPr>
          <a:lstStyle/>
          <a:p>
            <a:pPr lvl="0"/>
            <a:endParaRPr lang="en-US" noProof="0"/>
          </a:p>
        </p:txBody>
      </p:sp>
      <p:sp>
        <p:nvSpPr>
          <p:cNvPr id="36" name="Text Placeholder 13"/>
          <p:cNvSpPr>
            <a:spLocks noGrp="1"/>
          </p:cNvSpPr>
          <p:nvPr>
            <p:ph type="body" sz="quarter" idx="32"/>
          </p:nvPr>
        </p:nvSpPr>
        <p:spPr>
          <a:xfrm>
            <a:off x="9147658" y="4170733"/>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37" name="Text Placeholder 3"/>
          <p:cNvSpPr>
            <a:spLocks noGrp="1"/>
          </p:cNvSpPr>
          <p:nvPr>
            <p:ph type="body" sz="half" idx="33"/>
          </p:nvPr>
        </p:nvSpPr>
        <p:spPr>
          <a:xfrm>
            <a:off x="9152213" y="3450683"/>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39" name="Chart Placeholder 4"/>
          <p:cNvSpPr>
            <a:spLocks noGrp="1"/>
          </p:cNvSpPr>
          <p:nvPr>
            <p:ph type="chart" sz="quarter" idx="34"/>
          </p:nvPr>
        </p:nvSpPr>
        <p:spPr>
          <a:xfrm>
            <a:off x="9148104" y="1470832"/>
            <a:ext cx="2473293" cy="1909681"/>
          </a:xfrm>
        </p:spPr>
        <p:txBody>
          <a:bodyPr rtlCol="0">
            <a:normAutofit/>
          </a:bodyPr>
          <a:lstStyle/>
          <a:p>
            <a:pPr lvl="0"/>
            <a:endParaRPr lang="en-US" noProof="0"/>
          </a:p>
        </p:txBody>
      </p:sp>
      <p:sp>
        <p:nvSpPr>
          <p:cNvPr id="19" name="Slide Number Placeholder 2"/>
          <p:cNvSpPr>
            <a:spLocks noGrp="1"/>
          </p:cNvSpPr>
          <p:nvPr>
            <p:ph type="sldNum" sz="quarter" idx="35"/>
          </p:nvPr>
        </p:nvSpPr>
        <p:spPr>
          <a:xfrm>
            <a:off x="10914063" y="6113463"/>
            <a:ext cx="503237" cy="365125"/>
          </a:xfrm>
          <a:prstGeom prst="rect">
            <a:avLst/>
          </a:prstGeom>
        </p:spPr>
        <p:txBody>
          <a:bodyPr/>
          <a:lstStyle>
            <a:lvl1pPr eaLnBrk="0" hangingPunct="0">
              <a:defRPr>
                <a:cs typeface="+mn-cs"/>
              </a:defRPr>
            </a:lvl1pPr>
          </a:lstStyle>
          <a:p>
            <a:pPr>
              <a:defRPr/>
            </a:pPr>
            <a:fld id="{F004DF26-1541-4BA6-9273-1579330C0232}"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Title, text, full photo">
    <p:spTree>
      <p:nvGrpSpPr>
        <p:cNvPr id="1" name=""/>
        <p:cNvGrpSpPr/>
        <p:nvPr/>
      </p:nvGrpSpPr>
      <p:grpSpPr>
        <a:xfrm>
          <a:off x="0" y="0"/>
          <a:ext cx="0" cy="0"/>
          <a:chOff x="0" y="0"/>
          <a:chExt cx="0" cy="0"/>
        </a:xfrm>
      </p:grpSpPr>
      <p:sp>
        <p:nvSpPr>
          <p:cNvPr id="2" name="Title 1"/>
          <p:cNvSpPr>
            <a:spLocks noGrp="1"/>
          </p:cNvSpPr>
          <p:nvPr>
            <p:ph type="title"/>
          </p:nvPr>
        </p:nvSpPr>
        <p:spPr>
          <a:xfrm>
            <a:off x="609601" y="3684284"/>
            <a:ext cx="11079531" cy="563389"/>
          </a:xfrm>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6" y="4310303"/>
            <a:ext cx="11094345" cy="1126836"/>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6" name="Picture Placeholder 5"/>
          <p:cNvSpPr>
            <a:spLocks noGrp="1"/>
          </p:cNvSpPr>
          <p:nvPr>
            <p:ph type="pic" sz="quarter" idx="12"/>
          </p:nvPr>
        </p:nvSpPr>
        <p:spPr>
          <a:xfrm>
            <a:off x="0" y="2"/>
            <a:ext cx="12192000" cy="3232727"/>
          </a:xfrm>
        </p:spPr>
        <p:txBody>
          <a:bodyPr rtlCol="0">
            <a:normAutofit/>
          </a:bodyPr>
          <a:lstStyle/>
          <a:p>
            <a:pPr lvl="0"/>
            <a:endParaRPr lang="en-US" noProof="0"/>
          </a:p>
        </p:txBody>
      </p:sp>
      <p:sp>
        <p:nvSpPr>
          <p:cNvPr id="5" name="Slide Number Placeholder 2"/>
          <p:cNvSpPr>
            <a:spLocks noGrp="1"/>
          </p:cNvSpPr>
          <p:nvPr>
            <p:ph type="sldNum" sz="quarter" idx="13"/>
          </p:nvPr>
        </p:nvSpPr>
        <p:spPr>
          <a:xfrm>
            <a:off x="10914063" y="6113463"/>
            <a:ext cx="503237" cy="365125"/>
          </a:xfrm>
          <a:prstGeom prst="rect">
            <a:avLst/>
          </a:prstGeom>
        </p:spPr>
        <p:txBody>
          <a:bodyPr/>
          <a:lstStyle>
            <a:lvl1pPr eaLnBrk="0" hangingPunct="0">
              <a:defRPr>
                <a:cs typeface="+mn-cs"/>
              </a:defRPr>
            </a:lvl1pPr>
          </a:lstStyle>
          <a:p>
            <a:pPr>
              <a:defRPr/>
            </a:pPr>
            <a:fld id="{7946468C-7B62-41CF-B330-6B6C0672B495}"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Gallery (4 photo) &amp; text">
    <p:spTree>
      <p:nvGrpSpPr>
        <p:cNvPr id="1" name=""/>
        <p:cNvGrpSpPr/>
        <p:nvPr/>
      </p:nvGrpSpPr>
      <p:grpSpPr>
        <a:xfrm>
          <a:off x="0" y="0"/>
          <a:ext cx="0" cy="0"/>
          <a:chOff x="0" y="0"/>
          <a:chExt cx="0" cy="0"/>
        </a:xfrm>
      </p:grpSpPr>
      <p:sp>
        <p:nvSpPr>
          <p:cNvPr id="2" name="Title 1"/>
          <p:cNvSpPr>
            <a:spLocks noGrp="1"/>
          </p:cNvSpPr>
          <p:nvPr>
            <p:ph type="title"/>
          </p:nvPr>
        </p:nvSpPr>
        <p:spPr>
          <a:xfrm>
            <a:off x="609601" y="3684284"/>
            <a:ext cx="11079531" cy="563389"/>
          </a:xfrm>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6" y="4310303"/>
            <a:ext cx="11094345" cy="1126836"/>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1" name="Picture Placeholder 10"/>
          <p:cNvSpPr>
            <a:spLocks noGrp="1"/>
          </p:cNvSpPr>
          <p:nvPr>
            <p:ph type="pic" sz="quarter" idx="12"/>
          </p:nvPr>
        </p:nvSpPr>
        <p:spPr>
          <a:xfrm>
            <a:off x="0" y="2"/>
            <a:ext cx="3048000" cy="3181351"/>
          </a:xfrm>
        </p:spPr>
        <p:txBody>
          <a:bodyPr rtlCol="0">
            <a:normAutofit/>
          </a:bodyPr>
          <a:lstStyle/>
          <a:p>
            <a:pPr lvl="0"/>
            <a:endParaRPr lang="en-US" noProof="0"/>
          </a:p>
        </p:txBody>
      </p:sp>
      <p:sp>
        <p:nvSpPr>
          <p:cNvPr id="13" name="Picture Placeholder 10"/>
          <p:cNvSpPr>
            <a:spLocks noGrp="1"/>
          </p:cNvSpPr>
          <p:nvPr>
            <p:ph type="pic" sz="quarter" idx="13"/>
          </p:nvPr>
        </p:nvSpPr>
        <p:spPr>
          <a:xfrm>
            <a:off x="3056211" y="2"/>
            <a:ext cx="3048000" cy="3181351"/>
          </a:xfrm>
        </p:spPr>
        <p:txBody>
          <a:bodyPr rtlCol="0">
            <a:normAutofit/>
          </a:bodyPr>
          <a:lstStyle/>
          <a:p>
            <a:pPr lvl="0"/>
            <a:endParaRPr lang="en-US" noProof="0"/>
          </a:p>
        </p:txBody>
      </p:sp>
      <p:sp>
        <p:nvSpPr>
          <p:cNvPr id="15" name="Picture Placeholder 10"/>
          <p:cNvSpPr>
            <a:spLocks noGrp="1"/>
          </p:cNvSpPr>
          <p:nvPr>
            <p:ph type="pic" sz="quarter" idx="14"/>
          </p:nvPr>
        </p:nvSpPr>
        <p:spPr>
          <a:xfrm>
            <a:off x="6118577" y="2"/>
            <a:ext cx="3048000" cy="3181351"/>
          </a:xfrm>
        </p:spPr>
        <p:txBody>
          <a:bodyPr rtlCol="0">
            <a:normAutofit/>
          </a:bodyPr>
          <a:lstStyle/>
          <a:p>
            <a:pPr lvl="0"/>
            <a:endParaRPr lang="en-US" noProof="0"/>
          </a:p>
        </p:txBody>
      </p:sp>
      <p:sp>
        <p:nvSpPr>
          <p:cNvPr id="16" name="Picture Placeholder 10"/>
          <p:cNvSpPr>
            <a:spLocks noGrp="1"/>
          </p:cNvSpPr>
          <p:nvPr>
            <p:ph type="pic" sz="quarter" idx="15"/>
          </p:nvPr>
        </p:nvSpPr>
        <p:spPr>
          <a:xfrm>
            <a:off x="9174788" y="2"/>
            <a:ext cx="3048000" cy="3181351"/>
          </a:xfrm>
        </p:spPr>
        <p:txBody>
          <a:bodyPr rtlCol="0">
            <a:normAutofit/>
          </a:bodyPr>
          <a:lstStyle/>
          <a:p>
            <a:pPr lvl="0"/>
            <a:endParaRPr lang="en-US" noProof="0"/>
          </a:p>
        </p:txBody>
      </p:sp>
      <p:sp>
        <p:nvSpPr>
          <p:cNvPr id="8" name="Slide Number Placeholder 2"/>
          <p:cNvSpPr>
            <a:spLocks noGrp="1"/>
          </p:cNvSpPr>
          <p:nvPr>
            <p:ph type="sldNum" sz="quarter" idx="16"/>
          </p:nvPr>
        </p:nvSpPr>
        <p:spPr>
          <a:xfrm>
            <a:off x="10914063" y="6113463"/>
            <a:ext cx="503237" cy="365125"/>
          </a:xfrm>
          <a:prstGeom prst="rect">
            <a:avLst/>
          </a:prstGeom>
        </p:spPr>
        <p:txBody>
          <a:bodyPr/>
          <a:lstStyle>
            <a:lvl1pPr eaLnBrk="0" hangingPunct="0">
              <a:defRPr>
                <a:cs typeface="+mn-cs"/>
              </a:defRPr>
            </a:lvl1pPr>
          </a:lstStyle>
          <a:p>
            <a:pPr>
              <a:defRPr/>
            </a:pPr>
            <a:fld id="{61AB9E50-2C12-4CC2-A3AE-A443891F4842}"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Gallery (4 photo) &amp; text 2 column">
    <p:spTree>
      <p:nvGrpSpPr>
        <p:cNvPr id="1" name=""/>
        <p:cNvGrpSpPr/>
        <p:nvPr/>
      </p:nvGrpSpPr>
      <p:grpSpPr>
        <a:xfrm>
          <a:off x="0" y="0"/>
          <a:ext cx="0" cy="0"/>
          <a:chOff x="0" y="0"/>
          <a:chExt cx="0" cy="0"/>
        </a:xfrm>
      </p:grpSpPr>
      <p:sp>
        <p:nvSpPr>
          <p:cNvPr id="2" name="Title 1"/>
          <p:cNvSpPr>
            <a:spLocks noGrp="1"/>
          </p:cNvSpPr>
          <p:nvPr>
            <p:ph type="title"/>
          </p:nvPr>
        </p:nvSpPr>
        <p:spPr>
          <a:xfrm>
            <a:off x="609601" y="3684284"/>
            <a:ext cx="11079531" cy="563389"/>
          </a:xfrm>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4310303"/>
            <a:ext cx="5379752" cy="1126836"/>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1" name="Picture Placeholder 10"/>
          <p:cNvSpPr>
            <a:spLocks noGrp="1"/>
          </p:cNvSpPr>
          <p:nvPr>
            <p:ph type="pic" sz="quarter" idx="12"/>
          </p:nvPr>
        </p:nvSpPr>
        <p:spPr>
          <a:xfrm>
            <a:off x="0" y="2"/>
            <a:ext cx="3048000" cy="3181351"/>
          </a:xfrm>
        </p:spPr>
        <p:txBody>
          <a:bodyPr rtlCol="0">
            <a:normAutofit/>
          </a:bodyPr>
          <a:lstStyle/>
          <a:p>
            <a:pPr lvl="0"/>
            <a:endParaRPr lang="en-US" noProof="0"/>
          </a:p>
        </p:txBody>
      </p:sp>
      <p:sp>
        <p:nvSpPr>
          <p:cNvPr id="13" name="Picture Placeholder 10"/>
          <p:cNvSpPr>
            <a:spLocks noGrp="1"/>
          </p:cNvSpPr>
          <p:nvPr>
            <p:ph type="pic" sz="quarter" idx="13"/>
          </p:nvPr>
        </p:nvSpPr>
        <p:spPr>
          <a:xfrm>
            <a:off x="3056211" y="2"/>
            <a:ext cx="3048000" cy="3181351"/>
          </a:xfrm>
        </p:spPr>
        <p:txBody>
          <a:bodyPr rtlCol="0">
            <a:normAutofit/>
          </a:bodyPr>
          <a:lstStyle/>
          <a:p>
            <a:pPr lvl="0"/>
            <a:endParaRPr lang="en-US" noProof="0"/>
          </a:p>
        </p:txBody>
      </p:sp>
      <p:sp>
        <p:nvSpPr>
          <p:cNvPr id="15" name="Picture Placeholder 10"/>
          <p:cNvSpPr>
            <a:spLocks noGrp="1"/>
          </p:cNvSpPr>
          <p:nvPr>
            <p:ph type="pic" sz="quarter" idx="14"/>
          </p:nvPr>
        </p:nvSpPr>
        <p:spPr>
          <a:xfrm>
            <a:off x="6118577" y="2"/>
            <a:ext cx="3048000" cy="3181351"/>
          </a:xfrm>
        </p:spPr>
        <p:txBody>
          <a:bodyPr rtlCol="0">
            <a:normAutofit/>
          </a:bodyPr>
          <a:lstStyle/>
          <a:p>
            <a:pPr lvl="0"/>
            <a:endParaRPr lang="en-US" noProof="0"/>
          </a:p>
        </p:txBody>
      </p:sp>
      <p:sp>
        <p:nvSpPr>
          <p:cNvPr id="16" name="Picture Placeholder 10"/>
          <p:cNvSpPr>
            <a:spLocks noGrp="1"/>
          </p:cNvSpPr>
          <p:nvPr>
            <p:ph type="pic" sz="quarter" idx="15"/>
          </p:nvPr>
        </p:nvSpPr>
        <p:spPr>
          <a:xfrm>
            <a:off x="9174788" y="2"/>
            <a:ext cx="3048000" cy="3181351"/>
          </a:xfrm>
        </p:spPr>
        <p:txBody>
          <a:bodyPr rtlCol="0">
            <a:normAutofit/>
          </a:bodyPr>
          <a:lstStyle/>
          <a:p>
            <a:pPr lvl="0"/>
            <a:endParaRPr lang="en-US" noProof="0"/>
          </a:p>
        </p:txBody>
      </p:sp>
      <p:sp>
        <p:nvSpPr>
          <p:cNvPr id="17" name="Text Placeholder 13"/>
          <p:cNvSpPr>
            <a:spLocks noGrp="1"/>
          </p:cNvSpPr>
          <p:nvPr>
            <p:ph type="body" sz="quarter" idx="16"/>
          </p:nvPr>
        </p:nvSpPr>
        <p:spPr>
          <a:xfrm>
            <a:off x="6301319" y="4306539"/>
            <a:ext cx="5379752" cy="1126836"/>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9" name="Slide Number Placeholder 2"/>
          <p:cNvSpPr>
            <a:spLocks noGrp="1"/>
          </p:cNvSpPr>
          <p:nvPr>
            <p:ph type="sldNum" sz="quarter" idx="17"/>
          </p:nvPr>
        </p:nvSpPr>
        <p:spPr>
          <a:xfrm>
            <a:off x="10914063" y="6113463"/>
            <a:ext cx="503237" cy="365125"/>
          </a:xfrm>
          <a:prstGeom prst="rect">
            <a:avLst/>
          </a:prstGeom>
        </p:spPr>
        <p:txBody>
          <a:bodyPr/>
          <a:lstStyle>
            <a:lvl1pPr eaLnBrk="0" hangingPunct="0">
              <a:defRPr>
                <a:cs typeface="+mn-cs"/>
              </a:defRPr>
            </a:lvl1pPr>
          </a:lstStyle>
          <a:p>
            <a:pPr>
              <a:defRPr/>
            </a:pPr>
            <a:fld id="{D6705A09-21E3-463E-94C5-30DF31C4AC02}"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Gallery footer (4 photo) &amp; text">
    <p:spTree>
      <p:nvGrpSpPr>
        <p:cNvPr id="1" name=""/>
        <p:cNvGrpSpPr/>
        <p:nvPr/>
      </p:nvGrpSpPr>
      <p:grpSpPr>
        <a:xfrm>
          <a:off x="0" y="0"/>
          <a:ext cx="0" cy="0"/>
          <a:chOff x="0" y="0"/>
          <a:chExt cx="0" cy="0"/>
        </a:xfrm>
      </p:grpSpPr>
      <p:sp>
        <p:nvSpPr>
          <p:cNvPr id="14" name="Text Placeholder 13"/>
          <p:cNvSpPr>
            <a:spLocks noGrp="1"/>
          </p:cNvSpPr>
          <p:nvPr>
            <p:ph type="body" sz="quarter" idx="11"/>
          </p:nvPr>
        </p:nvSpPr>
        <p:spPr>
          <a:xfrm>
            <a:off x="594786" y="1318749"/>
            <a:ext cx="11094345" cy="2049105"/>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1" name="Picture Placeholder 10"/>
          <p:cNvSpPr>
            <a:spLocks noGrp="1"/>
          </p:cNvSpPr>
          <p:nvPr>
            <p:ph type="pic" sz="quarter" idx="12"/>
          </p:nvPr>
        </p:nvSpPr>
        <p:spPr>
          <a:xfrm>
            <a:off x="0" y="3676651"/>
            <a:ext cx="3048000" cy="3181351"/>
          </a:xfrm>
        </p:spPr>
        <p:txBody>
          <a:bodyPr rtlCol="0">
            <a:normAutofit/>
          </a:bodyPr>
          <a:lstStyle/>
          <a:p>
            <a:pPr lvl="0"/>
            <a:endParaRPr lang="en-US" noProof="0"/>
          </a:p>
        </p:txBody>
      </p:sp>
      <p:sp>
        <p:nvSpPr>
          <p:cNvPr id="13" name="Picture Placeholder 10"/>
          <p:cNvSpPr>
            <a:spLocks noGrp="1"/>
          </p:cNvSpPr>
          <p:nvPr>
            <p:ph type="pic" sz="quarter" idx="13"/>
          </p:nvPr>
        </p:nvSpPr>
        <p:spPr>
          <a:xfrm>
            <a:off x="3056211" y="3676651"/>
            <a:ext cx="3048000" cy="3181351"/>
          </a:xfrm>
        </p:spPr>
        <p:txBody>
          <a:bodyPr rtlCol="0">
            <a:normAutofit/>
          </a:bodyPr>
          <a:lstStyle/>
          <a:p>
            <a:pPr lvl="0"/>
            <a:endParaRPr lang="en-US" noProof="0"/>
          </a:p>
        </p:txBody>
      </p:sp>
      <p:sp>
        <p:nvSpPr>
          <p:cNvPr id="15" name="Picture Placeholder 10"/>
          <p:cNvSpPr>
            <a:spLocks noGrp="1"/>
          </p:cNvSpPr>
          <p:nvPr>
            <p:ph type="pic" sz="quarter" idx="14"/>
          </p:nvPr>
        </p:nvSpPr>
        <p:spPr>
          <a:xfrm>
            <a:off x="6118577" y="3676651"/>
            <a:ext cx="3048000" cy="3181351"/>
          </a:xfrm>
        </p:spPr>
        <p:txBody>
          <a:bodyPr rtlCol="0">
            <a:normAutofit/>
          </a:bodyPr>
          <a:lstStyle/>
          <a:p>
            <a:pPr lvl="0"/>
            <a:endParaRPr lang="en-US" noProof="0"/>
          </a:p>
        </p:txBody>
      </p:sp>
      <p:sp>
        <p:nvSpPr>
          <p:cNvPr id="16" name="Picture Placeholder 10"/>
          <p:cNvSpPr>
            <a:spLocks noGrp="1"/>
          </p:cNvSpPr>
          <p:nvPr>
            <p:ph type="pic" sz="quarter" idx="15"/>
          </p:nvPr>
        </p:nvSpPr>
        <p:spPr>
          <a:xfrm>
            <a:off x="9174788" y="3676651"/>
            <a:ext cx="3048000" cy="3181351"/>
          </a:xfrm>
        </p:spPr>
        <p:txBody>
          <a:bodyPr rtlCol="0">
            <a:normAutofit/>
          </a:bodyPr>
          <a:lstStyle/>
          <a:p>
            <a:pPr lvl="0"/>
            <a:endParaRPr lang="en-US" noProof="0"/>
          </a:p>
        </p:txBody>
      </p:sp>
      <p:sp>
        <p:nvSpPr>
          <p:cNvPr id="9" name="Title 1"/>
          <p:cNvSpPr>
            <a:spLocks noGrp="1"/>
          </p:cNvSpPr>
          <p:nvPr>
            <p:ph type="title"/>
          </p:nvPr>
        </p:nvSpPr>
        <p:spPr>
          <a:xfrm>
            <a:off x="609600" y="564444"/>
            <a:ext cx="11083808" cy="563389"/>
          </a:xfrm>
        </p:spPr>
        <p:txBody>
          <a:bodyPr/>
          <a:lstStyle/>
          <a:p>
            <a:r>
              <a:rPr lang="en-US" smtClean="0"/>
              <a:t>Click to edit Master title style</a:t>
            </a:r>
            <a:endParaRPr 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Gallery full slide (8 photo)">
    <p:spTree>
      <p:nvGrpSpPr>
        <p:cNvPr id="1" name=""/>
        <p:cNvGrpSpPr/>
        <p:nvPr/>
      </p:nvGrpSpPr>
      <p:grpSpPr>
        <a:xfrm>
          <a:off x="0" y="0"/>
          <a:ext cx="0" cy="0"/>
          <a:chOff x="0" y="0"/>
          <a:chExt cx="0" cy="0"/>
        </a:xfrm>
      </p:grpSpPr>
      <p:sp>
        <p:nvSpPr>
          <p:cNvPr id="11" name="Picture Placeholder 10"/>
          <p:cNvSpPr>
            <a:spLocks noGrp="1"/>
          </p:cNvSpPr>
          <p:nvPr>
            <p:ph type="pic" sz="quarter" idx="12"/>
          </p:nvPr>
        </p:nvSpPr>
        <p:spPr>
          <a:xfrm>
            <a:off x="0" y="2"/>
            <a:ext cx="3048000" cy="3431823"/>
          </a:xfrm>
        </p:spPr>
        <p:txBody>
          <a:bodyPr rtlCol="0">
            <a:normAutofit/>
          </a:bodyPr>
          <a:lstStyle/>
          <a:p>
            <a:pPr lvl="0"/>
            <a:endParaRPr lang="en-US" noProof="0"/>
          </a:p>
        </p:txBody>
      </p:sp>
      <p:sp>
        <p:nvSpPr>
          <p:cNvPr id="19" name="Picture Placeholder 10"/>
          <p:cNvSpPr>
            <a:spLocks noGrp="1"/>
          </p:cNvSpPr>
          <p:nvPr>
            <p:ph type="pic" sz="quarter" idx="13"/>
          </p:nvPr>
        </p:nvSpPr>
        <p:spPr>
          <a:xfrm>
            <a:off x="3044236" y="2"/>
            <a:ext cx="3048000" cy="3431823"/>
          </a:xfrm>
        </p:spPr>
        <p:txBody>
          <a:bodyPr rtlCol="0">
            <a:normAutofit/>
          </a:bodyPr>
          <a:lstStyle/>
          <a:p>
            <a:pPr lvl="0"/>
            <a:endParaRPr lang="en-US" noProof="0"/>
          </a:p>
        </p:txBody>
      </p:sp>
      <p:sp>
        <p:nvSpPr>
          <p:cNvPr id="20" name="Picture Placeholder 10"/>
          <p:cNvSpPr>
            <a:spLocks noGrp="1"/>
          </p:cNvSpPr>
          <p:nvPr>
            <p:ph type="pic" sz="quarter" idx="14"/>
          </p:nvPr>
        </p:nvSpPr>
        <p:spPr>
          <a:xfrm>
            <a:off x="6099764" y="2"/>
            <a:ext cx="3048000" cy="3431823"/>
          </a:xfrm>
        </p:spPr>
        <p:txBody>
          <a:bodyPr rtlCol="0">
            <a:normAutofit/>
          </a:bodyPr>
          <a:lstStyle/>
          <a:p>
            <a:pPr lvl="0"/>
            <a:endParaRPr lang="en-US" noProof="0"/>
          </a:p>
        </p:txBody>
      </p:sp>
      <p:sp>
        <p:nvSpPr>
          <p:cNvPr id="21" name="Picture Placeholder 10"/>
          <p:cNvSpPr>
            <a:spLocks noGrp="1"/>
          </p:cNvSpPr>
          <p:nvPr>
            <p:ph type="pic" sz="quarter" idx="15"/>
          </p:nvPr>
        </p:nvSpPr>
        <p:spPr>
          <a:xfrm>
            <a:off x="9144000" y="2"/>
            <a:ext cx="3048000" cy="3431823"/>
          </a:xfrm>
        </p:spPr>
        <p:txBody>
          <a:bodyPr rtlCol="0">
            <a:normAutofit/>
          </a:bodyPr>
          <a:lstStyle/>
          <a:p>
            <a:pPr lvl="0"/>
            <a:endParaRPr lang="en-US" noProof="0"/>
          </a:p>
        </p:txBody>
      </p:sp>
      <p:sp>
        <p:nvSpPr>
          <p:cNvPr id="22" name="Picture Placeholder 10"/>
          <p:cNvSpPr>
            <a:spLocks noGrp="1"/>
          </p:cNvSpPr>
          <p:nvPr>
            <p:ph type="pic" sz="quarter" idx="16"/>
          </p:nvPr>
        </p:nvSpPr>
        <p:spPr>
          <a:xfrm>
            <a:off x="0" y="3435587"/>
            <a:ext cx="3048000" cy="3431823"/>
          </a:xfrm>
        </p:spPr>
        <p:txBody>
          <a:bodyPr rtlCol="0">
            <a:normAutofit/>
          </a:bodyPr>
          <a:lstStyle/>
          <a:p>
            <a:pPr lvl="0"/>
            <a:endParaRPr lang="en-US" noProof="0"/>
          </a:p>
        </p:txBody>
      </p:sp>
      <p:sp>
        <p:nvSpPr>
          <p:cNvPr id="23" name="Picture Placeholder 10"/>
          <p:cNvSpPr>
            <a:spLocks noGrp="1"/>
          </p:cNvSpPr>
          <p:nvPr>
            <p:ph type="pic" sz="quarter" idx="17"/>
          </p:nvPr>
        </p:nvSpPr>
        <p:spPr>
          <a:xfrm>
            <a:off x="3044236" y="3435587"/>
            <a:ext cx="3048000" cy="3431823"/>
          </a:xfrm>
        </p:spPr>
        <p:txBody>
          <a:bodyPr rtlCol="0">
            <a:normAutofit/>
          </a:bodyPr>
          <a:lstStyle/>
          <a:p>
            <a:pPr lvl="0"/>
            <a:endParaRPr lang="en-US" noProof="0"/>
          </a:p>
        </p:txBody>
      </p:sp>
      <p:sp>
        <p:nvSpPr>
          <p:cNvPr id="24" name="Picture Placeholder 10"/>
          <p:cNvSpPr>
            <a:spLocks noGrp="1"/>
          </p:cNvSpPr>
          <p:nvPr>
            <p:ph type="pic" sz="quarter" idx="18"/>
          </p:nvPr>
        </p:nvSpPr>
        <p:spPr>
          <a:xfrm>
            <a:off x="6099764" y="3435587"/>
            <a:ext cx="3048000" cy="3431823"/>
          </a:xfrm>
        </p:spPr>
        <p:txBody>
          <a:bodyPr rtlCol="0">
            <a:normAutofit/>
          </a:bodyPr>
          <a:lstStyle/>
          <a:p>
            <a:pPr lvl="0"/>
            <a:endParaRPr lang="en-US" noProof="0"/>
          </a:p>
        </p:txBody>
      </p:sp>
      <p:sp>
        <p:nvSpPr>
          <p:cNvPr id="25" name="Picture Placeholder 10"/>
          <p:cNvSpPr>
            <a:spLocks noGrp="1"/>
          </p:cNvSpPr>
          <p:nvPr>
            <p:ph type="pic" sz="quarter" idx="19"/>
          </p:nvPr>
        </p:nvSpPr>
        <p:spPr>
          <a:xfrm>
            <a:off x="9144000" y="3435587"/>
            <a:ext cx="3048000" cy="3431823"/>
          </a:xfrm>
        </p:spPr>
        <p:txBody>
          <a:bodyPr rtlCol="0">
            <a:normAutofit/>
          </a:bodyPr>
          <a:lstStyle/>
          <a:p>
            <a:pPr lvl="0"/>
            <a:endParaRPr lang="en-US" noProof="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5888991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Wide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1"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17321941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Master Slide 1">
    <p:spTree>
      <p:nvGrpSpPr>
        <p:cNvPr id="1" name=""/>
        <p:cNvGrpSpPr/>
        <p:nvPr/>
      </p:nvGrpSpPr>
      <p:grpSpPr>
        <a:xfrm>
          <a:off x="0" y="0"/>
          <a:ext cx="0" cy="0"/>
          <a:chOff x="0" y="0"/>
          <a:chExt cx="0" cy="0"/>
        </a:xfrm>
      </p:grpSpPr>
      <p:sp>
        <p:nvSpPr>
          <p:cNvPr id="15" name="TextBox 14"/>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Tree>
    <p:extLst>
      <p:ext uri="{BB962C8B-B14F-4D97-AF65-F5344CB8AC3E}">
        <p14:creationId xmlns:p14="http://schemas.microsoft.com/office/powerpoint/2010/main" val="25353024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No Footer">
    <p:spTree>
      <p:nvGrpSpPr>
        <p:cNvPr id="1" name=""/>
        <p:cNvGrpSpPr/>
        <p:nvPr/>
      </p:nvGrpSpPr>
      <p:grpSpPr>
        <a:xfrm>
          <a:off x="0" y="0"/>
          <a:ext cx="0" cy="0"/>
          <a:chOff x="0" y="0"/>
          <a:chExt cx="0" cy="0"/>
        </a:xfrm>
      </p:grpSpPr>
    </p:spTree>
    <p:extLst>
      <p:ext uri="{BB962C8B-B14F-4D97-AF65-F5344CB8AC3E}">
        <p14:creationId xmlns:p14="http://schemas.microsoft.com/office/powerpoint/2010/main" val="23387917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Background">
    <p:spTree>
      <p:nvGrpSpPr>
        <p:cNvPr id="1" name=""/>
        <p:cNvGrpSpPr/>
        <p:nvPr/>
      </p:nvGrpSpPr>
      <p:grpSpPr>
        <a:xfrm>
          <a:off x="0" y="0"/>
          <a:ext cx="0" cy="0"/>
          <a:chOff x="0" y="0"/>
          <a:chExt cx="0" cy="0"/>
        </a:xfrm>
      </p:grpSpPr>
      <p:grpSp>
        <p:nvGrpSpPr>
          <p:cNvPr id="4" name="Group 3"/>
          <p:cNvGrpSpPr/>
          <p:nvPr userDrawn="1"/>
        </p:nvGrpSpPr>
        <p:grpSpPr>
          <a:xfrm>
            <a:off x="11517842" y="273543"/>
            <a:ext cx="461915" cy="413370"/>
            <a:chOff x="23051965" y="547086"/>
            <a:chExt cx="923589" cy="826739"/>
          </a:xfrm>
        </p:grpSpPr>
        <p:sp>
          <p:nvSpPr>
            <p:cNvPr id="5" name="Rectangle 4"/>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0" name="TextBox 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Tree>
    <p:extLst>
      <p:ext uri="{BB962C8B-B14F-4D97-AF65-F5344CB8AC3E}">
        <p14:creationId xmlns:p14="http://schemas.microsoft.com/office/powerpoint/2010/main" val="42904650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grpSp>
        <p:nvGrpSpPr>
          <p:cNvPr id="5" name="Group 4"/>
          <p:cNvGrpSpPr/>
          <p:nvPr userDrawn="1"/>
        </p:nvGrpSpPr>
        <p:grpSpPr>
          <a:xfrm>
            <a:off x="11517842" y="273543"/>
            <a:ext cx="461915" cy="413370"/>
            <a:chOff x="23051965" y="547086"/>
            <a:chExt cx="923589" cy="826739"/>
          </a:xfrm>
        </p:grpSpPr>
        <p:sp>
          <p:nvSpPr>
            <p:cNvPr id="6" name="Rectangle 5"/>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2" name="TextBox 11"/>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TextBox 16"/>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6545703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grpSp>
        <p:nvGrpSpPr>
          <p:cNvPr id="5" name="Group 4"/>
          <p:cNvGrpSpPr/>
          <p:nvPr userDrawn="1"/>
        </p:nvGrpSpPr>
        <p:grpSpPr>
          <a:xfrm>
            <a:off x="11517842" y="273543"/>
            <a:ext cx="461915" cy="413370"/>
            <a:chOff x="23051965" y="547086"/>
            <a:chExt cx="923589" cy="826739"/>
          </a:xfrm>
        </p:grpSpPr>
        <p:sp>
          <p:nvSpPr>
            <p:cNvPr id="6" name="Rectangle 5"/>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2" name="TextBox 11"/>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TextBox 16"/>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947540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Big Image Placeholder">
    <p:spTree>
      <p:nvGrpSpPr>
        <p:cNvPr id="1" name=""/>
        <p:cNvGrpSpPr/>
        <p:nvPr/>
      </p:nvGrpSpPr>
      <p:grpSpPr>
        <a:xfrm>
          <a:off x="0" y="0"/>
          <a:ext cx="0" cy="0"/>
          <a:chOff x="0" y="0"/>
          <a:chExt cx="0" cy="0"/>
        </a:xfrm>
      </p:grpSpPr>
      <p:sp>
        <p:nvSpPr>
          <p:cNvPr id="17" name="Picture Placeholder 13"/>
          <p:cNvSpPr>
            <a:spLocks noGrp="1" noChangeAspect="1"/>
          </p:cNvSpPr>
          <p:nvPr>
            <p:ph type="pic" sz="quarter" idx="13"/>
          </p:nvPr>
        </p:nvSpPr>
        <p:spPr>
          <a:xfrm>
            <a:off x="-1588" y="0"/>
            <a:ext cx="12192001" cy="6858000"/>
          </a:xfrm>
          <a:effectLst/>
        </p:spPr>
        <p:txBody>
          <a:bodyPr>
            <a:normAutofit/>
          </a:bodyPr>
          <a:lstStyle>
            <a:lvl1pPr marL="0" indent="0">
              <a:buNone/>
              <a:defRPr sz="21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21303004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Mockup Laptop">
    <p:spTree>
      <p:nvGrpSpPr>
        <p:cNvPr id="1" name=""/>
        <p:cNvGrpSpPr/>
        <p:nvPr/>
      </p:nvGrpSpPr>
      <p:grpSpPr>
        <a:xfrm>
          <a:off x="0" y="0"/>
          <a:ext cx="0" cy="0"/>
          <a:chOff x="0" y="0"/>
          <a:chExt cx="0" cy="0"/>
        </a:xfrm>
      </p:grpSpPr>
      <p:sp>
        <p:nvSpPr>
          <p:cNvPr id="13" name="Picture Placeholder 9"/>
          <p:cNvSpPr>
            <a:spLocks noGrp="1" noChangeAspect="1"/>
          </p:cNvSpPr>
          <p:nvPr>
            <p:ph type="pic" sz="quarter" idx="11"/>
          </p:nvPr>
        </p:nvSpPr>
        <p:spPr>
          <a:xfrm>
            <a:off x="6711772" y="1876518"/>
            <a:ext cx="4339462" cy="2491082"/>
          </a:xfrm>
        </p:spPr>
        <p:txBody>
          <a:bodyPr>
            <a:normAutofit/>
          </a:bodyPr>
          <a:lstStyle>
            <a:lvl1pPr marL="0" indent="0">
              <a:buNone/>
              <a:defRPr sz="1000">
                <a:solidFill>
                  <a:schemeClr val="tx1">
                    <a:lumMod val="50000"/>
                    <a:lumOff val="50000"/>
                  </a:schemeClr>
                </a:solidFill>
              </a:defRPr>
            </a:lvl1pPr>
          </a:lstStyle>
          <a:p>
            <a:endParaRPr lang="en-US"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1" name="TextBox 10"/>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2"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TextBox 18"/>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3825520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Welcome">
    <p:spTree>
      <p:nvGrpSpPr>
        <p:cNvPr id="1" name=""/>
        <p:cNvGrpSpPr/>
        <p:nvPr/>
      </p:nvGrpSpPr>
      <p:grpSpPr>
        <a:xfrm>
          <a:off x="0" y="0"/>
          <a:ext cx="0" cy="0"/>
          <a:chOff x="0" y="0"/>
          <a:chExt cx="0" cy="0"/>
        </a:xfrm>
      </p:grpSpPr>
      <p:sp>
        <p:nvSpPr>
          <p:cNvPr id="23" name="Picture Placeholder 22"/>
          <p:cNvSpPr>
            <a:spLocks noGrp="1" noChangeAspect="1"/>
          </p:cNvSpPr>
          <p:nvPr>
            <p:ph type="pic" sz="quarter" idx="15"/>
          </p:nvPr>
        </p:nvSpPr>
        <p:spPr>
          <a:xfrm>
            <a:off x="5029200" y="1260656"/>
            <a:ext cx="2133600" cy="2133600"/>
          </a:xfrm>
          <a:prstGeom prst="ellipse">
            <a:avLst/>
          </a:prstGeom>
        </p:spPr>
        <p:txBody>
          <a:bodyPr>
            <a:normAutofit/>
          </a:bodyPr>
          <a:lstStyle>
            <a:lvl1pPr marL="0" indent="0">
              <a:buNone/>
              <a:defRPr sz="1600"/>
            </a:lvl1pPr>
          </a:lstStyle>
          <a:p>
            <a:endParaRPr lang="en-US"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1" name="TextBox 10"/>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2"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3"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TextBox 17"/>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846246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Coffee Break">
    <p:spTree>
      <p:nvGrpSpPr>
        <p:cNvPr id="1" name=""/>
        <p:cNvGrpSpPr/>
        <p:nvPr/>
      </p:nvGrpSpPr>
      <p:grpSpPr>
        <a:xfrm>
          <a:off x="0" y="0"/>
          <a:ext cx="0" cy="0"/>
          <a:chOff x="0" y="0"/>
          <a:chExt cx="0" cy="0"/>
        </a:xfrm>
      </p:grpSpPr>
      <p:sp>
        <p:nvSpPr>
          <p:cNvPr id="9" name="Picture Placeholder 7"/>
          <p:cNvSpPr>
            <a:spLocks noGrp="1" noChangeAspect="1"/>
          </p:cNvSpPr>
          <p:nvPr>
            <p:ph type="pic" sz="quarter" idx="13"/>
          </p:nvPr>
        </p:nvSpPr>
        <p:spPr>
          <a:xfrm>
            <a:off x="0" y="0"/>
            <a:ext cx="12192000" cy="6858000"/>
          </a:xfrm>
        </p:spPr>
        <p:txBody>
          <a:bodyPr>
            <a:normAutofit/>
          </a:bodyPr>
          <a:lstStyle>
            <a:lvl1pPr marL="0" indent="0">
              <a:buNone/>
              <a:defRPr sz="1600">
                <a:solidFill>
                  <a:schemeClr val="bg2"/>
                </a:solidFill>
              </a:defRPr>
            </a:lvl1pPr>
          </a:lstStyle>
          <a:p>
            <a:endParaRPr lang="en-US" dirty="0"/>
          </a:p>
        </p:txBody>
      </p:sp>
    </p:spTree>
    <p:extLst>
      <p:ext uri="{BB962C8B-B14F-4D97-AF65-F5344CB8AC3E}">
        <p14:creationId xmlns:p14="http://schemas.microsoft.com/office/powerpoint/2010/main" val="19152038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4_Meet_the_team1">
    <p:spTree>
      <p:nvGrpSpPr>
        <p:cNvPr id="1" name=""/>
        <p:cNvGrpSpPr/>
        <p:nvPr/>
      </p:nvGrpSpPr>
      <p:grpSpPr>
        <a:xfrm>
          <a:off x="0" y="0"/>
          <a:ext cx="0" cy="0"/>
          <a:chOff x="0" y="0"/>
          <a:chExt cx="0" cy="0"/>
        </a:xfrm>
      </p:grpSpPr>
      <p:sp>
        <p:nvSpPr>
          <p:cNvPr id="5" name="Picture Placeholder 22"/>
          <p:cNvSpPr>
            <a:spLocks noGrp="1" noChangeAspect="1"/>
          </p:cNvSpPr>
          <p:nvPr>
            <p:ph type="pic" sz="quarter" idx="14"/>
          </p:nvPr>
        </p:nvSpPr>
        <p:spPr>
          <a:xfrm>
            <a:off x="1290292" y="2132954"/>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sp>
        <p:nvSpPr>
          <p:cNvPr id="18" name="Picture Placeholder 22"/>
          <p:cNvSpPr>
            <a:spLocks noGrp="1" noChangeAspect="1"/>
          </p:cNvSpPr>
          <p:nvPr>
            <p:ph type="pic" sz="quarter" idx="15"/>
          </p:nvPr>
        </p:nvSpPr>
        <p:spPr>
          <a:xfrm>
            <a:off x="3896747" y="2132954"/>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sp>
        <p:nvSpPr>
          <p:cNvPr id="19" name="Picture Placeholder 22"/>
          <p:cNvSpPr>
            <a:spLocks noGrp="1" noChangeAspect="1"/>
          </p:cNvSpPr>
          <p:nvPr>
            <p:ph type="pic" sz="quarter" idx="16"/>
          </p:nvPr>
        </p:nvSpPr>
        <p:spPr>
          <a:xfrm>
            <a:off x="6549859" y="2132954"/>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sp>
        <p:nvSpPr>
          <p:cNvPr id="20" name="Picture Placeholder 22"/>
          <p:cNvSpPr>
            <a:spLocks noGrp="1" noChangeAspect="1"/>
          </p:cNvSpPr>
          <p:nvPr>
            <p:ph type="pic" sz="quarter" idx="17"/>
          </p:nvPr>
        </p:nvSpPr>
        <p:spPr>
          <a:xfrm>
            <a:off x="9135071" y="2132954"/>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grpSp>
        <p:nvGrpSpPr>
          <p:cNvPr id="9" name="Group 8"/>
          <p:cNvGrpSpPr/>
          <p:nvPr userDrawn="1"/>
        </p:nvGrpSpPr>
        <p:grpSpPr>
          <a:xfrm>
            <a:off x="11517842" y="273543"/>
            <a:ext cx="461915" cy="413370"/>
            <a:chOff x="23051965" y="547086"/>
            <a:chExt cx="923589" cy="826739"/>
          </a:xfrm>
        </p:grpSpPr>
        <p:sp>
          <p:nvSpPr>
            <p:cNvPr id="10" name="Rectangle 9"/>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4" name="Rectangle 13"/>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5" name="Rectangle 14"/>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6" name="TextBox 15"/>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7"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1"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3"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4" name="TextBox 23"/>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5502183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2_porftfolio-7">
    <p:spTree>
      <p:nvGrpSpPr>
        <p:cNvPr id="1" name=""/>
        <p:cNvGrpSpPr/>
        <p:nvPr/>
      </p:nvGrpSpPr>
      <p:grpSpPr>
        <a:xfrm>
          <a:off x="0" y="0"/>
          <a:ext cx="0" cy="0"/>
          <a:chOff x="0" y="0"/>
          <a:chExt cx="0" cy="0"/>
        </a:xfrm>
      </p:grpSpPr>
      <p:sp>
        <p:nvSpPr>
          <p:cNvPr id="35" name="Picture Placeholder 2"/>
          <p:cNvSpPr>
            <a:spLocks noGrp="1" noChangeAspect="1"/>
          </p:cNvSpPr>
          <p:nvPr>
            <p:ph type="pic" sz="quarter" idx="15"/>
          </p:nvPr>
        </p:nvSpPr>
        <p:spPr>
          <a:xfrm>
            <a:off x="2" y="1"/>
            <a:ext cx="2438746" cy="1980871"/>
          </a:xfrm>
        </p:spPr>
        <p:txBody>
          <a:bodyPr>
            <a:normAutofit/>
          </a:bodyPr>
          <a:lstStyle>
            <a:lvl1pPr marL="0" indent="0">
              <a:buNone/>
              <a:defRPr sz="2000">
                <a:solidFill>
                  <a:schemeClr val="accent1"/>
                </a:solidFill>
              </a:defRPr>
            </a:lvl1pPr>
          </a:lstStyle>
          <a:p>
            <a:endParaRPr lang="id-ID" dirty="0"/>
          </a:p>
        </p:txBody>
      </p:sp>
      <p:sp>
        <p:nvSpPr>
          <p:cNvPr id="38" name="Picture Placeholder 2"/>
          <p:cNvSpPr>
            <a:spLocks noGrp="1" noChangeAspect="1"/>
          </p:cNvSpPr>
          <p:nvPr>
            <p:ph type="pic" sz="quarter" idx="18"/>
          </p:nvPr>
        </p:nvSpPr>
        <p:spPr>
          <a:xfrm>
            <a:off x="2438749" y="1982087"/>
            <a:ext cx="2438746" cy="1980871"/>
          </a:xfrm>
        </p:spPr>
        <p:txBody>
          <a:bodyPr>
            <a:normAutofit/>
          </a:bodyPr>
          <a:lstStyle>
            <a:lvl1pPr marL="0" indent="0">
              <a:buNone/>
              <a:defRPr sz="2000">
                <a:solidFill>
                  <a:schemeClr val="accent1"/>
                </a:solidFill>
              </a:defRPr>
            </a:lvl1pPr>
          </a:lstStyle>
          <a:p>
            <a:endParaRPr lang="id-ID" dirty="0"/>
          </a:p>
        </p:txBody>
      </p:sp>
      <p:sp>
        <p:nvSpPr>
          <p:cNvPr id="39" name="Picture Placeholder 2"/>
          <p:cNvSpPr>
            <a:spLocks noGrp="1" noChangeAspect="1"/>
          </p:cNvSpPr>
          <p:nvPr>
            <p:ph type="pic" sz="quarter" idx="19"/>
          </p:nvPr>
        </p:nvSpPr>
        <p:spPr>
          <a:xfrm>
            <a:off x="4871863" y="-607"/>
            <a:ext cx="2438746" cy="1980871"/>
          </a:xfrm>
        </p:spPr>
        <p:txBody>
          <a:bodyPr>
            <a:normAutofit/>
          </a:bodyPr>
          <a:lstStyle>
            <a:lvl1pPr marL="0" indent="0">
              <a:buNone/>
              <a:defRPr sz="2000">
                <a:solidFill>
                  <a:schemeClr val="accent1"/>
                </a:solidFill>
              </a:defRPr>
            </a:lvl1pPr>
          </a:lstStyle>
          <a:p>
            <a:endParaRPr lang="id-ID" dirty="0"/>
          </a:p>
        </p:txBody>
      </p:sp>
      <p:sp>
        <p:nvSpPr>
          <p:cNvPr id="42" name="Picture Placeholder 2"/>
          <p:cNvSpPr>
            <a:spLocks noGrp="1" noChangeAspect="1"/>
          </p:cNvSpPr>
          <p:nvPr>
            <p:ph type="pic" sz="quarter" idx="22"/>
          </p:nvPr>
        </p:nvSpPr>
        <p:spPr>
          <a:xfrm>
            <a:off x="7321753" y="1982694"/>
            <a:ext cx="2539935" cy="1980871"/>
          </a:xfrm>
        </p:spPr>
        <p:txBody>
          <a:bodyPr>
            <a:normAutofit/>
          </a:bodyPr>
          <a:lstStyle>
            <a:lvl1pPr marL="0" indent="0">
              <a:buNone/>
              <a:defRPr sz="2000">
                <a:solidFill>
                  <a:schemeClr val="accent1"/>
                </a:solidFill>
              </a:defRPr>
            </a:lvl1pPr>
          </a:lstStyle>
          <a:p>
            <a:endParaRPr lang="id-ID" dirty="0"/>
          </a:p>
        </p:txBody>
      </p:sp>
      <p:sp>
        <p:nvSpPr>
          <p:cNvPr id="43" name="Picture Placeholder 2"/>
          <p:cNvSpPr>
            <a:spLocks noGrp="1" noChangeAspect="1"/>
          </p:cNvSpPr>
          <p:nvPr>
            <p:ph type="pic" sz="quarter" idx="23"/>
          </p:nvPr>
        </p:nvSpPr>
        <p:spPr>
          <a:xfrm>
            <a:off x="9742111" y="1216"/>
            <a:ext cx="2449889" cy="1980871"/>
          </a:xfrm>
        </p:spPr>
        <p:txBody>
          <a:bodyPr>
            <a:normAutofit/>
          </a:bodyPr>
          <a:lstStyle>
            <a:lvl1pPr marL="0" indent="0">
              <a:buNone/>
              <a:defRPr sz="2000">
                <a:solidFill>
                  <a:schemeClr val="accent1"/>
                </a:solidFill>
              </a:defRPr>
            </a:lvl1pPr>
          </a:lstStyle>
          <a:p>
            <a:endParaRPr lang="id-ID" dirty="0"/>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TextBox 17"/>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118198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1_app_features">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3" y="-1"/>
            <a:ext cx="12192001" cy="3230218"/>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9"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0"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1"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2"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TextBox 13"/>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8870158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About Us">
    <p:spTree>
      <p:nvGrpSpPr>
        <p:cNvPr id="1" name=""/>
        <p:cNvGrpSpPr/>
        <p:nvPr/>
      </p:nvGrpSpPr>
      <p:grpSpPr>
        <a:xfrm>
          <a:off x="0" y="0"/>
          <a:ext cx="0" cy="0"/>
          <a:chOff x="0" y="0"/>
          <a:chExt cx="0" cy="0"/>
        </a:xfrm>
      </p:grpSpPr>
      <p:sp>
        <p:nvSpPr>
          <p:cNvPr id="9" name="Picture Placeholder 8"/>
          <p:cNvSpPr>
            <a:spLocks noGrp="1" noChangeAspect="1"/>
          </p:cNvSpPr>
          <p:nvPr>
            <p:ph type="pic" sz="quarter" idx="10"/>
          </p:nvPr>
        </p:nvSpPr>
        <p:spPr>
          <a:xfrm>
            <a:off x="0" y="1520483"/>
            <a:ext cx="12192000" cy="2838449"/>
          </a:xfrm>
        </p:spPr>
        <p:txBody>
          <a:bodyPr>
            <a:normAutofit/>
          </a:bodyPr>
          <a:lstStyle>
            <a:lvl1pPr marL="0" indent="0">
              <a:buNone/>
              <a:defRPr sz="2100">
                <a:solidFill>
                  <a:schemeClr val="bg1">
                    <a:lumMod val="75000"/>
                  </a:schemeClr>
                </a:solidFill>
              </a:defRPr>
            </a:lvl1pPr>
          </a:lstStyle>
          <a:p>
            <a:endParaRPr lang="en-US"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4" name="TextBox 13"/>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5"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TextBox 18"/>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5338629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Our Objectives 2">
    <p:spTree>
      <p:nvGrpSpPr>
        <p:cNvPr id="1" name=""/>
        <p:cNvGrpSpPr/>
        <p:nvPr/>
      </p:nvGrpSpPr>
      <p:grpSpPr>
        <a:xfrm>
          <a:off x="0" y="0"/>
          <a:ext cx="0" cy="0"/>
          <a:chOff x="0" y="0"/>
          <a:chExt cx="0" cy="0"/>
        </a:xfrm>
      </p:grpSpPr>
      <p:sp>
        <p:nvSpPr>
          <p:cNvPr id="11" name="Picture Placeholder 22"/>
          <p:cNvSpPr>
            <a:spLocks noGrp="1" noChangeAspect="1"/>
          </p:cNvSpPr>
          <p:nvPr>
            <p:ph type="pic" sz="quarter" idx="13"/>
          </p:nvPr>
        </p:nvSpPr>
        <p:spPr>
          <a:xfrm>
            <a:off x="0" y="0"/>
            <a:ext cx="5954186" cy="6858000"/>
          </a:xfrm>
        </p:spPr>
        <p:txBody>
          <a:bodyPr>
            <a:normAutofit/>
          </a:bodyPr>
          <a:lstStyle>
            <a:lvl1pPr marL="0" indent="0">
              <a:buNone/>
              <a:defRPr sz="1600">
                <a:latin typeface="Raleway Light"/>
                <a:cs typeface="Raleway Light"/>
              </a:defRPr>
            </a:lvl1pPr>
          </a:lstStyle>
          <a:p>
            <a:endParaRPr lang="id-ID" dirty="0"/>
          </a:p>
        </p:txBody>
      </p:sp>
      <p:grpSp>
        <p:nvGrpSpPr>
          <p:cNvPr id="5" name="Group 4"/>
          <p:cNvGrpSpPr/>
          <p:nvPr userDrawn="1"/>
        </p:nvGrpSpPr>
        <p:grpSpPr>
          <a:xfrm>
            <a:off x="11517842" y="273543"/>
            <a:ext cx="461915" cy="413370"/>
            <a:chOff x="23051965" y="547086"/>
            <a:chExt cx="923589" cy="826739"/>
          </a:xfrm>
        </p:grpSpPr>
        <p:sp>
          <p:nvSpPr>
            <p:cNvPr id="6" name="Rectangle 5"/>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7" name="Rectangle 6"/>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9" name="TextBox 8"/>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Tree>
    <p:extLst>
      <p:ext uri="{BB962C8B-B14F-4D97-AF65-F5344CB8AC3E}">
        <p14:creationId xmlns:p14="http://schemas.microsoft.com/office/powerpoint/2010/main" val="1926638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03_app">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3" y="-1"/>
            <a:ext cx="12192001" cy="3230218"/>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 name="Picture Placeholder 2"/>
          <p:cNvSpPr>
            <a:spLocks noGrp="1" noChangeAspect="1"/>
          </p:cNvSpPr>
          <p:nvPr>
            <p:ph type="pic" sz="quarter" idx="10"/>
          </p:nvPr>
        </p:nvSpPr>
        <p:spPr>
          <a:xfrm>
            <a:off x="997398" y="1188270"/>
            <a:ext cx="752671" cy="2139950"/>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2" name="Picture Placeholder 2"/>
          <p:cNvSpPr>
            <a:spLocks noGrp="1" noChangeAspect="1"/>
          </p:cNvSpPr>
          <p:nvPr>
            <p:ph type="pic" sz="quarter" idx="12"/>
          </p:nvPr>
        </p:nvSpPr>
        <p:spPr>
          <a:xfrm>
            <a:off x="3573307" y="1188270"/>
            <a:ext cx="803171" cy="2133600"/>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1" name="Picture Placeholder 2"/>
          <p:cNvSpPr>
            <a:spLocks noGrp="1" noChangeAspect="1"/>
          </p:cNvSpPr>
          <p:nvPr>
            <p:ph type="pic" sz="quarter" idx="11"/>
          </p:nvPr>
        </p:nvSpPr>
        <p:spPr>
          <a:xfrm>
            <a:off x="1903613" y="966020"/>
            <a:ext cx="1558227" cy="2755900"/>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TextBox 16"/>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9663647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3_Meet_the_team">
    <p:spTree>
      <p:nvGrpSpPr>
        <p:cNvPr id="1" name=""/>
        <p:cNvGrpSpPr/>
        <p:nvPr/>
      </p:nvGrpSpPr>
      <p:grpSpPr>
        <a:xfrm>
          <a:off x="0" y="0"/>
          <a:ext cx="0" cy="0"/>
          <a:chOff x="0" y="0"/>
          <a:chExt cx="0" cy="0"/>
        </a:xfrm>
      </p:grpSpPr>
      <p:sp>
        <p:nvSpPr>
          <p:cNvPr id="5" name="Picture Placeholder 22"/>
          <p:cNvSpPr>
            <a:spLocks noGrp="1" noChangeAspect="1"/>
          </p:cNvSpPr>
          <p:nvPr>
            <p:ph type="pic" sz="quarter" idx="14"/>
          </p:nvPr>
        </p:nvSpPr>
        <p:spPr>
          <a:xfrm>
            <a:off x="988484" y="1821007"/>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0" name="TextBox 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4"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TextBox 17"/>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4817281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Three Team">
    <p:spTree>
      <p:nvGrpSpPr>
        <p:cNvPr id="1" name=""/>
        <p:cNvGrpSpPr/>
        <p:nvPr/>
      </p:nvGrpSpPr>
      <p:grpSpPr>
        <a:xfrm>
          <a:off x="0" y="0"/>
          <a:ext cx="0" cy="0"/>
          <a:chOff x="0" y="0"/>
          <a:chExt cx="0" cy="0"/>
        </a:xfrm>
      </p:grpSpPr>
      <p:sp>
        <p:nvSpPr>
          <p:cNvPr id="15" name="Picture Placeholder 14"/>
          <p:cNvSpPr>
            <a:spLocks noGrp="1" noChangeAspect="1"/>
          </p:cNvSpPr>
          <p:nvPr>
            <p:ph type="pic" sz="quarter" idx="10"/>
          </p:nvPr>
        </p:nvSpPr>
        <p:spPr>
          <a:xfrm>
            <a:off x="1198564" y="1779589"/>
            <a:ext cx="3206751" cy="3138488"/>
          </a:xfrm>
        </p:spPr>
        <p:txBody>
          <a:bodyPr>
            <a:normAutofit/>
          </a:bodyPr>
          <a:lstStyle>
            <a:lvl1pPr marL="0" indent="0">
              <a:buNone/>
              <a:defRPr sz="1600">
                <a:solidFill>
                  <a:schemeClr val="accent1"/>
                </a:solidFill>
              </a:defRPr>
            </a:lvl1pPr>
          </a:lstStyle>
          <a:p>
            <a:endParaRPr lang="id-ID" dirty="0"/>
          </a:p>
        </p:txBody>
      </p:sp>
      <p:sp>
        <p:nvSpPr>
          <p:cNvPr id="16" name="Picture Placeholder 14"/>
          <p:cNvSpPr>
            <a:spLocks noGrp="1" noChangeAspect="1"/>
          </p:cNvSpPr>
          <p:nvPr>
            <p:ph type="pic" sz="quarter" idx="11"/>
          </p:nvPr>
        </p:nvSpPr>
        <p:spPr>
          <a:xfrm>
            <a:off x="4500564" y="1779589"/>
            <a:ext cx="3206751" cy="3138488"/>
          </a:xfrm>
        </p:spPr>
        <p:txBody>
          <a:bodyPr>
            <a:normAutofit/>
          </a:bodyPr>
          <a:lstStyle>
            <a:lvl1pPr marL="0" indent="0">
              <a:buNone/>
              <a:defRPr sz="1600">
                <a:solidFill>
                  <a:schemeClr val="accent1"/>
                </a:solidFill>
              </a:defRPr>
            </a:lvl1pPr>
          </a:lstStyle>
          <a:p>
            <a:endParaRPr lang="id-ID" dirty="0"/>
          </a:p>
        </p:txBody>
      </p:sp>
      <p:sp>
        <p:nvSpPr>
          <p:cNvPr id="17" name="Picture Placeholder 14"/>
          <p:cNvSpPr>
            <a:spLocks noGrp="1" noChangeAspect="1"/>
          </p:cNvSpPr>
          <p:nvPr>
            <p:ph type="pic" sz="quarter" idx="12"/>
          </p:nvPr>
        </p:nvSpPr>
        <p:spPr>
          <a:xfrm>
            <a:off x="7815264" y="1784351"/>
            <a:ext cx="3206751" cy="3138488"/>
          </a:xfrm>
        </p:spPr>
        <p:txBody>
          <a:bodyPr>
            <a:normAutofit/>
          </a:bodyPr>
          <a:lstStyle>
            <a:lvl1pPr marL="0" indent="0">
              <a:buNone/>
              <a:defRPr sz="1600">
                <a:solidFill>
                  <a:schemeClr val="accent1"/>
                </a:solidFill>
              </a:defRPr>
            </a:lvl1pPr>
          </a:lstStyle>
          <a:p>
            <a:endParaRPr lang="id-ID" dirty="0"/>
          </a:p>
        </p:txBody>
      </p:sp>
      <p:grpSp>
        <p:nvGrpSpPr>
          <p:cNvPr id="8" name="Group 7"/>
          <p:cNvGrpSpPr/>
          <p:nvPr userDrawn="1"/>
        </p:nvGrpSpPr>
        <p:grpSpPr>
          <a:xfrm>
            <a:off x="11517842" y="273543"/>
            <a:ext cx="461915" cy="413370"/>
            <a:chOff x="23051965" y="547086"/>
            <a:chExt cx="923589" cy="826739"/>
          </a:xfrm>
        </p:grpSpPr>
        <p:sp>
          <p:nvSpPr>
            <p:cNvPr id="9" name="Rectangle 8"/>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2" name="Rectangle 11"/>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8" name="TextBox 17"/>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9"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1"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3" name="TextBox 22"/>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4285838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support-team">
    <p:spTree>
      <p:nvGrpSpPr>
        <p:cNvPr id="1" name=""/>
        <p:cNvGrpSpPr/>
        <p:nvPr/>
      </p:nvGrpSpPr>
      <p:grpSpPr>
        <a:xfrm>
          <a:off x="0" y="0"/>
          <a:ext cx="0" cy="0"/>
          <a:chOff x="0" y="0"/>
          <a:chExt cx="0" cy="0"/>
        </a:xfrm>
      </p:grpSpPr>
      <p:sp>
        <p:nvSpPr>
          <p:cNvPr id="15" name="Picture Placeholder 13"/>
          <p:cNvSpPr>
            <a:spLocks noGrp="1" noChangeAspect="1"/>
          </p:cNvSpPr>
          <p:nvPr>
            <p:ph type="pic" sz="quarter" idx="13"/>
          </p:nvPr>
        </p:nvSpPr>
        <p:spPr>
          <a:xfrm>
            <a:off x="1255589" y="1692238"/>
            <a:ext cx="4030217" cy="3977969"/>
          </a:xfrm>
          <a:effectLst/>
        </p:spPr>
        <p:txBody>
          <a:bodyPr>
            <a:normAutofit/>
          </a:bodyPr>
          <a:lstStyle>
            <a:lvl1pPr marL="0" indent="0">
              <a:buNone/>
              <a:defRPr sz="2100">
                <a:ln>
                  <a:noFill/>
                </a:ln>
                <a:solidFill>
                  <a:schemeClr val="bg1">
                    <a:lumMod val="85000"/>
                  </a:schemeClr>
                </a:solidFill>
              </a:defRPr>
            </a:lvl1pPr>
          </a:lstStyle>
          <a:p>
            <a:endParaRPr lang="en-US"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0" name="TextBox 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4"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TextBox 18"/>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3703703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porftfolio-1">
    <p:spTree>
      <p:nvGrpSpPr>
        <p:cNvPr id="1" name=""/>
        <p:cNvGrpSpPr/>
        <p:nvPr/>
      </p:nvGrpSpPr>
      <p:grpSpPr>
        <a:xfrm>
          <a:off x="0" y="0"/>
          <a:ext cx="0" cy="0"/>
          <a:chOff x="0" y="0"/>
          <a:chExt cx="0" cy="0"/>
        </a:xfrm>
      </p:grpSpPr>
      <p:sp>
        <p:nvSpPr>
          <p:cNvPr id="9" name="Picture Placeholder 2"/>
          <p:cNvSpPr>
            <a:spLocks noGrp="1" noChangeAspect="1"/>
          </p:cNvSpPr>
          <p:nvPr>
            <p:ph type="pic" sz="quarter" idx="11"/>
          </p:nvPr>
        </p:nvSpPr>
        <p:spPr>
          <a:xfrm>
            <a:off x="4500563" y="1779589"/>
            <a:ext cx="3194049" cy="2266950"/>
          </a:xfrm>
        </p:spPr>
        <p:txBody>
          <a:bodyPr>
            <a:normAutofit/>
          </a:bodyPr>
          <a:lstStyle>
            <a:lvl1pPr marL="0" indent="0">
              <a:buNone/>
              <a:defRPr sz="2000">
                <a:solidFill>
                  <a:schemeClr val="accent1"/>
                </a:solidFill>
              </a:defRPr>
            </a:lvl1pPr>
          </a:lstStyle>
          <a:p>
            <a:endParaRPr lang="id-ID" dirty="0"/>
          </a:p>
        </p:txBody>
      </p:sp>
      <p:sp>
        <p:nvSpPr>
          <p:cNvPr id="10" name="Picture Placeholder 2"/>
          <p:cNvSpPr>
            <a:spLocks noGrp="1" noChangeAspect="1"/>
          </p:cNvSpPr>
          <p:nvPr>
            <p:ph type="pic" sz="quarter" idx="12"/>
          </p:nvPr>
        </p:nvSpPr>
        <p:spPr>
          <a:xfrm>
            <a:off x="7808913" y="1779589"/>
            <a:ext cx="3216275" cy="2266950"/>
          </a:xfrm>
        </p:spPr>
        <p:txBody>
          <a:bodyPr>
            <a:normAutofit/>
          </a:bodyPr>
          <a:lstStyle>
            <a:lvl1pPr marL="0" indent="0">
              <a:buNone/>
              <a:defRPr sz="2000">
                <a:solidFill>
                  <a:schemeClr val="accent1"/>
                </a:solidFill>
              </a:defRPr>
            </a:lvl1pPr>
          </a:lstStyle>
          <a:p>
            <a:endParaRPr lang="id-ID" dirty="0"/>
          </a:p>
        </p:txBody>
      </p:sp>
      <p:sp>
        <p:nvSpPr>
          <p:cNvPr id="11" name="Picture Placeholder 2"/>
          <p:cNvSpPr>
            <a:spLocks noGrp="1" noChangeAspect="1"/>
          </p:cNvSpPr>
          <p:nvPr>
            <p:ph type="pic" sz="quarter" idx="15"/>
          </p:nvPr>
        </p:nvSpPr>
        <p:spPr>
          <a:xfrm>
            <a:off x="1210109" y="1795468"/>
            <a:ext cx="3201554" cy="2251071"/>
          </a:xfrm>
        </p:spPr>
        <p:txBody>
          <a:bodyPr>
            <a:normAutofit/>
          </a:bodyPr>
          <a:lstStyle>
            <a:lvl1pPr marL="0" indent="0">
              <a:buNone/>
              <a:defRPr sz="2000">
                <a:solidFill>
                  <a:schemeClr val="accent1"/>
                </a:solidFill>
              </a:defRPr>
            </a:lvl1pPr>
          </a:lstStyle>
          <a:p>
            <a:endParaRPr lang="id-ID" dirty="0"/>
          </a:p>
        </p:txBody>
      </p:sp>
      <p:grpSp>
        <p:nvGrpSpPr>
          <p:cNvPr id="8" name="Group 7"/>
          <p:cNvGrpSpPr/>
          <p:nvPr userDrawn="1"/>
        </p:nvGrpSpPr>
        <p:grpSpPr>
          <a:xfrm>
            <a:off x="11517842" y="273543"/>
            <a:ext cx="461915" cy="413370"/>
            <a:chOff x="23051965" y="547086"/>
            <a:chExt cx="923589" cy="826739"/>
          </a:xfrm>
        </p:grpSpPr>
        <p:sp>
          <p:nvSpPr>
            <p:cNvPr id="12" name="Rectangle 11"/>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3" name="Rectangle 12"/>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7" name="Rectangle 16"/>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8" name="TextBox 17"/>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9"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1"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3" name="TextBox 22"/>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1648838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Portfolio-3">
    <p:spTree>
      <p:nvGrpSpPr>
        <p:cNvPr id="1" name=""/>
        <p:cNvGrpSpPr/>
        <p:nvPr/>
      </p:nvGrpSpPr>
      <p:grpSpPr>
        <a:xfrm>
          <a:off x="0" y="0"/>
          <a:ext cx="0" cy="0"/>
          <a:chOff x="0" y="0"/>
          <a:chExt cx="0" cy="0"/>
        </a:xfrm>
      </p:grpSpPr>
      <p:sp>
        <p:nvSpPr>
          <p:cNvPr id="14" name="Picture Placeholder 13"/>
          <p:cNvSpPr>
            <a:spLocks noGrp="1" noChangeAspect="1"/>
          </p:cNvSpPr>
          <p:nvPr>
            <p:ph type="pic" sz="quarter" idx="10"/>
          </p:nvPr>
        </p:nvSpPr>
        <p:spPr>
          <a:xfrm>
            <a:off x="1421883" y="1647680"/>
            <a:ext cx="2317410" cy="2315293"/>
          </a:xfrm>
          <a:ln>
            <a:noFill/>
          </a:ln>
          <a:effectLst/>
        </p:spPr>
        <p:txBody>
          <a:bodyPr>
            <a:normAutofit/>
          </a:bodyPr>
          <a:lstStyle>
            <a:lvl1pPr marL="0" indent="0">
              <a:buNone/>
              <a:defRPr sz="2100">
                <a:ln>
                  <a:noFill/>
                </a:ln>
                <a:solidFill>
                  <a:schemeClr val="bg1">
                    <a:lumMod val="85000"/>
                  </a:schemeClr>
                </a:solidFill>
              </a:defRPr>
            </a:lvl1pPr>
          </a:lstStyle>
          <a:p>
            <a:endParaRPr lang="en-US" dirty="0"/>
          </a:p>
        </p:txBody>
      </p:sp>
      <p:sp>
        <p:nvSpPr>
          <p:cNvPr id="28" name="Picture Placeholder 13"/>
          <p:cNvSpPr>
            <a:spLocks noGrp="1" noChangeAspect="1"/>
          </p:cNvSpPr>
          <p:nvPr>
            <p:ph type="pic" sz="quarter" idx="14"/>
          </p:nvPr>
        </p:nvSpPr>
        <p:spPr>
          <a:xfrm>
            <a:off x="6113147" y="1647680"/>
            <a:ext cx="2317410" cy="2315293"/>
          </a:xfrm>
          <a:ln>
            <a:noFill/>
          </a:ln>
          <a:effectLst/>
        </p:spPr>
        <p:txBody>
          <a:bodyPr>
            <a:normAutofit/>
          </a:bodyPr>
          <a:lstStyle>
            <a:lvl1pPr marL="0" indent="0">
              <a:buNone/>
              <a:defRPr sz="2100">
                <a:ln>
                  <a:noFill/>
                </a:ln>
                <a:solidFill>
                  <a:schemeClr val="bg1">
                    <a:lumMod val="85000"/>
                  </a:schemeClr>
                </a:solidFill>
              </a:defRPr>
            </a:lvl1pPr>
          </a:lstStyle>
          <a:p>
            <a:endParaRPr lang="en-US" dirty="0"/>
          </a:p>
        </p:txBody>
      </p:sp>
      <p:sp>
        <p:nvSpPr>
          <p:cNvPr id="30" name="Picture Placeholder 13"/>
          <p:cNvSpPr>
            <a:spLocks noGrp="1" noChangeAspect="1"/>
          </p:cNvSpPr>
          <p:nvPr>
            <p:ph type="pic" sz="quarter" idx="15"/>
          </p:nvPr>
        </p:nvSpPr>
        <p:spPr>
          <a:xfrm>
            <a:off x="1421883" y="3961488"/>
            <a:ext cx="2317410" cy="2315293"/>
          </a:xfrm>
          <a:ln>
            <a:noFill/>
          </a:ln>
          <a:effectLst/>
        </p:spPr>
        <p:txBody>
          <a:bodyPr>
            <a:normAutofit/>
          </a:bodyPr>
          <a:lstStyle>
            <a:lvl1pPr marL="0" indent="0">
              <a:buNone/>
              <a:defRPr sz="2100">
                <a:ln>
                  <a:noFill/>
                </a:ln>
                <a:solidFill>
                  <a:schemeClr val="bg1">
                    <a:lumMod val="85000"/>
                  </a:schemeClr>
                </a:solidFill>
              </a:defRPr>
            </a:lvl1pPr>
          </a:lstStyle>
          <a:p>
            <a:endParaRPr lang="en-US" dirty="0"/>
          </a:p>
        </p:txBody>
      </p:sp>
      <p:sp>
        <p:nvSpPr>
          <p:cNvPr id="33" name="Picture Placeholder 13"/>
          <p:cNvSpPr>
            <a:spLocks noGrp="1" noChangeAspect="1"/>
          </p:cNvSpPr>
          <p:nvPr>
            <p:ph type="pic" sz="quarter" idx="16"/>
          </p:nvPr>
        </p:nvSpPr>
        <p:spPr>
          <a:xfrm>
            <a:off x="6113147" y="3961488"/>
            <a:ext cx="2317410" cy="2315293"/>
          </a:xfrm>
          <a:ln>
            <a:noFill/>
          </a:ln>
          <a:effectLst/>
        </p:spPr>
        <p:txBody>
          <a:bodyPr>
            <a:normAutofit/>
          </a:bodyPr>
          <a:lstStyle>
            <a:lvl1pPr marL="0" indent="0">
              <a:buNone/>
              <a:defRPr sz="2100">
                <a:ln>
                  <a:noFill/>
                </a:ln>
                <a:solidFill>
                  <a:schemeClr val="bg1">
                    <a:lumMod val="85000"/>
                  </a:schemeClr>
                </a:solidFill>
              </a:defRPr>
            </a:lvl1pPr>
          </a:lstStyle>
          <a:p>
            <a:endParaRPr lang="en-US" dirty="0"/>
          </a:p>
        </p:txBody>
      </p:sp>
      <p:grpSp>
        <p:nvGrpSpPr>
          <p:cNvPr id="9" name="Group 8"/>
          <p:cNvGrpSpPr/>
          <p:nvPr userDrawn="1"/>
        </p:nvGrpSpPr>
        <p:grpSpPr>
          <a:xfrm>
            <a:off x="11517842" y="273543"/>
            <a:ext cx="461915" cy="413370"/>
            <a:chOff x="23051965" y="547086"/>
            <a:chExt cx="923589" cy="826739"/>
          </a:xfrm>
        </p:grpSpPr>
        <p:sp>
          <p:nvSpPr>
            <p:cNvPr id="10" name="Rectangle 9"/>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2" name="Rectangle 11"/>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5" name="TextBox 14"/>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6"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1"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TextBox 21"/>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4790045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Portfolio-5">
    <p:spTree>
      <p:nvGrpSpPr>
        <p:cNvPr id="1" name=""/>
        <p:cNvGrpSpPr/>
        <p:nvPr/>
      </p:nvGrpSpPr>
      <p:grpSpPr>
        <a:xfrm>
          <a:off x="0" y="0"/>
          <a:ext cx="0" cy="0"/>
          <a:chOff x="0" y="0"/>
          <a:chExt cx="0" cy="0"/>
        </a:xfrm>
      </p:grpSpPr>
      <p:sp>
        <p:nvSpPr>
          <p:cNvPr id="14" name="Picture Placeholder 13"/>
          <p:cNvSpPr>
            <a:spLocks noGrp="1" noChangeAspect="1"/>
          </p:cNvSpPr>
          <p:nvPr>
            <p:ph type="pic" sz="quarter" idx="10" hasCustomPrompt="1"/>
          </p:nvPr>
        </p:nvSpPr>
        <p:spPr>
          <a:xfrm>
            <a:off x="1811582" y="1723565"/>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5" name="Picture Placeholder 13"/>
          <p:cNvSpPr>
            <a:spLocks noGrp="1" noChangeAspect="1"/>
          </p:cNvSpPr>
          <p:nvPr>
            <p:ph type="pic" sz="quarter" idx="11" hasCustomPrompt="1"/>
          </p:nvPr>
        </p:nvSpPr>
        <p:spPr>
          <a:xfrm>
            <a:off x="4915403" y="1723565"/>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7" name="Picture Placeholder 13"/>
          <p:cNvSpPr>
            <a:spLocks noGrp="1" noChangeAspect="1"/>
          </p:cNvSpPr>
          <p:nvPr>
            <p:ph type="pic" sz="quarter" idx="12" hasCustomPrompt="1"/>
          </p:nvPr>
        </p:nvSpPr>
        <p:spPr>
          <a:xfrm>
            <a:off x="8019222" y="1723565"/>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3" name="Picture Placeholder 13"/>
          <p:cNvSpPr>
            <a:spLocks noGrp="1" noChangeAspect="1"/>
          </p:cNvSpPr>
          <p:nvPr>
            <p:ph type="pic" sz="quarter" idx="13" hasCustomPrompt="1"/>
          </p:nvPr>
        </p:nvSpPr>
        <p:spPr>
          <a:xfrm>
            <a:off x="3408155" y="3836202"/>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6" name="Picture Placeholder 13"/>
          <p:cNvSpPr>
            <a:spLocks noGrp="1" noChangeAspect="1"/>
          </p:cNvSpPr>
          <p:nvPr>
            <p:ph type="pic" sz="quarter" idx="14" hasCustomPrompt="1"/>
          </p:nvPr>
        </p:nvSpPr>
        <p:spPr>
          <a:xfrm>
            <a:off x="6511974" y="3836202"/>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grpSp>
        <p:nvGrpSpPr>
          <p:cNvPr id="10" name="Group 9"/>
          <p:cNvGrpSpPr/>
          <p:nvPr userDrawn="1"/>
        </p:nvGrpSpPr>
        <p:grpSpPr>
          <a:xfrm>
            <a:off x="11517842" y="273543"/>
            <a:ext cx="461915" cy="413370"/>
            <a:chOff x="23051965" y="547086"/>
            <a:chExt cx="923589" cy="826739"/>
          </a:xfrm>
        </p:grpSpPr>
        <p:sp>
          <p:nvSpPr>
            <p:cNvPr id="11" name="Rectangle 10"/>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2" name="Rectangle 11"/>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9" name="Rectangle 1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20" name="TextBox 1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21"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7" name="TextBox 26"/>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2495548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portfolio-7">
    <p:spTree>
      <p:nvGrpSpPr>
        <p:cNvPr id="1" name=""/>
        <p:cNvGrpSpPr/>
        <p:nvPr/>
      </p:nvGrpSpPr>
      <p:grpSpPr>
        <a:xfrm>
          <a:off x="0" y="0"/>
          <a:ext cx="0" cy="0"/>
          <a:chOff x="0" y="0"/>
          <a:chExt cx="0" cy="0"/>
        </a:xfrm>
      </p:grpSpPr>
      <p:sp>
        <p:nvSpPr>
          <p:cNvPr id="17" name="Picture Placeholder 12"/>
          <p:cNvSpPr>
            <a:spLocks noGrp="1" noChangeAspect="1"/>
          </p:cNvSpPr>
          <p:nvPr>
            <p:ph type="pic" sz="quarter" idx="14"/>
          </p:nvPr>
        </p:nvSpPr>
        <p:spPr>
          <a:xfrm>
            <a:off x="837773" y="2440695"/>
            <a:ext cx="4064678" cy="3824637"/>
          </a:xfrm>
        </p:spPr>
        <p:txBody>
          <a:bodyPr>
            <a:normAutofit/>
          </a:bodyPr>
          <a:lstStyle>
            <a:lvl1pPr>
              <a:defRPr sz="1400"/>
            </a:lvl1pPr>
          </a:lstStyle>
          <a:p>
            <a:endParaRPr lang="en-US" dirty="0"/>
          </a:p>
        </p:txBody>
      </p:sp>
      <p:sp>
        <p:nvSpPr>
          <p:cNvPr id="18" name="Picture Placeholder 12"/>
          <p:cNvSpPr>
            <a:spLocks noGrp="1" noChangeAspect="1"/>
          </p:cNvSpPr>
          <p:nvPr>
            <p:ph type="pic" sz="quarter" idx="15"/>
          </p:nvPr>
        </p:nvSpPr>
        <p:spPr>
          <a:xfrm>
            <a:off x="4898177" y="4353014"/>
            <a:ext cx="2144481" cy="1912319"/>
          </a:xfrm>
        </p:spPr>
        <p:txBody>
          <a:bodyPr>
            <a:normAutofit/>
          </a:bodyPr>
          <a:lstStyle>
            <a:lvl1pPr>
              <a:defRPr sz="1400"/>
            </a:lvl1pPr>
          </a:lstStyle>
          <a:p>
            <a:endParaRPr lang="en-US" dirty="0"/>
          </a:p>
        </p:txBody>
      </p:sp>
      <p:sp>
        <p:nvSpPr>
          <p:cNvPr id="19" name="Picture Placeholder 12"/>
          <p:cNvSpPr>
            <a:spLocks noGrp="1" noChangeAspect="1"/>
          </p:cNvSpPr>
          <p:nvPr>
            <p:ph type="pic" sz="quarter" idx="16"/>
          </p:nvPr>
        </p:nvSpPr>
        <p:spPr>
          <a:xfrm>
            <a:off x="7033110" y="4353014"/>
            <a:ext cx="2144481" cy="1912319"/>
          </a:xfrm>
        </p:spPr>
        <p:txBody>
          <a:bodyPr>
            <a:normAutofit/>
          </a:bodyPr>
          <a:lstStyle>
            <a:lvl1pPr>
              <a:defRPr sz="1400"/>
            </a:lvl1pPr>
          </a:lstStyle>
          <a:p>
            <a:endParaRPr lang="en-US" dirty="0"/>
          </a:p>
        </p:txBody>
      </p:sp>
      <p:sp>
        <p:nvSpPr>
          <p:cNvPr id="20" name="Picture Placeholder 12"/>
          <p:cNvSpPr>
            <a:spLocks noGrp="1" noChangeAspect="1"/>
          </p:cNvSpPr>
          <p:nvPr>
            <p:ph type="pic" sz="quarter" idx="17"/>
          </p:nvPr>
        </p:nvSpPr>
        <p:spPr>
          <a:xfrm>
            <a:off x="9161771" y="4353014"/>
            <a:ext cx="2144481" cy="1912319"/>
          </a:xfrm>
        </p:spPr>
        <p:txBody>
          <a:bodyPr>
            <a:normAutofit/>
          </a:bodyPr>
          <a:lstStyle>
            <a:lvl1pPr>
              <a:defRPr sz="1400"/>
            </a:lvl1pPr>
          </a:lstStyle>
          <a:p>
            <a:endParaRPr lang="en-US" dirty="0"/>
          </a:p>
        </p:txBody>
      </p:sp>
      <p:grpSp>
        <p:nvGrpSpPr>
          <p:cNvPr id="9" name="Group 8"/>
          <p:cNvGrpSpPr/>
          <p:nvPr userDrawn="1"/>
        </p:nvGrpSpPr>
        <p:grpSpPr>
          <a:xfrm>
            <a:off x="11517842" y="273543"/>
            <a:ext cx="461915" cy="413370"/>
            <a:chOff x="23051965" y="547086"/>
            <a:chExt cx="923589" cy="826739"/>
          </a:xfrm>
        </p:grpSpPr>
        <p:sp>
          <p:nvSpPr>
            <p:cNvPr id="10" name="Rectangle 9"/>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2" name="Rectangle 11"/>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3" name="Rectangle 12"/>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4" name="TextBox 13"/>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5"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3"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4"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5" name="TextBox 24"/>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7805274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App Design 01">
    <p:spTree>
      <p:nvGrpSpPr>
        <p:cNvPr id="1" name=""/>
        <p:cNvGrpSpPr/>
        <p:nvPr/>
      </p:nvGrpSpPr>
      <p:grpSpPr>
        <a:xfrm>
          <a:off x="0" y="0"/>
          <a:ext cx="0" cy="0"/>
          <a:chOff x="0" y="0"/>
          <a:chExt cx="0" cy="0"/>
        </a:xfrm>
      </p:grpSpPr>
      <p:sp>
        <p:nvSpPr>
          <p:cNvPr id="23" name="Picture Placeholder 16"/>
          <p:cNvSpPr>
            <a:spLocks noGrp="1" noChangeAspect="1"/>
          </p:cNvSpPr>
          <p:nvPr userDrawn="1">
            <p:ph type="pic" sz="quarter" idx="13"/>
          </p:nvPr>
        </p:nvSpPr>
        <p:spPr>
          <a:xfrm>
            <a:off x="4303918" y="2557198"/>
            <a:ext cx="944871" cy="2572187"/>
          </a:xfrm>
        </p:spPr>
        <p:txBody>
          <a:bodyPr>
            <a:normAutofit/>
          </a:bodyPr>
          <a:lstStyle>
            <a:lvl1pPr marL="0" indent="0">
              <a:buNone/>
              <a:defRPr sz="700"/>
            </a:lvl1pPr>
          </a:lstStyle>
          <a:p>
            <a:endParaRPr lang="en-US" dirty="0"/>
          </a:p>
        </p:txBody>
      </p:sp>
      <p:sp>
        <p:nvSpPr>
          <p:cNvPr id="24" name="Picture Placeholder 16"/>
          <p:cNvSpPr>
            <a:spLocks noGrp="1" noChangeAspect="1"/>
          </p:cNvSpPr>
          <p:nvPr userDrawn="1">
            <p:ph type="pic" sz="quarter" idx="14"/>
          </p:nvPr>
        </p:nvSpPr>
        <p:spPr>
          <a:xfrm>
            <a:off x="1165167" y="2550141"/>
            <a:ext cx="896020" cy="2572188"/>
          </a:xfrm>
        </p:spPr>
        <p:txBody>
          <a:bodyPr>
            <a:normAutofit/>
          </a:bodyPr>
          <a:lstStyle>
            <a:lvl1pPr marL="0" indent="0">
              <a:buNone/>
              <a:defRPr sz="700"/>
            </a:lvl1pPr>
          </a:lstStyle>
          <a:p>
            <a:endParaRPr lang="en-US" dirty="0"/>
          </a:p>
        </p:txBody>
      </p:sp>
      <p:sp>
        <p:nvSpPr>
          <p:cNvPr id="25" name="Picture Placeholder 16"/>
          <p:cNvSpPr>
            <a:spLocks noGrp="1" noChangeAspect="1"/>
          </p:cNvSpPr>
          <p:nvPr>
            <p:ph type="pic" sz="quarter" idx="10"/>
          </p:nvPr>
        </p:nvSpPr>
        <p:spPr>
          <a:xfrm>
            <a:off x="2252868" y="2267919"/>
            <a:ext cx="1889744" cy="3369467"/>
          </a:xfrm>
        </p:spPr>
        <p:txBody>
          <a:bodyPr>
            <a:normAutofit/>
          </a:bodyPr>
          <a:lstStyle>
            <a:lvl1pPr marL="0" indent="0">
              <a:buNone/>
              <a:defRPr sz="700"/>
            </a:lvl1pPr>
          </a:lstStyle>
          <a:p>
            <a:endParaRPr lang="en-US" dirty="0"/>
          </a:p>
        </p:txBody>
      </p:sp>
      <p:grpSp>
        <p:nvGrpSpPr>
          <p:cNvPr id="8" name="Group 7"/>
          <p:cNvGrpSpPr/>
          <p:nvPr userDrawn="1"/>
        </p:nvGrpSpPr>
        <p:grpSpPr>
          <a:xfrm>
            <a:off x="11517842" y="273543"/>
            <a:ext cx="461915" cy="413370"/>
            <a:chOff x="23051965" y="547086"/>
            <a:chExt cx="923589" cy="826739"/>
          </a:xfrm>
        </p:grpSpPr>
        <p:sp>
          <p:nvSpPr>
            <p:cNvPr id="9" name="Rectangle 8"/>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2" name="TextBox 11"/>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4"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TextBox 17"/>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8677522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Mockup-dev2">
    <p:spTree>
      <p:nvGrpSpPr>
        <p:cNvPr id="1" name=""/>
        <p:cNvGrpSpPr/>
        <p:nvPr/>
      </p:nvGrpSpPr>
      <p:grpSpPr>
        <a:xfrm>
          <a:off x="0" y="0"/>
          <a:ext cx="0" cy="0"/>
          <a:chOff x="0" y="0"/>
          <a:chExt cx="0" cy="0"/>
        </a:xfrm>
      </p:grpSpPr>
      <p:sp>
        <p:nvSpPr>
          <p:cNvPr id="38" name="Picture Placeholder 16"/>
          <p:cNvSpPr>
            <a:spLocks noGrp="1" noChangeAspect="1"/>
          </p:cNvSpPr>
          <p:nvPr>
            <p:ph type="pic" sz="quarter" idx="13"/>
          </p:nvPr>
        </p:nvSpPr>
        <p:spPr>
          <a:xfrm>
            <a:off x="7036984" y="2394392"/>
            <a:ext cx="1006768" cy="2385050"/>
          </a:xfrm>
        </p:spPr>
        <p:txBody>
          <a:bodyPr>
            <a:normAutofit/>
          </a:bodyPr>
          <a:lstStyle>
            <a:lvl1pPr marL="0" indent="0">
              <a:buNone/>
              <a:defRPr sz="600"/>
            </a:lvl1pPr>
          </a:lstStyle>
          <a:p>
            <a:endParaRPr lang="en-US" dirty="0"/>
          </a:p>
        </p:txBody>
      </p:sp>
      <p:sp>
        <p:nvSpPr>
          <p:cNvPr id="39" name="Picture Placeholder 16"/>
          <p:cNvSpPr>
            <a:spLocks noGrp="1" noChangeAspect="1"/>
          </p:cNvSpPr>
          <p:nvPr>
            <p:ph type="pic" sz="quarter" idx="14"/>
          </p:nvPr>
        </p:nvSpPr>
        <p:spPr>
          <a:xfrm>
            <a:off x="4047873" y="2393726"/>
            <a:ext cx="920404" cy="2385050"/>
          </a:xfrm>
        </p:spPr>
        <p:txBody>
          <a:bodyPr>
            <a:normAutofit/>
          </a:bodyPr>
          <a:lstStyle>
            <a:lvl1pPr marL="0" indent="0">
              <a:buNone/>
              <a:defRPr sz="600"/>
            </a:lvl1pPr>
          </a:lstStyle>
          <a:p>
            <a:endParaRPr lang="en-US" dirty="0"/>
          </a:p>
        </p:txBody>
      </p:sp>
      <p:sp>
        <p:nvSpPr>
          <p:cNvPr id="25" name="Picture Placeholder 16"/>
          <p:cNvSpPr>
            <a:spLocks noGrp="1" noChangeAspect="1"/>
          </p:cNvSpPr>
          <p:nvPr>
            <p:ph type="pic" sz="quarter" idx="10"/>
          </p:nvPr>
        </p:nvSpPr>
        <p:spPr>
          <a:xfrm>
            <a:off x="5140484" y="2174790"/>
            <a:ext cx="1747046" cy="3114540"/>
          </a:xfrm>
        </p:spPr>
        <p:txBody>
          <a:bodyPr>
            <a:normAutofit/>
          </a:bodyPr>
          <a:lstStyle>
            <a:lvl1pPr marL="0" indent="0">
              <a:buNone/>
              <a:defRPr sz="600"/>
            </a:lvl1pPr>
          </a:lstStyle>
          <a:p>
            <a:endParaRPr lang="en-US" dirty="0"/>
          </a:p>
        </p:txBody>
      </p:sp>
      <p:grpSp>
        <p:nvGrpSpPr>
          <p:cNvPr id="8" name="Group 7"/>
          <p:cNvGrpSpPr/>
          <p:nvPr userDrawn="1"/>
        </p:nvGrpSpPr>
        <p:grpSpPr>
          <a:xfrm>
            <a:off x="11517842" y="273543"/>
            <a:ext cx="461915" cy="413370"/>
            <a:chOff x="23051965" y="547086"/>
            <a:chExt cx="923589" cy="826739"/>
          </a:xfrm>
        </p:grpSpPr>
        <p:sp>
          <p:nvSpPr>
            <p:cNvPr id="9" name="Rectangle 8"/>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2" name="TextBox 11"/>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4"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TextBox 19"/>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013206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Contact-Us">
    <p:spTree>
      <p:nvGrpSpPr>
        <p:cNvPr id="1" name=""/>
        <p:cNvGrpSpPr/>
        <p:nvPr/>
      </p:nvGrpSpPr>
      <p:grpSpPr>
        <a:xfrm>
          <a:off x="0" y="0"/>
          <a:ext cx="0" cy="0"/>
          <a:chOff x="0" y="0"/>
          <a:chExt cx="0" cy="0"/>
        </a:xfrm>
      </p:grpSpPr>
      <p:sp>
        <p:nvSpPr>
          <p:cNvPr id="15" name="Picture Placeholder 13"/>
          <p:cNvSpPr>
            <a:spLocks noGrp="1" noChangeAspect="1"/>
          </p:cNvSpPr>
          <p:nvPr>
            <p:ph type="pic" sz="quarter" idx="13"/>
          </p:nvPr>
        </p:nvSpPr>
        <p:spPr>
          <a:xfrm>
            <a:off x="-1" y="0"/>
            <a:ext cx="12192001" cy="6858000"/>
          </a:xfrm>
          <a:effectLst/>
        </p:spPr>
        <p:txBody>
          <a:bodyPr>
            <a:normAutofit/>
          </a:bodyPr>
          <a:lstStyle>
            <a:lvl1pPr marL="0" indent="0">
              <a:buNone/>
              <a:defRPr sz="21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21368894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6937540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1524000" y="1122363"/>
            <a:ext cx="9144000" cy="2387600"/>
          </a:xfrm>
        </p:spPr>
        <p:txBody>
          <a:bodyPr anchor="b">
            <a:normAutofit/>
          </a:bodyPr>
          <a:lstStyle>
            <a:lvl1pPr algn="ctr">
              <a:defRPr sz="6000"/>
            </a:lvl1pPr>
          </a:lstStyle>
          <a:p>
            <a:r>
              <a:rPr lang="en-US" dirty="0" smtClean="0"/>
              <a:t>CLICK TO EDIT MASTER TITLE STYLE</a:t>
            </a:r>
            <a:endParaRPr lang="en-AU" dirty="0"/>
          </a:p>
        </p:txBody>
      </p:sp>
      <p:sp>
        <p:nvSpPr>
          <p:cNvPr id="3" name="Subtitle 2"/>
          <p:cNvSpPr>
            <a:spLocks noGrp="1"/>
          </p:cNvSpPr>
          <p:nvPr>
            <p:ph type="subTitle" idx="1"/>
          </p:nvPr>
        </p:nvSpPr>
        <p:spPr>
          <a:xfrm>
            <a:off x="1524000" y="3602038"/>
            <a:ext cx="9144000" cy="1655762"/>
          </a:xfrm>
        </p:spPr>
        <p:txBody>
          <a:bodyPr>
            <a:normAutofit/>
          </a:bodyPr>
          <a:lstStyle>
            <a:lvl1pPr marL="0" indent="0" algn="ctr">
              <a:buNone/>
              <a:defRPr sz="20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smtClean="0"/>
              <a:t>Click to edit Master subtitle style</a:t>
            </a:r>
            <a:endParaRPr lang="en-AU" dirty="0"/>
          </a:p>
        </p:txBody>
      </p:sp>
      <p:sp>
        <p:nvSpPr>
          <p:cNvPr id="4" name="Date Placeholder 3"/>
          <p:cNvSpPr>
            <a:spLocks noGrp="1"/>
          </p:cNvSpPr>
          <p:nvPr>
            <p:ph type="dt" sz="half" idx="10"/>
          </p:nvPr>
        </p:nvSpPr>
        <p:spPr/>
        <p:txBody>
          <a:bodyPr/>
          <a:lstStyle/>
          <a:p>
            <a:fld id="{74E3640F-0B91-984C-8D85-FD051828478B}"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4665749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anim calcmode="lin" valueType="num">
                                      <p:cBhvr>
                                        <p:cTn id="12"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42"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anim calcmode="lin" valueType="num">
                      <p:cBhvr>
                        <p:cTn dur="500" fill="hold"/>
                        <p:tgtEl>
                          <p:spTgt spid="3"/>
                        </p:tgtEl>
                        <p:attrNameLst>
                          <p:attrName>ppt_x</p:attrName>
                        </p:attrNameLst>
                      </p:cBhvr>
                      <p:tavLst>
                        <p:tav tm="0">
                          <p:val>
                            <p:strVal val="#ppt_x"/>
                          </p:val>
                        </p:tav>
                        <p:tav tm="100000">
                          <p:val>
                            <p:strVal val="#ppt_x"/>
                          </p:val>
                        </p:tav>
                      </p:tavLst>
                    </p:anim>
                    <p:anim calcmode="lin" valueType="num">
                      <p:cBhvr>
                        <p:cTn dur="500" fill="hold"/>
                        <p:tgtEl>
                          <p:spTgt spid="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4" name="Date Placeholder 3"/>
          <p:cNvSpPr>
            <a:spLocks noGrp="1"/>
          </p:cNvSpPr>
          <p:nvPr>
            <p:ph type="dt" sz="half" idx="10"/>
          </p:nvPr>
        </p:nvSpPr>
        <p:spPr/>
        <p:txBody>
          <a:bodyPr/>
          <a:lstStyle/>
          <a:p>
            <a:fld id="{0D18200B-B7CA-9D40-8868-58E45343ACB3}"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5196109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BB888082-D531-234B-8D3F-31881CE6B475}"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28053623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4" name="Date Placeholder 3"/>
          <p:cNvSpPr>
            <a:spLocks noGrp="1"/>
          </p:cNvSpPr>
          <p:nvPr>
            <p:ph type="dt" sz="half" idx="10"/>
          </p:nvPr>
        </p:nvSpPr>
        <p:spPr/>
        <p:txBody>
          <a:bodyPr/>
          <a:lstStyle/>
          <a:p>
            <a:fld id="{71B318B0-2F27-C649-806E-44EDDDF8B282}"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7" name="Picture Placeholder 6"/>
          <p:cNvSpPr>
            <a:spLocks noGrp="1"/>
          </p:cNvSpPr>
          <p:nvPr>
            <p:ph type="pic" sz="quarter" idx="13"/>
          </p:nvPr>
        </p:nvSpPr>
        <p:spPr>
          <a:xfrm>
            <a:off x="0" y="1955800"/>
            <a:ext cx="12192000" cy="2254250"/>
          </a:xfrm>
          <a:solidFill>
            <a:schemeClr val="bg1">
              <a:lumMod val="95000"/>
            </a:schemeClr>
          </a:solidFill>
        </p:spPr>
        <p:txBody>
          <a:bodyPr/>
          <a:lstStyle/>
          <a:p>
            <a:endParaRPr lang="en-AU"/>
          </a:p>
        </p:txBody>
      </p:sp>
      <p:cxnSp>
        <p:nvCxnSpPr>
          <p:cNvPr id="9" name="Straight Connector 8"/>
          <p:cNvCxnSpPr/>
          <p:nvPr userDrawn="1"/>
        </p:nvCxnSpPr>
        <p:spPr>
          <a:xfrm>
            <a:off x="4229100" y="1174464"/>
            <a:ext cx="39243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 Placeholder 10"/>
          <p:cNvSpPr>
            <a:spLocks noGrp="1"/>
          </p:cNvSpPr>
          <p:nvPr>
            <p:ph type="body" sz="quarter" idx="14" hasCustomPrompt="1"/>
          </p:nvPr>
        </p:nvSpPr>
        <p:spPr>
          <a:xfrm>
            <a:off x="1903412" y="4484915"/>
            <a:ext cx="8385175" cy="348343"/>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2" name="Text Placeholder 10"/>
          <p:cNvSpPr>
            <a:spLocks noGrp="1"/>
          </p:cNvSpPr>
          <p:nvPr>
            <p:ph type="body" sz="quarter" idx="15" hasCustomPrompt="1"/>
          </p:nvPr>
        </p:nvSpPr>
        <p:spPr>
          <a:xfrm>
            <a:off x="1903412" y="4898121"/>
            <a:ext cx="8385175" cy="820511"/>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12835767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500" fill="hold"/>
                                        <p:tgtEl>
                                          <p:spTgt spid="7"/>
                                        </p:tgtEl>
                                        <p:attrNameLst>
                                          <p:attrName>ppt_w</p:attrName>
                                        </p:attrNameLst>
                                      </p:cBhvr>
                                      <p:tavLst>
                                        <p:tav tm="0">
                                          <p:val>
                                            <p:fltVal val="0"/>
                                          </p:val>
                                        </p:tav>
                                        <p:tav tm="100000">
                                          <p:val>
                                            <p:strVal val="#ppt_w"/>
                                          </p:val>
                                        </p:tav>
                                      </p:tavLst>
                                    </p:anim>
                                    <p:anim calcmode="lin" valueType="num">
                                      <p:cBhvr>
                                        <p:cTn id="16" dur="500" fill="hold"/>
                                        <p:tgtEl>
                                          <p:spTgt spid="7"/>
                                        </p:tgtEl>
                                        <p:attrNameLst>
                                          <p:attrName>ppt_h</p:attrName>
                                        </p:attrNameLst>
                                      </p:cBhvr>
                                      <p:tavLst>
                                        <p:tav tm="0">
                                          <p:val>
                                            <p:fltVal val="0"/>
                                          </p:val>
                                        </p:tav>
                                        <p:tav tm="100000">
                                          <p:val>
                                            <p:strVal val="#ppt_h"/>
                                          </p:val>
                                        </p:tav>
                                      </p:tavLst>
                                    </p:anim>
                                    <p:animEffect transition="in" filter="fade">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1">
                                            <p:txEl>
                                              <p:pRg st="0" end="0"/>
                                            </p:txEl>
                                          </p:spTgt>
                                        </p:tgtEl>
                                        <p:attrNameLst>
                                          <p:attrName>style.visibility</p:attrName>
                                        </p:attrNameLst>
                                      </p:cBhvr>
                                      <p:to>
                                        <p:strVal val="visible"/>
                                      </p:to>
                                    </p:set>
                                    <p:animEffect transition="in" filter="fade">
                                      <p:cBhvr>
                                        <p:cTn id="21" dur="500"/>
                                        <p:tgtEl>
                                          <p:spTgt spid="11">
                                            <p:txEl>
                                              <p:pRg st="0" end="0"/>
                                            </p:txEl>
                                          </p:spTgt>
                                        </p:tgtEl>
                                      </p:cBhvr>
                                    </p:animEffect>
                                  </p:childTnLst>
                                </p:cTn>
                              </p:par>
                              <p:par>
                                <p:cTn id="22" presetID="42" presetClass="entr" presetSubtype="0" fill="hold" grpId="0" nodeType="withEffect">
                                  <p:stCondLst>
                                    <p:cond delay="0"/>
                                  </p:stCondLst>
                                  <p:childTnLst>
                                    <p:set>
                                      <p:cBhvr>
                                        <p:cTn id="23" dur="1" fill="hold">
                                          <p:stCondLst>
                                            <p:cond delay="0"/>
                                          </p:stCondLst>
                                        </p:cTn>
                                        <p:tgtEl>
                                          <p:spTgt spid="12">
                                            <p:txEl>
                                              <p:pRg st="0" end="0"/>
                                            </p:txEl>
                                          </p:spTgt>
                                        </p:tgtEl>
                                        <p:attrNameLst>
                                          <p:attrName>style.visibility</p:attrName>
                                        </p:attrNameLst>
                                      </p:cBhvr>
                                      <p:to>
                                        <p:strVal val="visible"/>
                                      </p:to>
                                    </p:set>
                                    <p:animEffect transition="in" filter="fade">
                                      <p:cBhvr>
                                        <p:cTn id="24" dur="500"/>
                                        <p:tgtEl>
                                          <p:spTgt spid="12">
                                            <p:txEl>
                                              <p:pRg st="0" end="0"/>
                                            </p:txEl>
                                          </p:spTgt>
                                        </p:tgtEl>
                                      </p:cBhvr>
                                    </p:animEffect>
                                    <p:anim calcmode="lin" valueType="num">
                                      <p:cBhvr>
                                        <p:cTn id="25"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p:cTn id="26" dur="500" fill="hold"/>
                                        <p:tgtEl>
                                          <p:spTgt spid="12">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animBg="1"/>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P spid="12" grpId="0" build="p">
        <p:tmplLst>
          <p:tmpl lvl="1">
            <p:tnLst>
              <p:par>
                <p:cTn presetID="42" presetClass="entr" presetSubtype="0" fill="hold" nodeType="with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anim calcmode="lin" valueType="num">
                      <p:cBhvr>
                        <p:cTn dur="500" fill="hold"/>
                        <p:tgtEl>
                          <p:spTgt spid="12"/>
                        </p:tgtEl>
                        <p:attrNameLst>
                          <p:attrName>ppt_x</p:attrName>
                        </p:attrNameLst>
                      </p:cBhvr>
                      <p:tavLst>
                        <p:tav tm="0">
                          <p:val>
                            <p:strVal val="#ppt_x"/>
                          </p:val>
                        </p:tav>
                        <p:tav tm="100000">
                          <p:val>
                            <p:strVal val="#ppt_x"/>
                          </p:val>
                        </p:tav>
                      </p:tavLst>
                    </p:anim>
                    <p:anim calcmode="lin" valueType="num">
                      <p:cBhvr>
                        <p:cTn dur="500" fill="hold"/>
                        <p:tgtEl>
                          <p:spTgt spid="12"/>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8C6303D2-7DE7-484A-AC18-585DBBFE5D5A}"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Picture Placeholder 6"/>
          <p:cNvSpPr>
            <a:spLocks noGrp="1"/>
          </p:cNvSpPr>
          <p:nvPr>
            <p:ph type="pic" sz="quarter" idx="13"/>
          </p:nvPr>
        </p:nvSpPr>
        <p:spPr>
          <a:xfrm>
            <a:off x="0" y="1921790"/>
            <a:ext cx="5430982" cy="3022169"/>
          </a:xfrm>
          <a:solidFill>
            <a:schemeClr val="bg1">
              <a:lumMod val="95000"/>
            </a:schemeClr>
          </a:solidFill>
        </p:spPr>
        <p:txBody>
          <a:bodyPr/>
          <a:lstStyle/>
          <a:p>
            <a:endParaRPr lang="en-AU"/>
          </a:p>
        </p:txBody>
      </p:sp>
    </p:spTree>
    <p:extLst>
      <p:ext uri="{BB962C8B-B14F-4D97-AF65-F5344CB8AC3E}">
        <p14:creationId xmlns:p14="http://schemas.microsoft.com/office/powerpoint/2010/main" val="13346221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Lst>
  </p:timing>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3ED6C87E-8906-244E-B211-BFBD0AF1818E}"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1" name="Picture Placeholder 10"/>
          <p:cNvSpPr>
            <a:spLocks noGrp="1"/>
          </p:cNvSpPr>
          <p:nvPr>
            <p:ph type="pic" sz="quarter" idx="13"/>
          </p:nvPr>
        </p:nvSpPr>
        <p:spPr>
          <a:xfrm>
            <a:off x="1168938" y="2661653"/>
            <a:ext cx="2375187" cy="2375187"/>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1"/>
            </a:solidFill>
          </a:ln>
        </p:spPr>
        <p:txBody>
          <a:bodyPr wrap="square">
            <a:noAutofit/>
          </a:bodyPr>
          <a:lstStyle/>
          <a:p>
            <a:endParaRPr lang="en-AU"/>
          </a:p>
        </p:txBody>
      </p:sp>
      <p:sp>
        <p:nvSpPr>
          <p:cNvPr id="12" name="Text Placeholder 10"/>
          <p:cNvSpPr>
            <a:spLocks noGrp="1"/>
          </p:cNvSpPr>
          <p:nvPr>
            <p:ph type="body" sz="quarter" idx="14" hasCustomPrompt="1"/>
          </p:nvPr>
        </p:nvSpPr>
        <p:spPr>
          <a:xfrm>
            <a:off x="1288937" y="5131261"/>
            <a:ext cx="2135188" cy="348342"/>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14" name="Straight Connector 13"/>
          <p:cNvCxnSpPr/>
          <p:nvPr userDrawn="1"/>
        </p:nvCxnSpPr>
        <p:spPr>
          <a:xfrm flipV="1">
            <a:off x="3568571" y="3849248"/>
            <a:ext cx="1114555"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a:off x="4673600" y="2320185"/>
            <a:ext cx="0" cy="306461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7" name="Picture Placeholder 16"/>
          <p:cNvSpPr>
            <a:spLocks noGrp="1"/>
          </p:cNvSpPr>
          <p:nvPr>
            <p:ph type="pic" sz="quarter" idx="15"/>
          </p:nvPr>
        </p:nvSpPr>
        <p:spPr>
          <a:xfrm>
            <a:off x="5765800" y="1813721"/>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2"/>
            </a:solidFill>
          </a:ln>
        </p:spPr>
        <p:txBody>
          <a:bodyPr wrap="square">
            <a:noAutofit/>
          </a:bodyPr>
          <a:lstStyle/>
          <a:p>
            <a:endParaRPr lang="en-AU"/>
          </a:p>
        </p:txBody>
      </p:sp>
      <p:cxnSp>
        <p:nvCxnSpPr>
          <p:cNvPr id="18" name="Straight Connector 17"/>
          <p:cNvCxnSpPr/>
          <p:nvPr userDrawn="1"/>
        </p:nvCxnSpPr>
        <p:spPr>
          <a:xfrm flipV="1">
            <a:off x="4673600" y="2320185"/>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a:off x="4677317" y="3847005"/>
            <a:ext cx="1103817"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0" name="Text Placeholder 10"/>
          <p:cNvSpPr>
            <a:spLocks noGrp="1"/>
          </p:cNvSpPr>
          <p:nvPr>
            <p:ph type="body" sz="quarter" idx="16" hasCustomPrompt="1"/>
          </p:nvPr>
        </p:nvSpPr>
        <p:spPr>
          <a:xfrm>
            <a:off x="5321619" y="2953845"/>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21" name="Straight Connector 20"/>
          <p:cNvCxnSpPr/>
          <p:nvPr userDrawn="1"/>
        </p:nvCxnSpPr>
        <p:spPr>
          <a:xfrm flipV="1">
            <a:off x="4673600" y="5378587"/>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7" name="Picture Placeholder 26"/>
          <p:cNvSpPr>
            <a:spLocks noGrp="1"/>
          </p:cNvSpPr>
          <p:nvPr>
            <p:ph type="pic" sz="quarter" idx="17"/>
          </p:nvPr>
        </p:nvSpPr>
        <p:spPr>
          <a:xfrm>
            <a:off x="5765800" y="4835149"/>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4"/>
            </a:solidFill>
          </a:ln>
        </p:spPr>
        <p:txBody>
          <a:bodyPr wrap="square">
            <a:noAutofit/>
          </a:bodyPr>
          <a:lstStyle/>
          <a:p>
            <a:endParaRPr lang="en-AU"/>
          </a:p>
        </p:txBody>
      </p:sp>
      <p:sp>
        <p:nvSpPr>
          <p:cNvPr id="28" name="Text Placeholder 10"/>
          <p:cNvSpPr>
            <a:spLocks noGrp="1"/>
          </p:cNvSpPr>
          <p:nvPr>
            <p:ph type="body" sz="quarter" idx="18" hasCustomPrompt="1"/>
          </p:nvPr>
        </p:nvSpPr>
        <p:spPr>
          <a:xfrm>
            <a:off x="5321619" y="5927648"/>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9" name="Picture Placeholder 28"/>
          <p:cNvSpPr>
            <a:spLocks noGrp="1"/>
          </p:cNvSpPr>
          <p:nvPr>
            <p:ph type="pic" sz="quarter" idx="19"/>
          </p:nvPr>
        </p:nvSpPr>
        <p:spPr>
          <a:xfrm>
            <a:off x="5765800" y="3347071"/>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3"/>
            </a:solidFill>
          </a:ln>
        </p:spPr>
        <p:txBody>
          <a:bodyPr wrap="square">
            <a:noAutofit/>
          </a:bodyPr>
          <a:lstStyle/>
          <a:p>
            <a:endParaRPr lang="en-AU"/>
          </a:p>
        </p:txBody>
      </p:sp>
      <p:sp>
        <p:nvSpPr>
          <p:cNvPr id="30" name="Text Placeholder 10"/>
          <p:cNvSpPr>
            <a:spLocks noGrp="1"/>
          </p:cNvSpPr>
          <p:nvPr>
            <p:ph type="body" sz="quarter" idx="20" hasCustomPrompt="1"/>
          </p:nvPr>
        </p:nvSpPr>
        <p:spPr>
          <a:xfrm>
            <a:off x="5321619" y="4487195"/>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32" name="Straight Connector 31"/>
          <p:cNvCxnSpPr/>
          <p:nvPr userDrawn="1"/>
        </p:nvCxnSpPr>
        <p:spPr>
          <a:xfrm flipV="1">
            <a:off x="6781069" y="3845235"/>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7873269" y="2328206"/>
            <a:ext cx="0" cy="306461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flipV="1">
            <a:off x="7884885" y="2335078"/>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5" name="Picture Placeholder 34"/>
          <p:cNvSpPr>
            <a:spLocks noGrp="1"/>
          </p:cNvSpPr>
          <p:nvPr>
            <p:ph type="pic" sz="quarter" idx="21"/>
          </p:nvPr>
        </p:nvSpPr>
        <p:spPr>
          <a:xfrm>
            <a:off x="8988700" y="1830416"/>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5"/>
            </a:solidFill>
          </a:ln>
        </p:spPr>
        <p:txBody>
          <a:bodyPr wrap="square">
            <a:noAutofit/>
          </a:bodyPr>
          <a:lstStyle/>
          <a:p>
            <a:endParaRPr lang="en-AU"/>
          </a:p>
        </p:txBody>
      </p:sp>
      <p:sp>
        <p:nvSpPr>
          <p:cNvPr id="36" name="Text Placeholder 10"/>
          <p:cNvSpPr>
            <a:spLocks noGrp="1"/>
          </p:cNvSpPr>
          <p:nvPr>
            <p:ph type="body" sz="quarter" idx="22" hasCustomPrompt="1"/>
          </p:nvPr>
        </p:nvSpPr>
        <p:spPr>
          <a:xfrm>
            <a:off x="8521287" y="2953845"/>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37" name="Straight Connector 36"/>
          <p:cNvCxnSpPr/>
          <p:nvPr userDrawn="1"/>
        </p:nvCxnSpPr>
        <p:spPr>
          <a:xfrm flipV="1">
            <a:off x="7840612" y="3845234"/>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Picture Placeholder 37"/>
          <p:cNvSpPr>
            <a:spLocks noGrp="1"/>
          </p:cNvSpPr>
          <p:nvPr>
            <p:ph type="pic" sz="quarter" idx="23"/>
          </p:nvPr>
        </p:nvSpPr>
        <p:spPr>
          <a:xfrm>
            <a:off x="8986509" y="3331791"/>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6"/>
            </a:solidFill>
          </a:ln>
        </p:spPr>
        <p:txBody>
          <a:bodyPr wrap="square">
            <a:noAutofit/>
          </a:bodyPr>
          <a:lstStyle/>
          <a:p>
            <a:endParaRPr lang="en-AU"/>
          </a:p>
        </p:txBody>
      </p:sp>
      <p:sp>
        <p:nvSpPr>
          <p:cNvPr id="39" name="Text Placeholder 10"/>
          <p:cNvSpPr>
            <a:spLocks noGrp="1"/>
          </p:cNvSpPr>
          <p:nvPr>
            <p:ph type="body" sz="quarter" idx="24" hasCustomPrompt="1"/>
          </p:nvPr>
        </p:nvSpPr>
        <p:spPr>
          <a:xfrm>
            <a:off x="8519096" y="4436170"/>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40" name="Picture Placeholder 39"/>
          <p:cNvSpPr>
            <a:spLocks noGrp="1"/>
          </p:cNvSpPr>
          <p:nvPr>
            <p:ph type="pic" sz="quarter" idx="25"/>
          </p:nvPr>
        </p:nvSpPr>
        <p:spPr>
          <a:xfrm>
            <a:off x="8986509" y="4865144"/>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tx2"/>
            </a:solidFill>
          </a:ln>
        </p:spPr>
        <p:txBody>
          <a:bodyPr wrap="square">
            <a:noAutofit/>
          </a:bodyPr>
          <a:lstStyle/>
          <a:p>
            <a:endParaRPr lang="en-AU"/>
          </a:p>
        </p:txBody>
      </p:sp>
      <p:sp>
        <p:nvSpPr>
          <p:cNvPr id="41" name="Text Placeholder 10"/>
          <p:cNvSpPr>
            <a:spLocks noGrp="1"/>
          </p:cNvSpPr>
          <p:nvPr>
            <p:ph type="body" sz="quarter" idx="26" hasCustomPrompt="1"/>
          </p:nvPr>
        </p:nvSpPr>
        <p:spPr>
          <a:xfrm>
            <a:off x="8519096" y="5969523"/>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42" name="Straight Connector 41"/>
          <p:cNvCxnSpPr/>
          <p:nvPr userDrawn="1"/>
        </p:nvCxnSpPr>
        <p:spPr>
          <a:xfrm flipV="1">
            <a:off x="7863744" y="5381212"/>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88848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p:cTn id="15" dur="500" fill="hold"/>
                                        <p:tgtEl>
                                          <p:spTgt spid="11"/>
                                        </p:tgtEl>
                                        <p:attrNameLst>
                                          <p:attrName>ppt_w</p:attrName>
                                        </p:attrNameLst>
                                      </p:cBhvr>
                                      <p:tavLst>
                                        <p:tav tm="0">
                                          <p:val>
                                            <p:fltVal val="0"/>
                                          </p:val>
                                        </p:tav>
                                        <p:tav tm="100000">
                                          <p:val>
                                            <p:strVal val="#ppt_w"/>
                                          </p:val>
                                        </p:tav>
                                      </p:tavLst>
                                    </p:anim>
                                    <p:anim calcmode="lin" valueType="num">
                                      <p:cBhvr>
                                        <p:cTn id="16" dur="500" fill="hold"/>
                                        <p:tgtEl>
                                          <p:spTgt spid="11"/>
                                        </p:tgtEl>
                                        <p:attrNameLst>
                                          <p:attrName>ppt_h</p:attrName>
                                        </p:attrNameLst>
                                      </p:cBhvr>
                                      <p:tavLst>
                                        <p:tav tm="0">
                                          <p:val>
                                            <p:fltVal val="0"/>
                                          </p:val>
                                        </p:tav>
                                        <p:tav tm="100000">
                                          <p:val>
                                            <p:strVal val="#ppt_h"/>
                                          </p:val>
                                        </p:tav>
                                      </p:tavLst>
                                    </p:anim>
                                    <p:animEffect transition="in" filter="fade">
                                      <p:cBhvr>
                                        <p:cTn id="17" dur="500"/>
                                        <p:tgtEl>
                                          <p:spTgt spid="11"/>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2">
                                            <p:txEl>
                                              <p:pRg st="0" end="0"/>
                                            </p:txEl>
                                          </p:spTgt>
                                        </p:tgtEl>
                                        <p:attrNameLst>
                                          <p:attrName>style.visibility</p:attrName>
                                        </p:attrNameLst>
                                      </p:cBhvr>
                                      <p:to>
                                        <p:strVal val="visible"/>
                                      </p:to>
                                    </p:set>
                                    <p:animEffect transition="in" filter="fade">
                                      <p:cBhvr>
                                        <p:cTn id="21" dur="500"/>
                                        <p:tgtEl>
                                          <p:spTgt spid="12">
                                            <p:txEl>
                                              <p:pRg st="0" end="0"/>
                                            </p:txEl>
                                          </p:spTgt>
                                        </p:tgtEl>
                                      </p:cBhvr>
                                    </p:animEffect>
                                  </p:childTnLst>
                                </p:cTn>
                              </p:par>
                            </p:childTnLst>
                          </p:cTn>
                        </p:par>
                        <p:par>
                          <p:cTn id="22" fill="hold">
                            <p:stCondLst>
                              <p:cond delay="2000"/>
                            </p:stCondLst>
                            <p:childTnLst>
                              <p:par>
                                <p:cTn id="23" presetID="22" presetClass="entr" presetSubtype="8" fill="hold" nodeType="after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ipe(left)">
                                      <p:cBhvr>
                                        <p:cTn id="25" dur="500"/>
                                        <p:tgtEl>
                                          <p:spTgt spid="14"/>
                                        </p:tgtEl>
                                      </p:cBhvr>
                                    </p:animEffect>
                                  </p:childTnLst>
                                </p:cTn>
                              </p:par>
                            </p:childTnLst>
                          </p:cTn>
                        </p:par>
                        <p:par>
                          <p:cTn id="26" fill="hold">
                            <p:stCondLst>
                              <p:cond delay="2500"/>
                            </p:stCondLst>
                            <p:childTnLst>
                              <p:par>
                                <p:cTn id="27" presetID="22" presetClass="entr" presetSubtype="4" fill="hold" nodeType="after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wipe(down)">
                                      <p:cBhvr>
                                        <p:cTn id="29" dur="500"/>
                                        <p:tgtEl>
                                          <p:spTgt spid="16"/>
                                        </p:tgtEl>
                                      </p:cBhvr>
                                    </p:animEffect>
                                  </p:childTnLst>
                                </p:cTn>
                              </p:par>
                            </p:childTnLst>
                          </p:cTn>
                        </p:par>
                        <p:par>
                          <p:cTn id="30" fill="hold">
                            <p:stCondLst>
                              <p:cond delay="3000"/>
                            </p:stCondLst>
                            <p:childTnLst>
                              <p:par>
                                <p:cTn id="31" presetID="22" presetClass="entr" presetSubtype="8" fill="hold" nodeType="after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wipe(left)">
                                      <p:cBhvr>
                                        <p:cTn id="33" dur="500"/>
                                        <p:tgtEl>
                                          <p:spTgt spid="18"/>
                                        </p:tgtEl>
                                      </p:cBhvr>
                                    </p:animEffect>
                                  </p:childTnLst>
                                </p:cTn>
                              </p:par>
                              <p:par>
                                <p:cTn id="34" presetID="22" presetClass="entr" presetSubtype="8" fill="hold" nodeType="with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wipe(left)">
                                      <p:cBhvr>
                                        <p:cTn id="36" dur="500"/>
                                        <p:tgtEl>
                                          <p:spTgt spid="19"/>
                                        </p:tgtEl>
                                      </p:cBhvr>
                                    </p:animEffect>
                                  </p:childTnLst>
                                </p:cTn>
                              </p:par>
                              <p:par>
                                <p:cTn id="37" presetID="22" presetClass="entr" presetSubtype="8" fill="hold" nodeType="with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wipe(left)">
                                      <p:cBhvr>
                                        <p:cTn id="39" dur="500"/>
                                        <p:tgtEl>
                                          <p:spTgt spid="21"/>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500" fill="hold"/>
                                        <p:tgtEl>
                                          <p:spTgt spid="17"/>
                                        </p:tgtEl>
                                        <p:attrNameLst>
                                          <p:attrName>ppt_w</p:attrName>
                                        </p:attrNameLst>
                                      </p:cBhvr>
                                      <p:tavLst>
                                        <p:tav tm="0">
                                          <p:val>
                                            <p:fltVal val="0"/>
                                          </p:val>
                                        </p:tav>
                                        <p:tav tm="100000">
                                          <p:val>
                                            <p:strVal val="#ppt_w"/>
                                          </p:val>
                                        </p:tav>
                                      </p:tavLst>
                                    </p:anim>
                                    <p:anim calcmode="lin" valueType="num">
                                      <p:cBhvr>
                                        <p:cTn id="44" dur="500" fill="hold"/>
                                        <p:tgtEl>
                                          <p:spTgt spid="17"/>
                                        </p:tgtEl>
                                        <p:attrNameLst>
                                          <p:attrName>ppt_h</p:attrName>
                                        </p:attrNameLst>
                                      </p:cBhvr>
                                      <p:tavLst>
                                        <p:tav tm="0">
                                          <p:val>
                                            <p:fltVal val="0"/>
                                          </p:val>
                                        </p:tav>
                                        <p:tav tm="100000">
                                          <p:val>
                                            <p:strVal val="#ppt_h"/>
                                          </p:val>
                                        </p:tav>
                                      </p:tavLst>
                                    </p:anim>
                                    <p:animEffect transition="in" filter="fade">
                                      <p:cBhvr>
                                        <p:cTn id="45" dur="500"/>
                                        <p:tgtEl>
                                          <p:spTgt spid="17"/>
                                        </p:tgtEl>
                                      </p:cBhvr>
                                    </p:animEffect>
                                  </p:childTnLst>
                                </p:cTn>
                              </p:par>
                            </p:childTnLst>
                          </p:cTn>
                        </p:par>
                        <p:par>
                          <p:cTn id="46" fill="hold">
                            <p:stCondLst>
                              <p:cond delay="4000"/>
                            </p:stCondLst>
                            <p:childTnLst>
                              <p:par>
                                <p:cTn id="47" presetID="10" presetClass="entr" presetSubtype="0" fill="hold" grpId="0" nodeType="afterEffect">
                                  <p:stCondLst>
                                    <p:cond delay="0"/>
                                  </p:stCondLst>
                                  <p:childTnLst>
                                    <p:set>
                                      <p:cBhvr>
                                        <p:cTn id="48" dur="1" fill="hold">
                                          <p:stCondLst>
                                            <p:cond delay="0"/>
                                          </p:stCondLst>
                                        </p:cTn>
                                        <p:tgtEl>
                                          <p:spTgt spid="20">
                                            <p:txEl>
                                              <p:pRg st="0" end="0"/>
                                            </p:txEl>
                                          </p:spTgt>
                                        </p:tgtEl>
                                        <p:attrNameLst>
                                          <p:attrName>style.visibility</p:attrName>
                                        </p:attrNameLst>
                                      </p:cBhvr>
                                      <p:to>
                                        <p:strVal val="visible"/>
                                      </p:to>
                                    </p:set>
                                    <p:animEffect transition="in" filter="fade">
                                      <p:cBhvr>
                                        <p:cTn id="49" dur="500"/>
                                        <p:tgtEl>
                                          <p:spTgt spid="20">
                                            <p:txEl>
                                              <p:pRg st="0" end="0"/>
                                            </p:txEl>
                                          </p:spTgt>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29"/>
                                        </p:tgtEl>
                                        <p:attrNameLst>
                                          <p:attrName>style.visibility</p:attrName>
                                        </p:attrNameLst>
                                      </p:cBhvr>
                                      <p:to>
                                        <p:strVal val="visible"/>
                                      </p:to>
                                    </p:set>
                                    <p:anim calcmode="lin" valueType="num">
                                      <p:cBhvr>
                                        <p:cTn id="52" dur="500" fill="hold"/>
                                        <p:tgtEl>
                                          <p:spTgt spid="29"/>
                                        </p:tgtEl>
                                        <p:attrNameLst>
                                          <p:attrName>ppt_w</p:attrName>
                                        </p:attrNameLst>
                                      </p:cBhvr>
                                      <p:tavLst>
                                        <p:tav tm="0">
                                          <p:val>
                                            <p:fltVal val="0"/>
                                          </p:val>
                                        </p:tav>
                                        <p:tav tm="100000">
                                          <p:val>
                                            <p:strVal val="#ppt_w"/>
                                          </p:val>
                                        </p:tav>
                                      </p:tavLst>
                                    </p:anim>
                                    <p:anim calcmode="lin" valueType="num">
                                      <p:cBhvr>
                                        <p:cTn id="53" dur="500" fill="hold"/>
                                        <p:tgtEl>
                                          <p:spTgt spid="29"/>
                                        </p:tgtEl>
                                        <p:attrNameLst>
                                          <p:attrName>ppt_h</p:attrName>
                                        </p:attrNameLst>
                                      </p:cBhvr>
                                      <p:tavLst>
                                        <p:tav tm="0">
                                          <p:val>
                                            <p:fltVal val="0"/>
                                          </p:val>
                                        </p:tav>
                                        <p:tav tm="100000">
                                          <p:val>
                                            <p:strVal val="#ppt_h"/>
                                          </p:val>
                                        </p:tav>
                                      </p:tavLst>
                                    </p:anim>
                                    <p:animEffect transition="in" filter="fade">
                                      <p:cBhvr>
                                        <p:cTn id="54" dur="500"/>
                                        <p:tgtEl>
                                          <p:spTgt spid="29"/>
                                        </p:tgtEl>
                                      </p:cBhvr>
                                    </p:animEffect>
                                  </p:childTnLst>
                                </p:cTn>
                              </p:par>
                            </p:childTnLst>
                          </p:cTn>
                        </p:par>
                        <p:par>
                          <p:cTn id="55" fill="hold">
                            <p:stCondLst>
                              <p:cond delay="4500"/>
                            </p:stCondLst>
                            <p:childTnLst>
                              <p:par>
                                <p:cTn id="56" presetID="10" presetClass="entr" presetSubtype="0" fill="hold" grpId="0" nodeType="afterEffect">
                                  <p:stCondLst>
                                    <p:cond delay="0"/>
                                  </p:stCondLst>
                                  <p:childTnLst>
                                    <p:set>
                                      <p:cBhvr>
                                        <p:cTn id="57" dur="1" fill="hold">
                                          <p:stCondLst>
                                            <p:cond delay="0"/>
                                          </p:stCondLst>
                                        </p:cTn>
                                        <p:tgtEl>
                                          <p:spTgt spid="30">
                                            <p:txEl>
                                              <p:pRg st="0" end="0"/>
                                            </p:txEl>
                                          </p:spTgt>
                                        </p:tgtEl>
                                        <p:attrNameLst>
                                          <p:attrName>style.visibility</p:attrName>
                                        </p:attrNameLst>
                                      </p:cBhvr>
                                      <p:to>
                                        <p:strVal val="visible"/>
                                      </p:to>
                                    </p:set>
                                    <p:animEffect transition="in" filter="fade">
                                      <p:cBhvr>
                                        <p:cTn id="58" dur="500"/>
                                        <p:tgtEl>
                                          <p:spTgt spid="30">
                                            <p:txEl>
                                              <p:pRg st="0" end="0"/>
                                            </p:txEl>
                                          </p:spTgt>
                                        </p:tgtEl>
                                      </p:cBhvr>
                                    </p:animEffect>
                                  </p:childTnLst>
                                </p:cTn>
                              </p:par>
                              <p:par>
                                <p:cTn id="59" presetID="53" presetClass="entr" presetSubtype="16" fill="hold" grpId="0" nodeType="withEffect">
                                  <p:stCondLst>
                                    <p:cond delay="0"/>
                                  </p:stCondLst>
                                  <p:childTnLst>
                                    <p:set>
                                      <p:cBhvr>
                                        <p:cTn id="60" dur="1" fill="hold">
                                          <p:stCondLst>
                                            <p:cond delay="0"/>
                                          </p:stCondLst>
                                        </p:cTn>
                                        <p:tgtEl>
                                          <p:spTgt spid="27"/>
                                        </p:tgtEl>
                                        <p:attrNameLst>
                                          <p:attrName>style.visibility</p:attrName>
                                        </p:attrNameLst>
                                      </p:cBhvr>
                                      <p:to>
                                        <p:strVal val="visible"/>
                                      </p:to>
                                    </p:set>
                                    <p:anim calcmode="lin" valueType="num">
                                      <p:cBhvr>
                                        <p:cTn id="61" dur="500" fill="hold"/>
                                        <p:tgtEl>
                                          <p:spTgt spid="27"/>
                                        </p:tgtEl>
                                        <p:attrNameLst>
                                          <p:attrName>ppt_w</p:attrName>
                                        </p:attrNameLst>
                                      </p:cBhvr>
                                      <p:tavLst>
                                        <p:tav tm="0">
                                          <p:val>
                                            <p:fltVal val="0"/>
                                          </p:val>
                                        </p:tav>
                                        <p:tav tm="100000">
                                          <p:val>
                                            <p:strVal val="#ppt_w"/>
                                          </p:val>
                                        </p:tav>
                                      </p:tavLst>
                                    </p:anim>
                                    <p:anim calcmode="lin" valueType="num">
                                      <p:cBhvr>
                                        <p:cTn id="62" dur="500" fill="hold"/>
                                        <p:tgtEl>
                                          <p:spTgt spid="27"/>
                                        </p:tgtEl>
                                        <p:attrNameLst>
                                          <p:attrName>ppt_h</p:attrName>
                                        </p:attrNameLst>
                                      </p:cBhvr>
                                      <p:tavLst>
                                        <p:tav tm="0">
                                          <p:val>
                                            <p:fltVal val="0"/>
                                          </p:val>
                                        </p:tav>
                                        <p:tav tm="100000">
                                          <p:val>
                                            <p:strVal val="#ppt_h"/>
                                          </p:val>
                                        </p:tav>
                                      </p:tavLst>
                                    </p:anim>
                                    <p:animEffect transition="in" filter="fade">
                                      <p:cBhvr>
                                        <p:cTn id="63" dur="500"/>
                                        <p:tgtEl>
                                          <p:spTgt spid="27"/>
                                        </p:tgtEl>
                                      </p:cBhvr>
                                    </p:animEffect>
                                  </p:childTnLst>
                                </p:cTn>
                              </p:par>
                            </p:childTnLst>
                          </p:cTn>
                        </p:par>
                        <p:par>
                          <p:cTn id="64" fill="hold">
                            <p:stCondLst>
                              <p:cond delay="5000"/>
                            </p:stCondLst>
                            <p:childTnLst>
                              <p:par>
                                <p:cTn id="65" presetID="10" presetClass="entr" presetSubtype="0" fill="hold" grpId="0" nodeType="afterEffect">
                                  <p:stCondLst>
                                    <p:cond delay="0"/>
                                  </p:stCondLst>
                                  <p:childTnLst>
                                    <p:set>
                                      <p:cBhvr>
                                        <p:cTn id="66" dur="1" fill="hold">
                                          <p:stCondLst>
                                            <p:cond delay="0"/>
                                          </p:stCondLst>
                                        </p:cTn>
                                        <p:tgtEl>
                                          <p:spTgt spid="28">
                                            <p:txEl>
                                              <p:pRg st="0" end="0"/>
                                            </p:txEl>
                                          </p:spTgt>
                                        </p:tgtEl>
                                        <p:attrNameLst>
                                          <p:attrName>style.visibility</p:attrName>
                                        </p:attrNameLst>
                                      </p:cBhvr>
                                      <p:to>
                                        <p:strVal val="visible"/>
                                      </p:to>
                                    </p:set>
                                    <p:animEffect transition="in" filter="fade">
                                      <p:cBhvr>
                                        <p:cTn id="67" dur="500"/>
                                        <p:tgtEl>
                                          <p:spTgt spid="28">
                                            <p:txEl>
                                              <p:pRg st="0" end="0"/>
                                            </p:txEl>
                                          </p:spTgt>
                                        </p:tgtEl>
                                      </p:cBhvr>
                                    </p:animEffect>
                                  </p:childTnLst>
                                </p:cTn>
                              </p:par>
                            </p:childTnLst>
                          </p:cTn>
                        </p:par>
                        <p:par>
                          <p:cTn id="68" fill="hold">
                            <p:stCondLst>
                              <p:cond delay="5500"/>
                            </p:stCondLst>
                            <p:childTnLst>
                              <p:par>
                                <p:cTn id="69" presetID="22" presetClass="entr" presetSubtype="8" fill="hold" nodeType="afterEffect">
                                  <p:stCondLst>
                                    <p:cond delay="0"/>
                                  </p:stCondLst>
                                  <p:childTnLst>
                                    <p:set>
                                      <p:cBhvr>
                                        <p:cTn id="70" dur="1" fill="hold">
                                          <p:stCondLst>
                                            <p:cond delay="0"/>
                                          </p:stCondLst>
                                        </p:cTn>
                                        <p:tgtEl>
                                          <p:spTgt spid="32"/>
                                        </p:tgtEl>
                                        <p:attrNameLst>
                                          <p:attrName>style.visibility</p:attrName>
                                        </p:attrNameLst>
                                      </p:cBhvr>
                                      <p:to>
                                        <p:strVal val="visible"/>
                                      </p:to>
                                    </p:set>
                                    <p:animEffect transition="in" filter="wipe(left)">
                                      <p:cBhvr>
                                        <p:cTn id="71" dur="500"/>
                                        <p:tgtEl>
                                          <p:spTgt spid="32"/>
                                        </p:tgtEl>
                                      </p:cBhvr>
                                    </p:animEffect>
                                  </p:childTnLst>
                                </p:cTn>
                              </p:par>
                            </p:childTnLst>
                          </p:cTn>
                        </p:par>
                        <p:par>
                          <p:cTn id="72" fill="hold">
                            <p:stCondLst>
                              <p:cond delay="6000"/>
                            </p:stCondLst>
                            <p:childTnLst>
                              <p:par>
                                <p:cTn id="73" presetID="22" presetClass="entr" presetSubtype="4" fill="hold" nodeType="afterEffect">
                                  <p:stCondLst>
                                    <p:cond delay="0"/>
                                  </p:stCondLst>
                                  <p:childTnLst>
                                    <p:set>
                                      <p:cBhvr>
                                        <p:cTn id="74" dur="1" fill="hold">
                                          <p:stCondLst>
                                            <p:cond delay="0"/>
                                          </p:stCondLst>
                                        </p:cTn>
                                        <p:tgtEl>
                                          <p:spTgt spid="33"/>
                                        </p:tgtEl>
                                        <p:attrNameLst>
                                          <p:attrName>style.visibility</p:attrName>
                                        </p:attrNameLst>
                                      </p:cBhvr>
                                      <p:to>
                                        <p:strVal val="visible"/>
                                      </p:to>
                                    </p:set>
                                    <p:animEffect transition="in" filter="wipe(down)">
                                      <p:cBhvr>
                                        <p:cTn id="75" dur="500"/>
                                        <p:tgtEl>
                                          <p:spTgt spid="33"/>
                                        </p:tgtEl>
                                      </p:cBhvr>
                                    </p:animEffect>
                                  </p:childTnLst>
                                </p:cTn>
                              </p:par>
                            </p:childTnLst>
                          </p:cTn>
                        </p:par>
                        <p:par>
                          <p:cTn id="76" fill="hold">
                            <p:stCondLst>
                              <p:cond delay="6500"/>
                            </p:stCondLst>
                            <p:childTnLst>
                              <p:par>
                                <p:cTn id="77" presetID="22" presetClass="entr" presetSubtype="8" fill="hold" nodeType="afterEffect">
                                  <p:stCondLst>
                                    <p:cond delay="0"/>
                                  </p:stCondLst>
                                  <p:childTnLst>
                                    <p:set>
                                      <p:cBhvr>
                                        <p:cTn id="78" dur="1" fill="hold">
                                          <p:stCondLst>
                                            <p:cond delay="0"/>
                                          </p:stCondLst>
                                        </p:cTn>
                                        <p:tgtEl>
                                          <p:spTgt spid="34"/>
                                        </p:tgtEl>
                                        <p:attrNameLst>
                                          <p:attrName>style.visibility</p:attrName>
                                        </p:attrNameLst>
                                      </p:cBhvr>
                                      <p:to>
                                        <p:strVal val="visible"/>
                                      </p:to>
                                    </p:set>
                                    <p:animEffect transition="in" filter="wipe(left)">
                                      <p:cBhvr>
                                        <p:cTn id="79" dur="500"/>
                                        <p:tgtEl>
                                          <p:spTgt spid="34"/>
                                        </p:tgtEl>
                                      </p:cBhvr>
                                    </p:animEffect>
                                  </p:childTnLst>
                                </p:cTn>
                              </p:par>
                              <p:par>
                                <p:cTn id="80" presetID="22" presetClass="entr" presetSubtype="8" fill="hold" nodeType="withEffect">
                                  <p:stCondLst>
                                    <p:cond delay="0"/>
                                  </p:stCondLst>
                                  <p:childTnLst>
                                    <p:set>
                                      <p:cBhvr>
                                        <p:cTn id="81" dur="1" fill="hold">
                                          <p:stCondLst>
                                            <p:cond delay="0"/>
                                          </p:stCondLst>
                                        </p:cTn>
                                        <p:tgtEl>
                                          <p:spTgt spid="37"/>
                                        </p:tgtEl>
                                        <p:attrNameLst>
                                          <p:attrName>style.visibility</p:attrName>
                                        </p:attrNameLst>
                                      </p:cBhvr>
                                      <p:to>
                                        <p:strVal val="visible"/>
                                      </p:to>
                                    </p:set>
                                    <p:animEffect transition="in" filter="wipe(left)">
                                      <p:cBhvr>
                                        <p:cTn id="82" dur="500"/>
                                        <p:tgtEl>
                                          <p:spTgt spid="37"/>
                                        </p:tgtEl>
                                      </p:cBhvr>
                                    </p:animEffect>
                                  </p:childTnLst>
                                </p:cTn>
                              </p:par>
                              <p:par>
                                <p:cTn id="83" presetID="22" presetClass="entr" presetSubtype="8" fill="hold" nodeType="withEffect">
                                  <p:stCondLst>
                                    <p:cond delay="0"/>
                                  </p:stCondLst>
                                  <p:childTnLst>
                                    <p:set>
                                      <p:cBhvr>
                                        <p:cTn id="84" dur="1" fill="hold">
                                          <p:stCondLst>
                                            <p:cond delay="0"/>
                                          </p:stCondLst>
                                        </p:cTn>
                                        <p:tgtEl>
                                          <p:spTgt spid="42"/>
                                        </p:tgtEl>
                                        <p:attrNameLst>
                                          <p:attrName>style.visibility</p:attrName>
                                        </p:attrNameLst>
                                      </p:cBhvr>
                                      <p:to>
                                        <p:strVal val="visible"/>
                                      </p:to>
                                    </p:set>
                                    <p:animEffect transition="in" filter="wipe(left)">
                                      <p:cBhvr>
                                        <p:cTn id="85" dur="500"/>
                                        <p:tgtEl>
                                          <p:spTgt spid="42"/>
                                        </p:tgtEl>
                                      </p:cBhvr>
                                    </p:animEffect>
                                  </p:childTnLst>
                                </p:cTn>
                              </p:par>
                            </p:childTnLst>
                          </p:cTn>
                        </p:par>
                        <p:par>
                          <p:cTn id="86" fill="hold">
                            <p:stCondLst>
                              <p:cond delay="7000"/>
                            </p:stCondLst>
                            <p:childTnLst>
                              <p:par>
                                <p:cTn id="87" presetID="53" presetClass="entr" presetSubtype="16" fill="hold" grpId="0" nodeType="afterEffect">
                                  <p:stCondLst>
                                    <p:cond delay="0"/>
                                  </p:stCondLst>
                                  <p:childTnLst>
                                    <p:set>
                                      <p:cBhvr>
                                        <p:cTn id="88" dur="1" fill="hold">
                                          <p:stCondLst>
                                            <p:cond delay="0"/>
                                          </p:stCondLst>
                                        </p:cTn>
                                        <p:tgtEl>
                                          <p:spTgt spid="35"/>
                                        </p:tgtEl>
                                        <p:attrNameLst>
                                          <p:attrName>style.visibility</p:attrName>
                                        </p:attrNameLst>
                                      </p:cBhvr>
                                      <p:to>
                                        <p:strVal val="visible"/>
                                      </p:to>
                                    </p:set>
                                    <p:anim calcmode="lin" valueType="num">
                                      <p:cBhvr>
                                        <p:cTn id="89" dur="500" fill="hold"/>
                                        <p:tgtEl>
                                          <p:spTgt spid="35"/>
                                        </p:tgtEl>
                                        <p:attrNameLst>
                                          <p:attrName>ppt_w</p:attrName>
                                        </p:attrNameLst>
                                      </p:cBhvr>
                                      <p:tavLst>
                                        <p:tav tm="0">
                                          <p:val>
                                            <p:fltVal val="0"/>
                                          </p:val>
                                        </p:tav>
                                        <p:tav tm="100000">
                                          <p:val>
                                            <p:strVal val="#ppt_w"/>
                                          </p:val>
                                        </p:tav>
                                      </p:tavLst>
                                    </p:anim>
                                    <p:anim calcmode="lin" valueType="num">
                                      <p:cBhvr>
                                        <p:cTn id="90" dur="500" fill="hold"/>
                                        <p:tgtEl>
                                          <p:spTgt spid="35"/>
                                        </p:tgtEl>
                                        <p:attrNameLst>
                                          <p:attrName>ppt_h</p:attrName>
                                        </p:attrNameLst>
                                      </p:cBhvr>
                                      <p:tavLst>
                                        <p:tav tm="0">
                                          <p:val>
                                            <p:fltVal val="0"/>
                                          </p:val>
                                        </p:tav>
                                        <p:tav tm="100000">
                                          <p:val>
                                            <p:strVal val="#ppt_h"/>
                                          </p:val>
                                        </p:tav>
                                      </p:tavLst>
                                    </p:anim>
                                    <p:animEffect transition="in" filter="fade">
                                      <p:cBhvr>
                                        <p:cTn id="91" dur="500"/>
                                        <p:tgtEl>
                                          <p:spTgt spid="35"/>
                                        </p:tgtEl>
                                      </p:cBhvr>
                                    </p:animEffect>
                                  </p:childTnLst>
                                </p:cTn>
                              </p:par>
                            </p:childTnLst>
                          </p:cTn>
                        </p:par>
                        <p:par>
                          <p:cTn id="92" fill="hold">
                            <p:stCondLst>
                              <p:cond delay="7500"/>
                            </p:stCondLst>
                            <p:childTnLst>
                              <p:par>
                                <p:cTn id="93" presetID="10" presetClass="entr" presetSubtype="0" fill="hold" grpId="0" nodeType="afterEffect">
                                  <p:stCondLst>
                                    <p:cond delay="0"/>
                                  </p:stCondLst>
                                  <p:childTnLst>
                                    <p:set>
                                      <p:cBhvr>
                                        <p:cTn id="94" dur="1" fill="hold">
                                          <p:stCondLst>
                                            <p:cond delay="0"/>
                                          </p:stCondLst>
                                        </p:cTn>
                                        <p:tgtEl>
                                          <p:spTgt spid="36">
                                            <p:txEl>
                                              <p:pRg st="0" end="0"/>
                                            </p:txEl>
                                          </p:spTgt>
                                        </p:tgtEl>
                                        <p:attrNameLst>
                                          <p:attrName>style.visibility</p:attrName>
                                        </p:attrNameLst>
                                      </p:cBhvr>
                                      <p:to>
                                        <p:strVal val="visible"/>
                                      </p:to>
                                    </p:set>
                                    <p:animEffect transition="in" filter="fade">
                                      <p:cBhvr>
                                        <p:cTn id="95" dur="500"/>
                                        <p:tgtEl>
                                          <p:spTgt spid="36">
                                            <p:txEl>
                                              <p:pRg st="0" end="0"/>
                                            </p:txEl>
                                          </p:spTgt>
                                        </p:tgtEl>
                                      </p:cBhvr>
                                    </p:animEffect>
                                  </p:childTnLst>
                                </p:cTn>
                              </p:par>
                              <p:par>
                                <p:cTn id="96" presetID="53" presetClass="entr" presetSubtype="16" fill="hold" grpId="0" nodeType="withEffect">
                                  <p:stCondLst>
                                    <p:cond delay="0"/>
                                  </p:stCondLst>
                                  <p:childTnLst>
                                    <p:set>
                                      <p:cBhvr>
                                        <p:cTn id="97" dur="1" fill="hold">
                                          <p:stCondLst>
                                            <p:cond delay="0"/>
                                          </p:stCondLst>
                                        </p:cTn>
                                        <p:tgtEl>
                                          <p:spTgt spid="38"/>
                                        </p:tgtEl>
                                        <p:attrNameLst>
                                          <p:attrName>style.visibility</p:attrName>
                                        </p:attrNameLst>
                                      </p:cBhvr>
                                      <p:to>
                                        <p:strVal val="visible"/>
                                      </p:to>
                                    </p:set>
                                    <p:anim calcmode="lin" valueType="num">
                                      <p:cBhvr>
                                        <p:cTn id="98" dur="500" fill="hold"/>
                                        <p:tgtEl>
                                          <p:spTgt spid="38"/>
                                        </p:tgtEl>
                                        <p:attrNameLst>
                                          <p:attrName>ppt_w</p:attrName>
                                        </p:attrNameLst>
                                      </p:cBhvr>
                                      <p:tavLst>
                                        <p:tav tm="0">
                                          <p:val>
                                            <p:fltVal val="0"/>
                                          </p:val>
                                        </p:tav>
                                        <p:tav tm="100000">
                                          <p:val>
                                            <p:strVal val="#ppt_w"/>
                                          </p:val>
                                        </p:tav>
                                      </p:tavLst>
                                    </p:anim>
                                    <p:anim calcmode="lin" valueType="num">
                                      <p:cBhvr>
                                        <p:cTn id="99" dur="500" fill="hold"/>
                                        <p:tgtEl>
                                          <p:spTgt spid="38"/>
                                        </p:tgtEl>
                                        <p:attrNameLst>
                                          <p:attrName>ppt_h</p:attrName>
                                        </p:attrNameLst>
                                      </p:cBhvr>
                                      <p:tavLst>
                                        <p:tav tm="0">
                                          <p:val>
                                            <p:fltVal val="0"/>
                                          </p:val>
                                        </p:tav>
                                        <p:tav tm="100000">
                                          <p:val>
                                            <p:strVal val="#ppt_h"/>
                                          </p:val>
                                        </p:tav>
                                      </p:tavLst>
                                    </p:anim>
                                    <p:animEffect transition="in" filter="fade">
                                      <p:cBhvr>
                                        <p:cTn id="100" dur="500"/>
                                        <p:tgtEl>
                                          <p:spTgt spid="38"/>
                                        </p:tgtEl>
                                      </p:cBhvr>
                                    </p:animEffect>
                                  </p:childTnLst>
                                </p:cTn>
                              </p:par>
                            </p:childTnLst>
                          </p:cTn>
                        </p:par>
                        <p:par>
                          <p:cTn id="101" fill="hold">
                            <p:stCondLst>
                              <p:cond delay="8000"/>
                            </p:stCondLst>
                            <p:childTnLst>
                              <p:par>
                                <p:cTn id="102" presetID="10" presetClass="entr" presetSubtype="0" fill="hold" grpId="0" nodeType="afterEffect">
                                  <p:stCondLst>
                                    <p:cond delay="0"/>
                                  </p:stCondLst>
                                  <p:childTnLst>
                                    <p:set>
                                      <p:cBhvr>
                                        <p:cTn id="103" dur="1" fill="hold">
                                          <p:stCondLst>
                                            <p:cond delay="0"/>
                                          </p:stCondLst>
                                        </p:cTn>
                                        <p:tgtEl>
                                          <p:spTgt spid="39">
                                            <p:txEl>
                                              <p:pRg st="0" end="0"/>
                                            </p:txEl>
                                          </p:spTgt>
                                        </p:tgtEl>
                                        <p:attrNameLst>
                                          <p:attrName>style.visibility</p:attrName>
                                        </p:attrNameLst>
                                      </p:cBhvr>
                                      <p:to>
                                        <p:strVal val="visible"/>
                                      </p:to>
                                    </p:set>
                                    <p:animEffect transition="in" filter="fade">
                                      <p:cBhvr>
                                        <p:cTn id="104" dur="500"/>
                                        <p:tgtEl>
                                          <p:spTgt spid="39">
                                            <p:txEl>
                                              <p:pRg st="0" end="0"/>
                                            </p:txEl>
                                          </p:spTgt>
                                        </p:tgtEl>
                                      </p:cBhvr>
                                    </p:animEffect>
                                  </p:childTnLst>
                                </p:cTn>
                              </p:par>
                              <p:par>
                                <p:cTn id="105" presetID="53" presetClass="entr" presetSubtype="16" fill="hold" grpId="0" nodeType="withEffect">
                                  <p:stCondLst>
                                    <p:cond delay="0"/>
                                  </p:stCondLst>
                                  <p:childTnLst>
                                    <p:set>
                                      <p:cBhvr>
                                        <p:cTn id="106" dur="1" fill="hold">
                                          <p:stCondLst>
                                            <p:cond delay="0"/>
                                          </p:stCondLst>
                                        </p:cTn>
                                        <p:tgtEl>
                                          <p:spTgt spid="40"/>
                                        </p:tgtEl>
                                        <p:attrNameLst>
                                          <p:attrName>style.visibility</p:attrName>
                                        </p:attrNameLst>
                                      </p:cBhvr>
                                      <p:to>
                                        <p:strVal val="visible"/>
                                      </p:to>
                                    </p:set>
                                    <p:anim calcmode="lin" valueType="num">
                                      <p:cBhvr>
                                        <p:cTn id="107" dur="500" fill="hold"/>
                                        <p:tgtEl>
                                          <p:spTgt spid="40"/>
                                        </p:tgtEl>
                                        <p:attrNameLst>
                                          <p:attrName>ppt_w</p:attrName>
                                        </p:attrNameLst>
                                      </p:cBhvr>
                                      <p:tavLst>
                                        <p:tav tm="0">
                                          <p:val>
                                            <p:fltVal val="0"/>
                                          </p:val>
                                        </p:tav>
                                        <p:tav tm="100000">
                                          <p:val>
                                            <p:strVal val="#ppt_w"/>
                                          </p:val>
                                        </p:tav>
                                      </p:tavLst>
                                    </p:anim>
                                    <p:anim calcmode="lin" valueType="num">
                                      <p:cBhvr>
                                        <p:cTn id="108" dur="500" fill="hold"/>
                                        <p:tgtEl>
                                          <p:spTgt spid="40"/>
                                        </p:tgtEl>
                                        <p:attrNameLst>
                                          <p:attrName>ppt_h</p:attrName>
                                        </p:attrNameLst>
                                      </p:cBhvr>
                                      <p:tavLst>
                                        <p:tav tm="0">
                                          <p:val>
                                            <p:fltVal val="0"/>
                                          </p:val>
                                        </p:tav>
                                        <p:tav tm="100000">
                                          <p:val>
                                            <p:strVal val="#ppt_h"/>
                                          </p:val>
                                        </p:tav>
                                      </p:tavLst>
                                    </p:anim>
                                    <p:animEffect transition="in" filter="fade">
                                      <p:cBhvr>
                                        <p:cTn id="109" dur="500"/>
                                        <p:tgtEl>
                                          <p:spTgt spid="40"/>
                                        </p:tgtEl>
                                      </p:cBhvr>
                                    </p:animEffect>
                                  </p:childTnLst>
                                </p:cTn>
                              </p:par>
                            </p:childTnLst>
                          </p:cTn>
                        </p:par>
                        <p:par>
                          <p:cTn id="110" fill="hold">
                            <p:stCondLst>
                              <p:cond delay="8500"/>
                            </p:stCondLst>
                            <p:childTnLst>
                              <p:par>
                                <p:cTn id="111" presetID="10" presetClass="entr" presetSubtype="0" fill="hold" grpId="0" nodeType="afterEffect">
                                  <p:stCondLst>
                                    <p:cond delay="0"/>
                                  </p:stCondLst>
                                  <p:childTnLst>
                                    <p:set>
                                      <p:cBhvr>
                                        <p:cTn id="112" dur="1" fill="hold">
                                          <p:stCondLst>
                                            <p:cond delay="0"/>
                                          </p:stCondLst>
                                        </p:cTn>
                                        <p:tgtEl>
                                          <p:spTgt spid="41">
                                            <p:txEl>
                                              <p:pRg st="0" end="0"/>
                                            </p:txEl>
                                          </p:spTgt>
                                        </p:tgtEl>
                                        <p:attrNameLst>
                                          <p:attrName>style.visibility</p:attrName>
                                        </p:attrNameLst>
                                      </p:cBhvr>
                                      <p:to>
                                        <p:strVal val="visible"/>
                                      </p:to>
                                    </p:set>
                                    <p:animEffect transition="in" filter="fade">
                                      <p:cBhvr>
                                        <p:cTn id="113" dur="500"/>
                                        <p:tgtEl>
                                          <p:spTgt spid="4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1" grpId="0" animBg="1"/>
      <p:bldP spid="12" grpId="0" build="p">
        <p:tmplLst>
          <p:tmpl lvl="1">
            <p:tnLst>
              <p:par>
                <p:cTn presetID="10" presetClass="entr" presetSubtype="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childTnLst>
                </p:cTn>
              </p:par>
            </p:tnLst>
          </p:tmpl>
        </p:tmplLst>
      </p:bldP>
      <p:bldP spid="17" grpId="0" animBg="1"/>
      <p:bldP spid="20" grpId="0" build="p">
        <p:tmplLst>
          <p:tmpl lvl="1">
            <p:tnLst>
              <p:par>
                <p:cTn presetID="10"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7" grpId="0" animBg="1"/>
      <p:bldP spid="28" grpId="0" build="p">
        <p:tmplLst>
          <p:tmpl lvl="1">
            <p:tnLst>
              <p:par>
                <p:cTn presetID="10" presetClass="entr" presetSubtype="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9" grpId="0" animBg="1"/>
      <p:bldP spid="30" grpId="0" build="p">
        <p:tmplLst>
          <p:tmpl lvl="1">
            <p:tnLst>
              <p:par>
                <p:cTn presetID="10" presetClass="entr" presetSubtype="0"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5" grpId="0" animBg="1"/>
      <p:bldP spid="36" grpId="0" build="p">
        <p:tmplLst>
          <p:tmpl lvl="1">
            <p:tnLst>
              <p:par>
                <p:cTn presetID="10" presetClass="entr" presetSubtype="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8" grpId="0" animBg="1"/>
      <p:bldP spid="39" grpId="0" build="p">
        <p:tmplLst>
          <p:tmpl lvl="1">
            <p:tnLst>
              <p:par>
                <p:cTn presetID="10" presetClass="entr" presetSubtype="0" fill="hold" nodeType="after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0" grpId="0" animBg="1"/>
      <p:bldP spid="41" grpId="0" build="p">
        <p:tmplLst>
          <p:tmpl lvl="1">
            <p:tnLst>
              <p:par>
                <p:cTn presetID="10" presetClass="entr" presetSubtype="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Lst>
  </p:timing>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cxnSp>
        <p:nvCxnSpPr>
          <p:cNvPr id="17" name="Straight Connector 16"/>
          <p:cNvCxnSpPr/>
          <p:nvPr userDrawn="1"/>
        </p:nvCxnSpPr>
        <p:spPr>
          <a:xfrm flipV="1">
            <a:off x="2022475" y="3292186"/>
            <a:ext cx="18161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 name="Date Placeholder 2"/>
          <p:cNvSpPr>
            <a:spLocks noGrp="1"/>
          </p:cNvSpPr>
          <p:nvPr>
            <p:ph type="dt" sz="half" idx="10"/>
          </p:nvPr>
        </p:nvSpPr>
        <p:spPr/>
        <p:txBody>
          <a:bodyPr/>
          <a:lstStyle/>
          <a:p>
            <a:fld id="{697ECC7E-9C58-E54D-A033-C800B10E0240}"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61721"/>
          </a:xfrm>
        </p:spPr>
        <p:txBody>
          <a:bodyPr/>
          <a:lstStyle>
            <a:lvl1pPr algn="l">
              <a:defRPr sz="36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4904"/>
            <a:ext cx="5472112" cy="294121"/>
          </a:xfrm>
        </p:spPr>
        <p:txBody>
          <a:bodyPr/>
          <a:lstStyle>
            <a:lvl1pPr algn="l">
              <a:defRPr/>
            </a:lvl1pPr>
          </a:lstStyle>
          <a:p>
            <a:pPr lvl="0"/>
            <a:r>
              <a:rPr lang="en-US" dirty="0" smtClean="0"/>
              <a:t>Click to edit Master text styles</a:t>
            </a:r>
          </a:p>
        </p:txBody>
      </p:sp>
      <p:sp>
        <p:nvSpPr>
          <p:cNvPr id="10" name="Picture Placeholder 9"/>
          <p:cNvSpPr>
            <a:spLocks noGrp="1"/>
          </p:cNvSpPr>
          <p:nvPr>
            <p:ph type="pic" sz="quarter" idx="13" hasCustomPrompt="1"/>
          </p:nvPr>
        </p:nvSpPr>
        <p:spPr>
          <a:xfrm>
            <a:off x="838200" y="2692400"/>
            <a:ext cx="1206500" cy="120650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5" name="Picture Placeholder 14"/>
          <p:cNvSpPr>
            <a:spLocks noGrp="1"/>
          </p:cNvSpPr>
          <p:nvPr>
            <p:ph type="pic" sz="quarter" idx="14" hasCustomPrompt="1"/>
          </p:nvPr>
        </p:nvSpPr>
        <p:spPr>
          <a:xfrm>
            <a:off x="4746625" y="1574695"/>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20" name="Straight Connector 19"/>
          <p:cNvCxnSpPr/>
          <p:nvPr userDrawn="1"/>
        </p:nvCxnSpPr>
        <p:spPr>
          <a:xfrm>
            <a:off x="3838575" y="2050451"/>
            <a:ext cx="0" cy="3232574"/>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a:xfrm flipV="1">
            <a:off x="3838575" y="2067123"/>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a:xfrm flipV="1">
            <a:off x="3838575" y="3714754"/>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5" name="Picture Placeholder 24"/>
          <p:cNvSpPr>
            <a:spLocks noGrp="1"/>
          </p:cNvSpPr>
          <p:nvPr>
            <p:ph type="pic" sz="quarter" idx="15" hasCustomPrompt="1"/>
          </p:nvPr>
        </p:nvSpPr>
        <p:spPr>
          <a:xfrm>
            <a:off x="4746625" y="3252556"/>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27" name="Picture Placeholder 26"/>
          <p:cNvSpPr>
            <a:spLocks noGrp="1"/>
          </p:cNvSpPr>
          <p:nvPr>
            <p:ph type="pic" sz="quarter" idx="16" hasCustomPrompt="1"/>
          </p:nvPr>
        </p:nvSpPr>
        <p:spPr>
          <a:xfrm>
            <a:off x="4746625" y="4780917"/>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29" name="Straight Connector 28"/>
          <p:cNvCxnSpPr/>
          <p:nvPr userDrawn="1"/>
        </p:nvCxnSpPr>
        <p:spPr>
          <a:xfrm flipV="1">
            <a:off x="3838575" y="5283025"/>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flipV="1">
            <a:off x="5718175" y="2069699"/>
            <a:ext cx="18161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2" name="Picture Placeholder 31"/>
          <p:cNvSpPr>
            <a:spLocks noGrp="1"/>
          </p:cNvSpPr>
          <p:nvPr>
            <p:ph type="pic" sz="quarter" idx="17" hasCustomPrompt="1"/>
          </p:nvPr>
        </p:nvSpPr>
        <p:spPr>
          <a:xfrm>
            <a:off x="8458200" y="124984"/>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34" name="Straight Connector 33"/>
          <p:cNvCxnSpPr/>
          <p:nvPr userDrawn="1"/>
        </p:nvCxnSpPr>
        <p:spPr>
          <a:xfrm>
            <a:off x="7534275" y="558800"/>
            <a:ext cx="0" cy="3232574"/>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a:xfrm flipV="1">
            <a:off x="7531102" y="583773"/>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6" name="Picture Placeholder 35"/>
          <p:cNvSpPr>
            <a:spLocks noGrp="1"/>
          </p:cNvSpPr>
          <p:nvPr>
            <p:ph type="pic" sz="quarter" idx="18" hasCustomPrompt="1"/>
          </p:nvPr>
        </p:nvSpPr>
        <p:spPr>
          <a:xfrm>
            <a:off x="8458200" y="3290656"/>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38" name="Straight Connector 37"/>
          <p:cNvCxnSpPr/>
          <p:nvPr userDrawn="1"/>
        </p:nvCxnSpPr>
        <p:spPr>
          <a:xfrm flipV="1">
            <a:off x="7531102" y="3795802"/>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flipV="1">
            <a:off x="7542213" y="2184041"/>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40" name="Picture Placeholder 39"/>
          <p:cNvSpPr>
            <a:spLocks noGrp="1"/>
          </p:cNvSpPr>
          <p:nvPr>
            <p:ph type="pic" sz="quarter" idx="19" hasCustomPrompt="1"/>
          </p:nvPr>
        </p:nvSpPr>
        <p:spPr>
          <a:xfrm>
            <a:off x="8442324" y="1692743"/>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44" name="Picture Placeholder 43"/>
          <p:cNvSpPr>
            <a:spLocks noGrp="1"/>
          </p:cNvSpPr>
          <p:nvPr>
            <p:ph type="pic" sz="quarter" idx="20" hasCustomPrompt="1"/>
          </p:nvPr>
        </p:nvSpPr>
        <p:spPr>
          <a:xfrm>
            <a:off x="1701799" y="3714755"/>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1"/>
          </a:solidFill>
        </p:spPr>
        <p:txBody>
          <a:bodyPr wrap="square">
            <a:noAutofit/>
          </a:bodyPr>
          <a:lstStyle>
            <a:lvl1pPr>
              <a:defRPr sz="500"/>
            </a:lvl1pPr>
          </a:lstStyle>
          <a:p>
            <a:r>
              <a:rPr lang="id-ID" dirty="0" smtClean="0"/>
              <a:t>-</a:t>
            </a:r>
            <a:endParaRPr lang="en-AU" dirty="0"/>
          </a:p>
        </p:txBody>
      </p:sp>
      <p:sp>
        <p:nvSpPr>
          <p:cNvPr id="51" name="Picture Placeholder 50"/>
          <p:cNvSpPr>
            <a:spLocks noGrp="1"/>
          </p:cNvSpPr>
          <p:nvPr>
            <p:ph type="pic" sz="quarter" idx="21" hasCustomPrompt="1"/>
          </p:nvPr>
        </p:nvSpPr>
        <p:spPr>
          <a:xfrm>
            <a:off x="5476873" y="2355154"/>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2"/>
          </a:solidFill>
        </p:spPr>
        <p:txBody>
          <a:bodyPr wrap="square">
            <a:noAutofit/>
          </a:bodyPr>
          <a:lstStyle>
            <a:lvl1pPr>
              <a:defRPr sz="500"/>
            </a:lvl1pPr>
          </a:lstStyle>
          <a:p>
            <a:r>
              <a:rPr lang="id-ID" dirty="0" smtClean="0"/>
              <a:t>-</a:t>
            </a:r>
            <a:endParaRPr lang="en-AU" dirty="0"/>
          </a:p>
        </p:txBody>
      </p:sp>
      <p:sp>
        <p:nvSpPr>
          <p:cNvPr id="52" name="Picture Placeholder 51"/>
          <p:cNvSpPr>
            <a:spLocks noGrp="1"/>
          </p:cNvSpPr>
          <p:nvPr>
            <p:ph type="pic" sz="quarter" idx="22" hasCustomPrompt="1"/>
          </p:nvPr>
        </p:nvSpPr>
        <p:spPr>
          <a:xfrm>
            <a:off x="5476873" y="4031985"/>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3"/>
          </a:solidFill>
        </p:spPr>
        <p:txBody>
          <a:bodyPr wrap="square">
            <a:noAutofit/>
          </a:bodyPr>
          <a:lstStyle>
            <a:lvl1pPr>
              <a:defRPr sz="500"/>
            </a:lvl1pPr>
          </a:lstStyle>
          <a:p>
            <a:r>
              <a:rPr lang="id-ID" dirty="0" smtClean="0"/>
              <a:t>-</a:t>
            </a:r>
            <a:endParaRPr lang="en-AU" dirty="0"/>
          </a:p>
        </p:txBody>
      </p:sp>
      <p:sp>
        <p:nvSpPr>
          <p:cNvPr id="53" name="Picture Placeholder 52"/>
          <p:cNvSpPr>
            <a:spLocks noGrp="1"/>
          </p:cNvSpPr>
          <p:nvPr>
            <p:ph type="pic" sz="quarter" idx="23" hasCustomPrompt="1"/>
          </p:nvPr>
        </p:nvSpPr>
        <p:spPr>
          <a:xfrm>
            <a:off x="5476873" y="5560346"/>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4"/>
          </a:solidFill>
        </p:spPr>
        <p:txBody>
          <a:bodyPr wrap="square">
            <a:noAutofit/>
          </a:bodyPr>
          <a:lstStyle>
            <a:lvl1pPr>
              <a:defRPr sz="500"/>
            </a:lvl1pPr>
          </a:lstStyle>
          <a:p>
            <a:r>
              <a:rPr lang="id-ID" dirty="0" smtClean="0"/>
              <a:t>-</a:t>
            </a:r>
            <a:endParaRPr lang="en-AU" dirty="0"/>
          </a:p>
        </p:txBody>
      </p:sp>
      <p:sp>
        <p:nvSpPr>
          <p:cNvPr id="54" name="Picture Placeholder 53"/>
          <p:cNvSpPr>
            <a:spLocks noGrp="1"/>
          </p:cNvSpPr>
          <p:nvPr>
            <p:ph type="pic" sz="quarter" idx="24" hasCustomPrompt="1"/>
          </p:nvPr>
        </p:nvSpPr>
        <p:spPr>
          <a:xfrm>
            <a:off x="9188449" y="907403"/>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5"/>
          </a:solidFill>
        </p:spPr>
        <p:txBody>
          <a:bodyPr wrap="square">
            <a:noAutofit/>
          </a:bodyPr>
          <a:lstStyle>
            <a:lvl1pPr>
              <a:defRPr sz="500"/>
            </a:lvl1pPr>
          </a:lstStyle>
          <a:p>
            <a:r>
              <a:rPr lang="id-ID" dirty="0" smtClean="0"/>
              <a:t>-</a:t>
            </a:r>
            <a:endParaRPr lang="en-AU" dirty="0"/>
          </a:p>
        </p:txBody>
      </p:sp>
      <p:sp>
        <p:nvSpPr>
          <p:cNvPr id="55" name="Picture Placeholder 54"/>
          <p:cNvSpPr>
            <a:spLocks noGrp="1"/>
          </p:cNvSpPr>
          <p:nvPr>
            <p:ph type="pic" sz="quarter" idx="25" hasCustomPrompt="1"/>
          </p:nvPr>
        </p:nvSpPr>
        <p:spPr>
          <a:xfrm>
            <a:off x="9172572" y="2475162"/>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6"/>
          </a:solidFill>
        </p:spPr>
        <p:txBody>
          <a:bodyPr wrap="square">
            <a:noAutofit/>
          </a:bodyPr>
          <a:lstStyle>
            <a:lvl1pPr>
              <a:defRPr sz="500"/>
            </a:lvl1pPr>
          </a:lstStyle>
          <a:p>
            <a:r>
              <a:rPr lang="id-ID" dirty="0" smtClean="0"/>
              <a:t>-</a:t>
            </a:r>
            <a:endParaRPr lang="en-AU" dirty="0"/>
          </a:p>
        </p:txBody>
      </p:sp>
      <p:sp>
        <p:nvSpPr>
          <p:cNvPr id="56" name="Picture Placeholder 55"/>
          <p:cNvSpPr>
            <a:spLocks noGrp="1"/>
          </p:cNvSpPr>
          <p:nvPr>
            <p:ph type="pic" sz="quarter" idx="26" hasCustomPrompt="1"/>
          </p:nvPr>
        </p:nvSpPr>
        <p:spPr>
          <a:xfrm>
            <a:off x="9188449" y="4073075"/>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tx2"/>
          </a:solidFill>
        </p:spPr>
        <p:txBody>
          <a:bodyPr wrap="square">
            <a:noAutofit/>
          </a:bodyPr>
          <a:lstStyle>
            <a:lvl1pPr>
              <a:defRPr sz="500"/>
            </a:lvl1pPr>
          </a:lstStyle>
          <a:p>
            <a:r>
              <a:rPr lang="id-ID" dirty="0" smtClean="0"/>
              <a:t>-</a:t>
            </a:r>
            <a:endParaRPr lang="en-AU" dirty="0"/>
          </a:p>
        </p:txBody>
      </p:sp>
      <p:sp>
        <p:nvSpPr>
          <p:cNvPr id="57" name="Text Placeholder 10"/>
          <p:cNvSpPr>
            <a:spLocks noGrp="1"/>
          </p:cNvSpPr>
          <p:nvPr>
            <p:ph type="body" sz="quarter" idx="27" hasCustomPrompt="1"/>
          </p:nvPr>
        </p:nvSpPr>
        <p:spPr>
          <a:xfrm>
            <a:off x="1772877" y="3806231"/>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8" name="Text Placeholder 10"/>
          <p:cNvSpPr>
            <a:spLocks noGrp="1"/>
          </p:cNvSpPr>
          <p:nvPr>
            <p:ph type="body" sz="quarter" idx="28" hasCustomPrompt="1"/>
          </p:nvPr>
        </p:nvSpPr>
        <p:spPr>
          <a:xfrm>
            <a:off x="1772877" y="4192422"/>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59" name="Text Placeholder 10"/>
          <p:cNvSpPr>
            <a:spLocks noGrp="1"/>
          </p:cNvSpPr>
          <p:nvPr>
            <p:ph type="body" sz="quarter" idx="29" hasCustomPrompt="1"/>
          </p:nvPr>
        </p:nvSpPr>
        <p:spPr>
          <a:xfrm>
            <a:off x="5554812" y="2828001"/>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0" name="Text Placeholder 10"/>
          <p:cNvSpPr>
            <a:spLocks noGrp="1"/>
          </p:cNvSpPr>
          <p:nvPr>
            <p:ph type="body" sz="quarter" idx="30" hasCustomPrompt="1"/>
          </p:nvPr>
        </p:nvSpPr>
        <p:spPr>
          <a:xfrm>
            <a:off x="5547951" y="4507946"/>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1" name="Text Placeholder 10"/>
          <p:cNvSpPr>
            <a:spLocks noGrp="1"/>
          </p:cNvSpPr>
          <p:nvPr>
            <p:ph type="body" sz="quarter" idx="31" hasCustomPrompt="1"/>
          </p:nvPr>
        </p:nvSpPr>
        <p:spPr>
          <a:xfrm>
            <a:off x="5523062" y="6012854"/>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2" name="Text Placeholder 10"/>
          <p:cNvSpPr>
            <a:spLocks noGrp="1"/>
          </p:cNvSpPr>
          <p:nvPr>
            <p:ph type="body" sz="quarter" idx="32" hasCustomPrompt="1"/>
          </p:nvPr>
        </p:nvSpPr>
        <p:spPr>
          <a:xfrm>
            <a:off x="9259527" y="1359286"/>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3" name="Text Placeholder 10"/>
          <p:cNvSpPr>
            <a:spLocks noGrp="1"/>
          </p:cNvSpPr>
          <p:nvPr>
            <p:ph type="body" sz="quarter" idx="33" hasCustomPrompt="1"/>
          </p:nvPr>
        </p:nvSpPr>
        <p:spPr>
          <a:xfrm>
            <a:off x="9259527" y="2939682"/>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4" name="Text Placeholder 10"/>
          <p:cNvSpPr>
            <a:spLocks noGrp="1"/>
          </p:cNvSpPr>
          <p:nvPr>
            <p:ph type="body" sz="quarter" idx="34" hasCustomPrompt="1"/>
          </p:nvPr>
        </p:nvSpPr>
        <p:spPr>
          <a:xfrm>
            <a:off x="9243650" y="4516838"/>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5" name="Text Placeholder 10"/>
          <p:cNvSpPr>
            <a:spLocks noGrp="1"/>
          </p:cNvSpPr>
          <p:nvPr>
            <p:ph type="body" sz="quarter" idx="35" hasCustomPrompt="1"/>
          </p:nvPr>
        </p:nvSpPr>
        <p:spPr>
          <a:xfrm>
            <a:off x="5546516" y="2458316"/>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68" name="Text Placeholder 10"/>
          <p:cNvSpPr>
            <a:spLocks noGrp="1"/>
          </p:cNvSpPr>
          <p:nvPr>
            <p:ph type="body" sz="quarter" idx="38" hasCustomPrompt="1"/>
          </p:nvPr>
        </p:nvSpPr>
        <p:spPr>
          <a:xfrm>
            <a:off x="5546516" y="4133855"/>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69" name="Text Placeholder 10"/>
          <p:cNvSpPr>
            <a:spLocks noGrp="1"/>
          </p:cNvSpPr>
          <p:nvPr>
            <p:ph type="body" sz="quarter" idx="39" hasCustomPrompt="1"/>
          </p:nvPr>
        </p:nvSpPr>
        <p:spPr>
          <a:xfrm>
            <a:off x="5523062" y="5664098"/>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70" name="Text Placeholder 10"/>
          <p:cNvSpPr>
            <a:spLocks noGrp="1"/>
          </p:cNvSpPr>
          <p:nvPr>
            <p:ph type="body" sz="quarter" idx="40" hasCustomPrompt="1"/>
          </p:nvPr>
        </p:nvSpPr>
        <p:spPr>
          <a:xfrm>
            <a:off x="9243650" y="1008087"/>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71" name="Text Placeholder 10"/>
          <p:cNvSpPr>
            <a:spLocks noGrp="1"/>
          </p:cNvSpPr>
          <p:nvPr>
            <p:ph type="body" sz="quarter" idx="41" hasCustomPrompt="1"/>
          </p:nvPr>
        </p:nvSpPr>
        <p:spPr>
          <a:xfrm>
            <a:off x="9259527" y="2579639"/>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72" name="Text Placeholder 10"/>
          <p:cNvSpPr>
            <a:spLocks noGrp="1"/>
          </p:cNvSpPr>
          <p:nvPr>
            <p:ph type="body" sz="quarter" idx="42" hasCustomPrompt="1"/>
          </p:nvPr>
        </p:nvSpPr>
        <p:spPr>
          <a:xfrm>
            <a:off x="9259527" y="4177552"/>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Tree>
    <p:extLst>
      <p:ext uri="{BB962C8B-B14F-4D97-AF65-F5344CB8AC3E}">
        <p14:creationId xmlns:p14="http://schemas.microsoft.com/office/powerpoint/2010/main" val="37737657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fltVal val="0"/>
                                          </p:val>
                                        </p:tav>
                                        <p:tav tm="100000">
                                          <p:val>
                                            <p:strVal val="#ppt_w"/>
                                          </p:val>
                                        </p:tav>
                                      </p:tavLst>
                                    </p:anim>
                                    <p:anim calcmode="lin" valueType="num">
                                      <p:cBhvr>
                                        <p:cTn id="16" dur="500" fill="hold"/>
                                        <p:tgtEl>
                                          <p:spTgt spid="10"/>
                                        </p:tgtEl>
                                        <p:attrNameLst>
                                          <p:attrName>ppt_h</p:attrName>
                                        </p:attrNameLst>
                                      </p:cBhvr>
                                      <p:tavLst>
                                        <p:tav tm="0">
                                          <p:val>
                                            <p:fltVal val="0"/>
                                          </p:val>
                                        </p:tav>
                                        <p:tav tm="100000">
                                          <p:val>
                                            <p:strVal val="#ppt_h"/>
                                          </p:val>
                                        </p:tav>
                                      </p:tavLst>
                                    </p:anim>
                                    <p:animEffect transition="in" filter="fade">
                                      <p:cBhvr>
                                        <p:cTn id="17" dur="500"/>
                                        <p:tgtEl>
                                          <p:spTgt spid="10"/>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44"/>
                                        </p:tgtEl>
                                        <p:attrNameLst>
                                          <p:attrName>style.visibility</p:attrName>
                                        </p:attrNameLst>
                                      </p:cBhvr>
                                      <p:to>
                                        <p:strVal val="visible"/>
                                      </p:to>
                                    </p:set>
                                    <p:animEffect transition="in" filter="fade">
                                      <p:cBhvr>
                                        <p:cTn id="21" dur="500"/>
                                        <p:tgtEl>
                                          <p:spTgt spid="44"/>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57">
                                            <p:txEl>
                                              <p:pRg st="0" end="0"/>
                                            </p:txEl>
                                          </p:spTgt>
                                        </p:tgtEl>
                                        <p:attrNameLst>
                                          <p:attrName>style.visibility</p:attrName>
                                        </p:attrNameLst>
                                      </p:cBhvr>
                                      <p:to>
                                        <p:strVal val="visible"/>
                                      </p:to>
                                    </p:set>
                                    <p:animEffect transition="in" filter="fade">
                                      <p:cBhvr>
                                        <p:cTn id="24" dur="500"/>
                                        <p:tgtEl>
                                          <p:spTgt spid="57">
                                            <p:txEl>
                                              <p:pRg st="0" end="0"/>
                                            </p:txEl>
                                          </p:spTgt>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58">
                                            <p:txEl>
                                              <p:pRg st="0" end="0"/>
                                            </p:txEl>
                                          </p:spTgt>
                                        </p:tgtEl>
                                        <p:attrNameLst>
                                          <p:attrName>style.visibility</p:attrName>
                                        </p:attrNameLst>
                                      </p:cBhvr>
                                      <p:to>
                                        <p:strVal val="visible"/>
                                      </p:to>
                                    </p:set>
                                    <p:animEffect transition="in" filter="fade">
                                      <p:cBhvr>
                                        <p:cTn id="27" dur="500"/>
                                        <p:tgtEl>
                                          <p:spTgt spid="58">
                                            <p:txEl>
                                              <p:pRg st="0" end="0"/>
                                            </p:txEl>
                                          </p:spTgt>
                                        </p:tgtEl>
                                      </p:cBhvr>
                                    </p:animEffect>
                                  </p:childTnLst>
                                </p:cTn>
                              </p:par>
                            </p:childTnLst>
                          </p:cTn>
                        </p:par>
                        <p:par>
                          <p:cTn id="28" fill="hold">
                            <p:stCondLst>
                              <p:cond delay="2000"/>
                            </p:stCondLst>
                            <p:childTnLst>
                              <p:par>
                                <p:cTn id="29" presetID="22" presetClass="entr" presetSubtype="8" fill="hold"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left)">
                                      <p:cBhvr>
                                        <p:cTn id="31" dur="500"/>
                                        <p:tgtEl>
                                          <p:spTgt spid="17"/>
                                        </p:tgtEl>
                                      </p:cBhvr>
                                    </p:animEffect>
                                  </p:childTnLst>
                                </p:cTn>
                              </p:par>
                              <p:par>
                                <p:cTn id="32" presetID="16" presetClass="entr" presetSubtype="21" fill="hold" nodeType="with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barn(inVertical)">
                                      <p:cBhvr>
                                        <p:cTn id="34" dur="500"/>
                                        <p:tgtEl>
                                          <p:spTgt spid="20"/>
                                        </p:tgtEl>
                                      </p:cBhvr>
                                    </p:animEffect>
                                  </p:childTnLst>
                                </p:cTn>
                              </p:par>
                            </p:childTnLst>
                          </p:cTn>
                        </p:par>
                        <p:par>
                          <p:cTn id="35" fill="hold">
                            <p:stCondLst>
                              <p:cond delay="2500"/>
                            </p:stCondLst>
                            <p:childTnLst>
                              <p:par>
                                <p:cTn id="36" presetID="22" presetClass="entr" presetSubtype="4" fill="hold" nodeType="after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wipe(down)">
                                      <p:cBhvr>
                                        <p:cTn id="38" dur="500"/>
                                        <p:tgtEl>
                                          <p:spTgt spid="21"/>
                                        </p:tgtEl>
                                      </p:cBhvr>
                                    </p:animEffect>
                                  </p:childTnLst>
                                </p:cTn>
                              </p:par>
                              <p:par>
                                <p:cTn id="39" presetID="22" presetClass="entr" presetSubtype="4" fill="hold" nodeType="with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wipe(down)">
                                      <p:cBhvr>
                                        <p:cTn id="41" dur="500"/>
                                        <p:tgtEl>
                                          <p:spTgt spid="24"/>
                                        </p:tgtEl>
                                      </p:cBhvr>
                                    </p:animEffect>
                                  </p:childTnLst>
                                </p:cTn>
                              </p:par>
                              <p:par>
                                <p:cTn id="42" presetID="22" presetClass="entr" presetSubtype="4" fill="hold" nodeType="withEffect">
                                  <p:stCondLst>
                                    <p:cond delay="0"/>
                                  </p:stCondLst>
                                  <p:childTnLst>
                                    <p:set>
                                      <p:cBhvr>
                                        <p:cTn id="43" dur="1" fill="hold">
                                          <p:stCondLst>
                                            <p:cond delay="0"/>
                                          </p:stCondLst>
                                        </p:cTn>
                                        <p:tgtEl>
                                          <p:spTgt spid="29"/>
                                        </p:tgtEl>
                                        <p:attrNameLst>
                                          <p:attrName>style.visibility</p:attrName>
                                        </p:attrNameLst>
                                      </p:cBhvr>
                                      <p:to>
                                        <p:strVal val="visible"/>
                                      </p:to>
                                    </p:set>
                                    <p:animEffect transition="in" filter="wipe(down)">
                                      <p:cBhvr>
                                        <p:cTn id="44" dur="500"/>
                                        <p:tgtEl>
                                          <p:spTgt spid="29"/>
                                        </p:tgtEl>
                                      </p:cBhvr>
                                    </p:animEffect>
                                  </p:childTnLst>
                                </p:cTn>
                              </p:par>
                            </p:childTnLst>
                          </p:cTn>
                        </p:par>
                        <p:par>
                          <p:cTn id="45" fill="hold">
                            <p:stCondLst>
                              <p:cond delay="3000"/>
                            </p:stCondLst>
                            <p:childTnLst>
                              <p:par>
                                <p:cTn id="46" presetID="53" presetClass="entr" presetSubtype="16" fill="hold" grpId="0" nodeType="afterEffect">
                                  <p:stCondLst>
                                    <p:cond delay="0"/>
                                  </p:stCondLst>
                                  <p:childTnLst>
                                    <p:set>
                                      <p:cBhvr>
                                        <p:cTn id="47" dur="1" fill="hold">
                                          <p:stCondLst>
                                            <p:cond delay="0"/>
                                          </p:stCondLst>
                                        </p:cTn>
                                        <p:tgtEl>
                                          <p:spTgt spid="15"/>
                                        </p:tgtEl>
                                        <p:attrNameLst>
                                          <p:attrName>style.visibility</p:attrName>
                                        </p:attrNameLst>
                                      </p:cBhvr>
                                      <p:to>
                                        <p:strVal val="visible"/>
                                      </p:to>
                                    </p:set>
                                    <p:anim calcmode="lin" valueType="num">
                                      <p:cBhvr>
                                        <p:cTn id="48" dur="500" fill="hold"/>
                                        <p:tgtEl>
                                          <p:spTgt spid="15"/>
                                        </p:tgtEl>
                                        <p:attrNameLst>
                                          <p:attrName>ppt_w</p:attrName>
                                        </p:attrNameLst>
                                      </p:cBhvr>
                                      <p:tavLst>
                                        <p:tav tm="0">
                                          <p:val>
                                            <p:fltVal val="0"/>
                                          </p:val>
                                        </p:tav>
                                        <p:tav tm="100000">
                                          <p:val>
                                            <p:strVal val="#ppt_w"/>
                                          </p:val>
                                        </p:tav>
                                      </p:tavLst>
                                    </p:anim>
                                    <p:anim calcmode="lin" valueType="num">
                                      <p:cBhvr>
                                        <p:cTn id="49" dur="500" fill="hold"/>
                                        <p:tgtEl>
                                          <p:spTgt spid="15"/>
                                        </p:tgtEl>
                                        <p:attrNameLst>
                                          <p:attrName>ppt_h</p:attrName>
                                        </p:attrNameLst>
                                      </p:cBhvr>
                                      <p:tavLst>
                                        <p:tav tm="0">
                                          <p:val>
                                            <p:fltVal val="0"/>
                                          </p:val>
                                        </p:tav>
                                        <p:tav tm="100000">
                                          <p:val>
                                            <p:strVal val="#ppt_h"/>
                                          </p:val>
                                        </p:tav>
                                      </p:tavLst>
                                    </p:anim>
                                    <p:animEffect transition="in" filter="fade">
                                      <p:cBhvr>
                                        <p:cTn id="50" dur="500"/>
                                        <p:tgtEl>
                                          <p:spTgt spid="15"/>
                                        </p:tgtEl>
                                      </p:cBhvr>
                                    </p:animEffect>
                                  </p:childTnLst>
                                </p:cTn>
                              </p:par>
                            </p:childTnLst>
                          </p:cTn>
                        </p:par>
                        <p:par>
                          <p:cTn id="51" fill="hold">
                            <p:stCondLst>
                              <p:cond delay="3500"/>
                            </p:stCondLst>
                            <p:childTnLst>
                              <p:par>
                                <p:cTn id="52" presetID="10" presetClass="entr" presetSubtype="0" fill="hold" grpId="0" nodeType="afterEffect">
                                  <p:stCondLst>
                                    <p:cond delay="0"/>
                                  </p:stCondLst>
                                  <p:childTnLst>
                                    <p:set>
                                      <p:cBhvr>
                                        <p:cTn id="53" dur="1" fill="hold">
                                          <p:stCondLst>
                                            <p:cond delay="0"/>
                                          </p:stCondLst>
                                        </p:cTn>
                                        <p:tgtEl>
                                          <p:spTgt spid="51"/>
                                        </p:tgtEl>
                                        <p:attrNameLst>
                                          <p:attrName>style.visibility</p:attrName>
                                        </p:attrNameLst>
                                      </p:cBhvr>
                                      <p:to>
                                        <p:strVal val="visible"/>
                                      </p:to>
                                    </p:set>
                                    <p:animEffect transition="in" filter="fade">
                                      <p:cBhvr>
                                        <p:cTn id="54" dur="500"/>
                                        <p:tgtEl>
                                          <p:spTgt spid="51"/>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65">
                                            <p:txEl>
                                              <p:pRg st="0" end="0"/>
                                            </p:txEl>
                                          </p:spTgt>
                                        </p:tgtEl>
                                        <p:attrNameLst>
                                          <p:attrName>style.visibility</p:attrName>
                                        </p:attrNameLst>
                                      </p:cBhvr>
                                      <p:to>
                                        <p:strVal val="visible"/>
                                      </p:to>
                                    </p:set>
                                    <p:animEffect transition="in" filter="fade">
                                      <p:cBhvr>
                                        <p:cTn id="57" dur="500"/>
                                        <p:tgtEl>
                                          <p:spTgt spid="65">
                                            <p:txEl>
                                              <p:pRg st="0" end="0"/>
                                            </p:txEl>
                                          </p:spTgt>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59">
                                            <p:txEl>
                                              <p:pRg st="0" end="0"/>
                                            </p:txEl>
                                          </p:spTgt>
                                        </p:tgtEl>
                                        <p:attrNameLst>
                                          <p:attrName>style.visibility</p:attrName>
                                        </p:attrNameLst>
                                      </p:cBhvr>
                                      <p:to>
                                        <p:strVal val="visible"/>
                                      </p:to>
                                    </p:set>
                                    <p:animEffect transition="in" filter="fade">
                                      <p:cBhvr>
                                        <p:cTn id="60" dur="500"/>
                                        <p:tgtEl>
                                          <p:spTgt spid="59">
                                            <p:txEl>
                                              <p:pRg st="0" end="0"/>
                                            </p:txEl>
                                          </p:spTgt>
                                        </p:tgtEl>
                                      </p:cBhvr>
                                    </p:animEffect>
                                  </p:childTnLst>
                                </p:cTn>
                              </p:par>
                            </p:childTnLst>
                          </p:cTn>
                        </p:par>
                        <p:par>
                          <p:cTn id="61" fill="hold">
                            <p:stCondLst>
                              <p:cond delay="4000"/>
                            </p:stCondLst>
                            <p:childTnLst>
                              <p:par>
                                <p:cTn id="62" presetID="53" presetClass="entr" presetSubtype="16" fill="hold" grpId="0" nodeType="afterEffect">
                                  <p:stCondLst>
                                    <p:cond delay="0"/>
                                  </p:stCondLst>
                                  <p:childTnLst>
                                    <p:set>
                                      <p:cBhvr>
                                        <p:cTn id="63" dur="1" fill="hold">
                                          <p:stCondLst>
                                            <p:cond delay="0"/>
                                          </p:stCondLst>
                                        </p:cTn>
                                        <p:tgtEl>
                                          <p:spTgt spid="25"/>
                                        </p:tgtEl>
                                        <p:attrNameLst>
                                          <p:attrName>style.visibility</p:attrName>
                                        </p:attrNameLst>
                                      </p:cBhvr>
                                      <p:to>
                                        <p:strVal val="visible"/>
                                      </p:to>
                                    </p:set>
                                    <p:anim calcmode="lin" valueType="num">
                                      <p:cBhvr>
                                        <p:cTn id="64" dur="500" fill="hold"/>
                                        <p:tgtEl>
                                          <p:spTgt spid="25"/>
                                        </p:tgtEl>
                                        <p:attrNameLst>
                                          <p:attrName>ppt_w</p:attrName>
                                        </p:attrNameLst>
                                      </p:cBhvr>
                                      <p:tavLst>
                                        <p:tav tm="0">
                                          <p:val>
                                            <p:fltVal val="0"/>
                                          </p:val>
                                        </p:tav>
                                        <p:tav tm="100000">
                                          <p:val>
                                            <p:strVal val="#ppt_w"/>
                                          </p:val>
                                        </p:tav>
                                      </p:tavLst>
                                    </p:anim>
                                    <p:anim calcmode="lin" valueType="num">
                                      <p:cBhvr>
                                        <p:cTn id="65" dur="500" fill="hold"/>
                                        <p:tgtEl>
                                          <p:spTgt spid="25"/>
                                        </p:tgtEl>
                                        <p:attrNameLst>
                                          <p:attrName>ppt_h</p:attrName>
                                        </p:attrNameLst>
                                      </p:cBhvr>
                                      <p:tavLst>
                                        <p:tav tm="0">
                                          <p:val>
                                            <p:fltVal val="0"/>
                                          </p:val>
                                        </p:tav>
                                        <p:tav tm="100000">
                                          <p:val>
                                            <p:strVal val="#ppt_h"/>
                                          </p:val>
                                        </p:tav>
                                      </p:tavLst>
                                    </p:anim>
                                    <p:animEffect transition="in" filter="fade">
                                      <p:cBhvr>
                                        <p:cTn id="66" dur="500"/>
                                        <p:tgtEl>
                                          <p:spTgt spid="25"/>
                                        </p:tgtEl>
                                      </p:cBhvr>
                                    </p:animEffect>
                                  </p:childTnLst>
                                </p:cTn>
                              </p:par>
                            </p:childTnLst>
                          </p:cTn>
                        </p:par>
                        <p:par>
                          <p:cTn id="67" fill="hold">
                            <p:stCondLst>
                              <p:cond delay="4500"/>
                            </p:stCondLst>
                            <p:childTnLst>
                              <p:par>
                                <p:cTn id="68" presetID="10" presetClass="entr" presetSubtype="0" fill="hold" grpId="0" nodeType="afterEffect">
                                  <p:stCondLst>
                                    <p:cond delay="0"/>
                                  </p:stCondLst>
                                  <p:childTnLst>
                                    <p:set>
                                      <p:cBhvr>
                                        <p:cTn id="69" dur="1" fill="hold">
                                          <p:stCondLst>
                                            <p:cond delay="0"/>
                                          </p:stCondLst>
                                        </p:cTn>
                                        <p:tgtEl>
                                          <p:spTgt spid="52"/>
                                        </p:tgtEl>
                                        <p:attrNameLst>
                                          <p:attrName>style.visibility</p:attrName>
                                        </p:attrNameLst>
                                      </p:cBhvr>
                                      <p:to>
                                        <p:strVal val="visible"/>
                                      </p:to>
                                    </p:set>
                                    <p:animEffect transition="in" filter="fade">
                                      <p:cBhvr>
                                        <p:cTn id="70" dur="500"/>
                                        <p:tgtEl>
                                          <p:spTgt spid="52"/>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68">
                                            <p:txEl>
                                              <p:pRg st="0" end="0"/>
                                            </p:txEl>
                                          </p:spTgt>
                                        </p:tgtEl>
                                        <p:attrNameLst>
                                          <p:attrName>style.visibility</p:attrName>
                                        </p:attrNameLst>
                                      </p:cBhvr>
                                      <p:to>
                                        <p:strVal val="visible"/>
                                      </p:to>
                                    </p:set>
                                    <p:animEffect transition="in" filter="fade">
                                      <p:cBhvr>
                                        <p:cTn id="73" dur="500"/>
                                        <p:tgtEl>
                                          <p:spTgt spid="68">
                                            <p:txEl>
                                              <p:pRg st="0" end="0"/>
                                            </p:txEl>
                                          </p:spTgt>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60">
                                            <p:txEl>
                                              <p:pRg st="0" end="0"/>
                                            </p:txEl>
                                          </p:spTgt>
                                        </p:tgtEl>
                                        <p:attrNameLst>
                                          <p:attrName>style.visibility</p:attrName>
                                        </p:attrNameLst>
                                      </p:cBhvr>
                                      <p:to>
                                        <p:strVal val="visible"/>
                                      </p:to>
                                    </p:set>
                                    <p:animEffect transition="in" filter="fade">
                                      <p:cBhvr>
                                        <p:cTn id="76" dur="500"/>
                                        <p:tgtEl>
                                          <p:spTgt spid="60">
                                            <p:txEl>
                                              <p:pRg st="0" end="0"/>
                                            </p:txEl>
                                          </p:spTgt>
                                        </p:tgtEl>
                                      </p:cBhvr>
                                    </p:animEffect>
                                  </p:childTnLst>
                                </p:cTn>
                              </p:par>
                            </p:childTnLst>
                          </p:cTn>
                        </p:par>
                        <p:par>
                          <p:cTn id="77" fill="hold">
                            <p:stCondLst>
                              <p:cond delay="5000"/>
                            </p:stCondLst>
                            <p:childTnLst>
                              <p:par>
                                <p:cTn id="78" presetID="53" presetClass="entr" presetSubtype="16" fill="hold" grpId="0" nodeType="afterEffect">
                                  <p:stCondLst>
                                    <p:cond delay="0"/>
                                  </p:stCondLst>
                                  <p:childTnLst>
                                    <p:set>
                                      <p:cBhvr>
                                        <p:cTn id="79" dur="1" fill="hold">
                                          <p:stCondLst>
                                            <p:cond delay="0"/>
                                          </p:stCondLst>
                                        </p:cTn>
                                        <p:tgtEl>
                                          <p:spTgt spid="27"/>
                                        </p:tgtEl>
                                        <p:attrNameLst>
                                          <p:attrName>style.visibility</p:attrName>
                                        </p:attrNameLst>
                                      </p:cBhvr>
                                      <p:to>
                                        <p:strVal val="visible"/>
                                      </p:to>
                                    </p:set>
                                    <p:anim calcmode="lin" valueType="num">
                                      <p:cBhvr>
                                        <p:cTn id="80" dur="500" fill="hold"/>
                                        <p:tgtEl>
                                          <p:spTgt spid="27"/>
                                        </p:tgtEl>
                                        <p:attrNameLst>
                                          <p:attrName>ppt_w</p:attrName>
                                        </p:attrNameLst>
                                      </p:cBhvr>
                                      <p:tavLst>
                                        <p:tav tm="0">
                                          <p:val>
                                            <p:fltVal val="0"/>
                                          </p:val>
                                        </p:tav>
                                        <p:tav tm="100000">
                                          <p:val>
                                            <p:strVal val="#ppt_w"/>
                                          </p:val>
                                        </p:tav>
                                      </p:tavLst>
                                    </p:anim>
                                    <p:anim calcmode="lin" valueType="num">
                                      <p:cBhvr>
                                        <p:cTn id="81" dur="500" fill="hold"/>
                                        <p:tgtEl>
                                          <p:spTgt spid="27"/>
                                        </p:tgtEl>
                                        <p:attrNameLst>
                                          <p:attrName>ppt_h</p:attrName>
                                        </p:attrNameLst>
                                      </p:cBhvr>
                                      <p:tavLst>
                                        <p:tav tm="0">
                                          <p:val>
                                            <p:fltVal val="0"/>
                                          </p:val>
                                        </p:tav>
                                        <p:tav tm="100000">
                                          <p:val>
                                            <p:strVal val="#ppt_h"/>
                                          </p:val>
                                        </p:tav>
                                      </p:tavLst>
                                    </p:anim>
                                    <p:animEffect transition="in" filter="fade">
                                      <p:cBhvr>
                                        <p:cTn id="82" dur="500"/>
                                        <p:tgtEl>
                                          <p:spTgt spid="27"/>
                                        </p:tgtEl>
                                      </p:cBhvr>
                                    </p:animEffect>
                                  </p:childTnLst>
                                </p:cTn>
                              </p:par>
                            </p:childTnLst>
                          </p:cTn>
                        </p:par>
                        <p:par>
                          <p:cTn id="83" fill="hold">
                            <p:stCondLst>
                              <p:cond delay="5500"/>
                            </p:stCondLst>
                            <p:childTnLst>
                              <p:par>
                                <p:cTn id="84" presetID="10" presetClass="entr" presetSubtype="0" fill="hold" grpId="0" nodeType="afterEffect">
                                  <p:stCondLst>
                                    <p:cond delay="0"/>
                                  </p:stCondLst>
                                  <p:childTnLst>
                                    <p:set>
                                      <p:cBhvr>
                                        <p:cTn id="85" dur="1" fill="hold">
                                          <p:stCondLst>
                                            <p:cond delay="0"/>
                                          </p:stCondLst>
                                        </p:cTn>
                                        <p:tgtEl>
                                          <p:spTgt spid="53"/>
                                        </p:tgtEl>
                                        <p:attrNameLst>
                                          <p:attrName>style.visibility</p:attrName>
                                        </p:attrNameLst>
                                      </p:cBhvr>
                                      <p:to>
                                        <p:strVal val="visible"/>
                                      </p:to>
                                    </p:set>
                                    <p:animEffect transition="in" filter="fade">
                                      <p:cBhvr>
                                        <p:cTn id="86" dur="500"/>
                                        <p:tgtEl>
                                          <p:spTgt spid="53"/>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69">
                                            <p:txEl>
                                              <p:pRg st="0" end="0"/>
                                            </p:txEl>
                                          </p:spTgt>
                                        </p:tgtEl>
                                        <p:attrNameLst>
                                          <p:attrName>style.visibility</p:attrName>
                                        </p:attrNameLst>
                                      </p:cBhvr>
                                      <p:to>
                                        <p:strVal val="visible"/>
                                      </p:to>
                                    </p:set>
                                    <p:animEffect transition="in" filter="fade">
                                      <p:cBhvr>
                                        <p:cTn id="89" dur="500"/>
                                        <p:tgtEl>
                                          <p:spTgt spid="69">
                                            <p:txEl>
                                              <p:pRg st="0" end="0"/>
                                            </p:txEl>
                                          </p:spTgt>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61">
                                            <p:txEl>
                                              <p:pRg st="0" end="0"/>
                                            </p:txEl>
                                          </p:spTgt>
                                        </p:tgtEl>
                                        <p:attrNameLst>
                                          <p:attrName>style.visibility</p:attrName>
                                        </p:attrNameLst>
                                      </p:cBhvr>
                                      <p:to>
                                        <p:strVal val="visible"/>
                                      </p:to>
                                    </p:set>
                                    <p:animEffect transition="in" filter="fade">
                                      <p:cBhvr>
                                        <p:cTn id="92" dur="500"/>
                                        <p:tgtEl>
                                          <p:spTgt spid="61">
                                            <p:txEl>
                                              <p:pRg st="0" end="0"/>
                                            </p:txEl>
                                          </p:spTgt>
                                        </p:tgtEl>
                                      </p:cBhvr>
                                    </p:animEffect>
                                  </p:childTnLst>
                                </p:cTn>
                              </p:par>
                            </p:childTnLst>
                          </p:cTn>
                        </p:par>
                        <p:par>
                          <p:cTn id="93" fill="hold">
                            <p:stCondLst>
                              <p:cond delay="6000"/>
                            </p:stCondLst>
                            <p:childTnLst>
                              <p:par>
                                <p:cTn id="94" presetID="22" presetClass="entr" presetSubtype="8" fill="hold" nodeType="afterEffect">
                                  <p:stCondLst>
                                    <p:cond delay="0"/>
                                  </p:stCondLst>
                                  <p:childTnLst>
                                    <p:set>
                                      <p:cBhvr>
                                        <p:cTn id="95" dur="1" fill="hold">
                                          <p:stCondLst>
                                            <p:cond delay="0"/>
                                          </p:stCondLst>
                                        </p:cTn>
                                        <p:tgtEl>
                                          <p:spTgt spid="31"/>
                                        </p:tgtEl>
                                        <p:attrNameLst>
                                          <p:attrName>style.visibility</p:attrName>
                                        </p:attrNameLst>
                                      </p:cBhvr>
                                      <p:to>
                                        <p:strVal val="visible"/>
                                      </p:to>
                                    </p:set>
                                    <p:animEffect transition="in" filter="wipe(left)">
                                      <p:cBhvr>
                                        <p:cTn id="96" dur="500"/>
                                        <p:tgtEl>
                                          <p:spTgt spid="31"/>
                                        </p:tgtEl>
                                      </p:cBhvr>
                                    </p:animEffect>
                                  </p:childTnLst>
                                </p:cTn>
                              </p:par>
                              <p:par>
                                <p:cTn id="97" presetID="16" presetClass="entr" presetSubtype="21" fill="hold" nodeType="withEffect">
                                  <p:stCondLst>
                                    <p:cond delay="0"/>
                                  </p:stCondLst>
                                  <p:childTnLst>
                                    <p:set>
                                      <p:cBhvr>
                                        <p:cTn id="98" dur="1" fill="hold">
                                          <p:stCondLst>
                                            <p:cond delay="0"/>
                                          </p:stCondLst>
                                        </p:cTn>
                                        <p:tgtEl>
                                          <p:spTgt spid="34"/>
                                        </p:tgtEl>
                                        <p:attrNameLst>
                                          <p:attrName>style.visibility</p:attrName>
                                        </p:attrNameLst>
                                      </p:cBhvr>
                                      <p:to>
                                        <p:strVal val="visible"/>
                                      </p:to>
                                    </p:set>
                                    <p:animEffect transition="in" filter="barn(inVertical)">
                                      <p:cBhvr>
                                        <p:cTn id="99" dur="500"/>
                                        <p:tgtEl>
                                          <p:spTgt spid="34"/>
                                        </p:tgtEl>
                                      </p:cBhvr>
                                    </p:animEffect>
                                  </p:childTnLst>
                                </p:cTn>
                              </p:par>
                            </p:childTnLst>
                          </p:cTn>
                        </p:par>
                        <p:par>
                          <p:cTn id="100" fill="hold">
                            <p:stCondLst>
                              <p:cond delay="6500"/>
                            </p:stCondLst>
                            <p:childTnLst>
                              <p:par>
                                <p:cTn id="101" presetID="22" presetClass="entr" presetSubtype="8" fill="hold" nodeType="afterEffect">
                                  <p:stCondLst>
                                    <p:cond delay="0"/>
                                  </p:stCondLst>
                                  <p:childTnLst>
                                    <p:set>
                                      <p:cBhvr>
                                        <p:cTn id="102" dur="1" fill="hold">
                                          <p:stCondLst>
                                            <p:cond delay="0"/>
                                          </p:stCondLst>
                                        </p:cTn>
                                        <p:tgtEl>
                                          <p:spTgt spid="35"/>
                                        </p:tgtEl>
                                        <p:attrNameLst>
                                          <p:attrName>style.visibility</p:attrName>
                                        </p:attrNameLst>
                                      </p:cBhvr>
                                      <p:to>
                                        <p:strVal val="visible"/>
                                      </p:to>
                                    </p:set>
                                    <p:animEffect transition="in" filter="wipe(left)">
                                      <p:cBhvr>
                                        <p:cTn id="103" dur="500"/>
                                        <p:tgtEl>
                                          <p:spTgt spid="35"/>
                                        </p:tgtEl>
                                      </p:cBhvr>
                                    </p:animEffect>
                                  </p:childTnLst>
                                </p:cTn>
                              </p:par>
                              <p:par>
                                <p:cTn id="104" presetID="22" presetClass="entr" presetSubtype="8" fill="hold" nodeType="withEffect">
                                  <p:stCondLst>
                                    <p:cond delay="0"/>
                                  </p:stCondLst>
                                  <p:childTnLst>
                                    <p:set>
                                      <p:cBhvr>
                                        <p:cTn id="105" dur="1" fill="hold">
                                          <p:stCondLst>
                                            <p:cond delay="0"/>
                                          </p:stCondLst>
                                        </p:cTn>
                                        <p:tgtEl>
                                          <p:spTgt spid="39"/>
                                        </p:tgtEl>
                                        <p:attrNameLst>
                                          <p:attrName>style.visibility</p:attrName>
                                        </p:attrNameLst>
                                      </p:cBhvr>
                                      <p:to>
                                        <p:strVal val="visible"/>
                                      </p:to>
                                    </p:set>
                                    <p:animEffect transition="in" filter="wipe(left)">
                                      <p:cBhvr>
                                        <p:cTn id="106" dur="500"/>
                                        <p:tgtEl>
                                          <p:spTgt spid="39"/>
                                        </p:tgtEl>
                                      </p:cBhvr>
                                    </p:animEffect>
                                  </p:childTnLst>
                                </p:cTn>
                              </p:par>
                              <p:par>
                                <p:cTn id="107" presetID="22" presetClass="entr" presetSubtype="8" fill="hold" nodeType="withEffect">
                                  <p:stCondLst>
                                    <p:cond delay="0"/>
                                  </p:stCondLst>
                                  <p:childTnLst>
                                    <p:set>
                                      <p:cBhvr>
                                        <p:cTn id="108" dur="1" fill="hold">
                                          <p:stCondLst>
                                            <p:cond delay="0"/>
                                          </p:stCondLst>
                                        </p:cTn>
                                        <p:tgtEl>
                                          <p:spTgt spid="38"/>
                                        </p:tgtEl>
                                        <p:attrNameLst>
                                          <p:attrName>style.visibility</p:attrName>
                                        </p:attrNameLst>
                                      </p:cBhvr>
                                      <p:to>
                                        <p:strVal val="visible"/>
                                      </p:to>
                                    </p:set>
                                    <p:animEffect transition="in" filter="wipe(left)">
                                      <p:cBhvr>
                                        <p:cTn id="109" dur="500"/>
                                        <p:tgtEl>
                                          <p:spTgt spid="38"/>
                                        </p:tgtEl>
                                      </p:cBhvr>
                                    </p:animEffect>
                                  </p:childTnLst>
                                </p:cTn>
                              </p:par>
                            </p:childTnLst>
                          </p:cTn>
                        </p:par>
                        <p:par>
                          <p:cTn id="110" fill="hold">
                            <p:stCondLst>
                              <p:cond delay="7000"/>
                            </p:stCondLst>
                            <p:childTnLst>
                              <p:par>
                                <p:cTn id="111" presetID="53" presetClass="entr" presetSubtype="16" fill="hold" grpId="0" nodeType="afterEffect">
                                  <p:stCondLst>
                                    <p:cond delay="0"/>
                                  </p:stCondLst>
                                  <p:childTnLst>
                                    <p:set>
                                      <p:cBhvr>
                                        <p:cTn id="112" dur="1" fill="hold">
                                          <p:stCondLst>
                                            <p:cond delay="0"/>
                                          </p:stCondLst>
                                        </p:cTn>
                                        <p:tgtEl>
                                          <p:spTgt spid="32"/>
                                        </p:tgtEl>
                                        <p:attrNameLst>
                                          <p:attrName>style.visibility</p:attrName>
                                        </p:attrNameLst>
                                      </p:cBhvr>
                                      <p:to>
                                        <p:strVal val="visible"/>
                                      </p:to>
                                    </p:set>
                                    <p:anim calcmode="lin" valueType="num">
                                      <p:cBhvr>
                                        <p:cTn id="113" dur="500" fill="hold"/>
                                        <p:tgtEl>
                                          <p:spTgt spid="32"/>
                                        </p:tgtEl>
                                        <p:attrNameLst>
                                          <p:attrName>ppt_w</p:attrName>
                                        </p:attrNameLst>
                                      </p:cBhvr>
                                      <p:tavLst>
                                        <p:tav tm="0">
                                          <p:val>
                                            <p:fltVal val="0"/>
                                          </p:val>
                                        </p:tav>
                                        <p:tav tm="100000">
                                          <p:val>
                                            <p:strVal val="#ppt_w"/>
                                          </p:val>
                                        </p:tav>
                                      </p:tavLst>
                                    </p:anim>
                                    <p:anim calcmode="lin" valueType="num">
                                      <p:cBhvr>
                                        <p:cTn id="114" dur="500" fill="hold"/>
                                        <p:tgtEl>
                                          <p:spTgt spid="32"/>
                                        </p:tgtEl>
                                        <p:attrNameLst>
                                          <p:attrName>ppt_h</p:attrName>
                                        </p:attrNameLst>
                                      </p:cBhvr>
                                      <p:tavLst>
                                        <p:tav tm="0">
                                          <p:val>
                                            <p:fltVal val="0"/>
                                          </p:val>
                                        </p:tav>
                                        <p:tav tm="100000">
                                          <p:val>
                                            <p:strVal val="#ppt_h"/>
                                          </p:val>
                                        </p:tav>
                                      </p:tavLst>
                                    </p:anim>
                                    <p:animEffect transition="in" filter="fade">
                                      <p:cBhvr>
                                        <p:cTn id="115" dur="500"/>
                                        <p:tgtEl>
                                          <p:spTgt spid="32"/>
                                        </p:tgtEl>
                                      </p:cBhvr>
                                    </p:animEffect>
                                  </p:childTnLst>
                                </p:cTn>
                              </p:par>
                            </p:childTnLst>
                          </p:cTn>
                        </p:par>
                        <p:par>
                          <p:cTn id="116" fill="hold">
                            <p:stCondLst>
                              <p:cond delay="7500"/>
                            </p:stCondLst>
                            <p:childTnLst>
                              <p:par>
                                <p:cTn id="117" presetID="10" presetClass="entr" presetSubtype="0" fill="hold" grpId="0" nodeType="afterEffect">
                                  <p:stCondLst>
                                    <p:cond delay="0"/>
                                  </p:stCondLst>
                                  <p:childTnLst>
                                    <p:set>
                                      <p:cBhvr>
                                        <p:cTn id="118" dur="1" fill="hold">
                                          <p:stCondLst>
                                            <p:cond delay="0"/>
                                          </p:stCondLst>
                                        </p:cTn>
                                        <p:tgtEl>
                                          <p:spTgt spid="54"/>
                                        </p:tgtEl>
                                        <p:attrNameLst>
                                          <p:attrName>style.visibility</p:attrName>
                                        </p:attrNameLst>
                                      </p:cBhvr>
                                      <p:to>
                                        <p:strVal val="visible"/>
                                      </p:to>
                                    </p:set>
                                    <p:animEffect transition="in" filter="fade">
                                      <p:cBhvr>
                                        <p:cTn id="119" dur="500"/>
                                        <p:tgtEl>
                                          <p:spTgt spid="54"/>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70">
                                            <p:txEl>
                                              <p:pRg st="0" end="0"/>
                                            </p:txEl>
                                          </p:spTgt>
                                        </p:tgtEl>
                                        <p:attrNameLst>
                                          <p:attrName>style.visibility</p:attrName>
                                        </p:attrNameLst>
                                      </p:cBhvr>
                                      <p:to>
                                        <p:strVal val="visible"/>
                                      </p:to>
                                    </p:set>
                                    <p:animEffect transition="in" filter="fade">
                                      <p:cBhvr>
                                        <p:cTn id="122" dur="500"/>
                                        <p:tgtEl>
                                          <p:spTgt spid="70">
                                            <p:txEl>
                                              <p:pRg st="0" end="0"/>
                                            </p:txEl>
                                          </p:spTgt>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62">
                                            <p:txEl>
                                              <p:pRg st="0" end="0"/>
                                            </p:txEl>
                                          </p:spTgt>
                                        </p:tgtEl>
                                        <p:attrNameLst>
                                          <p:attrName>style.visibility</p:attrName>
                                        </p:attrNameLst>
                                      </p:cBhvr>
                                      <p:to>
                                        <p:strVal val="visible"/>
                                      </p:to>
                                    </p:set>
                                    <p:animEffect transition="in" filter="fade">
                                      <p:cBhvr>
                                        <p:cTn id="125" dur="500"/>
                                        <p:tgtEl>
                                          <p:spTgt spid="62">
                                            <p:txEl>
                                              <p:pRg st="0" end="0"/>
                                            </p:txEl>
                                          </p:spTgt>
                                        </p:tgtEl>
                                      </p:cBhvr>
                                    </p:animEffect>
                                  </p:childTnLst>
                                </p:cTn>
                              </p:par>
                            </p:childTnLst>
                          </p:cTn>
                        </p:par>
                        <p:par>
                          <p:cTn id="126" fill="hold">
                            <p:stCondLst>
                              <p:cond delay="8000"/>
                            </p:stCondLst>
                            <p:childTnLst>
                              <p:par>
                                <p:cTn id="127" presetID="53" presetClass="entr" presetSubtype="16" fill="hold" grpId="0" nodeType="afterEffect">
                                  <p:stCondLst>
                                    <p:cond delay="0"/>
                                  </p:stCondLst>
                                  <p:childTnLst>
                                    <p:set>
                                      <p:cBhvr>
                                        <p:cTn id="128" dur="1" fill="hold">
                                          <p:stCondLst>
                                            <p:cond delay="0"/>
                                          </p:stCondLst>
                                        </p:cTn>
                                        <p:tgtEl>
                                          <p:spTgt spid="40"/>
                                        </p:tgtEl>
                                        <p:attrNameLst>
                                          <p:attrName>style.visibility</p:attrName>
                                        </p:attrNameLst>
                                      </p:cBhvr>
                                      <p:to>
                                        <p:strVal val="visible"/>
                                      </p:to>
                                    </p:set>
                                    <p:anim calcmode="lin" valueType="num">
                                      <p:cBhvr>
                                        <p:cTn id="129" dur="500" fill="hold"/>
                                        <p:tgtEl>
                                          <p:spTgt spid="40"/>
                                        </p:tgtEl>
                                        <p:attrNameLst>
                                          <p:attrName>ppt_w</p:attrName>
                                        </p:attrNameLst>
                                      </p:cBhvr>
                                      <p:tavLst>
                                        <p:tav tm="0">
                                          <p:val>
                                            <p:fltVal val="0"/>
                                          </p:val>
                                        </p:tav>
                                        <p:tav tm="100000">
                                          <p:val>
                                            <p:strVal val="#ppt_w"/>
                                          </p:val>
                                        </p:tav>
                                      </p:tavLst>
                                    </p:anim>
                                    <p:anim calcmode="lin" valueType="num">
                                      <p:cBhvr>
                                        <p:cTn id="130" dur="500" fill="hold"/>
                                        <p:tgtEl>
                                          <p:spTgt spid="40"/>
                                        </p:tgtEl>
                                        <p:attrNameLst>
                                          <p:attrName>ppt_h</p:attrName>
                                        </p:attrNameLst>
                                      </p:cBhvr>
                                      <p:tavLst>
                                        <p:tav tm="0">
                                          <p:val>
                                            <p:fltVal val="0"/>
                                          </p:val>
                                        </p:tav>
                                        <p:tav tm="100000">
                                          <p:val>
                                            <p:strVal val="#ppt_h"/>
                                          </p:val>
                                        </p:tav>
                                      </p:tavLst>
                                    </p:anim>
                                    <p:animEffect transition="in" filter="fade">
                                      <p:cBhvr>
                                        <p:cTn id="131" dur="500"/>
                                        <p:tgtEl>
                                          <p:spTgt spid="40"/>
                                        </p:tgtEl>
                                      </p:cBhvr>
                                    </p:animEffect>
                                  </p:childTnLst>
                                </p:cTn>
                              </p:par>
                            </p:childTnLst>
                          </p:cTn>
                        </p:par>
                        <p:par>
                          <p:cTn id="132" fill="hold">
                            <p:stCondLst>
                              <p:cond delay="8500"/>
                            </p:stCondLst>
                            <p:childTnLst>
                              <p:par>
                                <p:cTn id="133" presetID="10" presetClass="entr" presetSubtype="0" fill="hold" grpId="0" nodeType="afterEffect">
                                  <p:stCondLst>
                                    <p:cond delay="0"/>
                                  </p:stCondLst>
                                  <p:childTnLst>
                                    <p:set>
                                      <p:cBhvr>
                                        <p:cTn id="134" dur="1" fill="hold">
                                          <p:stCondLst>
                                            <p:cond delay="0"/>
                                          </p:stCondLst>
                                        </p:cTn>
                                        <p:tgtEl>
                                          <p:spTgt spid="55"/>
                                        </p:tgtEl>
                                        <p:attrNameLst>
                                          <p:attrName>style.visibility</p:attrName>
                                        </p:attrNameLst>
                                      </p:cBhvr>
                                      <p:to>
                                        <p:strVal val="visible"/>
                                      </p:to>
                                    </p:set>
                                    <p:animEffect transition="in" filter="fade">
                                      <p:cBhvr>
                                        <p:cTn id="135" dur="500"/>
                                        <p:tgtEl>
                                          <p:spTgt spid="55"/>
                                        </p:tgtEl>
                                      </p:cBhvr>
                                    </p:animEffect>
                                  </p:childTnLst>
                                </p:cTn>
                              </p:par>
                              <p:par>
                                <p:cTn id="136" presetID="10" presetClass="entr" presetSubtype="0" fill="hold" grpId="0" nodeType="withEffect">
                                  <p:stCondLst>
                                    <p:cond delay="0"/>
                                  </p:stCondLst>
                                  <p:childTnLst>
                                    <p:set>
                                      <p:cBhvr>
                                        <p:cTn id="137" dur="1" fill="hold">
                                          <p:stCondLst>
                                            <p:cond delay="0"/>
                                          </p:stCondLst>
                                        </p:cTn>
                                        <p:tgtEl>
                                          <p:spTgt spid="71">
                                            <p:txEl>
                                              <p:pRg st="0" end="0"/>
                                            </p:txEl>
                                          </p:spTgt>
                                        </p:tgtEl>
                                        <p:attrNameLst>
                                          <p:attrName>style.visibility</p:attrName>
                                        </p:attrNameLst>
                                      </p:cBhvr>
                                      <p:to>
                                        <p:strVal val="visible"/>
                                      </p:to>
                                    </p:set>
                                    <p:animEffect transition="in" filter="fade">
                                      <p:cBhvr>
                                        <p:cTn id="138" dur="500"/>
                                        <p:tgtEl>
                                          <p:spTgt spid="71">
                                            <p:txEl>
                                              <p:pRg st="0" end="0"/>
                                            </p:txEl>
                                          </p:spTgt>
                                        </p:tgtEl>
                                      </p:cBhvr>
                                    </p:animEffect>
                                  </p:childTnLst>
                                </p:cTn>
                              </p:par>
                              <p:par>
                                <p:cTn id="139" presetID="10" presetClass="entr" presetSubtype="0" fill="hold" grpId="0" nodeType="withEffect">
                                  <p:stCondLst>
                                    <p:cond delay="0"/>
                                  </p:stCondLst>
                                  <p:childTnLst>
                                    <p:set>
                                      <p:cBhvr>
                                        <p:cTn id="140" dur="1" fill="hold">
                                          <p:stCondLst>
                                            <p:cond delay="0"/>
                                          </p:stCondLst>
                                        </p:cTn>
                                        <p:tgtEl>
                                          <p:spTgt spid="63">
                                            <p:txEl>
                                              <p:pRg st="0" end="0"/>
                                            </p:txEl>
                                          </p:spTgt>
                                        </p:tgtEl>
                                        <p:attrNameLst>
                                          <p:attrName>style.visibility</p:attrName>
                                        </p:attrNameLst>
                                      </p:cBhvr>
                                      <p:to>
                                        <p:strVal val="visible"/>
                                      </p:to>
                                    </p:set>
                                    <p:animEffect transition="in" filter="fade">
                                      <p:cBhvr>
                                        <p:cTn id="141" dur="500"/>
                                        <p:tgtEl>
                                          <p:spTgt spid="63">
                                            <p:txEl>
                                              <p:pRg st="0" end="0"/>
                                            </p:txEl>
                                          </p:spTgt>
                                        </p:tgtEl>
                                      </p:cBhvr>
                                    </p:animEffect>
                                  </p:childTnLst>
                                </p:cTn>
                              </p:par>
                            </p:childTnLst>
                          </p:cTn>
                        </p:par>
                        <p:par>
                          <p:cTn id="142" fill="hold">
                            <p:stCondLst>
                              <p:cond delay="9000"/>
                            </p:stCondLst>
                            <p:childTnLst>
                              <p:par>
                                <p:cTn id="143" presetID="53" presetClass="entr" presetSubtype="16" fill="hold" grpId="0" nodeType="afterEffect">
                                  <p:stCondLst>
                                    <p:cond delay="0"/>
                                  </p:stCondLst>
                                  <p:childTnLst>
                                    <p:set>
                                      <p:cBhvr>
                                        <p:cTn id="144" dur="1" fill="hold">
                                          <p:stCondLst>
                                            <p:cond delay="0"/>
                                          </p:stCondLst>
                                        </p:cTn>
                                        <p:tgtEl>
                                          <p:spTgt spid="36"/>
                                        </p:tgtEl>
                                        <p:attrNameLst>
                                          <p:attrName>style.visibility</p:attrName>
                                        </p:attrNameLst>
                                      </p:cBhvr>
                                      <p:to>
                                        <p:strVal val="visible"/>
                                      </p:to>
                                    </p:set>
                                    <p:anim calcmode="lin" valueType="num">
                                      <p:cBhvr>
                                        <p:cTn id="145" dur="500" fill="hold"/>
                                        <p:tgtEl>
                                          <p:spTgt spid="36"/>
                                        </p:tgtEl>
                                        <p:attrNameLst>
                                          <p:attrName>ppt_w</p:attrName>
                                        </p:attrNameLst>
                                      </p:cBhvr>
                                      <p:tavLst>
                                        <p:tav tm="0">
                                          <p:val>
                                            <p:fltVal val="0"/>
                                          </p:val>
                                        </p:tav>
                                        <p:tav tm="100000">
                                          <p:val>
                                            <p:strVal val="#ppt_w"/>
                                          </p:val>
                                        </p:tav>
                                      </p:tavLst>
                                    </p:anim>
                                    <p:anim calcmode="lin" valueType="num">
                                      <p:cBhvr>
                                        <p:cTn id="146" dur="500" fill="hold"/>
                                        <p:tgtEl>
                                          <p:spTgt spid="36"/>
                                        </p:tgtEl>
                                        <p:attrNameLst>
                                          <p:attrName>ppt_h</p:attrName>
                                        </p:attrNameLst>
                                      </p:cBhvr>
                                      <p:tavLst>
                                        <p:tav tm="0">
                                          <p:val>
                                            <p:fltVal val="0"/>
                                          </p:val>
                                        </p:tav>
                                        <p:tav tm="100000">
                                          <p:val>
                                            <p:strVal val="#ppt_h"/>
                                          </p:val>
                                        </p:tav>
                                      </p:tavLst>
                                    </p:anim>
                                    <p:animEffect transition="in" filter="fade">
                                      <p:cBhvr>
                                        <p:cTn id="147" dur="500"/>
                                        <p:tgtEl>
                                          <p:spTgt spid="36"/>
                                        </p:tgtEl>
                                      </p:cBhvr>
                                    </p:animEffect>
                                  </p:childTnLst>
                                </p:cTn>
                              </p:par>
                            </p:childTnLst>
                          </p:cTn>
                        </p:par>
                        <p:par>
                          <p:cTn id="148" fill="hold">
                            <p:stCondLst>
                              <p:cond delay="9500"/>
                            </p:stCondLst>
                            <p:childTnLst>
                              <p:par>
                                <p:cTn id="149" presetID="10" presetClass="entr" presetSubtype="0" fill="hold" grpId="0" nodeType="afterEffect">
                                  <p:stCondLst>
                                    <p:cond delay="0"/>
                                  </p:stCondLst>
                                  <p:childTnLst>
                                    <p:set>
                                      <p:cBhvr>
                                        <p:cTn id="150" dur="1" fill="hold">
                                          <p:stCondLst>
                                            <p:cond delay="0"/>
                                          </p:stCondLst>
                                        </p:cTn>
                                        <p:tgtEl>
                                          <p:spTgt spid="56"/>
                                        </p:tgtEl>
                                        <p:attrNameLst>
                                          <p:attrName>style.visibility</p:attrName>
                                        </p:attrNameLst>
                                      </p:cBhvr>
                                      <p:to>
                                        <p:strVal val="visible"/>
                                      </p:to>
                                    </p:set>
                                    <p:animEffect transition="in" filter="fade">
                                      <p:cBhvr>
                                        <p:cTn id="151" dur="500"/>
                                        <p:tgtEl>
                                          <p:spTgt spid="56"/>
                                        </p:tgtEl>
                                      </p:cBhvr>
                                    </p:animEffect>
                                  </p:childTnLst>
                                </p:cTn>
                              </p:par>
                              <p:par>
                                <p:cTn id="152" presetID="10" presetClass="entr" presetSubtype="0" fill="hold" grpId="0" nodeType="withEffect">
                                  <p:stCondLst>
                                    <p:cond delay="0"/>
                                  </p:stCondLst>
                                  <p:childTnLst>
                                    <p:set>
                                      <p:cBhvr>
                                        <p:cTn id="153" dur="1" fill="hold">
                                          <p:stCondLst>
                                            <p:cond delay="0"/>
                                          </p:stCondLst>
                                        </p:cTn>
                                        <p:tgtEl>
                                          <p:spTgt spid="72">
                                            <p:txEl>
                                              <p:pRg st="0" end="0"/>
                                            </p:txEl>
                                          </p:spTgt>
                                        </p:tgtEl>
                                        <p:attrNameLst>
                                          <p:attrName>style.visibility</p:attrName>
                                        </p:attrNameLst>
                                      </p:cBhvr>
                                      <p:to>
                                        <p:strVal val="visible"/>
                                      </p:to>
                                    </p:set>
                                    <p:animEffect transition="in" filter="fade">
                                      <p:cBhvr>
                                        <p:cTn id="154" dur="500"/>
                                        <p:tgtEl>
                                          <p:spTgt spid="72">
                                            <p:txEl>
                                              <p:pRg st="0" end="0"/>
                                            </p:txEl>
                                          </p:spTgt>
                                        </p:tgtEl>
                                      </p:cBhvr>
                                    </p:animEffect>
                                  </p:childTnLst>
                                </p:cTn>
                              </p:par>
                              <p:par>
                                <p:cTn id="155" presetID="10" presetClass="entr" presetSubtype="0" fill="hold" grpId="0" nodeType="withEffect">
                                  <p:stCondLst>
                                    <p:cond delay="0"/>
                                  </p:stCondLst>
                                  <p:childTnLst>
                                    <p:set>
                                      <p:cBhvr>
                                        <p:cTn id="156" dur="1" fill="hold">
                                          <p:stCondLst>
                                            <p:cond delay="0"/>
                                          </p:stCondLst>
                                        </p:cTn>
                                        <p:tgtEl>
                                          <p:spTgt spid="64">
                                            <p:txEl>
                                              <p:pRg st="0" end="0"/>
                                            </p:txEl>
                                          </p:spTgt>
                                        </p:tgtEl>
                                        <p:attrNameLst>
                                          <p:attrName>style.visibility</p:attrName>
                                        </p:attrNameLst>
                                      </p:cBhvr>
                                      <p:to>
                                        <p:strVal val="visible"/>
                                      </p:to>
                                    </p:set>
                                    <p:animEffect transition="in" filter="fade">
                                      <p:cBhvr>
                                        <p:cTn id="157"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0" grpId="0" animBg="1"/>
      <p:bldP spid="15" grpId="0" animBg="1"/>
      <p:bldP spid="25" grpId="0" animBg="1"/>
      <p:bldP spid="27" grpId="0" animBg="1"/>
      <p:bldP spid="32" grpId="0" animBg="1"/>
      <p:bldP spid="36" grpId="0" animBg="1"/>
      <p:bldP spid="40" grpId="0" animBg="1"/>
      <p:bldP spid="44" grpId="0" animBg="1"/>
      <p:bldP spid="51" grpId="0" animBg="1"/>
      <p:bldP spid="52" grpId="0" animBg="1"/>
      <p:bldP spid="53" grpId="0" animBg="1"/>
      <p:bldP spid="54" grpId="0" animBg="1"/>
      <p:bldP spid="55" grpId="0" animBg="1"/>
      <p:bldP spid="56" grpId="0" animBg="1"/>
      <p:bldP spid="57" grpId="0" build="p">
        <p:tmplLst>
          <p:tmpl lvl="1">
            <p:tnLst>
              <p:par>
                <p:cTn presetID="10" presetClass="entr" presetSubtype="0" fill="hold" nodeType="with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build="p">
        <p:tmplLst>
          <p:tmpl lvl="1">
            <p:tnLst>
              <p:par>
                <p:cTn presetID="10"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build="p">
        <p:tmplLst>
          <p:tmpl lvl="1">
            <p:tnLst>
              <p:par>
                <p:cTn presetID="10" presetClass="entr" presetSubtype="0"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build="p">
        <p:tmplLst>
          <p:tmpl lvl="1">
            <p:tnLst>
              <p:par>
                <p:cTn presetID="10" presetClass="entr" presetSubtype="0" fill="hold" nodeType="with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build="p">
        <p:tmplLst>
          <p:tmpl lvl="1">
            <p:tnLst>
              <p:par>
                <p:cTn presetID="10" presetClass="entr" presetSubtype="0" fill="hold" nodeType="with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build="p">
        <p:tmplLst>
          <p:tmpl lvl="1">
            <p:tnLst>
              <p:par>
                <p:cTn presetID="10" presetClass="entr" presetSubtype="0" fill="hold" nodeType="with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fade">
                      <p:cBhvr>
                        <p:cTn dur="500"/>
                        <p:tgtEl>
                          <p:spTgt spid="62"/>
                        </p:tgtEl>
                      </p:cBhvr>
                    </p:animEffect>
                  </p:childTnLst>
                </p:cTn>
              </p:par>
            </p:tnLst>
          </p:tmpl>
        </p:tmplLst>
      </p:bldP>
      <p:bldP spid="63" grpId="0" build="p">
        <p:tmplLst>
          <p:tmpl lvl="1">
            <p:tnLst>
              <p:par>
                <p:cTn presetID="10" presetClass="entr" presetSubtype="0" fill="hold" nodeType="with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build="p">
        <p:tmplLst>
          <p:tmpl lvl="1">
            <p:tnLst>
              <p:par>
                <p:cTn presetID="10" presetClass="entr" presetSubtype="0" fill="hold" nodeType="with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10"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8" grpId="0" build="p">
        <p:tmplLst>
          <p:tmpl lvl="1">
            <p:tnLst>
              <p:par>
                <p:cTn presetID="10" presetClass="entr" presetSubtype="0" fill="hold" nodeType="with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fade">
                      <p:cBhvr>
                        <p:cTn dur="500"/>
                        <p:tgtEl>
                          <p:spTgt spid="68"/>
                        </p:tgtEl>
                      </p:cBhvr>
                    </p:animEffect>
                  </p:childTnLst>
                </p:cTn>
              </p:par>
            </p:tnLst>
          </p:tmpl>
        </p:tmplLst>
      </p:bldP>
      <p:bldP spid="69" grpId="0" build="p">
        <p:tmplLst>
          <p:tmpl lvl="1">
            <p:tnLst>
              <p:par>
                <p:cTn presetID="10" presetClass="entr" presetSubtype="0" fill="hold" nodeType="with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fade">
                      <p:cBhvr>
                        <p:cTn dur="500"/>
                        <p:tgtEl>
                          <p:spTgt spid="69"/>
                        </p:tgtEl>
                      </p:cBhvr>
                    </p:animEffect>
                  </p:childTnLst>
                </p:cTn>
              </p:par>
            </p:tnLst>
          </p:tmpl>
        </p:tmplLst>
      </p:bldP>
      <p:bldP spid="70" grpId="0" build="p">
        <p:tmplLst>
          <p:tmpl lvl="1">
            <p:tnLst>
              <p:par>
                <p:cTn presetID="10" presetClass="entr" presetSubtype="0" fill="hold" nodeType="withEffect">
                  <p:stCondLst>
                    <p:cond delay="0"/>
                  </p:stCondLst>
                  <p:childTnLst>
                    <p:set>
                      <p:cBhvr>
                        <p:cTn dur="1" fill="hold">
                          <p:stCondLst>
                            <p:cond delay="0"/>
                          </p:stCondLst>
                        </p:cTn>
                        <p:tgtEl>
                          <p:spTgt spid="70"/>
                        </p:tgtEl>
                        <p:attrNameLst>
                          <p:attrName>style.visibility</p:attrName>
                        </p:attrNameLst>
                      </p:cBhvr>
                      <p:to>
                        <p:strVal val="visible"/>
                      </p:to>
                    </p:set>
                    <p:animEffect transition="in" filter="fade">
                      <p:cBhvr>
                        <p:cTn dur="500"/>
                        <p:tgtEl>
                          <p:spTgt spid="70"/>
                        </p:tgtEl>
                      </p:cBhvr>
                    </p:animEffect>
                  </p:childTnLst>
                </p:cTn>
              </p:par>
            </p:tnLst>
          </p:tmpl>
        </p:tmplLst>
      </p:bldP>
      <p:bldP spid="71" grpId="0" build="p">
        <p:tmplLst>
          <p:tmpl lvl="1">
            <p:tnLst>
              <p:par>
                <p:cTn presetID="10" presetClass="entr" presetSubtype="0" fill="hold" nodeType="withEffect">
                  <p:stCondLst>
                    <p:cond delay="0"/>
                  </p:stCondLst>
                  <p:childTnLst>
                    <p:set>
                      <p:cBhvr>
                        <p:cTn dur="1" fill="hold">
                          <p:stCondLst>
                            <p:cond delay="0"/>
                          </p:stCondLst>
                        </p:cTn>
                        <p:tgtEl>
                          <p:spTgt spid="71"/>
                        </p:tgtEl>
                        <p:attrNameLst>
                          <p:attrName>style.visibility</p:attrName>
                        </p:attrNameLst>
                      </p:cBhvr>
                      <p:to>
                        <p:strVal val="visible"/>
                      </p:to>
                    </p:set>
                    <p:animEffect transition="in" filter="fade">
                      <p:cBhvr>
                        <p:cTn dur="500"/>
                        <p:tgtEl>
                          <p:spTgt spid="71"/>
                        </p:tgtEl>
                      </p:cBhvr>
                    </p:animEffect>
                  </p:childTnLst>
                </p:cTn>
              </p:par>
            </p:tnLst>
          </p:tmpl>
        </p:tmplLst>
      </p:bldP>
      <p:bldP spid="72" grpId="0" build="p">
        <p:tmplLst>
          <p:tmpl lvl="1">
            <p:tnLst>
              <p:par>
                <p:cTn presetID="10" presetClass="entr" presetSubtype="0" fill="hold" nodeType="with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fade">
                      <p:cBhvr>
                        <p:cTn dur="500"/>
                        <p:tgtEl>
                          <p:spTgt spid="72"/>
                        </p:tgtEl>
                      </p:cBhvr>
                    </p:animEffect>
                  </p:childTnLst>
                </p:cTn>
              </p:par>
            </p:tnLst>
          </p:tmpl>
        </p:tmplLst>
      </p:bldP>
    </p:bldLst>
  </p:timing>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E7ACA307-45A8-6746-9915-49EA39A9F793}"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Rounded Rectangle 7"/>
          <p:cNvSpPr/>
          <p:nvPr userDrawn="1"/>
        </p:nvSpPr>
        <p:spPr>
          <a:xfrm>
            <a:off x="838199" y="5261841"/>
            <a:ext cx="2105891" cy="60353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1" name="Picture Placeholder 10"/>
          <p:cNvSpPr>
            <a:spLocks noGrp="1"/>
          </p:cNvSpPr>
          <p:nvPr>
            <p:ph type="pic" sz="quarter" idx="13"/>
          </p:nvPr>
        </p:nvSpPr>
        <p:spPr>
          <a:xfrm>
            <a:off x="838200" y="1995054"/>
            <a:ext cx="2105891" cy="3158837"/>
          </a:xfrm>
          <a:custGeom>
            <a:avLst/>
            <a:gdLst>
              <a:gd name="connsiteX0" fmla="*/ 226299 w 2105891"/>
              <a:gd name="connsiteY0" fmla="*/ 0 h 3158837"/>
              <a:gd name="connsiteX1" fmla="*/ 1879592 w 2105891"/>
              <a:gd name="connsiteY1" fmla="*/ 0 h 3158837"/>
              <a:gd name="connsiteX2" fmla="*/ 2105891 w 2105891"/>
              <a:gd name="connsiteY2" fmla="*/ 226299 h 3158837"/>
              <a:gd name="connsiteX3" fmla="*/ 2105891 w 2105891"/>
              <a:gd name="connsiteY3" fmla="*/ 2932538 h 3158837"/>
              <a:gd name="connsiteX4" fmla="*/ 1879592 w 2105891"/>
              <a:gd name="connsiteY4" fmla="*/ 3158837 h 3158837"/>
              <a:gd name="connsiteX5" fmla="*/ 226299 w 2105891"/>
              <a:gd name="connsiteY5" fmla="*/ 3158837 h 3158837"/>
              <a:gd name="connsiteX6" fmla="*/ 0 w 2105891"/>
              <a:gd name="connsiteY6" fmla="*/ 2932538 h 3158837"/>
              <a:gd name="connsiteX7" fmla="*/ 0 w 2105891"/>
              <a:gd name="connsiteY7" fmla="*/ 226299 h 3158837"/>
              <a:gd name="connsiteX8" fmla="*/ 226299 w 2105891"/>
              <a:gd name="connsiteY8" fmla="*/ 0 h 315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5891" h="3158837">
                <a:moveTo>
                  <a:pt x="226299" y="0"/>
                </a:moveTo>
                <a:lnTo>
                  <a:pt x="1879592" y="0"/>
                </a:lnTo>
                <a:cubicBezTo>
                  <a:pt x="2004573" y="0"/>
                  <a:pt x="2105891" y="101318"/>
                  <a:pt x="2105891" y="226299"/>
                </a:cubicBezTo>
                <a:lnTo>
                  <a:pt x="2105891" y="2932538"/>
                </a:lnTo>
                <a:cubicBezTo>
                  <a:pt x="2105891" y="3057519"/>
                  <a:pt x="2004573" y="3158837"/>
                  <a:pt x="1879592" y="3158837"/>
                </a:cubicBezTo>
                <a:lnTo>
                  <a:pt x="226299" y="3158837"/>
                </a:lnTo>
                <a:cubicBezTo>
                  <a:pt x="101318" y="3158837"/>
                  <a:pt x="0" y="3057519"/>
                  <a:pt x="0" y="2932538"/>
                </a:cubicBezTo>
                <a:lnTo>
                  <a:pt x="0" y="226299"/>
                </a:lnTo>
                <a:cubicBezTo>
                  <a:pt x="0" y="101318"/>
                  <a:pt x="101318" y="0"/>
                  <a:pt x="226299" y="0"/>
                </a:cubicBezTo>
                <a:close/>
              </a:path>
            </a:pathLst>
          </a:custGeom>
          <a:solidFill>
            <a:schemeClr val="bg1">
              <a:lumMod val="95000"/>
            </a:schemeClr>
          </a:solidFill>
        </p:spPr>
        <p:txBody>
          <a:bodyPr wrap="square">
            <a:noAutofit/>
          </a:bodyPr>
          <a:lstStyle/>
          <a:p>
            <a:endParaRPr lang="en-AU" dirty="0"/>
          </a:p>
        </p:txBody>
      </p:sp>
      <p:sp>
        <p:nvSpPr>
          <p:cNvPr id="12" name="Text Placeholder 10"/>
          <p:cNvSpPr>
            <a:spLocks noGrp="1"/>
          </p:cNvSpPr>
          <p:nvPr>
            <p:ph type="body" sz="quarter" idx="14" hasCustomPrompt="1"/>
          </p:nvPr>
        </p:nvSpPr>
        <p:spPr>
          <a:xfrm>
            <a:off x="3581400" y="1995054"/>
            <a:ext cx="3962400" cy="348342"/>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3" name="Text Placeholder 10"/>
          <p:cNvSpPr>
            <a:spLocks noGrp="1"/>
          </p:cNvSpPr>
          <p:nvPr>
            <p:ph type="body" sz="quarter" idx="15" hasCustomPrompt="1"/>
          </p:nvPr>
        </p:nvSpPr>
        <p:spPr>
          <a:xfrm>
            <a:off x="3581400" y="3766006"/>
            <a:ext cx="3962400" cy="348342"/>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4" name="Text Placeholder 10"/>
          <p:cNvSpPr>
            <a:spLocks noGrp="1"/>
          </p:cNvSpPr>
          <p:nvPr>
            <p:ph type="body" sz="quarter" idx="16" hasCustomPrompt="1"/>
          </p:nvPr>
        </p:nvSpPr>
        <p:spPr>
          <a:xfrm>
            <a:off x="3581401" y="2424114"/>
            <a:ext cx="6837218" cy="762432"/>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8" name="Text Placeholder 10"/>
          <p:cNvSpPr>
            <a:spLocks noGrp="1"/>
          </p:cNvSpPr>
          <p:nvPr>
            <p:ph type="body" sz="quarter" idx="17" hasCustomPrompt="1"/>
          </p:nvPr>
        </p:nvSpPr>
        <p:spPr>
          <a:xfrm>
            <a:off x="838199" y="5406778"/>
            <a:ext cx="2135188" cy="348342"/>
          </a:xfrm>
        </p:spPr>
        <p:txBody>
          <a:bodyPr>
            <a:normAutofit/>
          </a:bodyPr>
          <a:lstStyle>
            <a:lvl1pPr algn="ctr">
              <a:defRPr sz="14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Tree>
    <p:extLst>
      <p:ext uri="{BB962C8B-B14F-4D97-AF65-F5344CB8AC3E}">
        <p14:creationId xmlns:p14="http://schemas.microsoft.com/office/powerpoint/2010/main" val="26534434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p:cTn id="15" dur="500" fill="hold"/>
                                        <p:tgtEl>
                                          <p:spTgt spid="11"/>
                                        </p:tgtEl>
                                        <p:attrNameLst>
                                          <p:attrName>ppt_w</p:attrName>
                                        </p:attrNameLst>
                                      </p:cBhvr>
                                      <p:tavLst>
                                        <p:tav tm="0">
                                          <p:val>
                                            <p:fltVal val="0"/>
                                          </p:val>
                                        </p:tav>
                                        <p:tav tm="100000">
                                          <p:val>
                                            <p:strVal val="#ppt_w"/>
                                          </p:val>
                                        </p:tav>
                                      </p:tavLst>
                                    </p:anim>
                                    <p:anim calcmode="lin" valueType="num">
                                      <p:cBhvr>
                                        <p:cTn id="16" dur="500" fill="hold"/>
                                        <p:tgtEl>
                                          <p:spTgt spid="11"/>
                                        </p:tgtEl>
                                        <p:attrNameLst>
                                          <p:attrName>ppt_h</p:attrName>
                                        </p:attrNameLst>
                                      </p:cBhvr>
                                      <p:tavLst>
                                        <p:tav tm="0">
                                          <p:val>
                                            <p:fltVal val="0"/>
                                          </p:val>
                                        </p:tav>
                                        <p:tav tm="100000">
                                          <p:val>
                                            <p:strVal val="#ppt_h"/>
                                          </p:val>
                                        </p:tav>
                                      </p:tavLst>
                                    </p:anim>
                                    <p:animEffect transition="in" filter="fade">
                                      <p:cBhvr>
                                        <p:cTn id="17" dur="500"/>
                                        <p:tgtEl>
                                          <p:spTgt spid="11"/>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500"/>
                                        <p:tgtEl>
                                          <p:spTgt spid="8"/>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8">
                                            <p:txEl>
                                              <p:pRg st="0" end="0"/>
                                            </p:txEl>
                                          </p:spTgt>
                                        </p:tgtEl>
                                        <p:attrNameLst>
                                          <p:attrName>style.visibility</p:attrName>
                                        </p:attrNameLst>
                                      </p:cBhvr>
                                      <p:to>
                                        <p:strVal val="visible"/>
                                      </p:to>
                                    </p:set>
                                    <p:animEffect transition="in" filter="fade">
                                      <p:cBhvr>
                                        <p:cTn id="24" dur="500"/>
                                        <p:tgtEl>
                                          <p:spTgt spid="28">
                                            <p:txEl>
                                              <p:pRg st="0" end="0"/>
                                            </p:txEl>
                                          </p:spTgt>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12">
                                            <p:txEl>
                                              <p:pRg st="0" end="0"/>
                                            </p:txEl>
                                          </p:spTgt>
                                        </p:tgtEl>
                                        <p:attrNameLst>
                                          <p:attrName>style.visibility</p:attrName>
                                        </p:attrNameLst>
                                      </p:cBhvr>
                                      <p:to>
                                        <p:strVal val="visible"/>
                                      </p:to>
                                    </p:set>
                                    <p:animEffect transition="in" filter="fade">
                                      <p:cBhvr>
                                        <p:cTn id="28" dur="500"/>
                                        <p:tgtEl>
                                          <p:spTgt spid="12">
                                            <p:txEl>
                                              <p:pRg st="0" end="0"/>
                                            </p:txEl>
                                          </p:spTgt>
                                        </p:tgtEl>
                                      </p:cBhvr>
                                    </p:animEffect>
                                  </p:childTnLst>
                                </p:cTn>
                              </p:par>
                              <p:par>
                                <p:cTn id="29" presetID="42" presetClass="entr" presetSubtype="0" fill="hold" grpId="0" nodeType="withEffect">
                                  <p:stCondLst>
                                    <p:cond delay="0"/>
                                  </p:stCondLst>
                                  <p:childTnLst>
                                    <p:set>
                                      <p:cBhvr>
                                        <p:cTn id="30" dur="1" fill="hold">
                                          <p:stCondLst>
                                            <p:cond delay="0"/>
                                          </p:stCondLst>
                                        </p:cTn>
                                        <p:tgtEl>
                                          <p:spTgt spid="14">
                                            <p:txEl>
                                              <p:pRg st="0" end="0"/>
                                            </p:txEl>
                                          </p:spTgt>
                                        </p:tgtEl>
                                        <p:attrNameLst>
                                          <p:attrName>style.visibility</p:attrName>
                                        </p:attrNameLst>
                                      </p:cBhvr>
                                      <p:to>
                                        <p:strVal val="visible"/>
                                      </p:to>
                                    </p:set>
                                    <p:animEffect transition="in" filter="fade">
                                      <p:cBhvr>
                                        <p:cTn id="31" dur="500"/>
                                        <p:tgtEl>
                                          <p:spTgt spid="14">
                                            <p:txEl>
                                              <p:pRg st="0" end="0"/>
                                            </p:txEl>
                                          </p:spTgt>
                                        </p:tgtEl>
                                      </p:cBhvr>
                                    </p:animEffect>
                                    <p:anim calcmode="lin" valueType="num">
                                      <p:cBhvr>
                                        <p:cTn id="3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33" dur="5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10" presetClass="entr" presetSubtype="0" fill="hold" grpId="0" nodeType="afterEffect">
                                  <p:stCondLst>
                                    <p:cond delay="0"/>
                                  </p:stCondLst>
                                  <p:childTnLst>
                                    <p:set>
                                      <p:cBhvr>
                                        <p:cTn id="36" dur="1" fill="hold">
                                          <p:stCondLst>
                                            <p:cond delay="0"/>
                                          </p:stCondLst>
                                        </p:cTn>
                                        <p:tgtEl>
                                          <p:spTgt spid="13">
                                            <p:txEl>
                                              <p:pRg st="0" end="0"/>
                                            </p:txEl>
                                          </p:spTgt>
                                        </p:tgtEl>
                                        <p:attrNameLst>
                                          <p:attrName>style.visibility</p:attrName>
                                        </p:attrNameLst>
                                      </p:cBhvr>
                                      <p:to>
                                        <p:strVal val="visible"/>
                                      </p:to>
                                    </p:set>
                                    <p:animEffect transition="in" filter="fade">
                                      <p:cBhvr>
                                        <p:cTn id="37"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11" grpId="0" animBg="1"/>
      <p:bldP spid="12" grpId="0" build="p">
        <p:tmplLst>
          <p:tmpl lvl="1">
            <p:tnLst>
              <p:par>
                <p:cTn presetID="10" presetClass="entr" presetSubtype="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childTnLst>
                </p:cTn>
              </p:par>
            </p:tnLst>
          </p:tmpl>
        </p:tmplLst>
      </p:bldP>
      <p:bldP spid="13" grpId="0" build="p">
        <p:tmplLst>
          <p:tmpl lvl="1">
            <p:tnLst>
              <p:par>
                <p:cTn presetID="10" presetClass="entr" presetSubtype="0"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14" grpId="0" build="p">
        <p:tmplLst>
          <p:tmpl lvl="1">
            <p:tnLst>
              <p:par>
                <p:cTn presetID="42" presetClass="entr" presetSubtype="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anim calcmode="lin" valueType="num">
                      <p:cBhvr>
                        <p:cTn dur="500" fill="hold"/>
                        <p:tgtEl>
                          <p:spTgt spid="14"/>
                        </p:tgtEl>
                        <p:attrNameLst>
                          <p:attrName>ppt_x</p:attrName>
                        </p:attrNameLst>
                      </p:cBhvr>
                      <p:tavLst>
                        <p:tav tm="0">
                          <p:val>
                            <p:strVal val="#ppt_x"/>
                          </p:val>
                        </p:tav>
                        <p:tav tm="100000">
                          <p:val>
                            <p:strVal val="#ppt_x"/>
                          </p:val>
                        </p:tav>
                      </p:tavLst>
                    </p:anim>
                    <p:anim calcmode="lin" valueType="num">
                      <p:cBhvr>
                        <p:cTn dur="500" fill="hold"/>
                        <p:tgtEl>
                          <p:spTgt spid="14"/>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10"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Lst>
  </p:timing>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8F8EE856-8F5F-154A-A2A3-82C048F54FA8}"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dirty="0">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5" name="Picture Placeholder 9"/>
          <p:cNvSpPr>
            <a:spLocks noGrp="1"/>
          </p:cNvSpPr>
          <p:nvPr>
            <p:ph type="pic" sz="quarter" idx="13" hasCustomPrompt="1"/>
          </p:nvPr>
        </p:nvSpPr>
        <p:spPr>
          <a:xfrm>
            <a:off x="1146628" y="2100942"/>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7" name="Picture Placeholder 9"/>
          <p:cNvSpPr>
            <a:spLocks noGrp="1"/>
          </p:cNvSpPr>
          <p:nvPr>
            <p:ph type="pic" sz="quarter" idx="14" hasCustomPrompt="1"/>
          </p:nvPr>
        </p:nvSpPr>
        <p:spPr>
          <a:xfrm>
            <a:off x="5032828" y="2100942"/>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8" name="Picture Placeholder 9"/>
          <p:cNvSpPr>
            <a:spLocks noGrp="1"/>
          </p:cNvSpPr>
          <p:nvPr>
            <p:ph type="pic" sz="quarter" idx="15" hasCustomPrompt="1"/>
          </p:nvPr>
        </p:nvSpPr>
        <p:spPr>
          <a:xfrm>
            <a:off x="8919028" y="2100941"/>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9" name="Text Placeholder 10"/>
          <p:cNvSpPr>
            <a:spLocks noGrp="1"/>
          </p:cNvSpPr>
          <p:nvPr>
            <p:ph type="body" sz="quarter" idx="29" hasCustomPrompt="1"/>
          </p:nvPr>
        </p:nvSpPr>
        <p:spPr>
          <a:xfrm>
            <a:off x="1146628" y="4642861"/>
            <a:ext cx="2126343"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20" name="Text Placeholder 10"/>
          <p:cNvSpPr>
            <a:spLocks noGrp="1"/>
          </p:cNvSpPr>
          <p:nvPr>
            <p:ph type="body" sz="quarter" idx="35" hasCustomPrompt="1"/>
          </p:nvPr>
        </p:nvSpPr>
        <p:spPr>
          <a:xfrm>
            <a:off x="1146628" y="4431245"/>
            <a:ext cx="2126343" cy="210146"/>
          </a:xfrm>
        </p:spPr>
        <p:txBody>
          <a:bodyPr>
            <a:normAutofit/>
          </a:bodyPr>
          <a:lstStyle>
            <a:lvl1pPr algn="ctr">
              <a:defRPr sz="1200" baseline="0">
                <a:solidFill>
                  <a:schemeClr val="accent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5" name="Text Placeholder 10"/>
          <p:cNvSpPr>
            <a:spLocks noGrp="1"/>
          </p:cNvSpPr>
          <p:nvPr>
            <p:ph type="body" sz="quarter" idx="16" hasCustomPrompt="1"/>
          </p:nvPr>
        </p:nvSpPr>
        <p:spPr>
          <a:xfrm>
            <a:off x="1146628" y="5233299"/>
            <a:ext cx="2126343" cy="773509"/>
          </a:xfrm>
        </p:spPr>
        <p:txBody>
          <a:bodyPr>
            <a:normAutofit/>
          </a:bodyPr>
          <a:lstStyle>
            <a:lvl1pPr algn="ctr">
              <a:defRPr sz="10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6" name="Text Placeholder 10"/>
          <p:cNvSpPr>
            <a:spLocks noGrp="1"/>
          </p:cNvSpPr>
          <p:nvPr>
            <p:ph type="body" sz="quarter" idx="36" hasCustomPrompt="1"/>
          </p:nvPr>
        </p:nvSpPr>
        <p:spPr>
          <a:xfrm>
            <a:off x="5032828" y="4642861"/>
            <a:ext cx="2126343"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27" name="Text Placeholder 10"/>
          <p:cNvSpPr>
            <a:spLocks noGrp="1"/>
          </p:cNvSpPr>
          <p:nvPr>
            <p:ph type="body" sz="quarter" idx="37" hasCustomPrompt="1"/>
          </p:nvPr>
        </p:nvSpPr>
        <p:spPr>
          <a:xfrm>
            <a:off x="5032828" y="4431245"/>
            <a:ext cx="2126343" cy="210146"/>
          </a:xfrm>
        </p:spPr>
        <p:txBody>
          <a:bodyPr>
            <a:normAutofit/>
          </a:bodyPr>
          <a:lstStyle>
            <a:lvl1pPr algn="ctr">
              <a:defRPr sz="1200" baseline="0">
                <a:solidFill>
                  <a:schemeClr val="accent2"/>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9" name="Text Placeholder 10"/>
          <p:cNvSpPr>
            <a:spLocks noGrp="1"/>
          </p:cNvSpPr>
          <p:nvPr>
            <p:ph type="body" sz="quarter" idx="38" hasCustomPrompt="1"/>
          </p:nvPr>
        </p:nvSpPr>
        <p:spPr>
          <a:xfrm>
            <a:off x="5032828" y="5233299"/>
            <a:ext cx="2126343" cy="773509"/>
          </a:xfrm>
        </p:spPr>
        <p:txBody>
          <a:bodyPr>
            <a:normAutofit/>
          </a:bodyPr>
          <a:lstStyle>
            <a:lvl1pPr algn="ctr">
              <a:defRPr sz="10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30" name="Text Placeholder 10"/>
          <p:cNvSpPr>
            <a:spLocks noGrp="1"/>
          </p:cNvSpPr>
          <p:nvPr>
            <p:ph type="body" sz="quarter" idx="39" hasCustomPrompt="1"/>
          </p:nvPr>
        </p:nvSpPr>
        <p:spPr>
          <a:xfrm>
            <a:off x="8919028" y="4637053"/>
            <a:ext cx="2126343"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31" name="Text Placeholder 10"/>
          <p:cNvSpPr>
            <a:spLocks noGrp="1"/>
          </p:cNvSpPr>
          <p:nvPr>
            <p:ph type="body" sz="quarter" idx="40" hasCustomPrompt="1"/>
          </p:nvPr>
        </p:nvSpPr>
        <p:spPr>
          <a:xfrm>
            <a:off x="8919028" y="4425437"/>
            <a:ext cx="2126343" cy="210146"/>
          </a:xfrm>
        </p:spPr>
        <p:txBody>
          <a:bodyPr>
            <a:normAutofit/>
          </a:bodyPr>
          <a:lstStyle>
            <a:lvl1pPr algn="ctr">
              <a:defRPr sz="1200" baseline="0">
                <a:solidFill>
                  <a:schemeClr val="accent4"/>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2" name="Text Placeholder 10"/>
          <p:cNvSpPr>
            <a:spLocks noGrp="1"/>
          </p:cNvSpPr>
          <p:nvPr>
            <p:ph type="body" sz="quarter" idx="41" hasCustomPrompt="1"/>
          </p:nvPr>
        </p:nvSpPr>
        <p:spPr>
          <a:xfrm>
            <a:off x="8919028" y="5227491"/>
            <a:ext cx="2126343" cy="773509"/>
          </a:xfrm>
        </p:spPr>
        <p:txBody>
          <a:bodyPr>
            <a:normAutofit/>
          </a:bodyPr>
          <a:lstStyle>
            <a:lvl1pPr algn="ctr">
              <a:defRPr sz="10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grpSp>
        <p:nvGrpSpPr>
          <p:cNvPr id="33" name="Group 32"/>
          <p:cNvGrpSpPr/>
          <p:nvPr userDrawn="1"/>
        </p:nvGrpSpPr>
        <p:grpSpPr>
          <a:xfrm>
            <a:off x="1441126" y="4932435"/>
            <a:ext cx="1537345" cy="214571"/>
            <a:chOff x="5317188" y="3092930"/>
            <a:chExt cx="1537345" cy="214571"/>
          </a:xfrm>
          <a:solidFill>
            <a:srgbClr val="FFC000"/>
          </a:solidFill>
        </p:grpSpPr>
        <p:sp>
          <p:nvSpPr>
            <p:cNvPr id="34" name="5-Point Star 33"/>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5-Point Star 34"/>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5-Point Star 35"/>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7" name="5-Point Star 36"/>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8" name="5-Point Star 37"/>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39" name="Group 38"/>
          <p:cNvGrpSpPr/>
          <p:nvPr userDrawn="1"/>
        </p:nvGrpSpPr>
        <p:grpSpPr>
          <a:xfrm>
            <a:off x="5327327" y="4932479"/>
            <a:ext cx="1537345" cy="214571"/>
            <a:chOff x="5317188" y="3092930"/>
            <a:chExt cx="1537345" cy="214571"/>
          </a:xfrm>
          <a:solidFill>
            <a:srgbClr val="FFC000"/>
          </a:solidFill>
        </p:grpSpPr>
        <p:sp>
          <p:nvSpPr>
            <p:cNvPr id="40" name="5-Point Star 39"/>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1" name="5-Point Star 40"/>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2" name="5-Point Star 41"/>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3" name="5-Point Star 42"/>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5-Point Star 43"/>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45" name="Group 44"/>
          <p:cNvGrpSpPr/>
          <p:nvPr userDrawn="1"/>
        </p:nvGrpSpPr>
        <p:grpSpPr>
          <a:xfrm>
            <a:off x="9213526" y="4932435"/>
            <a:ext cx="1537345" cy="214571"/>
            <a:chOff x="5317188" y="3092930"/>
            <a:chExt cx="1537345" cy="214571"/>
          </a:xfrm>
          <a:solidFill>
            <a:srgbClr val="FFC000"/>
          </a:solidFill>
        </p:grpSpPr>
        <p:sp>
          <p:nvSpPr>
            <p:cNvPr id="46" name="5-Point Star 45"/>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7" name="5-Point Star 46"/>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8" name="5-Point Star 47"/>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9" name="5-Point Star 48"/>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0" name="5-Point Star 49"/>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Tree>
    <p:extLst>
      <p:ext uri="{BB962C8B-B14F-4D97-AF65-F5344CB8AC3E}">
        <p14:creationId xmlns:p14="http://schemas.microsoft.com/office/powerpoint/2010/main" val="40136065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p:cTn id="15" dur="500" fill="hold"/>
                                        <p:tgtEl>
                                          <p:spTgt spid="15"/>
                                        </p:tgtEl>
                                        <p:attrNameLst>
                                          <p:attrName>ppt_w</p:attrName>
                                        </p:attrNameLst>
                                      </p:cBhvr>
                                      <p:tavLst>
                                        <p:tav tm="0">
                                          <p:val>
                                            <p:fltVal val="0"/>
                                          </p:val>
                                        </p:tav>
                                        <p:tav tm="100000">
                                          <p:val>
                                            <p:strVal val="#ppt_w"/>
                                          </p:val>
                                        </p:tav>
                                      </p:tavLst>
                                    </p:anim>
                                    <p:anim calcmode="lin" valueType="num">
                                      <p:cBhvr>
                                        <p:cTn id="16" dur="500" fill="hold"/>
                                        <p:tgtEl>
                                          <p:spTgt spid="15"/>
                                        </p:tgtEl>
                                        <p:attrNameLst>
                                          <p:attrName>ppt_h</p:attrName>
                                        </p:attrNameLst>
                                      </p:cBhvr>
                                      <p:tavLst>
                                        <p:tav tm="0">
                                          <p:val>
                                            <p:fltVal val="0"/>
                                          </p:val>
                                        </p:tav>
                                        <p:tav tm="100000">
                                          <p:val>
                                            <p:strVal val="#ppt_h"/>
                                          </p:val>
                                        </p:tav>
                                      </p:tavLst>
                                    </p:anim>
                                    <p:animEffect transition="in" filter="fade">
                                      <p:cBhvr>
                                        <p:cTn id="17" dur="500"/>
                                        <p:tgtEl>
                                          <p:spTgt spid="15"/>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fade">
                                      <p:cBhvr>
                                        <p:cTn id="20" dur="500"/>
                                        <p:tgtEl>
                                          <p:spTgt spid="20">
                                            <p:txEl>
                                              <p:pRg st="0" end="0"/>
                                            </p:txEl>
                                          </p:spTgt>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9">
                                            <p:txEl>
                                              <p:pRg st="0" end="0"/>
                                            </p:txEl>
                                          </p:spTgt>
                                        </p:tgtEl>
                                        <p:attrNameLst>
                                          <p:attrName>style.visibility</p:attrName>
                                        </p:attrNameLst>
                                      </p:cBhvr>
                                      <p:to>
                                        <p:strVal val="visible"/>
                                      </p:to>
                                    </p:set>
                                    <p:animEffect transition="in" filter="fade">
                                      <p:cBhvr>
                                        <p:cTn id="23" dur="500"/>
                                        <p:tgtEl>
                                          <p:spTgt spid="19">
                                            <p:txEl>
                                              <p:pRg st="0" end="0"/>
                                            </p:txEl>
                                          </p:spTgt>
                                        </p:tgtEl>
                                      </p:cBhvr>
                                    </p:animEffect>
                                  </p:childTnLst>
                                </p:cTn>
                              </p:par>
                            </p:childTnLst>
                          </p:cTn>
                        </p:par>
                        <p:par>
                          <p:cTn id="24" fill="hold">
                            <p:stCondLst>
                              <p:cond delay="1500"/>
                            </p:stCondLst>
                            <p:childTnLst>
                              <p:par>
                                <p:cTn id="25" presetID="22" presetClass="entr" presetSubtype="8" fill="hold" nodeType="afterEffect">
                                  <p:stCondLst>
                                    <p:cond delay="0"/>
                                  </p:stCondLst>
                                  <p:childTnLst>
                                    <p:set>
                                      <p:cBhvr>
                                        <p:cTn id="26" dur="1" fill="hold">
                                          <p:stCondLst>
                                            <p:cond delay="0"/>
                                          </p:stCondLst>
                                        </p:cTn>
                                        <p:tgtEl>
                                          <p:spTgt spid="33"/>
                                        </p:tgtEl>
                                        <p:attrNameLst>
                                          <p:attrName>style.visibility</p:attrName>
                                        </p:attrNameLst>
                                      </p:cBhvr>
                                      <p:to>
                                        <p:strVal val="visible"/>
                                      </p:to>
                                    </p:set>
                                    <p:animEffect transition="in" filter="wipe(left)">
                                      <p:cBhvr>
                                        <p:cTn id="27" dur="500"/>
                                        <p:tgtEl>
                                          <p:spTgt spid="33"/>
                                        </p:tgtEl>
                                      </p:cBhvr>
                                    </p:animEffect>
                                  </p:childTnLst>
                                </p:cTn>
                              </p:par>
                              <p:par>
                                <p:cTn id="28" presetID="42" presetClass="entr" presetSubtype="0" fill="hold" grpId="0" nodeType="withEffect">
                                  <p:stCondLst>
                                    <p:cond delay="0"/>
                                  </p:stCondLst>
                                  <p:childTnLst>
                                    <p:set>
                                      <p:cBhvr>
                                        <p:cTn id="29" dur="1" fill="hold">
                                          <p:stCondLst>
                                            <p:cond delay="0"/>
                                          </p:stCondLst>
                                        </p:cTn>
                                        <p:tgtEl>
                                          <p:spTgt spid="25">
                                            <p:txEl>
                                              <p:pRg st="0" end="0"/>
                                            </p:txEl>
                                          </p:spTgt>
                                        </p:tgtEl>
                                        <p:attrNameLst>
                                          <p:attrName>style.visibility</p:attrName>
                                        </p:attrNameLst>
                                      </p:cBhvr>
                                      <p:to>
                                        <p:strVal val="visible"/>
                                      </p:to>
                                    </p:set>
                                    <p:animEffect transition="in" filter="fade">
                                      <p:cBhvr>
                                        <p:cTn id="30" dur="500"/>
                                        <p:tgtEl>
                                          <p:spTgt spid="25">
                                            <p:txEl>
                                              <p:pRg st="0" end="0"/>
                                            </p:txEl>
                                          </p:spTgt>
                                        </p:tgtEl>
                                      </p:cBhvr>
                                    </p:animEffect>
                                    <p:anim calcmode="lin" valueType="num">
                                      <p:cBhvr>
                                        <p:cTn id="31"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32" dur="500" fill="hold"/>
                                        <p:tgtEl>
                                          <p:spTgt spid="25">
                                            <p:txEl>
                                              <p:pRg st="0" end="0"/>
                                            </p:txEl>
                                          </p:spTgt>
                                        </p:tgtEl>
                                        <p:attrNameLst>
                                          <p:attrName>ppt_y</p:attrName>
                                        </p:attrNameLst>
                                      </p:cBhvr>
                                      <p:tavLst>
                                        <p:tav tm="0">
                                          <p:val>
                                            <p:strVal val="#ppt_y+.1"/>
                                          </p:val>
                                        </p:tav>
                                        <p:tav tm="100000">
                                          <p:val>
                                            <p:strVal val="#ppt_y"/>
                                          </p:val>
                                        </p:tav>
                                      </p:tavLst>
                                    </p:anim>
                                  </p:childTnLst>
                                </p:cTn>
                              </p:par>
                            </p:childTnLst>
                          </p:cTn>
                        </p:par>
                        <p:par>
                          <p:cTn id="33" fill="hold">
                            <p:stCondLst>
                              <p:cond delay="2000"/>
                            </p:stCondLst>
                            <p:childTnLst>
                              <p:par>
                                <p:cTn id="34" presetID="53" presetClass="entr" presetSubtype="16" fill="hold" grpId="0" nodeType="afterEffect">
                                  <p:stCondLst>
                                    <p:cond delay="0"/>
                                  </p:stCondLst>
                                  <p:childTnLst>
                                    <p:set>
                                      <p:cBhvr>
                                        <p:cTn id="35" dur="1" fill="hold">
                                          <p:stCondLst>
                                            <p:cond delay="0"/>
                                          </p:stCondLst>
                                        </p:cTn>
                                        <p:tgtEl>
                                          <p:spTgt spid="17"/>
                                        </p:tgtEl>
                                        <p:attrNameLst>
                                          <p:attrName>style.visibility</p:attrName>
                                        </p:attrNameLst>
                                      </p:cBhvr>
                                      <p:to>
                                        <p:strVal val="visible"/>
                                      </p:to>
                                    </p:set>
                                    <p:anim calcmode="lin" valueType="num">
                                      <p:cBhvr>
                                        <p:cTn id="36" dur="500" fill="hold"/>
                                        <p:tgtEl>
                                          <p:spTgt spid="17"/>
                                        </p:tgtEl>
                                        <p:attrNameLst>
                                          <p:attrName>ppt_w</p:attrName>
                                        </p:attrNameLst>
                                      </p:cBhvr>
                                      <p:tavLst>
                                        <p:tav tm="0">
                                          <p:val>
                                            <p:fltVal val="0"/>
                                          </p:val>
                                        </p:tav>
                                        <p:tav tm="100000">
                                          <p:val>
                                            <p:strVal val="#ppt_w"/>
                                          </p:val>
                                        </p:tav>
                                      </p:tavLst>
                                    </p:anim>
                                    <p:anim calcmode="lin" valueType="num">
                                      <p:cBhvr>
                                        <p:cTn id="37" dur="500" fill="hold"/>
                                        <p:tgtEl>
                                          <p:spTgt spid="17"/>
                                        </p:tgtEl>
                                        <p:attrNameLst>
                                          <p:attrName>ppt_h</p:attrName>
                                        </p:attrNameLst>
                                      </p:cBhvr>
                                      <p:tavLst>
                                        <p:tav tm="0">
                                          <p:val>
                                            <p:fltVal val="0"/>
                                          </p:val>
                                        </p:tav>
                                        <p:tav tm="100000">
                                          <p:val>
                                            <p:strVal val="#ppt_h"/>
                                          </p:val>
                                        </p:tav>
                                      </p:tavLst>
                                    </p:anim>
                                    <p:animEffect transition="in" filter="fade">
                                      <p:cBhvr>
                                        <p:cTn id="38" dur="500"/>
                                        <p:tgtEl>
                                          <p:spTgt spid="17"/>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7">
                                            <p:txEl>
                                              <p:pRg st="0" end="0"/>
                                            </p:txEl>
                                          </p:spTgt>
                                        </p:tgtEl>
                                        <p:attrNameLst>
                                          <p:attrName>style.visibility</p:attrName>
                                        </p:attrNameLst>
                                      </p:cBhvr>
                                      <p:to>
                                        <p:strVal val="visible"/>
                                      </p:to>
                                    </p:set>
                                    <p:animEffect transition="in" filter="fade">
                                      <p:cBhvr>
                                        <p:cTn id="41" dur="500"/>
                                        <p:tgtEl>
                                          <p:spTgt spid="27">
                                            <p:txEl>
                                              <p:pRg st="0" end="0"/>
                                            </p:txEl>
                                          </p:spTgt>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6">
                                            <p:txEl>
                                              <p:pRg st="0" end="0"/>
                                            </p:txEl>
                                          </p:spTgt>
                                        </p:tgtEl>
                                        <p:attrNameLst>
                                          <p:attrName>style.visibility</p:attrName>
                                        </p:attrNameLst>
                                      </p:cBhvr>
                                      <p:to>
                                        <p:strVal val="visible"/>
                                      </p:to>
                                    </p:set>
                                    <p:animEffect transition="in" filter="fade">
                                      <p:cBhvr>
                                        <p:cTn id="44" dur="500"/>
                                        <p:tgtEl>
                                          <p:spTgt spid="26">
                                            <p:txEl>
                                              <p:pRg st="0" end="0"/>
                                            </p:txEl>
                                          </p:spTgt>
                                        </p:tgtEl>
                                      </p:cBhvr>
                                    </p:animEffect>
                                  </p:childTnLst>
                                </p:cTn>
                              </p:par>
                            </p:childTnLst>
                          </p:cTn>
                        </p:par>
                        <p:par>
                          <p:cTn id="45" fill="hold">
                            <p:stCondLst>
                              <p:cond delay="2500"/>
                            </p:stCondLst>
                            <p:childTnLst>
                              <p:par>
                                <p:cTn id="46" presetID="22" presetClass="entr" presetSubtype="8" fill="hold" nodeType="afterEffect">
                                  <p:stCondLst>
                                    <p:cond delay="0"/>
                                  </p:stCondLst>
                                  <p:childTnLst>
                                    <p:set>
                                      <p:cBhvr>
                                        <p:cTn id="47" dur="1" fill="hold">
                                          <p:stCondLst>
                                            <p:cond delay="0"/>
                                          </p:stCondLst>
                                        </p:cTn>
                                        <p:tgtEl>
                                          <p:spTgt spid="39"/>
                                        </p:tgtEl>
                                        <p:attrNameLst>
                                          <p:attrName>style.visibility</p:attrName>
                                        </p:attrNameLst>
                                      </p:cBhvr>
                                      <p:to>
                                        <p:strVal val="visible"/>
                                      </p:to>
                                    </p:set>
                                    <p:animEffect transition="in" filter="wipe(left)">
                                      <p:cBhvr>
                                        <p:cTn id="48" dur="500"/>
                                        <p:tgtEl>
                                          <p:spTgt spid="39"/>
                                        </p:tgtEl>
                                      </p:cBhvr>
                                    </p:animEffect>
                                  </p:childTnLst>
                                </p:cTn>
                              </p:par>
                              <p:par>
                                <p:cTn id="49" presetID="42" presetClass="entr" presetSubtype="0" fill="hold" grpId="0" nodeType="withEffect">
                                  <p:stCondLst>
                                    <p:cond delay="0"/>
                                  </p:stCondLst>
                                  <p:childTnLst>
                                    <p:set>
                                      <p:cBhvr>
                                        <p:cTn id="50" dur="1" fill="hold">
                                          <p:stCondLst>
                                            <p:cond delay="0"/>
                                          </p:stCondLst>
                                        </p:cTn>
                                        <p:tgtEl>
                                          <p:spTgt spid="29">
                                            <p:txEl>
                                              <p:pRg st="0" end="0"/>
                                            </p:txEl>
                                          </p:spTgt>
                                        </p:tgtEl>
                                        <p:attrNameLst>
                                          <p:attrName>style.visibility</p:attrName>
                                        </p:attrNameLst>
                                      </p:cBhvr>
                                      <p:to>
                                        <p:strVal val="visible"/>
                                      </p:to>
                                    </p:set>
                                    <p:animEffect transition="in" filter="fade">
                                      <p:cBhvr>
                                        <p:cTn id="51" dur="500"/>
                                        <p:tgtEl>
                                          <p:spTgt spid="29">
                                            <p:txEl>
                                              <p:pRg st="0" end="0"/>
                                            </p:txEl>
                                          </p:spTgt>
                                        </p:tgtEl>
                                      </p:cBhvr>
                                    </p:animEffect>
                                    <p:anim calcmode="lin" valueType="num">
                                      <p:cBhvr>
                                        <p:cTn id="52"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54" fill="hold">
                            <p:stCondLst>
                              <p:cond delay="3000"/>
                            </p:stCondLst>
                            <p:childTnLst>
                              <p:par>
                                <p:cTn id="55" presetID="53" presetClass="entr" presetSubtype="16" fill="hold" grpId="0" nodeType="afterEffect">
                                  <p:stCondLst>
                                    <p:cond delay="0"/>
                                  </p:stCondLst>
                                  <p:childTnLst>
                                    <p:set>
                                      <p:cBhvr>
                                        <p:cTn id="56" dur="1" fill="hold">
                                          <p:stCondLst>
                                            <p:cond delay="0"/>
                                          </p:stCondLst>
                                        </p:cTn>
                                        <p:tgtEl>
                                          <p:spTgt spid="18"/>
                                        </p:tgtEl>
                                        <p:attrNameLst>
                                          <p:attrName>style.visibility</p:attrName>
                                        </p:attrNameLst>
                                      </p:cBhvr>
                                      <p:to>
                                        <p:strVal val="visible"/>
                                      </p:to>
                                    </p:set>
                                    <p:anim calcmode="lin" valueType="num">
                                      <p:cBhvr>
                                        <p:cTn id="57" dur="500" fill="hold"/>
                                        <p:tgtEl>
                                          <p:spTgt spid="18"/>
                                        </p:tgtEl>
                                        <p:attrNameLst>
                                          <p:attrName>ppt_w</p:attrName>
                                        </p:attrNameLst>
                                      </p:cBhvr>
                                      <p:tavLst>
                                        <p:tav tm="0">
                                          <p:val>
                                            <p:fltVal val="0"/>
                                          </p:val>
                                        </p:tav>
                                        <p:tav tm="100000">
                                          <p:val>
                                            <p:strVal val="#ppt_w"/>
                                          </p:val>
                                        </p:tav>
                                      </p:tavLst>
                                    </p:anim>
                                    <p:anim calcmode="lin" valueType="num">
                                      <p:cBhvr>
                                        <p:cTn id="58" dur="500" fill="hold"/>
                                        <p:tgtEl>
                                          <p:spTgt spid="18"/>
                                        </p:tgtEl>
                                        <p:attrNameLst>
                                          <p:attrName>ppt_h</p:attrName>
                                        </p:attrNameLst>
                                      </p:cBhvr>
                                      <p:tavLst>
                                        <p:tav tm="0">
                                          <p:val>
                                            <p:fltVal val="0"/>
                                          </p:val>
                                        </p:tav>
                                        <p:tav tm="100000">
                                          <p:val>
                                            <p:strVal val="#ppt_h"/>
                                          </p:val>
                                        </p:tav>
                                      </p:tavLst>
                                    </p:anim>
                                    <p:animEffect transition="in" filter="fade">
                                      <p:cBhvr>
                                        <p:cTn id="59" dur="500"/>
                                        <p:tgtEl>
                                          <p:spTgt spid="1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1">
                                            <p:txEl>
                                              <p:pRg st="0" end="0"/>
                                            </p:txEl>
                                          </p:spTgt>
                                        </p:tgtEl>
                                        <p:attrNameLst>
                                          <p:attrName>style.visibility</p:attrName>
                                        </p:attrNameLst>
                                      </p:cBhvr>
                                      <p:to>
                                        <p:strVal val="visible"/>
                                      </p:to>
                                    </p:set>
                                    <p:animEffect transition="in" filter="fade">
                                      <p:cBhvr>
                                        <p:cTn id="62" dur="500"/>
                                        <p:tgtEl>
                                          <p:spTgt spid="31">
                                            <p:txEl>
                                              <p:pRg st="0" end="0"/>
                                            </p:txEl>
                                          </p:spTgt>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0">
                                            <p:txEl>
                                              <p:pRg st="0" end="0"/>
                                            </p:txEl>
                                          </p:spTgt>
                                        </p:tgtEl>
                                        <p:attrNameLst>
                                          <p:attrName>style.visibility</p:attrName>
                                        </p:attrNameLst>
                                      </p:cBhvr>
                                      <p:to>
                                        <p:strVal val="visible"/>
                                      </p:to>
                                    </p:set>
                                    <p:animEffect transition="in" filter="fade">
                                      <p:cBhvr>
                                        <p:cTn id="65" dur="500"/>
                                        <p:tgtEl>
                                          <p:spTgt spid="30">
                                            <p:txEl>
                                              <p:pRg st="0" end="0"/>
                                            </p:txEl>
                                          </p:spTgt>
                                        </p:tgtEl>
                                      </p:cBhvr>
                                    </p:animEffect>
                                  </p:childTnLst>
                                </p:cTn>
                              </p:par>
                            </p:childTnLst>
                          </p:cTn>
                        </p:par>
                        <p:par>
                          <p:cTn id="66" fill="hold">
                            <p:stCondLst>
                              <p:cond delay="3500"/>
                            </p:stCondLst>
                            <p:childTnLst>
                              <p:par>
                                <p:cTn id="67" presetID="22" presetClass="entr" presetSubtype="8" fill="hold" nodeType="afterEffect">
                                  <p:stCondLst>
                                    <p:cond delay="0"/>
                                  </p:stCondLst>
                                  <p:childTnLst>
                                    <p:set>
                                      <p:cBhvr>
                                        <p:cTn id="68" dur="1" fill="hold">
                                          <p:stCondLst>
                                            <p:cond delay="0"/>
                                          </p:stCondLst>
                                        </p:cTn>
                                        <p:tgtEl>
                                          <p:spTgt spid="45"/>
                                        </p:tgtEl>
                                        <p:attrNameLst>
                                          <p:attrName>style.visibility</p:attrName>
                                        </p:attrNameLst>
                                      </p:cBhvr>
                                      <p:to>
                                        <p:strVal val="visible"/>
                                      </p:to>
                                    </p:set>
                                    <p:animEffect transition="in" filter="wipe(left)">
                                      <p:cBhvr>
                                        <p:cTn id="69" dur="500"/>
                                        <p:tgtEl>
                                          <p:spTgt spid="45"/>
                                        </p:tgtEl>
                                      </p:cBhvr>
                                    </p:animEffect>
                                  </p:childTnLst>
                                </p:cTn>
                              </p:par>
                              <p:par>
                                <p:cTn id="70" presetID="42" presetClass="entr" presetSubtype="0" fill="hold" grpId="0" nodeType="withEffect">
                                  <p:stCondLst>
                                    <p:cond delay="0"/>
                                  </p:stCondLst>
                                  <p:childTnLst>
                                    <p:set>
                                      <p:cBhvr>
                                        <p:cTn id="71" dur="1" fill="hold">
                                          <p:stCondLst>
                                            <p:cond delay="0"/>
                                          </p:stCondLst>
                                        </p:cTn>
                                        <p:tgtEl>
                                          <p:spTgt spid="32">
                                            <p:txEl>
                                              <p:pRg st="0" end="0"/>
                                            </p:txEl>
                                          </p:spTgt>
                                        </p:tgtEl>
                                        <p:attrNameLst>
                                          <p:attrName>style.visibility</p:attrName>
                                        </p:attrNameLst>
                                      </p:cBhvr>
                                      <p:to>
                                        <p:strVal val="visible"/>
                                      </p:to>
                                    </p:set>
                                    <p:animEffect transition="in" filter="fade">
                                      <p:cBhvr>
                                        <p:cTn id="72" dur="500"/>
                                        <p:tgtEl>
                                          <p:spTgt spid="32">
                                            <p:txEl>
                                              <p:pRg st="0" end="0"/>
                                            </p:txEl>
                                          </p:spTgt>
                                        </p:tgtEl>
                                      </p:cBhvr>
                                    </p:animEffect>
                                    <p:anim calcmode="lin" valueType="num">
                                      <p:cBhvr>
                                        <p:cTn id="73"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74" dur="500" fill="hold"/>
                                        <p:tgtEl>
                                          <p:spTgt spid="32">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5" grpId="0" animBg="1"/>
      <p:bldP spid="17" grpId="0" animBg="1"/>
      <p:bldP spid="18" grpId="0" animBg="1"/>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build="p">
        <p:tmplLst>
          <p:tmpl lvl="1">
            <p:tnLst>
              <p:par>
                <p:cTn presetID="10"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anim calcmode="lin" valueType="num">
                      <p:cBhvr>
                        <p:cTn dur="500" fill="hold"/>
                        <p:tgtEl>
                          <p:spTgt spid="25"/>
                        </p:tgtEl>
                        <p:attrNameLst>
                          <p:attrName>ppt_x</p:attrName>
                        </p:attrNameLst>
                      </p:cBhvr>
                      <p:tavLst>
                        <p:tav tm="0">
                          <p:val>
                            <p:strVal val="#ppt_x"/>
                          </p:val>
                        </p:tav>
                        <p:tav tm="100000">
                          <p:val>
                            <p:strVal val="#ppt_x"/>
                          </p:val>
                        </p:tav>
                      </p:tavLst>
                    </p:anim>
                    <p:anim calcmode="lin" valueType="num">
                      <p:cBhvr>
                        <p:cTn dur="500" fill="hold"/>
                        <p:tgtEl>
                          <p:spTgt spid="25"/>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10" presetClass="entr" presetSubtype="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7" grpId="0" build="p">
        <p:tmplLst>
          <p:tmpl lvl="1">
            <p:tnLst>
              <p:par>
                <p:cTn presetID="10"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10"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10"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2" grpId="0" build="p">
        <p:tmplLst>
          <p:tmpl lvl="1">
            <p:tnLst>
              <p:par>
                <p:cTn presetID="42"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anim calcmode="lin" valueType="num">
                      <p:cBhvr>
                        <p:cTn dur="500" fill="hold"/>
                        <p:tgtEl>
                          <p:spTgt spid="32"/>
                        </p:tgtEl>
                        <p:attrNameLst>
                          <p:attrName>ppt_x</p:attrName>
                        </p:attrNameLst>
                      </p:cBhvr>
                      <p:tavLst>
                        <p:tav tm="0">
                          <p:val>
                            <p:strVal val="#ppt_x"/>
                          </p:val>
                        </p:tav>
                        <p:tav tm="100000">
                          <p:val>
                            <p:strVal val="#ppt_x"/>
                          </p:val>
                        </p:tav>
                      </p:tavLst>
                    </p:anim>
                    <p:anim calcmode="lin" valueType="num">
                      <p:cBhvr>
                        <p:cTn dur="500" fill="hold"/>
                        <p:tgtEl>
                          <p:spTgt spid="32"/>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E90D2AFF-CCF7-934C-82ED-E13A055D5DF6}"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Picture Placeholder 6"/>
          <p:cNvSpPr>
            <a:spLocks noGrp="1"/>
          </p:cNvSpPr>
          <p:nvPr>
            <p:ph type="pic" sz="quarter" idx="13" hasCustomPrompt="1"/>
          </p:nvPr>
        </p:nvSpPr>
        <p:spPr>
          <a:xfrm>
            <a:off x="838200" y="1975890"/>
            <a:ext cx="2046740" cy="2015540"/>
          </a:xfrm>
          <a:solidFill>
            <a:schemeClr val="bg1">
              <a:lumMod val="95000"/>
            </a:schemeClr>
          </a:solidFill>
        </p:spPr>
        <p:txBody>
          <a:bodyPr/>
          <a:lstStyle>
            <a:lvl1pPr>
              <a:defRPr/>
            </a:lvl1pPr>
          </a:lstStyle>
          <a:p>
            <a:r>
              <a:rPr lang="id-ID" dirty="0" smtClean="0"/>
              <a:t>Img</a:t>
            </a:r>
            <a:endParaRPr lang="en-AU" dirty="0"/>
          </a:p>
        </p:txBody>
      </p:sp>
      <p:sp>
        <p:nvSpPr>
          <p:cNvPr id="11" name="Picture Placeholder 6"/>
          <p:cNvSpPr>
            <a:spLocks noGrp="1"/>
          </p:cNvSpPr>
          <p:nvPr>
            <p:ph type="pic" sz="quarter" idx="14" hasCustomPrompt="1"/>
          </p:nvPr>
        </p:nvSpPr>
        <p:spPr>
          <a:xfrm>
            <a:off x="3037340" y="4143830"/>
            <a:ext cx="2046740" cy="2015540"/>
          </a:xfrm>
          <a:solidFill>
            <a:schemeClr val="bg1">
              <a:lumMod val="95000"/>
            </a:schemeClr>
          </a:solidFill>
        </p:spPr>
        <p:txBody>
          <a:bodyPr/>
          <a:lstStyle>
            <a:lvl1pPr>
              <a:defRPr/>
            </a:lvl1pPr>
          </a:lstStyle>
          <a:p>
            <a:r>
              <a:rPr lang="id-ID" dirty="0" smtClean="0"/>
              <a:t>Img</a:t>
            </a:r>
            <a:endParaRPr lang="en-AU" dirty="0"/>
          </a:p>
        </p:txBody>
      </p:sp>
      <p:sp>
        <p:nvSpPr>
          <p:cNvPr id="2" name="Rectangle 1"/>
          <p:cNvSpPr/>
          <p:nvPr userDrawn="1"/>
        </p:nvSpPr>
        <p:spPr>
          <a:xfrm>
            <a:off x="838200" y="4143830"/>
            <a:ext cx="2046740" cy="20155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3" name="Rectangle 12"/>
          <p:cNvSpPr/>
          <p:nvPr userDrawn="1"/>
        </p:nvSpPr>
        <p:spPr>
          <a:xfrm>
            <a:off x="3037340" y="1988171"/>
            <a:ext cx="2046740" cy="20155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4" name="Text Placeholder 10"/>
          <p:cNvSpPr>
            <a:spLocks noGrp="1"/>
          </p:cNvSpPr>
          <p:nvPr>
            <p:ph type="body" sz="quarter" idx="27" hasCustomPrompt="1"/>
          </p:nvPr>
        </p:nvSpPr>
        <p:spPr>
          <a:xfrm>
            <a:off x="943566" y="4443315"/>
            <a:ext cx="1856079" cy="210146"/>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5" name="Text Placeholder 10"/>
          <p:cNvSpPr>
            <a:spLocks noGrp="1"/>
          </p:cNvSpPr>
          <p:nvPr>
            <p:ph type="body" sz="quarter" idx="28" hasCustomPrompt="1"/>
          </p:nvPr>
        </p:nvSpPr>
        <p:spPr>
          <a:xfrm>
            <a:off x="943566" y="4774084"/>
            <a:ext cx="1856079"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8" name="Text Placeholder 10"/>
          <p:cNvSpPr>
            <a:spLocks noGrp="1"/>
          </p:cNvSpPr>
          <p:nvPr>
            <p:ph type="body" sz="quarter" idx="29" hasCustomPrompt="1"/>
          </p:nvPr>
        </p:nvSpPr>
        <p:spPr>
          <a:xfrm>
            <a:off x="3139100" y="2321461"/>
            <a:ext cx="1856079" cy="210146"/>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9" name="Text Placeholder 10"/>
          <p:cNvSpPr>
            <a:spLocks noGrp="1"/>
          </p:cNvSpPr>
          <p:nvPr>
            <p:ph type="body" sz="quarter" idx="30" hasCustomPrompt="1"/>
          </p:nvPr>
        </p:nvSpPr>
        <p:spPr>
          <a:xfrm>
            <a:off x="3139100" y="2652230"/>
            <a:ext cx="1856079"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20" name="Picture Placeholder 6"/>
          <p:cNvSpPr>
            <a:spLocks noGrp="1"/>
          </p:cNvSpPr>
          <p:nvPr>
            <p:ph type="pic" sz="quarter" idx="31" hasCustomPrompt="1"/>
          </p:nvPr>
        </p:nvSpPr>
        <p:spPr>
          <a:xfrm>
            <a:off x="5236480" y="2023193"/>
            <a:ext cx="6117320" cy="1980518"/>
          </a:xfrm>
          <a:solidFill>
            <a:schemeClr val="bg1">
              <a:lumMod val="95000"/>
            </a:schemeClr>
          </a:solidFill>
        </p:spPr>
        <p:txBody>
          <a:bodyPr/>
          <a:lstStyle>
            <a:lvl1pPr>
              <a:defRPr/>
            </a:lvl1pPr>
          </a:lstStyle>
          <a:p>
            <a:r>
              <a:rPr lang="id-ID" dirty="0" smtClean="0"/>
              <a:t>Img</a:t>
            </a:r>
            <a:endParaRPr lang="en-AU" dirty="0"/>
          </a:p>
        </p:txBody>
      </p:sp>
      <p:sp>
        <p:nvSpPr>
          <p:cNvPr id="21" name="Rectangle 20"/>
          <p:cNvSpPr/>
          <p:nvPr userDrawn="1"/>
        </p:nvSpPr>
        <p:spPr>
          <a:xfrm>
            <a:off x="5236480" y="4143830"/>
            <a:ext cx="6117320" cy="20155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2" name="Text Placeholder 10"/>
          <p:cNvSpPr>
            <a:spLocks noGrp="1"/>
          </p:cNvSpPr>
          <p:nvPr>
            <p:ph type="body" sz="quarter" idx="32" hasCustomPrompt="1"/>
          </p:nvPr>
        </p:nvSpPr>
        <p:spPr>
          <a:xfrm>
            <a:off x="5500255" y="4408159"/>
            <a:ext cx="5537858" cy="210146"/>
          </a:xfrm>
        </p:spPr>
        <p:txBody>
          <a:bodyPr>
            <a:noAutofit/>
          </a:bodyPr>
          <a:lstStyle>
            <a:lvl1pPr algn="l">
              <a:defRPr sz="16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3" name="Text Placeholder 10"/>
          <p:cNvSpPr>
            <a:spLocks noGrp="1"/>
          </p:cNvSpPr>
          <p:nvPr>
            <p:ph type="body" sz="quarter" idx="33" hasCustomPrompt="1"/>
          </p:nvPr>
        </p:nvSpPr>
        <p:spPr>
          <a:xfrm>
            <a:off x="5500255" y="4794349"/>
            <a:ext cx="5537858" cy="947408"/>
          </a:xfrm>
        </p:spPr>
        <p:txBody>
          <a:bodyPr>
            <a:noAutofit/>
          </a:bodyPr>
          <a:lstStyle>
            <a:lvl1pPr algn="l">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 here</a:t>
            </a:r>
            <a:endParaRPr lang="en-AU" dirty="0"/>
          </a:p>
        </p:txBody>
      </p:sp>
    </p:spTree>
    <p:extLst>
      <p:ext uri="{BB962C8B-B14F-4D97-AF65-F5344CB8AC3E}">
        <p14:creationId xmlns:p14="http://schemas.microsoft.com/office/powerpoint/2010/main" val="21779239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
                                        <p:tgtEl>
                                          <p:spTgt spid="2"/>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animEffect transition="in" filter="fade">
                                      <p:cBhvr>
                                        <p:cTn id="25" dur="500"/>
                                        <p:tgtEl>
                                          <p:spTgt spid="14">
                                            <p:txEl>
                                              <p:pRg st="0" end="0"/>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5">
                                            <p:txEl>
                                              <p:pRg st="0" end="0"/>
                                            </p:txEl>
                                          </p:spTgt>
                                        </p:tgtEl>
                                        <p:attrNameLst>
                                          <p:attrName>style.visibility</p:attrName>
                                        </p:attrNameLst>
                                      </p:cBhvr>
                                      <p:to>
                                        <p:strVal val="visible"/>
                                      </p:to>
                                    </p:set>
                                    <p:animEffect transition="in" filter="fade">
                                      <p:cBhvr>
                                        <p:cTn id="28" dur="500"/>
                                        <p:tgtEl>
                                          <p:spTgt spid="15">
                                            <p:txEl>
                                              <p:pRg st="0" end="0"/>
                                            </p:txEl>
                                          </p:spTgt>
                                        </p:tgtEl>
                                      </p:cBhvr>
                                    </p:animEffect>
                                  </p:childTnLst>
                                </p:cTn>
                              </p:par>
                            </p:childTnLst>
                          </p:cTn>
                        </p:par>
                        <p:par>
                          <p:cTn id="29" fill="hold">
                            <p:stCondLst>
                              <p:cond delay="2500"/>
                            </p:stCondLst>
                            <p:childTnLst>
                              <p:par>
                                <p:cTn id="30" presetID="53" presetClass="entr" presetSubtype="16"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p:cTn id="32" dur="500" fill="hold"/>
                                        <p:tgtEl>
                                          <p:spTgt spid="11"/>
                                        </p:tgtEl>
                                        <p:attrNameLst>
                                          <p:attrName>ppt_w</p:attrName>
                                        </p:attrNameLst>
                                      </p:cBhvr>
                                      <p:tavLst>
                                        <p:tav tm="0">
                                          <p:val>
                                            <p:fltVal val="0"/>
                                          </p:val>
                                        </p:tav>
                                        <p:tav tm="100000">
                                          <p:val>
                                            <p:strVal val="#ppt_w"/>
                                          </p:val>
                                        </p:tav>
                                      </p:tavLst>
                                    </p:anim>
                                    <p:anim calcmode="lin" valueType="num">
                                      <p:cBhvr>
                                        <p:cTn id="33" dur="500" fill="hold"/>
                                        <p:tgtEl>
                                          <p:spTgt spid="11"/>
                                        </p:tgtEl>
                                        <p:attrNameLst>
                                          <p:attrName>ppt_h</p:attrName>
                                        </p:attrNameLst>
                                      </p:cBhvr>
                                      <p:tavLst>
                                        <p:tav tm="0">
                                          <p:val>
                                            <p:fltVal val="0"/>
                                          </p:val>
                                        </p:tav>
                                        <p:tav tm="100000">
                                          <p:val>
                                            <p:strVal val="#ppt_h"/>
                                          </p:val>
                                        </p:tav>
                                      </p:tavLst>
                                    </p:anim>
                                    <p:animEffect transition="in" filter="fade">
                                      <p:cBhvr>
                                        <p:cTn id="34" dur="500"/>
                                        <p:tgtEl>
                                          <p:spTgt spid="11"/>
                                        </p:tgtEl>
                                      </p:cBhvr>
                                    </p:animEffect>
                                  </p:childTnLst>
                                </p:cTn>
                              </p:par>
                            </p:childTnLst>
                          </p:cTn>
                        </p:par>
                        <p:par>
                          <p:cTn id="35" fill="hold">
                            <p:stCondLst>
                              <p:cond delay="3000"/>
                            </p:stCondLst>
                            <p:childTnLst>
                              <p:par>
                                <p:cTn id="36" presetID="10" presetClass="entr" presetSubtype="0" fill="hold" grpId="0" nodeType="after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childTnLst>
                                </p:cTn>
                              </p:par>
                            </p:childTnLst>
                          </p:cTn>
                        </p:par>
                        <p:par>
                          <p:cTn id="39" fill="hold">
                            <p:stCondLst>
                              <p:cond delay="3500"/>
                            </p:stCondLst>
                            <p:childTnLst>
                              <p:par>
                                <p:cTn id="40" presetID="10" presetClass="entr" presetSubtype="0" fill="hold" grpId="0" nodeType="afterEffect">
                                  <p:stCondLst>
                                    <p:cond delay="0"/>
                                  </p:stCondLst>
                                  <p:childTnLst>
                                    <p:set>
                                      <p:cBhvr>
                                        <p:cTn id="41" dur="1" fill="hold">
                                          <p:stCondLst>
                                            <p:cond delay="0"/>
                                          </p:stCondLst>
                                        </p:cTn>
                                        <p:tgtEl>
                                          <p:spTgt spid="18">
                                            <p:txEl>
                                              <p:pRg st="0" end="0"/>
                                            </p:txEl>
                                          </p:spTgt>
                                        </p:tgtEl>
                                        <p:attrNameLst>
                                          <p:attrName>style.visibility</p:attrName>
                                        </p:attrNameLst>
                                      </p:cBhvr>
                                      <p:to>
                                        <p:strVal val="visible"/>
                                      </p:to>
                                    </p:set>
                                    <p:animEffect transition="in" filter="fade">
                                      <p:cBhvr>
                                        <p:cTn id="42" dur="500"/>
                                        <p:tgtEl>
                                          <p:spTgt spid="18">
                                            <p:txEl>
                                              <p:pRg st="0" end="0"/>
                                            </p:txEl>
                                          </p:spTgt>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9">
                                            <p:txEl>
                                              <p:pRg st="0" end="0"/>
                                            </p:txEl>
                                          </p:spTgt>
                                        </p:tgtEl>
                                        <p:attrNameLst>
                                          <p:attrName>style.visibility</p:attrName>
                                        </p:attrNameLst>
                                      </p:cBhvr>
                                      <p:to>
                                        <p:strVal val="visible"/>
                                      </p:to>
                                    </p:set>
                                    <p:animEffect transition="in" filter="fade">
                                      <p:cBhvr>
                                        <p:cTn id="45" dur="500"/>
                                        <p:tgtEl>
                                          <p:spTgt spid="19">
                                            <p:txEl>
                                              <p:pRg st="0" end="0"/>
                                            </p:txEl>
                                          </p:spTgt>
                                        </p:tgtEl>
                                      </p:cBhvr>
                                    </p:animEffect>
                                  </p:childTnLst>
                                </p:cTn>
                              </p:par>
                            </p:childTnLst>
                          </p:cTn>
                        </p:par>
                        <p:par>
                          <p:cTn id="46" fill="hold">
                            <p:stCondLst>
                              <p:cond delay="4000"/>
                            </p:stCondLst>
                            <p:childTnLst>
                              <p:par>
                                <p:cTn id="47" presetID="53" presetClass="entr" presetSubtype="16" fill="hold" grpId="0" nodeType="afterEffect">
                                  <p:stCondLst>
                                    <p:cond delay="0"/>
                                  </p:stCondLst>
                                  <p:childTnLst>
                                    <p:set>
                                      <p:cBhvr>
                                        <p:cTn id="48" dur="1" fill="hold">
                                          <p:stCondLst>
                                            <p:cond delay="0"/>
                                          </p:stCondLst>
                                        </p:cTn>
                                        <p:tgtEl>
                                          <p:spTgt spid="20"/>
                                        </p:tgtEl>
                                        <p:attrNameLst>
                                          <p:attrName>style.visibility</p:attrName>
                                        </p:attrNameLst>
                                      </p:cBhvr>
                                      <p:to>
                                        <p:strVal val="visible"/>
                                      </p:to>
                                    </p:set>
                                    <p:anim calcmode="lin" valueType="num">
                                      <p:cBhvr>
                                        <p:cTn id="49" dur="500" fill="hold"/>
                                        <p:tgtEl>
                                          <p:spTgt spid="20"/>
                                        </p:tgtEl>
                                        <p:attrNameLst>
                                          <p:attrName>ppt_w</p:attrName>
                                        </p:attrNameLst>
                                      </p:cBhvr>
                                      <p:tavLst>
                                        <p:tav tm="0">
                                          <p:val>
                                            <p:fltVal val="0"/>
                                          </p:val>
                                        </p:tav>
                                        <p:tav tm="100000">
                                          <p:val>
                                            <p:strVal val="#ppt_w"/>
                                          </p:val>
                                        </p:tav>
                                      </p:tavLst>
                                    </p:anim>
                                    <p:anim calcmode="lin" valueType="num">
                                      <p:cBhvr>
                                        <p:cTn id="50" dur="500" fill="hold"/>
                                        <p:tgtEl>
                                          <p:spTgt spid="20"/>
                                        </p:tgtEl>
                                        <p:attrNameLst>
                                          <p:attrName>ppt_h</p:attrName>
                                        </p:attrNameLst>
                                      </p:cBhvr>
                                      <p:tavLst>
                                        <p:tav tm="0">
                                          <p:val>
                                            <p:fltVal val="0"/>
                                          </p:val>
                                        </p:tav>
                                        <p:tav tm="100000">
                                          <p:val>
                                            <p:strVal val="#ppt_h"/>
                                          </p:val>
                                        </p:tav>
                                      </p:tavLst>
                                    </p:anim>
                                    <p:animEffect transition="in" filter="fade">
                                      <p:cBhvr>
                                        <p:cTn id="51" dur="500"/>
                                        <p:tgtEl>
                                          <p:spTgt spid="20"/>
                                        </p:tgtEl>
                                      </p:cBhvr>
                                    </p:animEffect>
                                  </p:childTnLst>
                                </p:cTn>
                              </p:par>
                            </p:childTnLst>
                          </p:cTn>
                        </p:par>
                        <p:par>
                          <p:cTn id="52" fill="hold">
                            <p:stCondLst>
                              <p:cond delay="4500"/>
                            </p:stCondLst>
                            <p:childTnLst>
                              <p:par>
                                <p:cTn id="53" presetID="10" presetClass="entr" presetSubtype="0"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par>
                          <p:cTn id="56" fill="hold">
                            <p:stCondLst>
                              <p:cond delay="5000"/>
                            </p:stCondLst>
                            <p:childTnLst>
                              <p:par>
                                <p:cTn id="57" presetID="10" presetClass="entr" presetSubtype="0" fill="hold" grpId="0" nodeType="afterEffect">
                                  <p:stCondLst>
                                    <p:cond delay="0"/>
                                  </p:stCondLst>
                                  <p:childTnLst>
                                    <p:set>
                                      <p:cBhvr>
                                        <p:cTn id="58" dur="1" fill="hold">
                                          <p:stCondLst>
                                            <p:cond delay="0"/>
                                          </p:stCondLst>
                                        </p:cTn>
                                        <p:tgtEl>
                                          <p:spTgt spid="22">
                                            <p:txEl>
                                              <p:pRg st="0" end="0"/>
                                            </p:txEl>
                                          </p:spTgt>
                                        </p:tgtEl>
                                        <p:attrNameLst>
                                          <p:attrName>style.visibility</p:attrName>
                                        </p:attrNameLst>
                                      </p:cBhvr>
                                      <p:to>
                                        <p:strVal val="visible"/>
                                      </p:to>
                                    </p:set>
                                    <p:animEffect transition="in" filter="fade">
                                      <p:cBhvr>
                                        <p:cTn id="59" dur="500"/>
                                        <p:tgtEl>
                                          <p:spTgt spid="22">
                                            <p:txEl>
                                              <p:pRg st="0" end="0"/>
                                            </p:txEl>
                                          </p:spTgt>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3">
                                            <p:txEl>
                                              <p:pRg st="0" end="0"/>
                                            </p:txEl>
                                          </p:spTgt>
                                        </p:tgtEl>
                                        <p:attrNameLst>
                                          <p:attrName>style.visibility</p:attrName>
                                        </p:attrNameLst>
                                      </p:cBhvr>
                                      <p:to>
                                        <p:strVal val="visible"/>
                                      </p:to>
                                    </p:set>
                                    <p:animEffect transition="in" filter="fade">
                                      <p:cBhvr>
                                        <p:cTn id="62" dur="500"/>
                                        <p:tgtEl>
                                          <p:spTgt spid="2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11" grpId="0" animBg="1"/>
      <p:bldP spid="2" grpId="0" animBg="1"/>
      <p:bldP spid="13" grpId="0" animBg="1"/>
      <p:bldP spid="14" grpId="0" build="p">
        <p:tmplLst>
          <p:tmpl lvl="1">
            <p:tnLst>
              <p:par>
                <p:cTn presetID="10" presetClass="entr" presetSubtype="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5" grpId="0" build="p">
        <p:tmplLst>
          <p:tmpl lvl="1">
            <p:tnLst>
              <p:par>
                <p:cTn presetID="10"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8" grpId="0" build="p">
        <p:tmplLst>
          <p:tmpl lvl="1">
            <p:tnLst>
              <p:par>
                <p:cTn presetID="10"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animBg="1"/>
      <p:bldP spid="21" grpId="0" animBg="1"/>
      <p:bldP spid="22" grpId="0" build="p">
        <p:tmplLst>
          <p:tmpl lvl="1">
            <p:tnLst>
              <p:par>
                <p:cTn presetID="10" presetClass="entr" presetSubtype="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P spid="23" grpId="0" build="p">
        <p:tmplLst>
          <p:tmpl lvl="1">
            <p:tnLst>
              <p:par>
                <p:cTn presetID="10" presetClass="entr" presetSubtype="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Lst>
  </p:timing>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6E40B7DE-5DD0-C140-9AAA-8978685AB6A5}"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Picture Placeholder 6"/>
          <p:cNvSpPr>
            <a:spLocks noGrp="1"/>
          </p:cNvSpPr>
          <p:nvPr>
            <p:ph type="pic" sz="quarter" idx="13" hasCustomPrompt="1"/>
          </p:nvPr>
        </p:nvSpPr>
        <p:spPr>
          <a:xfrm>
            <a:off x="0" y="1732353"/>
            <a:ext cx="3049966" cy="2213642"/>
          </a:xfrm>
          <a:solidFill>
            <a:schemeClr val="bg1">
              <a:lumMod val="95000"/>
            </a:schemeClr>
          </a:solidFill>
        </p:spPr>
        <p:txBody>
          <a:bodyPr/>
          <a:lstStyle>
            <a:lvl1pPr>
              <a:defRPr/>
            </a:lvl1pPr>
          </a:lstStyle>
          <a:p>
            <a:r>
              <a:rPr lang="id-ID" dirty="0" smtClean="0"/>
              <a:t>Img</a:t>
            </a:r>
            <a:endParaRPr lang="en-AU" dirty="0"/>
          </a:p>
        </p:txBody>
      </p:sp>
      <p:sp>
        <p:nvSpPr>
          <p:cNvPr id="13" name="Rectangle 12"/>
          <p:cNvSpPr/>
          <p:nvPr userDrawn="1"/>
        </p:nvSpPr>
        <p:spPr>
          <a:xfrm>
            <a:off x="0" y="3956223"/>
            <a:ext cx="3049966" cy="22096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Picture Placeholder 6"/>
          <p:cNvSpPr>
            <a:spLocks noGrp="1"/>
          </p:cNvSpPr>
          <p:nvPr>
            <p:ph type="pic" sz="quarter" idx="14" hasCustomPrompt="1"/>
          </p:nvPr>
        </p:nvSpPr>
        <p:spPr>
          <a:xfrm>
            <a:off x="3049966" y="3952208"/>
            <a:ext cx="3078994" cy="2207429"/>
          </a:xfrm>
          <a:solidFill>
            <a:schemeClr val="bg1">
              <a:lumMod val="95000"/>
            </a:schemeClr>
          </a:solidFill>
        </p:spPr>
        <p:txBody>
          <a:bodyPr/>
          <a:lstStyle>
            <a:lvl1pPr>
              <a:defRPr/>
            </a:lvl1pPr>
          </a:lstStyle>
          <a:p>
            <a:r>
              <a:rPr lang="id-ID" dirty="0" smtClean="0"/>
              <a:t>Img</a:t>
            </a:r>
            <a:endParaRPr lang="en-AU" dirty="0"/>
          </a:p>
        </p:txBody>
      </p:sp>
      <p:sp>
        <p:nvSpPr>
          <p:cNvPr id="30" name="Rectangle 29"/>
          <p:cNvSpPr/>
          <p:nvPr userDrawn="1"/>
        </p:nvSpPr>
        <p:spPr>
          <a:xfrm>
            <a:off x="3049966" y="1732353"/>
            <a:ext cx="3078994" cy="221985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Picture Placeholder 6"/>
          <p:cNvSpPr>
            <a:spLocks noGrp="1"/>
          </p:cNvSpPr>
          <p:nvPr>
            <p:ph type="pic" sz="quarter" idx="15" hasCustomPrompt="1"/>
          </p:nvPr>
        </p:nvSpPr>
        <p:spPr>
          <a:xfrm>
            <a:off x="6128960" y="1738566"/>
            <a:ext cx="3049966" cy="2213642"/>
          </a:xfrm>
          <a:solidFill>
            <a:schemeClr val="bg1">
              <a:lumMod val="95000"/>
            </a:schemeClr>
          </a:solidFill>
        </p:spPr>
        <p:txBody>
          <a:bodyPr/>
          <a:lstStyle>
            <a:lvl1pPr>
              <a:defRPr/>
            </a:lvl1pPr>
          </a:lstStyle>
          <a:p>
            <a:r>
              <a:rPr lang="id-ID" dirty="0" smtClean="0"/>
              <a:t>Img</a:t>
            </a:r>
            <a:endParaRPr lang="en-AU" dirty="0"/>
          </a:p>
        </p:txBody>
      </p:sp>
      <p:sp>
        <p:nvSpPr>
          <p:cNvPr id="32" name="Rectangle 31"/>
          <p:cNvSpPr/>
          <p:nvPr userDrawn="1"/>
        </p:nvSpPr>
        <p:spPr>
          <a:xfrm>
            <a:off x="6128960" y="3952208"/>
            <a:ext cx="3049966" cy="221985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Picture Placeholder 6"/>
          <p:cNvSpPr>
            <a:spLocks noGrp="1"/>
          </p:cNvSpPr>
          <p:nvPr>
            <p:ph type="pic" sz="quarter" idx="16" hasCustomPrompt="1"/>
          </p:nvPr>
        </p:nvSpPr>
        <p:spPr>
          <a:xfrm>
            <a:off x="9178926" y="3941990"/>
            <a:ext cx="3078994" cy="2217647"/>
          </a:xfrm>
          <a:solidFill>
            <a:schemeClr val="bg1">
              <a:lumMod val="95000"/>
            </a:schemeClr>
          </a:solidFill>
        </p:spPr>
        <p:txBody>
          <a:bodyPr/>
          <a:lstStyle>
            <a:lvl1pPr>
              <a:defRPr/>
            </a:lvl1pPr>
          </a:lstStyle>
          <a:p>
            <a:r>
              <a:rPr lang="id-ID" dirty="0" smtClean="0"/>
              <a:t>Img</a:t>
            </a:r>
            <a:endParaRPr lang="en-AU" dirty="0"/>
          </a:p>
        </p:txBody>
      </p:sp>
      <p:sp>
        <p:nvSpPr>
          <p:cNvPr id="34" name="Rectangle 33"/>
          <p:cNvSpPr/>
          <p:nvPr userDrawn="1"/>
        </p:nvSpPr>
        <p:spPr>
          <a:xfrm>
            <a:off x="9178926" y="1732353"/>
            <a:ext cx="3078994" cy="221985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Text Placeholder 10"/>
          <p:cNvSpPr>
            <a:spLocks noGrp="1"/>
          </p:cNvSpPr>
          <p:nvPr>
            <p:ph type="body" sz="quarter" idx="27" hasCustomPrompt="1"/>
          </p:nvPr>
        </p:nvSpPr>
        <p:spPr>
          <a:xfrm>
            <a:off x="482080" y="4287622"/>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6" name="Text Placeholder 10"/>
          <p:cNvSpPr>
            <a:spLocks noGrp="1"/>
          </p:cNvSpPr>
          <p:nvPr>
            <p:ph type="body" sz="quarter" idx="28" hasCustomPrompt="1"/>
          </p:nvPr>
        </p:nvSpPr>
        <p:spPr>
          <a:xfrm>
            <a:off x="482080" y="4624507"/>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37" name="Text Placeholder 10"/>
          <p:cNvSpPr>
            <a:spLocks noGrp="1"/>
          </p:cNvSpPr>
          <p:nvPr>
            <p:ph type="body" sz="quarter" idx="29" hasCustomPrompt="1"/>
          </p:nvPr>
        </p:nvSpPr>
        <p:spPr>
          <a:xfrm>
            <a:off x="3452654" y="2109863"/>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8" name="Text Placeholder 10"/>
          <p:cNvSpPr>
            <a:spLocks noGrp="1"/>
          </p:cNvSpPr>
          <p:nvPr>
            <p:ph type="body" sz="quarter" idx="30" hasCustomPrompt="1"/>
          </p:nvPr>
        </p:nvSpPr>
        <p:spPr>
          <a:xfrm>
            <a:off x="3452654" y="2446748"/>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39" name="Text Placeholder 10"/>
          <p:cNvSpPr>
            <a:spLocks noGrp="1"/>
          </p:cNvSpPr>
          <p:nvPr>
            <p:ph type="body" sz="quarter" idx="31" hasCustomPrompt="1"/>
          </p:nvPr>
        </p:nvSpPr>
        <p:spPr>
          <a:xfrm>
            <a:off x="6531648" y="4323504"/>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40" name="Text Placeholder 10"/>
          <p:cNvSpPr>
            <a:spLocks noGrp="1"/>
          </p:cNvSpPr>
          <p:nvPr>
            <p:ph type="body" sz="quarter" idx="32" hasCustomPrompt="1"/>
          </p:nvPr>
        </p:nvSpPr>
        <p:spPr>
          <a:xfrm>
            <a:off x="6531648" y="4660389"/>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41" name="Text Placeholder 10"/>
          <p:cNvSpPr>
            <a:spLocks noGrp="1"/>
          </p:cNvSpPr>
          <p:nvPr>
            <p:ph type="body" sz="quarter" idx="33" hasCustomPrompt="1"/>
          </p:nvPr>
        </p:nvSpPr>
        <p:spPr>
          <a:xfrm>
            <a:off x="9610642" y="2109863"/>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42" name="Text Placeholder 10"/>
          <p:cNvSpPr>
            <a:spLocks noGrp="1"/>
          </p:cNvSpPr>
          <p:nvPr>
            <p:ph type="body" sz="quarter" idx="34" hasCustomPrompt="1"/>
          </p:nvPr>
        </p:nvSpPr>
        <p:spPr>
          <a:xfrm>
            <a:off x="9610642" y="2446748"/>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Tree>
    <p:extLst>
      <p:ext uri="{BB962C8B-B14F-4D97-AF65-F5344CB8AC3E}">
        <p14:creationId xmlns:p14="http://schemas.microsoft.com/office/powerpoint/2010/main" val="5956415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par>
                                <p:cTn id="18" presetID="22" presetClass="entr" presetSubtype="1" fill="hold" grpId="0" nodeType="with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wipe(up)">
                                      <p:cBhvr>
                                        <p:cTn id="20" dur="500"/>
                                        <p:tgtEl>
                                          <p:spTgt spid="13"/>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animEffect transition="in" filter="fade">
                                      <p:cBhvr>
                                        <p:cTn id="23" dur="500"/>
                                        <p:tgtEl>
                                          <p:spTgt spid="35">
                                            <p:txEl>
                                              <p:pRg st="0" end="0"/>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6">
                                            <p:txEl>
                                              <p:pRg st="0" end="0"/>
                                            </p:txEl>
                                          </p:spTgt>
                                        </p:tgtEl>
                                        <p:attrNameLst>
                                          <p:attrName>style.visibility</p:attrName>
                                        </p:attrNameLst>
                                      </p:cBhvr>
                                      <p:to>
                                        <p:strVal val="visible"/>
                                      </p:to>
                                    </p:set>
                                    <p:animEffect transition="in" filter="fade">
                                      <p:cBhvr>
                                        <p:cTn id="26" dur="500"/>
                                        <p:tgtEl>
                                          <p:spTgt spid="36">
                                            <p:txEl>
                                              <p:pRg st="0" end="0"/>
                                            </p:txEl>
                                          </p:spTgt>
                                        </p:tgtEl>
                                      </p:cBhvr>
                                    </p:animEffect>
                                  </p:childTnLst>
                                </p:cTn>
                              </p:par>
                            </p:childTnLst>
                          </p:cTn>
                        </p:par>
                        <p:par>
                          <p:cTn id="27" fill="hold">
                            <p:stCondLst>
                              <p:cond delay="1500"/>
                            </p:stCondLst>
                            <p:childTnLst>
                              <p:par>
                                <p:cTn id="28" presetID="53" presetClass="entr" presetSubtype="16" fill="hold" grpId="0" nodeType="afterEffect">
                                  <p:stCondLst>
                                    <p:cond delay="0"/>
                                  </p:stCondLst>
                                  <p:childTnLst>
                                    <p:set>
                                      <p:cBhvr>
                                        <p:cTn id="29" dur="1" fill="hold">
                                          <p:stCondLst>
                                            <p:cond delay="0"/>
                                          </p:stCondLst>
                                        </p:cTn>
                                        <p:tgtEl>
                                          <p:spTgt spid="29"/>
                                        </p:tgtEl>
                                        <p:attrNameLst>
                                          <p:attrName>style.visibility</p:attrName>
                                        </p:attrNameLst>
                                      </p:cBhvr>
                                      <p:to>
                                        <p:strVal val="visible"/>
                                      </p:to>
                                    </p:set>
                                    <p:anim calcmode="lin" valueType="num">
                                      <p:cBhvr>
                                        <p:cTn id="30" dur="500" fill="hold"/>
                                        <p:tgtEl>
                                          <p:spTgt spid="29"/>
                                        </p:tgtEl>
                                        <p:attrNameLst>
                                          <p:attrName>ppt_w</p:attrName>
                                        </p:attrNameLst>
                                      </p:cBhvr>
                                      <p:tavLst>
                                        <p:tav tm="0">
                                          <p:val>
                                            <p:fltVal val="0"/>
                                          </p:val>
                                        </p:tav>
                                        <p:tav tm="100000">
                                          <p:val>
                                            <p:strVal val="#ppt_w"/>
                                          </p:val>
                                        </p:tav>
                                      </p:tavLst>
                                    </p:anim>
                                    <p:anim calcmode="lin" valueType="num">
                                      <p:cBhvr>
                                        <p:cTn id="31" dur="500" fill="hold"/>
                                        <p:tgtEl>
                                          <p:spTgt spid="29"/>
                                        </p:tgtEl>
                                        <p:attrNameLst>
                                          <p:attrName>ppt_h</p:attrName>
                                        </p:attrNameLst>
                                      </p:cBhvr>
                                      <p:tavLst>
                                        <p:tav tm="0">
                                          <p:val>
                                            <p:fltVal val="0"/>
                                          </p:val>
                                        </p:tav>
                                        <p:tav tm="100000">
                                          <p:val>
                                            <p:strVal val="#ppt_h"/>
                                          </p:val>
                                        </p:tav>
                                      </p:tavLst>
                                    </p:anim>
                                    <p:animEffect transition="in" filter="fade">
                                      <p:cBhvr>
                                        <p:cTn id="32" dur="500"/>
                                        <p:tgtEl>
                                          <p:spTgt spid="29"/>
                                        </p:tgtEl>
                                      </p:cBhvr>
                                    </p:animEffect>
                                  </p:childTnLst>
                                </p:cTn>
                              </p:par>
                              <p:par>
                                <p:cTn id="33" presetID="22" presetClass="entr" presetSubtype="4"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wipe(down)">
                                      <p:cBhvr>
                                        <p:cTn id="35" dur="500"/>
                                        <p:tgtEl>
                                          <p:spTgt spid="30"/>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7">
                                            <p:txEl>
                                              <p:pRg st="0" end="0"/>
                                            </p:txEl>
                                          </p:spTgt>
                                        </p:tgtEl>
                                        <p:attrNameLst>
                                          <p:attrName>style.visibility</p:attrName>
                                        </p:attrNameLst>
                                      </p:cBhvr>
                                      <p:to>
                                        <p:strVal val="visible"/>
                                      </p:to>
                                    </p:set>
                                    <p:animEffect transition="in" filter="fade">
                                      <p:cBhvr>
                                        <p:cTn id="38" dur="500"/>
                                        <p:tgtEl>
                                          <p:spTgt spid="37">
                                            <p:txEl>
                                              <p:pRg st="0" end="0"/>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8">
                                            <p:txEl>
                                              <p:pRg st="0" end="0"/>
                                            </p:txEl>
                                          </p:spTgt>
                                        </p:tgtEl>
                                        <p:attrNameLst>
                                          <p:attrName>style.visibility</p:attrName>
                                        </p:attrNameLst>
                                      </p:cBhvr>
                                      <p:to>
                                        <p:strVal val="visible"/>
                                      </p:to>
                                    </p:set>
                                    <p:animEffect transition="in" filter="fade">
                                      <p:cBhvr>
                                        <p:cTn id="41" dur="500"/>
                                        <p:tgtEl>
                                          <p:spTgt spid="38">
                                            <p:txEl>
                                              <p:pRg st="0" end="0"/>
                                            </p:txEl>
                                          </p:spTgt>
                                        </p:tgtEl>
                                      </p:cBhvr>
                                    </p:animEffect>
                                  </p:childTnLst>
                                </p:cTn>
                              </p:par>
                            </p:childTnLst>
                          </p:cTn>
                        </p:par>
                        <p:par>
                          <p:cTn id="42" fill="hold">
                            <p:stCondLst>
                              <p:cond delay="2000"/>
                            </p:stCondLst>
                            <p:childTnLst>
                              <p:par>
                                <p:cTn id="43" presetID="53" presetClass="entr" presetSubtype="16" fill="hold" grpId="0" nodeType="afterEffect">
                                  <p:stCondLst>
                                    <p:cond delay="0"/>
                                  </p:stCondLst>
                                  <p:childTnLst>
                                    <p:set>
                                      <p:cBhvr>
                                        <p:cTn id="44" dur="1" fill="hold">
                                          <p:stCondLst>
                                            <p:cond delay="0"/>
                                          </p:stCondLst>
                                        </p:cTn>
                                        <p:tgtEl>
                                          <p:spTgt spid="31"/>
                                        </p:tgtEl>
                                        <p:attrNameLst>
                                          <p:attrName>style.visibility</p:attrName>
                                        </p:attrNameLst>
                                      </p:cBhvr>
                                      <p:to>
                                        <p:strVal val="visible"/>
                                      </p:to>
                                    </p:set>
                                    <p:anim calcmode="lin" valueType="num">
                                      <p:cBhvr>
                                        <p:cTn id="45" dur="500" fill="hold"/>
                                        <p:tgtEl>
                                          <p:spTgt spid="31"/>
                                        </p:tgtEl>
                                        <p:attrNameLst>
                                          <p:attrName>ppt_w</p:attrName>
                                        </p:attrNameLst>
                                      </p:cBhvr>
                                      <p:tavLst>
                                        <p:tav tm="0">
                                          <p:val>
                                            <p:fltVal val="0"/>
                                          </p:val>
                                        </p:tav>
                                        <p:tav tm="100000">
                                          <p:val>
                                            <p:strVal val="#ppt_w"/>
                                          </p:val>
                                        </p:tav>
                                      </p:tavLst>
                                    </p:anim>
                                    <p:anim calcmode="lin" valueType="num">
                                      <p:cBhvr>
                                        <p:cTn id="46" dur="500" fill="hold"/>
                                        <p:tgtEl>
                                          <p:spTgt spid="31"/>
                                        </p:tgtEl>
                                        <p:attrNameLst>
                                          <p:attrName>ppt_h</p:attrName>
                                        </p:attrNameLst>
                                      </p:cBhvr>
                                      <p:tavLst>
                                        <p:tav tm="0">
                                          <p:val>
                                            <p:fltVal val="0"/>
                                          </p:val>
                                        </p:tav>
                                        <p:tav tm="100000">
                                          <p:val>
                                            <p:strVal val="#ppt_h"/>
                                          </p:val>
                                        </p:tav>
                                      </p:tavLst>
                                    </p:anim>
                                    <p:animEffect transition="in" filter="fade">
                                      <p:cBhvr>
                                        <p:cTn id="47" dur="500"/>
                                        <p:tgtEl>
                                          <p:spTgt spid="31"/>
                                        </p:tgtEl>
                                      </p:cBhvr>
                                    </p:animEffect>
                                  </p:childTnLst>
                                </p:cTn>
                              </p:par>
                              <p:par>
                                <p:cTn id="48" presetID="22" presetClass="entr" presetSubtype="1" fill="hold" grpId="0" nodeType="with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wipe(up)">
                                      <p:cBhvr>
                                        <p:cTn id="50" dur="500"/>
                                        <p:tgtEl>
                                          <p:spTgt spid="32"/>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9">
                                            <p:txEl>
                                              <p:pRg st="0" end="0"/>
                                            </p:txEl>
                                          </p:spTgt>
                                        </p:tgtEl>
                                        <p:attrNameLst>
                                          <p:attrName>style.visibility</p:attrName>
                                        </p:attrNameLst>
                                      </p:cBhvr>
                                      <p:to>
                                        <p:strVal val="visible"/>
                                      </p:to>
                                    </p:set>
                                    <p:animEffect transition="in" filter="fade">
                                      <p:cBhvr>
                                        <p:cTn id="53" dur="500"/>
                                        <p:tgtEl>
                                          <p:spTgt spid="39">
                                            <p:txEl>
                                              <p:pRg st="0" end="0"/>
                                            </p:txEl>
                                          </p:spTgt>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0">
                                            <p:txEl>
                                              <p:pRg st="0" end="0"/>
                                            </p:txEl>
                                          </p:spTgt>
                                        </p:tgtEl>
                                        <p:attrNameLst>
                                          <p:attrName>style.visibility</p:attrName>
                                        </p:attrNameLst>
                                      </p:cBhvr>
                                      <p:to>
                                        <p:strVal val="visible"/>
                                      </p:to>
                                    </p:set>
                                    <p:animEffect transition="in" filter="fade">
                                      <p:cBhvr>
                                        <p:cTn id="56" dur="500"/>
                                        <p:tgtEl>
                                          <p:spTgt spid="40">
                                            <p:txEl>
                                              <p:pRg st="0" end="0"/>
                                            </p:txEl>
                                          </p:spTgt>
                                        </p:tgtEl>
                                      </p:cBhvr>
                                    </p:animEffect>
                                  </p:childTnLst>
                                </p:cTn>
                              </p:par>
                            </p:childTnLst>
                          </p:cTn>
                        </p:par>
                        <p:par>
                          <p:cTn id="57" fill="hold">
                            <p:stCondLst>
                              <p:cond delay="2500"/>
                            </p:stCondLst>
                            <p:childTnLst>
                              <p:par>
                                <p:cTn id="58" presetID="53" presetClass="entr" presetSubtype="16" fill="hold" grpId="0" nodeType="afterEffect">
                                  <p:stCondLst>
                                    <p:cond delay="0"/>
                                  </p:stCondLst>
                                  <p:childTnLst>
                                    <p:set>
                                      <p:cBhvr>
                                        <p:cTn id="59" dur="1" fill="hold">
                                          <p:stCondLst>
                                            <p:cond delay="0"/>
                                          </p:stCondLst>
                                        </p:cTn>
                                        <p:tgtEl>
                                          <p:spTgt spid="33"/>
                                        </p:tgtEl>
                                        <p:attrNameLst>
                                          <p:attrName>style.visibility</p:attrName>
                                        </p:attrNameLst>
                                      </p:cBhvr>
                                      <p:to>
                                        <p:strVal val="visible"/>
                                      </p:to>
                                    </p:set>
                                    <p:anim calcmode="lin" valueType="num">
                                      <p:cBhvr>
                                        <p:cTn id="60" dur="500" fill="hold"/>
                                        <p:tgtEl>
                                          <p:spTgt spid="33"/>
                                        </p:tgtEl>
                                        <p:attrNameLst>
                                          <p:attrName>ppt_w</p:attrName>
                                        </p:attrNameLst>
                                      </p:cBhvr>
                                      <p:tavLst>
                                        <p:tav tm="0">
                                          <p:val>
                                            <p:fltVal val="0"/>
                                          </p:val>
                                        </p:tav>
                                        <p:tav tm="100000">
                                          <p:val>
                                            <p:strVal val="#ppt_w"/>
                                          </p:val>
                                        </p:tav>
                                      </p:tavLst>
                                    </p:anim>
                                    <p:anim calcmode="lin" valueType="num">
                                      <p:cBhvr>
                                        <p:cTn id="61" dur="500" fill="hold"/>
                                        <p:tgtEl>
                                          <p:spTgt spid="33"/>
                                        </p:tgtEl>
                                        <p:attrNameLst>
                                          <p:attrName>ppt_h</p:attrName>
                                        </p:attrNameLst>
                                      </p:cBhvr>
                                      <p:tavLst>
                                        <p:tav tm="0">
                                          <p:val>
                                            <p:fltVal val="0"/>
                                          </p:val>
                                        </p:tav>
                                        <p:tav tm="100000">
                                          <p:val>
                                            <p:strVal val="#ppt_h"/>
                                          </p:val>
                                        </p:tav>
                                      </p:tavLst>
                                    </p:anim>
                                    <p:animEffect transition="in" filter="fade">
                                      <p:cBhvr>
                                        <p:cTn id="62" dur="500"/>
                                        <p:tgtEl>
                                          <p:spTgt spid="33"/>
                                        </p:tgtEl>
                                      </p:cBhvr>
                                    </p:animEffect>
                                  </p:childTnLst>
                                </p:cTn>
                              </p:par>
                              <p:par>
                                <p:cTn id="63" presetID="22" presetClass="entr" presetSubtype="4" fill="hold" grpId="0" nodeType="withEffect">
                                  <p:stCondLst>
                                    <p:cond delay="0"/>
                                  </p:stCondLst>
                                  <p:childTnLst>
                                    <p:set>
                                      <p:cBhvr>
                                        <p:cTn id="64" dur="1" fill="hold">
                                          <p:stCondLst>
                                            <p:cond delay="0"/>
                                          </p:stCondLst>
                                        </p:cTn>
                                        <p:tgtEl>
                                          <p:spTgt spid="34"/>
                                        </p:tgtEl>
                                        <p:attrNameLst>
                                          <p:attrName>style.visibility</p:attrName>
                                        </p:attrNameLst>
                                      </p:cBhvr>
                                      <p:to>
                                        <p:strVal val="visible"/>
                                      </p:to>
                                    </p:set>
                                    <p:animEffect transition="in" filter="wipe(down)">
                                      <p:cBhvr>
                                        <p:cTn id="65" dur="500"/>
                                        <p:tgtEl>
                                          <p:spTgt spid="34"/>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1">
                                            <p:txEl>
                                              <p:pRg st="0" end="0"/>
                                            </p:txEl>
                                          </p:spTgt>
                                        </p:tgtEl>
                                        <p:attrNameLst>
                                          <p:attrName>style.visibility</p:attrName>
                                        </p:attrNameLst>
                                      </p:cBhvr>
                                      <p:to>
                                        <p:strVal val="visible"/>
                                      </p:to>
                                    </p:set>
                                    <p:animEffect transition="in" filter="fade">
                                      <p:cBhvr>
                                        <p:cTn id="68" dur="500"/>
                                        <p:tgtEl>
                                          <p:spTgt spid="41">
                                            <p:txEl>
                                              <p:pRg st="0" end="0"/>
                                            </p:txEl>
                                          </p:spTgt>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42">
                                            <p:txEl>
                                              <p:pRg st="0" end="0"/>
                                            </p:txEl>
                                          </p:spTgt>
                                        </p:tgtEl>
                                        <p:attrNameLst>
                                          <p:attrName>style.visibility</p:attrName>
                                        </p:attrNameLst>
                                      </p:cBhvr>
                                      <p:to>
                                        <p:strVal val="visible"/>
                                      </p:to>
                                    </p:set>
                                    <p:animEffect transition="in" filter="fade">
                                      <p:cBhvr>
                                        <p:cTn id="71" dur="500"/>
                                        <p:tgtEl>
                                          <p:spTgt spid="4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13" grpId="0" animBg="1"/>
      <p:bldP spid="29" grpId="0" animBg="1"/>
      <p:bldP spid="30" grpId="0" animBg="1"/>
      <p:bldP spid="31" grpId="0" animBg="1"/>
      <p:bldP spid="32" grpId="0" animBg="1"/>
      <p:bldP spid="33" grpId="0" animBg="1"/>
      <p:bldP spid="34" grpId="0" animBg="1"/>
      <p:bldP spid="35" grpId="0" build="p">
        <p:tmplLst>
          <p:tmpl lvl="1">
            <p:tnLst>
              <p:par>
                <p:cTn presetID="10" presetClass="entr" presetSubtype="0" fill="hold" nodeType="with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fade">
                      <p:cBhvr>
                        <p:cTn dur="500"/>
                        <p:tgtEl>
                          <p:spTgt spid="35"/>
                        </p:tgtEl>
                      </p:cBhvr>
                    </p:animEffect>
                  </p:childTnLst>
                </p:cTn>
              </p:par>
            </p:tnLst>
          </p:tmpl>
        </p:tmplLst>
      </p:bldP>
      <p:bldP spid="36" grpId="0" build="p">
        <p:tmplLst>
          <p:tmpl lvl="1">
            <p:tnLst>
              <p:par>
                <p:cTn presetID="10" presetClass="entr" presetSubtype="0" fill="hold" nodeType="with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7" grpId="0" build="p">
        <p:tmplLst>
          <p:tmpl lvl="1">
            <p:tnLst>
              <p:par>
                <p:cTn presetID="10" presetClass="entr" presetSubtype="0" fill="hold" nodeType="with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8" grpId="0" build="p">
        <p:tmplLst>
          <p:tmpl lvl="1">
            <p:tnLst>
              <p:par>
                <p:cTn presetID="10" presetClass="entr" presetSubtype="0" fill="hold" nodeType="with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39" grpId="0" build="p">
        <p:tmplLst>
          <p:tmpl lvl="1">
            <p:tnLst>
              <p:par>
                <p:cTn presetID="10"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0" grpId="0" build="p">
        <p:tmplLst>
          <p:tmpl lvl="1">
            <p:tnLst>
              <p:par>
                <p:cTn presetID="10"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build="p">
        <p:tmplLst>
          <p:tmpl lvl="1">
            <p:tnLst>
              <p:par>
                <p:cTn presetID="10"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42" grpId="0" build="p">
        <p:tmplLst>
          <p:tmpl lvl="1">
            <p:tnLst>
              <p:par>
                <p:cTn presetID="10"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Lst>
  </p:timing>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3CC5ECB2-EA51-F442-9D71-04B7BF177141}"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25" name="Rectangle 24"/>
          <p:cNvSpPr/>
          <p:nvPr/>
        </p:nvSpPr>
        <p:spPr>
          <a:xfrm>
            <a:off x="750415" y="4140551"/>
            <a:ext cx="2438400" cy="1556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28" name="Rectangle 27"/>
          <p:cNvSpPr/>
          <p:nvPr/>
        </p:nvSpPr>
        <p:spPr>
          <a:xfrm>
            <a:off x="3513935" y="4140551"/>
            <a:ext cx="2438400" cy="15569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45" name="Rectangle 44"/>
          <p:cNvSpPr/>
          <p:nvPr/>
        </p:nvSpPr>
        <p:spPr>
          <a:xfrm>
            <a:off x="6252376" y="4140551"/>
            <a:ext cx="2438400" cy="15569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48" name="Rectangle 47"/>
          <p:cNvSpPr/>
          <p:nvPr/>
        </p:nvSpPr>
        <p:spPr>
          <a:xfrm>
            <a:off x="9015896" y="4138659"/>
            <a:ext cx="2438400" cy="15569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49" name="Picture Placeholder 48"/>
          <p:cNvSpPr>
            <a:spLocks noGrp="1"/>
          </p:cNvSpPr>
          <p:nvPr>
            <p:ph type="pic" sz="quarter" idx="13"/>
          </p:nvPr>
        </p:nvSpPr>
        <p:spPr>
          <a:xfrm>
            <a:off x="750414" y="1953469"/>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0" name="Picture Placeholder 49"/>
          <p:cNvSpPr>
            <a:spLocks noGrp="1"/>
          </p:cNvSpPr>
          <p:nvPr>
            <p:ph type="pic" sz="quarter" idx="14"/>
          </p:nvPr>
        </p:nvSpPr>
        <p:spPr>
          <a:xfrm>
            <a:off x="3513934" y="1953469"/>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1" name="Picture Placeholder 50"/>
          <p:cNvSpPr>
            <a:spLocks noGrp="1"/>
          </p:cNvSpPr>
          <p:nvPr>
            <p:ph type="pic" sz="quarter" idx="15"/>
          </p:nvPr>
        </p:nvSpPr>
        <p:spPr>
          <a:xfrm>
            <a:off x="6252376" y="1953469"/>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2" name="Picture Placeholder 51"/>
          <p:cNvSpPr>
            <a:spLocks noGrp="1"/>
          </p:cNvSpPr>
          <p:nvPr>
            <p:ph type="pic" sz="quarter" idx="16"/>
          </p:nvPr>
        </p:nvSpPr>
        <p:spPr>
          <a:xfrm>
            <a:off x="9015896" y="1955361"/>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3" name="Text Placeholder 10"/>
          <p:cNvSpPr>
            <a:spLocks noGrp="1"/>
          </p:cNvSpPr>
          <p:nvPr>
            <p:ph type="body" sz="quarter" idx="17" hasCustomPrompt="1"/>
          </p:nvPr>
        </p:nvSpPr>
        <p:spPr>
          <a:xfrm>
            <a:off x="750413"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4" name="Text Placeholder 10"/>
          <p:cNvSpPr>
            <a:spLocks noGrp="1"/>
          </p:cNvSpPr>
          <p:nvPr>
            <p:ph type="body" sz="quarter" idx="18" hasCustomPrompt="1"/>
          </p:nvPr>
        </p:nvSpPr>
        <p:spPr>
          <a:xfrm>
            <a:off x="750414"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55" name="Text Placeholder 10"/>
          <p:cNvSpPr>
            <a:spLocks noGrp="1"/>
          </p:cNvSpPr>
          <p:nvPr>
            <p:ph type="body" sz="quarter" idx="19" hasCustomPrompt="1"/>
          </p:nvPr>
        </p:nvSpPr>
        <p:spPr>
          <a:xfrm>
            <a:off x="3513934"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6" name="Text Placeholder 10"/>
          <p:cNvSpPr>
            <a:spLocks noGrp="1"/>
          </p:cNvSpPr>
          <p:nvPr>
            <p:ph type="body" sz="quarter" idx="20" hasCustomPrompt="1"/>
          </p:nvPr>
        </p:nvSpPr>
        <p:spPr>
          <a:xfrm>
            <a:off x="3513935"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57" name="Text Placeholder 10"/>
          <p:cNvSpPr>
            <a:spLocks noGrp="1"/>
          </p:cNvSpPr>
          <p:nvPr>
            <p:ph type="body" sz="quarter" idx="21" hasCustomPrompt="1"/>
          </p:nvPr>
        </p:nvSpPr>
        <p:spPr>
          <a:xfrm>
            <a:off x="6277455"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8" name="Text Placeholder 10"/>
          <p:cNvSpPr>
            <a:spLocks noGrp="1"/>
          </p:cNvSpPr>
          <p:nvPr>
            <p:ph type="body" sz="quarter" idx="22" hasCustomPrompt="1"/>
          </p:nvPr>
        </p:nvSpPr>
        <p:spPr>
          <a:xfrm>
            <a:off x="6277456"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59" name="Text Placeholder 10"/>
          <p:cNvSpPr>
            <a:spLocks noGrp="1"/>
          </p:cNvSpPr>
          <p:nvPr>
            <p:ph type="body" sz="quarter" idx="23" hasCustomPrompt="1"/>
          </p:nvPr>
        </p:nvSpPr>
        <p:spPr>
          <a:xfrm>
            <a:off x="9015895"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60" name="Text Placeholder 10"/>
          <p:cNvSpPr>
            <a:spLocks noGrp="1"/>
          </p:cNvSpPr>
          <p:nvPr>
            <p:ph type="body" sz="quarter" idx="24" hasCustomPrompt="1"/>
          </p:nvPr>
        </p:nvSpPr>
        <p:spPr>
          <a:xfrm>
            <a:off x="9015896"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27673567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fade">
                                      <p:cBhvr>
                                        <p:cTn id="15" dur="500"/>
                                        <p:tgtEl>
                                          <p:spTgt spid="4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fade">
                                      <p:cBhvr>
                                        <p:cTn id="18" dur="500"/>
                                        <p:tgtEl>
                                          <p:spTgt spid="25"/>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53">
                                            <p:txEl>
                                              <p:pRg st="0" end="0"/>
                                            </p:txEl>
                                          </p:spTgt>
                                        </p:tgtEl>
                                        <p:attrNameLst>
                                          <p:attrName>style.visibility</p:attrName>
                                        </p:attrNameLst>
                                      </p:cBhvr>
                                      <p:to>
                                        <p:strVal val="visible"/>
                                      </p:to>
                                    </p:set>
                                    <p:animEffect transition="in" filter="fade">
                                      <p:cBhvr>
                                        <p:cTn id="22" dur="500"/>
                                        <p:tgtEl>
                                          <p:spTgt spid="53">
                                            <p:txEl>
                                              <p:pRg st="0" end="0"/>
                                            </p:txEl>
                                          </p:spTgt>
                                        </p:tgtEl>
                                      </p:cBhvr>
                                    </p:animEffect>
                                  </p:childTnLst>
                                </p:cTn>
                              </p:par>
                              <p:par>
                                <p:cTn id="23" presetID="42" presetClass="entr" presetSubtype="0" fill="hold" grpId="0" nodeType="withEffect">
                                  <p:stCondLst>
                                    <p:cond delay="0"/>
                                  </p:stCondLst>
                                  <p:childTnLst>
                                    <p:set>
                                      <p:cBhvr>
                                        <p:cTn id="24" dur="1" fill="hold">
                                          <p:stCondLst>
                                            <p:cond delay="0"/>
                                          </p:stCondLst>
                                        </p:cTn>
                                        <p:tgtEl>
                                          <p:spTgt spid="54">
                                            <p:txEl>
                                              <p:pRg st="0" end="0"/>
                                            </p:txEl>
                                          </p:spTgt>
                                        </p:tgtEl>
                                        <p:attrNameLst>
                                          <p:attrName>style.visibility</p:attrName>
                                        </p:attrNameLst>
                                      </p:cBhvr>
                                      <p:to>
                                        <p:strVal val="visible"/>
                                      </p:to>
                                    </p:set>
                                    <p:animEffect transition="in" filter="fade">
                                      <p:cBhvr>
                                        <p:cTn id="25" dur="500"/>
                                        <p:tgtEl>
                                          <p:spTgt spid="54">
                                            <p:txEl>
                                              <p:pRg st="0" end="0"/>
                                            </p:txEl>
                                          </p:spTgt>
                                        </p:tgtEl>
                                      </p:cBhvr>
                                    </p:animEffect>
                                    <p:anim calcmode="lin" valueType="num">
                                      <p:cBhvr>
                                        <p:cTn id="26" dur="500" fill="hold"/>
                                        <p:tgtEl>
                                          <p:spTgt spid="54">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54">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50"/>
                                        </p:tgtEl>
                                        <p:attrNameLst>
                                          <p:attrName>style.visibility</p:attrName>
                                        </p:attrNameLst>
                                      </p:cBhvr>
                                      <p:to>
                                        <p:strVal val="visible"/>
                                      </p:to>
                                    </p:set>
                                    <p:animEffect transition="in" filter="fade">
                                      <p:cBhvr>
                                        <p:cTn id="31" dur="500"/>
                                        <p:tgtEl>
                                          <p:spTgt spid="5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fade">
                                      <p:cBhvr>
                                        <p:cTn id="34" dur="500"/>
                                        <p:tgtEl>
                                          <p:spTgt spid="28"/>
                                        </p:tgtEl>
                                      </p:cBhvr>
                                    </p:animEffect>
                                  </p:childTnLst>
                                </p:cTn>
                              </p:par>
                            </p:childTnLst>
                          </p:cTn>
                        </p:par>
                        <p:par>
                          <p:cTn id="35" fill="hold">
                            <p:stCondLst>
                              <p:cond delay="2500"/>
                            </p:stCondLst>
                            <p:childTnLst>
                              <p:par>
                                <p:cTn id="36" presetID="10" presetClass="entr" presetSubtype="0" fill="hold" grpId="0" nodeType="afterEffect">
                                  <p:stCondLst>
                                    <p:cond delay="0"/>
                                  </p:stCondLst>
                                  <p:childTnLst>
                                    <p:set>
                                      <p:cBhvr>
                                        <p:cTn id="37" dur="1" fill="hold">
                                          <p:stCondLst>
                                            <p:cond delay="0"/>
                                          </p:stCondLst>
                                        </p:cTn>
                                        <p:tgtEl>
                                          <p:spTgt spid="55">
                                            <p:txEl>
                                              <p:pRg st="0" end="0"/>
                                            </p:txEl>
                                          </p:spTgt>
                                        </p:tgtEl>
                                        <p:attrNameLst>
                                          <p:attrName>style.visibility</p:attrName>
                                        </p:attrNameLst>
                                      </p:cBhvr>
                                      <p:to>
                                        <p:strVal val="visible"/>
                                      </p:to>
                                    </p:set>
                                    <p:animEffect transition="in" filter="fade">
                                      <p:cBhvr>
                                        <p:cTn id="38" dur="500"/>
                                        <p:tgtEl>
                                          <p:spTgt spid="55">
                                            <p:txEl>
                                              <p:pRg st="0" end="0"/>
                                            </p:txEl>
                                          </p:spTgt>
                                        </p:tgtEl>
                                      </p:cBhvr>
                                    </p:animEffect>
                                  </p:childTnLst>
                                </p:cTn>
                              </p:par>
                              <p:par>
                                <p:cTn id="39" presetID="42" presetClass="entr" presetSubtype="0" fill="hold" grpId="0" nodeType="withEffect">
                                  <p:stCondLst>
                                    <p:cond delay="0"/>
                                  </p:stCondLst>
                                  <p:childTnLst>
                                    <p:set>
                                      <p:cBhvr>
                                        <p:cTn id="40" dur="1" fill="hold">
                                          <p:stCondLst>
                                            <p:cond delay="0"/>
                                          </p:stCondLst>
                                        </p:cTn>
                                        <p:tgtEl>
                                          <p:spTgt spid="56">
                                            <p:txEl>
                                              <p:pRg st="0" end="0"/>
                                            </p:txEl>
                                          </p:spTgt>
                                        </p:tgtEl>
                                        <p:attrNameLst>
                                          <p:attrName>style.visibility</p:attrName>
                                        </p:attrNameLst>
                                      </p:cBhvr>
                                      <p:to>
                                        <p:strVal val="visible"/>
                                      </p:to>
                                    </p:set>
                                    <p:animEffect transition="in" filter="fade">
                                      <p:cBhvr>
                                        <p:cTn id="41" dur="500"/>
                                        <p:tgtEl>
                                          <p:spTgt spid="56">
                                            <p:txEl>
                                              <p:pRg st="0" end="0"/>
                                            </p:txEl>
                                          </p:spTgt>
                                        </p:tgtEl>
                                      </p:cBhvr>
                                    </p:animEffect>
                                    <p:anim calcmode="lin" valueType="num">
                                      <p:cBhvr>
                                        <p:cTn id="42" dur="500" fill="hold"/>
                                        <p:tgtEl>
                                          <p:spTgt spid="5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5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3000"/>
                            </p:stCondLst>
                            <p:childTnLst>
                              <p:par>
                                <p:cTn id="45" presetID="10" presetClass="entr" presetSubtype="0" fill="hold" grpId="0" nodeType="afterEffect">
                                  <p:stCondLst>
                                    <p:cond delay="0"/>
                                  </p:stCondLst>
                                  <p:childTnLst>
                                    <p:set>
                                      <p:cBhvr>
                                        <p:cTn id="46" dur="1" fill="hold">
                                          <p:stCondLst>
                                            <p:cond delay="0"/>
                                          </p:stCondLst>
                                        </p:cTn>
                                        <p:tgtEl>
                                          <p:spTgt spid="51"/>
                                        </p:tgtEl>
                                        <p:attrNameLst>
                                          <p:attrName>style.visibility</p:attrName>
                                        </p:attrNameLst>
                                      </p:cBhvr>
                                      <p:to>
                                        <p:strVal val="visible"/>
                                      </p:to>
                                    </p:set>
                                    <p:animEffect transition="in" filter="fade">
                                      <p:cBhvr>
                                        <p:cTn id="47" dur="500"/>
                                        <p:tgtEl>
                                          <p:spTgt spid="51"/>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45"/>
                                        </p:tgtEl>
                                        <p:attrNameLst>
                                          <p:attrName>style.visibility</p:attrName>
                                        </p:attrNameLst>
                                      </p:cBhvr>
                                      <p:to>
                                        <p:strVal val="visible"/>
                                      </p:to>
                                    </p:set>
                                    <p:animEffect transition="in" filter="fade">
                                      <p:cBhvr>
                                        <p:cTn id="50" dur="500"/>
                                        <p:tgtEl>
                                          <p:spTgt spid="45"/>
                                        </p:tgtEl>
                                      </p:cBhvr>
                                    </p:animEffect>
                                  </p:childTnLst>
                                </p:cTn>
                              </p:par>
                            </p:childTnLst>
                          </p:cTn>
                        </p:par>
                        <p:par>
                          <p:cTn id="51" fill="hold">
                            <p:stCondLst>
                              <p:cond delay="3500"/>
                            </p:stCondLst>
                            <p:childTnLst>
                              <p:par>
                                <p:cTn id="52" presetID="10" presetClass="entr" presetSubtype="0" fill="hold" grpId="0" nodeType="afterEffect">
                                  <p:stCondLst>
                                    <p:cond delay="0"/>
                                  </p:stCondLst>
                                  <p:childTnLst>
                                    <p:set>
                                      <p:cBhvr>
                                        <p:cTn id="53" dur="1" fill="hold">
                                          <p:stCondLst>
                                            <p:cond delay="0"/>
                                          </p:stCondLst>
                                        </p:cTn>
                                        <p:tgtEl>
                                          <p:spTgt spid="57">
                                            <p:txEl>
                                              <p:pRg st="0" end="0"/>
                                            </p:txEl>
                                          </p:spTgt>
                                        </p:tgtEl>
                                        <p:attrNameLst>
                                          <p:attrName>style.visibility</p:attrName>
                                        </p:attrNameLst>
                                      </p:cBhvr>
                                      <p:to>
                                        <p:strVal val="visible"/>
                                      </p:to>
                                    </p:set>
                                    <p:animEffect transition="in" filter="fade">
                                      <p:cBhvr>
                                        <p:cTn id="54" dur="500"/>
                                        <p:tgtEl>
                                          <p:spTgt spid="57">
                                            <p:txEl>
                                              <p:pRg st="0" end="0"/>
                                            </p:txEl>
                                          </p:spTgt>
                                        </p:tgtEl>
                                      </p:cBhvr>
                                    </p:animEffect>
                                  </p:childTnLst>
                                </p:cTn>
                              </p:par>
                              <p:par>
                                <p:cTn id="55" presetID="42" presetClass="entr" presetSubtype="0" fill="hold" grpId="0" nodeType="withEffect">
                                  <p:stCondLst>
                                    <p:cond delay="0"/>
                                  </p:stCondLst>
                                  <p:childTnLst>
                                    <p:set>
                                      <p:cBhvr>
                                        <p:cTn id="56" dur="1" fill="hold">
                                          <p:stCondLst>
                                            <p:cond delay="0"/>
                                          </p:stCondLst>
                                        </p:cTn>
                                        <p:tgtEl>
                                          <p:spTgt spid="58">
                                            <p:txEl>
                                              <p:pRg st="0" end="0"/>
                                            </p:txEl>
                                          </p:spTgt>
                                        </p:tgtEl>
                                        <p:attrNameLst>
                                          <p:attrName>style.visibility</p:attrName>
                                        </p:attrNameLst>
                                      </p:cBhvr>
                                      <p:to>
                                        <p:strVal val="visible"/>
                                      </p:to>
                                    </p:set>
                                    <p:animEffect transition="in" filter="fade">
                                      <p:cBhvr>
                                        <p:cTn id="57" dur="500"/>
                                        <p:tgtEl>
                                          <p:spTgt spid="58">
                                            <p:txEl>
                                              <p:pRg st="0" end="0"/>
                                            </p:txEl>
                                          </p:spTgt>
                                        </p:tgtEl>
                                      </p:cBhvr>
                                    </p:animEffect>
                                    <p:anim calcmode="lin" valueType="num">
                                      <p:cBhvr>
                                        <p:cTn id="58" dur="500" fill="hold"/>
                                        <p:tgtEl>
                                          <p:spTgt spid="58">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58">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4000"/>
                            </p:stCondLst>
                            <p:childTnLst>
                              <p:par>
                                <p:cTn id="61" presetID="10" presetClass="entr" presetSubtype="0" fill="hold" grpId="0" nodeType="afterEffect">
                                  <p:stCondLst>
                                    <p:cond delay="0"/>
                                  </p:stCondLst>
                                  <p:childTnLst>
                                    <p:set>
                                      <p:cBhvr>
                                        <p:cTn id="62" dur="1" fill="hold">
                                          <p:stCondLst>
                                            <p:cond delay="0"/>
                                          </p:stCondLst>
                                        </p:cTn>
                                        <p:tgtEl>
                                          <p:spTgt spid="52"/>
                                        </p:tgtEl>
                                        <p:attrNameLst>
                                          <p:attrName>style.visibility</p:attrName>
                                        </p:attrNameLst>
                                      </p:cBhvr>
                                      <p:to>
                                        <p:strVal val="visible"/>
                                      </p:to>
                                    </p:set>
                                    <p:animEffect transition="in" filter="fade">
                                      <p:cBhvr>
                                        <p:cTn id="63" dur="500"/>
                                        <p:tgtEl>
                                          <p:spTgt spid="52"/>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48"/>
                                        </p:tgtEl>
                                        <p:attrNameLst>
                                          <p:attrName>style.visibility</p:attrName>
                                        </p:attrNameLst>
                                      </p:cBhvr>
                                      <p:to>
                                        <p:strVal val="visible"/>
                                      </p:to>
                                    </p:set>
                                    <p:animEffect transition="in" filter="fade">
                                      <p:cBhvr>
                                        <p:cTn id="66" dur="500"/>
                                        <p:tgtEl>
                                          <p:spTgt spid="48"/>
                                        </p:tgtEl>
                                      </p:cBhvr>
                                    </p:animEffect>
                                  </p:childTnLst>
                                </p:cTn>
                              </p:par>
                            </p:childTnLst>
                          </p:cTn>
                        </p:par>
                        <p:par>
                          <p:cTn id="67" fill="hold">
                            <p:stCondLst>
                              <p:cond delay="4500"/>
                            </p:stCondLst>
                            <p:childTnLst>
                              <p:par>
                                <p:cTn id="68" presetID="10" presetClass="entr" presetSubtype="0" fill="hold" grpId="0" nodeType="afterEffect">
                                  <p:stCondLst>
                                    <p:cond delay="0"/>
                                  </p:stCondLst>
                                  <p:childTnLst>
                                    <p:set>
                                      <p:cBhvr>
                                        <p:cTn id="69" dur="1" fill="hold">
                                          <p:stCondLst>
                                            <p:cond delay="0"/>
                                          </p:stCondLst>
                                        </p:cTn>
                                        <p:tgtEl>
                                          <p:spTgt spid="59">
                                            <p:txEl>
                                              <p:pRg st="0" end="0"/>
                                            </p:txEl>
                                          </p:spTgt>
                                        </p:tgtEl>
                                        <p:attrNameLst>
                                          <p:attrName>style.visibility</p:attrName>
                                        </p:attrNameLst>
                                      </p:cBhvr>
                                      <p:to>
                                        <p:strVal val="visible"/>
                                      </p:to>
                                    </p:set>
                                    <p:animEffect transition="in" filter="fade">
                                      <p:cBhvr>
                                        <p:cTn id="70" dur="500"/>
                                        <p:tgtEl>
                                          <p:spTgt spid="59">
                                            <p:txEl>
                                              <p:pRg st="0" end="0"/>
                                            </p:txEl>
                                          </p:spTgt>
                                        </p:tgtEl>
                                      </p:cBhvr>
                                    </p:animEffect>
                                  </p:childTnLst>
                                </p:cTn>
                              </p:par>
                              <p:par>
                                <p:cTn id="71" presetID="42" presetClass="entr" presetSubtype="0" fill="hold" grpId="0" nodeType="withEffect">
                                  <p:stCondLst>
                                    <p:cond delay="0"/>
                                  </p:stCondLst>
                                  <p:childTnLst>
                                    <p:set>
                                      <p:cBhvr>
                                        <p:cTn id="72" dur="1" fill="hold">
                                          <p:stCondLst>
                                            <p:cond delay="0"/>
                                          </p:stCondLst>
                                        </p:cTn>
                                        <p:tgtEl>
                                          <p:spTgt spid="60">
                                            <p:txEl>
                                              <p:pRg st="0" end="0"/>
                                            </p:txEl>
                                          </p:spTgt>
                                        </p:tgtEl>
                                        <p:attrNameLst>
                                          <p:attrName>style.visibility</p:attrName>
                                        </p:attrNameLst>
                                      </p:cBhvr>
                                      <p:to>
                                        <p:strVal val="visible"/>
                                      </p:to>
                                    </p:set>
                                    <p:animEffect transition="in" filter="fade">
                                      <p:cBhvr>
                                        <p:cTn id="73" dur="500"/>
                                        <p:tgtEl>
                                          <p:spTgt spid="60">
                                            <p:txEl>
                                              <p:pRg st="0" end="0"/>
                                            </p:txEl>
                                          </p:spTgt>
                                        </p:tgtEl>
                                      </p:cBhvr>
                                    </p:animEffect>
                                    <p:anim calcmode="lin" valueType="num">
                                      <p:cBhvr>
                                        <p:cTn id="74" dur="500" fill="hold"/>
                                        <p:tgtEl>
                                          <p:spTgt spid="60">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6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25" grpId="0" animBg="1"/>
      <p:bldP spid="28" grpId="0" animBg="1"/>
      <p:bldP spid="45" grpId="0" animBg="1"/>
      <p:bldP spid="48" grpId="0" animBg="1"/>
      <p:bldP spid="49" grpId="0" animBg="1"/>
      <p:bldP spid="50" grpId="0" animBg="1"/>
      <p:bldP spid="51" grpId="0" animBg="1"/>
      <p:bldP spid="52" grpId="0" animBg="1"/>
      <p:bldP spid="53" grpId="0" build="p">
        <p:tmplLst>
          <p:tmpl lvl="1">
            <p:tnLst>
              <p:par>
                <p:cTn presetID="10" presetClass="entr" presetSubtype="0"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4" grpId="0" build="p">
        <p:tmplLst>
          <p:tmpl lvl="1">
            <p:tnLst>
              <p:par>
                <p:cTn presetID="42" presetClass="entr" presetSubtype="0"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fade">
                      <p:cBhvr>
                        <p:cTn dur="500"/>
                        <p:tgtEl>
                          <p:spTgt spid="54"/>
                        </p:tgtEl>
                      </p:cBhvr>
                    </p:animEffect>
                    <p:anim calcmode="lin" valueType="num">
                      <p:cBhvr>
                        <p:cTn dur="500" fill="hold"/>
                        <p:tgtEl>
                          <p:spTgt spid="54"/>
                        </p:tgtEl>
                        <p:attrNameLst>
                          <p:attrName>ppt_x</p:attrName>
                        </p:attrNameLst>
                      </p:cBhvr>
                      <p:tavLst>
                        <p:tav tm="0">
                          <p:val>
                            <p:strVal val="#ppt_x"/>
                          </p:val>
                        </p:tav>
                        <p:tav tm="100000">
                          <p:val>
                            <p:strVal val="#ppt_x"/>
                          </p:val>
                        </p:tav>
                      </p:tavLst>
                    </p:anim>
                    <p:anim calcmode="lin" valueType="num">
                      <p:cBhvr>
                        <p:cTn dur="500" fill="hold"/>
                        <p:tgtEl>
                          <p:spTgt spid="54"/>
                        </p:tgtEl>
                        <p:attrNameLst>
                          <p:attrName>ppt_y</p:attrName>
                        </p:attrNameLst>
                      </p:cBhvr>
                      <p:tavLst>
                        <p:tav tm="0">
                          <p:val>
                            <p:strVal val="#ppt_y+.1"/>
                          </p:val>
                        </p:tav>
                        <p:tav tm="100000">
                          <p:val>
                            <p:strVal val="#ppt_y"/>
                          </p:val>
                        </p:tav>
                      </p:tavLst>
                    </p:anim>
                  </p:childTnLst>
                </p:cTn>
              </p:par>
            </p:tnLst>
          </p:tmpl>
        </p:tmplLst>
      </p:bldP>
      <p:bldP spid="55" grpId="0" build="p">
        <p:tmplLst>
          <p:tmpl lvl="1">
            <p:tnLst>
              <p:par>
                <p:cTn presetID="10" presetClass="entr" presetSubtype="0"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fade">
                      <p:cBhvr>
                        <p:cTn dur="500"/>
                        <p:tgtEl>
                          <p:spTgt spid="55"/>
                        </p:tgtEl>
                      </p:cBhvr>
                    </p:animEffect>
                  </p:childTnLst>
                </p:cTn>
              </p:par>
            </p:tnLst>
          </p:tmpl>
        </p:tmplLst>
      </p:bldP>
      <p:bldP spid="56" grpId="0" build="p">
        <p:tmplLst>
          <p:tmpl lvl="1">
            <p:tnLst>
              <p:par>
                <p:cTn presetID="42"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500"/>
                        <p:tgtEl>
                          <p:spTgt spid="56"/>
                        </p:tgtEl>
                      </p:cBhvr>
                    </p:animEffect>
                    <p:anim calcmode="lin" valueType="num">
                      <p:cBhvr>
                        <p:cTn dur="500" fill="hold"/>
                        <p:tgtEl>
                          <p:spTgt spid="56"/>
                        </p:tgtEl>
                        <p:attrNameLst>
                          <p:attrName>ppt_x</p:attrName>
                        </p:attrNameLst>
                      </p:cBhvr>
                      <p:tavLst>
                        <p:tav tm="0">
                          <p:val>
                            <p:strVal val="#ppt_x"/>
                          </p:val>
                        </p:tav>
                        <p:tav tm="100000">
                          <p:val>
                            <p:strVal val="#ppt_x"/>
                          </p:val>
                        </p:tav>
                      </p:tavLst>
                    </p:anim>
                    <p:anim calcmode="lin" valueType="num">
                      <p:cBhvr>
                        <p:cTn dur="500" fill="hold"/>
                        <p:tgtEl>
                          <p:spTgt spid="56"/>
                        </p:tgtEl>
                        <p:attrNameLst>
                          <p:attrName>ppt_y</p:attrName>
                        </p:attrNameLst>
                      </p:cBhvr>
                      <p:tavLst>
                        <p:tav tm="0">
                          <p:val>
                            <p:strVal val="#ppt_y+.1"/>
                          </p:val>
                        </p:tav>
                        <p:tav tm="100000">
                          <p:val>
                            <p:strVal val="#ppt_y"/>
                          </p:val>
                        </p:tav>
                      </p:tavLst>
                    </p:anim>
                  </p:childTnLst>
                </p:cTn>
              </p:par>
            </p:tnLst>
          </p:tmpl>
        </p:tmplLst>
      </p:bldP>
      <p:bldP spid="57" grpId="0" build="p">
        <p:tmplLst>
          <p:tmpl lvl="1">
            <p:tnLst>
              <p:par>
                <p:cTn presetID="10" presetClass="entr" presetSubtype="0"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build="p">
        <p:tmplLst>
          <p:tmpl lvl="1">
            <p:tnLst>
              <p:par>
                <p:cTn presetID="42"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anim calcmode="lin" valueType="num">
                      <p:cBhvr>
                        <p:cTn dur="500" fill="hold"/>
                        <p:tgtEl>
                          <p:spTgt spid="58"/>
                        </p:tgtEl>
                        <p:attrNameLst>
                          <p:attrName>ppt_x</p:attrName>
                        </p:attrNameLst>
                      </p:cBhvr>
                      <p:tavLst>
                        <p:tav tm="0">
                          <p:val>
                            <p:strVal val="#ppt_x"/>
                          </p:val>
                        </p:tav>
                        <p:tav tm="100000">
                          <p:val>
                            <p:strVal val="#ppt_x"/>
                          </p:val>
                        </p:tav>
                      </p:tavLst>
                    </p:anim>
                    <p:anim calcmode="lin" valueType="num">
                      <p:cBhvr>
                        <p:cTn dur="500" fill="hold"/>
                        <p:tgtEl>
                          <p:spTgt spid="58"/>
                        </p:tgtEl>
                        <p:attrNameLst>
                          <p:attrName>ppt_y</p:attrName>
                        </p:attrNameLst>
                      </p:cBhvr>
                      <p:tavLst>
                        <p:tav tm="0">
                          <p:val>
                            <p:strVal val="#ppt_y+.1"/>
                          </p:val>
                        </p:tav>
                        <p:tav tm="100000">
                          <p:val>
                            <p:strVal val="#ppt_y"/>
                          </p:val>
                        </p:tav>
                      </p:tavLst>
                    </p:anim>
                  </p:childTnLst>
                </p:cTn>
              </p:par>
            </p:tnLst>
          </p:tmpl>
        </p:tmplLst>
      </p:bldP>
      <p:bldP spid="59" grpId="0" build="p">
        <p:tmplLst>
          <p:tmpl lvl="1">
            <p:tnLst>
              <p:par>
                <p:cTn presetID="10" presetClass="entr" presetSubtype="0"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build="p">
        <p:tmplLst>
          <p:tmpl lvl="1">
            <p:tnLst>
              <p:par>
                <p:cTn presetID="42" presetClass="entr" presetSubtype="0" fill="hold" nodeType="with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anim calcmode="lin" valueType="num">
                      <p:cBhvr>
                        <p:cTn dur="500" fill="hold"/>
                        <p:tgtEl>
                          <p:spTgt spid="60"/>
                        </p:tgtEl>
                        <p:attrNameLst>
                          <p:attrName>ppt_x</p:attrName>
                        </p:attrNameLst>
                      </p:cBhvr>
                      <p:tavLst>
                        <p:tav tm="0">
                          <p:val>
                            <p:strVal val="#ppt_x"/>
                          </p:val>
                        </p:tav>
                        <p:tav tm="100000">
                          <p:val>
                            <p:strVal val="#ppt_x"/>
                          </p:val>
                        </p:tav>
                      </p:tavLst>
                    </p:anim>
                    <p:anim calcmode="lin" valueType="num">
                      <p:cBhvr>
                        <p:cTn dur="500" fill="hold"/>
                        <p:tgtEl>
                          <p:spTgt spid="6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Rectangle 7"/>
          <p:cNvSpPr/>
          <p:nvPr userDrawn="1"/>
        </p:nvSpPr>
        <p:spPr>
          <a:xfrm>
            <a:off x="-1" y="2536326"/>
            <a:ext cx="6481549" cy="18037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2980B9">
                  <a:lumMod val="20000"/>
                  <a:lumOff val="80000"/>
                </a:srgbClr>
              </a:solidFill>
            </a:endParaRPr>
          </a:p>
        </p:txBody>
      </p:sp>
      <p:sp>
        <p:nvSpPr>
          <p:cNvPr id="3" name="Date Placeholder 2"/>
          <p:cNvSpPr>
            <a:spLocks noGrp="1"/>
          </p:cNvSpPr>
          <p:nvPr>
            <p:ph type="dt" sz="half" idx="10"/>
          </p:nvPr>
        </p:nvSpPr>
        <p:spPr/>
        <p:txBody>
          <a:bodyPr/>
          <a:lstStyle/>
          <a:p>
            <a:fld id="{EE5F64EC-4485-AA46-B6D1-0353101EDBC7}"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9" y="2831005"/>
            <a:ext cx="5472112" cy="828098"/>
          </a:xfrm>
        </p:spPr>
        <p:txBody>
          <a:bodyPr/>
          <a:lstStyle>
            <a:lvl1pPr algn="ctr">
              <a:defRPr b="1">
                <a:solidFill>
                  <a:schemeClr val="bg1"/>
                </a:solidFill>
              </a:defRPr>
            </a:lvl1pPr>
          </a:lstStyle>
          <a:p>
            <a:r>
              <a:rPr lang="id-ID" dirty="0" smtClean="0"/>
              <a:t>Title here</a:t>
            </a:r>
            <a:endParaRPr lang="en-AU" dirty="0"/>
          </a:p>
        </p:txBody>
      </p:sp>
      <p:sp>
        <p:nvSpPr>
          <p:cNvPr id="7" name="Content Placeholder 2"/>
          <p:cNvSpPr>
            <a:spLocks noGrp="1"/>
          </p:cNvSpPr>
          <p:nvPr>
            <p:ph idx="1"/>
          </p:nvPr>
        </p:nvSpPr>
        <p:spPr>
          <a:xfrm>
            <a:off x="623889" y="3714523"/>
            <a:ext cx="5472112" cy="294121"/>
          </a:xfrm>
        </p:spPr>
        <p:txBody>
          <a:bodyPr/>
          <a:lstStyle>
            <a:lvl1pPr algn="ctr">
              <a:defRPr>
                <a:solidFill>
                  <a:schemeClr val="bg1"/>
                </a:solidFill>
              </a:defRPr>
            </a:lvl1pPr>
          </a:lstStyle>
          <a:p>
            <a:pPr lvl="0"/>
            <a:r>
              <a:rPr lang="en-US" dirty="0" smtClean="0"/>
              <a:t>Click to edit Master text styles</a:t>
            </a:r>
          </a:p>
        </p:txBody>
      </p:sp>
      <p:sp>
        <p:nvSpPr>
          <p:cNvPr id="23" name="Picture Placeholder 22"/>
          <p:cNvSpPr>
            <a:spLocks noGrp="1"/>
          </p:cNvSpPr>
          <p:nvPr>
            <p:ph type="pic" sz="quarter" idx="13"/>
          </p:nvPr>
        </p:nvSpPr>
        <p:spPr>
          <a:xfrm>
            <a:off x="3871418" y="769256"/>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26" name="Picture Placeholder 25"/>
          <p:cNvSpPr>
            <a:spLocks noGrp="1"/>
          </p:cNvSpPr>
          <p:nvPr>
            <p:ph type="pic" sz="quarter" idx="14"/>
          </p:nvPr>
        </p:nvSpPr>
        <p:spPr>
          <a:xfrm>
            <a:off x="6599014" y="0"/>
            <a:ext cx="2610275" cy="2411677"/>
          </a:xfrm>
          <a:custGeom>
            <a:avLst/>
            <a:gdLst>
              <a:gd name="connsiteX0" fmla="*/ 0 w 2610275"/>
              <a:gd name="connsiteY0" fmla="*/ 0 h 2411677"/>
              <a:gd name="connsiteX1" fmla="*/ 2610275 w 2610275"/>
              <a:gd name="connsiteY1" fmla="*/ 0 h 2411677"/>
              <a:gd name="connsiteX2" fmla="*/ 2610275 w 2610275"/>
              <a:gd name="connsiteY2" fmla="*/ 2411677 h 2411677"/>
              <a:gd name="connsiteX3" fmla="*/ 0 w 2610275"/>
              <a:gd name="connsiteY3" fmla="*/ 2411677 h 2411677"/>
            </a:gdLst>
            <a:ahLst/>
            <a:cxnLst>
              <a:cxn ang="0">
                <a:pos x="connsiteX0" y="connsiteY0"/>
              </a:cxn>
              <a:cxn ang="0">
                <a:pos x="connsiteX1" y="connsiteY1"/>
              </a:cxn>
              <a:cxn ang="0">
                <a:pos x="connsiteX2" y="connsiteY2"/>
              </a:cxn>
              <a:cxn ang="0">
                <a:pos x="connsiteX3" y="connsiteY3"/>
              </a:cxn>
            </a:cxnLst>
            <a:rect l="l" t="t" r="r" b="b"/>
            <a:pathLst>
              <a:path w="2610275" h="2411677">
                <a:moveTo>
                  <a:pt x="0" y="0"/>
                </a:moveTo>
                <a:lnTo>
                  <a:pt x="2610275" y="0"/>
                </a:lnTo>
                <a:lnTo>
                  <a:pt x="2610275" y="2411677"/>
                </a:lnTo>
                <a:lnTo>
                  <a:pt x="0" y="2411677"/>
                </a:lnTo>
                <a:close/>
              </a:path>
            </a:pathLst>
          </a:custGeom>
          <a:solidFill>
            <a:schemeClr val="bg1">
              <a:lumMod val="95000"/>
            </a:schemeClr>
          </a:solidFill>
        </p:spPr>
        <p:txBody>
          <a:bodyPr wrap="square">
            <a:noAutofit/>
          </a:bodyPr>
          <a:lstStyle/>
          <a:p>
            <a:endParaRPr lang="en-AU"/>
          </a:p>
        </p:txBody>
      </p:sp>
      <p:sp>
        <p:nvSpPr>
          <p:cNvPr id="29" name="Picture Placeholder 28"/>
          <p:cNvSpPr>
            <a:spLocks noGrp="1"/>
          </p:cNvSpPr>
          <p:nvPr>
            <p:ph type="pic" sz="quarter" idx="15"/>
          </p:nvPr>
        </p:nvSpPr>
        <p:spPr>
          <a:xfrm>
            <a:off x="6599014" y="2536326"/>
            <a:ext cx="2610275" cy="1803729"/>
          </a:xfrm>
          <a:custGeom>
            <a:avLst/>
            <a:gdLst>
              <a:gd name="connsiteX0" fmla="*/ 0 w 2610275"/>
              <a:gd name="connsiteY0" fmla="*/ 0 h 1803729"/>
              <a:gd name="connsiteX1" fmla="*/ 2610275 w 2610275"/>
              <a:gd name="connsiteY1" fmla="*/ 0 h 1803729"/>
              <a:gd name="connsiteX2" fmla="*/ 2610275 w 2610275"/>
              <a:gd name="connsiteY2" fmla="*/ 1803729 h 1803729"/>
              <a:gd name="connsiteX3" fmla="*/ 0 w 261027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610275" h="1803729">
                <a:moveTo>
                  <a:pt x="0" y="0"/>
                </a:moveTo>
                <a:lnTo>
                  <a:pt x="2610275" y="0"/>
                </a:lnTo>
                <a:lnTo>
                  <a:pt x="2610275" y="1803729"/>
                </a:lnTo>
                <a:lnTo>
                  <a:pt x="0" y="1803729"/>
                </a:lnTo>
                <a:close/>
              </a:path>
            </a:pathLst>
          </a:custGeom>
          <a:solidFill>
            <a:schemeClr val="bg1">
              <a:lumMod val="95000"/>
            </a:schemeClr>
          </a:solidFill>
        </p:spPr>
        <p:txBody>
          <a:bodyPr wrap="square">
            <a:noAutofit/>
          </a:bodyPr>
          <a:lstStyle/>
          <a:p>
            <a:endParaRPr lang="en-AU"/>
          </a:p>
        </p:txBody>
      </p:sp>
      <p:sp>
        <p:nvSpPr>
          <p:cNvPr id="32" name="Picture Placeholder 31"/>
          <p:cNvSpPr>
            <a:spLocks noGrp="1"/>
          </p:cNvSpPr>
          <p:nvPr>
            <p:ph type="pic" sz="quarter" idx="16"/>
          </p:nvPr>
        </p:nvSpPr>
        <p:spPr>
          <a:xfrm>
            <a:off x="9326755" y="2536326"/>
            <a:ext cx="2865245" cy="1803729"/>
          </a:xfrm>
          <a:custGeom>
            <a:avLst/>
            <a:gdLst>
              <a:gd name="connsiteX0" fmla="*/ 0 w 2865245"/>
              <a:gd name="connsiteY0" fmla="*/ 0 h 1803729"/>
              <a:gd name="connsiteX1" fmla="*/ 2865245 w 2865245"/>
              <a:gd name="connsiteY1" fmla="*/ 0 h 1803729"/>
              <a:gd name="connsiteX2" fmla="*/ 2865245 w 2865245"/>
              <a:gd name="connsiteY2" fmla="*/ 1803729 h 1803729"/>
              <a:gd name="connsiteX3" fmla="*/ 0 w 286524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865245" h="1803729">
                <a:moveTo>
                  <a:pt x="0" y="0"/>
                </a:moveTo>
                <a:lnTo>
                  <a:pt x="2865245" y="0"/>
                </a:lnTo>
                <a:lnTo>
                  <a:pt x="2865245" y="1803729"/>
                </a:lnTo>
                <a:lnTo>
                  <a:pt x="0" y="1803729"/>
                </a:lnTo>
                <a:close/>
              </a:path>
            </a:pathLst>
          </a:custGeom>
          <a:solidFill>
            <a:schemeClr val="bg1">
              <a:lumMod val="95000"/>
            </a:schemeClr>
          </a:solidFill>
        </p:spPr>
        <p:txBody>
          <a:bodyPr wrap="square">
            <a:noAutofit/>
          </a:bodyPr>
          <a:lstStyle/>
          <a:p>
            <a:endParaRPr lang="en-AU"/>
          </a:p>
        </p:txBody>
      </p:sp>
      <p:sp>
        <p:nvSpPr>
          <p:cNvPr id="35" name="Picture Placeholder 34"/>
          <p:cNvSpPr>
            <a:spLocks noGrp="1"/>
          </p:cNvSpPr>
          <p:nvPr>
            <p:ph type="pic" sz="quarter" idx="17"/>
          </p:nvPr>
        </p:nvSpPr>
        <p:spPr>
          <a:xfrm>
            <a:off x="6599014" y="4464702"/>
            <a:ext cx="2610275" cy="2393297"/>
          </a:xfrm>
          <a:custGeom>
            <a:avLst/>
            <a:gdLst>
              <a:gd name="connsiteX0" fmla="*/ 0 w 2610275"/>
              <a:gd name="connsiteY0" fmla="*/ 0 h 2393297"/>
              <a:gd name="connsiteX1" fmla="*/ 2610275 w 2610275"/>
              <a:gd name="connsiteY1" fmla="*/ 0 h 2393297"/>
              <a:gd name="connsiteX2" fmla="*/ 2610275 w 2610275"/>
              <a:gd name="connsiteY2" fmla="*/ 2393297 h 2393297"/>
              <a:gd name="connsiteX3" fmla="*/ 0 w 2610275"/>
              <a:gd name="connsiteY3" fmla="*/ 2393297 h 2393297"/>
            </a:gdLst>
            <a:ahLst/>
            <a:cxnLst>
              <a:cxn ang="0">
                <a:pos x="connsiteX0" y="connsiteY0"/>
              </a:cxn>
              <a:cxn ang="0">
                <a:pos x="connsiteX1" y="connsiteY1"/>
              </a:cxn>
              <a:cxn ang="0">
                <a:pos x="connsiteX2" y="connsiteY2"/>
              </a:cxn>
              <a:cxn ang="0">
                <a:pos x="connsiteX3" y="connsiteY3"/>
              </a:cxn>
            </a:cxnLst>
            <a:rect l="l" t="t" r="r" b="b"/>
            <a:pathLst>
              <a:path w="2610275" h="2393297">
                <a:moveTo>
                  <a:pt x="0" y="0"/>
                </a:moveTo>
                <a:lnTo>
                  <a:pt x="2610275" y="0"/>
                </a:lnTo>
                <a:lnTo>
                  <a:pt x="2610275" y="2393297"/>
                </a:lnTo>
                <a:lnTo>
                  <a:pt x="0" y="2393297"/>
                </a:lnTo>
                <a:close/>
              </a:path>
            </a:pathLst>
          </a:custGeom>
          <a:solidFill>
            <a:schemeClr val="bg1">
              <a:lumMod val="95000"/>
            </a:schemeClr>
          </a:solidFill>
        </p:spPr>
        <p:txBody>
          <a:bodyPr wrap="square">
            <a:noAutofit/>
          </a:bodyPr>
          <a:lstStyle/>
          <a:p>
            <a:endParaRPr lang="en-AU"/>
          </a:p>
        </p:txBody>
      </p:sp>
      <p:sp>
        <p:nvSpPr>
          <p:cNvPr id="38" name="Picture Placeholder 37"/>
          <p:cNvSpPr>
            <a:spLocks noGrp="1"/>
          </p:cNvSpPr>
          <p:nvPr>
            <p:ph type="pic" sz="quarter" idx="18"/>
          </p:nvPr>
        </p:nvSpPr>
        <p:spPr>
          <a:xfrm>
            <a:off x="9326755" y="4464487"/>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Tree>
    <p:extLst>
      <p:ext uri="{BB962C8B-B14F-4D97-AF65-F5344CB8AC3E}">
        <p14:creationId xmlns:p14="http://schemas.microsoft.com/office/powerpoint/2010/main" val="4789883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xEl>
                                              <p:pRg st="0" end="0"/>
                                            </p:txEl>
                                          </p:spTgt>
                                        </p:tgtEl>
                                        <p:attrNameLst>
                                          <p:attrName>style.visibility</p:attrName>
                                        </p:attrNameLst>
                                      </p:cBhvr>
                                      <p:to>
                                        <p:strVal val="visible"/>
                                      </p:to>
                                    </p:set>
                                    <p:animEffect transition="in" filter="fade">
                                      <p:cBhvr>
                                        <p:cTn id="15" dur="500"/>
                                        <p:tgtEl>
                                          <p:spTgt spid="7">
                                            <p:txEl>
                                              <p:pRg st="0" end="0"/>
                                            </p:txEl>
                                          </p:spTgt>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29"/>
                                        </p:tgtEl>
                                        <p:attrNameLst>
                                          <p:attrName>style.visibility</p:attrName>
                                        </p:attrNameLst>
                                      </p:cBhvr>
                                      <p:to>
                                        <p:strVal val="visible"/>
                                      </p:to>
                                    </p:set>
                                    <p:anim calcmode="lin" valueType="num">
                                      <p:cBhvr>
                                        <p:cTn id="19" dur="500" fill="hold"/>
                                        <p:tgtEl>
                                          <p:spTgt spid="29"/>
                                        </p:tgtEl>
                                        <p:attrNameLst>
                                          <p:attrName>ppt_w</p:attrName>
                                        </p:attrNameLst>
                                      </p:cBhvr>
                                      <p:tavLst>
                                        <p:tav tm="0">
                                          <p:val>
                                            <p:fltVal val="0"/>
                                          </p:val>
                                        </p:tav>
                                        <p:tav tm="100000">
                                          <p:val>
                                            <p:strVal val="#ppt_w"/>
                                          </p:val>
                                        </p:tav>
                                      </p:tavLst>
                                    </p:anim>
                                    <p:anim calcmode="lin" valueType="num">
                                      <p:cBhvr>
                                        <p:cTn id="20" dur="500" fill="hold"/>
                                        <p:tgtEl>
                                          <p:spTgt spid="29"/>
                                        </p:tgtEl>
                                        <p:attrNameLst>
                                          <p:attrName>ppt_h</p:attrName>
                                        </p:attrNameLst>
                                      </p:cBhvr>
                                      <p:tavLst>
                                        <p:tav tm="0">
                                          <p:val>
                                            <p:fltVal val="0"/>
                                          </p:val>
                                        </p:tav>
                                        <p:tav tm="100000">
                                          <p:val>
                                            <p:strVal val="#ppt_h"/>
                                          </p:val>
                                        </p:tav>
                                      </p:tavLst>
                                    </p:anim>
                                    <p:animEffect transition="in" filter="fade">
                                      <p:cBhvr>
                                        <p:cTn id="21" dur="500"/>
                                        <p:tgtEl>
                                          <p:spTgt spid="29"/>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32"/>
                                        </p:tgtEl>
                                        <p:attrNameLst>
                                          <p:attrName>style.visibility</p:attrName>
                                        </p:attrNameLst>
                                      </p:cBhvr>
                                      <p:to>
                                        <p:strVal val="visible"/>
                                      </p:to>
                                    </p:set>
                                    <p:anim calcmode="lin" valueType="num">
                                      <p:cBhvr>
                                        <p:cTn id="24" dur="500" fill="hold"/>
                                        <p:tgtEl>
                                          <p:spTgt spid="32"/>
                                        </p:tgtEl>
                                        <p:attrNameLst>
                                          <p:attrName>ppt_w</p:attrName>
                                        </p:attrNameLst>
                                      </p:cBhvr>
                                      <p:tavLst>
                                        <p:tav tm="0">
                                          <p:val>
                                            <p:fltVal val="0"/>
                                          </p:val>
                                        </p:tav>
                                        <p:tav tm="100000">
                                          <p:val>
                                            <p:strVal val="#ppt_w"/>
                                          </p:val>
                                        </p:tav>
                                      </p:tavLst>
                                    </p:anim>
                                    <p:anim calcmode="lin" valueType="num">
                                      <p:cBhvr>
                                        <p:cTn id="25" dur="500" fill="hold"/>
                                        <p:tgtEl>
                                          <p:spTgt spid="32"/>
                                        </p:tgtEl>
                                        <p:attrNameLst>
                                          <p:attrName>ppt_h</p:attrName>
                                        </p:attrNameLst>
                                      </p:cBhvr>
                                      <p:tavLst>
                                        <p:tav tm="0">
                                          <p:val>
                                            <p:fltVal val="0"/>
                                          </p:val>
                                        </p:tav>
                                        <p:tav tm="100000">
                                          <p:val>
                                            <p:strVal val="#ppt_h"/>
                                          </p:val>
                                        </p:tav>
                                      </p:tavLst>
                                    </p:anim>
                                    <p:animEffect transition="in" filter="fade">
                                      <p:cBhvr>
                                        <p:cTn id="26" dur="500"/>
                                        <p:tgtEl>
                                          <p:spTgt spid="32"/>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26"/>
                                        </p:tgtEl>
                                        <p:attrNameLst>
                                          <p:attrName>style.visibility</p:attrName>
                                        </p:attrNameLst>
                                      </p:cBhvr>
                                      <p:to>
                                        <p:strVal val="visible"/>
                                      </p:to>
                                    </p:set>
                                    <p:anim calcmode="lin" valueType="num">
                                      <p:cBhvr>
                                        <p:cTn id="29" dur="500" fill="hold"/>
                                        <p:tgtEl>
                                          <p:spTgt spid="26"/>
                                        </p:tgtEl>
                                        <p:attrNameLst>
                                          <p:attrName>ppt_w</p:attrName>
                                        </p:attrNameLst>
                                      </p:cBhvr>
                                      <p:tavLst>
                                        <p:tav tm="0">
                                          <p:val>
                                            <p:fltVal val="0"/>
                                          </p:val>
                                        </p:tav>
                                        <p:tav tm="100000">
                                          <p:val>
                                            <p:strVal val="#ppt_w"/>
                                          </p:val>
                                        </p:tav>
                                      </p:tavLst>
                                    </p:anim>
                                    <p:anim calcmode="lin" valueType="num">
                                      <p:cBhvr>
                                        <p:cTn id="30" dur="500" fill="hold"/>
                                        <p:tgtEl>
                                          <p:spTgt spid="26"/>
                                        </p:tgtEl>
                                        <p:attrNameLst>
                                          <p:attrName>ppt_h</p:attrName>
                                        </p:attrNameLst>
                                      </p:cBhvr>
                                      <p:tavLst>
                                        <p:tav tm="0">
                                          <p:val>
                                            <p:fltVal val="0"/>
                                          </p:val>
                                        </p:tav>
                                        <p:tav tm="100000">
                                          <p:val>
                                            <p:strVal val="#ppt_h"/>
                                          </p:val>
                                        </p:tav>
                                      </p:tavLst>
                                    </p:anim>
                                    <p:animEffect transition="in" filter="fade">
                                      <p:cBhvr>
                                        <p:cTn id="31" dur="500"/>
                                        <p:tgtEl>
                                          <p:spTgt spid="26"/>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23"/>
                                        </p:tgtEl>
                                        <p:attrNameLst>
                                          <p:attrName>style.visibility</p:attrName>
                                        </p:attrNameLst>
                                      </p:cBhvr>
                                      <p:to>
                                        <p:strVal val="visible"/>
                                      </p:to>
                                    </p:set>
                                    <p:anim calcmode="lin" valueType="num">
                                      <p:cBhvr>
                                        <p:cTn id="34" dur="500" fill="hold"/>
                                        <p:tgtEl>
                                          <p:spTgt spid="23"/>
                                        </p:tgtEl>
                                        <p:attrNameLst>
                                          <p:attrName>ppt_w</p:attrName>
                                        </p:attrNameLst>
                                      </p:cBhvr>
                                      <p:tavLst>
                                        <p:tav tm="0">
                                          <p:val>
                                            <p:fltVal val="0"/>
                                          </p:val>
                                        </p:tav>
                                        <p:tav tm="100000">
                                          <p:val>
                                            <p:strVal val="#ppt_w"/>
                                          </p:val>
                                        </p:tav>
                                      </p:tavLst>
                                    </p:anim>
                                    <p:anim calcmode="lin" valueType="num">
                                      <p:cBhvr>
                                        <p:cTn id="35" dur="500" fill="hold"/>
                                        <p:tgtEl>
                                          <p:spTgt spid="23"/>
                                        </p:tgtEl>
                                        <p:attrNameLst>
                                          <p:attrName>ppt_h</p:attrName>
                                        </p:attrNameLst>
                                      </p:cBhvr>
                                      <p:tavLst>
                                        <p:tav tm="0">
                                          <p:val>
                                            <p:fltVal val="0"/>
                                          </p:val>
                                        </p:tav>
                                        <p:tav tm="100000">
                                          <p:val>
                                            <p:strVal val="#ppt_h"/>
                                          </p:val>
                                        </p:tav>
                                      </p:tavLst>
                                    </p:anim>
                                    <p:animEffect transition="in" filter="fade">
                                      <p:cBhvr>
                                        <p:cTn id="36" dur="500"/>
                                        <p:tgtEl>
                                          <p:spTgt spid="23"/>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35"/>
                                        </p:tgtEl>
                                        <p:attrNameLst>
                                          <p:attrName>style.visibility</p:attrName>
                                        </p:attrNameLst>
                                      </p:cBhvr>
                                      <p:to>
                                        <p:strVal val="visible"/>
                                      </p:to>
                                    </p:set>
                                    <p:anim calcmode="lin" valueType="num">
                                      <p:cBhvr>
                                        <p:cTn id="39" dur="500" fill="hold"/>
                                        <p:tgtEl>
                                          <p:spTgt spid="35"/>
                                        </p:tgtEl>
                                        <p:attrNameLst>
                                          <p:attrName>ppt_w</p:attrName>
                                        </p:attrNameLst>
                                      </p:cBhvr>
                                      <p:tavLst>
                                        <p:tav tm="0">
                                          <p:val>
                                            <p:fltVal val="0"/>
                                          </p:val>
                                        </p:tav>
                                        <p:tav tm="100000">
                                          <p:val>
                                            <p:strVal val="#ppt_w"/>
                                          </p:val>
                                        </p:tav>
                                      </p:tavLst>
                                    </p:anim>
                                    <p:anim calcmode="lin" valueType="num">
                                      <p:cBhvr>
                                        <p:cTn id="40" dur="500" fill="hold"/>
                                        <p:tgtEl>
                                          <p:spTgt spid="35"/>
                                        </p:tgtEl>
                                        <p:attrNameLst>
                                          <p:attrName>ppt_h</p:attrName>
                                        </p:attrNameLst>
                                      </p:cBhvr>
                                      <p:tavLst>
                                        <p:tav tm="0">
                                          <p:val>
                                            <p:fltVal val="0"/>
                                          </p:val>
                                        </p:tav>
                                        <p:tav tm="100000">
                                          <p:val>
                                            <p:strVal val="#ppt_h"/>
                                          </p:val>
                                        </p:tav>
                                      </p:tavLst>
                                    </p:anim>
                                    <p:animEffect transition="in" filter="fade">
                                      <p:cBhvr>
                                        <p:cTn id="41" dur="500"/>
                                        <p:tgtEl>
                                          <p:spTgt spid="35"/>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38"/>
                                        </p:tgtEl>
                                        <p:attrNameLst>
                                          <p:attrName>style.visibility</p:attrName>
                                        </p:attrNameLst>
                                      </p:cBhvr>
                                      <p:to>
                                        <p:strVal val="visible"/>
                                      </p:to>
                                    </p:set>
                                    <p:anim calcmode="lin" valueType="num">
                                      <p:cBhvr>
                                        <p:cTn id="44" dur="500" fill="hold"/>
                                        <p:tgtEl>
                                          <p:spTgt spid="38"/>
                                        </p:tgtEl>
                                        <p:attrNameLst>
                                          <p:attrName>ppt_w</p:attrName>
                                        </p:attrNameLst>
                                      </p:cBhvr>
                                      <p:tavLst>
                                        <p:tav tm="0">
                                          <p:val>
                                            <p:fltVal val="0"/>
                                          </p:val>
                                        </p:tav>
                                        <p:tav tm="100000">
                                          <p:val>
                                            <p:strVal val="#ppt_w"/>
                                          </p:val>
                                        </p:tav>
                                      </p:tavLst>
                                    </p:anim>
                                    <p:anim calcmode="lin" valueType="num">
                                      <p:cBhvr>
                                        <p:cTn id="45" dur="500" fill="hold"/>
                                        <p:tgtEl>
                                          <p:spTgt spid="38"/>
                                        </p:tgtEl>
                                        <p:attrNameLst>
                                          <p:attrName>ppt_h</p:attrName>
                                        </p:attrNameLst>
                                      </p:cBhvr>
                                      <p:tavLst>
                                        <p:tav tm="0">
                                          <p:val>
                                            <p:fltVal val="0"/>
                                          </p:val>
                                        </p:tav>
                                        <p:tav tm="100000">
                                          <p:val>
                                            <p:strVal val="#ppt_h"/>
                                          </p:val>
                                        </p:tav>
                                      </p:tavLst>
                                    </p:anim>
                                    <p:animEffect transition="in" filter="fade">
                                      <p:cBhvr>
                                        <p:cTn id="46"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23" grpId="0" animBg="1"/>
      <p:bldP spid="26" grpId="0" animBg="1"/>
      <p:bldP spid="29" grpId="0" animBg="1"/>
      <p:bldP spid="32" grpId="0" animBg="1"/>
      <p:bldP spid="35" grpId="0" animBg="1"/>
      <p:bldP spid="38" grpId="0" animBg="1"/>
    </p:bldLst>
  </p:timing>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AE08BFB2-3105-F646-B52E-19FC9EACEED1}"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Picture Placeholder 5"/>
          <p:cNvSpPr>
            <a:spLocks noGrp="1"/>
          </p:cNvSpPr>
          <p:nvPr>
            <p:ph type="pic" sz="quarter" idx="13"/>
          </p:nvPr>
        </p:nvSpPr>
        <p:spPr>
          <a:xfrm>
            <a:off x="1090863" y="1668378"/>
            <a:ext cx="5005138" cy="2245896"/>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9"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cxnSp>
        <p:nvCxnSpPr>
          <p:cNvPr id="10" name="Straight Connector 9"/>
          <p:cNvCxnSpPr/>
          <p:nvPr userDrawn="1"/>
        </p:nvCxnSpPr>
        <p:spPr>
          <a:xfrm>
            <a:off x="4198620" y="1174464"/>
            <a:ext cx="39243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2" name="Picture Placeholder 11"/>
          <p:cNvSpPr>
            <a:spLocks noGrp="1"/>
          </p:cNvSpPr>
          <p:nvPr>
            <p:ph type="pic" sz="quarter" idx="14"/>
          </p:nvPr>
        </p:nvSpPr>
        <p:spPr>
          <a:xfrm>
            <a:off x="6108031" y="3914274"/>
            <a:ext cx="5005138" cy="2245896"/>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15" name="Rectangle 14"/>
          <p:cNvSpPr/>
          <p:nvPr userDrawn="1"/>
        </p:nvSpPr>
        <p:spPr>
          <a:xfrm>
            <a:off x="6248400" y="2220530"/>
            <a:ext cx="3049966" cy="154134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6" name="Text Placeholder 10"/>
          <p:cNvSpPr>
            <a:spLocks noGrp="1"/>
          </p:cNvSpPr>
          <p:nvPr>
            <p:ph type="body" sz="quarter" idx="27" hasCustomPrompt="1"/>
          </p:nvPr>
        </p:nvSpPr>
        <p:spPr>
          <a:xfrm>
            <a:off x="6426869" y="2389754"/>
            <a:ext cx="272415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7" name="Text Placeholder 10"/>
          <p:cNvSpPr>
            <a:spLocks noGrp="1"/>
          </p:cNvSpPr>
          <p:nvPr>
            <p:ph type="body" sz="quarter" idx="28" hasCustomPrompt="1"/>
          </p:nvPr>
        </p:nvSpPr>
        <p:spPr>
          <a:xfrm>
            <a:off x="6426869" y="2670772"/>
            <a:ext cx="2724150"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8" name="Rectangle 17"/>
          <p:cNvSpPr/>
          <p:nvPr userDrawn="1"/>
        </p:nvSpPr>
        <p:spPr>
          <a:xfrm>
            <a:off x="2893634" y="4066674"/>
            <a:ext cx="3049966" cy="154134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9" name="Text Placeholder 10"/>
          <p:cNvSpPr>
            <a:spLocks noGrp="1"/>
          </p:cNvSpPr>
          <p:nvPr>
            <p:ph type="body" sz="quarter" idx="29" hasCustomPrompt="1"/>
          </p:nvPr>
        </p:nvSpPr>
        <p:spPr>
          <a:xfrm>
            <a:off x="3072103" y="4235898"/>
            <a:ext cx="272415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0" name="Text Placeholder 10"/>
          <p:cNvSpPr>
            <a:spLocks noGrp="1"/>
          </p:cNvSpPr>
          <p:nvPr>
            <p:ph type="body" sz="quarter" idx="30" hasCustomPrompt="1"/>
          </p:nvPr>
        </p:nvSpPr>
        <p:spPr>
          <a:xfrm>
            <a:off x="3072103" y="4516916"/>
            <a:ext cx="2724150"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Tree>
    <p:extLst>
      <p:ext uri="{BB962C8B-B14F-4D97-AF65-F5344CB8AC3E}">
        <p14:creationId xmlns:p14="http://schemas.microsoft.com/office/powerpoint/2010/main" val="25662739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par>
                                <p:cTn id="12" presetID="53" presetClass="entr" presetSubtype="16"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par>
                                <p:cTn id="17" presetID="53" presetClass="entr" presetSubtype="16"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500" fill="hold"/>
                                        <p:tgtEl>
                                          <p:spTgt spid="12"/>
                                        </p:tgtEl>
                                        <p:attrNameLst>
                                          <p:attrName>ppt_w</p:attrName>
                                        </p:attrNameLst>
                                      </p:cBhvr>
                                      <p:tavLst>
                                        <p:tav tm="0">
                                          <p:val>
                                            <p:fltVal val="0"/>
                                          </p:val>
                                        </p:tav>
                                        <p:tav tm="100000">
                                          <p:val>
                                            <p:strVal val="#ppt_w"/>
                                          </p:val>
                                        </p:tav>
                                      </p:tavLst>
                                    </p:anim>
                                    <p:anim calcmode="lin" valueType="num">
                                      <p:cBhvr>
                                        <p:cTn id="20" dur="500" fill="hold"/>
                                        <p:tgtEl>
                                          <p:spTgt spid="12"/>
                                        </p:tgtEl>
                                        <p:attrNameLst>
                                          <p:attrName>ppt_h</p:attrName>
                                        </p:attrNameLst>
                                      </p:cBhvr>
                                      <p:tavLst>
                                        <p:tav tm="0">
                                          <p:val>
                                            <p:fltVal val="0"/>
                                          </p:val>
                                        </p:tav>
                                        <p:tav tm="100000">
                                          <p:val>
                                            <p:strVal val="#ppt_h"/>
                                          </p:val>
                                        </p:tav>
                                      </p:tavLst>
                                    </p:anim>
                                    <p:animEffect transition="in" filter="fade">
                                      <p:cBhvr>
                                        <p:cTn id="21" dur="500"/>
                                        <p:tgtEl>
                                          <p:spTgt spid="12"/>
                                        </p:tgtEl>
                                      </p:cBhvr>
                                    </p:animEffect>
                                  </p:childTnLst>
                                </p:cTn>
                              </p:par>
                              <p:par>
                                <p:cTn id="22" presetID="22" presetClass="entr" presetSubtype="1" fill="hold" grpId="0"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wipe(up)">
                                      <p:cBhvr>
                                        <p:cTn id="24" dur="500"/>
                                        <p:tgtEl>
                                          <p:spTgt spid="15"/>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6">
                                            <p:txEl>
                                              <p:pRg st="0" end="0"/>
                                            </p:txEl>
                                          </p:spTgt>
                                        </p:tgtEl>
                                        <p:attrNameLst>
                                          <p:attrName>style.visibility</p:attrName>
                                        </p:attrNameLst>
                                      </p:cBhvr>
                                      <p:to>
                                        <p:strVal val="visible"/>
                                      </p:to>
                                    </p:set>
                                    <p:animEffect transition="in" filter="fade">
                                      <p:cBhvr>
                                        <p:cTn id="27" dur="500"/>
                                        <p:tgtEl>
                                          <p:spTgt spid="16">
                                            <p:txEl>
                                              <p:pRg st="0" end="0"/>
                                            </p:txEl>
                                          </p:spTgt>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7">
                                            <p:txEl>
                                              <p:pRg st="0" end="0"/>
                                            </p:txEl>
                                          </p:spTgt>
                                        </p:tgtEl>
                                        <p:attrNameLst>
                                          <p:attrName>style.visibility</p:attrName>
                                        </p:attrNameLst>
                                      </p:cBhvr>
                                      <p:to>
                                        <p:strVal val="visible"/>
                                      </p:to>
                                    </p:set>
                                    <p:animEffect transition="in" filter="fade">
                                      <p:cBhvr>
                                        <p:cTn id="30" dur="500"/>
                                        <p:tgtEl>
                                          <p:spTgt spid="17">
                                            <p:txEl>
                                              <p:pRg st="0" end="0"/>
                                            </p:txEl>
                                          </p:spTgt>
                                        </p:tgtEl>
                                      </p:cBhvr>
                                    </p:animEffect>
                                  </p:childTnLst>
                                </p:cTn>
                              </p:par>
                              <p:par>
                                <p:cTn id="31" presetID="22" presetClass="entr" presetSubtype="1" fill="hold" grpId="0" nodeType="with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wipe(up)">
                                      <p:cBhvr>
                                        <p:cTn id="33" dur="500"/>
                                        <p:tgtEl>
                                          <p:spTgt spid="18"/>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9">
                                            <p:txEl>
                                              <p:pRg st="0" end="0"/>
                                            </p:txEl>
                                          </p:spTgt>
                                        </p:tgtEl>
                                        <p:attrNameLst>
                                          <p:attrName>style.visibility</p:attrName>
                                        </p:attrNameLst>
                                      </p:cBhvr>
                                      <p:to>
                                        <p:strVal val="visible"/>
                                      </p:to>
                                    </p:set>
                                    <p:animEffect transition="in" filter="fade">
                                      <p:cBhvr>
                                        <p:cTn id="36" dur="500"/>
                                        <p:tgtEl>
                                          <p:spTgt spid="19">
                                            <p:txEl>
                                              <p:pRg st="0" end="0"/>
                                            </p:txEl>
                                          </p:spTgt>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20">
                                            <p:txEl>
                                              <p:pRg st="0" end="0"/>
                                            </p:txEl>
                                          </p:spTgt>
                                        </p:tgtEl>
                                        <p:attrNameLst>
                                          <p:attrName>style.visibility</p:attrName>
                                        </p:attrNameLst>
                                      </p:cBhvr>
                                      <p:to>
                                        <p:strVal val="visible"/>
                                      </p:to>
                                    </p:set>
                                    <p:animEffect transition="in" filter="fade">
                                      <p:cBhvr>
                                        <p:cTn id="39"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p:bldP spid="12" grpId="0" animBg="1"/>
      <p:bldP spid="15" grpId="0" animBg="1"/>
      <p:bldP spid="16" grpId="0" build="p">
        <p:tmplLst>
          <p:tmpl lvl="1">
            <p:tnLst>
              <p:par>
                <p:cTn presetID="10"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10"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8" grpId="0" animBg="1"/>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build="p">
        <p:tmplLst>
          <p:tmpl lvl="1">
            <p:tnLst>
              <p:par>
                <p:cTn presetID="10"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Lst>
  </p:timing>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C8C0A282-5CD0-F549-8F3C-A407B3D3365C}"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10" name="Picture Placeholder 9"/>
          <p:cNvSpPr>
            <a:spLocks noGrp="1"/>
          </p:cNvSpPr>
          <p:nvPr>
            <p:ph type="pic" sz="quarter" idx="13"/>
          </p:nvPr>
        </p:nvSpPr>
        <p:spPr>
          <a:xfrm>
            <a:off x="1314001"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13" name="Picture Placeholder 12"/>
          <p:cNvSpPr>
            <a:spLocks noGrp="1"/>
          </p:cNvSpPr>
          <p:nvPr>
            <p:ph type="pic" sz="quarter" idx="14" hasCustomPrompt="1"/>
          </p:nvPr>
        </p:nvSpPr>
        <p:spPr>
          <a:xfrm>
            <a:off x="1314001"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1"/>
          </a:solidFill>
          <a:ln w="57150">
            <a:solidFill>
              <a:schemeClr val="bg1"/>
            </a:solidFill>
          </a:ln>
        </p:spPr>
        <p:txBody>
          <a:bodyPr wrap="square">
            <a:noAutofit/>
          </a:bodyPr>
          <a:lstStyle/>
          <a:p>
            <a:r>
              <a:rPr lang="id-ID" dirty="0" smtClean="0"/>
              <a:t>-</a:t>
            </a:r>
            <a:endParaRPr lang="en-AU" dirty="0"/>
          </a:p>
        </p:txBody>
      </p:sp>
      <p:sp>
        <p:nvSpPr>
          <p:cNvPr id="20" name="Picture Placeholder 19"/>
          <p:cNvSpPr>
            <a:spLocks noGrp="1"/>
          </p:cNvSpPr>
          <p:nvPr>
            <p:ph type="pic" sz="quarter" idx="15"/>
          </p:nvPr>
        </p:nvSpPr>
        <p:spPr>
          <a:xfrm>
            <a:off x="3736526"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21" name="Picture Placeholder 20"/>
          <p:cNvSpPr>
            <a:spLocks noGrp="1"/>
          </p:cNvSpPr>
          <p:nvPr>
            <p:ph type="pic" sz="quarter" idx="16" hasCustomPrompt="1"/>
          </p:nvPr>
        </p:nvSpPr>
        <p:spPr>
          <a:xfrm>
            <a:off x="3736526"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2"/>
          </a:solidFill>
          <a:ln w="57150">
            <a:solidFill>
              <a:schemeClr val="bg1"/>
            </a:solidFill>
          </a:ln>
        </p:spPr>
        <p:txBody>
          <a:bodyPr wrap="square">
            <a:noAutofit/>
          </a:bodyPr>
          <a:lstStyle/>
          <a:p>
            <a:r>
              <a:rPr lang="id-ID" dirty="0" smtClean="0"/>
              <a:t>-</a:t>
            </a:r>
            <a:endParaRPr lang="en-AU" dirty="0"/>
          </a:p>
        </p:txBody>
      </p:sp>
      <p:sp>
        <p:nvSpPr>
          <p:cNvPr id="22" name="Picture Placeholder 21"/>
          <p:cNvSpPr>
            <a:spLocks noGrp="1"/>
          </p:cNvSpPr>
          <p:nvPr>
            <p:ph type="pic" sz="quarter" idx="17"/>
          </p:nvPr>
        </p:nvSpPr>
        <p:spPr>
          <a:xfrm>
            <a:off x="6159051"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23" name="Picture Placeholder 22"/>
          <p:cNvSpPr>
            <a:spLocks noGrp="1"/>
          </p:cNvSpPr>
          <p:nvPr>
            <p:ph type="pic" sz="quarter" idx="18" hasCustomPrompt="1"/>
          </p:nvPr>
        </p:nvSpPr>
        <p:spPr>
          <a:xfrm>
            <a:off x="6159051"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3"/>
          </a:solidFill>
          <a:ln w="57150">
            <a:solidFill>
              <a:schemeClr val="bg1"/>
            </a:solidFill>
          </a:ln>
        </p:spPr>
        <p:txBody>
          <a:bodyPr wrap="square">
            <a:noAutofit/>
          </a:bodyPr>
          <a:lstStyle/>
          <a:p>
            <a:r>
              <a:rPr lang="id-ID" dirty="0" smtClean="0"/>
              <a:t>-</a:t>
            </a:r>
            <a:endParaRPr lang="en-AU" dirty="0"/>
          </a:p>
        </p:txBody>
      </p:sp>
      <p:sp>
        <p:nvSpPr>
          <p:cNvPr id="24" name="Picture Placeholder 23"/>
          <p:cNvSpPr>
            <a:spLocks noGrp="1"/>
          </p:cNvSpPr>
          <p:nvPr>
            <p:ph type="pic" sz="quarter" idx="19"/>
          </p:nvPr>
        </p:nvSpPr>
        <p:spPr>
          <a:xfrm>
            <a:off x="8610600"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25" name="Picture Placeholder 24"/>
          <p:cNvSpPr>
            <a:spLocks noGrp="1"/>
          </p:cNvSpPr>
          <p:nvPr>
            <p:ph type="pic" sz="quarter" idx="20" hasCustomPrompt="1"/>
          </p:nvPr>
        </p:nvSpPr>
        <p:spPr>
          <a:xfrm>
            <a:off x="8610600"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4"/>
          </a:solidFill>
          <a:ln w="57150">
            <a:solidFill>
              <a:schemeClr val="bg1"/>
            </a:solidFill>
          </a:ln>
        </p:spPr>
        <p:txBody>
          <a:bodyPr wrap="square">
            <a:noAutofit/>
          </a:bodyPr>
          <a:lstStyle/>
          <a:p>
            <a:r>
              <a:rPr lang="id-ID" dirty="0" smtClean="0"/>
              <a:t>-</a:t>
            </a:r>
            <a:endParaRPr lang="en-AU" dirty="0"/>
          </a:p>
        </p:txBody>
      </p:sp>
      <p:sp>
        <p:nvSpPr>
          <p:cNvPr id="2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cxnSp>
        <p:nvCxnSpPr>
          <p:cNvPr id="27" name="Straight Connector 26"/>
          <p:cNvCxnSpPr/>
          <p:nvPr userDrawn="1"/>
        </p:nvCxnSpPr>
        <p:spPr>
          <a:xfrm>
            <a:off x="4229100" y="1174464"/>
            <a:ext cx="39243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5" name="Text Placeholder 10"/>
          <p:cNvSpPr>
            <a:spLocks noGrp="1"/>
          </p:cNvSpPr>
          <p:nvPr>
            <p:ph type="body" sz="quarter" idx="29" hasCustomPrompt="1"/>
          </p:nvPr>
        </p:nvSpPr>
        <p:spPr>
          <a:xfrm>
            <a:off x="1505367" y="4471290"/>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6" name="Text Placeholder 10"/>
          <p:cNvSpPr>
            <a:spLocks noGrp="1"/>
          </p:cNvSpPr>
          <p:nvPr>
            <p:ph type="body" sz="quarter" idx="30" hasCustomPrompt="1"/>
          </p:nvPr>
        </p:nvSpPr>
        <p:spPr>
          <a:xfrm>
            <a:off x="1505367" y="4752308"/>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7" name="Text Placeholder 10"/>
          <p:cNvSpPr>
            <a:spLocks noGrp="1"/>
          </p:cNvSpPr>
          <p:nvPr>
            <p:ph type="body" sz="quarter" idx="31" hasCustomPrompt="1"/>
          </p:nvPr>
        </p:nvSpPr>
        <p:spPr>
          <a:xfrm>
            <a:off x="3963670" y="4471290"/>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8" name="Text Placeholder 10"/>
          <p:cNvSpPr>
            <a:spLocks noGrp="1"/>
          </p:cNvSpPr>
          <p:nvPr>
            <p:ph type="body" sz="quarter" idx="32" hasCustomPrompt="1"/>
          </p:nvPr>
        </p:nvSpPr>
        <p:spPr>
          <a:xfrm>
            <a:off x="3963670" y="4752308"/>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9" name="Text Placeholder 10"/>
          <p:cNvSpPr>
            <a:spLocks noGrp="1"/>
          </p:cNvSpPr>
          <p:nvPr>
            <p:ph type="body" sz="quarter" idx="33" hasCustomPrompt="1"/>
          </p:nvPr>
        </p:nvSpPr>
        <p:spPr>
          <a:xfrm>
            <a:off x="6351687" y="4475579"/>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8" name="Text Placeholder 10"/>
          <p:cNvSpPr>
            <a:spLocks noGrp="1"/>
          </p:cNvSpPr>
          <p:nvPr>
            <p:ph type="body" sz="quarter" idx="34" hasCustomPrompt="1"/>
          </p:nvPr>
        </p:nvSpPr>
        <p:spPr>
          <a:xfrm>
            <a:off x="6351687" y="4756597"/>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29" name="Text Placeholder 10"/>
          <p:cNvSpPr>
            <a:spLocks noGrp="1"/>
          </p:cNvSpPr>
          <p:nvPr>
            <p:ph type="body" sz="quarter" idx="35" hasCustomPrompt="1"/>
          </p:nvPr>
        </p:nvSpPr>
        <p:spPr>
          <a:xfrm>
            <a:off x="8807450" y="4473463"/>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0" name="Text Placeholder 10"/>
          <p:cNvSpPr>
            <a:spLocks noGrp="1"/>
          </p:cNvSpPr>
          <p:nvPr>
            <p:ph type="body" sz="quarter" idx="36" hasCustomPrompt="1"/>
          </p:nvPr>
        </p:nvSpPr>
        <p:spPr>
          <a:xfrm>
            <a:off x="8807450" y="4754481"/>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Tree>
    <p:extLst>
      <p:ext uri="{BB962C8B-B14F-4D97-AF65-F5344CB8AC3E}">
        <p14:creationId xmlns:p14="http://schemas.microsoft.com/office/powerpoint/2010/main" val="5744125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fade">
                                      <p:cBhvr>
                                        <p:cTn id="11" dur="500"/>
                                        <p:tgtEl>
                                          <p:spTgt spid="2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down)">
                                      <p:cBhvr>
                                        <p:cTn id="19" dur="500"/>
                                        <p:tgtEl>
                                          <p:spTgt spid="13"/>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5">
                                            <p:txEl>
                                              <p:pRg st="0" end="0"/>
                                            </p:txEl>
                                          </p:spTgt>
                                        </p:tgtEl>
                                        <p:attrNameLst>
                                          <p:attrName>style.visibility</p:attrName>
                                        </p:attrNameLst>
                                      </p:cBhvr>
                                      <p:to>
                                        <p:strVal val="visible"/>
                                      </p:to>
                                    </p:set>
                                    <p:animEffect transition="in" filter="fade">
                                      <p:cBhvr>
                                        <p:cTn id="23" dur="500"/>
                                        <p:tgtEl>
                                          <p:spTgt spid="15">
                                            <p:txEl>
                                              <p:pRg st="0" end="0"/>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6">
                                            <p:txEl>
                                              <p:pRg st="0" end="0"/>
                                            </p:txEl>
                                          </p:spTgt>
                                        </p:tgtEl>
                                        <p:attrNameLst>
                                          <p:attrName>style.visibility</p:attrName>
                                        </p:attrNameLst>
                                      </p:cBhvr>
                                      <p:to>
                                        <p:strVal val="visible"/>
                                      </p:to>
                                    </p:set>
                                    <p:animEffect transition="in" filter="fade">
                                      <p:cBhvr>
                                        <p:cTn id="26" dur="500"/>
                                        <p:tgtEl>
                                          <p:spTgt spid="16">
                                            <p:txEl>
                                              <p:pRg st="0" end="0"/>
                                            </p:txEl>
                                          </p:spTgt>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childTnLst>
                          </p:cTn>
                        </p:par>
                        <p:par>
                          <p:cTn id="31" fill="hold">
                            <p:stCondLst>
                              <p:cond delay="3000"/>
                            </p:stCondLst>
                            <p:childTnLst>
                              <p:par>
                                <p:cTn id="32" presetID="22" presetClass="entr" presetSubtype="4" fill="hold" grpId="0" nodeType="after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wipe(down)">
                                      <p:cBhvr>
                                        <p:cTn id="34" dur="500"/>
                                        <p:tgtEl>
                                          <p:spTgt spid="21"/>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17">
                                            <p:txEl>
                                              <p:pRg st="0" end="0"/>
                                            </p:txEl>
                                          </p:spTgt>
                                        </p:tgtEl>
                                        <p:attrNameLst>
                                          <p:attrName>style.visibility</p:attrName>
                                        </p:attrNameLst>
                                      </p:cBhvr>
                                      <p:to>
                                        <p:strVal val="visible"/>
                                      </p:to>
                                    </p:set>
                                    <p:animEffect transition="in" filter="fade">
                                      <p:cBhvr>
                                        <p:cTn id="38" dur="500"/>
                                        <p:tgtEl>
                                          <p:spTgt spid="17">
                                            <p:txEl>
                                              <p:pRg st="0" end="0"/>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8">
                                            <p:txEl>
                                              <p:pRg st="0" end="0"/>
                                            </p:txEl>
                                          </p:spTgt>
                                        </p:tgtEl>
                                        <p:attrNameLst>
                                          <p:attrName>style.visibility</p:attrName>
                                        </p:attrNameLst>
                                      </p:cBhvr>
                                      <p:to>
                                        <p:strVal val="visible"/>
                                      </p:to>
                                    </p:set>
                                    <p:animEffect transition="in" filter="fade">
                                      <p:cBhvr>
                                        <p:cTn id="41" dur="500"/>
                                        <p:tgtEl>
                                          <p:spTgt spid="18">
                                            <p:txEl>
                                              <p:pRg st="0" end="0"/>
                                            </p:txEl>
                                          </p:spTgt>
                                        </p:tgtEl>
                                      </p:cBhvr>
                                    </p:animEffect>
                                  </p:childTnLst>
                                </p:cTn>
                              </p:par>
                            </p:childTnLst>
                          </p:cTn>
                        </p:par>
                        <p:par>
                          <p:cTn id="42" fill="hold">
                            <p:stCondLst>
                              <p:cond delay="4000"/>
                            </p:stCondLst>
                            <p:childTnLst>
                              <p:par>
                                <p:cTn id="43" presetID="10" presetClass="entr" presetSubtype="0" fill="hold" grpId="0" nodeType="after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fade">
                                      <p:cBhvr>
                                        <p:cTn id="45" dur="500"/>
                                        <p:tgtEl>
                                          <p:spTgt spid="22"/>
                                        </p:tgtEl>
                                      </p:cBhvr>
                                    </p:animEffect>
                                  </p:childTnLst>
                                </p:cTn>
                              </p:par>
                            </p:childTnLst>
                          </p:cTn>
                        </p:par>
                        <p:par>
                          <p:cTn id="46" fill="hold">
                            <p:stCondLst>
                              <p:cond delay="4500"/>
                            </p:stCondLst>
                            <p:childTnLst>
                              <p:par>
                                <p:cTn id="47" presetID="22" presetClass="entr" presetSubtype="4" fill="hold" grpId="0" nodeType="after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wipe(down)">
                                      <p:cBhvr>
                                        <p:cTn id="49" dur="500"/>
                                        <p:tgtEl>
                                          <p:spTgt spid="23"/>
                                        </p:tgtEl>
                                      </p:cBhvr>
                                    </p:animEffect>
                                  </p:childTnLst>
                                </p:cTn>
                              </p:par>
                            </p:childTnLst>
                          </p:cTn>
                        </p:par>
                        <p:par>
                          <p:cTn id="50" fill="hold">
                            <p:stCondLst>
                              <p:cond delay="5000"/>
                            </p:stCondLst>
                            <p:childTnLst>
                              <p:par>
                                <p:cTn id="51" presetID="10" presetClass="entr" presetSubtype="0" fill="hold" grpId="0" nodeType="afterEffect">
                                  <p:stCondLst>
                                    <p:cond delay="0"/>
                                  </p:stCondLst>
                                  <p:childTnLst>
                                    <p:set>
                                      <p:cBhvr>
                                        <p:cTn id="52" dur="1" fill="hold">
                                          <p:stCondLst>
                                            <p:cond delay="0"/>
                                          </p:stCondLst>
                                        </p:cTn>
                                        <p:tgtEl>
                                          <p:spTgt spid="19">
                                            <p:txEl>
                                              <p:pRg st="0" end="0"/>
                                            </p:txEl>
                                          </p:spTgt>
                                        </p:tgtEl>
                                        <p:attrNameLst>
                                          <p:attrName>style.visibility</p:attrName>
                                        </p:attrNameLst>
                                      </p:cBhvr>
                                      <p:to>
                                        <p:strVal val="visible"/>
                                      </p:to>
                                    </p:set>
                                    <p:animEffect transition="in" filter="fade">
                                      <p:cBhvr>
                                        <p:cTn id="53" dur="500"/>
                                        <p:tgtEl>
                                          <p:spTgt spid="19">
                                            <p:txEl>
                                              <p:pRg st="0" end="0"/>
                                            </p:txEl>
                                          </p:spTgt>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8">
                                            <p:txEl>
                                              <p:pRg st="0" end="0"/>
                                            </p:txEl>
                                          </p:spTgt>
                                        </p:tgtEl>
                                        <p:attrNameLst>
                                          <p:attrName>style.visibility</p:attrName>
                                        </p:attrNameLst>
                                      </p:cBhvr>
                                      <p:to>
                                        <p:strVal val="visible"/>
                                      </p:to>
                                    </p:set>
                                    <p:animEffect transition="in" filter="fade">
                                      <p:cBhvr>
                                        <p:cTn id="56" dur="500"/>
                                        <p:tgtEl>
                                          <p:spTgt spid="28">
                                            <p:txEl>
                                              <p:pRg st="0" end="0"/>
                                            </p:txEl>
                                          </p:spTgt>
                                        </p:tgtEl>
                                      </p:cBhvr>
                                    </p:animEffect>
                                  </p:childTnLst>
                                </p:cTn>
                              </p:par>
                            </p:childTnLst>
                          </p:cTn>
                        </p:par>
                        <p:par>
                          <p:cTn id="57" fill="hold">
                            <p:stCondLst>
                              <p:cond delay="5500"/>
                            </p:stCondLst>
                            <p:childTnLst>
                              <p:par>
                                <p:cTn id="58" presetID="10" presetClass="entr" presetSubtype="0" fill="hold" grpId="0" nodeType="afterEffect">
                                  <p:stCondLst>
                                    <p:cond delay="0"/>
                                  </p:stCondLst>
                                  <p:childTnLst>
                                    <p:set>
                                      <p:cBhvr>
                                        <p:cTn id="59" dur="1" fill="hold">
                                          <p:stCondLst>
                                            <p:cond delay="0"/>
                                          </p:stCondLst>
                                        </p:cTn>
                                        <p:tgtEl>
                                          <p:spTgt spid="24"/>
                                        </p:tgtEl>
                                        <p:attrNameLst>
                                          <p:attrName>style.visibility</p:attrName>
                                        </p:attrNameLst>
                                      </p:cBhvr>
                                      <p:to>
                                        <p:strVal val="visible"/>
                                      </p:to>
                                    </p:set>
                                    <p:animEffect transition="in" filter="fade">
                                      <p:cBhvr>
                                        <p:cTn id="60" dur="500"/>
                                        <p:tgtEl>
                                          <p:spTgt spid="24"/>
                                        </p:tgtEl>
                                      </p:cBhvr>
                                    </p:animEffect>
                                  </p:childTnLst>
                                </p:cTn>
                              </p:par>
                            </p:childTnLst>
                          </p:cTn>
                        </p:par>
                        <p:par>
                          <p:cTn id="61" fill="hold">
                            <p:stCondLst>
                              <p:cond delay="6000"/>
                            </p:stCondLst>
                            <p:childTnLst>
                              <p:par>
                                <p:cTn id="62" presetID="22" presetClass="entr" presetSubtype="4" fill="hold" grpId="0" nodeType="afterEffect">
                                  <p:stCondLst>
                                    <p:cond delay="0"/>
                                  </p:stCondLst>
                                  <p:childTnLst>
                                    <p:set>
                                      <p:cBhvr>
                                        <p:cTn id="63" dur="1" fill="hold">
                                          <p:stCondLst>
                                            <p:cond delay="0"/>
                                          </p:stCondLst>
                                        </p:cTn>
                                        <p:tgtEl>
                                          <p:spTgt spid="25"/>
                                        </p:tgtEl>
                                        <p:attrNameLst>
                                          <p:attrName>style.visibility</p:attrName>
                                        </p:attrNameLst>
                                      </p:cBhvr>
                                      <p:to>
                                        <p:strVal val="visible"/>
                                      </p:to>
                                    </p:set>
                                    <p:animEffect transition="in" filter="wipe(down)">
                                      <p:cBhvr>
                                        <p:cTn id="64" dur="500"/>
                                        <p:tgtEl>
                                          <p:spTgt spid="25"/>
                                        </p:tgtEl>
                                      </p:cBhvr>
                                    </p:animEffect>
                                  </p:childTnLst>
                                </p:cTn>
                              </p:par>
                            </p:childTnLst>
                          </p:cTn>
                        </p:par>
                        <p:par>
                          <p:cTn id="65" fill="hold">
                            <p:stCondLst>
                              <p:cond delay="6500"/>
                            </p:stCondLst>
                            <p:childTnLst>
                              <p:par>
                                <p:cTn id="66" presetID="10" presetClass="entr" presetSubtype="0" fill="hold" grpId="0" nodeType="afterEffect">
                                  <p:stCondLst>
                                    <p:cond delay="0"/>
                                  </p:stCondLst>
                                  <p:childTnLst>
                                    <p:set>
                                      <p:cBhvr>
                                        <p:cTn id="67" dur="1" fill="hold">
                                          <p:stCondLst>
                                            <p:cond delay="0"/>
                                          </p:stCondLst>
                                        </p:cTn>
                                        <p:tgtEl>
                                          <p:spTgt spid="29">
                                            <p:txEl>
                                              <p:pRg st="0" end="0"/>
                                            </p:txEl>
                                          </p:spTgt>
                                        </p:tgtEl>
                                        <p:attrNameLst>
                                          <p:attrName>style.visibility</p:attrName>
                                        </p:attrNameLst>
                                      </p:cBhvr>
                                      <p:to>
                                        <p:strVal val="visible"/>
                                      </p:to>
                                    </p:set>
                                    <p:animEffect transition="in" filter="fade">
                                      <p:cBhvr>
                                        <p:cTn id="68" dur="500"/>
                                        <p:tgtEl>
                                          <p:spTgt spid="29">
                                            <p:txEl>
                                              <p:pRg st="0" end="0"/>
                                            </p:txEl>
                                          </p:spTgt>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0">
                                            <p:txEl>
                                              <p:pRg st="0" end="0"/>
                                            </p:txEl>
                                          </p:spTgt>
                                        </p:tgtEl>
                                        <p:attrNameLst>
                                          <p:attrName>style.visibility</p:attrName>
                                        </p:attrNameLst>
                                      </p:cBhvr>
                                      <p:to>
                                        <p:strVal val="visible"/>
                                      </p:to>
                                    </p:set>
                                    <p:animEffect transition="in" filter="fade">
                                      <p:cBhvr>
                                        <p:cTn id="71"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3" grpId="0" animBg="1"/>
      <p:bldP spid="20" grpId="0" animBg="1"/>
      <p:bldP spid="21" grpId="0" animBg="1"/>
      <p:bldP spid="22" grpId="0" animBg="1"/>
      <p:bldP spid="23" grpId="0" animBg="1"/>
      <p:bldP spid="24" grpId="0" animBg="1"/>
      <p:bldP spid="25" grpId="0" animBg="1"/>
      <p:bldP spid="26"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build="p">
        <p:tmplLst>
          <p:tmpl lvl="1">
            <p:tnLst>
              <p:par>
                <p:cTn presetID="10"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8" grpId="0" build="p">
        <p:tmplLst>
          <p:tmpl lvl="1">
            <p:tnLst>
              <p:par>
                <p:cTn presetID="10"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10" presetClass="entr" presetSubtype="0"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8" grpId="0" build="p">
        <p:tmplLst>
          <p:tmpl lvl="1">
            <p:tnLst>
              <p:par>
                <p:cTn presetID="10"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9" grpId="0" build="p">
        <p:tmplLst>
          <p:tmpl lvl="1">
            <p:tnLst>
              <p:par>
                <p:cTn presetID="10" presetClass="entr" presetSubtype="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childTnLst>
                </p:cTn>
              </p:par>
            </p:tnLst>
          </p:tmpl>
        </p:tmplLst>
      </p:bldP>
      <p:bldP spid="30" grpId="0" build="p">
        <p:tmplLst>
          <p:tmpl lvl="1">
            <p:tnLst>
              <p:par>
                <p:cTn presetID="10"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Lst>
  </p:timing>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0CC0B3E4-7D7C-9D4B-802A-EB5769D9582F}"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95034"/>
          </a:xfrm>
        </p:spPr>
        <p:txBody>
          <a:bodyPr>
            <a:normAutofit/>
          </a:bodyPr>
          <a:lstStyle>
            <a:lvl1pPr algn="l">
              <a:defRPr sz="44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9500"/>
            <a:ext cx="5472112" cy="294121"/>
          </a:xfrm>
        </p:spPr>
        <p:txBody>
          <a:bodyPr/>
          <a:lstStyle>
            <a:lvl1pPr algn="l">
              <a:defRPr/>
            </a:lvl1pPr>
          </a:lstStyle>
          <a:p>
            <a:pPr lvl="0"/>
            <a:r>
              <a:rPr lang="en-US" dirty="0" smtClean="0"/>
              <a:t>Click to edit Master text styles</a:t>
            </a:r>
          </a:p>
        </p:txBody>
      </p:sp>
    </p:spTree>
    <p:extLst>
      <p:ext uri="{BB962C8B-B14F-4D97-AF65-F5344CB8AC3E}">
        <p14:creationId xmlns:p14="http://schemas.microsoft.com/office/powerpoint/2010/main" val="24599532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DBC3DFA-ECBA-4842-B414-18ED28FEAA54}"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61721"/>
          </a:xfrm>
        </p:spPr>
        <p:txBody>
          <a:bodyPr/>
          <a:lstStyle>
            <a:lvl1pPr algn="l">
              <a:defRPr sz="36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4904"/>
            <a:ext cx="5472112" cy="294121"/>
          </a:xfrm>
        </p:spPr>
        <p:txBody>
          <a:bodyPr/>
          <a:lstStyle>
            <a:lvl1pPr algn="l">
              <a:defRPr/>
            </a:lvl1pPr>
          </a:lstStyle>
          <a:p>
            <a:pPr lvl="0"/>
            <a:r>
              <a:rPr lang="en-US" dirty="0" smtClean="0"/>
              <a:t>Click to edit Master text styles</a:t>
            </a:r>
          </a:p>
        </p:txBody>
      </p:sp>
    </p:spTree>
    <p:extLst>
      <p:ext uri="{BB962C8B-B14F-4D97-AF65-F5344CB8AC3E}">
        <p14:creationId xmlns:p14="http://schemas.microsoft.com/office/powerpoint/2010/main" val="19299181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CFBC1CB0-50FF-1246-A898-6D4740452EAA}"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95034"/>
          </a:xfrm>
        </p:spPr>
        <p:txBody>
          <a:bodyPr>
            <a:normAutofit/>
          </a:bodyPr>
          <a:lstStyle>
            <a:lvl1pPr algn="l">
              <a:defRPr sz="44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9500"/>
            <a:ext cx="5472112" cy="294121"/>
          </a:xfrm>
        </p:spPr>
        <p:txBody>
          <a:bodyPr/>
          <a:lstStyle>
            <a:lvl1pPr algn="l">
              <a:defRPr/>
            </a:lvl1pPr>
          </a:lstStyle>
          <a:p>
            <a:pPr lvl="0"/>
            <a:r>
              <a:rPr lang="en-US" dirty="0" smtClean="0"/>
              <a:t>Click to edit Master text styles</a:t>
            </a:r>
          </a:p>
        </p:txBody>
      </p:sp>
      <p:sp>
        <p:nvSpPr>
          <p:cNvPr id="8" name="Picture Placeholder 9"/>
          <p:cNvSpPr>
            <a:spLocks noGrp="1"/>
          </p:cNvSpPr>
          <p:nvPr>
            <p:ph type="pic" sz="quarter" idx="13" hasCustomPrompt="1"/>
          </p:nvPr>
        </p:nvSpPr>
        <p:spPr>
          <a:xfrm>
            <a:off x="1912257" y="1954314"/>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grpSp>
        <p:nvGrpSpPr>
          <p:cNvPr id="9" name="Group 8"/>
          <p:cNvGrpSpPr/>
          <p:nvPr userDrawn="1"/>
        </p:nvGrpSpPr>
        <p:grpSpPr>
          <a:xfrm>
            <a:off x="2234464" y="4370171"/>
            <a:ext cx="1537345" cy="214571"/>
            <a:chOff x="5317188" y="3092930"/>
            <a:chExt cx="1537345" cy="214571"/>
          </a:xfrm>
          <a:solidFill>
            <a:srgbClr val="FFC000"/>
          </a:solidFill>
        </p:grpSpPr>
        <p:sp>
          <p:nvSpPr>
            <p:cNvPr id="10" name="5-Point Star 9"/>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5-Point Star 10"/>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5-Point Star 11"/>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3" name="5-Point Star 12"/>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5-Point Star 13"/>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15" name="Text Placeholder 10"/>
          <p:cNvSpPr>
            <a:spLocks noGrp="1"/>
          </p:cNvSpPr>
          <p:nvPr>
            <p:ph type="body" sz="quarter" idx="14" hasCustomPrompt="1"/>
          </p:nvPr>
        </p:nvSpPr>
        <p:spPr>
          <a:xfrm>
            <a:off x="6481771" y="1995054"/>
            <a:ext cx="4576754" cy="348342"/>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6" name="Text Placeholder 10"/>
          <p:cNvSpPr>
            <a:spLocks noGrp="1"/>
          </p:cNvSpPr>
          <p:nvPr>
            <p:ph type="body" sz="quarter" idx="16" hasCustomPrompt="1"/>
          </p:nvPr>
        </p:nvSpPr>
        <p:spPr>
          <a:xfrm>
            <a:off x="6481772" y="2424114"/>
            <a:ext cx="4576753" cy="1533524"/>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17" name="Text Placeholder 10"/>
          <p:cNvSpPr>
            <a:spLocks noGrp="1"/>
          </p:cNvSpPr>
          <p:nvPr>
            <p:ph type="body" sz="quarter" idx="17" hasCustomPrompt="1"/>
          </p:nvPr>
        </p:nvSpPr>
        <p:spPr>
          <a:xfrm>
            <a:off x="1012091" y="4868947"/>
            <a:ext cx="3990966" cy="1155181"/>
          </a:xfrm>
        </p:spPr>
        <p:txBody>
          <a:bodyPr>
            <a:normAutofit/>
          </a:bodyPr>
          <a:lstStyle>
            <a:lvl1pPr algn="ctr">
              <a:defRPr sz="1200" i="1"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969049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wipe(left)">
                                      <p:cBhvr>
                                        <p:cTn id="2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Lst>
  </p:timing>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8A8150C-806A-134D-9156-F1F0DE973474}"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23" name="Picture Placeholder 22"/>
          <p:cNvSpPr>
            <a:spLocks noGrp="1"/>
          </p:cNvSpPr>
          <p:nvPr>
            <p:ph type="pic" sz="quarter" idx="13"/>
          </p:nvPr>
        </p:nvSpPr>
        <p:spPr>
          <a:xfrm>
            <a:off x="3437532" y="4365702"/>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29" name="Picture Placeholder 28"/>
          <p:cNvSpPr>
            <a:spLocks noGrp="1"/>
          </p:cNvSpPr>
          <p:nvPr>
            <p:ph type="pic" sz="quarter" idx="15"/>
          </p:nvPr>
        </p:nvSpPr>
        <p:spPr>
          <a:xfrm>
            <a:off x="3437532" y="2437541"/>
            <a:ext cx="2610275" cy="1803729"/>
          </a:xfrm>
          <a:custGeom>
            <a:avLst/>
            <a:gdLst>
              <a:gd name="connsiteX0" fmla="*/ 0 w 2610275"/>
              <a:gd name="connsiteY0" fmla="*/ 0 h 1803729"/>
              <a:gd name="connsiteX1" fmla="*/ 2610275 w 2610275"/>
              <a:gd name="connsiteY1" fmla="*/ 0 h 1803729"/>
              <a:gd name="connsiteX2" fmla="*/ 2610275 w 2610275"/>
              <a:gd name="connsiteY2" fmla="*/ 1803729 h 1803729"/>
              <a:gd name="connsiteX3" fmla="*/ 0 w 261027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610275" h="1803729">
                <a:moveTo>
                  <a:pt x="0" y="0"/>
                </a:moveTo>
                <a:lnTo>
                  <a:pt x="2610275" y="0"/>
                </a:lnTo>
                <a:lnTo>
                  <a:pt x="2610275" y="1803729"/>
                </a:lnTo>
                <a:lnTo>
                  <a:pt x="0" y="1803729"/>
                </a:lnTo>
                <a:close/>
              </a:path>
            </a:pathLst>
          </a:custGeom>
          <a:solidFill>
            <a:schemeClr val="bg1">
              <a:lumMod val="95000"/>
            </a:schemeClr>
          </a:solidFill>
        </p:spPr>
        <p:txBody>
          <a:bodyPr wrap="square">
            <a:noAutofit/>
          </a:bodyPr>
          <a:lstStyle/>
          <a:p>
            <a:endParaRPr lang="en-AU"/>
          </a:p>
        </p:txBody>
      </p:sp>
      <p:sp>
        <p:nvSpPr>
          <p:cNvPr id="32" name="Picture Placeholder 31"/>
          <p:cNvSpPr>
            <a:spLocks noGrp="1"/>
          </p:cNvSpPr>
          <p:nvPr>
            <p:ph type="pic" sz="quarter" idx="16"/>
          </p:nvPr>
        </p:nvSpPr>
        <p:spPr>
          <a:xfrm>
            <a:off x="6165273" y="2437541"/>
            <a:ext cx="2610275" cy="1803729"/>
          </a:xfrm>
          <a:custGeom>
            <a:avLst/>
            <a:gdLst>
              <a:gd name="connsiteX0" fmla="*/ 0 w 2865245"/>
              <a:gd name="connsiteY0" fmla="*/ 0 h 1803729"/>
              <a:gd name="connsiteX1" fmla="*/ 2865245 w 2865245"/>
              <a:gd name="connsiteY1" fmla="*/ 0 h 1803729"/>
              <a:gd name="connsiteX2" fmla="*/ 2865245 w 2865245"/>
              <a:gd name="connsiteY2" fmla="*/ 1803729 h 1803729"/>
              <a:gd name="connsiteX3" fmla="*/ 0 w 286524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865245" h="1803729">
                <a:moveTo>
                  <a:pt x="0" y="0"/>
                </a:moveTo>
                <a:lnTo>
                  <a:pt x="2865245" y="0"/>
                </a:lnTo>
                <a:lnTo>
                  <a:pt x="2865245" y="1803729"/>
                </a:lnTo>
                <a:lnTo>
                  <a:pt x="0" y="1803729"/>
                </a:lnTo>
                <a:close/>
              </a:path>
            </a:pathLst>
          </a:custGeom>
          <a:solidFill>
            <a:schemeClr val="bg1">
              <a:lumMod val="95000"/>
            </a:schemeClr>
          </a:solidFill>
        </p:spPr>
        <p:txBody>
          <a:bodyPr wrap="square">
            <a:noAutofit/>
          </a:bodyPr>
          <a:lstStyle/>
          <a:p>
            <a:endParaRPr lang="en-AU"/>
          </a:p>
        </p:txBody>
      </p:sp>
      <p:sp>
        <p:nvSpPr>
          <p:cNvPr id="38" name="Picture Placeholder 37"/>
          <p:cNvSpPr>
            <a:spLocks noGrp="1"/>
          </p:cNvSpPr>
          <p:nvPr>
            <p:ph type="pic" sz="quarter" idx="18"/>
          </p:nvPr>
        </p:nvSpPr>
        <p:spPr>
          <a:xfrm>
            <a:off x="6165273" y="4365702"/>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14"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15"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6" name="Text Placeholder 10"/>
          <p:cNvSpPr>
            <a:spLocks noGrp="1"/>
          </p:cNvSpPr>
          <p:nvPr>
            <p:ph type="body" sz="quarter" idx="17" hasCustomPrompt="1"/>
          </p:nvPr>
        </p:nvSpPr>
        <p:spPr>
          <a:xfrm>
            <a:off x="838200" y="3026156"/>
            <a:ext cx="2438401" cy="273368"/>
          </a:xfrm>
        </p:spPr>
        <p:txBody>
          <a:bodyPr/>
          <a:lstStyle>
            <a:lvl1pPr algn="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7" name="Text Placeholder 10"/>
          <p:cNvSpPr>
            <a:spLocks noGrp="1"/>
          </p:cNvSpPr>
          <p:nvPr>
            <p:ph type="body" sz="quarter" idx="19" hasCustomPrompt="1"/>
          </p:nvPr>
        </p:nvSpPr>
        <p:spPr>
          <a:xfrm>
            <a:off x="838201" y="3377725"/>
            <a:ext cx="2438400" cy="1085225"/>
          </a:xfrm>
        </p:spPr>
        <p:txBody>
          <a:bodyPr>
            <a:normAutofit/>
          </a:bodyPr>
          <a:lstStyle>
            <a:lvl1pPr algn="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18" name="Text Placeholder 10"/>
          <p:cNvSpPr>
            <a:spLocks noGrp="1"/>
          </p:cNvSpPr>
          <p:nvPr>
            <p:ph type="body" sz="quarter" idx="20" hasCustomPrompt="1"/>
          </p:nvPr>
        </p:nvSpPr>
        <p:spPr>
          <a:xfrm>
            <a:off x="838200" y="4743477"/>
            <a:ext cx="2438401" cy="273368"/>
          </a:xfrm>
        </p:spPr>
        <p:txBody>
          <a:bodyPr/>
          <a:lstStyle>
            <a:lvl1pPr algn="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9" name="Text Placeholder 10"/>
          <p:cNvSpPr>
            <a:spLocks noGrp="1"/>
          </p:cNvSpPr>
          <p:nvPr>
            <p:ph type="body" sz="quarter" idx="21" hasCustomPrompt="1"/>
          </p:nvPr>
        </p:nvSpPr>
        <p:spPr>
          <a:xfrm>
            <a:off x="838201" y="5095046"/>
            <a:ext cx="2438400" cy="1085225"/>
          </a:xfrm>
        </p:spPr>
        <p:txBody>
          <a:bodyPr>
            <a:normAutofit/>
          </a:bodyPr>
          <a:lstStyle>
            <a:lvl1pPr algn="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0" name="Text Placeholder 10"/>
          <p:cNvSpPr>
            <a:spLocks noGrp="1"/>
          </p:cNvSpPr>
          <p:nvPr>
            <p:ph type="body" sz="quarter" idx="22" hasCustomPrompt="1"/>
          </p:nvPr>
        </p:nvSpPr>
        <p:spPr>
          <a:xfrm>
            <a:off x="8929254" y="3027921"/>
            <a:ext cx="2438401" cy="273368"/>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1" name="Text Placeholder 10"/>
          <p:cNvSpPr>
            <a:spLocks noGrp="1"/>
          </p:cNvSpPr>
          <p:nvPr>
            <p:ph type="body" sz="quarter" idx="23" hasCustomPrompt="1"/>
          </p:nvPr>
        </p:nvSpPr>
        <p:spPr>
          <a:xfrm>
            <a:off x="8929255" y="3379490"/>
            <a:ext cx="2438400" cy="1085225"/>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2" name="Text Placeholder 10"/>
          <p:cNvSpPr>
            <a:spLocks noGrp="1"/>
          </p:cNvSpPr>
          <p:nvPr>
            <p:ph type="body" sz="quarter" idx="24" hasCustomPrompt="1"/>
          </p:nvPr>
        </p:nvSpPr>
        <p:spPr>
          <a:xfrm>
            <a:off x="8929254" y="4743477"/>
            <a:ext cx="2438401" cy="273368"/>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4" name="Text Placeholder 10"/>
          <p:cNvSpPr>
            <a:spLocks noGrp="1"/>
          </p:cNvSpPr>
          <p:nvPr>
            <p:ph type="body" sz="quarter" idx="25" hasCustomPrompt="1"/>
          </p:nvPr>
        </p:nvSpPr>
        <p:spPr>
          <a:xfrm>
            <a:off x="8929255" y="5095046"/>
            <a:ext cx="2438400" cy="1085225"/>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3293612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ppt_w</p:attrName>
                                        </p:attrNameLst>
                                      </p:cBhvr>
                                      <p:tavLst>
                                        <p:tav tm="0">
                                          <p:val>
                                            <p:fltVal val="0"/>
                                          </p:val>
                                        </p:tav>
                                        <p:tav tm="100000">
                                          <p:val>
                                            <p:strVal val="#ppt_w"/>
                                          </p:val>
                                        </p:tav>
                                      </p:tavLst>
                                    </p:anim>
                                    <p:anim calcmode="lin" valueType="num">
                                      <p:cBhvr>
                                        <p:cTn id="8" dur="500" fill="hold"/>
                                        <p:tgtEl>
                                          <p:spTgt spid="29"/>
                                        </p:tgtEl>
                                        <p:attrNameLst>
                                          <p:attrName>ppt_h</p:attrName>
                                        </p:attrNameLst>
                                      </p:cBhvr>
                                      <p:tavLst>
                                        <p:tav tm="0">
                                          <p:val>
                                            <p:fltVal val="0"/>
                                          </p:val>
                                        </p:tav>
                                        <p:tav tm="100000">
                                          <p:val>
                                            <p:strVal val="#ppt_h"/>
                                          </p:val>
                                        </p:tav>
                                      </p:tavLst>
                                    </p:anim>
                                    <p:animEffect transition="in" filter="fade">
                                      <p:cBhvr>
                                        <p:cTn id="9" dur="500"/>
                                        <p:tgtEl>
                                          <p:spTgt spid="29"/>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32"/>
                                        </p:tgtEl>
                                        <p:attrNameLst>
                                          <p:attrName>style.visibility</p:attrName>
                                        </p:attrNameLst>
                                      </p:cBhvr>
                                      <p:to>
                                        <p:strVal val="visible"/>
                                      </p:to>
                                    </p:set>
                                    <p:anim calcmode="lin" valueType="num">
                                      <p:cBhvr>
                                        <p:cTn id="12" dur="500" fill="hold"/>
                                        <p:tgtEl>
                                          <p:spTgt spid="32"/>
                                        </p:tgtEl>
                                        <p:attrNameLst>
                                          <p:attrName>ppt_w</p:attrName>
                                        </p:attrNameLst>
                                      </p:cBhvr>
                                      <p:tavLst>
                                        <p:tav tm="0">
                                          <p:val>
                                            <p:fltVal val="0"/>
                                          </p:val>
                                        </p:tav>
                                        <p:tav tm="100000">
                                          <p:val>
                                            <p:strVal val="#ppt_w"/>
                                          </p:val>
                                        </p:tav>
                                      </p:tavLst>
                                    </p:anim>
                                    <p:anim calcmode="lin" valueType="num">
                                      <p:cBhvr>
                                        <p:cTn id="13" dur="500" fill="hold"/>
                                        <p:tgtEl>
                                          <p:spTgt spid="32"/>
                                        </p:tgtEl>
                                        <p:attrNameLst>
                                          <p:attrName>ppt_h</p:attrName>
                                        </p:attrNameLst>
                                      </p:cBhvr>
                                      <p:tavLst>
                                        <p:tav tm="0">
                                          <p:val>
                                            <p:fltVal val="0"/>
                                          </p:val>
                                        </p:tav>
                                        <p:tav tm="100000">
                                          <p:val>
                                            <p:strVal val="#ppt_h"/>
                                          </p:val>
                                        </p:tav>
                                      </p:tavLst>
                                    </p:anim>
                                    <p:animEffect transition="in" filter="fade">
                                      <p:cBhvr>
                                        <p:cTn id="14" dur="500"/>
                                        <p:tgtEl>
                                          <p:spTgt spid="32"/>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p:cTn id="17" dur="500" fill="hold"/>
                                        <p:tgtEl>
                                          <p:spTgt spid="23"/>
                                        </p:tgtEl>
                                        <p:attrNameLst>
                                          <p:attrName>ppt_w</p:attrName>
                                        </p:attrNameLst>
                                      </p:cBhvr>
                                      <p:tavLst>
                                        <p:tav tm="0">
                                          <p:val>
                                            <p:fltVal val="0"/>
                                          </p:val>
                                        </p:tav>
                                        <p:tav tm="100000">
                                          <p:val>
                                            <p:strVal val="#ppt_w"/>
                                          </p:val>
                                        </p:tav>
                                      </p:tavLst>
                                    </p:anim>
                                    <p:anim calcmode="lin" valueType="num">
                                      <p:cBhvr>
                                        <p:cTn id="18" dur="500" fill="hold"/>
                                        <p:tgtEl>
                                          <p:spTgt spid="23"/>
                                        </p:tgtEl>
                                        <p:attrNameLst>
                                          <p:attrName>ppt_h</p:attrName>
                                        </p:attrNameLst>
                                      </p:cBhvr>
                                      <p:tavLst>
                                        <p:tav tm="0">
                                          <p:val>
                                            <p:fltVal val="0"/>
                                          </p:val>
                                        </p:tav>
                                        <p:tav tm="100000">
                                          <p:val>
                                            <p:strVal val="#ppt_h"/>
                                          </p:val>
                                        </p:tav>
                                      </p:tavLst>
                                    </p:anim>
                                    <p:animEffect transition="in" filter="fade">
                                      <p:cBhvr>
                                        <p:cTn id="19" dur="500"/>
                                        <p:tgtEl>
                                          <p:spTgt spid="23"/>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 calcmode="lin" valueType="num">
                                      <p:cBhvr>
                                        <p:cTn id="22" dur="500" fill="hold"/>
                                        <p:tgtEl>
                                          <p:spTgt spid="38"/>
                                        </p:tgtEl>
                                        <p:attrNameLst>
                                          <p:attrName>ppt_w</p:attrName>
                                        </p:attrNameLst>
                                      </p:cBhvr>
                                      <p:tavLst>
                                        <p:tav tm="0">
                                          <p:val>
                                            <p:fltVal val="0"/>
                                          </p:val>
                                        </p:tav>
                                        <p:tav tm="100000">
                                          <p:val>
                                            <p:strVal val="#ppt_w"/>
                                          </p:val>
                                        </p:tav>
                                      </p:tavLst>
                                    </p:anim>
                                    <p:anim calcmode="lin" valueType="num">
                                      <p:cBhvr>
                                        <p:cTn id="23" dur="500" fill="hold"/>
                                        <p:tgtEl>
                                          <p:spTgt spid="38"/>
                                        </p:tgtEl>
                                        <p:attrNameLst>
                                          <p:attrName>ppt_h</p:attrName>
                                        </p:attrNameLst>
                                      </p:cBhvr>
                                      <p:tavLst>
                                        <p:tav tm="0">
                                          <p:val>
                                            <p:fltVal val="0"/>
                                          </p:val>
                                        </p:tav>
                                        <p:tav tm="100000">
                                          <p:val>
                                            <p:strVal val="#ppt_h"/>
                                          </p:val>
                                        </p:tav>
                                      </p:tavLst>
                                    </p:anim>
                                    <p:animEffect transition="in" filter="fade">
                                      <p:cBhvr>
                                        <p:cTn id="24" dur="500"/>
                                        <p:tgtEl>
                                          <p:spTgt spid="38"/>
                                        </p:tgtEl>
                                      </p:cBhvr>
                                    </p:animEffect>
                                  </p:childTnLst>
                                </p:cTn>
                              </p:par>
                            </p:childTnLst>
                          </p:cTn>
                        </p:par>
                        <p:par>
                          <p:cTn id="25" fill="hold">
                            <p:stCondLst>
                              <p:cond delay="500"/>
                            </p:stCondLst>
                            <p:childTnLst>
                              <p:par>
                                <p:cTn id="26" presetID="10" presetClass="entr" presetSubtype="0" fill="hold" grpId="0" nodeType="after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childTnLst>
                          </p:cTn>
                        </p:par>
                        <p:par>
                          <p:cTn id="29" fill="hold">
                            <p:stCondLst>
                              <p:cond delay="1000"/>
                            </p:stCondLst>
                            <p:childTnLst>
                              <p:par>
                                <p:cTn id="30" presetID="10" presetClass="entr" presetSubtype="0" fill="hold" grpId="0" nodeType="afterEffect">
                                  <p:stCondLst>
                                    <p:cond delay="0"/>
                                  </p:stCondLst>
                                  <p:childTnLst>
                                    <p:set>
                                      <p:cBhvr>
                                        <p:cTn id="31" dur="1" fill="hold">
                                          <p:stCondLst>
                                            <p:cond delay="0"/>
                                          </p:stCondLst>
                                        </p:cTn>
                                        <p:tgtEl>
                                          <p:spTgt spid="15">
                                            <p:txEl>
                                              <p:pRg st="0" end="0"/>
                                            </p:txEl>
                                          </p:spTgt>
                                        </p:tgtEl>
                                        <p:attrNameLst>
                                          <p:attrName>style.visibility</p:attrName>
                                        </p:attrNameLst>
                                      </p:cBhvr>
                                      <p:to>
                                        <p:strVal val="visible"/>
                                      </p:to>
                                    </p:set>
                                    <p:animEffect transition="in" filter="fade">
                                      <p:cBhvr>
                                        <p:cTn id="32" dur="500"/>
                                        <p:tgtEl>
                                          <p:spTgt spid="15">
                                            <p:txEl>
                                              <p:pRg st="0" end="0"/>
                                            </p:txEl>
                                          </p:spTgt>
                                        </p:tgtEl>
                                      </p:cBhvr>
                                    </p:animEffect>
                                  </p:childTnLst>
                                </p:cTn>
                              </p:par>
                            </p:childTnLst>
                          </p:cTn>
                        </p:par>
                        <p:par>
                          <p:cTn id="33" fill="hold">
                            <p:stCondLst>
                              <p:cond delay="1500"/>
                            </p:stCondLst>
                            <p:childTnLst>
                              <p:par>
                                <p:cTn id="34" presetID="10" presetClass="entr" presetSubtype="0" fill="hold" grpId="0" nodeType="afterEffect">
                                  <p:stCondLst>
                                    <p:cond delay="0"/>
                                  </p:stCondLst>
                                  <p:childTnLst>
                                    <p:set>
                                      <p:cBhvr>
                                        <p:cTn id="35" dur="1" fill="hold">
                                          <p:stCondLst>
                                            <p:cond delay="0"/>
                                          </p:stCondLst>
                                        </p:cTn>
                                        <p:tgtEl>
                                          <p:spTgt spid="16">
                                            <p:txEl>
                                              <p:pRg st="0" end="0"/>
                                            </p:txEl>
                                          </p:spTgt>
                                        </p:tgtEl>
                                        <p:attrNameLst>
                                          <p:attrName>style.visibility</p:attrName>
                                        </p:attrNameLst>
                                      </p:cBhvr>
                                      <p:to>
                                        <p:strVal val="visible"/>
                                      </p:to>
                                    </p:set>
                                    <p:animEffect transition="in" filter="fade">
                                      <p:cBhvr>
                                        <p:cTn id="36" dur="500"/>
                                        <p:tgtEl>
                                          <p:spTgt spid="16">
                                            <p:txEl>
                                              <p:pRg st="0" end="0"/>
                                            </p:txEl>
                                          </p:spTgt>
                                        </p:tgtEl>
                                      </p:cBhvr>
                                    </p:animEffect>
                                  </p:childTnLst>
                                </p:cTn>
                              </p:par>
                              <p:par>
                                <p:cTn id="37" presetID="42" presetClass="entr" presetSubtype="0" fill="hold" grpId="0" nodeType="withEffect">
                                  <p:stCondLst>
                                    <p:cond delay="0"/>
                                  </p:stCondLst>
                                  <p:childTnLst>
                                    <p:set>
                                      <p:cBhvr>
                                        <p:cTn id="38" dur="1" fill="hold">
                                          <p:stCondLst>
                                            <p:cond delay="0"/>
                                          </p:stCondLst>
                                        </p:cTn>
                                        <p:tgtEl>
                                          <p:spTgt spid="17">
                                            <p:txEl>
                                              <p:pRg st="0" end="0"/>
                                            </p:txEl>
                                          </p:spTgt>
                                        </p:tgtEl>
                                        <p:attrNameLst>
                                          <p:attrName>style.visibility</p:attrName>
                                        </p:attrNameLst>
                                      </p:cBhvr>
                                      <p:to>
                                        <p:strVal val="visible"/>
                                      </p:to>
                                    </p:set>
                                    <p:animEffect transition="in" filter="fade">
                                      <p:cBhvr>
                                        <p:cTn id="39" dur="500"/>
                                        <p:tgtEl>
                                          <p:spTgt spid="17">
                                            <p:txEl>
                                              <p:pRg st="0" end="0"/>
                                            </p:txEl>
                                          </p:spTgt>
                                        </p:tgtEl>
                                      </p:cBhvr>
                                    </p:animEffect>
                                    <p:anim calcmode="lin" valueType="num">
                                      <p:cBhvr>
                                        <p:cTn id="40"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41" dur="500" fill="hold"/>
                                        <p:tgtEl>
                                          <p:spTgt spid="17">
                                            <p:txEl>
                                              <p:pRg st="0" end="0"/>
                                            </p:txEl>
                                          </p:spTgt>
                                        </p:tgtEl>
                                        <p:attrNameLst>
                                          <p:attrName>ppt_y</p:attrName>
                                        </p:attrNameLst>
                                      </p:cBhvr>
                                      <p:tavLst>
                                        <p:tav tm="0">
                                          <p:val>
                                            <p:strVal val="#ppt_y+.1"/>
                                          </p:val>
                                        </p:tav>
                                        <p:tav tm="100000">
                                          <p:val>
                                            <p:strVal val="#ppt_y"/>
                                          </p:val>
                                        </p:tav>
                                      </p:tavLst>
                                    </p:anim>
                                  </p:childTnLst>
                                </p:cTn>
                              </p:par>
                            </p:childTnLst>
                          </p:cTn>
                        </p:par>
                        <p:par>
                          <p:cTn id="42" fill="hold">
                            <p:stCondLst>
                              <p:cond delay="2000"/>
                            </p:stCondLst>
                            <p:childTnLst>
                              <p:par>
                                <p:cTn id="43" presetID="10" presetClass="entr" presetSubtype="0" fill="hold" grpId="0" nodeType="afterEffect">
                                  <p:stCondLst>
                                    <p:cond delay="0"/>
                                  </p:stCondLst>
                                  <p:childTnLst>
                                    <p:set>
                                      <p:cBhvr>
                                        <p:cTn id="44" dur="1" fill="hold">
                                          <p:stCondLst>
                                            <p:cond delay="0"/>
                                          </p:stCondLst>
                                        </p:cTn>
                                        <p:tgtEl>
                                          <p:spTgt spid="18">
                                            <p:txEl>
                                              <p:pRg st="0" end="0"/>
                                            </p:txEl>
                                          </p:spTgt>
                                        </p:tgtEl>
                                        <p:attrNameLst>
                                          <p:attrName>style.visibility</p:attrName>
                                        </p:attrNameLst>
                                      </p:cBhvr>
                                      <p:to>
                                        <p:strVal val="visible"/>
                                      </p:to>
                                    </p:set>
                                    <p:animEffect transition="in" filter="fade">
                                      <p:cBhvr>
                                        <p:cTn id="45" dur="500"/>
                                        <p:tgtEl>
                                          <p:spTgt spid="18">
                                            <p:txEl>
                                              <p:pRg st="0" end="0"/>
                                            </p:txEl>
                                          </p:spTgt>
                                        </p:tgtEl>
                                      </p:cBhvr>
                                    </p:animEffect>
                                  </p:childTnLst>
                                </p:cTn>
                              </p:par>
                              <p:par>
                                <p:cTn id="46" presetID="42" presetClass="entr" presetSubtype="0" fill="hold" grpId="0" nodeType="withEffect">
                                  <p:stCondLst>
                                    <p:cond delay="0"/>
                                  </p:stCondLst>
                                  <p:childTnLst>
                                    <p:set>
                                      <p:cBhvr>
                                        <p:cTn id="47" dur="1" fill="hold">
                                          <p:stCondLst>
                                            <p:cond delay="0"/>
                                          </p:stCondLst>
                                        </p:cTn>
                                        <p:tgtEl>
                                          <p:spTgt spid="19">
                                            <p:txEl>
                                              <p:pRg st="0" end="0"/>
                                            </p:txEl>
                                          </p:spTgt>
                                        </p:tgtEl>
                                        <p:attrNameLst>
                                          <p:attrName>style.visibility</p:attrName>
                                        </p:attrNameLst>
                                      </p:cBhvr>
                                      <p:to>
                                        <p:strVal val="visible"/>
                                      </p:to>
                                    </p:set>
                                    <p:animEffect transition="in" filter="fade">
                                      <p:cBhvr>
                                        <p:cTn id="48" dur="500"/>
                                        <p:tgtEl>
                                          <p:spTgt spid="19">
                                            <p:txEl>
                                              <p:pRg st="0" end="0"/>
                                            </p:txEl>
                                          </p:spTgt>
                                        </p:tgtEl>
                                      </p:cBhvr>
                                    </p:animEffect>
                                    <p:anim calcmode="lin" valueType="num">
                                      <p:cBhvr>
                                        <p:cTn id="49"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0"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51" fill="hold">
                            <p:stCondLst>
                              <p:cond delay="2500"/>
                            </p:stCondLst>
                            <p:childTnLst>
                              <p:par>
                                <p:cTn id="52" presetID="10" presetClass="entr" presetSubtype="0" fill="hold" grpId="0" nodeType="afterEffect">
                                  <p:stCondLst>
                                    <p:cond delay="0"/>
                                  </p:stCondLst>
                                  <p:childTnLst>
                                    <p:set>
                                      <p:cBhvr>
                                        <p:cTn id="53" dur="1" fill="hold">
                                          <p:stCondLst>
                                            <p:cond delay="0"/>
                                          </p:stCondLst>
                                        </p:cTn>
                                        <p:tgtEl>
                                          <p:spTgt spid="20">
                                            <p:txEl>
                                              <p:pRg st="0" end="0"/>
                                            </p:txEl>
                                          </p:spTgt>
                                        </p:tgtEl>
                                        <p:attrNameLst>
                                          <p:attrName>style.visibility</p:attrName>
                                        </p:attrNameLst>
                                      </p:cBhvr>
                                      <p:to>
                                        <p:strVal val="visible"/>
                                      </p:to>
                                    </p:set>
                                    <p:animEffect transition="in" filter="fade">
                                      <p:cBhvr>
                                        <p:cTn id="54" dur="500"/>
                                        <p:tgtEl>
                                          <p:spTgt spid="20">
                                            <p:txEl>
                                              <p:pRg st="0" end="0"/>
                                            </p:txEl>
                                          </p:spTgt>
                                        </p:tgtEl>
                                      </p:cBhvr>
                                    </p:animEffect>
                                  </p:childTnLst>
                                </p:cTn>
                              </p:par>
                              <p:par>
                                <p:cTn id="55" presetID="42" presetClass="entr" presetSubtype="0" fill="hold" grpId="0" nodeType="withEffect">
                                  <p:stCondLst>
                                    <p:cond delay="0"/>
                                  </p:stCondLst>
                                  <p:childTnLst>
                                    <p:set>
                                      <p:cBhvr>
                                        <p:cTn id="56" dur="1" fill="hold">
                                          <p:stCondLst>
                                            <p:cond delay="0"/>
                                          </p:stCondLst>
                                        </p:cTn>
                                        <p:tgtEl>
                                          <p:spTgt spid="21">
                                            <p:txEl>
                                              <p:pRg st="0" end="0"/>
                                            </p:txEl>
                                          </p:spTgt>
                                        </p:tgtEl>
                                        <p:attrNameLst>
                                          <p:attrName>style.visibility</p:attrName>
                                        </p:attrNameLst>
                                      </p:cBhvr>
                                      <p:to>
                                        <p:strVal val="visible"/>
                                      </p:to>
                                    </p:set>
                                    <p:animEffect transition="in" filter="fade">
                                      <p:cBhvr>
                                        <p:cTn id="57" dur="500"/>
                                        <p:tgtEl>
                                          <p:spTgt spid="21">
                                            <p:txEl>
                                              <p:pRg st="0" end="0"/>
                                            </p:txEl>
                                          </p:spTgt>
                                        </p:tgtEl>
                                      </p:cBhvr>
                                    </p:animEffect>
                                    <p:anim calcmode="lin" valueType="num">
                                      <p:cBhvr>
                                        <p:cTn id="5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3000"/>
                            </p:stCondLst>
                            <p:childTnLst>
                              <p:par>
                                <p:cTn id="61" presetID="10" presetClass="entr" presetSubtype="0" fill="hold" grpId="0" nodeType="afterEffect">
                                  <p:stCondLst>
                                    <p:cond delay="0"/>
                                  </p:stCondLst>
                                  <p:childTnLst>
                                    <p:set>
                                      <p:cBhvr>
                                        <p:cTn id="62" dur="1" fill="hold">
                                          <p:stCondLst>
                                            <p:cond delay="0"/>
                                          </p:stCondLst>
                                        </p:cTn>
                                        <p:tgtEl>
                                          <p:spTgt spid="22">
                                            <p:txEl>
                                              <p:pRg st="0" end="0"/>
                                            </p:txEl>
                                          </p:spTgt>
                                        </p:tgtEl>
                                        <p:attrNameLst>
                                          <p:attrName>style.visibility</p:attrName>
                                        </p:attrNameLst>
                                      </p:cBhvr>
                                      <p:to>
                                        <p:strVal val="visible"/>
                                      </p:to>
                                    </p:set>
                                    <p:animEffect transition="in" filter="fade">
                                      <p:cBhvr>
                                        <p:cTn id="63" dur="500"/>
                                        <p:tgtEl>
                                          <p:spTgt spid="22">
                                            <p:txEl>
                                              <p:pRg st="0" end="0"/>
                                            </p:txEl>
                                          </p:spTgt>
                                        </p:tgtEl>
                                      </p:cBhvr>
                                    </p:animEffect>
                                  </p:childTnLst>
                                </p:cTn>
                              </p:par>
                              <p:par>
                                <p:cTn id="64" presetID="42" presetClass="entr" presetSubtype="0" fill="hold" grpId="0" nodeType="withEffect">
                                  <p:stCondLst>
                                    <p:cond delay="0"/>
                                  </p:stCondLst>
                                  <p:childTnLst>
                                    <p:set>
                                      <p:cBhvr>
                                        <p:cTn id="65" dur="1" fill="hold">
                                          <p:stCondLst>
                                            <p:cond delay="0"/>
                                          </p:stCondLst>
                                        </p:cTn>
                                        <p:tgtEl>
                                          <p:spTgt spid="24">
                                            <p:txEl>
                                              <p:pRg st="0" end="0"/>
                                            </p:txEl>
                                          </p:spTgt>
                                        </p:tgtEl>
                                        <p:attrNameLst>
                                          <p:attrName>style.visibility</p:attrName>
                                        </p:attrNameLst>
                                      </p:cBhvr>
                                      <p:to>
                                        <p:strVal val="visible"/>
                                      </p:to>
                                    </p:set>
                                    <p:animEffect transition="in" filter="fade">
                                      <p:cBhvr>
                                        <p:cTn id="66" dur="500"/>
                                        <p:tgtEl>
                                          <p:spTgt spid="24">
                                            <p:txEl>
                                              <p:pRg st="0" end="0"/>
                                            </p:txEl>
                                          </p:spTgt>
                                        </p:tgtEl>
                                      </p:cBhvr>
                                    </p:animEffect>
                                    <p:anim calcmode="lin" valueType="num">
                                      <p:cBhvr>
                                        <p:cTn id="67"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8"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9" grpId="0" animBg="1"/>
      <p:bldP spid="32" grpId="0" animBg="1"/>
      <p:bldP spid="38" grpId="0" animBg="1"/>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build="p">
        <p:tmplLst>
          <p:tmpl lvl="1">
            <p:tnLst>
              <p:par>
                <p:cTn presetID="10" presetClass="entr" presetSubtype="0"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42"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anim calcmode="lin" valueType="num">
                      <p:cBhvr>
                        <p:cTn dur="500" fill="hold"/>
                        <p:tgtEl>
                          <p:spTgt spid="17"/>
                        </p:tgtEl>
                        <p:attrNameLst>
                          <p:attrName>ppt_x</p:attrName>
                        </p:attrNameLst>
                      </p:cBhvr>
                      <p:tavLst>
                        <p:tav tm="0">
                          <p:val>
                            <p:strVal val="#ppt_x"/>
                          </p:val>
                        </p:tav>
                        <p:tav tm="100000">
                          <p:val>
                            <p:strVal val="#ppt_x"/>
                          </p:val>
                        </p:tav>
                      </p:tavLst>
                    </p:anim>
                    <p:anim calcmode="lin" valueType="num">
                      <p:cBhvr>
                        <p:cTn dur="500" fill="hold"/>
                        <p:tgtEl>
                          <p:spTgt spid="17"/>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10"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42"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10"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10" presetClass="entr" presetSubtype="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13" name="Picture Placeholder 12"/>
          <p:cNvSpPr>
            <a:spLocks noGrp="1"/>
          </p:cNvSpPr>
          <p:nvPr>
            <p:ph type="pic" sz="quarter" idx="13"/>
          </p:nvPr>
        </p:nvSpPr>
        <p:spPr>
          <a:xfrm>
            <a:off x="1127613" y="2204642"/>
            <a:ext cx="4337184" cy="2448716"/>
          </a:xfrm>
          <a:custGeom>
            <a:avLst/>
            <a:gdLst>
              <a:gd name="connsiteX0" fmla="*/ 0 w 4337184"/>
              <a:gd name="connsiteY0" fmla="*/ 0 h 2448716"/>
              <a:gd name="connsiteX1" fmla="*/ 4337184 w 4337184"/>
              <a:gd name="connsiteY1" fmla="*/ 0 h 2448716"/>
              <a:gd name="connsiteX2" fmla="*/ 4337184 w 4337184"/>
              <a:gd name="connsiteY2" fmla="*/ 2448716 h 2448716"/>
              <a:gd name="connsiteX3" fmla="*/ 0 w 4337184"/>
              <a:gd name="connsiteY3" fmla="*/ 2448716 h 2448716"/>
            </a:gdLst>
            <a:ahLst/>
            <a:cxnLst>
              <a:cxn ang="0">
                <a:pos x="connsiteX0" y="connsiteY0"/>
              </a:cxn>
              <a:cxn ang="0">
                <a:pos x="connsiteX1" y="connsiteY1"/>
              </a:cxn>
              <a:cxn ang="0">
                <a:pos x="connsiteX2" y="connsiteY2"/>
              </a:cxn>
              <a:cxn ang="0">
                <a:pos x="connsiteX3" y="connsiteY3"/>
              </a:cxn>
            </a:cxnLst>
            <a:rect l="l" t="t" r="r" b="b"/>
            <a:pathLst>
              <a:path w="4337184" h="2448716">
                <a:moveTo>
                  <a:pt x="0" y="0"/>
                </a:moveTo>
                <a:lnTo>
                  <a:pt x="4337184" y="0"/>
                </a:lnTo>
                <a:lnTo>
                  <a:pt x="4337184" y="2448716"/>
                </a:lnTo>
                <a:lnTo>
                  <a:pt x="0" y="2448716"/>
                </a:lnTo>
                <a:close/>
              </a:path>
            </a:pathLst>
          </a:custGeom>
          <a:solidFill>
            <a:schemeClr val="bg1">
              <a:lumMod val="95000"/>
            </a:schemeClr>
          </a:solidFill>
        </p:spPr>
        <p:txBody>
          <a:bodyPr wrap="square">
            <a:noAutofit/>
          </a:bodyPr>
          <a:lstStyle/>
          <a:p>
            <a:endParaRPr lang="en-AU"/>
          </a:p>
        </p:txBody>
      </p:sp>
      <p:sp>
        <p:nvSpPr>
          <p:cNvPr id="3" name="Date Placeholder 2"/>
          <p:cNvSpPr>
            <a:spLocks noGrp="1"/>
          </p:cNvSpPr>
          <p:nvPr>
            <p:ph type="dt" sz="half" idx="10"/>
          </p:nvPr>
        </p:nvSpPr>
        <p:spPr/>
        <p:txBody>
          <a:bodyPr/>
          <a:lstStyle/>
          <a:p>
            <a:fld id="{93713BDB-7D9B-7D4F-88F2-8C18DB0A0567}"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14"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15"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29560238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animEffect transition="in" filter="fade">
                                      <p:cBhvr>
                                        <p:cTn id="11" dur="500"/>
                                        <p:tgtEl>
                                          <p:spTgt spid="15">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C495D840-DC65-2A45-A1B6-50009ABFF077}"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14"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15"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3" name="Picture Placeholder 12"/>
          <p:cNvSpPr>
            <a:spLocks noGrp="1"/>
          </p:cNvSpPr>
          <p:nvPr>
            <p:ph type="pic" sz="quarter" idx="13"/>
          </p:nvPr>
        </p:nvSpPr>
        <p:spPr>
          <a:xfrm>
            <a:off x="5168901" y="2552700"/>
            <a:ext cx="1866900" cy="2495760"/>
          </a:xfrm>
          <a:custGeom>
            <a:avLst/>
            <a:gdLst>
              <a:gd name="connsiteX0" fmla="*/ 0 w 4337184"/>
              <a:gd name="connsiteY0" fmla="*/ 0 h 2448716"/>
              <a:gd name="connsiteX1" fmla="*/ 4337184 w 4337184"/>
              <a:gd name="connsiteY1" fmla="*/ 0 h 2448716"/>
              <a:gd name="connsiteX2" fmla="*/ 4337184 w 4337184"/>
              <a:gd name="connsiteY2" fmla="*/ 2448716 h 2448716"/>
              <a:gd name="connsiteX3" fmla="*/ 0 w 4337184"/>
              <a:gd name="connsiteY3" fmla="*/ 2448716 h 2448716"/>
            </a:gdLst>
            <a:ahLst/>
            <a:cxnLst>
              <a:cxn ang="0">
                <a:pos x="connsiteX0" y="connsiteY0"/>
              </a:cxn>
              <a:cxn ang="0">
                <a:pos x="connsiteX1" y="connsiteY1"/>
              </a:cxn>
              <a:cxn ang="0">
                <a:pos x="connsiteX2" y="connsiteY2"/>
              </a:cxn>
              <a:cxn ang="0">
                <a:pos x="connsiteX3" y="connsiteY3"/>
              </a:cxn>
            </a:cxnLst>
            <a:rect l="l" t="t" r="r" b="b"/>
            <a:pathLst>
              <a:path w="4337184" h="2448716">
                <a:moveTo>
                  <a:pt x="0" y="0"/>
                </a:moveTo>
                <a:lnTo>
                  <a:pt x="4337184" y="0"/>
                </a:lnTo>
                <a:lnTo>
                  <a:pt x="4337184" y="2448716"/>
                </a:lnTo>
                <a:lnTo>
                  <a:pt x="0" y="2448716"/>
                </a:lnTo>
                <a:close/>
              </a:path>
            </a:pathLst>
          </a:custGeom>
          <a:solidFill>
            <a:schemeClr val="bg1">
              <a:lumMod val="95000"/>
            </a:schemeClr>
          </a:solidFill>
        </p:spPr>
        <p:txBody>
          <a:bodyPr wrap="square">
            <a:noAutofit/>
          </a:bodyPr>
          <a:lstStyle/>
          <a:p>
            <a:endParaRPr lang="en-AU"/>
          </a:p>
        </p:txBody>
      </p:sp>
    </p:spTree>
    <p:extLst>
      <p:ext uri="{BB962C8B-B14F-4D97-AF65-F5344CB8AC3E}">
        <p14:creationId xmlns:p14="http://schemas.microsoft.com/office/powerpoint/2010/main" val="33428256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animEffect transition="in" filter="fade">
                                      <p:cBhvr>
                                        <p:cTn id="11" dur="500"/>
                                        <p:tgtEl>
                                          <p:spTgt spid="15">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3" grpId="0" animBg="1"/>
    </p:bldLst>
  </p:timing>
</p:sldLayout>
</file>

<file path=ppt/slideLayouts/slideLayout10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2403762"/>
            <a:ext cx="10515600" cy="544657"/>
          </a:xfrm>
        </p:spPr>
        <p:txBody>
          <a:bodyPr anchor="b">
            <a:normAutofit/>
          </a:bodyPr>
          <a:lstStyle>
            <a:lvl1pPr>
              <a:defRPr sz="4400">
                <a:solidFill>
                  <a:schemeClr val="tx1">
                    <a:lumMod val="75000"/>
                    <a:lumOff val="25000"/>
                  </a:schemeClr>
                </a:solidFill>
              </a:defRPr>
            </a:lvl1pPr>
          </a:lstStyle>
          <a:p>
            <a:r>
              <a:rPr lang="en-US" dirty="0" smtClean="0"/>
              <a:t>Click to edit Master title style</a:t>
            </a:r>
            <a:endParaRPr lang="en-AU" dirty="0"/>
          </a:p>
        </p:txBody>
      </p:sp>
      <p:sp>
        <p:nvSpPr>
          <p:cNvPr id="3" name="Text Placeholder 2"/>
          <p:cNvSpPr>
            <a:spLocks noGrp="1"/>
          </p:cNvSpPr>
          <p:nvPr>
            <p:ph type="body" idx="1"/>
          </p:nvPr>
        </p:nvSpPr>
        <p:spPr>
          <a:xfrm>
            <a:off x="623888" y="2975408"/>
            <a:ext cx="10515600" cy="453592"/>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9E5FF1D0-2094-A141-AD32-56E2F72BD0B9}"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7131598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anim calcmode="lin" valueType="num">
                                      <p:cBhvr>
                                        <p:cTn id="8" dur="500" fill="hold"/>
                                        <p:tgtEl>
                                          <p:spTgt spid="2"/>
                                        </p:tgtEl>
                                        <p:attrNameLst>
                                          <p:attrName>ppt_x</p:attrName>
                                        </p:attrNameLst>
                                      </p:cBhvr>
                                      <p:tavLst>
                                        <p:tav tm="0">
                                          <p:val>
                                            <p:strVal val="#ppt_x"/>
                                          </p:val>
                                        </p:tav>
                                        <p:tav tm="100000">
                                          <p:val>
                                            <p:strVal val="#ppt_x"/>
                                          </p:val>
                                        </p:tav>
                                      </p:tavLst>
                                    </p:anim>
                                    <p:anim calcmode="lin" valueType="num">
                                      <p:cBhvr>
                                        <p:cTn id="9" dur="5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Effect transition="in" filter="fade">
                                      <p:cBhvr>
                                        <p:cTn id="13"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10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22364512-CAFB-3146-AA16-B600AA2F09CD}" type="datetime1">
              <a:rPr lang="en-US" smtClean="0">
                <a:solidFill>
                  <a:prstClr val="black">
                    <a:tint val="75000"/>
                  </a:prstClr>
                </a:solidFill>
              </a:rPr>
              <a:t>9/22/16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7730847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0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A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04A4305D-585F-5445-BD75-EECE446ECE39}" type="datetime1">
              <a:rPr lang="en-US" smtClean="0">
                <a:solidFill>
                  <a:prstClr val="black">
                    <a:tint val="75000"/>
                  </a:prstClr>
                </a:solidFill>
              </a:rPr>
              <a:t>9/22/16</a:t>
            </a:fld>
            <a:endParaRPr lang="en-AU">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9" name="Slide Number Placeholder 8"/>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3554954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44804471-45AF-E94E-9DBE-F83D8E84CAB7}"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9185799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F2AC0E3-15BA-F345-A1BA-B4087217DACA}" type="datetime1">
              <a:rPr lang="en-US" smtClean="0">
                <a:solidFill>
                  <a:prstClr val="black">
                    <a:tint val="75000"/>
                  </a:prstClr>
                </a:solidFill>
              </a:rPr>
              <a:t>9/22/16</a:t>
            </a:fld>
            <a:endParaRPr lang="en-AU">
              <a:solidFill>
                <a:prstClr val="black">
                  <a:tint val="75000"/>
                </a:prst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4" name="Slide Number Placeholder 3"/>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2379637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BE139218-5341-1540-932A-55A1E3E59EE3}" type="datetime1">
              <a:rPr lang="en-US" smtClean="0">
                <a:solidFill>
                  <a:prstClr val="black">
                    <a:tint val="75000"/>
                  </a:prstClr>
                </a:solidFill>
              </a:rPr>
              <a:t>9/22/16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8403318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1C11DA85-64A8-2849-8A6B-2BAEDF96B2AE}" type="datetime1">
              <a:rPr lang="en-US" smtClean="0">
                <a:solidFill>
                  <a:prstClr val="black">
                    <a:tint val="75000"/>
                  </a:prstClr>
                </a:solidFill>
              </a:rPr>
              <a:t>9/22/16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7878013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F79CC9F6-A5B9-8743-B7DC-A77129A23CBA}"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3816472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C490FD49-EA0D-2348-B37D-9EFC2A3FD39C}"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436977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16.xml><?xml version="1.0" encoding="utf-8"?>
<p:sldLayout xmlns:a="http://schemas.openxmlformats.org/drawingml/2006/main" xmlns:r="http://schemas.openxmlformats.org/officeDocument/2006/relationships" xmlns:p="http://schemas.openxmlformats.org/presentationml/2006/main" type="obj">
  <p:cSld name="2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662782"/>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BF346967-1655-B946-862B-979193F14237}"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34144084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0" y="0"/>
            <a:ext cx="12192000" cy="6858000"/>
          </a:xfrm>
          <a:solidFill>
            <a:schemeClr val="bg1">
              <a:lumMod val="85000"/>
            </a:schemeClr>
          </a:solidFill>
        </p:spPr>
        <p:txBody>
          <a:bodyPr/>
          <a:lstStyle/>
          <a:p>
            <a:endParaRPr lang="en-AU"/>
          </a:p>
        </p:txBody>
      </p:sp>
      <p:sp>
        <p:nvSpPr>
          <p:cNvPr id="9" name="Picture Placeholder 7"/>
          <p:cNvSpPr>
            <a:spLocks noGrp="1"/>
          </p:cNvSpPr>
          <p:nvPr>
            <p:ph type="pic" sz="quarter" idx="14"/>
          </p:nvPr>
        </p:nvSpPr>
        <p:spPr>
          <a:xfrm>
            <a:off x="3028950" y="1943100"/>
            <a:ext cx="6096000" cy="4914900"/>
          </a:xfrm>
          <a:solidFill>
            <a:schemeClr val="bg2">
              <a:lumMod val="25000"/>
            </a:schemeClr>
          </a:solidFill>
        </p:spPr>
        <p:txBody>
          <a:bodyPr/>
          <a:lstStyle/>
          <a:p>
            <a:endParaRPr lang="en-AU"/>
          </a:p>
        </p:txBody>
      </p:sp>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AU"/>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smtClean="0"/>
              <a:t>Click to edit Master subtitle style</a:t>
            </a:r>
            <a:endParaRPr lang="en-AU" dirty="0"/>
          </a:p>
        </p:txBody>
      </p:sp>
      <p:sp>
        <p:nvSpPr>
          <p:cNvPr id="4" name="Date Placeholder 3"/>
          <p:cNvSpPr>
            <a:spLocks noGrp="1"/>
          </p:cNvSpPr>
          <p:nvPr>
            <p:ph type="dt" sz="half" idx="10"/>
          </p:nvPr>
        </p:nvSpPr>
        <p:spPr/>
        <p:txBody>
          <a:bodyPr/>
          <a:lstStyle/>
          <a:p>
            <a:fld id="{5D56113D-B60E-3A42-AED0-D77A1E5E760D}"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2387841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down)">
                                      <p:cBhvr>
                                        <p:cTn id="7" dur="500"/>
                                        <p:tgtEl>
                                          <p:spTgt spid="9"/>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anim calcmode="lin" valueType="num">
                                      <p:cBhvr>
                                        <p:cTn id="12" dur="500" fill="hold"/>
                                        <p:tgtEl>
                                          <p:spTgt spid="2"/>
                                        </p:tgtEl>
                                        <p:attrNameLst>
                                          <p:attrName>ppt_x</p:attrName>
                                        </p:attrNameLst>
                                      </p:cBhvr>
                                      <p:tavLst>
                                        <p:tav tm="0">
                                          <p:val>
                                            <p:strVal val="#ppt_x"/>
                                          </p:val>
                                        </p:tav>
                                        <p:tav tm="100000">
                                          <p:val>
                                            <p:strVal val="#ppt_x"/>
                                          </p:val>
                                        </p:tav>
                                      </p:tavLst>
                                    </p:anim>
                                    <p:anim calcmode="lin" valueType="num">
                                      <p:cBhvr>
                                        <p:cTn id="13" dur="500" fill="hold"/>
                                        <p:tgtEl>
                                          <p:spTgt spid="2"/>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xEl>
                                              <p:pRg st="0" end="0"/>
                                            </p:txEl>
                                          </p:spTgt>
                                        </p:tgtEl>
                                        <p:attrNameLst>
                                          <p:attrName>style.visibility</p:attrName>
                                        </p:attrNameLst>
                                      </p:cBhvr>
                                      <p:to>
                                        <p:strVal val="visible"/>
                                      </p:to>
                                    </p:set>
                                    <p:animEffect transition="in" filter="fade">
                                      <p:cBhvr>
                                        <p:cTn id="17" dur="500"/>
                                        <p:tgtEl>
                                          <p:spTgt spid="3">
                                            <p:txEl>
                                              <p:pRg st="0" end="0"/>
                                            </p:txEl>
                                          </p:spTgt>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p:cTn id="21" dur="500" fill="hold"/>
                                        <p:tgtEl>
                                          <p:spTgt spid="8"/>
                                        </p:tgtEl>
                                        <p:attrNameLst>
                                          <p:attrName>ppt_w</p:attrName>
                                        </p:attrNameLst>
                                      </p:cBhvr>
                                      <p:tavLst>
                                        <p:tav tm="0">
                                          <p:val>
                                            <p:fltVal val="0"/>
                                          </p:val>
                                        </p:tav>
                                        <p:tav tm="100000">
                                          <p:val>
                                            <p:strVal val="#ppt_w"/>
                                          </p:val>
                                        </p:tav>
                                      </p:tavLst>
                                    </p:anim>
                                    <p:anim calcmode="lin" valueType="num">
                                      <p:cBhvr>
                                        <p:cTn id="22" dur="500" fill="hold"/>
                                        <p:tgtEl>
                                          <p:spTgt spid="8"/>
                                        </p:tgtEl>
                                        <p:attrNameLst>
                                          <p:attrName>ppt_h</p:attrName>
                                        </p:attrNameLst>
                                      </p:cBhvr>
                                      <p:tavLst>
                                        <p:tav tm="0">
                                          <p:val>
                                            <p:fltVal val="0"/>
                                          </p:val>
                                        </p:tav>
                                        <p:tav tm="100000">
                                          <p:val>
                                            <p:strVal val="#ppt_h"/>
                                          </p:val>
                                        </p:tav>
                                      </p:tavLst>
                                    </p:anim>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778000" y="1996719"/>
            <a:ext cx="4307472" cy="839020"/>
          </a:xfrm>
        </p:spPr>
        <p:txBody>
          <a:bodyPr>
            <a:noAutofit/>
          </a:bodyPr>
          <a:lstStyle>
            <a:lvl1pPr algn="r">
              <a:defRPr sz="6000">
                <a:solidFill>
                  <a:schemeClr val="tx1">
                    <a:lumMod val="75000"/>
                    <a:lumOff val="25000"/>
                  </a:schemeClr>
                </a:solidFill>
              </a:defRPr>
            </a:lvl1pPr>
          </a:lstStyle>
          <a:p>
            <a:r>
              <a:rPr lang="id-ID" dirty="0" smtClean="0"/>
              <a:t>TITLE</a:t>
            </a:r>
            <a:endParaRPr lang="en-AU" dirty="0"/>
          </a:p>
        </p:txBody>
      </p:sp>
      <p:sp>
        <p:nvSpPr>
          <p:cNvPr id="3" name="Content Placeholder 2"/>
          <p:cNvSpPr>
            <a:spLocks noGrp="1"/>
          </p:cNvSpPr>
          <p:nvPr>
            <p:ph idx="1"/>
          </p:nvPr>
        </p:nvSpPr>
        <p:spPr>
          <a:xfrm>
            <a:off x="1788528" y="2758235"/>
            <a:ext cx="4307472" cy="1425158"/>
          </a:xfrm>
        </p:spPr>
        <p:txBody>
          <a:bodyPr>
            <a:normAutofit/>
          </a:bodyPr>
          <a:lstStyle>
            <a:lvl1pPr algn="r">
              <a:defRPr sz="2000">
                <a:solidFill>
                  <a:schemeClr val="tx1">
                    <a:lumMod val="50000"/>
                    <a:lumOff val="50000"/>
                  </a:schemeClr>
                </a:solidFill>
              </a:defRPr>
            </a:lvl1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DC4711CB-1306-2346-A592-2C4320D314E2}"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Picture Placeholder 7"/>
          <p:cNvSpPr>
            <a:spLocks noGrp="1"/>
          </p:cNvSpPr>
          <p:nvPr>
            <p:ph type="pic" sz="quarter" idx="13" hasCustomPrompt="1"/>
          </p:nvPr>
        </p:nvSpPr>
        <p:spPr>
          <a:xfrm>
            <a:off x="0" y="0"/>
            <a:ext cx="12192000" cy="1989138"/>
          </a:xfrm>
          <a:solidFill>
            <a:schemeClr val="bg1">
              <a:lumMod val="85000"/>
            </a:schemeClr>
          </a:solidFill>
        </p:spPr>
        <p:txBody>
          <a:bodyPr>
            <a:normAutofit/>
          </a:bodyPr>
          <a:lstStyle>
            <a:lvl1pPr>
              <a:defRPr sz="1000"/>
            </a:lvl1pPr>
          </a:lstStyle>
          <a:p>
            <a:r>
              <a:rPr lang="id-ID" dirty="0" smtClean="0"/>
              <a:t>Pic here</a:t>
            </a:r>
            <a:endParaRPr lang="en-AU" dirty="0"/>
          </a:p>
        </p:txBody>
      </p:sp>
      <p:sp>
        <p:nvSpPr>
          <p:cNvPr id="10" name="Picture Placeholder 9"/>
          <p:cNvSpPr>
            <a:spLocks noGrp="1"/>
          </p:cNvSpPr>
          <p:nvPr>
            <p:ph type="pic" sz="quarter" idx="14"/>
          </p:nvPr>
        </p:nvSpPr>
        <p:spPr>
          <a:xfrm rot="21079909">
            <a:off x="7010400" y="1587500"/>
            <a:ext cx="1976438" cy="1976438"/>
          </a:xfrm>
          <a:solidFill>
            <a:schemeClr val="bg1">
              <a:lumMod val="75000"/>
            </a:schemeClr>
          </a:solidFill>
        </p:spPr>
        <p:txBody>
          <a:bodyPr/>
          <a:lstStyle/>
          <a:p>
            <a:endParaRPr lang="en-AU"/>
          </a:p>
        </p:txBody>
      </p:sp>
      <p:sp>
        <p:nvSpPr>
          <p:cNvPr id="16" name="Picture Placeholder 15"/>
          <p:cNvSpPr>
            <a:spLocks noGrp="1"/>
          </p:cNvSpPr>
          <p:nvPr>
            <p:ph type="pic" sz="quarter" idx="16" hasCustomPrompt="1"/>
          </p:nvPr>
        </p:nvSpPr>
        <p:spPr>
          <a:xfrm>
            <a:off x="7010400" y="1583575"/>
            <a:ext cx="1976438" cy="63291"/>
          </a:xfrm>
          <a:solidFill>
            <a:schemeClr val="accent1"/>
          </a:solidFill>
        </p:spPr>
        <p:txBody>
          <a:bodyPr>
            <a:noAutofit/>
          </a:bodyPr>
          <a:lstStyle>
            <a:lvl1pPr algn="r">
              <a:defRPr sz="500"/>
            </a:lvl1pPr>
          </a:lstStyle>
          <a:p>
            <a:r>
              <a:rPr lang="id-ID" dirty="0" smtClean="0"/>
              <a:t>Nopic</a:t>
            </a:r>
            <a:endParaRPr lang="en-AU" dirty="0"/>
          </a:p>
        </p:txBody>
      </p:sp>
      <p:sp>
        <p:nvSpPr>
          <p:cNvPr id="18" name="Picture Placeholder 15"/>
          <p:cNvSpPr>
            <a:spLocks noGrp="1"/>
          </p:cNvSpPr>
          <p:nvPr>
            <p:ph type="pic" sz="quarter" idx="17" hasCustomPrompt="1"/>
          </p:nvPr>
        </p:nvSpPr>
        <p:spPr>
          <a:xfrm rot="16200000">
            <a:off x="6053827" y="2538457"/>
            <a:ext cx="1976438" cy="63291"/>
          </a:xfrm>
          <a:solidFill>
            <a:schemeClr val="accent2"/>
          </a:solidFill>
        </p:spPr>
        <p:txBody>
          <a:bodyPr>
            <a:noAutofit/>
          </a:bodyPr>
          <a:lstStyle>
            <a:lvl1pPr algn="r">
              <a:defRPr sz="500"/>
            </a:lvl1pPr>
          </a:lstStyle>
          <a:p>
            <a:r>
              <a:rPr lang="id-ID" dirty="0" smtClean="0"/>
              <a:t>Nopic</a:t>
            </a:r>
            <a:endParaRPr lang="en-AU" dirty="0"/>
          </a:p>
        </p:txBody>
      </p:sp>
      <p:sp>
        <p:nvSpPr>
          <p:cNvPr id="19" name="Picture Placeholder 15"/>
          <p:cNvSpPr>
            <a:spLocks noGrp="1"/>
          </p:cNvSpPr>
          <p:nvPr>
            <p:ph type="pic" sz="quarter" idx="18" hasCustomPrompt="1"/>
          </p:nvPr>
        </p:nvSpPr>
        <p:spPr>
          <a:xfrm rot="16200000">
            <a:off x="7966974" y="2538458"/>
            <a:ext cx="1976438" cy="63291"/>
          </a:xfrm>
          <a:solidFill>
            <a:schemeClr val="accent4"/>
          </a:solidFill>
        </p:spPr>
        <p:txBody>
          <a:bodyPr>
            <a:noAutofit/>
          </a:bodyPr>
          <a:lstStyle>
            <a:lvl1pPr algn="r">
              <a:defRPr sz="500"/>
            </a:lvl1pPr>
          </a:lstStyle>
          <a:p>
            <a:r>
              <a:rPr lang="id-ID" dirty="0" smtClean="0"/>
              <a:t>Nopic</a:t>
            </a:r>
            <a:endParaRPr lang="en-AU" dirty="0"/>
          </a:p>
        </p:txBody>
      </p:sp>
      <p:sp>
        <p:nvSpPr>
          <p:cNvPr id="20" name="Picture Placeholder 15"/>
          <p:cNvSpPr>
            <a:spLocks noGrp="1"/>
          </p:cNvSpPr>
          <p:nvPr>
            <p:ph type="pic" sz="quarter" idx="19" hasCustomPrompt="1"/>
          </p:nvPr>
        </p:nvSpPr>
        <p:spPr>
          <a:xfrm>
            <a:off x="7010400" y="3523186"/>
            <a:ext cx="1976438" cy="63291"/>
          </a:xfrm>
          <a:solidFill>
            <a:schemeClr val="accent5"/>
          </a:solidFill>
        </p:spPr>
        <p:txBody>
          <a:bodyPr>
            <a:noAutofit/>
          </a:bodyPr>
          <a:lstStyle>
            <a:lvl1pPr algn="r">
              <a:defRPr sz="500"/>
            </a:lvl1pPr>
          </a:lstStyle>
          <a:p>
            <a:r>
              <a:rPr lang="id-ID" dirty="0" smtClean="0"/>
              <a:t>Nopic</a:t>
            </a:r>
            <a:endParaRPr lang="en-AU" dirty="0"/>
          </a:p>
        </p:txBody>
      </p:sp>
      <p:sp>
        <p:nvSpPr>
          <p:cNvPr id="22" name="Text Placeholder 21"/>
          <p:cNvSpPr>
            <a:spLocks noGrp="1"/>
          </p:cNvSpPr>
          <p:nvPr>
            <p:ph type="body" sz="quarter" idx="20"/>
          </p:nvPr>
        </p:nvSpPr>
        <p:spPr>
          <a:xfrm>
            <a:off x="6872288" y="4073525"/>
            <a:ext cx="3109912"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1"/>
          </p:nvPr>
        </p:nvSpPr>
        <p:spPr>
          <a:xfrm>
            <a:off x="6872288" y="4482636"/>
            <a:ext cx="3109912"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6"/>
          <p:cNvSpPr>
            <a:spLocks noGrp="1"/>
          </p:cNvSpPr>
          <p:nvPr>
            <p:ph type="body" sz="quarter" idx="22"/>
          </p:nvPr>
        </p:nvSpPr>
        <p:spPr>
          <a:xfrm>
            <a:off x="2526297" y="1603582"/>
            <a:ext cx="3559175" cy="372856"/>
          </a:xfrm>
        </p:spPr>
        <p:txBody>
          <a:bodyPr>
            <a:noAutofit/>
          </a:bodyPr>
          <a:lstStyle>
            <a:lvl1pPr algn="r">
              <a:defRPr sz="2800">
                <a:solidFill>
                  <a:schemeClr val="tx1">
                    <a:lumMod val="65000"/>
                    <a:lumOff val="35000"/>
                  </a:schemeClr>
                </a:solidFill>
                <a:latin typeface="+mj-lt"/>
              </a:defRPr>
            </a:lvl1pPr>
          </a:lstStyle>
          <a:p>
            <a:pPr lvl="0"/>
            <a:endParaRPr lang="en-AU" dirty="0"/>
          </a:p>
        </p:txBody>
      </p:sp>
    </p:spTree>
    <p:extLst>
      <p:ext uri="{BB962C8B-B14F-4D97-AF65-F5344CB8AC3E}">
        <p14:creationId xmlns:p14="http://schemas.microsoft.com/office/powerpoint/2010/main" val="18185699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24">
                                            <p:txEl>
                                              <p:pRg st="0" end="0"/>
                                            </p:txEl>
                                          </p:spTgt>
                                        </p:tgtEl>
                                        <p:attrNameLst>
                                          <p:attrName>style.visibility</p:attrName>
                                        </p:attrNameLst>
                                      </p:cBhvr>
                                      <p:to>
                                        <p:strVal val="visible"/>
                                      </p:to>
                                    </p:set>
                                    <p:animEffect transition="in" filter="fade">
                                      <p:cBhvr>
                                        <p:cTn id="13" dur="500"/>
                                        <p:tgtEl>
                                          <p:spTgt spid="24">
                                            <p:txEl>
                                              <p:pRg st="0" end="0"/>
                                            </p:txEl>
                                          </p:spTgt>
                                        </p:tgtEl>
                                      </p:cBhvr>
                                    </p:animEffect>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anim calcmode="lin" valueType="num">
                                      <p:cBhvr>
                                        <p:cTn id="18" dur="500" fill="hold"/>
                                        <p:tgtEl>
                                          <p:spTgt spid="2"/>
                                        </p:tgtEl>
                                        <p:attrNameLst>
                                          <p:attrName>ppt_x</p:attrName>
                                        </p:attrNameLst>
                                      </p:cBhvr>
                                      <p:tavLst>
                                        <p:tav tm="0">
                                          <p:val>
                                            <p:strVal val="#ppt_x"/>
                                          </p:val>
                                        </p:tav>
                                        <p:tav tm="100000">
                                          <p:val>
                                            <p:strVal val="#ppt_x"/>
                                          </p:val>
                                        </p:tav>
                                      </p:tavLst>
                                    </p:anim>
                                    <p:anim calcmode="lin" valueType="num">
                                      <p:cBhvr>
                                        <p:cTn id="19" dur="5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3">
                                            <p:txEl>
                                              <p:pRg st="0" end="0"/>
                                            </p:txEl>
                                          </p:spTgt>
                                        </p:tgtEl>
                                        <p:attrNameLst>
                                          <p:attrName>style.visibility</p:attrName>
                                        </p:attrNameLst>
                                      </p:cBhvr>
                                      <p:to>
                                        <p:strVal val="visible"/>
                                      </p:to>
                                    </p:set>
                                    <p:animEffect transition="in" filter="fade">
                                      <p:cBhvr>
                                        <p:cTn id="23" dur="500"/>
                                        <p:tgtEl>
                                          <p:spTgt spid="3">
                                            <p:txEl>
                                              <p:pRg st="0" end="0"/>
                                            </p:txEl>
                                          </p:spTgt>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wipe(left)">
                                      <p:cBhvr>
                                        <p:cTn id="31" dur="500"/>
                                        <p:tgtEl>
                                          <p:spTgt spid="16"/>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up)">
                                      <p:cBhvr>
                                        <p:cTn id="34" dur="500"/>
                                        <p:tgtEl>
                                          <p:spTgt spid="19"/>
                                        </p:tgtEl>
                                      </p:cBhvr>
                                    </p:animEffect>
                                  </p:childTnLst>
                                </p:cTn>
                              </p:par>
                              <p:par>
                                <p:cTn id="35" presetID="22" presetClass="entr" presetSubtype="2"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right)">
                                      <p:cBhvr>
                                        <p:cTn id="37" dur="500"/>
                                        <p:tgtEl>
                                          <p:spTgt spid="20"/>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down)">
                                      <p:cBhvr>
                                        <p:cTn id="40" dur="500"/>
                                        <p:tgtEl>
                                          <p:spTgt spid="18"/>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22">
                                            <p:txEl>
                                              <p:pRg st="0" end="0"/>
                                            </p:txEl>
                                          </p:spTgt>
                                        </p:tgtEl>
                                        <p:attrNameLst>
                                          <p:attrName>style.visibility</p:attrName>
                                        </p:attrNameLst>
                                      </p:cBhvr>
                                      <p:to>
                                        <p:strVal val="visible"/>
                                      </p:to>
                                    </p:set>
                                    <p:anim calcmode="lin" valueType="num">
                                      <p:cBhvr>
                                        <p:cTn id="44"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22">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23">
                                            <p:txEl>
                                              <p:pRg st="0" end="0"/>
                                            </p:txEl>
                                          </p:spTgt>
                                        </p:tgtEl>
                                        <p:attrNameLst>
                                          <p:attrName>style.visibility</p:attrName>
                                        </p:attrNameLst>
                                      </p:cBhvr>
                                      <p:to>
                                        <p:strVal val="visible"/>
                                      </p:to>
                                    </p:set>
                                    <p:animEffect transition="in" filter="fade">
                                      <p:cBhvr>
                                        <p:cTn id="50" dur="500"/>
                                        <p:tgtEl>
                                          <p:spTgt spid="23">
                                            <p:txEl>
                                              <p:pRg st="0" end="0"/>
                                            </p:txEl>
                                          </p:spTgt>
                                        </p:tgtEl>
                                      </p:cBhvr>
                                    </p:animEffect>
                                    <p:anim calcmode="lin" valueType="num">
                                      <p:cBhvr>
                                        <p:cTn id="51"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8" grpId="0" animBg="1"/>
      <p:bldP spid="10" grpId="0" animBg="1"/>
      <p:bldP spid="16" grpId="0" animBg="1"/>
      <p:bldP spid="18" grpId="0" animBg="1"/>
      <p:bldP spid="19" grpId="0" animBg="1"/>
      <p:bldP spid="20"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Lst>
  </p:timing>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2552DB2-B8D2-4046-999B-715ACBA4886D}"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28872036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9E28B148-C65E-6E42-87D0-014415FFCC58}"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7" name="Picture Placeholder 16"/>
          <p:cNvSpPr>
            <a:spLocks noGrp="1"/>
          </p:cNvSpPr>
          <p:nvPr>
            <p:ph type="pic" sz="quarter" idx="14" hasCustomPrompt="1"/>
          </p:nvPr>
        </p:nvSpPr>
        <p:spPr>
          <a:xfrm>
            <a:off x="1839095" y="2048259"/>
            <a:ext cx="2886714" cy="3313449"/>
          </a:xfrm>
          <a:custGeom>
            <a:avLst/>
            <a:gdLst>
              <a:gd name="connsiteX0" fmla="*/ 947087 w 3533533"/>
              <a:gd name="connsiteY0" fmla="*/ 1224307 h 4055885"/>
              <a:gd name="connsiteX1" fmla="*/ 1170091 w 3533533"/>
              <a:gd name="connsiteY1" fmla="*/ 1352331 h 4055885"/>
              <a:gd name="connsiteX2" fmla="*/ 2355380 w 3533533"/>
              <a:gd name="connsiteY2" fmla="*/ 3719063 h 4055885"/>
              <a:gd name="connsiteX3" fmla="*/ 2251556 w 3533533"/>
              <a:gd name="connsiteY3" fmla="*/ 4031211 h 4055885"/>
              <a:gd name="connsiteX4" fmla="*/ 2251557 w 3533533"/>
              <a:gd name="connsiteY4" fmla="*/ 4031210 h 4055885"/>
              <a:gd name="connsiteX5" fmla="*/ 1939409 w 3533533"/>
              <a:gd name="connsiteY5" fmla="*/ 3927386 h 4055885"/>
              <a:gd name="connsiteX6" fmla="*/ 754120 w 3533533"/>
              <a:gd name="connsiteY6" fmla="*/ 1560655 h 4055885"/>
              <a:gd name="connsiteX7" fmla="*/ 857943 w 3533533"/>
              <a:gd name="connsiteY7" fmla="*/ 1248507 h 4055885"/>
              <a:gd name="connsiteX8" fmla="*/ 947087 w 3533533"/>
              <a:gd name="connsiteY8" fmla="*/ 1224307 h 4055885"/>
              <a:gd name="connsiteX9" fmla="*/ 217642 w 3533533"/>
              <a:gd name="connsiteY9" fmla="*/ 943467 h 4055885"/>
              <a:gd name="connsiteX10" fmla="*/ 440647 w 3533533"/>
              <a:gd name="connsiteY10" fmla="*/ 1071491 h 4055885"/>
              <a:gd name="connsiteX11" fmla="*/ 1625936 w 3533533"/>
              <a:gd name="connsiteY11" fmla="*/ 3438223 h 4055885"/>
              <a:gd name="connsiteX12" fmla="*/ 1522111 w 3533533"/>
              <a:gd name="connsiteY12" fmla="*/ 3750371 h 4055885"/>
              <a:gd name="connsiteX13" fmla="*/ 1522112 w 3533533"/>
              <a:gd name="connsiteY13" fmla="*/ 3750370 h 4055885"/>
              <a:gd name="connsiteX14" fmla="*/ 1209964 w 3533533"/>
              <a:gd name="connsiteY14" fmla="*/ 3646546 h 4055885"/>
              <a:gd name="connsiteX15" fmla="*/ 24675 w 3533533"/>
              <a:gd name="connsiteY15" fmla="*/ 1279815 h 4055885"/>
              <a:gd name="connsiteX16" fmla="*/ 128499 w 3533533"/>
              <a:gd name="connsiteY16" fmla="*/ 967667 h 4055885"/>
              <a:gd name="connsiteX17" fmla="*/ 217642 w 3533533"/>
              <a:gd name="connsiteY17" fmla="*/ 943467 h 4055885"/>
              <a:gd name="connsiteX18" fmla="*/ 1888548 w 3533533"/>
              <a:gd name="connsiteY18" fmla="*/ 752811 h 4055885"/>
              <a:gd name="connsiteX19" fmla="*/ 2111553 w 3533533"/>
              <a:gd name="connsiteY19" fmla="*/ 880835 h 4055885"/>
              <a:gd name="connsiteX20" fmla="*/ 3296841 w 3533533"/>
              <a:gd name="connsiteY20" fmla="*/ 3247567 h 4055885"/>
              <a:gd name="connsiteX21" fmla="*/ 3193017 w 3533533"/>
              <a:gd name="connsiteY21" fmla="*/ 3559715 h 4055885"/>
              <a:gd name="connsiteX22" fmla="*/ 3193018 w 3533533"/>
              <a:gd name="connsiteY22" fmla="*/ 3559714 h 4055885"/>
              <a:gd name="connsiteX23" fmla="*/ 2880870 w 3533533"/>
              <a:gd name="connsiteY23" fmla="*/ 3455890 h 4055885"/>
              <a:gd name="connsiteX24" fmla="*/ 1695581 w 3533533"/>
              <a:gd name="connsiteY24" fmla="*/ 1089159 h 4055885"/>
              <a:gd name="connsiteX25" fmla="*/ 1799405 w 3533533"/>
              <a:gd name="connsiteY25" fmla="*/ 777011 h 4055885"/>
              <a:gd name="connsiteX26" fmla="*/ 1888548 w 3533533"/>
              <a:gd name="connsiteY26" fmla="*/ 752811 h 4055885"/>
              <a:gd name="connsiteX27" fmla="*/ 1011122 w 3533533"/>
              <a:gd name="connsiteY27" fmla="*/ 176488 h 4055885"/>
              <a:gd name="connsiteX28" fmla="*/ 1234126 w 3533533"/>
              <a:gd name="connsiteY28" fmla="*/ 304512 h 4055885"/>
              <a:gd name="connsiteX29" fmla="*/ 2419415 w 3533533"/>
              <a:gd name="connsiteY29" fmla="*/ 2671244 h 4055885"/>
              <a:gd name="connsiteX30" fmla="*/ 2315591 w 3533533"/>
              <a:gd name="connsiteY30" fmla="*/ 2983392 h 4055885"/>
              <a:gd name="connsiteX31" fmla="*/ 2315592 w 3533533"/>
              <a:gd name="connsiteY31" fmla="*/ 2983391 h 4055885"/>
              <a:gd name="connsiteX32" fmla="*/ 2003444 w 3533533"/>
              <a:gd name="connsiteY32" fmla="*/ 2879567 h 4055885"/>
              <a:gd name="connsiteX33" fmla="*/ 818154 w 3533533"/>
              <a:gd name="connsiteY33" fmla="*/ 512836 h 4055885"/>
              <a:gd name="connsiteX34" fmla="*/ 921978 w 3533533"/>
              <a:gd name="connsiteY34" fmla="*/ 200688 h 4055885"/>
              <a:gd name="connsiteX35" fmla="*/ 1011122 w 3533533"/>
              <a:gd name="connsiteY35" fmla="*/ 176488 h 4055885"/>
              <a:gd name="connsiteX36" fmla="*/ 2100564 w 3533533"/>
              <a:gd name="connsiteY36" fmla="*/ 475 h 4055885"/>
              <a:gd name="connsiteX37" fmla="*/ 2323569 w 3533533"/>
              <a:gd name="connsiteY37" fmla="*/ 128499 h 4055885"/>
              <a:gd name="connsiteX38" fmla="*/ 3508858 w 3533533"/>
              <a:gd name="connsiteY38" fmla="*/ 2495231 h 4055885"/>
              <a:gd name="connsiteX39" fmla="*/ 3405034 w 3533533"/>
              <a:gd name="connsiteY39" fmla="*/ 2807379 h 4055885"/>
              <a:gd name="connsiteX40" fmla="*/ 3405034 w 3533533"/>
              <a:gd name="connsiteY40" fmla="*/ 2807378 h 4055885"/>
              <a:gd name="connsiteX41" fmla="*/ 3092887 w 3533533"/>
              <a:gd name="connsiteY41" fmla="*/ 2703554 h 4055885"/>
              <a:gd name="connsiteX42" fmla="*/ 1907597 w 3533533"/>
              <a:gd name="connsiteY42" fmla="*/ 336823 h 4055885"/>
              <a:gd name="connsiteX43" fmla="*/ 2011421 w 3533533"/>
              <a:gd name="connsiteY43" fmla="*/ 24675 h 4055885"/>
              <a:gd name="connsiteX44" fmla="*/ 2100564 w 3533533"/>
              <a:gd name="connsiteY44" fmla="*/ 475 h 405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533533" h="4055885">
                <a:moveTo>
                  <a:pt x="947087" y="1224307"/>
                </a:moveTo>
                <a:cubicBezTo>
                  <a:pt x="1037548" y="1218495"/>
                  <a:pt x="1126946" y="1266180"/>
                  <a:pt x="1170091" y="1352331"/>
                </a:cubicBezTo>
                <a:cubicBezTo>
                  <a:pt x="1565188" y="2141242"/>
                  <a:pt x="1960283" y="2930152"/>
                  <a:pt x="2355380" y="3719063"/>
                </a:cubicBezTo>
                <a:cubicBezTo>
                  <a:pt x="2412907" y="3833931"/>
                  <a:pt x="2366424" y="3973684"/>
                  <a:pt x="2251556" y="4031211"/>
                </a:cubicBezTo>
                <a:lnTo>
                  <a:pt x="2251557" y="4031210"/>
                </a:lnTo>
                <a:cubicBezTo>
                  <a:pt x="2136689" y="4088737"/>
                  <a:pt x="1996936" y="4042254"/>
                  <a:pt x="1939409" y="3927386"/>
                </a:cubicBezTo>
                <a:lnTo>
                  <a:pt x="754120" y="1560655"/>
                </a:lnTo>
                <a:cubicBezTo>
                  <a:pt x="696592" y="1445787"/>
                  <a:pt x="743075" y="1306034"/>
                  <a:pt x="857943" y="1248507"/>
                </a:cubicBezTo>
                <a:cubicBezTo>
                  <a:pt x="886660" y="1234125"/>
                  <a:pt x="916933" y="1226244"/>
                  <a:pt x="947087" y="1224307"/>
                </a:cubicBezTo>
                <a:close/>
                <a:moveTo>
                  <a:pt x="217642" y="943467"/>
                </a:moveTo>
                <a:cubicBezTo>
                  <a:pt x="308104" y="937655"/>
                  <a:pt x="397501" y="985340"/>
                  <a:pt x="440647" y="1071491"/>
                </a:cubicBezTo>
                <a:cubicBezTo>
                  <a:pt x="835743" y="1860402"/>
                  <a:pt x="1230839" y="2649312"/>
                  <a:pt x="1625936" y="3438223"/>
                </a:cubicBezTo>
                <a:cubicBezTo>
                  <a:pt x="1683463" y="3553091"/>
                  <a:pt x="1636980" y="3692844"/>
                  <a:pt x="1522111" y="3750371"/>
                </a:cubicBezTo>
                <a:lnTo>
                  <a:pt x="1522112" y="3750370"/>
                </a:lnTo>
                <a:cubicBezTo>
                  <a:pt x="1407244" y="3807897"/>
                  <a:pt x="1267491" y="3761414"/>
                  <a:pt x="1209964" y="3646546"/>
                </a:cubicBezTo>
                <a:lnTo>
                  <a:pt x="24675" y="1279815"/>
                </a:lnTo>
                <a:cubicBezTo>
                  <a:pt x="-32852" y="1164947"/>
                  <a:pt x="13631" y="1025194"/>
                  <a:pt x="128499" y="967667"/>
                </a:cubicBezTo>
                <a:cubicBezTo>
                  <a:pt x="157216" y="953285"/>
                  <a:pt x="187488" y="945404"/>
                  <a:pt x="217642" y="943467"/>
                </a:cubicBezTo>
                <a:close/>
                <a:moveTo>
                  <a:pt x="1888548" y="752811"/>
                </a:moveTo>
                <a:cubicBezTo>
                  <a:pt x="1979010" y="747000"/>
                  <a:pt x="2068407" y="794684"/>
                  <a:pt x="2111553" y="880835"/>
                </a:cubicBezTo>
                <a:cubicBezTo>
                  <a:pt x="2506649" y="1669746"/>
                  <a:pt x="2901745" y="2458656"/>
                  <a:pt x="3296841" y="3247567"/>
                </a:cubicBezTo>
                <a:cubicBezTo>
                  <a:pt x="3354369" y="3362435"/>
                  <a:pt x="3307885" y="3502188"/>
                  <a:pt x="3193017" y="3559715"/>
                </a:cubicBezTo>
                <a:lnTo>
                  <a:pt x="3193018" y="3559714"/>
                </a:lnTo>
                <a:cubicBezTo>
                  <a:pt x="3078150" y="3617241"/>
                  <a:pt x="2938397" y="3570758"/>
                  <a:pt x="2880870" y="3455890"/>
                </a:cubicBezTo>
                <a:lnTo>
                  <a:pt x="1695581" y="1089159"/>
                </a:lnTo>
                <a:cubicBezTo>
                  <a:pt x="1638053" y="974291"/>
                  <a:pt x="1684537" y="834539"/>
                  <a:pt x="1799405" y="777011"/>
                </a:cubicBezTo>
                <a:cubicBezTo>
                  <a:pt x="1828122" y="762629"/>
                  <a:pt x="1858394" y="754748"/>
                  <a:pt x="1888548" y="752811"/>
                </a:cubicBezTo>
                <a:close/>
                <a:moveTo>
                  <a:pt x="1011122" y="176488"/>
                </a:moveTo>
                <a:cubicBezTo>
                  <a:pt x="1101583" y="170677"/>
                  <a:pt x="1190981" y="218361"/>
                  <a:pt x="1234126" y="304512"/>
                </a:cubicBezTo>
                <a:cubicBezTo>
                  <a:pt x="1629223" y="1093423"/>
                  <a:pt x="2024319" y="1882334"/>
                  <a:pt x="2419415" y="2671244"/>
                </a:cubicBezTo>
                <a:cubicBezTo>
                  <a:pt x="2476943" y="2786112"/>
                  <a:pt x="2430459" y="2925865"/>
                  <a:pt x="2315591" y="2983392"/>
                </a:cubicBezTo>
                <a:lnTo>
                  <a:pt x="2315592" y="2983391"/>
                </a:lnTo>
                <a:cubicBezTo>
                  <a:pt x="2200724" y="3040918"/>
                  <a:pt x="2060971" y="2994435"/>
                  <a:pt x="2003444" y="2879567"/>
                </a:cubicBezTo>
                <a:lnTo>
                  <a:pt x="818154" y="512836"/>
                </a:lnTo>
                <a:cubicBezTo>
                  <a:pt x="760627" y="397969"/>
                  <a:pt x="807110" y="258216"/>
                  <a:pt x="921978" y="200688"/>
                </a:cubicBezTo>
                <a:cubicBezTo>
                  <a:pt x="950695" y="186307"/>
                  <a:pt x="980968" y="178425"/>
                  <a:pt x="1011122" y="176488"/>
                </a:cubicBezTo>
                <a:close/>
                <a:moveTo>
                  <a:pt x="2100564" y="475"/>
                </a:moveTo>
                <a:cubicBezTo>
                  <a:pt x="2191026" y="-5336"/>
                  <a:pt x="2280424" y="42348"/>
                  <a:pt x="2323569" y="128499"/>
                </a:cubicBezTo>
                <a:cubicBezTo>
                  <a:pt x="2718666" y="917410"/>
                  <a:pt x="3113761" y="1706320"/>
                  <a:pt x="3508858" y="2495231"/>
                </a:cubicBezTo>
                <a:cubicBezTo>
                  <a:pt x="3566385" y="2610099"/>
                  <a:pt x="3519902" y="2749852"/>
                  <a:pt x="3405034" y="2807379"/>
                </a:cubicBezTo>
                <a:lnTo>
                  <a:pt x="3405034" y="2807378"/>
                </a:lnTo>
                <a:cubicBezTo>
                  <a:pt x="3290167" y="2864905"/>
                  <a:pt x="3150414" y="2818422"/>
                  <a:pt x="3092887" y="2703554"/>
                </a:cubicBezTo>
                <a:lnTo>
                  <a:pt x="1907597" y="336823"/>
                </a:lnTo>
                <a:cubicBezTo>
                  <a:pt x="1850070" y="221955"/>
                  <a:pt x="1896553" y="82203"/>
                  <a:pt x="2011421" y="24675"/>
                </a:cubicBezTo>
                <a:cubicBezTo>
                  <a:pt x="2040138" y="10293"/>
                  <a:pt x="2070410" y="2412"/>
                  <a:pt x="2100564" y="475"/>
                </a:cubicBezTo>
                <a:close/>
              </a:path>
            </a:pathLst>
          </a:custGeom>
          <a:solidFill>
            <a:schemeClr val="bg1">
              <a:lumMod val="85000"/>
            </a:schemeClr>
          </a:solidFill>
        </p:spPr>
        <p:txBody>
          <a:bodyPr wrap="square">
            <a:noAutofit/>
          </a:bodyPr>
          <a:lstStyle>
            <a:lvl1pPr>
              <a:defRPr baseline="0"/>
            </a:lvl1pPr>
          </a:lstStyle>
          <a:p>
            <a:r>
              <a:rPr lang="id-ID" dirty="0" smtClean="0"/>
              <a:t>Pic here</a:t>
            </a:r>
            <a:endParaRPr lang="en-AU" dirty="0"/>
          </a:p>
        </p:txBody>
      </p:sp>
      <p:sp>
        <p:nvSpPr>
          <p:cNvPr id="18" name="Text Placeholder 21"/>
          <p:cNvSpPr>
            <a:spLocks noGrp="1"/>
          </p:cNvSpPr>
          <p:nvPr>
            <p:ph type="body" sz="quarter" idx="21"/>
          </p:nvPr>
        </p:nvSpPr>
        <p:spPr>
          <a:xfrm>
            <a:off x="1727496" y="5567867"/>
            <a:ext cx="3109912" cy="291162"/>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0"/>
          </p:nvPr>
        </p:nvSpPr>
        <p:spPr>
          <a:xfrm>
            <a:off x="7315633" y="2417115"/>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2"/>
          </p:nvPr>
        </p:nvSpPr>
        <p:spPr>
          <a:xfrm>
            <a:off x="7315633" y="2715386"/>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3"/>
          </p:nvPr>
        </p:nvSpPr>
        <p:spPr>
          <a:xfrm>
            <a:off x="7315633" y="3436112"/>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24"/>
          </p:nvPr>
        </p:nvSpPr>
        <p:spPr>
          <a:xfrm>
            <a:off x="7315633" y="3734383"/>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5"/>
          </p:nvPr>
        </p:nvSpPr>
        <p:spPr>
          <a:xfrm>
            <a:off x="7315633" y="4449520"/>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6"/>
          </p:nvPr>
        </p:nvSpPr>
        <p:spPr>
          <a:xfrm>
            <a:off x="7315633" y="4747791"/>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Oval 24"/>
          <p:cNvSpPr/>
          <p:nvPr userDrawn="1"/>
        </p:nvSpPr>
        <p:spPr>
          <a:xfrm>
            <a:off x="6059039" y="6567361"/>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6" name="Oval 25"/>
          <p:cNvSpPr/>
          <p:nvPr userDrawn="1"/>
        </p:nvSpPr>
        <p:spPr>
          <a:xfrm>
            <a:off x="5867450" y="6278852"/>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Oval 26"/>
          <p:cNvSpPr/>
          <p:nvPr userDrawn="1"/>
        </p:nvSpPr>
        <p:spPr>
          <a:xfrm>
            <a:off x="6104759" y="6188934"/>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8" name="Oval 27"/>
          <p:cNvSpPr/>
          <p:nvPr userDrawn="1"/>
        </p:nvSpPr>
        <p:spPr>
          <a:xfrm>
            <a:off x="6276844" y="6207097"/>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Oval 28"/>
          <p:cNvSpPr/>
          <p:nvPr userDrawn="1"/>
        </p:nvSpPr>
        <p:spPr>
          <a:xfrm>
            <a:off x="5932674" y="5972031"/>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Oval 29"/>
          <p:cNvSpPr/>
          <p:nvPr userDrawn="1"/>
        </p:nvSpPr>
        <p:spPr>
          <a:xfrm>
            <a:off x="6194113" y="5651678"/>
            <a:ext cx="414701" cy="4147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Oval 30"/>
          <p:cNvSpPr/>
          <p:nvPr userDrawn="1"/>
        </p:nvSpPr>
        <p:spPr>
          <a:xfrm>
            <a:off x="5655825" y="5288725"/>
            <a:ext cx="538288" cy="53828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Tree>
    <p:extLst>
      <p:ext uri="{BB962C8B-B14F-4D97-AF65-F5344CB8AC3E}">
        <p14:creationId xmlns:p14="http://schemas.microsoft.com/office/powerpoint/2010/main" val="27103383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par>
                          <p:cTn id="22" fill="hold">
                            <p:stCondLst>
                              <p:cond delay="2000"/>
                            </p:stCondLst>
                            <p:childTnLst>
                              <p:par>
                                <p:cTn id="23" presetID="42" presetClass="entr" presetSubtype="0" fill="hold" grpId="0" nodeType="afterEffect" nodePh="1">
                                  <p:stCondLst>
                                    <p:cond delay="0"/>
                                  </p:stCondLst>
                                  <p:endCondLst>
                                    <p:cond evt="begin" delay="0">
                                      <p:tn val="23"/>
                                    </p:cond>
                                  </p:endCondLst>
                                  <p:childTnLst>
                                    <p:set>
                                      <p:cBhvr>
                                        <p:cTn id="24" dur="1" fill="hold">
                                          <p:stCondLst>
                                            <p:cond delay="0"/>
                                          </p:stCondLst>
                                        </p:cTn>
                                        <p:tgtEl>
                                          <p:spTgt spid="18">
                                            <p:txEl>
                                              <p:pRg st="0" end="0"/>
                                            </p:txEl>
                                          </p:spTgt>
                                        </p:tgtEl>
                                        <p:attrNameLst>
                                          <p:attrName>style.visibility</p:attrName>
                                        </p:attrNameLst>
                                      </p:cBhvr>
                                      <p:to>
                                        <p:strVal val="visible"/>
                                      </p:to>
                                    </p:set>
                                    <p:animEffect transition="in" filter="fade">
                                      <p:cBhvr>
                                        <p:cTn id="25" dur="500"/>
                                        <p:tgtEl>
                                          <p:spTgt spid="18">
                                            <p:txEl>
                                              <p:pRg st="0" end="0"/>
                                            </p:txEl>
                                          </p:spTgt>
                                        </p:tgtEl>
                                      </p:cBhvr>
                                    </p:animEffect>
                                    <p:anim calcmode="lin" valueType="num">
                                      <p:cBhvr>
                                        <p:cTn id="2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4">
                                            <p:txEl>
                                              <p:pRg st="0" end="0"/>
                                            </p:txEl>
                                          </p:spTgt>
                                        </p:tgtEl>
                                        <p:attrNameLst>
                                          <p:attrName>style.visibility</p:attrName>
                                        </p:attrNameLst>
                                      </p:cBhvr>
                                      <p:to>
                                        <p:strVal val="visible"/>
                                      </p:to>
                                    </p:set>
                                    <p:anim calcmode="lin" valueType="num">
                                      <p:cBhvr>
                                        <p:cTn id="31" dur="500" fill="hold"/>
                                        <p:tgtEl>
                                          <p:spTgt spid="14">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4">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4">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15">
                                            <p:txEl>
                                              <p:pRg st="0" end="0"/>
                                            </p:txEl>
                                          </p:spTgt>
                                        </p:tgtEl>
                                        <p:attrNameLst>
                                          <p:attrName>style.visibility</p:attrName>
                                        </p:attrNameLst>
                                      </p:cBhvr>
                                      <p:to>
                                        <p:strVal val="visible"/>
                                      </p:to>
                                    </p:set>
                                    <p:animEffect transition="in" filter="fade">
                                      <p:cBhvr>
                                        <p:cTn id="37" dur="500"/>
                                        <p:tgtEl>
                                          <p:spTgt spid="15">
                                            <p:txEl>
                                              <p:pRg st="0" end="0"/>
                                            </p:txEl>
                                          </p:spTgt>
                                        </p:tgtEl>
                                      </p:cBhvr>
                                    </p:animEffect>
                                    <p:anim calcmode="lin" valueType="num">
                                      <p:cBhvr>
                                        <p:cTn id="38"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1">
                                            <p:txEl>
                                              <p:pRg st="0" end="0"/>
                                            </p:txEl>
                                          </p:spTgt>
                                        </p:tgtEl>
                                        <p:attrNameLst>
                                          <p:attrName>style.visibility</p:attrName>
                                        </p:attrNameLst>
                                      </p:cBhvr>
                                      <p:to>
                                        <p:strVal val="visible"/>
                                      </p:to>
                                    </p:set>
                                    <p:anim calcmode="lin" valueType="num">
                                      <p:cBhvr>
                                        <p:cTn id="43" dur="500" fill="hold"/>
                                        <p:tgtEl>
                                          <p:spTgt spid="21">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1">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1">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Effect transition="in" filter="fade">
                                      <p:cBhvr>
                                        <p:cTn id="49" dur="500"/>
                                        <p:tgtEl>
                                          <p:spTgt spid="22">
                                            <p:txEl>
                                              <p:pRg st="0" end="0"/>
                                            </p:txEl>
                                          </p:spTgt>
                                        </p:tgtEl>
                                      </p:cBhvr>
                                    </p:animEffect>
                                    <p:anim calcmode="lin" valueType="num">
                                      <p:cBhvr>
                                        <p:cTn id="5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52" fill="hold">
                            <p:stCondLst>
                              <p:cond delay="4500"/>
                            </p:stCondLst>
                            <p:childTnLst>
                              <p:par>
                                <p:cTn id="53" presetID="53" presetClass="entr" presetSubtype="16"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 calcmode="lin" valueType="num">
                                      <p:cBhvr>
                                        <p:cTn id="55"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56"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57" dur="500"/>
                                        <p:tgtEl>
                                          <p:spTgt spid="23">
                                            <p:txEl>
                                              <p:pRg st="0" end="0"/>
                                            </p:txEl>
                                          </p:spTgt>
                                        </p:tgtEl>
                                      </p:cBhvr>
                                    </p:animEffect>
                                  </p:childTnLst>
                                </p:cTn>
                              </p:par>
                            </p:childTnLst>
                          </p:cTn>
                        </p:par>
                        <p:par>
                          <p:cTn id="58" fill="hold">
                            <p:stCondLst>
                              <p:cond delay="5000"/>
                            </p:stCondLst>
                            <p:childTnLst>
                              <p:par>
                                <p:cTn id="59" presetID="42" presetClass="entr" presetSubtype="0" fill="hold" grpId="0" nodeType="afterEffect" nodePh="1">
                                  <p:stCondLst>
                                    <p:cond delay="0"/>
                                  </p:stCondLst>
                                  <p:endCondLst>
                                    <p:cond evt="begin" delay="0">
                                      <p:tn val="59"/>
                                    </p:cond>
                                  </p:endCondLst>
                                  <p:childTnLst>
                                    <p:set>
                                      <p:cBhvr>
                                        <p:cTn id="60" dur="1" fill="hold">
                                          <p:stCondLst>
                                            <p:cond delay="0"/>
                                          </p:stCondLst>
                                        </p:cTn>
                                        <p:tgtEl>
                                          <p:spTgt spid="24">
                                            <p:txEl>
                                              <p:pRg st="0" end="0"/>
                                            </p:txEl>
                                          </p:spTgt>
                                        </p:tgtEl>
                                        <p:attrNameLst>
                                          <p:attrName>style.visibility</p:attrName>
                                        </p:attrNameLst>
                                      </p:cBhvr>
                                      <p:to>
                                        <p:strVal val="visible"/>
                                      </p:to>
                                    </p:set>
                                    <p:animEffect transition="in" filter="fade">
                                      <p:cBhvr>
                                        <p:cTn id="61" dur="500"/>
                                        <p:tgtEl>
                                          <p:spTgt spid="24">
                                            <p:txEl>
                                              <p:pRg st="0" end="0"/>
                                            </p:txEl>
                                          </p:spTgt>
                                        </p:tgtEl>
                                      </p:cBhvr>
                                    </p:animEffect>
                                    <p:anim calcmode="lin" valueType="num">
                                      <p:cBhvr>
                                        <p:cTn id="6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3"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64" fill="hold">
                            <p:stCondLst>
                              <p:cond delay="5500"/>
                            </p:stCondLst>
                            <p:childTnLst>
                              <p:par>
                                <p:cTn id="65" presetID="42" presetClass="entr" presetSubtype="0" fill="hold" grpId="0" nodeType="after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anim calcmode="lin" valueType="num">
                                      <p:cBhvr>
                                        <p:cTn id="68" dur="500" fill="hold"/>
                                        <p:tgtEl>
                                          <p:spTgt spid="25"/>
                                        </p:tgtEl>
                                        <p:attrNameLst>
                                          <p:attrName>ppt_x</p:attrName>
                                        </p:attrNameLst>
                                      </p:cBhvr>
                                      <p:tavLst>
                                        <p:tav tm="0">
                                          <p:val>
                                            <p:strVal val="#ppt_x"/>
                                          </p:val>
                                        </p:tav>
                                        <p:tav tm="100000">
                                          <p:val>
                                            <p:strVal val="#ppt_x"/>
                                          </p:val>
                                        </p:tav>
                                      </p:tavLst>
                                    </p:anim>
                                    <p:anim calcmode="lin" valueType="num">
                                      <p:cBhvr>
                                        <p:cTn id="69" dur="500" fill="hold"/>
                                        <p:tgtEl>
                                          <p:spTgt spid="25"/>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anim calcmode="lin" valueType="num">
                                      <p:cBhvr>
                                        <p:cTn id="73" dur="500" fill="hold"/>
                                        <p:tgtEl>
                                          <p:spTgt spid="26"/>
                                        </p:tgtEl>
                                        <p:attrNameLst>
                                          <p:attrName>ppt_x</p:attrName>
                                        </p:attrNameLst>
                                      </p:cBhvr>
                                      <p:tavLst>
                                        <p:tav tm="0">
                                          <p:val>
                                            <p:strVal val="#ppt_x"/>
                                          </p:val>
                                        </p:tav>
                                        <p:tav tm="100000">
                                          <p:val>
                                            <p:strVal val="#ppt_x"/>
                                          </p:val>
                                        </p:tav>
                                      </p:tavLst>
                                    </p:anim>
                                    <p:anim calcmode="lin" valueType="num">
                                      <p:cBhvr>
                                        <p:cTn id="74" dur="500" fill="hold"/>
                                        <p:tgtEl>
                                          <p:spTgt spid="26"/>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anim calcmode="lin" valueType="num">
                                      <p:cBhvr>
                                        <p:cTn id="78" dur="500" fill="hold"/>
                                        <p:tgtEl>
                                          <p:spTgt spid="27"/>
                                        </p:tgtEl>
                                        <p:attrNameLst>
                                          <p:attrName>ppt_x</p:attrName>
                                        </p:attrNameLst>
                                      </p:cBhvr>
                                      <p:tavLst>
                                        <p:tav tm="0">
                                          <p:val>
                                            <p:strVal val="#ppt_x"/>
                                          </p:val>
                                        </p:tav>
                                        <p:tav tm="100000">
                                          <p:val>
                                            <p:strVal val="#ppt_x"/>
                                          </p:val>
                                        </p:tav>
                                      </p:tavLst>
                                    </p:anim>
                                    <p:anim calcmode="lin" valueType="num">
                                      <p:cBhvr>
                                        <p:cTn id="79" dur="500" fill="hold"/>
                                        <p:tgtEl>
                                          <p:spTgt spid="27"/>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fade">
                                      <p:cBhvr>
                                        <p:cTn id="82" dur="500"/>
                                        <p:tgtEl>
                                          <p:spTgt spid="28"/>
                                        </p:tgtEl>
                                      </p:cBhvr>
                                    </p:animEffect>
                                    <p:anim calcmode="lin" valueType="num">
                                      <p:cBhvr>
                                        <p:cTn id="83" dur="500" fill="hold"/>
                                        <p:tgtEl>
                                          <p:spTgt spid="28"/>
                                        </p:tgtEl>
                                        <p:attrNameLst>
                                          <p:attrName>ppt_x</p:attrName>
                                        </p:attrNameLst>
                                      </p:cBhvr>
                                      <p:tavLst>
                                        <p:tav tm="0">
                                          <p:val>
                                            <p:strVal val="#ppt_x"/>
                                          </p:val>
                                        </p:tav>
                                        <p:tav tm="100000">
                                          <p:val>
                                            <p:strVal val="#ppt_x"/>
                                          </p:val>
                                        </p:tav>
                                      </p:tavLst>
                                    </p:anim>
                                    <p:anim calcmode="lin" valueType="num">
                                      <p:cBhvr>
                                        <p:cTn id="84" dur="500" fill="hold"/>
                                        <p:tgtEl>
                                          <p:spTgt spid="28"/>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anim calcmode="lin" valueType="num">
                                      <p:cBhvr>
                                        <p:cTn id="88" dur="500" fill="hold"/>
                                        <p:tgtEl>
                                          <p:spTgt spid="29"/>
                                        </p:tgtEl>
                                        <p:attrNameLst>
                                          <p:attrName>ppt_x</p:attrName>
                                        </p:attrNameLst>
                                      </p:cBhvr>
                                      <p:tavLst>
                                        <p:tav tm="0">
                                          <p:val>
                                            <p:strVal val="#ppt_x"/>
                                          </p:val>
                                        </p:tav>
                                        <p:tav tm="100000">
                                          <p:val>
                                            <p:strVal val="#ppt_x"/>
                                          </p:val>
                                        </p:tav>
                                      </p:tavLst>
                                    </p:anim>
                                    <p:anim calcmode="lin" valueType="num">
                                      <p:cBhvr>
                                        <p:cTn id="89" dur="500" fill="hold"/>
                                        <p:tgtEl>
                                          <p:spTgt spid="29"/>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30"/>
                                        </p:tgtEl>
                                        <p:attrNameLst>
                                          <p:attrName>style.visibility</p:attrName>
                                        </p:attrNameLst>
                                      </p:cBhvr>
                                      <p:to>
                                        <p:strVal val="visible"/>
                                      </p:to>
                                    </p:set>
                                    <p:animEffect transition="in" filter="fade">
                                      <p:cBhvr>
                                        <p:cTn id="92" dur="500"/>
                                        <p:tgtEl>
                                          <p:spTgt spid="30"/>
                                        </p:tgtEl>
                                      </p:cBhvr>
                                    </p:animEffect>
                                    <p:anim calcmode="lin" valueType="num">
                                      <p:cBhvr>
                                        <p:cTn id="93" dur="500" fill="hold"/>
                                        <p:tgtEl>
                                          <p:spTgt spid="30"/>
                                        </p:tgtEl>
                                        <p:attrNameLst>
                                          <p:attrName>ppt_x</p:attrName>
                                        </p:attrNameLst>
                                      </p:cBhvr>
                                      <p:tavLst>
                                        <p:tav tm="0">
                                          <p:val>
                                            <p:strVal val="#ppt_x"/>
                                          </p:val>
                                        </p:tav>
                                        <p:tav tm="100000">
                                          <p:val>
                                            <p:strVal val="#ppt_x"/>
                                          </p:val>
                                        </p:tav>
                                      </p:tavLst>
                                    </p:anim>
                                    <p:anim calcmode="lin" valueType="num">
                                      <p:cBhvr>
                                        <p:cTn id="94" dur="500" fill="hold"/>
                                        <p:tgtEl>
                                          <p:spTgt spid="30"/>
                                        </p:tgtEl>
                                        <p:attrNameLst>
                                          <p:attrName>ppt_y</p:attrName>
                                        </p:attrNameLst>
                                      </p:cBhvr>
                                      <p:tavLst>
                                        <p:tav tm="0">
                                          <p:val>
                                            <p:strVal val="#ppt_y+.1"/>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31"/>
                                        </p:tgtEl>
                                        <p:attrNameLst>
                                          <p:attrName>style.visibility</p:attrName>
                                        </p:attrNameLst>
                                      </p:cBhvr>
                                      <p:to>
                                        <p:strVal val="visible"/>
                                      </p:to>
                                    </p:set>
                                    <p:animEffect transition="in" filter="fade">
                                      <p:cBhvr>
                                        <p:cTn id="97" dur="500"/>
                                        <p:tgtEl>
                                          <p:spTgt spid="31"/>
                                        </p:tgtEl>
                                      </p:cBhvr>
                                    </p:animEffect>
                                    <p:anim calcmode="lin" valueType="num">
                                      <p:cBhvr>
                                        <p:cTn id="98" dur="500" fill="hold"/>
                                        <p:tgtEl>
                                          <p:spTgt spid="31"/>
                                        </p:tgtEl>
                                        <p:attrNameLst>
                                          <p:attrName>ppt_x</p:attrName>
                                        </p:attrNameLst>
                                      </p:cBhvr>
                                      <p:tavLst>
                                        <p:tav tm="0">
                                          <p:val>
                                            <p:strVal val="#ppt_x"/>
                                          </p:val>
                                        </p:tav>
                                        <p:tav tm="100000">
                                          <p:val>
                                            <p:strVal val="#ppt_x"/>
                                          </p:val>
                                        </p:tav>
                                      </p:tavLst>
                                    </p:anim>
                                    <p:anim calcmode="lin" valueType="num">
                                      <p:cBhvr>
                                        <p:cTn id="99" dur="5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7" grpId="0" animBg="1"/>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 calcmode="lin" valueType="num">
                      <p:cBhvr>
                        <p:cTn dur="500" fill="hold"/>
                        <p:tgtEl>
                          <p:spTgt spid="14"/>
                        </p:tgtEl>
                        <p:attrNameLst>
                          <p:attrName>ppt_w</p:attrName>
                        </p:attrNameLst>
                      </p:cBhvr>
                      <p:tavLst>
                        <p:tav tm="0">
                          <p:val>
                            <p:fltVal val="0"/>
                          </p:val>
                        </p:tav>
                        <p:tav tm="100000">
                          <p:val>
                            <p:strVal val="#ppt_w"/>
                          </p:val>
                        </p:tav>
                      </p:tavLst>
                    </p:anim>
                    <p:anim calcmode="lin" valueType="num">
                      <p:cBhvr>
                        <p:cTn dur="500" fill="hold"/>
                        <p:tgtEl>
                          <p:spTgt spid="14"/>
                        </p:tgtEl>
                        <p:attrNameLst>
                          <p:attrName>ppt_h</p:attrName>
                        </p:attrNameLst>
                      </p:cBhvr>
                      <p:tavLst>
                        <p:tav tm="0">
                          <p:val>
                            <p:fltVal val="0"/>
                          </p:val>
                        </p:tav>
                        <p:tav tm="100000">
                          <p:val>
                            <p:strVal val="#ppt_h"/>
                          </p:val>
                        </p:tav>
                      </p:tavLst>
                    </p:anim>
                    <p:animEffect transition="in" filter="fade">
                      <p:cBhvr>
                        <p:cTn dur="500"/>
                        <p:tgtEl>
                          <p:spTgt spid="14"/>
                        </p:tgtEl>
                      </p:cBhvr>
                    </p:animEffect>
                  </p:childTnLst>
                </p:cTn>
              </p:par>
            </p:tnLst>
          </p:tmpl>
        </p:tmplLst>
      </p:bldP>
      <p:bldP spid="1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anim calcmode="lin" valueType="num">
                      <p:cBhvr>
                        <p:cTn dur="500" fill="hold"/>
                        <p:tgtEl>
                          <p:spTgt spid="15"/>
                        </p:tgtEl>
                        <p:attrNameLst>
                          <p:attrName>ppt_x</p:attrName>
                        </p:attrNameLst>
                      </p:cBhvr>
                      <p:tavLst>
                        <p:tav tm="0">
                          <p:val>
                            <p:strVal val="#ppt_x"/>
                          </p:val>
                        </p:tav>
                        <p:tav tm="100000">
                          <p:val>
                            <p:strVal val="#ppt_x"/>
                          </p:val>
                        </p:tav>
                      </p:tavLst>
                    </p:anim>
                    <p:anim calcmode="lin" valueType="num">
                      <p:cBhvr>
                        <p:cTn dur="500" fill="hold"/>
                        <p:tgtEl>
                          <p:spTgt spid="15"/>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 calcmode="lin" valueType="num">
                      <p:cBhvr>
                        <p:cTn dur="500" fill="hold"/>
                        <p:tgtEl>
                          <p:spTgt spid="21"/>
                        </p:tgtEl>
                        <p:attrNameLst>
                          <p:attrName>ppt_w</p:attrName>
                        </p:attrNameLst>
                      </p:cBhvr>
                      <p:tavLst>
                        <p:tav tm="0">
                          <p:val>
                            <p:fltVal val="0"/>
                          </p:val>
                        </p:tav>
                        <p:tav tm="100000">
                          <p:val>
                            <p:strVal val="#ppt_w"/>
                          </p:val>
                        </p:tav>
                      </p:tavLst>
                    </p:anim>
                    <p:anim calcmode="lin" valueType="num">
                      <p:cBhvr>
                        <p:cTn dur="500" fill="hold"/>
                        <p:tgtEl>
                          <p:spTgt spid="21"/>
                        </p:tgtEl>
                        <p:attrNameLst>
                          <p:attrName>ppt_h</p:attrName>
                        </p:attrNameLst>
                      </p:cBhvr>
                      <p:tavLst>
                        <p:tav tm="0">
                          <p:val>
                            <p:fltVal val="0"/>
                          </p:val>
                        </p:tav>
                        <p:tav tm="100000">
                          <p:val>
                            <p:strVal val="#ppt_h"/>
                          </p:val>
                        </p:tav>
                      </p:tavLst>
                    </p:anim>
                    <p:animEffect transition="in" filter="fade">
                      <p:cBhvr>
                        <p:cTn dur="500"/>
                        <p:tgtEl>
                          <p:spTgt spid="21"/>
                        </p:tgtEl>
                      </p:cBhvr>
                    </p:animEffect>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5" grpId="0" animBg="1"/>
      <p:bldP spid="26" grpId="0" animBg="1"/>
      <p:bldP spid="27" grpId="0" animBg="1"/>
      <p:bldP spid="28" grpId="0" animBg="1"/>
      <p:bldP spid="29" grpId="0" animBg="1"/>
      <p:bldP spid="30" grpId="0" animBg="1"/>
      <p:bldP spid="31" grpId="0" animBg="1"/>
    </p:bldLst>
  </p:timing>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D29B3560-2181-C342-8BB4-085FFF5BD18B}"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18266677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9" name="Picture Placeholder 7"/>
          <p:cNvSpPr>
            <a:spLocks noGrp="1"/>
          </p:cNvSpPr>
          <p:nvPr>
            <p:ph type="pic" sz="quarter" idx="14" hasCustomPrompt="1"/>
          </p:nvPr>
        </p:nvSpPr>
        <p:spPr>
          <a:xfrm>
            <a:off x="0" y="0"/>
            <a:ext cx="40386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D7F031A5-559D-1A42-BF35-0299369FD649}"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5" name="Picture Placeholder 34"/>
          <p:cNvSpPr>
            <a:spLocks noGrp="1"/>
          </p:cNvSpPr>
          <p:nvPr>
            <p:ph type="pic" sz="quarter" idx="15" hasCustomPrompt="1"/>
          </p:nvPr>
        </p:nvSpPr>
        <p:spPr>
          <a:xfrm>
            <a:off x="2768558" y="2247607"/>
            <a:ext cx="1435225" cy="1418415"/>
          </a:xfrm>
          <a:custGeom>
            <a:avLst/>
            <a:gdLst>
              <a:gd name="connsiteX0" fmla="*/ 1419184 w 1435225"/>
              <a:gd name="connsiteY0" fmla="*/ 0 h 1418415"/>
              <a:gd name="connsiteX1" fmla="*/ 1435225 w 1435225"/>
              <a:gd name="connsiteY1" fmla="*/ 810 h 1418415"/>
              <a:gd name="connsiteX2" fmla="*/ 1435225 w 1435225"/>
              <a:gd name="connsiteY2" fmla="*/ 138129 h 1418415"/>
              <a:gd name="connsiteX3" fmla="*/ 1419184 w 1435225"/>
              <a:gd name="connsiteY3" fmla="*/ 137319 h 1418415"/>
              <a:gd name="connsiteX4" fmla="*/ 143897 w 1435225"/>
              <a:gd name="connsiteY4" fmla="*/ 1288158 h 1418415"/>
              <a:gd name="connsiteX5" fmla="*/ 137319 w 1435225"/>
              <a:gd name="connsiteY5" fmla="*/ 1418415 h 1418415"/>
              <a:gd name="connsiteX6" fmla="*/ 0 w 1435225"/>
              <a:gd name="connsiteY6" fmla="*/ 1418415 h 1418415"/>
              <a:gd name="connsiteX7" fmla="*/ 7287 w 1435225"/>
              <a:gd name="connsiteY7" fmla="*/ 1274118 h 1418415"/>
              <a:gd name="connsiteX8" fmla="*/ 1419184 w 1435225"/>
              <a:gd name="connsiteY8"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225" h="1418415">
                <a:moveTo>
                  <a:pt x="1419184" y="0"/>
                </a:moveTo>
                <a:lnTo>
                  <a:pt x="1435225" y="810"/>
                </a:lnTo>
                <a:lnTo>
                  <a:pt x="1435225" y="138129"/>
                </a:lnTo>
                <a:lnTo>
                  <a:pt x="1419184" y="137319"/>
                </a:lnTo>
                <a:cubicBezTo>
                  <a:pt x="755456" y="137319"/>
                  <a:pt x="209543" y="641749"/>
                  <a:pt x="143897" y="1288158"/>
                </a:cubicBezTo>
                <a:lnTo>
                  <a:pt x="137319" y="1418415"/>
                </a:lnTo>
                <a:lnTo>
                  <a:pt x="0" y="1418415"/>
                </a:lnTo>
                <a:lnTo>
                  <a:pt x="7287" y="1274118"/>
                </a:lnTo>
                <a:cubicBezTo>
                  <a:pt x="79965" y="558465"/>
                  <a:pt x="684357" y="0"/>
                  <a:pt x="1419184" y="0"/>
                </a:cubicBezTo>
                <a:close/>
              </a:path>
            </a:pathLst>
          </a:custGeom>
          <a:solidFill>
            <a:schemeClr val="accent2"/>
          </a:solidFill>
          <a:ln>
            <a:noFill/>
          </a:ln>
        </p:spPr>
        <p:txBody>
          <a:bodyPr wrap="square">
            <a:noAutofit/>
          </a:bodyPr>
          <a:lstStyle>
            <a:lvl1pPr>
              <a:defRPr sz="800"/>
            </a:lvl1pPr>
          </a:lstStyle>
          <a:p>
            <a:r>
              <a:rPr lang="id-ID" dirty="0" smtClean="0"/>
              <a:t>Nopic</a:t>
            </a:r>
            <a:endParaRPr lang="en-AU" dirty="0"/>
          </a:p>
        </p:txBody>
      </p:sp>
      <p:sp>
        <p:nvSpPr>
          <p:cNvPr id="40" name="Picture Placeholder 39"/>
          <p:cNvSpPr>
            <a:spLocks noGrp="1"/>
          </p:cNvSpPr>
          <p:nvPr>
            <p:ph type="pic" sz="quarter" idx="16" hasCustomPrompt="1"/>
          </p:nvPr>
        </p:nvSpPr>
        <p:spPr>
          <a:xfrm>
            <a:off x="4203783" y="2247608"/>
            <a:ext cx="1403184" cy="1418415"/>
          </a:xfrm>
          <a:custGeom>
            <a:avLst/>
            <a:gdLst>
              <a:gd name="connsiteX0" fmla="*/ 0 w 1403184"/>
              <a:gd name="connsiteY0" fmla="*/ 0 h 1418415"/>
              <a:gd name="connsiteX1" fmla="*/ 129067 w 1403184"/>
              <a:gd name="connsiteY1" fmla="*/ 6517 h 1418415"/>
              <a:gd name="connsiteX2" fmla="*/ 1403184 w 1403184"/>
              <a:gd name="connsiteY2" fmla="*/ 1418415 h 1418415"/>
              <a:gd name="connsiteX3" fmla="*/ 1265865 w 1403184"/>
              <a:gd name="connsiteY3" fmla="*/ 1418415 h 1418415"/>
              <a:gd name="connsiteX4" fmla="*/ 115027 w 1403184"/>
              <a:gd name="connsiteY4" fmla="*/ 143128 h 1418415"/>
              <a:gd name="connsiteX5" fmla="*/ 0 w 1403184"/>
              <a:gd name="connsiteY5" fmla="*/ 137319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184" h="1418415">
                <a:moveTo>
                  <a:pt x="0" y="0"/>
                </a:moveTo>
                <a:lnTo>
                  <a:pt x="129067" y="6517"/>
                </a:lnTo>
                <a:cubicBezTo>
                  <a:pt x="844719" y="79196"/>
                  <a:pt x="1403184" y="683588"/>
                  <a:pt x="1403184" y="1418415"/>
                </a:cubicBezTo>
                <a:lnTo>
                  <a:pt x="1265865" y="1418415"/>
                </a:lnTo>
                <a:cubicBezTo>
                  <a:pt x="1265865" y="754687"/>
                  <a:pt x="761435" y="208774"/>
                  <a:pt x="115027" y="143128"/>
                </a:cubicBezTo>
                <a:lnTo>
                  <a:pt x="0" y="137319"/>
                </a:lnTo>
                <a:close/>
              </a:path>
            </a:pathLst>
          </a:custGeom>
          <a:solidFill>
            <a:schemeClr val="accent4"/>
          </a:solidFill>
          <a:ln>
            <a:noFill/>
          </a:ln>
        </p:spPr>
        <p:txBody>
          <a:bodyPr wrap="square">
            <a:noAutofit/>
          </a:bodyPr>
          <a:lstStyle>
            <a:lvl1pPr algn="r">
              <a:defRPr sz="800"/>
            </a:lvl1pPr>
          </a:lstStyle>
          <a:p>
            <a:r>
              <a:rPr lang="id-ID" dirty="0" smtClean="0"/>
              <a:t>Nopic</a:t>
            </a:r>
            <a:endParaRPr lang="en-AU" dirty="0"/>
          </a:p>
        </p:txBody>
      </p:sp>
      <p:sp>
        <p:nvSpPr>
          <p:cNvPr id="43" name="Picture Placeholder 42"/>
          <p:cNvSpPr>
            <a:spLocks noGrp="1"/>
          </p:cNvSpPr>
          <p:nvPr>
            <p:ph type="pic" sz="quarter" idx="17" hasCustomPrompt="1"/>
          </p:nvPr>
        </p:nvSpPr>
        <p:spPr>
          <a:xfrm>
            <a:off x="2768517" y="3664402"/>
            <a:ext cx="1435266" cy="1420035"/>
          </a:xfrm>
          <a:custGeom>
            <a:avLst/>
            <a:gdLst>
              <a:gd name="connsiteX0" fmla="*/ 41 w 1435266"/>
              <a:gd name="connsiteY0" fmla="*/ 0 h 1420035"/>
              <a:gd name="connsiteX1" fmla="*/ 137360 w 1435266"/>
              <a:gd name="connsiteY1" fmla="*/ 0 h 1420035"/>
              <a:gd name="connsiteX2" fmla="*/ 137319 w 1435266"/>
              <a:gd name="connsiteY2" fmla="*/ 810 h 1420035"/>
              <a:gd name="connsiteX3" fmla="*/ 1419225 w 1435266"/>
              <a:gd name="connsiteY3" fmla="*/ 1282716 h 1420035"/>
              <a:gd name="connsiteX4" fmla="*/ 1435266 w 1435266"/>
              <a:gd name="connsiteY4" fmla="*/ 1281906 h 1420035"/>
              <a:gd name="connsiteX5" fmla="*/ 1435266 w 1435266"/>
              <a:gd name="connsiteY5" fmla="*/ 1419225 h 1420035"/>
              <a:gd name="connsiteX6" fmla="*/ 1419225 w 1435266"/>
              <a:gd name="connsiteY6" fmla="*/ 1420035 h 1420035"/>
              <a:gd name="connsiteX7" fmla="*/ 0 w 1435266"/>
              <a:gd name="connsiteY7" fmla="*/ 810 h 142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5266" h="1420035">
                <a:moveTo>
                  <a:pt x="41" y="0"/>
                </a:moveTo>
                <a:lnTo>
                  <a:pt x="137360" y="0"/>
                </a:lnTo>
                <a:lnTo>
                  <a:pt x="137319" y="810"/>
                </a:lnTo>
                <a:cubicBezTo>
                  <a:pt x="137319" y="708787"/>
                  <a:pt x="711248" y="1282716"/>
                  <a:pt x="1419225" y="1282716"/>
                </a:cubicBezTo>
                <a:lnTo>
                  <a:pt x="1435266" y="1281906"/>
                </a:lnTo>
                <a:lnTo>
                  <a:pt x="1435266" y="1419225"/>
                </a:lnTo>
                <a:lnTo>
                  <a:pt x="1419225" y="1420035"/>
                </a:lnTo>
                <a:cubicBezTo>
                  <a:pt x="635409" y="1420035"/>
                  <a:pt x="0" y="784626"/>
                  <a:pt x="0" y="810"/>
                </a:cubicBezTo>
                <a:close/>
              </a:path>
            </a:pathLst>
          </a:custGeom>
          <a:solidFill>
            <a:schemeClr val="accent1"/>
          </a:solidFill>
          <a:ln>
            <a:noFill/>
          </a:ln>
        </p:spPr>
        <p:txBody>
          <a:bodyPr wrap="square">
            <a:noAutofit/>
          </a:bodyPr>
          <a:lstStyle>
            <a:lvl1pPr>
              <a:defRPr sz="800"/>
            </a:lvl1pPr>
          </a:lstStyle>
          <a:p>
            <a:r>
              <a:rPr lang="id-ID" dirty="0" smtClean="0"/>
              <a:t>Nopic</a:t>
            </a:r>
            <a:endParaRPr lang="en-AU" dirty="0"/>
          </a:p>
        </p:txBody>
      </p:sp>
      <p:sp>
        <p:nvSpPr>
          <p:cNvPr id="46" name="Picture Placeholder 45"/>
          <p:cNvSpPr>
            <a:spLocks noGrp="1"/>
          </p:cNvSpPr>
          <p:nvPr>
            <p:ph type="pic" sz="quarter" idx="18" hasCustomPrompt="1"/>
          </p:nvPr>
        </p:nvSpPr>
        <p:spPr>
          <a:xfrm>
            <a:off x="4203783" y="3666022"/>
            <a:ext cx="1403184" cy="1418415"/>
          </a:xfrm>
          <a:custGeom>
            <a:avLst/>
            <a:gdLst>
              <a:gd name="connsiteX0" fmla="*/ 1265865 w 1403184"/>
              <a:gd name="connsiteY0" fmla="*/ 0 h 1418415"/>
              <a:gd name="connsiteX1" fmla="*/ 1403184 w 1403184"/>
              <a:gd name="connsiteY1" fmla="*/ 0 h 1418415"/>
              <a:gd name="connsiteX2" fmla="*/ 129067 w 1403184"/>
              <a:gd name="connsiteY2" fmla="*/ 1411898 h 1418415"/>
              <a:gd name="connsiteX3" fmla="*/ 0 w 1403184"/>
              <a:gd name="connsiteY3" fmla="*/ 1418415 h 1418415"/>
              <a:gd name="connsiteX4" fmla="*/ 0 w 1403184"/>
              <a:gd name="connsiteY4" fmla="*/ 1281096 h 1418415"/>
              <a:gd name="connsiteX5" fmla="*/ 115027 w 1403184"/>
              <a:gd name="connsiteY5" fmla="*/ 1275288 h 1418415"/>
              <a:gd name="connsiteX6" fmla="*/ 1265865 w 1403184"/>
              <a:gd name="connsiteY6"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3184" h="1418415">
                <a:moveTo>
                  <a:pt x="1265865" y="0"/>
                </a:moveTo>
                <a:lnTo>
                  <a:pt x="1403184" y="0"/>
                </a:lnTo>
                <a:cubicBezTo>
                  <a:pt x="1403184" y="734828"/>
                  <a:pt x="844719" y="1339219"/>
                  <a:pt x="129067" y="1411898"/>
                </a:cubicBezTo>
                <a:lnTo>
                  <a:pt x="0" y="1418415"/>
                </a:lnTo>
                <a:lnTo>
                  <a:pt x="0" y="1281096"/>
                </a:lnTo>
                <a:lnTo>
                  <a:pt x="115027" y="1275288"/>
                </a:lnTo>
                <a:cubicBezTo>
                  <a:pt x="761435" y="1209641"/>
                  <a:pt x="1265865" y="663729"/>
                  <a:pt x="1265865" y="0"/>
                </a:cubicBezTo>
                <a:close/>
              </a:path>
            </a:pathLst>
          </a:custGeom>
          <a:solidFill>
            <a:schemeClr val="accent5"/>
          </a:solidFill>
          <a:ln>
            <a:noFill/>
          </a:ln>
        </p:spPr>
        <p:txBody>
          <a:bodyPr wrap="square">
            <a:noAutofit/>
          </a:bodyPr>
          <a:lstStyle>
            <a:lvl1pPr>
              <a:defRPr sz="800"/>
            </a:lvl1pPr>
          </a:lstStyle>
          <a:p>
            <a:r>
              <a:rPr lang="id-ID" dirty="0" smtClean="0"/>
              <a:t>Nopic</a:t>
            </a:r>
            <a:endParaRPr lang="en-AU" dirty="0"/>
          </a:p>
        </p:txBody>
      </p:sp>
      <p:sp>
        <p:nvSpPr>
          <p:cNvPr id="50" name="Picture Placeholder 49"/>
          <p:cNvSpPr>
            <a:spLocks noGrp="1"/>
          </p:cNvSpPr>
          <p:nvPr>
            <p:ph type="pic" sz="quarter" idx="19" hasCustomPrompt="1"/>
          </p:nvPr>
        </p:nvSpPr>
        <p:spPr>
          <a:xfrm>
            <a:off x="2941304" y="2416943"/>
            <a:ext cx="2492875" cy="2494587"/>
          </a:xfrm>
          <a:custGeom>
            <a:avLst/>
            <a:gdLst>
              <a:gd name="connsiteX0" fmla="*/ 1103672 w 2207344"/>
              <a:gd name="connsiteY0" fmla="*/ 0 h 2208860"/>
              <a:gd name="connsiteX1" fmla="*/ 2207344 w 2207344"/>
              <a:gd name="connsiteY1" fmla="*/ 1104430 h 2208860"/>
              <a:gd name="connsiteX2" fmla="*/ 1103672 w 2207344"/>
              <a:gd name="connsiteY2" fmla="*/ 2208860 h 2208860"/>
              <a:gd name="connsiteX3" fmla="*/ 0 w 2207344"/>
              <a:gd name="connsiteY3" fmla="*/ 1104430 h 2208860"/>
              <a:gd name="connsiteX4" fmla="*/ 1103672 w 2207344"/>
              <a:gd name="connsiteY4" fmla="*/ 0 h 220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7344" h="2208860">
                <a:moveTo>
                  <a:pt x="1103672" y="0"/>
                </a:moveTo>
                <a:cubicBezTo>
                  <a:pt x="1713213" y="0"/>
                  <a:pt x="2207344" y="494470"/>
                  <a:pt x="2207344" y="1104430"/>
                </a:cubicBezTo>
                <a:cubicBezTo>
                  <a:pt x="2207344" y="1714390"/>
                  <a:pt x="1713213" y="2208860"/>
                  <a:pt x="1103672" y="2208860"/>
                </a:cubicBezTo>
                <a:cubicBezTo>
                  <a:pt x="494131" y="2208860"/>
                  <a:pt x="0" y="1714390"/>
                  <a:pt x="0" y="1104430"/>
                </a:cubicBezTo>
                <a:cubicBezTo>
                  <a:pt x="0" y="494470"/>
                  <a:pt x="494131" y="0"/>
                  <a:pt x="1103672" y="0"/>
                </a:cubicBezTo>
                <a:close/>
              </a:path>
            </a:pathLst>
          </a:custGeom>
          <a:solidFill>
            <a:schemeClr val="accent3"/>
          </a:solidFill>
        </p:spPr>
        <p:txBody>
          <a:bodyPr wrap="square">
            <a:noAutofit/>
          </a:bodyPr>
          <a:lstStyle>
            <a:lvl1pPr>
              <a:defRPr/>
            </a:lvl1pPr>
          </a:lstStyle>
          <a:p>
            <a:r>
              <a:rPr lang="id-ID" dirty="0" smtClean="0"/>
              <a:t>Nopic</a:t>
            </a:r>
            <a:endParaRPr lang="en-AU" dirty="0"/>
          </a:p>
        </p:txBody>
      </p:sp>
      <p:sp>
        <p:nvSpPr>
          <p:cNvPr id="51" name="Text Placeholder 21"/>
          <p:cNvSpPr>
            <a:spLocks noGrp="1"/>
          </p:cNvSpPr>
          <p:nvPr>
            <p:ph type="body" sz="quarter" idx="20"/>
          </p:nvPr>
        </p:nvSpPr>
        <p:spPr>
          <a:xfrm>
            <a:off x="6095999" y="198658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2" name="Text Placeholder 21"/>
          <p:cNvSpPr>
            <a:spLocks noGrp="1"/>
          </p:cNvSpPr>
          <p:nvPr>
            <p:ph type="body" sz="quarter" idx="21"/>
          </p:nvPr>
        </p:nvSpPr>
        <p:spPr>
          <a:xfrm>
            <a:off x="6095999" y="2395699"/>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3" name="Text Placeholder 21"/>
          <p:cNvSpPr>
            <a:spLocks noGrp="1"/>
          </p:cNvSpPr>
          <p:nvPr>
            <p:ph type="body" sz="quarter" idx="22" hasCustomPrompt="1"/>
          </p:nvPr>
        </p:nvSpPr>
        <p:spPr>
          <a:xfrm>
            <a:off x="6122109" y="4374419"/>
            <a:ext cx="5616575" cy="360363"/>
          </a:xfrm>
        </p:spPr>
        <p:txBody>
          <a:bodyPr>
            <a:noAutofit/>
          </a:bodyPr>
          <a:lstStyle>
            <a:lvl1pPr>
              <a:defRPr sz="60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a:t>
            </a:r>
            <a:endParaRPr lang="en-AU" dirty="0"/>
          </a:p>
        </p:txBody>
      </p:sp>
      <p:sp>
        <p:nvSpPr>
          <p:cNvPr id="54" name="Text Placeholder 21"/>
          <p:cNvSpPr>
            <a:spLocks noGrp="1"/>
          </p:cNvSpPr>
          <p:nvPr>
            <p:ph type="body" sz="quarter" idx="23"/>
          </p:nvPr>
        </p:nvSpPr>
        <p:spPr>
          <a:xfrm>
            <a:off x="6122109" y="4828372"/>
            <a:ext cx="5616575" cy="1337478"/>
          </a:xfrm>
        </p:spPr>
        <p:txBody>
          <a:bodyPr>
            <a:normAutofit/>
          </a:bodyPr>
          <a:lstStyle>
            <a:lvl1pPr>
              <a:defRPr sz="1400" i="1">
                <a:solidFill>
                  <a:schemeClr val="tx1">
                    <a:lumMod val="75000"/>
                    <a:lumOff val="25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7714079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fade">
                                      <p:cBhvr>
                                        <p:cTn id="27" dur="500"/>
                                        <p:tgtEl>
                                          <p:spTgt spid="50"/>
                                        </p:tgtEl>
                                      </p:cBhvr>
                                    </p:animEffect>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wipe(down)">
                                      <p:cBhvr>
                                        <p:cTn id="31" dur="500"/>
                                        <p:tgtEl>
                                          <p:spTgt spid="35"/>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wipe(up)">
                                      <p:cBhvr>
                                        <p:cTn id="34" dur="500"/>
                                        <p:tgtEl>
                                          <p:spTgt spid="40"/>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46"/>
                                        </p:tgtEl>
                                        <p:attrNameLst>
                                          <p:attrName>style.visibility</p:attrName>
                                        </p:attrNameLst>
                                      </p:cBhvr>
                                      <p:to>
                                        <p:strVal val="visible"/>
                                      </p:to>
                                    </p:set>
                                    <p:animEffect transition="in" filter="wipe(up)">
                                      <p:cBhvr>
                                        <p:cTn id="37" dur="500"/>
                                        <p:tgtEl>
                                          <p:spTgt spid="46"/>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43"/>
                                        </p:tgtEl>
                                        <p:attrNameLst>
                                          <p:attrName>style.visibility</p:attrName>
                                        </p:attrNameLst>
                                      </p:cBhvr>
                                      <p:to>
                                        <p:strVal val="visible"/>
                                      </p:to>
                                    </p:set>
                                    <p:animEffect transition="in" filter="wipe(down)">
                                      <p:cBhvr>
                                        <p:cTn id="40" dur="500"/>
                                        <p:tgtEl>
                                          <p:spTgt spid="43"/>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51">
                                            <p:txEl>
                                              <p:pRg st="0" end="0"/>
                                            </p:txEl>
                                          </p:spTgt>
                                        </p:tgtEl>
                                        <p:attrNameLst>
                                          <p:attrName>style.visibility</p:attrName>
                                        </p:attrNameLst>
                                      </p:cBhvr>
                                      <p:to>
                                        <p:strVal val="visible"/>
                                      </p:to>
                                    </p:set>
                                    <p:anim calcmode="lin" valueType="num">
                                      <p:cBhvr>
                                        <p:cTn id="44" dur="500" fill="hold"/>
                                        <p:tgtEl>
                                          <p:spTgt spid="51">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51">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51">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52">
                                            <p:txEl>
                                              <p:pRg st="0" end="0"/>
                                            </p:txEl>
                                          </p:spTgt>
                                        </p:tgtEl>
                                        <p:attrNameLst>
                                          <p:attrName>style.visibility</p:attrName>
                                        </p:attrNameLst>
                                      </p:cBhvr>
                                      <p:to>
                                        <p:strVal val="visible"/>
                                      </p:to>
                                    </p:set>
                                    <p:animEffect transition="in" filter="fade">
                                      <p:cBhvr>
                                        <p:cTn id="50" dur="500"/>
                                        <p:tgtEl>
                                          <p:spTgt spid="52">
                                            <p:txEl>
                                              <p:pRg st="0" end="0"/>
                                            </p:txEl>
                                          </p:spTgt>
                                        </p:tgtEl>
                                      </p:cBhvr>
                                    </p:animEffect>
                                    <p:anim calcmode="lin" valueType="num">
                                      <p:cBhvr>
                                        <p:cTn id="51" dur="50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par>
                          <p:cTn id="53" fill="hold">
                            <p:stCondLst>
                              <p:cond delay="4000"/>
                            </p:stCondLst>
                            <p:childTnLst>
                              <p:par>
                                <p:cTn id="54" presetID="53" presetClass="entr" presetSubtype="16" fill="hold" grpId="0" nodeType="afterEffect">
                                  <p:stCondLst>
                                    <p:cond delay="0"/>
                                  </p:stCondLst>
                                  <p:childTnLst>
                                    <p:set>
                                      <p:cBhvr>
                                        <p:cTn id="55" dur="1" fill="hold">
                                          <p:stCondLst>
                                            <p:cond delay="0"/>
                                          </p:stCondLst>
                                        </p:cTn>
                                        <p:tgtEl>
                                          <p:spTgt spid="53">
                                            <p:txEl>
                                              <p:pRg st="0" end="0"/>
                                            </p:txEl>
                                          </p:spTgt>
                                        </p:tgtEl>
                                        <p:attrNameLst>
                                          <p:attrName>style.visibility</p:attrName>
                                        </p:attrNameLst>
                                      </p:cBhvr>
                                      <p:to>
                                        <p:strVal val="visible"/>
                                      </p:to>
                                    </p:set>
                                    <p:anim calcmode="lin" valueType="num">
                                      <p:cBhvr>
                                        <p:cTn id="56" dur="500" fill="hold"/>
                                        <p:tgtEl>
                                          <p:spTgt spid="53">
                                            <p:txEl>
                                              <p:pRg st="0" end="0"/>
                                            </p:txEl>
                                          </p:spTgt>
                                        </p:tgtEl>
                                        <p:attrNameLst>
                                          <p:attrName>ppt_w</p:attrName>
                                        </p:attrNameLst>
                                      </p:cBhvr>
                                      <p:tavLst>
                                        <p:tav tm="0">
                                          <p:val>
                                            <p:fltVal val="0"/>
                                          </p:val>
                                        </p:tav>
                                        <p:tav tm="100000">
                                          <p:val>
                                            <p:strVal val="#ppt_w"/>
                                          </p:val>
                                        </p:tav>
                                      </p:tavLst>
                                    </p:anim>
                                    <p:anim calcmode="lin" valueType="num">
                                      <p:cBhvr>
                                        <p:cTn id="57" dur="500" fill="hold"/>
                                        <p:tgtEl>
                                          <p:spTgt spid="53">
                                            <p:txEl>
                                              <p:pRg st="0" end="0"/>
                                            </p:txEl>
                                          </p:spTgt>
                                        </p:tgtEl>
                                        <p:attrNameLst>
                                          <p:attrName>ppt_h</p:attrName>
                                        </p:attrNameLst>
                                      </p:cBhvr>
                                      <p:tavLst>
                                        <p:tav tm="0">
                                          <p:val>
                                            <p:fltVal val="0"/>
                                          </p:val>
                                        </p:tav>
                                        <p:tav tm="100000">
                                          <p:val>
                                            <p:strVal val="#ppt_h"/>
                                          </p:val>
                                        </p:tav>
                                      </p:tavLst>
                                    </p:anim>
                                    <p:animEffect transition="in" filter="fade">
                                      <p:cBhvr>
                                        <p:cTn id="58" dur="500"/>
                                        <p:tgtEl>
                                          <p:spTgt spid="53">
                                            <p:txEl>
                                              <p:pRg st="0" end="0"/>
                                            </p:txEl>
                                          </p:spTgt>
                                        </p:tgtEl>
                                      </p:cBhvr>
                                    </p:animEffect>
                                  </p:childTnLst>
                                </p:cTn>
                              </p:par>
                            </p:childTnLst>
                          </p:cTn>
                        </p:par>
                        <p:par>
                          <p:cTn id="59" fill="hold">
                            <p:stCondLst>
                              <p:cond delay="4500"/>
                            </p:stCondLst>
                            <p:childTnLst>
                              <p:par>
                                <p:cTn id="60" presetID="53" presetClass="entr" presetSubtype="16" fill="hold" grpId="0" nodeType="afterEffect" nodePh="1">
                                  <p:stCondLst>
                                    <p:cond delay="0"/>
                                  </p:stCondLst>
                                  <p:endCondLst>
                                    <p:cond evt="begin" delay="0">
                                      <p:tn val="60"/>
                                    </p:cond>
                                  </p:endCondLst>
                                  <p:childTnLst>
                                    <p:set>
                                      <p:cBhvr>
                                        <p:cTn id="61" dur="1" fill="hold">
                                          <p:stCondLst>
                                            <p:cond delay="0"/>
                                          </p:stCondLst>
                                        </p:cTn>
                                        <p:tgtEl>
                                          <p:spTgt spid="54">
                                            <p:txEl>
                                              <p:pRg st="0" end="0"/>
                                            </p:txEl>
                                          </p:spTgt>
                                        </p:tgtEl>
                                        <p:attrNameLst>
                                          <p:attrName>style.visibility</p:attrName>
                                        </p:attrNameLst>
                                      </p:cBhvr>
                                      <p:to>
                                        <p:strVal val="visible"/>
                                      </p:to>
                                    </p:set>
                                    <p:anim calcmode="lin" valueType="num">
                                      <p:cBhvr>
                                        <p:cTn id="62" dur="500" fill="hold"/>
                                        <p:tgtEl>
                                          <p:spTgt spid="54">
                                            <p:txEl>
                                              <p:pRg st="0" end="0"/>
                                            </p:txEl>
                                          </p:spTgt>
                                        </p:tgtEl>
                                        <p:attrNameLst>
                                          <p:attrName>ppt_w</p:attrName>
                                        </p:attrNameLst>
                                      </p:cBhvr>
                                      <p:tavLst>
                                        <p:tav tm="0">
                                          <p:val>
                                            <p:fltVal val="0"/>
                                          </p:val>
                                        </p:tav>
                                        <p:tav tm="100000">
                                          <p:val>
                                            <p:strVal val="#ppt_w"/>
                                          </p:val>
                                        </p:tav>
                                      </p:tavLst>
                                    </p:anim>
                                    <p:anim calcmode="lin" valueType="num">
                                      <p:cBhvr>
                                        <p:cTn id="63" dur="500" fill="hold"/>
                                        <p:tgtEl>
                                          <p:spTgt spid="54">
                                            <p:txEl>
                                              <p:pRg st="0" end="0"/>
                                            </p:txEl>
                                          </p:spTgt>
                                        </p:tgtEl>
                                        <p:attrNameLst>
                                          <p:attrName>ppt_h</p:attrName>
                                        </p:attrNameLst>
                                      </p:cBhvr>
                                      <p:tavLst>
                                        <p:tav tm="0">
                                          <p:val>
                                            <p:fltVal val="0"/>
                                          </p:val>
                                        </p:tav>
                                        <p:tav tm="100000">
                                          <p:val>
                                            <p:strVal val="#ppt_h"/>
                                          </p:val>
                                        </p:tav>
                                      </p:tavLst>
                                    </p:anim>
                                    <p:animEffect transition="in" filter="fade">
                                      <p:cBhvr>
                                        <p:cTn id="64" dur="500"/>
                                        <p:tgtEl>
                                          <p:spTgt spid="5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5" grpId="0" animBg="1"/>
      <p:bldP spid="40" grpId="0" animBg="1"/>
      <p:bldP spid="43" grpId="0" animBg="1"/>
      <p:bldP spid="46" grpId="0" animBg="1"/>
      <p:bldP spid="50" grpId="0" animBg="1"/>
      <p:bldP spid="5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 calcmode="lin" valueType="num">
                      <p:cBhvr>
                        <p:cTn dur="500" fill="hold"/>
                        <p:tgtEl>
                          <p:spTgt spid="51"/>
                        </p:tgtEl>
                        <p:attrNameLst>
                          <p:attrName>ppt_w</p:attrName>
                        </p:attrNameLst>
                      </p:cBhvr>
                      <p:tavLst>
                        <p:tav tm="0">
                          <p:val>
                            <p:fltVal val="0"/>
                          </p:val>
                        </p:tav>
                        <p:tav tm="100000">
                          <p:val>
                            <p:strVal val="#ppt_w"/>
                          </p:val>
                        </p:tav>
                      </p:tavLst>
                    </p:anim>
                    <p:anim calcmode="lin" valueType="num">
                      <p:cBhvr>
                        <p:cTn dur="500" fill="hold"/>
                        <p:tgtEl>
                          <p:spTgt spid="51"/>
                        </p:tgtEl>
                        <p:attrNameLst>
                          <p:attrName>ppt_h</p:attrName>
                        </p:attrNameLst>
                      </p:cBhvr>
                      <p:tavLst>
                        <p:tav tm="0">
                          <p:val>
                            <p:fltVal val="0"/>
                          </p:val>
                        </p:tav>
                        <p:tav tm="100000">
                          <p:val>
                            <p:strVal val="#ppt_h"/>
                          </p:val>
                        </p:tav>
                      </p:tavLst>
                    </p:anim>
                    <p:animEffect transition="in" filter="fade">
                      <p:cBhvr>
                        <p:cTn dur="500"/>
                        <p:tgtEl>
                          <p:spTgt spid="51"/>
                        </p:tgtEl>
                      </p:cBhvr>
                    </p:animEffect>
                  </p:childTnLst>
                </p:cTn>
              </p:par>
            </p:tnLst>
          </p:tmpl>
        </p:tmplLst>
      </p:bldP>
      <p:bldP spid="5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anim calcmode="lin" valueType="num">
                      <p:cBhvr>
                        <p:cTn dur="500" fill="hold"/>
                        <p:tgtEl>
                          <p:spTgt spid="52"/>
                        </p:tgtEl>
                        <p:attrNameLst>
                          <p:attrName>ppt_x</p:attrName>
                        </p:attrNameLst>
                      </p:cBhvr>
                      <p:tavLst>
                        <p:tav tm="0">
                          <p:val>
                            <p:strVal val="#ppt_x"/>
                          </p:val>
                        </p:tav>
                        <p:tav tm="100000">
                          <p:val>
                            <p:strVal val="#ppt_x"/>
                          </p:val>
                        </p:tav>
                      </p:tavLst>
                    </p:anim>
                    <p:anim calcmode="lin" valueType="num">
                      <p:cBhvr>
                        <p:cTn dur="50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53" presetClass="entr" presetSubtype="16"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 calcmode="lin" valueType="num">
                      <p:cBhvr>
                        <p:cTn dur="500" fill="hold"/>
                        <p:tgtEl>
                          <p:spTgt spid="53"/>
                        </p:tgtEl>
                        <p:attrNameLst>
                          <p:attrName>ppt_w</p:attrName>
                        </p:attrNameLst>
                      </p:cBhvr>
                      <p:tavLst>
                        <p:tav tm="0">
                          <p:val>
                            <p:fltVal val="0"/>
                          </p:val>
                        </p:tav>
                        <p:tav tm="100000">
                          <p:val>
                            <p:strVal val="#ppt_w"/>
                          </p:val>
                        </p:tav>
                      </p:tavLst>
                    </p:anim>
                    <p:anim calcmode="lin" valueType="num">
                      <p:cBhvr>
                        <p:cTn dur="500" fill="hold"/>
                        <p:tgtEl>
                          <p:spTgt spid="53"/>
                        </p:tgtEl>
                        <p:attrNameLst>
                          <p:attrName>ppt_h</p:attrName>
                        </p:attrNameLst>
                      </p:cBhvr>
                      <p:tavLst>
                        <p:tav tm="0">
                          <p:val>
                            <p:fltVal val="0"/>
                          </p:val>
                        </p:tav>
                        <p:tav tm="100000">
                          <p:val>
                            <p:strVal val="#ppt_h"/>
                          </p:val>
                        </p:tav>
                      </p:tavLst>
                    </p:anim>
                    <p:animEffect transition="in" filter="fade">
                      <p:cBhvr>
                        <p:cTn dur="500"/>
                        <p:tgtEl>
                          <p:spTgt spid="53"/>
                        </p:tgtEl>
                      </p:cBhvr>
                    </p:animEffect>
                  </p:childTnLst>
                </p:cTn>
              </p:par>
            </p:tnLst>
          </p:tmpl>
        </p:tmplLst>
      </p:bldP>
      <p:bldP spid="5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4"/>
                        </p:tgtEl>
                        <p:attrNameLst>
                          <p:attrName>style.visibility</p:attrName>
                        </p:attrNameLst>
                      </p:cBhvr>
                      <p:to>
                        <p:strVal val="visible"/>
                      </p:to>
                    </p:set>
                    <p:anim calcmode="lin" valueType="num">
                      <p:cBhvr>
                        <p:cTn dur="500" fill="hold"/>
                        <p:tgtEl>
                          <p:spTgt spid="54"/>
                        </p:tgtEl>
                        <p:attrNameLst>
                          <p:attrName>ppt_w</p:attrName>
                        </p:attrNameLst>
                      </p:cBhvr>
                      <p:tavLst>
                        <p:tav tm="0">
                          <p:val>
                            <p:fltVal val="0"/>
                          </p:val>
                        </p:tav>
                        <p:tav tm="100000">
                          <p:val>
                            <p:strVal val="#ppt_w"/>
                          </p:val>
                        </p:tav>
                      </p:tavLst>
                    </p:anim>
                    <p:anim calcmode="lin" valueType="num">
                      <p:cBhvr>
                        <p:cTn dur="500" fill="hold"/>
                        <p:tgtEl>
                          <p:spTgt spid="54"/>
                        </p:tgtEl>
                        <p:attrNameLst>
                          <p:attrName>ppt_h</p:attrName>
                        </p:attrNameLst>
                      </p:cBhvr>
                      <p:tavLst>
                        <p:tav tm="0">
                          <p:val>
                            <p:fltVal val="0"/>
                          </p:val>
                        </p:tav>
                        <p:tav tm="100000">
                          <p:val>
                            <p:strVal val="#ppt_h"/>
                          </p:val>
                        </p:tav>
                      </p:tavLst>
                    </p:anim>
                    <p:animEffect transition="in" filter="fade">
                      <p:cBhvr>
                        <p:cTn dur="500"/>
                        <p:tgtEl>
                          <p:spTgt spid="54"/>
                        </p:tgtEl>
                      </p:cBhvr>
                    </p:animEffect>
                  </p:childTnLst>
                </p:cTn>
              </p:par>
            </p:tnLst>
          </p:tmpl>
        </p:tmplLst>
      </p:bldP>
    </p:bldLst>
  </p:timing>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D11D6746-2379-544E-A8FD-845731F97F94}"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9" name="Picture Placeholder 24"/>
          <p:cNvSpPr>
            <a:spLocks noGrp="1"/>
          </p:cNvSpPr>
          <p:nvPr>
            <p:ph type="pic" sz="quarter" idx="14" hasCustomPrompt="1"/>
          </p:nvPr>
        </p:nvSpPr>
        <p:spPr>
          <a:xfrm>
            <a:off x="7758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0" name="Picture Placeholder 24"/>
          <p:cNvSpPr>
            <a:spLocks noGrp="1"/>
          </p:cNvSpPr>
          <p:nvPr>
            <p:ph type="pic" sz="quarter" idx="15" hasCustomPrompt="1"/>
          </p:nvPr>
        </p:nvSpPr>
        <p:spPr>
          <a:xfrm>
            <a:off x="35952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1" name="Picture Placeholder 24"/>
          <p:cNvSpPr>
            <a:spLocks noGrp="1"/>
          </p:cNvSpPr>
          <p:nvPr>
            <p:ph type="pic" sz="quarter" idx="16" hasCustomPrompt="1"/>
          </p:nvPr>
        </p:nvSpPr>
        <p:spPr>
          <a:xfrm>
            <a:off x="64146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2" name="Picture Placeholder 24"/>
          <p:cNvSpPr>
            <a:spLocks noGrp="1"/>
          </p:cNvSpPr>
          <p:nvPr>
            <p:ph type="pic" sz="quarter" idx="17" hasCustomPrompt="1"/>
          </p:nvPr>
        </p:nvSpPr>
        <p:spPr>
          <a:xfrm>
            <a:off x="92340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3" name="Text Placeholder 21"/>
          <p:cNvSpPr>
            <a:spLocks noGrp="1"/>
          </p:cNvSpPr>
          <p:nvPr>
            <p:ph type="body" sz="quarter" idx="20"/>
          </p:nvPr>
        </p:nvSpPr>
        <p:spPr>
          <a:xfrm>
            <a:off x="928685"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2"/>
          </p:nvPr>
        </p:nvSpPr>
        <p:spPr>
          <a:xfrm>
            <a:off x="928685"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4"/>
          </p:nvPr>
        </p:nvSpPr>
        <p:spPr>
          <a:xfrm>
            <a:off x="374115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26"/>
          </p:nvPr>
        </p:nvSpPr>
        <p:spPr>
          <a:xfrm>
            <a:off x="6609049"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28"/>
          </p:nvPr>
        </p:nvSpPr>
        <p:spPr>
          <a:xfrm>
            <a:off x="942844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5" name="Group 24"/>
          <p:cNvGrpSpPr/>
          <p:nvPr userDrawn="1"/>
        </p:nvGrpSpPr>
        <p:grpSpPr>
          <a:xfrm>
            <a:off x="1548795" y="5922241"/>
            <a:ext cx="615286" cy="184176"/>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9"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0"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1"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2" name="Group 31"/>
          <p:cNvGrpSpPr/>
          <p:nvPr userDrawn="1"/>
        </p:nvGrpSpPr>
        <p:grpSpPr>
          <a:xfrm>
            <a:off x="4371030" y="5929154"/>
            <a:ext cx="615286" cy="184176"/>
            <a:chOff x="3872969" y="5806923"/>
            <a:chExt cx="1724341" cy="516155"/>
          </a:xfrm>
        </p:grpSpPr>
        <p:sp>
          <p:nvSpPr>
            <p:cNvPr id="33" name="Oval 32"/>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Oval 33"/>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Oval 34"/>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6"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7"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8"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9" name="Group 38"/>
          <p:cNvGrpSpPr/>
          <p:nvPr userDrawn="1"/>
        </p:nvGrpSpPr>
        <p:grpSpPr>
          <a:xfrm>
            <a:off x="7190430" y="5922241"/>
            <a:ext cx="615286" cy="184176"/>
            <a:chOff x="3872969" y="5806923"/>
            <a:chExt cx="1724341" cy="516155"/>
          </a:xfrm>
        </p:grpSpPr>
        <p:sp>
          <p:nvSpPr>
            <p:cNvPr id="40" name="Oval 39"/>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Oval 40"/>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4"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5"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6" name="Group 45"/>
          <p:cNvGrpSpPr/>
          <p:nvPr userDrawn="1"/>
        </p:nvGrpSpPr>
        <p:grpSpPr>
          <a:xfrm>
            <a:off x="10028060" y="5922241"/>
            <a:ext cx="615286" cy="184176"/>
            <a:chOff x="3872969" y="5806923"/>
            <a:chExt cx="1724341" cy="516155"/>
          </a:xfrm>
        </p:grpSpPr>
        <p:sp>
          <p:nvSpPr>
            <p:cNvPr id="47" name="Oval 46"/>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8" name="Oval 47"/>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1"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2"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17387752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53" presetClass="entr" presetSubtype="16"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childTnLst>
                          </p:cTn>
                        </p:par>
                        <p:par>
                          <p:cTn id="30" fill="hold">
                            <p:stCondLst>
                              <p:cond delay="2500"/>
                            </p:stCondLst>
                            <p:childTnLst>
                              <p:par>
                                <p:cTn id="31" presetID="53" presetClass="entr" presetSubtype="16"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p:cTn id="33" dur="500" fill="hold"/>
                                        <p:tgtEl>
                                          <p:spTgt spid="11"/>
                                        </p:tgtEl>
                                        <p:attrNameLst>
                                          <p:attrName>ppt_w</p:attrName>
                                        </p:attrNameLst>
                                      </p:cBhvr>
                                      <p:tavLst>
                                        <p:tav tm="0">
                                          <p:val>
                                            <p:fltVal val="0"/>
                                          </p:val>
                                        </p:tav>
                                        <p:tav tm="100000">
                                          <p:val>
                                            <p:strVal val="#ppt_w"/>
                                          </p:val>
                                        </p:tav>
                                      </p:tavLst>
                                    </p:anim>
                                    <p:anim calcmode="lin" valueType="num">
                                      <p:cBhvr>
                                        <p:cTn id="34" dur="500" fill="hold"/>
                                        <p:tgtEl>
                                          <p:spTgt spid="11"/>
                                        </p:tgtEl>
                                        <p:attrNameLst>
                                          <p:attrName>ppt_h</p:attrName>
                                        </p:attrNameLst>
                                      </p:cBhvr>
                                      <p:tavLst>
                                        <p:tav tm="0">
                                          <p:val>
                                            <p:fltVal val="0"/>
                                          </p:val>
                                        </p:tav>
                                        <p:tav tm="100000">
                                          <p:val>
                                            <p:strVal val="#ppt_h"/>
                                          </p:val>
                                        </p:tav>
                                      </p:tavLst>
                                    </p:anim>
                                    <p:animEffect transition="in" filter="fade">
                                      <p:cBhvr>
                                        <p:cTn id="35" dur="500"/>
                                        <p:tgtEl>
                                          <p:spTgt spid="11"/>
                                        </p:tgtEl>
                                      </p:cBhvr>
                                    </p:animEffect>
                                  </p:childTnLst>
                                </p:cTn>
                              </p:par>
                            </p:childTnLst>
                          </p:cTn>
                        </p:par>
                        <p:par>
                          <p:cTn id="36" fill="hold">
                            <p:stCondLst>
                              <p:cond delay="3000"/>
                            </p:stCondLst>
                            <p:childTnLst>
                              <p:par>
                                <p:cTn id="37" presetID="53" presetClass="entr" presetSubtype="16" fill="hold" grpId="0" nodeType="after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500" fill="hold"/>
                                        <p:tgtEl>
                                          <p:spTgt spid="12"/>
                                        </p:tgtEl>
                                        <p:attrNameLst>
                                          <p:attrName>ppt_w</p:attrName>
                                        </p:attrNameLst>
                                      </p:cBhvr>
                                      <p:tavLst>
                                        <p:tav tm="0">
                                          <p:val>
                                            <p:fltVal val="0"/>
                                          </p:val>
                                        </p:tav>
                                        <p:tav tm="100000">
                                          <p:val>
                                            <p:strVal val="#ppt_w"/>
                                          </p:val>
                                        </p:tav>
                                      </p:tavLst>
                                    </p:anim>
                                    <p:anim calcmode="lin" valueType="num">
                                      <p:cBhvr>
                                        <p:cTn id="40" dur="500" fill="hold"/>
                                        <p:tgtEl>
                                          <p:spTgt spid="12"/>
                                        </p:tgtEl>
                                        <p:attrNameLst>
                                          <p:attrName>ppt_h</p:attrName>
                                        </p:attrNameLst>
                                      </p:cBhvr>
                                      <p:tavLst>
                                        <p:tav tm="0">
                                          <p:val>
                                            <p:fltVal val="0"/>
                                          </p:val>
                                        </p:tav>
                                        <p:tav tm="100000">
                                          <p:val>
                                            <p:strVal val="#ppt_h"/>
                                          </p:val>
                                        </p:tav>
                                      </p:tavLst>
                                    </p:anim>
                                    <p:animEffect transition="in" filter="fade">
                                      <p:cBhvr>
                                        <p:cTn id="41" dur="500"/>
                                        <p:tgtEl>
                                          <p:spTgt spid="12"/>
                                        </p:tgtEl>
                                      </p:cBhvr>
                                    </p:animEffect>
                                  </p:childTnLst>
                                </p:cTn>
                              </p:par>
                            </p:childTnLst>
                          </p:cTn>
                        </p:par>
                        <p:par>
                          <p:cTn id="42" fill="hold">
                            <p:stCondLst>
                              <p:cond delay="3500"/>
                            </p:stCondLst>
                            <p:childTnLst>
                              <p:par>
                                <p:cTn id="43" presetID="53" presetClass="entr" presetSubtype="16" fill="hold" grpId="0" nodeType="afterEffect" nodePh="1">
                                  <p:stCondLst>
                                    <p:cond delay="0"/>
                                  </p:stCondLst>
                                  <p:endCondLst>
                                    <p:cond evt="begin" delay="0">
                                      <p:tn val="43"/>
                                    </p:cond>
                                  </p:endCondLst>
                                  <p:childTnLst>
                                    <p:set>
                                      <p:cBhvr>
                                        <p:cTn id="44" dur="1" fill="hold">
                                          <p:stCondLst>
                                            <p:cond delay="0"/>
                                          </p:stCondLst>
                                        </p:cTn>
                                        <p:tgtEl>
                                          <p:spTgt spid="13">
                                            <p:txEl>
                                              <p:pRg st="0" end="0"/>
                                            </p:txEl>
                                          </p:spTgt>
                                        </p:tgtEl>
                                        <p:attrNameLst>
                                          <p:attrName>style.visibility</p:attrName>
                                        </p:attrNameLst>
                                      </p:cBhvr>
                                      <p:to>
                                        <p:strVal val="visible"/>
                                      </p:to>
                                    </p:set>
                                    <p:anim calcmode="lin" valueType="num">
                                      <p:cBhvr>
                                        <p:cTn id="45"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46"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47" dur="500"/>
                                        <p:tgtEl>
                                          <p:spTgt spid="13">
                                            <p:txEl>
                                              <p:pRg st="0" end="0"/>
                                            </p:txEl>
                                          </p:spTgt>
                                        </p:tgtEl>
                                      </p:cBhvr>
                                    </p:animEffect>
                                  </p:childTnLst>
                                </p:cTn>
                              </p:par>
                            </p:childTnLst>
                          </p:cTn>
                        </p:par>
                        <p:par>
                          <p:cTn id="48" fill="hold">
                            <p:stCondLst>
                              <p:cond delay="4000"/>
                            </p:stCondLst>
                            <p:childTnLst>
                              <p:par>
                                <p:cTn id="49" presetID="42" presetClass="entr" presetSubtype="0" fill="hold" grpId="0" nodeType="afterEffect" nodePh="1">
                                  <p:stCondLst>
                                    <p:cond delay="0"/>
                                  </p:stCondLst>
                                  <p:endCondLst>
                                    <p:cond evt="begin" delay="0">
                                      <p:tn val="49"/>
                                    </p:cond>
                                  </p:endCondLst>
                                  <p:childTnLst>
                                    <p:set>
                                      <p:cBhvr>
                                        <p:cTn id="50" dur="1" fill="hold">
                                          <p:stCondLst>
                                            <p:cond delay="0"/>
                                          </p:stCondLst>
                                        </p:cTn>
                                        <p:tgtEl>
                                          <p:spTgt spid="14">
                                            <p:txEl>
                                              <p:pRg st="0" end="0"/>
                                            </p:txEl>
                                          </p:spTgt>
                                        </p:tgtEl>
                                        <p:attrNameLst>
                                          <p:attrName>style.visibility</p:attrName>
                                        </p:attrNameLst>
                                      </p:cBhvr>
                                      <p:to>
                                        <p:strVal val="visible"/>
                                      </p:to>
                                    </p:set>
                                    <p:animEffect transition="in" filter="fade">
                                      <p:cBhvr>
                                        <p:cTn id="51" dur="500"/>
                                        <p:tgtEl>
                                          <p:spTgt spid="14">
                                            <p:txEl>
                                              <p:pRg st="0" end="0"/>
                                            </p:txEl>
                                          </p:spTgt>
                                        </p:tgtEl>
                                      </p:cBhvr>
                                    </p:animEffect>
                                    <p:anim calcmode="lin" valueType="num">
                                      <p:cBhvr>
                                        <p:cTn id="5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1">
                                            <p:txEl>
                                              <p:pRg st="0" end="0"/>
                                            </p:txEl>
                                          </p:spTgt>
                                        </p:tgtEl>
                                        <p:attrNameLst>
                                          <p:attrName>style.visibility</p:attrName>
                                        </p:attrNameLst>
                                      </p:cBhvr>
                                      <p:to>
                                        <p:strVal val="visible"/>
                                      </p:to>
                                    </p:set>
                                    <p:animEffect transition="in" filter="fade">
                                      <p:cBhvr>
                                        <p:cTn id="57" dur="500"/>
                                        <p:tgtEl>
                                          <p:spTgt spid="21">
                                            <p:txEl>
                                              <p:pRg st="0" end="0"/>
                                            </p:txEl>
                                          </p:spTgt>
                                        </p:tgtEl>
                                      </p:cBhvr>
                                    </p:animEffect>
                                    <p:anim calcmode="lin" valueType="num">
                                      <p:cBhvr>
                                        <p:cTn id="5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10" presetClass="entr" presetSubtype="0" fill="hold" nodeType="after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childTnLst>
                          </p:cTn>
                        </p:par>
                        <p:par>
                          <p:cTn id="64" fill="hold">
                            <p:stCondLst>
                              <p:cond delay="55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5">
                                            <p:txEl>
                                              <p:pRg st="0" end="0"/>
                                            </p:txEl>
                                          </p:spTgt>
                                        </p:tgtEl>
                                        <p:attrNameLst>
                                          <p:attrName>style.visibility</p:attrName>
                                        </p:attrNameLst>
                                      </p:cBhvr>
                                      <p:to>
                                        <p:strVal val="visible"/>
                                      </p:to>
                                    </p:set>
                                    <p:anim calcmode="lin" valueType="num">
                                      <p:cBhvr>
                                        <p:cTn id="6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5">
                                            <p:txEl>
                                              <p:pRg st="0" end="0"/>
                                            </p:txEl>
                                          </p:spTgt>
                                        </p:tgtEl>
                                      </p:cBhvr>
                                    </p:animEffect>
                                  </p:childTnLst>
                                </p:cTn>
                              </p:par>
                            </p:childTnLst>
                          </p:cTn>
                        </p:par>
                        <p:par>
                          <p:cTn id="70" fill="hold">
                            <p:stCondLst>
                              <p:cond delay="60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16">
                                            <p:txEl>
                                              <p:pRg st="0" end="0"/>
                                            </p:txEl>
                                          </p:spTgt>
                                        </p:tgtEl>
                                        <p:attrNameLst>
                                          <p:attrName>style.visibility</p:attrName>
                                        </p:attrNameLst>
                                      </p:cBhvr>
                                      <p:to>
                                        <p:strVal val="visible"/>
                                      </p:to>
                                    </p:set>
                                    <p:animEffect transition="in" filter="fade">
                                      <p:cBhvr>
                                        <p:cTn id="73" dur="500"/>
                                        <p:tgtEl>
                                          <p:spTgt spid="16">
                                            <p:txEl>
                                              <p:pRg st="0" end="0"/>
                                            </p:txEl>
                                          </p:spTgt>
                                        </p:tgtEl>
                                      </p:cBhvr>
                                    </p:animEffect>
                                    <p:anim calcmode="lin" valueType="num">
                                      <p:cBhvr>
                                        <p:cTn id="7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6500"/>
                            </p:stCondLst>
                            <p:childTnLst>
                              <p:par>
                                <p:cTn id="77" presetID="42" presetClass="entr" presetSubtype="0" fill="hold" grpId="0" nodeType="afterEffect" nodePh="1">
                                  <p:stCondLst>
                                    <p:cond delay="0"/>
                                  </p:stCondLst>
                                  <p:endCondLst>
                                    <p:cond evt="begin" delay="0">
                                      <p:tn val="77"/>
                                    </p:cond>
                                  </p:endCondLst>
                                  <p:childTnLst>
                                    <p:set>
                                      <p:cBhvr>
                                        <p:cTn id="78" dur="1" fill="hold">
                                          <p:stCondLst>
                                            <p:cond delay="0"/>
                                          </p:stCondLst>
                                        </p:cTn>
                                        <p:tgtEl>
                                          <p:spTgt spid="22">
                                            <p:txEl>
                                              <p:pRg st="0" end="0"/>
                                            </p:txEl>
                                          </p:spTgt>
                                        </p:tgtEl>
                                        <p:attrNameLst>
                                          <p:attrName>style.visibility</p:attrName>
                                        </p:attrNameLst>
                                      </p:cBhvr>
                                      <p:to>
                                        <p:strVal val="visible"/>
                                      </p:to>
                                    </p:set>
                                    <p:animEffect transition="in" filter="fade">
                                      <p:cBhvr>
                                        <p:cTn id="79" dur="500"/>
                                        <p:tgtEl>
                                          <p:spTgt spid="22">
                                            <p:txEl>
                                              <p:pRg st="0" end="0"/>
                                            </p:txEl>
                                          </p:spTgt>
                                        </p:tgtEl>
                                      </p:cBhvr>
                                    </p:animEffect>
                                    <p:anim calcmode="lin" valueType="num">
                                      <p:cBhvr>
                                        <p:cTn id="8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8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82" fill="hold">
                            <p:stCondLst>
                              <p:cond delay="7000"/>
                            </p:stCondLst>
                            <p:childTnLst>
                              <p:par>
                                <p:cTn id="83" presetID="10" presetClass="entr" presetSubtype="0" fill="hold" nodeType="afterEffect">
                                  <p:stCondLst>
                                    <p:cond delay="0"/>
                                  </p:stCondLst>
                                  <p:childTnLst>
                                    <p:set>
                                      <p:cBhvr>
                                        <p:cTn id="84" dur="1" fill="hold">
                                          <p:stCondLst>
                                            <p:cond delay="0"/>
                                          </p:stCondLst>
                                        </p:cTn>
                                        <p:tgtEl>
                                          <p:spTgt spid="32"/>
                                        </p:tgtEl>
                                        <p:attrNameLst>
                                          <p:attrName>style.visibility</p:attrName>
                                        </p:attrNameLst>
                                      </p:cBhvr>
                                      <p:to>
                                        <p:strVal val="visible"/>
                                      </p:to>
                                    </p:set>
                                    <p:animEffect transition="in" filter="fade">
                                      <p:cBhvr>
                                        <p:cTn id="85" dur="500"/>
                                        <p:tgtEl>
                                          <p:spTgt spid="32"/>
                                        </p:tgtEl>
                                      </p:cBhvr>
                                    </p:animEffect>
                                  </p:childTnLst>
                                </p:cTn>
                              </p:par>
                            </p:childTnLst>
                          </p:cTn>
                        </p:par>
                        <p:par>
                          <p:cTn id="86" fill="hold">
                            <p:stCondLst>
                              <p:cond delay="7500"/>
                            </p:stCondLst>
                            <p:childTnLst>
                              <p:par>
                                <p:cTn id="87" presetID="53" presetClass="entr" presetSubtype="16" fill="hold" grpId="0" nodeType="afterEffect" nodePh="1">
                                  <p:stCondLst>
                                    <p:cond delay="0"/>
                                  </p:stCondLst>
                                  <p:endCondLst>
                                    <p:cond evt="begin" delay="0">
                                      <p:tn val="87"/>
                                    </p:cond>
                                  </p:endCondLst>
                                  <p:childTnLst>
                                    <p:set>
                                      <p:cBhvr>
                                        <p:cTn id="88" dur="1" fill="hold">
                                          <p:stCondLst>
                                            <p:cond delay="0"/>
                                          </p:stCondLst>
                                        </p:cTn>
                                        <p:tgtEl>
                                          <p:spTgt spid="17">
                                            <p:txEl>
                                              <p:pRg st="0" end="0"/>
                                            </p:txEl>
                                          </p:spTgt>
                                        </p:tgtEl>
                                        <p:attrNameLst>
                                          <p:attrName>style.visibility</p:attrName>
                                        </p:attrNameLst>
                                      </p:cBhvr>
                                      <p:to>
                                        <p:strVal val="visible"/>
                                      </p:to>
                                    </p:set>
                                    <p:anim calcmode="lin" valueType="num">
                                      <p:cBhvr>
                                        <p:cTn id="89"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90"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91" dur="500"/>
                                        <p:tgtEl>
                                          <p:spTgt spid="17">
                                            <p:txEl>
                                              <p:pRg st="0" end="0"/>
                                            </p:txEl>
                                          </p:spTgt>
                                        </p:tgtEl>
                                      </p:cBhvr>
                                    </p:animEffect>
                                  </p:childTnLst>
                                </p:cTn>
                              </p:par>
                            </p:childTnLst>
                          </p:cTn>
                        </p:par>
                        <p:par>
                          <p:cTn id="92" fill="hold">
                            <p:stCondLst>
                              <p:cond delay="8000"/>
                            </p:stCondLst>
                            <p:childTnLst>
                              <p:par>
                                <p:cTn id="93" presetID="42" presetClass="entr" presetSubtype="0" fill="hold" grpId="0" nodeType="afterEffect" nodePh="1">
                                  <p:stCondLst>
                                    <p:cond delay="0"/>
                                  </p:stCondLst>
                                  <p:endCondLst>
                                    <p:cond evt="begin" delay="0">
                                      <p:tn val="93"/>
                                    </p:cond>
                                  </p:endCondLst>
                                  <p:childTnLst>
                                    <p:set>
                                      <p:cBhvr>
                                        <p:cTn id="94" dur="1" fill="hold">
                                          <p:stCondLst>
                                            <p:cond delay="0"/>
                                          </p:stCondLst>
                                        </p:cTn>
                                        <p:tgtEl>
                                          <p:spTgt spid="18">
                                            <p:txEl>
                                              <p:pRg st="0" end="0"/>
                                            </p:txEl>
                                          </p:spTgt>
                                        </p:tgtEl>
                                        <p:attrNameLst>
                                          <p:attrName>style.visibility</p:attrName>
                                        </p:attrNameLst>
                                      </p:cBhvr>
                                      <p:to>
                                        <p:strVal val="visible"/>
                                      </p:to>
                                    </p:set>
                                    <p:animEffect transition="in" filter="fade">
                                      <p:cBhvr>
                                        <p:cTn id="95" dur="500"/>
                                        <p:tgtEl>
                                          <p:spTgt spid="18">
                                            <p:txEl>
                                              <p:pRg st="0" end="0"/>
                                            </p:txEl>
                                          </p:spTgt>
                                        </p:tgtEl>
                                      </p:cBhvr>
                                    </p:animEffect>
                                    <p:anim calcmode="lin" valueType="num">
                                      <p:cBhvr>
                                        <p:cTn id="9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9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23">
                                            <p:txEl>
                                              <p:pRg st="0" end="0"/>
                                            </p:txEl>
                                          </p:spTgt>
                                        </p:tgtEl>
                                        <p:attrNameLst>
                                          <p:attrName>style.visibility</p:attrName>
                                        </p:attrNameLst>
                                      </p:cBhvr>
                                      <p:to>
                                        <p:strVal val="visible"/>
                                      </p:to>
                                    </p:set>
                                    <p:animEffect transition="in" filter="fade">
                                      <p:cBhvr>
                                        <p:cTn id="101" dur="500"/>
                                        <p:tgtEl>
                                          <p:spTgt spid="23">
                                            <p:txEl>
                                              <p:pRg st="0" end="0"/>
                                            </p:txEl>
                                          </p:spTgt>
                                        </p:tgtEl>
                                      </p:cBhvr>
                                    </p:animEffect>
                                    <p:anim calcmode="lin" valueType="num">
                                      <p:cBhvr>
                                        <p:cTn id="10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10" presetClass="entr" presetSubtype="0" fill="hold" nodeType="afterEffect">
                                  <p:stCondLst>
                                    <p:cond delay="0"/>
                                  </p:stCondLst>
                                  <p:childTnLst>
                                    <p:set>
                                      <p:cBhvr>
                                        <p:cTn id="106" dur="1" fill="hold">
                                          <p:stCondLst>
                                            <p:cond delay="0"/>
                                          </p:stCondLst>
                                        </p:cTn>
                                        <p:tgtEl>
                                          <p:spTgt spid="39"/>
                                        </p:tgtEl>
                                        <p:attrNameLst>
                                          <p:attrName>style.visibility</p:attrName>
                                        </p:attrNameLst>
                                      </p:cBhvr>
                                      <p:to>
                                        <p:strVal val="visible"/>
                                      </p:to>
                                    </p:set>
                                    <p:animEffect transition="in" filter="fade">
                                      <p:cBhvr>
                                        <p:cTn id="107" dur="500"/>
                                        <p:tgtEl>
                                          <p:spTgt spid="39"/>
                                        </p:tgtEl>
                                      </p:cBhvr>
                                    </p:animEffect>
                                  </p:childTnLst>
                                </p:cTn>
                              </p:par>
                            </p:childTnLst>
                          </p:cTn>
                        </p:par>
                        <p:par>
                          <p:cTn id="108" fill="hold">
                            <p:stCondLst>
                              <p:cond delay="9500"/>
                            </p:stCondLst>
                            <p:childTnLst>
                              <p:par>
                                <p:cTn id="109" presetID="53" presetClass="entr" presetSubtype="16" fill="hold" grpId="0" nodeType="afterEffect" nodePh="1">
                                  <p:stCondLst>
                                    <p:cond delay="0"/>
                                  </p:stCondLst>
                                  <p:endCondLst>
                                    <p:cond evt="begin" delay="0">
                                      <p:tn val="109"/>
                                    </p:cond>
                                  </p:endCondLst>
                                  <p:childTnLst>
                                    <p:set>
                                      <p:cBhvr>
                                        <p:cTn id="110" dur="1" fill="hold">
                                          <p:stCondLst>
                                            <p:cond delay="0"/>
                                          </p:stCondLst>
                                        </p:cTn>
                                        <p:tgtEl>
                                          <p:spTgt spid="19">
                                            <p:txEl>
                                              <p:pRg st="0" end="0"/>
                                            </p:txEl>
                                          </p:spTgt>
                                        </p:tgtEl>
                                        <p:attrNameLst>
                                          <p:attrName>style.visibility</p:attrName>
                                        </p:attrNameLst>
                                      </p:cBhvr>
                                      <p:to>
                                        <p:strVal val="visible"/>
                                      </p:to>
                                    </p:set>
                                    <p:anim calcmode="lin" valueType="num">
                                      <p:cBhvr>
                                        <p:cTn id="111"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12"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13" dur="500"/>
                                        <p:tgtEl>
                                          <p:spTgt spid="19">
                                            <p:txEl>
                                              <p:pRg st="0" end="0"/>
                                            </p:txEl>
                                          </p:spTgt>
                                        </p:tgtEl>
                                      </p:cBhvr>
                                    </p:animEffect>
                                  </p:childTnLst>
                                </p:cTn>
                              </p:par>
                            </p:childTnLst>
                          </p:cTn>
                        </p:par>
                        <p:par>
                          <p:cTn id="114" fill="hold">
                            <p:stCondLst>
                              <p:cond delay="10000"/>
                            </p:stCondLst>
                            <p:childTnLst>
                              <p:par>
                                <p:cTn id="115" presetID="42" presetClass="entr" presetSubtype="0" fill="hold" grpId="0" nodeType="afterEffect" nodePh="1">
                                  <p:stCondLst>
                                    <p:cond delay="0"/>
                                  </p:stCondLst>
                                  <p:endCondLst>
                                    <p:cond evt="begin" delay="0">
                                      <p:tn val="115"/>
                                    </p:cond>
                                  </p:endCondLst>
                                  <p:childTnLst>
                                    <p:set>
                                      <p:cBhvr>
                                        <p:cTn id="116" dur="1" fill="hold">
                                          <p:stCondLst>
                                            <p:cond delay="0"/>
                                          </p:stCondLst>
                                        </p:cTn>
                                        <p:tgtEl>
                                          <p:spTgt spid="20">
                                            <p:txEl>
                                              <p:pRg st="0" end="0"/>
                                            </p:txEl>
                                          </p:spTgt>
                                        </p:tgtEl>
                                        <p:attrNameLst>
                                          <p:attrName>style.visibility</p:attrName>
                                        </p:attrNameLst>
                                      </p:cBhvr>
                                      <p:to>
                                        <p:strVal val="visible"/>
                                      </p:to>
                                    </p:set>
                                    <p:animEffect transition="in" filter="fade">
                                      <p:cBhvr>
                                        <p:cTn id="117" dur="500"/>
                                        <p:tgtEl>
                                          <p:spTgt spid="20">
                                            <p:txEl>
                                              <p:pRg st="0" end="0"/>
                                            </p:txEl>
                                          </p:spTgt>
                                        </p:tgtEl>
                                      </p:cBhvr>
                                    </p:animEffect>
                                    <p:anim calcmode="lin" valueType="num">
                                      <p:cBhvr>
                                        <p:cTn id="118"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119"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120" fill="hold">
                            <p:stCondLst>
                              <p:cond delay="10500"/>
                            </p:stCondLst>
                            <p:childTnLst>
                              <p:par>
                                <p:cTn id="121" presetID="42" presetClass="entr" presetSubtype="0" fill="hold" grpId="0" nodeType="afterEffect" nodePh="1">
                                  <p:stCondLst>
                                    <p:cond delay="0"/>
                                  </p:stCondLst>
                                  <p:endCondLst>
                                    <p:cond evt="begin" delay="0">
                                      <p:tn val="121"/>
                                    </p:cond>
                                  </p:endCondLst>
                                  <p:childTnLst>
                                    <p:set>
                                      <p:cBhvr>
                                        <p:cTn id="122" dur="1" fill="hold">
                                          <p:stCondLst>
                                            <p:cond delay="0"/>
                                          </p:stCondLst>
                                        </p:cTn>
                                        <p:tgtEl>
                                          <p:spTgt spid="24">
                                            <p:txEl>
                                              <p:pRg st="0" end="0"/>
                                            </p:txEl>
                                          </p:spTgt>
                                        </p:tgtEl>
                                        <p:attrNameLst>
                                          <p:attrName>style.visibility</p:attrName>
                                        </p:attrNameLst>
                                      </p:cBhvr>
                                      <p:to>
                                        <p:strVal val="visible"/>
                                      </p:to>
                                    </p:set>
                                    <p:animEffect transition="in" filter="fade">
                                      <p:cBhvr>
                                        <p:cTn id="123" dur="500"/>
                                        <p:tgtEl>
                                          <p:spTgt spid="24">
                                            <p:txEl>
                                              <p:pRg st="0" end="0"/>
                                            </p:txEl>
                                          </p:spTgt>
                                        </p:tgtEl>
                                      </p:cBhvr>
                                    </p:animEffect>
                                    <p:anim calcmode="lin" valueType="num">
                                      <p:cBhvr>
                                        <p:cTn id="12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2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26" fill="hold">
                            <p:stCondLst>
                              <p:cond delay="11000"/>
                            </p:stCondLst>
                            <p:childTnLst>
                              <p:par>
                                <p:cTn id="127" presetID="10" presetClass="entr" presetSubtype="0" fill="hold" nodeType="afterEffect">
                                  <p:stCondLst>
                                    <p:cond delay="0"/>
                                  </p:stCondLst>
                                  <p:childTnLst>
                                    <p:set>
                                      <p:cBhvr>
                                        <p:cTn id="128" dur="1" fill="hold">
                                          <p:stCondLst>
                                            <p:cond delay="0"/>
                                          </p:stCondLst>
                                        </p:cTn>
                                        <p:tgtEl>
                                          <p:spTgt spid="46"/>
                                        </p:tgtEl>
                                        <p:attrNameLst>
                                          <p:attrName>style.visibility</p:attrName>
                                        </p:attrNameLst>
                                      </p:cBhvr>
                                      <p:to>
                                        <p:strVal val="visible"/>
                                      </p:to>
                                    </p:set>
                                    <p:animEffect transition="in" filter="fade">
                                      <p:cBhvr>
                                        <p:cTn id="12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9" grpId="0" animBg="1"/>
      <p:bldP spid="10" grpId="0" animBg="1"/>
      <p:bldP spid="11" grpId="0" animBg="1"/>
      <p:bldP spid="12" grpId="0" animBg="1"/>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anim calcmode="lin" valueType="num">
                      <p:cBhvr>
                        <p:cTn dur="500" fill="hold"/>
                        <p:tgtEl>
                          <p:spTgt spid="14"/>
                        </p:tgtEl>
                        <p:attrNameLst>
                          <p:attrName>ppt_x</p:attrName>
                        </p:attrNameLst>
                      </p:cBhvr>
                      <p:tavLst>
                        <p:tav tm="0">
                          <p:val>
                            <p:strVal val="#ppt_x"/>
                          </p:val>
                        </p:tav>
                        <p:tav tm="100000">
                          <p:val>
                            <p:strVal val="#ppt_x"/>
                          </p:val>
                        </p:tav>
                      </p:tavLst>
                    </p:anim>
                    <p:anim calcmode="lin" valueType="num">
                      <p:cBhvr>
                        <p:cTn dur="500" fill="hold"/>
                        <p:tgtEl>
                          <p:spTgt spid="14"/>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814FC5DC-1335-AC4E-8C8D-16852A0703AC}"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928685"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124607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3" name="Picture Placeholder 30"/>
          <p:cNvSpPr>
            <a:spLocks noGrp="1"/>
          </p:cNvSpPr>
          <p:nvPr>
            <p:ph type="pic" sz="quarter" idx="34" hasCustomPrompt="1"/>
          </p:nvPr>
        </p:nvSpPr>
        <p:spPr>
          <a:xfrm>
            <a:off x="403860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5" name="Picture Placeholder 30"/>
          <p:cNvSpPr>
            <a:spLocks noGrp="1"/>
          </p:cNvSpPr>
          <p:nvPr>
            <p:ph type="pic" sz="quarter" idx="35" hasCustomPrompt="1"/>
          </p:nvPr>
        </p:nvSpPr>
        <p:spPr>
          <a:xfrm>
            <a:off x="6834187"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7" name="Picture Placeholder 30"/>
          <p:cNvSpPr>
            <a:spLocks noGrp="1"/>
          </p:cNvSpPr>
          <p:nvPr>
            <p:ph type="pic" sz="quarter" idx="36" hasCustomPrompt="1"/>
          </p:nvPr>
        </p:nvSpPr>
        <p:spPr>
          <a:xfrm>
            <a:off x="9712442" y="2009148"/>
            <a:ext cx="1233487" cy="1695450"/>
          </a:xfrm>
          <a:solidFill>
            <a:schemeClr val="bg1">
              <a:lumMod val="85000"/>
            </a:schemeClr>
          </a:solidFill>
        </p:spPr>
        <p:txBody>
          <a:bodyPr/>
          <a:lstStyle>
            <a:lvl1pPr>
              <a:defRPr/>
            </a:lvl1pPr>
          </a:lstStyle>
          <a:p>
            <a:r>
              <a:rPr lang="id-ID" dirty="0" smtClean="0"/>
              <a:t>Pic here</a:t>
            </a:r>
            <a:endParaRPr lang="en-AU" dirty="0"/>
          </a:p>
        </p:txBody>
      </p:sp>
      <p:grpSp>
        <p:nvGrpSpPr>
          <p:cNvPr id="25" name="Group 24"/>
          <p:cNvGrpSpPr/>
          <p:nvPr userDrawn="1"/>
        </p:nvGrpSpPr>
        <p:grpSpPr>
          <a:xfrm>
            <a:off x="973770" y="5352142"/>
            <a:ext cx="1724341" cy="516155"/>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8"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9"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0" name="Group 39"/>
          <p:cNvGrpSpPr/>
          <p:nvPr userDrawn="1"/>
        </p:nvGrpSpPr>
        <p:grpSpPr>
          <a:xfrm>
            <a:off x="3793172" y="5361672"/>
            <a:ext cx="1724341" cy="516155"/>
            <a:chOff x="3872969" y="5806923"/>
            <a:chExt cx="1724341" cy="516155"/>
          </a:xfrm>
        </p:grpSpPr>
        <p:sp>
          <p:nvSpPr>
            <p:cNvPr id="41" name="Oval 40"/>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Oval 42"/>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4"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5"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6"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7" name="Group 46"/>
          <p:cNvGrpSpPr/>
          <p:nvPr userDrawn="1"/>
        </p:nvGrpSpPr>
        <p:grpSpPr>
          <a:xfrm>
            <a:off x="6654134" y="5352141"/>
            <a:ext cx="1724341" cy="516155"/>
            <a:chOff x="3872969" y="5806923"/>
            <a:chExt cx="1724341" cy="516155"/>
          </a:xfrm>
        </p:grpSpPr>
        <p:sp>
          <p:nvSpPr>
            <p:cNvPr id="48" name="Oval 47"/>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Oval 49"/>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1"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2"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3"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54" name="Group 53"/>
          <p:cNvGrpSpPr/>
          <p:nvPr userDrawn="1"/>
        </p:nvGrpSpPr>
        <p:grpSpPr>
          <a:xfrm>
            <a:off x="9473536" y="5361672"/>
            <a:ext cx="1724341" cy="516155"/>
            <a:chOff x="3872969" y="5806923"/>
            <a:chExt cx="1724341" cy="516155"/>
          </a:xfrm>
        </p:grpSpPr>
        <p:sp>
          <p:nvSpPr>
            <p:cNvPr id="55" name="Oval 54"/>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6" name="Oval 55"/>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7" name="Oval 56"/>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8"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9"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60"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38075107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33"/>
                                        </p:tgtEl>
                                        <p:attrNameLst>
                                          <p:attrName>style.visibility</p:attrName>
                                        </p:attrNameLst>
                                      </p:cBhvr>
                                      <p:to>
                                        <p:strVal val="visible"/>
                                      </p:to>
                                    </p:set>
                                    <p:animEffect transition="in" filter="fade">
                                      <p:cBhvr>
                                        <p:cTn id="45" dur="500"/>
                                        <p:tgtEl>
                                          <p:spTgt spid="33"/>
                                        </p:tgtEl>
                                      </p:cBhvr>
                                    </p:animEffect>
                                    <p:anim calcmode="lin" valueType="num">
                                      <p:cBhvr>
                                        <p:cTn id="46" dur="500" fill="hold"/>
                                        <p:tgtEl>
                                          <p:spTgt spid="33"/>
                                        </p:tgtEl>
                                        <p:attrNameLst>
                                          <p:attrName>ppt_x</p:attrName>
                                        </p:attrNameLst>
                                      </p:cBhvr>
                                      <p:tavLst>
                                        <p:tav tm="0">
                                          <p:val>
                                            <p:strVal val="#ppt_x"/>
                                          </p:val>
                                        </p:tav>
                                        <p:tav tm="100000">
                                          <p:val>
                                            <p:strVal val="#ppt_x"/>
                                          </p:val>
                                        </p:tav>
                                      </p:tavLst>
                                    </p:anim>
                                    <p:anim calcmode="lin" valueType="num">
                                      <p:cBhvr>
                                        <p:cTn id="47" dur="500" fill="hold"/>
                                        <p:tgtEl>
                                          <p:spTgt spid="33"/>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53" presetClass="entr" presetSubtype="16" fill="hold" grpId="0" nodeType="afterEffect" nodePh="1">
                                  <p:stCondLst>
                                    <p:cond delay="0"/>
                                  </p:stCondLst>
                                  <p:endCondLst>
                                    <p:cond evt="begin" delay="0">
                                      <p:tn val="49"/>
                                    </p:cond>
                                  </p:endCondLst>
                                  <p:childTnLst>
                                    <p:set>
                                      <p:cBhvr>
                                        <p:cTn id="50" dur="1" fill="hold">
                                          <p:stCondLst>
                                            <p:cond delay="0"/>
                                          </p:stCondLst>
                                        </p:cTn>
                                        <p:tgtEl>
                                          <p:spTgt spid="15">
                                            <p:txEl>
                                              <p:pRg st="0" end="0"/>
                                            </p:txEl>
                                          </p:spTgt>
                                        </p:tgtEl>
                                        <p:attrNameLst>
                                          <p:attrName>style.visibility</p:attrName>
                                        </p:attrNameLst>
                                      </p:cBhvr>
                                      <p:to>
                                        <p:strVal val="visible"/>
                                      </p:to>
                                    </p:set>
                                    <p:anim calcmode="lin" valueType="num">
                                      <p:cBhvr>
                                        <p:cTn id="51"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52"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53" dur="500"/>
                                        <p:tgtEl>
                                          <p:spTgt spid="15">
                                            <p:txEl>
                                              <p:pRg st="0" end="0"/>
                                            </p:txEl>
                                          </p:spTgt>
                                        </p:tgtEl>
                                      </p:cBhvr>
                                    </p:animEffect>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2">
                                            <p:txEl>
                                              <p:pRg st="0" end="0"/>
                                            </p:txEl>
                                          </p:spTgt>
                                        </p:tgtEl>
                                        <p:attrNameLst>
                                          <p:attrName>style.visibility</p:attrName>
                                        </p:attrNameLst>
                                      </p:cBhvr>
                                      <p:to>
                                        <p:strVal val="visible"/>
                                      </p:to>
                                    </p:set>
                                    <p:animEffect transition="in" filter="fade">
                                      <p:cBhvr>
                                        <p:cTn id="57" dur="500"/>
                                        <p:tgtEl>
                                          <p:spTgt spid="22">
                                            <p:txEl>
                                              <p:pRg st="0" end="0"/>
                                            </p:txEl>
                                          </p:spTgt>
                                        </p:tgtEl>
                                      </p:cBhvr>
                                    </p:animEffect>
                                    <p:anim calcmode="lin" valueType="num">
                                      <p:cBhvr>
                                        <p:cTn id="58"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53" presetClass="entr" presetSubtype="16" fill="hold" nodeType="afterEffect">
                                  <p:stCondLst>
                                    <p:cond delay="0"/>
                                  </p:stCondLst>
                                  <p:childTnLst>
                                    <p:set>
                                      <p:cBhvr>
                                        <p:cTn id="62" dur="1" fill="hold">
                                          <p:stCondLst>
                                            <p:cond delay="0"/>
                                          </p:stCondLst>
                                        </p:cTn>
                                        <p:tgtEl>
                                          <p:spTgt spid="40"/>
                                        </p:tgtEl>
                                        <p:attrNameLst>
                                          <p:attrName>style.visibility</p:attrName>
                                        </p:attrNameLst>
                                      </p:cBhvr>
                                      <p:to>
                                        <p:strVal val="visible"/>
                                      </p:to>
                                    </p:set>
                                    <p:anim calcmode="lin" valueType="num">
                                      <p:cBhvr>
                                        <p:cTn id="63" dur="500" fill="hold"/>
                                        <p:tgtEl>
                                          <p:spTgt spid="40"/>
                                        </p:tgtEl>
                                        <p:attrNameLst>
                                          <p:attrName>ppt_w</p:attrName>
                                        </p:attrNameLst>
                                      </p:cBhvr>
                                      <p:tavLst>
                                        <p:tav tm="0">
                                          <p:val>
                                            <p:fltVal val="0"/>
                                          </p:val>
                                        </p:tav>
                                        <p:tav tm="100000">
                                          <p:val>
                                            <p:strVal val="#ppt_w"/>
                                          </p:val>
                                        </p:tav>
                                      </p:tavLst>
                                    </p:anim>
                                    <p:anim calcmode="lin" valueType="num">
                                      <p:cBhvr>
                                        <p:cTn id="64" dur="500" fill="hold"/>
                                        <p:tgtEl>
                                          <p:spTgt spid="40"/>
                                        </p:tgtEl>
                                        <p:attrNameLst>
                                          <p:attrName>ppt_h</p:attrName>
                                        </p:attrNameLst>
                                      </p:cBhvr>
                                      <p:tavLst>
                                        <p:tav tm="0">
                                          <p:val>
                                            <p:fltVal val="0"/>
                                          </p:val>
                                        </p:tav>
                                        <p:tav tm="100000">
                                          <p:val>
                                            <p:strVal val="#ppt_h"/>
                                          </p:val>
                                        </p:tav>
                                      </p:tavLst>
                                    </p:anim>
                                    <p:animEffect transition="in" filter="fade">
                                      <p:cBhvr>
                                        <p:cTn id="65" dur="500"/>
                                        <p:tgtEl>
                                          <p:spTgt spid="40"/>
                                        </p:tgtEl>
                                      </p:cBhvr>
                                    </p:animEffect>
                                  </p:childTnLst>
                                </p:cTn>
                              </p:par>
                            </p:childTnLst>
                          </p:cTn>
                        </p:par>
                        <p:par>
                          <p:cTn id="66" fill="hold">
                            <p:stCondLst>
                              <p:cond delay="5500"/>
                            </p:stCondLst>
                            <p:childTnLst>
                              <p:par>
                                <p:cTn id="67" presetID="42" presetClass="entr" presetSubtype="0" fill="hold" grpId="0" nodeType="afterEffect">
                                  <p:stCondLst>
                                    <p:cond delay="0"/>
                                  </p:stCondLst>
                                  <p:childTnLst>
                                    <p:set>
                                      <p:cBhvr>
                                        <p:cTn id="68" dur="1" fill="hold">
                                          <p:stCondLst>
                                            <p:cond delay="0"/>
                                          </p:stCondLst>
                                        </p:cTn>
                                        <p:tgtEl>
                                          <p:spTgt spid="35"/>
                                        </p:tgtEl>
                                        <p:attrNameLst>
                                          <p:attrName>style.visibility</p:attrName>
                                        </p:attrNameLst>
                                      </p:cBhvr>
                                      <p:to>
                                        <p:strVal val="visible"/>
                                      </p:to>
                                    </p:set>
                                    <p:animEffect transition="in" filter="fade">
                                      <p:cBhvr>
                                        <p:cTn id="69" dur="500"/>
                                        <p:tgtEl>
                                          <p:spTgt spid="35"/>
                                        </p:tgtEl>
                                      </p:cBhvr>
                                    </p:animEffect>
                                    <p:anim calcmode="lin" valueType="num">
                                      <p:cBhvr>
                                        <p:cTn id="70" dur="500" fill="hold"/>
                                        <p:tgtEl>
                                          <p:spTgt spid="35"/>
                                        </p:tgtEl>
                                        <p:attrNameLst>
                                          <p:attrName>ppt_x</p:attrName>
                                        </p:attrNameLst>
                                      </p:cBhvr>
                                      <p:tavLst>
                                        <p:tav tm="0">
                                          <p:val>
                                            <p:strVal val="#ppt_x"/>
                                          </p:val>
                                        </p:tav>
                                        <p:tav tm="100000">
                                          <p:val>
                                            <p:strVal val="#ppt_x"/>
                                          </p:val>
                                        </p:tav>
                                      </p:tavLst>
                                    </p:anim>
                                    <p:anim calcmode="lin" valueType="num">
                                      <p:cBhvr>
                                        <p:cTn id="71" dur="500" fill="hold"/>
                                        <p:tgtEl>
                                          <p:spTgt spid="35"/>
                                        </p:tgtEl>
                                        <p:attrNameLst>
                                          <p:attrName>ppt_y</p:attrName>
                                        </p:attrNameLst>
                                      </p:cBhvr>
                                      <p:tavLst>
                                        <p:tav tm="0">
                                          <p:val>
                                            <p:strVal val="#ppt_y+.1"/>
                                          </p:val>
                                        </p:tav>
                                        <p:tav tm="100000">
                                          <p:val>
                                            <p:strVal val="#ppt_y"/>
                                          </p:val>
                                        </p:tav>
                                      </p:tavLst>
                                    </p:anim>
                                  </p:childTnLst>
                                </p:cTn>
                              </p:par>
                            </p:childTnLst>
                          </p:cTn>
                        </p:par>
                        <p:par>
                          <p:cTn id="72" fill="hold">
                            <p:stCondLst>
                              <p:cond delay="60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17">
                                            <p:txEl>
                                              <p:pRg st="0" end="0"/>
                                            </p:txEl>
                                          </p:spTgt>
                                        </p:tgtEl>
                                        <p:attrNameLst>
                                          <p:attrName>style.visibility</p:attrName>
                                        </p:attrNameLst>
                                      </p:cBhvr>
                                      <p:to>
                                        <p:strVal val="visible"/>
                                      </p:to>
                                    </p:set>
                                    <p:anim calcmode="lin" valueType="num">
                                      <p:cBhvr>
                                        <p:cTn id="75"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17">
                                            <p:txEl>
                                              <p:pRg st="0" end="0"/>
                                            </p:txEl>
                                          </p:spTgt>
                                        </p:tgtEl>
                                      </p:cBhvr>
                                    </p:animEffect>
                                  </p:childTnLst>
                                </p:cTn>
                              </p:par>
                            </p:childTnLst>
                          </p:cTn>
                        </p:par>
                        <p:par>
                          <p:cTn id="78" fill="hold">
                            <p:stCondLst>
                              <p:cond delay="6500"/>
                            </p:stCondLst>
                            <p:childTnLst>
                              <p:par>
                                <p:cTn id="79" presetID="42" presetClass="entr" presetSubtype="0" fill="hold" grpId="0" nodeType="afterEffect" nodePh="1">
                                  <p:stCondLst>
                                    <p:cond delay="0"/>
                                  </p:stCondLst>
                                  <p:endCondLst>
                                    <p:cond evt="begin" delay="0">
                                      <p:tn val="79"/>
                                    </p:cond>
                                  </p:endCondLst>
                                  <p:childTnLst>
                                    <p:set>
                                      <p:cBhvr>
                                        <p:cTn id="80" dur="1" fill="hold">
                                          <p:stCondLst>
                                            <p:cond delay="0"/>
                                          </p:stCondLst>
                                        </p:cTn>
                                        <p:tgtEl>
                                          <p:spTgt spid="23">
                                            <p:txEl>
                                              <p:pRg st="0" end="0"/>
                                            </p:txEl>
                                          </p:spTgt>
                                        </p:tgtEl>
                                        <p:attrNameLst>
                                          <p:attrName>style.visibility</p:attrName>
                                        </p:attrNameLst>
                                      </p:cBhvr>
                                      <p:to>
                                        <p:strVal val="visible"/>
                                      </p:to>
                                    </p:set>
                                    <p:animEffect transition="in" filter="fade">
                                      <p:cBhvr>
                                        <p:cTn id="81" dur="500"/>
                                        <p:tgtEl>
                                          <p:spTgt spid="23">
                                            <p:txEl>
                                              <p:pRg st="0" end="0"/>
                                            </p:txEl>
                                          </p:spTgt>
                                        </p:tgtEl>
                                      </p:cBhvr>
                                    </p:animEffect>
                                    <p:anim calcmode="lin" valueType="num">
                                      <p:cBhvr>
                                        <p:cTn id="8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8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84" fill="hold">
                            <p:stCondLst>
                              <p:cond delay="7000"/>
                            </p:stCondLst>
                            <p:childTnLst>
                              <p:par>
                                <p:cTn id="85" presetID="53" presetClass="entr" presetSubtype="16" fill="hold" nodeType="after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p:cTn id="87" dur="500" fill="hold"/>
                                        <p:tgtEl>
                                          <p:spTgt spid="47"/>
                                        </p:tgtEl>
                                        <p:attrNameLst>
                                          <p:attrName>ppt_w</p:attrName>
                                        </p:attrNameLst>
                                      </p:cBhvr>
                                      <p:tavLst>
                                        <p:tav tm="0">
                                          <p:val>
                                            <p:fltVal val="0"/>
                                          </p:val>
                                        </p:tav>
                                        <p:tav tm="100000">
                                          <p:val>
                                            <p:strVal val="#ppt_w"/>
                                          </p:val>
                                        </p:tav>
                                      </p:tavLst>
                                    </p:anim>
                                    <p:anim calcmode="lin" valueType="num">
                                      <p:cBhvr>
                                        <p:cTn id="88" dur="500" fill="hold"/>
                                        <p:tgtEl>
                                          <p:spTgt spid="47"/>
                                        </p:tgtEl>
                                        <p:attrNameLst>
                                          <p:attrName>ppt_h</p:attrName>
                                        </p:attrNameLst>
                                      </p:cBhvr>
                                      <p:tavLst>
                                        <p:tav tm="0">
                                          <p:val>
                                            <p:fltVal val="0"/>
                                          </p:val>
                                        </p:tav>
                                        <p:tav tm="100000">
                                          <p:val>
                                            <p:strVal val="#ppt_h"/>
                                          </p:val>
                                        </p:tav>
                                      </p:tavLst>
                                    </p:anim>
                                    <p:animEffect transition="in" filter="fade">
                                      <p:cBhvr>
                                        <p:cTn id="89" dur="500"/>
                                        <p:tgtEl>
                                          <p:spTgt spid="47"/>
                                        </p:tgtEl>
                                      </p:cBhvr>
                                    </p:animEffect>
                                  </p:childTnLst>
                                </p:cTn>
                              </p:par>
                            </p:childTnLst>
                          </p:cTn>
                        </p:par>
                        <p:par>
                          <p:cTn id="90" fill="hold">
                            <p:stCondLst>
                              <p:cond delay="7500"/>
                            </p:stCondLst>
                            <p:childTnLst>
                              <p:par>
                                <p:cTn id="91" presetID="42" presetClass="entr" presetSubtype="0" fill="hold" grpId="0" nodeType="afterEffect">
                                  <p:stCondLst>
                                    <p:cond delay="0"/>
                                  </p:stCondLst>
                                  <p:childTnLst>
                                    <p:set>
                                      <p:cBhvr>
                                        <p:cTn id="92" dur="1" fill="hold">
                                          <p:stCondLst>
                                            <p:cond delay="0"/>
                                          </p:stCondLst>
                                        </p:cTn>
                                        <p:tgtEl>
                                          <p:spTgt spid="37"/>
                                        </p:tgtEl>
                                        <p:attrNameLst>
                                          <p:attrName>style.visibility</p:attrName>
                                        </p:attrNameLst>
                                      </p:cBhvr>
                                      <p:to>
                                        <p:strVal val="visible"/>
                                      </p:to>
                                    </p:set>
                                    <p:animEffect transition="in" filter="fade">
                                      <p:cBhvr>
                                        <p:cTn id="93" dur="500"/>
                                        <p:tgtEl>
                                          <p:spTgt spid="37"/>
                                        </p:tgtEl>
                                      </p:cBhvr>
                                    </p:animEffect>
                                    <p:anim calcmode="lin" valueType="num">
                                      <p:cBhvr>
                                        <p:cTn id="94" dur="500" fill="hold"/>
                                        <p:tgtEl>
                                          <p:spTgt spid="37"/>
                                        </p:tgtEl>
                                        <p:attrNameLst>
                                          <p:attrName>ppt_x</p:attrName>
                                        </p:attrNameLst>
                                      </p:cBhvr>
                                      <p:tavLst>
                                        <p:tav tm="0">
                                          <p:val>
                                            <p:strVal val="#ppt_x"/>
                                          </p:val>
                                        </p:tav>
                                        <p:tav tm="100000">
                                          <p:val>
                                            <p:strVal val="#ppt_x"/>
                                          </p:val>
                                        </p:tav>
                                      </p:tavLst>
                                    </p:anim>
                                    <p:anim calcmode="lin" valueType="num">
                                      <p:cBhvr>
                                        <p:cTn id="95" dur="500" fill="hold"/>
                                        <p:tgtEl>
                                          <p:spTgt spid="37"/>
                                        </p:tgtEl>
                                        <p:attrNameLst>
                                          <p:attrName>ppt_y</p:attrName>
                                        </p:attrNameLst>
                                      </p:cBhvr>
                                      <p:tavLst>
                                        <p:tav tm="0">
                                          <p:val>
                                            <p:strVal val="#ppt_y+.1"/>
                                          </p:val>
                                        </p:tav>
                                        <p:tav tm="100000">
                                          <p:val>
                                            <p:strVal val="#ppt_y"/>
                                          </p:val>
                                        </p:tav>
                                      </p:tavLst>
                                    </p:anim>
                                  </p:childTnLst>
                                </p:cTn>
                              </p:par>
                            </p:childTnLst>
                          </p:cTn>
                        </p:par>
                        <p:par>
                          <p:cTn id="96" fill="hold">
                            <p:stCondLst>
                              <p:cond delay="8000"/>
                            </p:stCondLst>
                            <p:childTnLst>
                              <p:par>
                                <p:cTn id="97" presetID="53" presetClass="entr" presetSubtype="16" fill="hold" grpId="0" nodeType="afterEffect" nodePh="1">
                                  <p:stCondLst>
                                    <p:cond delay="0"/>
                                  </p:stCondLst>
                                  <p:endCondLst>
                                    <p:cond evt="begin" delay="0">
                                      <p:tn val="97"/>
                                    </p:cond>
                                  </p:endCondLst>
                                  <p:childTnLst>
                                    <p:set>
                                      <p:cBhvr>
                                        <p:cTn id="98" dur="1" fill="hold">
                                          <p:stCondLst>
                                            <p:cond delay="0"/>
                                          </p:stCondLst>
                                        </p:cTn>
                                        <p:tgtEl>
                                          <p:spTgt spid="19">
                                            <p:txEl>
                                              <p:pRg st="0" end="0"/>
                                            </p:txEl>
                                          </p:spTgt>
                                        </p:tgtEl>
                                        <p:attrNameLst>
                                          <p:attrName>style.visibility</p:attrName>
                                        </p:attrNameLst>
                                      </p:cBhvr>
                                      <p:to>
                                        <p:strVal val="visible"/>
                                      </p:to>
                                    </p:set>
                                    <p:anim calcmode="lin" valueType="num">
                                      <p:cBhvr>
                                        <p:cTn id="99"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00"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01" dur="500"/>
                                        <p:tgtEl>
                                          <p:spTgt spid="19">
                                            <p:txEl>
                                              <p:pRg st="0" end="0"/>
                                            </p:txEl>
                                          </p:spTgt>
                                        </p:tgtEl>
                                      </p:cBhvr>
                                    </p:animEffect>
                                  </p:childTnLst>
                                </p:cTn>
                              </p:par>
                            </p:childTnLst>
                          </p:cTn>
                        </p:par>
                        <p:par>
                          <p:cTn id="102" fill="hold">
                            <p:stCondLst>
                              <p:cond delay="8500"/>
                            </p:stCondLst>
                            <p:childTnLst>
                              <p:par>
                                <p:cTn id="103" presetID="42" presetClass="entr" presetSubtype="0" fill="hold" grpId="0" nodeType="afterEffect" nodePh="1">
                                  <p:stCondLst>
                                    <p:cond delay="0"/>
                                  </p:stCondLst>
                                  <p:endCondLst>
                                    <p:cond evt="begin" delay="0">
                                      <p:tn val="103"/>
                                    </p:cond>
                                  </p:endCondLst>
                                  <p:childTnLst>
                                    <p:set>
                                      <p:cBhvr>
                                        <p:cTn id="104" dur="1" fill="hold">
                                          <p:stCondLst>
                                            <p:cond delay="0"/>
                                          </p:stCondLst>
                                        </p:cTn>
                                        <p:tgtEl>
                                          <p:spTgt spid="24">
                                            <p:txEl>
                                              <p:pRg st="0" end="0"/>
                                            </p:txEl>
                                          </p:spTgt>
                                        </p:tgtEl>
                                        <p:attrNameLst>
                                          <p:attrName>style.visibility</p:attrName>
                                        </p:attrNameLst>
                                      </p:cBhvr>
                                      <p:to>
                                        <p:strVal val="visible"/>
                                      </p:to>
                                    </p:set>
                                    <p:animEffect transition="in" filter="fade">
                                      <p:cBhvr>
                                        <p:cTn id="105" dur="500"/>
                                        <p:tgtEl>
                                          <p:spTgt spid="24">
                                            <p:txEl>
                                              <p:pRg st="0" end="0"/>
                                            </p:txEl>
                                          </p:spTgt>
                                        </p:tgtEl>
                                      </p:cBhvr>
                                    </p:animEffect>
                                    <p:anim calcmode="lin" valueType="num">
                                      <p:cBhvr>
                                        <p:cTn id="10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07"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08" fill="hold">
                            <p:stCondLst>
                              <p:cond delay="9000"/>
                            </p:stCondLst>
                            <p:childTnLst>
                              <p:par>
                                <p:cTn id="109" presetID="53" presetClass="entr" presetSubtype="16" fill="hold" nodeType="afterEffect">
                                  <p:stCondLst>
                                    <p:cond delay="0"/>
                                  </p:stCondLst>
                                  <p:childTnLst>
                                    <p:set>
                                      <p:cBhvr>
                                        <p:cTn id="110" dur="1" fill="hold">
                                          <p:stCondLst>
                                            <p:cond delay="0"/>
                                          </p:stCondLst>
                                        </p:cTn>
                                        <p:tgtEl>
                                          <p:spTgt spid="54"/>
                                        </p:tgtEl>
                                        <p:attrNameLst>
                                          <p:attrName>style.visibility</p:attrName>
                                        </p:attrNameLst>
                                      </p:cBhvr>
                                      <p:to>
                                        <p:strVal val="visible"/>
                                      </p:to>
                                    </p:set>
                                    <p:anim calcmode="lin" valueType="num">
                                      <p:cBhvr>
                                        <p:cTn id="111" dur="500" fill="hold"/>
                                        <p:tgtEl>
                                          <p:spTgt spid="54"/>
                                        </p:tgtEl>
                                        <p:attrNameLst>
                                          <p:attrName>ppt_w</p:attrName>
                                        </p:attrNameLst>
                                      </p:cBhvr>
                                      <p:tavLst>
                                        <p:tav tm="0">
                                          <p:val>
                                            <p:fltVal val="0"/>
                                          </p:val>
                                        </p:tav>
                                        <p:tav tm="100000">
                                          <p:val>
                                            <p:strVal val="#ppt_w"/>
                                          </p:val>
                                        </p:tav>
                                      </p:tavLst>
                                    </p:anim>
                                    <p:anim calcmode="lin" valueType="num">
                                      <p:cBhvr>
                                        <p:cTn id="112" dur="500" fill="hold"/>
                                        <p:tgtEl>
                                          <p:spTgt spid="54"/>
                                        </p:tgtEl>
                                        <p:attrNameLst>
                                          <p:attrName>ppt_h</p:attrName>
                                        </p:attrNameLst>
                                      </p:cBhvr>
                                      <p:tavLst>
                                        <p:tav tm="0">
                                          <p:val>
                                            <p:fltVal val="0"/>
                                          </p:val>
                                        </p:tav>
                                        <p:tav tm="100000">
                                          <p:val>
                                            <p:strVal val="#ppt_h"/>
                                          </p:val>
                                        </p:tav>
                                      </p:tavLst>
                                    </p:anim>
                                    <p:animEffect transition="in" filter="fade">
                                      <p:cBhvr>
                                        <p:cTn id="11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31" grpId="0" animBg="1"/>
      <p:bldP spid="33" grpId="0" animBg="1"/>
      <p:bldP spid="35" grpId="0" animBg="1"/>
      <p:bldP spid="37" grpId="0" animBg="1"/>
    </p:bldLst>
  </p:timing>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4B07BC24-01B9-B746-A2C9-A3A7B8E6176F}"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153400" y="5316142"/>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153400" y="5593818"/>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8153400" y="1898601"/>
            <a:ext cx="2492492" cy="3145782"/>
          </a:xfrm>
          <a:solidFill>
            <a:schemeClr val="bg1">
              <a:lumMod val="85000"/>
            </a:schemeClr>
          </a:solidFill>
        </p:spPr>
        <p:txBody>
          <a:bodyPr/>
          <a:lstStyle>
            <a:lvl1pPr>
              <a:defRPr/>
            </a:lvl1pPr>
          </a:lstStyle>
          <a:p>
            <a:r>
              <a:rPr lang="id-ID" dirty="0" smtClean="0"/>
              <a:t>Pic here</a:t>
            </a:r>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97100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2542601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p:cTn id="39"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25">
                                            <p:txEl>
                                              <p:pRg st="0" end="0"/>
                                            </p:txEl>
                                          </p:spTgt>
                                        </p:tgtEl>
                                      </p:cBhvr>
                                    </p:animEffect>
                                  </p:childTnLst>
                                </p:cTn>
                              </p:par>
                            </p:childTnLst>
                          </p:cTn>
                        </p:par>
                        <p:par>
                          <p:cTn id="42" fill="hold">
                            <p:stCondLst>
                              <p:cond delay="35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26">
                                            <p:txEl>
                                              <p:pRg st="0" end="0"/>
                                            </p:txEl>
                                          </p:spTgt>
                                        </p:tgtEl>
                                        <p:attrNameLst>
                                          <p:attrName>style.visibility</p:attrName>
                                        </p:attrNameLst>
                                      </p:cBhvr>
                                      <p:to>
                                        <p:strVal val="visible"/>
                                      </p:to>
                                    </p:set>
                                    <p:animEffect transition="in" filter="fade">
                                      <p:cBhvr>
                                        <p:cTn id="45" dur="500"/>
                                        <p:tgtEl>
                                          <p:spTgt spid="26">
                                            <p:txEl>
                                              <p:pRg st="0" end="0"/>
                                            </p:txEl>
                                          </p:spTgt>
                                        </p:tgtEl>
                                      </p:cBhvr>
                                    </p:animEffect>
                                    <p:anim calcmode="lin" valueType="num">
                                      <p:cBhvr>
                                        <p:cTn id="46"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31"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14" name="Picture Placeholder 7"/>
          <p:cNvSpPr>
            <a:spLocks noGrp="1"/>
          </p:cNvSpPr>
          <p:nvPr>
            <p:ph type="pic" sz="quarter" idx="14" hasCustomPrompt="1"/>
          </p:nvPr>
        </p:nvSpPr>
        <p:spPr>
          <a:xfrm>
            <a:off x="0" y="0"/>
            <a:ext cx="121920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7" name="Picture Placeholder 16"/>
          <p:cNvSpPr>
            <a:spLocks noGrp="1"/>
          </p:cNvSpPr>
          <p:nvPr>
            <p:ph type="pic" sz="quarter" idx="35" hasCustomPrompt="1"/>
          </p:nvPr>
        </p:nvSpPr>
        <p:spPr>
          <a:xfrm>
            <a:off x="-228600" y="-247650"/>
            <a:ext cx="7616332" cy="7296150"/>
          </a:xfrm>
          <a:custGeom>
            <a:avLst/>
            <a:gdLst>
              <a:gd name="connsiteX0" fmla="*/ 0 w 7373178"/>
              <a:gd name="connsiteY0" fmla="*/ 0 h 6858000"/>
              <a:gd name="connsiteX1" fmla="*/ 6921578 w 7373178"/>
              <a:gd name="connsiteY1" fmla="*/ 0 h 6858000"/>
              <a:gd name="connsiteX2" fmla="*/ 6822196 w 7373178"/>
              <a:gd name="connsiteY2" fmla="*/ 188338 h 6858000"/>
              <a:gd name="connsiteX3" fmla="*/ 6788524 w 7373178"/>
              <a:gd name="connsiteY3" fmla="*/ 5808780 h 6858000"/>
              <a:gd name="connsiteX4" fmla="*/ 7247696 w 7373178"/>
              <a:gd name="connsiteY4" fmla="*/ 6667831 h 6858000"/>
              <a:gd name="connsiteX5" fmla="*/ 7373178 w 7373178"/>
              <a:gd name="connsiteY5" fmla="*/ 6858000 h 6858000"/>
              <a:gd name="connsiteX6" fmla="*/ 0 w 7373178"/>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73178" h="6858000">
                <a:moveTo>
                  <a:pt x="0" y="0"/>
                </a:moveTo>
                <a:lnTo>
                  <a:pt x="6921578" y="0"/>
                </a:lnTo>
                <a:lnTo>
                  <a:pt x="6822196" y="188338"/>
                </a:lnTo>
                <a:cubicBezTo>
                  <a:pt x="6006786" y="1830158"/>
                  <a:pt x="5931281" y="3899984"/>
                  <a:pt x="6788524" y="5808780"/>
                </a:cubicBezTo>
                <a:cubicBezTo>
                  <a:pt x="6923879" y="6110169"/>
                  <a:pt x="7077682" y="6396843"/>
                  <a:pt x="7247696" y="6667831"/>
                </a:cubicBezTo>
                <a:lnTo>
                  <a:pt x="7373178" y="6858000"/>
                </a:lnTo>
                <a:lnTo>
                  <a:pt x="0" y="6858000"/>
                </a:lnTo>
                <a:close/>
              </a:path>
            </a:pathLst>
          </a:custGeom>
          <a:solidFill>
            <a:schemeClr val="accent4">
              <a:alpha val="35000"/>
            </a:schemeClr>
          </a:solidFill>
          <a:ln w="76200">
            <a:solidFill>
              <a:schemeClr val="bg1"/>
            </a:solidFill>
          </a:ln>
        </p:spPr>
        <p:txBody>
          <a:bodyPr wrap="square">
            <a:no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C084A79B-84B2-474A-999C-1E3D8D7E4A36}"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303907" y="5417740"/>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303907" y="5695416"/>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1285330"/>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3392009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Effect transition="in" filter="fade">
                                      <p:cBhvr>
                                        <p:cTn id="23" dur="500"/>
                                        <p:tgtEl>
                                          <p:spTgt spid="1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500"/>
                                        <p:tgtEl>
                                          <p:spTgt spid="17"/>
                                        </p:tgtEl>
                                      </p:cBhvr>
                                    </p:animEffect>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3">
                                            <p:txEl>
                                              <p:pRg st="0" end="0"/>
                                            </p:txEl>
                                          </p:spTgt>
                                        </p:tgtEl>
                                        <p:attrNameLst>
                                          <p:attrName>style.visibility</p:attrName>
                                        </p:attrNameLst>
                                      </p:cBhvr>
                                      <p:to>
                                        <p:strVal val="visible"/>
                                      </p:to>
                                    </p:set>
                                    <p:anim calcmode="lin" valueType="num">
                                      <p:cBhvr>
                                        <p:cTn id="31"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3">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21">
                                            <p:txEl>
                                              <p:pRg st="0" end="0"/>
                                            </p:txEl>
                                          </p:spTgt>
                                        </p:tgtEl>
                                        <p:attrNameLst>
                                          <p:attrName>style.visibility</p:attrName>
                                        </p:attrNameLst>
                                      </p:cBhvr>
                                      <p:to>
                                        <p:strVal val="visible"/>
                                      </p:to>
                                    </p:set>
                                    <p:animEffect transition="in" filter="fade">
                                      <p:cBhvr>
                                        <p:cTn id="37" dur="500"/>
                                        <p:tgtEl>
                                          <p:spTgt spid="21">
                                            <p:txEl>
                                              <p:pRg st="0" end="0"/>
                                            </p:txEl>
                                          </p:spTgt>
                                        </p:tgtEl>
                                      </p:cBhvr>
                                    </p:animEffect>
                                    <p:anim calcmode="lin" valueType="num">
                                      <p:cBhvr>
                                        <p:cTn id="3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5">
                                            <p:txEl>
                                              <p:pRg st="0" end="0"/>
                                            </p:txEl>
                                          </p:spTgt>
                                        </p:tgtEl>
                                        <p:attrNameLst>
                                          <p:attrName>style.visibility</p:attrName>
                                        </p:attrNameLst>
                                      </p:cBhvr>
                                      <p:to>
                                        <p:strVal val="visible"/>
                                      </p:to>
                                    </p:set>
                                    <p:anim calcmode="lin" valueType="num">
                                      <p:cBhvr>
                                        <p:cTn id="43"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5">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6">
                                            <p:txEl>
                                              <p:pRg st="0" end="0"/>
                                            </p:txEl>
                                          </p:spTgt>
                                        </p:tgtEl>
                                        <p:attrNameLst>
                                          <p:attrName>style.visibility</p:attrName>
                                        </p:attrNameLst>
                                      </p:cBhvr>
                                      <p:to>
                                        <p:strVal val="visible"/>
                                      </p:to>
                                    </p:set>
                                    <p:animEffect transition="in" filter="fade">
                                      <p:cBhvr>
                                        <p:cTn id="49" dur="500"/>
                                        <p:tgtEl>
                                          <p:spTgt spid="26">
                                            <p:txEl>
                                              <p:pRg st="0" end="0"/>
                                            </p:txEl>
                                          </p:spTgt>
                                        </p:tgtEl>
                                      </p:cBhvr>
                                    </p:animEffect>
                                    <p:anim calcmode="lin" valueType="num">
                                      <p:cBhvr>
                                        <p:cTn id="5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7"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CB6529F8-D58A-6F43-AA17-C84E06DB3191}"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9" name="Picture Placeholder 38"/>
          <p:cNvSpPr>
            <a:spLocks noGrp="1"/>
          </p:cNvSpPr>
          <p:nvPr>
            <p:ph type="pic" sz="quarter" idx="14"/>
          </p:nvPr>
        </p:nvSpPr>
        <p:spPr>
          <a:xfrm>
            <a:off x="1031972" y="2625206"/>
            <a:ext cx="1919046" cy="1872751"/>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0" name="Picture Placeholder 39"/>
          <p:cNvSpPr>
            <a:spLocks noGrp="1"/>
          </p:cNvSpPr>
          <p:nvPr>
            <p:ph type="pic" sz="quarter" idx="15"/>
          </p:nvPr>
        </p:nvSpPr>
        <p:spPr>
          <a:xfrm flipH="1">
            <a:off x="3913909" y="510524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1" name="Picture Placeholder 40"/>
          <p:cNvSpPr>
            <a:spLocks noGrp="1"/>
          </p:cNvSpPr>
          <p:nvPr>
            <p:ph type="pic" sz="quarter" idx="16"/>
          </p:nvPr>
        </p:nvSpPr>
        <p:spPr>
          <a:xfrm flipH="1">
            <a:off x="3913908" y="187796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2" name="Picture Placeholder 41"/>
          <p:cNvSpPr>
            <a:spLocks noGrp="1"/>
          </p:cNvSpPr>
          <p:nvPr>
            <p:ph type="pic" sz="quarter" idx="17"/>
          </p:nvPr>
        </p:nvSpPr>
        <p:spPr>
          <a:xfrm flipH="1">
            <a:off x="4191001" y="3495474"/>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cxnSp>
        <p:nvCxnSpPr>
          <p:cNvPr id="12" name="Curved Connector 11"/>
          <p:cNvCxnSpPr/>
          <p:nvPr userDrawn="1"/>
        </p:nvCxnSpPr>
        <p:spPr>
          <a:xfrm flipV="1">
            <a:off x="3016827" y="2482812"/>
            <a:ext cx="831271" cy="750746"/>
          </a:xfrm>
          <a:prstGeom prst="curvedConnector3">
            <a:avLst>
              <a:gd name="adj1" fmla="val 42552"/>
            </a:avLst>
          </a:prstGeom>
          <a:ln w="63500">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Curved Connector 42"/>
          <p:cNvCxnSpPr/>
          <p:nvPr userDrawn="1"/>
        </p:nvCxnSpPr>
        <p:spPr>
          <a:xfrm>
            <a:off x="3054763" y="3447034"/>
            <a:ext cx="1052417" cy="466216"/>
          </a:xfrm>
          <a:prstGeom prst="curvedConnector3">
            <a:avLst>
              <a:gd name="adj1" fmla="val 50000"/>
            </a:avLst>
          </a:prstGeom>
          <a:ln w="63500">
            <a:solidFill>
              <a:schemeClr val="accent2"/>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47" name="Curved Connector 46"/>
          <p:cNvCxnSpPr/>
          <p:nvPr userDrawn="1"/>
        </p:nvCxnSpPr>
        <p:spPr>
          <a:xfrm rot="16200000" flipH="1">
            <a:off x="2903902" y="3831001"/>
            <a:ext cx="1285559" cy="983837"/>
          </a:xfrm>
          <a:prstGeom prst="curvedConnector3">
            <a:avLst>
              <a:gd name="adj1" fmla="val 50000"/>
            </a:avLst>
          </a:prstGeom>
          <a:ln w="63500">
            <a:solidFill>
              <a:schemeClr val="accent3"/>
            </a:solidFill>
            <a:tailEnd type="triangle" w="med" len="med"/>
          </a:ln>
        </p:spPr>
        <p:style>
          <a:lnRef idx="1">
            <a:schemeClr val="accent1"/>
          </a:lnRef>
          <a:fillRef idx="0">
            <a:schemeClr val="accent1"/>
          </a:fillRef>
          <a:effectRef idx="0">
            <a:schemeClr val="accent1"/>
          </a:effectRef>
          <a:fontRef idx="minor">
            <a:schemeClr val="tx1"/>
          </a:fontRef>
        </p:style>
      </p:cxnSp>
      <p:sp>
        <p:nvSpPr>
          <p:cNvPr id="15" name="Text Placeholder 21"/>
          <p:cNvSpPr>
            <a:spLocks noGrp="1"/>
          </p:cNvSpPr>
          <p:nvPr>
            <p:ph type="body" sz="quarter" idx="20"/>
          </p:nvPr>
        </p:nvSpPr>
        <p:spPr>
          <a:xfrm>
            <a:off x="727364" y="4731063"/>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27364" y="5008739"/>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30"/>
          </p:nvPr>
        </p:nvSpPr>
        <p:spPr>
          <a:xfrm>
            <a:off x="4984173" y="1985429"/>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1"/>
          </p:nvPr>
        </p:nvSpPr>
        <p:spPr>
          <a:xfrm>
            <a:off x="4984173" y="2263105"/>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2"/>
          </p:nvPr>
        </p:nvSpPr>
        <p:spPr>
          <a:xfrm>
            <a:off x="5347857" y="3720474"/>
            <a:ext cx="1959723" cy="228072"/>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3"/>
          </p:nvPr>
        </p:nvSpPr>
        <p:spPr>
          <a:xfrm>
            <a:off x="5347857" y="3998149"/>
            <a:ext cx="1959723" cy="29348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4"/>
          </p:nvPr>
        </p:nvSpPr>
        <p:spPr>
          <a:xfrm>
            <a:off x="4984173" y="5377600"/>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5"/>
          </p:nvPr>
        </p:nvSpPr>
        <p:spPr>
          <a:xfrm>
            <a:off x="4984173" y="5655276"/>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cxnSp>
        <p:nvCxnSpPr>
          <p:cNvPr id="31" name="Curved Connector 30"/>
          <p:cNvCxnSpPr/>
          <p:nvPr userDrawn="1"/>
        </p:nvCxnSpPr>
        <p:spPr>
          <a:xfrm flipV="1">
            <a:off x="7470570" y="2732683"/>
            <a:ext cx="1396339" cy="1062006"/>
          </a:xfrm>
          <a:prstGeom prst="curvedConnector3">
            <a:avLst>
              <a:gd name="adj1" fmla="val 50000"/>
            </a:avLst>
          </a:prstGeom>
          <a:ln w="63500">
            <a:solidFill>
              <a:schemeClr val="accent5"/>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Curved Connector 31"/>
          <p:cNvCxnSpPr/>
          <p:nvPr userDrawn="1"/>
        </p:nvCxnSpPr>
        <p:spPr>
          <a:xfrm>
            <a:off x="7459981" y="3998149"/>
            <a:ext cx="1140030" cy="0"/>
          </a:xfrm>
          <a:prstGeom prst="straightConnector1">
            <a:avLst/>
          </a:prstGeom>
          <a:ln w="63500">
            <a:solidFill>
              <a:schemeClr val="accent4"/>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5" name="Curved Connector 34"/>
          <p:cNvCxnSpPr/>
          <p:nvPr userDrawn="1"/>
        </p:nvCxnSpPr>
        <p:spPr>
          <a:xfrm>
            <a:off x="7455230" y="4220040"/>
            <a:ext cx="1396339" cy="1062006"/>
          </a:xfrm>
          <a:prstGeom prst="curvedConnector3">
            <a:avLst>
              <a:gd name="adj1" fmla="val 50000"/>
            </a:avLst>
          </a:prstGeom>
          <a:ln w="63500">
            <a:solidFill>
              <a:schemeClr val="accent6"/>
            </a:solidFill>
            <a:tailEnd type="triangle" w="med" len="med"/>
          </a:ln>
        </p:spPr>
        <p:style>
          <a:lnRef idx="1">
            <a:schemeClr val="accent1"/>
          </a:lnRef>
          <a:fillRef idx="0">
            <a:schemeClr val="accent1"/>
          </a:fillRef>
          <a:effectRef idx="0">
            <a:schemeClr val="accent1"/>
          </a:effectRef>
          <a:fontRef idx="minor">
            <a:schemeClr val="tx1"/>
          </a:fontRef>
        </p:style>
      </p:cxnSp>
      <p:sp>
        <p:nvSpPr>
          <p:cNvPr id="36" name="Picture Placeholder 40"/>
          <p:cNvSpPr>
            <a:spLocks noGrp="1"/>
          </p:cNvSpPr>
          <p:nvPr>
            <p:ph type="pic" sz="quarter" idx="36"/>
          </p:nvPr>
        </p:nvSpPr>
        <p:spPr>
          <a:xfrm flipH="1">
            <a:off x="8891349" y="1938226"/>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7" name="Picture Placeholder 40"/>
          <p:cNvSpPr>
            <a:spLocks noGrp="1"/>
          </p:cNvSpPr>
          <p:nvPr>
            <p:ph type="pic" sz="quarter" idx="37"/>
          </p:nvPr>
        </p:nvSpPr>
        <p:spPr>
          <a:xfrm flipH="1">
            <a:off x="8860669" y="3517733"/>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8" name="Picture Placeholder 40"/>
          <p:cNvSpPr>
            <a:spLocks noGrp="1"/>
          </p:cNvSpPr>
          <p:nvPr>
            <p:ph type="pic" sz="quarter" idx="38"/>
          </p:nvPr>
        </p:nvSpPr>
        <p:spPr>
          <a:xfrm flipH="1">
            <a:off x="8891349" y="5189755"/>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4" name="Text Placeholder 21"/>
          <p:cNvSpPr>
            <a:spLocks noGrp="1"/>
          </p:cNvSpPr>
          <p:nvPr>
            <p:ph type="body" sz="quarter" idx="39"/>
          </p:nvPr>
        </p:nvSpPr>
        <p:spPr>
          <a:xfrm>
            <a:off x="9975125" y="2355972"/>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40"/>
          </p:nvPr>
        </p:nvSpPr>
        <p:spPr>
          <a:xfrm>
            <a:off x="9975125" y="2633648"/>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41"/>
          </p:nvPr>
        </p:nvSpPr>
        <p:spPr>
          <a:xfrm>
            <a:off x="9975125" y="3907067"/>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42"/>
          </p:nvPr>
        </p:nvSpPr>
        <p:spPr>
          <a:xfrm>
            <a:off x="9975125" y="4184743"/>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43"/>
          </p:nvPr>
        </p:nvSpPr>
        <p:spPr>
          <a:xfrm>
            <a:off x="9975125" y="5398106"/>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44"/>
          </p:nvPr>
        </p:nvSpPr>
        <p:spPr>
          <a:xfrm>
            <a:off x="9975125" y="5675782"/>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6038149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39"/>
                                        </p:tgtEl>
                                        <p:attrNameLst>
                                          <p:attrName>style.visibility</p:attrName>
                                        </p:attrNameLst>
                                      </p:cBhvr>
                                      <p:to>
                                        <p:strVal val="visible"/>
                                      </p:to>
                                    </p:set>
                                    <p:anim calcmode="lin" valueType="num">
                                      <p:cBhvr>
                                        <p:cTn id="21" dur="500" fill="hold"/>
                                        <p:tgtEl>
                                          <p:spTgt spid="39"/>
                                        </p:tgtEl>
                                        <p:attrNameLst>
                                          <p:attrName>ppt_w</p:attrName>
                                        </p:attrNameLst>
                                      </p:cBhvr>
                                      <p:tavLst>
                                        <p:tav tm="0">
                                          <p:val>
                                            <p:fltVal val="0"/>
                                          </p:val>
                                        </p:tav>
                                        <p:tav tm="100000">
                                          <p:val>
                                            <p:strVal val="#ppt_w"/>
                                          </p:val>
                                        </p:tav>
                                      </p:tavLst>
                                    </p:anim>
                                    <p:anim calcmode="lin" valueType="num">
                                      <p:cBhvr>
                                        <p:cTn id="22" dur="500" fill="hold"/>
                                        <p:tgtEl>
                                          <p:spTgt spid="39"/>
                                        </p:tgtEl>
                                        <p:attrNameLst>
                                          <p:attrName>ppt_h</p:attrName>
                                        </p:attrNameLst>
                                      </p:cBhvr>
                                      <p:tavLst>
                                        <p:tav tm="0">
                                          <p:val>
                                            <p:fltVal val="0"/>
                                          </p:val>
                                        </p:tav>
                                        <p:tav tm="100000">
                                          <p:val>
                                            <p:strVal val="#ppt_h"/>
                                          </p:val>
                                        </p:tav>
                                      </p:tavLst>
                                    </p:anim>
                                    <p:animEffect transition="in" filter="fade">
                                      <p:cBhvr>
                                        <p:cTn id="23" dur="500"/>
                                        <p:tgtEl>
                                          <p:spTgt spid="39"/>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22" presetClass="entr" presetSubtype="8"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wipe(left)">
                                      <p:cBhvr>
                                        <p:cTn id="39" dur="500"/>
                                        <p:tgtEl>
                                          <p:spTgt spid="12"/>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fade">
                                      <p:cBhvr>
                                        <p:cTn id="43" dur="500"/>
                                        <p:tgtEl>
                                          <p:spTgt spid="41"/>
                                        </p:tgtEl>
                                      </p:cBhvr>
                                    </p:animEffect>
                                  </p:childTnLst>
                                </p:cTn>
                              </p:par>
                            </p:childTnLst>
                          </p:cTn>
                        </p:par>
                        <p:par>
                          <p:cTn id="44" fill="hold">
                            <p:stCondLst>
                              <p:cond delay="40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17">
                                            <p:txEl>
                                              <p:pRg st="0" end="0"/>
                                            </p:txEl>
                                          </p:spTgt>
                                        </p:tgtEl>
                                        <p:attrNameLst>
                                          <p:attrName>style.visibility</p:attrName>
                                        </p:attrNameLst>
                                      </p:cBhvr>
                                      <p:to>
                                        <p:strVal val="visible"/>
                                      </p:to>
                                    </p:set>
                                    <p:anim calcmode="lin" valueType="num">
                                      <p:cBhvr>
                                        <p:cTn id="47"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17">
                                            <p:txEl>
                                              <p:pRg st="0" end="0"/>
                                            </p:txEl>
                                          </p:spTgt>
                                        </p:tgtEl>
                                      </p:cBhvr>
                                    </p:animEffect>
                                  </p:childTnLst>
                                </p:cTn>
                              </p:par>
                            </p:childTnLst>
                          </p:cTn>
                        </p:par>
                        <p:par>
                          <p:cTn id="50" fill="hold">
                            <p:stCondLst>
                              <p:cond delay="45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18">
                                            <p:txEl>
                                              <p:pRg st="0" end="0"/>
                                            </p:txEl>
                                          </p:spTgt>
                                        </p:tgtEl>
                                        <p:attrNameLst>
                                          <p:attrName>style.visibility</p:attrName>
                                        </p:attrNameLst>
                                      </p:cBhvr>
                                      <p:to>
                                        <p:strVal val="visible"/>
                                      </p:to>
                                    </p:set>
                                    <p:animEffect transition="in" filter="fade">
                                      <p:cBhvr>
                                        <p:cTn id="53" dur="500"/>
                                        <p:tgtEl>
                                          <p:spTgt spid="18">
                                            <p:txEl>
                                              <p:pRg st="0" end="0"/>
                                            </p:txEl>
                                          </p:spTgt>
                                        </p:tgtEl>
                                      </p:cBhvr>
                                    </p:animEffect>
                                    <p:anim calcmode="lin" valueType="num">
                                      <p:cBhvr>
                                        <p:cTn id="5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22" presetClass="entr" presetSubtype="8" fill="hold" nodeType="afterEffect">
                                  <p:stCondLst>
                                    <p:cond delay="0"/>
                                  </p:stCondLst>
                                  <p:childTnLst>
                                    <p:set>
                                      <p:cBhvr>
                                        <p:cTn id="58" dur="1" fill="hold">
                                          <p:stCondLst>
                                            <p:cond delay="0"/>
                                          </p:stCondLst>
                                        </p:cTn>
                                        <p:tgtEl>
                                          <p:spTgt spid="43"/>
                                        </p:tgtEl>
                                        <p:attrNameLst>
                                          <p:attrName>style.visibility</p:attrName>
                                        </p:attrNameLst>
                                      </p:cBhvr>
                                      <p:to>
                                        <p:strVal val="visible"/>
                                      </p:to>
                                    </p:set>
                                    <p:animEffect transition="in" filter="wipe(left)">
                                      <p:cBhvr>
                                        <p:cTn id="59" dur="500"/>
                                        <p:tgtEl>
                                          <p:spTgt spid="43"/>
                                        </p:tgtEl>
                                      </p:cBhvr>
                                    </p:animEffect>
                                  </p:childTnLst>
                                </p:cTn>
                              </p:par>
                            </p:childTnLst>
                          </p:cTn>
                        </p:par>
                        <p:par>
                          <p:cTn id="60" fill="hold">
                            <p:stCondLst>
                              <p:cond delay="5500"/>
                            </p:stCondLst>
                            <p:childTnLst>
                              <p:par>
                                <p:cTn id="61" presetID="10" presetClass="entr" presetSubtype="0" fill="hold" grpId="0" nodeType="after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fade">
                                      <p:cBhvr>
                                        <p:cTn id="63" dur="500"/>
                                        <p:tgtEl>
                                          <p:spTgt spid="42"/>
                                        </p:tgtEl>
                                      </p:cBhvr>
                                    </p:animEffect>
                                  </p:childTnLst>
                                </p:cTn>
                              </p:par>
                            </p:childTnLst>
                          </p:cTn>
                        </p:par>
                        <p:par>
                          <p:cTn id="64" fill="hold">
                            <p:stCondLst>
                              <p:cond delay="60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9">
                                            <p:txEl>
                                              <p:pRg st="0" end="0"/>
                                            </p:txEl>
                                          </p:spTgt>
                                        </p:tgtEl>
                                        <p:attrNameLst>
                                          <p:attrName>style.visibility</p:attrName>
                                        </p:attrNameLst>
                                      </p:cBhvr>
                                      <p:to>
                                        <p:strVal val="visible"/>
                                      </p:to>
                                    </p:set>
                                    <p:anim calcmode="lin" valueType="num">
                                      <p:cBhvr>
                                        <p:cTn id="67"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9">
                                            <p:txEl>
                                              <p:pRg st="0" end="0"/>
                                            </p:txEl>
                                          </p:spTgt>
                                        </p:tgtEl>
                                      </p:cBhvr>
                                    </p:animEffect>
                                  </p:childTnLst>
                                </p:cTn>
                              </p:par>
                            </p:childTnLst>
                          </p:cTn>
                        </p:par>
                        <p:par>
                          <p:cTn id="70" fill="hold">
                            <p:stCondLst>
                              <p:cond delay="65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20">
                                            <p:txEl>
                                              <p:pRg st="0" end="0"/>
                                            </p:txEl>
                                          </p:spTgt>
                                        </p:tgtEl>
                                        <p:attrNameLst>
                                          <p:attrName>style.visibility</p:attrName>
                                        </p:attrNameLst>
                                      </p:cBhvr>
                                      <p:to>
                                        <p:strVal val="visible"/>
                                      </p:to>
                                    </p:set>
                                    <p:animEffect transition="in" filter="fade">
                                      <p:cBhvr>
                                        <p:cTn id="73" dur="500"/>
                                        <p:tgtEl>
                                          <p:spTgt spid="20">
                                            <p:txEl>
                                              <p:pRg st="0" end="0"/>
                                            </p:txEl>
                                          </p:spTgt>
                                        </p:tgtEl>
                                      </p:cBhvr>
                                    </p:animEffect>
                                    <p:anim calcmode="lin" valueType="num">
                                      <p:cBhvr>
                                        <p:cTn id="74"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7000"/>
                            </p:stCondLst>
                            <p:childTnLst>
                              <p:par>
                                <p:cTn id="77" presetID="22" presetClass="entr" presetSubtype="8" fill="hold" nodeType="afterEffect">
                                  <p:stCondLst>
                                    <p:cond delay="0"/>
                                  </p:stCondLst>
                                  <p:childTnLst>
                                    <p:set>
                                      <p:cBhvr>
                                        <p:cTn id="78" dur="1" fill="hold">
                                          <p:stCondLst>
                                            <p:cond delay="0"/>
                                          </p:stCondLst>
                                        </p:cTn>
                                        <p:tgtEl>
                                          <p:spTgt spid="47"/>
                                        </p:tgtEl>
                                        <p:attrNameLst>
                                          <p:attrName>style.visibility</p:attrName>
                                        </p:attrNameLst>
                                      </p:cBhvr>
                                      <p:to>
                                        <p:strVal val="visible"/>
                                      </p:to>
                                    </p:set>
                                    <p:animEffect transition="in" filter="wipe(left)">
                                      <p:cBhvr>
                                        <p:cTn id="79" dur="500"/>
                                        <p:tgtEl>
                                          <p:spTgt spid="47"/>
                                        </p:tgtEl>
                                      </p:cBhvr>
                                    </p:animEffect>
                                  </p:childTnLst>
                                </p:cTn>
                              </p:par>
                            </p:childTnLst>
                          </p:cTn>
                        </p:par>
                        <p:par>
                          <p:cTn id="80" fill="hold">
                            <p:stCondLst>
                              <p:cond delay="7500"/>
                            </p:stCondLst>
                            <p:childTnLst>
                              <p:par>
                                <p:cTn id="81" presetID="10" presetClass="entr" presetSubtype="0" fill="hold" grpId="0" nodeType="afterEffect">
                                  <p:stCondLst>
                                    <p:cond delay="0"/>
                                  </p:stCondLst>
                                  <p:childTnLst>
                                    <p:set>
                                      <p:cBhvr>
                                        <p:cTn id="82" dur="1" fill="hold">
                                          <p:stCondLst>
                                            <p:cond delay="0"/>
                                          </p:stCondLst>
                                        </p:cTn>
                                        <p:tgtEl>
                                          <p:spTgt spid="40"/>
                                        </p:tgtEl>
                                        <p:attrNameLst>
                                          <p:attrName>style.visibility</p:attrName>
                                        </p:attrNameLst>
                                      </p:cBhvr>
                                      <p:to>
                                        <p:strVal val="visible"/>
                                      </p:to>
                                    </p:set>
                                    <p:animEffect transition="in" filter="fade">
                                      <p:cBhvr>
                                        <p:cTn id="83" dur="500"/>
                                        <p:tgtEl>
                                          <p:spTgt spid="40"/>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28">
                                            <p:txEl>
                                              <p:pRg st="0" end="0"/>
                                            </p:txEl>
                                          </p:spTgt>
                                        </p:tgtEl>
                                        <p:attrNameLst>
                                          <p:attrName>style.visibility</p:attrName>
                                        </p:attrNameLst>
                                      </p:cBhvr>
                                      <p:to>
                                        <p:strVal val="visible"/>
                                      </p:to>
                                    </p:set>
                                    <p:anim calcmode="lin" valueType="num">
                                      <p:cBhvr>
                                        <p:cTn id="87"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28">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29">
                                            <p:txEl>
                                              <p:pRg st="0" end="0"/>
                                            </p:txEl>
                                          </p:spTgt>
                                        </p:tgtEl>
                                        <p:attrNameLst>
                                          <p:attrName>style.visibility</p:attrName>
                                        </p:attrNameLst>
                                      </p:cBhvr>
                                      <p:to>
                                        <p:strVal val="visible"/>
                                      </p:to>
                                    </p:set>
                                    <p:animEffect transition="in" filter="fade">
                                      <p:cBhvr>
                                        <p:cTn id="93" dur="500"/>
                                        <p:tgtEl>
                                          <p:spTgt spid="29">
                                            <p:txEl>
                                              <p:pRg st="0" end="0"/>
                                            </p:txEl>
                                          </p:spTgt>
                                        </p:tgtEl>
                                      </p:cBhvr>
                                    </p:animEffect>
                                    <p:anim calcmode="lin" valueType="num">
                                      <p:cBhvr>
                                        <p:cTn id="94"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96" fill="hold">
                            <p:stCondLst>
                              <p:cond delay="9000"/>
                            </p:stCondLst>
                            <p:childTnLst>
                              <p:par>
                                <p:cTn id="97" presetID="22" presetClass="entr" presetSubtype="8" fill="hold"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wipe(left)">
                                      <p:cBhvr>
                                        <p:cTn id="99" dur="500"/>
                                        <p:tgtEl>
                                          <p:spTgt spid="31"/>
                                        </p:tgtEl>
                                      </p:cBhvr>
                                    </p:animEffect>
                                  </p:childTnLst>
                                </p:cTn>
                              </p:par>
                            </p:childTnLst>
                          </p:cTn>
                        </p:par>
                        <p:par>
                          <p:cTn id="100" fill="hold">
                            <p:stCondLst>
                              <p:cond delay="9500"/>
                            </p:stCondLst>
                            <p:childTnLst>
                              <p:par>
                                <p:cTn id="101" presetID="22" presetClass="entr" presetSubtype="8" fill="hold" nodeType="afterEffect">
                                  <p:stCondLst>
                                    <p:cond delay="0"/>
                                  </p:stCondLst>
                                  <p:childTnLst>
                                    <p:set>
                                      <p:cBhvr>
                                        <p:cTn id="102" dur="1" fill="hold">
                                          <p:stCondLst>
                                            <p:cond delay="0"/>
                                          </p:stCondLst>
                                        </p:cTn>
                                        <p:tgtEl>
                                          <p:spTgt spid="32"/>
                                        </p:tgtEl>
                                        <p:attrNameLst>
                                          <p:attrName>style.visibility</p:attrName>
                                        </p:attrNameLst>
                                      </p:cBhvr>
                                      <p:to>
                                        <p:strVal val="visible"/>
                                      </p:to>
                                    </p:set>
                                    <p:animEffect transition="in" filter="wipe(left)">
                                      <p:cBhvr>
                                        <p:cTn id="103" dur="500"/>
                                        <p:tgtEl>
                                          <p:spTgt spid="32"/>
                                        </p:tgtEl>
                                      </p:cBhvr>
                                    </p:animEffect>
                                  </p:childTnLst>
                                </p:cTn>
                              </p:par>
                            </p:childTnLst>
                          </p:cTn>
                        </p:par>
                        <p:par>
                          <p:cTn id="104" fill="hold">
                            <p:stCondLst>
                              <p:cond delay="10000"/>
                            </p:stCondLst>
                            <p:childTnLst>
                              <p:par>
                                <p:cTn id="105" presetID="22" presetClass="entr" presetSubtype="8" fill="hold" nodeType="afterEffect">
                                  <p:stCondLst>
                                    <p:cond delay="0"/>
                                  </p:stCondLst>
                                  <p:childTnLst>
                                    <p:set>
                                      <p:cBhvr>
                                        <p:cTn id="106" dur="1" fill="hold">
                                          <p:stCondLst>
                                            <p:cond delay="0"/>
                                          </p:stCondLst>
                                        </p:cTn>
                                        <p:tgtEl>
                                          <p:spTgt spid="35"/>
                                        </p:tgtEl>
                                        <p:attrNameLst>
                                          <p:attrName>style.visibility</p:attrName>
                                        </p:attrNameLst>
                                      </p:cBhvr>
                                      <p:to>
                                        <p:strVal val="visible"/>
                                      </p:to>
                                    </p:set>
                                    <p:animEffect transition="in" filter="wipe(left)">
                                      <p:cBhvr>
                                        <p:cTn id="107" dur="500"/>
                                        <p:tgtEl>
                                          <p:spTgt spid="35"/>
                                        </p:tgtEl>
                                      </p:cBhvr>
                                    </p:animEffect>
                                  </p:childTnLst>
                                </p:cTn>
                              </p:par>
                            </p:childTnLst>
                          </p:cTn>
                        </p:par>
                        <p:par>
                          <p:cTn id="108" fill="hold">
                            <p:stCondLst>
                              <p:cond delay="10500"/>
                            </p:stCondLst>
                            <p:childTnLst>
                              <p:par>
                                <p:cTn id="109" presetID="10" presetClass="entr" presetSubtype="0" fill="hold" grpId="0" nodeType="afterEffect">
                                  <p:stCondLst>
                                    <p:cond delay="0"/>
                                  </p:stCondLst>
                                  <p:childTnLst>
                                    <p:set>
                                      <p:cBhvr>
                                        <p:cTn id="110" dur="1" fill="hold">
                                          <p:stCondLst>
                                            <p:cond delay="0"/>
                                          </p:stCondLst>
                                        </p:cTn>
                                        <p:tgtEl>
                                          <p:spTgt spid="36"/>
                                        </p:tgtEl>
                                        <p:attrNameLst>
                                          <p:attrName>style.visibility</p:attrName>
                                        </p:attrNameLst>
                                      </p:cBhvr>
                                      <p:to>
                                        <p:strVal val="visible"/>
                                      </p:to>
                                    </p:set>
                                    <p:animEffect transition="in" filter="fade">
                                      <p:cBhvr>
                                        <p:cTn id="111" dur="500"/>
                                        <p:tgtEl>
                                          <p:spTgt spid="36"/>
                                        </p:tgtEl>
                                      </p:cBhvr>
                                    </p:animEffect>
                                  </p:childTnLst>
                                </p:cTn>
                              </p:par>
                            </p:childTnLst>
                          </p:cTn>
                        </p:par>
                        <p:par>
                          <p:cTn id="112" fill="hold">
                            <p:stCondLst>
                              <p:cond delay="11000"/>
                            </p:stCondLst>
                            <p:childTnLst>
                              <p:par>
                                <p:cTn id="113" presetID="53" presetClass="entr" presetSubtype="16" fill="hold" grpId="0" nodeType="afterEffect" nodePh="1">
                                  <p:stCondLst>
                                    <p:cond delay="0"/>
                                  </p:stCondLst>
                                  <p:endCondLst>
                                    <p:cond evt="begin" delay="0">
                                      <p:tn val="113"/>
                                    </p:cond>
                                  </p:endCondLst>
                                  <p:childTnLst>
                                    <p:set>
                                      <p:cBhvr>
                                        <p:cTn id="114" dur="1" fill="hold">
                                          <p:stCondLst>
                                            <p:cond delay="0"/>
                                          </p:stCondLst>
                                        </p:cTn>
                                        <p:tgtEl>
                                          <p:spTgt spid="44">
                                            <p:txEl>
                                              <p:pRg st="0" end="0"/>
                                            </p:txEl>
                                          </p:spTgt>
                                        </p:tgtEl>
                                        <p:attrNameLst>
                                          <p:attrName>style.visibility</p:attrName>
                                        </p:attrNameLst>
                                      </p:cBhvr>
                                      <p:to>
                                        <p:strVal val="visible"/>
                                      </p:to>
                                    </p:set>
                                    <p:anim calcmode="lin" valueType="num">
                                      <p:cBhvr>
                                        <p:cTn id="11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11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117" dur="500"/>
                                        <p:tgtEl>
                                          <p:spTgt spid="44">
                                            <p:txEl>
                                              <p:pRg st="0" end="0"/>
                                            </p:txEl>
                                          </p:spTgt>
                                        </p:tgtEl>
                                      </p:cBhvr>
                                    </p:animEffect>
                                  </p:childTnLst>
                                </p:cTn>
                              </p:par>
                            </p:childTnLst>
                          </p:cTn>
                        </p:par>
                        <p:par>
                          <p:cTn id="118" fill="hold">
                            <p:stCondLst>
                              <p:cond delay="11500"/>
                            </p:stCondLst>
                            <p:childTnLst>
                              <p:par>
                                <p:cTn id="119" presetID="42" presetClass="entr" presetSubtype="0" fill="hold" grpId="0" nodeType="afterEffect" nodePh="1">
                                  <p:stCondLst>
                                    <p:cond delay="0"/>
                                  </p:stCondLst>
                                  <p:endCondLst>
                                    <p:cond evt="begin" delay="0">
                                      <p:tn val="119"/>
                                    </p:cond>
                                  </p:endCondLst>
                                  <p:childTnLst>
                                    <p:set>
                                      <p:cBhvr>
                                        <p:cTn id="120" dur="1" fill="hold">
                                          <p:stCondLst>
                                            <p:cond delay="0"/>
                                          </p:stCondLst>
                                        </p:cTn>
                                        <p:tgtEl>
                                          <p:spTgt spid="45">
                                            <p:txEl>
                                              <p:pRg st="0" end="0"/>
                                            </p:txEl>
                                          </p:spTgt>
                                        </p:tgtEl>
                                        <p:attrNameLst>
                                          <p:attrName>style.visibility</p:attrName>
                                        </p:attrNameLst>
                                      </p:cBhvr>
                                      <p:to>
                                        <p:strVal val="visible"/>
                                      </p:to>
                                    </p:set>
                                    <p:animEffect transition="in" filter="fade">
                                      <p:cBhvr>
                                        <p:cTn id="121" dur="500"/>
                                        <p:tgtEl>
                                          <p:spTgt spid="45">
                                            <p:txEl>
                                              <p:pRg st="0" end="0"/>
                                            </p:txEl>
                                          </p:spTgt>
                                        </p:tgtEl>
                                      </p:cBhvr>
                                    </p:animEffect>
                                    <p:anim calcmode="lin" valueType="num">
                                      <p:cBhvr>
                                        <p:cTn id="12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12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124" fill="hold">
                            <p:stCondLst>
                              <p:cond delay="12000"/>
                            </p:stCondLst>
                            <p:childTnLst>
                              <p:par>
                                <p:cTn id="125" presetID="10" presetClass="entr" presetSubtype="0" fill="hold" grpId="0" nodeType="afterEffect">
                                  <p:stCondLst>
                                    <p:cond delay="0"/>
                                  </p:stCondLst>
                                  <p:childTnLst>
                                    <p:set>
                                      <p:cBhvr>
                                        <p:cTn id="126" dur="1" fill="hold">
                                          <p:stCondLst>
                                            <p:cond delay="0"/>
                                          </p:stCondLst>
                                        </p:cTn>
                                        <p:tgtEl>
                                          <p:spTgt spid="37"/>
                                        </p:tgtEl>
                                        <p:attrNameLst>
                                          <p:attrName>style.visibility</p:attrName>
                                        </p:attrNameLst>
                                      </p:cBhvr>
                                      <p:to>
                                        <p:strVal val="visible"/>
                                      </p:to>
                                    </p:set>
                                    <p:animEffect transition="in" filter="fade">
                                      <p:cBhvr>
                                        <p:cTn id="127" dur="500"/>
                                        <p:tgtEl>
                                          <p:spTgt spid="37"/>
                                        </p:tgtEl>
                                      </p:cBhvr>
                                    </p:animEffect>
                                  </p:childTnLst>
                                </p:cTn>
                              </p:par>
                            </p:childTnLst>
                          </p:cTn>
                        </p:par>
                        <p:par>
                          <p:cTn id="128" fill="hold">
                            <p:stCondLst>
                              <p:cond delay="12500"/>
                            </p:stCondLst>
                            <p:childTnLst>
                              <p:par>
                                <p:cTn id="129" presetID="53" presetClass="entr" presetSubtype="16" fill="hold" grpId="0" nodeType="afterEffect" nodePh="1">
                                  <p:stCondLst>
                                    <p:cond delay="0"/>
                                  </p:stCondLst>
                                  <p:endCondLst>
                                    <p:cond evt="begin" delay="0">
                                      <p:tn val="129"/>
                                    </p:cond>
                                  </p:endCondLst>
                                  <p:childTnLst>
                                    <p:set>
                                      <p:cBhvr>
                                        <p:cTn id="130" dur="1" fill="hold">
                                          <p:stCondLst>
                                            <p:cond delay="0"/>
                                          </p:stCondLst>
                                        </p:cTn>
                                        <p:tgtEl>
                                          <p:spTgt spid="46">
                                            <p:txEl>
                                              <p:pRg st="0" end="0"/>
                                            </p:txEl>
                                          </p:spTgt>
                                        </p:tgtEl>
                                        <p:attrNameLst>
                                          <p:attrName>style.visibility</p:attrName>
                                        </p:attrNameLst>
                                      </p:cBhvr>
                                      <p:to>
                                        <p:strVal val="visible"/>
                                      </p:to>
                                    </p:set>
                                    <p:anim calcmode="lin" valueType="num">
                                      <p:cBhvr>
                                        <p:cTn id="131"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132"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133" dur="500"/>
                                        <p:tgtEl>
                                          <p:spTgt spid="46">
                                            <p:txEl>
                                              <p:pRg st="0" end="0"/>
                                            </p:txEl>
                                          </p:spTgt>
                                        </p:tgtEl>
                                      </p:cBhvr>
                                    </p:animEffect>
                                  </p:childTnLst>
                                </p:cTn>
                              </p:par>
                            </p:childTnLst>
                          </p:cTn>
                        </p:par>
                        <p:par>
                          <p:cTn id="134" fill="hold">
                            <p:stCondLst>
                              <p:cond delay="13000"/>
                            </p:stCondLst>
                            <p:childTnLst>
                              <p:par>
                                <p:cTn id="135" presetID="42" presetClass="entr" presetSubtype="0" fill="hold" grpId="0" nodeType="afterEffect" nodePh="1">
                                  <p:stCondLst>
                                    <p:cond delay="0"/>
                                  </p:stCondLst>
                                  <p:endCondLst>
                                    <p:cond evt="begin" delay="0">
                                      <p:tn val="135"/>
                                    </p:cond>
                                  </p:endCondLst>
                                  <p:childTnLst>
                                    <p:set>
                                      <p:cBhvr>
                                        <p:cTn id="136" dur="1" fill="hold">
                                          <p:stCondLst>
                                            <p:cond delay="0"/>
                                          </p:stCondLst>
                                        </p:cTn>
                                        <p:tgtEl>
                                          <p:spTgt spid="48">
                                            <p:txEl>
                                              <p:pRg st="0" end="0"/>
                                            </p:txEl>
                                          </p:spTgt>
                                        </p:tgtEl>
                                        <p:attrNameLst>
                                          <p:attrName>style.visibility</p:attrName>
                                        </p:attrNameLst>
                                      </p:cBhvr>
                                      <p:to>
                                        <p:strVal val="visible"/>
                                      </p:to>
                                    </p:set>
                                    <p:animEffect transition="in" filter="fade">
                                      <p:cBhvr>
                                        <p:cTn id="137" dur="500"/>
                                        <p:tgtEl>
                                          <p:spTgt spid="48">
                                            <p:txEl>
                                              <p:pRg st="0" end="0"/>
                                            </p:txEl>
                                          </p:spTgt>
                                        </p:tgtEl>
                                      </p:cBhvr>
                                    </p:animEffect>
                                    <p:anim calcmode="lin" valueType="num">
                                      <p:cBhvr>
                                        <p:cTn id="138" dur="50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139" dur="500" fill="hold"/>
                                        <p:tgtEl>
                                          <p:spTgt spid="48">
                                            <p:txEl>
                                              <p:pRg st="0" end="0"/>
                                            </p:txEl>
                                          </p:spTgt>
                                        </p:tgtEl>
                                        <p:attrNameLst>
                                          <p:attrName>ppt_y</p:attrName>
                                        </p:attrNameLst>
                                      </p:cBhvr>
                                      <p:tavLst>
                                        <p:tav tm="0">
                                          <p:val>
                                            <p:strVal val="#ppt_y+.1"/>
                                          </p:val>
                                        </p:tav>
                                        <p:tav tm="100000">
                                          <p:val>
                                            <p:strVal val="#ppt_y"/>
                                          </p:val>
                                        </p:tav>
                                      </p:tavLst>
                                    </p:anim>
                                  </p:childTnLst>
                                </p:cTn>
                              </p:par>
                            </p:childTnLst>
                          </p:cTn>
                        </p:par>
                        <p:par>
                          <p:cTn id="140" fill="hold">
                            <p:stCondLst>
                              <p:cond delay="13500"/>
                            </p:stCondLst>
                            <p:childTnLst>
                              <p:par>
                                <p:cTn id="141" presetID="10" presetClass="entr" presetSubtype="0" fill="hold" grpId="0" nodeType="after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fade">
                                      <p:cBhvr>
                                        <p:cTn id="143" dur="500"/>
                                        <p:tgtEl>
                                          <p:spTgt spid="38"/>
                                        </p:tgtEl>
                                      </p:cBhvr>
                                    </p:animEffect>
                                  </p:childTnLst>
                                </p:cTn>
                              </p:par>
                            </p:childTnLst>
                          </p:cTn>
                        </p:par>
                        <p:par>
                          <p:cTn id="144" fill="hold">
                            <p:stCondLst>
                              <p:cond delay="14000"/>
                            </p:stCondLst>
                            <p:childTnLst>
                              <p:par>
                                <p:cTn id="145" presetID="53" presetClass="entr" presetSubtype="16" fill="hold" grpId="0" nodeType="afterEffect" nodePh="1">
                                  <p:stCondLst>
                                    <p:cond delay="0"/>
                                  </p:stCondLst>
                                  <p:endCondLst>
                                    <p:cond evt="begin" delay="0">
                                      <p:tn val="145"/>
                                    </p:cond>
                                  </p:endCondLst>
                                  <p:childTnLst>
                                    <p:set>
                                      <p:cBhvr>
                                        <p:cTn id="146" dur="1" fill="hold">
                                          <p:stCondLst>
                                            <p:cond delay="0"/>
                                          </p:stCondLst>
                                        </p:cTn>
                                        <p:tgtEl>
                                          <p:spTgt spid="49">
                                            <p:txEl>
                                              <p:pRg st="0" end="0"/>
                                            </p:txEl>
                                          </p:spTgt>
                                        </p:tgtEl>
                                        <p:attrNameLst>
                                          <p:attrName>style.visibility</p:attrName>
                                        </p:attrNameLst>
                                      </p:cBhvr>
                                      <p:to>
                                        <p:strVal val="visible"/>
                                      </p:to>
                                    </p:set>
                                    <p:anim calcmode="lin" valueType="num">
                                      <p:cBhvr>
                                        <p:cTn id="147" dur="500" fill="hold"/>
                                        <p:tgtEl>
                                          <p:spTgt spid="49">
                                            <p:txEl>
                                              <p:pRg st="0" end="0"/>
                                            </p:txEl>
                                          </p:spTgt>
                                        </p:tgtEl>
                                        <p:attrNameLst>
                                          <p:attrName>ppt_w</p:attrName>
                                        </p:attrNameLst>
                                      </p:cBhvr>
                                      <p:tavLst>
                                        <p:tav tm="0">
                                          <p:val>
                                            <p:fltVal val="0"/>
                                          </p:val>
                                        </p:tav>
                                        <p:tav tm="100000">
                                          <p:val>
                                            <p:strVal val="#ppt_w"/>
                                          </p:val>
                                        </p:tav>
                                      </p:tavLst>
                                    </p:anim>
                                    <p:anim calcmode="lin" valueType="num">
                                      <p:cBhvr>
                                        <p:cTn id="148" dur="500" fill="hold"/>
                                        <p:tgtEl>
                                          <p:spTgt spid="49">
                                            <p:txEl>
                                              <p:pRg st="0" end="0"/>
                                            </p:txEl>
                                          </p:spTgt>
                                        </p:tgtEl>
                                        <p:attrNameLst>
                                          <p:attrName>ppt_h</p:attrName>
                                        </p:attrNameLst>
                                      </p:cBhvr>
                                      <p:tavLst>
                                        <p:tav tm="0">
                                          <p:val>
                                            <p:fltVal val="0"/>
                                          </p:val>
                                        </p:tav>
                                        <p:tav tm="100000">
                                          <p:val>
                                            <p:strVal val="#ppt_h"/>
                                          </p:val>
                                        </p:tav>
                                      </p:tavLst>
                                    </p:anim>
                                    <p:animEffect transition="in" filter="fade">
                                      <p:cBhvr>
                                        <p:cTn id="149" dur="500"/>
                                        <p:tgtEl>
                                          <p:spTgt spid="49">
                                            <p:txEl>
                                              <p:pRg st="0" end="0"/>
                                            </p:txEl>
                                          </p:spTgt>
                                        </p:tgtEl>
                                      </p:cBhvr>
                                    </p:animEffect>
                                  </p:childTnLst>
                                </p:cTn>
                              </p:par>
                            </p:childTnLst>
                          </p:cTn>
                        </p:par>
                        <p:par>
                          <p:cTn id="150" fill="hold">
                            <p:stCondLst>
                              <p:cond delay="14500"/>
                            </p:stCondLst>
                            <p:childTnLst>
                              <p:par>
                                <p:cTn id="151" presetID="42" presetClass="entr" presetSubtype="0" fill="hold" grpId="0" nodeType="afterEffect" nodePh="1">
                                  <p:stCondLst>
                                    <p:cond delay="0"/>
                                  </p:stCondLst>
                                  <p:endCondLst>
                                    <p:cond evt="begin" delay="0">
                                      <p:tn val="151"/>
                                    </p:cond>
                                  </p:endCondLst>
                                  <p:childTnLst>
                                    <p:set>
                                      <p:cBhvr>
                                        <p:cTn id="152" dur="1" fill="hold">
                                          <p:stCondLst>
                                            <p:cond delay="0"/>
                                          </p:stCondLst>
                                        </p:cTn>
                                        <p:tgtEl>
                                          <p:spTgt spid="50">
                                            <p:txEl>
                                              <p:pRg st="0" end="0"/>
                                            </p:txEl>
                                          </p:spTgt>
                                        </p:tgtEl>
                                        <p:attrNameLst>
                                          <p:attrName>style.visibility</p:attrName>
                                        </p:attrNameLst>
                                      </p:cBhvr>
                                      <p:to>
                                        <p:strVal val="visible"/>
                                      </p:to>
                                    </p:set>
                                    <p:animEffect transition="in" filter="fade">
                                      <p:cBhvr>
                                        <p:cTn id="153" dur="500"/>
                                        <p:tgtEl>
                                          <p:spTgt spid="50">
                                            <p:txEl>
                                              <p:pRg st="0" end="0"/>
                                            </p:txEl>
                                          </p:spTgt>
                                        </p:tgtEl>
                                      </p:cBhvr>
                                    </p:animEffect>
                                    <p:anim calcmode="lin" valueType="num">
                                      <p:cBhvr>
                                        <p:cTn id="154" dur="50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155" dur="50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9" grpId="0" animBg="1"/>
      <p:bldP spid="40" grpId="0" animBg="1"/>
      <p:bldP spid="41" grpId="0" animBg="1"/>
      <p:bldP spid="42"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6" grpId="0" animBg="1"/>
      <p:bldP spid="37" grpId="0" animBg="1"/>
      <p:bldP spid="38"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anim calcmode="lin" valueType="num">
                      <p:cBhvr>
                        <p:cTn dur="500" fill="hold"/>
                        <p:tgtEl>
                          <p:spTgt spid="48"/>
                        </p:tgtEl>
                        <p:attrNameLst>
                          <p:attrName>ppt_x</p:attrName>
                        </p:attrNameLst>
                      </p:cBhvr>
                      <p:tavLst>
                        <p:tav tm="0">
                          <p:val>
                            <p:strVal val="#ppt_x"/>
                          </p:val>
                        </p:tav>
                        <p:tav tm="100000">
                          <p:val>
                            <p:strVal val="#ppt_x"/>
                          </p:val>
                        </p:tav>
                      </p:tavLst>
                    </p:anim>
                    <p:anim calcmode="lin" valueType="num">
                      <p:cBhvr>
                        <p:cTn dur="500" fill="hold"/>
                        <p:tgtEl>
                          <p:spTgt spid="48"/>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 calcmode="lin" valueType="num">
                      <p:cBhvr>
                        <p:cTn dur="500" fill="hold"/>
                        <p:tgtEl>
                          <p:spTgt spid="49"/>
                        </p:tgtEl>
                        <p:attrNameLst>
                          <p:attrName>ppt_w</p:attrName>
                        </p:attrNameLst>
                      </p:cBhvr>
                      <p:tavLst>
                        <p:tav tm="0">
                          <p:val>
                            <p:fltVal val="0"/>
                          </p:val>
                        </p:tav>
                        <p:tav tm="100000">
                          <p:val>
                            <p:strVal val="#ppt_w"/>
                          </p:val>
                        </p:tav>
                      </p:tavLst>
                    </p:anim>
                    <p:anim calcmode="lin" valueType="num">
                      <p:cBhvr>
                        <p:cTn dur="500" fill="hold"/>
                        <p:tgtEl>
                          <p:spTgt spid="49"/>
                        </p:tgtEl>
                        <p:attrNameLst>
                          <p:attrName>ppt_h</p:attrName>
                        </p:attrNameLst>
                      </p:cBhvr>
                      <p:tavLst>
                        <p:tav tm="0">
                          <p:val>
                            <p:fltVal val="0"/>
                          </p:val>
                        </p:tav>
                        <p:tav tm="100000">
                          <p:val>
                            <p:strVal val="#ppt_h"/>
                          </p:val>
                        </p:tav>
                      </p:tavLst>
                    </p:anim>
                    <p:animEffect transition="in" filter="fade">
                      <p:cBhvr>
                        <p:cTn dur="500"/>
                        <p:tgtEl>
                          <p:spTgt spid="49"/>
                        </p:tgtEl>
                      </p:cBhvr>
                    </p:animEffect>
                  </p:childTnLst>
                </p:cTn>
              </p:par>
            </p:tnLst>
          </p:tmpl>
        </p:tmplLst>
      </p:bldP>
      <p:bldP spid="5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Effect transition="in" filter="fade">
                      <p:cBhvr>
                        <p:cTn dur="500"/>
                        <p:tgtEl>
                          <p:spTgt spid="50"/>
                        </p:tgtEl>
                      </p:cBhvr>
                    </p:animEffect>
                    <p:anim calcmode="lin" valueType="num">
                      <p:cBhvr>
                        <p:cTn dur="500" fill="hold"/>
                        <p:tgtEl>
                          <p:spTgt spid="50"/>
                        </p:tgtEl>
                        <p:attrNameLst>
                          <p:attrName>ppt_x</p:attrName>
                        </p:attrNameLst>
                      </p:cBhvr>
                      <p:tavLst>
                        <p:tav tm="0">
                          <p:val>
                            <p:strVal val="#ppt_x"/>
                          </p:val>
                        </p:tav>
                        <p:tav tm="100000">
                          <p:val>
                            <p:strVal val="#ppt_x"/>
                          </p:val>
                        </p:tav>
                      </p:tavLst>
                    </p:anim>
                    <p:anim calcmode="lin" valueType="num">
                      <p:cBhvr>
                        <p:cTn dur="500" fill="hold"/>
                        <p:tgtEl>
                          <p:spTgt spid="5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CE2EB1DA-2117-1846-B0F7-A3751D72ADE6}"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6" name="Rectangle 5"/>
          <p:cNvSpPr/>
          <p:nvPr userDrawn="1"/>
        </p:nvSpPr>
        <p:spPr>
          <a:xfrm rot="20700000">
            <a:off x="1558637" y="2070541"/>
            <a:ext cx="1510146" cy="18288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Rectangle 8"/>
          <p:cNvSpPr/>
          <p:nvPr userDrawn="1"/>
        </p:nvSpPr>
        <p:spPr>
          <a:xfrm rot="900000">
            <a:off x="1558636" y="2070541"/>
            <a:ext cx="1510146" cy="18288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Picture Placeholder 17"/>
          <p:cNvSpPr>
            <a:spLocks noGrp="1"/>
          </p:cNvSpPr>
          <p:nvPr>
            <p:ph type="pic" sz="quarter" idx="15"/>
          </p:nvPr>
        </p:nvSpPr>
        <p:spPr>
          <a:xfrm>
            <a:off x="1558637"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19" name="Rectangle 18"/>
          <p:cNvSpPr/>
          <p:nvPr userDrawn="1"/>
        </p:nvSpPr>
        <p:spPr>
          <a:xfrm rot="20700000">
            <a:off x="5346295" y="2070541"/>
            <a:ext cx="1510146" cy="1828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rot="900000">
            <a:off x="5346294" y="2070541"/>
            <a:ext cx="1510146" cy="1828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1" name="Picture Placeholder 20"/>
          <p:cNvSpPr>
            <a:spLocks noGrp="1"/>
          </p:cNvSpPr>
          <p:nvPr>
            <p:ph type="pic" sz="quarter" idx="16"/>
          </p:nvPr>
        </p:nvSpPr>
        <p:spPr>
          <a:xfrm>
            <a:off x="5346295"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2" name="Rectangle 21"/>
          <p:cNvSpPr/>
          <p:nvPr userDrawn="1"/>
        </p:nvSpPr>
        <p:spPr>
          <a:xfrm rot="20700000">
            <a:off x="9133955" y="2049759"/>
            <a:ext cx="1510146" cy="18288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3" name="Rectangle 22"/>
          <p:cNvSpPr/>
          <p:nvPr userDrawn="1"/>
        </p:nvSpPr>
        <p:spPr>
          <a:xfrm rot="900000">
            <a:off x="9133954" y="2049759"/>
            <a:ext cx="1510146" cy="18288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4" name="Picture Placeholder 23"/>
          <p:cNvSpPr>
            <a:spLocks noGrp="1"/>
          </p:cNvSpPr>
          <p:nvPr>
            <p:ph type="pic" sz="quarter" idx="17"/>
          </p:nvPr>
        </p:nvSpPr>
        <p:spPr>
          <a:xfrm>
            <a:off x="9133955" y="2021973"/>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5" name="Text Placeholder 21"/>
          <p:cNvSpPr>
            <a:spLocks noGrp="1"/>
          </p:cNvSpPr>
          <p:nvPr>
            <p:ph type="body" sz="quarter" idx="20"/>
          </p:nvPr>
        </p:nvSpPr>
        <p:spPr>
          <a:xfrm>
            <a:off x="1347700"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9"/>
          </p:nvPr>
        </p:nvSpPr>
        <p:spPr>
          <a:xfrm>
            <a:off x="1347700"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0"/>
          </p:nvPr>
        </p:nvSpPr>
        <p:spPr>
          <a:xfrm>
            <a:off x="5188743"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1"/>
          </p:nvPr>
        </p:nvSpPr>
        <p:spPr>
          <a:xfrm>
            <a:off x="5188743"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2"/>
          </p:nvPr>
        </p:nvSpPr>
        <p:spPr>
          <a:xfrm>
            <a:off x="9029786"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Text Placeholder 21"/>
          <p:cNvSpPr>
            <a:spLocks noGrp="1"/>
          </p:cNvSpPr>
          <p:nvPr>
            <p:ph type="body" sz="quarter" idx="33"/>
          </p:nvPr>
        </p:nvSpPr>
        <p:spPr>
          <a:xfrm>
            <a:off x="9029786"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4450076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p:cTn id="29" dur="500" fill="hold"/>
                                        <p:tgtEl>
                                          <p:spTgt spid="18"/>
                                        </p:tgtEl>
                                        <p:attrNameLst>
                                          <p:attrName>ppt_w</p:attrName>
                                        </p:attrNameLst>
                                      </p:cBhvr>
                                      <p:tavLst>
                                        <p:tav tm="0">
                                          <p:val>
                                            <p:fltVal val="0"/>
                                          </p:val>
                                        </p:tav>
                                        <p:tav tm="100000">
                                          <p:val>
                                            <p:strVal val="#ppt_w"/>
                                          </p:val>
                                        </p:tav>
                                      </p:tavLst>
                                    </p:anim>
                                    <p:anim calcmode="lin" valueType="num">
                                      <p:cBhvr>
                                        <p:cTn id="30" dur="500" fill="hold"/>
                                        <p:tgtEl>
                                          <p:spTgt spid="18"/>
                                        </p:tgtEl>
                                        <p:attrNameLst>
                                          <p:attrName>ppt_h</p:attrName>
                                        </p:attrNameLst>
                                      </p:cBhvr>
                                      <p:tavLst>
                                        <p:tav tm="0">
                                          <p:val>
                                            <p:fltVal val="0"/>
                                          </p:val>
                                        </p:tav>
                                        <p:tav tm="100000">
                                          <p:val>
                                            <p:strVal val="#ppt_h"/>
                                          </p:val>
                                        </p:tav>
                                      </p:tavLst>
                                    </p:anim>
                                    <p:animEffect transition="in" filter="fade">
                                      <p:cBhvr>
                                        <p:cTn id="31" dur="500"/>
                                        <p:tgtEl>
                                          <p:spTgt spid="18"/>
                                        </p:tgtEl>
                                      </p:cBhvr>
                                    </p:animEffect>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25">
                                            <p:txEl>
                                              <p:pRg st="0" end="0"/>
                                            </p:txEl>
                                          </p:spTgt>
                                        </p:tgtEl>
                                        <p:attrNameLst>
                                          <p:attrName>style.visibility</p:attrName>
                                        </p:attrNameLst>
                                      </p:cBhvr>
                                      <p:to>
                                        <p:strVal val="visible"/>
                                      </p:to>
                                    </p:set>
                                    <p:anim calcmode="lin" valueType="num">
                                      <p:cBhvr>
                                        <p:cTn id="35"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25">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26">
                                            <p:txEl>
                                              <p:pRg st="0" end="0"/>
                                            </p:txEl>
                                          </p:spTgt>
                                        </p:tgtEl>
                                        <p:attrNameLst>
                                          <p:attrName>style.visibility</p:attrName>
                                        </p:attrNameLst>
                                      </p:cBhvr>
                                      <p:to>
                                        <p:strVal val="visible"/>
                                      </p:to>
                                    </p:set>
                                    <p:animEffect transition="in" filter="fade">
                                      <p:cBhvr>
                                        <p:cTn id="41" dur="500"/>
                                        <p:tgtEl>
                                          <p:spTgt spid="26">
                                            <p:txEl>
                                              <p:pRg st="0" end="0"/>
                                            </p:txEl>
                                          </p:spTgt>
                                        </p:tgtEl>
                                      </p:cBhvr>
                                    </p:animEffect>
                                    <p:anim calcmode="lin" valueType="num">
                                      <p:cBhvr>
                                        <p:cTn id="4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10" presetClass="entr" presetSubtype="0"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par>
                          <p:cTn id="48" fill="hold">
                            <p:stCondLst>
                              <p:cond delay="4500"/>
                            </p:stCondLst>
                            <p:childTnLst>
                              <p:par>
                                <p:cTn id="49" presetID="10" presetClass="entr" presetSubtype="0" fill="hold" grpId="0" nodeType="after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childTnLst>
                                </p:cTn>
                              </p:par>
                            </p:childTnLst>
                          </p:cTn>
                        </p:par>
                        <p:par>
                          <p:cTn id="52" fill="hold">
                            <p:stCondLst>
                              <p:cond delay="5000"/>
                            </p:stCondLst>
                            <p:childTnLst>
                              <p:par>
                                <p:cTn id="53" presetID="53" presetClass="entr" presetSubtype="16"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 calcmode="lin" valueType="num">
                                      <p:cBhvr>
                                        <p:cTn id="55" dur="500" fill="hold"/>
                                        <p:tgtEl>
                                          <p:spTgt spid="21"/>
                                        </p:tgtEl>
                                        <p:attrNameLst>
                                          <p:attrName>ppt_w</p:attrName>
                                        </p:attrNameLst>
                                      </p:cBhvr>
                                      <p:tavLst>
                                        <p:tav tm="0">
                                          <p:val>
                                            <p:fltVal val="0"/>
                                          </p:val>
                                        </p:tav>
                                        <p:tav tm="100000">
                                          <p:val>
                                            <p:strVal val="#ppt_w"/>
                                          </p:val>
                                        </p:tav>
                                      </p:tavLst>
                                    </p:anim>
                                    <p:anim calcmode="lin" valueType="num">
                                      <p:cBhvr>
                                        <p:cTn id="56" dur="500" fill="hold"/>
                                        <p:tgtEl>
                                          <p:spTgt spid="21"/>
                                        </p:tgtEl>
                                        <p:attrNameLst>
                                          <p:attrName>ppt_h</p:attrName>
                                        </p:attrNameLst>
                                      </p:cBhvr>
                                      <p:tavLst>
                                        <p:tav tm="0">
                                          <p:val>
                                            <p:fltVal val="0"/>
                                          </p:val>
                                        </p:tav>
                                        <p:tav tm="100000">
                                          <p:val>
                                            <p:strVal val="#ppt_h"/>
                                          </p:val>
                                        </p:tav>
                                      </p:tavLst>
                                    </p:anim>
                                    <p:animEffect transition="in" filter="fade">
                                      <p:cBhvr>
                                        <p:cTn id="57" dur="500"/>
                                        <p:tgtEl>
                                          <p:spTgt spid="21"/>
                                        </p:tgtEl>
                                      </p:cBhvr>
                                    </p:animEffect>
                                  </p:childTnLst>
                                </p:cTn>
                              </p:par>
                            </p:childTnLst>
                          </p:cTn>
                        </p:par>
                        <p:par>
                          <p:cTn id="58" fill="hold">
                            <p:stCondLst>
                              <p:cond delay="5500"/>
                            </p:stCondLst>
                            <p:childTnLst>
                              <p:par>
                                <p:cTn id="59" presetID="53" presetClass="entr" presetSubtype="16" fill="hold" grpId="0" nodeType="afterEffect" nodePh="1">
                                  <p:stCondLst>
                                    <p:cond delay="0"/>
                                  </p:stCondLst>
                                  <p:endCondLst>
                                    <p:cond evt="begin" delay="0">
                                      <p:tn val="59"/>
                                    </p:cond>
                                  </p:endCondLst>
                                  <p:childTnLst>
                                    <p:set>
                                      <p:cBhvr>
                                        <p:cTn id="60" dur="1" fill="hold">
                                          <p:stCondLst>
                                            <p:cond delay="0"/>
                                          </p:stCondLst>
                                        </p:cTn>
                                        <p:tgtEl>
                                          <p:spTgt spid="28">
                                            <p:txEl>
                                              <p:pRg st="0" end="0"/>
                                            </p:txEl>
                                          </p:spTgt>
                                        </p:tgtEl>
                                        <p:attrNameLst>
                                          <p:attrName>style.visibility</p:attrName>
                                        </p:attrNameLst>
                                      </p:cBhvr>
                                      <p:to>
                                        <p:strVal val="visible"/>
                                      </p:to>
                                    </p:set>
                                    <p:anim calcmode="lin" valueType="num">
                                      <p:cBhvr>
                                        <p:cTn id="6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3" dur="500"/>
                                        <p:tgtEl>
                                          <p:spTgt spid="28">
                                            <p:txEl>
                                              <p:pRg st="0" end="0"/>
                                            </p:txEl>
                                          </p:spTgt>
                                        </p:tgtEl>
                                      </p:cBhvr>
                                    </p:animEffect>
                                  </p:childTnLst>
                                </p:cTn>
                              </p:par>
                            </p:childTnLst>
                          </p:cTn>
                        </p:par>
                        <p:par>
                          <p:cTn id="64" fill="hold">
                            <p:stCondLst>
                              <p:cond delay="6000"/>
                            </p:stCondLst>
                            <p:childTnLst>
                              <p:par>
                                <p:cTn id="65" presetID="42" presetClass="entr" presetSubtype="0" fill="hold" grpId="0" nodeType="afterEffect" nodePh="1">
                                  <p:stCondLst>
                                    <p:cond delay="0"/>
                                  </p:stCondLst>
                                  <p:endCondLst>
                                    <p:cond evt="begin" delay="0">
                                      <p:tn val="65"/>
                                    </p:cond>
                                  </p:endCondLst>
                                  <p:childTnLst>
                                    <p:set>
                                      <p:cBhvr>
                                        <p:cTn id="66" dur="1" fill="hold">
                                          <p:stCondLst>
                                            <p:cond delay="0"/>
                                          </p:stCondLst>
                                        </p:cTn>
                                        <p:tgtEl>
                                          <p:spTgt spid="29">
                                            <p:txEl>
                                              <p:pRg st="0" end="0"/>
                                            </p:txEl>
                                          </p:spTgt>
                                        </p:tgtEl>
                                        <p:attrNameLst>
                                          <p:attrName>style.visibility</p:attrName>
                                        </p:attrNameLst>
                                      </p:cBhvr>
                                      <p:to>
                                        <p:strVal val="visible"/>
                                      </p:to>
                                    </p:set>
                                    <p:animEffect transition="in" filter="fade">
                                      <p:cBhvr>
                                        <p:cTn id="67" dur="500"/>
                                        <p:tgtEl>
                                          <p:spTgt spid="29">
                                            <p:txEl>
                                              <p:pRg st="0" end="0"/>
                                            </p:txEl>
                                          </p:spTgt>
                                        </p:tgtEl>
                                      </p:cBhvr>
                                    </p:animEffect>
                                    <p:anim calcmode="lin" valueType="num">
                                      <p:cBhvr>
                                        <p:cTn id="68"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69"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70" fill="hold">
                            <p:stCondLst>
                              <p:cond delay="6500"/>
                            </p:stCondLst>
                            <p:childTnLst>
                              <p:par>
                                <p:cTn id="71" presetID="10" presetClass="entr" presetSubtype="0" fill="hold" grpId="0" nodeType="afterEffect">
                                  <p:stCondLst>
                                    <p:cond delay="0"/>
                                  </p:stCondLst>
                                  <p:childTnLst>
                                    <p:set>
                                      <p:cBhvr>
                                        <p:cTn id="72" dur="1" fill="hold">
                                          <p:stCondLst>
                                            <p:cond delay="0"/>
                                          </p:stCondLst>
                                        </p:cTn>
                                        <p:tgtEl>
                                          <p:spTgt spid="22"/>
                                        </p:tgtEl>
                                        <p:attrNameLst>
                                          <p:attrName>style.visibility</p:attrName>
                                        </p:attrNameLst>
                                      </p:cBhvr>
                                      <p:to>
                                        <p:strVal val="visible"/>
                                      </p:to>
                                    </p:set>
                                    <p:animEffect transition="in" filter="fade">
                                      <p:cBhvr>
                                        <p:cTn id="73" dur="500"/>
                                        <p:tgtEl>
                                          <p:spTgt spid="22"/>
                                        </p:tgtEl>
                                      </p:cBhvr>
                                    </p:animEffect>
                                  </p:childTnLst>
                                </p:cTn>
                              </p:par>
                            </p:childTnLst>
                          </p:cTn>
                        </p:par>
                        <p:par>
                          <p:cTn id="74" fill="hold">
                            <p:stCondLst>
                              <p:cond delay="7000"/>
                            </p:stCondLst>
                            <p:childTnLst>
                              <p:par>
                                <p:cTn id="75" presetID="10" presetClass="entr" presetSubtype="0"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par>
                          <p:cTn id="78" fill="hold">
                            <p:stCondLst>
                              <p:cond delay="7500"/>
                            </p:stCondLst>
                            <p:childTnLst>
                              <p:par>
                                <p:cTn id="79" presetID="53" presetClass="entr" presetSubtype="16" fill="hold" grpId="0" nodeType="afterEffect">
                                  <p:stCondLst>
                                    <p:cond delay="0"/>
                                  </p:stCondLst>
                                  <p:childTnLst>
                                    <p:set>
                                      <p:cBhvr>
                                        <p:cTn id="80" dur="1" fill="hold">
                                          <p:stCondLst>
                                            <p:cond delay="0"/>
                                          </p:stCondLst>
                                        </p:cTn>
                                        <p:tgtEl>
                                          <p:spTgt spid="24"/>
                                        </p:tgtEl>
                                        <p:attrNameLst>
                                          <p:attrName>style.visibility</p:attrName>
                                        </p:attrNameLst>
                                      </p:cBhvr>
                                      <p:to>
                                        <p:strVal val="visible"/>
                                      </p:to>
                                    </p:set>
                                    <p:anim calcmode="lin" valueType="num">
                                      <p:cBhvr>
                                        <p:cTn id="81" dur="500" fill="hold"/>
                                        <p:tgtEl>
                                          <p:spTgt spid="24"/>
                                        </p:tgtEl>
                                        <p:attrNameLst>
                                          <p:attrName>ppt_w</p:attrName>
                                        </p:attrNameLst>
                                      </p:cBhvr>
                                      <p:tavLst>
                                        <p:tav tm="0">
                                          <p:val>
                                            <p:fltVal val="0"/>
                                          </p:val>
                                        </p:tav>
                                        <p:tav tm="100000">
                                          <p:val>
                                            <p:strVal val="#ppt_w"/>
                                          </p:val>
                                        </p:tav>
                                      </p:tavLst>
                                    </p:anim>
                                    <p:anim calcmode="lin" valueType="num">
                                      <p:cBhvr>
                                        <p:cTn id="82" dur="500" fill="hold"/>
                                        <p:tgtEl>
                                          <p:spTgt spid="24"/>
                                        </p:tgtEl>
                                        <p:attrNameLst>
                                          <p:attrName>ppt_h</p:attrName>
                                        </p:attrNameLst>
                                      </p:cBhvr>
                                      <p:tavLst>
                                        <p:tav tm="0">
                                          <p:val>
                                            <p:fltVal val="0"/>
                                          </p:val>
                                        </p:tav>
                                        <p:tav tm="100000">
                                          <p:val>
                                            <p:strVal val="#ppt_h"/>
                                          </p:val>
                                        </p:tav>
                                      </p:tavLst>
                                    </p:anim>
                                    <p:animEffect transition="in" filter="fade">
                                      <p:cBhvr>
                                        <p:cTn id="83" dur="500"/>
                                        <p:tgtEl>
                                          <p:spTgt spid="24"/>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30">
                                            <p:txEl>
                                              <p:pRg st="0" end="0"/>
                                            </p:txEl>
                                          </p:spTgt>
                                        </p:tgtEl>
                                        <p:attrNameLst>
                                          <p:attrName>style.visibility</p:attrName>
                                        </p:attrNameLst>
                                      </p:cBhvr>
                                      <p:to>
                                        <p:strVal val="visible"/>
                                      </p:to>
                                    </p:set>
                                    <p:anim calcmode="lin" valueType="num">
                                      <p:cBhvr>
                                        <p:cTn id="87"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30">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31">
                                            <p:txEl>
                                              <p:pRg st="0" end="0"/>
                                            </p:txEl>
                                          </p:spTgt>
                                        </p:tgtEl>
                                        <p:attrNameLst>
                                          <p:attrName>style.visibility</p:attrName>
                                        </p:attrNameLst>
                                      </p:cBhvr>
                                      <p:to>
                                        <p:strVal val="visible"/>
                                      </p:to>
                                    </p:set>
                                    <p:animEffect transition="in" filter="fade">
                                      <p:cBhvr>
                                        <p:cTn id="93" dur="500"/>
                                        <p:tgtEl>
                                          <p:spTgt spid="31">
                                            <p:txEl>
                                              <p:pRg st="0" end="0"/>
                                            </p:txEl>
                                          </p:spTgt>
                                        </p:tgtEl>
                                      </p:cBhvr>
                                    </p:animEffect>
                                    <p:anim calcmode="lin" valueType="num">
                                      <p:cBhvr>
                                        <p:cTn id="94"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6" grpId="0" animBg="1"/>
      <p:bldP spid="9" grpId="0" animBg="1"/>
      <p:bldP spid="18" grpId="0" animBg="1"/>
      <p:bldP spid="19" grpId="0" animBg="1"/>
      <p:bldP spid="20" grpId="0" animBg="1"/>
      <p:bldP spid="21" grpId="0" animBg="1"/>
      <p:bldP spid="22" grpId="0" animBg="1"/>
      <p:bldP spid="23" grpId="0" animBg="1"/>
      <p:bldP spid="24"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D671C656-C7BE-DF4C-941C-A9C3CEA2E606}"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3" name="Freeform 22"/>
          <p:cNvSpPr/>
          <p:nvPr userDrawn="1"/>
        </p:nvSpPr>
        <p:spPr>
          <a:xfrm>
            <a:off x="713492" y="2456421"/>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7" name="Picture Placeholder 16"/>
          <p:cNvSpPr>
            <a:spLocks noGrp="1"/>
          </p:cNvSpPr>
          <p:nvPr>
            <p:ph type="pic" sz="quarter" idx="13"/>
          </p:nvPr>
        </p:nvSpPr>
        <p:spPr>
          <a:xfrm>
            <a:off x="809647" y="2542735"/>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4" name="Freeform 23"/>
          <p:cNvSpPr/>
          <p:nvPr userDrawn="1"/>
        </p:nvSpPr>
        <p:spPr>
          <a:xfrm>
            <a:off x="3663045"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Picture Placeholder 24"/>
          <p:cNvSpPr>
            <a:spLocks noGrp="1"/>
          </p:cNvSpPr>
          <p:nvPr>
            <p:ph type="pic" sz="quarter" idx="14"/>
          </p:nvPr>
        </p:nvSpPr>
        <p:spPr>
          <a:xfrm>
            <a:off x="3759200"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6" name="Freeform 25"/>
          <p:cNvSpPr/>
          <p:nvPr userDrawn="1"/>
        </p:nvSpPr>
        <p:spPr>
          <a:xfrm>
            <a:off x="9562151" y="2453684"/>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Picture Placeholder 26"/>
          <p:cNvSpPr>
            <a:spLocks noGrp="1"/>
          </p:cNvSpPr>
          <p:nvPr>
            <p:ph type="pic" sz="quarter" idx="15"/>
          </p:nvPr>
        </p:nvSpPr>
        <p:spPr>
          <a:xfrm>
            <a:off x="9658306" y="2539998"/>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28" name="Freeform 27"/>
          <p:cNvSpPr/>
          <p:nvPr userDrawn="1"/>
        </p:nvSpPr>
        <p:spPr>
          <a:xfrm>
            <a:off x="6612598"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Picture Placeholder 28"/>
          <p:cNvSpPr>
            <a:spLocks noGrp="1"/>
          </p:cNvSpPr>
          <p:nvPr>
            <p:ph type="pic" sz="quarter" idx="16"/>
          </p:nvPr>
        </p:nvSpPr>
        <p:spPr>
          <a:xfrm>
            <a:off x="6708753"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15" name="Text Placeholder 21"/>
          <p:cNvSpPr>
            <a:spLocks noGrp="1"/>
          </p:cNvSpPr>
          <p:nvPr>
            <p:ph type="body" sz="quarter" idx="20"/>
          </p:nvPr>
        </p:nvSpPr>
        <p:spPr>
          <a:xfrm>
            <a:off x="71349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1349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0"/>
          </p:nvPr>
        </p:nvSpPr>
        <p:spPr>
          <a:xfrm>
            <a:off x="3717217"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1"/>
          </p:nvPr>
        </p:nvSpPr>
        <p:spPr>
          <a:xfrm>
            <a:off x="3717217"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2"/>
          </p:nvPr>
        </p:nvSpPr>
        <p:spPr>
          <a:xfrm>
            <a:off x="672094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33"/>
          </p:nvPr>
        </p:nvSpPr>
        <p:spPr>
          <a:xfrm>
            <a:off x="672094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4"/>
          </p:nvPr>
        </p:nvSpPr>
        <p:spPr>
          <a:xfrm>
            <a:off x="9724667" y="4546572"/>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5"/>
          </p:nvPr>
        </p:nvSpPr>
        <p:spPr>
          <a:xfrm>
            <a:off x="9724667" y="4853276"/>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1883908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p:cTn id="21" dur="500" fill="hold"/>
                                        <p:tgtEl>
                                          <p:spTgt spid="17"/>
                                        </p:tgtEl>
                                        <p:attrNameLst>
                                          <p:attrName>ppt_w</p:attrName>
                                        </p:attrNameLst>
                                      </p:cBhvr>
                                      <p:tavLst>
                                        <p:tav tm="0">
                                          <p:val>
                                            <p:fltVal val="0"/>
                                          </p:val>
                                        </p:tav>
                                        <p:tav tm="100000">
                                          <p:val>
                                            <p:strVal val="#ppt_w"/>
                                          </p:val>
                                        </p:tav>
                                      </p:tavLst>
                                    </p:anim>
                                    <p:anim calcmode="lin" valueType="num">
                                      <p:cBhvr>
                                        <p:cTn id="22" dur="500" fill="hold"/>
                                        <p:tgtEl>
                                          <p:spTgt spid="17"/>
                                        </p:tgtEl>
                                        <p:attrNameLst>
                                          <p:attrName>ppt_h</p:attrName>
                                        </p:attrNameLst>
                                      </p:cBhvr>
                                      <p:tavLst>
                                        <p:tav tm="0">
                                          <p:val>
                                            <p:fltVal val="0"/>
                                          </p:val>
                                        </p:tav>
                                        <p:tav tm="100000">
                                          <p:val>
                                            <p:strVal val="#ppt_h"/>
                                          </p:val>
                                        </p:tav>
                                      </p:tavLst>
                                    </p:anim>
                                    <p:animEffect transition="in" filter="fade">
                                      <p:cBhvr>
                                        <p:cTn id="23" dur="500"/>
                                        <p:tgtEl>
                                          <p:spTgt spid="17"/>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18">
                                            <p:txEl>
                                              <p:pRg st="0" end="0"/>
                                            </p:txEl>
                                          </p:spTgt>
                                        </p:tgtEl>
                                        <p:attrNameLst>
                                          <p:attrName>style.visibility</p:attrName>
                                        </p:attrNameLst>
                                      </p:cBhvr>
                                      <p:to>
                                        <p:strVal val="visible"/>
                                      </p:to>
                                    </p:set>
                                    <p:anim calcmode="lin" valueType="num">
                                      <p:cBhvr>
                                        <p:cTn id="49" dur="500" fill="hold"/>
                                        <p:tgtEl>
                                          <p:spTgt spid="18">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18">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18">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19">
                                            <p:txEl>
                                              <p:pRg st="0" end="0"/>
                                            </p:txEl>
                                          </p:spTgt>
                                        </p:tgtEl>
                                        <p:attrNameLst>
                                          <p:attrName>style.visibility</p:attrName>
                                        </p:attrNameLst>
                                      </p:cBhvr>
                                      <p:to>
                                        <p:strVal val="visible"/>
                                      </p:to>
                                    </p:set>
                                    <p:animEffect transition="in" filter="fade">
                                      <p:cBhvr>
                                        <p:cTn id="55" dur="500"/>
                                        <p:tgtEl>
                                          <p:spTgt spid="19">
                                            <p:txEl>
                                              <p:pRg st="0" end="0"/>
                                            </p:txEl>
                                          </p:spTgt>
                                        </p:tgtEl>
                                      </p:cBhvr>
                                    </p:animEffect>
                                    <p:anim calcmode="lin" valueType="num">
                                      <p:cBhvr>
                                        <p:cTn id="56"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childTnLst>
                          </p:cTn>
                        </p:par>
                        <p:par>
                          <p:cTn id="62" fill="hold">
                            <p:stCondLst>
                              <p:cond delay="5500"/>
                            </p:stCondLst>
                            <p:childTnLst>
                              <p:par>
                                <p:cTn id="63" presetID="53" presetClass="entr" presetSubtype="16" fill="hold" grpId="0" nodeType="afterEffect">
                                  <p:stCondLst>
                                    <p:cond delay="0"/>
                                  </p:stCondLst>
                                  <p:childTnLst>
                                    <p:set>
                                      <p:cBhvr>
                                        <p:cTn id="64" dur="1" fill="hold">
                                          <p:stCondLst>
                                            <p:cond delay="0"/>
                                          </p:stCondLst>
                                        </p:cTn>
                                        <p:tgtEl>
                                          <p:spTgt spid="29"/>
                                        </p:tgtEl>
                                        <p:attrNameLst>
                                          <p:attrName>style.visibility</p:attrName>
                                        </p:attrNameLst>
                                      </p:cBhvr>
                                      <p:to>
                                        <p:strVal val="visible"/>
                                      </p:to>
                                    </p:set>
                                    <p:anim calcmode="lin" valueType="num">
                                      <p:cBhvr>
                                        <p:cTn id="65" dur="500" fill="hold"/>
                                        <p:tgtEl>
                                          <p:spTgt spid="29"/>
                                        </p:tgtEl>
                                        <p:attrNameLst>
                                          <p:attrName>ppt_w</p:attrName>
                                        </p:attrNameLst>
                                      </p:cBhvr>
                                      <p:tavLst>
                                        <p:tav tm="0">
                                          <p:val>
                                            <p:fltVal val="0"/>
                                          </p:val>
                                        </p:tav>
                                        <p:tav tm="100000">
                                          <p:val>
                                            <p:strVal val="#ppt_w"/>
                                          </p:val>
                                        </p:tav>
                                      </p:tavLst>
                                    </p:anim>
                                    <p:anim calcmode="lin" valueType="num">
                                      <p:cBhvr>
                                        <p:cTn id="66" dur="500" fill="hold"/>
                                        <p:tgtEl>
                                          <p:spTgt spid="29"/>
                                        </p:tgtEl>
                                        <p:attrNameLst>
                                          <p:attrName>ppt_h</p:attrName>
                                        </p:attrNameLst>
                                      </p:cBhvr>
                                      <p:tavLst>
                                        <p:tav tm="0">
                                          <p:val>
                                            <p:fltVal val="0"/>
                                          </p:val>
                                        </p:tav>
                                        <p:tav tm="100000">
                                          <p:val>
                                            <p:strVal val="#ppt_h"/>
                                          </p:val>
                                        </p:tav>
                                      </p:tavLst>
                                    </p:anim>
                                    <p:animEffect transition="in" filter="fade">
                                      <p:cBhvr>
                                        <p:cTn id="67" dur="500"/>
                                        <p:tgtEl>
                                          <p:spTgt spid="29"/>
                                        </p:tgtEl>
                                      </p:cBhvr>
                                    </p:animEffect>
                                  </p:childTnLst>
                                </p:cTn>
                              </p:par>
                            </p:childTnLst>
                          </p:cTn>
                        </p:par>
                        <p:par>
                          <p:cTn id="68" fill="hold">
                            <p:stCondLst>
                              <p:cond delay="6000"/>
                            </p:stCondLst>
                            <p:childTnLst>
                              <p:par>
                                <p:cTn id="69" presetID="53" presetClass="entr" presetSubtype="16" fill="hold" grpId="0" nodeType="afterEffect" nodePh="1">
                                  <p:stCondLst>
                                    <p:cond delay="0"/>
                                  </p:stCondLst>
                                  <p:endCondLst>
                                    <p:cond evt="begin" delay="0">
                                      <p:tn val="69"/>
                                    </p:cond>
                                  </p:endCondLst>
                                  <p:childTnLst>
                                    <p:set>
                                      <p:cBhvr>
                                        <p:cTn id="70" dur="1" fill="hold">
                                          <p:stCondLst>
                                            <p:cond delay="0"/>
                                          </p:stCondLst>
                                        </p:cTn>
                                        <p:tgtEl>
                                          <p:spTgt spid="20">
                                            <p:txEl>
                                              <p:pRg st="0" end="0"/>
                                            </p:txEl>
                                          </p:spTgt>
                                        </p:tgtEl>
                                        <p:attrNameLst>
                                          <p:attrName>style.visibility</p:attrName>
                                        </p:attrNameLst>
                                      </p:cBhvr>
                                      <p:to>
                                        <p:strVal val="visible"/>
                                      </p:to>
                                    </p:set>
                                    <p:anim calcmode="lin" valueType="num">
                                      <p:cBhvr>
                                        <p:cTn id="71" dur="500" fill="hold"/>
                                        <p:tgtEl>
                                          <p:spTgt spid="20">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0">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0">
                                            <p:txEl>
                                              <p:pRg st="0" end="0"/>
                                            </p:txEl>
                                          </p:spTgt>
                                        </p:tgtEl>
                                      </p:cBhvr>
                                    </p:animEffect>
                                  </p:childTnLst>
                                </p:cTn>
                              </p:par>
                            </p:childTnLst>
                          </p:cTn>
                        </p:par>
                        <p:par>
                          <p:cTn id="74" fill="hold">
                            <p:stCondLst>
                              <p:cond delay="6500"/>
                            </p:stCondLst>
                            <p:childTnLst>
                              <p:par>
                                <p:cTn id="75" presetID="42" presetClass="entr" presetSubtype="0" fill="hold" grpId="0" nodeType="afterEffect" nodePh="1">
                                  <p:stCondLst>
                                    <p:cond delay="0"/>
                                  </p:stCondLst>
                                  <p:endCondLst>
                                    <p:cond evt="begin" delay="0">
                                      <p:tn val="75"/>
                                    </p:cond>
                                  </p:endCondLst>
                                  <p:childTnLst>
                                    <p:set>
                                      <p:cBhvr>
                                        <p:cTn id="76" dur="1" fill="hold">
                                          <p:stCondLst>
                                            <p:cond delay="0"/>
                                          </p:stCondLst>
                                        </p:cTn>
                                        <p:tgtEl>
                                          <p:spTgt spid="21">
                                            <p:txEl>
                                              <p:pRg st="0" end="0"/>
                                            </p:txEl>
                                          </p:spTgt>
                                        </p:tgtEl>
                                        <p:attrNameLst>
                                          <p:attrName>style.visibility</p:attrName>
                                        </p:attrNameLst>
                                      </p:cBhvr>
                                      <p:to>
                                        <p:strVal val="visible"/>
                                      </p:to>
                                    </p:set>
                                    <p:animEffect transition="in" filter="fade">
                                      <p:cBhvr>
                                        <p:cTn id="77" dur="500"/>
                                        <p:tgtEl>
                                          <p:spTgt spid="21">
                                            <p:txEl>
                                              <p:pRg st="0" end="0"/>
                                            </p:txEl>
                                          </p:spTgt>
                                        </p:tgtEl>
                                      </p:cBhvr>
                                    </p:animEffect>
                                    <p:anim calcmode="lin" valueType="num">
                                      <p:cBhvr>
                                        <p:cTn id="7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7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10" presetClass="entr" presetSubtype="0" fill="hold" grpId="0" nodeType="afterEffect">
                                  <p:stCondLst>
                                    <p:cond delay="0"/>
                                  </p:stCondLst>
                                  <p:childTnLst>
                                    <p:set>
                                      <p:cBhvr>
                                        <p:cTn id="82" dur="1" fill="hold">
                                          <p:stCondLst>
                                            <p:cond delay="0"/>
                                          </p:stCondLst>
                                        </p:cTn>
                                        <p:tgtEl>
                                          <p:spTgt spid="26"/>
                                        </p:tgtEl>
                                        <p:attrNameLst>
                                          <p:attrName>style.visibility</p:attrName>
                                        </p:attrNameLst>
                                      </p:cBhvr>
                                      <p:to>
                                        <p:strVal val="visible"/>
                                      </p:to>
                                    </p:set>
                                    <p:animEffect transition="in" filter="fade">
                                      <p:cBhvr>
                                        <p:cTn id="83" dur="500"/>
                                        <p:tgtEl>
                                          <p:spTgt spid="26"/>
                                        </p:tgtEl>
                                      </p:cBhvr>
                                    </p:animEffect>
                                  </p:childTnLst>
                                </p:cTn>
                              </p:par>
                            </p:childTnLst>
                          </p:cTn>
                        </p:par>
                        <p:par>
                          <p:cTn id="84" fill="hold">
                            <p:stCondLst>
                              <p:cond delay="7500"/>
                            </p:stCondLst>
                            <p:childTnLst>
                              <p:par>
                                <p:cTn id="85" presetID="53" presetClass="entr" presetSubtype="16" fill="hold" grpId="0" nodeType="afterEffect">
                                  <p:stCondLst>
                                    <p:cond delay="0"/>
                                  </p:stCondLst>
                                  <p:childTnLst>
                                    <p:set>
                                      <p:cBhvr>
                                        <p:cTn id="86" dur="1" fill="hold">
                                          <p:stCondLst>
                                            <p:cond delay="0"/>
                                          </p:stCondLst>
                                        </p:cTn>
                                        <p:tgtEl>
                                          <p:spTgt spid="27"/>
                                        </p:tgtEl>
                                        <p:attrNameLst>
                                          <p:attrName>style.visibility</p:attrName>
                                        </p:attrNameLst>
                                      </p:cBhvr>
                                      <p:to>
                                        <p:strVal val="visible"/>
                                      </p:to>
                                    </p:set>
                                    <p:anim calcmode="lin" valueType="num">
                                      <p:cBhvr>
                                        <p:cTn id="87" dur="500" fill="hold"/>
                                        <p:tgtEl>
                                          <p:spTgt spid="27"/>
                                        </p:tgtEl>
                                        <p:attrNameLst>
                                          <p:attrName>ppt_w</p:attrName>
                                        </p:attrNameLst>
                                      </p:cBhvr>
                                      <p:tavLst>
                                        <p:tav tm="0">
                                          <p:val>
                                            <p:fltVal val="0"/>
                                          </p:val>
                                        </p:tav>
                                        <p:tav tm="100000">
                                          <p:val>
                                            <p:strVal val="#ppt_w"/>
                                          </p:val>
                                        </p:tav>
                                      </p:tavLst>
                                    </p:anim>
                                    <p:anim calcmode="lin" valueType="num">
                                      <p:cBhvr>
                                        <p:cTn id="88" dur="500" fill="hold"/>
                                        <p:tgtEl>
                                          <p:spTgt spid="27"/>
                                        </p:tgtEl>
                                        <p:attrNameLst>
                                          <p:attrName>ppt_h</p:attrName>
                                        </p:attrNameLst>
                                      </p:cBhvr>
                                      <p:tavLst>
                                        <p:tav tm="0">
                                          <p:val>
                                            <p:fltVal val="0"/>
                                          </p:val>
                                        </p:tav>
                                        <p:tav tm="100000">
                                          <p:val>
                                            <p:strVal val="#ppt_h"/>
                                          </p:val>
                                        </p:tav>
                                      </p:tavLst>
                                    </p:anim>
                                    <p:animEffect transition="in" filter="fade">
                                      <p:cBhvr>
                                        <p:cTn id="89" dur="500"/>
                                        <p:tgtEl>
                                          <p:spTgt spid="27"/>
                                        </p:tgtEl>
                                      </p:cBhvr>
                                    </p:animEffect>
                                  </p:childTnLst>
                                </p:cTn>
                              </p:par>
                            </p:childTnLst>
                          </p:cTn>
                        </p:par>
                        <p:par>
                          <p:cTn id="90" fill="hold">
                            <p:stCondLst>
                              <p:cond delay="8000"/>
                            </p:stCondLst>
                            <p:childTnLst>
                              <p:par>
                                <p:cTn id="91" presetID="53" presetClass="entr" presetSubtype="16" fill="hold" grpId="0" nodeType="afterEffect" nodePh="1">
                                  <p:stCondLst>
                                    <p:cond delay="0"/>
                                  </p:stCondLst>
                                  <p:endCondLst>
                                    <p:cond evt="begin" delay="0">
                                      <p:tn val="91"/>
                                    </p:cond>
                                  </p:endCondLst>
                                  <p:childTnLst>
                                    <p:set>
                                      <p:cBhvr>
                                        <p:cTn id="92" dur="1" fill="hold">
                                          <p:stCondLst>
                                            <p:cond delay="0"/>
                                          </p:stCondLst>
                                        </p:cTn>
                                        <p:tgtEl>
                                          <p:spTgt spid="22">
                                            <p:txEl>
                                              <p:pRg st="0" end="0"/>
                                            </p:txEl>
                                          </p:spTgt>
                                        </p:tgtEl>
                                        <p:attrNameLst>
                                          <p:attrName>style.visibility</p:attrName>
                                        </p:attrNameLst>
                                      </p:cBhvr>
                                      <p:to>
                                        <p:strVal val="visible"/>
                                      </p:to>
                                    </p:set>
                                    <p:anim calcmode="lin" valueType="num">
                                      <p:cBhvr>
                                        <p:cTn id="93"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94"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95" dur="500"/>
                                        <p:tgtEl>
                                          <p:spTgt spid="22">
                                            <p:txEl>
                                              <p:pRg st="0" end="0"/>
                                            </p:txEl>
                                          </p:spTgt>
                                        </p:tgtEl>
                                      </p:cBhvr>
                                    </p:animEffect>
                                  </p:childTnLst>
                                </p:cTn>
                              </p:par>
                            </p:childTnLst>
                          </p:cTn>
                        </p:par>
                        <p:par>
                          <p:cTn id="96" fill="hold">
                            <p:stCondLst>
                              <p:cond delay="8500"/>
                            </p:stCondLst>
                            <p:childTnLst>
                              <p:par>
                                <p:cTn id="97" presetID="42" presetClass="entr" presetSubtype="0" fill="hold" grpId="0" nodeType="afterEffect" nodePh="1">
                                  <p:stCondLst>
                                    <p:cond delay="0"/>
                                  </p:stCondLst>
                                  <p:endCondLst>
                                    <p:cond evt="begin" delay="0">
                                      <p:tn val="97"/>
                                    </p:cond>
                                  </p:endCondLst>
                                  <p:childTnLst>
                                    <p:set>
                                      <p:cBhvr>
                                        <p:cTn id="98" dur="1" fill="hold">
                                          <p:stCondLst>
                                            <p:cond delay="0"/>
                                          </p:stCondLst>
                                        </p:cTn>
                                        <p:tgtEl>
                                          <p:spTgt spid="30">
                                            <p:txEl>
                                              <p:pRg st="0" end="0"/>
                                            </p:txEl>
                                          </p:spTgt>
                                        </p:tgtEl>
                                        <p:attrNameLst>
                                          <p:attrName>style.visibility</p:attrName>
                                        </p:attrNameLst>
                                      </p:cBhvr>
                                      <p:to>
                                        <p:strVal val="visible"/>
                                      </p:to>
                                    </p:set>
                                    <p:animEffect transition="in" filter="fade">
                                      <p:cBhvr>
                                        <p:cTn id="99" dur="500"/>
                                        <p:tgtEl>
                                          <p:spTgt spid="30">
                                            <p:txEl>
                                              <p:pRg st="0" end="0"/>
                                            </p:txEl>
                                          </p:spTgt>
                                        </p:tgtEl>
                                      </p:cBhvr>
                                    </p:animEffect>
                                    <p:anim calcmode="lin" valueType="num">
                                      <p:cBhvr>
                                        <p:cTn id="100"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101" dur="50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23" grpId="0" animBg="1"/>
      <p:bldP spid="17" grpId="0" animBg="1"/>
      <p:bldP spid="24" grpId="0" animBg="1"/>
      <p:bldP spid="25" grpId="0" animBg="1"/>
      <p:bldP spid="26" grpId="0" animBg="1"/>
      <p:bldP spid="27" grpId="0" animBg="1"/>
      <p:bldP spid="28" grpId="0" animBg="1"/>
      <p:bldP spid="29"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 calcmode="lin" valueType="num">
                      <p:cBhvr>
                        <p:cTn dur="500" fill="hold"/>
                        <p:tgtEl>
                          <p:spTgt spid="18"/>
                        </p:tgtEl>
                        <p:attrNameLst>
                          <p:attrName>ppt_w</p:attrName>
                        </p:attrNameLst>
                      </p:cBhvr>
                      <p:tavLst>
                        <p:tav tm="0">
                          <p:val>
                            <p:fltVal val="0"/>
                          </p:val>
                        </p:tav>
                        <p:tav tm="100000">
                          <p:val>
                            <p:strVal val="#ppt_w"/>
                          </p:val>
                        </p:tav>
                      </p:tavLst>
                    </p:anim>
                    <p:anim calcmode="lin" valueType="num">
                      <p:cBhvr>
                        <p:cTn dur="500" fill="hold"/>
                        <p:tgtEl>
                          <p:spTgt spid="18"/>
                        </p:tgtEl>
                        <p:attrNameLst>
                          <p:attrName>ppt_h</p:attrName>
                        </p:attrNameLst>
                      </p:cBhvr>
                      <p:tavLst>
                        <p:tav tm="0">
                          <p:val>
                            <p:fltVal val="0"/>
                          </p:val>
                        </p:tav>
                        <p:tav tm="100000">
                          <p:val>
                            <p:strVal val="#ppt_h"/>
                          </p:val>
                        </p:tav>
                      </p:tavLst>
                    </p:anim>
                    <p:animEffect transition="in" filter="fade">
                      <p:cBhvr>
                        <p:cTn dur="500"/>
                        <p:tgtEl>
                          <p:spTgt spid="18"/>
                        </p:tgtEl>
                      </p:cBhvr>
                    </p:animEffect>
                  </p:childTnLst>
                </p:cTn>
              </p:par>
            </p:tnLst>
          </p:tmpl>
        </p:tmplLst>
      </p:bldP>
      <p:bldP spid="1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 calcmode="lin" valueType="num">
                      <p:cBhvr>
                        <p:cTn dur="500" fill="hold"/>
                        <p:tgtEl>
                          <p:spTgt spid="20"/>
                        </p:tgtEl>
                        <p:attrNameLst>
                          <p:attrName>ppt_w</p:attrName>
                        </p:attrNameLst>
                      </p:cBhvr>
                      <p:tavLst>
                        <p:tav tm="0">
                          <p:val>
                            <p:fltVal val="0"/>
                          </p:val>
                        </p:tav>
                        <p:tav tm="100000">
                          <p:val>
                            <p:strVal val="#ppt_w"/>
                          </p:val>
                        </p:tav>
                      </p:tavLst>
                    </p:anim>
                    <p:anim calcmode="lin" valueType="num">
                      <p:cBhvr>
                        <p:cTn dur="500" fill="hold"/>
                        <p:tgtEl>
                          <p:spTgt spid="20"/>
                        </p:tgtEl>
                        <p:attrNameLst>
                          <p:attrName>ppt_h</p:attrName>
                        </p:attrNameLst>
                      </p:cBhvr>
                      <p:tavLst>
                        <p:tav tm="0">
                          <p:val>
                            <p:fltVal val="0"/>
                          </p:val>
                        </p:tav>
                        <p:tav tm="100000">
                          <p:val>
                            <p:strVal val="#ppt_h"/>
                          </p:val>
                        </p:tav>
                      </p:tavLst>
                    </p:anim>
                    <p:animEffect transition="in" filter="fade">
                      <p:cBhvr>
                        <p:cTn dur="500"/>
                        <p:tgtEl>
                          <p:spTgt spid="20"/>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3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anim calcmode="lin" valueType="num">
                      <p:cBhvr>
                        <p:cTn dur="500" fill="hold"/>
                        <p:tgtEl>
                          <p:spTgt spid="30"/>
                        </p:tgtEl>
                        <p:attrNameLst>
                          <p:attrName>ppt_x</p:attrName>
                        </p:attrNameLst>
                      </p:cBhvr>
                      <p:tavLst>
                        <p:tav tm="0">
                          <p:val>
                            <p:strVal val="#ppt_x"/>
                          </p:val>
                        </p:tav>
                        <p:tav tm="100000">
                          <p:val>
                            <p:strVal val="#ppt_x"/>
                          </p:val>
                        </p:tav>
                      </p:tavLst>
                    </p:anim>
                    <p:anim calcmode="lin" valueType="num">
                      <p:cBhvr>
                        <p:cTn dur="500" fill="hold"/>
                        <p:tgtEl>
                          <p:spTgt spid="3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43AE3FCA-B0E5-754F-AD1E-A049BFCC36EA}"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1" name="Picture Placeholder 30"/>
          <p:cNvSpPr>
            <a:spLocks noGrp="1"/>
          </p:cNvSpPr>
          <p:nvPr>
            <p:ph type="pic" sz="quarter" idx="33" hasCustomPrompt="1"/>
          </p:nvPr>
        </p:nvSpPr>
        <p:spPr>
          <a:xfrm>
            <a:off x="30898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25" name="Picture Placeholder 30"/>
          <p:cNvSpPr>
            <a:spLocks noGrp="1"/>
          </p:cNvSpPr>
          <p:nvPr>
            <p:ph type="pic" sz="quarter" idx="34" hasCustomPrompt="1"/>
          </p:nvPr>
        </p:nvSpPr>
        <p:spPr>
          <a:xfrm>
            <a:off x="308985"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2" name="Picture Placeholder 30"/>
          <p:cNvSpPr>
            <a:spLocks noGrp="1"/>
          </p:cNvSpPr>
          <p:nvPr>
            <p:ph type="pic" sz="quarter" idx="35" hasCustomPrompt="1"/>
          </p:nvPr>
        </p:nvSpPr>
        <p:spPr>
          <a:xfrm>
            <a:off x="4209040"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4209040"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4" name="Picture Placeholder 30"/>
          <p:cNvSpPr>
            <a:spLocks noGrp="1"/>
          </p:cNvSpPr>
          <p:nvPr>
            <p:ph type="pic" sz="quarter" idx="37" hasCustomPrompt="1"/>
          </p:nvPr>
        </p:nvSpPr>
        <p:spPr>
          <a:xfrm>
            <a:off x="810909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5" name="Picture Placeholder 30"/>
          <p:cNvSpPr>
            <a:spLocks noGrp="1"/>
          </p:cNvSpPr>
          <p:nvPr>
            <p:ph type="pic" sz="quarter" idx="38" hasCustomPrompt="1"/>
          </p:nvPr>
        </p:nvSpPr>
        <p:spPr>
          <a:xfrm>
            <a:off x="8109095" y="4300488"/>
            <a:ext cx="3773920" cy="2183006"/>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28773219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anim calcmode="lin" valueType="num">
                                      <p:cBhvr>
                                        <p:cTn id="28" dur="500" fill="hold"/>
                                        <p:tgtEl>
                                          <p:spTgt spid="25"/>
                                        </p:tgtEl>
                                        <p:attrNameLst>
                                          <p:attrName>ppt_x</p:attrName>
                                        </p:attrNameLst>
                                      </p:cBhvr>
                                      <p:tavLst>
                                        <p:tav tm="0">
                                          <p:val>
                                            <p:strVal val="#ppt_x"/>
                                          </p:val>
                                        </p:tav>
                                        <p:tav tm="100000">
                                          <p:val>
                                            <p:strVal val="#ppt_x"/>
                                          </p:val>
                                        </p:tav>
                                      </p:tavLst>
                                    </p:anim>
                                    <p:anim calcmode="lin" valueType="num">
                                      <p:cBhvr>
                                        <p:cTn id="29" dur="500" fill="hold"/>
                                        <p:tgtEl>
                                          <p:spTgt spid="25"/>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42"/>
                                        </p:tgtEl>
                                        <p:attrNameLst>
                                          <p:attrName>style.visibility</p:attrName>
                                        </p:attrNameLst>
                                      </p:cBhvr>
                                      <p:to>
                                        <p:strVal val="visible"/>
                                      </p:to>
                                    </p:set>
                                    <p:animEffect transition="in" filter="fade">
                                      <p:cBhvr>
                                        <p:cTn id="33" dur="500"/>
                                        <p:tgtEl>
                                          <p:spTgt spid="42"/>
                                        </p:tgtEl>
                                      </p:cBhvr>
                                    </p:animEffect>
                                    <p:anim calcmode="lin" valueType="num">
                                      <p:cBhvr>
                                        <p:cTn id="34" dur="500" fill="hold"/>
                                        <p:tgtEl>
                                          <p:spTgt spid="42"/>
                                        </p:tgtEl>
                                        <p:attrNameLst>
                                          <p:attrName>ppt_x</p:attrName>
                                        </p:attrNameLst>
                                      </p:cBhvr>
                                      <p:tavLst>
                                        <p:tav tm="0">
                                          <p:val>
                                            <p:strVal val="#ppt_x"/>
                                          </p:val>
                                        </p:tav>
                                        <p:tav tm="100000">
                                          <p:val>
                                            <p:strVal val="#ppt_x"/>
                                          </p:val>
                                        </p:tav>
                                      </p:tavLst>
                                    </p:anim>
                                    <p:anim calcmode="lin" valueType="num">
                                      <p:cBhvr>
                                        <p:cTn id="35" dur="500" fill="hold"/>
                                        <p:tgtEl>
                                          <p:spTgt spid="42"/>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500"/>
                                        <p:tgtEl>
                                          <p:spTgt spid="43"/>
                                        </p:tgtEl>
                                      </p:cBhvr>
                                    </p:animEffect>
                                    <p:anim calcmode="lin" valueType="num">
                                      <p:cBhvr>
                                        <p:cTn id="40" dur="500" fill="hold"/>
                                        <p:tgtEl>
                                          <p:spTgt spid="43"/>
                                        </p:tgtEl>
                                        <p:attrNameLst>
                                          <p:attrName>ppt_x</p:attrName>
                                        </p:attrNameLst>
                                      </p:cBhvr>
                                      <p:tavLst>
                                        <p:tav tm="0">
                                          <p:val>
                                            <p:strVal val="#ppt_x"/>
                                          </p:val>
                                        </p:tav>
                                        <p:tav tm="100000">
                                          <p:val>
                                            <p:strVal val="#ppt_x"/>
                                          </p:val>
                                        </p:tav>
                                      </p:tavLst>
                                    </p:anim>
                                    <p:anim calcmode="lin" valueType="num">
                                      <p:cBhvr>
                                        <p:cTn id="41" dur="500" fill="hold"/>
                                        <p:tgtEl>
                                          <p:spTgt spid="43"/>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44"/>
                                        </p:tgtEl>
                                        <p:attrNameLst>
                                          <p:attrName>style.visibility</p:attrName>
                                        </p:attrNameLst>
                                      </p:cBhvr>
                                      <p:to>
                                        <p:strVal val="visible"/>
                                      </p:to>
                                    </p:set>
                                    <p:animEffect transition="in" filter="fade">
                                      <p:cBhvr>
                                        <p:cTn id="45" dur="500"/>
                                        <p:tgtEl>
                                          <p:spTgt spid="44"/>
                                        </p:tgtEl>
                                      </p:cBhvr>
                                    </p:animEffect>
                                    <p:anim calcmode="lin" valueType="num">
                                      <p:cBhvr>
                                        <p:cTn id="46" dur="500" fill="hold"/>
                                        <p:tgtEl>
                                          <p:spTgt spid="44"/>
                                        </p:tgtEl>
                                        <p:attrNameLst>
                                          <p:attrName>ppt_x</p:attrName>
                                        </p:attrNameLst>
                                      </p:cBhvr>
                                      <p:tavLst>
                                        <p:tav tm="0">
                                          <p:val>
                                            <p:strVal val="#ppt_x"/>
                                          </p:val>
                                        </p:tav>
                                        <p:tav tm="100000">
                                          <p:val>
                                            <p:strVal val="#ppt_x"/>
                                          </p:val>
                                        </p:tav>
                                      </p:tavLst>
                                    </p:anim>
                                    <p:anim calcmode="lin" valueType="num">
                                      <p:cBhvr>
                                        <p:cTn id="47" dur="500" fill="hold"/>
                                        <p:tgtEl>
                                          <p:spTgt spid="44"/>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42" presetClass="entr" presetSubtype="0" fill="hold" grpId="0" nodeType="afterEffect">
                                  <p:stCondLst>
                                    <p:cond delay="0"/>
                                  </p:stCondLst>
                                  <p:childTnLst>
                                    <p:set>
                                      <p:cBhvr>
                                        <p:cTn id="50" dur="1" fill="hold">
                                          <p:stCondLst>
                                            <p:cond delay="0"/>
                                          </p:stCondLst>
                                        </p:cTn>
                                        <p:tgtEl>
                                          <p:spTgt spid="45"/>
                                        </p:tgtEl>
                                        <p:attrNameLst>
                                          <p:attrName>style.visibility</p:attrName>
                                        </p:attrNameLst>
                                      </p:cBhvr>
                                      <p:to>
                                        <p:strVal val="visible"/>
                                      </p:to>
                                    </p:set>
                                    <p:animEffect transition="in" filter="fade">
                                      <p:cBhvr>
                                        <p:cTn id="51" dur="500"/>
                                        <p:tgtEl>
                                          <p:spTgt spid="45"/>
                                        </p:tgtEl>
                                      </p:cBhvr>
                                    </p:animEffect>
                                    <p:anim calcmode="lin" valueType="num">
                                      <p:cBhvr>
                                        <p:cTn id="52" dur="500" fill="hold"/>
                                        <p:tgtEl>
                                          <p:spTgt spid="45"/>
                                        </p:tgtEl>
                                        <p:attrNameLst>
                                          <p:attrName>ppt_x</p:attrName>
                                        </p:attrNameLst>
                                      </p:cBhvr>
                                      <p:tavLst>
                                        <p:tav tm="0">
                                          <p:val>
                                            <p:strVal val="#ppt_x"/>
                                          </p:val>
                                        </p:tav>
                                        <p:tav tm="100000">
                                          <p:val>
                                            <p:strVal val="#ppt_x"/>
                                          </p:val>
                                        </p:tav>
                                      </p:tavLst>
                                    </p:anim>
                                    <p:anim calcmode="lin" valueType="num">
                                      <p:cBhvr>
                                        <p:cTn id="53" dur="500" fill="hold"/>
                                        <p:tgtEl>
                                          <p:spTgt spid="4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1" grpId="0" animBg="1"/>
      <p:bldP spid="25" grpId="0" animBg="1"/>
      <p:bldP spid="42" grpId="0" animBg="1"/>
      <p:bldP spid="43" grpId="0" animBg="1"/>
      <p:bldP spid="44" grpId="0" animBg="1"/>
      <p:bldP spid="45" grpId="0" animBg="1"/>
    </p:bldLst>
  </p:timing>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A983247E-5E16-514E-B802-22B27BC4B5BF}"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42" name="Picture Placeholder 30"/>
          <p:cNvSpPr>
            <a:spLocks noGrp="1"/>
          </p:cNvSpPr>
          <p:nvPr>
            <p:ph type="pic" sz="quarter" idx="35" hasCustomPrompt="1"/>
          </p:nvPr>
        </p:nvSpPr>
        <p:spPr>
          <a:xfrm>
            <a:off x="507135"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507134"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6" name="Picture Placeholder 30"/>
          <p:cNvSpPr>
            <a:spLocks noGrp="1"/>
          </p:cNvSpPr>
          <p:nvPr>
            <p:ph type="pic" sz="quarter" idx="37" hasCustomPrompt="1"/>
          </p:nvPr>
        </p:nvSpPr>
        <p:spPr>
          <a:xfrm>
            <a:off x="6179133"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7" name="Picture Placeholder 30"/>
          <p:cNvSpPr>
            <a:spLocks noGrp="1"/>
          </p:cNvSpPr>
          <p:nvPr>
            <p:ph type="pic" sz="quarter" idx="38" hasCustomPrompt="1"/>
          </p:nvPr>
        </p:nvSpPr>
        <p:spPr>
          <a:xfrm>
            <a:off x="6179132"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21" name="Picture Placeholder 20"/>
          <p:cNvSpPr>
            <a:spLocks noGrp="1"/>
          </p:cNvSpPr>
          <p:nvPr>
            <p:ph type="pic" sz="quarter" idx="39" hasCustomPrompt="1"/>
          </p:nvPr>
        </p:nvSpPr>
        <p:spPr>
          <a:xfrm>
            <a:off x="4731330" y="2893088"/>
            <a:ext cx="2743200" cy="2743200"/>
          </a:xfrm>
          <a:custGeom>
            <a:avLst/>
            <a:gdLst>
              <a:gd name="connsiteX0" fmla="*/ 1371600 w 2743200"/>
              <a:gd name="connsiteY0" fmla="*/ 0 h 2743200"/>
              <a:gd name="connsiteX1" fmla="*/ 2743200 w 2743200"/>
              <a:gd name="connsiteY1" fmla="*/ 1371600 h 2743200"/>
              <a:gd name="connsiteX2" fmla="*/ 1371600 w 2743200"/>
              <a:gd name="connsiteY2" fmla="*/ 2743200 h 2743200"/>
              <a:gd name="connsiteX3" fmla="*/ 0 w 2743200"/>
              <a:gd name="connsiteY3" fmla="*/ 1371600 h 2743200"/>
              <a:gd name="connsiteX4" fmla="*/ 1371600 w 2743200"/>
              <a:gd name="connsiteY4" fmla="*/ 0 h 274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2743200">
                <a:moveTo>
                  <a:pt x="1371600" y="0"/>
                </a:moveTo>
                <a:cubicBezTo>
                  <a:pt x="2129114" y="0"/>
                  <a:pt x="2743200" y="614086"/>
                  <a:pt x="2743200" y="1371600"/>
                </a:cubicBezTo>
                <a:cubicBezTo>
                  <a:pt x="2743200" y="2129114"/>
                  <a:pt x="2129114" y="2743200"/>
                  <a:pt x="1371600" y="2743200"/>
                </a:cubicBezTo>
                <a:cubicBezTo>
                  <a:pt x="614086" y="2743200"/>
                  <a:pt x="0" y="2129114"/>
                  <a:pt x="0" y="1371600"/>
                </a:cubicBezTo>
                <a:cubicBezTo>
                  <a:pt x="0" y="614086"/>
                  <a:pt x="614086" y="0"/>
                  <a:pt x="1371600" y="0"/>
                </a:cubicBezTo>
                <a:close/>
              </a:path>
            </a:pathLst>
          </a:custGeom>
          <a:solidFill>
            <a:schemeClr val="accent4"/>
          </a:solidFill>
        </p:spPr>
        <p:txBody>
          <a:bodyPr wrap="square">
            <a:noAutofit/>
          </a:bodyPr>
          <a:lstStyle>
            <a:lvl1pPr algn="r">
              <a:defRPr sz="1000"/>
            </a:lvl1pPr>
          </a:lstStyle>
          <a:p>
            <a:r>
              <a:rPr lang="id-ID" dirty="0" smtClean="0"/>
              <a:t>Nopic</a:t>
            </a:r>
            <a:endParaRPr lang="en-AU" dirty="0"/>
          </a:p>
        </p:txBody>
      </p:sp>
      <p:sp>
        <p:nvSpPr>
          <p:cNvPr id="22" name="Text Placeholder 21"/>
          <p:cNvSpPr>
            <a:spLocks noGrp="1"/>
          </p:cNvSpPr>
          <p:nvPr>
            <p:ph type="body" sz="quarter" idx="20"/>
          </p:nvPr>
        </p:nvSpPr>
        <p:spPr>
          <a:xfrm>
            <a:off x="4731331" y="3492745"/>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9"/>
          </p:nvPr>
        </p:nvSpPr>
        <p:spPr>
          <a:xfrm>
            <a:off x="4731331" y="3799449"/>
            <a:ext cx="2743200" cy="1304045"/>
          </a:xfrm>
        </p:spPr>
        <p:txBody>
          <a:bodyPr>
            <a:norm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5200195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42"/>
                                        </p:tgtEl>
                                        <p:attrNameLst>
                                          <p:attrName>style.visibility</p:attrName>
                                        </p:attrNameLst>
                                      </p:cBhvr>
                                      <p:to>
                                        <p:strVal val="visible"/>
                                      </p:to>
                                    </p:set>
                                    <p:animEffect transition="in" filter="fade">
                                      <p:cBhvr>
                                        <p:cTn id="21" dur="500"/>
                                        <p:tgtEl>
                                          <p:spTgt spid="42"/>
                                        </p:tgtEl>
                                      </p:cBhvr>
                                    </p:animEffect>
                                    <p:anim calcmode="lin" valueType="num">
                                      <p:cBhvr>
                                        <p:cTn id="22" dur="500" fill="hold"/>
                                        <p:tgtEl>
                                          <p:spTgt spid="42"/>
                                        </p:tgtEl>
                                        <p:attrNameLst>
                                          <p:attrName>ppt_x</p:attrName>
                                        </p:attrNameLst>
                                      </p:cBhvr>
                                      <p:tavLst>
                                        <p:tav tm="0">
                                          <p:val>
                                            <p:strVal val="#ppt_x"/>
                                          </p:val>
                                        </p:tav>
                                        <p:tav tm="100000">
                                          <p:val>
                                            <p:strVal val="#ppt_x"/>
                                          </p:val>
                                        </p:tav>
                                      </p:tavLst>
                                    </p:anim>
                                    <p:anim calcmode="lin" valueType="num">
                                      <p:cBhvr>
                                        <p:cTn id="23" dur="500" fill="hold"/>
                                        <p:tgtEl>
                                          <p:spTgt spid="42"/>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fade">
                                      <p:cBhvr>
                                        <p:cTn id="27" dur="500"/>
                                        <p:tgtEl>
                                          <p:spTgt spid="43"/>
                                        </p:tgtEl>
                                      </p:cBhvr>
                                    </p:animEffect>
                                    <p:anim calcmode="lin" valueType="num">
                                      <p:cBhvr>
                                        <p:cTn id="28" dur="500" fill="hold"/>
                                        <p:tgtEl>
                                          <p:spTgt spid="43"/>
                                        </p:tgtEl>
                                        <p:attrNameLst>
                                          <p:attrName>ppt_x</p:attrName>
                                        </p:attrNameLst>
                                      </p:cBhvr>
                                      <p:tavLst>
                                        <p:tav tm="0">
                                          <p:val>
                                            <p:strVal val="#ppt_x"/>
                                          </p:val>
                                        </p:tav>
                                        <p:tav tm="100000">
                                          <p:val>
                                            <p:strVal val="#ppt_x"/>
                                          </p:val>
                                        </p:tav>
                                      </p:tavLst>
                                    </p:anim>
                                    <p:anim calcmode="lin" valueType="num">
                                      <p:cBhvr>
                                        <p:cTn id="29" dur="500" fill="hold"/>
                                        <p:tgtEl>
                                          <p:spTgt spid="43"/>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anim calcmode="lin" valueType="num">
                                      <p:cBhvr>
                                        <p:cTn id="34" dur="500" fill="hold"/>
                                        <p:tgtEl>
                                          <p:spTgt spid="16"/>
                                        </p:tgtEl>
                                        <p:attrNameLst>
                                          <p:attrName>ppt_x</p:attrName>
                                        </p:attrNameLst>
                                      </p:cBhvr>
                                      <p:tavLst>
                                        <p:tav tm="0">
                                          <p:val>
                                            <p:strVal val="#ppt_x"/>
                                          </p:val>
                                        </p:tav>
                                        <p:tav tm="100000">
                                          <p:val>
                                            <p:strVal val="#ppt_x"/>
                                          </p:val>
                                        </p:tav>
                                      </p:tavLst>
                                    </p:anim>
                                    <p:anim calcmode="lin" valueType="num">
                                      <p:cBhvr>
                                        <p:cTn id="35" dur="500" fill="hold"/>
                                        <p:tgtEl>
                                          <p:spTgt spid="16"/>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anim calcmode="lin" valueType="num">
                                      <p:cBhvr>
                                        <p:cTn id="40" dur="500" fill="hold"/>
                                        <p:tgtEl>
                                          <p:spTgt spid="17"/>
                                        </p:tgtEl>
                                        <p:attrNameLst>
                                          <p:attrName>ppt_x</p:attrName>
                                        </p:attrNameLst>
                                      </p:cBhvr>
                                      <p:tavLst>
                                        <p:tav tm="0">
                                          <p:val>
                                            <p:strVal val="#ppt_x"/>
                                          </p:val>
                                        </p:tav>
                                        <p:tav tm="100000">
                                          <p:val>
                                            <p:strVal val="#ppt_x"/>
                                          </p:val>
                                        </p:tav>
                                      </p:tavLst>
                                    </p:anim>
                                    <p:anim calcmode="lin" valueType="num">
                                      <p:cBhvr>
                                        <p:cTn id="41" dur="500" fill="hold"/>
                                        <p:tgtEl>
                                          <p:spTgt spid="17"/>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10" presetClass="entr" presetSubtype="0" fill="hold" grpId="0" nodeType="after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p:cTn id="49"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22">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Effect transition="in" filter="fade">
                                      <p:cBhvr>
                                        <p:cTn id="55" dur="500"/>
                                        <p:tgtEl>
                                          <p:spTgt spid="23">
                                            <p:txEl>
                                              <p:pRg st="0" end="0"/>
                                            </p:txEl>
                                          </p:spTgt>
                                        </p:tgtEl>
                                      </p:cBhvr>
                                    </p:animEffect>
                                    <p:anim calcmode="lin" valueType="num">
                                      <p:cBhvr>
                                        <p:cTn id="56"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42" grpId="0" animBg="1"/>
      <p:bldP spid="43" grpId="0" animBg="1"/>
      <p:bldP spid="16" grpId="0" animBg="1"/>
      <p:bldP spid="17" grpId="0" animBg="1"/>
      <p:bldP spid="21"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1" name="Rounded Rectangle 30"/>
          <p:cNvSpPr/>
          <p:nvPr userDrawn="1"/>
        </p:nvSpPr>
        <p:spPr>
          <a:xfrm>
            <a:off x="83723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Rounded Rectangle 29"/>
          <p:cNvSpPr/>
          <p:nvPr userDrawn="1"/>
        </p:nvSpPr>
        <p:spPr>
          <a:xfrm>
            <a:off x="47147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 name="Rounded Rectangle 5"/>
          <p:cNvSpPr/>
          <p:nvPr userDrawn="1"/>
        </p:nvSpPr>
        <p:spPr>
          <a:xfrm>
            <a:off x="10571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 name="Date Placeholder 2"/>
          <p:cNvSpPr>
            <a:spLocks noGrp="1"/>
          </p:cNvSpPr>
          <p:nvPr>
            <p:ph type="dt" sz="half" idx="10"/>
          </p:nvPr>
        </p:nvSpPr>
        <p:spPr/>
        <p:txBody>
          <a:bodyPr/>
          <a:lstStyle/>
          <a:p>
            <a:fld id="{6446292B-5F72-6541-AC78-51B206160A1D}"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10571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9" name="Picture Placeholder 30"/>
          <p:cNvSpPr>
            <a:spLocks noGrp="1"/>
          </p:cNvSpPr>
          <p:nvPr>
            <p:ph type="pic" sz="quarter" idx="37" hasCustomPrompt="1"/>
          </p:nvPr>
        </p:nvSpPr>
        <p:spPr>
          <a:xfrm>
            <a:off x="47147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0" name="Picture Placeholder 30"/>
          <p:cNvSpPr>
            <a:spLocks noGrp="1"/>
          </p:cNvSpPr>
          <p:nvPr>
            <p:ph type="pic" sz="quarter" idx="38" hasCustomPrompt="1"/>
          </p:nvPr>
        </p:nvSpPr>
        <p:spPr>
          <a:xfrm>
            <a:off x="83723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4" name="Picture Placeholder 30"/>
          <p:cNvSpPr>
            <a:spLocks noGrp="1"/>
          </p:cNvSpPr>
          <p:nvPr>
            <p:ph type="pic" sz="quarter" idx="39" hasCustomPrompt="1"/>
          </p:nvPr>
        </p:nvSpPr>
        <p:spPr>
          <a:xfrm>
            <a:off x="1057131" y="4142509"/>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5" name="Picture Placeholder 30"/>
          <p:cNvSpPr>
            <a:spLocks noGrp="1"/>
          </p:cNvSpPr>
          <p:nvPr>
            <p:ph type="pic" sz="quarter" idx="40" hasCustomPrompt="1"/>
          </p:nvPr>
        </p:nvSpPr>
        <p:spPr>
          <a:xfrm>
            <a:off x="4714731" y="4142509"/>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26" name="Picture Placeholder 30"/>
          <p:cNvSpPr>
            <a:spLocks noGrp="1"/>
          </p:cNvSpPr>
          <p:nvPr>
            <p:ph type="pic" sz="quarter" idx="41" hasCustomPrompt="1"/>
          </p:nvPr>
        </p:nvSpPr>
        <p:spPr>
          <a:xfrm>
            <a:off x="8372331" y="4142509"/>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1057131" y="4332757"/>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42"/>
          </p:nvPr>
        </p:nvSpPr>
        <p:spPr>
          <a:xfrm>
            <a:off x="4734069"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43"/>
          </p:nvPr>
        </p:nvSpPr>
        <p:spPr>
          <a:xfrm>
            <a:off x="8372331"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3" name="Text Placeholder 21"/>
          <p:cNvSpPr>
            <a:spLocks noGrp="1"/>
          </p:cNvSpPr>
          <p:nvPr>
            <p:ph type="body" sz="quarter" idx="44"/>
          </p:nvPr>
        </p:nvSpPr>
        <p:spPr>
          <a:xfrm>
            <a:off x="1057131" y="5014501"/>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4" name="Text Placeholder 21"/>
          <p:cNvSpPr>
            <a:spLocks noGrp="1"/>
          </p:cNvSpPr>
          <p:nvPr>
            <p:ph type="body" sz="quarter" idx="45"/>
          </p:nvPr>
        </p:nvSpPr>
        <p:spPr>
          <a:xfrm>
            <a:off x="469539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5" name="Text Placeholder 21"/>
          <p:cNvSpPr>
            <a:spLocks noGrp="1"/>
          </p:cNvSpPr>
          <p:nvPr>
            <p:ph type="body" sz="quarter" idx="46"/>
          </p:nvPr>
        </p:nvSpPr>
        <p:spPr>
          <a:xfrm>
            <a:off x="838070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091175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43"/>
                                        </p:tgtEl>
                                        <p:attrNameLst>
                                          <p:attrName>style.visibility</p:attrName>
                                        </p:attrNameLst>
                                      </p:cBhvr>
                                      <p:to>
                                        <p:strVal val="visible"/>
                                      </p:to>
                                    </p:set>
                                    <p:animEffect transition="in" filter="fade">
                                      <p:cBhvr>
                                        <p:cTn id="17" dur="500"/>
                                        <p:tgtEl>
                                          <p:spTgt spid="43"/>
                                        </p:tgtEl>
                                      </p:cBhvr>
                                    </p:animEffect>
                                    <p:anim calcmode="lin" valueType="num">
                                      <p:cBhvr>
                                        <p:cTn id="18" dur="500" fill="hold"/>
                                        <p:tgtEl>
                                          <p:spTgt spid="43"/>
                                        </p:tgtEl>
                                        <p:attrNameLst>
                                          <p:attrName>ppt_x</p:attrName>
                                        </p:attrNameLst>
                                      </p:cBhvr>
                                      <p:tavLst>
                                        <p:tav tm="0">
                                          <p:val>
                                            <p:strVal val="#ppt_x"/>
                                          </p:val>
                                        </p:tav>
                                        <p:tav tm="100000">
                                          <p:val>
                                            <p:strVal val="#ppt_x"/>
                                          </p:val>
                                        </p:tav>
                                      </p:tavLst>
                                    </p:anim>
                                    <p:anim calcmode="lin" valueType="num">
                                      <p:cBhvr>
                                        <p:cTn id="19" dur="500" fill="hold"/>
                                        <p:tgtEl>
                                          <p:spTgt spid="43"/>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anim calcmode="lin" valueType="num">
                                      <p:cBhvr>
                                        <p:cTn id="24" dur="500" fill="hold"/>
                                        <p:tgtEl>
                                          <p:spTgt spid="19"/>
                                        </p:tgtEl>
                                        <p:attrNameLst>
                                          <p:attrName>ppt_x</p:attrName>
                                        </p:attrNameLst>
                                      </p:cBhvr>
                                      <p:tavLst>
                                        <p:tav tm="0">
                                          <p:val>
                                            <p:strVal val="#ppt_x"/>
                                          </p:val>
                                        </p:tav>
                                        <p:tav tm="100000">
                                          <p:val>
                                            <p:strVal val="#ppt_x"/>
                                          </p:val>
                                        </p:tav>
                                      </p:tavLst>
                                    </p:anim>
                                    <p:anim calcmode="lin" valueType="num">
                                      <p:cBhvr>
                                        <p:cTn id="25" dur="500" fill="hold"/>
                                        <p:tgtEl>
                                          <p:spTgt spid="19"/>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anim calcmode="lin" valueType="num">
                                      <p:cBhvr>
                                        <p:cTn id="30" dur="500" fill="hold"/>
                                        <p:tgtEl>
                                          <p:spTgt spid="20"/>
                                        </p:tgtEl>
                                        <p:attrNameLst>
                                          <p:attrName>ppt_x</p:attrName>
                                        </p:attrNameLst>
                                      </p:cBhvr>
                                      <p:tavLst>
                                        <p:tav tm="0">
                                          <p:val>
                                            <p:strVal val="#ppt_x"/>
                                          </p:val>
                                        </p:tav>
                                        <p:tav tm="100000">
                                          <p:val>
                                            <p:strVal val="#ppt_x"/>
                                          </p:val>
                                        </p:tav>
                                      </p:tavLst>
                                    </p:anim>
                                    <p:anim calcmode="lin" valueType="num">
                                      <p:cBhvr>
                                        <p:cTn id="31" dur="500" fill="hold"/>
                                        <p:tgtEl>
                                          <p:spTgt spid="20"/>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2" presetClass="entr" presetSubtype="0" fill="hold" grpId="0" nodeType="after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anim calcmode="lin" valueType="num">
                                      <p:cBhvr>
                                        <p:cTn id="36" dur="500" fill="hold"/>
                                        <p:tgtEl>
                                          <p:spTgt spid="24"/>
                                        </p:tgtEl>
                                        <p:attrNameLst>
                                          <p:attrName>ppt_x</p:attrName>
                                        </p:attrNameLst>
                                      </p:cBhvr>
                                      <p:tavLst>
                                        <p:tav tm="0">
                                          <p:val>
                                            <p:strVal val="#ppt_x"/>
                                          </p:val>
                                        </p:tav>
                                        <p:tav tm="100000">
                                          <p:val>
                                            <p:strVal val="#ppt_x"/>
                                          </p:val>
                                        </p:tav>
                                      </p:tavLst>
                                    </p:anim>
                                    <p:anim calcmode="lin" valueType="num">
                                      <p:cBhvr>
                                        <p:cTn id="37" dur="500" fill="hold"/>
                                        <p:tgtEl>
                                          <p:spTgt spid="24"/>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2" presetClass="entr" presetSubtype="0" fill="hold" grpId="0" nodeType="after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anim calcmode="lin" valueType="num">
                                      <p:cBhvr>
                                        <p:cTn id="42" dur="500" fill="hold"/>
                                        <p:tgtEl>
                                          <p:spTgt spid="25"/>
                                        </p:tgtEl>
                                        <p:attrNameLst>
                                          <p:attrName>ppt_x</p:attrName>
                                        </p:attrNameLst>
                                      </p:cBhvr>
                                      <p:tavLst>
                                        <p:tav tm="0">
                                          <p:val>
                                            <p:strVal val="#ppt_x"/>
                                          </p:val>
                                        </p:tav>
                                        <p:tav tm="100000">
                                          <p:val>
                                            <p:strVal val="#ppt_x"/>
                                          </p:val>
                                        </p:tav>
                                      </p:tavLst>
                                    </p:anim>
                                    <p:anim calcmode="lin" valueType="num">
                                      <p:cBhvr>
                                        <p:cTn id="43" dur="500" fill="hold"/>
                                        <p:tgtEl>
                                          <p:spTgt spid="25"/>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anim calcmode="lin" valueType="num">
                                      <p:cBhvr>
                                        <p:cTn id="48" dur="500" fill="hold"/>
                                        <p:tgtEl>
                                          <p:spTgt spid="26"/>
                                        </p:tgtEl>
                                        <p:attrNameLst>
                                          <p:attrName>ppt_x</p:attrName>
                                        </p:attrNameLst>
                                      </p:cBhvr>
                                      <p:tavLst>
                                        <p:tav tm="0">
                                          <p:val>
                                            <p:strVal val="#ppt_x"/>
                                          </p:val>
                                        </p:tav>
                                        <p:tav tm="100000">
                                          <p:val>
                                            <p:strVal val="#ppt_x"/>
                                          </p:val>
                                        </p:tav>
                                      </p:tavLst>
                                    </p:anim>
                                    <p:anim calcmode="lin" valueType="num">
                                      <p:cBhvr>
                                        <p:cTn id="49" dur="500" fill="hold"/>
                                        <p:tgtEl>
                                          <p:spTgt spid="26"/>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27">
                                            <p:txEl>
                                              <p:pRg st="0" end="0"/>
                                            </p:txEl>
                                          </p:spTgt>
                                        </p:tgtEl>
                                        <p:attrNameLst>
                                          <p:attrName>style.visibility</p:attrName>
                                        </p:attrNameLst>
                                      </p:cBhvr>
                                      <p:to>
                                        <p:strVal val="visible"/>
                                      </p:to>
                                    </p:set>
                                    <p:anim calcmode="lin" valueType="num">
                                      <p:cBhvr>
                                        <p:cTn id="5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27">
                                            <p:txEl>
                                              <p:pRg st="0" end="0"/>
                                            </p:txEl>
                                          </p:spTgt>
                                        </p:tgtEl>
                                      </p:cBhvr>
                                    </p:animEffect>
                                  </p:childTnLst>
                                </p:cTn>
                              </p:par>
                            </p:childTnLst>
                          </p:cTn>
                        </p:par>
                        <p:par>
                          <p:cTn id="56" fill="hold">
                            <p:stCondLst>
                              <p:cond delay="5000"/>
                            </p:stCondLst>
                            <p:childTnLst>
                              <p:par>
                                <p:cTn id="57" presetID="53" presetClass="entr" presetSubtype="16"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p:cTn id="59"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8">
                                            <p:txEl>
                                              <p:pRg st="0" end="0"/>
                                            </p:txEl>
                                          </p:spTgt>
                                        </p:tgtEl>
                                      </p:cBhvr>
                                    </p:animEffect>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29">
                                            <p:txEl>
                                              <p:pRg st="0" end="0"/>
                                            </p:txEl>
                                          </p:spTgt>
                                        </p:tgtEl>
                                        <p:attrNameLst>
                                          <p:attrName>style.visibility</p:attrName>
                                        </p:attrNameLst>
                                      </p:cBhvr>
                                      <p:to>
                                        <p:strVal val="visible"/>
                                      </p:to>
                                    </p:set>
                                    <p:anim calcmode="lin" valueType="num">
                                      <p:cBhvr>
                                        <p:cTn id="65"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9">
                                            <p:txEl>
                                              <p:pRg st="0" end="0"/>
                                            </p:txEl>
                                          </p:spTgt>
                                        </p:tgtEl>
                                      </p:cBhvr>
                                    </p:animEffect>
                                  </p:childTnLst>
                                </p:cTn>
                              </p:par>
                            </p:childTnLst>
                          </p:cTn>
                        </p:par>
                        <p:par>
                          <p:cTn id="68" fill="hold">
                            <p:stCondLst>
                              <p:cond delay="6000"/>
                            </p:stCondLst>
                            <p:childTnLst>
                              <p:par>
                                <p:cTn id="69" presetID="10" presetClass="entr" presetSubtype="0" fill="hold" grpId="0" nodeType="afterEffect">
                                  <p:stCondLst>
                                    <p:cond delay="0"/>
                                  </p:stCondLst>
                                  <p:childTnLst>
                                    <p:set>
                                      <p:cBhvr>
                                        <p:cTn id="70" dur="1" fill="hold">
                                          <p:stCondLst>
                                            <p:cond delay="0"/>
                                          </p:stCondLst>
                                        </p:cTn>
                                        <p:tgtEl>
                                          <p:spTgt spid="6"/>
                                        </p:tgtEl>
                                        <p:attrNameLst>
                                          <p:attrName>style.visibility</p:attrName>
                                        </p:attrNameLst>
                                      </p:cBhvr>
                                      <p:to>
                                        <p:strVal val="visible"/>
                                      </p:to>
                                    </p:set>
                                    <p:animEffect transition="in" filter="fade">
                                      <p:cBhvr>
                                        <p:cTn id="71" dur="500"/>
                                        <p:tgtEl>
                                          <p:spTgt spid="6"/>
                                        </p:tgtEl>
                                      </p:cBhvr>
                                    </p:animEffect>
                                  </p:childTnLst>
                                </p:cTn>
                              </p:par>
                            </p:childTnLst>
                          </p:cTn>
                        </p:par>
                        <p:par>
                          <p:cTn id="72" fill="hold">
                            <p:stCondLst>
                              <p:cond delay="65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33">
                                            <p:txEl>
                                              <p:pRg st="0" end="0"/>
                                            </p:txEl>
                                          </p:spTgt>
                                        </p:tgtEl>
                                        <p:attrNameLst>
                                          <p:attrName>style.visibility</p:attrName>
                                        </p:attrNameLst>
                                      </p:cBhvr>
                                      <p:to>
                                        <p:strVal val="visible"/>
                                      </p:to>
                                    </p:set>
                                    <p:anim calcmode="lin" valueType="num">
                                      <p:cBhvr>
                                        <p:cTn id="75" dur="5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33">
                                            <p:txEl>
                                              <p:pRg st="0" end="0"/>
                                            </p:txEl>
                                          </p:spTgt>
                                        </p:tgtEl>
                                      </p:cBhvr>
                                    </p:animEffect>
                                  </p:childTnLst>
                                </p:cTn>
                              </p:par>
                            </p:childTnLst>
                          </p:cTn>
                        </p:par>
                        <p:par>
                          <p:cTn id="78" fill="hold">
                            <p:stCondLst>
                              <p:cond delay="7000"/>
                            </p:stCondLst>
                            <p:childTnLst>
                              <p:par>
                                <p:cTn id="79" presetID="10" presetClass="entr" presetSubtype="0" fill="hold" grpId="0" nodeType="after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fade">
                                      <p:cBhvr>
                                        <p:cTn id="81" dur="500"/>
                                        <p:tgtEl>
                                          <p:spTgt spid="30"/>
                                        </p:tgtEl>
                                      </p:cBhvr>
                                    </p:animEffect>
                                  </p:childTnLst>
                                </p:cTn>
                              </p:par>
                            </p:childTnLst>
                          </p:cTn>
                        </p:par>
                        <p:par>
                          <p:cTn id="82" fill="hold">
                            <p:stCondLst>
                              <p:cond delay="7500"/>
                            </p:stCondLst>
                            <p:childTnLst>
                              <p:par>
                                <p:cTn id="83" presetID="53" presetClass="entr" presetSubtype="16" fill="hold" grpId="0" nodeType="afterEffect" nodePh="1">
                                  <p:stCondLst>
                                    <p:cond delay="0"/>
                                  </p:stCondLst>
                                  <p:endCondLst>
                                    <p:cond evt="begin" delay="0">
                                      <p:tn val="83"/>
                                    </p:cond>
                                  </p:endCondLst>
                                  <p:childTnLst>
                                    <p:set>
                                      <p:cBhvr>
                                        <p:cTn id="84" dur="1" fill="hold">
                                          <p:stCondLst>
                                            <p:cond delay="0"/>
                                          </p:stCondLst>
                                        </p:cTn>
                                        <p:tgtEl>
                                          <p:spTgt spid="34">
                                            <p:txEl>
                                              <p:pRg st="0" end="0"/>
                                            </p:txEl>
                                          </p:spTgt>
                                        </p:tgtEl>
                                        <p:attrNameLst>
                                          <p:attrName>style.visibility</p:attrName>
                                        </p:attrNameLst>
                                      </p:cBhvr>
                                      <p:to>
                                        <p:strVal val="visible"/>
                                      </p:to>
                                    </p:set>
                                    <p:anim calcmode="lin" valueType="num">
                                      <p:cBhvr>
                                        <p:cTn id="85" dur="500" fill="hold"/>
                                        <p:tgtEl>
                                          <p:spTgt spid="34">
                                            <p:txEl>
                                              <p:pRg st="0" end="0"/>
                                            </p:txEl>
                                          </p:spTgt>
                                        </p:tgtEl>
                                        <p:attrNameLst>
                                          <p:attrName>ppt_w</p:attrName>
                                        </p:attrNameLst>
                                      </p:cBhvr>
                                      <p:tavLst>
                                        <p:tav tm="0">
                                          <p:val>
                                            <p:fltVal val="0"/>
                                          </p:val>
                                        </p:tav>
                                        <p:tav tm="100000">
                                          <p:val>
                                            <p:strVal val="#ppt_w"/>
                                          </p:val>
                                        </p:tav>
                                      </p:tavLst>
                                    </p:anim>
                                    <p:anim calcmode="lin" valueType="num">
                                      <p:cBhvr>
                                        <p:cTn id="86" dur="500" fill="hold"/>
                                        <p:tgtEl>
                                          <p:spTgt spid="34">
                                            <p:txEl>
                                              <p:pRg st="0" end="0"/>
                                            </p:txEl>
                                          </p:spTgt>
                                        </p:tgtEl>
                                        <p:attrNameLst>
                                          <p:attrName>ppt_h</p:attrName>
                                        </p:attrNameLst>
                                      </p:cBhvr>
                                      <p:tavLst>
                                        <p:tav tm="0">
                                          <p:val>
                                            <p:fltVal val="0"/>
                                          </p:val>
                                        </p:tav>
                                        <p:tav tm="100000">
                                          <p:val>
                                            <p:strVal val="#ppt_h"/>
                                          </p:val>
                                        </p:tav>
                                      </p:tavLst>
                                    </p:anim>
                                    <p:animEffect transition="in" filter="fade">
                                      <p:cBhvr>
                                        <p:cTn id="87" dur="500"/>
                                        <p:tgtEl>
                                          <p:spTgt spid="34">
                                            <p:txEl>
                                              <p:pRg st="0" end="0"/>
                                            </p:txEl>
                                          </p:spTgt>
                                        </p:tgtEl>
                                      </p:cBhvr>
                                    </p:animEffect>
                                  </p:childTnLst>
                                </p:cTn>
                              </p:par>
                            </p:childTnLst>
                          </p:cTn>
                        </p:par>
                        <p:par>
                          <p:cTn id="88" fill="hold">
                            <p:stCondLst>
                              <p:cond delay="8000"/>
                            </p:stCondLst>
                            <p:childTnLst>
                              <p:par>
                                <p:cTn id="89" presetID="10" presetClass="entr" presetSubtype="0" fill="hold" grpId="0" nodeType="afterEffect">
                                  <p:stCondLst>
                                    <p:cond delay="0"/>
                                  </p:stCondLst>
                                  <p:childTnLst>
                                    <p:set>
                                      <p:cBhvr>
                                        <p:cTn id="90" dur="1" fill="hold">
                                          <p:stCondLst>
                                            <p:cond delay="0"/>
                                          </p:stCondLst>
                                        </p:cTn>
                                        <p:tgtEl>
                                          <p:spTgt spid="31"/>
                                        </p:tgtEl>
                                        <p:attrNameLst>
                                          <p:attrName>style.visibility</p:attrName>
                                        </p:attrNameLst>
                                      </p:cBhvr>
                                      <p:to>
                                        <p:strVal val="visible"/>
                                      </p:to>
                                    </p:set>
                                    <p:animEffect transition="in" filter="fade">
                                      <p:cBhvr>
                                        <p:cTn id="91" dur="500"/>
                                        <p:tgtEl>
                                          <p:spTgt spid="31"/>
                                        </p:tgtEl>
                                      </p:cBhvr>
                                    </p:animEffect>
                                  </p:childTnLst>
                                </p:cTn>
                              </p:par>
                            </p:childTnLst>
                          </p:cTn>
                        </p:par>
                        <p:par>
                          <p:cTn id="92" fill="hold">
                            <p:stCondLst>
                              <p:cond delay="85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35">
                                            <p:txEl>
                                              <p:pRg st="0" end="0"/>
                                            </p:txEl>
                                          </p:spTgt>
                                        </p:tgtEl>
                                        <p:attrNameLst>
                                          <p:attrName>style.visibility</p:attrName>
                                        </p:attrNameLst>
                                      </p:cBhvr>
                                      <p:to>
                                        <p:strVal val="visible"/>
                                      </p:to>
                                    </p:set>
                                    <p:anim calcmode="lin" valueType="num">
                                      <p:cBhvr>
                                        <p:cTn id="95" dur="500" fill="hold"/>
                                        <p:tgtEl>
                                          <p:spTgt spid="35">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35">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6" grpId="0" animBg="1"/>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animBg="1"/>
      <p:bldP spid="20" grpId="0" animBg="1"/>
      <p:bldP spid="24" grpId="0" animBg="1"/>
      <p:bldP spid="25" grpId="0" animBg="1"/>
      <p:bldP spid="26"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3"/>
                        </p:tgtEl>
                        <p:attrNameLst>
                          <p:attrName>style.visibility</p:attrName>
                        </p:attrNameLst>
                      </p:cBhvr>
                      <p:to>
                        <p:strVal val="visible"/>
                      </p:to>
                    </p:set>
                    <p:anim calcmode="lin" valueType="num">
                      <p:cBhvr>
                        <p:cTn dur="500" fill="hold"/>
                        <p:tgtEl>
                          <p:spTgt spid="33"/>
                        </p:tgtEl>
                        <p:attrNameLst>
                          <p:attrName>ppt_w</p:attrName>
                        </p:attrNameLst>
                      </p:cBhvr>
                      <p:tavLst>
                        <p:tav tm="0">
                          <p:val>
                            <p:fltVal val="0"/>
                          </p:val>
                        </p:tav>
                        <p:tav tm="100000">
                          <p:val>
                            <p:strVal val="#ppt_w"/>
                          </p:val>
                        </p:tav>
                      </p:tavLst>
                    </p:anim>
                    <p:anim calcmode="lin" valueType="num">
                      <p:cBhvr>
                        <p:cTn dur="500" fill="hold"/>
                        <p:tgtEl>
                          <p:spTgt spid="33"/>
                        </p:tgtEl>
                        <p:attrNameLst>
                          <p:attrName>ppt_h</p:attrName>
                        </p:attrNameLst>
                      </p:cBhvr>
                      <p:tavLst>
                        <p:tav tm="0">
                          <p:val>
                            <p:fltVal val="0"/>
                          </p:val>
                        </p:tav>
                        <p:tav tm="100000">
                          <p:val>
                            <p:strVal val="#ppt_h"/>
                          </p:val>
                        </p:tav>
                      </p:tavLst>
                    </p:anim>
                    <p:animEffect transition="in" filter="fade">
                      <p:cBhvr>
                        <p:cTn dur="500"/>
                        <p:tgtEl>
                          <p:spTgt spid="33"/>
                        </p:tgtEl>
                      </p:cBhvr>
                    </p:animEffect>
                  </p:childTnLst>
                </p:cTn>
              </p:par>
            </p:tnLst>
          </p:tmpl>
        </p:tmplLst>
      </p:bldP>
      <p:bldP spid="3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4"/>
                        </p:tgtEl>
                        <p:attrNameLst>
                          <p:attrName>style.visibility</p:attrName>
                        </p:attrNameLst>
                      </p:cBhvr>
                      <p:to>
                        <p:strVal val="visible"/>
                      </p:to>
                    </p:set>
                    <p:anim calcmode="lin" valueType="num">
                      <p:cBhvr>
                        <p:cTn dur="500" fill="hold"/>
                        <p:tgtEl>
                          <p:spTgt spid="34"/>
                        </p:tgtEl>
                        <p:attrNameLst>
                          <p:attrName>ppt_w</p:attrName>
                        </p:attrNameLst>
                      </p:cBhvr>
                      <p:tavLst>
                        <p:tav tm="0">
                          <p:val>
                            <p:fltVal val="0"/>
                          </p:val>
                        </p:tav>
                        <p:tav tm="100000">
                          <p:val>
                            <p:strVal val="#ppt_w"/>
                          </p:val>
                        </p:tav>
                      </p:tavLst>
                    </p:anim>
                    <p:anim calcmode="lin" valueType="num">
                      <p:cBhvr>
                        <p:cTn dur="500" fill="hold"/>
                        <p:tgtEl>
                          <p:spTgt spid="34"/>
                        </p:tgtEl>
                        <p:attrNameLst>
                          <p:attrName>ppt_h</p:attrName>
                        </p:attrNameLst>
                      </p:cBhvr>
                      <p:tavLst>
                        <p:tav tm="0">
                          <p:val>
                            <p:fltVal val="0"/>
                          </p:val>
                        </p:tav>
                        <p:tav tm="100000">
                          <p:val>
                            <p:strVal val="#ppt_h"/>
                          </p:val>
                        </p:tav>
                      </p:tavLst>
                    </p:anim>
                    <p:animEffect transition="in" filter="fade">
                      <p:cBhvr>
                        <p:cTn dur="500"/>
                        <p:tgtEl>
                          <p:spTgt spid="34"/>
                        </p:tgtEl>
                      </p:cBhvr>
                    </p:animEffect>
                  </p:childTnLst>
                </p:cTn>
              </p:par>
            </p:tnLst>
          </p:tmpl>
        </p:tmplLst>
      </p:bldP>
      <p:bldP spid="3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5"/>
                        </p:tgtEl>
                        <p:attrNameLst>
                          <p:attrName>style.visibility</p:attrName>
                        </p:attrNameLst>
                      </p:cBhvr>
                      <p:to>
                        <p:strVal val="visible"/>
                      </p:to>
                    </p:set>
                    <p:anim calcmode="lin" valueType="num">
                      <p:cBhvr>
                        <p:cTn dur="500" fill="hold"/>
                        <p:tgtEl>
                          <p:spTgt spid="35"/>
                        </p:tgtEl>
                        <p:attrNameLst>
                          <p:attrName>ppt_w</p:attrName>
                        </p:attrNameLst>
                      </p:cBhvr>
                      <p:tavLst>
                        <p:tav tm="0">
                          <p:val>
                            <p:fltVal val="0"/>
                          </p:val>
                        </p:tav>
                        <p:tav tm="100000">
                          <p:val>
                            <p:strVal val="#ppt_w"/>
                          </p:val>
                        </p:tav>
                      </p:tavLst>
                    </p:anim>
                    <p:anim calcmode="lin" valueType="num">
                      <p:cBhvr>
                        <p:cTn dur="500" fill="hold"/>
                        <p:tgtEl>
                          <p:spTgt spid="35"/>
                        </p:tgtEl>
                        <p:attrNameLst>
                          <p:attrName>ppt_h</p:attrName>
                        </p:attrNameLst>
                      </p:cBhvr>
                      <p:tavLst>
                        <p:tav tm="0">
                          <p:val>
                            <p:fltVal val="0"/>
                          </p:val>
                        </p:tav>
                        <p:tav tm="100000">
                          <p:val>
                            <p:strVal val="#ppt_h"/>
                          </p:val>
                        </p:tav>
                      </p:tavLst>
                    </p:anim>
                    <p:animEffect transition="in" filter="fade">
                      <p:cBhvr>
                        <p:cTn dur="500"/>
                        <p:tgtEl>
                          <p:spTgt spid="35"/>
                        </p:tgtEl>
                      </p:cBhvr>
                    </p:animEffect>
                  </p:childTnLst>
                </p:cTn>
              </p:par>
            </p:tnLst>
          </p:tmpl>
        </p:tmplLst>
      </p:bldP>
    </p:bldLst>
  </p:timing>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677B25FA-EBE4-3D42-8B6B-0E32A0335F08}"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590262" y="1729839"/>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4" name="Picture Placeholder 30"/>
          <p:cNvSpPr>
            <a:spLocks noGrp="1"/>
          </p:cNvSpPr>
          <p:nvPr>
            <p:ph type="pic" sz="quarter" idx="39" hasCustomPrompt="1"/>
          </p:nvPr>
        </p:nvSpPr>
        <p:spPr>
          <a:xfrm>
            <a:off x="590262" y="3794166"/>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590262"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Picture Placeholder 30"/>
          <p:cNvSpPr>
            <a:spLocks noGrp="1"/>
          </p:cNvSpPr>
          <p:nvPr>
            <p:ph type="pic" sz="quarter" idx="40" hasCustomPrompt="1"/>
          </p:nvPr>
        </p:nvSpPr>
        <p:spPr>
          <a:xfrm>
            <a:off x="3352800" y="3794166"/>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32" name="Text Placeholder 21"/>
          <p:cNvSpPr>
            <a:spLocks noGrp="1"/>
          </p:cNvSpPr>
          <p:nvPr>
            <p:ph type="body" sz="quarter" idx="41"/>
          </p:nvPr>
        </p:nvSpPr>
        <p:spPr>
          <a:xfrm>
            <a:off x="3352800"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6" name="Picture Placeholder 30"/>
          <p:cNvSpPr>
            <a:spLocks noGrp="1"/>
          </p:cNvSpPr>
          <p:nvPr>
            <p:ph type="pic" sz="quarter" idx="42" hasCustomPrompt="1"/>
          </p:nvPr>
        </p:nvSpPr>
        <p:spPr>
          <a:xfrm>
            <a:off x="6115338" y="3782703"/>
            <a:ext cx="2762538" cy="637309"/>
          </a:xfrm>
          <a:solidFill>
            <a:schemeClr val="accent3"/>
          </a:solidFill>
        </p:spPr>
        <p:txBody>
          <a:bodyPr>
            <a:normAutofit/>
          </a:bodyPr>
          <a:lstStyle>
            <a:lvl1pPr algn="r">
              <a:defRPr sz="1050"/>
            </a:lvl1pPr>
          </a:lstStyle>
          <a:p>
            <a:r>
              <a:rPr lang="id-ID" dirty="0" smtClean="0"/>
              <a:t>Nopic</a:t>
            </a:r>
            <a:endParaRPr lang="en-AU" dirty="0"/>
          </a:p>
        </p:txBody>
      </p:sp>
      <p:sp>
        <p:nvSpPr>
          <p:cNvPr id="37" name="Text Placeholder 21"/>
          <p:cNvSpPr>
            <a:spLocks noGrp="1"/>
          </p:cNvSpPr>
          <p:nvPr>
            <p:ph type="body" sz="quarter" idx="43"/>
          </p:nvPr>
        </p:nvSpPr>
        <p:spPr>
          <a:xfrm>
            <a:off x="61153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8" name="Picture Placeholder 30"/>
          <p:cNvSpPr>
            <a:spLocks noGrp="1"/>
          </p:cNvSpPr>
          <p:nvPr>
            <p:ph type="pic" sz="quarter" idx="44" hasCustomPrompt="1"/>
          </p:nvPr>
        </p:nvSpPr>
        <p:spPr>
          <a:xfrm>
            <a:off x="3352800" y="4431473"/>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39" name="Picture Placeholder 30"/>
          <p:cNvSpPr>
            <a:spLocks noGrp="1"/>
          </p:cNvSpPr>
          <p:nvPr>
            <p:ph type="pic" sz="quarter" idx="45" hasCustomPrompt="1"/>
          </p:nvPr>
        </p:nvSpPr>
        <p:spPr>
          <a:xfrm>
            <a:off x="6115338" y="1726630"/>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0" name="Picture Placeholder 30"/>
          <p:cNvSpPr>
            <a:spLocks noGrp="1"/>
          </p:cNvSpPr>
          <p:nvPr>
            <p:ph type="pic" sz="quarter" idx="46" hasCustomPrompt="1"/>
          </p:nvPr>
        </p:nvSpPr>
        <p:spPr>
          <a:xfrm>
            <a:off x="8858538" y="3782703"/>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41" name="Text Placeholder 21"/>
          <p:cNvSpPr>
            <a:spLocks noGrp="1"/>
          </p:cNvSpPr>
          <p:nvPr>
            <p:ph type="body" sz="quarter" idx="47"/>
          </p:nvPr>
        </p:nvSpPr>
        <p:spPr>
          <a:xfrm>
            <a:off x="88585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2" name="Picture Placeholder 30"/>
          <p:cNvSpPr>
            <a:spLocks noGrp="1"/>
          </p:cNvSpPr>
          <p:nvPr>
            <p:ph type="pic" sz="quarter" idx="48" hasCustomPrompt="1"/>
          </p:nvPr>
        </p:nvSpPr>
        <p:spPr>
          <a:xfrm>
            <a:off x="8848869" y="4408547"/>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4" name="Text Placeholder 21"/>
          <p:cNvSpPr>
            <a:spLocks noGrp="1"/>
          </p:cNvSpPr>
          <p:nvPr>
            <p:ph type="body" sz="quarter" idx="49"/>
          </p:nvPr>
        </p:nvSpPr>
        <p:spPr>
          <a:xfrm>
            <a:off x="628994"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29"/>
          </p:nvPr>
        </p:nvSpPr>
        <p:spPr>
          <a:xfrm>
            <a:off x="628994"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50"/>
          </p:nvPr>
        </p:nvSpPr>
        <p:spPr>
          <a:xfrm>
            <a:off x="3536364"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7" name="Text Placeholder 21"/>
          <p:cNvSpPr>
            <a:spLocks noGrp="1"/>
          </p:cNvSpPr>
          <p:nvPr>
            <p:ph type="body" sz="quarter" idx="51"/>
          </p:nvPr>
        </p:nvSpPr>
        <p:spPr>
          <a:xfrm>
            <a:off x="3536364"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52"/>
          </p:nvPr>
        </p:nvSpPr>
        <p:spPr>
          <a:xfrm>
            <a:off x="6294067"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53"/>
          </p:nvPr>
        </p:nvSpPr>
        <p:spPr>
          <a:xfrm>
            <a:off x="6294067"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54"/>
          </p:nvPr>
        </p:nvSpPr>
        <p:spPr>
          <a:xfrm>
            <a:off x="9061440"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1" name="Text Placeholder 21"/>
          <p:cNvSpPr>
            <a:spLocks noGrp="1"/>
          </p:cNvSpPr>
          <p:nvPr>
            <p:ph type="body" sz="quarter" idx="55"/>
          </p:nvPr>
        </p:nvSpPr>
        <p:spPr>
          <a:xfrm>
            <a:off x="9061440"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7072000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anim calcmode="lin" valueType="num">
                                      <p:cBhvr>
                                        <p:cTn id="18" dur="500" fill="hold"/>
                                        <p:tgtEl>
                                          <p:spTgt spid="24"/>
                                        </p:tgtEl>
                                        <p:attrNameLst>
                                          <p:attrName>ppt_x</p:attrName>
                                        </p:attrNameLst>
                                      </p:cBhvr>
                                      <p:tavLst>
                                        <p:tav tm="0">
                                          <p:val>
                                            <p:strVal val="#ppt_x"/>
                                          </p:val>
                                        </p:tav>
                                        <p:tav tm="100000">
                                          <p:val>
                                            <p:strVal val="#ppt_x"/>
                                          </p:val>
                                        </p:tav>
                                      </p:tavLst>
                                    </p:anim>
                                    <p:anim calcmode="lin" valueType="num">
                                      <p:cBhvr>
                                        <p:cTn id="19" dur="500" fill="hold"/>
                                        <p:tgtEl>
                                          <p:spTgt spid="24"/>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53" presetClass="entr" presetSubtype="16" fill="hold" grpId="0" nodeType="afterEffect" nodePh="1">
                                  <p:stCondLst>
                                    <p:cond delay="0"/>
                                  </p:stCondLst>
                                  <p:endCondLst>
                                    <p:cond evt="begin" delay="0">
                                      <p:tn val="21"/>
                                    </p:cond>
                                  </p:endCondLst>
                                  <p:childTnLst>
                                    <p:set>
                                      <p:cBhvr>
                                        <p:cTn id="22" dur="1" fill="hold">
                                          <p:stCondLst>
                                            <p:cond delay="0"/>
                                          </p:stCondLst>
                                        </p:cTn>
                                        <p:tgtEl>
                                          <p:spTgt spid="27">
                                            <p:txEl>
                                              <p:pRg st="0" end="0"/>
                                            </p:txEl>
                                          </p:spTgt>
                                        </p:tgtEl>
                                        <p:attrNameLst>
                                          <p:attrName>style.visibility</p:attrName>
                                        </p:attrNameLst>
                                      </p:cBhvr>
                                      <p:to>
                                        <p:strVal val="visible"/>
                                      </p:to>
                                    </p:set>
                                    <p:anim calcmode="lin" valueType="num">
                                      <p:cBhvr>
                                        <p:cTn id="2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2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25" dur="500"/>
                                        <p:tgtEl>
                                          <p:spTgt spid="27">
                                            <p:txEl>
                                              <p:pRg st="0" end="0"/>
                                            </p:txEl>
                                          </p:spTgt>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anim calcmode="lin" valueType="num">
                                      <p:cBhvr>
                                        <p:cTn id="30" dur="500" fill="hold"/>
                                        <p:tgtEl>
                                          <p:spTgt spid="43"/>
                                        </p:tgtEl>
                                        <p:attrNameLst>
                                          <p:attrName>ppt_x</p:attrName>
                                        </p:attrNameLst>
                                      </p:cBhvr>
                                      <p:tavLst>
                                        <p:tav tm="0">
                                          <p:val>
                                            <p:strVal val="#ppt_x"/>
                                          </p:val>
                                        </p:tav>
                                        <p:tav tm="100000">
                                          <p:val>
                                            <p:strVal val="#ppt_x"/>
                                          </p:val>
                                        </p:tav>
                                      </p:tavLst>
                                    </p:anim>
                                    <p:anim calcmode="lin" valueType="num">
                                      <p:cBhvr>
                                        <p:cTn id="31" dur="500" fill="hold"/>
                                        <p:tgtEl>
                                          <p:spTgt spid="43"/>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44">
                                            <p:txEl>
                                              <p:pRg st="0" end="0"/>
                                            </p:txEl>
                                          </p:spTgt>
                                        </p:tgtEl>
                                        <p:attrNameLst>
                                          <p:attrName>style.visibility</p:attrName>
                                        </p:attrNameLst>
                                      </p:cBhvr>
                                      <p:to>
                                        <p:strVal val="visible"/>
                                      </p:to>
                                    </p:set>
                                    <p:anim calcmode="lin" valueType="num">
                                      <p:cBhvr>
                                        <p:cTn id="3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44">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45">
                                            <p:txEl>
                                              <p:pRg st="0" end="0"/>
                                            </p:txEl>
                                          </p:spTgt>
                                        </p:tgtEl>
                                        <p:attrNameLst>
                                          <p:attrName>style.visibility</p:attrName>
                                        </p:attrNameLst>
                                      </p:cBhvr>
                                      <p:to>
                                        <p:strVal val="visible"/>
                                      </p:to>
                                    </p:set>
                                    <p:animEffect transition="in" filter="fade">
                                      <p:cBhvr>
                                        <p:cTn id="41" dur="500"/>
                                        <p:tgtEl>
                                          <p:spTgt spid="45">
                                            <p:txEl>
                                              <p:pRg st="0" end="0"/>
                                            </p:txEl>
                                          </p:spTgt>
                                        </p:tgtEl>
                                      </p:cBhvr>
                                    </p:animEffect>
                                    <p:anim calcmode="lin" valueType="num">
                                      <p:cBhvr>
                                        <p:cTn id="4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3"/>
                                        </p:tgtEl>
                                        <p:attrNameLst>
                                          <p:attrName>style.visibility</p:attrName>
                                        </p:attrNameLst>
                                      </p:cBhvr>
                                      <p:to>
                                        <p:strVal val="visible"/>
                                      </p:to>
                                    </p:set>
                                    <p:animEffect transition="in" filter="fade">
                                      <p:cBhvr>
                                        <p:cTn id="47" dur="500"/>
                                        <p:tgtEl>
                                          <p:spTgt spid="23"/>
                                        </p:tgtEl>
                                      </p:cBhvr>
                                    </p:animEffect>
                                    <p:anim calcmode="lin" valueType="num">
                                      <p:cBhvr>
                                        <p:cTn id="48" dur="500" fill="hold"/>
                                        <p:tgtEl>
                                          <p:spTgt spid="23"/>
                                        </p:tgtEl>
                                        <p:attrNameLst>
                                          <p:attrName>ppt_x</p:attrName>
                                        </p:attrNameLst>
                                      </p:cBhvr>
                                      <p:tavLst>
                                        <p:tav tm="0">
                                          <p:val>
                                            <p:strVal val="#ppt_x"/>
                                          </p:val>
                                        </p:tav>
                                        <p:tav tm="100000">
                                          <p:val>
                                            <p:strVal val="#ppt_x"/>
                                          </p:val>
                                        </p:tav>
                                      </p:tavLst>
                                    </p:anim>
                                    <p:anim calcmode="lin" valueType="num">
                                      <p:cBhvr>
                                        <p:cTn id="49" dur="500" fill="hold"/>
                                        <p:tgtEl>
                                          <p:spTgt spid="23"/>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32">
                                            <p:txEl>
                                              <p:pRg st="0" end="0"/>
                                            </p:txEl>
                                          </p:spTgt>
                                        </p:tgtEl>
                                        <p:attrNameLst>
                                          <p:attrName>style.visibility</p:attrName>
                                        </p:attrNameLst>
                                      </p:cBhvr>
                                      <p:to>
                                        <p:strVal val="visible"/>
                                      </p:to>
                                    </p:set>
                                    <p:anim calcmode="lin" valueType="num">
                                      <p:cBhvr>
                                        <p:cTn id="53" dur="500" fill="hold"/>
                                        <p:tgtEl>
                                          <p:spTgt spid="32">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32">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32">
                                            <p:txEl>
                                              <p:pRg st="0" end="0"/>
                                            </p:txEl>
                                          </p:spTgt>
                                        </p:tgtEl>
                                      </p:cBhvr>
                                    </p:animEffect>
                                  </p:childTnLst>
                                </p:cTn>
                              </p:par>
                            </p:childTnLst>
                          </p:cTn>
                        </p:par>
                        <p:par>
                          <p:cTn id="56" fill="hold">
                            <p:stCondLst>
                              <p:cond delay="5000"/>
                            </p:stCondLst>
                            <p:childTnLst>
                              <p:par>
                                <p:cTn id="57" presetID="47" presetClass="entr" presetSubtype="0" fill="hold" grpId="0" nodeType="afterEffect">
                                  <p:stCondLst>
                                    <p:cond delay="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500"/>
                                        <p:tgtEl>
                                          <p:spTgt spid="38"/>
                                        </p:tgtEl>
                                      </p:cBhvr>
                                    </p:animEffect>
                                    <p:anim calcmode="lin" valueType="num">
                                      <p:cBhvr>
                                        <p:cTn id="60" dur="500" fill="hold"/>
                                        <p:tgtEl>
                                          <p:spTgt spid="38"/>
                                        </p:tgtEl>
                                        <p:attrNameLst>
                                          <p:attrName>ppt_x</p:attrName>
                                        </p:attrNameLst>
                                      </p:cBhvr>
                                      <p:tavLst>
                                        <p:tav tm="0">
                                          <p:val>
                                            <p:strVal val="#ppt_x"/>
                                          </p:val>
                                        </p:tav>
                                        <p:tav tm="100000">
                                          <p:val>
                                            <p:strVal val="#ppt_x"/>
                                          </p:val>
                                        </p:tav>
                                      </p:tavLst>
                                    </p:anim>
                                    <p:anim calcmode="lin" valueType="num">
                                      <p:cBhvr>
                                        <p:cTn id="61" dur="500" fill="hold"/>
                                        <p:tgtEl>
                                          <p:spTgt spid="38"/>
                                        </p:tgtEl>
                                        <p:attrNameLst>
                                          <p:attrName>ppt_y</p:attrName>
                                        </p:attrNameLst>
                                      </p:cBhvr>
                                      <p:tavLst>
                                        <p:tav tm="0">
                                          <p:val>
                                            <p:strVal val="#ppt_y-.1"/>
                                          </p:val>
                                        </p:tav>
                                        <p:tav tm="100000">
                                          <p:val>
                                            <p:strVal val="#ppt_y"/>
                                          </p:val>
                                        </p:tav>
                                      </p:tavLst>
                                    </p:anim>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46">
                                            <p:txEl>
                                              <p:pRg st="0" end="0"/>
                                            </p:txEl>
                                          </p:spTgt>
                                        </p:tgtEl>
                                        <p:attrNameLst>
                                          <p:attrName>style.visibility</p:attrName>
                                        </p:attrNameLst>
                                      </p:cBhvr>
                                      <p:to>
                                        <p:strVal val="visible"/>
                                      </p:to>
                                    </p:set>
                                    <p:anim calcmode="lin" valueType="num">
                                      <p:cBhvr>
                                        <p:cTn id="65"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46">
                                            <p:txEl>
                                              <p:pRg st="0" end="0"/>
                                            </p:txEl>
                                          </p:spTgt>
                                        </p:tgtEl>
                                      </p:cBhvr>
                                    </p:animEffect>
                                  </p:childTnLst>
                                </p:cTn>
                              </p:par>
                            </p:childTnLst>
                          </p:cTn>
                        </p:par>
                        <p:par>
                          <p:cTn id="68" fill="hold">
                            <p:stCondLst>
                              <p:cond delay="6000"/>
                            </p:stCondLst>
                            <p:childTnLst>
                              <p:par>
                                <p:cTn id="69" presetID="42" presetClass="entr" presetSubtype="0" fill="hold" grpId="0" nodeType="afterEffect" nodePh="1">
                                  <p:stCondLst>
                                    <p:cond delay="0"/>
                                  </p:stCondLst>
                                  <p:endCondLst>
                                    <p:cond evt="begin" delay="0">
                                      <p:tn val="69"/>
                                    </p:cond>
                                  </p:endCondLst>
                                  <p:childTnLst>
                                    <p:set>
                                      <p:cBhvr>
                                        <p:cTn id="70" dur="1" fill="hold">
                                          <p:stCondLst>
                                            <p:cond delay="0"/>
                                          </p:stCondLst>
                                        </p:cTn>
                                        <p:tgtEl>
                                          <p:spTgt spid="47">
                                            <p:txEl>
                                              <p:pRg st="0" end="0"/>
                                            </p:txEl>
                                          </p:spTgt>
                                        </p:tgtEl>
                                        <p:attrNameLst>
                                          <p:attrName>style.visibility</p:attrName>
                                        </p:attrNameLst>
                                      </p:cBhvr>
                                      <p:to>
                                        <p:strVal val="visible"/>
                                      </p:to>
                                    </p:set>
                                    <p:animEffect transition="in" filter="fade">
                                      <p:cBhvr>
                                        <p:cTn id="71" dur="500"/>
                                        <p:tgtEl>
                                          <p:spTgt spid="47">
                                            <p:txEl>
                                              <p:pRg st="0" end="0"/>
                                            </p:txEl>
                                          </p:spTgt>
                                        </p:tgtEl>
                                      </p:cBhvr>
                                    </p:animEffect>
                                    <p:anim calcmode="lin" valueType="num">
                                      <p:cBhvr>
                                        <p:cTn id="72"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73" dur="500" fill="hold"/>
                                        <p:tgtEl>
                                          <p:spTgt spid="47">
                                            <p:txEl>
                                              <p:pRg st="0" end="0"/>
                                            </p:txEl>
                                          </p:spTgt>
                                        </p:tgtEl>
                                        <p:attrNameLst>
                                          <p:attrName>ppt_y</p:attrName>
                                        </p:attrNameLst>
                                      </p:cBhvr>
                                      <p:tavLst>
                                        <p:tav tm="0">
                                          <p:val>
                                            <p:strVal val="#ppt_y+.1"/>
                                          </p:val>
                                        </p:tav>
                                        <p:tav tm="100000">
                                          <p:val>
                                            <p:strVal val="#ppt_y"/>
                                          </p:val>
                                        </p:tav>
                                      </p:tavLst>
                                    </p:anim>
                                  </p:childTnLst>
                                </p:cTn>
                              </p:par>
                            </p:childTnLst>
                          </p:cTn>
                        </p:par>
                        <p:par>
                          <p:cTn id="74" fill="hold">
                            <p:stCondLst>
                              <p:cond delay="6500"/>
                            </p:stCondLst>
                            <p:childTnLst>
                              <p:par>
                                <p:cTn id="75" presetID="42" presetClass="entr" presetSubtype="0" fill="hold" grpId="0" nodeType="afterEffect">
                                  <p:stCondLst>
                                    <p:cond delay="0"/>
                                  </p:stCondLst>
                                  <p:childTnLst>
                                    <p:set>
                                      <p:cBhvr>
                                        <p:cTn id="76" dur="1" fill="hold">
                                          <p:stCondLst>
                                            <p:cond delay="0"/>
                                          </p:stCondLst>
                                        </p:cTn>
                                        <p:tgtEl>
                                          <p:spTgt spid="36"/>
                                        </p:tgtEl>
                                        <p:attrNameLst>
                                          <p:attrName>style.visibility</p:attrName>
                                        </p:attrNameLst>
                                      </p:cBhvr>
                                      <p:to>
                                        <p:strVal val="visible"/>
                                      </p:to>
                                    </p:set>
                                    <p:animEffect transition="in" filter="fade">
                                      <p:cBhvr>
                                        <p:cTn id="77" dur="500"/>
                                        <p:tgtEl>
                                          <p:spTgt spid="36"/>
                                        </p:tgtEl>
                                      </p:cBhvr>
                                    </p:animEffect>
                                    <p:anim calcmode="lin" valueType="num">
                                      <p:cBhvr>
                                        <p:cTn id="78" dur="500" fill="hold"/>
                                        <p:tgtEl>
                                          <p:spTgt spid="36"/>
                                        </p:tgtEl>
                                        <p:attrNameLst>
                                          <p:attrName>ppt_x</p:attrName>
                                        </p:attrNameLst>
                                      </p:cBhvr>
                                      <p:tavLst>
                                        <p:tav tm="0">
                                          <p:val>
                                            <p:strVal val="#ppt_x"/>
                                          </p:val>
                                        </p:tav>
                                        <p:tav tm="100000">
                                          <p:val>
                                            <p:strVal val="#ppt_x"/>
                                          </p:val>
                                        </p:tav>
                                      </p:tavLst>
                                    </p:anim>
                                    <p:anim calcmode="lin" valueType="num">
                                      <p:cBhvr>
                                        <p:cTn id="79" dur="500" fill="hold"/>
                                        <p:tgtEl>
                                          <p:spTgt spid="36"/>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53" presetClass="entr" presetSubtype="16" fill="hold" grpId="0" nodeType="afterEffect" nodePh="1">
                                  <p:stCondLst>
                                    <p:cond delay="0"/>
                                  </p:stCondLst>
                                  <p:endCondLst>
                                    <p:cond evt="begin" delay="0">
                                      <p:tn val="81"/>
                                    </p:cond>
                                  </p:endCondLst>
                                  <p:childTnLst>
                                    <p:set>
                                      <p:cBhvr>
                                        <p:cTn id="82" dur="1" fill="hold">
                                          <p:stCondLst>
                                            <p:cond delay="0"/>
                                          </p:stCondLst>
                                        </p:cTn>
                                        <p:tgtEl>
                                          <p:spTgt spid="37">
                                            <p:txEl>
                                              <p:pRg st="0" end="0"/>
                                            </p:txEl>
                                          </p:spTgt>
                                        </p:tgtEl>
                                        <p:attrNameLst>
                                          <p:attrName>style.visibility</p:attrName>
                                        </p:attrNameLst>
                                      </p:cBhvr>
                                      <p:to>
                                        <p:strVal val="visible"/>
                                      </p:to>
                                    </p:set>
                                    <p:anim calcmode="lin" valueType="num">
                                      <p:cBhvr>
                                        <p:cTn id="83"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7">
                                            <p:txEl>
                                              <p:pRg st="0" end="0"/>
                                            </p:txEl>
                                          </p:spTgt>
                                        </p:tgtEl>
                                      </p:cBhvr>
                                    </p:animEffect>
                                  </p:childTnLst>
                                </p:cTn>
                              </p:par>
                            </p:childTnLst>
                          </p:cTn>
                        </p:par>
                        <p:par>
                          <p:cTn id="86" fill="hold">
                            <p:stCondLst>
                              <p:cond delay="7500"/>
                            </p:stCondLst>
                            <p:childTnLst>
                              <p:par>
                                <p:cTn id="87" presetID="42" presetClass="entr" presetSubtype="0" fill="hold" grpId="0" nodeType="afterEffect">
                                  <p:stCondLst>
                                    <p:cond delay="0"/>
                                  </p:stCondLst>
                                  <p:childTnLst>
                                    <p:set>
                                      <p:cBhvr>
                                        <p:cTn id="88" dur="1" fill="hold">
                                          <p:stCondLst>
                                            <p:cond delay="0"/>
                                          </p:stCondLst>
                                        </p:cTn>
                                        <p:tgtEl>
                                          <p:spTgt spid="39"/>
                                        </p:tgtEl>
                                        <p:attrNameLst>
                                          <p:attrName>style.visibility</p:attrName>
                                        </p:attrNameLst>
                                      </p:cBhvr>
                                      <p:to>
                                        <p:strVal val="visible"/>
                                      </p:to>
                                    </p:set>
                                    <p:animEffect transition="in" filter="fade">
                                      <p:cBhvr>
                                        <p:cTn id="89" dur="500"/>
                                        <p:tgtEl>
                                          <p:spTgt spid="39"/>
                                        </p:tgtEl>
                                      </p:cBhvr>
                                    </p:animEffect>
                                    <p:anim calcmode="lin" valueType="num">
                                      <p:cBhvr>
                                        <p:cTn id="90" dur="500" fill="hold"/>
                                        <p:tgtEl>
                                          <p:spTgt spid="39"/>
                                        </p:tgtEl>
                                        <p:attrNameLst>
                                          <p:attrName>ppt_x</p:attrName>
                                        </p:attrNameLst>
                                      </p:cBhvr>
                                      <p:tavLst>
                                        <p:tav tm="0">
                                          <p:val>
                                            <p:strVal val="#ppt_x"/>
                                          </p:val>
                                        </p:tav>
                                        <p:tav tm="100000">
                                          <p:val>
                                            <p:strVal val="#ppt_x"/>
                                          </p:val>
                                        </p:tav>
                                      </p:tavLst>
                                    </p:anim>
                                    <p:anim calcmode="lin" valueType="num">
                                      <p:cBhvr>
                                        <p:cTn id="91" dur="500" fill="hold"/>
                                        <p:tgtEl>
                                          <p:spTgt spid="39"/>
                                        </p:tgtEl>
                                        <p:attrNameLst>
                                          <p:attrName>ppt_y</p:attrName>
                                        </p:attrNameLst>
                                      </p:cBhvr>
                                      <p:tavLst>
                                        <p:tav tm="0">
                                          <p:val>
                                            <p:strVal val="#ppt_y+.1"/>
                                          </p:val>
                                        </p:tav>
                                        <p:tav tm="100000">
                                          <p:val>
                                            <p:strVal val="#ppt_y"/>
                                          </p:val>
                                        </p:tav>
                                      </p:tavLst>
                                    </p:anim>
                                  </p:childTnLst>
                                </p:cTn>
                              </p:par>
                            </p:childTnLst>
                          </p:cTn>
                        </p:par>
                        <p:par>
                          <p:cTn id="92" fill="hold">
                            <p:stCondLst>
                              <p:cond delay="80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48">
                                            <p:txEl>
                                              <p:pRg st="0" end="0"/>
                                            </p:txEl>
                                          </p:spTgt>
                                        </p:tgtEl>
                                        <p:attrNameLst>
                                          <p:attrName>style.visibility</p:attrName>
                                        </p:attrNameLst>
                                      </p:cBhvr>
                                      <p:to>
                                        <p:strVal val="visible"/>
                                      </p:to>
                                    </p:set>
                                    <p:anim calcmode="lin" valueType="num">
                                      <p:cBhvr>
                                        <p:cTn id="95" dur="500" fill="hold"/>
                                        <p:tgtEl>
                                          <p:spTgt spid="48">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48">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48">
                                            <p:txEl>
                                              <p:pRg st="0" end="0"/>
                                            </p:txEl>
                                          </p:spTgt>
                                        </p:tgtEl>
                                      </p:cBhvr>
                                    </p:animEffect>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49">
                                            <p:txEl>
                                              <p:pRg st="0" end="0"/>
                                            </p:txEl>
                                          </p:spTgt>
                                        </p:tgtEl>
                                        <p:attrNameLst>
                                          <p:attrName>style.visibility</p:attrName>
                                        </p:attrNameLst>
                                      </p:cBhvr>
                                      <p:to>
                                        <p:strVal val="visible"/>
                                      </p:to>
                                    </p:set>
                                    <p:animEffect transition="in" filter="fade">
                                      <p:cBhvr>
                                        <p:cTn id="101" dur="500"/>
                                        <p:tgtEl>
                                          <p:spTgt spid="49">
                                            <p:txEl>
                                              <p:pRg st="0" end="0"/>
                                            </p:txEl>
                                          </p:spTgt>
                                        </p:tgtEl>
                                      </p:cBhvr>
                                    </p:animEffect>
                                    <p:anim calcmode="lin" valueType="num">
                                      <p:cBhvr>
                                        <p:cTn id="102"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49">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42" presetClass="entr" presetSubtype="0" fill="hold" grpId="0" nodeType="afterEffect">
                                  <p:stCondLst>
                                    <p:cond delay="0"/>
                                  </p:stCondLst>
                                  <p:childTnLst>
                                    <p:set>
                                      <p:cBhvr>
                                        <p:cTn id="106" dur="1" fill="hold">
                                          <p:stCondLst>
                                            <p:cond delay="0"/>
                                          </p:stCondLst>
                                        </p:cTn>
                                        <p:tgtEl>
                                          <p:spTgt spid="40"/>
                                        </p:tgtEl>
                                        <p:attrNameLst>
                                          <p:attrName>style.visibility</p:attrName>
                                        </p:attrNameLst>
                                      </p:cBhvr>
                                      <p:to>
                                        <p:strVal val="visible"/>
                                      </p:to>
                                    </p:set>
                                    <p:animEffect transition="in" filter="fade">
                                      <p:cBhvr>
                                        <p:cTn id="107" dur="500"/>
                                        <p:tgtEl>
                                          <p:spTgt spid="40"/>
                                        </p:tgtEl>
                                      </p:cBhvr>
                                    </p:animEffect>
                                    <p:anim calcmode="lin" valueType="num">
                                      <p:cBhvr>
                                        <p:cTn id="108" dur="500" fill="hold"/>
                                        <p:tgtEl>
                                          <p:spTgt spid="40"/>
                                        </p:tgtEl>
                                        <p:attrNameLst>
                                          <p:attrName>ppt_x</p:attrName>
                                        </p:attrNameLst>
                                      </p:cBhvr>
                                      <p:tavLst>
                                        <p:tav tm="0">
                                          <p:val>
                                            <p:strVal val="#ppt_x"/>
                                          </p:val>
                                        </p:tav>
                                        <p:tav tm="100000">
                                          <p:val>
                                            <p:strVal val="#ppt_x"/>
                                          </p:val>
                                        </p:tav>
                                      </p:tavLst>
                                    </p:anim>
                                    <p:anim calcmode="lin" valueType="num">
                                      <p:cBhvr>
                                        <p:cTn id="109" dur="500" fill="hold"/>
                                        <p:tgtEl>
                                          <p:spTgt spid="40"/>
                                        </p:tgtEl>
                                        <p:attrNameLst>
                                          <p:attrName>ppt_y</p:attrName>
                                        </p:attrNameLst>
                                      </p:cBhvr>
                                      <p:tavLst>
                                        <p:tav tm="0">
                                          <p:val>
                                            <p:strVal val="#ppt_y+.1"/>
                                          </p:val>
                                        </p:tav>
                                        <p:tav tm="100000">
                                          <p:val>
                                            <p:strVal val="#ppt_y"/>
                                          </p:val>
                                        </p:tav>
                                      </p:tavLst>
                                    </p:anim>
                                  </p:childTnLst>
                                </p:cTn>
                              </p:par>
                            </p:childTnLst>
                          </p:cTn>
                        </p:par>
                        <p:par>
                          <p:cTn id="110" fill="hold">
                            <p:stCondLst>
                              <p:cond delay="9500"/>
                            </p:stCondLst>
                            <p:childTnLst>
                              <p:par>
                                <p:cTn id="111" presetID="53" presetClass="entr" presetSubtype="16" fill="hold" grpId="0" nodeType="afterEffect" nodePh="1">
                                  <p:stCondLst>
                                    <p:cond delay="0"/>
                                  </p:stCondLst>
                                  <p:endCondLst>
                                    <p:cond evt="begin" delay="0">
                                      <p:tn val="111"/>
                                    </p:cond>
                                  </p:endCondLst>
                                  <p:childTnLst>
                                    <p:set>
                                      <p:cBhvr>
                                        <p:cTn id="112" dur="1" fill="hold">
                                          <p:stCondLst>
                                            <p:cond delay="0"/>
                                          </p:stCondLst>
                                        </p:cTn>
                                        <p:tgtEl>
                                          <p:spTgt spid="41">
                                            <p:txEl>
                                              <p:pRg st="0" end="0"/>
                                            </p:txEl>
                                          </p:spTgt>
                                        </p:tgtEl>
                                        <p:attrNameLst>
                                          <p:attrName>style.visibility</p:attrName>
                                        </p:attrNameLst>
                                      </p:cBhvr>
                                      <p:to>
                                        <p:strVal val="visible"/>
                                      </p:to>
                                    </p:set>
                                    <p:anim calcmode="lin" valueType="num">
                                      <p:cBhvr>
                                        <p:cTn id="113" dur="500" fill="hold"/>
                                        <p:tgtEl>
                                          <p:spTgt spid="41">
                                            <p:txEl>
                                              <p:pRg st="0" end="0"/>
                                            </p:txEl>
                                          </p:spTgt>
                                        </p:tgtEl>
                                        <p:attrNameLst>
                                          <p:attrName>ppt_w</p:attrName>
                                        </p:attrNameLst>
                                      </p:cBhvr>
                                      <p:tavLst>
                                        <p:tav tm="0">
                                          <p:val>
                                            <p:fltVal val="0"/>
                                          </p:val>
                                        </p:tav>
                                        <p:tav tm="100000">
                                          <p:val>
                                            <p:strVal val="#ppt_w"/>
                                          </p:val>
                                        </p:tav>
                                      </p:tavLst>
                                    </p:anim>
                                    <p:anim calcmode="lin" valueType="num">
                                      <p:cBhvr>
                                        <p:cTn id="114" dur="500" fill="hold"/>
                                        <p:tgtEl>
                                          <p:spTgt spid="41">
                                            <p:txEl>
                                              <p:pRg st="0" end="0"/>
                                            </p:txEl>
                                          </p:spTgt>
                                        </p:tgtEl>
                                        <p:attrNameLst>
                                          <p:attrName>ppt_h</p:attrName>
                                        </p:attrNameLst>
                                      </p:cBhvr>
                                      <p:tavLst>
                                        <p:tav tm="0">
                                          <p:val>
                                            <p:fltVal val="0"/>
                                          </p:val>
                                        </p:tav>
                                        <p:tav tm="100000">
                                          <p:val>
                                            <p:strVal val="#ppt_h"/>
                                          </p:val>
                                        </p:tav>
                                      </p:tavLst>
                                    </p:anim>
                                    <p:animEffect transition="in" filter="fade">
                                      <p:cBhvr>
                                        <p:cTn id="115" dur="500"/>
                                        <p:tgtEl>
                                          <p:spTgt spid="41">
                                            <p:txEl>
                                              <p:pRg st="0" end="0"/>
                                            </p:txEl>
                                          </p:spTgt>
                                        </p:tgtEl>
                                      </p:cBhvr>
                                    </p:animEffect>
                                  </p:childTnLst>
                                </p:cTn>
                              </p:par>
                            </p:childTnLst>
                          </p:cTn>
                        </p:par>
                        <p:par>
                          <p:cTn id="116" fill="hold">
                            <p:stCondLst>
                              <p:cond delay="10000"/>
                            </p:stCondLst>
                            <p:childTnLst>
                              <p:par>
                                <p:cTn id="117" presetID="47" presetClass="entr" presetSubtype="0" fill="hold" grpId="0" nodeType="afterEffect">
                                  <p:stCondLst>
                                    <p:cond delay="0"/>
                                  </p:stCondLst>
                                  <p:childTnLst>
                                    <p:set>
                                      <p:cBhvr>
                                        <p:cTn id="118" dur="1" fill="hold">
                                          <p:stCondLst>
                                            <p:cond delay="0"/>
                                          </p:stCondLst>
                                        </p:cTn>
                                        <p:tgtEl>
                                          <p:spTgt spid="42"/>
                                        </p:tgtEl>
                                        <p:attrNameLst>
                                          <p:attrName>style.visibility</p:attrName>
                                        </p:attrNameLst>
                                      </p:cBhvr>
                                      <p:to>
                                        <p:strVal val="visible"/>
                                      </p:to>
                                    </p:set>
                                    <p:animEffect transition="in" filter="fade">
                                      <p:cBhvr>
                                        <p:cTn id="119" dur="500"/>
                                        <p:tgtEl>
                                          <p:spTgt spid="42"/>
                                        </p:tgtEl>
                                      </p:cBhvr>
                                    </p:animEffect>
                                    <p:anim calcmode="lin" valueType="num">
                                      <p:cBhvr>
                                        <p:cTn id="120" dur="500" fill="hold"/>
                                        <p:tgtEl>
                                          <p:spTgt spid="42"/>
                                        </p:tgtEl>
                                        <p:attrNameLst>
                                          <p:attrName>ppt_x</p:attrName>
                                        </p:attrNameLst>
                                      </p:cBhvr>
                                      <p:tavLst>
                                        <p:tav tm="0">
                                          <p:val>
                                            <p:strVal val="#ppt_x"/>
                                          </p:val>
                                        </p:tav>
                                        <p:tav tm="100000">
                                          <p:val>
                                            <p:strVal val="#ppt_x"/>
                                          </p:val>
                                        </p:tav>
                                      </p:tavLst>
                                    </p:anim>
                                    <p:anim calcmode="lin" valueType="num">
                                      <p:cBhvr>
                                        <p:cTn id="121" dur="500" fill="hold"/>
                                        <p:tgtEl>
                                          <p:spTgt spid="42"/>
                                        </p:tgtEl>
                                        <p:attrNameLst>
                                          <p:attrName>ppt_y</p:attrName>
                                        </p:attrNameLst>
                                      </p:cBhvr>
                                      <p:tavLst>
                                        <p:tav tm="0">
                                          <p:val>
                                            <p:strVal val="#ppt_y-.1"/>
                                          </p:val>
                                        </p:tav>
                                        <p:tav tm="100000">
                                          <p:val>
                                            <p:strVal val="#ppt_y"/>
                                          </p:val>
                                        </p:tav>
                                      </p:tavLst>
                                    </p:anim>
                                  </p:childTnLst>
                                </p:cTn>
                              </p:par>
                            </p:childTnLst>
                          </p:cTn>
                        </p:par>
                        <p:par>
                          <p:cTn id="122" fill="hold">
                            <p:stCondLst>
                              <p:cond delay="10500"/>
                            </p:stCondLst>
                            <p:childTnLst>
                              <p:par>
                                <p:cTn id="123" presetID="53" presetClass="entr" presetSubtype="16" fill="hold" grpId="0" nodeType="afterEffect" nodePh="1">
                                  <p:stCondLst>
                                    <p:cond delay="0"/>
                                  </p:stCondLst>
                                  <p:endCondLst>
                                    <p:cond evt="begin" delay="0">
                                      <p:tn val="123"/>
                                    </p:cond>
                                  </p:endCondLst>
                                  <p:childTnLst>
                                    <p:set>
                                      <p:cBhvr>
                                        <p:cTn id="124" dur="1" fill="hold">
                                          <p:stCondLst>
                                            <p:cond delay="0"/>
                                          </p:stCondLst>
                                        </p:cTn>
                                        <p:tgtEl>
                                          <p:spTgt spid="50">
                                            <p:txEl>
                                              <p:pRg st="0" end="0"/>
                                            </p:txEl>
                                          </p:spTgt>
                                        </p:tgtEl>
                                        <p:attrNameLst>
                                          <p:attrName>style.visibility</p:attrName>
                                        </p:attrNameLst>
                                      </p:cBhvr>
                                      <p:to>
                                        <p:strVal val="visible"/>
                                      </p:to>
                                    </p:set>
                                    <p:anim calcmode="lin" valueType="num">
                                      <p:cBhvr>
                                        <p:cTn id="125" dur="500" fill="hold"/>
                                        <p:tgtEl>
                                          <p:spTgt spid="50">
                                            <p:txEl>
                                              <p:pRg st="0" end="0"/>
                                            </p:txEl>
                                          </p:spTgt>
                                        </p:tgtEl>
                                        <p:attrNameLst>
                                          <p:attrName>ppt_w</p:attrName>
                                        </p:attrNameLst>
                                      </p:cBhvr>
                                      <p:tavLst>
                                        <p:tav tm="0">
                                          <p:val>
                                            <p:fltVal val="0"/>
                                          </p:val>
                                        </p:tav>
                                        <p:tav tm="100000">
                                          <p:val>
                                            <p:strVal val="#ppt_w"/>
                                          </p:val>
                                        </p:tav>
                                      </p:tavLst>
                                    </p:anim>
                                    <p:anim calcmode="lin" valueType="num">
                                      <p:cBhvr>
                                        <p:cTn id="126" dur="500" fill="hold"/>
                                        <p:tgtEl>
                                          <p:spTgt spid="50">
                                            <p:txEl>
                                              <p:pRg st="0" end="0"/>
                                            </p:txEl>
                                          </p:spTgt>
                                        </p:tgtEl>
                                        <p:attrNameLst>
                                          <p:attrName>ppt_h</p:attrName>
                                        </p:attrNameLst>
                                      </p:cBhvr>
                                      <p:tavLst>
                                        <p:tav tm="0">
                                          <p:val>
                                            <p:fltVal val="0"/>
                                          </p:val>
                                        </p:tav>
                                        <p:tav tm="100000">
                                          <p:val>
                                            <p:strVal val="#ppt_h"/>
                                          </p:val>
                                        </p:tav>
                                      </p:tavLst>
                                    </p:anim>
                                    <p:animEffect transition="in" filter="fade">
                                      <p:cBhvr>
                                        <p:cTn id="127" dur="500"/>
                                        <p:tgtEl>
                                          <p:spTgt spid="50">
                                            <p:txEl>
                                              <p:pRg st="0" end="0"/>
                                            </p:txEl>
                                          </p:spTgt>
                                        </p:tgtEl>
                                      </p:cBhvr>
                                    </p:animEffect>
                                  </p:childTnLst>
                                </p:cTn>
                              </p:par>
                            </p:childTnLst>
                          </p:cTn>
                        </p:par>
                        <p:par>
                          <p:cTn id="128" fill="hold">
                            <p:stCondLst>
                              <p:cond delay="11000"/>
                            </p:stCondLst>
                            <p:childTnLst>
                              <p:par>
                                <p:cTn id="129" presetID="42" presetClass="entr" presetSubtype="0" fill="hold" grpId="0" nodeType="afterEffect" nodePh="1">
                                  <p:stCondLst>
                                    <p:cond delay="0"/>
                                  </p:stCondLst>
                                  <p:endCondLst>
                                    <p:cond evt="begin" delay="0">
                                      <p:tn val="129"/>
                                    </p:cond>
                                  </p:endCondLst>
                                  <p:childTnLst>
                                    <p:set>
                                      <p:cBhvr>
                                        <p:cTn id="130" dur="1" fill="hold">
                                          <p:stCondLst>
                                            <p:cond delay="0"/>
                                          </p:stCondLst>
                                        </p:cTn>
                                        <p:tgtEl>
                                          <p:spTgt spid="51">
                                            <p:txEl>
                                              <p:pRg st="0" end="0"/>
                                            </p:txEl>
                                          </p:spTgt>
                                        </p:tgtEl>
                                        <p:attrNameLst>
                                          <p:attrName>style.visibility</p:attrName>
                                        </p:attrNameLst>
                                      </p:cBhvr>
                                      <p:to>
                                        <p:strVal val="visible"/>
                                      </p:to>
                                    </p:set>
                                    <p:animEffect transition="in" filter="fade">
                                      <p:cBhvr>
                                        <p:cTn id="131" dur="500"/>
                                        <p:tgtEl>
                                          <p:spTgt spid="51">
                                            <p:txEl>
                                              <p:pRg st="0" end="0"/>
                                            </p:txEl>
                                          </p:spTgt>
                                        </p:tgtEl>
                                      </p:cBhvr>
                                    </p:animEffect>
                                    <p:anim calcmode="lin" valueType="num">
                                      <p:cBhvr>
                                        <p:cTn id="132" dur="500" fill="hold"/>
                                        <p:tgtEl>
                                          <p:spTgt spid="51">
                                            <p:txEl>
                                              <p:pRg st="0" end="0"/>
                                            </p:txEl>
                                          </p:spTgt>
                                        </p:tgtEl>
                                        <p:attrNameLst>
                                          <p:attrName>ppt_x</p:attrName>
                                        </p:attrNameLst>
                                      </p:cBhvr>
                                      <p:tavLst>
                                        <p:tav tm="0">
                                          <p:val>
                                            <p:strVal val="#ppt_x"/>
                                          </p:val>
                                        </p:tav>
                                        <p:tav tm="100000">
                                          <p:val>
                                            <p:strVal val="#ppt_x"/>
                                          </p:val>
                                        </p:tav>
                                      </p:tavLst>
                                    </p:anim>
                                    <p:anim calcmode="lin" valueType="num">
                                      <p:cBhvr>
                                        <p:cTn id="133" dur="500" fill="hold"/>
                                        <p:tgtEl>
                                          <p:spTgt spid="5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4"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3" grpId="0" animBg="1"/>
      <p:bldP spid="3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2"/>
                        </p:tgtEl>
                        <p:attrNameLst>
                          <p:attrName>style.visibility</p:attrName>
                        </p:attrNameLst>
                      </p:cBhvr>
                      <p:to>
                        <p:strVal val="visible"/>
                      </p:to>
                    </p:set>
                    <p:anim calcmode="lin" valueType="num">
                      <p:cBhvr>
                        <p:cTn dur="500" fill="hold"/>
                        <p:tgtEl>
                          <p:spTgt spid="32"/>
                        </p:tgtEl>
                        <p:attrNameLst>
                          <p:attrName>ppt_w</p:attrName>
                        </p:attrNameLst>
                      </p:cBhvr>
                      <p:tavLst>
                        <p:tav tm="0">
                          <p:val>
                            <p:fltVal val="0"/>
                          </p:val>
                        </p:tav>
                        <p:tav tm="100000">
                          <p:val>
                            <p:strVal val="#ppt_w"/>
                          </p:val>
                        </p:tav>
                      </p:tavLst>
                    </p:anim>
                    <p:anim calcmode="lin" valueType="num">
                      <p:cBhvr>
                        <p:cTn dur="500" fill="hold"/>
                        <p:tgtEl>
                          <p:spTgt spid="32"/>
                        </p:tgtEl>
                        <p:attrNameLst>
                          <p:attrName>ppt_h</p:attrName>
                        </p:attrNameLst>
                      </p:cBhvr>
                      <p:tavLst>
                        <p:tav tm="0">
                          <p:val>
                            <p:fltVal val="0"/>
                          </p:val>
                        </p:tav>
                        <p:tav tm="100000">
                          <p:val>
                            <p:strVal val="#ppt_h"/>
                          </p:val>
                        </p:tav>
                      </p:tavLst>
                    </p:anim>
                    <p:animEffect transition="in" filter="fade">
                      <p:cBhvr>
                        <p:cTn dur="500"/>
                        <p:tgtEl>
                          <p:spTgt spid="32"/>
                        </p:tgtEl>
                      </p:cBhvr>
                    </p:animEffect>
                  </p:childTnLst>
                </p:cTn>
              </p:par>
            </p:tnLst>
          </p:tmpl>
        </p:tmplLst>
      </p:bldP>
      <p:bldP spid="36" grpId="0" animBg="1"/>
      <p:bldP spid="3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 calcmode="lin" valueType="num">
                      <p:cBhvr>
                        <p:cTn dur="500" fill="hold"/>
                        <p:tgtEl>
                          <p:spTgt spid="37"/>
                        </p:tgtEl>
                        <p:attrNameLst>
                          <p:attrName>ppt_w</p:attrName>
                        </p:attrNameLst>
                      </p:cBhvr>
                      <p:tavLst>
                        <p:tav tm="0">
                          <p:val>
                            <p:fltVal val="0"/>
                          </p:val>
                        </p:tav>
                        <p:tav tm="100000">
                          <p:val>
                            <p:strVal val="#ppt_w"/>
                          </p:val>
                        </p:tav>
                      </p:tavLst>
                    </p:anim>
                    <p:anim calcmode="lin" valueType="num">
                      <p:cBhvr>
                        <p:cTn dur="500" fill="hold"/>
                        <p:tgtEl>
                          <p:spTgt spid="37"/>
                        </p:tgtEl>
                        <p:attrNameLst>
                          <p:attrName>ppt_h</p:attrName>
                        </p:attrNameLst>
                      </p:cBhvr>
                      <p:tavLst>
                        <p:tav tm="0">
                          <p:val>
                            <p:fltVal val="0"/>
                          </p:val>
                        </p:tav>
                        <p:tav tm="100000">
                          <p:val>
                            <p:strVal val="#ppt_h"/>
                          </p:val>
                        </p:tav>
                      </p:tavLst>
                    </p:anim>
                    <p:animEffect transition="in" filter="fade">
                      <p:cBhvr>
                        <p:cTn dur="500"/>
                        <p:tgtEl>
                          <p:spTgt spid="37"/>
                        </p:tgtEl>
                      </p:cBhvr>
                    </p:animEffect>
                  </p:childTnLst>
                </p:cTn>
              </p:par>
            </p:tnLst>
          </p:tmpl>
        </p:tmplLst>
      </p:bldP>
      <p:bldP spid="38" grpId="0" animBg="1"/>
      <p:bldP spid="39" grpId="0" animBg="1"/>
      <p:bldP spid="40" grpId="0" animBg="1"/>
      <p:bldP spid="4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1"/>
                        </p:tgtEl>
                        <p:attrNameLst>
                          <p:attrName>style.visibility</p:attrName>
                        </p:attrNameLst>
                      </p:cBhvr>
                      <p:to>
                        <p:strVal val="visible"/>
                      </p:to>
                    </p:set>
                    <p:anim calcmode="lin" valueType="num">
                      <p:cBhvr>
                        <p:cTn dur="500" fill="hold"/>
                        <p:tgtEl>
                          <p:spTgt spid="41"/>
                        </p:tgtEl>
                        <p:attrNameLst>
                          <p:attrName>ppt_w</p:attrName>
                        </p:attrNameLst>
                      </p:cBhvr>
                      <p:tavLst>
                        <p:tav tm="0">
                          <p:val>
                            <p:fltVal val="0"/>
                          </p:val>
                        </p:tav>
                        <p:tav tm="100000">
                          <p:val>
                            <p:strVal val="#ppt_w"/>
                          </p:val>
                        </p:tav>
                      </p:tavLst>
                    </p:anim>
                    <p:anim calcmode="lin" valueType="num">
                      <p:cBhvr>
                        <p:cTn dur="500" fill="hold"/>
                        <p:tgtEl>
                          <p:spTgt spid="41"/>
                        </p:tgtEl>
                        <p:attrNameLst>
                          <p:attrName>ppt_h</p:attrName>
                        </p:attrNameLst>
                      </p:cBhvr>
                      <p:tavLst>
                        <p:tav tm="0">
                          <p:val>
                            <p:fltVal val="0"/>
                          </p:val>
                        </p:tav>
                        <p:tav tm="100000">
                          <p:val>
                            <p:strVal val="#ppt_h"/>
                          </p:val>
                        </p:tav>
                      </p:tavLst>
                    </p:anim>
                    <p:animEffect transition="in" filter="fade">
                      <p:cBhvr>
                        <p:cTn dur="500"/>
                        <p:tgtEl>
                          <p:spTgt spid="41"/>
                        </p:tgtEl>
                      </p:cBhvr>
                    </p:animEffect>
                  </p:childTnLst>
                </p:cTn>
              </p:par>
            </p:tnLst>
          </p:tmpl>
        </p:tmplLst>
      </p:bldP>
      <p:bldP spid="42"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7"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anim calcmode="lin" valueType="num">
                      <p:cBhvr>
                        <p:cTn dur="500" fill="hold"/>
                        <p:tgtEl>
                          <p:spTgt spid="47"/>
                        </p:tgtEl>
                        <p:attrNameLst>
                          <p:attrName>ppt_x</p:attrName>
                        </p:attrNameLst>
                      </p:cBhvr>
                      <p:tavLst>
                        <p:tav tm="0">
                          <p:val>
                            <p:strVal val="#ppt_x"/>
                          </p:val>
                        </p:tav>
                        <p:tav tm="100000">
                          <p:val>
                            <p:strVal val="#ppt_x"/>
                          </p:val>
                        </p:tav>
                      </p:tavLst>
                    </p:anim>
                    <p:anim calcmode="lin" valueType="num">
                      <p:cBhvr>
                        <p:cTn dur="50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 calcmode="lin" valueType="num">
                      <p:cBhvr>
                        <p:cTn dur="500" fill="hold"/>
                        <p:tgtEl>
                          <p:spTgt spid="48"/>
                        </p:tgtEl>
                        <p:attrNameLst>
                          <p:attrName>ppt_w</p:attrName>
                        </p:attrNameLst>
                      </p:cBhvr>
                      <p:tavLst>
                        <p:tav tm="0">
                          <p:val>
                            <p:fltVal val="0"/>
                          </p:val>
                        </p:tav>
                        <p:tav tm="100000">
                          <p:val>
                            <p:strVal val="#ppt_w"/>
                          </p:val>
                        </p:tav>
                      </p:tavLst>
                    </p:anim>
                    <p:anim calcmode="lin" valueType="num">
                      <p:cBhvr>
                        <p:cTn dur="500" fill="hold"/>
                        <p:tgtEl>
                          <p:spTgt spid="48"/>
                        </p:tgtEl>
                        <p:attrNameLst>
                          <p:attrName>ppt_h</p:attrName>
                        </p:attrNameLst>
                      </p:cBhvr>
                      <p:tavLst>
                        <p:tav tm="0">
                          <p:val>
                            <p:fltVal val="0"/>
                          </p:val>
                        </p:tav>
                        <p:tav tm="100000">
                          <p:val>
                            <p:strVal val="#ppt_h"/>
                          </p:val>
                        </p:tav>
                      </p:tavLst>
                    </p:anim>
                    <p:animEffect transition="in" filter="fade">
                      <p:cBhvr>
                        <p:cTn dur="500"/>
                        <p:tgtEl>
                          <p:spTgt spid="48"/>
                        </p:tgtEl>
                      </p:cBhvr>
                    </p:animEffect>
                  </p:childTnLst>
                </p:cTn>
              </p:par>
            </p:tnLst>
          </p:tmpl>
        </p:tmplLst>
      </p:bldP>
      <p:bldP spid="4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anim calcmode="lin" valueType="num">
                      <p:cBhvr>
                        <p:cTn dur="500" fill="hold"/>
                        <p:tgtEl>
                          <p:spTgt spid="49"/>
                        </p:tgtEl>
                        <p:attrNameLst>
                          <p:attrName>ppt_x</p:attrName>
                        </p:attrNameLst>
                      </p:cBhvr>
                      <p:tavLst>
                        <p:tav tm="0">
                          <p:val>
                            <p:strVal val="#ppt_x"/>
                          </p:val>
                        </p:tav>
                        <p:tav tm="100000">
                          <p:val>
                            <p:strVal val="#ppt_x"/>
                          </p:val>
                        </p:tav>
                      </p:tavLst>
                    </p:anim>
                    <p:anim calcmode="lin" valueType="num">
                      <p:cBhvr>
                        <p:cTn dur="50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 calcmode="lin" valueType="num">
                      <p:cBhvr>
                        <p:cTn dur="500" fill="hold"/>
                        <p:tgtEl>
                          <p:spTgt spid="50"/>
                        </p:tgtEl>
                        <p:attrNameLst>
                          <p:attrName>ppt_w</p:attrName>
                        </p:attrNameLst>
                      </p:cBhvr>
                      <p:tavLst>
                        <p:tav tm="0">
                          <p:val>
                            <p:fltVal val="0"/>
                          </p:val>
                        </p:tav>
                        <p:tav tm="100000">
                          <p:val>
                            <p:strVal val="#ppt_w"/>
                          </p:val>
                        </p:tav>
                      </p:tavLst>
                    </p:anim>
                    <p:anim calcmode="lin" valueType="num">
                      <p:cBhvr>
                        <p:cTn dur="500" fill="hold"/>
                        <p:tgtEl>
                          <p:spTgt spid="50"/>
                        </p:tgtEl>
                        <p:attrNameLst>
                          <p:attrName>ppt_h</p:attrName>
                        </p:attrNameLst>
                      </p:cBhvr>
                      <p:tavLst>
                        <p:tav tm="0">
                          <p:val>
                            <p:fltVal val="0"/>
                          </p:val>
                        </p:tav>
                        <p:tav tm="100000">
                          <p:val>
                            <p:strVal val="#ppt_h"/>
                          </p:val>
                        </p:tav>
                      </p:tavLst>
                    </p:anim>
                    <p:animEffect transition="in" filter="fade">
                      <p:cBhvr>
                        <p:cTn dur="500"/>
                        <p:tgtEl>
                          <p:spTgt spid="50"/>
                        </p:tgtEl>
                      </p:cBhvr>
                    </p:animEffect>
                  </p:childTnLst>
                </p:cTn>
              </p:par>
            </p:tnLst>
          </p:tmpl>
        </p:tmplLst>
      </p:bldP>
      <p:bldP spid="5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anim calcmode="lin" valueType="num">
                      <p:cBhvr>
                        <p:cTn dur="500" fill="hold"/>
                        <p:tgtEl>
                          <p:spTgt spid="51"/>
                        </p:tgtEl>
                        <p:attrNameLst>
                          <p:attrName>ppt_x</p:attrName>
                        </p:attrNameLst>
                      </p:cBhvr>
                      <p:tavLst>
                        <p:tav tm="0">
                          <p:val>
                            <p:strVal val="#ppt_x"/>
                          </p:val>
                        </p:tav>
                        <p:tav tm="100000">
                          <p:val>
                            <p:strVal val="#ppt_x"/>
                          </p:val>
                        </p:tav>
                      </p:tavLst>
                    </p:anim>
                    <p:anim calcmode="lin" valueType="num">
                      <p:cBhvr>
                        <p:cTn dur="500" fill="hold"/>
                        <p:tgtEl>
                          <p:spTgt spid="5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9" name="Rectangle 8"/>
          <p:cNvSpPr/>
          <p:nvPr userDrawn="1"/>
        </p:nvSpPr>
        <p:spPr>
          <a:xfrm>
            <a:off x="-158750" y="2006600"/>
            <a:ext cx="12509500" cy="4159250"/>
          </a:xfrm>
          <a:prstGeom prst="rect">
            <a:avLst/>
          </a:prstGeom>
          <a:solidFill>
            <a:schemeClr val="tx1">
              <a:lumMod val="75000"/>
              <a:lumOff val="2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 name="Title 1"/>
          <p:cNvSpPr>
            <a:spLocks noGrp="1"/>
          </p:cNvSpPr>
          <p:nvPr>
            <p:ph type="title" hasCustomPrompt="1"/>
          </p:nvPr>
        </p:nvSpPr>
        <p:spPr>
          <a:xfrm>
            <a:off x="479425" y="692150"/>
            <a:ext cx="11233150" cy="405130"/>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5BABC720-3A8B-BF4A-85ED-CD605E27033A}"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lgn="ctr">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Picture Placeholder 6"/>
          <p:cNvSpPr>
            <a:spLocks noGrp="1"/>
          </p:cNvSpPr>
          <p:nvPr>
            <p:ph type="pic" sz="quarter" idx="13"/>
          </p:nvPr>
        </p:nvSpPr>
        <p:spPr>
          <a:xfrm>
            <a:off x="3505200" y="2006600"/>
            <a:ext cx="5181600" cy="4159250"/>
          </a:xfrm>
          <a:solidFill>
            <a:schemeClr val="bg1">
              <a:lumMod val="85000"/>
            </a:schemeClr>
          </a:solidFill>
          <a:ln w="57150">
            <a:solidFill>
              <a:schemeClr val="bg1"/>
            </a:solidFill>
          </a:ln>
        </p:spPr>
        <p:txBody>
          <a:bodyPr/>
          <a:lstStyle/>
          <a:p>
            <a:endParaRPr lang="en-AU"/>
          </a:p>
        </p:txBody>
      </p:sp>
    </p:spTree>
    <p:extLst>
      <p:ext uri="{BB962C8B-B14F-4D97-AF65-F5344CB8AC3E}">
        <p14:creationId xmlns:p14="http://schemas.microsoft.com/office/powerpoint/2010/main" val="22515648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Lst>
  </p:timing>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7" name="Picture Placeholder 6"/>
          <p:cNvSpPr>
            <a:spLocks noGrp="1"/>
          </p:cNvSpPr>
          <p:nvPr>
            <p:ph type="pic" sz="quarter" idx="13"/>
          </p:nvPr>
        </p:nvSpPr>
        <p:spPr>
          <a:xfrm>
            <a:off x="838200" y="692150"/>
            <a:ext cx="4687664" cy="3679952"/>
          </a:xfrm>
          <a:solidFill>
            <a:schemeClr val="bg1">
              <a:lumMod val="85000"/>
            </a:schemeClr>
          </a:solidFill>
          <a:ln w="57150">
            <a:solidFill>
              <a:schemeClr val="bg1"/>
            </a:solidFill>
          </a:ln>
        </p:spPr>
        <p:txBody>
          <a:bodyPr/>
          <a:lstStyle/>
          <a:p>
            <a:endParaRPr lang="en-AU" dirty="0"/>
          </a:p>
        </p:txBody>
      </p:sp>
      <p:sp>
        <p:nvSpPr>
          <p:cNvPr id="12" name="Picture Placeholder 6"/>
          <p:cNvSpPr>
            <a:spLocks noGrp="1"/>
          </p:cNvSpPr>
          <p:nvPr>
            <p:ph type="pic" sz="quarter" idx="14"/>
          </p:nvPr>
        </p:nvSpPr>
        <p:spPr>
          <a:xfrm>
            <a:off x="838200" y="4372102"/>
            <a:ext cx="1175430" cy="972340"/>
          </a:xfrm>
          <a:solidFill>
            <a:schemeClr val="bg1">
              <a:lumMod val="85000"/>
            </a:schemeClr>
          </a:solidFill>
          <a:ln w="57150">
            <a:solidFill>
              <a:schemeClr val="bg1"/>
            </a:solidFill>
          </a:ln>
        </p:spPr>
        <p:txBody>
          <a:bodyPr/>
          <a:lstStyle/>
          <a:p>
            <a:endParaRPr lang="en-AU"/>
          </a:p>
        </p:txBody>
      </p:sp>
      <p:sp>
        <p:nvSpPr>
          <p:cNvPr id="13" name="Picture Placeholder 6"/>
          <p:cNvSpPr>
            <a:spLocks noGrp="1"/>
          </p:cNvSpPr>
          <p:nvPr>
            <p:ph type="pic" sz="quarter" idx="15"/>
          </p:nvPr>
        </p:nvSpPr>
        <p:spPr>
          <a:xfrm>
            <a:off x="1999574" y="4372102"/>
            <a:ext cx="1175430" cy="972340"/>
          </a:xfrm>
          <a:solidFill>
            <a:schemeClr val="bg1">
              <a:lumMod val="85000"/>
            </a:schemeClr>
          </a:solidFill>
          <a:ln w="57150">
            <a:solidFill>
              <a:schemeClr val="bg1"/>
            </a:solidFill>
          </a:ln>
        </p:spPr>
        <p:txBody>
          <a:bodyPr/>
          <a:lstStyle/>
          <a:p>
            <a:endParaRPr lang="en-AU"/>
          </a:p>
        </p:txBody>
      </p:sp>
      <p:sp>
        <p:nvSpPr>
          <p:cNvPr id="2" name="Title 1"/>
          <p:cNvSpPr>
            <a:spLocks noGrp="1"/>
          </p:cNvSpPr>
          <p:nvPr>
            <p:ph type="title" hasCustomPrompt="1"/>
          </p:nvPr>
        </p:nvSpPr>
        <p:spPr>
          <a:xfrm>
            <a:off x="6096000" y="692150"/>
            <a:ext cx="5616574" cy="970396"/>
          </a:xfrm>
        </p:spPr>
        <p:txBody>
          <a:bodyPr/>
          <a:lstStyle>
            <a:lvl1pPr algn="l">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4E1CDD93-5CCC-B648-85EE-C1D0EEF1C1A5}"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6096000" y="1702911"/>
            <a:ext cx="5616575" cy="272983"/>
          </a:xfrm>
        </p:spPr>
        <p:txBody>
          <a:bodyPr>
            <a:normAutofit/>
          </a:bodyPr>
          <a:lstStyle>
            <a:lvl1pPr marL="0" indent="0" algn="l">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4" name="Picture Placeholder 6"/>
          <p:cNvSpPr>
            <a:spLocks noGrp="1"/>
          </p:cNvSpPr>
          <p:nvPr>
            <p:ph type="pic" sz="quarter" idx="16"/>
          </p:nvPr>
        </p:nvSpPr>
        <p:spPr>
          <a:xfrm>
            <a:off x="3175004" y="4372102"/>
            <a:ext cx="1175430" cy="972340"/>
          </a:xfrm>
          <a:solidFill>
            <a:schemeClr val="bg1">
              <a:lumMod val="85000"/>
            </a:schemeClr>
          </a:solidFill>
          <a:ln w="57150">
            <a:solidFill>
              <a:schemeClr val="bg1"/>
            </a:solidFill>
          </a:ln>
        </p:spPr>
        <p:txBody>
          <a:bodyPr/>
          <a:lstStyle/>
          <a:p>
            <a:endParaRPr lang="en-AU"/>
          </a:p>
        </p:txBody>
      </p:sp>
      <p:sp>
        <p:nvSpPr>
          <p:cNvPr id="15" name="Picture Placeholder 6"/>
          <p:cNvSpPr>
            <a:spLocks noGrp="1"/>
          </p:cNvSpPr>
          <p:nvPr>
            <p:ph type="pic" sz="quarter" idx="17"/>
          </p:nvPr>
        </p:nvSpPr>
        <p:spPr>
          <a:xfrm>
            <a:off x="4350434" y="4372102"/>
            <a:ext cx="1175430" cy="972340"/>
          </a:xfrm>
          <a:solidFill>
            <a:schemeClr val="bg1">
              <a:lumMod val="85000"/>
            </a:schemeClr>
          </a:solidFill>
          <a:ln w="57150">
            <a:solidFill>
              <a:schemeClr val="bg1"/>
            </a:solidFill>
          </a:ln>
        </p:spPr>
        <p:txBody>
          <a:bodyPr/>
          <a:lstStyle/>
          <a:p>
            <a:endParaRPr lang="en-AU"/>
          </a:p>
        </p:txBody>
      </p:sp>
      <p:sp>
        <p:nvSpPr>
          <p:cNvPr id="23" name="Text Placeholder 21"/>
          <p:cNvSpPr>
            <a:spLocks noGrp="1"/>
          </p:cNvSpPr>
          <p:nvPr>
            <p:ph type="body" sz="quarter" idx="34"/>
          </p:nvPr>
        </p:nvSpPr>
        <p:spPr>
          <a:xfrm>
            <a:off x="6099595" y="295902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1"/>
          </p:nvPr>
        </p:nvSpPr>
        <p:spPr>
          <a:xfrm>
            <a:off x="6099595" y="3368138"/>
            <a:ext cx="5616575" cy="267486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35" hasCustomPrompt="1"/>
          </p:nvPr>
        </p:nvSpPr>
        <p:spPr>
          <a:xfrm>
            <a:off x="2943025" y="2171676"/>
            <a:ext cx="478016" cy="720899"/>
          </a:xfrm>
        </p:spPr>
        <p:txBody>
          <a:bodyPr>
            <a:noAutofit/>
          </a:bodyPr>
          <a:lstStyle>
            <a:lvl1pPr>
              <a:defRPr sz="54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1</a:t>
            </a:r>
            <a:endParaRPr lang="en-AU" dirty="0"/>
          </a:p>
        </p:txBody>
      </p:sp>
      <p:sp>
        <p:nvSpPr>
          <p:cNvPr id="27" name="Text Placeholder 21"/>
          <p:cNvSpPr>
            <a:spLocks noGrp="1"/>
          </p:cNvSpPr>
          <p:nvPr>
            <p:ph type="body" sz="quarter" idx="36" hasCustomPrompt="1"/>
          </p:nvPr>
        </p:nvSpPr>
        <p:spPr>
          <a:xfrm>
            <a:off x="1186835"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2</a:t>
            </a:r>
            <a:endParaRPr lang="en-AU" dirty="0"/>
          </a:p>
        </p:txBody>
      </p:sp>
      <p:sp>
        <p:nvSpPr>
          <p:cNvPr id="28" name="Text Placeholder 21"/>
          <p:cNvSpPr>
            <a:spLocks noGrp="1"/>
          </p:cNvSpPr>
          <p:nvPr>
            <p:ph type="body" sz="quarter" idx="37" hasCustomPrompt="1"/>
          </p:nvPr>
        </p:nvSpPr>
        <p:spPr>
          <a:xfrm>
            <a:off x="2348209"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3</a:t>
            </a:r>
            <a:endParaRPr lang="en-AU" dirty="0"/>
          </a:p>
        </p:txBody>
      </p:sp>
      <p:sp>
        <p:nvSpPr>
          <p:cNvPr id="29" name="Text Placeholder 21"/>
          <p:cNvSpPr>
            <a:spLocks noGrp="1"/>
          </p:cNvSpPr>
          <p:nvPr>
            <p:ph type="body" sz="quarter" idx="38" hasCustomPrompt="1"/>
          </p:nvPr>
        </p:nvSpPr>
        <p:spPr>
          <a:xfrm>
            <a:off x="3518358"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4</a:t>
            </a:r>
            <a:endParaRPr lang="en-AU" dirty="0"/>
          </a:p>
        </p:txBody>
      </p:sp>
      <p:sp>
        <p:nvSpPr>
          <p:cNvPr id="30" name="Text Placeholder 21"/>
          <p:cNvSpPr>
            <a:spLocks noGrp="1"/>
          </p:cNvSpPr>
          <p:nvPr>
            <p:ph type="body" sz="quarter" idx="39" hasCustomPrompt="1"/>
          </p:nvPr>
        </p:nvSpPr>
        <p:spPr>
          <a:xfrm>
            <a:off x="4699141"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5</a:t>
            </a:r>
            <a:endParaRPr lang="en-AU" dirty="0"/>
          </a:p>
        </p:txBody>
      </p:sp>
    </p:spTree>
    <p:extLst>
      <p:ext uri="{BB962C8B-B14F-4D97-AF65-F5344CB8AC3E}">
        <p14:creationId xmlns:p14="http://schemas.microsoft.com/office/powerpoint/2010/main" val="24743955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Effect transition="in" filter="fade">
                                      <p:cBhvr>
                                        <p:cTn id="19" dur="500"/>
                                        <p:tgtEl>
                                          <p:spTgt spid="7"/>
                                        </p:tgtEl>
                                      </p:cBhvr>
                                    </p:animEffect>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ppt_w</p:attrName>
                                        </p:attrNameLst>
                                      </p:cBhvr>
                                      <p:tavLst>
                                        <p:tav tm="0">
                                          <p:val>
                                            <p:fltVal val="0"/>
                                          </p:val>
                                        </p:tav>
                                        <p:tav tm="100000">
                                          <p:val>
                                            <p:strVal val="#ppt_w"/>
                                          </p:val>
                                        </p:tav>
                                      </p:tavLst>
                                    </p:anim>
                                    <p:anim calcmode="lin" valueType="num">
                                      <p:cBhvr>
                                        <p:cTn id="24" dur="500" fill="hold"/>
                                        <p:tgtEl>
                                          <p:spTgt spid="12"/>
                                        </p:tgtEl>
                                        <p:attrNameLst>
                                          <p:attrName>ppt_h</p:attrName>
                                        </p:attrNameLst>
                                      </p:cBhvr>
                                      <p:tavLst>
                                        <p:tav tm="0">
                                          <p:val>
                                            <p:fltVal val="0"/>
                                          </p:val>
                                        </p:tav>
                                        <p:tav tm="100000">
                                          <p:val>
                                            <p:strVal val="#ppt_h"/>
                                          </p:val>
                                        </p:tav>
                                      </p:tavLst>
                                    </p:anim>
                                    <p:animEffect transition="in" filter="fade">
                                      <p:cBhvr>
                                        <p:cTn id="25" dur="500"/>
                                        <p:tgtEl>
                                          <p:spTgt spid="12"/>
                                        </p:tgtEl>
                                      </p:cBhvr>
                                    </p:animEffect>
                                  </p:childTnLst>
                                </p:cTn>
                              </p:par>
                            </p:childTnLst>
                          </p:cTn>
                        </p:par>
                        <p:par>
                          <p:cTn id="26"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500" fill="hold"/>
                                        <p:tgtEl>
                                          <p:spTgt spid="13"/>
                                        </p:tgtEl>
                                        <p:attrNameLst>
                                          <p:attrName>ppt_w</p:attrName>
                                        </p:attrNameLst>
                                      </p:cBhvr>
                                      <p:tavLst>
                                        <p:tav tm="0">
                                          <p:val>
                                            <p:fltVal val="0"/>
                                          </p:val>
                                        </p:tav>
                                        <p:tav tm="100000">
                                          <p:val>
                                            <p:strVal val="#ppt_w"/>
                                          </p:val>
                                        </p:tav>
                                      </p:tavLst>
                                    </p:anim>
                                    <p:anim calcmode="lin" valueType="num">
                                      <p:cBhvr>
                                        <p:cTn id="30" dur="500" fill="hold"/>
                                        <p:tgtEl>
                                          <p:spTgt spid="13"/>
                                        </p:tgtEl>
                                        <p:attrNameLst>
                                          <p:attrName>ppt_h</p:attrName>
                                        </p:attrNameLst>
                                      </p:cBhvr>
                                      <p:tavLst>
                                        <p:tav tm="0">
                                          <p:val>
                                            <p:fltVal val="0"/>
                                          </p:val>
                                        </p:tav>
                                        <p:tav tm="100000">
                                          <p:val>
                                            <p:strVal val="#ppt_h"/>
                                          </p:val>
                                        </p:tav>
                                      </p:tavLst>
                                    </p:anim>
                                    <p:animEffect transition="in" filter="fade">
                                      <p:cBhvr>
                                        <p:cTn id="31" dur="500"/>
                                        <p:tgtEl>
                                          <p:spTgt spid="13"/>
                                        </p:tgtEl>
                                      </p:cBhvr>
                                    </p:animEffect>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p:cTn id="35" dur="500" fill="hold"/>
                                        <p:tgtEl>
                                          <p:spTgt spid="14"/>
                                        </p:tgtEl>
                                        <p:attrNameLst>
                                          <p:attrName>ppt_w</p:attrName>
                                        </p:attrNameLst>
                                      </p:cBhvr>
                                      <p:tavLst>
                                        <p:tav tm="0">
                                          <p:val>
                                            <p:fltVal val="0"/>
                                          </p:val>
                                        </p:tav>
                                        <p:tav tm="100000">
                                          <p:val>
                                            <p:strVal val="#ppt_w"/>
                                          </p:val>
                                        </p:tav>
                                      </p:tavLst>
                                    </p:anim>
                                    <p:anim calcmode="lin" valueType="num">
                                      <p:cBhvr>
                                        <p:cTn id="36" dur="500" fill="hold"/>
                                        <p:tgtEl>
                                          <p:spTgt spid="14"/>
                                        </p:tgtEl>
                                        <p:attrNameLst>
                                          <p:attrName>ppt_h</p:attrName>
                                        </p:attrNameLst>
                                      </p:cBhvr>
                                      <p:tavLst>
                                        <p:tav tm="0">
                                          <p:val>
                                            <p:fltVal val="0"/>
                                          </p:val>
                                        </p:tav>
                                        <p:tav tm="100000">
                                          <p:val>
                                            <p:strVal val="#ppt_h"/>
                                          </p:val>
                                        </p:tav>
                                      </p:tavLst>
                                    </p:anim>
                                    <p:animEffect transition="in" filter="fade">
                                      <p:cBhvr>
                                        <p:cTn id="37" dur="500"/>
                                        <p:tgtEl>
                                          <p:spTgt spid="14"/>
                                        </p:tgtEl>
                                      </p:cBhvr>
                                    </p:animEffect>
                                  </p:childTnLst>
                                </p:cTn>
                              </p:par>
                            </p:childTnLst>
                          </p:cTn>
                        </p:par>
                        <p:par>
                          <p:cTn id="38" fill="hold">
                            <p:stCondLst>
                              <p:cond delay="3000"/>
                            </p:stCondLst>
                            <p:childTnLst>
                              <p:par>
                                <p:cTn id="39" presetID="53" presetClass="entr" presetSubtype="16" fill="hold" grpId="0" nodeType="after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animEffect transition="in" filter="fade">
                                      <p:cBhvr>
                                        <p:cTn id="43" dur="500"/>
                                        <p:tgtEl>
                                          <p:spTgt spid="15"/>
                                        </p:tgtEl>
                                      </p:cBhvr>
                                    </p:animEffect>
                                  </p:childTnLst>
                                </p:cTn>
                              </p:par>
                            </p:childTnLst>
                          </p:cTn>
                        </p:par>
                        <p:par>
                          <p:cTn id="44" fill="hold">
                            <p:stCondLst>
                              <p:cond delay="35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23">
                                            <p:txEl>
                                              <p:pRg st="0" end="0"/>
                                            </p:txEl>
                                          </p:spTgt>
                                        </p:tgtEl>
                                        <p:attrNameLst>
                                          <p:attrName>style.visibility</p:attrName>
                                        </p:attrNameLst>
                                      </p:cBhvr>
                                      <p:to>
                                        <p:strVal val="visible"/>
                                      </p:to>
                                    </p:set>
                                    <p:anim calcmode="lin" valueType="num">
                                      <p:cBhvr>
                                        <p:cTn id="47"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23">
                                            <p:txEl>
                                              <p:pRg st="0" end="0"/>
                                            </p:txEl>
                                          </p:spTgt>
                                        </p:tgtEl>
                                      </p:cBhvr>
                                    </p:animEffect>
                                  </p:childTnLst>
                                </p:cTn>
                              </p:par>
                            </p:childTnLst>
                          </p:cTn>
                        </p:par>
                        <p:par>
                          <p:cTn id="50" fill="hold">
                            <p:stCondLst>
                              <p:cond delay="40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24">
                                            <p:txEl>
                                              <p:pRg st="0" end="0"/>
                                            </p:txEl>
                                          </p:spTgt>
                                        </p:tgtEl>
                                        <p:attrNameLst>
                                          <p:attrName>style.visibility</p:attrName>
                                        </p:attrNameLst>
                                      </p:cBhvr>
                                      <p:to>
                                        <p:strVal val="visible"/>
                                      </p:to>
                                    </p:set>
                                    <p:animEffect transition="in" filter="fade">
                                      <p:cBhvr>
                                        <p:cTn id="53" dur="500"/>
                                        <p:tgtEl>
                                          <p:spTgt spid="24">
                                            <p:txEl>
                                              <p:pRg st="0" end="0"/>
                                            </p:txEl>
                                          </p:spTgt>
                                        </p:tgtEl>
                                      </p:cBhvr>
                                    </p:animEffect>
                                    <p:anim calcmode="lin" valueType="num">
                                      <p:cBhvr>
                                        <p:cTn id="5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4500"/>
                            </p:stCondLst>
                            <p:childTnLst>
                              <p:par>
                                <p:cTn id="57" presetID="53" presetClass="entr" presetSubtype="16" fill="hold" grpId="0" nodeType="afterEffect">
                                  <p:stCondLst>
                                    <p:cond delay="0"/>
                                  </p:stCondLst>
                                  <p:childTnLst>
                                    <p:set>
                                      <p:cBhvr>
                                        <p:cTn id="58" dur="1" fill="hold">
                                          <p:stCondLst>
                                            <p:cond delay="0"/>
                                          </p:stCondLst>
                                        </p:cTn>
                                        <p:tgtEl>
                                          <p:spTgt spid="26">
                                            <p:txEl>
                                              <p:pRg st="0" end="0"/>
                                            </p:txEl>
                                          </p:spTgt>
                                        </p:tgtEl>
                                        <p:attrNameLst>
                                          <p:attrName>style.visibility</p:attrName>
                                        </p:attrNameLst>
                                      </p:cBhvr>
                                      <p:to>
                                        <p:strVal val="visible"/>
                                      </p:to>
                                    </p:set>
                                    <p:anim calcmode="lin" valueType="num">
                                      <p:cBhvr>
                                        <p:cTn id="59" dur="5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6">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6">
                                            <p:txEl>
                                              <p:pRg st="0" end="0"/>
                                            </p:txEl>
                                          </p:spTgt>
                                        </p:tgtEl>
                                      </p:cBhvr>
                                    </p:animEffect>
                                  </p:childTnLst>
                                </p:cTn>
                              </p:par>
                            </p:childTnLst>
                          </p:cTn>
                        </p:par>
                        <p:par>
                          <p:cTn id="62" fill="hold">
                            <p:stCondLst>
                              <p:cond delay="5000"/>
                            </p:stCondLst>
                            <p:childTnLst>
                              <p:par>
                                <p:cTn id="63" presetID="53" presetClass="entr" presetSubtype="16" fill="hold" grpId="0" nodeType="afterEffect">
                                  <p:stCondLst>
                                    <p:cond delay="0"/>
                                  </p:stCondLst>
                                  <p:childTnLst>
                                    <p:set>
                                      <p:cBhvr>
                                        <p:cTn id="64" dur="1" fill="hold">
                                          <p:stCondLst>
                                            <p:cond delay="0"/>
                                          </p:stCondLst>
                                        </p:cTn>
                                        <p:tgtEl>
                                          <p:spTgt spid="27">
                                            <p:txEl>
                                              <p:pRg st="0" end="0"/>
                                            </p:txEl>
                                          </p:spTgt>
                                        </p:tgtEl>
                                        <p:attrNameLst>
                                          <p:attrName>style.visibility</p:attrName>
                                        </p:attrNameLst>
                                      </p:cBhvr>
                                      <p:to>
                                        <p:strVal val="visible"/>
                                      </p:to>
                                    </p:set>
                                    <p:anim calcmode="lin" valueType="num">
                                      <p:cBhvr>
                                        <p:cTn id="65"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7">
                                            <p:txEl>
                                              <p:pRg st="0" end="0"/>
                                            </p:txEl>
                                          </p:spTgt>
                                        </p:tgtEl>
                                      </p:cBhvr>
                                    </p:animEffect>
                                  </p:childTnLst>
                                </p:cTn>
                              </p:par>
                            </p:childTnLst>
                          </p:cTn>
                        </p:par>
                        <p:par>
                          <p:cTn id="68" fill="hold">
                            <p:stCondLst>
                              <p:cond delay="5500"/>
                            </p:stCondLst>
                            <p:childTnLst>
                              <p:par>
                                <p:cTn id="69" presetID="53" presetClass="entr" presetSubtype="16" fill="hold" grpId="0" nodeType="afterEffect">
                                  <p:stCondLst>
                                    <p:cond delay="0"/>
                                  </p:stCondLst>
                                  <p:childTnLst>
                                    <p:set>
                                      <p:cBhvr>
                                        <p:cTn id="70" dur="1" fill="hold">
                                          <p:stCondLst>
                                            <p:cond delay="0"/>
                                          </p:stCondLst>
                                        </p:cTn>
                                        <p:tgtEl>
                                          <p:spTgt spid="28">
                                            <p:txEl>
                                              <p:pRg st="0" end="0"/>
                                            </p:txEl>
                                          </p:spTgt>
                                        </p:tgtEl>
                                        <p:attrNameLst>
                                          <p:attrName>style.visibility</p:attrName>
                                        </p:attrNameLst>
                                      </p:cBhvr>
                                      <p:to>
                                        <p:strVal val="visible"/>
                                      </p:to>
                                    </p:set>
                                    <p:anim calcmode="lin" valueType="num">
                                      <p:cBhvr>
                                        <p:cTn id="7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8">
                                            <p:txEl>
                                              <p:pRg st="0" end="0"/>
                                            </p:txEl>
                                          </p:spTgt>
                                        </p:tgtEl>
                                      </p:cBhvr>
                                    </p:animEffect>
                                  </p:childTnLst>
                                </p:cTn>
                              </p:par>
                            </p:childTnLst>
                          </p:cTn>
                        </p:par>
                        <p:par>
                          <p:cTn id="74" fill="hold">
                            <p:stCondLst>
                              <p:cond delay="6000"/>
                            </p:stCondLst>
                            <p:childTnLst>
                              <p:par>
                                <p:cTn id="75" presetID="53" presetClass="entr" presetSubtype="16" fill="hold" grpId="0" nodeType="afterEffect">
                                  <p:stCondLst>
                                    <p:cond delay="0"/>
                                  </p:stCondLst>
                                  <p:childTnLst>
                                    <p:set>
                                      <p:cBhvr>
                                        <p:cTn id="76" dur="1" fill="hold">
                                          <p:stCondLst>
                                            <p:cond delay="0"/>
                                          </p:stCondLst>
                                        </p:cTn>
                                        <p:tgtEl>
                                          <p:spTgt spid="29">
                                            <p:txEl>
                                              <p:pRg st="0" end="0"/>
                                            </p:txEl>
                                          </p:spTgt>
                                        </p:tgtEl>
                                        <p:attrNameLst>
                                          <p:attrName>style.visibility</p:attrName>
                                        </p:attrNameLst>
                                      </p:cBhvr>
                                      <p:to>
                                        <p:strVal val="visible"/>
                                      </p:to>
                                    </p:set>
                                    <p:anim calcmode="lin" valueType="num">
                                      <p:cBhvr>
                                        <p:cTn id="77"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78"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79" dur="500"/>
                                        <p:tgtEl>
                                          <p:spTgt spid="29">
                                            <p:txEl>
                                              <p:pRg st="0" end="0"/>
                                            </p:txEl>
                                          </p:spTgt>
                                        </p:tgtEl>
                                      </p:cBhvr>
                                    </p:animEffect>
                                  </p:childTnLst>
                                </p:cTn>
                              </p:par>
                            </p:childTnLst>
                          </p:cTn>
                        </p:par>
                        <p:par>
                          <p:cTn id="80" fill="hold">
                            <p:stCondLst>
                              <p:cond delay="6500"/>
                            </p:stCondLst>
                            <p:childTnLst>
                              <p:par>
                                <p:cTn id="81" presetID="53" presetClass="entr" presetSubtype="16" fill="hold" grpId="0" nodeType="afterEffect">
                                  <p:stCondLst>
                                    <p:cond delay="0"/>
                                  </p:stCondLst>
                                  <p:childTnLst>
                                    <p:set>
                                      <p:cBhvr>
                                        <p:cTn id="82" dur="1" fill="hold">
                                          <p:stCondLst>
                                            <p:cond delay="0"/>
                                          </p:stCondLst>
                                        </p:cTn>
                                        <p:tgtEl>
                                          <p:spTgt spid="30">
                                            <p:txEl>
                                              <p:pRg st="0" end="0"/>
                                            </p:txEl>
                                          </p:spTgt>
                                        </p:tgtEl>
                                        <p:attrNameLst>
                                          <p:attrName>style.visibility</p:attrName>
                                        </p:attrNameLst>
                                      </p:cBhvr>
                                      <p:to>
                                        <p:strVal val="visible"/>
                                      </p:to>
                                    </p:set>
                                    <p:anim calcmode="lin" valueType="num">
                                      <p:cBhvr>
                                        <p:cTn id="83"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13"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4" grpId="0" animBg="1"/>
      <p:bldP spid="15" grpId="0" animBg="1"/>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53" presetClass="entr" presetSubtype="16"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p:cTn dur="500" fill="hold"/>
                        <p:tgtEl>
                          <p:spTgt spid="26"/>
                        </p:tgtEl>
                        <p:attrNameLst>
                          <p:attrName>ppt_w</p:attrName>
                        </p:attrNameLst>
                      </p:cBhvr>
                      <p:tavLst>
                        <p:tav tm="0">
                          <p:val>
                            <p:fltVal val="0"/>
                          </p:val>
                        </p:tav>
                        <p:tav tm="100000">
                          <p:val>
                            <p:strVal val="#ppt_w"/>
                          </p:val>
                        </p:tav>
                      </p:tavLst>
                    </p:anim>
                    <p:anim calcmode="lin" valueType="num">
                      <p:cBhvr>
                        <p:cTn dur="500" fill="hold"/>
                        <p:tgtEl>
                          <p:spTgt spid="26"/>
                        </p:tgtEl>
                        <p:attrNameLst>
                          <p:attrName>ppt_h</p:attrName>
                        </p:attrNameLst>
                      </p:cBhvr>
                      <p:tavLst>
                        <p:tav tm="0">
                          <p:val>
                            <p:fltVal val="0"/>
                          </p:val>
                        </p:tav>
                        <p:tav tm="100000">
                          <p:val>
                            <p:strVal val="#ppt_h"/>
                          </p:val>
                        </p:tav>
                      </p:tavLst>
                    </p:anim>
                    <p:animEffect transition="in" filter="fade">
                      <p:cBhvr>
                        <p:cTn dur="500"/>
                        <p:tgtEl>
                          <p:spTgt spid="26"/>
                        </p:tgtEl>
                      </p:cBhvr>
                    </p:animEffect>
                  </p:childTnLst>
                </p:cTn>
              </p:par>
            </p:tnLst>
          </p:tmpl>
        </p:tmplLst>
      </p:bldP>
      <p:bldP spid="27" grpId="0" build="p">
        <p:tmplLst>
          <p:tmpl lvl="1">
            <p:tnLst>
              <p:par>
                <p:cTn presetID="53" presetClass="entr" presetSubtype="16"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0" grpId="0" build="p">
        <p:tmplLst>
          <p:tmpl lvl="1">
            <p:tnLst>
              <p:par>
                <p:cTn presetID="53" presetClass="entr" presetSubtype="16"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Lst>
  </p:timing>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673352"/>
            <a:ext cx="4605193" cy="1559213"/>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B1CB319-7AE3-5A45-997B-014F21ACAB48}"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4" y="2394613"/>
            <a:ext cx="2164273" cy="458854"/>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41915745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B98F6072-12AC-FB42-A5FC-F1273C6B34C8}"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Rectangle 6"/>
          <p:cNvSpPr/>
          <p:nvPr userDrawn="1"/>
        </p:nvSpPr>
        <p:spPr>
          <a:xfrm>
            <a:off x="1714500" y="1695450"/>
            <a:ext cx="10477500" cy="7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Isosceles Triangle 8"/>
          <p:cNvSpPr/>
          <p:nvPr userDrawn="1"/>
        </p:nvSpPr>
        <p:spPr>
          <a:xfrm rot="10800000">
            <a:off x="1890032" y="1731450"/>
            <a:ext cx="516618" cy="25281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0" name="Picture Placeholder 7"/>
          <p:cNvSpPr>
            <a:spLocks noGrp="1"/>
          </p:cNvSpPr>
          <p:nvPr>
            <p:ph type="pic" sz="quarter" idx="14" hasCustomPrompt="1"/>
          </p:nvPr>
        </p:nvSpPr>
        <p:spPr>
          <a:xfrm>
            <a:off x="0" y="2365620"/>
            <a:ext cx="5389418" cy="449238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3" name="Picture Placeholder 12"/>
          <p:cNvSpPr>
            <a:spLocks noGrp="1"/>
          </p:cNvSpPr>
          <p:nvPr>
            <p:ph type="pic" sz="quarter" idx="15" hasCustomPrompt="1"/>
          </p:nvPr>
        </p:nvSpPr>
        <p:spPr>
          <a:xfrm>
            <a:off x="4905829" y="2931885"/>
            <a:ext cx="878115" cy="878115"/>
          </a:xfrm>
          <a:custGeom>
            <a:avLst/>
            <a:gdLst>
              <a:gd name="connsiteX0" fmla="*/ 595086 w 1190172"/>
              <a:gd name="connsiteY0" fmla="*/ 0 h 1190172"/>
              <a:gd name="connsiteX1" fmla="*/ 1190172 w 1190172"/>
              <a:gd name="connsiteY1" fmla="*/ 595086 h 1190172"/>
              <a:gd name="connsiteX2" fmla="*/ 595086 w 1190172"/>
              <a:gd name="connsiteY2" fmla="*/ 1190172 h 1190172"/>
              <a:gd name="connsiteX3" fmla="*/ 0 w 1190172"/>
              <a:gd name="connsiteY3" fmla="*/ 595086 h 1190172"/>
              <a:gd name="connsiteX4" fmla="*/ 595086 w 1190172"/>
              <a:gd name="connsiteY4" fmla="*/ 0 h 1190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172" h="1190172">
                <a:moveTo>
                  <a:pt x="595086" y="0"/>
                </a:moveTo>
                <a:cubicBezTo>
                  <a:pt x="923743" y="0"/>
                  <a:pt x="1190172" y="266429"/>
                  <a:pt x="1190172" y="595086"/>
                </a:cubicBezTo>
                <a:cubicBezTo>
                  <a:pt x="1190172" y="923743"/>
                  <a:pt x="923743" y="1190172"/>
                  <a:pt x="595086" y="1190172"/>
                </a:cubicBezTo>
                <a:cubicBezTo>
                  <a:pt x="266429" y="1190172"/>
                  <a:pt x="0" y="923743"/>
                  <a:pt x="0" y="595086"/>
                </a:cubicBezTo>
                <a:cubicBezTo>
                  <a:pt x="0" y="266429"/>
                  <a:pt x="266429" y="0"/>
                  <a:pt x="595086" y="0"/>
                </a:cubicBezTo>
                <a:close/>
              </a:path>
            </a:pathLst>
          </a:custGeom>
          <a:solidFill>
            <a:schemeClr val="accent4"/>
          </a:solidFill>
          <a:ln w="76200">
            <a:solidFill>
              <a:schemeClr val="bg1"/>
            </a:solidFill>
          </a:ln>
          <a:effectLst>
            <a:outerShdw blurRad="50800" dist="38100" dir="8100000" algn="tr" rotWithShape="0">
              <a:prstClr val="black">
                <a:alpha val="40000"/>
              </a:prstClr>
            </a:outerShdw>
          </a:effectLst>
        </p:spPr>
        <p:txBody>
          <a:bodyPr wrap="square">
            <a:noAutofit/>
          </a:bodyPr>
          <a:lstStyle>
            <a:lvl1pPr>
              <a:defRPr sz="1000"/>
            </a:lvl1pPr>
          </a:lstStyle>
          <a:p>
            <a:r>
              <a:rPr lang="id-ID" dirty="0" smtClean="0"/>
              <a:t>Nopic</a:t>
            </a:r>
            <a:endParaRPr lang="en-AU" dirty="0"/>
          </a:p>
        </p:txBody>
      </p:sp>
      <p:sp>
        <p:nvSpPr>
          <p:cNvPr id="15" name="Text Placeholder 21"/>
          <p:cNvSpPr>
            <a:spLocks noGrp="1"/>
          </p:cNvSpPr>
          <p:nvPr>
            <p:ph type="body" sz="quarter" idx="20"/>
          </p:nvPr>
        </p:nvSpPr>
        <p:spPr>
          <a:xfrm>
            <a:off x="6096000" y="2934950"/>
            <a:ext cx="5616575" cy="360363"/>
          </a:xfrm>
        </p:spPr>
        <p:txBody>
          <a:bodyPr/>
          <a:lstStyle>
            <a:lvl1pP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1"/>
          </p:nvPr>
        </p:nvSpPr>
        <p:spPr>
          <a:xfrm>
            <a:off x="6096000" y="3344061"/>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1" name="Group 20"/>
          <p:cNvGrpSpPr/>
          <p:nvPr userDrawn="1"/>
        </p:nvGrpSpPr>
        <p:grpSpPr>
          <a:xfrm>
            <a:off x="0" y="2256968"/>
            <a:ext cx="5389418" cy="108652"/>
            <a:chOff x="0" y="2256968"/>
            <a:chExt cx="5721120" cy="108652"/>
          </a:xfrm>
        </p:grpSpPr>
        <p:sp>
          <p:nvSpPr>
            <p:cNvPr id="17" name="Rectangle 16"/>
            <p:cNvSpPr/>
            <p:nvPr userDrawn="1"/>
          </p:nvSpPr>
          <p:spPr>
            <a:xfrm>
              <a:off x="0" y="2257620"/>
              <a:ext cx="1447800" cy="1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Rectangle 17"/>
            <p:cNvSpPr/>
            <p:nvPr userDrawn="1"/>
          </p:nvSpPr>
          <p:spPr>
            <a:xfrm>
              <a:off x="1424440" y="2257620"/>
              <a:ext cx="1447800" cy="10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9" name="Rectangle 18"/>
            <p:cNvSpPr/>
            <p:nvPr userDrawn="1"/>
          </p:nvSpPr>
          <p:spPr>
            <a:xfrm>
              <a:off x="2872240" y="2256968"/>
              <a:ext cx="1447800"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a:off x="4273320" y="2256968"/>
              <a:ext cx="1447800" cy="1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15746330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22" presetClass="entr" presetSubtype="2"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right)">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500" fill="hold"/>
                                        <p:tgtEl>
                                          <p:spTgt spid="10"/>
                                        </p:tgtEl>
                                        <p:attrNameLst>
                                          <p:attrName>ppt_w</p:attrName>
                                        </p:attrNameLst>
                                      </p:cBhvr>
                                      <p:tavLst>
                                        <p:tav tm="0">
                                          <p:val>
                                            <p:fltVal val="0"/>
                                          </p:val>
                                        </p:tav>
                                        <p:tav tm="100000">
                                          <p:val>
                                            <p:strVal val="#ppt_w"/>
                                          </p:val>
                                        </p:tav>
                                      </p:tavLst>
                                    </p:anim>
                                    <p:anim calcmode="lin" valueType="num">
                                      <p:cBhvr>
                                        <p:cTn id="30" dur="500" fill="hold"/>
                                        <p:tgtEl>
                                          <p:spTgt spid="10"/>
                                        </p:tgtEl>
                                        <p:attrNameLst>
                                          <p:attrName>ppt_h</p:attrName>
                                        </p:attrNameLst>
                                      </p:cBhvr>
                                      <p:tavLst>
                                        <p:tav tm="0">
                                          <p:val>
                                            <p:fltVal val="0"/>
                                          </p:val>
                                        </p:tav>
                                        <p:tav tm="100000">
                                          <p:val>
                                            <p:strVal val="#ppt_h"/>
                                          </p:val>
                                        </p:tav>
                                      </p:tavLst>
                                    </p:anim>
                                    <p:animEffect transition="in" filter="fade">
                                      <p:cBhvr>
                                        <p:cTn id="31" dur="500"/>
                                        <p:tgtEl>
                                          <p:spTgt spid="10"/>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par>
                          <p:cTn id="36" fill="hold">
                            <p:stCondLst>
                              <p:cond delay="35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15">
                                            <p:txEl>
                                              <p:pRg st="0" end="0"/>
                                            </p:txEl>
                                          </p:spTgt>
                                        </p:tgtEl>
                                        <p:attrNameLst>
                                          <p:attrName>style.visibility</p:attrName>
                                        </p:attrNameLst>
                                      </p:cBhvr>
                                      <p:to>
                                        <p:strVal val="visible"/>
                                      </p:to>
                                    </p:set>
                                    <p:anim calcmode="lin" valueType="num">
                                      <p:cBhvr>
                                        <p:cTn id="39"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15">
                                            <p:txEl>
                                              <p:pRg st="0" end="0"/>
                                            </p:txEl>
                                          </p:spTgt>
                                        </p:tgtEl>
                                      </p:cBhvr>
                                    </p:animEffect>
                                  </p:childTnLst>
                                </p:cTn>
                              </p:par>
                            </p:childTnLst>
                          </p:cTn>
                        </p:par>
                        <p:par>
                          <p:cTn id="42" fill="hold">
                            <p:stCondLst>
                              <p:cond delay="40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16">
                                            <p:txEl>
                                              <p:pRg st="0" end="0"/>
                                            </p:txEl>
                                          </p:spTgt>
                                        </p:tgtEl>
                                        <p:attrNameLst>
                                          <p:attrName>style.visibility</p:attrName>
                                        </p:attrNameLst>
                                      </p:cBhvr>
                                      <p:to>
                                        <p:strVal val="visible"/>
                                      </p:to>
                                    </p:set>
                                    <p:animEffect transition="in" filter="fade">
                                      <p:cBhvr>
                                        <p:cTn id="45" dur="500"/>
                                        <p:tgtEl>
                                          <p:spTgt spid="16">
                                            <p:txEl>
                                              <p:pRg st="0" end="0"/>
                                            </p:txEl>
                                          </p:spTgt>
                                        </p:tgtEl>
                                      </p:cBhvr>
                                    </p:animEffect>
                                    <p:anim calcmode="lin" valueType="num">
                                      <p:cBhvr>
                                        <p:cTn id="46"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P spid="9" grpId="0" animBg="1"/>
      <p:bldP spid="10" grpId="0" animBg="1"/>
      <p:bldP spid="13"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3FCAB8E6-ECEF-6447-95B4-0DFC4215B74E}"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grpSp>
        <p:nvGrpSpPr>
          <p:cNvPr id="6" name="Group 5"/>
          <p:cNvGrpSpPr/>
          <p:nvPr userDrawn="1"/>
        </p:nvGrpSpPr>
        <p:grpSpPr>
          <a:xfrm>
            <a:off x="0" y="2827606"/>
            <a:ext cx="6136175" cy="4030394"/>
            <a:chOff x="1017405" y="2693983"/>
            <a:chExt cx="6794663" cy="4462905"/>
          </a:xfrm>
        </p:grpSpPr>
        <p:grpSp>
          <p:nvGrpSpPr>
            <p:cNvPr id="7" name="Group 6"/>
            <p:cNvGrpSpPr/>
            <p:nvPr/>
          </p:nvGrpSpPr>
          <p:grpSpPr>
            <a:xfrm>
              <a:off x="1017405" y="2693983"/>
              <a:ext cx="6794663" cy="4462905"/>
              <a:chOff x="1017405" y="2693983"/>
              <a:chExt cx="6794663" cy="4462905"/>
            </a:xfrm>
          </p:grpSpPr>
          <p:sp>
            <p:nvSpPr>
              <p:cNvPr id="9" name="AutoShape 1"/>
              <p:cNvSpPr>
                <a:spLocks/>
              </p:cNvSpPr>
              <p:nvPr/>
            </p:nvSpPr>
            <p:spPr bwMode="auto">
              <a:xfrm>
                <a:off x="1017405" y="2693983"/>
                <a:ext cx="6794663" cy="4462905"/>
              </a:xfrm>
              <a:prstGeom prst="roundRect">
                <a:avLst>
                  <a:gd name="adj" fmla="val 1292"/>
                </a:avLst>
              </a:prstGeom>
              <a:solidFill>
                <a:srgbClr val="343434"/>
              </a:solidFill>
              <a:ln w="25400" cap="flat">
                <a:noFill/>
                <a:prstDash val="solid"/>
                <a:miter lim="800000"/>
                <a:headEnd type="none" w="med" len="med"/>
                <a:tailEnd type="none" w="med" len="med"/>
              </a:ln>
              <a:effectLst>
                <a:outerShdw blurRad="254000" dist="114299" dir="5340024" algn="ctr" rotWithShape="0">
                  <a:schemeClr val="bg2">
                    <a:alpha val="39000"/>
                  </a:schemeClr>
                </a:outerShdw>
              </a:effectLst>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0" name="Rectangle 2"/>
              <p:cNvSpPr>
                <a:spLocks/>
              </p:cNvSpPr>
              <p:nvPr/>
            </p:nvSpPr>
            <p:spPr bwMode="auto">
              <a:xfrm>
                <a:off x="1017405" y="3024940"/>
                <a:ext cx="6794663" cy="315914"/>
              </a:xfrm>
              <a:prstGeom prst="rect">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1" name="AutoShape 3"/>
              <p:cNvSpPr>
                <a:spLocks/>
              </p:cNvSpPr>
              <p:nvPr/>
            </p:nvSpPr>
            <p:spPr bwMode="auto">
              <a:xfrm>
                <a:off x="2035351" y="2779231"/>
                <a:ext cx="2064459" cy="561624"/>
              </a:xfrm>
              <a:prstGeom prst="roundRect">
                <a:avLst>
                  <a:gd name="adj" fmla="val 11986"/>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2" name="Oval 4"/>
              <p:cNvSpPr>
                <a:spLocks/>
              </p:cNvSpPr>
              <p:nvPr/>
            </p:nvSpPr>
            <p:spPr bwMode="auto">
              <a:xfrm>
                <a:off x="1137753" y="2814331"/>
                <a:ext cx="95903" cy="95276"/>
              </a:xfrm>
              <a:prstGeom prst="ellipse">
                <a:avLst/>
              </a:prstGeom>
              <a:solidFill>
                <a:schemeClr val="accent1"/>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3" name="Oval 5"/>
              <p:cNvSpPr>
                <a:spLocks/>
              </p:cNvSpPr>
              <p:nvPr/>
            </p:nvSpPr>
            <p:spPr bwMode="auto">
              <a:xfrm>
                <a:off x="1307620" y="2814331"/>
                <a:ext cx="95903" cy="95276"/>
              </a:xfrm>
              <a:prstGeom prst="ellipse">
                <a:avLst/>
              </a:prstGeom>
              <a:solidFill>
                <a:schemeClr val="accent2"/>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4" name="Oval 6"/>
              <p:cNvSpPr>
                <a:spLocks/>
              </p:cNvSpPr>
              <p:nvPr/>
            </p:nvSpPr>
            <p:spPr bwMode="auto">
              <a:xfrm>
                <a:off x="1477486" y="2814331"/>
                <a:ext cx="95903" cy="95276"/>
              </a:xfrm>
              <a:prstGeom prst="ellipse">
                <a:avLst/>
              </a:prstGeom>
              <a:solidFill>
                <a:schemeClr val="accent4"/>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5" name="Rectangle 11"/>
              <p:cNvSpPr>
                <a:spLocks/>
              </p:cNvSpPr>
              <p:nvPr/>
            </p:nvSpPr>
            <p:spPr bwMode="auto">
              <a:xfrm>
                <a:off x="2205844" y="3085114"/>
                <a:ext cx="5104773" cy="200580"/>
              </a:xfrm>
              <a:prstGeom prst="rect">
                <a:avLst/>
              </a:prstGeom>
              <a:solidFill>
                <a:srgbClr val="FFFFFF"/>
              </a:solidFill>
              <a:ln w="25400" cap="flat">
                <a:solidFill>
                  <a:srgbClr val="B3B3B3"/>
                </a:solid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mn-cs"/>
                </a:endParaRPr>
              </a:p>
            </p:txBody>
          </p:sp>
          <p:sp>
            <p:nvSpPr>
              <p:cNvPr id="16" name="Freeform 9"/>
              <p:cNvSpPr>
                <a:spLocks/>
              </p:cNvSpPr>
              <p:nvPr/>
            </p:nvSpPr>
            <p:spPr bwMode="auto">
              <a:xfrm rot="18900000">
                <a:off x="3964946" y="2855903"/>
                <a:ext cx="99496" cy="99498"/>
              </a:xfrm>
              <a:custGeom>
                <a:avLst/>
                <a:gdLst>
                  <a:gd name="T0" fmla="*/ 42 w 64"/>
                  <a:gd name="T1" fmla="*/ 0 h 64"/>
                  <a:gd name="T2" fmla="*/ 21 w 64"/>
                  <a:gd name="T3" fmla="*/ 0 h 64"/>
                  <a:gd name="T4" fmla="*/ 21 w 64"/>
                  <a:gd name="T5" fmla="*/ 21 h 64"/>
                  <a:gd name="T6" fmla="*/ 0 w 64"/>
                  <a:gd name="T7" fmla="*/ 21 h 64"/>
                  <a:gd name="T8" fmla="*/ 0 w 64"/>
                  <a:gd name="T9" fmla="*/ 42 h 64"/>
                  <a:gd name="T10" fmla="*/ 21 w 64"/>
                  <a:gd name="T11" fmla="*/ 42 h 64"/>
                  <a:gd name="T12" fmla="*/ 21 w 64"/>
                  <a:gd name="T13" fmla="*/ 64 h 64"/>
                  <a:gd name="T14" fmla="*/ 42 w 64"/>
                  <a:gd name="T15" fmla="*/ 64 h 64"/>
                  <a:gd name="T16" fmla="*/ 42 w 64"/>
                  <a:gd name="T17" fmla="*/ 42 h 64"/>
                  <a:gd name="T18" fmla="*/ 64 w 64"/>
                  <a:gd name="T19" fmla="*/ 42 h 64"/>
                  <a:gd name="T20" fmla="*/ 64 w 64"/>
                  <a:gd name="T21" fmla="*/ 21 h 64"/>
                  <a:gd name="T22" fmla="*/ 42 w 64"/>
                  <a:gd name="T23" fmla="*/ 21 h 64"/>
                  <a:gd name="T24" fmla="*/ 42 w 64"/>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4">
                    <a:moveTo>
                      <a:pt x="42" y="0"/>
                    </a:moveTo>
                    <a:lnTo>
                      <a:pt x="21" y="0"/>
                    </a:lnTo>
                    <a:lnTo>
                      <a:pt x="21" y="21"/>
                    </a:lnTo>
                    <a:lnTo>
                      <a:pt x="0" y="21"/>
                    </a:lnTo>
                    <a:lnTo>
                      <a:pt x="0" y="42"/>
                    </a:lnTo>
                    <a:lnTo>
                      <a:pt x="21" y="42"/>
                    </a:lnTo>
                    <a:lnTo>
                      <a:pt x="21" y="64"/>
                    </a:lnTo>
                    <a:lnTo>
                      <a:pt x="42" y="64"/>
                    </a:lnTo>
                    <a:lnTo>
                      <a:pt x="42" y="42"/>
                    </a:lnTo>
                    <a:lnTo>
                      <a:pt x="64" y="42"/>
                    </a:lnTo>
                    <a:lnTo>
                      <a:pt x="64" y="21"/>
                    </a:lnTo>
                    <a:lnTo>
                      <a:pt x="42" y="21"/>
                    </a:lnTo>
                    <a:lnTo>
                      <a:pt x="42" y="0"/>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nvGrpSpPr>
              <p:cNvPr id="17" name="Group 16"/>
              <p:cNvGrpSpPr/>
              <p:nvPr/>
            </p:nvGrpSpPr>
            <p:grpSpPr>
              <a:xfrm>
                <a:off x="7494380" y="2779230"/>
                <a:ext cx="155357" cy="155272"/>
                <a:chOff x="4763" y="0"/>
                <a:chExt cx="2900362" cy="2898775"/>
              </a:xfrm>
              <a:solidFill>
                <a:schemeClr val="bg1">
                  <a:lumMod val="50000"/>
                </a:schemeClr>
              </a:solidFill>
            </p:grpSpPr>
            <p:sp>
              <p:nvSpPr>
                <p:cNvPr id="20" name="Freeform 13"/>
                <p:cNvSpPr>
                  <a:spLocks/>
                </p:cNvSpPr>
                <p:nvPr/>
              </p:nvSpPr>
              <p:spPr bwMode="auto">
                <a:xfrm>
                  <a:off x="4763" y="0"/>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2" y="192"/>
                        <a:pt x="193" y="182"/>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1" name="Freeform 14"/>
                <p:cNvSpPr>
                  <a:spLocks/>
                </p:cNvSpPr>
                <p:nvPr/>
              </p:nvSpPr>
              <p:spPr bwMode="auto">
                <a:xfrm>
                  <a:off x="4763" y="1087438"/>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2" y="192"/>
                        <a:pt x="193" y="181"/>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2" name="Freeform 15"/>
                <p:cNvSpPr>
                  <a:spLocks/>
                </p:cNvSpPr>
                <p:nvPr/>
              </p:nvSpPr>
              <p:spPr bwMode="auto">
                <a:xfrm>
                  <a:off x="4763" y="2171700"/>
                  <a:ext cx="727075" cy="727075"/>
                </a:xfrm>
                <a:custGeom>
                  <a:avLst/>
                  <a:gdLst>
                    <a:gd name="T0" fmla="*/ 168 w 193"/>
                    <a:gd name="T1" fmla="*/ 0 h 193"/>
                    <a:gd name="T2" fmla="*/ 24 w 193"/>
                    <a:gd name="T3" fmla="*/ 0 h 193"/>
                    <a:gd name="T4" fmla="*/ 0 w 193"/>
                    <a:gd name="T5" fmla="*/ 25 h 193"/>
                    <a:gd name="T6" fmla="*/ 0 w 193"/>
                    <a:gd name="T7" fmla="*/ 169 h 193"/>
                    <a:gd name="T8" fmla="*/ 24 w 193"/>
                    <a:gd name="T9" fmla="*/ 193 h 193"/>
                    <a:gd name="T10" fmla="*/ 168 w 193"/>
                    <a:gd name="T11" fmla="*/ 193 h 193"/>
                    <a:gd name="T12" fmla="*/ 193 w 193"/>
                    <a:gd name="T13" fmla="*/ 169 h 193"/>
                    <a:gd name="T14" fmla="*/ 193 w 193"/>
                    <a:gd name="T15" fmla="*/ 25 h 193"/>
                    <a:gd name="T16" fmla="*/ 168 w 193"/>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2" y="193"/>
                        <a:pt x="193" y="182"/>
                        <a:pt x="193" y="169"/>
                      </a:cubicBezTo>
                      <a:cubicBezTo>
                        <a:pt x="193" y="25"/>
                        <a:pt x="193" y="25"/>
                        <a:pt x="193" y="25"/>
                      </a:cubicBezTo>
                      <a:cubicBezTo>
                        <a:pt x="193" y="11"/>
                        <a:pt x="182"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3" name="Freeform 16"/>
                <p:cNvSpPr>
                  <a:spLocks/>
                </p:cNvSpPr>
                <p:nvPr/>
              </p:nvSpPr>
              <p:spPr bwMode="auto">
                <a:xfrm>
                  <a:off x="1093788" y="0"/>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4" name="Freeform 17"/>
                <p:cNvSpPr>
                  <a:spLocks/>
                </p:cNvSpPr>
                <p:nvPr/>
              </p:nvSpPr>
              <p:spPr bwMode="auto">
                <a:xfrm>
                  <a:off x="1093788" y="1087438"/>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5" name="Freeform 18"/>
                <p:cNvSpPr>
                  <a:spLocks/>
                </p:cNvSpPr>
                <p:nvPr/>
              </p:nvSpPr>
              <p:spPr bwMode="auto">
                <a:xfrm>
                  <a:off x="1093788" y="2171700"/>
                  <a:ext cx="722312"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6" name="Freeform 19"/>
                <p:cNvSpPr>
                  <a:spLocks/>
                </p:cNvSpPr>
                <p:nvPr/>
              </p:nvSpPr>
              <p:spPr bwMode="auto">
                <a:xfrm>
                  <a:off x="2181225" y="0"/>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2"/>
                        <a:pt x="10"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7" name="Freeform 20"/>
                <p:cNvSpPr>
                  <a:spLocks/>
                </p:cNvSpPr>
                <p:nvPr/>
              </p:nvSpPr>
              <p:spPr bwMode="auto">
                <a:xfrm>
                  <a:off x="2181225" y="1087438"/>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1"/>
                        <a:pt x="10"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8" name="Freeform 21"/>
                <p:cNvSpPr>
                  <a:spLocks/>
                </p:cNvSpPr>
                <p:nvPr/>
              </p:nvSpPr>
              <p:spPr bwMode="auto">
                <a:xfrm>
                  <a:off x="2181225" y="2171700"/>
                  <a:ext cx="723900"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0" y="0"/>
                        <a:pt x="0" y="11"/>
                        <a:pt x="0" y="25"/>
                      </a:cubicBezTo>
                      <a:cubicBezTo>
                        <a:pt x="0" y="169"/>
                        <a:pt x="0" y="169"/>
                        <a:pt x="0" y="169"/>
                      </a:cubicBezTo>
                      <a:cubicBezTo>
                        <a:pt x="0" y="182"/>
                        <a:pt x="10"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sp>
            <p:nvSpPr>
              <p:cNvPr id="18" name="Freeform 25"/>
              <p:cNvSpPr>
                <a:spLocks/>
              </p:cNvSpPr>
              <p:nvPr/>
            </p:nvSpPr>
            <p:spPr bwMode="auto">
              <a:xfrm rot="5400000">
                <a:off x="7497092" y="3115886"/>
                <a:ext cx="146921" cy="128651"/>
              </a:xfrm>
              <a:custGeom>
                <a:avLst/>
                <a:gdLst>
                  <a:gd name="T0" fmla="*/ 504 w 896"/>
                  <a:gd name="T1" fmla="*/ 0 h 784"/>
                  <a:gd name="T2" fmla="*/ 116 w 896"/>
                  <a:gd name="T3" fmla="*/ 336 h 784"/>
                  <a:gd name="T4" fmla="*/ 0 w 896"/>
                  <a:gd name="T5" fmla="*/ 336 h 784"/>
                  <a:gd name="T6" fmla="*/ 168 w 896"/>
                  <a:gd name="T7" fmla="*/ 560 h 784"/>
                  <a:gd name="T8" fmla="*/ 336 w 896"/>
                  <a:gd name="T9" fmla="*/ 336 h 784"/>
                  <a:gd name="T10" fmla="*/ 230 w 896"/>
                  <a:gd name="T11" fmla="*/ 336 h 784"/>
                  <a:gd name="T12" fmla="*/ 504 w 896"/>
                  <a:gd name="T13" fmla="*/ 112 h 784"/>
                  <a:gd name="T14" fmla="*/ 784 w 896"/>
                  <a:gd name="T15" fmla="*/ 392 h 784"/>
                  <a:gd name="T16" fmla="*/ 504 w 896"/>
                  <a:gd name="T17" fmla="*/ 672 h 784"/>
                  <a:gd name="T18" fmla="*/ 504 w 896"/>
                  <a:gd name="T19" fmla="*/ 784 h 784"/>
                  <a:gd name="T20" fmla="*/ 896 w 896"/>
                  <a:gd name="T21" fmla="*/ 392 h 784"/>
                  <a:gd name="T22" fmla="*/ 504 w 896"/>
                  <a:gd name="T23" fmla="*/ 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6" h="784">
                    <a:moveTo>
                      <a:pt x="504" y="0"/>
                    </a:moveTo>
                    <a:cubicBezTo>
                      <a:pt x="307" y="0"/>
                      <a:pt x="144" y="146"/>
                      <a:pt x="116" y="336"/>
                    </a:cubicBezTo>
                    <a:cubicBezTo>
                      <a:pt x="0" y="336"/>
                      <a:pt x="0" y="336"/>
                      <a:pt x="0" y="336"/>
                    </a:cubicBezTo>
                    <a:cubicBezTo>
                      <a:pt x="168" y="560"/>
                      <a:pt x="168" y="560"/>
                      <a:pt x="168" y="560"/>
                    </a:cubicBezTo>
                    <a:cubicBezTo>
                      <a:pt x="336" y="336"/>
                      <a:pt x="336" y="336"/>
                      <a:pt x="336" y="336"/>
                    </a:cubicBezTo>
                    <a:cubicBezTo>
                      <a:pt x="230" y="336"/>
                      <a:pt x="230" y="336"/>
                      <a:pt x="230" y="336"/>
                    </a:cubicBezTo>
                    <a:cubicBezTo>
                      <a:pt x="256" y="208"/>
                      <a:pt x="369" y="112"/>
                      <a:pt x="504" y="112"/>
                    </a:cubicBezTo>
                    <a:cubicBezTo>
                      <a:pt x="658" y="112"/>
                      <a:pt x="784" y="238"/>
                      <a:pt x="784" y="392"/>
                    </a:cubicBezTo>
                    <a:cubicBezTo>
                      <a:pt x="784" y="546"/>
                      <a:pt x="658" y="672"/>
                      <a:pt x="504" y="672"/>
                    </a:cubicBezTo>
                    <a:cubicBezTo>
                      <a:pt x="504" y="784"/>
                      <a:pt x="504" y="784"/>
                      <a:pt x="504" y="784"/>
                    </a:cubicBezTo>
                    <a:cubicBezTo>
                      <a:pt x="721" y="784"/>
                      <a:pt x="896" y="609"/>
                      <a:pt x="896" y="392"/>
                    </a:cubicBezTo>
                    <a:cubicBezTo>
                      <a:pt x="896" y="175"/>
                      <a:pt x="721" y="0"/>
                      <a:pt x="504" y="0"/>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19" name="Oval 6"/>
              <p:cNvSpPr>
                <a:spLocks/>
              </p:cNvSpPr>
              <p:nvPr/>
            </p:nvSpPr>
            <p:spPr bwMode="auto">
              <a:xfrm>
                <a:off x="1655635" y="2814331"/>
                <a:ext cx="95903" cy="95276"/>
              </a:xfrm>
              <a:prstGeom prst="ellipse">
                <a:avLst/>
              </a:prstGeom>
              <a:solidFill>
                <a:schemeClr val="accent5"/>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grpSp>
        <p:sp>
          <p:nvSpPr>
            <p:cNvPr id="8" name="TextBox 7"/>
            <p:cNvSpPr txBox="1"/>
            <p:nvPr/>
          </p:nvSpPr>
          <p:spPr>
            <a:xfrm>
              <a:off x="2353072" y="3063038"/>
              <a:ext cx="1372295" cy="223997"/>
            </a:xfrm>
            <a:prstGeom prst="rect">
              <a:avLst/>
            </a:prstGeom>
            <a:noFill/>
          </p:spPr>
          <p:txBody>
            <a:bodyPr wrap="none" rtlCol="0">
              <a:spAutoFit/>
            </a:bodyPr>
            <a:lstStyle/>
            <a:p>
              <a:pPr fontAlgn="auto">
                <a:spcBef>
                  <a:spcPts val="0"/>
                </a:spcBef>
                <a:spcAft>
                  <a:spcPts val="0"/>
                </a:spcAft>
              </a:pPr>
              <a:r>
                <a:rPr lang="id-ID" sz="900" dirty="0" smtClean="0">
                  <a:solidFill>
                    <a:prstClr val="white">
                      <a:lumMod val="65000"/>
                    </a:prstClr>
                  </a:solidFill>
                  <a:latin typeface="Roboto"/>
                  <a:cs typeface="+mn-cs"/>
                </a:rPr>
                <a:t>www.designcorner.com</a:t>
              </a:r>
              <a:endParaRPr lang="id-ID" sz="900" dirty="0">
                <a:solidFill>
                  <a:prstClr val="white">
                    <a:lumMod val="65000"/>
                  </a:prstClr>
                </a:solidFill>
                <a:latin typeface="Roboto"/>
                <a:cs typeface="+mn-cs"/>
              </a:endParaRPr>
            </a:p>
          </p:txBody>
        </p:sp>
      </p:grpSp>
      <p:sp>
        <p:nvSpPr>
          <p:cNvPr id="29"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0"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31"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2" name="Picture Placeholder 30"/>
          <p:cNvSpPr>
            <a:spLocks noGrp="1"/>
          </p:cNvSpPr>
          <p:nvPr>
            <p:ph type="pic" sz="quarter" idx="36" hasCustomPrompt="1"/>
          </p:nvPr>
        </p:nvSpPr>
        <p:spPr>
          <a:xfrm>
            <a:off x="-1" y="3411787"/>
            <a:ext cx="6136175" cy="3446213"/>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19685685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0">
                                            <p:txEl>
                                              <p:pRg st="0" end="0"/>
                                            </p:txEl>
                                          </p:spTgt>
                                        </p:tgtEl>
                                        <p:attrNameLst>
                                          <p:attrName>style.visibility</p:attrName>
                                        </p:attrNameLst>
                                      </p:cBhvr>
                                      <p:to>
                                        <p:strVal val="visible"/>
                                      </p:to>
                                    </p:set>
                                    <p:animEffect transition="in" filter="fade">
                                      <p:cBhvr>
                                        <p:cTn id="7" dur="500"/>
                                        <p:tgtEl>
                                          <p:spTgt spid="30">
                                            <p:txEl>
                                              <p:pRg st="0" end="0"/>
                                            </p:txEl>
                                          </p:spTgt>
                                        </p:tgtEl>
                                      </p:cBhvr>
                                    </p:animEffect>
                                  </p:childTnLst>
                                </p:cTn>
                              </p:par>
                            </p:childTnLst>
                          </p:cTn>
                        </p:par>
                        <p:par>
                          <p:cTn id="8" fill="hold">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500"/>
                                        <p:tgtEl>
                                          <p:spTgt spid="29"/>
                                        </p:tgtEl>
                                      </p:cBhvr>
                                    </p:animEffect>
                                  </p:childTnLst>
                                </p:cTn>
                              </p:par>
                            </p:childTnLst>
                          </p:cTn>
                        </p:par>
                        <p:par>
                          <p:cTn id="12" fill="hold">
                            <p:stCondLst>
                              <p:cond delay="2000"/>
                            </p:stCondLst>
                            <p:childTnLst>
                              <p:par>
                                <p:cTn id="13" presetID="42" presetClass="entr" presetSubtype="0" fill="hold" grpId="0" nodeType="afterEffect">
                                  <p:stCondLst>
                                    <p:cond delay="0"/>
                                  </p:stCondLst>
                                  <p:childTnLst>
                                    <p:set>
                                      <p:cBhvr>
                                        <p:cTn id="14" dur="1" fill="hold">
                                          <p:stCondLst>
                                            <p:cond delay="0"/>
                                          </p:stCondLst>
                                        </p:cTn>
                                        <p:tgtEl>
                                          <p:spTgt spid="31">
                                            <p:txEl>
                                              <p:pRg st="0" end="0"/>
                                            </p:txEl>
                                          </p:spTgt>
                                        </p:tgtEl>
                                        <p:attrNameLst>
                                          <p:attrName>style.visibility</p:attrName>
                                        </p:attrNameLst>
                                      </p:cBhvr>
                                      <p:to>
                                        <p:strVal val="visible"/>
                                      </p:to>
                                    </p:set>
                                    <p:animEffect transition="in" filter="fade">
                                      <p:cBhvr>
                                        <p:cTn id="15" dur="500"/>
                                        <p:tgtEl>
                                          <p:spTgt spid="31">
                                            <p:txEl>
                                              <p:pRg st="0" end="0"/>
                                            </p:txEl>
                                          </p:spTgt>
                                        </p:tgtEl>
                                      </p:cBhvr>
                                    </p:animEffect>
                                    <p:anim calcmode="lin" valueType="num">
                                      <p:cBhvr>
                                        <p:cTn id="16"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2500"/>
                            </p:stCondLst>
                            <p:childTnLst>
                              <p:par>
                                <p:cTn id="19" presetID="42" presetClass="entr" presetSubtype="0"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par>
                          <p:cTn id="24" fill="hold">
                            <p:stCondLst>
                              <p:cond delay="3500"/>
                            </p:stCondLst>
                            <p:childTnLst>
                              <p:par>
                                <p:cTn id="25" presetID="42"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anim calcmode="lin" valueType="num">
                                      <p:cBhvr>
                                        <p:cTn id="28" dur="500" fill="hold"/>
                                        <p:tgtEl>
                                          <p:spTgt spid="32"/>
                                        </p:tgtEl>
                                        <p:attrNameLst>
                                          <p:attrName>ppt_x</p:attrName>
                                        </p:attrNameLst>
                                      </p:cBhvr>
                                      <p:tavLst>
                                        <p:tav tm="0">
                                          <p:val>
                                            <p:strVal val="#ppt_x"/>
                                          </p:val>
                                        </p:tav>
                                        <p:tav tm="100000">
                                          <p:val>
                                            <p:strVal val="#ppt_x"/>
                                          </p:val>
                                        </p:tav>
                                      </p:tavLst>
                                    </p:anim>
                                    <p:anim calcmode="lin" valueType="num">
                                      <p:cBhvr>
                                        <p:cTn id="29" dur="500" fill="hold"/>
                                        <p:tgtEl>
                                          <p:spTgt spid="3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P spid="32" grpId="0" animBg="1"/>
    </p:bldLst>
  </p:timing>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778DC8ED-B493-B543-A54B-FE3AFA857538}"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8" name="Picture Placeholder 30"/>
          <p:cNvSpPr>
            <a:spLocks noGrp="1"/>
          </p:cNvSpPr>
          <p:nvPr>
            <p:ph type="pic" sz="quarter" idx="36" hasCustomPrompt="1"/>
          </p:nvPr>
        </p:nvSpPr>
        <p:spPr>
          <a:xfrm>
            <a:off x="1"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29" name="Picture Placeholder 30"/>
          <p:cNvSpPr>
            <a:spLocks noGrp="1"/>
          </p:cNvSpPr>
          <p:nvPr>
            <p:ph type="pic" sz="quarter" idx="37" hasCustomPrompt="1"/>
          </p:nvPr>
        </p:nvSpPr>
        <p:spPr>
          <a:xfrm>
            <a:off x="0" y="4464733"/>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0" name="Picture Placeholder 30"/>
          <p:cNvSpPr>
            <a:spLocks noGrp="1"/>
          </p:cNvSpPr>
          <p:nvPr>
            <p:ph type="pic" sz="quarter" idx="38" hasCustomPrompt="1"/>
          </p:nvPr>
        </p:nvSpPr>
        <p:spPr>
          <a:xfrm>
            <a:off x="4038600"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1" name="Picture Placeholder 30"/>
          <p:cNvSpPr>
            <a:spLocks noGrp="1"/>
          </p:cNvSpPr>
          <p:nvPr>
            <p:ph type="pic" sz="quarter" idx="39" hasCustomPrompt="1"/>
          </p:nvPr>
        </p:nvSpPr>
        <p:spPr>
          <a:xfrm>
            <a:off x="4038599" y="4464733"/>
            <a:ext cx="4038600" cy="2393267"/>
          </a:xfrm>
          <a:solidFill>
            <a:schemeClr val="bg1">
              <a:lumMod val="85000"/>
            </a:schemeClr>
          </a:solidFill>
        </p:spPr>
        <p:txBody>
          <a:bodyPr/>
          <a:lstStyle>
            <a:lvl1pPr>
              <a:defRPr/>
            </a:lvl1pPr>
          </a:lstStyle>
          <a:p>
            <a:r>
              <a:rPr lang="id-ID" dirty="0" smtClean="0"/>
              <a:t>Pic here</a:t>
            </a:r>
            <a:endParaRPr lang="en-AU" dirty="0"/>
          </a:p>
        </p:txBody>
      </p:sp>
      <p:grpSp>
        <p:nvGrpSpPr>
          <p:cNvPr id="6" name="Group 5"/>
          <p:cNvGrpSpPr/>
          <p:nvPr userDrawn="1"/>
        </p:nvGrpSpPr>
        <p:grpSpPr>
          <a:xfrm>
            <a:off x="8077197" y="2071466"/>
            <a:ext cx="4114803" cy="4786534"/>
            <a:chOff x="8077197" y="2071466"/>
            <a:chExt cx="4114803" cy="3172804"/>
          </a:xfrm>
        </p:grpSpPr>
        <p:sp>
          <p:nvSpPr>
            <p:cNvPr id="2" name="Rectangle 1"/>
            <p:cNvSpPr/>
            <p:nvPr userDrawn="1"/>
          </p:nvSpPr>
          <p:spPr>
            <a:xfrm>
              <a:off x="8077199" y="2071466"/>
              <a:ext cx="4114801" cy="80236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Rectangle 32"/>
            <p:cNvSpPr/>
            <p:nvPr userDrawn="1"/>
          </p:nvSpPr>
          <p:spPr>
            <a:xfrm>
              <a:off x="8077198" y="2866917"/>
              <a:ext cx="4114801" cy="8023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4" name="Rectangle 33"/>
            <p:cNvSpPr/>
            <p:nvPr userDrawn="1"/>
          </p:nvSpPr>
          <p:spPr>
            <a:xfrm>
              <a:off x="8077197" y="3657868"/>
              <a:ext cx="4114801" cy="8023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Rectangle 34"/>
            <p:cNvSpPr/>
            <p:nvPr userDrawn="1"/>
          </p:nvSpPr>
          <p:spPr>
            <a:xfrm>
              <a:off x="8077199" y="4441907"/>
              <a:ext cx="4114801" cy="8023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28814545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anim calcmode="lin" valueType="num">
                                      <p:cBhvr>
                                        <p:cTn id="18" dur="500" fill="hold"/>
                                        <p:tgtEl>
                                          <p:spTgt spid="28"/>
                                        </p:tgtEl>
                                        <p:attrNameLst>
                                          <p:attrName>ppt_x</p:attrName>
                                        </p:attrNameLst>
                                      </p:cBhvr>
                                      <p:tavLst>
                                        <p:tav tm="0">
                                          <p:val>
                                            <p:strVal val="#ppt_x"/>
                                          </p:val>
                                        </p:tav>
                                        <p:tav tm="100000">
                                          <p:val>
                                            <p:strVal val="#ppt_x"/>
                                          </p:val>
                                        </p:tav>
                                      </p:tavLst>
                                    </p:anim>
                                    <p:anim calcmode="lin" valueType="num">
                                      <p:cBhvr>
                                        <p:cTn id="19" dur="500" fill="hold"/>
                                        <p:tgtEl>
                                          <p:spTgt spid="28"/>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42" presetClass="entr" presetSubtype="0"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anim calcmode="lin" valueType="num">
                                      <p:cBhvr>
                                        <p:cTn id="24" dur="500" fill="hold"/>
                                        <p:tgtEl>
                                          <p:spTgt spid="29"/>
                                        </p:tgtEl>
                                        <p:attrNameLst>
                                          <p:attrName>ppt_x</p:attrName>
                                        </p:attrNameLst>
                                      </p:cBhvr>
                                      <p:tavLst>
                                        <p:tav tm="0">
                                          <p:val>
                                            <p:strVal val="#ppt_x"/>
                                          </p:val>
                                        </p:tav>
                                        <p:tav tm="100000">
                                          <p:val>
                                            <p:strVal val="#ppt_x"/>
                                          </p:val>
                                        </p:tav>
                                      </p:tavLst>
                                    </p:anim>
                                    <p:anim calcmode="lin" valueType="num">
                                      <p:cBhvr>
                                        <p:cTn id="25" dur="500" fill="hold"/>
                                        <p:tgtEl>
                                          <p:spTgt spid="29"/>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42" presetClass="entr" presetSubtype="0" fill="hold" grpId="0" nodeType="after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fade">
                                      <p:cBhvr>
                                        <p:cTn id="29" dur="500"/>
                                        <p:tgtEl>
                                          <p:spTgt spid="30"/>
                                        </p:tgtEl>
                                      </p:cBhvr>
                                    </p:animEffect>
                                    <p:anim calcmode="lin" valueType="num">
                                      <p:cBhvr>
                                        <p:cTn id="30" dur="500" fill="hold"/>
                                        <p:tgtEl>
                                          <p:spTgt spid="30"/>
                                        </p:tgtEl>
                                        <p:attrNameLst>
                                          <p:attrName>ppt_x</p:attrName>
                                        </p:attrNameLst>
                                      </p:cBhvr>
                                      <p:tavLst>
                                        <p:tav tm="0">
                                          <p:val>
                                            <p:strVal val="#ppt_x"/>
                                          </p:val>
                                        </p:tav>
                                        <p:tav tm="100000">
                                          <p:val>
                                            <p:strVal val="#ppt_x"/>
                                          </p:val>
                                        </p:tav>
                                      </p:tavLst>
                                    </p:anim>
                                    <p:anim calcmode="lin" valueType="num">
                                      <p:cBhvr>
                                        <p:cTn id="31" dur="500" fill="hold"/>
                                        <p:tgtEl>
                                          <p:spTgt spid="30"/>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42" presetClass="entr" presetSubtype="0" fill="hold" grpId="0" nodeType="after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anim calcmode="lin" valueType="num">
                                      <p:cBhvr>
                                        <p:cTn id="36" dur="500" fill="hold"/>
                                        <p:tgtEl>
                                          <p:spTgt spid="31"/>
                                        </p:tgtEl>
                                        <p:attrNameLst>
                                          <p:attrName>ppt_x</p:attrName>
                                        </p:attrNameLst>
                                      </p:cBhvr>
                                      <p:tavLst>
                                        <p:tav tm="0">
                                          <p:val>
                                            <p:strVal val="#ppt_x"/>
                                          </p:val>
                                        </p:tav>
                                        <p:tav tm="100000">
                                          <p:val>
                                            <p:strVal val="#ppt_x"/>
                                          </p:val>
                                        </p:tav>
                                      </p:tavLst>
                                    </p:anim>
                                    <p:anim calcmode="lin" valueType="num">
                                      <p:cBhvr>
                                        <p:cTn id="37" dur="500" fill="hold"/>
                                        <p:tgtEl>
                                          <p:spTgt spid="31"/>
                                        </p:tgtEl>
                                        <p:attrNameLst>
                                          <p:attrName>ppt_y</p:attrName>
                                        </p:attrNameLst>
                                      </p:cBhvr>
                                      <p:tavLst>
                                        <p:tav tm="0">
                                          <p:val>
                                            <p:strVal val="#ppt_y+.1"/>
                                          </p:val>
                                        </p:tav>
                                        <p:tav tm="100000">
                                          <p:val>
                                            <p:strVal val="#ppt_y"/>
                                          </p:val>
                                        </p:tav>
                                      </p:tavLst>
                                    </p:anim>
                                  </p:childTnLst>
                                </p:cTn>
                              </p:par>
                            </p:childTnLst>
                          </p:cTn>
                        </p:par>
                        <p:par>
                          <p:cTn id="38" fill="hold">
                            <p:stCondLst>
                              <p:cond delay="3000"/>
                            </p:stCondLst>
                            <p:childTnLst>
                              <p:par>
                                <p:cTn id="39" presetID="22" presetClass="entr" presetSubtype="8"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left)">
                                      <p:cBhvr>
                                        <p:cTn id="4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8" grpId="0" animBg="1"/>
      <p:bldP spid="29" grpId="0" animBg="1"/>
      <p:bldP spid="30" grpId="0" animBg="1"/>
      <p:bldP spid="31" grpId="0" animBg="1"/>
    </p:bldLst>
  </p:timing>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549236"/>
            <a:ext cx="4605193" cy="1683329"/>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9CACDB9F-5D71-C448-8930-32644F4BDC7D}"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5575407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4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AU"/>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D6739608-2F0E-8540-8DF6-B19DDC366D3F}"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7592384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4496DDB9-05FC-4E4C-B545-D6A28A46A4CB}" type="datetime1">
              <a:rPr lang="en-US" smtClean="0">
                <a:solidFill>
                  <a:prstClr val="black">
                    <a:tint val="75000"/>
                  </a:prstClr>
                </a:solidFill>
              </a:rPr>
              <a:t>9/22/16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7472772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A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561337DE-CF2F-8847-9D92-EBD284124EFD}" type="datetime1">
              <a:rPr lang="en-US" smtClean="0">
                <a:solidFill>
                  <a:prstClr val="black">
                    <a:tint val="75000"/>
                  </a:prstClr>
                </a:solidFill>
              </a:rPr>
              <a:t>9/22/16</a:t>
            </a:fld>
            <a:endParaRPr lang="en-AU">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9" name="Slide Number Placeholder 8"/>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3759943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0DC50185-9FFF-BF4C-B8BB-1828DF189EB5}"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5785051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EF89533-EC5F-D44E-802B-D8CC47459E42}" type="datetime1">
              <a:rPr lang="en-US" smtClean="0">
                <a:solidFill>
                  <a:prstClr val="black">
                    <a:tint val="75000"/>
                  </a:prstClr>
                </a:solidFill>
              </a:rPr>
              <a:t>9/22/16</a:t>
            </a:fld>
            <a:endParaRPr lang="en-AU">
              <a:solidFill>
                <a:prstClr val="black">
                  <a:tint val="75000"/>
                </a:prst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4" name="Slide Number Placeholder 3"/>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8082618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4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9A1D0DF-8212-C142-BD49-B91FA3EF8D2D}" type="datetime1">
              <a:rPr lang="en-US" smtClean="0">
                <a:solidFill>
                  <a:prstClr val="black">
                    <a:tint val="75000"/>
                  </a:prstClr>
                </a:solidFill>
              </a:rPr>
              <a:t>9/22/16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0280653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4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B16B966-D123-304C-9477-C65FD262C6D3}" type="datetime1">
              <a:rPr lang="en-US" smtClean="0">
                <a:solidFill>
                  <a:prstClr val="black">
                    <a:tint val="75000"/>
                  </a:prstClr>
                </a:solidFill>
              </a:rPr>
              <a:t>9/22/16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3513581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0E7855C8-6995-3140-A5E2-1CE132D954ED}"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7452045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4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41678E6C-5E07-1E47-B328-EF3EC5721490}"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9118249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50.xml><?xml version="1.0" encoding="utf-8"?>
<p:sldLayout xmlns:a="http://schemas.openxmlformats.org/drawingml/2006/main" xmlns:r="http://schemas.openxmlformats.org/officeDocument/2006/relationships" xmlns:p="http://schemas.openxmlformats.org/presentationml/2006/main" type="title">
  <p:cSld name="2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010EAF30-F333-124F-9BAF-8602F05E7B70}" type="datetime1">
              <a:rPr lang="en-US" smtClean="0">
                <a:solidFill>
                  <a:prstClr val="black">
                    <a:tint val="75000"/>
                  </a:prstClr>
                </a:solidFill>
              </a:rPr>
              <a:t>9/22/16</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fld id="{48F63A3B-78C7-47BE-AE5E-E10140E04643}" type="slidenum">
              <a:rPr lang="en-US" smtClean="0">
                <a:solidFill>
                  <a:prstClr val="black">
                    <a:tint val="75000"/>
                  </a:prstClr>
                </a:solidFill>
              </a:rPr>
              <a:pPr/>
              <a:t>‹#›</a:t>
            </a:fld>
            <a:endParaRPr lang="en-US" dirty="0">
              <a:solidFill>
                <a:prstClr val="black">
                  <a:tint val="75000"/>
                </a:prstClr>
              </a:solidFill>
            </a:endParaRPr>
          </a:p>
        </p:txBody>
      </p:sp>
    </p:spTree>
    <p:extLst>
      <p:ext uri="{BB962C8B-B14F-4D97-AF65-F5344CB8AC3E}">
        <p14:creationId xmlns:p14="http://schemas.microsoft.com/office/powerpoint/2010/main" val="34648956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First Slide">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3845278" y="2587724"/>
            <a:ext cx="4511964" cy="431780"/>
          </a:xfrm>
          <a:prstGeom prst="rect">
            <a:avLst/>
          </a:prstGeom>
        </p:spPr>
        <p:txBody>
          <a:bodyPr vert="horz" lIns="0" tIns="40504" rIns="0" bIns="40504" anchor="ctr"/>
          <a:lstStyle>
            <a:lvl1pPr marL="0" indent="0" algn="ctr">
              <a:lnSpc>
                <a:spcPct val="100000"/>
              </a:lnSpc>
              <a:spcBef>
                <a:spcPts val="0"/>
              </a:spcBef>
              <a:buNone/>
              <a:defRPr sz="4200" b="1">
                <a:solidFill>
                  <a:schemeClr val="tx1">
                    <a:lumMod val="75000"/>
                    <a:lumOff val="25000"/>
                  </a:schemeClr>
                </a:solidFill>
                <a:latin typeface="Lato Light"/>
                <a:cs typeface="Lato Light"/>
              </a:defRPr>
            </a:lvl1pPr>
          </a:lstStyle>
          <a:p>
            <a:pPr lvl="0"/>
            <a:r>
              <a:rPr lang="es-ES_tradnl" dirty="0" smtClean="0"/>
              <a:t>TITLE HERE</a:t>
            </a:r>
          </a:p>
        </p:txBody>
      </p:sp>
      <p:sp>
        <p:nvSpPr>
          <p:cNvPr id="9" name="Text Placeholder 7"/>
          <p:cNvSpPr>
            <a:spLocks noGrp="1"/>
          </p:cNvSpPr>
          <p:nvPr>
            <p:ph type="body" sz="quarter" idx="11" hasCustomPrompt="1"/>
          </p:nvPr>
        </p:nvSpPr>
        <p:spPr>
          <a:xfrm>
            <a:off x="3845278" y="3171523"/>
            <a:ext cx="4511964" cy="228451"/>
          </a:xfrm>
          <a:prstGeom prst="rect">
            <a:avLst/>
          </a:prstGeom>
        </p:spPr>
        <p:txBody>
          <a:bodyPr vert="horz" lIns="0" tIns="40504" rIns="0" bIns="40504" anchor="ctr"/>
          <a:lstStyle>
            <a:lvl1pPr marL="0" indent="0" algn="ctr">
              <a:lnSpc>
                <a:spcPct val="100000"/>
              </a:lnSpc>
              <a:spcBef>
                <a:spcPts val="0"/>
              </a:spcBef>
              <a:spcAft>
                <a:spcPts val="0"/>
              </a:spcAft>
              <a:buNone/>
              <a:defRPr sz="1800" b="0">
                <a:solidFill>
                  <a:schemeClr val="accent3"/>
                </a:solidFill>
                <a:latin typeface="Lato Light"/>
                <a:cs typeface="Lato Light"/>
              </a:defRPr>
            </a:lvl1pPr>
          </a:lstStyle>
          <a:p>
            <a:pPr lvl="0"/>
            <a:r>
              <a:rPr lang="es-ES_tradnl" dirty="0" err="1" smtClean="0"/>
              <a:t>Ultimate</a:t>
            </a:r>
            <a:r>
              <a:rPr lang="es-ES_tradnl" dirty="0" smtClean="0"/>
              <a:t> </a:t>
            </a:r>
            <a:r>
              <a:rPr lang="es-ES_tradnl" dirty="0" err="1" smtClean="0"/>
              <a:t>Powerpoint</a:t>
            </a:r>
            <a:r>
              <a:rPr lang="es-ES_tradnl" dirty="0" smtClean="0"/>
              <a:t> </a:t>
            </a:r>
            <a:r>
              <a:rPr lang="es-ES_tradnl" dirty="0" err="1" smtClean="0"/>
              <a:t>Template</a:t>
            </a:r>
            <a:endParaRPr lang="es-ES_tradnl" dirty="0" smtClean="0"/>
          </a:p>
        </p:txBody>
      </p:sp>
      <p:grpSp>
        <p:nvGrpSpPr>
          <p:cNvPr id="3" name="Group 2"/>
          <p:cNvGrpSpPr/>
          <p:nvPr userDrawn="1"/>
        </p:nvGrpSpPr>
        <p:grpSpPr>
          <a:xfrm>
            <a:off x="3845282" y="2360699"/>
            <a:ext cx="4508495" cy="43200"/>
            <a:chOff x="428625" y="3767667"/>
            <a:chExt cx="3263900" cy="69400"/>
          </a:xfrm>
        </p:grpSpPr>
        <p:sp>
          <p:nvSpPr>
            <p:cNvPr id="2" name="Rectangle 1"/>
            <p:cNvSpPr/>
            <p:nvPr userDrawn="1"/>
          </p:nvSpPr>
          <p:spPr>
            <a:xfrm>
              <a:off x="428625" y="3767667"/>
              <a:ext cx="815975" cy="6940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5" name="Rectangle 4"/>
            <p:cNvSpPr/>
            <p:nvPr userDrawn="1"/>
          </p:nvSpPr>
          <p:spPr>
            <a:xfrm>
              <a:off x="1244600" y="3767667"/>
              <a:ext cx="815975" cy="6940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6" name="Rectangle 5"/>
            <p:cNvSpPr/>
            <p:nvPr userDrawn="1"/>
          </p:nvSpPr>
          <p:spPr>
            <a:xfrm>
              <a:off x="2060575" y="3767667"/>
              <a:ext cx="815975" cy="6940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7" name="Rectangle 6"/>
            <p:cNvSpPr/>
            <p:nvPr userDrawn="1"/>
          </p:nvSpPr>
          <p:spPr>
            <a:xfrm>
              <a:off x="2876550" y="3767667"/>
              <a:ext cx="815975" cy="6940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grpSp>
      <p:sp>
        <p:nvSpPr>
          <p:cNvPr id="10" name="Text Placeholder 2"/>
          <p:cNvSpPr>
            <a:spLocks noGrp="1"/>
          </p:cNvSpPr>
          <p:nvPr>
            <p:ph type="body" sz="quarter" idx="16" hasCustomPrompt="1"/>
          </p:nvPr>
        </p:nvSpPr>
        <p:spPr>
          <a:xfrm>
            <a:off x="3865739" y="3604097"/>
            <a:ext cx="4488039" cy="1536868"/>
          </a:xfrm>
          <a:prstGeom prst="rect">
            <a:avLst/>
          </a:prstGeom>
        </p:spPr>
        <p:txBody>
          <a:bodyPr vert="horz" lIns="0" tIns="0" rIns="0" bIns="0"/>
          <a:lstStyle>
            <a:lvl1pPr marL="0" indent="0" algn="ctr">
              <a:lnSpc>
                <a:spcPct val="130000"/>
              </a:lnSpc>
              <a:buNone/>
              <a:defRPr sz="144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a:t>
            </a:r>
          </a:p>
        </p:txBody>
      </p:sp>
    </p:spTree>
    <p:extLst>
      <p:ext uri="{BB962C8B-B14F-4D97-AF65-F5344CB8AC3E}">
        <p14:creationId xmlns:p14="http://schemas.microsoft.com/office/powerpoint/2010/main" val="41460107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par>
                                <p:cTn id="8" presetID="42" presetClass="entr" presetSubtype="0" fill="hold" grpId="0" nodeType="withEffect">
                                  <p:stCondLst>
                                    <p:cond delay="200"/>
                                  </p:stCondLst>
                                  <p:childTnLst>
                                    <p:set>
                                      <p:cBhvr>
                                        <p:cTn id="9" dur="1" fill="hold">
                                          <p:stCondLst>
                                            <p:cond delay="0"/>
                                          </p:stCondLst>
                                        </p:cTn>
                                        <p:tgtEl>
                                          <p:spTgt spid="8">
                                            <p:txEl>
                                              <p:pRg st="0" end="0"/>
                                            </p:txEl>
                                          </p:spTgt>
                                        </p:tgtEl>
                                        <p:attrNameLst>
                                          <p:attrName>style.visibility</p:attrName>
                                        </p:attrNameLst>
                                      </p:cBhvr>
                                      <p:to>
                                        <p:strVal val="visible"/>
                                      </p:to>
                                    </p:set>
                                    <p:animEffect transition="in" filter="fade">
                                      <p:cBhvr>
                                        <p:cTn id="10" dur="400"/>
                                        <p:tgtEl>
                                          <p:spTgt spid="8">
                                            <p:txEl>
                                              <p:pRg st="0" end="0"/>
                                            </p:txEl>
                                          </p:spTgt>
                                        </p:tgtEl>
                                      </p:cBhvr>
                                    </p:animEffect>
                                    <p:anim calcmode="lin" valueType="num">
                                      <p:cBhvr>
                                        <p:cTn id="11"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2" dur="400" fill="hold"/>
                                        <p:tgtEl>
                                          <p:spTgt spid="8">
                                            <p:txEl>
                                              <p:pRg st="0" end="0"/>
                                            </p:txEl>
                                          </p:spTgt>
                                        </p:tgtEl>
                                        <p:attrNameLst>
                                          <p:attrName>ppt_y</p:attrName>
                                        </p:attrNameLst>
                                      </p:cBhvr>
                                      <p:tavLst>
                                        <p:tav tm="0">
                                          <p:val>
                                            <p:strVal val="#ppt_y+.1"/>
                                          </p:val>
                                        </p:tav>
                                        <p:tav tm="100000">
                                          <p:val>
                                            <p:strVal val="#ppt_y"/>
                                          </p:val>
                                        </p:tav>
                                      </p:tavLst>
                                    </p:anim>
                                  </p:childTnLst>
                                </p:cTn>
                              </p:par>
                              <p:par>
                                <p:cTn id="13" presetID="42" presetClass="entr" presetSubtype="0" fill="hold" grpId="0" nodeType="withEffect">
                                  <p:stCondLst>
                                    <p:cond delay="200"/>
                                  </p:stCondLst>
                                  <p:childTnLst>
                                    <p:set>
                                      <p:cBhvr>
                                        <p:cTn id="14" dur="1" fill="hold">
                                          <p:stCondLst>
                                            <p:cond delay="0"/>
                                          </p:stCondLst>
                                        </p:cTn>
                                        <p:tgtEl>
                                          <p:spTgt spid="9">
                                            <p:txEl>
                                              <p:pRg st="0" end="0"/>
                                            </p:txEl>
                                          </p:spTgt>
                                        </p:tgtEl>
                                        <p:attrNameLst>
                                          <p:attrName>style.visibility</p:attrName>
                                        </p:attrNameLst>
                                      </p:cBhvr>
                                      <p:to>
                                        <p:strVal val="visible"/>
                                      </p:to>
                                    </p:set>
                                    <p:animEffect transition="in" filter="fade">
                                      <p:cBhvr>
                                        <p:cTn id="15" dur="500"/>
                                        <p:tgtEl>
                                          <p:spTgt spid="9">
                                            <p:txEl>
                                              <p:pRg st="0" end="0"/>
                                            </p:txEl>
                                          </p:spTgt>
                                        </p:tgtEl>
                                      </p:cBhvr>
                                    </p:animEffect>
                                    <p:anim calcmode="lin" valueType="num">
                                      <p:cBhvr>
                                        <p:cTn id="16"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9">
                                            <p:txEl>
                                              <p:pRg st="0" end="0"/>
                                            </p:txEl>
                                          </p:spTgt>
                                        </p:tgtEl>
                                        <p:attrNameLst>
                                          <p:attrName>ppt_y</p:attrName>
                                        </p:attrNameLst>
                                      </p:cBhvr>
                                      <p:tavLst>
                                        <p:tav tm="0">
                                          <p:val>
                                            <p:strVal val="#ppt_y+.1"/>
                                          </p:val>
                                        </p:tav>
                                        <p:tav tm="100000">
                                          <p:val>
                                            <p:strVal val="#ppt_y"/>
                                          </p:val>
                                        </p:tav>
                                      </p:tavLst>
                                    </p:anim>
                                  </p:childTnLst>
                                </p:cTn>
                              </p:par>
                              <p:par>
                                <p:cTn id="18" presetID="10" presetClass="entr" presetSubtype="0" fill="hold" grpId="0" nodeType="withEffect">
                                  <p:stCondLst>
                                    <p:cond delay="800"/>
                                  </p:stCondLst>
                                  <p:childTnLst>
                                    <p:set>
                                      <p:cBhvr>
                                        <p:cTn id="19" dur="1" fill="hold">
                                          <p:stCondLst>
                                            <p:cond delay="0"/>
                                          </p:stCondLst>
                                        </p:cTn>
                                        <p:tgtEl>
                                          <p:spTgt spid="10">
                                            <p:txEl>
                                              <p:pRg st="0" end="0"/>
                                            </p:txEl>
                                          </p:spTgt>
                                        </p:tgtEl>
                                        <p:attrNameLst>
                                          <p:attrName>style.visibility</p:attrName>
                                        </p:attrNameLst>
                                      </p:cBhvr>
                                      <p:to>
                                        <p:strVal val="visible"/>
                                      </p:to>
                                    </p:set>
                                    <p:animEffect transition="in" filter="fade">
                                      <p:cBhvr>
                                        <p:cTn id="20"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10" grpId="0" build="p">
        <p:tmplLst>
          <p:tmpl lvl="1">
            <p:tnLst>
              <p:par>
                <p:cTn presetID="10" presetClass="entr" presetSubtype="0" fill="hold" nodeType="withEffect">
                  <p:stCondLst>
                    <p:cond delay="800"/>
                  </p:stCondLst>
                  <p:childTnLst>
                    <p:set>
                      <p:cBhvr>
                        <p:cTn dur="1" fill="hold">
                          <p:stCondLst>
                            <p:cond delay="0"/>
                          </p:stCondLst>
                        </p:cTn>
                        <p:tgtEl>
                          <p:spTgt spid="10"/>
                        </p:tgtEl>
                        <p:attrNameLst>
                          <p:attrName>style.visibility</p:attrName>
                        </p:attrNameLst>
                      </p:cBhvr>
                      <p:to>
                        <p:strVal val="visible"/>
                      </p:to>
                    </p:set>
                    <p:animEffect transition="in" filter="fade">
                      <p:cBhvr>
                        <p:cTn dur="500"/>
                        <p:tgtEl>
                          <p:spTgt spid="10"/>
                        </p:tgtEl>
                      </p:cBhvr>
                    </p:animEffect>
                  </p:childTnLst>
                </p:cTn>
              </p:par>
            </p:tnLst>
          </p:tmpl>
        </p:tmplLst>
      </p:bldP>
    </p:bldLst>
  </p:timing>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Welcome">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571501" y="2145734"/>
            <a:ext cx="45085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WELCOME</a:t>
            </a:r>
          </a:p>
        </p:txBody>
      </p:sp>
      <p:sp>
        <p:nvSpPr>
          <p:cNvPr id="9" name="Text Placeholder 7"/>
          <p:cNvSpPr>
            <a:spLocks noGrp="1"/>
          </p:cNvSpPr>
          <p:nvPr>
            <p:ph type="body" sz="quarter" idx="11" hasCustomPrompt="1"/>
          </p:nvPr>
        </p:nvSpPr>
        <p:spPr>
          <a:xfrm>
            <a:off x="571501" y="2810812"/>
            <a:ext cx="45085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r>
              <a:rPr lang="es-ES_tradnl" dirty="0" smtClean="0"/>
              <a:t> </a:t>
            </a:r>
            <a:r>
              <a:rPr lang="es-ES_tradnl" dirty="0" err="1" smtClean="0"/>
              <a:t>Here</a:t>
            </a:r>
            <a:endParaRPr lang="es-ES_tradnl" dirty="0" smtClean="0"/>
          </a:p>
        </p:txBody>
      </p:sp>
      <p:grpSp>
        <p:nvGrpSpPr>
          <p:cNvPr id="3" name="Group 2"/>
          <p:cNvGrpSpPr/>
          <p:nvPr userDrawn="1"/>
        </p:nvGrpSpPr>
        <p:grpSpPr>
          <a:xfrm>
            <a:off x="571501" y="2676173"/>
            <a:ext cx="4511963" cy="43200"/>
            <a:chOff x="428625" y="3767667"/>
            <a:chExt cx="3263900" cy="69400"/>
          </a:xfrm>
        </p:grpSpPr>
        <p:sp>
          <p:nvSpPr>
            <p:cNvPr id="2" name="Rectangle 1"/>
            <p:cNvSpPr/>
            <p:nvPr userDrawn="1"/>
          </p:nvSpPr>
          <p:spPr>
            <a:xfrm>
              <a:off x="428625" y="3767667"/>
              <a:ext cx="815975" cy="6940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5" name="Rectangle 4"/>
            <p:cNvSpPr/>
            <p:nvPr userDrawn="1"/>
          </p:nvSpPr>
          <p:spPr>
            <a:xfrm>
              <a:off x="1244600" y="3767667"/>
              <a:ext cx="815975" cy="6940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6" name="Rectangle 5"/>
            <p:cNvSpPr/>
            <p:nvPr userDrawn="1"/>
          </p:nvSpPr>
          <p:spPr>
            <a:xfrm>
              <a:off x="2060575" y="3767667"/>
              <a:ext cx="815975" cy="6940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7" name="Rectangle 6"/>
            <p:cNvSpPr/>
            <p:nvPr userDrawn="1"/>
          </p:nvSpPr>
          <p:spPr>
            <a:xfrm>
              <a:off x="2876550" y="3767667"/>
              <a:ext cx="815975" cy="6940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grpSp>
      <p:sp>
        <p:nvSpPr>
          <p:cNvPr id="10" name="Text Placeholder 2"/>
          <p:cNvSpPr>
            <a:spLocks noGrp="1"/>
          </p:cNvSpPr>
          <p:nvPr>
            <p:ph type="body" sz="quarter" idx="16" hasCustomPrompt="1"/>
          </p:nvPr>
        </p:nvSpPr>
        <p:spPr>
          <a:xfrm>
            <a:off x="591962" y="3141787"/>
            <a:ext cx="4488039" cy="1887384"/>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a:p>
            <a:pPr lvl="0"/>
            <a:endParaRPr lang="en-US" dirty="0" smtClean="0"/>
          </a:p>
          <a:p>
            <a:pPr lvl="0"/>
            <a:r>
              <a:rPr lang="en-US" dirty="0" err="1" smtClean="0"/>
              <a:t>Duis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 </a:t>
            </a:r>
            <a:r>
              <a:rPr lang="en-US" dirty="0" err="1" smtClean="0"/>
              <a:t>Duis</a:t>
            </a:r>
            <a:r>
              <a:rPr lang="en-US" dirty="0" smtClean="0"/>
              <a:t> </a:t>
            </a:r>
            <a:r>
              <a:rPr lang="en-US" dirty="0" err="1" smtClean="0"/>
              <a:t>quis</a:t>
            </a:r>
            <a:r>
              <a:rPr lang="en-US" dirty="0" smtClean="0"/>
              <a:t> </a:t>
            </a:r>
            <a:r>
              <a:rPr lang="en-US" dirty="0" err="1" smtClean="0"/>
              <a:t>viverra</a:t>
            </a:r>
            <a:r>
              <a:rPr lang="en-US" dirty="0" smtClean="0"/>
              <a:t> </a:t>
            </a:r>
            <a:r>
              <a:rPr lang="en-US" dirty="0" err="1" smtClean="0"/>
              <a:t>urna</a:t>
            </a:r>
            <a:r>
              <a:rPr lang="en-US" dirty="0" smtClean="0"/>
              <a:t>, in </a:t>
            </a:r>
            <a:r>
              <a:rPr lang="en-US" dirty="0" err="1" smtClean="0"/>
              <a:t>ultricies</a:t>
            </a:r>
            <a:r>
              <a:rPr lang="en-US" dirty="0" smtClean="0"/>
              <a:t> diam. </a:t>
            </a:r>
          </a:p>
        </p:txBody>
      </p:sp>
    </p:spTree>
    <p:extLst>
      <p:ext uri="{BB962C8B-B14F-4D97-AF65-F5344CB8AC3E}">
        <p14:creationId xmlns:p14="http://schemas.microsoft.com/office/powerpoint/2010/main" val="7799881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600"/>
                            </p:stCondLst>
                            <p:childTnLst>
                              <p:par>
                                <p:cTn id="11" presetID="22" presetClass="entr" presetSubtype="8"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ipe(left)">
                                      <p:cBhvr>
                                        <p:cTn id="13" dur="500"/>
                                        <p:tgtEl>
                                          <p:spTgt spid="3"/>
                                        </p:tgtEl>
                                      </p:cBhvr>
                                    </p:animEffect>
                                  </p:childTnLst>
                                </p:cTn>
                              </p:par>
                              <p:par>
                                <p:cTn id="14" presetID="42" presetClass="entr" presetSubtype="0" fill="hold" grpId="0" nodeType="withEffect">
                                  <p:stCondLst>
                                    <p:cond delay="200"/>
                                  </p:stCondLst>
                                  <p:childTnLst>
                                    <p:set>
                                      <p:cBhvr>
                                        <p:cTn id="15" dur="1" fill="hold">
                                          <p:stCondLst>
                                            <p:cond delay="0"/>
                                          </p:stCondLst>
                                        </p:cTn>
                                        <p:tgtEl>
                                          <p:spTgt spid="9">
                                            <p:txEl>
                                              <p:pRg st="0" end="0"/>
                                            </p:txEl>
                                          </p:spTgt>
                                        </p:tgtEl>
                                        <p:attrNameLst>
                                          <p:attrName>style.visibility</p:attrName>
                                        </p:attrNameLst>
                                      </p:cBhvr>
                                      <p:to>
                                        <p:strVal val="visible"/>
                                      </p:to>
                                    </p:set>
                                    <p:animEffect transition="in" filter="fade">
                                      <p:cBhvr>
                                        <p:cTn id="16" dur="500"/>
                                        <p:tgtEl>
                                          <p:spTgt spid="9">
                                            <p:txEl>
                                              <p:pRg st="0" end="0"/>
                                            </p:txEl>
                                          </p:spTgt>
                                        </p:tgtEl>
                                      </p:cBhvr>
                                    </p:animEffect>
                                    <p:anim calcmode="lin" valueType="num">
                                      <p:cBhvr>
                                        <p:cTn id="17"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8" dur="500" fill="hold"/>
                                        <p:tgtEl>
                                          <p:spTgt spid="9">
                                            <p:txEl>
                                              <p:pRg st="0" end="0"/>
                                            </p:txEl>
                                          </p:spTgt>
                                        </p:tgtEl>
                                        <p:attrNameLst>
                                          <p:attrName>ppt_y</p:attrName>
                                        </p:attrNameLst>
                                      </p:cBhvr>
                                      <p:tavLst>
                                        <p:tav tm="0">
                                          <p:val>
                                            <p:strVal val="#ppt_y+.1"/>
                                          </p:val>
                                        </p:tav>
                                        <p:tav tm="100000">
                                          <p:val>
                                            <p:strVal val="#ppt_y"/>
                                          </p:val>
                                        </p:tav>
                                      </p:tavLst>
                                    </p:anim>
                                  </p:childTnLst>
                                </p:cTn>
                              </p:par>
                              <p:par>
                                <p:cTn id="19" presetID="10" presetClass="entr" presetSubtype="0" fill="hold" grpId="0" nodeType="withEffect">
                                  <p:stCondLst>
                                    <p:cond delay="800"/>
                                  </p:stCondLst>
                                  <p:childTnLst>
                                    <p:set>
                                      <p:cBhvr>
                                        <p:cTn id="20" dur="1" fill="hold">
                                          <p:stCondLst>
                                            <p:cond delay="0"/>
                                          </p:stCondLst>
                                        </p:cTn>
                                        <p:tgtEl>
                                          <p:spTgt spid="10">
                                            <p:txEl>
                                              <p:pRg st="0" end="0"/>
                                            </p:txEl>
                                          </p:spTgt>
                                        </p:tgtEl>
                                        <p:attrNameLst>
                                          <p:attrName>style.visibility</p:attrName>
                                        </p:attrNameLst>
                                      </p:cBhvr>
                                      <p:to>
                                        <p:strVal val="visible"/>
                                      </p:to>
                                    </p:set>
                                    <p:animEffect transition="in" filter="fade">
                                      <p:cBhvr>
                                        <p:cTn id="21" dur="500"/>
                                        <p:tgtEl>
                                          <p:spTgt spid="10">
                                            <p:txEl>
                                              <p:pRg st="0" end="0"/>
                                            </p:txEl>
                                          </p:spTgt>
                                        </p:tgtEl>
                                      </p:cBhvr>
                                    </p:animEffect>
                                  </p:childTnLst>
                                </p:cTn>
                              </p:par>
                              <p:par>
                                <p:cTn id="22" presetID="10" presetClass="entr" presetSubtype="0" fill="hold" grpId="0" nodeType="withEffect">
                                  <p:stCondLst>
                                    <p:cond delay="800"/>
                                  </p:stCondLst>
                                  <p:childTnLst>
                                    <p:set>
                                      <p:cBhvr>
                                        <p:cTn id="23" dur="1" fill="hold">
                                          <p:stCondLst>
                                            <p:cond delay="0"/>
                                          </p:stCondLst>
                                        </p:cTn>
                                        <p:tgtEl>
                                          <p:spTgt spid="10">
                                            <p:txEl>
                                              <p:pRg st="2" end="2"/>
                                            </p:txEl>
                                          </p:spTgt>
                                        </p:tgtEl>
                                        <p:attrNameLst>
                                          <p:attrName>style.visibility</p:attrName>
                                        </p:attrNameLst>
                                      </p:cBhvr>
                                      <p:to>
                                        <p:strVal val="visible"/>
                                      </p:to>
                                    </p:set>
                                    <p:animEffect transition="in" filter="fade">
                                      <p:cBhvr>
                                        <p:cTn id="24" dur="500"/>
                                        <p:tgtEl>
                                          <p:spTgt spid="1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10" grpId="0" build="p">
        <p:tmplLst>
          <p:tmpl lvl="1">
            <p:tnLst>
              <p:par>
                <p:cTn presetID="10" presetClass="entr" presetSubtype="0" fill="hold" nodeType="withEffect">
                  <p:stCondLst>
                    <p:cond delay="800"/>
                  </p:stCondLst>
                  <p:childTnLst>
                    <p:set>
                      <p:cBhvr>
                        <p:cTn dur="1" fill="hold">
                          <p:stCondLst>
                            <p:cond delay="0"/>
                          </p:stCondLst>
                        </p:cTn>
                        <p:tgtEl>
                          <p:spTgt spid="10"/>
                        </p:tgtEl>
                        <p:attrNameLst>
                          <p:attrName>style.visibility</p:attrName>
                        </p:attrNameLst>
                      </p:cBhvr>
                      <p:to>
                        <p:strVal val="visible"/>
                      </p:to>
                    </p:set>
                    <p:animEffect transition="in" filter="fade">
                      <p:cBhvr>
                        <p:cTn dur="500"/>
                        <p:tgtEl>
                          <p:spTgt spid="10"/>
                        </p:tgtEl>
                      </p:cBhvr>
                    </p:animEffect>
                  </p:childTnLst>
                </p:cTn>
              </p:par>
            </p:tnLst>
          </p:tmpl>
        </p:tmplLst>
      </p:bldP>
    </p:bldLst>
  </p:timing>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Big image with description">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9"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 name="Picture Placeholder 2"/>
          <p:cNvSpPr>
            <a:spLocks noGrp="1"/>
          </p:cNvSpPr>
          <p:nvPr>
            <p:ph type="pic" sz="quarter" idx="17"/>
          </p:nvPr>
        </p:nvSpPr>
        <p:spPr>
          <a:xfrm>
            <a:off x="0" y="1533747"/>
            <a:ext cx="12192000" cy="3708812"/>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5" name="Text Placeholder 2"/>
          <p:cNvSpPr>
            <a:spLocks noGrp="1"/>
          </p:cNvSpPr>
          <p:nvPr>
            <p:ph type="body" sz="quarter" idx="16" hasCustomPrompt="1"/>
          </p:nvPr>
        </p:nvSpPr>
        <p:spPr>
          <a:xfrm>
            <a:off x="591962" y="5539545"/>
            <a:ext cx="10973505" cy="779972"/>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 </a:t>
            </a:r>
            <a:r>
              <a:rPr lang="en-US" dirty="0" err="1" smtClean="0"/>
              <a:t>Duis</a:t>
            </a:r>
            <a:r>
              <a:rPr lang="en-US" dirty="0" smtClean="0"/>
              <a:t> </a:t>
            </a:r>
            <a:r>
              <a:rPr lang="en-US" dirty="0" err="1" smtClean="0"/>
              <a:t>quis</a:t>
            </a:r>
            <a:r>
              <a:rPr lang="en-US" dirty="0" smtClean="0"/>
              <a:t> </a:t>
            </a:r>
            <a:r>
              <a:rPr lang="en-US" dirty="0" err="1" smtClean="0"/>
              <a:t>viverra</a:t>
            </a:r>
            <a:r>
              <a:rPr lang="en-US" dirty="0" smtClean="0"/>
              <a:t> </a:t>
            </a:r>
            <a:r>
              <a:rPr lang="en-US" dirty="0" err="1" smtClean="0"/>
              <a:t>urna</a:t>
            </a:r>
            <a:r>
              <a:rPr lang="en-US" dirty="0" smtClean="0"/>
              <a:t>, in </a:t>
            </a:r>
            <a:r>
              <a:rPr lang="en-US" dirty="0" err="1" smtClean="0"/>
              <a:t>ultricies</a:t>
            </a:r>
            <a:r>
              <a:rPr lang="en-US" dirty="0" smtClean="0"/>
              <a:t> diam. </a:t>
            </a:r>
          </a:p>
        </p:txBody>
      </p:sp>
    </p:spTree>
    <p:extLst>
      <p:ext uri="{BB962C8B-B14F-4D97-AF65-F5344CB8AC3E}">
        <p14:creationId xmlns:p14="http://schemas.microsoft.com/office/powerpoint/2010/main" val="8004376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nodePh="1">
                                  <p:stCondLst>
                                    <p:cond delay="800"/>
                                  </p:stCondLst>
                                  <p:endCondLst>
                                    <p:cond evt="begin" delay="0">
                                      <p:tn val="15"/>
                                    </p:cond>
                                  </p:end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par>
                                <p:cTn id="18" presetID="10" presetClass="entr" presetSubtype="0" fill="hold" grpId="0" nodeType="withEffect">
                                  <p:stCondLst>
                                    <p:cond delay="800"/>
                                  </p:stCondLst>
                                  <p:childTnLst>
                                    <p:set>
                                      <p:cBhvr>
                                        <p:cTn id="19" dur="1" fill="hold">
                                          <p:stCondLst>
                                            <p:cond delay="0"/>
                                          </p:stCondLst>
                                        </p:cTn>
                                        <p:tgtEl>
                                          <p:spTgt spid="5">
                                            <p:txEl>
                                              <p:pRg st="0" end="0"/>
                                            </p:txEl>
                                          </p:spTgt>
                                        </p:tgtEl>
                                        <p:attrNameLst>
                                          <p:attrName>style.visibility</p:attrName>
                                        </p:attrNameLst>
                                      </p:cBhvr>
                                      <p:to>
                                        <p:strVal val="visible"/>
                                      </p:to>
                                    </p:set>
                                    <p:animEffect transition="in" filter="fade">
                                      <p:cBhvr>
                                        <p:cTn id="20" dur="500"/>
                                        <p:tgtEl>
                                          <p:spTgt spid="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4" grpId="0"/>
      <p:bldP spid="5" grpId="0" build="p">
        <p:tmplLst>
          <p:tmpl lvl="1">
            <p:tnLst>
              <p:par>
                <p:cTn presetID="10" presetClass="entr" presetSubtype="0" fill="hold" nodeType="withEffect">
                  <p:stCondLst>
                    <p:cond delay="800"/>
                  </p:stCondLst>
                  <p:childTnLst>
                    <p:set>
                      <p:cBhvr>
                        <p:cTn dur="1" fill="hold">
                          <p:stCondLst>
                            <p:cond delay="0"/>
                          </p:stCondLst>
                        </p:cTn>
                        <p:tgtEl>
                          <p:spTgt spid="5"/>
                        </p:tgtEl>
                        <p:attrNameLst>
                          <p:attrName>style.visibility</p:attrName>
                        </p:attrNameLst>
                      </p:cBhvr>
                      <p:to>
                        <p:strVal val="visible"/>
                      </p:to>
                    </p:set>
                    <p:animEffect transition="in" filter="fade">
                      <p:cBhvr>
                        <p:cTn dur="500"/>
                        <p:tgtEl>
                          <p:spTgt spid="5"/>
                        </p:tgtEl>
                      </p:cBhvr>
                    </p:animEffect>
                  </p:childTnLst>
                </p:cTn>
              </p:par>
            </p:tnLst>
          </p:tmpl>
        </p:tmplLst>
      </p:bldP>
    </p:bldLst>
  </p:timing>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_Big image with description">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9"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 name="Picture Placeholder 2"/>
          <p:cNvSpPr>
            <a:spLocks noGrp="1"/>
          </p:cNvSpPr>
          <p:nvPr>
            <p:ph type="pic" sz="quarter" idx="17"/>
          </p:nvPr>
        </p:nvSpPr>
        <p:spPr>
          <a:xfrm>
            <a:off x="0" y="1533747"/>
            <a:ext cx="12192000" cy="3007774"/>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5" name="Text Placeholder 2"/>
          <p:cNvSpPr>
            <a:spLocks noGrp="1"/>
          </p:cNvSpPr>
          <p:nvPr>
            <p:ph type="body" sz="quarter" idx="16" hasCustomPrompt="1"/>
          </p:nvPr>
        </p:nvSpPr>
        <p:spPr>
          <a:xfrm>
            <a:off x="591962" y="5402385"/>
            <a:ext cx="10973505" cy="779972"/>
          </a:xfrm>
          <a:prstGeom prst="rect">
            <a:avLst/>
          </a:prstGeom>
        </p:spPr>
        <p:txBody>
          <a:bodyPr vert="horz" lIns="0" tIns="0" rIns="0" bIns="0" numCol="2" spcCol="36000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 </a:t>
            </a:r>
            <a:r>
              <a:rPr lang="en-US" dirty="0" err="1" smtClean="0"/>
              <a:t>Duis</a:t>
            </a:r>
            <a:r>
              <a:rPr lang="en-US" dirty="0" smtClean="0"/>
              <a:t> </a:t>
            </a:r>
            <a:r>
              <a:rPr lang="en-US" dirty="0" err="1" smtClean="0"/>
              <a:t>quis</a:t>
            </a:r>
            <a:r>
              <a:rPr lang="en-US" dirty="0" smtClean="0"/>
              <a:t> </a:t>
            </a:r>
            <a:r>
              <a:rPr lang="en-US" dirty="0" err="1" smtClean="0"/>
              <a:t>viverra</a:t>
            </a:r>
            <a:r>
              <a:rPr lang="en-US" dirty="0" smtClean="0"/>
              <a:t> </a:t>
            </a:r>
            <a:r>
              <a:rPr lang="en-US" dirty="0" err="1" smtClean="0"/>
              <a:t>urna</a:t>
            </a:r>
            <a:r>
              <a:rPr lang="en-US" dirty="0" smtClean="0"/>
              <a:t>, in </a:t>
            </a:r>
            <a:r>
              <a:rPr lang="en-US" dirty="0" err="1" smtClean="0"/>
              <a:t>ultricies</a:t>
            </a:r>
            <a:r>
              <a:rPr lang="en-US" dirty="0" smtClean="0"/>
              <a:t> diam. </a:t>
            </a:r>
          </a:p>
        </p:txBody>
      </p:sp>
      <p:sp>
        <p:nvSpPr>
          <p:cNvPr id="6" name="Text Placeholder 7"/>
          <p:cNvSpPr>
            <a:spLocks noGrp="1"/>
          </p:cNvSpPr>
          <p:nvPr>
            <p:ph type="body" sz="quarter" idx="18" hasCustomPrompt="1"/>
          </p:nvPr>
        </p:nvSpPr>
        <p:spPr>
          <a:xfrm>
            <a:off x="569384" y="4860492"/>
            <a:ext cx="5543549" cy="431780"/>
          </a:xfrm>
          <a:prstGeom prst="rect">
            <a:avLst/>
          </a:prstGeom>
        </p:spPr>
        <p:txBody>
          <a:bodyPr vert="horz" lIns="0" tIns="40504" rIns="0" bIns="40504" anchor="ctr"/>
          <a:lstStyle>
            <a:lvl1pPr marL="0" indent="0" algn="l">
              <a:lnSpc>
                <a:spcPct val="100000"/>
              </a:lnSpc>
              <a:spcBef>
                <a:spcPts val="0"/>
              </a:spcBef>
              <a:buNone/>
              <a:defRPr sz="1920" b="1" baseline="0">
                <a:solidFill>
                  <a:schemeClr val="tx1">
                    <a:lumMod val="75000"/>
                    <a:lumOff val="25000"/>
                  </a:schemeClr>
                </a:solidFill>
                <a:latin typeface="Lato Light"/>
                <a:cs typeface="Lato Light"/>
              </a:defRPr>
            </a:lvl1pPr>
          </a:lstStyle>
          <a:p>
            <a:pPr lvl="0"/>
            <a:r>
              <a:rPr lang="es-ES_tradnl" dirty="0" err="1" smtClean="0"/>
              <a:t>Put</a:t>
            </a:r>
            <a:r>
              <a:rPr lang="es-ES_tradnl" dirty="0" smtClean="0"/>
              <a:t> </a:t>
            </a:r>
            <a:r>
              <a:rPr lang="es-ES_tradnl" dirty="0" err="1" smtClean="0"/>
              <a:t>your</a:t>
            </a:r>
            <a:r>
              <a:rPr lang="es-ES_tradnl" dirty="0" smtClean="0"/>
              <a:t> </a:t>
            </a:r>
            <a:r>
              <a:rPr lang="es-ES_tradnl" dirty="0" err="1" smtClean="0"/>
              <a:t>title</a:t>
            </a:r>
            <a:r>
              <a:rPr lang="es-ES_tradnl" dirty="0" smtClean="0"/>
              <a:t> </a:t>
            </a:r>
            <a:r>
              <a:rPr lang="es-ES_tradnl" dirty="0" err="1" smtClean="0"/>
              <a:t>here</a:t>
            </a:r>
            <a:endParaRPr lang="es-ES_tradnl" dirty="0" smtClean="0"/>
          </a:p>
        </p:txBody>
      </p:sp>
    </p:spTree>
    <p:extLst>
      <p:ext uri="{BB962C8B-B14F-4D97-AF65-F5344CB8AC3E}">
        <p14:creationId xmlns:p14="http://schemas.microsoft.com/office/powerpoint/2010/main" val="513590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nodePh="1">
                                  <p:stCondLst>
                                    <p:cond delay="800"/>
                                  </p:stCondLst>
                                  <p:endCondLst>
                                    <p:cond evt="begin" delay="0">
                                      <p:tn val="15"/>
                                    </p:cond>
                                  </p:end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par>
                                <p:cTn id="18" presetID="10" presetClass="entr" presetSubtype="0" fill="hold" grpId="0" nodeType="withEffect">
                                  <p:stCondLst>
                                    <p:cond delay="800"/>
                                  </p:stCondLst>
                                  <p:childTnLst>
                                    <p:set>
                                      <p:cBhvr>
                                        <p:cTn id="19" dur="1" fill="hold">
                                          <p:stCondLst>
                                            <p:cond delay="0"/>
                                          </p:stCondLst>
                                        </p:cTn>
                                        <p:tgtEl>
                                          <p:spTgt spid="5">
                                            <p:txEl>
                                              <p:pRg st="0" end="0"/>
                                            </p:txEl>
                                          </p:spTgt>
                                        </p:tgtEl>
                                        <p:attrNameLst>
                                          <p:attrName>style.visibility</p:attrName>
                                        </p:attrNameLst>
                                      </p:cBhvr>
                                      <p:to>
                                        <p:strVal val="visible"/>
                                      </p:to>
                                    </p:set>
                                    <p:animEffect transition="in" filter="fade">
                                      <p:cBhvr>
                                        <p:cTn id="20" dur="500"/>
                                        <p:tgtEl>
                                          <p:spTgt spid="5">
                                            <p:txEl>
                                              <p:pRg st="0" end="0"/>
                                            </p:txEl>
                                          </p:spTgt>
                                        </p:tgtEl>
                                      </p:cBhvr>
                                    </p:animEffect>
                                  </p:childTnLst>
                                </p:cTn>
                              </p:par>
                              <p:par>
                                <p:cTn id="21" presetID="42" presetClass="entr" presetSubtype="0" fill="hold" grpId="0" nodeType="withEffect">
                                  <p:stCondLst>
                                    <p:cond delay="200"/>
                                  </p:stCondLst>
                                  <p:childTnLst>
                                    <p:set>
                                      <p:cBhvr>
                                        <p:cTn id="22" dur="1" fill="hold">
                                          <p:stCondLst>
                                            <p:cond delay="0"/>
                                          </p:stCondLst>
                                        </p:cTn>
                                        <p:tgtEl>
                                          <p:spTgt spid="6">
                                            <p:txEl>
                                              <p:pRg st="0" end="0"/>
                                            </p:txEl>
                                          </p:spTgt>
                                        </p:tgtEl>
                                        <p:attrNameLst>
                                          <p:attrName>style.visibility</p:attrName>
                                        </p:attrNameLst>
                                      </p:cBhvr>
                                      <p:to>
                                        <p:strVal val="visible"/>
                                      </p:to>
                                    </p:set>
                                    <p:animEffect transition="in" filter="fade">
                                      <p:cBhvr>
                                        <p:cTn id="23" dur="400"/>
                                        <p:tgtEl>
                                          <p:spTgt spid="6">
                                            <p:txEl>
                                              <p:pRg st="0" end="0"/>
                                            </p:txEl>
                                          </p:spTgt>
                                        </p:tgtEl>
                                      </p:cBhvr>
                                    </p:animEffect>
                                    <p:anim calcmode="lin" valueType="num">
                                      <p:cBhvr>
                                        <p:cTn id="24" dur="4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25" dur="400" fill="hold"/>
                                        <p:tgtEl>
                                          <p:spTgt spid="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4" grpId="0"/>
      <p:bldP spid="5" grpId="0" build="p">
        <p:tmplLst>
          <p:tmpl lvl="1">
            <p:tnLst>
              <p:par>
                <p:cTn presetID="10" presetClass="entr" presetSubtype="0" fill="hold" nodeType="withEffect">
                  <p:stCondLst>
                    <p:cond delay="800"/>
                  </p:stCondLst>
                  <p:childTnLst>
                    <p:set>
                      <p:cBhvr>
                        <p:cTn dur="1" fill="hold">
                          <p:stCondLst>
                            <p:cond delay="0"/>
                          </p:stCondLst>
                        </p:cTn>
                        <p:tgtEl>
                          <p:spTgt spid="5"/>
                        </p:tgtEl>
                        <p:attrNameLst>
                          <p:attrName>style.visibility</p:attrName>
                        </p:attrNameLst>
                      </p:cBhvr>
                      <p:to>
                        <p:strVal val="visible"/>
                      </p:to>
                    </p:set>
                    <p:animEffect transition="in" filter="fade">
                      <p:cBhvr>
                        <p:cTn dur="500"/>
                        <p:tgtEl>
                          <p:spTgt spid="5"/>
                        </p:tgtEl>
                      </p:cBhvr>
                    </p:animEffect>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400"/>
                        <p:tgtEl>
                          <p:spTgt spid="6"/>
                        </p:tgtEl>
                      </p:cBhvr>
                    </p:animEffect>
                    <p:anim calcmode="lin" valueType="num">
                      <p:cBhvr>
                        <p:cTn dur="400" fill="hold"/>
                        <p:tgtEl>
                          <p:spTgt spid="6"/>
                        </p:tgtEl>
                        <p:attrNameLst>
                          <p:attrName>ppt_x</p:attrName>
                        </p:attrNameLst>
                      </p:cBhvr>
                      <p:tavLst>
                        <p:tav tm="0">
                          <p:val>
                            <p:strVal val="#ppt_x"/>
                          </p:val>
                        </p:tav>
                        <p:tav tm="100000">
                          <p:val>
                            <p:strVal val="#ppt_x"/>
                          </p:val>
                        </p:tav>
                      </p:tavLst>
                    </p:anim>
                    <p:anim calcmode="lin" valueType="num">
                      <p:cBhvr>
                        <p:cTn dur="400" fill="hold"/>
                        <p:tgtEl>
                          <p:spTgt spid="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Side image with color bar">
    <p:spTree>
      <p:nvGrpSpPr>
        <p:cNvPr id="1" name=""/>
        <p:cNvGrpSpPr/>
        <p:nvPr/>
      </p:nvGrpSpPr>
      <p:grpSpPr>
        <a:xfrm>
          <a:off x="0" y="0"/>
          <a:ext cx="0" cy="0"/>
          <a:chOff x="0" y="0"/>
          <a:chExt cx="0" cy="0"/>
        </a:xfrm>
      </p:grpSpPr>
      <p:sp>
        <p:nvSpPr>
          <p:cNvPr id="2" name="Rectangle 1"/>
          <p:cNvSpPr/>
          <p:nvPr userDrawn="1"/>
        </p:nvSpPr>
        <p:spPr>
          <a:xfrm>
            <a:off x="6050845" y="1533747"/>
            <a:ext cx="6141156" cy="3708812"/>
          </a:xfrm>
          <a:prstGeom prst="rect">
            <a:avLst/>
          </a:prstGeom>
          <a:solidFill>
            <a:schemeClr val="accent1">
              <a:lumMod val="5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9"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 name="Picture Placeholder 2"/>
          <p:cNvSpPr>
            <a:spLocks noGrp="1"/>
          </p:cNvSpPr>
          <p:nvPr>
            <p:ph type="pic" sz="quarter" idx="17"/>
          </p:nvPr>
        </p:nvSpPr>
        <p:spPr>
          <a:xfrm>
            <a:off x="1" y="1533747"/>
            <a:ext cx="6321777" cy="3708812"/>
          </a:xfrm>
          <a:custGeom>
            <a:avLst/>
            <a:gdLst/>
            <a:ahLst/>
            <a:cxnLst/>
            <a:rect l="l" t="t" r="r" b="b"/>
            <a:pathLst>
              <a:path w="4741333" h="3090677">
                <a:moveTo>
                  <a:pt x="0" y="0"/>
                </a:moveTo>
                <a:lnTo>
                  <a:pt x="4538133" y="0"/>
                </a:lnTo>
                <a:lnTo>
                  <a:pt x="4538133" y="1312678"/>
                </a:lnTo>
                <a:lnTo>
                  <a:pt x="4741333" y="1515878"/>
                </a:lnTo>
                <a:lnTo>
                  <a:pt x="4538133" y="1719078"/>
                </a:lnTo>
                <a:lnTo>
                  <a:pt x="4538133" y="3090677"/>
                </a:lnTo>
                <a:lnTo>
                  <a:pt x="0" y="3090677"/>
                </a:lnTo>
                <a:close/>
              </a:path>
            </a:pathLst>
          </a:cu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5" name="Text Placeholder 2"/>
          <p:cNvSpPr>
            <a:spLocks noGrp="1"/>
          </p:cNvSpPr>
          <p:nvPr>
            <p:ph type="body" sz="quarter" idx="16" hasCustomPrompt="1"/>
          </p:nvPr>
        </p:nvSpPr>
        <p:spPr>
          <a:xfrm>
            <a:off x="591962" y="5539545"/>
            <a:ext cx="10973505" cy="779972"/>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 </a:t>
            </a:r>
            <a:r>
              <a:rPr lang="en-US" dirty="0" err="1" smtClean="0"/>
              <a:t>Duis</a:t>
            </a:r>
            <a:r>
              <a:rPr lang="en-US" dirty="0" smtClean="0"/>
              <a:t> </a:t>
            </a:r>
            <a:r>
              <a:rPr lang="en-US" dirty="0" err="1" smtClean="0"/>
              <a:t>quis</a:t>
            </a:r>
            <a:r>
              <a:rPr lang="en-US" dirty="0" smtClean="0"/>
              <a:t> </a:t>
            </a:r>
            <a:r>
              <a:rPr lang="en-US" dirty="0" err="1" smtClean="0"/>
              <a:t>viverra</a:t>
            </a:r>
            <a:r>
              <a:rPr lang="en-US" dirty="0" smtClean="0"/>
              <a:t> </a:t>
            </a:r>
            <a:r>
              <a:rPr lang="en-US" dirty="0" err="1" smtClean="0"/>
              <a:t>urna</a:t>
            </a:r>
            <a:r>
              <a:rPr lang="en-US" dirty="0" smtClean="0"/>
              <a:t>, in </a:t>
            </a:r>
            <a:r>
              <a:rPr lang="en-US" dirty="0" err="1" smtClean="0"/>
              <a:t>ultricies</a:t>
            </a:r>
            <a:r>
              <a:rPr lang="en-US" dirty="0" smtClean="0"/>
              <a:t> diam. </a:t>
            </a:r>
          </a:p>
        </p:txBody>
      </p:sp>
      <p:sp>
        <p:nvSpPr>
          <p:cNvPr id="10" name="Text Placeholder 7"/>
          <p:cNvSpPr>
            <a:spLocks noGrp="1"/>
          </p:cNvSpPr>
          <p:nvPr>
            <p:ph type="body" sz="quarter" idx="18" hasCustomPrompt="1"/>
          </p:nvPr>
        </p:nvSpPr>
        <p:spPr>
          <a:xfrm>
            <a:off x="6672438" y="2259910"/>
            <a:ext cx="4893029" cy="431780"/>
          </a:xfrm>
          <a:prstGeom prst="rect">
            <a:avLst/>
          </a:prstGeom>
        </p:spPr>
        <p:txBody>
          <a:bodyPr vert="horz" lIns="0" tIns="40504" rIns="0" bIns="40504" anchor="ctr"/>
          <a:lstStyle>
            <a:lvl1pPr marL="0" indent="0" algn="l">
              <a:lnSpc>
                <a:spcPct val="100000"/>
              </a:lnSpc>
              <a:spcBef>
                <a:spcPts val="0"/>
              </a:spcBef>
              <a:buNone/>
              <a:defRPr sz="3000" b="1">
                <a:solidFill>
                  <a:schemeClr val="bg1"/>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11" name="Text Placeholder 7"/>
          <p:cNvSpPr>
            <a:spLocks noGrp="1"/>
          </p:cNvSpPr>
          <p:nvPr>
            <p:ph type="body" sz="quarter" idx="19" hasCustomPrompt="1"/>
          </p:nvPr>
        </p:nvSpPr>
        <p:spPr>
          <a:xfrm>
            <a:off x="6672438" y="2762433"/>
            <a:ext cx="489302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12" name="Text Placeholder 2"/>
          <p:cNvSpPr>
            <a:spLocks noGrp="1"/>
          </p:cNvSpPr>
          <p:nvPr>
            <p:ph type="body" sz="quarter" idx="20" hasCustomPrompt="1"/>
          </p:nvPr>
        </p:nvSpPr>
        <p:spPr>
          <a:xfrm>
            <a:off x="6672438" y="3121469"/>
            <a:ext cx="4893029" cy="1572456"/>
          </a:xfrm>
          <a:prstGeom prst="rect">
            <a:avLst/>
          </a:prstGeom>
        </p:spPr>
        <p:txBody>
          <a:bodyPr vert="horz" lIns="0" tIns="0" rIns="0" bIns="0"/>
          <a:lstStyle>
            <a:lvl1pPr marL="0" indent="0" algn="just">
              <a:lnSpc>
                <a:spcPct val="130000"/>
              </a:lnSpc>
              <a:buNone/>
              <a:defRPr sz="1080">
                <a:solidFill>
                  <a:schemeClr val="bg1">
                    <a:lumMod val="95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 </a:t>
            </a:r>
            <a:r>
              <a:rPr lang="en-US" dirty="0" err="1" smtClean="0"/>
              <a:t>Duis</a:t>
            </a:r>
            <a:r>
              <a:rPr lang="en-US" dirty="0" smtClean="0"/>
              <a:t> </a:t>
            </a:r>
            <a:r>
              <a:rPr lang="en-US" dirty="0" err="1" smtClean="0"/>
              <a:t>quis</a:t>
            </a:r>
            <a:r>
              <a:rPr lang="en-US" dirty="0" smtClean="0"/>
              <a:t> </a:t>
            </a:r>
            <a:r>
              <a:rPr lang="en-US" dirty="0" err="1" smtClean="0"/>
              <a:t>viverra</a:t>
            </a:r>
            <a:r>
              <a:rPr lang="en-US" dirty="0" smtClean="0"/>
              <a:t> </a:t>
            </a:r>
            <a:r>
              <a:rPr lang="en-US" dirty="0" err="1" smtClean="0"/>
              <a:t>urna</a:t>
            </a:r>
            <a:r>
              <a:rPr lang="en-US" dirty="0" smtClean="0"/>
              <a:t>, in </a:t>
            </a:r>
            <a:r>
              <a:rPr lang="en-US" dirty="0" err="1" smtClean="0"/>
              <a:t>ultricies</a:t>
            </a:r>
            <a:r>
              <a:rPr lang="en-US" dirty="0" smtClean="0"/>
              <a:t> diam. </a:t>
            </a:r>
          </a:p>
        </p:txBody>
      </p:sp>
    </p:spTree>
    <p:extLst>
      <p:ext uri="{BB962C8B-B14F-4D97-AF65-F5344CB8AC3E}">
        <p14:creationId xmlns:p14="http://schemas.microsoft.com/office/powerpoint/2010/main" val="12588218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nodePh="1">
                                  <p:stCondLst>
                                    <p:cond delay="800"/>
                                  </p:stCondLst>
                                  <p:endCondLst>
                                    <p:cond evt="begin" delay="0">
                                      <p:tn val="15"/>
                                    </p:cond>
                                  </p:end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par>
                          <p:cTn id="18" fill="hold">
                            <p:stCondLst>
                              <p:cond delay="1300"/>
                            </p:stCondLst>
                            <p:childTnLst>
                              <p:par>
                                <p:cTn id="19" presetID="10" presetClass="entr" presetSubtype="0" fill="hold" grpId="0"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
                                        <p:tgtEl>
                                          <p:spTgt spid="2"/>
                                        </p:tgtEl>
                                      </p:cBhvr>
                                    </p:animEffect>
                                  </p:childTnLst>
                                </p:cTn>
                              </p:par>
                              <p:par>
                                <p:cTn id="22" presetID="42" presetClass="entr" presetSubtype="0" fill="hold" grpId="0" nodeType="withEffect">
                                  <p:stCondLst>
                                    <p:cond delay="200"/>
                                  </p:stCondLst>
                                  <p:childTnLst>
                                    <p:set>
                                      <p:cBhvr>
                                        <p:cTn id="23" dur="1" fill="hold">
                                          <p:stCondLst>
                                            <p:cond delay="0"/>
                                          </p:stCondLst>
                                        </p:cTn>
                                        <p:tgtEl>
                                          <p:spTgt spid="10">
                                            <p:txEl>
                                              <p:pRg st="0" end="0"/>
                                            </p:txEl>
                                          </p:spTgt>
                                        </p:tgtEl>
                                        <p:attrNameLst>
                                          <p:attrName>style.visibility</p:attrName>
                                        </p:attrNameLst>
                                      </p:cBhvr>
                                      <p:to>
                                        <p:strVal val="visible"/>
                                      </p:to>
                                    </p:set>
                                    <p:animEffect transition="in" filter="fade">
                                      <p:cBhvr>
                                        <p:cTn id="24" dur="400"/>
                                        <p:tgtEl>
                                          <p:spTgt spid="10">
                                            <p:txEl>
                                              <p:pRg st="0" end="0"/>
                                            </p:txEl>
                                          </p:spTgt>
                                        </p:tgtEl>
                                      </p:cBhvr>
                                    </p:animEffect>
                                    <p:anim calcmode="lin" valueType="num">
                                      <p:cBhvr>
                                        <p:cTn id="25" dur="400" fill="hold"/>
                                        <p:tgtEl>
                                          <p:spTgt spid="10">
                                            <p:txEl>
                                              <p:pRg st="0" end="0"/>
                                            </p:txEl>
                                          </p:spTgt>
                                        </p:tgtEl>
                                        <p:attrNameLst>
                                          <p:attrName>ppt_x</p:attrName>
                                        </p:attrNameLst>
                                      </p:cBhvr>
                                      <p:tavLst>
                                        <p:tav tm="0">
                                          <p:val>
                                            <p:strVal val="#ppt_x"/>
                                          </p:val>
                                        </p:tav>
                                        <p:tav tm="100000">
                                          <p:val>
                                            <p:strVal val="#ppt_x"/>
                                          </p:val>
                                        </p:tav>
                                      </p:tavLst>
                                    </p:anim>
                                    <p:anim calcmode="lin" valueType="num">
                                      <p:cBhvr>
                                        <p:cTn id="26" dur="400" fill="hold"/>
                                        <p:tgtEl>
                                          <p:spTgt spid="10">
                                            <p:txEl>
                                              <p:pRg st="0" end="0"/>
                                            </p:txEl>
                                          </p:spTgt>
                                        </p:tgtEl>
                                        <p:attrNameLst>
                                          <p:attrName>ppt_y</p:attrName>
                                        </p:attrNameLst>
                                      </p:cBhvr>
                                      <p:tavLst>
                                        <p:tav tm="0">
                                          <p:val>
                                            <p:strVal val="#ppt_y+.1"/>
                                          </p:val>
                                        </p:tav>
                                        <p:tav tm="100000">
                                          <p:val>
                                            <p:strVal val="#ppt_y"/>
                                          </p:val>
                                        </p:tav>
                                      </p:tavLst>
                                    </p:anim>
                                  </p:childTnLst>
                                </p:cTn>
                              </p:par>
                              <p:par>
                                <p:cTn id="27" presetID="42" presetClass="entr" presetSubtype="0" fill="hold" grpId="0" nodeType="withEffect">
                                  <p:stCondLst>
                                    <p:cond delay="200"/>
                                  </p:stCondLst>
                                  <p:childTnLst>
                                    <p:set>
                                      <p:cBhvr>
                                        <p:cTn id="28" dur="1" fill="hold">
                                          <p:stCondLst>
                                            <p:cond delay="0"/>
                                          </p:stCondLst>
                                        </p:cTn>
                                        <p:tgtEl>
                                          <p:spTgt spid="11">
                                            <p:txEl>
                                              <p:pRg st="0" end="0"/>
                                            </p:txEl>
                                          </p:spTgt>
                                        </p:tgtEl>
                                        <p:attrNameLst>
                                          <p:attrName>style.visibility</p:attrName>
                                        </p:attrNameLst>
                                      </p:cBhvr>
                                      <p:to>
                                        <p:strVal val="visible"/>
                                      </p:to>
                                    </p:set>
                                    <p:animEffect transition="in" filter="fade">
                                      <p:cBhvr>
                                        <p:cTn id="29" dur="500"/>
                                        <p:tgtEl>
                                          <p:spTgt spid="11">
                                            <p:txEl>
                                              <p:pRg st="0" end="0"/>
                                            </p:txEl>
                                          </p:spTgt>
                                        </p:tgtEl>
                                      </p:cBhvr>
                                    </p:animEffect>
                                    <p:anim calcmode="lin" valueType="num">
                                      <p:cBhvr>
                                        <p:cTn id="30"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p:cTn id="31" dur="500" fill="hold"/>
                                        <p:tgtEl>
                                          <p:spTgt spid="11">
                                            <p:txEl>
                                              <p:pRg st="0" end="0"/>
                                            </p:txEl>
                                          </p:spTgt>
                                        </p:tgtEl>
                                        <p:attrNameLst>
                                          <p:attrName>ppt_y</p:attrName>
                                        </p:attrNameLst>
                                      </p:cBhvr>
                                      <p:tavLst>
                                        <p:tav tm="0">
                                          <p:val>
                                            <p:strVal val="#ppt_y+.1"/>
                                          </p:val>
                                        </p:tav>
                                        <p:tav tm="100000">
                                          <p:val>
                                            <p:strVal val="#ppt_y"/>
                                          </p:val>
                                        </p:tav>
                                      </p:tavLst>
                                    </p:anim>
                                  </p:childTnLst>
                                </p:cTn>
                              </p:par>
                              <p:par>
                                <p:cTn id="32" presetID="10" presetClass="entr" presetSubtype="0" fill="hold" grpId="0" nodeType="withEffect">
                                  <p:stCondLst>
                                    <p:cond delay="800"/>
                                  </p:stCondLst>
                                  <p:childTnLst>
                                    <p:set>
                                      <p:cBhvr>
                                        <p:cTn id="33" dur="1" fill="hold">
                                          <p:stCondLst>
                                            <p:cond delay="0"/>
                                          </p:stCondLst>
                                        </p:cTn>
                                        <p:tgtEl>
                                          <p:spTgt spid="12">
                                            <p:txEl>
                                              <p:pRg st="0" end="0"/>
                                            </p:txEl>
                                          </p:spTgt>
                                        </p:tgtEl>
                                        <p:attrNameLst>
                                          <p:attrName>style.visibility</p:attrName>
                                        </p:attrNameLst>
                                      </p:cBhvr>
                                      <p:to>
                                        <p:strVal val="visible"/>
                                      </p:to>
                                    </p:set>
                                    <p:animEffect transition="in" filter="fade">
                                      <p:cBhvr>
                                        <p:cTn id="34" dur="500"/>
                                        <p:tgtEl>
                                          <p:spTgt spid="12">
                                            <p:txEl>
                                              <p:pRg st="0" end="0"/>
                                            </p:txEl>
                                          </p:spTgt>
                                        </p:tgtEl>
                                      </p:cBhvr>
                                    </p:animEffect>
                                  </p:childTnLst>
                                </p:cTn>
                              </p:par>
                              <p:par>
                                <p:cTn id="35" presetID="10" presetClass="entr" presetSubtype="0" fill="hold" grpId="0" nodeType="withEffect">
                                  <p:stCondLst>
                                    <p:cond delay="800"/>
                                  </p:stCondLst>
                                  <p:childTnLst>
                                    <p:set>
                                      <p:cBhvr>
                                        <p:cTn id="36" dur="1" fill="hold">
                                          <p:stCondLst>
                                            <p:cond delay="0"/>
                                          </p:stCondLst>
                                        </p:cTn>
                                        <p:tgtEl>
                                          <p:spTgt spid="5">
                                            <p:txEl>
                                              <p:pRg st="0" end="0"/>
                                            </p:txEl>
                                          </p:spTgt>
                                        </p:tgtEl>
                                        <p:attrNameLst>
                                          <p:attrName>style.visibility</p:attrName>
                                        </p:attrNameLst>
                                      </p:cBhvr>
                                      <p:to>
                                        <p:strVal val="visible"/>
                                      </p:to>
                                    </p:set>
                                    <p:animEffect transition="in" filter="fade">
                                      <p:cBhvr>
                                        <p:cTn id="37" dur="500"/>
                                        <p:tgtEl>
                                          <p:spTgt spid="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4" grpId="0"/>
      <p:bldP spid="5" grpId="0" build="p">
        <p:tmplLst>
          <p:tmpl lvl="1">
            <p:tnLst>
              <p:par>
                <p:cTn presetID="10" presetClass="entr" presetSubtype="0" fill="hold" nodeType="withEffect">
                  <p:stCondLst>
                    <p:cond delay="800"/>
                  </p:stCondLst>
                  <p:childTnLst>
                    <p:set>
                      <p:cBhvr>
                        <p:cTn dur="1" fill="hold">
                          <p:stCondLst>
                            <p:cond delay="0"/>
                          </p:stCondLst>
                        </p:cTn>
                        <p:tgtEl>
                          <p:spTgt spid="5"/>
                        </p:tgtEl>
                        <p:attrNameLst>
                          <p:attrName>style.visibility</p:attrName>
                        </p:attrNameLst>
                      </p:cBhvr>
                      <p:to>
                        <p:strVal val="visible"/>
                      </p:to>
                    </p:set>
                    <p:animEffect transition="in" filter="fade">
                      <p:cBhvr>
                        <p:cTn dur="500"/>
                        <p:tgtEl>
                          <p:spTgt spid="5"/>
                        </p:tgtEl>
                      </p:cBhvr>
                    </p:animEffect>
                  </p:childTnLst>
                </p:cTn>
              </p:par>
            </p:tnLst>
          </p:tmpl>
        </p:tmplLst>
      </p:bldP>
      <p:bldP spid="10" grpId="0" build="p">
        <p:tmplLst>
          <p:tmpl lvl="1">
            <p:tnLst>
              <p:par>
                <p:cTn presetID="42" presetClass="entr" presetSubtype="0" fill="hold" nodeType="withEffect">
                  <p:stCondLst>
                    <p:cond delay="200"/>
                  </p:stCondLst>
                  <p:childTnLst>
                    <p:set>
                      <p:cBhvr>
                        <p:cTn dur="1" fill="hold">
                          <p:stCondLst>
                            <p:cond delay="0"/>
                          </p:stCondLst>
                        </p:cTn>
                        <p:tgtEl>
                          <p:spTgt spid="10"/>
                        </p:tgtEl>
                        <p:attrNameLst>
                          <p:attrName>style.visibility</p:attrName>
                        </p:attrNameLst>
                      </p:cBhvr>
                      <p:to>
                        <p:strVal val="visible"/>
                      </p:to>
                    </p:set>
                    <p:animEffect transition="in" filter="fade">
                      <p:cBhvr>
                        <p:cTn dur="400"/>
                        <p:tgtEl>
                          <p:spTgt spid="10"/>
                        </p:tgtEl>
                      </p:cBhvr>
                    </p:animEffect>
                    <p:anim calcmode="lin" valueType="num">
                      <p:cBhvr>
                        <p:cTn dur="400" fill="hold"/>
                        <p:tgtEl>
                          <p:spTgt spid="10"/>
                        </p:tgtEl>
                        <p:attrNameLst>
                          <p:attrName>ppt_x</p:attrName>
                        </p:attrNameLst>
                      </p:cBhvr>
                      <p:tavLst>
                        <p:tav tm="0">
                          <p:val>
                            <p:strVal val="#ppt_x"/>
                          </p:val>
                        </p:tav>
                        <p:tav tm="100000">
                          <p:val>
                            <p:strVal val="#ppt_x"/>
                          </p:val>
                        </p:tav>
                      </p:tavLst>
                    </p:anim>
                    <p:anim calcmode="lin" valueType="num">
                      <p:cBhvr>
                        <p:cTn dur="400" fill="hold"/>
                        <p:tgtEl>
                          <p:spTgt spid="10"/>
                        </p:tgtEl>
                        <p:attrNameLst>
                          <p:attrName>ppt_y</p:attrName>
                        </p:attrNameLst>
                      </p:cBhvr>
                      <p:tavLst>
                        <p:tav tm="0">
                          <p:val>
                            <p:strVal val="#ppt_y+.1"/>
                          </p:val>
                        </p:tav>
                        <p:tav tm="100000">
                          <p:val>
                            <p:strVal val="#ppt_y"/>
                          </p:val>
                        </p:tav>
                      </p:tavLst>
                    </p:anim>
                  </p:childTnLst>
                </p:cTn>
              </p:par>
            </p:tnLst>
          </p:tmpl>
        </p:tmplLst>
      </p:bldP>
      <p:bldP spid="11" grpId="0" build="p">
        <p:tmplLst>
          <p:tmpl lvl="1">
            <p:tnLst>
              <p:par>
                <p:cTn presetID="42" presetClass="entr" presetSubtype="0" fill="hold" nodeType="withEffect">
                  <p:stCondLst>
                    <p:cond delay="20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anim calcmode="lin" valueType="num">
                      <p:cBhvr>
                        <p:cTn dur="500" fill="hold"/>
                        <p:tgtEl>
                          <p:spTgt spid="11"/>
                        </p:tgtEl>
                        <p:attrNameLst>
                          <p:attrName>ppt_x</p:attrName>
                        </p:attrNameLst>
                      </p:cBhvr>
                      <p:tavLst>
                        <p:tav tm="0">
                          <p:val>
                            <p:strVal val="#ppt_x"/>
                          </p:val>
                        </p:tav>
                        <p:tav tm="100000">
                          <p:val>
                            <p:strVal val="#ppt_x"/>
                          </p:val>
                        </p:tav>
                      </p:tavLst>
                    </p:anim>
                    <p:anim calcmode="lin" valueType="num">
                      <p:cBhvr>
                        <p:cTn dur="500" fill="hold"/>
                        <p:tgtEl>
                          <p:spTgt spid="11"/>
                        </p:tgtEl>
                        <p:attrNameLst>
                          <p:attrName>ppt_y</p:attrName>
                        </p:attrNameLst>
                      </p:cBhvr>
                      <p:tavLst>
                        <p:tav tm="0">
                          <p:val>
                            <p:strVal val="#ppt_y+.1"/>
                          </p:val>
                        </p:tav>
                        <p:tav tm="100000">
                          <p:val>
                            <p:strVal val="#ppt_y"/>
                          </p:val>
                        </p:tav>
                      </p:tavLst>
                    </p:anim>
                  </p:childTnLst>
                </p:cTn>
              </p:par>
            </p:tnLst>
          </p:tmpl>
        </p:tmplLst>
      </p:bldP>
      <p:bldP spid="12" grpId="0" build="p">
        <p:tmplLst>
          <p:tmpl lvl="1">
            <p:tnLst>
              <p:par>
                <p:cTn presetID="10" presetClass="entr" presetSubtype="0" fill="hold" nodeType="withEffect">
                  <p:stCondLst>
                    <p:cond delay="80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childTnLst>
                </p:cTn>
              </p:par>
            </p:tnLst>
          </p:tmpl>
        </p:tmplLst>
      </p:bldP>
    </p:bldLst>
  </p:timing>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Services slide 1">
    <p:spTree>
      <p:nvGrpSpPr>
        <p:cNvPr id="1" name=""/>
        <p:cNvGrpSpPr/>
        <p:nvPr/>
      </p:nvGrpSpPr>
      <p:grpSpPr>
        <a:xfrm>
          <a:off x="0" y="0"/>
          <a:ext cx="0" cy="0"/>
          <a:chOff x="0" y="0"/>
          <a:chExt cx="0" cy="0"/>
        </a:xfrm>
      </p:grpSpPr>
      <p:sp>
        <p:nvSpPr>
          <p:cNvPr id="2" name="Rectangle 1"/>
          <p:cNvSpPr/>
          <p:nvPr userDrawn="1"/>
        </p:nvSpPr>
        <p:spPr>
          <a:xfrm>
            <a:off x="1" y="1965961"/>
            <a:ext cx="12192000" cy="2801723"/>
          </a:xfrm>
          <a:prstGeom prst="rect">
            <a:avLst/>
          </a:prstGeom>
          <a:solidFill>
            <a:schemeClr val="accent1">
              <a:lumMod val="5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9"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13" name="Text Placeholder 7"/>
          <p:cNvSpPr>
            <a:spLocks noGrp="1"/>
          </p:cNvSpPr>
          <p:nvPr>
            <p:ph type="body" sz="quarter" idx="39" hasCustomPrompt="1"/>
          </p:nvPr>
        </p:nvSpPr>
        <p:spPr>
          <a:xfrm>
            <a:off x="1209325" y="2221081"/>
            <a:ext cx="1205083" cy="1009799"/>
          </a:xfrm>
          <a:prstGeom prst="rect">
            <a:avLst/>
          </a:prstGeom>
        </p:spPr>
        <p:txBody>
          <a:bodyPr vert="horz" lIns="0" tIns="103884" rIns="0" bIns="103884" anchor="ctr"/>
          <a:lstStyle>
            <a:lvl1pPr marL="0" indent="0" algn="ctr">
              <a:lnSpc>
                <a:spcPct val="100000"/>
              </a:lnSpc>
              <a:spcBef>
                <a:spcPts val="0"/>
              </a:spcBef>
              <a:buNone/>
              <a:defRPr sz="4800" b="1">
                <a:solidFill>
                  <a:schemeClr val="accent2"/>
                </a:solidFill>
                <a:latin typeface="FontAwesome"/>
                <a:cs typeface="FontAwesome"/>
              </a:defRPr>
            </a:lvl1pPr>
          </a:lstStyle>
          <a:p>
            <a:pPr lvl="0"/>
            <a:r>
              <a:rPr lang="es-ES_tradnl" dirty="0" err="1" smtClean="0"/>
              <a:t>icon</a:t>
            </a:r>
            <a:endParaRPr lang="es-ES_tradnl" dirty="0" smtClean="0"/>
          </a:p>
        </p:txBody>
      </p:sp>
      <p:sp>
        <p:nvSpPr>
          <p:cNvPr id="14" name="Text Placeholder 7"/>
          <p:cNvSpPr>
            <a:spLocks noGrp="1"/>
          </p:cNvSpPr>
          <p:nvPr>
            <p:ph type="body" sz="quarter" idx="18" hasCustomPrompt="1"/>
          </p:nvPr>
        </p:nvSpPr>
        <p:spPr>
          <a:xfrm>
            <a:off x="569383" y="3251305"/>
            <a:ext cx="2393948" cy="4317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bg1"/>
                </a:solidFill>
                <a:latin typeface="Lato Light"/>
                <a:cs typeface="Lato Light"/>
              </a:defRPr>
            </a:lvl1pPr>
          </a:lstStyle>
          <a:p>
            <a:pPr lvl="0"/>
            <a:r>
              <a:rPr lang="es-ES_tradnl" dirty="0" err="1" smtClean="0"/>
              <a:t>Name</a:t>
            </a:r>
            <a:r>
              <a:rPr lang="es-ES_tradnl" dirty="0" smtClean="0"/>
              <a:t> </a:t>
            </a:r>
            <a:r>
              <a:rPr lang="es-ES_tradnl" dirty="0" err="1" smtClean="0"/>
              <a:t>here</a:t>
            </a:r>
            <a:endParaRPr lang="es-ES_tradnl" dirty="0" smtClean="0"/>
          </a:p>
        </p:txBody>
      </p:sp>
      <p:sp>
        <p:nvSpPr>
          <p:cNvPr id="15" name="Text Placeholder 2"/>
          <p:cNvSpPr>
            <a:spLocks noGrp="1"/>
          </p:cNvSpPr>
          <p:nvPr>
            <p:ph type="body" sz="quarter" idx="40" hasCustomPrompt="1"/>
          </p:nvPr>
        </p:nvSpPr>
        <p:spPr>
          <a:xfrm>
            <a:off x="552452" y="3713565"/>
            <a:ext cx="2410881" cy="779972"/>
          </a:xfrm>
          <a:prstGeom prst="rect">
            <a:avLst/>
          </a:prstGeom>
        </p:spPr>
        <p:txBody>
          <a:bodyPr vert="horz" lIns="0" tIns="0" rIns="0" bIns="0"/>
          <a:lstStyle>
            <a:lvl1pPr marL="0" indent="0" algn="ctr">
              <a:lnSpc>
                <a:spcPct val="130000"/>
              </a:lnSpc>
              <a:buNone/>
              <a:defRPr sz="1080">
                <a:solidFill>
                  <a:schemeClr val="bg1"/>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endParaRPr lang="en-US" dirty="0" smtClean="0"/>
          </a:p>
        </p:txBody>
      </p:sp>
      <p:sp>
        <p:nvSpPr>
          <p:cNvPr id="16" name="Text Placeholder 7"/>
          <p:cNvSpPr>
            <a:spLocks noGrp="1"/>
          </p:cNvSpPr>
          <p:nvPr>
            <p:ph type="body" sz="quarter" idx="41" hasCustomPrompt="1"/>
          </p:nvPr>
        </p:nvSpPr>
        <p:spPr>
          <a:xfrm>
            <a:off x="4054125" y="2221081"/>
            <a:ext cx="1205083" cy="1009799"/>
          </a:xfrm>
          <a:prstGeom prst="rect">
            <a:avLst/>
          </a:prstGeom>
        </p:spPr>
        <p:txBody>
          <a:bodyPr vert="horz" lIns="0" tIns="103884" rIns="0" bIns="103884" anchor="ctr"/>
          <a:lstStyle>
            <a:lvl1pPr marL="0" indent="0" algn="ctr">
              <a:lnSpc>
                <a:spcPct val="100000"/>
              </a:lnSpc>
              <a:spcBef>
                <a:spcPts val="0"/>
              </a:spcBef>
              <a:buNone/>
              <a:defRPr sz="4800" b="1">
                <a:solidFill>
                  <a:schemeClr val="accent3"/>
                </a:solidFill>
                <a:latin typeface="FontAwesome"/>
                <a:cs typeface="FontAwesome"/>
              </a:defRPr>
            </a:lvl1pPr>
          </a:lstStyle>
          <a:p>
            <a:pPr lvl="0"/>
            <a:r>
              <a:rPr lang="es-ES_tradnl" dirty="0" err="1" smtClean="0"/>
              <a:t>icon</a:t>
            </a:r>
            <a:endParaRPr lang="es-ES_tradnl" dirty="0" smtClean="0"/>
          </a:p>
        </p:txBody>
      </p:sp>
      <p:sp>
        <p:nvSpPr>
          <p:cNvPr id="17" name="Text Placeholder 7"/>
          <p:cNvSpPr>
            <a:spLocks noGrp="1"/>
          </p:cNvSpPr>
          <p:nvPr>
            <p:ph type="body" sz="quarter" idx="42" hasCustomPrompt="1"/>
          </p:nvPr>
        </p:nvSpPr>
        <p:spPr>
          <a:xfrm>
            <a:off x="3414183" y="3251305"/>
            <a:ext cx="2393948" cy="4317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bg1"/>
                </a:solidFill>
                <a:latin typeface="Lato Light"/>
                <a:cs typeface="Lato Light"/>
              </a:defRPr>
            </a:lvl1pPr>
          </a:lstStyle>
          <a:p>
            <a:pPr lvl="0"/>
            <a:r>
              <a:rPr lang="es-ES_tradnl" dirty="0" err="1" smtClean="0"/>
              <a:t>Name</a:t>
            </a:r>
            <a:r>
              <a:rPr lang="es-ES_tradnl" dirty="0" smtClean="0"/>
              <a:t> </a:t>
            </a:r>
            <a:r>
              <a:rPr lang="es-ES_tradnl" dirty="0" err="1" smtClean="0"/>
              <a:t>here</a:t>
            </a:r>
            <a:endParaRPr lang="es-ES_tradnl" dirty="0" smtClean="0"/>
          </a:p>
        </p:txBody>
      </p:sp>
      <p:sp>
        <p:nvSpPr>
          <p:cNvPr id="18" name="Text Placeholder 2"/>
          <p:cNvSpPr>
            <a:spLocks noGrp="1"/>
          </p:cNvSpPr>
          <p:nvPr>
            <p:ph type="body" sz="quarter" idx="43" hasCustomPrompt="1"/>
          </p:nvPr>
        </p:nvSpPr>
        <p:spPr>
          <a:xfrm>
            <a:off x="3397252" y="3713565"/>
            <a:ext cx="2410881" cy="779972"/>
          </a:xfrm>
          <a:prstGeom prst="rect">
            <a:avLst/>
          </a:prstGeom>
        </p:spPr>
        <p:txBody>
          <a:bodyPr vert="horz" lIns="0" tIns="0" rIns="0" bIns="0"/>
          <a:lstStyle>
            <a:lvl1pPr marL="0" indent="0" algn="ctr">
              <a:lnSpc>
                <a:spcPct val="130000"/>
              </a:lnSpc>
              <a:buNone/>
              <a:defRPr sz="1080">
                <a:solidFill>
                  <a:schemeClr val="bg1"/>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endParaRPr lang="en-US" dirty="0" smtClean="0"/>
          </a:p>
        </p:txBody>
      </p:sp>
      <p:sp>
        <p:nvSpPr>
          <p:cNvPr id="19" name="Text Placeholder 7"/>
          <p:cNvSpPr>
            <a:spLocks noGrp="1"/>
          </p:cNvSpPr>
          <p:nvPr>
            <p:ph type="body" sz="quarter" idx="44" hasCustomPrompt="1"/>
          </p:nvPr>
        </p:nvSpPr>
        <p:spPr>
          <a:xfrm>
            <a:off x="6932792" y="2221081"/>
            <a:ext cx="1205083" cy="1009799"/>
          </a:xfrm>
          <a:prstGeom prst="rect">
            <a:avLst/>
          </a:prstGeom>
        </p:spPr>
        <p:txBody>
          <a:bodyPr vert="horz" lIns="0" tIns="103884" rIns="0" bIns="103884" anchor="ctr"/>
          <a:lstStyle>
            <a:lvl1pPr marL="0" indent="0" algn="ctr">
              <a:lnSpc>
                <a:spcPct val="100000"/>
              </a:lnSpc>
              <a:spcBef>
                <a:spcPts val="0"/>
              </a:spcBef>
              <a:buNone/>
              <a:defRPr sz="4800" b="1">
                <a:solidFill>
                  <a:schemeClr val="accent4"/>
                </a:solidFill>
                <a:latin typeface="FontAwesome"/>
                <a:cs typeface="FontAwesome"/>
              </a:defRPr>
            </a:lvl1pPr>
          </a:lstStyle>
          <a:p>
            <a:pPr lvl="0"/>
            <a:r>
              <a:rPr lang="es-ES_tradnl" dirty="0" err="1" smtClean="0"/>
              <a:t>icon</a:t>
            </a:r>
            <a:endParaRPr lang="es-ES_tradnl" dirty="0" smtClean="0"/>
          </a:p>
        </p:txBody>
      </p:sp>
      <p:sp>
        <p:nvSpPr>
          <p:cNvPr id="20" name="Text Placeholder 7"/>
          <p:cNvSpPr>
            <a:spLocks noGrp="1"/>
          </p:cNvSpPr>
          <p:nvPr>
            <p:ph type="body" sz="quarter" idx="45" hasCustomPrompt="1"/>
          </p:nvPr>
        </p:nvSpPr>
        <p:spPr>
          <a:xfrm>
            <a:off x="6292850" y="3251305"/>
            <a:ext cx="2393948" cy="4317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bg1"/>
                </a:solidFill>
                <a:latin typeface="Lato Light"/>
                <a:cs typeface="Lato Light"/>
              </a:defRPr>
            </a:lvl1pPr>
          </a:lstStyle>
          <a:p>
            <a:pPr lvl="0"/>
            <a:r>
              <a:rPr lang="es-ES_tradnl" dirty="0" err="1" smtClean="0"/>
              <a:t>Name</a:t>
            </a:r>
            <a:r>
              <a:rPr lang="es-ES_tradnl" dirty="0" smtClean="0"/>
              <a:t> </a:t>
            </a:r>
            <a:r>
              <a:rPr lang="es-ES_tradnl" dirty="0" err="1" smtClean="0"/>
              <a:t>here</a:t>
            </a:r>
            <a:endParaRPr lang="es-ES_tradnl" dirty="0" smtClean="0"/>
          </a:p>
        </p:txBody>
      </p:sp>
      <p:sp>
        <p:nvSpPr>
          <p:cNvPr id="21" name="Text Placeholder 2"/>
          <p:cNvSpPr>
            <a:spLocks noGrp="1"/>
          </p:cNvSpPr>
          <p:nvPr>
            <p:ph type="body" sz="quarter" idx="46" hasCustomPrompt="1"/>
          </p:nvPr>
        </p:nvSpPr>
        <p:spPr>
          <a:xfrm>
            <a:off x="6275918" y="3713565"/>
            <a:ext cx="2410881" cy="779972"/>
          </a:xfrm>
          <a:prstGeom prst="rect">
            <a:avLst/>
          </a:prstGeom>
        </p:spPr>
        <p:txBody>
          <a:bodyPr vert="horz" lIns="0" tIns="0" rIns="0" bIns="0"/>
          <a:lstStyle>
            <a:lvl1pPr marL="0" indent="0" algn="ctr">
              <a:lnSpc>
                <a:spcPct val="130000"/>
              </a:lnSpc>
              <a:buNone/>
              <a:defRPr sz="1080">
                <a:solidFill>
                  <a:schemeClr val="bg1"/>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endParaRPr lang="en-US" dirty="0" smtClean="0"/>
          </a:p>
        </p:txBody>
      </p:sp>
      <p:sp>
        <p:nvSpPr>
          <p:cNvPr id="22" name="Text Placeholder 7"/>
          <p:cNvSpPr>
            <a:spLocks noGrp="1"/>
          </p:cNvSpPr>
          <p:nvPr>
            <p:ph type="body" sz="quarter" idx="47" hasCustomPrompt="1"/>
          </p:nvPr>
        </p:nvSpPr>
        <p:spPr>
          <a:xfrm>
            <a:off x="9822044" y="2221081"/>
            <a:ext cx="1205083" cy="1009799"/>
          </a:xfrm>
          <a:prstGeom prst="rect">
            <a:avLst/>
          </a:prstGeom>
        </p:spPr>
        <p:txBody>
          <a:bodyPr vert="horz" lIns="0" tIns="103884" rIns="0" bIns="103884" anchor="ctr"/>
          <a:lstStyle>
            <a:lvl1pPr marL="0" indent="0" algn="ctr">
              <a:lnSpc>
                <a:spcPct val="100000"/>
              </a:lnSpc>
              <a:spcBef>
                <a:spcPts val="0"/>
              </a:spcBef>
              <a:buNone/>
              <a:defRPr sz="4800" b="1">
                <a:solidFill>
                  <a:schemeClr val="accent5"/>
                </a:solidFill>
                <a:latin typeface="FontAwesome"/>
                <a:cs typeface="FontAwesome"/>
              </a:defRPr>
            </a:lvl1pPr>
          </a:lstStyle>
          <a:p>
            <a:pPr lvl="0"/>
            <a:r>
              <a:rPr lang="es-ES_tradnl" dirty="0" err="1" smtClean="0"/>
              <a:t>icon</a:t>
            </a:r>
            <a:endParaRPr lang="es-ES_tradnl" dirty="0" smtClean="0"/>
          </a:p>
        </p:txBody>
      </p:sp>
      <p:sp>
        <p:nvSpPr>
          <p:cNvPr id="23" name="Text Placeholder 7"/>
          <p:cNvSpPr>
            <a:spLocks noGrp="1"/>
          </p:cNvSpPr>
          <p:nvPr>
            <p:ph type="body" sz="quarter" idx="48" hasCustomPrompt="1"/>
          </p:nvPr>
        </p:nvSpPr>
        <p:spPr>
          <a:xfrm>
            <a:off x="9182102" y="3251305"/>
            <a:ext cx="2393948" cy="4317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bg1"/>
                </a:solidFill>
                <a:latin typeface="Lato Light"/>
                <a:cs typeface="Lato Light"/>
              </a:defRPr>
            </a:lvl1pPr>
          </a:lstStyle>
          <a:p>
            <a:pPr lvl="0"/>
            <a:r>
              <a:rPr lang="es-ES_tradnl" dirty="0" err="1" smtClean="0"/>
              <a:t>Name</a:t>
            </a:r>
            <a:r>
              <a:rPr lang="es-ES_tradnl" dirty="0" smtClean="0"/>
              <a:t> </a:t>
            </a:r>
            <a:r>
              <a:rPr lang="es-ES_tradnl" dirty="0" err="1" smtClean="0"/>
              <a:t>here</a:t>
            </a:r>
            <a:endParaRPr lang="es-ES_tradnl" dirty="0" smtClean="0"/>
          </a:p>
        </p:txBody>
      </p:sp>
      <p:sp>
        <p:nvSpPr>
          <p:cNvPr id="24" name="Text Placeholder 2"/>
          <p:cNvSpPr>
            <a:spLocks noGrp="1"/>
          </p:cNvSpPr>
          <p:nvPr>
            <p:ph type="body" sz="quarter" idx="49" hasCustomPrompt="1"/>
          </p:nvPr>
        </p:nvSpPr>
        <p:spPr>
          <a:xfrm>
            <a:off x="9165170" y="3713565"/>
            <a:ext cx="2410881" cy="779972"/>
          </a:xfrm>
          <a:prstGeom prst="rect">
            <a:avLst/>
          </a:prstGeom>
        </p:spPr>
        <p:txBody>
          <a:bodyPr vert="horz" lIns="0" tIns="0" rIns="0" bIns="0"/>
          <a:lstStyle>
            <a:lvl1pPr marL="0" indent="0" algn="ctr">
              <a:lnSpc>
                <a:spcPct val="130000"/>
              </a:lnSpc>
              <a:buNone/>
              <a:defRPr sz="1080">
                <a:solidFill>
                  <a:schemeClr val="bg1"/>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endParaRPr lang="en-US" dirty="0" smtClean="0"/>
          </a:p>
        </p:txBody>
      </p:sp>
      <p:sp>
        <p:nvSpPr>
          <p:cNvPr id="25" name="Text Placeholder 2"/>
          <p:cNvSpPr>
            <a:spLocks noGrp="1"/>
          </p:cNvSpPr>
          <p:nvPr>
            <p:ph type="body" sz="quarter" idx="16" hasCustomPrompt="1"/>
          </p:nvPr>
        </p:nvSpPr>
        <p:spPr>
          <a:xfrm>
            <a:off x="591962" y="5356665"/>
            <a:ext cx="10973505" cy="779972"/>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a:t>
            </a:r>
          </a:p>
        </p:txBody>
      </p:sp>
    </p:spTree>
    <p:extLst>
      <p:ext uri="{BB962C8B-B14F-4D97-AF65-F5344CB8AC3E}">
        <p14:creationId xmlns:p14="http://schemas.microsoft.com/office/powerpoint/2010/main" val="38832618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700"/>
                            </p:stCondLst>
                            <p:childTnLst>
                              <p:par>
                                <p:cTn id="16" presetID="10" presetClass="entr" presetSubtype="0" fill="hold" grpId="0"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fade">
                                      <p:cBhvr>
                                        <p:cTn id="18" dur="500"/>
                                        <p:tgtEl>
                                          <p:spTgt spid="2"/>
                                        </p:tgtEl>
                                      </p:cBhvr>
                                    </p:animEffect>
                                  </p:childTnLst>
                                </p:cTn>
                              </p:par>
                            </p:childTnLst>
                          </p:cTn>
                        </p:par>
                        <p:par>
                          <p:cTn id="19" fill="hold">
                            <p:stCondLst>
                              <p:cond delay="1200"/>
                            </p:stCondLst>
                            <p:childTnLst>
                              <p:par>
                                <p:cTn id="20" presetID="53" presetClass="entr" presetSubtype="16" fill="hold" grpId="0" nodeType="afterEffect">
                                  <p:stCondLst>
                                    <p:cond delay="0"/>
                                  </p:stCondLst>
                                  <p:childTnLst>
                                    <p:set>
                                      <p:cBhvr>
                                        <p:cTn id="21" dur="1" fill="hold">
                                          <p:stCondLst>
                                            <p:cond delay="0"/>
                                          </p:stCondLst>
                                        </p:cTn>
                                        <p:tgtEl>
                                          <p:spTgt spid="13">
                                            <p:txEl>
                                              <p:pRg st="0" end="0"/>
                                            </p:txEl>
                                          </p:spTgt>
                                        </p:tgtEl>
                                        <p:attrNameLst>
                                          <p:attrName>style.visibility</p:attrName>
                                        </p:attrNameLst>
                                      </p:cBhvr>
                                      <p:to>
                                        <p:strVal val="visible"/>
                                      </p:to>
                                    </p:set>
                                    <p:anim calcmode="lin" valueType="num">
                                      <p:cBhvr>
                                        <p:cTn id="22" dur="3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3" dur="3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4" dur="300"/>
                                        <p:tgtEl>
                                          <p:spTgt spid="13">
                                            <p:txEl>
                                              <p:pRg st="0" end="0"/>
                                            </p:txEl>
                                          </p:spTgt>
                                        </p:tgtEl>
                                      </p:cBhvr>
                                    </p:animEffect>
                                  </p:childTnLst>
                                </p:cTn>
                              </p:par>
                              <p:par>
                                <p:cTn id="25" presetID="42" presetClass="entr" presetSubtype="0" fill="hold" grpId="0" nodeType="withEffect">
                                  <p:stCondLst>
                                    <p:cond delay="200"/>
                                  </p:stCondLst>
                                  <p:childTnLst>
                                    <p:set>
                                      <p:cBhvr>
                                        <p:cTn id="26" dur="1" fill="hold">
                                          <p:stCondLst>
                                            <p:cond delay="0"/>
                                          </p:stCondLst>
                                        </p:cTn>
                                        <p:tgtEl>
                                          <p:spTgt spid="14">
                                            <p:txEl>
                                              <p:pRg st="0" end="0"/>
                                            </p:txEl>
                                          </p:spTgt>
                                        </p:tgtEl>
                                        <p:attrNameLst>
                                          <p:attrName>style.visibility</p:attrName>
                                        </p:attrNameLst>
                                      </p:cBhvr>
                                      <p:to>
                                        <p:strVal val="visible"/>
                                      </p:to>
                                    </p:set>
                                    <p:animEffect transition="in" filter="fade">
                                      <p:cBhvr>
                                        <p:cTn id="27" dur="400"/>
                                        <p:tgtEl>
                                          <p:spTgt spid="14">
                                            <p:txEl>
                                              <p:pRg st="0" end="0"/>
                                            </p:txEl>
                                          </p:spTgt>
                                        </p:tgtEl>
                                      </p:cBhvr>
                                    </p:animEffect>
                                    <p:anim calcmode="lin" valueType="num">
                                      <p:cBhvr>
                                        <p:cTn id="28" dur="4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29" dur="400" fill="hold"/>
                                        <p:tgtEl>
                                          <p:spTgt spid="14">
                                            <p:txEl>
                                              <p:pRg st="0" end="0"/>
                                            </p:txEl>
                                          </p:spTgt>
                                        </p:tgtEl>
                                        <p:attrNameLst>
                                          <p:attrName>ppt_y</p:attrName>
                                        </p:attrNameLst>
                                      </p:cBhvr>
                                      <p:tavLst>
                                        <p:tav tm="0">
                                          <p:val>
                                            <p:strVal val="#ppt_y+.1"/>
                                          </p:val>
                                        </p:tav>
                                        <p:tav tm="100000">
                                          <p:val>
                                            <p:strVal val="#ppt_y"/>
                                          </p:val>
                                        </p:tav>
                                      </p:tavLst>
                                    </p:anim>
                                  </p:childTnLst>
                                </p:cTn>
                              </p:par>
                              <p:par>
                                <p:cTn id="30" presetID="10" presetClass="entr" presetSubtype="0" fill="hold" grpId="0" nodeType="withEffect">
                                  <p:stCondLst>
                                    <p:cond delay="800"/>
                                  </p:stCondLst>
                                  <p:childTnLst>
                                    <p:set>
                                      <p:cBhvr>
                                        <p:cTn id="31" dur="1" fill="hold">
                                          <p:stCondLst>
                                            <p:cond delay="0"/>
                                          </p:stCondLst>
                                        </p:cTn>
                                        <p:tgtEl>
                                          <p:spTgt spid="15">
                                            <p:txEl>
                                              <p:pRg st="0" end="0"/>
                                            </p:txEl>
                                          </p:spTgt>
                                        </p:tgtEl>
                                        <p:attrNameLst>
                                          <p:attrName>style.visibility</p:attrName>
                                        </p:attrNameLst>
                                      </p:cBhvr>
                                      <p:to>
                                        <p:strVal val="visible"/>
                                      </p:to>
                                    </p:set>
                                    <p:animEffect transition="in" filter="fade">
                                      <p:cBhvr>
                                        <p:cTn id="32" dur="500"/>
                                        <p:tgtEl>
                                          <p:spTgt spid="15">
                                            <p:txEl>
                                              <p:pRg st="0" end="0"/>
                                            </p:txEl>
                                          </p:spTgt>
                                        </p:tgtEl>
                                      </p:cBhvr>
                                    </p:animEffect>
                                  </p:childTnLst>
                                </p:cTn>
                              </p:par>
                            </p:childTnLst>
                          </p:cTn>
                        </p:par>
                        <p:par>
                          <p:cTn id="33" fill="hold">
                            <p:stCondLst>
                              <p:cond delay="2500"/>
                            </p:stCondLst>
                            <p:childTnLst>
                              <p:par>
                                <p:cTn id="34" presetID="53" presetClass="entr" presetSubtype="16" fill="hold" grpId="0" nodeType="afterEffect">
                                  <p:stCondLst>
                                    <p:cond delay="0"/>
                                  </p:stCondLst>
                                  <p:childTnLst>
                                    <p:set>
                                      <p:cBhvr>
                                        <p:cTn id="35" dur="1" fill="hold">
                                          <p:stCondLst>
                                            <p:cond delay="0"/>
                                          </p:stCondLst>
                                        </p:cTn>
                                        <p:tgtEl>
                                          <p:spTgt spid="16">
                                            <p:txEl>
                                              <p:pRg st="0" end="0"/>
                                            </p:txEl>
                                          </p:spTgt>
                                        </p:tgtEl>
                                        <p:attrNameLst>
                                          <p:attrName>style.visibility</p:attrName>
                                        </p:attrNameLst>
                                      </p:cBhvr>
                                      <p:to>
                                        <p:strVal val="visible"/>
                                      </p:to>
                                    </p:set>
                                    <p:anim calcmode="lin" valueType="num">
                                      <p:cBhvr>
                                        <p:cTn id="36" dur="300" fill="hold"/>
                                        <p:tgtEl>
                                          <p:spTgt spid="16">
                                            <p:txEl>
                                              <p:pRg st="0" end="0"/>
                                            </p:txEl>
                                          </p:spTgt>
                                        </p:tgtEl>
                                        <p:attrNameLst>
                                          <p:attrName>ppt_w</p:attrName>
                                        </p:attrNameLst>
                                      </p:cBhvr>
                                      <p:tavLst>
                                        <p:tav tm="0">
                                          <p:val>
                                            <p:fltVal val="0"/>
                                          </p:val>
                                        </p:tav>
                                        <p:tav tm="100000">
                                          <p:val>
                                            <p:strVal val="#ppt_w"/>
                                          </p:val>
                                        </p:tav>
                                      </p:tavLst>
                                    </p:anim>
                                    <p:anim calcmode="lin" valueType="num">
                                      <p:cBhvr>
                                        <p:cTn id="37" dur="300" fill="hold"/>
                                        <p:tgtEl>
                                          <p:spTgt spid="16">
                                            <p:txEl>
                                              <p:pRg st="0" end="0"/>
                                            </p:txEl>
                                          </p:spTgt>
                                        </p:tgtEl>
                                        <p:attrNameLst>
                                          <p:attrName>ppt_h</p:attrName>
                                        </p:attrNameLst>
                                      </p:cBhvr>
                                      <p:tavLst>
                                        <p:tav tm="0">
                                          <p:val>
                                            <p:fltVal val="0"/>
                                          </p:val>
                                        </p:tav>
                                        <p:tav tm="100000">
                                          <p:val>
                                            <p:strVal val="#ppt_h"/>
                                          </p:val>
                                        </p:tav>
                                      </p:tavLst>
                                    </p:anim>
                                    <p:animEffect transition="in" filter="fade">
                                      <p:cBhvr>
                                        <p:cTn id="38" dur="300"/>
                                        <p:tgtEl>
                                          <p:spTgt spid="16">
                                            <p:txEl>
                                              <p:pRg st="0" end="0"/>
                                            </p:txEl>
                                          </p:spTgt>
                                        </p:tgtEl>
                                      </p:cBhvr>
                                    </p:animEffect>
                                  </p:childTnLst>
                                </p:cTn>
                              </p:par>
                              <p:par>
                                <p:cTn id="39" presetID="42" presetClass="entr" presetSubtype="0" fill="hold" grpId="0" nodeType="withEffect">
                                  <p:stCondLst>
                                    <p:cond delay="200"/>
                                  </p:stCondLst>
                                  <p:childTnLst>
                                    <p:set>
                                      <p:cBhvr>
                                        <p:cTn id="40" dur="1" fill="hold">
                                          <p:stCondLst>
                                            <p:cond delay="0"/>
                                          </p:stCondLst>
                                        </p:cTn>
                                        <p:tgtEl>
                                          <p:spTgt spid="17">
                                            <p:txEl>
                                              <p:pRg st="0" end="0"/>
                                            </p:txEl>
                                          </p:spTgt>
                                        </p:tgtEl>
                                        <p:attrNameLst>
                                          <p:attrName>style.visibility</p:attrName>
                                        </p:attrNameLst>
                                      </p:cBhvr>
                                      <p:to>
                                        <p:strVal val="visible"/>
                                      </p:to>
                                    </p:set>
                                    <p:animEffect transition="in" filter="fade">
                                      <p:cBhvr>
                                        <p:cTn id="41" dur="400"/>
                                        <p:tgtEl>
                                          <p:spTgt spid="17">
                                            <p:txEl>
                                              <p:pRg st="0" end="0"/>
                                            </p:txEl>
                                          </p:spTgt>
                                        </p:tgtEl>
                                      </p:cBhvr>
                                    </p:animEffect>
                                    <p:anim calcmode="lin" valueType="num">
                                      <p:cBhvr>
                                        <p:cTn id="42" dur="40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43" dur="400" fill="hold"/>
                                        <p:tgtEl>
                                          <p:spTgt spid="17">
                                            <p:txEl>
                                              <p:pRg st="0" end="0"/>
                                            </p:txEl>
                                          </p:spTgt>
                                        </p:tgtEl>
                                        <p:attrNameLst>
                                          <p:attrName>ppt_y</p:attrName>
                                        </p:attrNameLst>
                                      </p:cBhvr>
                                      <p:tavLst>
                                        <p:tav tm="0">
                                          <p:val>
                                            <p:strVal val="#ppt_y+.1"/>
                                          </p:val>
                                        </p:tav>
                                        <p:tav tm="100000">
                                          <p:val>
                                            <p:strVal val="#ppt_y"/>
                                          </p:val>
                                        </p:tav>
                                      </p:tavLst>
                                    </p:anim>
                                  </p:childTnLst>
                                </p:cTn>
                              </p:par>
                              <p:par>
                                <p:cTn id="44" presetID="10" presetClass="entr" presetSubtype="0" fill="hold" grpId="0" nodeType="withEffect">
                                  <p:stCondLst>
                                    <p:cond delay="800"/>
                                  </p:stCondLst>
                                  <p:childTnLst>
                                    <p:set>
                                      <p:cBhvr>
                                        <p:cTn id="45" dur="1" fill="hold">
                                          <p:stCondLst>
                                            <p:cond delay="0"/>
                                          </p:stCondLst>
                                        </p:cTn>
                                        <p:tgtEl>
                                          <p:spTgt spid="18">
                                            <p:txEl>
                                              <p:pRg st="0" end="0"/>
                                            </p:txEl>
                                          </p:spTgt>
                                        </p:tgtEl>
                                        <p:attrNameLst>
                                          <p:attrName>style.visibility</p:attrName>
                                        </p:attrNameLst>
                                      </p:cBhvr>
                                      <p:to>
                                        <p:strVal val="visible"/>
                                      </p:to>
                                    </p:set>
                                    <p:animEffect transition="in" filter="fade">
                                      <p:cBhvr>
                                        <p:cTn id="46" dur="500"/>
                                        <p:tgtEl>
                                          <p:spTgt spid="18">
                                            <p:txEl>
                                              <p:pRg st="0" end="0"/>
                                            </p:txEl>
                                          </p:spTgt>
                                        </p:tgtEl>
                                      </p:cBhvr>
                                    </p:animEffect>
                                  </p:childTnLst>
                                </p:cTn>
                              </p:par>
                            </p:childTnLst>
                          </p:cTn>
                        </p:par>
                        <p:par>
                          <p:cTn id="47" fill="hold">
                            <p:stCondLst>
                              <p:cond delay="3800"/>
                            </p:stCondLst>
                            <p:childTnLst>
                              <p:par>
                                <p:cTn id="48" presetID="53" presetClass="entr" presetSubtype="16" fill="hold" grpId="0" nodeType="afterEffect">
                                  <p:stCondLst>
                                    <p:cond delay="0"/>
                                  </p:stCondLst>
                                  <p:childTnLst>
                                    <p:set>
                                      <p:cBhvr>
                                        <p:cTn id="49" dur="1" fill="hold">
                                          <p:stCondLst>
                                            <p:cond delay="0"/>
                                          </p:stCondLst>
                                        </p:cTn>
                                        <p:tgtEl>
                                          <p:spTgt spid="19">
                                            <p:txEl>
                                              <p:pRg st="0" end="0"/>
                                            </p:txEl>
                                          </p:spTgt>
                                        </p:tgtEl>
                                        <p:attrNameLst>
                                          <p:attrName>style.visibility</p:attrName>
                                        </p:attrNameLst>
                                      </p:cBhvr>
                                      <p:to>
                                        <p:strVal val="visible"/>
                                      </p:to>
                                    </p:set>
                                    <p:anim calcmode="lin" valueType="num">
                                      <p:cBhvr>
                                        <p:cTn id="50" dur="3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51" dur="3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52" dur="300"/>
                                        <p:tgtEl>
                                          <p:spTgt spid="19">
                                            <p:txEl>
                                              <p:pRg st="0" end="0"/>
                                            </p:txEl>
                                          </p:spTgt>
                                        </p:tgtEl>
                                      </p:cBhvr>
                                    </p:animEffect>
                                  </p:childTnLst>
                                </p:cTn>
                              </p:par>
                              <p:par>
                                <p:cTn id="53" presetID="42" presetClass="entr" presetSubtype="0" fill="hold" grpId="0" nodeType="withEffect">
                                  <p:stCondLst>
                                    <p:cond delay="200"/>
                                  </p:stCondLst>
                                  <p:childTnLst>
                                    <p:set>
                                      <p:cBhvr>
                                        <p:cTn id="54" dur="1" fill="hold">
                                          <p:stCondLst>
                                            <p:cond delay="0"/>
                                          </p:stCondLst>
                                        </p:cTn>
                                        <p:tgtEl>
                                          <p:spTgt spid="20">
                                            <p:txEl>
                                              <p:pRg st="0" end="0"/>
                                            </p:txEl>
                                          </p:spTgt>
                                        </p:tgtEl>
                                        <p:attrNameLst>
                                          <p:attrName>style.visibility</p:attrName>
                                        </p:attrNameLst>
                                      </p:cBhvr>
                                      <p:to>
                                        <p:strVal val="visible"/>
                                      </p:to>
                                    </p:set>
                                    <p:animEffect transition="in" filter="fade">
                                      <p:cBhvr>
                                        <p:cTn id="55" dur="400"/>
                                        <p:tgtEl>
                                          <p:spTgt spid="20">
                                            <p:txEl>
                                              <p:pRg st="0" end="0"/>
                                            </p:txEl>
                                          </p:spTgt>
                                        </p:tgtEl>
                                      </p:cBhvr>
                                    </p:animEffect>
                                    <p:anim calcmode="lin" valueType="num">
                                      <p:cBhvr>
                                        <p:cTn id="56" dur="4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57" dur="400" fill="hold"/>
                                        <p:tgtEl>
                                          <p:spTgt spid="20">
                                            <p:txEl>
                                              <p:pRg st="0" end="0"/>
                                            </p:txEl>
                                          </p:spTgt>
                                        </p:tgtEl>
                                        <p:attrNameLst>
                                          <p:attrName>ppt_y</p:attrName>
                                        </p:attrNameLst>
                                      </p:cBhvr>
                                      <p:tavLst>
                                        <p:tav tm="0">
                                          <p:val>
                                            <p:strVal val="#ppt_y+.1"/>
                                          </p:val>
                                        </p:tav>
                                        <p:tav tm="100000">
                                          <p:val>
                                            <p:strVal val="#ppt_y"/>
                                          </p:val>
                                        </p:tav>
                                      </p:tavLst>
                                    </p:anim>
                                  </p:childTnLst>
                                </p:cTn>
                              </p:par>
                              <p:par>
                                <p:cTn id="58" presetID="10" presetClass="entr" presetSubtype="0" fill="hold" grpId="0" nodeType="withEffect">
                                  <p:stCondLst>
                                    <p:cond delay="800"/>
                                  </p:stCondLst>
                                  <p:childTnLst>
                                    <p:set>
                                      <p:cBhvr>
                                        <p:cTn id="59" dur="1" fill="hold">
                                          <p:stCondLst>
                                            <p:cond delay="0"/>
                                          </p:stCondLst>
                                        </p:cTn>
                                        <p:tgtEl>
                                          <p:spTgt spid="21">
                                            <p:txEl>
                                              <p:pRg st="0" end="0"/>
                                            </p:txEl>
                                          </p:spTgt>
                                        </p:tgtEl>
                                        <p:attrNameLst>
                                          <p:attrName>style.visibility</p:attrName>
                                        </p:attrNameLst>
                                      </p:cBhvr>
                                      <p:to>
                                        <p:strVal val="visible"/>
                                      </p:to>
                                    </p:set>
                                    <p:animEffect transition="in" filter="fade">
                                      <p:cBhvr>
                                        <p:cTn id="60" dur="500"/>
                                        <p:tgtEl>
                                          <p:spTgt spid="21">
                                            <p:txEl>
                                              <p:pRg st="0" end="0"/>
                                            </p:txEl>
                                          </p:spTgt>
                                        </p:tgtEl>
                                      </p:cBhvr>
                                    </p:animEffect>
                                  </p:childTnLst>
                                </p:cTn>
                              </p:par>
                            </p:childTnLst>
                          </p:cTn>
                        </p:par>
                        <p:par>
                          <p:cTn id="61" fill="hold">
                            <p:stCondLst>
                              <p:cond delay="5100"/>
                            </p:stCondLst>
                            <p:childTnLst>
                              <p:par>
                                <p:cTn id="62" presetID="53" presetClass="entr" presetSubtype="16" fill="hold" grpId="0" nodeType="afterEffect">
                                  <p:stCondLst>
                                    <p:cond delay="0"/>
                                  </p:stCondLst>
                                  <p:childTnLst>
                                    <p:set>
                                      <p:cBhvr>
                                        <p:cTn id="63" dur="1" fill="hold">
                                          <p:stCondLst>
                                            <p:cond delay="0"/>
                                          </p:stCondLst>
                                        </p:cTn>
                                        <p:tgtEl>
                                          <p:spTgt spid="22">
                                            <p:txEl>
                                              <p:pRg st="0" end="0"/>
                                            </p:txEl>
                                          </p:spTgt>
                                        </p:tgtEl>
                                        <p:attrNameLst>
                                          <p:attrName>style.visibility</p:attrName>
                                        </p:attrNameLst>
                                      </p:cBhvr>
                                      <p:to>
                                        <p:strVal val="visible"/>
                                      </p:to>
                                    </p:set>
                                    <p:anim calcmode="lin" valueType="num">
                                      <p:cBhvr>
                                        <p:cTn id="64" dur="3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65" dur="3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66" dur="300"/>
                                        <p:tgtEl>
                                          <p:spTgt spid="22">
                                            <p:txEl>
                                              <p:pRg st="0" end="0"/>
                                            </p:txEl>
                                          </p:spTgt>
                                        </p:tgtEl>
                                      </p:cBhvr>
                                    </p:animEffect>
                                  </p:childTnLst>
                                </p:cTn>
                              </p:par>
                              <p:par>
                                <p:cTn id="67" presetID="42" presetClass="entr" presetSubtype="0" fill="hold" grpId="0" nodeType="withEffect">
                                  <p:stCondLst>
                                    <p:cond delay="200"/>
                                  </p:stCondLst>
                                  <p:childTnLst>
                                    <p:set>
                                      <p:cBhvr>
                                        <p:cTn id="68" dur="1" fill="hold">
                                          <p:stCondLst>
                                            <p:cond delay="0"/>
                                          </p:stCondLst>
                                        </p:cTn>
                                        <p:tgtEl>
                                          <p:spTgt spid="23">
                                            <p:txEl>
                                              <p:pRg st="0" end="0"/>
                                            </p:txEl>
                                          </p:spTgt>
                                        </p:tgtEl>
                                        <p:attrNameLst>
                                          <p:attrName>style.visibility</p:attrName>
                                        </p:attrNameLst>
                                      </p:cBhvr>
                                      <p:to>
                                        <p:strVal val="visible"/>
                                      </p:to>
                                    </p:set>
                                    <p:animEffect transition="in" filter="fade">
                                      <p:cBhvr>
                                        <p:cTn id="69" dur="400"/>
                                        <p:tgtEl>
                                          <p:spTgt spid="23">
                                            <p:txEl>
                                              <p:pRg st="0" end="0"/>
                                            </p:txEl>
                                          </p:spTgt>
                                        </p:tgtEl>
                                      </p:cBhvr>
                                    </p:animEffect>
                                    <p:anim calcmode="lin" valueType="num">
                                      <p:cBhvr>
                                        <p:cTn id="70" dur="4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71" dur="400" fill="hold"/>
                                        <p:tgtEl>
                                          <p:spTgt spid="23">
                                            <p:txEl>
                                              <p:pRg st="0" end="0"/>
                                            </p:txEl>
                                          </p:spTgt>
                                        </p:tgtEl>
                                        <p:attrNameLst>
                                          <p:attrName>ppt_y</p:attrName>
                                        </p:attrNameLst>
                                      </p:cBhvr>
                                      <p:tavLst>
                                        <p:tav tm="0">
                                          <p:val>
                                            <p:strVal val="#ppt_y+.1"/>
                                          </p:val>
                                        </p:tav>
                                        <p:tav tm="100000">
                                          <p:val>
                                            <p:strVal val="#ppt_y"/>
                                          </p:val>
                                        </p:tav>
                                      </p:tavLst>
                                    </p:anim>
                                  </p:childTnLst>
                                </p:cTn>
                              </p:par>
                              <p:par>
                                <p:cTn id="72" presetID="10" presetClass="entr" presetSubtype="0" fill="hold" grpId="0" nodeType="withEffect">
                                  <p:stCondLst>
                                    <p:cond delay="800"/>
                                  </p:stCondLst>
                                  <p:childTnLst>
                                    <p:set>
                                      <p:cBhvr>
                                        <p:cTn id="73" dur="1" fill="hold">
                                          <p:stCondLst>
                                            <p:cond delay="0"/>
                                          </p:stCondLst>
                                        </p:cTn>
                                        <p:tgtEl>
                                          <p:spTgt spid="24">
                                            <p:txEl>
                                              <p:pRg st="0" end="0"/>
                                            </p:txEl>
                                          </p:spTgt>
                                        </p:tgtEl>
                                        <p:attrNameLst>
                                          <p:attrName>style.visibility</p:attrName>
                                        </p:attrNameLst>
                                      </p:cBhvr>
                                      <p:to>
                                        <p:strVal val="visible"/>
                                      </p:to>
                                    </p:set>
                                    <p:animEffect transition="in" filter="fade">
                                      <p:cBhvr>
                                        <p:cTn id="74" dur="500"/>
                                        <p:tgtEl>
                                          <p:spTgt spid="24">
                                            <p:txEl>
                                              <p:pRg st="0" end="0"/>
                                            </p:txEl>
                                          </p:spTgt>
                                        </p:tgtEl>
                                      </p:cBhvr>
                                    </p:animEffect>
                                  </p:childTnLst>
                                </p:cTn>
                              </p:par>
                              <p:par>
                                <p:cTn id="75" presetID="10" presetClass="entr" presetSubtype="0" fill="hold" grpId="0" nodeType="withEffect">
                                  <p:stCondLst>
                                    <p:cond delay="800"/>
                                  </p:stCondLst>
                                  <p:childTnLst>
                                    <p:set>
                                      <p:cBhvr>
                                        <p:cTn id="76" dur="1" fill="hold">
                                          <p:stCondLst>
                                            <p:cond delay="0"/>
                                          </p:stCondLst>
                                        </p:cTn>
                                        <p:tgtEl>
                                          <p:spTgt spid="25">
                                            <p:txEl>
                                              <p:pRg st="0" end="0"/>
                                            </p:txEl>
                                          </p:spTgt>
                                        </p:tgtEl>
                                        <p:attrNameLst>
                                          <p:attrName>style.visibility</p:attrName>
                                        </p:attrNameLst>
                                      </p:cBhvr>
                                      <p:to>
                                        <p:strVal val="visible"/>
                                      </p:to>
                                    </p:set>
                                    <p:animEffect transition="in" filter="fade">
                                      <p:cBhvr>
                                        <p:cTn id="77" dur="500"/>
                                        <p:tgtEl>
                                          <p:spTgt spid="2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p:cTn dur="300" fill="hold"/>
                        <p:tgtEl>
                          <p:spTgt spid="13"/>
                        </p:tgtEl>
                        <p:attrNameLst>
                          <p:attrName>ppt_w</p:attrName>
                        </p:attrNameLst>
                      </p:cBhvr>
                      <p:tavLst>
                        <p:tav tm="0">
                          <p:val>
                            <p:fltVal val="0"/>
                          </p:val>
                        </p:tav>
                        <p:tav tm="100000">
                          <p:val>
                            <p:strVal val="#ppt_w"/>
                          </p:val>
                        </p:tav>
                      </p:tavLst>
                    </p:anim>
                    <p:anim calcmode="lin" valueType="num">
                      <p:cBhvr>
                        <p:cTn dur="300" fill="hold"/>
                        <p:tgtEl>
                          <p:spTgt spid="13"/>
                        </p:tgtEl>
                        <p:attrNameLst>
                          <p:attrName>ppt_h</p:attrName>
                        </p:attrNameLst>
                      </p:cBhvr>
                      <p:tavLst>
                        <p:tav tm="0">
                          <p:val>
                            <p:fltVal val="0"/>
                          </p:val>
                        </p:tav>
                        <p:tav tm="100000">
                          <p:val>
                            <p:strVal val="#ppt_h"/>
                          </p:val>
                        </p:tav>
                      </p:tavLst>
                    </p:anim>
                    <p:animEffect transition="in" filter="fade">
                      <p:cBhvr>
                        <p:cTn dur="300"/>
                        <p:tgtEl>
                          <p:spTgt spid="13"/>
                        </p:tgtEl>
                      </p:cBhvr>
                    </p:animEffect>
                  </p:childTnLst>
                </p:cTn>
              </p:par>
            </p:tnLst>
          </p:tmpl>
        </p:tmplLst>
      </p:bldP>
      <p:bldP spid="14" grpId="0" build="p">
        <p:tmplLst>
          <p:tmpl lvl="1">
            <p:tnLst>
              <p:par>
                <p:cTn presetID="42" presetClass="entr" presetSubtype="0" fill="hold" nodeType="withEffect">
                  <p:stCondLst>
                    <p:cond delay="200"/>
                  </p:stCondLst>
                  <p:childTnLst>
                    <p:set>
                      <p:cBhvr>
                        <p:cTn dur="1" fill="hold">
                          <p:stCondLst>
                            <p:cond delay="0"/>
                          </p:stCondLst>
                        </p:cTn>
                        <p:tgtEl>
                          <p:spTgt spid="14"/>
                        </p:tgtEl>
                        <p:attrNameLst>
                          <p:attrName>style.visibility</p:attrName>
                        </p:attrNameLst>
                      </p:cBhvr>
                      <p:to>
                        <p:strVal val="visible"/>
                      </p:to>
                    </p:set>
                    <p:animEffect transition="in" filter="fade">
                      <p:cBhvr>
                        <p:cTn dur="400"/>
                        <p:tgtEl>
                          <p:spTgt spid="14"/>
                        </p:tgtEl>
                      </p:cBhvr>
                    </p:animEffect>
                    <p:anim calcmode="lin" valueType="num">
                      <p:cBhvr>
                        <p:cTn dur="400" fill="hold"/>
                        <p:tgtEl>
                          <p:spTgt spid="14"/>
                        </p:tgtEl>
                        <p:attrNameLst>
                          <p:attrName>ppt_x</p:attrName>
                        </p:attrNameLst>
                      </p:cBhvr>
                      <p:tavLst>
                        <p:tav tm="0">
                          <p:val>
                            <p:strVal val="#ppt_x"/>
                          </p:val>
                        </p:tav>
                        <p:tav tm="100000">
                          <p:val>
                            <p:strVal val="#ppt_x"/>
                          </p:val>
                        </p:tav>
                      </p:tavLst>
                    </p:anim>
                    <p:anim calcmode="lin" valueType="num">
                      <p:cBhvr>
                        <p:cTn dur="400" fill="hold"/>
                        <p:tgtEl>
                          <p:spTgt spid="14"/>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10" presetClass="entr" presetSubtype="0" fill="hold" nodeType="withEffect">
                  <p:stCondLst>
                    <p:cond delay="80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build="p">
        <p:tmplLst>
          <p:tmpl lvl="1">
            <p:tnLst>
              <p:par>
                <p:cTn presetID="53" presetClass="entr" presetSubtype="16"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 calcmode="lin" valueType="num">
                      <p:cBhvr>
                        <p:cTn dur="300" fill="hold"/>
                        <p:tgtEl>
                          <p:spTgt spid="16"/>
                        </p:tgtEl>
                        <p:attrNameLst>
                          <p:attrName>ppt_w</p:attrName>
                        </p:attrNameLst>
                      </p:cBhvr>
                      <p:tavLst>
                        <p:tav tm="0">
                          <p:val>
                            <p:fltVal val="0"/>
                          </p:val>
                        </p:tav>
                        <p:tav tm="100000">
                          <p:val>
                            <p:strVal val="#ppt_w"/>
                          </p:val>
                        </p:tav>
                      </p:tavLst>
                    </p:anim>
                    <p:anim calcmode="lin" valueType="num">
                      <p:cBhvr>
                        <p:cTn dur="300" fill="hold"/>
                        <p:tgtEl>
                          <p:spTgt spid="16"/>
                        </p:tgtEl>
                        <p:attrNameLst>
                          <p:attrName>ppt_h</p:attrName>
                        </p:attrNameLst>
                      </p:cBhvr>
                      <p:tavLst>
                        <p:tav tm="0">
                          <p:val>
                            <p:fltVal val="0"/>
                          </p:val>
                        </p:tav>
                        <p:tav tm="100000">
                          <p:val>
                            <p:strVal val="#ppt_h"/>
                          </p:val>
                        </p:tav>
                      </p:tavLst>
                    </p:anim>
                    <p:animEffect transition="in" filter="fade">
                      <p:cBhvr>
                        <p:cTn dur="300"/>
                        <p:tgtEl>
                          <p:spTgt spid="16"/>
                        </p:tgtEl>
                      </p:cBhvr>
                    </p:animEffect>
                  </p:childTnLst>
                </p:cTn>
              </p:par>
            </p:tnLst>
          </p:tmpl>
        </p:tmplLst>
      </p:bldP>
      <p:bldP spid="17" grpId="0" build="p">
        <p:tmplLst>
          <p:tmpl lvl="1">
            <p:tnLst>
              <p:par>
                <p:cTn presetID="42" presetClass="entr" presetSubtype="0" fill="hold" nodeType="withEffect">
                  <p:stCondLst>
                    <p:cond delay="200"/>
                  </p:stCondLst>
                  <p:childTnLst>
                    <p:set>
                      <p:cBhvr>
                        <p:cTn dur="1" fill="hold">
                          <p:stCondLst>
                            <p:cond delay="0"/>
                          </p:stCondLst>
                        </p:cTn>
                        <p:tgtEl>
                          <p:spTgt spid="17"/>
                        </p:tgtEl>
                        <p:attrNameLst>
                          <p:attrName>style.visibility</p:attrName>
                        </p:attrNameLst>
                      </p:cBhvr>
                      <p:to>
                        <p:strVal val="visible"/>
                      </p:to>
                    </p:set>
                    <p:animEffect transition="in" filter="fade">
                      <p:cBhvr>
                        <p:cTn dur="400"/>
                        <p:tgtEl>
                          <p:spTgt spid="17"/>
                        </p:tgtEl>
                      </p:cBhvr>
                    </p:animEffect>
                    <p:anim calcmode="lin" valueType="num">
                      <p:cBhvr>
                        <p:cTn dur="400" fill="hold"/>
                        <p:tgtEl>
                          <p:spTgt spid="17"/>
                        </p:tgtEl>
                        <p:attrNameLst>
                          <p:attrName>ppt_x</p:attrName>
                        </p:attrNameLst>
                      </p:cBhvr>
                      <p:tavLst>
                        <p:tav tm="0">
                          <p:val>
                            <p:strVal val="#ppt_x"/>
                          </p:val>
                        </p:tav>
                        <p:tav tm="100000">
                          <p:val>
                            <p:strVal val="#ppt_x"/>
                          </p:val>
                        </p:tav>
                      </p:tavLst>
                    </p:anim>
                    <p:anim calcmode="lin" valueType="num">
                      <p:cBhvr>
                        <p:cTn dur="400" fill="hold"/>
                        <p:tgtEl>
                          <p:spTgt spid="17"/>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10" presetClass="entr" presetSubtype="0" fill="hold" nodeType="withEffect">
                  <p:stCondLst>
                    <p:cond delay="80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53" presetClass="entr" presetSubtype="16"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 calcmode="lin" valueType="num">
                      <p:cBhvr>
                        <p:cTn dur="300" fill="hold"/>
                        <p:tgtEl>
                          <p:spTgt spid="19"/>
                        </p:tgtEl>
                        <p:attrNameLst>
                          <p:attrName>ppt_w</p:attrName>
                        </p:attrNameLst>
                      </p:cBhvr>
                      <p:tavLst>
                        <p:tav tm="0">
                          <p:val>
                            <p:fltVal val="0"/>
                          </p:val>
                        </p:tav>
                        <p:tav tm="100000">
                          <p:val>
                            <p:strVal val="#ppt_w"/>
                          </p:val>
                        </p:tav>
                      </p:tavLst>
                    </p:anim>
                    <p:anim calcmode="lin" valueType="num">
                      <p:cBhvr>
                        <p:cTn dur="300" fill="hold"/>
                        <p:tgtEl>
                          <p:spTgt spid="19"/>
                        </p:tgtEl>
                        <p:attrNameLst>
                          <p:attrName>ppt_h</p:attrName>
                        </p:attrNameLst>
                      </p:cBhvr>
                      <p:tavLst>
                        <p:tav tm="0">
                          <p:val>
                            <p:fltVal val="0"/>
                          </p:val>
                        </p:tav>
                        <p:tav tm="100000">
                          <p:val>
                            <p:strVal val="#ppt_h"/>
                          </p:val>
                        </p:tav>
                      </p:tavLst>
                    </p:anim>
                    <p:animEffect transition="in" filter="fade">
                      <p:cBhvr>
                        <p:cTn dur="300"/>
                        <p:tgtEl>
                          <p:spTgt spid="19"/>
                        </p:tgtEl>
                      </p:cBhvr>
                    </p:animEffect>
                  </p:childTnLst>
                </p:cTn>
              </p:par>
            </p:tnLst>
          </p:tmpl>
        </p:tmplLst>
      </p:bldP>
      <p:bldP spid="20" grpId="0" build="p">
        <p:tmplLst>
          <p:tmpl lvl="1">
            <p:tnLst>
              <p:par>
                <p:cTn presetID="42" presetClass="entr" presetSubtype="0" fill="hold" nodeType="withEffect">
                  <p:stCondLst>
                    <p:cond delay="200"/>
                  </p:stCondLst>
                  <p:childTnLst>
                    <p:set>
                      <p:cBhvr>
                        <p:cTn dur="1" fill="hold">
                          <p:stCondLst>
                            <p:cond delay="0"/>
                          </p:stCondLst>
                        </p:cTn>
                        <p:tgtEl>
                          <p:spTgt spid="20"/>
                        </p:tgtEl>
                        <p:attrNameLst>
                          <p:attrName>style.visibility</p:attrName>
                        </p:attrNameLst>
                      </p:cBhvr>
                      <p:to>
                        <p:strVal val="visible"/>
                      </p:to>
                    </p:set>
                    <p:animEffect transition="in" filter="fade">
                      <p:cBhvr>
                        <p:cTn dur="400"/>
                        <p:tgtEl>
                          <p:spTgt spid="20"/>
                        </p:tgtEl>
                      </p:cBhvr>
                    </p:animEffect>
                    <p:anim calcmode="lin" valueType="num">
                      <p:cBhvr>
                        <p:cTn dur="400" fill="hold"/>
                        <p:tgtEl>
                          <p:spTgt spid="20"/>
                        </p:tgtEl>
                        <p:attrNameLst>
                          <p:attrName>ppt_x</p:attrName>
                        </p:attrNameLst>
                      </p:cBhvr>
                      <p:tavLst>
                        <p:tav tm="0">
                          <p:val>
                            <p:strVal val="#ppt_x"/>
                          </p:val>
                        </p:tav>
                        <p:tav tm="100000">
                          <p:val>
                            <p:strVal val="#ppt_x"/>
                          </p:val>
                        </p:tav>
                      </p:tavLst>
                    </p:anim>
                    <p:anim calcmode="lin" valueType="num">
                      <p:cBhvr>
                        <p:cTn dur="40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10" presetClass="entr" presetSubtype="0" fill="hold" nodeType="withEffect">
                  <p:stCondLst>
                    <p:cond delay="80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22" grpId="0" build="p">
        <p:tmplLst>
          <p:tmpl lvl="1">
            <p:tnLst>
              <p:par>
                <p:cTn presetID="53" presetClass="entr" presetSubtype="16"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p:cTn dur="300" fill="hold"/>
                        <p:tgtEl>
                          <p:spTgt spid="22"/>
                        </p:tgtEl>
                        <p:attrNameLst>
                          <p:attrName>ppt_w</p:attrName>
                        </p:attrNameLst>
                      </p:cBhvr>
                      <p:tavLst>
                        <p:tav tm="0">
                          <p:val>
                            <p:fltVal val="0"/>
                          </p:val>
                        </p:tav>
                        <p:tav tm="100000">
                          <p:val>
                            <p:strVal val="#ppt_w"/>
                          </p:val>
                        </p:tav>
                      </p:tavLst>
                    </p:anim>
                    <p:anim calcmode="lin" valueType="num">
                      <p:cBhvr>
                        <p:cTn dur="300" fill="hold"/>
                        <p:tgtEl>
                          <p:spTgt spid="22"/>
                        </p:tgtEl>
                        <p:attrNameLst>
                          <p:attrName>ppt_h</p:attrName>
                        </p:attrNameLst>
                      </p:cBhvr>
                      <p:tavLst>
                        <p:tav tm="0">
                          <p:val>
                            <p:fltVal val="0"/>
                          </p:val>
                        </p:tav>
                        <p:tav tm="100000">
                          <p:val>
                            <p:strVal val="#ppt_h"/>
                          </p:val>
                        </p:tav>
                      </p:tavLst>
                    </p:anim>
                    <p:animEffect transition="in" filter="fade">
                      <p:cBhvr>
                        <p:cTn dur="300"/>
                        <p:tgtEl>
                          <p:spTgt spid="22"/>
                        </p:tgtEl>
                      </p:cBhvr>
                    </p:animEffect>
                  </p:childTnLst>
                </p:cTn>
              </p:par>
            </p:tnLst>
          </p:tmpl>
        </p:tmplLst>
      </p:bldP>
      <p:bldP spid="23" grpId="0" build="p">
        <p:tmplLst>
          <p:tmpl lvl="1">
            <p:tnLst>
              <p:par>
                <p:cTn presetID="42" presetClass="entr" presetSubtype="0" fill="hold" nodeType="withEffect">
                  <p:stCondLst>
                    <p:cond delay="200"/>
                  </p:stCondLst>
                  <p:childTnLst>
                    <p:set>
                      <p:cBhvr>
                        <p:cTn dur="1" fill="hold">
                          <p:stCondLst>
                            <p:cond delay="0"/>
                          </p:stCondLst>
                        </p:cTn>
                        <p:tgtEl>
                          <p:spTgt spid="23"/>
                        </p:tgtEl>
                        <p:attrNameLst>
                          <p:attrName>style.visibility</p:attrName>
                        </p:attrNameLst>
                      </p:cBhvr>
                      <p:to>
                        <p:strVal val="visible"/>
                      </p:to>
                    </p:set>
                    <p:animEffect transition="in" filter="fade">
                      <p:cBhvr>
                        <p:cTn dur="400"/>
                        <p:tgtEl>
                          <p:spTgt spid="23"/>
                        </p:tgtEl>
                      </p:cBhvr>
                    </p:animEffect>
                    <p:anim calcmode="lin" valueType="num">
                      <p:cBhvr>
                        <p:cTn dur="400" fill="hold"/>
                        <p:tgtEl>
                          <p:spTgt spid="23"/>
                        </p:tgtEl>
                        <p:attrNameLst>
                          <p:attrName>ppt_x</p:attrName>
                        </p:attrNameLst>
                      </p:cBhvr>
                      <p:tavLst>
                        <p:tav tm="0">
                          <p:val>
                            <p:strVal val="#ppt_x"/>
                          </p:val>
                        </p:tav>
                        <p:tav tm="100000">
                          <p:val>
                            <p:strVal val="#ppt_x"/>
                          </p:val>
                        </p:tav>
                      </p:tavLst>
                    </p:anim>
                    <p:anim calcmode="lin" valueType="num">
                      <p:cBhvr>
                        <p:cTn dur="4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10" presetClass="entr" presetSubtype="0" fill="hold" nodeType="withEffect">
                  <p:stCondLst>
                    <p:cond delay="80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P spid="25" grpId="0" build="p">
        <p:tmplLst>
          <p:tmpl lvl="1">
            <p:tnLst>
              <p:par>
                <p:cTn presetID="10" presetClass="entr" presetSubtype="0" fill="hold" nodeType="withEffect">
                  <p:stCondLst>
                    <p:cond delay="80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childTnLst>
                </p:cTn>
              </p:par>
            </p:tnLst>
          </p:tmpl>
        </p:tmplLst>
      </p:bldP>
    </p:bldLst>
  </p:timing>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Iconic list 2">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9"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 name="Rounded Rectangle 2"/>
          <p:cNvSpPr/>
          <p:nvPr userDrawn="1"/>
        </p:nvSpPr>
        <p:spPr>
          <a:xfrm>
            <a:off x="603251" y="1715377"/>
            <a:ext cx="869949" cy="782954"/>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3" name="Text Placeholder 7"/>
          <p:cNvSpPr>
            <a:spLocks noGrp="1"/>
          </p:cNvSpPr>
          <p:nvPr>
            <p:ph type="body" sz="quarter" idx="39" hasCustomPrompt="1"/>
          </p:nvPr>
        </p:nvSpPr>
        <p:spPr>
          <a:xfrm>
            <a:off x="684392" y="1761098"/>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26" name="Text Placeholder 7"/>
          <p:cNvSpPr>
            <a:spLocks noGrp="1"/>
          </p:cNvSpPr>
          <p:nvPr>
            <p:ph type="body" sz="quarter" idx="19" hasCustomPrompt="1"/>
          </p:nvPr>
        </p:nvSpPr>
        <p:spPr>
          <a:xfrm>
            <a:off x="1805518" y="1715377"/>
            <a:ext cx="195367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7" name="Text Placeholder 2"/>
          <p:cNvSpPr>
            <a:spLocks noGrp="1"/>
          </p:cNvSpPr>
          <p:nvPr>
            <p:ph type="body" sz="quarter" idx="16" hasCustomPrompt="1"/>
          </p:nvPr>
        </p:nvSpPr>
        <p:spPr>
          <a:xfrm>
            <a:off x="1805519" y="2025110"/>
            <a:ext cx="4121148"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purusaecenas</a:t>
            </a:r>
            <a:r>
              <a:rPr lang="en-US" dirty="0" smtClean="0"/>
              <a:t>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p:txBody>
      </p:sp>
      <p:sp>
        <p:nvSpPr>
          <p:cNvPr id="28" name="Rounded Rectangle 27"/>
          <p:cNvSpPr/>
          <p:nvPr userDrawn="1"/>
        </p:nvSpPr>
        <p:spPr>
          <a:xfrm>
            <a:off x="6252635" y="1715377"/>
            <a:ext cx="869949" cy="782954"/>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29" name="Text Placeholder 7"/>
          <p:cNvSpPr>
            <a:spLocks noGrp="1"/>
          </p:cNvSpPr>
          <p:nvPr>
            <p:ph type="body" sz="quarter" idx="40" hasCustomPrompt="1"/>
          </p:nvPr>
        </p:nvSpPr>
        <p:spPr>
          <a:xfrm>
            <a:off x="6333776" y="1761098"/>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30" name="Text Placeholder 7"/>
          <p:cNvSpPr>
            <a:spLocks noGrp="1"/>
          </p:cNvSpPr>
          <p:nvPr>
            <p:ph type="body" sz="quarter" idx="41" hasCustomPrompt="1"/>
          </p:nvPr>
        </p:nvSpPr>
        <p:spPr>
          <a:xfrm>
            <a:off x="7454902" y="1715377"/>
            <a:ext cx="195367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1" name="Text Placeholder 2"/>
          <p:cNvSpPr>
            <a:spLocks noGrp="1"/>
          </p:cNvSpPr>
          <p:nvPr>
            <p:ph type="body" sz="quarter" idx="42" hasCustomPrompt="1"/>
          </p:nvPr>
        </p:nvSpPr>
        <p:spPr>
          <a:xfrm>
            <a:off x="7454903" y="2025110"/>
            <a:ext cx="4121148"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purusaecenas</a:t>
            </a:r>
            <a:r>
              <a:rPr lang="en-US" dirty="0" smtClean="0"/>
              <a:t>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p:txBody>
      </p:sp>
      <p:sp>
        <p:nvSpPr>
          <p:cNvPr id="32" name="Rounded Rectangle 31"/>
          <p:cNvSpPr/>
          <p:nvPr userDrawn="1"/>
        </p:nvSpPr>
        <p:spPr>
          <a:xfrm>
            <a:off x="603251" y="3193657"/>
            <a:ext cx="869949" cy="782954"/>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33" name="Text Placeholder 7"/>
          <p:cNvSpPr>
            <a:spLocks noGrp="1"/>
          </p:cNvSpPr>
          <p:nvPr>
            <p:ph type="body" sz="quarter" idx="43" hasCustomPrompt="1"/>
          </p:nvPr>
        </p:nvSpPr>
        <p:spPr>
          <a:xfrm>
            <a:off x="684392" y="3239378"/>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34" name="Text Placeholder 7"/>
          <p:cNvSpPr>
            <a:spLocks noGrp="1"/>
          </p:cNvSpPr>
          <p:nvPr>
            <p:ph type="body" sz="quarter" idx="44" hasCustomPrompt="1"/>
          </p:nvPr>
        </p:nvSpPr>
        <p:spPr>
          <a:xfrm>
            <a:off x="1805518" y="3193657"/>
            <a:ext cx="195367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5" name="Text Placeholder 2"/>
          <p:cNvSpPr>
            <a:spLocks noGrp="1"/>
          </p:cNvSpPr>
          <p:nvPr>
            <p:ph type="body" sz="quarter" idx="45" hasCustomPrompt="1"/>
          </p:nvPr>
        </p:nvSpPr>
        <p:spPr>
          <a:xfrm>
            <a:off x="1805519" y="3503390"/>
            <a:ext cx="4121148"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purusaecenas</a:t>
            </a:r>
            <a:r>
              <a:rPr lang="en-US" dirty="0" smtClean="0"/>
              <a:t>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p:txBody>
      </p:sp>
      <p:sp>
        <p:nvSpPr>
          <p:cNvPr id="36" name="Rounded Rectangle 35"/>
          <p:cNvSpPr/>
          <p:nvPr userDrawn="1"/>
        </p:nvSpPr>
        <p:spPr>
          <a:xfrm>
            <a:off x="6252635" y="3193657"/>
            <a:ext cx="869949" cy="782954"/>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37" name="Text Placeholder 7"/>
          <p:cNvSpPr>
            <a:spLocks noGrp="1"/>
          </p:cNvSpPr>
          <p:nvPr>
            <p:ph type="body" sz="quarter" idx="46" hasCustomPrompt="1"/>
          </p:nvPr>
        </p:nvSpPr>
        <p:spPr>
          <a:xfrm>
            <a:off x="6333776" y="3239378"/>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38" name="Text Placeholder 7"/>
          <p:cNvSpPr>
            <a:spLocks noGrp="1"/>
          </p:cNvSpPr>
          <p:nvPr>
            <p:ph type="body" sz="quarter" idx="47" hasCustomPrompt="1"/>
          </p:nvPr>
        </p:nvSpPr>
        <p:spPr>
          <a:xfrm>
            <a:off x="7454902" y="3193657"/>
            <a:ext cx="195367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9" name="Text Placeholder 2"/>
          <p:cNvSpPr>
            <a:spLocks noGrp="1"/>
          </p:cNvSpPr>
          <p:nvPr>
            <p:ph type="body" sz="quarter" idx="48" hasCustomPrompt="1"/>
          </p:nvPr>
        </p:nvSpPr>
        <p:spPr>
          <a:xfrm>
            <a:off x="7454903" y="3503390"/>
            <a:ext cx="4121148"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purusaecenas</a:t>
            </a:r>
            <a:r>
              <a:rPr lang="en-US" dirty="0" smtClean="0"/>
              <a:t>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p:txBody>
      </p:sp>
      <p:sp>
        <p:nvSpPr>
          <p:cNvPr id="40" name="Rounded Rectangle 39"/>
          <p:cNvSpPr/>
          <p:nvPr userDrawn="1"/>
        </p:nvSpPr>
        <p:spPr>
          <a:xfrm>
            <a:off x="603251" y="4671937"/>
            <a:ext cx="869949" cy="782954"/>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41" name="Text Placeholder 7"/>
          <p:cNvSpPr>
            <a:spLocks noGrp="1"/>
          </p:cNvSpPr>
          <p:nvPr>
            <p:ph type="body" sz="quarter" idx="49" hasCustomPrompt="1"/>
          </p:nvPr>
        </p:nvSpPr>
        <p:spPr>
          <a:xfrm>
            <a:off x="684392" y="4717658"/>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42" name="Text Placeholder 7"/>
          <p:cNvSpPr>
            <a:spLocks noGrp="1"/>
          </p:cNvSpPr>
          <p:nvPr>
            <p:ph type="body" sz="quarter" idx="50" hasCustomPrompt="1"/>
          </p:nvPr>
        </p:nvSpPr>
        <p:spPr>
          <a:xfrm>
            <a:off x="1805518" y="4671937"/>
            <a:ext cx="195367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3" name="Text Placeholder 2"/>
          <p:cNvSpPr>
            <a:spLocks noGrp="1"/>
          </p:cNvSpPr>
          <p:nvPr>
            <p:ph type="body" sz="quarter" idx="51" hasCustomPrompt="1"/>
          </p:nvPr>
        </p:nvSpPr>
        <p:spPr>
          <a:xfrm>
            <a:off x="1805519" y="4981670"/>
            <a:ext cx="4121148"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purusaecenas</a:t>
            </a:r>
            <a:r>
              <a:rPr lang="en-US" dirty="0" smtClean="0"/>
              <a:t>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p:txBody>
      </p:sp>
      <p:sp>
        <p:nvSpPr>
          <p:cNvPr id="44" name="Rounded Rectangle 43"/>
          <p:cNvSpPr/>
          <p:nvPr userDrawn="1"/>
        </p:nvSpPr>
        <p:spPr>
          <a:xfrm>
            <a:off x="6252635" y="4671937"/>
            <a:ext cx="869949" cy="782954"/>
          </a:xfrm>
          <a:prstGeom prst="roundRect">
            <a:avLst>
              <a:gd name="adj" fmla="val 5000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45" name="Text Placeholder 7"/>
          <p:cNvSpPr>
            <a:spLocks noGrp="1"/>
          </p:cNvSpPr>
          <p:nvPr>
            <p:ph type="body" sz="quarter" idx="52" hasCustomPrompt="1"/>
          </p:nvPr>
        </p:nvSpPr>
        <p:spPr>
          <a:xfrm>
            <a:off x="6333776" y="4717658"/>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46" name="Text Placeholder 7"/>
          <p:cNvSpPr>
            <a:spLocks noGrp="1"/>
          </p:cNvSpPr>
          <p:nvPr>
            <p:ph type="body" sz="quarter" idx="53" hasCustomPrompt="1"/>
          </p:nvPr>
        </p:nvSpPr>
        <p:spPr>
          <a:xfrm>
            <a:off x="7454902" y="4671937"/>
            <a:ext cx="195367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7" name="Text Placeholder 2"/>
          <p:cNvSpPr>
            <a:spLocks noGrp="1"/>
          </p:cNvSpPr>
          <p:nvPr>
            <p:ph type="body" sz="quarter" idx="54" hasCustomPrompt="1"/>
          </p:nvPr>
        </p:nvSpPr>
        <p:spPr>
          <a:xfrm>
            <a:off x="7454903" y="4981670"/>
            <a:ext cx="4121148"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purusaecenas</a:t>
            </a:r>
            <a:r>
              <a:rPr lang="en-US" dirty="0" smtClean="0"/>
              <a:t>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p:txBody>
      </p:sp>
    </p:spTree>
    <p:extLst>
      <p:ext uri="{BB962C8B-B14F-4D97-AF65-F5344CB8AC3E}">
        <p14:creationId xmlns:p14="http://schemas.microsoft.com/office/powerpoint/2010/main" val="7481512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700"/>
                            </p:stCondLst>
                            <p:childTnLst>
                              <p:par>
                                <p:cTn id="16" presetID="53" presetClass="entr" presetSubtype="16" fill="hold" grpId="0"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400" fill="hold"/>
                                        <p:tgtEl>
                                          <p:spTgt spid="3"/>
                                        </p:tgtEl>
                                        <p:attrNameLst>
                                          <p:attrName>ppt_w</p:attrName>
                                        </p:attrNameLst>
                                      </p:cBhvr>
                                      <p:tavLst>
                                        <p:tav tm="0">
                                          <p:val>
                                            <p:fltVal val="0"/>
                                          </p:val>
                                        </p:tav>
                                        <p:tav tm="100000">
                                          <p:val>
                                            <p:strVal val="#ppt_w"/>
                                          </p:val>
                                        </p:tav>
                                      </p:tavLst>
                                    </p:anim>
                                    <p:anim calcmode="lin" valueType="num">
                                      <p:cBhvr>
                                        <p:cTn id="19" dur="400" fill="hold"/>
                                        <p:tgtEl>
                                          <p:spTgt spid="3"/>
                                        </p:tgtEl>
                                        <p:attrNameLst>
                                          <p:attrName>ppt_h</p:attrName>
                                        </p:attrNameLst>
                                      </p:cBhvr>
                                      <p:tavLst>
                                        <p:tav tm="0">
                                          <p:val>
                                            <p:fltVal val="0"/>
                                          </p:val>
                                        </p:tav>
                                        <p:tav tm="100000">
                                          <p:val>
                                            <p:strVal val="#ppt_h"/>
                                          </p:val>
                                        </p:tav>
                                      </p:tavLst>
                                    </p:anim>
                                    <p:animEffect transition="in" filter="fade">
                                      <p:cBhvr>
                                        <p:cTn id="20" dur="400"/>
                                        <p:tgtEl>
                                          <p:spTgt spid="3"/>
                                        </p:tgtEl>
                                      </p:cBhvr>
                                    </p:animEffect>
                                  </p:childTnLst>
                                </p:cTn>
                              </p:par>
                            </p:childTnLst>
                          </p:cTn>
                        </p:par>
                        <p:par>
                          <p:cTn id="21" fill="hold">
                            <p:stCondLst>
                              <p:cond delay="1100"/>
                            </p:stCondLst>
                            <p:childTnLst>
                              <p:par>
                                <p:cTn id="22" presetID="53" presetClass="entr" presetSubtype="16" fill="hold" grpId="0" nodeType="afterEffect">
                                  <p:stCondLst>
                                    <p:cond delay="0"/>
                                  </p:stCondLst>
                                  <p:childTnLst>
                                    <p:set>
                                      <p:cBhvr>
                                        <p:cTn id="23" dur="1" fill="hold">
                                          <p:stCondLst>
                                            <p:cond delay="0"/>
                                          </p:stCondLst>
                                        </p:cTn>
                                        <p:tgtEl>
                                          <p:spTgt spid="13">
                                            <p:txEl>
                                              <p:pRg st="0" end="0"/>
                                            </p:txEl>
                                          </p:spTgt>
                                        </p:tgtEl>
                                        <p:attrNameLst>
                                          <p:attrName>style.visibility</p:attrName>
                                        </p:attrNameLst>
                                      </p:cBhvr>
                                      <p:to>
                                        <p:strVal val="visible"/>
                                      </p:to>
                                    </p:set>
                                    <p:anim calcmode="lin" valueType="num">
                                      <p:cBhvr>
                                        <p:cTn id="24" dur="3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5" dur="3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6" dur="300"/>
                                        <p:tgtEl>
                                          <p:spTgt spid="13">
                                            <p:txEl>
                                              <p:pRg st="0" end="0"/>
                                            </p:txEl>
                                          </p:spTgt>
                                        </p:tgtEl>
                                      </p:cBhvr>
                                    </p:animEffect>
                                  </p:childTnLst>
                                </p:cTn>
                              </p:par>
                              <p:par>
                                <p:cTn id="27" presetID="42" presetClass="entr" presetSubtype="0" fill="hold" grpId="0" nodeType="withEffect">
                                  <p:stCondLst>
                                    <p:cond delay="200"/>
                                  </p:stCondLst>
                                  <p:childTnLst>
                                    <p:set>
                                      <p:cBhvr>
                                        <p:cTn id="28" dur="1" fill="hold">
                                          <p:stCondLst>
                                            <p:cond delay="0"/>
                                          </p:stCondLst>
                                        </p:cTn>
                                        <p:tgtEl>
                                          <p:spTgt spid="26">
                                            <p:txEl>
                                              <p:pRg st="0" end="0"/>
                                            </p:txEl>
                                          </p:spTgt>
                                        </p:tgtEl>
                                        <p:attrNameLst>
                                          <p:attrName>style.visibility</p:attrName>
                                        </p:attrNameLst>
                                      </p:cBhvr>
                                      <p:to>
                                        <p:strVal val="visible"/>
                                      </p:to>
                                    </p:set>
                                    <p:animEffect transition="in" filter="fade">
                                      <p:cBhvr>
                                        <p:cTn id="29" dur="500"/>
                                        <p:tgtEl>
                                          <p:spTgt spid="26">
                                            <p:txEl>
                                              <p:pRg st="0" end="0"/>
                                            </p:txEl>
                                          </p:spTgt>
                                        </p:tgtEl>
                                      </p:cBhvr>
                                    </p:animEffect>
                                    <p:anim calcmode="lin" valueType="num">
                                      <p:cBhvr>
                                        <p:cTn id="3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31" dur="500" fill="hold"/>
                                        <p:tgtEl>
                                          <p:spTgt spid="26">
                                            <p:txEl>
                                              <p:pRg st="0" end="0"/>
                                            </p:txEl>
                                          </p:spTgt>
                                        </p:tgtEl>
                                        <p:attrNameLst>
                                          <p:attrName>ppt_y</p:attrName>
                                        </p:attrNameLst>
                                      </p:cBhvr>
                                      <p:tavLst>
                                        <p:tav tm="0">
                                          <p:val>
                                            <p:strVal val="#ppt_y+.1"/>
                                          </p:val>
                                        </p:tav>
                                        <p:tav tm="100000">
                                          <p:val>
                                            <p:strVal val="#ppt_y"/>
                                          </p:val>
                                        </p:tav>
                                      </p:tavLst>
                                    </p:anim>
                                  </p:childTnLst>
                                </p:cTn>
                              </p:par>
                              <p:par>
                                <p:cTn id="32" presetID="10" presetClass="entr" presetSubtype="0" fill="hold" grpId="0" nodeType="withEffect">
                                  <p:stCondLst>
                                    <p:cond delay="800"/>
                                  </p:stCondLst>
                                  <p:childTnLst>
                                    <p:set>
                                      <p:cBhvr>
                                        <p:cTn id="33" dur="1" fill="hold">
                                          <p:stCondLst>
                                            <p:cond delay="0"/>
                                          </p:stCondLst>
                                        </p:cTn>
                                        <p:tgtEl>
                                          <p:spTgt spid="27">
                                            <p:txEl>
                                              <p:pRg st="0" end="0"/>
                                            </p:txEl>
                                          </p:spTgt>
                                        </p:tgtEl>
                                        <p:attrNameLst>
                                          <p:attrName>style.visibility</p:attrName>
                                        </p:attrNameLst>
                                      </p:cBhvr>
                                      <p:to>
                                        <p:strVal val="visible"/>
                                      </p:to>
                                    </p:set>
                                    <p:animEffect transition="in" filter="fade">
                                      <p:cBhvr>
                                        <p:cTn id="34" dur="500"/>
                                        <p:tgtEl>
                                          <p:spTgt spid="27">
                                            <p:txEl>
                                              <p:pRg st="0" end="0"/>
                                            </p:txEl>
                                          </p:spTgt>
                                        </p:tgtEl>
                                      </p:cBhvr>
                                    </p:animEffect>
                                  </p:childTnLst>
                                </p:cTn>
                              </p:par>
                            </p:childTnLst>
                          </p:cTn>
                        </p:par>
                        <p:par>
                          <p:cTn id="35" fill="hold">
                            <p:stCondLst>
                              <p:cond delay="2400"/>
                            </p:stCondLst>
                            <p:childTnLst>
                              <p:par>
                                <p:cTn id="36" presetID="53" presetClass="entr" presetSubtype="16" fill="hold" grpId="0" nodeType="afterEffect">
                                  <p:stCondLst>
                                    <p:cond delay="0"/>
                                  </p:stCondLst>
                                  <p:childTnLst>
                                    <p:set>
                                      <p:cBhvr>
                                        <p:cTn id="37" dur="1" fill="hold">
                                          <p:stCondLst>
                                            <p:cond delay="0"/>
                                          </p:stCondLst>
                                        </p:cTn>
                                        <p:tgtEl>
                                          <p:spTgt spid="28"/>
                                        </p:tgtEl>
                                        <p:attrNameLst>
                                          <p:attrName>style.visibility</p:attrName>
                                        </p:attrNameLst>
                                      </p:cBhvr>
                                      <p:to>
                                        <p:strVal val="visible"/>
                                      </p:to>
                                    </p:set>
                                    <p:anim calcmode="lin" valueType="num">
                                      <p:cBhvr>
                                        <p:cTn id="38" dur="400" fill="hold"/>
                                        <p:tgtEl>
                                          <p:spTgt spid="28"/>
                                        </p:tgtEl>
                                        <p:attrNameLst>
                                          <p:attrName>ppt_w</p:attrName>
                                        </p:attrNameLst>
                                      </p:cBhvr>
                                      <p:tavLst>
                                        <p:tav tm="0">
                                          <p:val>
                                            <p:fltVal val="0"/>
                                          </p:val>
                                        </p:tav>
                                        <p:tav tm="100000">
                                          <p:val>
                                            <p:strVal val="#ppt_w"/>
                                          </p:val>
                                        </p:tav>
                                      </p:tavLst>
                                    </p:anim>
                                    <p:anim calcmode="lin" valueType="num">
                                      <p:cBhvr>
                                        <p:cTn id="39" dur="400" fill="hold"/>
                                        <p:tgtEl>
                                          <p:spTgt spid="28"/>
                                        </p:tgtEl>
                                        <p:attrNameLst>
                                          <p:attrName>ppt_h</p:attrName>
                                        </p:attrNameLst>
                                      </p:cBhvr>
                                      <p:tavLst>
                                        <p:tav tm="0">
                                          <p:val>
                                            <p:fltVal val="0"/>
                                          </p:val>
                                        </p:tav>
                                        <p:tav tm="100000">
                                          <p:val>
                                            <p:strVal val="#ppt_h"/>
                                          </p:val>
                                        </p:tav>
                                      </p:tavLst>
                                    </p:anim>
                                    <p:animEffect transition="in" filter="fade">
                                      <p:cBhvr>
                                        <p:cTn id="40" dur="400"/>
                                        <p:tgtEl>
                                          <p:spTgt spid="28"/>
                                        </p:tgtEl>
                                      </p:cBhvr>
                                    </p:animEffect>
                                  </p:childTnLst>
                                </p:cTn>
                              </p:par>
                            </p:childTnLst>
                          </p:cTn>
                        </p:par>
                        <p:par>
                          <p:cTn id="41" fill="hold">
                            <p:stCondLst>
                              <p:cond delay="2800"/>
                            </p:stCondLst>
                            <p:childTnLst>
                              <p:par>
                                <p:cTn id="42" presetID="53" presetClass="entr" presetSubtype="16" fill="hold" grpId="0" nodeType="afterEffect">
                                  <p:stCondLst>
                                    <p:cond delay="0"/>
                                  </p:stCondLst>
                                  <p:childTnLst>
                                    <p:set>
                                      <p:cBhvr>
                                        <p:cTn id="43" dur="1" fill="hold">
                                          <p:stCondLst>
                                            <p:cond delay="0"/>
                                          </p:stCondLst>
                                        </p:cTn>
                                        <p:tgtEl>
                                          <p:spTgt spid="29">
                                            <p:txEl>
                                              <p:pRg st="0" end="0"/>
                                            </p:txEl>
                                          </p:spTgt>
                                        </p:tgtEl>
                                        <p:attrNameLst>
                                          <p:attrName>style.visibility</p:attrName>
                                        </p:attrNameLst>
                                      </p:cBhvr>
                                      <p:to>
                                        <p:strVal val="visible"/>
                                      </p:to>
                                    </p:set>
                                    <p:anim calcmode="lin" valueType="num">
                                      <p:cBhvr>
                                        <p:cTn id="44" dur="3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45" dur="3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46" dur="300"/>
                                        <p:tgtEl>
                                          <p:spTgt spid="29">
                                            <p:txEl>
                                              <p:pRg st="0" end="0"/>
                                            </p:txEl>
                                          </p:spTgt>
                                        </p:tgtEl>
                                      </p:cBhvr>
                                    </p:animEffect>
                                  </p:childTnLst>
                                </p:cTn>
                              </p:par>
                              <p:par>
                                <p:cTn id="47" presetID="42" presetClass="entr" presetSubtype="0" fill="hold" grpId="0" nodeType="withEffect">
                                  <p:stCondLst>
                                    <p:cond delay="200"/>
                                  </p:stCondLst>
                                  <p:childTnLst>
                                    <p:set>
                                      <p:cBhvr>
                                        <p:cTn id="48" dur="1" fill="hold">
                                          <p:stCondLst>
                                            <p:cond delay="0"/>
                                          </p:stCondLst>
                                        </p:cTn>
                                        <p:tgtEl>
                                          <p:spTgt spid="30">
                                            <p:txEl>
                                              <p:pRg st="0" end="0"/>
                                            </p:txEl>
                                          </p:spTgt>
                                        </p:tgtEl>
                                        <p:attrNameLst>
                                          <p:attrName>style.visibility</p:attrName>
                                        </p:attrNameLst>
                                      </p:cBhvr>
                                      <p:to>
                                        <p:strVal val="visible"/>
                                      </p:to>
                                    </p:set>
                                    <p:animEffect transition="in" filter="fade">
                                      <p:cBhvr>
                                        <p:cTn id="49" dur="500"/>
                                        <p:tgtEl>
                                          <p:spTgt spid="30">
                                            <p:txEl>
                                              <p:pRg st="0" end="0"/>
                                            </p:txEl>
                                          </p:spTgt>
                                        </p:tgtEl>
                                      </p:cBhvr>
                                    </p:animEffect>
                                    <p:anim calcmode="lin" valueType="num">
                                      <p:cBhvr>
                                        <p:cTn id="50"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30">
                                            <p:txEl>
                                              <p:pRg st="0" end="0"/>
                                            </p:txEl>
                                          </p:spTgt>
                                        </p:tgtEl>
                                        <p:attrNameLst>
                                          <p:attrName>ppt_y</p:attrName>
                                        </p:attrNameLst>
                                      </p:cBhvr>
                                      <p:tavLst>
                                        <p:tav tm="0">
                                          <p:val>
                                            <p:strVal val="#ppt_y+.1"/>
                                          </p:val>
                                        </p:tav>
                                        <p:tav tm="100000">
                                          <p:val>
                                            <p:strVal val="#ppt_y"/>
                                          </p:val>
                                        </p:tav>
                                      </p:tavLst>
                                    </p:anim>
                                  </p:childTnLst>
                                </p:cTn>
                              </p:par>
                              <p:par>
                                <p:cTn id="52" presetID="10" presetClass="entr" presetSubtype="0" fill="hold" grpId="0" nodeType="withEffect">
                                  <p:stCondLst>
                                    <p:cond delay="800"/>
                                  </p:stCondLst>
                                  <p:childTnLst>
                                    <p:set>
                                      <p:cBhvr>
                                        <p:cTn id="53" dur="1" fill="hold">
                                          <p:stCondLst>
                                            <p:cond delay="0"/>
                                          </p:stCondLst>
                                        </p:cTn>
                                        <p:tgtEl>
                                          <p:spTgt spid="31">
                                            <p:txEl>
                                              <p:pRg st="0" end="0"/>
                                            </p:txEl>
                                          </p:spTgt>
                                        </p:tgtEl>
                                        <p:attrNameLst>
                                          <p:attrName>style.visibility</p:attrName>
                                        </p:attrNameLst>
                                      </p:cBhvr>
                                      <p:to>
                                        <p:strVal val="visible"/>
                                      </p:to>
                                    </p:set>
                                    <p:animEffect transition="in" filter="fade">
                                      <p:cBhvr>
                                        <p:cTn id="54" dur="500"/>
                                        <p:tgtEl>
                                          <p:spTgt spid="31">
                                            <p:txEl>
                                              <p:pRg st="0" end="0"/>
                                            </p:txEl>
                                          </p:spTgt>
                                        </p:tgtEl>
                                      </p:cBhvr>
                                    </p:animEffect>
                                  </p:childTnLst>
                                </p:cTn>
                              </p:par>
                            </p:childTnLst>
                          </p:cTn>
                        </p:par>
                        <p:par>
                          <p:cTn id="55" fill="hold">
                            <p:stCondLst>
                              <p:cond delay="4100"/>
                            </p:stCondLst>
                            <p:childTnLst>
                              <p:par>
                                <p:cTn id="56" presetID="53" presetClass="entr" presetSubtype="16" fill="hold" grpId="0" nodeType="afterEffect">
                                  <p:stCondLst>
                                    <p:cond delay="0"/>
                                  </p:stCondLst>
                                  <p:childTnLst>
                                    <p:set>
                                      <p:cBhvr>
                                        <p:cTn id="57" dur="1" fill="hold">
                                          <p:stCondLst>
                                            <p:cond delay="0"/>
                                          </p:stCondLst>
                                        </p:cTn>
                                        <p:tgtEl>
                                          <p:spTgt spid="32"/>
                                        </p:tgtEl>
                                        <p:attrNameLst>
                                          <p:attrName>style.visibility</p:attrName>
                                        </p:attrNameLst>
                                      </p:cBhvr>
                                      <p:to>
                                        <p:strVal val="visible"/>
                                      </p:to>
                                    </p:set>
                                    <p:anim calcmode="lin" valueType="num">
                                      <p:cBhvr>
                                        <p:cTn id="58" dur="400" fill="hold"/>
                                        <p:tgtEl>
                                          <p:spTgt spid="32"/>
                                        </p:tgtEl>
                                        <p:attrNameLst>
                                          <p:attrName>ppt_w</p:attrName>
                                        </p:attrNameLst>
                                      </p:cBhvr>
                                      <p:tavLst>
                                        <p:tav tm="0">
                                          <p:val>
                                            <p:fltVal val="0"/>
                                          </p:val>
                                        </p:tav>
                                        <p:tav tm="100000">
                                          <p:val>
                                            <p:strVal val="#ppt_w"/>
                                          </p:val>
                                        </p:tav>
                                      </p:tavLst>
                                    </p:anim>
                                    <p:anim calcmode="lin" valueType="num">
                                      <p:cBhvr>
                                        <p:cTn id="59" dur="400" fill="hold"/>
                                        <p:tgtEl>
                                          <p:spTgt spid="32"/>
                                        </p:tgtEl>
                                        <p:attrNameLst>
                                          <p:attrName>ppt_h</p:attrName>
                                        </p:attrNameLst>
                                      </p:cBhvr>
                                      <p:tavLst>
                                        <p:tav tm="0">
                                          <p:val>
                                            <p:fltVal val="0"/>
                                          </p:val>
                                        </p:tav>
                                        <p:tav tm="100000">
                                          <p:val>
                                            <p:strVal val="#ppt_h"/>
                                          </p:val>
                                        </p:tav>
                                      </p:tavLst>
                                    </p:anim>
                                    <p:animEffect transition="in" filter="fade">
                                      <p:cBhvr>
                                        <p:cTn id="60" dur="400"/>
                                        <p:tgtEl>
                                          <p:spTgt spid="32"/>
                                        </p:tgtEl>
                                      </p:cBhvr>
                                    </p:animEffect>
                                  </p:childTnLst>
                                </p:cTn>
                              </p:par>
                            </p:childTnLst>
                          </p:cTn>
                        </p:par>
                        <p:par>
                          <p:cTn id="61" fill="hold">
                            <p:stCondLst>
                              <p:cond delay="4500"/>
                            </p:stCondLst>
                            <p:childTnLst>
                              <p:par>
                                <p:cTn id="62" presetID="53" presetClass="entr" presetSubtype="16" fill="hold" grpId="0" nodeType="afterEffect">
                                  <p:stCondLst>
                                    <p:cond delay="0"/>
                                  </p:stCondLst>
                                  <p:childTnLst>
                                    <p:set>
                                      <p:cBhvr>
                                        <p:cTn id="63" dur="1" fill="hold">
                                          <p:stCondLst>
                                            <p:cond delay="0"/>
                                          </p:stCondLst>
                                        </p:cTn>
                                        <p:tgtEl>
                                          <p:spTgt spid="33">
                                            <p:txEl>
                                              <p:pRg st="0" end="0"/>
                                            </p:txEl>
                                          </p:spTgt>
                                        </p:tgtEl>
                                        <p:attrNameLst>
                                          <p:attrName>style.visibility</p:attrName>
                                        </p:attrNameLst>
                                      </p:cBhvr>
                                      <p:to>
                                        <p:strVal val="visible"/>
                                      </p:to>
                                    </p:set>
                                    <p:anim calcmode="lin" valueType="num">
                                      <p:cBhvr>
                                        <p:cTn id="64" dur="3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65" dur="3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66" dur="300"/>
                                        <p:tgtEl>
                                          <p:spTgt spid="33">
                                            <p:txEl>
                                              <p:pRg st="0" end="0"/>
                                            </p:txEl>
                                          </p:spTgt>
                                        </p:tgtEl>
                                      </p:cBhvr>
                                    </p:animEffect>
                                  </p:childTnLst>
                                </p:cTn>
                              </p:par>
                              <p:par>
                                <p:cTn id="67" presetID="42" presetClass="entr" presetSubtype="0" fill="hold" grpId="0" nodeType="withEffect">
                                  <p:stCondLst>
                                    <p:cond delay="200"/>
                                  </p:stCondLst>
                                  <p:childTnLst>
                                    <p:set>
                                      <p:cBhvr>
                                        <p:cTn id="68" dur="1" fill="hold">
                                          <p:stCondLst>
                                            <p:cond delay="0"/>
                                          </p:stCondLst>
                                        </p:cTn>
                                        <p:tgtEl>
                                          <p:spTgt spid="34">
                                            <p:txEl>
                                              <p:pRg st="0" end="0"/>
                                            </p:txEl>
                                          </p:spTgt>
                                        </p:tgtEl>
                                        <p:attrNameLst>
                                          <p:attrName>style.visibility</p:attrName>
                                        </p:attrNameLst>
                                      </p:cBhvr>
                                      <p:to>
                                        <p:strVal val="visible"/>
                                      </p:to>
                                    </p:set>
                                    <p:animEffect transition="in" filter="fade">
                                      <p:cBhvr>
                                        <p:cTn id="69" dur="500"/>
                                        <p:tgtEl>
                                          <p:spTgt spid="34">
                                            <p:txEl>
                                              <p:pRg st="0" end="0"/>
                                            </p:txEl>
                                          </p:spTgt>
                                        </p:tgtEl>
                                      </p:cBhvr>
                                    </p:animEffect>
                                    <p:anim calcmode="lin" valueType="num">
                                      <p:cBhvr>
                                        <p:cTn id="70"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p:cTn id="71" dur="500" fill="hold"/>
                                        <p:tgtEl>
                                          <p:spTgt spid="34">
                                            <p:txEl>
                                              <p:pRg st="0" end="0"/>
                                            </p:txEl>
                                          </p:spTgt>
                                        </p:tgtEl>
                                        <p:attrNameLst>
                                          <p:attrName>ppt_y</p:attrName>
                                        </p:attrNameLst>
                                      </p:cBhvr>
                                      <p:tavLst>
                                        <p:tav tm="0">
                                          <p:val>
                                            <p:strVal val="#ppt_y+.1"/>
                                          </p:val>
                                        </p:tav>
                                        <p:tav tm="100000">
                                          <p:val>
                                            <p:strVal val="#ppt_y"/>
                                          </p:val>
                                        </p:tav>
                                      </p:tavLst>
                                    </p:anim>
                                  </p:childTnLst>
                                </p:cTn>
                              </p:par>
                              <p:par>
                                <p:cTn id="72" presetID="10" presetClass="entr" presetSubtype="0" fill="hold" grpId="0" nodeType="withEffect">
                                  <p:stCondLst>
                                    <p:cond delay="800"/>
                                  </p:stCondLst>
                                  <p:childTnLst>
                                    <p:set>
                                      <p:cBhvr>
                                        <p:cTn id="73" dur="1" fill="hold">
                                          <p:stCondLst>
                                            <p:cond delay="0"/>
                                          </p:stCondLst>
                                        </p:cTn>
                                        <p:tgtEl>
                                          <p:spTgt spid="35">
                                            <p:txEl>
                                              <p:pRg st="0" end="0"/>
                                            </p:txEl>
                                          </p:spTgt>
                                        </p:tgtEl>
                                        <p:attrNameLst>
                                          <p:attrName>style.visibility</p:attrName>
                                        </p:attrNameLst>
                                      </p:cBhvr>
                                      <p:to>
                                        <p:strVal val="visible"/>
                                      </p:to>
                                    </p:set>
                                    <p:animEffect transition="in" filter="fade">
                                      <p:cBhvr>
                                        <p:cTn id="74" dur="500"/>
                                        <p:tgtEl>
                                          <p:spTgt spid="35">
                                            <p:txEl>
                                              <p:pRg st="0" end="0"/>
                                            </p:txEl>
                                          </p:spTgt>
                                        </p:tgtEl>
                                      </p:cBhvr>
                                    </p:animEffect>
                                  </p:childTnLst>
                                </p:cTn>
                              </p:par>
                            </p:childTnLst>
                          </p:cTn>
                        </p:par>
                        <p:par>
                          <p:cTn id="75" fill="hold">
                            <p:stCondLst>
                              <p:cond delay="5800"/>
                            </p:stCondLst>
                            <p:childTnLst>
                              <p:par>
                                <p:cTn id="76" presetID="53" presetClass="entr" presetSubtype="16" fill="hold" grpId="0" nodeType="afterEffect">
                                  <p:stCondLst>
                                    <p:cond delay="0"/>
                                  </p:stCondLst>
                                  <p:childTnLst>
                                    <p:set>
                                      <p:cBhvr>
                                        <p:cTn id="77" dur="1" fill="hold">
                                          <p:stCondLst>
                                            <p:cond delay="0"/>
                                          </p:stCondLst>
                                        </p:cTn>
                                        <p:tgtEl>
                                          <p:spTgt spid="36"/>
                                        </p:tgtEl>
                                        <p:attrNameLst>
                                          <p:attrName>style.visibility</p:attrName>
                                        </p:attrNameLst>
                                      </p:cBhvr>
                                      <p:to>
                                        <p:strVal val="visible"/>
                                      </p:to>
                                    </p:set>
                                    <p:anim calcmode="lin" valueType="num">
                                      <p:cBhvr>
                                        <p:cTn id="78" dur="400" fill="hold"/>
                                        <p:tgtEl>
                                          <p:spTgt spid="36"/>
                                        </p:tgtEl>
                                        <p:attrNameLst>
                                          <p:attrName>ppt_w</p:attrName>
                                        </p:attrNameLst>
                                      </p:cBhvr>
                                      <p:tavLst>
                                        <p:tav tm="0">
                                          <p:val>
                                            <p:fltVal val="0"/>
                                          </p:val>
                                        </p:tav>
                                        <p:tav tm="100000">
                                          <p:val>
                                            <p:strVal val="#ppt_w"/>
                                          </p:val>
                                        </p:tav>
                                      </p:tavLst>
                                    </p:anim>
                                    <p:anim calcmode="lin" valueType="num">
                                      <p:cBhvr>
                                        <p:cTn id="79" dur="400" fill="hold"/>
                                        <p:tgtEl>
                                          <p:spTgt spid="36"/>
                                        </p:tgtEl>
                                        <p:attrNameLst>
                                          <p:attrName>ppt_h</p:attrName>
                                        </p:attrNameLst>
                                      </p:cBhvr>
                                      <p:tavLst>
                                        <p:tav tm="0">
                                          <p:val>
                                            <p:fltVal val="0"/>
                                          </p:val>
                                        </p:tav>
                                        <p:tav tm="100000">
                                          <p:val>
                                            <p:strVal val="#ppt_h"/>
                                          </p:val>
                                        </p:tav>
                                      </p:tavLst>
                                    </p:anim>
                                    <p:animEffect transition="in" filter="fade">
                                      <p:cBhvr>
                                        <p:cTn id="80" dur="400"/>
                                        <p:tgtEl>
                                          <p:spTgt spid="36"/>
                                        </p:tgtEl>
                                      </p:cBhvr>
                                    </p:animEffect>
                                  </p:childTnLst>
                                </p:cTn>
                              </p:par>
                            </p:childTnLst>
                          </p:cTn>
                        </p:par>
                        <p:par>
                          <p:cTn id="81" fill="hold">
                            <p:stCondLst>
                              <p:cond delay="6200"/>
                            </p:stCondLst>
                            <p:childTnLst>
                              <p:par>
                                <p:cTn id="82" presetID="53" presetClass="entr" presetSubtype="16" fill="hold" grpId="0" nodeType="afterEffect">
                                  <p:stCondLst>
                                    <p:cond delay="0"/>
                                  </p:stCondLst>
                                  <p:childTnLst>
                                    <p:set>
                                      <p:cBhvr>
                                        <p:cTn id="83" dur="1" fill="hold">
                                          <p:stCondLst>
                                            <p:cond delay="0"/>
                                          </p:stCondLst>
                                        </p:cTn>
                                        <p:tgtEl>
                                          <p:spTgt spid="37">
                                            <p:txEl>
                                              <p:pRg st="0" end="0"/>
                                            </p:txEl>
                                          </p:spTgt>
                                        </p:tgtEl>
                                        <p:attrNameLst>
                                          <p:attrName>style.visibility</p:attrName>
                                        </p:attrNameLst>
                                      </p:cBhvr>
                                      <p:to>
                                        <p:strVal val="visible"/>
                                      </p:to>
                                    </p:set>
                                    <p:anim calcmode="lin" valueType="num">
                                      <p:cBhvr>
                                        <p:cTn id="84" dur="3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5" dur="3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86" dur="300"/>
                                        <p:tgtEl>
                                          <p:spTgt spid="37">
                                            <p:txEl>
                                              <p:pRg st="0" end="0"/>
                                            </p:txEl>
                                          </p:spTgt>
                                        </p:tgtEl>
                                      </p:cBhvr>
                                    </p:animEffect>
                                  </p:childTnLst>
                                </p:cTn>
                              </p:par>
                              <p:par>
                                <p:cTn id="87" presetID="42" presetClass="entr" presetSubtype="0" fill="hold" grpId="0" nodeType="withEffect">
                                  <p:stCondLst>
                                    <p:cond delay="200"/>
                                  </p:stCondLst>
                                  <p:childTnLst>
                                    <p:set>
                                      <p:cBhvr>
                                        <p:cTn id="88" dur="1" fill="hold">
                                          <p:stCondLst>
                                            <p:cond delay="0"/>
                                          </p:stCondLst>
                                        </p:cTn>
                                        <p:tgtEl>
                                          <p:spTgt spid="38">
                                            <p:txEl>
                                              <p:pRg st="0" end="0"/>
                                            </p:txEl>
                                          </p:spTgt>
                                        </p:tgtEl>
                                        <p:attrNameLst>
                                          <p:attrName>style.visibility</p:attrName>
                                        </p:attrNameLst>
                                      </p:cBhvr>
                                      <p:to>
                                        <p:strVal val="visible"/>
                                      </p:to>
                                    </p:set>
                                    <p:animEffect transition="in" filter="fade">
                                      <p:cBhvr>
                                        <p:cTn id="89" dur="500"/>
                                        <p:tgtEl>
                                          <p:spTgt spid="38">
                                            <p:txEl>
                                              <p:pRg st="0" end="0"/>
                                            </p:txEl>
                                          </p:spTgt>
                                        </p:tgtEl>
                                      </p:cBhvr>
                                    </p:animEffect>
                                    <p:anim calcmode="lin" valueType="num">
                                      <p:cBhvr>
                                        <p:cTn id="90" dur="500" fill="hold"/>
                                        <p:tgtEl>
                                          <p:spTgt spid="38">
                                            <p:txEl>
                                              <p:pRg st="0" end="0"/>
                                            </p:txEl>
                                          </p:spTgt>
                                        </p:tgtEl>
                                        <p:attrNameLst>
                                          <p:attrName>ppt_x</p:attrName>
                                        </p:attrNameLst>
                                      </p:cBhvr>
                                      <p:tavLst>
                                        <p:tav tm="0">
                                          <p:val>
                                            <p:strVal val="#ppt_x"/>
                                          </p:val>
                                        </p:tav>
                                        <p:tav tm="100000">
                                          <p:val>
                                            <p:strVal val="#ppt_x"/>
                                          </p:val>
                                        </p:tav>
                                      </p:tavLst>
                                    </p:anim>
                                    <p:anim calcmode="lin" valueType="num">
                                      <p:cBhvr>
                                        <p:cTn id="91" dur="500" fill="hold"/>
                                        <p:tgtEl>
                                          <p:spTgt spid="38">
                                            <p:txEl>
                                              <p:pRg st="0" end="0"/>
                                            </p:txEl>
                                          </p:spTgt>
                                        </p:tgtEl>
                                        <p:attrNameLst>
                                          <p:attrName>ppt_y</p:attrName>
                                        </p:attrNameLst>
                                      </p:cBhvr>
                                      <p:tavLst>
                                        <p:tav tm="0">
                                          <p:val>
                                            <p:strVal val="#ppt_y+.1"/>
                                          </p:val>
                                        </p:tav>
                                        <p:tav tm="100000">
                                          <p:val>
                                            <p:strVal val="#ppt_y"/>
                                          </p:val>
                                        </p:tav>
                                      </p:tavLst>
                                    </p:anim>
                                  </p:childTnLst>
                                </p:cTn>
                              </p:par>
                              <p:par>
                                <p:cTn id="92" presetID="10" presetClass="entr" presetSubtype="0" fill="hold" grpId="0" nodeType="withEffect">
                                  <p:stCondLst>
                                    <p:cond delay="800"/>
                                  </p:stCondLst>
                                  <p:childTnLst>
                                    <p:set>
                                      <p:cBhvr>
                                        <p:cTn id="93" dur="1" fill="hold">
                                          <p:stCondLst>
                                            <p:cond delay="0"/>
                                          </p:stCondLst>
                                        </p:cTn>
                                        <p:tgtEl>
                                          <p:spTgt spid="39">
                                            <p:txEl>
                                              <p:pRg st="0" end="0"/>
                                            </p:txEl>
                                          </p:spTgt>
                                        </p:tgtEl>
                                        <p:attrNameLst>
                                          <p:attrName>style.visibility</p:attrName>
                                        </p:attrNameLst>
                                      </p:cBhvr>
                                      <p:to>
                                        <p:strVal val="visible"/>
                                      </p:to>
                                    </p:set>
                                    <p:animEffect transition="in" filter="fade">
                                      <p:cBhvr>
                                        <p:cTn id="94" dur="500"/>
                                        <p:tgtEl>
                                          <p:spTgt spid="39">
                                            <p:txEl>
                                              <p:pRg st="0" end="0"/>
                                            </p:txEl>
                                          </p:spTgt>
                                        </p:tgtEl>
                                      </p:cBhvr>
                                    </p:animEffect>
                                  </p:childTnLst>
                                </p:cTn>
                              </p:par>
                            </p:childTnLst>
                          </p:cTn>
                        </p:par>
                        <p:par>
                          <p:cTn id="95" fill="hold">
                            <p:stCondLst>
                              <p:cond delay="7500"/>
                            </p:stCondLst>
                            <p:childTnLst>
                              <p:par>
                                <p:cTn id="96" presetID="53" presetClass="entr" presetSubtype="16" fill="hold" grpId="0" nodeType="afterEffect">
                                  <p:stCondLst>
                                    <p:cond delay="0"/>
                                  </p:stCondLst>
                                  <p:childTnLst>
                                    <p:set>
                                      <p:cBhvr>
                                        <p:cTn id="97" dur="1" fill="hold">
                                          <p:stCondLst>
                                            <p:cond delay="0"/>
                                          </p:stCondLst>
                                        </p:cTn>
                                        <p:tgtEl>
                                          <p:spTgt spid="40"/>
                                        </p:tgtEl>
                                        <p:attrNameLst>
                                          <p:attrName>style.visibility</p:attrName>
                                        </p:attrNameLst>
                                      </p:cBhvr>
                                      <p:to>
                                        <p:strVal val="visible"/>
                                      </p:to>
                                    </p:set>
                                    <p:anim calcmode="lin" valueType="num">
                                      <p:cBhvr>
                                        <p:cTn id="98" dur="400" fill="hold"/>
                                        <p:tgtEl>
                                          <p:spTgt spid="40"/>
                                        </p:tgtEl>
                                        <p:attrNameLst>
                                          <p:attrName>ppt_w</p:attrName>
                                        </p:attrNameLst>
                                      </p:cBhvr>
                                      <p:tavLst>
                                        <p:tav tm="0">
                                          <p:val>
                                            <p:fltVal val="0"/>
                                          </p:val>
                                        </p:tav>
                                        <p:tav tm="100000">
                                          <p:val>
                                            <p:strVal val="#ppt_w"/>
                                          </p:val>
                                        </p:tav>
                                      </p:tavLst>
                                    </p:anim>
                                    <p:anim calcmode="lin" valueType="num">
                                      <p:cBhvr>
                                        <p:cTn id="99" dur="400" fill="hold"/>
                                        <p:tgtEl>
                                          <p:spTgt spid="40"/>
                                        </p:tgtEl>
                                        <p:attrNameLst>
                                          <p:attrName>ppt_h</p:attrName>
                                        </p:attrNameLst>
                                      </p:cBhvr>
                                      <p:tavLst>
                                        <p:tav tm="0">
                                          <p:val>
                                            <p:fltVal val="0"/>
                                          </p:val>
                                        </p:tav>
                                        <p:tav tm="100000">
                                          <p:val>
                                            <p:strVal val="#ppt_h"/>
                                          </p:val>
                                        </p:tav>
                                      </p:tavLst>
                                    </p:anim>
                                    <p:animEffect transition="in" filter="fade">
                                      <p:cBhvr>
                                        <p:cTn id="100" dur="400"/>
                                        <p:tgtEl>
                                          <p:spTgt spid="40"/>
                                        </p:tgtEl>
                                      </p:cBhvr>
                                    </p:animEffect>
                                  </p:childTnLst>
                                </p:cTn>
                              </p:par>
                            </p:childTnLst>
                          </p:cTn>
                        </p:par>
                        <p:par>
                          <p:cTn id="101" fill="hold">
                            <p:stCondLst>
                              <p:cond delay="7900"/>
                            </p:stCondLst>
                            <p:childTnLst>
                              <p:par>
                                <p:cTn id="102" presetID="53" presetClass="entr" presetSubtype="16" fill="hold" grpId="0" nodeType="afterEffect">
                                  <p:stCondLst>
                                    <p:cond delay="0"/>
                                  </p:stCondLst>
                                  <p:childTnLst>
                                    <p:set>
                                      <p:cBhvr>
                                        <p:cTn id="103" dur="1" fill="hold">
                                          <p:stCondLst>
                                            <p:cond delay="0"/>
                                          </p:stCondLst>
                                        </p:cTn>
                                        <p:tgtEl>
                                          <p:spTgt spid="41">
                                            <p:txEl>
                                              <p:pRg st="0" end="0"/>
                                            </p:txEl>
                                          </p:spTgt>
                                        </p:tgtEl>
                                        <p:attrNameLst>
                                          <p:attrName>style.visibility</p:attrName>
                                        </p:attrNameLst>
                                      </p:cBhvr>
                                      <p:to>
                                        <p:strVal val="visible"/>
                                      </p:to>
                                    </p:set>
                                    <p:anim calcmode="lin" valueType="num">
                                      <p:cBhvr>
                                        <p:cTn id="104" dur="300" fill="hold"/>
                                        <p:tgtEl>
                                          <p:spTgt spid="41">
                                            <p:txEl>
                                              <p:pRg st="0" end="0"/>
                                            </p:txEl>
                                          </p:spTgt>
                                        </p:tgtEl>
                                        <p:attrNameLst>
                                          <p:attrName>ppt_w</p:attrName>
                                        </p:attrNameLst>
                                      </p:cBhvr>
                                      <p:tavLst>
                                        <p:tav tm="0">
                                          <p:val>
                                            <p:fltVal val="0"/>
                                          </p:val>
                                        </p:tav>
                                        <p:tav tm="100000">
                                          <p:val>
                                            <p:strVal val="#ppt_w"/>
                                          </p:val>
                                        </p:tav>
                                      </p:tavLst>
                                    </p:anim>
                                    <p:anim calcmode="lin" valueType="num">
                                      <p:cBhvr>
                                        <p:cTn id="105" dur="300" fill="hold"/>
                                        <p:tgtEl>
                                          <p:spTgt spid="41">
                                            <p:txEl>
                                              <p:pRg st="0" end="0"/>
                                            </p:txEl>
                                          </p:spTgt>
                                        </p:tgtEl>
                                        <p:attrNameLst>
                                          <p:attrName>ppt_h</p:attrName>
                                        </p:attrNameLst>
                                      </p:cBhvr>
                                      <p:tavLst>
                                        <p:tav tm="0">
                                          <p:val>
                                            <p:fltVal val="0"/>
                                          </p:val>
                                        </p:tav>
                                        <p:tav tm="100000">
                                          <p:val>
                                            <p:strVal val="#ppt_h"/>
                                          </p:val>
                                        </p:tav>
                                      </p:tavLst>
                                    </p:anim>
                                    <p:animEffect transition="in" filter="fade">
                                      <p:cBhvr>
                                        <p:cTn id="106" dur="300"/>
                                        <p:tgtEl>
                                          <p:spTgt spid="41">
                                            <p:txEl>
                                              <p:pRg st="0" end="0"/>
                                            </p:txEl>
                                          </p:spTgt>
                                        </p:tgtEl>
                                      </p:cBhvr>
                                    </p:animEffect>
                                  </p:childTnLst>
                                </p:cTn>
                              </p:par>
                              <p:par>
                                <p:cTn id="107" presetID="42" presetClass="entr" presetSubtype="0" fill="hold" grpId="0" nodeType="withEffect">
                                  <p:stCondLst>
                                    <p:cond delay="200"/>
                                  </p:stCondLst>
                                  <p:childTnLst>
                                    <p:set>
                                      <p:cBhvr>
                                        <p:cTn id="108" dur="1" fill="hold">
                                          <p:stCondLst>
                                            <p:cond delay="0"/>
                                          </p:stCondLst>
                                        </p:cTn>
                                        <p:tgtEl>
                                          <p:spTgt spid="42">
                                            <p:txEl>
                                              <p:pRg st="0" end="0"/>
                                            </p:txEl>
                                          </p:spTgt>
                                        </p:tgtEl>
                                        <p:attrNameLst>
                                          <p:attrName>style.visibility</p:attrName>
                                        </p:attrNameLst>
                                      </p:cBhvr>
                                      <p:to>
                                        <p:strVal val="visible"/>
                                      </p:to>
                                    </p:set>
                                    <p:animEffect transition="in" filter="fade">
                                      <p:cBhvr>
                                        <p:cTn id="109" dur="500"/>
                                        <p:tgtEl>
                                          <p:spTgt spid="42">
                                            <p:txEl>
                                              <p:pRg st="0" end="0"/>
                                            </p:txEl>
                                          </p:spTgt>
                                        </p:tgtEl>
                                      </p:cBhvr>
                                    </p:animEffect>
                                    <p:anim calcmode="lin" valueType="num">
                                      <p:cBhvr>
                                        <p:cTn id="110"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p:cTn id="111" dur="500" fill="hold"/>
                                        <p:tgtEl>
                                          <p:spTgt spid="42">
                                            <p:txEl>
                                              <p:pRg st="0" end="0"/>
                                            </p:txEl>
                                          </p:spTgt>
                                        </p:tgtEl>
                                        <p:attrNameLst>
                                          <p:attrName>ppt_y</p:attrName>
                                        </p:attrNameLst>
                                      </p:cBhvr>
                                      <p:tavLst>
                                        <p:tav tm="0">
                                          <p:val>
                                            <p:strVal val="#ppt_y+.1"/>
                                          </p:val>
                                        </p:tav>
                                        <p:tav tm="100000">
                                          <p:val>
                                            <p:strVal val="#ppt_y"/>
                                          </p:val>
                                        </p:tav>
                                      </p:tavLst>
                                    </p:anim>
                                  </p:childTnLst>
                                </p:cTn>
                              </p:par>
                              <p:par>
                                <p:cTn id="112" presetID="10" presetClass="entr" presetSubtype="0" fill="hold" grpId="0" nodeType="withEffect">
                                  <p:stCondLst>
                                    <p:cond delay="800"/>
                                  </p:stCondLst>
                                  <p:childTnLst>
                                    <p:set>
                                      <p:cBhvr>
                                        <p:cTn id="113" dur="1" fill="hold">
                                          <p:stCondLst>
                                            <p:cond delay="0"/>
                                          </p:stCondLst>
                                        </p:cTn>
                                        <p:tgtEl>
                                          <p:spTgt spid="43">
                                            <p:txEl>
                                              <p:pRg st="0" end="0"/>
                                            </p:txEl>
                                          </p:spTgt>
                                        </p:tgtEl>
                                        <p:attrNameLst>
                                          <p:attrName>style.visibility</p:attrName>
                                        </p:attrNameLst>
                                      </p:cBhvr>
                                      <p:to>
                                        <p:strVal val="visible"/>
                                      </p:to>
                                    </p:set>
                                    <p:animEffect transition="in" filter="fade">
                                      <p:cBhvr>
                                        <p:cTn id="114" dur="500"/>
                                        <p:tgtEl>
                                          <p:spTgt spid="43">
                                            <p:txEl>
                                              <p:pRg st="0" end="0"/>
                                            </p:txEl>
                                          </p:spTgt>
                                        </p:tgtEl>
                                      </p:cBhvr>
                                    </p:animEffect>
                                  </p:childTnLst>
                                </p:cTn>
                              </p:par>
                            </p:childTnLst>
                          </p:cTn>
                        </p:par>
                        <p:par>
                          <p:cTn id="115" fill="hold">
                            <p:stCondLst>
                              <p:cond delay="9200"/>
                            </p:stCondLst>
                            <p:childTnLst>
                              <p:par>
                                <p:cTn id="116" presetID="53" presetClass="entr" presetSubtype="16" fill="hold" grpId="0" nodeType="afterEffect">
                                  <p:stCondLst>
                                    <p:cond delay="0"/>
                                  </p:stCondLst>
                                  <p:childTnLst>
                                    <p:set>
                                      <p:cBhvr>
                                        <p:cTn id="117" dur="1" fill="hold">
                                          <p:stCondLst>
                                            <p:cond delay="0"/>
                                          </p:stCondLst>
                                        </p:cTn>
                                        <p:tgtEl>
                                          <p:spTgt spid="44"/>
                                        </p:tgtEl>
                                        <p:attrNameLst>
                                          <p:attrName>style.visibility</p:attrName>
                                        </p:attrNameLst>
                                      </p:cBhvr>
                                      <p:to>
                                        <p:strVal val="visible"/>
                                      </p:to>
                                    </p:set>
                                    <p:anim calcmode="lin" valueType="num">
                                      <p:cBhvr>
                                        <p:cTn id="118" dur="400" fill="hold"/>
                                        <p:tgtEl>
                                          <p:spTgt spid="44"/>
                                        </p:tgtEl>
                                        <p:attrNameLst>
                                          <p:attrName>ppt_w</p:attrName>
                                        </p:attrNameLst>
                                      </p:cBhvr>
                                      <p:tavLst>
                                        <p:tav tm="0">
                                          <p:val>
                                            <p:fltVal val="0"/>
                                          </p:val>
                                        </p:tav>
                                        <p:tav tm="100000">
                                          <p:val>
                                            <p:strVal val="#ppt_w"/>
                                          </p:val>
                                        </p:tav>
                                      </p:tavLst>
                                    </p:anim>
                                    <p:anim calcmode="lin" valueType="num">
                                      <p:cBhvr>
                                        <p:cTn id="119" dur="400" fill="hold"/>
                                        <p:tgtEl>
                                          <p:spTgt spid="44"/>
                                        </p:tgtEl>
                                        <p:attrNameLst>
                                          <p:attrName>ppt_h</p:attrName>
                                        </p:attrNameLst>
                                      </p:cBhvr>
                                      <p:tavLst>
                                        <p:tav tm="0">
                                          <p:val>
                                            <p:fltVal val="0"/>
                                          </p:val>
                                        </p:tav>
                                        <p:tav tm="100000">
                                          <p:val>
                                            <p:strVal val="#ppt_h"/>
                                          </p:val>
                                        </p:tav>
                                      </p:tavLst>
                                    </p:anim>
                                    <p:animEffect transition="in" filter="fade">
                                      <p:cBhvr>
                                        <p:cTn id="120" dur="400"/>
                                        <p:tgtEl>
                                          <p:spTgt spid="44"/>
                                        </p:tgtEl>
                                      </p:cBhvr>
                                    </p:animEffect>
                                  </p:childTnLst>
                                </p:cTn>
                              </p:par>
                            </p:childTnLst>
                          </p:cTn>
                        </p:par>
                        <p:par>
                          <p:cTn id="121" fill="hold">
                            <p:stCondLst>
                              <p:cond delay="9600"/>
                            </p:stCondLst>
                            <p:childTnLst>
                              <p:par>
                                <p:cTn id="122" presetID="53" presetClass="entr" presetSubtype="16" fill="hold" grpId="0" nodeType="afterEffect">
                                  <p:stCondLst>
                                    <p:cond delay="0"/>
                                  </p:stCondLst>
                                  <p:childTnLst>
                                    <p:set>
                                      <p:cBhvr>
                                        <p:cTn id="123" dur="1" fill="hold">
                                          <p:stCondLst>
                                            <p:cond delay="0"/>
                                          </p:stCondLst>
                                        </p:cTn>
                                        <p:tgtEl>
                                          <p:spTgt spid="45">
                                            <p:txEl>
                                              <p:pRg st="0" end="0"/>
                                            </p:txEl>
                                          </p:spTgt>
                                        </p:tgtEl>
                                        <p:attrNameLst>
                                          <p:attrName>style.visibility</p:attrName>
                                        </p:attrNameLst>
                                      </p:cBhvr>
                                      <p:to>
                                        <p:strVal val="visible"/>
                                      </p:to>
                                    </p:set>
                                    <p:anim calcmode="lin" valueType="num">
                                      <p:cBhvr>
                                        <p:cTn id="124" dur="300" fill="hold"/>
                                        <p:tgtEl>
                                          <p:spTgt spid="45">
                                            <p:txEl>
                                              <p:pRg st="0" end="0"/>
                                            </p:txEl>
                                          </p:spTgt>
                                        </p:tgtEl>
                                        <p:attrNameLst>
                                          <p:attrName>ppt_w</p:attrName>
                                        </p:attrNameLst>
                                      </p:cBhvr>
                                      <p:tavLst>
                                        <p:tav tm="0">
                                          <p:val>
                                            <p:fltVal val="0"/>
                                          </p:val>
                                        </p:tav>
                                        <p:tav tm="100000">
                                          <p:val>
                                            <p:strVal val="#ppt_w"/>
                                          </p:val>
                                        </p:tav>
                                      </p:tavLst>
                                    </p:anim>
                                    <p:anim calcmode="lin" valueType="num">
                                      <p:cBhvr>
                                        <p:cTn id="125" dur="300" fill="hold"/>
                                        <p:tgtEl>
                                          <p:spTgt spid="45">
                                            <p:txEl>
                                              <p:pRg st="0" end="0"/>
                                            </p:txEl>
                                          </p:spTgt>
                                        </p:tgtEl>
                                        <p:attrNameLst>
                                          <p:attrName>ppt_h</p:attrName>
                                        </p:attrNameLst>
                                      </p:cBhvr>
                                      <p:tavLst>
                                        <p:tav tm="0">
                                          <p:val>
                                            <p:fltVal val="0"/>
                                          </p:val>
                                        </p:tav>
                                        <p:tav tm="100000">
                                          <p:val>
                                            <p:strVal val="#ppt_h"/>
                                          </p:val>
                                        </p:tav>
                                      </p:tavLst>
                                    </p:anim>
                                    <p:animEffect transition="in" filter="fade">
                                      <p:cBhvr>
                                        <p:cTn id="126" dur="300"/>
                                        <p:tgtEl>
                                          <p:spTgt spid="45">
                                            <p:txEl>
                                              <p:pRg st="0" end="0"/>
                                            </p:txEl>
                                          </p:spTgt>
                                        </p:tgtEl>
                                      </p:cBhvr>
                                    </p:animEffect>
                                  </p:childTnLst>
                                </p:cTn>
                              </p:par>
                              <p:par>
                                <p:cTn id="127" presetID="42" presetClass="entr" presetSubtype="0" fill="hold" grpId="0" nodeType="withEffect">
                                  <p:stCondLst>
                                    <p:cond delay="200"/>
                                  </p:stCondLst>
                                  <p:childTnLst>
                                    <p:set>
                                      <p:cBhvr>
                                        <p:cTn id="128" dur="1" fill="hold">
                                          <p:stCondLst>
                                            <p:cond delay="0"/>
                                          </p:stCondLst>
                                        </p:cTn>
                                        <p:tgtEl>
                                          <p:spTgt spid="46">
                                            <p:txEl>
                                              <p:pRg st="0" end="0"/>
                                            </p:txEl>
                                          </p:spTgt>
                                        </p:tgtEl>
                                        <p:attrNameLst>
                                          <p:attrName>style.visibility</p:attrName>
                                        </p:attrNameLst>
                                      </p:cBhvr>
                                      <p:to>
                                        <p:strVal val="visible"/>
                                      </p:to>
                                    </p:set>
                                    <p:animEffect transition="in" filter="fade">
                                      <p:cBhvr>
                                        <p:cTn id="129" dur="500"/>
                                        <p:tgtEl>
                                          <p:spTgt spid="46">
                                            <p:txEl>
                                              <p:pRg st="0" end="0"/>
                                            </p:txEl>
                                          </p:spTgt>
                                        </p:tgtEl>
                                      </p:cBhvr>
                                    </p:animEffect>
                                    <p:anim calcmode="lin" valueType="num">
                                      <p:cBhvr>
                                        <p:cTn id="130"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p:cTn id="131" dur="500" fill="hold"/>
                                        <p:tgtEl>
                                          <p:spTgt spid="46">
                                            <p:txEl>
                                              <p:pRg st="0" end="0"/>
                                            </p:txEl>
                                          </p:spTgt>
                                        </p:tgtEl>
                                        <p:attrNameLst>
                                          <p:attrName>ppt_y</p:attrName>
                                        </p:attrNameLst>
                                      </p:cBhvr>
                                      <p:tavLst>
                                        <p:tav tm="0">
                                          <p:val>
                                            <p:strVal val="#ppt_y+.1"/>
                                          </p:val>
                                        </p:tav>
                                        <p:tav tm="100000">
                                          <p:val>
                                            <p:strVal val="#ppt_y"/>
                                          </p:val>
                                        </p:tav>
                                      </p:tavLst>
                                    </p:anim>
                                  </p:childTnLst>
                                </p:cTn>
                              </p:par>
                              <p:par>
                                <p:cTn id="132" presetID="10" presetClass="entr" presetSubtype="0" fill="hold" grpId="0" nodeType="withEffect">
                                  <p:stCondLst>
                                    <p:cond delay="800"/>
                                  </p:stCondLst>
                                  <p:childTnLst>
                                    <p:set>
                                      <p:cBhvr>
                                        <p:cTn id="133" dur="1" fill="hold">
                                          <p:stCondLst>
                                            <p:cond delay="0"/>
                                          </p:stCondLst>
                                        </p:cTn>
                                        <p:tgtEl>
                                          <p:spTgt spid="47">
                                            <p:txEl>
                                              <p:pRg st="0" end="0"/>
                                            </p:txEl>
                                          </p:spTgt>
                                        </p:tgtEl>
                                        <p:attrNameLst>
                                          <p:attrName>style.visibility</p:attrName>
                                        </p:attrNameLst>
                                      </p:cBhvr>
                                      <p:to>
                                        <p:strVal val="visible"/>
                                      </p:to>
                                    </p:set>
                                    <p:animEffect transition="in" filter="fade">
                                      <p:cBhvr>
                                        <p:cTn id="134" dur="500"/>
                                        <p:tgtEl>
                                          <p:spTgt spid="4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3" grpId="0" animBg="1"/>
      <p:bldP spid="13" grpId="0" build="p">
        <p:tmplLst>
          <p:tmpl lvl="1">
            <p:tnLst>
              <p:par>
                <p:cTn presetID="53" presetClass="entr" presetSubtype="16"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p:cTn dur="300" fill="hold"/>
                        <p:tgtEl>
                          <p:spTgt spid="13"/>
                        </p:tgtEl>
                        <p:attrNameLst>
                          <p:attrName>ppt_w</p:attrName>
                        </p:attrNameLst>
                      </p:cBhvr>
                      <p:tavLst>
                        <p:tav tm="0">
                          <p:val>
                            <p:fltVal val="0"/>
                          </p:val>
                        </p:tav>
                        <p:tav tm="100000">
                          <p:val>
                            <p:strVal val="#ppt_w"/>
                          </p:val>
                        </p:tav>
                      </p:tavLst>
                    </p:anim>
                    <p:anim calcmode="lin" valueType="num">
                      <p:cBhvr>
                        <p:cTn dur="300" fill="hold"/>
                        <p:tgtEl>
                          <p:spTgt spid="13"/>
                        </p:tgtEl>
                        <p:attrNameLst>
                          <p:attrName>ppt_h</p:attrName>
                        </p:attrNameLst>
                      </p:cBhvr>
                      <p:tavLst>
                        <p:tav tm="0">
                          <p:val>
                            <p:fltVal val="0"/>
                          </p:val>
                        </p:tav>
                        <p:tav tm="100000">
                          <p:val>
                            <p:strVal val="#ppt_h"/>
                          </p:val>
                        </p:tav>
                      </p:tavLst>
                    </p:anim>
                    <p:animEffect transition="in" filter="fade">
                      <p:cBhvr>
                        <p:cTn dur="300"/>
                        <p:tgtEl>
                          <p:spTgt spid="13"/>
                        </p:tgtEl>
                      </p:cBhvr>
                    </p:animEffect>
                  </p:childTnLst>
                </p:cTn>
              </p:par>
            </p:tnLst>
          </p:tmpl>
        </p:tmplLst>
      </p:bldP>
      <p:bldP spid="26" grpId="0" build="p">
        <p:tmplLst>
          <p:tmpl lvl="1">
            <p:tnLst>
              <p:par>
                <p:cTn presetID="42" presetClass="entr" presetSubtype="0" fill="hold" nodeType="withEffect">
                  <p:stCondLst>
                    <p:cond delay="20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10" presetClass="entr" presetSubtype="0" fill="hold" nodeType="withEffect">
                  <p:stCondLst>
                    <p:cond delay="80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8" grpId="0" animBg="1"/>
      <p:bldP spid="29" grpId="0" build="p">
        <p:tmplLst>
          <p:tmpl lvl="1">
            <p:tnLst>
              <p:par>
                <p:cTn presetID="53" presetClass="entr" presetSubtype="16"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300" fill="hold"/>
                        <p:tgtEl>
                          <p:spTgt spid="29"/>
                        </p:tgtEl>
                        <p:attrNameLst>
                          <p:attrName>ppt_w</p:attrName>
                        </p:attrNameLst>
                      </p:cBhvr>
                      <p:tavLst>
                        <p:tav tm="0">
                          <p:val>
                            <p:fltVal val="0"/>
                          </p:val>
                        </p:tav>
                        <p:tav tm="100000">
                          <p:val>
                            <p:strVal val="#ppt_w"/>
                          </p:val>
                        </p:tav>
                      </p:tavLst>
                    </p:anim>
                    <p:anim calcmode="lin" valueType="num">
                      <p:cBhvr>
                        <p:cTn dur="300" fill="hold"/>
                        <p:tgtEl>
                          <p:spTgt spid="29"/>
                        </p:tgtEl>
                        <p:attrNameLst>
                          <p:attrName>ppt_h</p:attrName>
                        </p:attrNameLst>
                      </p:cBhvr>
                      <p:tavLst>
                        <p:tav tm="0">
                          <p:val>
                            <p:fltVal val="0"/>
                          </p:val>
                        </p:tav>
                        <p:tav tm="100000">
                          <p:val>
                            <p:strVal val="#ppt_h"/>
                          </p:val>
                        </p:tav>
                      </p:tavLst>
                    </p:anim>
                    <p:animEffect transition="in" filter="fade">
                      <p:cBhvr>
                        <p:cTn dur="300"/>
                        <p:tgtEl>
                          <p:spTgt spid="29"/>
                        </p:tgtEl>
                      </p:cBhvr>
                    </p:animEffect>
                  </p:childTnLst>
                </p:cTn>
              </p:par>
            </p:tnLst>
          </p:tmpl>
        </p:tmplLst>
      </p:bldP>
      <p:bldP spid="30" grpId="0" build="p">
        <p:tmplLst>
          <p:tmpl lvl="1">
            <p:tnLst>
              <p:par>
                <p:cTn presetID="42" presetClass="entr" presetSubtype="0" fill="hold" nodeType="withEffect">
                  <p:stCondLst>
                    <p:cond delay="20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anim calcmode="lin" valueType="num">
                      <p:cBhvr>
                        <p:cTn dur="500" fill="hold"/>
                        <p:tgtEl>
                          <p:spTgt spid="30"/>
                        </p:tgtEl>
                        <p:attrNameLst>
                          <p:attrName>ppt_x</p:attrName>
                        </p:attrNameLst>
                      </p:cBhvr>
                      <p:tavLst>
                        <p:tav tm="0">
                          <p:val>
                            <p:strVal val="#ppt_x"/>
                          </p:val>
                        </p:tav>
                        <p:tav tm="100000">
                          <p:val>
                            <p:strVal val="#ppt_x"/>
                          </p:val>
                        </p:tav>
                      </p:tavLst>
                    </p:anim>
                    <p:anim calcmode="lin" valueType="num">
                      <p:cBhvr>
                        <p:cTn dur="500" fill="hold"/>
                        <p:tgtEl>
                          <p:spTgt spid="30"/>
                        </p:tgtEl>
                        <p:attrNameLst>
                          <p:attrName>ppt_y</p:attrName>
                        </p:attrNameLst>
                      </p:cBhvr>
                      <p:tavLst>
                        <p:tav tm="0">
                          <p:val>
                            <p:strVal val="#ppt_y+.1"/>
                          </p:val>
                        </p:tav>
                        <p:tav tm="100000">
                          <p:val>
                            <p:strVal val="#ppt_y"/>
                          </p:val>
                        </p:tav>
                      </p:tavLst>
                    </p:anim>
                  </p:childTnLst>
                </p:cTn>
              </p:par>
            </p:tnLst>
          </p:tmpl>
        </p:tmplLst>
      </p:bldP>
      <p:bldP spid="31" grpId="0" build="p">
        <p:tmplLst>
          <p:tmpl lvl="1">
            <p:tnLst>
              <p:par>
                <p:cTn presetID="10" presetClass="entr" presetSubtype="0" fill="hold" nodeType="withEffect">
                  <p:stCondLst>
                    <p:cond delay="80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2" grpId="0" animBg="1"/>
      <p:bldP spid="33" grpId="0" build="p">
        <p:tmplLst>
          <p:tmpl lvl="1">
            <p:tnLst>
              <p:par>
                <p:cTn presetID="53" presetClass="entr" presetSubtype="16"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 calcmode="lin" valueType="num">
                      <p:cBhvr>
                        <p:cTn dur="300" fill="hold"/>
                        <p:tgtEl>
                          <p:spTgt spid="33"/>
                        </p:tgtEl>
                        <p:attrNameLst>
                          <p:attrName>ppt_w</p:attrName>
                        </p:attrNameLst>
                      </p:cBhvr>
                      <p:tavLst>
                        <p:tav tm="0">
                          <p:val>
                            <p:fltVal val="0"/>
                          </p:val>
                        </p:tav>
                        <p:tav tm="100000">
                          <p:val>
                            <p:strVal val="#ppt_w"/>
                          </p:val>
                        </p:tav>
                      </p:tavLst>
                    </p:anim>
                    <p:anim calcmode="lin" valueType="num">
                      <p:cBhvr>
                        <p:cTn dur="300" fill="hold"/>
                        <p:tgtEl>
                          <p:spTgt spid="33"/>
                        </p:tgtEl>
                        <p:attrNameLst>
                          <p:attrName>ppt_h</p:attrName>
                        </p:attrNameLst>
                      </p:cBhvr>
                      <p:tavLst>
                        <p:tav tm="0">
                          <p:val>
                            <p:fltVal val="0"/>
                          </p:val>
                        </p:tav>
                        <p:tav tm="100000">
                          <p:val>
                            <p:strVal val="#ppt_h"/>
                          </p:val>
                        </p:tav>
                      </p:tavLst>
                    </p:anim>
                    <p:animEffect transition="in" filter="fade">
                      <p:cBhvr>
                        <p:cTn dur="300"/>
                        <p:tgtEl>
                          <p:spTgt spid="33"/>
                        </p:tgtEl>
                      </p:cBhvr>
                    </p:animEffect>
                  </p:childTnLst>
                </p:cTn>
              </p:par>
            </p:tnLst>
          </p:tmpl>
        </p:tmplLst>
      </p:bldP>
      <p:bldP spid="34" grpId="0" build="p">
        <p:tmplLst>
          <p:tmpl lvl="1">
            <p:tnLst>
              <p:par>
                <p:cTn presetID="42" presetClass="entr" presetSubtype="0" fill="hold" nodeType="withEffect">
                  <p:stCondLst>
                    <p:cond delay="20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anim calcmode="lin" valueType="num">
                      <p:cBhvr>
                        <p:cTn dur="500" fill="hold"/>
                        <p:tgtEl>
                          <p:spTgt spid="34"/>
                        </p:tgtEl>
                        <p:attrNameLst>
                          <p:attrName>ppt_x</p:attrName>
                        </p:attrNameLst>
                      </p:cBhvr>
                      <p:tavLst>
                        <p:tav tm="0">
                          <p:val>
                            <p:strVal val="#ppt_x"/>
                          </p:val>
                        </p:tav>
                        <p:tav tm="100000">
                          <p:val>
                            <p:strVal val="#ppt_x"/>
                          </p:val>
                        </p:tav>
                      </p:tavLst>
                    </p:anim>
                    <p:anim calcmode="lin" valueType="num">
                      <p:cBhvr>
                        <p:cTn dur="500" fill="hold"/>
                        <p:tgtEl>
                          <p:spTgt spid="34"/>
                        </p:tgtEl>
                        <p:attrNameLst>
                          <p:attrName>ppt_y</p:attrName>
                        </p:attrNameLst>
                      </p:cBhvr>
                      <p:tavLst>
                        <p:tav tm="0">
                          <p:val>
                            <p:strVal val="#ppt_y+.1"/>
                          </p:val>
                        </p:tav>
                        <p:tav tm="100000">
                          <p:val>
                            <p:strVal val="#ppt_y"/>
                          </p:val>
                        </p:tav>
                      </p:tavLst>
                    </p:anim>
                  </p:childTnLst>
                </p:cTn>
              </p:par>
            </p:tnLst>
          </p:tmpl>
        </p:tmplLst>
      </p:bldP>
      <p:bldP spid="35" grpId="0" build="p">
        <p:tmplLst>
          <p:tmpl lvl="1">
            <p:tnLst>
              <p:par>
                <p:cTn presetID="10" presetClass="entr" presetSubtype="0" fill="hold" nodeType="withEffect">
                  <p:stCondLst>
                    <p:cond delay="800"/>
                  </p:stCondLst>
                  <p:childTnLst>
                    <p:set>
                      <p:cBhvr>
                        <p:cTn dur="1" fill="hold">
                          <p:stCondLst>
                            <p:cond delay="0"/>
                          </p:stCondLst>
                        </p:cTn>
                        <p:tgtEl>
                          <p:spTgt spid="35"/>
                        </p:tgtEl>
                        <p:attrNameLst>
                          <p:attrName>style.visibility</p:attrName>
                        </p:attrNameLst>
                      </p:cBhvr>
                      <p:to>
                        <p:strVal val="visible"/>
                      </p:to>
                    </p:set>
                    <p:animEffect transition="in" filter="fade">
                      <p:cBhvr>
                        <p:cTn dur="500"/>
                        <p:tgtEl>
                          <p:spTgt spid="35"/>
                        </p:tgtEl>
                      </p:cBhvr>
                    </p:animEffect>
                  </p:childTnLst>
                </p:cTn>
              </p:par>
            </p:tnLst>
          </p:tmpl>
        </p:tmplLst>
      </p:bldP>
      <p:bldP spid="36" grpId="0" animBg="1"/>
      <p:bldP spid="37" grpId="0" build="p">
        <p:tmplLst>
          <p:tmpl lvl="1">
            <p:tnLst>
              <p:par>
                <p:cTn presetID="53" presetClass="entr" presetSubtype="16"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 calcmode="lin" valueType="num">
                      <p:cBhvr>
                        <p:cTn dur="300" fill="hold"/>
                        <p:tgtEl>
                          <p:spTgt spid="37"/>
                        </p:tgtEl>
                        <p:attrNameLst>
                          <p:attrName>ppt_w</p:attrName>
                        </p:attrNameLst>
                      </p:cBhvr>
                      <p:tavLst>
                        <p:tav tm="0">
                          <p:val>
                            <p:fltVal val="0"/>
                          </p:val>
                        </p:tav>
                        <p:tav tm="100000">
                          <p:val>
                            <p:strVal val="#ppt_w"/>
                          </p:val>
                        </p:tav>
                      </p:tavLst>
                    </p:anim>
                    <p:anim calcmode="lin" valueType="num">
                      <p:cBhvr>
                        <p:cTn dur="300" fill="hold"/>
                        <p:tgtEl>
                          <p:spTgt spid="37"/>
                        </p:tgtEl>
                        <p:attrNameLst>
                          <p:attrName>ppt_h</p:attrName>
                        </p:attrNameLst>
                      </p:cBhvr>
                      <p:tavLst>
                        <p:tav tm="0">
                          <p:val>
                            <p:fltVal val="0"/>
                          </p:val>
                        </p:tav>
                        <p:tav tm="100000">
                          <p:val>
                            <p:strVal val="#ppt_h"/>
                          </p:val>
                        </p:tav>
                      </p:tavLst>
                    </p:anim>
                    <p:animEffect transition="in" filter="fade">
                      <p:cBhvr>
                        <p:cTn dur="300"/>
                        <p:tgtEl>
                          <p:spTgt spid="37"/>
                        </p:tgtEl>
                      </p:cBhvr>
                    </p:animEffect>
                  </p:childTnLst>
                </p:cTn>
              </p:par>
            </p:tnLst>
          </p:tmpl>
        </p:tmplLst>
      </p:bldP>
      <p:bldP spid="38" grpId="0" build="p">
        <p:tmplLst>
          <p:tmpl lvl="1">
            <p:tnLst>
              <p:par>
                <p:cTn presetID="42" presetClass="entr" presetSubtype="0" fill="hold" nodeType="withEffect">
                  <p:stCondLst>
                    <p:cond delay="20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anim calcmode="lin" valueType="num">
                      <p:cBhvr>
                        <p:cTn dur="500" fill="hold"/>
                        <p:tgtEl>
                          <p:spTgt spid="38"/>
                        </p:tgtEl>
                        <p:attrNameLst>
                          <p:attrName>ppt_x</p:attrName>
                        </p:attrNameLst>
                      </p:cBhvr>
                      <p:tavLst>
                        <p:tav tm="0">
                          <p:val>
                            <p:strVal val="#ppt_x"/>
                          </p:val>
                        </p:tav>
                        <p:tav tm="100000">
                          <p:val>
                            <p:strVal val="#ppt_x"/>
                          </p:val>
                        </p:tav>
                      </p:tavLst>
                    </p:anim>
                    <p:anim calcmode="lin" valueType="num">
                      <p:cBhvr>
                        <p:cTn dur="500" fill="hold"/>
                        <p:tgtEl>
                          <p:spTgt spid="38"/>
                        </p:tgtEl>
                        <p:attrNameLst>
                          <p:attrName>ppt_y</p:attrName>
                        </p:attrNameLst>
                      </p:cBhvr>
                      <p:tavLst>
                        <p:tav tm="0">
                          <p:val>
                            <p:strVal val="#ppt_y+.1"/>
                          </p:val>
                        </p:tav>
                        <p:tav tm="100000">
                          <p:val>
                            <p:strVal val="#ppt_y"/>
                          </p:val>
                        </p:tav>
                      </p:tavLst>
                    </p:anim>
                  </p:childTnLst>
                </p:cTn>
              </p:par>
            </p:tnLst>
          </p:tmpl>
        </p:tmplLst>
      </p:bldP>
      <p:bldP spid="39" grpId="0" build="p">
        <p:tmplLst>
          <p:tmpl lvl="1">
            <p:tnLst>
              <p:par>
                <p:cTn presetID="10" presetClass="entr" presetSubtype="0" fill="hold" nodeType="withEffect">
                  <p:stCondLst>
                    <p:cond delay="800"/>
                  </p:st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0" grpId="0" animBg="1"/>
      <p:bldP spid="41" grpId="0" build="p">
        <p:tmplLst>
          <p:tmpl lvl="1">
            <p:tnLst>
              <p:par>
                <p:cTn presetID="53" presetClass="entr" presetSubtype="16"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 calcmode="lin" valueType="num">
                      <p:cBhvr>
                        <p:cTn dur="300" fill="hold"/>
                        <p:tgtEl>
                          <p:spTgt spid="41"/>
                        </p:tgtEl>
                        <p:attrNameLst>
                          <p:attrName>ppt_w</p:attrName>
                        </p:attrNameLst>
                      </p:cBhvr>
                      <p:tavLst>
                        <p:tav tm="0">
                          <p:val>
                            <p:fltVal val="0"/>
                          </p:val>
                        </p:tav>
                        <p:tav tm="100000">
                          <p:val>
                            <p:strVal val="#ppt_w"/>
                          </p:val>
                        </p:tav>
                      </p:tavLst>
                    </p:anim>
                    <p:anim calcmode="lin" valueType="num">
                      <p:cBhvr>
                        <p:cTn dur="300" fill="hold"/>
                        <p:tgtEl>
                          <p:spTgt spid="41"/>
                        </p:tgtEl>
                        <p:attrNameLst>
                          <p:attrName>ppt_h</p:attrName>
                        </p:attrNameLst>
                      </p:cBhvr>
                      <p:tavLst>
                        <p:tav tm="0">
                          <p:val>
                            <p:fltVal val="0"/>
                          </p:val>
                        </p:tav>
                        <p:tav tm="100000">
                          <p:val>
                            <p:strVal val="#ppt_h"/>
                          </p:val>
                        </p:tav>
                      </p:tavLst>
                    </p:anim>
                    <p:animEffect transition="in" filter="fade">
                      <p:cBhvr>
                        <p:cTn dur="300"/>
                        <p:tgtEl>
                          <p:spTgt spid="41"/>
                        </p:tgtEl>
                      </p:cBhvr>
                    </p:animEffect>
                  </p:childTnLst>
                </p:cTn>
              </p:par>
            </p:tnLst>
          </p:tmpl>
        </p:tmplLst>
      </p:bldP>
      <p:bldP spid="42" grpId="0" build="p">
        <p:tmplLst>
          <p:tmpl lvl="1">
            <p:tnLst>
              <p:par>
                <p:cTn presetID="42" presetClass="entr" presetSubtype="0" fill="hold" nodeType="withEffect">
                  <p:stCondLst>
                    <p:cond delay="20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anim calcmode="lin" valueType="num">
                      <p:cBhvr>
                        <p:cTn dur="500" fill="hold"/>
                        <p:tgtEl>
                          <p:spTgt spid="42"/>
                        </p:tgtEl>
                        <p:attrNameLst>
                          <p:attrName>ppt_x</p:attrName>
                        </p:attrNameLst>
                      </p:cBhvr>
                      <p:tavLst>
                        <p:tav tm="0">
                          <p:val>
                            <p:strVal val="#ppt_x"/>
                          </p:val>
                        </p:tav>
                        <p:tav tm="100000">
                          <p:val>
                            <p:strVal val="#ppt_x"/>
                          </p:val>
                        </p:tav>
                      </p:tavLst>
                    </p:anim>
                    <p:anim calcmode="lin" valueType="num">
                      <p:cBhvr>
                        <p:cTn dur="500" fill="hold"/>
                        <p:tgtEl>
                          <p:spTgt spid="42"/>
                        </p:tgtEl>
                        <p:attrNameLst>
                          <p:attrName>ppt_y</p:attrName>
                        </p:attrNameLst>
                      </p:cBhvr>
                      <p:tavLst>
                        <p:tav tm="0">
                          <p:val>
                            <p:strVal val="#ppt_y+.1"/>
                          </p:val>
                        </p:tav>
                        <p:tav tm="100000">
                          <p:val>
                            <p:strVal val="#ppt_y"/>
                          </p:val>
                        </p:tav>
                      </p:tavLst>
                    </p:anim>
                  </p:childTnLst>
                </p:cTn>
              </p:par>
            </p:tnLst>
          </p:tmpl>
        </p:tmplLst>
      </p:bldP>
      <p:bldP spid="43" grpId="0" build="p">
        <p:tmplLst>
          <p:tmpl lvl="1">
            <p:tnLst>
              <p:par>
                <p:cTn presetID="10" presetClass="entr" presetSubtype="0" fill="hold" nodeType="withEffect">
                  <p:stCondLst>
                    <p:cond delay="80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P spid="44" grpId="0" animBg="1"/>
      <p:bldP spid="45" grpId="0" build="p">
        <p:tmplLst>
          <p:tmpl lvl="1">
            <p:tnLst>
              <p:par>
                <p:cTn presetID="53" presetClass="entr" presetSubtype="16" fill="hold" nodeType="afterEffect">
                  <p:stCondLst>
                    <p:cond delay="0"/>
                  </p:stCondLst>
                  <p:childTnLst>
                    <p:set>
                      <p:cBhvr>
                        <p:cTn dur="1" fill="hold">
                          <p:stCondLst>
                            <p:cond delay="0"/>
                          </p:stCondLst>
                        </p:cTn>
                        <p:tgtEl>
                          <p:spTgt spid="45"/>
                        </p:tgtEl>
                        <p:attrNameLst>
                          <p:attrName>style.visibility</p:attrName>
                        </p:attrNameLst>
                      </p:cBhvr>
                      <p:to>
                        <p:strVal val="visible"/>
                      </p:to>
                    </p:set>
                    <p:anim calcmode="lin" valueType="num">
                      <p:cBhvr>
                        <p:cTn dur="300" fill="hold"/>
                        <p:tgtEl>
                          <p:spTgt spid="45"/>
                        </p:tgtEl>
                        <p:attrNameLst>
                          <p:attrName>ppt_w</p:attrName>
                        </p:attrNameLst>
                      </p:cBhvr>
                      <p:tavLst>
                        <p:tav tm="0">
                          <p:val>
                            <p:fltVal val="0"/>
                          </p:val>
                        </p:tav>
                        <p:tav tm="100000">
                          <p:val>
                            <p:strVal val="#ppt_w"/>
                          </p:val>
                        </p:tav>
                      </p:tavLst>
                    </p:anim>
                    <p:anim calcmode="lin" valueType="num">
                      <p:cBhvr>
                        <p:cTn dur="300" fill="hold"/>
                        <p:tgtEl>
                          <p:spTgt spid="45"/>
                        </p:tgtEl>
                        <p:attrNameLst>
                          <p:attrName>ppt_h</p:attrName>
                        </p:attrNameLst>
                      </p:cBhvr>
                      <p:tavLst>
                        <p:tav tm="0">
                          <p:val>
                            <p:fltVal val="0"/>
                          </p:val>
                        </p:tav>
                        <p:tav tm="100000">
                          <p:val>
                            <p:strVal val="#ppt_h"/>
                          </p:val>
                        </p:tav>
                      </p:tavLst>
                    </p:anim>
                    <p:animEffect transition="in" filter="fade">
                      <p:cBhvr>
                        <p:cTn dur="300"/>
                        <p:tgtEl>
                          <p:spTgt spid="45"/>
                        </p:tgtEl>
                      </p:cBhvr>
                    </p:animEffect>
                  </p:childTnLst>
                </p:cTn>
              </p:par>
            </p:tnLst>
          </p:tmpl>
        </p:tmplLst>
      </p:bldP>
      <p:bldP spid="46" grpId="0" build="p">
        <p:tmplLst>
          <p:tmpl lvl="1">
            <p:tnLst>
              <p:par>
                <p:cTn presetID="42" presetClass="entr" presetSubtype="0" fill="hold" nodeType="withEffect">
                  <p:stCondLst>
                    <p:cond delay="200"/>
                  </p:stCondLst>
                  <p:childTnLst>
                    <p:set>
                      <p:cBhvr>
                        <p:cTn dur="1" fill="hold">
                          <p:stCondLst>
                            <p:cond delay="0"/>
                          </p:stCondLst>
                        </p:cTn>
                        <p:tgtEl>
                          <p:spTgt spid="46"/>
                        </p:tgtEl>
                        <p:attrNameLst>
                          <p:attrName>style.visibility</p:attrName>
                        </p:attrNameLst>
                      </p:cBhvr>
                      <p:to>
                        <p:strVal val="visible"/>
                      </p:to>
                    </p:set>
                    <p:animEffect transition="in" filter="fade">
                      <p:cBhvr>
                        <p:cTn dur="500"/>
                        <p:tgtEl>
                          <p:spTgt spid="46"/>
                        </p:tgtEl>
                      </p:cBhvr>
                    </p:animEffect>
                    <p:anim calcmode="lin" valueType="num">
                      <p:cBhvr>
                        <p:cTn dur="500" fill="hold"/>
                        <p:tgtEl>
                          <p:spTgt spid="46"/>
                        </p:tgtEl>
                        <p:attrNameLst>
                          <p:attrName>ppt_x</p:attrName>
                        </p:attrNameLst>
                      </p:cBhvr>
                      <p:tavLst>
                        <p:tav tm="0">
                          <p:val>
                            <p:strVal val="#ppt_x"/>
                          </p:val>
                        </p:tav>
                        <p:tav tm="100000">
                          <p:val>
                            <p:strVal val="#ppt_x"/>
                          </p:val>
                        </p:tav>
                      </p:tavLst>
                    </p:anim>
                    <p:anim calcmode="lin" valueType="num">
                      <p:cBhvr>
                        <p:cTn dur="500" fill="hold"/>
                        <p:tgtEl>
                          <p:spTgt spid="46"/>
                        </p:tgtEl>
                        <p:attrNameLst>
                          <p:attrName>ppt_y</p:attrName>
                        </p:attrNameLst>
                      </p:cBhvr>
                      <p:tavLst>
                        <p:tav tm="0">
                          <p:val>
                            <p:strVal val="#ppt_y+.1"/>
                          </p:val>
                        </p:tav>
                        <p:tav tm="100000">
                          <p:val>
                            <p:strVal val="#ppt_y"/>
                          </p:val>
                        </p:tav>
                      </p:tavLst>
                    </p:anim>
                  </p:childTnLst>
                </p:cTn>
              </p:par>
            </p:tnLst>
          </p:tmpl>
        </p:tmplLst>
      </p:bldP>
      <p:bldP spid="47" grpId="0" build="p">
        <p:tmplLst>
          <p:tmpl lvl="1">
            <p:tnLst>
              <p:par>
                <p:cTn presetID="10" presetClass="entr" presetSubtype="0" fill="hold" nodeType="withEffect">
                  <p:stCondLst>
                    <p:cond delay="800"/>
                  </p:st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childTnLst>
                </p:cTn>
              </p:par>
            </p:tnLst>
          </p:tmpl>
        </p:tmplLst>
      </p:bldP>
    </p:bldLst>
  </p:timing>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Iconic list 3">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9"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 name="Rounded Rectangle 2"/>
          <p:cNvSpPr/>
          <p:nvPr userDrawn="1"/>
        </p:nvSpPr>
        <p:spPr>
          <a:xfrm>
            <a:off x="1724380" y="1638675"/>
            <a:ext cx="869949" cy="782954"/>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3" name="Text Placeholder 7"/>
          <p:cNvSpPr>
            <a:spLocks noGrp="1"/>
          </p:cNvSpPr>
          <p:nvPr>
            <p:ph type="body" sz="quarter" idx="39" hasCustomPrompt="1"/>
          </p:nvPr>
        </p:nvSpPr>
        <p:spPr>
          <a:xfrm>
            <a:off x="1805522" y="1684395"/>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26" name="Text Placeholder 7"/>
          <p:cNvSpPr>
            <a:spLocks noGrp="1"/>
          </p:cNvSpPr>
          <p:nvPr>
            <p:ph type="body" sz="quarter" idx="19" hasCustomPrompt="1"/>
          </p:nvPr>
        </p:nvSpPr>
        <p:spPr>
          <a:xfrm>
            <a:off x="603251" y="2527978"/>
            <a:ext cx="3071283"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7" name="Text Placeholder 2"/>
          <p:cNvSpPr>
            <a:spLocks noGrp="1"/>
          </p:cNvSpPr>
          <p:nvPr>
            <p:ph type="body" sz="quarter" idx="16" hasCustomPrompt="1"/>
          </p:nvPr>
        </p:nvSpPr>
        <p:spPr>
          <a:xfrm>
            <a:off x="603253" y="2837710"/>
            <a:ext cx="3071281" cy="779972"/>
          </a:xfrm>
          <a:prstGeom prst="rect">
            <a:avLst/>
          </a:prstGeom>
        </p:spPr>
        <p:txBody>
          <a:bodyPr vert="horz" lIns="0" tIns="0" rIns="0" bIns="0"/>
          <a:lstStyle>
            <a:lvl1pPr marL="0" indent="0" algn="ctr">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a:t>
            </a:r>
            <a:r>
              <a:rPr lang="en-US" dirty="0" smtClean="0"/>
              <a:t>.</a:t>
            </a:r>
          </a:p>
        </p:txBody>
      </p:sp>
      <p:sp>
        <p:nvSpPr>
          <p:cNvPr id="72" name="Rounded Rectangle 71"/>
          <p:cNvSpPr/>
          <p:nvPr userDrawn="1"/>
        </p:nvSpPr>
        <p:spPr>
          <a:xfrm>
            <a:off x="5669847" y="1638675"/>
            <a:ext cx="869949" cy="782954"/>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73" name="Text Placeholder 7"/>
          <p:cNvSpPr>
            <a:spLocks noGrp="1"/>
          </p:cNvSpPr>
          <p:nvPr>
            <p:ph type="body" sz="quarter" idx="40" hasCustomPrompt="1"/>
          </p:nvPr>
        </p:nvSpPr>
        <p:spPr>
          <a:xfrm>
            <a:off x="5750988" y="1684395"/>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74" name="Text Placeholder 7"/>
          <p:cNvSpPr>
            <a:spLocks noGrp="1"/>
          </p:cNvSpPr>
          <p:nvPr>
            <p:ph type="body" sz="quarter" idx="41" hasCustomPrompt="1"/>
          </p:nvPr>
        </p:nvSpPr>
        <p:spPr>
          <a:xfrm>
            <a:off x="4548717" y="2527978"/>
            <a:ext cx="3071283"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75" name="Text Placeholder 2"/>
          <p:cNvSpPr>
            <a:spLocks noGrp="1"/>
          </p:cNvSpPr>
          <p:nvPr>
            <p:ph type="body" sz="quarter" idx="42" hasCustomPrompt="1"/>
          </p:nvPr>
        </p:nvSpPr>
        <p:spPr>
          <a:xfrm>
            <a:off x="4548720" y="2837710"/>
            <a:ext cx="3071281" cy="779972"/>
          </a:xfrm>
          <a:prstGeom prst="rect">
            <a:avLst/>
          </a:prstGeom>
        </p:spPr>
        <p:txBody>
          <a:bodyPr vert="horz" lIns="0" tIns="0" rIns="0" bIns="0"/>
          <a:lstStyle>
            <a:lvl1pPr marL="0" indent="0" algn="ctr">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a:t>
            </a:r>
            <a:r>
              <a:rPr lang="en-US" dirty="0" smtClean="0"/>
              <a:t>.</a:t>
            </a:r>
          </a:p>
        </p:txBody>
      </p:sp>
      <p:sp>
        <p:nvSpPr>
          <p:cNvPr id="76" name="Rounded Rectangle 75"/>
          <p:cNvSpPr/>
          <p:nvPr userDrawn="1"/>
        </p:nvSpPr>
        <p:spPr>
          <a:xfrm>
            <a:off x="9625898" y="1638675"/>
            <a:ext cx="869949" cy="782954"/>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77" name="Text Placeholder 7"/>
          <p:cNvSpPr>
            <a:spLocks noGrp="1"/>
          </p:cNvSpPr>
          <p:nvPr>
            <p:ph type="body" sz="quarter" idx="43" hasCustomPrompt="1"/>
          </p:nvPr>
        </p:nvSpPr>
        <p:spPr>
          <a:xfrm>
            <a:off x="9707039" y="1684395"/>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78" name="Text Placeholder 7"/>
          <p:cNvSpPr>
            <a:spLocks noGrp="1"/>
          </p:cNvSpPr>
          <p:nvPr>
            <p:ph type="body" sz="quarter" idx="44" hasCustomPrompt="1"/>
          </p:nvPr>
        </p:nvSpPr>
        <p:spPr>
          <a:xfrm>
            <a:off x="8504768" y="2527978"/>
            <a:ext cx="3071283"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79" name="Text Placeholder 2"/>
          <p:cNvSpPr>
            <a:spLocks noGrp="1"/>
          </p:cNvSpPr>
          <p:nvPr>
            <p:ph type="body" sz="quarter" idx="45" hasCustomPrompt="1"/>
          </p:nvPr>
        </p:nvSpPr>
        <p:spPr>
          <a:xfrm>
            <a:off x="8504770" y="2837710"/>
            <a:ext cx="3071281" cy="779972"/>
          </a:xfrm>
          <a:prstGeom prst="rect">
            <a:avLst/>
          </a:prstGeom>
        </p:spPr>
        <p:txBody>
          <a:bodyPr vert="horz" lIns="0" tIns="0" rIns="0" bIns="0"/>
          <a:lstStyle>
            <a:lvl1pPr marL="0" indent="0" algn="ctr">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a:t>
            </a:r>
            <a:r>
              <a:rPr lang="en-US" dirty="0" smtClean="0"/>
              <a:t>.</a:t>
            </a:r>
          </a:p>
        </p:txBody>
      </p:sp>
      <p:sp>
        <p:nvSpPr>
          <p:cNvPr id="80" name="Rounded Rectangle 79"/>
          <p:cNvSpPr/>
          <p:nvPr userDrawn="1"/>
        </p:nvSpPr>
        <p:spPr>
          <a:xfrm>
            <a:off x="1724380" y="3924675"/>
            <a:ext cx="869949" cy="782954"/>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81" name="Text Placeholder 7"/>
          <p:cNvSpPr>
            <a:spLocks noGrp="1"/>
          </p:cNvSpPr>
          <p:nvPr>
            <p:ph type="body" sz="quarter" idx="46" hasCustomPrompt="1"/>
          </p:nvPr>
        </p:nvSpPr>
        <p:spPr>
          <a:xfrm>
            <a:off x="1805522" y="3970395"/>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82" name="Text Placeholder 7"/>
          <p:cNvSpPr>
            <a:spLocks noGrp="1"/>
          </p:cNvSpPr>
          <p:nvPr>
            <p:ph type="body" sz="quarter" idx="47" hasCustomPrompt="1"/>
          </p:nvPr>
        </p:nvSpPr>
        <p:spPr>
          <a:xfrm>
            <a:off x="603251" y="4813978"/>
            <a:ext cx="3071283"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83" name="Text Placeholder 2"/>
          <p:cNvSpPr>
            <a:spLocks noGrp="1"/>
          </p:cNvSpPr>
          <p:nvPr>
            <p:ph type="body" sz="quarter" idx="48" hasCustomPrompt="1"/>
          </p:nvPr>
        </p:nvSpPr>
        <p:spPr>
          <a:xfrm>
            <a:off x="603253" y="5123710"/>
            <a:ext cx="3071281" cy="779972"/>
          </a:xfrm>
          <a:prstGeom prst="rect">
            <a:avLst/>
          </a:prstGeom>
        </p:spPr>
        <p:txBody>
          <a:bodyPr vert="horz" lIns="0" tIns="0" rIns="0" bIns="0"/>
          <a:lstStyle>
            <a:lvl1pPr marL="0" indent="0" algn="ctr">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a:t>
            </a:r>
            <a:r>
              <a:rPr lang="en-US" dirty="0" smtClean="0"/>
              <a:t>.</a:t>
            </a:r>
          </a:p>
        </p:txBody>
      </p:sp>
      <p:sp>
        <p:nvSpPr>
          <p:cNvPr id="84" name="Rounded Rectangle 83"/>
          <p:cNvSpPr/>
          <p:nvPr userDrawn="1"/>
        </p:nvSpPr>
        <p:spPr>
          <a:xfrm>
            <a:off x="5669847" y="3924675"/>
            <a:ext cx="869949" cy="782954"/>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85" name="Text Placeholder 7"/>
          <p:cNvSpPr>
            <a:spLocks noGrp="1"/>
          </p:cNvSpPr>
          <p:nvPr>
            <p:ph type="body" sz="quarter" idx="49" hasCustomPrompt="1"/>
          </p:nvPr>
        </p:nvSpPr>
        <p:spPr>
          <a:xfrm>
            <a:off x="5750988" y="3970395"/>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86" name="Text Placeholder 7"/>
          <p:cNvSpPr>
            <a:spLocks noGrp="1"/>
          </p:cNvSpPr>
          <p:nvPr>
            <p:ph type="body" sz="quarter" idx="50" hasCustomPrompt="1"/>
          </p:nvPr>
        </p:nvSpPr>
        <p:spPr>
          <a:xfrm>
            <a:off x="4548717" y="4813978"/>
            <a:ext cx="3071283"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87" name="Text Placeholder 2"/>
          <p:cNvSpPr>
            <a:spLocks noGrp="1"/>
          </p:cNvSpPr>
          <p:nvPr>
            <p:ph type="body" sz="quarter" idx="51" hasCustomPrompt="1"/>
          </p:nvPr>
        </p:nvSpPr>
        <p:spPr>
          <a:xfrm>
            <a:off x="4548720" y="5123710"/>
            <a:ext cx="3071281" cy="779972"/>
          </a:xfrm>
          <a:prstGeom prst="rect">
            <a:avLst/>
          </a:prstGeom>
        </p:spPr>
        <p:txBody>
          <a:bodyPr vert="horz" lIns="0" tIns="0" rIns="0" bIns="0"/>
          <a:lstStyle>
            <a:lvl1pPr marL="0" indent="0" algn="ctr">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a:t>
            </a:r>
            <a:r>
              <a:rPr lang="en-US" dirty="0" smtClean="0"/>
              <a:t>.</a:t>
            </a:r>
          </a:p>
        </p:txBody>
      </p:sp>
      <p:sp>
        <p:nvSpPr>
          <p:cNvPr id="88" name="Rounded Rectangle 87"/>
          <p:cNvSpPr/>
          <p:nvPr userDrawn="1"/>
        </p:nvSpPr>
        <p:spPr>
          <a:xfrm>
            <a:off x="9625898" y="3924675"/>
            <a:ext cx="869949" cy="782954"/>
          </a:xfrm>
          <a:prstGeom prst="roundRect">
            <a:avLst>
              <a:gd name="adj" fmla="val 5000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89" name="Text Placeholder 7"/>
          <p:cNvSpPr>
            <a:spLocks noGrp="1"/>
          </p:cNvSpPr>
          <p:nvPr>
            <p:ph type="body" sz="quarter" idx="52" hasCustomPrompt="1"/>
          </p:nvPr>
        </p:nvSpPr>
        <p:spPr>
          <a:xfrm>
            <a:off x="9707039" y="3970395"/>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90" name="Text Placeholder 7"/>
          <p:cNvSpPr>
            <a:spLocks noGrp="1"/>
          </p:cNvSpPr>
          <p:nvPr>
            <p:ph type="body" sz="quarter" idx="53" hasCustomPrompt="1"/>
          </p:nvPr>
        </p:nvSpPr>
        <p:spPr>
          <a:xfrm>
            <a:off x="8504768" y="4813978"/>
            <a:ext cx="3071283"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91" name="Text Placeholder 2"/>
          <p:cNvSpPr>
            <a:spLocks noGrp="1"/>
          </p:cNvSpPr>
          <p:nvPr>
            <p:ph type="body" sz="quarter" idx="54" hasCustomPrompt="1"/>
          </p:nvPr>
        </p:nvSpPr>
        <p:spPr>
          <a:xfrm>
            <a:off x="8504770" y="5123710"/>
            <a:ext cx="3071281" cy="779972"/>
          </a:xfrm>
          <a:prstGeom prst="rect">
            <a:avLst/>
          </a:prstGeom>
        </p:spPr>
        <p:txBody>
          <a:bodyPr vert="horz" lIns="0" tIns="0" rIns="0" bIns="0"/>
          <a:lstStyle>
            <a:lvl1pPr marL="0" indent="0" algn="ctr">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a:t>
            </a:r>
            <a:r>
              <a:rPr lang="en-US" dirty="0" smtClean="0"/>
              <a:t>.</a:t>
            </a:r>
          </a:p>
        </p:txBody>
      </p:sp>
    </p:spTree>
    <p:extLst>
      <p:ext uri="{BB962C8B-B14F-4D97-AF65-F5344CB8AC3E}">
        <p14:creationId xmlns:p14="http://schemas.microsoft.com/office/powerpoint/2010/main" val="12584258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700"/>
                            </p:stCondLst>
                            <p:childTnLst>
                              <p:par>
                                <p:cTn id="16" presetID="53" presetClass="entr" presetSubtype="16" fill="hold" grpId="0"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400" fill="hold"/>
                                        <p:tgtEl>
                                          <p:spTgt spid="3"/>
                                        </p:tgtEl>
                                        <p:attrNameLst>
                                          <p:attrName>ppt_w</p:attrName>
                                        </p:attrNameLst>
                                      </p:cBhvr>
                                      <p:tavLst>
                                        <p:tav tm="0">
                                          <p:val>
                                            <p:fltVal val="0"/>
                                          </p:val>
                                        </p:tav>
                                        <p:tav tm="100000">
                                          <p:val>
                                            <p:strVal val="#ppt_w"/>
                                          </p:val>
                                        </p:tav>
                                      </p:tavLst>
                                    </p:anim>
                                    <p:anim calcmode="lin" valueType="num">
                                      <p:cBhvr>
                                        <p:cTn id="19" dur="400" fill="hold"/>
                                        <p:tgtEl>
                                          <p:spTgt spid="3"/>
                                        </p:tgtEl>
                                        <p:attrNameLst>
                                          <p:attrName>ppt_h</p:attrName>
                                        </p:attrNameLst>
                                      </p:cBhvr>
                                      <p:tavLst>
                                        <p:tav tm="0">
                                          <p:val>
                                            <p:fltVal val="0"/>
                                          </p:val>
                                        </p:tav>
                                        <p:tav tm="100000">
                                          <p:val>
                                            <p:strVal val="#ppt_h"/>
                                          </p:val>
                                        </p:tav>
                                      </p:tavLst>
                                    </p:anim>
                                    <p:animEffect transition="in" filter="fade">
                                      <p:cBhvr>
                                        <p:cTn id="20" dur="400"/>
                                        <p:tgtEl>
                                          <p:spTgt spid="3"/>
                                        </p:tgtEl>
                                      </p:cBhvr>
                                    </p:animEffect>
                                  </p:childTnLst>
                                </p:cTn>
                              </p:par>
                            </p:childTnLst>
                          </p:cTn>
                        </p:par>
                        <p:par>
                          <p:cTn id="21" fill="hold">
                            <p:stCondLst>
                              <p:cond delay="1100"/>
                            </p:stCondLst>
                            <p:childTnLst>
                              <p:par>
                                <p:cTn id="22" presetID="53" presetClass="entr" presetSubtype="16" fill="hold" grpId="0" nodeType="afterEffect">
                                  <p:stCondLst>
                                    <p:cond delay="0"/>
                                  </p:stCondLst>
                                  <p:childTnLst>
                                    <p:set>
                                      <p:cBhvr>
                                        <p:cTn id="23" dur="1" fill="hold">
                                          <p:stCondLst>
                                            <p:cond delay="0"/>
                                          </p:stCondLst>
                                        </p:cTn>
                                        <p:tgtEl>
                                          <p:spTgt spid="13">
                                            <p:txEl>
                                              <p:pRg st="0" end="0"/>
                                            </p:txEl>
                                          </p:spTgt>
                                        </p:tgtEl>
                                        <p:attrNameLst>
                                          <p:attrName>style.visibility</p:attrName>
                                        </p:attrNameLst>
                                      </p:cBhvr>
                                      <p:to>
                                        <p:strVal val="visible"/>
                                      </p:to>
                                    </p:set>
                                    <p:anim calcmode="lin" valueType="num">
                                      <p:cBhvr>
                                        <p:cTn id="24" dur="3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5" dur="3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6" dur="300"/>
                                        <p:tgtEl>
                                          <p:spTgt spid="13">
                                            <p:txEl>
                                              <p:pRg st="0" end="0"/>
                                            </p:txEl>
                                          </p:spTgt>
                                        </p:tgtEl>
                                      </p:cBhvr>
                                    </p:animEffect>
                                  </p:childTnLst>
                                </p:cTn>
                              </p:par>
                              <p:par>
                                <p:cTn id="27" presetID="42" presetClass="entr" presetSubtype="0" fill="hold" grpId="0" nodeType="withEffect">
                                  <p:stCondLst>
                                    <p:cond delay="200"/>
                                  </p:stCondLst>
                                  <p:childTnLst>
                                    <p:set>
                                      <p:cBhvr>
                                        <p:cTn id="28" dur="1" fill="hold">
                                          <p:stCondLst>
                                            <p:cond delay="0"/>
                                          </p:stCondLst>
                                        </p:cTn>
                                        <p:tgtEl>
                                          <p:spTgt spid="26">
                                            <p:txEl>
                                              <p:pRg st="0" end="0"/>
                                            </p:txEl>
                                          </p:spTgt>
                                        </p:tgtEl>
                                        <p:attrNameLst>
                                          <p:attrName>style.visibility</p:attrName>
                                        </p:attrNameLst>
                                      </p:cBhvr>
                                      <p:to>
                                        <p:strVal val="visible"/>
                                      </p:to>
                                    </p:set>
                                    <p:animEffect transition="in" filter="fade">
                                      <p:cBhvr>
                                        <p:cTn id="29" dur="500"/>
                                        <p:tgtEl>
                                          <p:spTgt spid="26">
                                            <p:txEl>
                                              <p:pRg st="0" end="0"/>
                                            </p:txEl>
                                          </p:spTgt>
                                        </p:tgtEl>
                                      </p:cBhvr>
                                    </p:animEffect>
                                    <p:anim calcmode="lin" valueType="num">
                                      <p:cBhvr>
                                        <p:cTn id="3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31" dur="500" fill="hold"/>
                                        <p:tgtEl>
                                          <p:spTgt spid="26">
                                            <p:txEl>
                                              <p:pRg st="0" end="0"/>
                                            </p:txEl>
                                          </p:spTgt>
                                        </p:tgtEl>
                                        <p:attrNameLst>
                                          <p:attrName>ppt_y</p:attrName>
                                        </p:attrNameLst>
                                      </p:cBhvr>
                                      <p:tavLst>
                                        <p:tav tm="0">
                                          <p:val>
                                            <p:strVal val="#ppt_y+.1"/>
                                          </p:val>
                                        </p:tav>
                                        <p:tav tm="100000">
                                          <p:val>
                                            <p:strVal val="#ppt_y"/>
                                          </p:val>
                                        </p:tav>
                                      </p:tavLst>
                                    </p:anim>
                                  </p:childTnLst>
                                </p:cTn>
                              </p:par>
                              <p:par>
                                <p:cTn id="32" presetID="10" presetClass="entr" presetSubtype="0" fill="hold" grpId="0" nodeType="withEffect">
                                  <p:stCondLst>
                                    <p:cond delay="800"/>
                                  </p:stCondLst>
                                  <p:childTnLst>
                                    <p:set>
                                      <p:cBhvr>
                                        <p:cTn id="33" dur="1" fill="hold">
                                          <p:stCondLst>
                                            <p:cond delay="0"/>
                                          </p:stCondLst>
                                        </p:cTn>
                                        <p:tgtEl>
                                          <p:spTgt spid="27">
                                            <p:txEl>
                                              <p:pRg st="0" end="0"/>
                                            </p:txEl>
                                          </p:spTgt>
                                        </p:tgtEl>
                                        <p:attrNameLst>
                                          <p:attrName>style.visibility</p:attrName>
                                        </p:attrNameLst>
                                      </p:cBhvr>
                                      <p:to>
                                        <p:strVal val="visible"/>
                                      </p:to>
                                    </p:set>
                                    <p:animEffect transition="in" filter="fade">
                                      <p:cBhvr>
                                        <p:cTn id="34" dur="500"/>
                                        <p:tgtEl>
                                          <p:spTgt spid="27">
                                            <p:txEl>
                                              <p:pRg st="0" end="0"/>
                                            </p:txEl>
                                          </p:spTgt>
                                        </p:tgtEl>
                                      </p:cBhvr>
                                    </p:animEffect>
                                  </p:childTnLst>
                                </p:cTn>
                              </p:par>
                            </p:childTnLst>
                          </p:cTn>
                        </p:par>
                        <p:par>
                          <p:cTn id="35" fill="hold">
                            <p:stCondLst>
                              <p:cond delay="2400"/>
                            </p:stCondLst>
                            <p:childTnLst>
                              <p:par>
                                <p:cTn id="36" presetID="53" presetClass="entr" presetSubtype="16" fill="hold" grpId="0" nodeType="afterEffect">
                                  <p:stCondLst>
                                    <p:cond delay="0"/>
                                  </p:stCondLst>
                                  <p:childTnLst>
                                    <p:set>
                                      <p:cBhvr>
                                        <p:cTn id="37" dur="1" fill="hold">
                                          <p:stCondLst>
                                            <p:cond delay="0"/>
                                          </p:stCondLst>
                                        </p:cTn>
                                        <p:tgtEl>
                                          <p:spTgt spid="72"/>
                                        </p:tgtEl>
                                        <p:attrNameLst>
                                          <p:attrName>style.visibility</p:attrName>
                                        </p:attrNameLst>
                                      </p:cBhvr>
                                      <p:to>
                                        <p:strVal val="visible"/>
                                      </p:to>
                                    </p:set>
                                    <p:anim calcmode="lin" valueType="num">
                                      <p:cBhvr>
                                        <p:cTn id="38" dur="400" fill="hold"/>
                                        <p:tgtEl>
                                          <p:spTgt spid="72"/>
                                        </p:tgtEl>
                                        <p:attrNameLst>
                                          <p:attrName>ppt_w</p:attrName>
                                        </p:attrNameLst>
                                      </p:cBhvr>
                                      <p:tavLst>
                                        <p:tav tm="0">
                                          <p:val>
                                            <p:fltVal val="0"/>
                                          </p:val>
                                        </p:tav>
                                        <p:tav tm="100000">
                                          <p:val>
                                            <p:strVal val="#ppt_w"/>
                                          </p:val>
                                        </p:tav>
                                      </p:tavLst>
                                    </p:anim>
                                    <p:anim calcmode="lin" valueType="num">
                                      <p:cBhvr>
                                        <p:cTn id="39" dur="400" fill="hold"/>
                                        <p:tgtEl>
                                          <p:spTgt spid="72"/>
                                        </p:tgtEl>
                                        <p:attrNameLst>
                                          <p:attrName>ppt_h</p:attrName>
                                        </p:attrNameLst>
                                      </p:cBhvr>
                                      <p:tavLst>
                                        <p:tav tm="0">
                                          <p:val>
                                            <p:fltVal val="0"/>
                                          </p:val>
                                        </p:tav>
                                        <p:tav tm="100000">
                                          <p:val>
                                            <p:strVal val="#ppt_h"/>
                                          </p:val>
                                        </p:tav>
                                      </p:tavLst>
                                    </p:anim>
                                    <p:animEffect transition="in" filter="fade">
                                      <p:cBhvr>
                                        <p:cTn id="40" dur="400"/>
                                        <p:tgtEl>
                                          <p:spTgt spid="72"/>
                                        </p:tgtEl>
                                      </p:cBhvr>
                                    </p:animEffect>
                                  </p:childTnLst>
                                </p:cTn>
                              </p:par>
                            </p:childTnLst>
                          </p:cTn>
                        </p:par>
                        <p:par>
                          <p:cTn id="41" fill="hold">
                            <p:stCondLst>
                              <p:cond delay="2800"/>
                            </p:stCondLst>
                            <p:childTnLst>
                              <p:par>
                                <p:cTn id="42" presetID="53" presetClass="entr" presetSubtype="16" fill="hold" grpId="0" nodeType="afterEffect">
                                  <p:stCondLst>
                                    <p:cond delay="0"/>
                                  </p:stCondLst>
                                  <p:childTnLst>
                                    <p:set>
                                      <p:cBhvr>
                                        <p:cTn id="43" dur="1" fill="hold">
                                          <p:stCondLst>
                                            <p:cond delay="0"/>
                                          </p:stCondLst>
                                        </p:cTn>
                                        <p:tgtEl>
                                          <p:spTgt spid="73">
                                            <p:txEl>
                                              <p:pRg st="0" end="0"/>
                                            </p:txEl>
                                          </p:spTgt>
                                        </p:tgtEl>
                                        <p:attrNameLst>
                                          <p:attrName>style.visibility</p:attrName>
                                        </p:attrNameLst>
                                      </p:cBhvr>
                                      <p:to>
                                        <p:strVal val="visible"/>
                                      </p:to>
                                    </p:set>
                                    <p:anim calcmode="lin" valueType="num">
                                      <p:cBhvr>
                                        <p:cTn id="44" dur="300" fill="hold"/>
                                        <p:tgtEl>
                                          <p:spTgt spid="73">
                                            <p:txEl>
                                              <p:pRg st="0" end="0"/>
                                            </p:txEl>
                                          </p:spTgt>
                                        </p:tgtEl>
                                        <p:attrNameLst>
                                          <p:attrName>ppt_w</p:attrName>
                                        </p:attrNameLst>
                                      </p:cBhvr>
                                      <p:tavLst>
                                        <p:tav tm="0">
                                          <p:val>
                                            <p:fltVal val="0"/>
                                          </p:val>
                                        </p:tav>
                                        <p:tav tm="100000">
                                          <p:val>
                                            <p:strVal val="#ppt_w"/>
                                          </p:val>
                                        </p:tav>
                                      </p:tavLst>
                                    </p:anim>
                                    <p:anim calcmode="lin" valueType="num">
                                      <p:cBhvr>
                                        <p:cTn id="45" dur="300" fill="hold"/>
                                        <p:tgtEl>
                                          <p:spTgt spid="73">
                                            <p:txEl>
                                              <p:pRg st="0" end="0"/>
                                            </p:txEl>
                                          </p:spTgt>
                                        </p:tgtEl>
                                        <p:attrNameLst>
                                          <p:attrName>ppt_h</p:attrName>
                                        </p:attrNameLst>
                                      </p:cBhvr>
                                      <p:tavLst>
                                        <p:tav tm="0">
                                          <p:val>
                                            <p:fltVal val="0"/>
                                          </p:val>
                                        </p:tav>
                                        <p:tav tm="100000">
                                          <p:val>
                                            <p:strVal val="#ppt_h"/>
                                          </p:val>
                                        </p:tav>
                                      </p:tavLst>
                                    </p:anim>
                                    <p:animEffect transition="in" filter="fade">
                                      <p:cBhvr>
                                        <p:cTn id="46" dur="300"/>
                                        <p:tgtEl>
                                          <p:spTgt spid="73">
                                            <p:txEl>
                                              <p:pRg st="0" end="0"/>
                                            </p:txEl>
                                          </p:spTgt>
                                        </p:tgtEl>
                                      </p:cBhvr>
                                    </p:animEffect>
                                  </p:childTnLst>
                                </p:cTn>
                              </p:par>
                              <p:par>
                                <p:cTn id="47" presetID="42" presetClass="entr" presetSubtype="0" fill="hold" grpId="0" nodeType="withEffect">
                                  <p:stCondLst>
                                    <p:cond delay="200"/>
                                  </p:stCondLst>
                                  <p:childTnLst>
                                    <p:set>
                                      <p:cBhvr>
                                        <p:cTn id="48" dur="1" fill="hold">
                                          <p:stCondLst>
                                            <p:cond delay="0"/>
                                          </p:stCondLst>
                                        </p:cTn>
                                        <p:tgtEl>
                                          <p:spTgt spid="74">
                                            <p:txEl>
                                              <p:pRg st="0" end="0"/>
                                            </p:txEl>
                                          </p:spTgt>
                                        </p:tgtEl>
                                        <p:attrNameLst>
                                          <p:attrName>style.visibility</p:attrName>
                                        </p:attrNameLst>
                                      </p:cBhvr>
                                      <p:to>
                                        <p:strVal val="visible"/>
                                      </p:to>
                                    </p:set>
                                    <p:animEffect transition="in" filter="fade">
                                      <p:cBhvr>
                                        <p:cTn id="49" dur="500"/>
                                        <p:tgtEl>
                                          <p:spTgt spid="74">
                                            <p:txEl>
                                              <p:pRg st="0" end="0"/>
                                            </p:txEl>
                                          </p:spTgt>
                                        </p:tgtEl>
                                      </p:cBhvr>
                                    </p:animEffect>
                                    <p:anim calcmode="lin" valueType="num">
                                      <p:cBhvr>
                                        <p:cTn id="50" dur="500" fill="hold"/>
                                        <p:tgtEl>
                                          <p:spTgt spid="74">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74">
                                            <p:txEl>
                                              <p:pRg st="0" end="0"/>
                                            </p:txEl>
                                          </p:spTgt>
                                        </p:tgtEl>
                                        <p:attrNameLst>
                                          <p:attrName>ppt_y</p:attrName>
                                        </p:attrNameLst>
                                      </p:cBhvr>
                                      <p:tavLst>
                                        <p:tav tm="0">
                                          <p:val>
                                            <p:strVal val="#ppt_y+.1"/>
                                          </p:val>
                                        </p:tav>
                                        <p:tav tm="100000">
                                          <p:val>
                                            <p:strVal val="#ppt_y"/>
                                          </p:val>
                                        </p:tav>
                                      </p:tavLst>
                                    </p:anim>
                                  </p:childTnLst>
                                </p:cTn>
                              </p:par>
                              <p:par>
                                <p:cTn id="52" presetID="10" presetClass="entr" presetSubtype="0" fill="hold" grpId="0" nodeType="withEffect">
                                  <p:stCondLst>
                                    <p:cond delay="800"/>
                                  </p:stCondLst>
                                  <p:childTnLst>
                                    <p:set>
                                      <p:cBhvr>
                                        <p:cTn id="53" dur="1" fill="hold">
                                          <p:stCondLst>
                                            <p:cond delay="0"/>
                                          </p:stCondLst>
                                        </p:cTn>
                                        <p:tgtEl>
                                          <p:spTgt spid="75">
                                            <p:txEl>
                                              <p:pRg st="0" end="0"/>
                                            </p:txEl>
                                          </p:spTgt>
                                        </p:tgtEl>
                                        <p:attrNameLst>
                                          <p:attrName>style.visibility</p:attrName>
                                        </p:attrNameLst>
                                      </p:cBhvr>
                                      <p:to>
                                        <p:strVal val="visible"/>
                                      </p:to>
                                    </p:set>
                                    <p:animEffect transition="in" filter="fade">
                                      <p:cBhvr>
                                        <p:cTn id="54" dur="500"/>
                                        <p:tgtEl>
                                          <p:spTgt spid="75">
                                            <p:txEl>
                                              <p:pRg st="0" end="0"/>
                                            </p:txEl>
                                          </p:spTgt>
                                        </p:tgtEl>
                                      </p:cBhvr>
                                    </p:animEffect>
                                  </p:childTnLst>
                                </p:cTn>
                              </p:par>
                            </p:childTnLst>
                          </p:cTn>
                        </p:par>
                        <p:par>
                          <p:cTn id="55" fill="hold">
                            <p:stCondLst>
                              <p:cond delay="4100"/>
                            </p:stCondLst>
                            <p:childTnLst>
                              <p:par>
                                <p:cTn id="56" presetID="53" presetClass="entr" presetSubtype="16" fill="hold" grpId="0" nodeType="afterEffect">
                                  <p:stCondLst>
                                    <p:cond delay="0"/>
                                  </p:stCondLst>
                                  <p:childTnLst>
                                    <p:set>
                                      <p:cBhvr>
                                        <p:cTn id="57" dur="1" fill="hold">
                                          <p:stCondLst>
                                            <p:cond delay="0"/>
                                          </p:stCondLst>
                                        </p:cTn>
                                        <p:tgtEl>
                                          <p:spTgt spid="76"/>
                                        </p:tgtEl>
                                        <p:attrNameLst>
                                          <p:attrName>style.visibility</p:attrName>
                                        </p:attrNameLst>
                                      </p:cBhvr>
                                      <p:to>
                                        <p:strVal val="visible"/>
                                      </p:to>
                                    </p:set>
                                    <p:anim calcmode="lin" valueType="num">
                                      <p:cBhvr>
                                        <p:cTn id="58" dur="400" fill="hold"/>
                                        <p:tgtEl>
                                          <p:spTgt spid="76"/>
                                        </p:tgtEl>
                                        <p:attrNameLst>
                                          <p:attrName>ppt_w</p:attrName>
                                        </p:attrNameLst>
                                      </p:cBhvr>
                                      <p:tavLst>
                                        <p:tav tm="0">
                                          <p:val>
                                            <p:fltVal val="0"/>
                                          </p:val>
                                        </p:tav>
                                        <p:tav tm="100000">
                                          <p:val>
                                            <p:strVal val="#ppt_w"/>
                                          </p:val>
                                        </p:tav>
                                      </p:tavLst>
                                    </p:anim>
                                    <p:anim calcmode="lin" valueType="num">
                                      <p:cBhvr>
                                        <p:cTn id="59" dur="400" fill="hold"/>
                                        <p:tgtEl>
                                          <p:spTgt spid="76"/>
                                        </p:tgtEl>
                                        <p:attrNameLst>
                                          <p:attrName>ppt_h</p:attrName>
                                        </p:attrNameLst>
                                      </p:cBhvr>
                                      <p:tavLst>
                                        <p:tav tm="0">
                                          <p:val>
                                            <p:fltVal val="0"/>
                                          </p:val>
                                        </p:tav>
                                        <p:tav tm="100000">
                                          <p:val>
                                            <p:strVal val="#ppt_h"/>
                                          </p:val>
                                        </p:tav>
                                      </p:tavLst>
                                    </p:anim>
                                    <p:animEffect transition="in" filter="fade">
                                      <p:cBhvr>
                                        <p:cTn id="60" dur="400"/>
                                        <p:tgtEl>
                                          <p:spTgt spid="76"/>
                                        </p:tgtEl>
                                      </p:cBhvr>
                                    </p:animEffect>
                                  </p:childTnLst>
                                </p:cTn>
                              </p:par>
                            </p:childTnLst>
                          </p:cTn>
                        </p:par>
                        <p:par>
                          <p:cTn id="61" fill="hold">
                            <p:stCondLst>
                              <p:cond delay="4500"/>
                            </p:stCondLst>
                            <p:childTnLst>
                              <p:par>
                                <p:cTn id="62" presetID="53" presetClass="entr" presetSubtype="16" fill="hold" grpId="0" nodeType="afterEffect">
                                  <p:stCondLst>
                                    <p:cond delay="0"/>
                                  </p:stCondLst>
                                  <p:childTnLst>
                                    <p:set>
                                      <p:cBhvr>
                                        <p:cTn id="63" dur="1" fill="hold">
                                          <p:stCondLst>
                                            <p:cond delay="0"/>
                                          </p:stCondLst>
                                        </p:cTn>
                                        <p:tgtEl>
                                          <p:spTgt spid="77">
                                            <p:txEl>
                                              <p:pRg st="0" end="0"/>
                                            </p:txEl>
                                          </p:spTgt>
                                        </p:tgtEl>
                                        <p:attrNameLst>
                                          <p:attrName>style.visibility</p:attrName>
                                        </p:attrNameLst>
                                      </p:cBhvr>
                                      <p:to>
                                        <p:strVal val="visible"/>
                                      </p:to>
                                    </p:set>
                                    <p:anim calcmode="lin" valueType="num">
                                      <p:cBhvr>
                                        <p:cTn id="64" dur="300" fill="hold"/>
                                        <p:tgtEl>
                                          <p:spTgt spid="77">
                                            <p:txEl>
                                              <p:pRg st="0" end="0"/>
                                            </p:txEl>
                                          </p:spTgt>
                                        </p:tgtEl>
                                        <p:attrNameLst>
                                          <p:attrName>ppt_w</p:attrName>
                                        </p:attrNameLst>
                                      </p:cBhvr>
                                      <p:tavLst>
                                        <p:tav tm="0">
                                          <p:val>
                                            <p:fltVal val="0"/>
                                          </p:val>
                                        </p:tav>
                                        <p:tav tm="100000">
                                          <p:val>
                                            <p:strVal val="#ppt_w"/>
                                          </p:val>
                                        </p:tav>
                                      </p:tavLst>
                                    </p:anim>
                                    <p:anim calcmode="lin" valueType="num">
                                      <p:cBhvr>
                                        <p:cTn id="65" dur="300" fill="hold"/>
                                        <p:tgtEl>
                                          <p:spTgt spid="77">
                                            <p:txEl>
                                              <p:pRg st="0" end="0"/>
                                            </p:txEl>
                                          </p:spTgt>
                                        </p:tgtEl>
                                        <p:attrNameLst>
                                          <p:attrName>ppt_h</p:attrName>
                                        </p:attrNameLst>
                                      </p:cBhvr>
                                      <p:tavLst>
                                        <p:tav tm="0">
                                          <p:val>
                                            <p:fltVal val="0"/>
                                          </p:val>
                                        </p:tav>
                                        <p:tav tm="100000">
                                          <p:val>
                                            <p:strVal val="#ppt_h"/>
                                          </p:val>
                                        </p:tav>
                                      </p:tavLst>
                                    </p:anim>
                                    <p:animEffect transition="in" filter="fade">
                                      <p:cBhvr>
                                        <p:cTn id="66" dur="300"/>
                                        <p:tgtEl>
                                          <p:spTgt spid="77">
                                            <p:txEl>
                                              <p:pRg st="0" end="0"/>
                                            </p:txEl>
                                          </p:spTgt>
                                        </p:tgtEl>
                                      </p:cBhvr>
                                    </p:animEffect>
                                  </p:childTnLst>
                                </p:cTn>
                              </p:par>
                              <p:par>
                                <p:cTn id="67" presetID="42" presetClass="entr" presetSubtype="0" fill="hold" grpId="0" nodeType="withEffect">
                                  <p:stCondLst>
                                    <p:cond delay="200"/>
                                  </p:stCondLst>
                                  <p:childTnLst>
                                    <p:set>
                                      <p:cBhvr>
                                        <p:cTn id="68" dur="1" fill="hold">
                                          <p:stCondLst>
                                            <p:cond delay="0"/>
                                          </p:stCondLst>
                                        </p:cTn>
                                        <p:tgtEl>
                                          <p:spTgt spid="78">
                                            <p:txEl>
                                              <p:pRg st="0" end="0"/>
                                            </p:txEl>
                                          </p:spTgt>
                                        </p:tgtEl>
                                        <p:attrNameLst>
                                          <p:attrName>style.visibility</p:attrName>
                                        </p:attrNameLst>
                                      </p:cBhvr>
                                      <p:to>
                                        <p:strVal val="visible"/>
                                      </p:to>
                                    </p:set>
                                    <p:animEffect transition="in" filter="fade">
                                      <p:cBhvr>
                                        <p:cTn id="69" dur="500"/>
                                        <p:tgtEl>
                                          <p:spTgt spid="78">
                                            <p:txEl>
                                              <p:pRg st="0" end="0"/>
                                            </p:txEl>
                                          </p:spTgt>
                                        </p:tgtEl>
                                      </p:cBhvr>
                                    </p:animEffect>
                                    <p:anim calcmode="lin" valueType="num">
                                      <p:cBhvr>
                                        <p:cTn id="70" dur="500" fill="hold"/>
                                        <p:tgtEl>
                                          <p:spTgt spid="78">
                                            <p:txEl>
                                              <p:pRg st="0" end="0"/>
                                            </p:txEl>
                                          </p:spTgt>
                                        </p:tgtEl>
                                        <p:attrNameLst>
                                          <p:attrName>ppt_x</p:attrName>
                                        </p:attrNameLst>
                                      </p:cBhvr>
                                      <p:tavLst>
                                        <p:tav tm="0">
                                          <p:val>
                                            <p:strVal val="#ppt_x"/>
                                          </p:val>
                                        </p:tav>
                                        <p:tav tm="100000">
                                          <p:val>
                                            <p:strVal val="#ppt_x"/>
                                          </p:val>
                                        </p:tav>
                                      </p:tavLst>
                                    </p:anim>
                                    <p:anim calcmode="lin" valueType="num">
                                      <p:cBhvr>
                                        <p:cTn id="71" dur="500" fill="hold"/>
                                        <p:tgtEl>
                                          <p:spTgt spid="78">
                                            <p:txEl>
                                              <p:pRg st="0" end="0"/>
                                            </p:txEl>
                                          </p:spTgt>
                                        </p:tgtEl>
                                        <p:attrNameLst>
                                          <p:attrName>ppt_y</p:attrName>
                                        </p:attrNameLst>
                                      </p:cBhvr>
                                      <p:tavLst>
                                        <p:tav tm="0">
                                          <p:val>
                                            <p:strVal val="#ppt_y+.1"/>
                                          </p:val>
                                        </p:tav>
                                        <p:tav tm="100000">
                                          <p:val>
                                            <p:strVal val="#ppt_y"/>
                                          </p:val>
                                        </p:tav>
                                      </p:tavLst>
                                    </p:anim>
                                  </p:childTnLst>
                                </p:cTn>
                              </p:par>
                              <p:par>
                                <p:cTn id="72" presetID="10" presetClass="entr" presetSubtype="0" fill="hold" grpId="0" nodeType="withEffect">
                                  <p:stCondLst>
                                    <p:cond delay="800"/>
                                  </p:stCondLst>
                                  <p:childTnLst>
                                    <p:set>
                                      <p:cBhvr>
                                        <p:cTn id="73" dur="1" fill="hold">
                                          <p:stCondLst>
                                            <p:cond delay="0"/>
                                          </p:stCondLst>
                                        </p:cTn>
                                        <p:tgtEl>
                                          <p:spTgt spid="79">
                                            <p:txEl>
                                              <p:pRg st="0" end="0"/>
                                            </p:txEl>
                                          </p:spTgt>
                                        </p:tgtEl>
                                        <p:attrNameLst>
                                          <p:attrName>style.visibility</p:attrName>
                                        </p:attrNameLst>
                                      </p:cBhvr>
                                      <p:to>
                                        <p:strVal val="visible"/>
                                      </p:to>
                                    </p:set>
                                    <p:animEffect transition="in" filter="fade">
                                      <p:cBhvr>
                                        <p:cTn id="74" dur="500"/>
                                        <p:tgtEl>
                                          <p:spTgt spid="79">
                                            <p:txEl>
                                              <p:pRg st="0" end="0"/>
                                            </p:txEl>
                                          </p:spTgt>
                                        </p:tgtEl>
                                      </p:cBhvr>
                                    </p:animEffect>
                                  </p:childTnLst>
                                </p:cTn>
                              </p:par>
                            </p:childTnLst>
                          </p:cTn>
                        </p:par>
                        <p:par>
                          <p:cTn id="75" fill="hold">
                            <p:stCondLst>
                              <p:cond delay="5800"/>
                            </p:stCondLst>
                            <p:childTnLst>
                              <p:par>
                                <p:cTn id="76" presetID="53" presetClass="entr" presetSubtype="16" fill="hold" grpId="0" nodeType="afterEffect">
                                  <p:stCondLst>
                                    <p:cond delay="0"/>
                                  </p:stCondLst>
                                  <p:childTnLst>
                                    <p:set>
                                      <p:cBhvr>
                                        <p:cTn id="77" dur="1" fill="hold">
                                          <p:stCondLst>
                                            <p:cond delay="0"/>
                                          </p:stCondLst>
                                        </p:cTn>
                                        <p:tgtEl>
                                          <p:spTgt spid="80"/>
                                        </p:tgtEl>
                                        <p:attrNameLst>
                                          <p:attrName>style.visibility</p:attrName>
                                        </p:attrNameLst>
                                      </p:cBhvr>
                                      <p:to>
                                        <p:strVal val="visible"/>
                                      </p:to>
                                    </p:set>
                                    <p:anim calcmode="lin" valueType="num">
                                      <p:cBhvr>
                                        <p:cTn id="78" dur="400" fill="hold"/>
                                        <p:tgtEl>
                                          <p:spTgt spid="80"/>
                                        </p:tgtEl>
                                        <p:attrNameLst>
                                          <p:attrName>ppt_w</p:attrName>
                                        </p:attrNameLst>
                                      </p:cBhvr>
                                      <p:tavLst>
                                        <p:tav tm="0">
                                          <p:val>
                                            <p:fltVal val="0"/>
                                          </p:val>
                                        </p:tav>
                                        <p:tav tm="100000">
                                          <p:val>
                                            <p:strVal val="#ppt_w"/>
                                          </p:val>
                                        </p:tav>
                                      </p:tavLst>
                                    </p:anim>
                                    <p:anim calcmode="lin" valueType="num">
                                      <p:cBhvr>
                                        <p:cTn id="79" dur="400" fill="hold"/>
                                        <p:tgtEl>
                                          <p:spTgt spid="80"/>
                                        </p:tgtEl>
                                        <p:attrNameLst>
                                          <p:attrName>ppt_h</p:attrName>
                                        </p:attrNameLst>
                                      </p:cBhvr>
                                      <p:tavLst>
                                        <p:tav tm="0">
                                          <p:val>
                                            <p:fltVal val="0"/>
                                          </p:val>
                                        </p:tav>
                                        <p:tav tm="100000">
                                          <p:val>
                                            <p:strVal val="#ppt_h"/>
                                          </p:val>
                                        </p:tav>
                                      </p:tavLst>
                                    </p:anim>
                                    <p:animEffect transition="in" filter="fade">
                                      <p:cBhvr>
                                        <p:cTn id="80" dur="400"/>
                                        <p:tgtEl>
                                          <p:spTgt spid="80"/>
                                        </p:tgtEl>
                                      </p:cBhvr>
                                    </p:animEffect>
                                  </p:childTnLst>
                                </p:cTn>
                              </p:par>
                            </p:childTnLst>
                          </p:cTn>
                        </p:par>
                        <p:par>
                          <p:cTn id="81" fill="hold">
                            <p:stCondLst>
                              <p:cond delay="6200"/>
                            </p:stCondLst>
                            <p:childTnLst>
                              <p:par>
                                <p:cTn id="82" presetID="53" presetClass="entr" presetSubtype="16" fill="hold" grpId="0" nodeType="afterEffect">
                                  <p:stCondLst>
                                    <p:cond delay="0"/>
                                  </p:stCondLst>
                                  <p:childTnLst>
                                    <p:set>
                                      <p:cBhvr>
                                        <p:cTn id="83" dur="1" fill="hold">
                                          <p:stCondLst>
                                            <p:cond delay="0"/>
                                          </p:stCondLst>
                                        </p:cTn>
                                        <p:tgtEl>
                                          <p:spTgt spid="81">
                                            <p:txEl>
                                              <p:pRg st="0" end="0"/>
                                            </p:txEl>
                                          </p:spTgt>
                                        </p:tgtEl>
                                        <p:attrNameLst>
                                          <p:attrName>style.visibility</p:attrName>
                                        </p:attrNameLst>
                                      </p:cBhvr>
                                      <p:to>
                                        <p:strVal val="visible"/>
                                      </p:to>
                                    </p:set>
                                    <p:anim calcmode="lin" valueType="num">
                                      <p:cBhvr>
                                        <p:cTn id="84" dur="300" fill="hold"/>
                                        <p:tgtEl>
                                          <p:spTgt spid="81">
                                            <p:txEl>
                                              <p:pRg st="0" end="0"/>
                                            </p:txEl>
                                          </p:spTgt>
                                        </p:tgtEl>
                                        <p:attrNameLst>
                                          <p:attrName>ppt_w</p:attrName>
                                        </p:attrNameLst>
                                      </p:cBhvr>
                                      <p:tavLst>
                                        <p:tav tm="0">
                                          <p:val>
                                            <p:fltVal val="0"/>
                                          </p:val>
                                        </p:tav>
                                        <p:tav tm="100000">
                                          <p:val>
                                            <p:strVal val="#ppt_w"/>
                                          </p:val>
                                        </p:tav>
                                      </p:tavLst>
                                    </p:anim>
                                    <p:anim calcmode="lin" valueType="num">
                                      <p:cBhvr>
                                        <p:cTn id="85" dur="300" fill="hold"/>
                                        <p:tgtEl>
                                          <p:spTgt spid="81">
                                            <p:txEl>
                                              <p:pRg st="0" end="0"/>
                                            </p:txEl>
                                          </p:spTgt>
                                        </p:tgtEl>
                                        <p:attrNameLst>
                                          <p:attrName>ppt_h</p:attrName>
                                        </p:attrNameLst>
                                      </p:cBhvr>
                                      <p:tavLst>
                                        <p:tav tm="0">
                                          <p:val>
                                            <p:fltVal val="0"/>
                                          </p:val>
                                        </p:tav>
                                        <p:tav tm="100000">
                                          <p:val>
                                            <p:strVal val="#ppt_h"/>
                                          </p:val>
                                        </p:tav>
                                      </p:tavLst>
                                    </p:anim>
                                    <p:animEffect transition="in" filter="fade">
                                      <p:cBhvr>
                                        <p:cTn id="86" dur="300"/>
                                        <p:tgtEl>
                                          <p:spTgt spid="81">
                                            <p:txEl>
                                              <p:pRg st="0" end="0"/>
                                            </p:txEl>
                                          </p:spTgt>
                                        </p:tgtEl>
                                      </p:cBhvr>
                                    </p:animEffect>
                                  </p:childTnLst>
                                </p:cTn>
                              </p:par>
                              <p:par>
                                <p:cTn id="87" presetID="42" presetClass="entr" presetSubtype="0" fill="hold" grpId="0" nodeType="withEffect">
                                  <p:stCondLst>
                                    <p:cond delay="200"/>
                                  </p:stCondLst>
                                  <p:childTnLst>
                                    <p:set>
                                      <p:cBhvr>
                                        <p:cTn id="88" dur="1" fill="hold">
                                          <p:stCondLst>
                                            <p:cond delay="0"/>
                                          </p:stCondLst>
                                        </p:cTn>
                                        <p:tgtEl>
                                          <p:spTgt spid="82">
                                            <p:txEl>
                                              <p:pRg st="0" end="0"/>
                                            </p:txEl>
                                          </p:spTgt>
                                        </p:tgtEl>
                                        <p:attrNameLst>
                                          <p:attrName>style.visibility</p:attrName>
                                        </p:attrNameLst>
                                      </p:cBhvr>
                                      <p:to>
                                        <p:strVal val="visible"/>
                                      </p:to>
                                    </p:set>
                                    <p:animEffect transition="in" filter="fade">
                                      <p:cBhvr>
                                        <p:cTn id="89" dur="500"/>
                                        <p:tgtEl>
                                          <p:spTgt spid="82">
                                            <p:txEl>
                                              <p:pRg st="0" end="0"/>
                                            </p:txEl>
                                          </p:spTgt>
                                        </p:tgtEl>
                                      </p:cBhvr>
                                    </p:animEffect>
                                    <p:anim calcmode="lin" valueType="num">
                                      <p:cBhvr>
                                        <p:cTn id="90" dur="500" fill="hold"/>
                                        <p:tgtEl>
                                          <p:spTgt spid="82">
                                            <p:txEl>
                                              <p:pRg st="0" end="0"/>
                                            </p:txEl>
                                          </p:spTgt>
                                        </p:tgtEl>
                                        <p:attrNameLst>
                                          <p:attrName>ppt_x</p:attrName>
                                        </p:attrNameLst>
                                      </p:cBhvr>
                                      <p:tavLst>
                                        <p:tav tm="0">
                                          <p:val>
                                            <p:strVal val="#ppt_x"/>
                                          </p:val>
                                        </p:tav>
                                        <p:tav tm="100000">
                                          <p:val>
                                            <p:strVal val="#ppt_x"/>
                                          </p:val>
                                        </p:tav>
                                      </p:tavLst>
                                    </p:anim>
                                    <p:anim calcmode="lin" valueType="num">
                                      <p:cBhvr>
                                        <p:cTn id="91" dur="500" fill="hold"/>
                                        <p:tgtEl>
                                          <p:spTgt spid="82">
                                            <p:txEl>
                                              <p:pRg st="0" end="0"/>
                                            </p:txEl>
                                          </p:spTgt>
                                        </p:tgtEl>
                                        <p:attrNameLst>
                                          <p:attrName>ppt_y</p:attrName>
                                        </p:attrNameLst>
                                      </p:cBhvr>
                                      <p:tavLst>
                                        <p:tav tm="0">
                                          <p:val>
                                            <p:strVal val="#ppt_y+.1"/>
                                          </p:val>
                                        </p:tav>
                                        <p:tav tm="100000">
                                          <p:val>
                                            <p:strVal val="#ppt_y"/>
                                          </p:val>
                                        </p:tav>
                                      </p:tavLst>
                                    </p:anim>
                                  </p:childTnLst>
                                </p:cTn>
                              </p:par>
                              <p:par>
                                <p:cTn id="92" presetID="10" presetClass="entr" presetSubtype="0" fill="hold" grpId="0" nodeType="withEffect">
                                  <p:stCondLst>
                                    <p:cond delay="800"/>
                                  </p:stCondLst>
                                  <p:childTnLst>
                                    <p:set>
                                      <p:cBhvr>
                                        <p:cTn id="93" dur="1" fill="hold">
                                          <p:stCondLst>
                                            <p:cond delay="0"/>
                                          </p:stCondLst>
                                        </p:cTn>
                                        <p:tgtEl>
                                          <p:spTgt spid="83">
                                            <p:txEl>
                                              <p:pRg st="0" end="0"/>
                                            </p:txEl>
                                          </p:spTgt>
                                        </p:tgtEl>
                                        <p:attrNameLst>
                                          <p:attrName>style.visibility</p:attrName>
                                        </p:attrNameLst>
                                      </p:cBhvr>
                                      <p:to>
                                        <p:strVal val="visible"/>
                                      </p:to>
                                    </p:set>
                                    <p:animEffect transition="in" filter="fade">
                                      <p:cBhvr>
                                        <p:cTn id="94" dur="500"/>
                                        <p:tgtEl>
                                          <p:spTgt spid="83">
                                            <p:txEl>
                                              <p:pRg st="0" end="0"/>
                                            </p:txEl>
                                          </p:spTgt>
                                        </p:tgtEl>
                                      </p:cBhvr>
                                    </p:animEffect>
                                  </p:childTnLst>
                                </p:cTn>
                              </p:par>
                            </p:childTnLst>
                          </p:cTn>
                        </p:par>
                        <p:par>
                          <p:cTn id="95" fill="hold">
                            <p:stCondLst>
                              <p:cond delay="7500"/>
                            </p:stCondLst>
                            <p:childTnLst>
                              <p:par>
                                <p:cTn id="96" presetID="53" presetClass="entr" presetSubtype="16" fill="hold" grpId="0" nodeType="afterEffect">
                                  <p:stCondLst>
                                    <p:cond delay="0"/>
                                  </p:stCondLst>
                                  <p:childTnLst>
                                    <p:set>
                                      <p:cBhvr>
                                        <p:cTn id="97" dur="1" fill="hold">
                                          <p:stCondLst>
                                            <p:cond delay="0"/>
                                          </p:stCondLst>
                                        </p:cTn>
                                        <p:tgtEl>
                                          <p:spTgt spid="84"/>
                                        </p:tgtEl>
                                        <p:attrNameLst>
                                          <p:attrName>style.visibility</p:attrName>
                                        </p:attrNameLst>
                                      </p:cBhvr>
                                      <p:to>
                                        <p:strVal val="visible"/>
                                      </p:to>
                                    </p:set>
                                    <p:anim calcmode="lin" valueType="num">
                                      <p:cBhvr>
                                        <p:cTn id="98" dur="400" fill="hold"/>
                                        <p:tgtEl>
                                          <p:spTgt spid="84"/>
                                        </p:tgtEl>
                                        <p:attrNameLst>
                                          <p:attrName>ppt_w</p:attrName>
                                        </p:attrNameLst>
                                      </p:cBhvr>
                                      <p:tavLst>
                                        <p:tav tm="0">
                                          <p:val>
                                            <p:fltVal val="0"/>
                                          </p:val>
                                        </p:tav>
                                        <p:tav tm="100000">
                                          <p:val>
                                            <p:strVal val="#ppt_w"/>
                                          </p:val>
                                        </p:tav>
                                      </p:tavLst>
                                    </p:anim>
                                    <p:anim calcmode="lin" valueType="num">
                                      <p:cBhvr>
                                        <p:cTn id="99" dur="400" fill="hold"/>
                                        <p:tgtEl>
                                          <p:spTgt spid="84"/>
                                        </p:tgtEl>
                                        <p:attrNameLst>
                                          <p:attrName>ppt_h</p:attrName>
                                        </p:attrNameLst>
                                      </p:cBhvr>
                                      <p:tavLst>
                                        <p:tav tm="0">
                                          <p:val>
                                            <p:fltVal val="0"/>
                                          </p:val>
                                        </p:tav>
                                        <p:tav tm="100000">
                                          <p:val>
                                            <p:strVal val="#ppt_h"/>
                                          </p:val>
                                        </p:tav>
                                      </p:tavLst>
                                    </p:anim>
                                    <p:animEffect transition="in" filter="fade">
                                      <p:cBhvr>
                                        <p:cTn id="100" dur="400"/>
                                        <p:tgtEl>
                                          <p:spTgt spid="84"/>
                                        </p:tgtEl>
                                      </p:cBhvr>
                                    </p:animEffect>
                                  </p:childTnLst>
                                </p:cTn>
                              </p:par>
                            </p:childTnLst>
                          </p:cTn>
                        </p:par>
                        <p:par>
                          <p:cTn id="101" fill="hold">
                            <p:stCondLst>
                              <p:cond delay="7900"/>
                            </p:stCondLst>
                            <p:childTnLst>
                              <p:par>
                                <p:cTn id="102" presetID="53" presetClass="entr" presetSubtype="16" fill="hold" grpId="0" nodeType="afterEffect">
                                  <p:stCondLst>
                                    <p:cond delay="0"/>
                                  </p:stCondLst>
                                  <p:childTnLst>
                                    <p:set>
                                      <p:cBhvr>
                                        <p:cTn id="103" dur="1" fill="hold">
                                          <p:stCondLst>
                                            <p:cond delay="0"/>
                                          </p:stCondLst>
                                        </p:cTn>
                                        <p:tgtEl>
                                          <p:spTgt spid="85">
                                            <p:txEl>
                                              <p:pRg st="0" end="0"/>
                                            </p:txEl>
                                          </p:spTgt>
                                        </p:tgtEl>
                                        <p:attrNameLst>
                                          <p:attrName>style.visibility</p:attrName>
                                        </p:attrNameLst>
                                      </p:cBhvr>
                                      <p:to>
                                        <p:strVal val="visible"/>
                                      </p:to>
                                    </p:set>
                                    <p:anim calcmode="lin" valueType="num">
                                      <p:cBhvr>
                                        <p:cTn id="104" dur="300" fill="hold"/>
                                        <p:tgtEl>
                                          <p:spTgt spid="85">
                                            <p:txEl>
                                              <p:pRg st="0" end="0"/>
                                            </p:txEl>
                                          </p:spTgt>
                                        </p:tgtEl>
                                        <p:attrNameLst>
                                          <p:attrName>ppt_w</p:attrName>
                                        </p:attrNameLst>
                                      </p:cBhvr>
                                      <p:tavLst>
                                        <p:tav tm="0">
                                          <p:val>
                                            <p:fltVal val="0"/>
                                          </p:val>
                                        </p:tav>
                                        <p:tav tm="100000">
                                          <p:val>
                                            <p:strVal val="#ppt_w"/>
                                          </p:val>
                                        </p:tav>
                                      </p:tavLst>
                                    </p:anim>
                                    <p:anim calcmode="lin" valueType="num">
                                      <p:cBhvr>
                                        <p:cTn id="105" dur="300" fill="hold"/>
                                        <p:tgtEl>
                                          <p:spTgt spid="85">
                                            <p:txEl>
                                              <p:pRg st="0" end="0"/>
                                            </p:txEl>
                                          </p:spTgt>
                                        </p:tgtEl>
                                        <p:attrNameLst>
                                          <p:attrName>ppt_h</p:attrName>
                                        </p:attrNameLst>
                                      </p:cBhvr>
                                      <p:tavLst>
                                        <p:tav tm="0">
                                          <p:val>
                                            <p:fltVal val="0"/>
                                          </p:val>
                                        </p:tav>
                                        <p:tav tm="100000">
                                          <p:val>
                                            <p:strVal val="#ppt_h"/>
                                          </p:val>
                                        </p:tav>
                                      </p:tavLst>
                                    </p:anim>
                                    <p:animEffect transition="in" filter="fade">
                                      <p:cBhvr>
                                        <p:cTn id="106" dur="300"/>
                                        <p:tgtEl>
                                          <p:spTgt spid="85">
                                            <p:txEl>
                                              <p:pRg st="0" end="0"/>
                                            </p:txEl>
                                          </p:spTgt>
                                        </p:tgtEl>
                                      </p:cBhvr>
                                    </p:animEffect>
                                  </p:childTnLst>
                                </p:cTn>
                              </p:par>
                              <p:par>
                                <p:cTn id="107" presetID="42" presetClass="entr" presetSubtype="0" fill="hold" grpId="0" nodeType="withEffect">
                                  <p:stCondLst>
                                    <p:cond delay="200"/>
                                  </p:stCondLst>
                                  <p:childTnLst>
                                    <p:set>
                                      <p:cBhvr>
                                        <p:cTn id="108" dur="1" fill="hold">
                                          <p:stCondLst>
                                            <p:cond delay="0"/>
                                          </p:stCondLst>
                                        </p:cTn>
                                        <p:tgtEl>
                                          <p:spTgt spid="86">
                                            <p:txEl>
                                              <p:pRg st="0" end="0"/>
                                            </p:txEl>
                                          </p:spTgt>
                                        </p:tgtEl>
                                        <p:attrNameLst>
                                          <p:attrName>style.visibility</p:attrName>
                                        </p:attrNameLst>
                                      </p:cBhvr>
                                      <p:to>
                                        <p:strVal val="visible"/>
                                      </p:to>
                                    </p:set>
                                    <p:animEffect transition="in" filter="fade">
                                      <p:cBhvr>
                                        <p:cTn id="109" dur="500"/>
                                        <p:tgtEl>
                                          <p:spTgt spid="86">
                                            <p:txEl>
                                              <p:pRg st="0" end="0"/>
                                            </p:txEl>
                                          </p:spTgt>
                                        </p:tgtEl>
                                      </p:cBhvr>
                                    </p:animEffect>
                                    <p:anim calcmode="lin" valueType="num">
                                      <p:cBhvr>
                                        <p:cTn id="110" dur="500" fill="hold"/>
                                        <p:tgtEl>
                                          <p:spTgt spid="86">
                                            <p:txEl>
                                              <p:pRg st="0" end="0"/>
                                            </p:txEl>
                                          </p:spTgt>
                                        </p:tgtEl>
                                        <p:attrNameLst>
                                          <p:attrName>ppt_x</p:attrName>
                                        </p:attrNameLst>
                                      </p:cBhvr>
                                      <p:tavLst>
                                        <p:tav tm="0">
                                          <p:val>
                                            <p:strVal val="#ppt_x"/>
                                          </p:val>
                                        </p:tav>
                                        <p:tav tm="100000">
                                          <p:val>
                                            <p:strVal val="#ppt_x"/>
                                          </p:val>
                                        </p:tav>
                                      </p:tavLst>
                                    </p:anim>
                                    <p:anim calcmode="lin" valueType="num">
                                      <p:cBhvr>
                                        <p:cTn id="111" dur="500" fill="hold"/>
                                        <p:tgtEl>
                                          <p:spTgt spid="86">
                                            <p:txEl>
                                              <p:pRg st="0" end="0"/>
                                            </p:txEl>
                                          </p:spTgt>
                                        </p:tgtEl>
                                        <p:attrNameLst>
                                          <p:attrName>ppt_y</p:attrName>
                                        </p:attrNameLst>
                                      </p:cBhvr>
                                      <p:tavLst>
                                        <p:tav tm="0">
                                          <p:val>
                                            <p:strVal val="#ppt_y+.1"/>
                                          </p:val>
                                        </p:tav>
                                        <p:tav tm="100000">
                                          <p:val>
                                            <p:strVal val="#ppt_y"/>
                                          </p:val>
                                        </p:tav>
                                      </p:tavLst>
                                    </p:anim>
                                  </p:childTnLst>
                                </p:cTn>
                              </p:par>
                              <p:par>
                                <p:cTn id="112" presetID="10" presetClass="entr" presetSubtype="0" fill="hold" grpId="0" nodeType="withEffect">
                                  <p:stCondLst>
                                    <p:cond delay="800"/>
                                  </p:stCondLst>
                                  <p:childTnLst>
                                    <p:set>
                                      <p:cBhvr>
                                        <p:cTn id="113" dur="1" fill="hold">
                                          <p:stCondLst>
                                            <p:cond delay="0"/>
                                          </p:stCondLst>
                                        </p:cTn>
                                        <p:tgtEl>
                                          <p:spTgt spid="87">
                                            <p:txEl>
                                              <p:pRg st="0" end="0"/>
                                            </p:txEl>
                                          </p:spTgt>
                                        </p:tgtEl>
                                        <p:attrNameLst>
                                          <p:attrName>style.visibility</p:attrName>
                                        </p:attrNameLst>
                                      </p:cBhvr>
                                      <p:to>
                                        <p:strVal val="visible"/>
                                      </p:to>
                                    </p:set>
                                    <p:animEffect transition="in" filter="fade">
                                      <p:cBhvr>
                                        <p:cTn id="114" dur="500"/>
                                        <p:tgtEl>
                                          <p:spTgt spid="87">
                                            <p:txEl>
                                              <p:pRg st="0" end="0"/>
                                            </p:txEl>
                                          </p:spTgt>
                                        </p:tgtEl>
                                      </p:cBhvr>
                                    </p:animEffect>
                                  </p:childTnLst>
                                </p:cTn>
                              </p:par>
                            </p:childTnLst>
                          </p:cTn>
                        </p:par>
                        <p:par>
                          <p:cTn id="115" fill="hold">
                            <p:stCondLst>
                              <p:cond delay="9200"/>
                            </p:stCondLst>
                            <p:childTnLst>
                              <p:par>
                                <p:cTn id="116" presetID="53" presetClass="entr" presetSubtype="16" fill="hold" grpId="0" nodeType="afterEffect">
                                  <p:stCondLst>
                                    <p:cond delay="0"/>
                                  </p:stCondLst>
                                  <p:childTnLst>
                                    <p:set>
                                      <p:cBhvr>
                                        <p:cTn id="117" dur="1" fill="hold">
                                          <p:stCondLst>
                                            <p:cond delay="0"/>
                                          </p:stCondLst>
                                        </p:cTn>
                                        <p:tgtEl>
                                          <p:spTgt spid="88"/>
                                        </p:tgtEl>
                                        <p:attrNameLst>
                                          <p:attrName>style.visibility</p:attrName>
                                        </p:attrNameLst>
                                      </p:cBhvr>
                                      <p:to>
                                        <p:strVal val="visible"/>
                                      </p:to>
                                    </p:set>
                                    <p:anim calcmode="lin" valueType="num">
                                      <p:cBhvr>
                                        <p:cTn id="118" dur="400" fill="hold"/>
                                        <p:tgtEl>
                                          <p:spTgt spid="88"/>
                                        </p:tgtEl>
                                        <p:attrNameLst>
                                          <p:attrName>ppt_w</p:attrName>
                                        </p:attrNameLst>
                                      </p:cBhvr>
                                      <p:tavLst>
                                        <p:tav tm="0">
                                          <p:val>
                                            <p:fltVal val="0"/>
                                          </p:val>
                                        </p:tav>
                                        <p:tav tm="100000">
                                          <p:val>
                                            <p:strVal val="#ppt_w"/>
                                          </p:val>
                                        </p:tav>
                                      </p:tavLst>
                                    </p:anim>
                                    <p:anim calcmode="lin" valueType="num">
                                      <p:cBhvr>
                                        <p:cTn id="119" dur="400" fill="hold"/>
                                        <p:tgtEl>
                                          <p:spTgt spid="88"/>
                                        </p:tgtEl>
                                        <p:attrNameLst>
                                          <p:attrName>ppt_h</p:attrName>
                                        </p:attrNameLst>
                                      </p:cBhvr>
                                      <p:tavLst>
                                        <p:tav tm="0">
                                          <p:val>
                                            <p:fltVal val="0"/>
                                          </p:val>
                                        </p:tav>
                                        <p:tav tm="100000">
                                          <p:val>
                                            <p:strVal val="#ppt_h"/>
                                          </p:val>
                                        </p:tav>
                                      </p:tavLst>
                                    </p:anim>
                                    <p:animEffect transition="in" filter="fade">
                                      <p:cBhvr>
                                        <p:cTn id="120" dur="400"/>
                                        <p:tgtEl>
                                          <p:spTgt spid="88"/>
                                        </p:tgtEl>
                                      </p:cBhvr>
                                    </p:animEffect>
                                  </p:childTnLst>
                                </p:cTn>
                              </p:par>
                            </p:childTnLst>
                          </p:cTn>
                        </p:par>
                        <p:par>
                          <p:cTn id="121" fill="hold">
                            <p:stCondLst>
                              <p:cond delay="9600"/>
                            </p:stCondLst>
                            <p:childTnLst>
                              <p:par>
                                <p:cTn id="122" presetID="53" presetClass="entr" presetSubtype="16" fill="hold" grpId="0" nodeType="afterEffect">
                                  <p:stCondLst>
                                    <p:cond delay="0"/>
                                  </p:stCondLst>
                                  <p:childTnLst>
                                    <p:set>
                                      <p:cBhvr>
                                        <p:cTn id="123" dur="1" fill="hold">
                                          <p:stCondLst>
                                            <p:cond delay="0"/>
                                          </p:stCondLst>
                                        </p:cTn>
                                        <p:tgtEl>
                                          <p:spTgt spid="89">
                                            <p:txEl>
                                              <p:pRg st="0" end="0"/>
                                            </p:txEl>
                                          </p:spTgt>
                                        </p:tgtEl>
                                        <p:attrNameLst>
                                          <p:attrName>style.visibility</p:attrName>
                                        </p:attrNameLst>
                                      </p:cBhvr>
                                      <p:to>
                                        <p:strVal val="visible"/>
                                      </p:to>
                                    </p:set>
                                    <p:anim calcmode="lin" valueType="num">
                                      <p:cBhvr>
                                        <p:cTn id="124" dur="300" fill="hold"/>
                                        <p:tgtEl>
                                          <p:spTgt spid="89">
                                            <p:txEl>
                                              <p:pRg st="0" end="0"/>
                                            </p:txEl>
                                          </p:spTgt>
                                        </p:tgtEl>
                                        <p:attrNameLst>
                                          <p:attrName>ppt_w</p:attrName>
                                        </p:attrNameLst>
                                      </p:cBhvr>
                                      <p:tavLst>
                                        <p:tav tm="0">
                                          <p:val>
                                            <p:fltVal val="0"/>
                                          </p:val>
                                        </p:tav>
                                        <p:tav tm="100000">
                                          <p:val>
                                            <p:strVal val="#ppt_w"/>
                                          </p:val>
                                        </p:tav>
                                      </p:tavLst>
                                    </p:anim>
                                    <p:anim calcmode="lin" valueType="num">
                                      <p:cBhvr>
                                        <p:cTn id="125" dur="300" fill="hold"/>
                                        <p:tgtEl>
                                          <p:spTgt spid="89">
                                            <p:txEl>
                                              <p:pRg st="0" end="0"/>
                                            </p:txEl>
                                          </p:spTgt>
                                        </p:tgtEl>
                                        <p:attrNameLst>
                                          <p:attrName>ppt_h</p:attrName>
                                        </p:attrNameLst>
                                      </p:cBhvr>
                                      <p:tavLst>
                                        <p:tav tm="0">
                                          <p:val>
                                            <p:fltVal val="0"/>
                                          </p:val>
                                        </p:tav>
                                        <p:tav tm="100000">
                                          <p:val>
                                            <p:strVal val="#ppt_h"/>
                                          </p:val>
                                        </p:tav>
                                      </p:tavLst>
                                    </p:anim>
                                    <p:animEffect transition="in" filter="fade">
                                      <p:cBhvr>
                                        <p:cTn id="126" dur="300"/>
                                        <p:tgtEl>
                                          <p:spTgt spid="89">
                                            <p:txEl>
                                              <p:pRg st="0" end="0"/>
                                            </p:txEl>
                                          </p:spTgt>
                                        </p:tgtEl>
                                      </p:cBhvr>
                                    </p:animEffect>
                                  </p:childTnLst>
                                </p:cTn>
                              </p:par>
                              <p:par>
                                <p:cTn id="127" presetID="42" presetClass="entr" presetSubtype="0" fill="hold" grpId="0" nodeType="withEffect">
                                  <p:stCondLst>
                                    <p:cond delay="200"/>
                                  </p:stCondLst>
                                  <p:childTnLst>
                                    <p:set>
                                      <p:cBhvr>
                                        <p:cTn id="128" dur="1" fill="hold">
                                          <p:stCondLst>
                                            <p:cond delay="0"/>
                                          </p:stCondLst>
                                        </p:cTn>
                                        <p:tgtEl>
                                          <p:spTgt spid="90">
                                            <p:txEl>
                                              <p:pRg st="0" end="0"/>
                                            </p:txEl>
                                          </p:spTgt>
                                        </p:tgtEl>
                                        <p:attrNameLst>
                                          <p:attrName>style.visibility</p:attrName>
                                        </p:attrNameLst>
                                      </p:cBhvr>
                                      <p:to>
                                        <p:strVal val="visible"/>
                                      </p:to>
                                    </p:set>
                                    <p:animEffect transition="in" filter="fade">
                                      <p:cBhvr>
                                        <p:cTn id="129" dur="500"/>
                                        <p:tgtEl>
                                          <p:spTgt spid="90">
                                            <p:txEl>
                                              <p:pRg st="0" end="0"/>
                                            </p:txEl>
                                          </p:spTgt>
                                        </p:tgtEl>
                                      </p:cBhvr>
                                    </p:animEffect>
                                    <p:anim calcmode="lin" valueType="num">
                                      <p:cBhvr>
                                        <p:cTn id="130" dur="500" fill="hold"/>
                                        <p:tgtEl>
                                          <p:spTgt spid="90">
                                            <p:txEl>
                                              <p:pRg st="0" end="0"/>
                                            </p:txEl>
                                          </p:spTgt>
                                        </p:tgtEl>
                                        <p:attrNameLst>
                                          <p:attrName>ppt_x</p:attrName>
                                        </p:attrNameLst>
                                      </p:cBhvr>
                                      <p:tavLst>
                                        <p:tav tm="0">
                                          <p:val>
                                            <p:strVal val="#ppt_x"/>
                                          </p:val>
                                        </p:tav>
                                        <p:tav tm="100000">
                                          <p:val>
                                            <p:strVal val="#ppt_x"/>
                                          </p:val>
                                        </p:tav>
                                      </p:tavLst>
                                    </p:anim>
                                    <p:anim calcmode="lin" valueType="num">
                                      <p:cBhvr>
                                        <p:cTn id="131" dur="500" fill="hold"/>
                                        <p:tgtEl>
                                          <p:spTgt spid="90">
                                            <p:txEl>
                                              <p:pRg st="0" end="0"/>
                                            </p:txEl>
                                          </p:spTgt>
                                        </p:tgtEl>
                                        <p:attrNameLst>
                                          <p:attrName>ppt_y</p:attrName>
                                        </p:attrNameLst>
                                      </p:cBhvr>
                                      <p:tavLst>
                                        <p:tav tm="0">
                                          <p:val>
                                            <p:strVal val="#ppt_y+.1"/>
                                          </p:val>
                                        </p:tav>
                                        <p:tav tm="100000">
                                          <p:val>
                                            <p:strVal val="#ppt_y"/>
                                          </p:val>
                                        </p:tav>
                                      </p:tavLst>
                                    </p:anim>
                                  </p:childTnLst>
                                </p:cTn>
                              </p:par>
                              <p:par>
                                <p:cTn id="132" presetID="10" presetClass="entr" presetSubtype="0" fill="hold" grpId="0" nodeType="withEffect">
                                  <p:stCondLst>
                                    <p:cond delay="800"/>
                                  </p:stCondLst>
                                  <p:childTnLst>
                                    <p:set>
                                      <p:cBhvr>
                                        <p:cTn id="133" dur="1" fill="hold">
                                          <p:stCondLst>
                                            <p:cond delay="0"/>
                                          </p:stCondLst>
                                        </p:cTn>
                                        <p:tgtEl>
                                          <p:spTgt spid="91">
                                            <p:txEl>
                                              <p:pRg st="0" end="0"/>
                                            </p:txEl>
                                          </p:spTgt>
                                        </p:tgtEl>
                                        <p:attrNameLst>
                                          <p:attrName>style.visibility</p:attrName>
                                        </p:attrNameLst>
                                      </p:cBhvr>
                                      <p:to>
                                        <p:strVal val="visible"/>
                                      </p:to>
                                    </p:set>
                                    <p:animEffect transition="in" filter="fade">
                                      <p:cBhvr>
                                        <p:cTn id="134" dur="500"/>
                                        <p:tgtEl>
                                          <p:spTgt spid="9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3" grpId="0" animBg="1"/>
      <p:bldP spid="13" grpId="0" build="p">
        <p:tmplLst>
          <p:tmpl lvl="1">
            <p:tnLst>
              <p:par>
                <p:cTn presetID="53" presetClass="entr" presetSubtype="16"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p:cTn dur="300" fill="hold"/>
                        <p:tgtEl>
                          <p:spTgt spid="13"/>
                        </p:tgtEl>
                        <p:attrNameLst>
                          <p:attrName>ppt_w</p:attrName>
                        </p:attrNameLst>
                      </p:cBhvr>
                      <p:tavLst>
                        <p:tav tm="0">
                          <p:val>
                            <p:fltVal val="0"/>
                          </p:val>
                        </p:tav>
                        <p:tav tm="100000">
                          <p:val>
                            <p:strVal val="#ppt_w"/>
                          </p:val>
                        </p:tav>
                      </p:tavLst>
                    </p:anim>
                    <p:anim calcmode="lin" valueType="num">
                      <p:cBhvr>
                        <p:cTn dur="300" fill="hold"/>
                        <p:tgtEl>
                          <p:spTgt spid="13"/>
                        </p:tgtEl>
                        <p:attrNameLst>
                          <p:attrName>ppt_h</p:attrName>
                        </p:attrNameLst>
                      </p:cBhvr>
                      <p:tavLst>
                        <p:tav tm="0">
                          <p:val>
                            <p:fltVal val="0"/>
                          </p:val>
                        </p:tav>
                        <p:tav tm="100000">
                          <p:val>
                            <p:strVal val="#ppt_h"/>
                          </p:val>
                        </p:tav>
                      </p:tavLst>
                    </p:anim>
                    <p:animEffect transition="in" filter="fade">
                      <p:cBhvr>
                        <p:cTn dur="300"/>
                        <p:tgtEl>
                          <p:spTgt spid="13"/>
                        </p:tgtEl>
                      </p:cBhvr>
                    </p:animEffect>
                  </p:childTnLst>
                </p:cTn>
              </p:par>
            </p:tnLst>
          </p:tmpl>
        </p:tmplLst>
      </p:bldP>
      <p:bldP spid="26" grpId="0" build="p">
        <p:tmplLst>
          <p:tmpl lvl="1">
            <p:tnLst>
              <p:par>
                <p:cTn presetID="42" presetClass="entr" presetSubtype="0" fill="hold" nodeType="withEffect">
                  <p:stCondLst>
                    <p:cond delay="20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10" presetClass="entr" presetSubtype="0" fill="hold" nodeType="withEffect">
                  <p:stCondLst>
                    <p:cond delay="80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72" grpId="0" animBg="1"/>
      <p:bldP spid="73" grpId="0" build="p">
        <p:tmplLst>
          <p:tmpl lvl="1">
            <p:tnLst>
              <p:par>
                <p:cTn presetID="53" presetClass="entr" presetSubtype="16"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 calcmode="lin" valueType="num">
                      <p:cBhvr>
                        <p:cTn dur="300" fill="hold"/>
                        <p:tgtEl>
                          <p:spTgt spid="73"/>
                        </p:tgtEl>
                        <p:attrNameLst>
                          <p:attrName>ppt_w</p:attrName>
                        </p:attrNameLst>
                      </p:cBhvr>
                      <p:tavLst>
                        <p:tav tm="0">
                          <p:val>
                            <p:fltVal val="0"/>
                          </p:val>
                        </p:tav>
                        <p:tav tm="100000">
                          <p:val>
                            <p:strVal val="#ppt_w"/>
                          </p:val>
                        </p:tav>
                      </p:tavLst>
                    </p:anim>
                    <p:anim calcmode="lin" valueType="num">
                      <p:cBhvr>
                        <p:cTn dur="300" fill="hold"/>
                        <p:tgtEl>
                          <p:spTgt spid="73"/>
                        </p:tgtEl>
                        <p:attrNameLst>
                          <p:attrName>ppt_h</p:attrName>
                        </p:attrNameLst>
                      </p:cBhvr>
                      <p:tavLst>
                        <p:tav tm="0">
                          <p:val>
                            <p:fltVal val="0"/>
                          </p:val>
                        </p:tav>
                        <p:tav tm="100000">
                          <p:val>
                            <p:strVal val="#ppt_h"/>
                          </p:val>
                        </p:tav>
                      </p:tavLst>
                    </p:anim>
                    <p:animEffect transition="in" filter="fade">
                      <p:cBhvr>
                        <p:cTn dur="300"/>
                        <p:tgtEl>
                          <p:spTgt spid="73"/>
                        </p:tgtEl>
                      </p:cBhvr>
                    </p:animEffect>
                  </p:childTnLst>
                </p:cTn>
              </p:par>
            </p:tnLst>
          </p:tmpl>
        </p:tmplLst>
      </p:bldP>
      <p:bldP spid="74" grpId="0" build="p">
        <p:tmplLst>
          <p:tmpl lvl="1">
            <p:tnLst>
              <p:par>
                <p:cTn presetID="42" presetClass="entr" presetSubtype="0" fill="hold" nodeType="withEffect">
                  <p:stCondLst>
                    <p:cond delay="200"/>
                  </p:stCondLst>
                  <p:childTnLst>
                    <p:set>
                      <p:cBhvr>
                        <p:cTn dur="1" fill="hold">
                          <p:stCondLst>
                            <p:cond delay="0"/>
                          </p:stCondLst>
                        </p:cTn>
                        <p:tgtEl>
                          <p:spTgt spid="74"/>
                        </p:tgtEl>
                        <p:attrNameLst>
                          <p:attrName>style.visibility</p:attrName>
                        </p:attrNameLst>
                      </p:cBhvr>
                      <p:to>
                        <p:strVal val="visible"/>
                      </p:to>
                    </p:set>
                    <p:animEffect transition="in" filter="fade">
                      <p:cBhvr>
                        <p:cTn dur="500"/>
                        <p:tgtEl>
                          <p:spTgt spid="74"/>
                        </p:tgtEl>
                      </p:cBhvr>
                    </p:animEffect>
                    <p:anim calcmode="lin" valueType="num">
                      <p:cBhvr>
                        <p:cTn dur="500" fill="hold"/>
                        <p:tgtEl>
                          <p:spTgt spid="74"/>
                        </p:tgtEl>
                        <p:attrNameLst>
                          <p:attrName>ppt_x</p:attrName>
                        </p:attrNameLst>
                      </p:cBhvr>
                      <p:tavLst>
                        <p:tav tm="0">
                          <p:val>
                            <p:strVal val="#ppt_x"/>
                          </p:val>
                        </p:tav>
                        <p:tav tm="100000">
                          <p:val>
                            <p:strVal val="#ppt_x"/>
                          </p:val>
                        </p:tav>
                      </p:tavLst>
                    </p:anim>
                    <p:anim calcmode="lin" valueType="num">
                      <p:cBhvr>
                        <p:cTn dur="500" fill="hold"/>
                        <p:tgtEl>
                          <p:spTgt spid="74"/>
                        </p:tgtEl>
                        <p:attrNameLst>
                          <p:attrName>ppt_y</p:attrName>
                        </p:attrNameLst>
                      </p:cBhvr>
                      <p:tavLst>
                        <p:tav tm="0">
                          <p:val>
                            <p:strVal val="#ppt_y+.1"/>
                          </p:val>
                        </p:tav>
                        <p:tav tm="100000">
                          <p:val>
                            <p:strVal val="#ppt_y"/>
                          </p:val>
                        </p:tav>
                      </p:tavLst>
                    </p:anim>
                  </p:childTnLst>
                </p:cTn>
              </p:par>
            </p:tnLst>
          </p:tmpl>
        </p:tmplLst>
      </p:bldP>
      <p:bldP spid="75" grpId="0" build="p">
        <p:tmplLst>
          <p:tmpl lvl="1">
            <p:tnLst>
              <p:par>
                <p:cTn presetID="10" presetClass="entr" presetSubtype="0" fill="hold" nodeType="withEffect">
                  <p:stCondLst>
                    <p:cond delay="800"/>
                  </p:stCondLst>
                  <p:childTnLst>
                    <p:set>
                      <p:cBhvr>
                        <p:cTn dur="1" fill="hold">
                          <p:stCondLst>
                            <p:cond delay="0"/>
                          </p:stCondLst>
                        </p:cTn>
                        <p:tgtEl>
                          <p:spTgt spid="75"/>
                        </p:tgtEl>
                        <p:attrNameLst>
                          <p:attrName>style.visibility</p:attrName>
                        </p:attrNameLst>
                      </p:cBhvr>
                      <p:to>
                        <p:strVal val="visible"/>
                      </p:to>
                    </p:set>
                    <p:animEffect transition="in" filter="fade">
                      <p:cBhvr>
                        <p:cTn dur="500"/>
                        <p:tgtEl>
                          <p:spTgt spid="75"/>
                        </p:tgtEl>
                      </p:cBhvr>
                    </p:animEffect>
                  </p:childTnLst>
                </p:cTn>
              </p:par>
            </p:tnLst>
          </p:tmpl>
        </p:tmplLst>
      </p:bldP>
      <p:bldP spid="76" grpId="0" animBg="1"/>
      <p:bldP spid="77" grpId="0" build="p">
        <p:tmplLst>
          <p:tmpl lvl="1">
            <p:tnLst>
              <p:par>
                <p:cTn presetID="53" presetClass="entr" presetSubtype="16"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 calcmode="lin" valueType="num">
                      <p:cBhvr>
                        <p:cTn dur="300" fill="hold"/>
                        <p:tgtEl>
                          <p:spTgt spid="77"/>
                        </p:tgtEl>
                        <p:attrNameLst>
                          <p:attrName>ppt_w</p:attrName>
                        </p:attrNameLst>
                      </p:cBhvr>
                      <p:tavLst>
                        <p:tav tm="0">
                          <p:val>
                            <p:fltVal val="0"/>
                          </p:val>
                        </p:tav>
                        <p:tav tm="100000">
                          <p:val>
                            <p:strVal val="#ppt_w"/>
                          </p:val>
                        </p:tav>
                      </p:tavLst>
                    </p:anim>
                    <p:anim calcmode="lin" valueType="num">
                      <p:cBhvr>
                        <p:cTn dur="300" fill="hold"/>
                        <p:tgtEl>
                          <p:spTgt spid="77"/>
                        </p:tgtEl>
                        <p:attrNameLst>
                          <p:attrName>ppt_h</p:attrName>
                        </p:attrNameLst>
                      </p:cBhvr>
                      <p:tavLst>
                        <p:tav tm="0">
                          <p:val>
                            <p:fltVal val="0"/>
                          </p:val>
                        </p:tav>
                        <p:tav tm="100000">
                          <p:val>
                            <p:strVal val="#ppt_h"/>
                          </p:val>
                        </p:tav>
                      </p:tavLst>
                    </p:anim>
                    <p:animEffect transition="in" filter="fade">
                      <p:cBhvr>
                        <p:cTn dur="300"/>
                        <p:tgtEl>
                          <p:spTgt spid="77"/>
                        </p:tgtEl>
                      </p:cBhvr>
                    </p:animEffect>
                  </p:childTnLst>
                </p:cTn>
              </p:par>
            </p:tnLst>
          </p:tmpl>
        </p:tmplLst>
      </p:bldP>
      <p:bldP spid="78" grpId="0" build="p">
        <p:tmplLst>
          <p:tmpl lvl="1">
            <p:tnLst>
              <p:par>
                <p:cTn presetID="42" presetClass="entr" presetSubtype="0" fill="hold" nodeType="withEffect">
                  <p:stCondLst>
                    <p:cond delay="200"/>
                  </p:stCondLst>
                  <p:childTnLst>
                    <p:set>
                      <p:cBhvr>
                        <p:cTn dur="1" fill="hold">
                          <p:stCondLst>
                            <p:cond delay="0"/>
                          </p:stCondLst>
                        </p:cTn>
                        <p:tgtEl>
                          <p:spTgt spid="78"/>
                        </p:tgtEl>
                        <p:attrNameLst>
                          <p:attrName>style.visibility</p:attrName>
                        </p:attrNameLst>
                      </p:cBhvr>
                      <p:to>
                        <p:strVal val="visible"/>
                      </p:to>
                    </p:set>
                    <p:animEffect transition="in" filter="fade">
                      <p:cBhvr>
                        <p:cTn dur="500"/>
                        <p:tgtEl>
                          <p:spTgt spid="78"/>
                        </p:tgtEl>
                      </p:cBhvr>
                    </p:animEffect>
                    <p:anim calcmode="lin" valueType="num">
                      <p:cBhvr>
                        <p:cTn dur="500" fill="hold"/>
                        <p:tgtEl>
                          <p:spTgt spid="78"/>
                        </p:tgtEl>
                        <p:attrNameLst>
                          <p:attrName>ppt_x</p:attrName>
                        </p:attrNameLst>
                      </p:cBhvr>
                      <p:tavLst>
                        <p:tav tm="0">
                          <p:val>
                            <p:strVal val="#ppt_x"/>
                          </p:val>
                        </p:tav>
                        <p:tav tm="100000">
                          <p:val>
                            <p:strVal val="#ppt_x"/>
                          </p:val>
                        </p:tav>
                      </p:tavLst>
                    </p:anim>
                    <p:anim calcmode="lin" valueType="num">
                      <p:cBhvr>
                        <p:cTn dur="500" fill="hold"/>
                        <p:tgtEl>
                          <p:spTgt spid="78"/>
                        </p:tgtEl>
                        <p:attrNameLst>
                          <p:attrName>ppt_y</p:attrName>
                        </p:attrNameLst>
                      </p:cBhvr>
                      <p:tavLst>
                        <p:tav tm="0">
                          <p:val>
                            <p:strVal val="#ppt_y+.1"/>
                          </p:val>
                        </p:tav>
                        <p:tav tm="100000">
                          <p:val>
                            <p:strVal val="#ppt_y"/>
                          </p:val>
                        </p:tav>
                      </p:tavLst>
                    </p:anim>
                  </p:childTnLst>
                </p:cTn>
              </p:par>
            </p:tnLst>
          </p:tmpl>
        </p:tmplLst>
      </p:bldP>
      <p:bldP spid="79" grpId="0" build="p">
        <p:tmplLst>
          <p:tmpl lvl="1">
            <p:tnLst>
              <p:par>
                <p:cTn presetID="10" presetClass="entr" presetSubtype="0" fill="hold" nodeType="withEffect">
                  <p:stCondLst>
                    <p:cond delay="800"/>
                  </p:stCondLst>
                  <p:childTnLst>
                    <p:set>
                      <p:cBhvr>
                        <p:cTn dur="1" fill="hold">
                          <p:stCondLst>
                            <p:cond delay="0"/>
                          </p:stCondLst>
                        </p:cTn>
                        <p:tgtEl>
                          <p:spTgt spid="79"/>
                        </p:tgtEl>
                        <p:attrNameLst>
                          <p:attrName>style.visibility</p:attrName>
                        </p:attrNameLst>
                      </p:cBhvr>
                      <p:to>
                        <p:strVal val="visible"/>
                      </p:to>
                    </p:set>
                    <p:animEffect transition="in" filter="fade">
                      <p:cBhvr>
                        <p:cTn dur="500"/>
                        <p:tgtEl>
                          <p:spTgt spid="79"/>
                        </p:tgtEl>
                      </p:cBhvr>
                    </p:animEffect>
                  </p:childTnLst>
                </p:cTn>
              </p:par>
            </p:tnLst>
          </p:tmpl>
        </p:tmplLst>
      </p:bldP>
      <p:bldP spid="80" grpId="0" animBg="1"/>
      <p:bldP spid="81" grpId="0" build="p">
        <p:tmplLst>
          <p:tmpl lvl="1">
            <p:tnLst>
              <p:par>
                <p:cTn presetID="53" presetClass="entr" presetSubtype="16"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 calcmode="lin" valueType="num">
                      <p:cBhvr>
                        <p:cTn dur="300" fill="hold"/>
                        <p:tgtEl>
                          <p:spTgt spid="81"/>
                        </p:tgtEl>
                        <p:attrNameLst>
                          <p:attrName>ppt_w</p:attrName>
                        </p:attrNameLst>
                      </p:cBhvr>
                      <p:tavLst>
                        <p:tav tm="0">
                          <p:val>
                            <p:fltVal val="0"/>
                          </p:val>
                        </p:tav>
                        <p:tav tm="100000">
                          <p:val>
                            <p:strVal val="#ppt_w"/>
                          </p:val>
                        </p:tav>
                      </p:tavLst>
                    </p:anim>
                    <p:anim calcmode="lin" valueType="num">
                      <p:cBhvr>
                        <p:cTn dur="300" fill="hold"/>
                        <p:tgtEl>
                          <p:spTgt spid="81"/>
                        </p:tgtEl>
                        <p:attrNameLst>
                          <p:attrName>ppt_h</p:attrName>
                        </p:attrNameLst>
                      </p:cBhvr>
                      <p:tavLst>
                        <p:tav tm="0">
                          <p:val>
                            <p:fltVal val="0"/>
                          </p:val>
                        </p:tav>
                        <p:tav tm="100000">
                          <p:val>
                            <p:strVal val="#ppt_h"/>
                          </p:val>
                        </p:tav>
                      </p:tavLst>
                    </p:anim>
                    <p:animEffect transition="in" filter="fade">
                      <p:cBhvr>
                        <p:cTn dur="300"/>
                        <p:tgtEl>
                          <p:spTgt spid="81"/>
                        </p:tgtEl>
                      </p:cBhvr>
                    </p:animEffect>
                  </p:childTnLst>
                </p:cTn>
              </p:par>
            </p:tnLst>
          </p:tmpl>
        </p:tmplLst>
      </p:bldP>
      <p:bldP spid="82" grpId="0" build="p">
        <p:tmplLst>
          <p:tmpl lvl="1">
            <p:tnLst>
              <p:par>
                <p:cTn presetID="42" presetClass="entr" presetSubtype="0" fill="hold" nodeType="withEffect">
                  <p:stCondLst>
                    <p:cond delay="200"/>
                  </p:stCondLst>
                  <p:childTnLst>
                    <p:set>
                      <p:cBhvr>
                        <p:cTn dur="1" fill="hold">
                          <p:stCondLst>
                            <p:cond delay="0"/>
                          </p:stCondLst>
                        </p:cTn>
                        <p:tgtEl>
                          <p:spTgt spid="82"/>
                        </p:tgtEl>
                        <p:attrNameLst>
                          <p:attrName>style.visibility</p:attrName>
                        </p:attrNameLst>
                      </p:cBhvr>
                      <p:to>
                        <p:strVal val="visible"/>
                      </p:to>
                    </p:set>
                    <p:animEffect transition="in" filter="fade">
                      <p:cBhvr>
                        <p:cTn dur="500"/>
                        <p:tgtEl>
                          <p:spTgt spid="82"/>
                        </p:tgtEl>
                      </p:cBhvr>
                    </p:animEffect>
                    <p:anim calcmode="lin" valueType="num">
                      <p:cBhvr>
                        <p:cTn dur="500" fill="hold"/>
                        <p:tgtEl>
                          <p:spTgt spid="82"/>
                        </p:tgtEl>
                        <p:attrNameLst>
                          <p:attrName>ppt_x</p:attrName>
                        </p:attrNameLst>
                      </p:cBhvr>
                      <p:tavLst>
                        <p:tav tm="0">
                          <p:val>
                            <p:strVal val="#ppt_x"/>
                          </p:val>
                        </p:tav>
                        <p:tav tm="100000">
                          <p:val>
                            <p:strVal val="#ppt_x"/>
                          </p:val>
                        </p:tav>
                      </p:tavLst>
                    </p:anim>
                    <p:anim calcmode="lin" valueType="num">
                      <p:cBhvr>
                        <p:cTn dur="500" fill="hold"/>
                        <p:tgtEl>
                          <p:spTgt spid="82"/>
                        </p:tgtEl>
                        <p:attrNameLst>
                          <p:attrName>ppt_y</p:attrName>
                        </p:attrNameLst>
                      </p:cBhvr>
                      <p:tavLst>
                        <p:tav tm="0">
                          <p:val>
                            <p:strVal val="#ppt_y+.1"/>
                          </p:val>
                        </p:tav>
                        <p:tav tm="100000">
                          <p:val>
                            <p:strVal val="#ppt_y"/>
                          </p:val>
                        </p:tav>
                      </p:tavLst>
                    </p:anim>
                  </p:childTnLst>
                </p:cTn>
              </p:par>
            </p:tnLst>
          </p:tmpl>
        </p:tmplLst>
      </p:bldP>
      <p:bldP spid="83" grpId="0" build="p">
        <p:tmplLst>
          <p:tmpl lvl="1">
            <p:tnLst>
              <p:par>
                <p:cTn presetID="10" presetClass="entr" presetSubtype="0" fill="hold" nodeType="withEffect">
                  <p:stCondLst>
                    <p:cond delay="800"/>
                  </p:stCondLst>
                  <p:childTnLst>
                    <p:set>
                      <p:cBhvr>
                        <p:cTn dur="1" fill="hold">
                          <p:stCondLst>
                            <p:cond delay="0"/>
                          </p:stCondLst>
                        </p:cTn>
                        <p:tgtEl>
                          <p:spTgt spid="83"/>
                        </p:tgtEl>
                        <p:attrNameLst>
                          <p:attrName>style.visibility</p:attrName>
                        </p:attrNameLst>
                      </p:cBhvr>
                      <p:to>
                        <p:strVal val="visible"/>
                      </p:to>
                    </p:set>
                    <p:animEffect transition="in" filter="fade">
                      <p:cBhvr>
                        <p:cTn dur="500"/>
                        <p:tgtEl>
                          <p:spTgt spid="83"/>
                        </p:tgtEl>
                      </p:cBhvr>
                    </p:animEffect>
                  </p:childTnLst>
                </p:cTn>
              </p:par>
            </p:tnLst>
          </p:tmpl>
        </p:tmplLst>
      </p:bldP>
      <p:bldP spid="84" grpId="0" animBg="1"/>
      <p:bldP spid="85" grpId="0" build="p">
        <p:tmplLst>
          <p:tmpl lvl="1">
            <p:tnLst>
              <p:par>
                <p:cTn presetID="53" presetClass="entr" presetSubtype="16"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 calcmode="lin" valueType="num">
                      <p:cBhvr>
                        <p:cTn dur="300" fill="hold"/>
                        <p:tgtEl>
                          <p:spTgt spid="85"/>
                        </p:tgtEl>
                        <p:attrNameLst>
                          <p:attrName>ppt_w</p:attrName>
                        </p:attrNameLst>
                      </p:cBhvr>
                      <p:tavLst>
                        <p:tav tm="0">
                          <p:val>
                            <p:fltVal val="0"/>
                          </p:val>
                        </p:tav>
                        <p:tav tm="100000">
                          <p:val>
                            <p:strVal val="#ppt_w"/>
                          </p:val>
                        </p:tav>
                      </p:tavLst>
                    </p:anim>
                    <p:anim calcmode="lin" valueType="num">
                      <p:cBhvr>
                        <p:cTn dur="300" fill="hold"/>
                        <p:tgtEl>
                          <p:spTgt spid="85"/>
                        </p:tgtEl>
                        <p:attrNameLst>
                          <p:attrName>ppt_h</p:attrName>
                        </p:attrNameLst>
                      </p:cBhvr>
                      <p:tavLst>
                        <p:tav tm="0">
                          <p:val>
                            <p:fltVal val="0"/>
                          </p:val>
                        </p:tav>
                        <p:tav tm="100000">
                          <p:val>
                            <p:strVal val="#ppt_h"/>
                          </p:val>
                        </p:tav>
                      </p:tavLst>
                    </p:anim>
                    <p:animEffect transition="in" filter="fade">
                      <p:cBhvr>
                        <p:cTn dur="300"/>
                        <p:tgtEl>
                          <p:spTgt spid="85"/>
                        </p:tgtEl>
                      </p:cBhvr>
                    </p:animEffect>
                  </p:childTnLst>
                </p:cTn>
              </p:par>
            </p:tnLst>
          </p:tmpl>
        </p:tmplLst>
      </p:bldP>
      <p:bldP spid="86" grpId="0" build="p">
        <p:tmplLst>
          <p:tmpl lvl="1">
            <p:tnLst>
              <p:par>
                <p:cTn presetID="42" presetClass="entr" presetSubtype="0" fill="hold" nodeType="withEffect">
                  <p:stCondLst>
                    <p:cond delay="200"/>
                  </p:stCondLst>
                  <p:childTnLst>
                    <p:set>
                      <p:cBhvr>
                        <p:cTn dur="1" fill="hold">
                          <p:stCondLst>
                            <p:cond delay="0"/>
                          </p:stCondLst>
                        </p:cTn>
                        <p:tgtEl>
                          <p:spTgt spid="86"/>
                        </p:tgtEl>
                        <p:attrNameLst>
                          <p:attrName>style.visibility</p:attrName>
                        </p:attrNameLst>
                      </p:cBhvr>
                      <p:to>
                        <p:strVal val="visible"/>
                      </p:to>
                    </p:set>
                    <p:animEffect transition="in" filter="fade">
                      <p:cBhvr>
                        <p:cTn dur="500"/>
                        <p:tgtEl>
                          <p:spTgt spid="86"/>
                        </p:tgtEl>
                      </p:cBhvr>
                    </p:animEffect>
                    <p:anim calcmode="lin" valueType="num">
                      <p:cBhvr>
                        <p:cTn dur="500" fill="hold"/>
                        <p:tgtEl>
                          <p:spTgt spid="86"/>
                        </p:tgtEl>
                        <p:attrNameLst>
                          <p:attrName>ppt_x</p:attrName>
                        </p:attrNameLst>
                      </p:cBhvr>
                      <p:tavLst>
                        <p:tav tm="0">
                          <p:val>
                            <p:strVal val="#ppt_x"/>
                          </p:val>
                        </p:tav>
                        <p:tav tm="100000">
                          <p:val>
                            <p:strVal val="#ppt_x"/>
                          </p:val>
                        </p:tav>
                      </p:tavLst>
                    </p:anim>
                    <p:anim calcmode="lin" valueType="num">
                      <p:cBhvr>
                        <p:cTn dur="500" fill="hold"/>
                        <p:tgtEl>
                          <p:spTgt spid="86"/>
                        </p:tgtEl>
                        <p:attrNameLst>
                          <p:attrName>ppt_y</p:attrName>
                        </p:attrNameLst>
                      </p:cBhvr>
                      <p:tavLst>
                        <p:tav tm="0">
                          <p:val>
                            <p:strVal val="#ppt_y+.1"/>
                          </p:val>
                        </p:tav>
                        <p:tav tm="100000">
                          <p:val>
                            <p:strVal val="#ppt_y"/>
                          </p:val>
                        </p:tav>
                      </p:tavLst>
                    </p:anim>
                  </p:childTnLst>
                </p:cTn>
              </p:par>
            </p:tnLst>
          </p:tmpl>
        </p:tmplLst>
      </p:bldP>
      <p:bldP spid="87" grpId="0" build="p">
        <p:tmplLst>
          <p:tmpl lvl="1">
            <p:tnLst>
              <p:par>
                <p:cTn presetID="10" presetClass="entr" presetSubtype="0" fill="hold" nodeType="withEffect">
                  <p:stCondLst>
                    <p:cond delay="800"/>
                  </p:stCondLst>
                  <p:childTnLst>
                    <p:set>
                      <p:cBhvr>
                        <p:cTn dur="1" fill="hold">
                          <p:stCondLst>
                            <p:cond delay="0"/>
                          </p:stCondLst>
                        </p:cTn>
                        <p:tgtEl>
                          <p:spTgt spid="87"/>
                        </p:tgtEl>
                        <p:attrNameLst>
                          <p:attrName>style.visibility</p:attrName>
                        </p:attrNameLst>
                      </p:cBhvr>
                      <p:to>
                        <p:strVal val="visible"/>
                      </p:to>
                    </p:set>
                    <p:animEffect transition="in" filter="fade">
                      <p:cBhvr>
                        <p:cTn dur="500"/>
                        <p:tgtEl>
                          <p:spTgt spid="87"/>
                        </p:tgtEl>
                      </p:cBhvr>
                    </p:animEffect>
                  </p:childTnLst>
                </p:cTn>
              </p:par>
            </p:tnLst>
          </p:tmpl>
        </p:tmplLst>
      </p:bldP>
      <p:bldP spid="88" grpId="0" animBg="1"/>
      <p:bldP spid="89" grpId="0" build="p">
        <p:tmplLst>
          <p:tmpl lvl="1">
            <p:tnLst>
              <p:par>
                <p:cTn presetID="53" presetClass="entr" presetSubtype="16" fill="hold" nodeType="afterEffect">
                  <p:stCondLst>
                    <p:cond delay="0"/>
                  </p:stCondLst>
                  <p:childTnLst>
                    <p:set>
                      <p:cBhvr>
                        <p:cTn dur="1" fill="hold">
                          <p:stCondLst>
                            <p:cond delay="0"/>
                          </p:stCondLst>
                        </p:cTn>
                        <p:tgtEl>
                          <p:spTgt spid="89"/>
                        </p:tgtEl>
                        <p:attrNameLst>
                          <p:attrName>style.visibility</p:attrName>
                        </p:attrNameLst>
                      </p:cBhvr>
                      <p:to>
                        <p:strVal val="visible"/>
                      </p:to>
                    </p:set>
                    <p:anim calcmode="lin" valueType="num">
                      <p:cBhvr>
                        <p:cTn dur="300" fill="hold"/>
                        <p:tgtEl>
                          <p:spTgt spid="89"/>
                        </p:tgtEl>
                        <p:attrNameLst>
                          <p:attrName>ppt_w</p:attrName>
                        </p:attrNameLst>
                      </p:cBhvr>
                      <p:tavLst>
                        <p:tav tm="0">
                          <p:val>
                            <p:fltVal val="0"/>
                          </p:val>
                        </p:tav>
                        <p:tav tm="100000">
                          <p:val>
                            <p:strVal val="#ppt_w"/>
                          </p:val>
                        </p:tav>
                      </p:tavLst>
                    </p:anim>
                    <p:anim calcmode="lin" valueType="num">
                      <p:cBhvr>
                        <p:cTn dur="300" fill="hold"/>
                        <p:tgtEl>
                          <p:spTgt spid="89"/>
                        </p:tgtEl>
                        <p:attrNameLst>
                          <p:attrName>ppt_h</p:attrName>
                        </p:attrNameLst>
                      </p:cBhvr>
                      <p:tavLst>
                        <p:tav tm="0">
                          <p:val>
                            <p:fltVal val="0"/>
                          </p:val>
                        </p:tav>
                        <p:tav tm="100000">
                          <p:val>
                            <p:strVal val="#ppt_h"/>
                          </p:val>
                        </p:tav>
                      </p:tavLst>
                    </p:anim>
                    <p:animEffect transition="in" filter="fade">
                      <p:cBhvr>
                        <p:cTn dur="300"/>
                        <p:tgtEl>
                          <p:spTgt spid="89"/>
                        </p:tgtEl>
                      </p:cBhvr>
                    </p:animEffect>
                  </p:childTnLst>
                </p:cTn>
              </p:par>
            </p:tnLst>
          </p:tmpl>
        </p:tmplLst>
      </p:bldP>
      <p:bldP spid="90" grpId="0" build="p">
        <p:tmplLst>
          <p:tmpl lvl="1">
            <p:tnLst>
              <p:par>
                <p:cTn presetID="42" presetClass="entr" presetSubtype="0" fill="hold" nodeType="withEffect">
                  <p:stCondLst>
                    <p:cond delay="200"/>
                  </p:stCondLst>
                  <p:childTnLst>
                    <p:set>
                      <p:cBhvr>
                        <p:cTn dur="1" fill="hold">
                          <p:stCondLst>
                            <p:cond delay="0"/>
                          </p:stCondLst>
                        </p:cTn>
                        <p:tgtEl>
                          <p:spTgt spid="90"/>
                        </p:tgtEl>
                        <p:attrNameLst>
                          <p:attrName>style.visibility</p:attrName>
                        </p:attrNameLst>
                      </p:cBhvr>
                      <p:to>
                        <p:strVal val="visible"/>
                      </p:to>
                    </p:set>
                    <p:animEffect transition="in" filter="fade">
                      <p:cBhvr>
                        <p:cTn dur="500"/>
                        <p:tgtEl>
                          <p:spTgt spid="90"/>
                        </p:tgtEl>
                      </p:cBhvr>
                    </p:animEffect>
                    <p:anim calcmode="lin" valueType="num">
                      <p:cBhvr>
                        <p:cTn dur="500" fill="hold"/>
                        <p:tgtEl>
                          <p:spTgt spid="90"/>
                        </p:tgtEl>
                        <p:attrNameLst>
                          <p:attrName>ppt_x</p:attrName>
                        </p:attrNameLst>
                      </p:cBhvr>
                      <p:tavLst>
                        <p:tav tm="0">
                          <p:val>
                            <p:strVal val="#ppt_x"/>
                          </p:val>
                        </p:tav>
                        <p:tav tm="100000">
                          <p:val>
                            <p:strVal val="#ppt_x"/>
                          </p:val>
                        </p:tav>
                      </p:tavLst>
                    </p:anim>
                    <p:anim calcmode="lin" valueType="num">
                      <p:cBhvr>
                        <p:cTn dur="500" fill="hold"/>
                        <p:tgtEl>
                          <p:spTgt spid="90"/>
                        </p:tgtEl>
                        <p:attrNameLst>
                          <p:attrName>ppt_y</p:attrName>
                        </p:attrNameLst>
                      </p:cBhvr>
                      <p:tavLst>
                        <p:tav tm="0">
                          <p:val>
                            <p:strVal val="#ppt_y+.1"/>
                          </p:val>
                        </p:tav>
                        <p:tav tm="100000">
                          <p:val>
                            <p:strVal val="#ppt_y"/>
                          </p:val>
                        </p:tav>
                      </p:tavLst>
                    </p:anim>
                  </p:childTnLst>
                </p:cTn>
              </p:par>
            </p:tnLst>
          </p:tmpl>
        </p:tmplLst>
      </p:bldP>
      <p:bldP spid="91" grpId="0" build="p">
        <p:tmplLst>
          <p:tmpl lvl="1">
            <p:tnLst>
              <p:par>
                <p:cTn presetID="10" presetClass="entr" presetSubtype="0" fill="hold" nodeType="withEffect">
                  <p:stCondLst>
                    <p:cond delay="800"/>
                  </p:stCondLst>
                  <p:childTnLst>
                    <p:set>
                      <p:cBhvr>
                        <p:cTn dur="1" fill="hold">
                          <p:stCondLst>
                            <p:cond delay="0"/>
                          </p:stCondLst>
                        </p:cTn>
                        <p:tgtEl>
                          <p:spTgt spid="91"/>
                        </p:tgtEl>
                        <p:attrNameLst>
                          <p:attrName>style.visibility</p:attrName>
                        </p:attrNameLst>
                      </p:cBhvr>
                      <p:to>
                        <p:strVal val="visible"/>
                      </p:to>
                    </p:set>
                    <p:animEffect transition="in" filter="fade">
                      <p:cBhvr>
                        <p:cTn dur="500"/>
                        <p:tgtEl>
                          <p:spTgt spid="91"/>
                        </p:tgtEl>
                      </p:cBhvr>
                    </p:animEffect>
                  </p:childTnLst>
                </p:cTn>
              </p:par>
            </p:tnLst>
          </p:tmpl>
        </p:tmplLst>
      </p:bldP>
    </p:bldLst>
  </p:timing>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Iconic list 4">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9"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 name="Rounded Rectangle 2"/>
          <p:cNvSpPr/>
          <p:nvPr userDrawn="1"/>
        </p:nvSpPr>
        <p:spPr>
          <a:xfrm>
            <a:off x="603251" y="1867275"/>
            <a:ext cx="869949" cy="782954"/>
          </a:xfrm>
          <a:prstGeom prst="roundRect">
            <a:avLst>
              <a:gd name="adj" fmla="val 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3" name="Text Placeholder 7"/>
          <p:cNvSpPr>
            <a:spLocks noGrp="1"/>
          </p:cNvSpPr>
          <p:nvPr>
            <p:ph type="body" sz="quarter" idx="39" hasCustomPrompt="1"/>
          </p:nvPr>
        </p:nvSpPr>
        <p:spPr>
          <a:xfrm>
            <a:off x="684392" y="1912995"/>
            <a:ext cx="704141" cy="674519"/>
          </a:xfrm>
          <a:prstGeom prst="rect">
            <a:avLst/>
          </a:prstGeom>
        </p:spPr>
        <p:txBody>
          <a:bodyPr vert="horz" lIns="0" tIns="103884" rIns="0" bIns="103884" anchor="ctr"/>
          <a:lstStyle>
            <a:lvl1pPr marL="0" indent="0" algn="ctr">
              <a:lnSpc>
                <a:spcPct val="100000"/>
              </a:lnSpc>
              <a:spcBef>
                <a:spcPts val="0"/>
              </a:spcBef>
              <a:buNone/>
              <a:defRPr sz="2400" b="1">
                <a:solidFill>
                  <a:schemeClr val="bg1"/>
                </a:solidFill>
                <a:latin typeface="FontAwesome"/>
                <a:cs typeface="FontAwesome"/>
              </a:defRPr>
            </a:lvl1pPr>
          </a:lstStyle>
          <a:p>
            <a:pPr lvl="0"/>
            <a:r>
              <a:rPr lang="es-ES_tradnl" dirty="0" err="1" smtClean="0"/>
              <a:t>icon</a:t>
            </a:r>
            <a:endParaRPr lang="es-ES_tradnl" dirty="0" smtClean="0"/>
          </a:p>
        </p:txBody>
      </p:sp>
      <p:sp>
        <p:nvSpPr>
          <p:cNvPr id="26" name="Text Placeholder 7"/>
          <p:cNvSpPr>
            <a:spLocks noGrp="1"/>
          </p:cNvSpPr>
          <p:nvPr>
            <p:ph type="body" sz="quarter" idx="19" hasCustomPrompt="1"/>
          </p:nvPr>
        </p:nvSpPr>
        <p:spPr>
          <a:xfrm>
            <a:off x="1608667" y="2391298"/>
            <a:ext cx="2065867"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7" name="Text Placeholder 2"/>
          <p:cNvSpPr>
            <a:spLocks noGrp="1"/>
          </p:cNvSpPr>
          <p:nvPr>
            <p:ph type="body" sz="quarter" idx="16" hasCustomPrompt="1"/>
          </p:nvPr>
        </p:nvSpPr>
        <p:spPr>
          <a:xfrm>
            <a:off x="603253" y="2776750"/>
            <a:ext cx="3071281"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a:t>
            </a:r>
            <a:r>
              <a:rPr lang="en-US" dirty="0" smtClean="0"/>
              <a:t>.</a:t>
            </a:r>
          </a:p>
        </p:txBody>
      </p:sp>
      <p:sp>
        <p:nvSpPr>
          <p:cNvPr id="72" name="Rounded Rectangle 71"/>
          <p:cNvSpPr/>
          <p:nvPr userDrawn="1"/>
        </p:nvSpPr>
        <p:spPr>
          <a:xfrm>
            <a:off x="4535315" y="1867275"/>
            <a:ext cx="869949" cy="782954"/>
          </a:xfrm>
          <a:prstGeom prst="roundRect">
            <a:avLst>
              <a:gd name="adj" fmla="val 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73" name="Text Placeholder 7"/>
          <p:cNvSpPr>
            <a:spLocks noGrp="1"/>
          </p:cNvSpPr>
          <p:nvPr>
            <p:ph type="body" sz="quarter" idx="40" hasCustomPrompt="1"/>
          </p:nvPr>
        </p:nvSpPr>
        <p:spPr>
          <a:xfrm>
            <a:off x="4616456" y="1912995"/>
            <a:ext cx="704141" cy="674519"/>
          </a:xfrm>
          <a:prstGeom prst="rect">
            <a:avLst/>
          </a:prstGeom>
        </p:spPr>
        <p:txBody>
          <a:bodyPr vert="horz" lIns="0" tIns="103884" rIns="0" bIns="103884" anchor="ctr"/>
          <a:lstStyle>
            <a:lvl1pPr marL="0" indent="0" algn="ctr">
              <a:lnSpc>
                <a:spcPct val="100000"/>
              </a:lnSpc>
              <a:spcBef>
                <a:spcPts val="0"/>
              </a:spcBef>
              <a:buNone/>
              <a:defRPr sz="2400" b="1">
                <a:solidFill>
                  <a:schemeClr val="bg1"/>
                </a:solidFill>
                <a:latin typeface="FontAwesome"/>
                <a:cs typeface="FontAwesome"/>
              </a:defRPr>
            </a:lvl1pPr>
          </a:lstStyle>
          <a:p>
            <a:pPr lvl="0"/>
            <a:r>
              <a:rPr lang="es-ES_tradnl" dirty="0" err="1" smtClean="0"/>
              <a:t>icon</a:t>
            </a:r>
            <a:endParaRPr lang="es-ES_tradnl" dirty="0" smtClean="0"/>
          </a:p>
        </p:txBody>
      </p:sp>
      <p:sp>
        <p:nvSpPr>
          <p:cNvPr id="74" name="Text Placeholder 7"/>
          <p:cNvSpPr>
            <a:spLocks noGrp="1"/>
          </p:cNvSpPr>
          <p:nvPr>
            <p:ph type="body" sz="quarter" idx="41" hasCustomPrompt="1"/>
          </p:nvPr>
        </p:nvSpPr>
        <p:spPr>
          <a:xfrm>
            <a:off x="5554133" y="2391298"/>
            <a:ext cx="2065867"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75" name="Text Placeholder 2"/>
          <p:cNvSpPr>
            <a:spLocks noGrp="1"/>
          </p:cNvSpPr>
          <p:nvPr>
            <p:ph type="body" sz="quarter" idx="42" hasCustomPrompt="1"/>
          </p:nvPr>
        </p:nvSpPr>
        <p:spPr>
          <a:xfrm>
            <a:off x="4548720" y="2776750"/>
            <a:ext cx="3071281"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a:t>
            </a:r>
            <a:r>
              <a:rPr lang="en-US" dirty="0" smtClean="0"/>
              <a:t>.</a:t>
            </a:r>
          </a:p>
        </p:txBody>
      </p:sp>
      <p:sp>
        <p:nvSpPr>
          <p:cNvPr id="76" name="Rounded Rectangle 75"/>
          <p:cNvSpPr/>
          <p:nvPr userDrawn="1"/>
        </p:nvSpPr>
        <p:spPr>
          <a:xfrm>
            <a:off x="8504770" y="1867275"/>
            <a:ext cx="869949" cy="782954"/>
          </a:xfrm>
          <a:prstGeom prst="roundRect">
            <a:avLst>
              <a:gd name="adj" fmla="val 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77" name="Text Placeholder 7"/>
          <p:cNvSpPr>
            <a:spLocks noGrp="1"/>
          </p:cNvSpPr>
          <p:nvPr>
            <p:ph type="body" sz="quarter" idx="43" hasCustomPrompt="1"/>
          </p:nvPr>
        </p:nvSpPr>
        <p:spPr>
          <a:xfrm>
            <a:off x="8585911" y="1912995"/>
            <a:ext cx="704141" cy="674519"/>
          </a:xfrm>
          <a:prstGeom prst="rect">
            <a:avLst/>
          </a:prstGeom>
        </p:spPr>
        <p:txBody>
          <a:bodyPr vert="horz" lIns="0" tIns="103884" rIns="0" bIns="103884" anchor="ctr"/>
          <a:lstStyle>
            <a:lvl1pPr marL="0" indent="0" algn="ctr">
              <a:lnSpc>
                <a:spcPct val="100000"/>
              </a:lnSpc>
              <a:spcBef>
                <a:spcPts val="0"/>
              </a:spcBef>
              <a:buNone/>
              <a:defRPr sz="2400" b="1">
                <a:solidFill>
                  <a:schemeClr val="bg1"/>
                </a:solidFill>
                <a:latin typeface="FontAwesome"/>
                <a:cs typeface="FontAwesome"/>
              </a:defRPr>
            </a:lvl1pPr>
          </a:lstStyle>
          <a:p>
            <a:pPr lvl="0"/>
            <a:r>
              <a:rPr lang="es-ES_tradnl" dirty="0" err="1" smtClean="0"/>
              <a:t>icon</a:t>
            </a:r>
            <a:endParaRPr lang="es-ES_tradnl" dirty="0" smtClean="0"/>
          </a:p>
        </p:txBody>
      </p:sp>
      <p:sp>
        <p:nvSpPr>
          <p:cNvPr id="78" name="Text Placeholder 7"/>
          <p:cNvSpPr>
            <a:spLocks noGrp="1"/>
          </p:cNvSpPr>
          <p:nvPr>
            <p:ph type="body" sz="quarter" idx="44" hasCustomPrompt="1"/>
          </p:nvPr>
        </p:nvSpPr>
        <p:spPr>
          <a:xfrm>
            <a:off x="9510184" y="2391298"/>
            <a:ext cx="2065867"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79" name="Text Placeholder 2"/>
          <p:cNvSpPr>
            <a:spLocks noGrp="1"/>
          </p:cNvSpPr>
          <p:nvPr>
            <p:ph type="body" sz="quarter" idx="45" hasCustomPrompt="1"/>
          </p:nvPr>
        </p:nvSpPr>
        <p:spPr>
          <a:xfrm>
            <a:off x="8504770" y="2776750"/>
            <a:ext cx="3071281"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a:t>
            </a:r>
            <a:r>
              <a:rPr lang="en-US" dirty="0" smtClean="0"/>
              <a:t>.</a:t>
            </a:r>
          </a:p>
        </p:txBody>
      </p:sp>
      <p:sp>
        <p:nvSpPr>
          <p:cNvPr id="80" name="Rounded Rectangle 79"/>
          <p:cNvSpPr/>
          <p:nvPr userDrawn="1"/>
        </p:nvSpPr>
        <p:spPr>
          <a:xfrm>
            <a:off x="603251" y="3863715"/>
            <a:ext cx="869949" cy="782954"/>
          </a:xfrm>
          <a:prstGeom prst="roundRect">
            <a:avLst>
              <a:gd name="adj" fmla="val 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81" name="Text Placeholder 7"/>
          <p:cNvSpPr>
            <a:spLocks noGrp="1"/>
          </p:cNvSpPr>
          <p:nvPr>
            <p:ph type="body" sz="quarter" idx="46" hasCustomPrompt="1"/>
          </p:nvPr>
        </p:nvSpPr>
        <p:spPr>
          <a:xfrm>
            <a:off x="684392" y="3909435"/>
            <a:ext cx="704141" cy="674519"/>
          </a:xfrm>
          <a:prstGeom prst="rect">
            <a:avLst/>
          </a:prstGeom>
        </p:spPr>
        <p:txBody>
          <a:bodyPr vert="horz" lIns="0" tIns="103884" rIns="0" bIns="103884" anchor="ctr"/>
          <a:lstStyle>
            <a:lvl1pPr marL="0" indent="0" algn="ctr">
              <a:lnSpc>
                <a:spcPct val="100000"/>
              </a:lnSpc>
              <a:spcBef>
                <a:spcPts val="0"/>
              </a:spcBef>
              <a:buNone/>
              <a:defRPr sz="2400" b="1">
                <a:solidFill>
                  <a:schemeClr val="bg1"/>
                </a:solidFill>
                <a:latin typeface="FontAwesome"/>
                <a:cs typeface="FontAwesome"/>
              </a:defRPr>
            </a:lvl1pPr>
          </a:lstStyle>
          <a:p>
            <a:pPr lvl="0"/>
            <a:r>
              <a:rPr lang="es-ES_tradnl" dirty="0" err="1" smtClean="0"/>
              <a:t>icon</a:t>
            </a:r>
            <a:endParaRPr lang="es-ES_tradnl" dirty="0" smtClean="0"/>
          </a:p>
        </p:txBody>
      </p:sp>
      <p:sp>
        <p:nvSpPr>
          <p:cNvPr id="82" name="Text Placeholder 7"/>
          <p:cNvSpPr>
            <a:spLocks noGrp="1"/>
          </p:cNvSpPr>
          <p:nvPr>
            <p:ph type="body" sz="quarter" idx="47" hasCustomPrompt="1"/>
          </p:nvPr>
        </p:nvSpPr>
        <p:spPr>
          <a:xfrm>
            <a:off x="1608667" y="4386207"/>
            <a:ext cx="2065867"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83" name="Text Placeholder 2"/>
          <p:cNvSpPr>
            <a:spLocks noGrp="1"/>
          </p:cNvSpPr>
          <p:nvPr>
            <p:ph type="body" sz="quarter" idx="48" hasCustomPrompt="1"/>
          </p:nvPr>
        </p:nvSpPr>
        <p:spPr>
          <a:xfrm>
            <a:off x="603253" y="4773190"/>
            <a:ext cx="3071281"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a:t>
            </a:r>
            <a:r>
              <a:rPr lang="en-US" dirty="0" smtClean="0"/>
              <a:t>.</a:t>
            </a:r>
          </a:p>
        </p:txBody>
      </p:sp>
      <p:sp>
        <p:nvSpPr>
          <p:cNvPr id="84" name="Rounded Rectangle 83"/>
          <p:cNvSpPr/>
          <p:nvPr userDrawn="1"/>
        </p:nvSpPr>
        <p:spPr>
          <a:xfrm>
            <a:off x="4555778" y="3863715"/>
            <a:ext cx="869949" cy="782954"/>
          </a:xfrm>
          <a:prstGeom prst="roundRect">
            <a:avLst>
              <a:gd name="adj" fmla="val 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85" name="Text Placeholder 7"/>
          <p:cNvSpPr>
            <a:spLocks noGrp="1"/>
          </p:cNvSpPr>
          <p:nvPr>
            <p:ph type="body" sz="quarter" idx="49" hasCustomPrompt="1"/>
          </p:nvPr>
        </p:nvSpPr>
        <p:spPr>
          <a:xfrm>
            <a:off x="4636919" y="3909435"/>
            <a:ext cx="704141" cy="674519"/>
          </a:xfrm>
          <a:prstGeom prst="rect">
            <a:avLst/>
          </a:prstGeom>
        </p:spPr>
        <p:txBody>
          <a:bodyPr vert="horz" lIns="0" tIns="103884" rIns="0" bIns="103884" anchor="ctr"/>
          <a:lstStyle>
            <a:lvl1pPr marL="0" indent="0" algn="ctr">
              <a:lnSpc>
                <a:spcPct val="100000"/>
              </a:lnSpc>
              <a:spcBef>
                <a:spcPts val="0"/>
              </a:spcBef>
              <a:buNone/>
              <a:defRPr sz="2400" b="1">
                <a:solidFill>
                  <a:schemeClr val="bg1"/>
                </a:solidFill>
                <a:latin typeface="FontAwesome"/>
                <a:cs typeface="FontAwesome"/>
              </a:defRPr>
            </a:lvl1pPr>
          </a:lstStyle>
          <a:p>
            <a:pPr lvl="0"/>
            <a:r>
              <a:rPr lang="es-ES_tradnl" dirty="0" err="1" smtClean="0"/>
              <a:t>icon</a:t>
            </a:r>
            <a:endParaRPr lang="es-ES_tradnl" dirty="0" smtClean="0"/>
          </a:p>
        </p:txBody>
      </p:sp>
      <p:sp>
        <p:nvSpPr>
          <p:cNvPr id="86" name="Text Placeholder 7"/>
          <p:cNvSpPr>
            <a:spLocks noGrp="1"/>
          </p:cNvSpPr>
          <p:nvPr>
            <p:ph type="body" sz="quarter" idx="50" hasCustomPrompt="1"/>
          </p:nvPr>
        </p:nvSpPr>
        <p:spPr>
          <a:xfrm>
            <a:off x="5554133" y="4386207"/>
            <a:ext cx="2065867"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87" name="Text Placeholder 2"/>
          <p:cNvSpPr>
            <a:spLocks noGrp="1"/>
          </p:cNvSpPr>
          <p:nvPr>
            <p:ph type="body" sz="quarter" idx="51" hasCustomPrompt="1"/>
          </p:nvPr>
        </p:nvSpPr>
        <p:spPr>
          <a:xfrm>
            <a:off x="4548720" y="4773190"/>
            <a:ext cx="3071281"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a:t>
            </a:r>
            <a:r>
              <a:rPr lang="en-US" dirty="0" smtClean="0"/>
              <a:t>.</a:t>
            </a:r>
          </a:p>
        </p:txBody>
      </p:sp>
      <p:sp>
        <p:nvSpPr>
          <p:cNvPr id="88" name="Rounded Rectangle 87"/>
          <p:cNvSpPr/>
          <p:nvPr userDrawn="1"/>
        </p:nvSpPr>
        <p:spPr>
          <a:xfrm>
            <a:off x="8504768" y="3863715"/>
            <a:ext cx="869949" cy="782954"/>
          </a:xfrm>
          <a:prstGeom prst="roundRect">
            <a:avLst>
              <a:gd name="adj" fmla="val 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89" name="Text Placeholder 7"/>
          <p:cNvSpPr>
            <a:spLocks noGrp="1"/>
          </p:cNvSpPr>
          <p:nvPr>
            <p:ph type="body" sz="quarter" idx="52" hasCustomPrompt="1"/>
          </p:nvPr>
        </p:nvSpPr>
        <p:spPr>
          <a:xfrm>
            <a:off x="8585910" y="3909435"/>
            <a:ext cx="704141" cy="674519"/>
          </a:xfrm>
          <a:prstGeom prst="rect">
            <a:avLst/>
          </a:prstGeom>
        </p:spPr>
        <p:txBody>
          <a:bodyPr vert="horz" lIns="0" tIns="103884" rIns="0" bIns="103884" anchor="ctr"/>
          <a:lstStyle>
            <a:lvl1pPr marL="0" indent="0" algn="ctr">
              <a:lnSpc>
                <a:spcPct val="100000"/>
              </a:lnSpc>
              <a:spcBef>
                <a:spcPts val="0"/>
              </a:spcBef>
              <a:buNone/>
              <a:defRPr sz="2400" b="1">
                <a:solidFill>
                  <a:schemeClr val="bg1"/>
                </a:solidFill>
                <a:latin typeface="FontAwesome"/>
                <a:cs typeface="FontAwesome"/>
              </a:defRPr>
            </a:lvl1pPr>
          </a:lstStyle>
          <a:p>
            <a:pPr lvl="0"/>
            <a:r>
              <a:rPr lang="es-ES_tradnl" dirty="0" err="1" smtClean="0"/>
              <a:t>icon</a:t>
            </a:r>
            <a:endParaRPr lang="es-ES_tradnl" dirty="0" smtClean="0"/>
          </a:p>
        </p:txBody>
      </p:sp>
      <p:sp>
        <p:nvSpPr>
          <p:cNvPr id="90" name="Text Placeholder 7"/>
          <p:cNvSpPr>
            <a:spLocks noGrp="1"/>
          </p:cNvSpPr>
          <p:nvPr>
            <p:ph type="body" sz="quarter" idx="53" hasCustomPrompt="1"/>
          </p:nvPr>
        </p:nvSpPr>
        <p:spPr>
          <a:xfrm>
            <a:off x="9510184" y="4386207"/>
            <a:ext cx="2065867"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91" name="Text Placeholder 2"/>
          <p:cNvSpPr>
            <a:spLocks noGrp="1"/>
          </p:cNvSpPr>
          <p:nvPr>
            <p:ph type="body" sz="quarter" idx="54" hasCustomPrompt="1"/>
          </p:nvPr>
        </p:nvSpPr>
        <p:spPr>
          <a:xfrm>
            <a:off x="8504770" y="4773190"/>
            <a:ext cx="3071281"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a:t>
            </a:r>
            <a:r>
              <a:rPr lang="en-US" dirty="0" smtClean="0"/>
              <a:t>.</a:t>
            </a:r>
          </a:p>
        </p:txBody>
      </p:sp>
      <p:sp>
        <p:nvSpPr>
          <p:cNvPr id="28" name="Text Placeholder 7"/>
          <p:cNvSpPr>
            <a:spLocks noGrp="1"/>
          </p:cNvSpPr>
          <p:nvPr>
            <p:ph type="body" sz="quarter" idx="55" hasCustomPrompt="1"/>
          </p:nvPr>
        </p:nvSpPr>
        <p:spPr>
          <a:xfrm>
            <a:off x="1608667" y="1871815"/>
            <a:ext cx="2065867" cy="431780"/>
          </a:xfrm>
          <a:prstGeom prst="rect">
            <a:avLst/>
          </a:prstGeom>
        </p:spPr>
        <p:txBody>
          <a:bodyPr vert="horz" lIns="0" tIns="40504" rIns="0" bIns="40504" anchor="ctr"/>
          <a:lstStyle>
            <a:lvl1pPr marL="0" indent="0" algn="l">
              <a:lnSpc>
                <a:spcPct val="100000"/>
              </a:lnSpc>
              <a:spcBef>
                <a:spcPts val="0"/>
              </a:spcBef>
              <a:buNone/>
              <a:defRPr sz="3000" b="1">
                <a:solidFill>
                  <a:schemeClr val="accent1"/>
                </a:solidFill>
                <a:latin typeface="Lato Light"/>
                <a:cs typeface="Lato Light"/>
              </a:defRPr>
            </a:lvl1pPr>
          </a:lstStyle>
          <a:p>
            <a:pPr lvl="0"/>
            <a:r>
              <a:rPr lang="es-ES_tradnl" dirty="0" smtClean="0"/>
              <a:t>80%</a:t>
            </a:r>
          </a:p>
        </p:txBody>
      </p:sp>
      <p:sp>
        <p:nvSpPr>
          <p:cNvPr id="29" name="Text Placeholder 7"/>
          <p:cNvSpPr>
            <a:spLocks noGrp="1"/>
          </p:cNvSpPr>
          <p:nvPr>
            <p:ph type="body" sz="quarter" idx="56" hasCustomPrompt="1"/>
          </p:nvPr>
        </p:nvSpPr>
        <p:spPr>
          <a:xfrm>
            <a:off x="5554133" y="1871815"/>
            <a:ext cx="2065867" cy="431780"/>
          </a:xfrm>
          <a:prstGeom prst="rect">
            <a:avLst/>
          </a:prstGeom>
        </p:spPr>
        <p:txBody>
          <a:bodyPr vert="horz" lIns="0" tIns="40504" rIns="0" bIns="40504" anchor="ctr"/>
          <a:lstStyle>
            <a:lvl1pPr marL="0" indent="0" algn="l">
              <a:lnSpc>
                <a:spcPct val="100000"/>
              </a:lnSpc>
              <a:spcBef>
                <a:spcPts val="0"/>
              </a:spcBef>
              <a:buNone/>
              <a:defRPr sz="3000" b="1">
                <a:solidFill>
                  <a:schemeClr val="accent2"/>
                </a:solidFill>
                <a:latin typeface="Lato Light"/>
                <a:cs typeface="Lato Light"/>
              </a:defRPr>
            </a:lvl1pPr>
          </a:lstStyle>
          <a:p>
            <a:pPr lvl="0"/>
            <a:r>
              <a:rPr lang="es-ES_tradnl" dirty="0" smtClean="0"/>
              <a:t>80%</a:t>
            </a:r>
          </a:p>
        </p:txBody>
      </p:sp>
      <p:sp>
        <p:nvSpPr>
          <p:cNvPr id="30" name="Text Placeholder 7"/>
          <p:cNvSpPr>
            <a:spLocks noGrp="1"/>
          </p:cNvSpPr>
          <p:nvPr>
            <p:ph type="body" sz="quarter" idx="57" hasCustomPrompt="1"/>
          </p:nvPr>
        </p:nvSpPr>
        <p:spPr>
          <a:xfrm>
            <a:off x="9510184" y="1871815"/>
            <a:ext cx="2065867" cy="431780"/>
          </a:xfrm>
          <a:prstGeom prst="rect">
            <a:avLst/>
          </a:prstGeom>
        </p:spPr>
        <p:txBody>
          <a:bodyPr vert="horz" lIns="0" tIns="40504" rIns="0" bIns="40504" anchor="ctr"/>
          <a:lstStyle>
            <a:lvl1pPr marL="0" indent="0" algn="l">
              <a:lnSpc>
                <a:spcPct val="100000"/>
              </a:lnSpc>
              <a:spcBef>
                <a:spcPts val="0"/>
              </a:spcBef>
              <a:buNone/>
              <a:defRPr sz="3000" b="1">
                <a:solidFill>
                  <a:schemeClr val="accent3"/>
                </a:solidFill>
                <a:latin typeface="Lato Light"/>
                <a:cs typeface="Lato Light"/>
              </a:defRPr>
            </a:lvl1pPr>
          </a:lstStyle>
          <a:p>
            <a:pPr lvl="0"/>
            <a:r>
              <a:rPr lang="es-ES_tradnl" dirty="0" smtClean="0"/>
              <a:t>80%</a:t>
            </a:r>
          </a:p>
        </p:txBody>
      </p:sp>
      <p:sp>
        <p:nvSpPr>
          <p:cNvPr id="31" name="Text Placeholder 7"/>
          <p:cNvSpPr>
            <a:spLocks noGrp="1"/>
          </p:cNvSpPr>
          <p:nvPr>
            <p:ph type="body" sz="quarter" idx="58" hasCustomPrompt="1"/>
          </p:nvPr>
        </p:nvSpPr>
        <p:spPr>
          <a:xfrm>
            <a:off x="1608667" y="3863715"/>
            <a:ext cx="2065867" cy="431780"/>
          </a:xfrm>
          <a:prstGeom prst="rect">
            <a:avLst/>
          </a:prstGeom>
        </p:spPr>
        <p:txBody>
          <a:bodyPr vert="horz" lIns="0" tIns="40504" rIns="0" bIns="40504" anchor="ctr"/>
          <a:lstStyle>
            <a:lvl1pPr marL="0" indent="0" algn="l">
              <a:lnSpc>
                <a:spcPct val="100000"/>
              </a:lnSpc>
              <a:spcBef>
                <a:spcPts val="0"/>
              </a:spcBef>
              <a:buNone/>
              <a:defRPr sz="3000" b="1">
                <a:solidFill>
                  <a:schemeClr val="accent4"/>
                </a:solidFill>
                <a:latin typeface="Lato Light"/>
                <a:cs typeface="Lato Light"/>
              </a:defRPr>
            </a:lvl1pPr>
          </a:lstStyle>
          <a:p>
            <a:pPr lvl="0"/>
            <a:r>
              <a:rPr lang="es-ES_tradnl" dirty="0" smtClean="0"/>
              <a:t>80%</a:t>
            </a:r>
          </a:p>
        </p:txBody>
      </p:sp>
      <p:sp>
        <p:nvSpPr>
          <p:cNvPr id="32" name="Text Placeholder 7"/>
          <p:cNvSpPr>
            <a:spLocks noGrp="1"/>
          </p:cNvSpPr>
          <p:nvPr>
            <p:ph type="body" sz="quarter" idx="59" hasCustomPrompt="1"/>
          </p:nvPr>
        </p:nvSpPr>
        <p:spPr>
          <a:xfrm>
            <a:off x="5554133" y="3863715"/>
            <a:ext cx="2065867" cy="431780"/>
          </a:xfrm>
          <a:prstGeom prst="rect">
            <a:avLst/>
          </a:prstGeom>
        </p:spPr>
        <p:txBody>
          <a:bodyPr vert="horz" lIns="0" tIns="40504" rIns="0" bIns="40504" anchor="ctr"/>
          <a:lstStyle>
            <a:lvl1pPr marL="0" indent="0" algn="l">
              <a:lnSpc>
                <a:spcPct val="100000"/>
              </a:lnSpc>
              <a:spcBef>
                <a:spcPts val="0"/>
              </a:spcBef>
              <a:buNone/>
              <a:defRPr sz="3000" b="1">
                <a:solidFill>
                  <a:schemeClr val="accent5"/>
                </a:solidFill>
                <a:latin typeface="Lato Light"/>
                <a:cs typeface="Lato Light"/>
              </a:defRPr>
            </a:lvl1pPr>
          </a:lstStyle>
          <a:p>
            <a:pPr lvl="0"/>
            <a:r>
              <a:rPr lang="es-ES_tradnl" dirty="0" smtClean="0"/>
              <a:t>80%</a:t>
            </a:r>
          </a:p>
        </p:txBody>
      </p:sp>
      <p:sp>
        <p:nvSpPr>
          <p:cNvPr id="33" name="Text Placeholder 7"/>
          <p:cNvSpPr>
            <a:spLocks noGrp="1"/>
          </p:cNvSpPr>
          <p:nvPr>
            <p:ph type="body" sz="quarter" idx="60" hasCustomPrompt="1"/>
          </p:nvPr>
        </p:nvSpPr>
        <p:spPr>
          <a:xfrm>
            <a:off x="9510184" y="3863715"/>
            <a:ext cx="2065867" cy="431780"/>
          </a:xfrm>
          <a:prstGeom prst="rect">
            <a:avLst/>
          </a:prstGeom>
        </p:spPr>
        <p:txBody>
          <a:bodyPr vert="horz" lIns="0" tIns="40504" rIns="0" bIns="40504" anchor="ctr"/>
          <a:lstStyle>
            <a:lvl1pPr marL="0" indent="0" algn="l">
              <a:lnSpc>
                <a:spcPct val="100000"/>
              </a:lnSpc>
              <a:spcBef>
                <a:spcPts val="0"/>
              </a:spcBef>
              <a:buNone/>
              <a:defRPr sz="3000" b="1">
                <a:solidFill>
                  <a:schemeClr val="accent6"/>
                </a:solidFill>
                <a:latin typeface="Lato Light"/>
                <a:cs typeface="Lato Light"/>
              </a:defRPr>
            </a:lvl1pPr>
          </a:lstStyle>
          <a:p>
            <a:pPr lvl="0"/>
            <a:r>
              <a:rPr lang="es-ES_tradnl" dirty="0" smtClean="0"/>
              <a:t>80%</a:t>
            </a:r>
          </a:p>
        </p:txBody>
      </p:sp>
    </p:spTree>
    <p:extLst>
      <p:ext uri="{BB962C8B-B14F-4D97-AF65-F5344CB8AC3E}">
        <p14:creationId xmlns:p14="http://schemas.microsoft.com/office/powerpoint/2010/main" val="25690342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700"/>
                            </p:stCondLst>
                            <p:childTnLst>
                              <p:par>
                                <p:cTn id="16" presetID="53" presetClass="entr" presetSubtype="16" fill="hold" grpId="0"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400" fill="hold"/>
                                        <p:tgtEl>
                                          <p:spTgt spid="3"/>
                                        </p:tgtEl>
                                        <p:attrNameLst>
                                          <p:attrName>ppt_w</p:attrName>
                                        </p:attrNameLst>
                                      </p:cBhvr>
                                      <p:tavLst>
                                        <p:tav tm="0">
                                          <p:val>
                                            <p:fltVal val="0"/>
                                          </p:val>
                                        </p:tav>
                                        <p:tav tm="100000">
                                          <p:val>
                                            <p:strVal val="#ppt_w"/>
                                          </p:val>
                                        </p:tav>
                                      </p:tavLst>
                                    </p:anim>
                                    <p:anim calcmode="lin" valueType="num">
                                      <p:cBhvr>
                                        <p:cTn id="19" dur="400" fill="hold"/>
                                        <p:tgtEl>
                                          <p:spTgt spid="3"/>
                                        </p:tgtEl>
                                        <p:attrNameLst>
                                          <p:attrName>ppt_h</p:attrName>
                                        </p:attrNameLst>
                                      </p:cBhvr>
                                      <p:tavLst>
                                        <p:tav tm="0">
                                          <p:val>
                                            <p:fltVal val="0"/>
                                          </p:val>
                                        </p:tav>
                                        <p:tav tm="100000">
                                          <p:val>
                                            <p:strVal val="#ppt_h"/>
                                          </p:val>
                                        </p:tav>
                                      </p:tavLst>
                                    </p:anim>
                                    <p:animEffect transition="in" filter="fade">
                                      <p:cBhvr>
                                        <p:cTn id="20" dur="400"/>
                                        <p:tgtEl>
                                          <p:spTgt spid="3"/>
                                        </p:tgtEl>
                                      </p:cBhvr>
                                    </p:animEffect>
                                  </p:childTnLst>
                                </p:cTn>
                              </p:par>
                            </p:childTnLst>
                          </p:cTn>
                        </p:par>
                        <p:par>
                          <p:cTn id="21" fill="hold">
                            <p:stCondLst>
                              <p:cond delay="1100"/>
                            </p:stCondLst>
                            <p:childTnLst>
                              <p:par>
                                <p:cTn id="22" presetID="53" presetClass="entr" presetSubtype="16" fill="hold" grpId="0" nodeType="afterEffect">
                                  <p:stCondLst>
                                    <p:cond delay="0"/>
                                  </p:stCondLst>
                                  <p:childTnLst>
                                    <p:set>
                                      <p:cBhvr>
                                        <p:cTn id="23" dur="1" fill="hold">
                                          <p:stCondLst>
                                            <p:cond delay="0"/>
                                          </p:stCondLst>
                                        </p:cTn>
                                        <p:tgtEl>
                                          <p:spTgt spid="13">
                                            <p:txEl>
                                              <p:pRg st="0" end="0"/>
                                            </p:txEl>
                                          </p:spTgt>
                                        </p:tgtEl>
                                        <p:attrNameLst>
                                          <p:attrName>style.visibility</p:attrName>
                                        </p:attrNameLst>
                                      </p:cBhvr>
                                      <p:to>
                                        <p:strVal val="visible"/>
                                      </p:to>
                                    </p:set>
                                    <p:anim calcmode="lin" valueType="num">
                                      <p:cBhvr>
                                        <p:cTn id="24" dur="3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5" dur="3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6" dur="300"/>
                                        <p:tgtEl>
                                          <p:spTgt spid="13">
                                            <p:txEl>
                                              <p:pRg st="0" end="0"/>
                                            </p:txEl>
                                          </p:spTgt>
                                        </p:tgtEl>
                                      </p:cBhvr>
                                    </p:animEffect>
                                  </p:childTnLst>
                                </p:cTn>
                              </p:par>
                              <p:par>
                                <p:cTn id="27" presetID="42" presetClass="entr" presetSubtype="0" fill="hold" grpId="0" nodeType="withEffect">
                                  <p:stCondLst>
                                    <p:cond delay="200"/>
                                  </p:stCondLst>
                                  <p:childTnLst>
                                    <p:set>
                                      <p:cBhvr>
                                        <p:cTn id="28" dur="1" fill="hold">
                                          <p:stCondLst>
                                            <p:cond delay="0"/>
                                          </p:stCondLst>
                                        </p:cTn>
                                        <p:tgtEl>
                                          <p:spTgt spid="26">
                                            <p:txEl>
                                              <p:pRg st="0" end="0"/>
                                            </p:txEl>
                                          </p:spTgt>
                                        </p:tgtEl>
                                        <p:attrNameLst>
                                          <p:attrName>style.visibility</p:attrName>
                                        </p:attrNameLst>
                                      </p:cBhvr>
                                      <p:to>
                                        <p:strVal val="visible"/>
                                      </p:to>
                                    </p:set>
                                    <p:animEffect transition="in" filter="fade">
                                      <p:cBhvr>
                                        <p:cTn id="29" dur="500"/>
                                        <p:tgtEl>
                                          <p:spTgt spid="26">
                                            <p:txEl>
                                              <p:pRg st="0" end="0"/>
                                            </p:txEl>
                                          </p:spTgt>
                                        </p:tgtEl>
                                      </p:cBhvr>
                                    </p:animEffect>
                                    <p:anim calcmode="lin" valueType="num">
                                      <p:cBhvr>
                                        <p:cTn id="3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31" dur="500" fill="hold"/>
                                        <p:tgtEl>
                                          <p:spTgt spid="26">
                                            <p:txEl>
                                              <p:pRg st="0" end="0"/>
                                            </p:txEl>
                                          </p:spTgt>
                                        </p:tgtEl>
                                        <p:attrNameLst>
                                          <p:attrName>ppt_y</p:attrName>
                                        </p:attrNameLst>
                                      </p:cBhvr>
                                      <p:tavLst>
                                        <p:tav tm="0">
                                          <p:val>
                                            <p:strVal val="#ppt_y+.1"/>
                                          </p:val>
                                        </p:tav>
                                        <p:tav tm="100000">
                                          <p:val>
                                            <p:strVal val="#ppt_y"/>
                                          </p:val>
                                        </p:tav>
                                      </p:tavLst>
                                    </p:anim>
                                  </p:childTnLst>
                                </p:cTn>
                              </p:par>
                              <p:par>
                                <p:cTn id="32" presetID="10" presetClass="entr" presetSubtype="0" fill="hold" grpId="0" nodeType="withEffect">
                                  <p:stCondLst>
                                    <p:cond delay="800"/>
                                  </p:stCondLst>
                                  <p:childTnLst>
                                    <p:set>
                                      <p:cBhvr>
                                        <p:cTn id="33" dur="1" fill="hold">
                                          <p:stCondLst>
                                            <p:cond delay="0"/>
                                          </p:stCondLst>
                                        </p:cTn>
                                        <p:tgtEl>
                                          <p:spTgt spid="27">
                                            <p:txEl>
                                              <p:pRg st="0" end="0"/>
                                            </p:txEl>
                                          </p:spTgt>
                                        </p:tgtEl>
                                        <p:attrNameLst>
                                          <p:attrName>style.visibility</p:attrName>
                                        </p:attrNameLst>
                                      </p:cBhvr>
                                      <p:to>
                                        <p:strVal val="visible"/>
                                      </p:to>
                                    </p:set>
                                    <p:animEffect transition="in" filter="fade">
                                      <p:cBhvr>
                                        <p:cTn id="34" dur="500"/>
                                        <p:tgtEl>
                                          <p:spTgt spid="27">
                                            <p:txEl>
                                              <p:pRg st="0" end="0"/>
                                            </p:txEl>
                                          </p:spTgt>
                                        </p:tgtEl>
                                      </p:cBhvr>
                                    </p:animEffect>
                                  </p:childTnLst>
                                </p:cTn>
                              </p:par>
                            </p:childTnLst>
                          </p:cTn>
                        </p:par>
                        <p:par>
                          <p:cTn id="35" fill="hold">
                            <p:stCondLst>
                              <p:cond delay="2400"/>
                            </p:stCondLst>
                            <p:childTnLst>
                              <p:par>
                                <p:cTn id="36" presetID="53" presetClass="entr" presetSubtype="16" fill="hold" grpId="0" nodeType="afterEffect">
                                  <p:stCondLst>
                                    <p:cond delay="0"/>
                                  </p:stCondLst>
                                  <p:childTnLst>
                                    <p:set>
                                      <p:cBhvr>
                                        <p:cTn id="37" dur="1" fill="hold">
                                          <p:stCondLst>
                                            <p:cond delay="0"/>
                                          </p:stCondLst>
                                        </p:cTn>
                                        <p:tgtEl>
                                          <p:spTgt spid="72"/>
                                        </p:tgtEl>
                                        <p:attrNameLst>
                                          <p:attrName>style.visibility</p:attrName>
                                        </p:attrNameLst>
                                      </p:cBhvr>
                                      <p:to>
                                        <p:strVal val="visible"/>
                                      </p:to>
                                    </p:set>
                                    <p:anim calcmode="lin" valueType="num">
                                      <p:cBhvr>
                                        <p:cTn id="38" dur="400" fill="hold"/>
                                        <p:tgtEl>
                                          <p:spTgt spid="72"/>
                                        </p:tgtEl>
                                        <p:attrNameLst>
                                          <p:attrName>ppt_w</p:attrName>
                                        </p:attrNameLst>
                                      </p:cBhvr>
                                      <p:tavLst>
                                        <p:tav tm="0">
                                          <p:val>
                                            <p:fltVal val="0"/>
                                          </p:val>
                                        </p:tav>
                                        <p:tav tm="100000">
                                          <p:val>
                                            <p:strVal val="#ppt_w"/>
                                          </p:val>
                                        </p:tav>
                                      </p:tavLst>
                                    </p:anim>
                                    <p:anim calcmode="lin" valueType="num">
                                      <p:cBhvr>
                                        <p:cTn id="39" dur="400" fill="hold"/>
                                        <p:tgtEl>
                                          <p:spTgt spid="72"/>
                                        </p:tgtEl>
                                        <p:attrNameLst>
                                          <p:attrName>ppt_h</p:attrName>
                                        </p:attrNameLst>
                                      </p:cBhvr>
                                      <p:tavLst>
                                        <p:tav tm="0">
                                          <p:val>
                                            <p:fltVal val="0"/>
                                          </p:val>
                                        </p:tav>
                                        <p:tav tm="100000">
                                          <p:val>
                                            <p:strVal val="#ppt_h"/>
                                          </p:val>
                                        </p:tav>
                                      </p:tavLst>
                                    </p:anim>
                                    <p:animEffect transition="in" filter="fade">
                                      <p:cBhvr>
                                        <p:cTn id="40" dur="400"/>
                                        <p:tgtEl>
                                          <p:spTgt spid="72"/>
                                        </p:tgtEl>
                                      </p:cBhvr>
                                    </p:animEffect>
                                  </p:childTnLst>
                                </p:cTn>
                              </p:par>
                            </p:childTnLst>
                          </p:cTn>
                        </p:par>
                        <p:par>
                          <p:cTn id="41" fill="hold">
                            <p:stCondLst>
                              <p:cond delay="2800"/>
                            </p:stCondLst>
                            <p:childTnLst>
                              <p:par>
                                <p:cTn id="42" presetID="53" presetClass="entr" presetSubtype="16" fill="hold" grpId="0" nodeType="afterEffect">
                                  <p:stCondLst>
                                    <p:cond delay="0"/>
                                  </p:stCondLst>
                                  <p:childTnLst>
                                    <p:set>
                                      <p:cBhvr>
                                        <p:cTn id="43" dur="1" fill="hold">
                                          <p:stCondLst>
                                            <p:cond delay="0"/>
                                          </p:stCondLst>
                                        </p:cTn>
                                        <p:tgtEl>
                                          <p:spTgt spid="73">
                                            <p:txEl>
                                              <p:pRg st="0" end="0"/>
                                            </p:txEl>
                                          </p:spTgt>
                                        </p:tgtEl>
                                        <p:attrNameLst>
                                          <p:attrName>style.visibility</p:attrName>
                                        </p:attrNameLst>
                                      </p:cBhvr>
                                      <p:to>
                                        <p:strVal val="visible"/>
                                      </p:to>
                                    </p:set>
                                    <p:anim calcmode="lin" valueType="num">
                                      <p:cBhvr>
                                        <p:cTn id="44" dur="300" fill="hold"/>
                                        <p:tgtEl>
                                          <p:spTgt spid="73">
                                            <p:txEl>
                                              <p:pRg st="0" end="0"/>
                                            </p:txEl>
                                          </p:spTgt>
                                        </p:tgtEl>
                                        <p:attrNameLst>
                                          <p:attrName>ppt_w</p:attrName>
                                        </p:attrNameLst>
                                      </p:cBhvr>
                                      <p:tavLst>
                                        <p:tav tm="0">
                                          <p:val>
                                            <p:fltVal val="0"/>
                                          </p:val>
                                        </p:tav>
                                        <p:tav tm="100000">
                                          <p:val>
                                            <p:strVal val="#ppt_w"/>
                                          </p:val>
                                        </p:tav>
                                      </p:tavLst>
                                    </p:anim>
                                    <p:anim calcmode="lin" valueType="num">
                                      <p:cBhvr>
                                        <p:cTn id="45" dur="300" fill="hold"/>
                                        <p:tgtEl>
                                          <p:spTgt spid="73">
                                            <p:txEl>
                                              <p:pRg st="0" end="0"/>
                                            </p:txEl>
                                          </p:spTgt>
                                        </p:tgtEl>
                                        <p:attrNameLst>
                                          <p:attrName>ppt_h</p:attrName>
                                        </p:attrNameLst>
                                      </p:cBhvr>
                                      <p:tavLst>
                                        <p:tav tm="0">
                                          <p:val>
                                            <p:fltVal val="0"/>
                                          </p:val>
                                        </p:tav>
                                        <p:tav tm="100000">
                                          <p:val>
                                            <p:strVal val="#ppt_h"/>
                                          </p:val>
                                        </p:tav>
                                      </p:tavLst>
                                    </p:anim>
                                    <p:animEffect transition="in" filter="fade">
                                      <p:cBhvr>
                                        <p:cTn id="46" dur="300"/>
                                        <p:tgtEl>
                                          <p:spTgt spid="73">
                                            <p:txEl>
                                              <p:pRg st="0" end="0"/>
                                            </p:txEl>
                                          </p:spTgt>
                                        </p:tgtEl>
                                      </p:cBhvr>
                                    </p:animEffect>
                                  </p:childTnLst>
                                </p:cTn>
                              </p:par>
                              <p:par>
                                <p:cTn id="47" presetID="42" presetClass="entr" presetSubtype="0" fill="hold" grpId="0" nodeType="withEffect">
                                  <p:stCondLst>
                                    <p:cond delay="200"/>
                                  </p:stCondLst>
                                  <p:childTnLst>
                                    <p:set>
                                      <p:cBhvr>
                                        <p:cTn id="48" dur="1" fill="hold">
                                          <p:stCondLst>
                                            <p:cond delay="0"/>
                                          </p:stCondLst>
                                        </p:cTn>
                                        <p:tgtEl>
                                          <p:spTgt spid="74">
                                            <p:txEl>
                                              <p:pRg st="0" end="0"/>
                                            </p:txEl>
                                          </p:spTgt>
                                        </p:tgtEl>
                                        <p:attrNameLst>
                                          <p:attrName>style.visibility</p:attrName>
                                        </p:attrNameLst>
                                      </p:cBhvr>
                                      <p:to>
                                        <p:strVal val="visible"/>
                                      </p:to>
                                    </p:set>
                                    <p:animEffect transition="in" filter="fade">
                                      <p:cBhvr>
                                        <p:cTn id="49" dur="500"/>
                                        <p:tgtEl>
                                          <p:spTgt spid="74">
                                            <p:txEl>
                                              <p:pRg st="0" end="0"/>
                                            </p:txEl>
                                          </p:spTgt>
                                        </p:tgtEl>
                                      </p:cBhvr>
                                    </p:animEffect>
                                    <p:anim calcmode="lin" valueType="num">
                                      <p:cBhvr>
                                        <p:cTn id="50" dur="500" fill="hold"/>
                                        <p:tgtEl>
                                          <p:spTgt spid="74">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74">
                                            <p:txEl>
                                              <p:pRg st="0" end="0"/>
                                            </p:txEl>
                                          </p:spTgt>
                                        </p:tgtEl>
                                        <p:attrNameLst>
                                          <p:attrName>ppt_y</p:attrName>
                                        </p:attrNameLst>
                                      </p:cBhvr>
                                      <p:tavLst>
                                        <p:tav tm="0">
                                          <p:val>
                                            <p:strVal val="#ppt_y+.1"/>
                                          </p:val>
                                        </p:tav>
                                        <p:tav tm="100000">
                                          <p:val>
                                            <p:strVal val="#ppt_y"/>
                                          </p:val>
                                        </p:tav>
                                      </p:tavLst>
                                    </p:anim>
                                  </p:childTnLst>
                                </p:cTn>
                              </p:par>
                              <p:par>
                                <p:cTn id="52" presetID="10" presetClass="entr" presetSubtype="0" fill="hold" grpId="0" nodeType="withEffect">
                                  <p:stCondLst>
                                    <p:cond delay="800"/>
                                  </p:stCondLst>
                                  <p:childTnLst>
                                    <p:set>
                                      <p:cBhvr>
                                        <p:cTn id="53" dur="1" fill="hold">
                                          <p:stCondLst>
                                            <p:cond delay="0"/>
                                          </p:stCondLst>
                                        </p:cTn>
                                        <p:tgtEl>
                                          <p:spTgt spid="75">
                                            <p:txEl>
                                              <p:pRg st="0" end="0"/>
                                            </p:txEl>
                                          </p:spTgt>
                                        </p:tgtEl>
                                        <p:attrNameLst>
                                          <p:attrName>style.visibility</p:attrName>
                                        </p:attrNameLst>
                                      </p:cBhvr>
                                      <p:to>
                                        <p:strVal val="visible"/>
                                      </p:to>
                                    </p:set>
                                    <p:animEffect transition="in" filter="fade">
                                      <p:cBhvr>
                                        <p:cTn id="54" dur="500"/>
                                        <p:tgtEl>
                                          <p:spTgt spid="75">
                                            <p:txEl>
                                              <p:pRg st="0" end="0"/>
                                            </p:txEl>
                                          </p:spTgt>
                                        </p:tgtEl>
                                      </p:cBhvr>
                                    </p:animEffect>
                                  </p:childTnLst>
                                </p:cTn>
                              </p:par>
                            </p:childTnLst>
                          </p:cTn>
                        </p:par>
                        <p:par>
                          <p:cTn id="55" fill="hold">
                            <p:stCondLst>
                              <p:cond delay="4100"/>
                            </p:stCondLst>
                            <p:childTnLst>
                              <p:par>
                                <p:cTn id="56" presetID="53" presetClass="entr" presetSubtype="16" fill="hold" grpId="0" nodeType="afterEffect">
                                  <p:stCondLst>
                                    <p:cond delay="0"/>
                                  </p:stCondLst>
                                  <p:childTnLst>
                                    <p:set>
                                      <p:cBhvr>
                                        <p:cTn id="57" dur="1" fill="hold">
                                          <p:stCondLst>
                                            <p:cond delay="0"/>
                                          </p:stCondLst>
                                        </p:cTn>
                                        <p:tgtEl>
                                          <p:spTgt spid="76"/>
                                        </p:tgtEl>
                                        <p:attrNameLst>
                                          <p:attrName>style.visibility</p:attrName>
                                        </p:attrNameLst>
                                      </p:cBhvr>
                                      <p:to>
                                        <p:strVal val="visible"/>
                                      </p:to>
                                    </p:set>
                                    <p:anim calcmode="lin" valueType="num">
                                      <p:cBhvr>
                                        <p:cTn id="58" dur="400" fill="hold"/>
                                        <p:tgtEl>
                                          <p:spTgt spid="76"/>
                                        </p:tgtEl>
                                        <p:attrNameLst>
                                          <p:attrName>ppt_w</p:attrName>
                                        </p:attrNameLst>
                                      </p:cBhvr>
                                      <p:tavLst>
                                        <p:tav tm="0">
                                          <p:val>
                                            <p:fltVal val="0"/>
                                          </p:val>
                                        </p:tav>
                                        <p:tav tm="100000">
                                          <p:val>
                                            <p:strVal val="#ppt_w"/>
                                          </p:val>
                                        </p:tav>
                                      </p:tavLst>
                                    </p:anim>
                                    <p:anim calcmode="lin" valueType="num">
                                      <p:cBhvr>
                                        <p:cTn id="59" dur="400" fill="hold"/>
                                        <p:tgtEl>
                                          <p:spTgt spid="76"/>
                                        </p:tgtEl>
                                        <p:attrNameLst>
                                          <p:attrName>ppt_h</p:attrName>
                                        </p:attrNameLst>
                                      </p:cBhvr>
                                      <p:tavLst>
                                        <p:tav tm="0">
                                          <p:val>
                                            <p:fltVal val="0"/>
                                          </p:val>
                                        </p:tav>
                                        <p:tav tm="100000">
                                          <p:val>
                                            <p:strVal val="#ppt_h"/>
                                          </p:val>
                                        </p:tav>
                                      </p:tavLst>
                                    </p:anim>
                                    <p:animEffect transition="in" filter="fade">
                                      <p:cBhvr>
                                        <p:cTn id="60" dur="400"/>
                                        <p:tgtEl>
                                          <p:spTgt spid="76"/>
                                        </p:tgtEl>
                                      </p:cBhvr>
                                    </p:animEffect>
                                  </p:childTnLst>
                                </p:cTn>
                              </p:par>
                            </p:childTnLst>
                          </p:cTn>
                        </p:par>
                        <p:par>
                          <p:cTn id="61" fill="hold">
                            <p:stCondLst>
                              <p:cond delay="4500"/>
                            </p:stCondLst>
                            <p:childTnLst>
                              <p:par>
                                <p:cTn id="62" presetID="53" presetClass="entr" presetSubtype="16" fill="hold" grpId="0" nodeType="afterEffect">
                                  <p:stCondLst>
                                    <p:cond delay="0"/>
                                  </p:stCondLst>
                                  <p:childTnLst>
                                    <p:set>
                                      <p:cBhvr>
                                        <p:cTn id="63" dur="1" fill="hold">
                                          <p:stCondLst>
                                            <p:cond delay="0"/>
                                          </p:stCondLst>
                                        </p:cTn>
                                        <p:tgtEl>
                                          <p:spTgt spid="77">
                                            <p:txEl>
                                              <p:pRg st="0" end="0"/>
                                            </p:txEl>
                                          </p:spTgt>
                                        </p:tgtEl>
                                        <p:attrNameLst>
                                          <p:attrName>style.visibility</p:attrName>
                                        </p:attrNameLst>
                                      </p:cBhvr>
                                      <p:to>
                                        <p:strVal val="visible"/>
                                      </p:to>
                                    </p:set>
                                    <p:anim calcmode="lin" valueType="num">
                                      <p:cBhvr>
                                        <p:cTn id="64" dur="300" fill="hold"/>
                                        <p:tgtEl>
                                          <p:spTgt spid="77">
                                            <p:txEl>
                                              <p:pRg st="0" end="0"/>
                                            </p:txEl>
                                          </p:spTgt>
                                        </p:tgtEl>
                                        <p:attrNameLst>
                                          <p:attrName>ppt_w</p:attrName>
                                        </p:attrNameLst>
                                      </p:cBhvr>
                                      <p:tavLst>
                                        <p:tav tm="0">
                                          <p:val>
                                            <p:fltVal val="0"/>
                                          </p:val>
                                        </p:tav>
                                        <p:tav tm="100000">
                                          <p:val>
                                            <p:strVal val="#ppt_w"/>
                                          </p:val>
                                        </p:tav>
                                      </p:tavLst>
                                    </p:anim>
                                    <p:anim calcmode="lin" valueType="num">
                                      <p:cBhvr>
                                        <p:cTn id="65" dur="300" fill="hold"/>
                                        <p:tgtEl>
                                          <p:spTgt spid="77">
                                            <p:txEl>
                                              <p:pRg st="0" end="0"/>
                                            </p:txEl>
                                          </p:spTgt>
                                        </p:tgtEl>
                                        <p:attrNameLst>
                                          <p:attrName>ppt_h</p:attrName>
                                        </p:attrNameLst>
                                      </p:cBhvr>
                                      <p:tavLst>
                                        <p:tav tm="0">
                                          <p:val>
                                            <p:fltVal val="0"/>
                                          </p:val>
                                        </p:tav>
                                        <p:tav tm="100000">
                                          <p:val>
                                            <p:strVal val="#ppt_h"/>
                                          </p:val>
                                        </p:tav>
                                      </p:tavLst>
                                    </p:anim>
                                    <p:animEffect transition="in" filter="fade">
                                      <p:cBhvr>
                                        <p:cTn id="66" dur="300"/>
                                        <p:tgtEl>
                                          <p:spTgt spid="77">
                                            <p:txEl>
                                              <p:pRg st="0" end="0"/>
                                            </p:txEl>
                                          </p:spTgt>
                                        </p:tgtEl>
                                      </p:cBhvr>
                                    </p:animEffect>
                                  </p:childTnLst>
                                </p:cTn>
                              </p:par>
                              <p:par>
                                <p:cTn id="67" presetID="42" presetClass="entr" presetSubtype="0" fill="hold" grpId="0" nodeType="withEffect">
                                  <p:stCondLst>
                                    <p:cond delay="200"/>
                                  </p:stCondLst>
                                  <p:childTnLst>
                                    <p:set>
                                      <p:cBhvr>
                                        <p:cTn id="68" dur="1" fill="hold">
                                          <p:stCondLst>
                                            <p:cond delay="0"/>
                                          </p:stCondLst>
                                        </p:cTn>
                                        <p:tgtEl>
                                          <p:spTgt spid="78">
                                            <p:txEl>
                                              <p:pRg st="0" end="0"/>
                                            </p:txEl>
                                          </p:spTgt>
                                        </p:tgtEl>
                                        <p:attrNameLst>
                                          <p:attrName>style.visibility</p:attrName>
                                        </p:attrNameLst>
                                      </p:cBhvr>
                                      <p:to>
                                        <p:strVal val="visible"/>
                                      </p:to>
                                    </p:set>
                                    <p:animEffect transition="in" filter="fade">
                                      <p:cBhvr>
                                        <p:cTn id="69" dur="500"/>
                                        <p:tgtEl>
                                          <p:spTgt spid="78">
                                            <p:txEl>
                                              <p:pRg st="0" end="0"/>
                                            </p:txEl>
                                          </p:spTgt>
                                        </p:tgtEl>
                                      </p:cBhvr>
                                    </p:animEffect>
                                    <p:anim calcmode="lin" valueType="num">
                                      <p:cBhvr>
                                        <p:cTn id="70" dur="500" fill="hold"/>
                                        <p:tgtEl>
                                          <p:spTgt spid="78">
                                            <p:txEl>
                                              <p:pRg st="0" end="0"/>
                                            </p:txEl>
                                          </p:spTgt>
                                        </p:tgtEl>
                                        <p:attrNameLst>
                                          <p:attrName>ppt_x</p:attrName>
                                        </p:attrNameLst>
                                      </p:cBhvr>
                                      <p:tavLst>
                                        <p:tav tm="0">
                                          <p:val>
                                            <p:strVal val="#ppt_x"/>
                                          </p:val>
                                        </p:tav>
                                        <p:tav tm="100000">
                                          <p:val>
                                            <p:strVal val="#ppt_x"/>
                                          </p:val>
                                        </p:tav>
                                      </p:tavLst>
                                    </p:anim>
                                    <p:anim calcmode="lin" valueType="num">
                                      <p:cBhvr>
                                        <p:cTn id="71" dur="500" fill="hold"/>
                                        <p:tgtEl>
                                          <p:spTgt spid="78">
                                            <p:txEl>
                                              <p:pRg st="0" end="0"/>
                                            </p:txEl>
                                          </p:spTgt>
                                        </p:tgtEl>
                                        <p:attrNameLst>
                                          <p:attrName>ppt_y</p:attrName>
                                        </p:attrNameLst>
                                      </p:cBhvr>
                                      <p:tavLst>
                                        <p:tav tm="0">
                                          <p:val>
                                            <p:strVal val="#ppt_y+.1"/>
                                          </p:val>
                                        </p:tav>
                                        <p:tav tm="100000">
                                          <p:val>
                                            <p:strVal val="#ppt_y"/>
                                          </p:val>
                                        </p:tav>
                                      </p:tavLst>
                                    </p:anim>
                                  </p:childTnLst>
                                </p:cTn>
                              </p:par>
                              <p:par>
                                <p:cTn id="72" presetID="10" presetClass="entr" presetSubtype="0" fill="hold" grpId="0" nodeType="withEffect">
                                  <p:stCondLst>
                                    <p:cond delay="800"/>
                                  </p:stCondLst>
                                  <p:childTnLst>
                                    <p:set>
                                      <p:cBhvr>
                                        <p:cTn id="73" dur="1" fill="hold">
                                          <p:stCondLst>
                                            <p:cond delay="0"/>
                                          </p:stCondLst>
                                        </p:cTn>
                                        <p:tgtEl>
                                          <p:spTgt spid="79">
                                            <p:txEl>
                                              <p:pRg st="0" end="0"/>
                                            </p:txEl>
                                          </p:spTgt>
                                        </p:tgtEl>
                                        <p:attrNameLst>
                                          <p:attrName>style.visibility</p:attrName>
                                        </p:attrNameLst>
                                      </p:cBhvr>
                                      <p:to>
                                        <p:strVal val="visible"/>
                                      </p:to>
                                    </p:set>
                                    <p:animEffect transition="in" filter="fade">
                                      <p:cBhvr>
                                        <p:cTn id="74" dur="500"/>
                                        <p:tgtEl>
                                          <p:spTgt spid="79">
                                            <p:txEl>
                                              <p:pRg st="0" end="0"/>
                                            </p:txEl>
                                          </p:spTgt>
                                        </p:tgtEl>
                                      </p:cBhvr>
                                    </p:animEffect>
                                  </p:childTnLst>
                                </p:cTn>
                              </p:par>
                            </p:childTnLst>
                          </p:cTn>
                        </p:par>
                        <p:par>
                          <p:cTn id="75" fill="hold">
                            <p:stCondLst>
                              <p:cond delay="5800"/>
                            </p:stCondLst>
                            <p:childTnLst>
                              <p:par>
                                <p:cTn id="76" presetID="53" presetClass="entr" presetSubtype="16" fill="hold" grpId="0" nodeType="afterEffect">
                                  <p:stCondLst>
                                    <p:cond delay="0"/>
                                  </p:stCondLst>
                                  <p:childTnLst>
                                    <p:set>
                                      <p:cBhvr>
                                        <p:cTn id="77" dur="1" fill="hold">
                                          <p:stCondLst>
                                            <p:cond delay="0"/>
                                          </p:stCondLst>
                                        </p:cTn>
                                        <p:tgtEl>
                                          <p:spTgt spid="80"/>
                                        </p:tgtEl>
                                        <p:attrNameLst>
                                          <p:attrName>style.visibility</p:attrName>
                                        </p:attrNameLst>
                                      </p:cBhvr>
                                      <p:to>
                                        <p:strVal val="visible"/>
                                      </p:to>
                                    </p:set>
                                    <p:anim calcmode="lin" valueType="num">
                                      <p:cBhvr>
                                        <p:cTn id="78" dur="400" fill="hold"/>
                                        <p:tgtEl>
                                          <p:spTgt spid="80"/>
                                        </p:tgtEl>
                                        <p:attrNameLst>
                                          <p:attrName>ppt_w</p:attrName>
                                        </p:attrNameLst>
                                      </p:cBhvr>
                                      <p:tavLst>
                                        <p:tav tm="0">
                                          <p:val>
                                            <p:fltVal val="0"/>
                                          </p:val>
                                        </p:tav>
                                        <p:tav tm="100000">
                                          <p:val>
                                            <p:strVal val="#ppt_w"/>
                                          </p:val>
                                        </p:tav>
                                      </p:tavLst>
                                    </p:anim>
                                    <p:anim calcmode="lin" valueType="num">
                                      <p:cBhvr>
                                        <p:cTn id="79" dur="400" fill="hold"/>
                                        <p:tgtEl>
                                          <p:spTgt spid="80"/>
                                        </p:tgtEl>
                                        <p:attrNameLst>
                                          <p:attrName>ppt_h</p:attrName>
                                        </p:attrNameLst>
                                      </p:cBhvr>
                                      <p:tavLst>
                                        <p:tav tm="0">
                                          <p:val>
                                            <p:fltVal val="0"/>
                                          </p:val>
                                        </p:tav>
                                        <p:tav tm="100000">
                                          <p:val>
                                            <p:strVal val="#ppt_h"/>
                                          </p:val>
                                        </p:tav>
                                      </p:tavLst>
                                    </p:anim>
                                    <p:animEffect transition="in" filter="fade">
                                      <p:cBhvr>
                                        <p:cTn id="80" dur="400"/>
                                        <p:tgtEl>
                                          <p:spTgt spid="80"/>
                                        </p:tgtEl>
                                      </p:cBhvr>
                                    </p:animEffect>
                                  </p:childTnLst>
                                </p:cTn>
                              </p:par>
                            </p:childTnLst>
                          </p:cTn>
                        </p:par>
                        <p:par>
                          <p:cTn id="81" fill="hold">
                            <p:stCondLst>
                              <p:cond delay="6200"/>
                            </p:stCondLst>
                            <p:childTnLst>
                              <p:par>
                                <p:cTn id="82" presetID="53" presetClass="entr" presetSubtype="16" fill="hold" grpId="0" nodeType="afterEffect">
                                  <p:stCondLst>
                                    <p:cond delay="0"/>
                                  </p:stCondLst>
                                  <p:childTnLst>
                                    <p:set>
                                      <p:cBhvr>
                                        <p:cTn id="83" dur="1" fill="hold">
                                          <p:stCondLst>
                                            <p:cond delay="0"/>
                                          </p:stCondLst>
                                        </p:cTn>
                                        <p:tgtEl>
                                          <p:spTgt spid="81">
                                            <p:txEl>
                                              <p:pRg st="0" end="0"/>
                                            </p:txEl>
                                          </p:spTgt>
                                        </p:tgtEl>
                                        <p:attrNameLst>
                                          <p:attrName>style.visibility</p:attrName>
                                        </p:attrNameLst>
                                      </p:cBhvr>
                                      <p:to>
                                        <p:strVal val="visible"/>
                                      </p:to>
                                    </p:set>
                                    <p:anim calcmode="lin" valueType="num">
                                      <p:cBhvr>
                                        <p:cTn id="84" dur="300" fill="hold"/>
                                        <p:tgtEl>
                                          <p:spTgt spid="81">
                                            <p:txEl>
                                              <p:pRg st="0" end="0"/>
                                            </p:txEl>
                                          </p:spTgt>
                                        </p:tgtEl>
                                        <p:attrNameLst>
                                          <p:attrName>ppt_w</p:attrName>
                                        </p:attrNameLst>
                                      </p:cBhvr>
                                      <p:tavLst>
                                        <p:tav tm="0">
                                          <p:val>
                                            <p:fltVal val="0"/>
                                          </p:val>
                                        </p:tav>
                                        <p:tav tm="100000">
                                          <p:val>
                                            <p:strVal val="#ppt_w"/>
                                          </p:val>
                                        </p:tav>
                                      </p:tavLst>
                                    </p:anim>
                                    <p:anim calcmode="lin" valueType="num">
                                      <p:cBhvr>
                                        <p:cTn id="85" dur="300" fill="hold"/>
                                        <p:tgtEl>
                                          <p:spTgt spid="81">
                                            <p:txEl>
                                              <p:pRg st="0" end="0"/>
                                            </p:txEl>
                                          </p:spTgt>
                                        </p:tgtEl>
                                        <p:attrNameLst>
                                          <p:attrName>ppt_h</p:attrName>
                                        </p:attrNameLst>
                                      </p:cBhvr>
                                      <p:tavLst>
                                        <p:tav tm="0">
                                          <p:val>
                                            <p:fltVal val="0"/>
                                          </p:val>
                                        </p:tav>
                                        <p:tav tm="100000">
                                          <p:val>
                                            <p:strVal val="#ppt_h"/>
                                          </p:val>
                                        </p:tav>
                                      </p:tavLst>
                                    </p:anim>
                                    <p:animEffect transition="in" filter="fade">
                                      <p:cBhvr>
                                        <p:cTn id="86" dur="300"/>
                                        <p:tgtEl>
                                          <p:spTgt spid="81">
                                            <p:txEl>
                                              <p:pRg st="0" end="0"/>
                                            </p:txEl>
                                          </p:spTgt>
                                        </p:tgtEl>
                                      </p:cBhvr>
                                    </p:animEffect>
                                  </p:childTnLst>
                                </p:cTn>
                              </p:par>
                              <p:par>
                                <p:cTn id="87" presetID="42" presetClass="entr" presetSubtype="0" fill="hold" grpId="0" nodeType="withEffect">
                                  <p:stCondLst>
                                    <p:cond delay="200"/>
                                  </p:stCondLst>
                                  <p:childTnLst>
                                    <p:set>
                                      <p:cBhvr>
                                        <p:cTn id="88" dur="1" fill="hold">
                                          <p:stCondLst>
                                            <p:cond delay="0"/>
                                          </p:stCondLst>
                                        </p:cTn>
                                        <p:tgtEl>
                                          <p:spTgt spid="82">
                                            <p:txEl>
                                              <p:pRg st="0" end="0"/>
                                            </p:txEl>
                                          </p:spTgt>
                                        </p:tgtEl>
                                        <p:attrNameLst>
                                          <p:attrName>style.visibility</p:attrName>
                                        </p:attrNameLst>
                                      </p:cBhvr>
                                      <p:to>
                                        <p:strVal val="visible"/>
                                      </p:to>
                                    </p:set>
                                    <p:animEffect transition="in" filter="fade">
                                      <p:cBhvr>
                                        <p:cTn id="89" dur="500"/>
                                        <p:tgtEl>
                                          <p:spTgt spid="82">
                                            <p:txEl>
                                              <p:pRg st="0" end="0"/>
                                            </p:txEl>
                                          </p:spTgt>
                                        </p:tgtEl>
                                      </p:cBhvr>
                                    </p:animEffect>
                                    <p:anim calcmode="lin" valueType="num">
                                      <p:cBhvr>
                                        <p:cTn id="90" dur="500" fill="hold"/>
                                        <p:tgtEl>
                                          <p:spTgt spid="82">
                                            <p:txEl>
                                              <p:pRg st="0" end="0"/>
                                            </p:txEl>
                                          </p:spTgt>
                                        </p:tgtEl>
                                        <p:attrNameLst>
                                          <p:attrName>ppt_x</p:attrName>
                                        </p:attrNameLst>
                                      </p:cBhvr>
                                      <p:tavLst>
                                        <p:tav tm="0">
                                          <p:val>
                                            <p:strVal val="#ppt_x"/>
                                          </p:val>
                                        </p:tav>
                                        <p:tav tm="100000">
                                          <p:val>
                                            <p:strVal val="#ppt_x"/>
                                          </p:val>
                                        </p:tav>
                                      </p:tavLst>
                                    </p:anim>
                                    <p:anim calcmode="lin" valueType="num">
                                      <p:cBhvr>
                                        <p:cTn id="91" dur="500" fill="hold"/>
                                        <p:tgtEl>
                                          <p:spTgt spid="82">
                                            <p:txEl>
                                              <p:pRg st="0" end="0"/>
                                            </p:txEl>
                                          </p:spTgt>
                                        </p:tgtEl>
                                        <p:attrNameLst>
                                          <p:attrName>ppt_y</p:attrName>
                                        </p:attrNameLst>
                                      </p:cBhvr>
                                      <p:tavLst>
                                        <p:tav tm="0">
                                          <p:val>
                                            <p:strVal val="#ppt_y+.1"/>
                                          </p:val>
                                        </p:tav>
                                        <p:tav tm="100000">
                                          <p:val>
                                            <p:strVal val="#ppt_y"/>
                                          </p:val>
                                        </p:tav>
                                      </p:tavLst>
                                    </p:anim>
                                  </p:childTnLst>
                                </p:cTn>
                              </p:par>
                              <p:par>
                                <p:cTn id="92" presetID="10" presetClass="entr" presetSubtype="0" fill="hold" grpId="0" nodeType="withEffect">
                                  <p:stCondLst>
                                    <p:cond delay="800"/>
                                  </p:stCondLst>
                                  <p:childTnLst>
                                    <p:set>
                                      <p:cBhvr>
                                        <p:cTn id="93" dur="1" fill="hold">
                                          <p:stCondLst>
                                            <p:cond delay="0"/>
                                          </p:stCondLst>
                                        </p:cTn>
                                        <p:tgtEl>
                                          <p:spTgt spid="83">
                                            <p:txEl>
                                              <p:pRg st="0" end="0"/>
                                            </p:txEl>
                                          </p:spTgt>
                                        </p:tgtEl>
                                        <p:attrNameLst>
                                          <p:attrName>style.visibility</p:attrName>
                                        </p:attrNameLst>
                                      </p:cBhvr>
                                      <p:to>
                                        <p:strVal val="visible"/>
                                      </p:to>
                                    </p:set>
                                    <p:animEffect transition="in" filter="fade">
                                      <p:cBhvr>
                                        <p:cTn id="94" dur="500"/>
                                        <p:tgtEl>
                                          <p:spTgt spid="83">
                                            <p:txEl>
                                              <p:pRg st="0" end="0"/>
                                            </p:txEl>
                                          </p:spTgt>
                                        </p:tgtEl>
                                      </p:cBhvr>
                                    </p:animEffect>
                                  </p:childTnLst>
                                </p:cTn>
                              </p:par>
                            </p:childTnLst>
                          </p:cTn>
                        </p:par>
                        <p:par>
                          <p:cTn id="95" fill="hold">
                            <p:stCondLst>
                              <p:cond delay="7500"/>
                            </p:stCondLst>
                            <p:childTnLst>
                              <p:par>
                                <p:cTn id="96" presetID="53" presetClass="entr" presetSubtype="16" fill="hold" grpId="0" nodeType="afterEffect">
                                  <p:stCondLst>
                                    <p:cond delay="0"/>
                                  </p:stCondLst>
                                  <p:childTnLst>
                                    <p:set>
                                      <p:cBhvr>
                                        <p:cTn id="97" dur="1" fill="hold">
                                          <p:stCondLst>
                                            <p:cond delay="0"/>
                                          </p:stCondLst>
                                        </p:cTn>
                                        <p:tgtEl>
                                          <p:spTgt spid="84"/>
                                        </p:tgtEl>
                                        <p:attrNameLst>
                                          <p:attrName>style.visibility</p:attrName>
                                        </p:attrNameLst>
                                      </p:cBhvr>
                                      <p:to>
                                        <p:strVal val="visible"/>
                                      </p:to>
                                    </p:set>
                                    <p:anim calcmode="lin" valueType="num">
                                      <p:cBhvr>
                                        <p:cTn id="98" dur="400" fill="hold"/>
                                        <p:tgtEl>
                                          <p:spTgt spid="84"/>
                                        </p:tgtEl>
                                        <p:attrNameLst>
                                          <p:attrName>ppt_w</p:attrName>
                                        </p:attrNameLst>
                                      </p:cBhvr>
                                      <p:tavLst>
                                        <p:tav tm="0">
                                          <p:val>
                                            <p:fltVal val="0"/>
                                          </p:val>
                                        </p:tav>
                                        <p:tav tm="100000">
                                          <p:val>
                                            <p:strVal val="#ppt_w"/>
                                          </p:val>
                                        </p:tav>
                                      </p:tavLst>
                                    </p:anim>
                                    <p:anim calcmode="lin" valueType="num">
                                      <p:cBhvr>
                                        <p:cTn id="99" dur="400" fill="hold"/>
                                        <p:tgtEl>
                                          <p:spTgt spid="84"/>
                                        </p:tgtEl>
                                        <p:attrNameLst>
                                          <p:attrName>ppt_h</p:attrName>
                                        </p:attrNameLst>
                                      </p:cBhvr>
                                      <p:tavLst>
                                        <p:tav tm="0">
                                          <p:val>
                                            <p:fltVal val="0"/>
                                          </p:val>
                                        </p:tav>
                                        <p:tav tm="100000">
                                          <p:val>
                                            <p:strVal val="#ppt_h"/>
                                          </p:val>
                                        </p:tav>
                                      </p:tavLst>
                                    </p:anim>
                                    <p:animEffect transition="in" filter="fade">
                                      <p:cBhvr>
                                        <p:cTn id="100" dur="400"/>
                                        <p:tgtEl>
                                          <p:spTgt spid="84"/>
                                        </p:tgtEl>
                                      </p:cBhvr>
                                    </p:animEffect>
                                  </p:childTnLst>
                                </p:cTn>
                              </p:par>
                            </p:childTnLst>
                          </p:cTn>
                        </p:par>
                        <p:par>
                          <p:cTn id="101" fill="hold">
                            <p:stCondLst>
                              <p:cond delay="7900"/>
                            </p:stCondLst>
                            <p:childTnLst>
                              <p:par>
                                <p:cTn id="102" presetID="53" presetClass="entr" presetSubtype="16" fill="hold" grpId="0" nodeType="afterEffect">
                                  <p:stCondLst>
                                    <p:cond delay="0"/>
                                  </p:stCondLst>
                                  <p:childTnLst>
                                    <p:set>
                                      <p:cBhvr>
                                        <p:cTn id="103" dur="1" fill="hold">
                                          <p:stCondLst>
                                            <p:cond delay="0"/>
                                          </p:stCondLst>
                                        </p:cTn>
                                        <p:tgtEl>
                                          <p:spTgt spid="85">
                                            <p:txEl>
                                              <p:pRg st="0" end="0"/>
                                            </p:txEl>
                                          </p:spTgt>
                                        </p:tgtEl>
                                        <p:attrNameLst>
                                          <p:attrName>style.visibility</p:attrName>
                                        </p:attrNameLst>
                                      </p:cBhvr>
                                      <p:to>
                                        <p:strVal val="visible"/>
                                      </p:to>
                                    </p:set>
                                    <p:anim calcmode="lin" valueType="num">
                                      <p:cBhvr>
                                        <p:cTn id="104" dur="300" fill="hold"/>
                                        <p:tgtEl>
                                          <p:spTgt spid="85">
                                            <p:txEl>
                                              <p:pRg st="0" end="0"/>
                                            </p:txEl>
                                          </p:spTgt>
                                        </p:tgtEl>
                                        <p:attrNameLst>
                                          <p:attrName>ppt_w</p:attrName>
                                        </p:attrNameLst>
                                      </p:cBhvr>
                                      <p:tavLst>
                                        <p:tav tm="0">
                                          <p:val>
                                            <p:fltVal val="0"/>
                                          </p:val>
                                        </p:tav>
                                        <p:tav tm="100000">
                                          <p:val>
                                            <p:strVal val="#ppt_w"/>
                                          </p:val>
                                        </p:tav>
                                      </p:tavLst>
                                    </p:anim>
                                    <p:anim calcmode="lin" valueType="num">
                                      <p:cBhvr>
                                        <p:cTn id="105" dur="300" fill="hold"/>
                                        <p:tgtEl>
                                          <p:spTgt spid="85">
                                            <p:txEl>
                                              <p:pRg st="0" end="0"/>
                                            </p:txEl>
                                          </p:spTgt>
                                        </p:tgtEl>
                                        <p:attrNameLst>
                                          <p:attrName>ppt_h</p:attrName>
                                        </p:attrNameLst>
                                      </p:cBhvr>
                                      <p:tavLst>
                                        <p:tav tm="0">
                                          <p:val>
                                            <p:fltVal val="0"/>
                                          </p:val>
                                        </p:tav>
                                        <p:tav tm="100000">
                                          <p:val>
                                            <p:strVal val="#ppt_h"/>
                                          </p:val>
                                        </p:tav>
                                      </p:tavLst>
                                    </p:anim>
                                    <p:animEffect transition="in" filter="fade">
                                      <p:cBhvr>
                                        <p:cTn id="106" dur="300"/>
                                        <p:tgtEl>
                                          <p:spTgt spid="85">
                                            <p:txEl>
                                              <p:pRg st="0" end="0"/>
                                            </p:txEl>
                                          </p:spTgt>
                                        </p:tgtEl>
                                      </p:cBhvr>
                                    </p:animEffect>
                                  </p:childTnLst>
                                </p:cTn>
                              </p:par>
                              <p:par>
                                <p:cTn id="107" presetID="42" presetClass="entr" presetSubtype="0" fill="hold" grpId="0" nodeType="withEffect">
                                  <p:stCondLst>
                                    <p:cond delay="200"/>
                                  </p:stCondLst>
                                  <p:childTnLst>
                                    <p:set>
                                      <p:cBhvr>
                                        <p:cTn id="108" dur="1" fill="hold">
                                          <p:stCondLst>
                                            <p:cond delay="0"/>
                                          </p:stCondLst>
                                        </p:cTn>
                                        <p:tgtEl>
                                          <p:spTgt spid="86">
                                            <p:txEl>
                                              <p:pRg st="0" end="0"/>
                                            </p:txEl>
                                          </p:spTgt>
                                        </p:tgtEl>
                                        <p:attrNameLst>
                                          <p:attrName>style.visibility</p:attrName>
                                        </p:attrNameLst>
                                      </p:cBhvr>
                                      <p:to>
                                        <p:strVal val="visible"/>
                                      </p:to>
                                    </p:set>
                                    <p:animEffect transition="in" filter="fade">
                                      <p:cBhvr>
                                        <p:cTn id="109" dur="500"/>
                                        <p:tgtEl>
                                          <p:spTgt spid="86">
                                            <p:txEl>
                                              <p:pRg st="0" end="0"/>
                                            </p:txEl>
                                          </p:spTgt>
                                        </p:tgtEl>
                                      </p:cBhvr>
                                    </p:animEffect>
                                    <p:anim calcmode="lin" valueType="num">
                                      <p:cBhvr>
                                        <p:cTn id="110" dur="500" fill="hold"/>
                                        <p:tgtEl>
                                          <p:spTgt spid="86">
                                            <p:txEl>
                                              <p:pRg st="0" end="0"/>
                                            </p:txEl>
                                          </p:spTgt>
                                        </p:tgtEl>
                                        <p:attrNameLst>
                                          <p:attrName>ppt_x</p:attrName>
                                        </p:attrNameLst>
                                      </p:cBhvr>
                                      <p:tavLst>
                                        <p:tav tm="0">
                                          <p:val>
                                            <p:strVal val="#ppt_x"/>
                                          </p:val>
                                        </p:tav>
                                        <p:tav tm="100000">
                                          <p:val>
                                            <p:strVal val="#ppt_x"/>
                                          </p:val>
                                        </p:tav>
                                      </p:tavLst>
                                    </p:anim>
                                    <p:anim calcmode="lin" valueType="num">
                                      <p:cBhvr>
                                        <p:cTn id="111" dur="500" fill="hold"/>
                                        <p:tgtEl>
                                          <p:spTgt spid="86">
                                            <p:txEl>
                                              <p:pRg st="0" end="0"/>
                                            </p:txEl>
                                          </p:spTgt>
                                        </p:tgtEl>
                                        <p:attrNameLst>
                                          <p:attrName>ppt_y</p:attrName>
                                        </p:attrNameLst>
                                      </p:cBhvr>
                                      <p:tavLst>
                                        <p:tav tm="0">
                                          <p:val>
                                            <p:strVal val="#ppt_y+.1"/>
                                          </p:val>
                                        </p:tav>
                                        <p:tav tm="100000">
                                          <p:val>
                                            <p:strVal val="#ppt_y"/>
                                          </p:val>
                                        </p:tav>
                                      </p:tavLst>
                                    </p:anim>
                                  </p:childTnLst>
                                </p:cTn>
                              </p:par>
                              <p:par>
                                <p:cTn id="112" presetID="10" presetClass="entr" presetSubtype="0" fill="hold" grpId="0" nodeType="withEffect">
                                  <p:stCondLst>
                                    <p:cond delay="800"/>
                                  </p:stCondLst>
                                  <p:childTnLst>
                                    <p:set>
                                      <p:cBhvr>
                                        <p:cTn id="113" dur="1" fill="hold">
                                          <p:stCondLst>
                                            <p:cond delay="0"/>
                                          </p:stCondLst>
                                        </p:cTn>
                                        <p:tgtEl>
                                          <p:spTgt spid="87">
                                            <p:txEl>
                                              <p:pRg st="0" end="0"/>
                                            </p:txEl>
                                          </p:spTgt>
                                        </p:tgtEl>
                                        <p:attrNameLst>
                                          <p:attrName>style.visibility</p:attrName>
                                        </p:attrNameLst>
                                      </p:cBhvr>
                                      <p:to>
                                        <p:strVal val="visible"/>
                                      </p:to>
                                    </p:set>
                                    <p:animEffect transition="in" filter="fade">
                                      <p:cBhvr>
                                        <p:cTn id="114" dur="500"/>
                                        <p:tgtEl>
                                          <p:spTgt spid="87">
                                            <p:txEl>
                                              <p:pRg st="0" end="0"/>
                                            </p:txEl>
                                          </p:spTgt>
                                        </p:tgtEl>
                                      </p:cBhvr>
                                    </p:animEffect>
                                  </p:childTnLst>
                                </p:cTn>
                              </p:par>
                            </p:childTnLst>
                          </p:cTn>
                        </p:par>
                        <p:par>
                          <p:cTn id="115" fill="hold">
                            <p:stCondLst>
                              <p:cond delay="9200"/>
                            </p:stCondLst>
                            <p:childTnLst>
                              <p:par>
                                <p:cTn id="116" presetID="53" presetClass="entr" presetSubtype="16" fill="hold" grpId="0" nodeType="afterEffect">
                                  <p:stCondLst>
                                    <p:cond delay="0"/>
                                  </p:stCondLst>
                                  <p:childTnLst>
                                    <p:set>
                                      <p:cBhvr>
                                        <p:cTn id="117" dur="1" fill="hold">
                                          <p:stCondLst>
                                            <p:cond delay="0"/>
                                          </p:stCondLst>
                                        </p:cTn>
                                        <p:tgtEl>
                                          <p:spTgt spid="88"/>
                                        </p:tgtEl>
                                        <p:attrNameLst>
                                          <p:attrName>style.visibility</p:attrName>
                                        </p:attrNameLst>
                                      </p:cBhvr>
                                      <p:to>
                                        <p:strVal val="visible"/>
                                      </p:to>
                                    </p:set>
                                    <p:anim calcmode="lin" valueType="num">
                                      <p:cBhvr>
                                        <p:cTn id="118" dur="400" fill="hold"/>
                                        <p:tgtEl>
                                          <p:spTgt spid="88"/>
                                        </p:tgtEl>
                                        <p:attrNameLst>
                                          <p:attrName>ppt_w</p:attrName>
                                        </p:attrNameLst>
                                      </p:cBhvr>
                                      <p:tavLst>
                                        <p:tav tm="0">
                                          <p:val>
                                            <p:fltVal val="0"/>
                                          </p:val>
                                        </p:tav>
                                        <p:tav tm="100000">
                                          <p:val>
                                            <p:strVal val="#ppt_w"/>
                                          </p:val>
                                        </p:tav>
                                      </p:tavLst>
                                    </p:anim>
                                    <p:anim calcmode="lin" valueType="num">
                                      <p:cBhvr>
                                        <p:cTn id="119" dur="400" fill="hold"/>
                                        <p:tgtEl>
                                          <p:spTgt spid="88"/>
                                        </p:tgtEl>
                                        <p:attrNameLst>
                                          <p:attrName>ppt_h</p:attrName>
                                        </p:attrNameLst>
                                      </p:cBhvr>
                                      <p:tavLst>
                                        <p:tav tm="0">
                                          <p:val>
                                            <p:fltVal val="0"/>
                                          </p:val>
                                        </p:tav>
                                        <p:tav tm="100000">
                                          <p:val>
                                            <p:strVal val="#ppt_h"/>
                                          </p:val>
                                        </p:tav>
                                      </p:tavLst>
                                    </p:anim>
                                    <p:animEffect transition="in" filter="fade">
                                      <p:cBhvr>
                                        <p:cTn id="120" dur="400"/>
                                        <p:tgtEl>
                                          <p:spTgt spid="88"/>
                                        </p:tgtEl>
                                      </p:cBhvr>
                                    </p:animEffect>
                                  </p:childTnLst>
                                </p:cTn>
                              </p:par>
                            </p:childTnLst>
                          </p:cTn>
                        </p:par>
                        <p:par>
                          <p:cTn id="121" fill="hold">
                            <p:stCondLst>
                              <p:cond delay="9600"/>
                            </p:stCondLst>
                            <p:childTnLst>
                              <p:par>
                                <p:cTn id="122" presetID="53" presetClass="entr" presetSubtype="16" fill="hold" grpId="0" nodeType="afterEffect">
                                  <p:stCondLst>
                                    <p:cond delay="0"/>
                                  </p:stCondLst>
                                  <p:childTnLst>
                                    <p:set>
                                      <p:cBhvr>
                                        <p:cTn id="123" dur="1" fill="hold">
                                          <p:stCondLst>
                                            <p:cond delay="0"/>
                                          </p:stCondLst>
                                        </p:cTn>
                                        <p:tgtEl>
                                          <p:spTgt spid="89">
                                            <p:txEl>
                                              <p:pRg st="0" end="0"/>
                                            </p:txEl>
                                          </p:spTgt>
                                        </p:tgtEl>
                                        <p:attrNameLst>
                                          <p:attrName>style.visibility</p:attrName>
                                        </p:attrNameLst>
                                      </p:cBhvr>
                                      <p:to>
                                        <p:strVal val="visible"/>
                                      </p:to>
                                    </p:set>
                                    <p:anim calcmode="lin" valueType="num">
                                      <p:cBhvr>
                                        <p:cTn id="124" dur="300" fill="hold"/>
                                        <p:tgtEl>
                                          <p:spTgt spid="89">
                                            <p:txEl>
                                              <p:pRg st="0" end="0"/>
                                            </p:txEl>
                                          </p:spTgt>
                                        </p:tgtEl>
                                        <p:attrNameLst>
                                          <p:attrName>ppt_w</p:attrName>
                                        </p:attrNameLst>
                                      </p:cBhvr>
                                      <p:tavLst>
                                        <p:tav tm="0">
                                          <p:val>
                                            <p:fltVal val="0"/>
                                          </p:val>
                                        </p:tav>
                                        <p:tav tm="100000">
                                          <p:val>
                                            <p:strVal val="#ppt_w"/>
                                          </p:val>
                                        </p:tav>
                                      </p:tavLst>
                                    </p:anim>
                                    <p:anim calcmode="lin" valueType="num">
                                      <p:cBhvr>
                                        <p:cTn id="125" dur="300" fill="hold"/>
                                        <p:tgtEl>
                                          <p:spTgt spid="89">
                                            <p:txEl>
                                              <p:pRg st="0" end="0"/>
                                            </p:txEl>
                                          </p:spTgt>
                                        </p:tgtEl>
                                        <p:attrNameLst>
                                          <p:attrName>ppt_h</p:attrName>
                                        </p:attrNameLst>
                                      </p:cBhvr>
                                      <p:tavLst>
                                        <p:tav tm="0">
                                          <p:val>
                                            <p:fltVal val="0"/>
                                          </p:val>
                                        </p:tav>
                                        <p:tav tm="100000">
                                          <p:val>
                                            <p:strVal val="#ppt_h"/>
                                          </p:val>
                                        </p:tav>
                                      </p:tavLst>
                                    </p:anim>
                                    <p:animEffect transition="in" filter="fade">
                                      <p:cBhvr>
                                        <p:cTn id="126" dur="300"/>
                                        <p:tgtEl>
                                          <p:spTgt spid="89">
                                            <p:txEl>
                                              <p:pRg st="0" end="0"/>
                                            </p:txEl>
                                          </p:spTgt>
                                        </p:tgtEl>
                                      </p:cBhvr>
                                    </p:animEffect>
                                  </p:childTnLst>
                                </p:cTn>
                              </p:par>
                              <p:par>
                                <p:cTn id="127" presetID="42" presetClass="entr" presetSubtype="0" fill="hold" grpId="0" nodeType="withEffect">
                                  <p:stCondLst>
                                    <p:cond delay="200"/>
                                  </p:stCondLst>
                                  <p:childTnLst>
                                    <p:set>
                                      <p:cBhvr>
                                        <p:cTn id="128" dur="1" fill="hold">
                                          <p:stCondLst>
                                            <p:cond delay="0"/>
                                          </p:stCondLst>
                                        </p:cTn>
                                        <p:tgtEl>
                                          <p:spTgt spid="90">
                                            <p:txEl>
                                              <p:pRg st="0" end="0"/>
                                            </p:txEl>
                                          </p:spTgt>
                                        </p:tgtEl>
                                        <p:attrNameLst>
                                          <p:attrName>style.visibility</p:attrName>
                                        </p:attrNameLst>
                                      </p:cBhvr>
                                      <p:to>
                                        <p:strVal val="visible"/>
                                      </p:to>
                                    </p:set>
                                    <p:animEffect transition="in" filter="fade">
                                      <p:cBhvr>
                                        <p:cTn id="129" dur="500"/>
                                        <p:tgtEl>
                                          <p:spTgt spid="90">
                                            <p:txEl>
                                              <p:pRg st="0" end="0"/>
                                            </p:txEl>
                                          </p:spTgt>
                                        </p:tgtEl>
                                      </p:cBhvr>
                                    </p:animEffect>
                                    <p:anim calcmode="lin" valueType="num">
                                      <p:cBhvr>
                                        <p:cTn id="130" dur="500" fill="hold"/>
                                        <p:tgtEl>
                                          <p:spTgt spid="90">
                                            <p:txEl>
                                              <p:pRg st="0" end="0"/>
                                            </p:txEl>
                                          </p:spTgt>
                                        </p:tgtEl>
                                        <p:attrNameLst>
                                          <p:attrName>ppt_x</p:attrName>
                                        </p:attrNameLst>
                                      </p:cBhvr>
                                      <p:tavLst>
                                        <p:tav tm="0">
                                          <p:val>
                                            <p:strVal val="#ppt_x"/>
                                          </p:val>
                                        </p:tav>
                                        <p:tav tm="100000">
                                          <p:val>
                                            <p:strVal val="#ppt_x"/>
                                          </p:val>
                                        </p:tav>
                                      </p:tavLst>
                                    </p:anim>
                                    <p:anim calcmode="lin" valueType="num">
                                      <p:cBhvr>
                                        <p:cTn id="131" dur="500" fill="hold"/>
                                        <p:tgtEl>
                                          <p:spTgt spid="90">
                                            <p:txEl>
                                              <p:pRg st="0" end="0"/>
                                            </p:txEl>
                                          </p:spTgt>
                                        </p:tgtEl>
                                        <p:attrNameLst>
                                          <p:attrName>ppt_y</p:attrName>
                                        </p:attrNameLst>
                                      </p:cBhvr>
                                      <p:tavLst>
                                        <p:tav tm="0">
                                          <p:val>
                                            <p:strVal val="#ppt_y+.1"/>
                                          </p:val>
                                        </p:tav>
                                        <p:tav tm="100000">
                                          <p:val>
                                            <p:strVal val="#ppt_y"/>
                                          </p:val>
                                        </p:tav>
                                      </p:tavLst>
                                    </p:anim>
                                  </p:childTnLst>
                                </p:cTn>
                              </p:par>
                              <p:par>
                                <p:cTn id="132" presetID="10" presetClass="entr" presetSubtype="0" fill="hold" grpId="0" nodeType="withEffect">
                                  <p:stCondLst>
                                    <p:cond delay="800"/>
                                  </p:stCondLst>
                                  <p:childTnLst>
                                    <p:set>
                                      <p:cBhvr>
                                        <p:cTn id="133" dur="1" fill="hold">
                                          <p:stCondLst>
                                            <p:cond delay="0"/>
                                          </p:stCondLst>
                                        </p:cTn>
                                        <p:tgtEl>
                                          <p:spTgt spid="91">
                                            <p:txEl>
                                              <p:pRg st="0" end="0"/>
                                            </p:txEl>
                                          </p:spTgt>
                                        </p:tgtEl>
                                        <p:attrNameLst>
                                          <p:attrName>style.visibility</p:attrName>
                                        </p:attrNameLst>
                                      </p:cBhvr>
                                      <p:to>
                                        <p:strVal val="visible"/>
                                      </p:to>
                                    </p:set>
                                    <p:animEffect transition="in" filter="fade">
                                      <p:cBhvr>
                                        <p:cTn id="134" dur="500"/>
                                        <p:tgtEl>
                                          <p:spTgt spid="91">
                                            <p:txEl>
                                              <p:pRg st="0" end="0"/>
                                            </p:txEl>
                                          </p:spTgt>
                                        </p:tgtEl>
                                      </p:cBhvr>
                                    </p:animEffect>
                                  </p:childTnLst>
                                </p:cTn>
                              </p:par>
                              <p:par>
                                <p:cTn id="135" presetID="42" presetClass="entr" presetSubtype="0" fill="hold" grpId="0" nodeType="withEffect">
                                  <p:stCondLst>
                                    <p:cond delay="200"/>
                                  </p:stCondLst>
                                  <p:childTnLst>
                                    <p:set>
                                      <p:cBhvr>
                                        <p:cTn id="136" dur="1" fill="hold">
                                          <p:stCondLst>
                                            <p:cond delay="0"/>
                                          </p:stCondLst>
                                        </p:cTn>
                                        <p:tgtEl>
                                          <p:spTgt spid="28">
                                            <p:txEl>
                                              <p:pRg st="0" end="0"/>
                                            </p:txEl>
                                          </p:spTgt>
                                        </p:tgtEl>
                                        <p:attrNameLst>
                                          <p:attrName>style.visibility</p:attrName>
                                        </p:attrNameLst>
                                      </p:cBhvr>
                                      <p:to>
                                        <p:strVal val="visible"/>
                                      </p:to>
                                    </p:set>
                                    <p:animEffect transition="in" filter="fade">
                                      <p:cBhvr>
                                        <p:cTn id="137" dur="400"/>
                                        <p:tgtEl>
                                          <p:spTgt spid="28">
                                            <p:txEl>
                                              <p:pRg st="0" end="0"/>
                                            </p:txEl>
                                          </p:spTgt>
                                        </p:tgtEl>
                                      </p:cBhvr>
                                    </p:animEffect>
                                    <p:anim calcmode="lin" valueType="num">
                                      <p:cBhvr>
                                        <p:cTn id="138" dur="40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139" dur="400" fill="hold"/>
                                        <p:tgtEl>
                                          <p:spTgt spid="28">
                                            <p:txEl>
                                              <p:pRg st="0" end="0"/>
                                            </p:txEl>
                                          </p:spTgt>
                                        </p:tgtEl>
                                        <p:attrNameLst>
                                          <p:attrName>ppt_y</p:attrName>
                                        </p:attrNameLst>
                                      </p:cBhvr>
                                      <p:tavLst>
                                        <p:tav tm="0">
                                          <p:val>
                                            <p:strVal val="#ppt_y+.1"/>
                                          </p:val>
                                        </p:tav>
                                        <p:tav tm="100000">
                                          <p:val>
                                            <p:strVal val="#ppt_y"/>
                                          </p:val>
                                        </p:tav>
                                      </p:tavLst>
                                    </p:anim>
                                  </p:childTnLst>
                                </p:cTn>
                              </p:par>
                              <p:par>
                                <p:cTn id="140" presetID="42" presetClass="entr" presetSubtype="0" fill="hold" grpId="0" nodeType="withEffect">
                                  <p:stCondLst>
                                    <p:cond delay="200"/>
                                  </p:stCondLst>
                                  <p:childTnLst>
                                    <p:set>
                                      <p:cBhvr>
                                        <p:cTn id="141" dur="1" fill="hold">
                                          <p:stCondLst>
                                            <p:cond delay="0"/>
                                          </p:stCondLst>
                                        </p:cTn>
                                        <p:tgtEl>
                                          <p:spTgt spid="29">
                                            <p:txEl>
                                              <p:pRg st="0" end="0"/>
                                            </p:txEl>
                                          </p:spTgt>
                                        </p:tgtEl>
                                        <p:attrNameLst>
                                          <p:attrName>style.visibility</p:attrName>
                                        </p:attrNameLst>
                                      </p:cBhvr>
                                      <p:to>
                                        <p:strVal val="visible"/>
                                      </p:to>
                                    </p:set>
                                    <p:animEffect transition="in" filter="fade">
                                      <p:cBhvr>
                                        <p:cTn id="142" dur="400"/>
                                        <p:tgtEl>
                                          <p:spTgt spid="29">
                                            <p:txEl>
                                              <p:pRg st="0" end="0"/>
                                            </p:txEl>
                                          </p:spTgt>
                                        </p:tgtEl>
                                      </p:cBhvr>
                                    </p:animEffect>
                                    <p:anim calcmode="lin" valueType="num">
                                      <p:cBhvr>
                                        <p:cTn id="143" dur="4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144" dur="400" fill="hold"/>
                                        <p:tgtEl>
                                          <p:spTgt spid="29">
                                            <p:txEl>
                                              <p:pRg st="0" end="0"/>
                                            </p:txEl>
                                          </p:spTgt>
                                        </p:tgtEl>
                                        <p:attrNameLst>
                                          <p:attrName>ppt_y</p:attrName>
                                        </p:attrNameLst>
                                      </p:cBhvr>
                                      <p:tavLst>
                                        <p:tav tm="0">
                                          <p:val>
                                            <p:strVal val="#ppt_y+.1"/>
                                          </p:val>
                                        </p:tav>
                                        <p:tav tm="100000">
                                          <p:val>
                                            <p:strVal val="#ppt_y"/>
                                          </p:val>
                                        </p:tav>
                                      </p:tavLst>
                                    </p:anim>
                                  </p:childTnLst>
                                </p:cTn>
                              </p:par>
                              <p:par>
                                <p:cTn id="145" presetID="42" presetClass="entr" presetSubtype="0" fill="hold" grpId="0" nodeType="withEffect">
                                  <p:stCondLst>
                                    <p:cond delay="200"/>
                                  </p:stCondLst>
                                  <p:childTnLst>
                                    <p:set>
                                      <p:cBhvr>
                                        <p:cTn id="146" dur="1" fill="hold">
                                          <p:stCondLst>
                                            <p:cond delay="0"/>
                                          </p:stCondLst>
                                        </p:cTn>
                                        <p:tgtEl>
                                          <p:spTgt spid="30">
                                            <p:txEl>
                                              <p:pRg st="0" end="0"/>
                                            </p:txEl>
                                          </p:spTgt>
                                        </p:tgtEl>
                                        <p:attrNameLst>
                                          <p:attrName>style.visibility</p:attrName>
                                        </p:attrNameLst>
                                      </p:cBhvr>
                                      <p:to>
                                        <p:strVal val="visible"/>
                                      </p:to>
                                    </p:set>
                                    <p:animEffect transition="in" filter="fade">
                                      <p:cBhvr>
                                        <p:cTn id="147" dur="400"/>
                                        <p:tgtEl>
                                          <p:spTgt spid="30">
                                            <p:txEl>
                                              <p:pRg st="0" end="0"/>
                                            </p:txEl>
                                          </p:spTgt>
                                        </p:tgtEl>
                                      </p:cBhvr>
                                    </p:animEffect>
                                    <p:anim calcmode="lin" valueType="num">
                                      <p:cBhvr>
                                        <p:cTn id="148" dur="4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149" dur="400" fill="hold"/>
                                        <p:tgtEl>
                                          <p:spTgt spid="30">
                                            <p:txEl>
                                              <p:pRg st="0" end="0"/>
                                            </p:txEl>
                                          </p:spTgt>
                                        </p:tgtEl>
                                        <p:attrNameLst>
                                          <p:attrName>ppt_y</p:attrName>
                                        </p:attrNameLst>
                                      </p:cBhvr>
                                      <p:tavLst>
                                        <p:tav tm="0">
                                          <p:val>
                                            <p:strVal val="#ppt_y+.1"/>
                                          </p:val>
                                        </p:tav>
                                        <p:tav tm="100000">
                                          <p:val>
                                            <p:strVal val="#ppt_y"/>
                                          </p:val>
                                        </p:tav>
                                      </p:tavLst>
                                    </p:anim>
                                  </p:childTnLst>
                                </p:cTn>
                              </p:par>
                              <p:par>
                                <p:cTn id="150" presetID="42" presetClass="entr" presetSubtype="0" fill="hold" grpId="0" nodeType="withEffect">
                                  <p:stCondLst>
                                    <p:cond delay="200"/>
                                  </p:stCondLst>
                                  <p:childTnLst>
                                    <p:set>
                                      <p:cBhvr>
                                        <p:cTn id="151" dur="1" fill="hold">
                                          <p:stCondLst>
                                            <p:cond delay="0"/>
                                          </p:stCondLst>
                                        </p:cTn>
                                        <p:tgtEl>
                                          <p:spTgt spid="31">
                                            <p:txEl>
                                              <p:pRg st="0" end="0"/>
                                            </p:txEl>
                                          </p:spTgt>
                                        </p:tgtEl>
                                        <p:attrNameLst>
                                          <p:attrName>style.visibility</p:attrName>
                                        </p:attrNameLst>
                                      </p:cBhvr>
                                      <p:to>
                                        <p:strVal val="visible"/>
                                      </p:to>
                                    </p:set>
                                    <p:animEffect transition="in" filter="fade">
                                      <p:cBhvr>
                                        <p:cTn id="152" dur="400"/>
                                        <p:tgtEl>
                                          <p:spTgt spid="31">
                                            <p:txEl>
                                              <p:pRg st="0" end="0"/>
                                            </p:txEl>
                                          </p:spTgt>
                                        </p:tgtEl>
                                      </p:cBhvr>
                                    </p:animEffect>
                                    <p:anim calcmode="lin" valueType="num">
                                      <p:cBhvr>
                                        <p:cTn id="153" dur="4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154" dur="400" fill="hold"/>
                                        <p:tgtEl>
                                          <p:spTgt spid="31">
                                            <p:txEl>
                                              <p:pRg st="0" end="0"/>
                                            </p:txEl>
                                          </p:spTgt>
                                        </p:tgtEl>
                                        <p:attrNameLst>
                                          <p:attrName>ppt_y</p:attrName>
                                        </p:attrNameLst>
                                      </p:cBhvr>
                                      <p:tavLst>
                                        <p:tav tm="0">
                                          <p:val>
                                            <p:strVal val="#ppt_y+.1"/>
                                          </p:val>
                                        </p:tav>
                                        <p:tav tm="100000">
                                          <p:val>
                                            <p:strVal val="#ppt_y"/>
                                          </p:val>
                                        </p:tav>
                                      </p:tavLst>
                                    </p:anim>
                                  </p:childTnLst>
                                </p:cTn>
                              </p:par>
                              <p:par>
                                <p:cTn id="155" presetID="42" presetClass="entr" presetSubtype="0" fill="hold" grpId="0" nodeType="withEffect">
                                  <p:stCondLst>
                                    <p:cond delay="200"/>
                                  </p:stCondLst>
                                  <p:childTnLst>
                                    <p:set>
                                      <p:cBhvr>
                                        <p:cTn id="156" dur="1" fill="hold">
                                          <p:stCondLst>
                                            <p:cond delay="0"/>
                                          </p:stCondLst>
                                        </p:cTn>
                                        <p:tgtEl>
                                          <p:spTgt spid="32">
                                            <p:txEl>
                                              <p:pRg st="0" end="0"/>
                                            </p:txEl>
                                          </p:spTgt>
                                        </p:tgtEl>
                                        <p:attrNameLst>
                                          <p:attrName>style.visibility</p:attrName>
                                        </p:attrNameLst>
                                      </p:cBhvr>
                                      <p:to>
                                        <p:strVal val="visible"/>
                                      </p:to>
                                    </p:set>
                                    <p:animEffect transition="in" filter="fade">
                                      <p:cBhvr>
                                        <p:cTn id="157" dur="400"/>
                                        <p:tgtEl>
                                          <p:spTgt spid="32">
                                            <p:txEl>
                                              <p:pRg st="0" end="0"/>
                                            </p:txEl>
                                          </p:spTgt>
                                        </p:tgtEl>
                                      </p:cBhvr>
                                    </p:animEffect>
                                    <p:anim calcmode="lin" valueType="num">
                                      <p:cBhvr>
                                        <p:cTn id="158" dur="40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159" dur="400" fill="hold"/>
                                        <p:tgtEl>
                                          <p:spTgt spid="32">
                                            <p:txEl>
                                              <p:pRg st="0" end="0"/>
                                            </p:txEl>
                                          </p:spTgt>
                                        </p:tgtEl>
                                        <p:attrNameLst>
                                          <p:attrName>ppt_y</p:attrName>
                                        </p:attrNameLst>
                                      </p:cBhvr>
                                      <p:tavLst>
                                        <p:tav tm="0">
                                          <p:val>
                                            <p:strVal val="#ppt_y+.1"/>
                                          </p:val>
                                        </p:tav>
                                        <p:tav tm="100000">
                                          <p:val>
                                            <p:strVal val="#ppt_y"/>
                                          </p:val>
                                        </p:tav>
                                      </p:tavLst>
                                    </p:anim>
                                  </p:childTnLst>
                                </p:cTn>
                              </p:par>
                              <p:par>
                                <p:cTn id="160" presetID="42" presetClass="entr" presetSubtype="0" fill="hold" grpId="0" nodeType="withEffect">
                                  <p:stCondLst>
                                    <p:cond delay="200"/>
                                  </p:stCondLst>
                                  <p:childTnLst>
                                    <p:set>
                                      <p:cBhvr>
                                        <p:cTn id="161" dur="1" fill="hold">
                                          <p:stCondLst>
                                            <p:cond delay="0"/>
                                          </p:stCondLst>
                                        </p:cTn>
                                        <p:tgtEl>
                                          <p:spTgt spid="33">
                                            <p:txEl>
                                              <p:pRg st="0" end="0"/>
                                            </p:txEl>
                                          </p:spTgt>
                                        </p:tgtEl>
                                        <p:attrNameLst>
                                          <p:attrName>style.visibility</p:attrName>
                                        </p:attrNameLst>
                                      </p:cBhvr>
                                      <p:to>
                                        <p:strVal val="visible"/>
                                      </p:to>
                                    </p:set>
                                    <p:animEffect transition="in" filter="fade">
                                      <p:cBhvr>
                                        <p:cTn id="162" dur="400"/>
                                        <p:tgtEl>
                                          <p:spTgt spid="33">
                                            <p:txEl>
                                              <p:pRg st="0" end="0"/>
                                            </p:txEl>
                                          </p:spTgt>
                                        </p:tgtEl>
                                      </p:cBhvr>
                                    </p:animEffect>
                                    <p:anim calcmode="lin" valueType="num">
                                      <p:cBhvr>
                                        <p:cTn id="163" dur="400" fill="hold"/>
                                        <p:tgtEl>
                                          <p:spTgt spid="33">
                                            <p:txEl>
                                              <p:pRg st="0" end="0"/>
                                            </p:txEl>
                                          </p:spTgt>
                                        </p:tgtEl>
                                        <p:attrNameLst>
                                          <p:attrName>ppt_x</p:attrName>
                                        </p:attrNameLst>
                                      </p:cBhvr>
                                      <p:tavLst>
                                        <p:tav tm="0">
                                          <p:val>
                                            <p:strVal val="#ppt_x"/>
                                          </p:val>
                                        </p:tav>
                                        <p:tav tm="100000">
                                          <p:val>
                                            <p:strVal val="#ppt_x"/>
                                          </p:val>
                                        </p:tav>
                                      </p:tavLst>
                                    </p:anim>
                                    <p:anim calcmode="lin" valueType="num">
                                      <p:cBhvr>
                                        <p:cTn id="164" dur="400" fill="hold"/>
                                        <p:tgtEl>
                                          <p:spTgt spid="3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3" grpId="0" animBg="1"/>
      <p:bldP spid="13" grpId="0" build="p">
        <p:tmplLst>
          <p:tmpl lvl="1">
            <p:tnLst>
              <p:par>
                <p:cTn presetID="53" presetClass="entr" presetSubtype="16"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p:cTn dur="300" fill="hold"/>
                        <p:tgtEl>
                          <p:spTgt spid="13"/>
                        </p:tgtEl>
                        <p:attrNameLst>
                          <p:attrName>ppt_w</p:attrName>
                        </p:attrNameLst>
                      </p:cBhvr>
                      <p:tavLst>
                        <p:tav tm="0">
                          <p:val>
                            <p:fltVal val="0"/>
                          </p:val>
                        </p:tav>
                        <p:tav tm="100000">
                          <p:val>
                            <p:strVal val="#ppt_w"/>
                          </p:val>
                        </p:tav>
                      </p:tavLst>
                    </p:anim>
                    <p:anim calcmode="lin" valueType="num">
                      <p:cBhvr>
                        <p:cTn dur="300" fill="hold"/>
                        <p:tgtEl>
                          <p:spTgt spid="13"/>
                        </p:tgtEl>
                        <p:attrNameLst>
                          <p:attrName>ppt_h</p:attrName>
                        </p:attrNameLst>
                      </p:cBhvr>
                      <p:tavLst>
                        <p:tav tm="0">
                          <p:val>
                            <p:fltVal val="0"/>
                          </p:val>
                        </p:tav>
                        <p:tav tm="100000">
                          <p:val>
                            <p:strVal val="#ppt_h"/>
                          </p:val>
                        </p:tav>
                      </p:tavLst>
                    </p:anim>
                    <p:animEffect transition="in" filter="fade">
                      <p:cBhvr>
                        <p:cTn dur="300"/>
                        <p:tgtEl>
                          <p:spTgt spid="13"/>
                        </p:tgtEl>
                      </p:cBhvr>
                    </p:animEffect>
                  </p:childTnLst>
                </p:cTn>
              </p:par>
            </p:tnLst>
          </p:tmpl>
        </p:tmplLst>
      </p:bldP>
      <p:bldP spid="26" grpId="0" build="p">
        <p:tmplLst>
          <p:tmpl lvl="1">
            <p:tnLst>
              <p:par>
                <p:cTn presetID="42" presetClass="entr" presetSubtype="0" fill="hold" nodeType="withEffect">
                  <p:stCondLst>
                    <p:cond delay="20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10" presetClass="entr" presetSubtype="0" fill="hold" nodeType="withEffect">
                  <p:stCondLst>
                    <p:cond delay="80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72" grpId="0" animBg="1"/>
      <p:bldP spid="73" grpId="0" build="p">
        <p:tmplLst>
          <p:tmpl lvl="1">
            <p:tnLst>
              <p:par>
                <p:cTn presetID="53" presetClass="entr" presetSubtype="16"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 calcmode="lin" valueType="num">
                      <p:cBhvr>
                        <p:cTn dur="300" fill="hold"/>
                        <p:tgtEl>
                          <p:spTgt spid="73"/>
                        </p:tgtEl>
                        <p:attrNameLst>
                          <p:attrName>ppt_w</p:attrName>
                        </p:attrNameLst>
                      </p:cBhvr>
                      <p:tavLst>
                        <p:tav tm="0">
                          <p:val>
                            <p:fltVal val="0"/>
                          </p:val>
                        </p:tav>
                        <p:tav tm="100000">
                          <p:val>
                            <p:strVal val="#ppt_w"/>
                          </p:val>
                        </p:tav>
                      </p:tavLst>
                    </p:anim>
                    <p:anim calcmode="lin" valueType="num">
                      <p:cBhvr>
                        <p:cTn dur="300" fill="hold"/>
                        <p:tgtEl>
                          <p:spTgt spid="73"/>
                        </p:tgtEl>
                        <p:attrNameLst>
                          <p:attrName>ppt_h</p:attrName>
                        </p:attrNameLst>
                      </p:cBhvr>
                      <p:tavLst>
                        <p:tav tm="0">
                          <p:val>
                            <p:fltVal val="0"/>
                          </p:val>
                        </p:tav>
                        <p:tav tm="100000">
                          <p:val>
                            <p:strVal val="#ppt_h"/>
                          </p:val>
                        </p:tav>
                      </p:tavLst>
                    </p:anim>
                    <p:animEffect transition="in" filter="fade">
                      <p:cBhvr>
                        <p:cTn dur="300"/>
                        <p:tgtEl>
                          <p:spTgt spid="73"/>
                        </p:tgtEl>
                      </p:cBhvr>
                    </p:animEffect>
                  </p:childTnLst>
                </p:cTn>
              </p:par>
            </p:tnLst>
          </p:tmpl>
        </p:tmplLst>
      </p:bldP>
      <p:bldP spid="74" grpId="0" build="p">
        <p:tmplLst>
          <p:tmpl lvl="1">
            <p:tnLst>
              <p:par>
                <p:cTn presetID="42" presetClass="entr" presetSubtype="0" fill="hold" nodeType="withEffect">
                  <p:stCondLst>
                    <p:cond delay="200"/>
                  </p:stCondLst>
                  <p:childTnLst>
                    <p:set>
                      <p:cBhvr>
                        <p:cTn dur="1" fill="hold">
                          <p:stCondLst>
                            <p:cond delay="0"/>
                          </p:stCondLst>
                        </p:cTn>
                        <p:tgtEl>
                          <p:spTgt spid="74"/>
                        </p:tgtEl>
                        <p:attrNameLst>
                          <p:attrName>style.visibility</p:attrName>
                        </p:attrNameLst>
                      </p:cBhvr>
                      <p:to>
                        <p:strVal val="visible"/>
                      </p:to>
                    </p:set>
                    <p:animEffect transition="in" filter="fade">
                      <p:cBhvr>
                        <p:cTn dur="500"/>
                        <p:tgtEl>
                          <p:spTgt spid="74"/>
                        </p:tgtEl>
                      </p:cBhvr>
                    </p:animEffect>
                    <p:anim calcmode="lin" valueType="num">
                      <p:cBhvr>
                        <p:cTn dur="500" fill="hold"/>
                        <p:tgtEl>
                          <p:spTgt spid="74"/>
                        </p:tgtEl>
                        <p:attrNameLst>
                          <p:attrName>ppt_x</p:attrName>
                        </p:attrNameLst>
                      </p:cBhvr>
                      <p:tavLst>
                        <p:tav tm="0">
                          <p:val>
                            <p:strVal val="#ppt_x"/>
                          </p:val>
                        </p:tav>
                        <p:tav tm="100000">
                          <p:val>
                            <p:strVal val="#ppt_x"/>
                          </p:val>
                        </p:tav>
                      </p:tavLst>
                    </p:anim>
                    <p:anim calcmode="lin" valueType="num">
                      <p:cBhvr>
                        <p:cTn dur="500" fill="hold"/>
                        <p:tgtEl>
                          <p:spTgt spid="74"/>
                        </p:tgtEl>
                        <p:attrNameLst>
                          <p:attrName>ppt_y</p:attrName>
                        </p:attrNameLst>
                      </p:cBhvr>
                      <p:tavLst>
                        <p:tav tm="0">
                          <p:val>
                            <p:strVal val="#ppt_y+.1"/>
                          </p:val>
                        </p:tav>
                        <p:tav tm="100000">
                          <p:val>
                            <p:strVal val="#ppt_y"/>
                          </p:val>
                        </p:tav>
                      </p:tavLst>
                    </p:anim>
                  </p:childTnLst>
                </p:cTn>
              </p:par>
            </p:tnLst>
          </p:tmpl>
        </p:tmplLst>
      </p:bldP>
      <p:bldP spid="75" grpId="0" build="p">
        <p:tmplLst>
          <p:tmpl lvl="1">
            <p:tnLst>
              <p:par>
                <p:cTn presetID="10" presetClass="entr" presetSubtype="0" fill="hold" nodeType="withEffect">
                  <p:stCondLst>
                    <p:cond delay="800"/>
                  </p:stCondLst>
                  <p:childTnLst>
                    <p:set>
                      <p:cBhvr>
                        <p:cTn dur="1" fill="hold">
                          <p:stCondLst>
                            <p:cond delay="0"/>
                          </p:stCondLst>
                        </p:cTn>
                        <p:tgtEl>
                          <p:spTgt spid="75"/>
                        </p:tgtEl>
                        <p:attrNameLst>
                          <p:attrName>style.visibility</p:attrName>
                        </p:attrNameLst>
                      </p:cBhvr>
                      <p:to>
                        <p:strVal val="visible"/>
                      </p:to>
                    </p:set>
                    <p:animEffect transition="in" filter="fade">
                      <p:cBhvr>
                        <p:cTn dur="500"/>
                        <p:tgtEl>
                          <p:spTgt spid="75"/>
                        </p:tgtEl>
                      </p:cBhvr>
                    </p:animEffect>
                  </p:childTnLst>
                </p:cTn>
              </p:par>
            </p:tnLst>
          </p:tmpl>
        </p:tmplLst>
      </p:bldP>
      <p:bldP spid="76" grpId="0" animBg="1"/>
      <p:bldP spid="77" grpId="0" build="p">
        <p:tmplLst>
          <p:tmpl lvl="1">
            <p:tnLst>
              <p:par>
                <p:cTn presetID="53" presetClass="entr" presetSubtype="16"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 calcmode="lin" valueType="num">
                      <p:cBhvr>
                        <p:cTn dur="300" fill="hold"/>
                        <p:tgtEl>
                          <p:spTgt spid="77"/>
                        </p:tgtEl>
                        <p:attrNameLst>
                          <p:attrName>ppt_w</p:attrName>
                        </p:attrNameLst>
                      </p:cBhvr>
                      <p:tavLst>
                        <p:tav tm="0">
                          <p:val>
                            <p:fltVal val="0"/>
                          </p:val>
                        </p:tav>
                        <p:tav tm="100000">
                          <p:val>
                            <p:strVal val="#ppt_w"/>
                          </p:val>
                        </p:tav>
                      </p:tavLst>
                    </p:anim>
                    <p:anim calcmode="lin" valueType="num">
                      <p:cBhvr>
                        <p:cTn dur="300" fill="hold"/>
                        <p:tgtEl>
                          <p:spTgt spid="77"/>
                        </p:tgtEl>
                        <p:attrNameLst>
                          <p:attrName>ppt_h</p:attrName>
                        </p:attrNameLst>
                      </p:cBhvr>
                      <p:tavLst>
                        <p:tav tm="0">
                          <p:val>
                            <p:fltVal val="0"/>
                          </p:val>
                        </p:tav>
                        <p:tav tm="100000">
                          <p:val>
                            <p:strVal val="#ppt_h"/>
                          </p:val>
                        </p:tav>
                      </p:tavLst>
                    </p:anim>
                    <p:animEffect transition="in" filter="fade">
                      <p:cBhvr>
                        <p:cTn dur="300"/>
                        <p:tgtEl>
                          <p:spTgt spid="77"/>
                        </p:tgtEl>
                      </p:cBhvr>
                    </p:animEffect>
                  </p:childTnLst>
                </p:cTn>
              </p:par>
            </p:tnLst>
          </p:tmpl>
        </p:tmplLst>
      </p:bldP>
      <p:bldP spid="78" grpId="0" build="p">
        <p:tmplLst>
          <p:tmpl lvl="1">
            <p:tnLst>
              <p:par>
                <p:cTn presetID="42" presetClass="entr" presetSubtype="0" fill="hold" nodeType="withEffect">
                  <p:stCondLst>
                    <p:cond delay="200"/>
                  </p:stCondLst>
                  <p:childTnLst>
                    <p:set>
                      <p:cBhvr>
                        <p:cTn dur="1" fill="hold">
                          <p:stCondLst>
                            <p:cond delay="0"/>
                          </p:stCondLst>
                        </p:cTn>
                        <p:tgtEl>
                          <p:spTgt spid="78"/>
                        </p:tgtEl>
                        <p:attrNameLst>
                          <p:attrName>style.visibility</p:attrName>
                        </p:attrNameLst>
                      </p:cBhvr>
                      <p:to>
                        <p:strVal val="visible"/>
                      </p:to>
                    </p:set>
                    <p:animEffect transition="in" filter="fade">
                      <p:cBhvr>
                        <p:cTn dur="500"/>
                        <p:tgtEl>
                          <p:spTgt spid="78"/>
                        </p:tgtEl>
                      </p:cBhvr>
                    </p:animEffect>
                    <p:anim calcmode="lin" valueType="num">
                      <p:cBhvr>
                        <p:cTn dur="500" fill="hold"/>
                        <p:tgtEl>
                          <p:spTgt spid="78"/>
                        </p:tgtEl>
                        <p:attrNameLst>
                          <p:attrName>ppt_x</p:attrName>
                        </p:attrNameLst>
                      </p:cBhvr>
                      <p:tavLst>
                        <p:tav tm="0">
                          <p:val>
                            <p:strVal val="#ppt_x"/>
                          </p:val>
                        </p:tav>
                        <p:tav tm="100000">
                          <p:val>
                            <p:strVal val="#ppt_x"/>
                          </p:val>
                        </p:tav>
                      </p:tavLst>
                    </p:anim>
                    <p:anim calcmode="lin" valueType="num">
                      <p:cBhvr>
                        <p:cTn dur="500" fill="hold"/>
                        <p:tgtEl>
                          <p:spTgt spid="78"/>
                        </p:tgtEl>
                        <p:attrNameLst>
                          <p:attrName>ppt_y</p:attrName>
                        </p:attrNameLst>
                      </p:cBhvr>
                      <p:tavLst>
                        <p:tav tm="0">
                          <p:val>
                            <p:strVal val="#ppt_y+.1"/>
                          </p:val>
                        </p:tav>
                        <p:tav tm="100000">
                          <p:val>
                            <p:strVal val="#ppt_y"/>
                          </p:val>
                        </p:tav>
                      </p:tavLst>
                    </p:anim>
                  </p:childTnLst>
                </p:cTn>
              </p:par>
            </p:tnLst>
          </p:tmpl>
        </p:tmplLst>
      </p:bldP>
      <p:bldP spid="79" grpId="0" build="p">
        <p:tmplLst>
          <p:tmpl lvl="1">
            <p:tnLst>
              <p:par>
                <p:cTn presetID="10" presetClass="entr" presetSubtype="0" fill="hold" nodeType="withEffect">
                  <p:stCondLst>
                    <p:cond delay="800"/>
                  </p:stCondLst>
                  <p:childTnLst>
                    <p:set>
                      <p:cBhvr>
                        <p:cTn dur="1" fill="hold">
                          <p:stCondLst>
                            <p:cond delay="0"/>
                          </p:stCondLst>
                        </p:cTn>
                        <p:tgtEl>
                          <p:spTgt spid="79"/>
                        </p:tgtEl>
                        <p:attrNameLst>
                          <p:attrName>style.visibility</p:attrName>
                        </p:attrNameLst>
                      </p:cBhvr>
                      <p:to>
                        <p:strVal val="visible"/>
                      </p:to>
                    </p:set>
                    <p:animEffect transition="in" filter="fade">
                      <p:cBhvr>
                        <p:cTn dur="500"/>
                        <p:tgtEl>
                          <p:spTgt spid="79"/>
                        </p:tgtEl>
                      </p:cBhvr>
                    </p:animEffect>
                  </p:childTnLst>
                </p:cTn>
              </p:par>
            </p:tnLst>
          </p:tmpl>
        </p:tmplLst>
      </p:bldP>
      <p:bldP spid="80" grpId="0" animBg="1"/>
      <p:bldP spid="81" grpId="0" build="p">
        <p:tmplLst>
          <p:tmpl lvl="1">
            <p:tnLst>
              <p:par>
                <p:cTn presetID="53" presetClass="entr" presetSubtype="16"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 calcmode="lin" valueType="num">
                      <p:cBhvr>
                        <p:cTn dur="300" fill="hold"/>
                        <p:tgtEl>
                          <p:spTgt spid="81"/>
                        </p:tgtEl>
                        <p:attrNameLst>
                          <p:attrName>ppt_w</p:attrName>
                        </p:attrNameLst>
                      </p:cBhvr>
                      <p:tavLst>
                        <p:tav tm="0">
                          <p:val>
                            <p:fltVal val="0"/>
                          </p:val>
                        </p:tav>
                        <p:tav tm="100000">
                          <p:val>
                            <p:strVal val="#ppt_w"/>
                          </p:val>
                        </p:tav>
                      </p:tavLst>
                    </p:anim>
                    <p:anim calcmode="lin" valueType="num">
                      <p:cBhvr>
                        <p:cTn dur="300" fill="hold"/>
                        <p:tgtEl>
                          <p:spTgt spid="81"/>
                        </p:tgtEl>
                        <p:attrNameLst>
                          <p:attrName>ppt_h</p:attrName>
                        </p:attrNameLst>
                      </p:cBhvr>
                      <p:tavLst>
                        <p:tav tm="0">
                          <p:val>
                            <p:fltVal val="0"/>
                          </p:val>
                        </p:tav>
                        <p:tav tm="100000">
                          <p:val>
                            <p:strVal val="#ppt_h"/>
                          </p:val>
                        </p:tav>
                      </p:tavLst>
                    </p:anim>
                    <p:animEffect transition="in" filter="fade">
                      <p:cBhvr>
                        <p:cTn dur="300"/>
                        <p:tgtEl>
                          <p:spTgt spid="81"/>
                        </p:tgtEl>
                      </p:cBhvr>
                    </p:animEffect>
                  </p:childTnLst>
                </p:cTn>
              </p:par>
            </p:tnLst>
          </p:tmpl>
        </p:tmplLst>
      </p:bldP>
      <p:bldP spid="82" grpId="0" build="p">
        <p:tmplLst>
          <p:tmpl lvl="1">
            <p:tnLst>
              <p:par>
                <p:cTn presetID="42" presetClass="entr" presetSubtype="0" fill="hold" nodeType="withEffect">
                  <p:stCondLst>
                    <p:cond delay="200"/>
                  </p:stCondLst>
                  <p:childTnLst>
                    <p:set>
                      <p:cBhvr>
                        <p:cTn dur="1" fill="hold">
                          <p:stCondLst>
                            <p:cond delay="0"/>
                          </p:stCondLst>
                        </p:cTn>
                        <p:tgtEl>
                          <p:spTgt spid="82"/>
                        </p:tgtEl>
                        <p:attrNameLst>
                          <p:attrName>style.visibility</p:attrName>
                        </p:attrNameLst>
                      </p:cBhvr>
                      <p:to>
                        <p:strVal val="visible"/>
                      </p:to>
                    </p:set>
                    <p:animEffect transition="in" filter="fade">
                      <p:cBhvr>
                        <p:cTn dur="500"/>
                        <p:tgtEl>
                          <p:spTgt spid="82"/>
                        </p:tgtEl>
                      </p:cBhvr>
                    </p:animEffect>
                    <p:anim calcmode="lin" valueType="num">
                      <p:cBhvr>
                        <p:cTn dur="500" fill="hold"/>
                        <p:tgtEl>
                          <p:spTgt spid="82"/>
                        </p:tgtEl>
                        <p:attrNameLst>
                          <p:attrName>ppt_x</p:attrName>
                        </p:attrNameLst>
                      </p:cBhvr>
                      <p:tavLst>
                        <p:tav tm="0">
                          <p:val>
                            <p:strVal val="#ppt_x"/>
                          </p:val>
                        </p:tav>
                        <p:tav tm="100000">
                          <p:val>
                            <p:strVal val="#ppt_x"/>
                          </p:val>
                        </p:tav>
                      </p:tavLst>
                    </p:anim>
                    <p:anim calcmode="lin" valueType="num">
                      <p:cBhvr>
                        <p:cTn dur="500" fill="hold"/>
                        <p:tgtEl>
                          <p:spTgt spid="82"/>
                        </p:tgtEl>
                        <p:attrNameLst>
                          <p:attrName>ppt_y</p:attrName>
                        </p:attrNameLst>
                      </p:cBhvr>
                      <p:tavLst>
                        <p:tav tm="0">
                          <p:val>
                            <p:strVal val="#ppt_y+.1"/>
                          </p:val>
                        </p:tav>
                        <p:tav tm="100000">
                          <p:val>
                            <p:strVal val="#ppt_y"/>
                          </p:val>
                        </p:tav>
                      </p:tavLst>
                    </p:anim>
                  </p:childTnLst>
                </p:cTn>
              </p:par>
            </p:tnLst>
          </p:tmpl>
        </p:tmplLst>
      </p:bldP>
      <p:bldP spid="83" grpId="0" build="p">
        <p:tmplLst>
          <p:tmpl lvl="1">
            <p:tnLst>
              <p:par>
                <p:cTn presetID="10" presetClass="entr" presetSubtype="0" fill="hold" nodeType="withEffect">
                  <p:stCondLst>
                    <p:cond delay="800"/>
                  </p:stCondLst>
                  <p:childTnLst>
                    <p:set>
                      <p:cBhvr>
                        <p:cTn dur="1" fill="hold">
                          <p:stCondLst>
                            <p:cond delay="0"/>
                          </p:stCondLst>
                        </p:cTn>
                        <p:tgtEl>
                          <p:spTgt spid="83"/>
                        </p:tgtEl>
                        <p:attrNameLst>
                          <p:attrName>style.visibility</p:attrName>
                        </p:attrNameLst>
                      </p:cBhvr>
                      <p:to>
                        <p:strVal val="visible"/>
                      </p:to>
                    </p:set>
                    <p:animEffect transition="in" filter="fade">
                      <p:cBhvr>
                        <p:cTn dur="500"/>
                        <p:tgtEl>
                          <p:spTgt spid="83"/>
                        </p:tgtEl>
                      </p:cBhvr>
                    </p:animEffect>
                  </p:childTnLst>
                </p:cTn>
              </p:par>
            </p:tnLst>
          </p:tmpl>
        </p:tmplLst>
      </p:bldP>
      <p:bldP spid="84" grpId="0" animBg="1"/>
      <p:bldP spid="85" grpId="0" build="p">
        <p:tmplLst>
          <p:tmpl lvl="1">
            <p:tnLst>
              <p:par>
                <p:cTn presetID="53" presetClass="entr" presetSubtype="16"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 calcmode="lin" valueType="num">
                      <p:cBhvr>
                        <p:cTn dur="300" fill="hold"/>
                        <p:tgtEl>
                          <p:spTgt spid="85"/>
                        </p:tgtEl>
                        <p:attrNameLst>
                          <p:attrName>ppt_w</p:attrName>
                        </p:attrNameLst>
                      </p:cBhvr>
                      <p:tavLst>
                        <p:tav tm="0">
                          <p:val>
                            <p:fltVal val="0"/>
                          </p:val>
                        </p:tav>
                        <p:tav tm="100000">
                          <p:val>
                            <p:strVal val="#ppt_w"/>
                          </p:val>
                        </p:tav>
                      </p:tavLst>
                    </p:anim>
                    <p:anim calcmode="lin" valueType="num">
                      <p:cBhvr>
                        <p:cTn dur="300" fill="hold"/>
                        <p:tgtEl>
                          <p:spTgt spid="85"/>
                        </p:tgtEl>
                        <p:attrNameLst>
                          <p:attrName>ppt_h</p:attrName>
                        </p:attrNameLst>
                      </p:cBhvr>
                      <p:tavLst>
                        <p:tav tm="0">
                          <p:val>
                            <p:fltVal val="0"/>
                          </p:val>
                        </p:tav>
                        <p:tav tm="100000">
                          <p:val>
                            <p:strVal val="#ppt_h"/>
                          </p:val>
                        </p:tav>
                      </p:tavLst>
                    </p:anim>
                    <p:animEffect transition="in" filter="fade">
                      <p:cBhvr>
                        <p:cTn dur="300"/>
                        <p:tgtEl>
                          <p:spTgt spid="85"/>
                        </p:tgtEl>
                      </p:cBhvr>
                    </p:animEffect>
                  </p:childTnLst>
                </p:cTn>
              </p:par>
            </p:tnLst>
          </p:tmpl>
        </p:tmplLst>
      </p:bldP>
      <p:bldP spid="86" grpId="0" build="p">
        <p:tmplLst>
          <p:tmpl lvl="1">
            <p:tnLst>
              <p:par>
                <p:cTn presetID="42" presetClass="entr" presetSubtype="0" fill="hold" nodeType="withEffect">
                  <p:stCondLst>
                    <p:cond delay="200"/>
                  </p:stCondLst>
                  <p:childTnLst>
                    <p:set>
                      <p:cBhvr>
                        <p:cTn dur="1" fill="hold">
                          <p:stCondLst>
                            <p:cond delay="0"/>
                          </p:stCondLst>
                        </p:cTn>
                        <p:tgtEl>
                          <p:spTgt spid="86"/>
                        </p:tgtEl>
                        <p:attrNameLst>
                          <p:attrName>style.visibility</p:attrName>
                        </p:attrNameLst>
                      </p:cBhvr>
                      <p:to>
                        <p:strVal val="visible"/>
                      </p:to>
                    </p:set>
                    <p:animEffect transition="in" filter="fade">
                      <p:cBhvr>
                        <p:cTn dur="500"/>
                        <p:tgtEl>
                          <p:spTgt spid="86"/>
                        </p:tgtEl>
                      </p:cBhvr>
                    </p:animEffect>
                    <p:anim calcmode="lin" valueType="num">
                      <p:cBhvr>
                        <p:cTn dur="500" fill="hold"/>
                        <p:tgtEl>
                          <p:spTgt spid="86"/>
                        </p:tgtEl>
                        <p:attrNameLst>
                          <p:attrName>ppt_x</p:attrName>
                        </p:attrNameLst>
                      </p:cBhvr>
                      <p:tavLst>
                        <p:tav tm="0">
                          <p:val>
                            <p:strVal val="#ppt_x"/>
                          </p:val>
                        </p:tav>
                        <p:tav tm="100000">
                          <p:val>
                            <p:strVal val="#ppt_x"/>
                          </p:val>
                        </p:tav>
                      </p:tavLst>
                    </p:anim>
                    <p:anim calcmode="lin" valueType="num">
                      <p:cBhvr>
                        <p:cTn dur="500" fill="hold"/>
                        <p:tgtEl>
                          <p:spTgt spid="86"/>
                        </p:tgtEl>
                        <p:attrNameLst>
                          <p:attrName>ppt_y</p:attrName>
                        </p:attrNameLst>
                      </p:cBhvr>
                      <p:tavLst>
                        <p:tav tm="0">
                          <p:val>
                            <p:strVal val="#ppt_y+.1"/>
                          </p:val>
                        </p:tav>
                        <p:tav tm="100000">
                          <p:val>
                            <p:strVal val="#ppt_y"/>
                          </p:val>
                        </p:tav>
                      </p:tavLst>
                    </p:anim>
                  </p:childTnLst>
                </p:cTn>
              </p:par>
            </p:tnLst>
          </p:tmpl>
        </p:tmplLst>
      </p:bldP>
      <p:bldP spid="87" grpId="0" build="p">
        <p:tmplLst>
          <p:tmpl lvl="1">
            <p:tnLst>
              <p:par>
                <p:cTn presetID="10" presetClass="entr" presetSubtype="0" fill="hold" nodeType="withEffect">
                  <p:stCondLst>
                    <p:cond delay="800"/>
                  </p:stCondLst>
                  <p:childTnLst>
                    <p:set>
                      <p:cBhvr>
                        <p:cTn dur="1" fill="hold">
                          <p:stCondLst>
                            <p:cond delay="0"/>
                          </p:stCondLst>
                        </p:cTn>
                        <p:tgtEl>
                          <p:spTgt spid="87"/>
                        </p:tgtEl>
                        <p:attrNameLst>
                          <p:attrName>style.visibility</p:attrName>
                        </p:attrNameLst>
                      </p:cBhvr>
                      <p:to>
                        <p:strVal val="visible"/>
                      </p:to>
                    </p:set>
                    <p:animEffect transition="in" filter="fade">
                      <p:cBhvr>
                        <p:cTn dur="500"/>
                        <p:tgtEl>
                          <p:spTgt spid="87"/>
                        </p:tgtEl>
                      </p:cBhvr>
                    </p:animEffect>
                  </p:childTnLst>
                </p:cTn>
              </p:par>
            </p:tnLst>
          </p:tmpl>
        </p:tmplLst>
      </p:bldP>
      <p:bldP spid="88" grpId="0" animBg="1"/>
      <p:bldP spid="89" grpId="0" build="p">
        <p:tmplLst>
          <p:tmpl lvl="1">
            <p:tnLst>
              <p:par>
                <p:cTn presetID="53" presetClass="entr" presetSubtype="16" fill="hold" nodeType="afterEffect">
                  <p:stCondLst>
                    <p:cond delay="0"/>
                  </p:stCondLst>
                  <p:childTnLst>
                    <p:set>
                      <p:cBhvr>
                        <p:cTn dur="1" fill="hold">
                          <p:stCondLst>
                            <p:cond delay="0"/>
                          </p:stCondLst>
                        </p:cTn>
                        <p:tgtEl>
                          <p:spTgt spid="89"/>
                        </p:tgtEl>
                        <p:attrNameLst>
                          <p:attrName>style.visibility</p:attrName>
                        </p:attrNameLst>
                      </p:cBhvr>
                      <p:to>
                        <p:strVal val="visible"/>
                      </p:to>
                    </p:set>
                    <p:anim calcmode="lin" valueType="num">
                      <p:cBhvr>
                        <p:cTn dur="300" fill="hold"/>
                        <p:tgtEl>
                          <p:spTgt spid="89"/>
                        </p:tgtEl>
                        <p:attrNameLst>
                          <p:attrName>ppt_w</p:attrName>
                        </p:attrNameLst>
                      </p:cBhvr>
                      <p:tavLst>
                        <p:tav tm="0">
                          <p:val>
                            <p:fltVal val="0"/>
                          </p:val>
                        </p:tav>
                        <p:tav tm="100000">
                          <p:val>
                            <p:strVal val="#ppt_w"/>
                          </p:val>
                        </p:tav>
                      </p:tavLst>
                    </p:anim>
                    <p:anim calcmode="lin" valueType="num">
                      <p:cBhvr>
                        <p:cTn dur="300" fill="hold"/>
                        <p:tgtEl>
                          <p:spTgt spid="89"/>
                        </p:tgtEl>
                        <p:attrNameLst>
                          <p:attrName>ppt_h</p:attrName>
                        </p:attrNameLst>
                      </p:cBhvr>
                      <p:tavLst>
                        <p:tav tm="0">
                          <p:val>
                            <p:fltVal val="0"/>
                          </p:val>
                        </p:tav>
                        <p:tav tm="100000">
                          <p:val>
                            <p:strVal val="#ppt_h"/>
                          </p:val>
                        </p:tav>
                      </p:tavLst>
                    </p:anim>
                    <p:animEffect transition="in" filter="fade">
                      <p:cBhvr>
                        <p:cTn dur="300"/>
                        <p:tgtEl>
                          <p:spTgt spid="89"/>
                        </p:tgtEl>
                      </p:cBhvr>
                    </p:animEffect>
                  </p:childTnLst>
                </p:cTn>
              </p:par>
            </p:tnLst>
          </p:tmpl>
        </p:tmplLst>
      </p:bldP>
      <p:bldP spid="90" grpId="0" build="p">
        <p:tmplLst>
          <p:tmpl lvl="1">
            <p:tnLst>
              <p:par>
                <p:cTn presetID="42" presetClass="entr" presetSubtype="0" fill="hold" nodeType="withEffect">
                  <p:stCondLst>
                    <p:cond delay="200"/>
                  </p:stCondLst>
                  <p:childTnLst>
                    <p:set>
                      <p:cBhvr>
                        <p:cTn dur="1" fill="hold">
                          <p:stCondLst>
                            <p:cond delay="0"/>
                          </p:stCondLst>
                        </p:cTn>
                        <p:tgtEl>
                          <p:spTgt spid="90"/>
                        </p:tgtEl>
                        <p:attrNameLst>
                          <p:attrName>style.visibility</p:attrName>
                        </p:attrNameLst>
                      </p:cBhvr>
                      <p:to>
                        <p:strVal val="visible"/>
                      </p:to>
                    </p:set>
                    <p:animEffect transition="in" filter="fade">
                      <p:cBhvr>
                        <p:cTn dur="500"/>
                        <p:tgtEl>
                          <p:spTgt spid="90"/>
                        </p:tgtEl>
                      </p:cBhvr>
                    </p:animEffect>
                    <p:anim calcmode="lin" valueType="num">
                      <p:cBhvr>
                        <p:cTn dur="500" fill="hold"/>
                        <p:tgtEl>
                          <p:spTgt spid="90"/>
                        </p:tgtEl>
                        <p:attrNameLst>
                          <p:attrName>ppt_x</p:attrName>
                        </p:attrNameLst>
                      </p:cBhvr>
                      <p:tavLst>
                        <p:tav tm="0">
                          <p:val>
                            <p:strVal val="#ppt_x"/>
                          </p:val>
                        </p:tav>
                        <p:tav tm="100000">
                          <p:val>
                            <p:strVal val="#ppt_x"/>
                          </p:val>
                        </p:tav>
                      </p:tavLst>
                    </p:anim>
                    <p:anim calcmode="lin" valueType="num">
                      <p:cBhvr>
                        <p:cTn dur="500" fill="hold"/>
                        <p:tgtEl>
                          <p:spTgt spid="90"/>
                        </p:tgtEl>
                        <p:attrNameLst>
                          <p:attrName>ppt_y</p:attrName>
                        </p:attrNameLst>
                      </p:cBhvr>
                      <p:tavLst>
                        <p:tav tm="0">
                          <p:val>
                            <p:strVal val="#ppt_y+.1"/>
                          </p:val>
                        </p:tav>
                        <p:tav tm="100000">
                          <p:val>
                            <p:strVal val="#ppt_y"/>
                          </p:val>
                        </p:tav>
                      </p:tavLst>
                    </p:anim>
                  </p:childTnLst>
                </p:cTn>
              </p:par>
            </p:tnLst>
          </p:tmpl>
        </p:tmplLst>
      </p:bldP>
      <p:bldP spid="91" grpId="0" build="p">
        <p:tmplLst>
          <p:tmpl lvl="1">
            <p:tnLst>
              <p:par>
                <p:cTn presetID="10" presetClass="entr" presetSubtype="0" fill="hold" nodeType="withEffect">
                  <p:stCondLst>
                    <p:cond delay="800"/>
                  </p:stCondLst>
                  <p:childTnLst>
                    <p:set>
                      <p:cBhvr>
                        <p:cTn dur="1" fill="hold">
                          <p:stCondLst>
                            <p:cond delay="0"/>
                          </p:stCondLst>
                        </p:cTn>
                        <p:tgtEl>
                          <p:spTgt spid="91"/>
                        </p:tgtEl>
                        <p:attrNameLst>
                          <p:attrName>style.visibility</p:attrName>
                        </p:attrNameLst>
                      </p:cBhvr>
                      <p:to>
                        <p:strVal val="visible"/>
                      </p:to>
                    </p:set>
                    <p:animEffect transition="in" filter="fade">
                      <p:cBhvr>
                        <p:cTn dur="500"/>
                        <p:tgtEl>
                          <p:spTgt spid="91"/>
                        </p:tgtEl>
                      </p:cBhvr>
                    </p:animEffect>
                  </p:childTnLst>
                </p:cTn>
              </p:par>
            </p:tnLst>
          </p:tmpl>
        </p:tmplLst>
      </p:bldP>
      <p:bldP spid="28" grpId="0" build="p">
        <p:tmplLst>
          <p:tmpl lvl="1">
            <p:tnLst>
              <p:par>
                <p:cTn presetID="42" presetClass="entr" presetSubtype="0" fill="hold" nodeType="withEffect">
                  <p:stCondLst>
                    <p:cond delay="200"/>
                  </p:stCondLst>
                  <p:childTnLst>
                    <p:set>
                      <p:cBhvr>
                        <p:cTn dur="1" fill="hold">
                          <p:stCondLst>
                            <p:cond delay="0"/>
                          </p:stCondLst>
                        </p:cTn>
                        <p:tgtEl>
                          <p:spTgt spid="28"/>
                        </p:tgtEl>
                        <p:attrNameLst>
                          <p:attrName>style.visibility</p:attrName>
                        </p:attrNameLst>
                      </p:cBhvr>
                      <p:to>
                        <p:strVal val="visible"/>
                      </p:to>
                    </p:set>
                    <p:animEffect transition="in" filter="fade">
                      <p:cBhvr>
                        <p:cTn dur="400"/>
                        <p:tgtEl>
                          <p:spTgt spid="28"/>
                        </p:tgtEl>
                      </p:cBhvr>
                    </p:animEffect>
                    <p:anim calcmode="lin" valueType="num">
                      <p:cBhvr>
                        <p:cTn dur="400" fill="hold"/>
                        <p:tgtEl>
                          <p:spTgt spid="28"/>
                        </p:tgtEl>
                        <p:attrNameLst>
                          <p:attrName>ppt_x</p:attrName>
                        </p:attrNameLst>
                      </p:cBhvr>
                      <p:tavLst>
                        <p:tav tm="0">
                          <p:val>
                            <p:strVal val="#ppt_x"/>
                          </p:val>
                        </p:tav>
                        <p:tav tm="100000">
                          <p:val>
                            <p:strVal val="#ppt_x"/>
                          </p:val>
                        </p:tav>
                      </p:tavLst>
                    </p:anim>
                    <p:anim calcmode="lin" valueType="num">
                      <p:cBhvr>
                        <p:cTn dur="400" fill="hold"/>
                        <p:tgtEl>
                          <p:spTgt spid="28"/>
                        </p:tgtEl>
                        <p:attrNameLst>
                          <p:attrName>ppt_y</p:attrName>
                        </p:attrNameLst>
                      </p:cBhvr>
                      <p:tavLst>
                        <p:tav tm="0">
                          <p:val>
                            <p:strVal val="#ppt_y+.1"/>
                          </p:val>
                        </p:tav>
                        <p:tav tm="100000">
                          <p:val>
                            <p:strVal val="#ppt_y"/>
                          </p:val>
                        </p:tav>
                      </p:tavLst>
                    </p:anim>
                  </p:childTnLst>
                </p:cTn>
              </p:par>
            </p:tnLst>
          </p:tmpl>
        </p:tmplLst>
      </p:bldP>
      <p:bldP spid="29" grpId="0" build="p">
        <p:tmplLst>
          <p:tmpl lvl="1">
            <p:tnLst>
              <p:par>
                <p:cTn presetID="42" presetClass="entr" presetSubtype="0" fill="hold" nodeType="withEffect">
                  <p:stCondLst>
                    <p:cond delay="200"/>
                  </p:stCondLst>
                  <p:childTnLst>
                    <p:set>
                      <p:cBhvr>
                        <p:cTn dur="1" fill="hold">
                          <p:stCondLst>
                            <p:cond delay="0"/>
                          </p:stCondLst>
                        </p:cTn>
                        <p:tgtEl>
                          <p:spTgt spid="29"/>
                        </p:tgtEl>
                        <p:attrNameLst>
                          <p:attrName>style.visibility</p:attrName>
                        </p:attrNameLst>
                      </p:cBhvr>
                      <p:to>
                        <p:strVal val="visible"/>
                      </p:to>
                    </p:set>
                    <p:animEffect transition="in" filter="fade">
                      <p:cBhvr>
                        <p:cTn dur="400"/>
                        <p:tgtEl>
                          <p:spTgt spid="29"/>
                        </p:tgtEl>
                      </p:cBhvr>
                    </p:animEffect>
                    <p:anim calcmode="lin" valueType="num">
                      <p:cBhvr>
                        <p:cTn dur="400" fill="hold"/>
                        <p:tgtEl>
                          <p:spTgt spid="29"/>
                        </p:tgtEl>
                        <p:attrNameLst>
                          <p:attrName>ppt_x</p:attrName>
                        </p:attrNameLst>
                      </p:cBhvr>
                      <p:tavLst>
                        <p:tav tm="0">
                          <p:val>
                            <p:strVal val="#ppt_x"/>
                          </p:val>
                        </p:tav>
                        <p:tav tm="100000">
                          <p:val>
                            <p:strVal val="#ppt_x"/>
                          </p:val>
                        </p:tav>
                      </p:tavLst>
                    </p:anim>
                    <p:anim calcmode="lin" valueType="num">
                      <p:cBhvr>
                        <p:cTn dur="4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42" presetClass="entr" presetSubtype="0" fill="hold" nodeType="withEffect">
                  <p:stCondLst>
                    <p:cond delay="200"/>
                  </p:stCondLst>
                  <p:childTnLst>
                    <p:set>
                      <p:cBhvr>
                        <p:cTn dur="1" fill="hold">
                          <p:stCondLst>
                            <p:cond delay="0"/>
                          </p:stCondLst>
                        </p:cTn>
                        <p:tgtEl>
                          <p:spTgt spid="30"/>
                        </p:tgtEl>
                        <p:attrNameLst>
                          <p:attrName>style.visibility</p:attrName>
                        </p:attrNameLst>
                      </p:cBhvr>
                      <p:to>
                        <p:strVal val="visible"/>
                      </p:to>
                    </p:set>
                    <p:animEffect transition="in" filter="fade">
                      <p:cBhvr>
                        <p:cTn dur="400"/>
                        <p:tgtEl>
                          <p:spTgt spid="30"/>
                        </p:tgtEl>
                      </p:cBhvr>
                    </p:animEffect>
                    <p:anim calcmode="lin" valueType="num">
                      <p:cBhvr>
                        <p:cTn dur="400" fill="hold"/>
                        <p:tgtEl>
                          <p:spTgt spid="30"/>
                        </p:tgtEl>
                        <p:attrNameLst>
                          <p:attrName>ppt_x</p:attrName>
                        </p:attrNameLst>
                      </p:cBhvr>
                      <p:tavLst>
                        <p:tav tm="0">
                          <p:val>
                            <p:strVal val="#ppt_x"/>
                          </p:val>
                        </p:tav>
                        <p:tav tm="100000">
                          <p:val>
                            <p:strVal val="#ppt_x"/>
                          </p:val>
                        </p:tav>
                      </p:tavLst>
                    </p:anim>
                    <p:anim calcmode="lin" valueType="num">
                      <p:cBhvr>
                        <p:cTn dur="400" fill="hold"/>
                        <p:tgtEl>
                          <p:spTgt spid="30"/>
                        </p:tgtEl>
                        <p:attrNameLst>
                          <p:attrName>ppt_y</p:attrName>
                        </p:attrNameLst>
                      </p:cBhvr>
                      <p:tavLst>
                        <p:tav tm="0">
                          <p:val>
                            <p:strVal val="#ppt_y+.1"/>
                          </p:val>
                        </p:tav>
                        <p:tav tm="100000">
                          <p:val>
                            <p:strVal val="#ppt_y"/>
                          </p:val>
                        </p:tav>
                      </p:tavLst>
                    </p:anim>
                  </p:childTnLst>
                </p:cTn>
              </p:par>
            </p:tnLst>
          </p:tmpl>
        </p:tmplLst>
      </p:bldP>
      <p:bldP spid="31" grpId="0" build="p">
        <p:tmplLst>
          <p:tmpl lvl="1">
            <p:tnLst>
              <p:par>
                <p:cTn presetID="42" presetClass="entr" presetSubtype="0" fill="hold" nodeType="withEffect">
                  <p:stCondLst>
                    <p:cond delay="200"/>
                  </p:stCondLst>
                  <p:childTnLst>
                    <p:set>
                      <p:cBhvr>
                        <p:cTn dur="1" fill="hold">
                          <p:stCondLst>
                            <p:cond delay="0"/>
                          </p:stCondLst>
                        </p:cTn>
                        <p:tgtEl>
                          <p:spTgt spid="31"/>
                        </p:tgtEl>
                        <p:attrNameLst>
                          <p:attrName>style.visibility</p:attrName>
                        </p:attrNameLst>
                      </p:cBhvr>
                      <p:to>
                        <p:strVal val="visible"/>
                      </p:to>
                    </p:set>
                    <p:animEffect transition="in" filter="fade">
                      <p:cBhvr>
                        <p:cTn dur="400"/>
                        <p:tgtEl>
                          <p:spTgt spid="31"/>
                        </p:tgtEl>
                      </p:cBhvr>
                    </p:animEffect>
                    <p:anim calcmode="lin" valueType="num">
                      <p:cBhvr>
                        <p:cTn dur="400" fill="hold"/>
                        <p:tgtEl>
                          <p:spTgt spid="31"/>
                        </p:tgtEl>
                        <p:attrNameLst>
                          <p:attrName>ppt_x</p:attrName>
                        </p:attrNameLst>
                      </p:cBhvr>
                      <p:tavLst>
                        <p:tav tm="0">
                          <p:val>
                            <p:strVal val="#ppt_x"/>
                          </p:val>
                        </p:tav>
                        <p:tav tm="100000">
                          <p:val>
                            <p:strVal val="#ppt_x"/>
                          </p:val>
                        </p:tav>
                      </p:tavLst>
                    </p:anim>
                    <p:anim calcmode="lin" valueType="num">
                      <p:cBhvr>
                        <p:cTn dur="400" fill="hold"/>
                        <p:tgtEl>
                          <p:spTgt spid="31"/>
                        </p:tgtEl>
                        <p:attrNameLst>
                          <p:attrName>ppt_y</p:attrName>
                        </p:attrNameLst>
                      </p:cBhvr>
                      <p:tavLst>
                        <p:tav tm="0">
                          <p:val>
                            <p:strVal val="#ppt_y+.1"/>
                          </p:val>
                        </p:tav>
                        <p:tav tm="100000">
                          <p:val>
                            <p:strVal val="#ppt_y"/>
                          </p:val>
                        </p:tav>
                      </p:tavLst>
                    </p:anim>
                  </p:childTnLst>
                </p:cTn>
              </p:par>
            </p:tnLst>
          </p:tmpl>
        </p:tmplLst>
      </p:bldP>
      <p:bldP spid="32" grpId="0" build="p">
        <p:tmplLst>
          <p:tmpl lvl="1">
            <p:tnLst>
              <p:par>
                <p:cTn presetID="42" presetClass="entr" presetSubtype="0" fill="hold" nodeType="withEffect">
                  <p:stCondLst>
                    <p:cond delay="200"/>
                  </p:stCondLst>
                  <p:childTnLst>
                    <p:set>
                      <p:cBhvr>
                        <p:cTn dur="1" fill="hold">
                          <p:stCondLst>
                            <p:cond delay="0"/>
                          </p:stCondLst>
                        </p:cTn>
                        <p:tgtEl>
                          <p:spTgt spid="32"/>
                        </p:tgtEl>
                        <p:attrNameLst>
                          <p:attrName>style.visibility</p:attrName>
                        </p:attrNameLst>
                      </p:cBhvr>
                      <p:to>
                        <p:strVal val="visible"/>
                      </p:to>
                    </p:set>
                    <p:animEffect transition="in" filter="fade">
                      <p:cBhvr>
                        <p:cTn dur="400"/>
                        <p:tgtEl>
                          <p:spTgt spid="32"/>
                        </p:tgtEl>
                      </p:cBhvr>
                    </p:animEffect>
                    <p:anim calcmode="lin" valueType="num">
                      <p:cBhvr>
                        <p:cTn dur="400" fill="hold"/>
                        <p:tgtEl>
                          <p:spTgt spid="32"/>
                        </p:tgtEl>
                        <p:attrNameLst>
                          <p:attrName>ppt_x</p:attrName>
                        </p:attrNameLst>
                      </p:cBhvr>
                      <p:tavLst>
                        <p:tav tm="0">
                          <p:val>
                            <p:strVal val="#ppt_x"/>
                          </p:val>
                        </p:tav>
                        <p:tav tm="100000">
                          <p:val>
                            <p:strVal val="#ppt_x"/>
                          </p:val>
                        </p:tav>
                      </p:tavLst>
                    </p:anim>
                    <p:anim calcmode="lin" valueType="num">
                      <p:cBhvr>
                        <p:cTn dur="400" fill="hold"/>
                        <p:tgtEl>
                          <p:spTgt spid="32"/>
                        </p:tgtEl>
                        <p:attrNameLst>
                          <p:attrName>ppt_y</p:attrName>
                        </p:attrNameLst>
                      </p:cBhvr>
                      <p:tavLst>
                        <p:tav tm="0">
                          <p:val>
                            <p:strVal val="#ppt_y+.1"/>
                          </p:val>
                        </p:tav>
                        <p:tav tm="100000">
                          <p:val>
                            <p:strVal val="#ppt_y"/>
                          </p:val>
                        </p:tav>
                      </p:tavLst>
                    </p:anim>
                  </p:childTnLst>
                </p:cTn>
              </p:par>
            </p:tnLst>
          </p:tmpl>
        </p:tmplLst>
      </p:bldP>
      <p:bldP spid="33" grpId="0" build="p">
        <p:tmplLst>
          <p:tmpl lvl="1">
            <p:tnLst>
              <p:par>
                <p:cTn presetID="42" presetClass="entr" presetSubtype="0" fill="hold" nodeType="withEffect">
                  <p:stCondLst>
                    <p:cond delay="200"/>
                  </p:stCondLst>
                  <p:childTnLst>
                    <p:set>
                      <p:cBhvr>
                        <p:cTn dur="1" fill="hold">
                          <p:stCondLst>
                            <p:cond delay="0"/>
                          </p:stCondLst>
                        </p:cTn>
                        <p:tgtEl>
                          <p:spTgt spid="33"/>
                        </p:tgtEl>
                        <p:attrNameLst>
                          <p:attrName>style.visibility</p:attrName>
                        </p:attrNameLst>
                      </p:cBhvr>
                      <p:to>
                        <p:strVal val="visible"/>
                      </p:to>
                    </p:set>
                    <p:animEffect transition="in" filter="fade">
                      <p:cBhvr>
                        <p:cTn dur="400"/>
                        <p:tgtEl>
                          <p:spTgt spid="33"/>
                        </p:tgtEl>
                      </p:cBhvr>
                    </p:animEffect>
                    <p:anim calcmode="lin" valueType="num">
                      <p:cBhvr>
                        <p:cTn dur="400" fill="hold"/>
                        <p:tgtEl>
                          <p:spTgt spid="33"/>
                        </p:tgtEl>
                        <p:attrNameLst>
                          <p:attrName>ppt_x</p:attrName>
                        </p:attrNameLst>
                      </p:cBhvr>
                      <p:tavLst>
                        <p:tav tm="0">
                          <p:val>
                            <p:strVal val="#ppt_x"/>
                          </p:val>
                        </p:tav>
                        <p:tav tm="100000">
                          <p:val>
                            <p:strVal val="#ppt_x"/>
                          </p:val>
                        </p:tav>
                      </p:tavLst>
                    </p:anim>
                    <p:anim calcmode="lin" valueType="num">
                      <p:cBhvr>
                        <p:cTn dur="400" fill="hold"/>
                        <p:tgtEl>
                          <p:spTgt spid="3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Iconic list 5">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9"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5" name="Text Placeholder 7"/>
          <p:cNvSpPr>
            <a:spLocks noGrp="1"/>
          </p:cNvSpPr>
          <p:nvPr>
            <p:ph type="body" sz="quarter" idx="39" hasCustomPrompt="1"/>
          </p:nvPr>
        </p:nvSpPr>
        <p:spPr>
          <a:xfrm>
            <a:off x="623715" y="1730115"/>
            <a:ext cx="704141" cy="674519"/>
          </a:xfrm>
          <a:prstGeom prst="rect">
            <a:avLst/>
          </a:prstGeom>
        </p:spPr>
        <p:txBody>
          <a:bodyPr vert="horz" lIns="0" tIns="103884" rIns="0" bIns="103884" anchor="ctr"/>
          <a:lstStyle>
            <a:lvl1pPr marL="0" indent="0" algn="l">
              <a:lnSpc>
                <a:spcPct val="100000"/>
              </a:lnSpc>
              <a:spcBef>
                <a:spcPts val="0"/>
              </a:spcBef>
              <a:buNone/>
              <a:defRPr sz="3600" b="1">
                <a:solidFill>
                  <a:schemeClr val="accent1"/>
                </a:solidFill>
                <a:latin typeface="FontAwesome"/>
                <a:cs typeface="FontAwesome"/>
              </a:defRPr>
            </a:lvl1pPr>
          </a:lstStyle>
          <a:p>
            <a:pPr lvl="0"/>
            <a:r>
              <a:rPr lang="es-ES_tradnl" dirty="0" err="1" smtClean="0"/>
              <a:t>ico</a:t>
            </a:r>
            <a:endParaRPr lang="es-ES_tradnl" dirty="0" smtClean="0"/>
          </a:p>
        </p:txBody>
      </p:sp>
      <p:sp>
        <p:nvSpPr>
          <p:cNvPr id="36" name="Text Placeholder 7"/>
          <p:cNvSpPr>
            <a:spLocks noGrp="1"/>
          </p:cNvSpPr>
          <p:nvPr>
            <p:ph type="body" sz="quarter" idx="19" hasCustomPrompt="1"/>
          </p:nvPr>
        </p:nvSpPr>
        <p:spPr>
          <a:xfrm>
            <a:off x="1327856" y="2143839"/>
            <a:ext cx="2346677" cy="260794"/>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7" name="Text Placeholder 2"/>
          <p:cNvSpPr>
            <a:spLocks noGrp="1"/>
          </p:cNvSpPr>
          <p:nvPr>
            <p:ph type="body" sz="quarter" idx="16" hasCustomPrompt="1"/>
          </p:nvPr>
        </p:nvSpPr>
        <p:spPr>
          <a:xfrm>
            <a:off x="603253" y="2563390"/>
            <a:ext cx="3071281" cy="2343890"/>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a:t>
            </a:r>
            <a:r>
              <a:rPr lang="en-US" dirty="0" smtClean="0"/>
              <a:t> </a:t>
            </a:r>
            <a:r>
              <a:rPr lang="en-US" dirty="0" err="1" smtClean="0"/>
              <a:t>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males </a:t>
            </a:r>
            <a:r>
              <a:rPr lang="en-US" dirty="0" err="1" smtClean="0"/>
              <a:t>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a:t>
            </a:r>
          </a:p>
        </p:txBody>
      </p:sp>
      <p:sp>
        <p:nvSpPr>
          <p:cNvPr id="39" name="Text Placeholder 7"/>
          <p:cNvSpPr>
            <a:spLocks noGrp="1"/>
          </p:cNvSpPr>
          <p:nvPr>
            <p:ph type="body" sz="quarter" idx="55" hasCustomPrompt="1"/>
          </p:nvPr>
        </p:nvSpPr>
        <p:spPr>
          <a:xfrm>
            <a:off x="1327856" y="1724594"/>
            <a:ext cx="2346677" cy="431780"/>
          </a:xfrm>
          <a:prstGeom prst="rect">
            <a:avLst/>
          </a:prstGeom>
        </p:spPr>
        <p:txBody>
          <a:bodyPr vert="horz" lIns="0" tIns="40504" rIns="0" bIns="40504" anchor="ctr"/>
          <a:lstStyle>
            <a:lvl1pPr marL="0" indent="0" algn="l">
              <a:lnSpc>
                <a:spcPct val="100000"/>
              </a:lnSpc>
              <a:spcBef>
                <a:spcPts val="0"/>
              </a:spcBef>
              <a:buNone/>
              <a:defRPr sz="2400" b="1">
                <a:solidFill>
                  <a:schemeClr val="tx1">
                    <a:lumMod val="65000"/>
                    <a:lumOff val="35000"/>
                  </a:schemeClr>
                </a:solidFill>
                <a:latin typeface="Lato Light"/>
                <a:cs typeface="Lato Light"/>
              </a:defRPr>
            </a:lvl1pPr>
          </a:lstStyle>
          <a:p>
            <a:pPr lvl="0"/>
            <a:r>
              <a:rPr lang="es-ES_tradnl" dirty="0" err="1" smtClean="0"/>
              <a:t>Chort</a:t>
            </a:r>
            <a:r>
              <a:rPr lang="es-ES_tradnl" dirty="0" smtClean="0"/>
              <a:t> </a:t>
            </a:r>
            <a:r>
              <a:rPr lang="es-ES_tradnl" dirty="0" err="1" smtClean="0"/>
              <a:t>title</a:t>
            </a:r>
            <a:endParaRPr lang="es-ES_tradnl" dirty="0" smtClean="0"/>
          </a:p>
        </p:txBody>
      </p:sp>
      <p:sp>
        <p:nvSpPr>
          <p:cNvPr id="40" name="Text Placeholder 7"/>
          <p:cNvSpPr>
            <a:spLocks noGrp="1"/>
          </p:cNvSpPr>
          <p:nvPr>
            <p:ph type="body" sz="quarter" idx="56" hasCustomPrompt="1"/>
          </p:nvPr>
        </p:nvSpPr>
        <p:spPr>
          <a:xfrm>
            <a:off x="4535315" y="1730115"/>
            <a:ext cx="704141" cy="674519"/>
          </a:xfrm>
          <a:prstGeom prst="rect">
            <a:avLst/>
          </a:prstGeom>
        </p:spPr>
        <p:txBody>
          <a:bodyPr vert="horz" lIns="0" tIns="103884" rIns="0" bIns="103884" anchor="ctr"/>
          <a:lstStyle>
            <a:lvl1pPr marL="0" indent="0" algn="l">
              <a:lnSpc>
                <a:spcPct val="100000"/>
              </a:lnSpc>
              <a:spcBef>
                <a:spcPts val="0"/>
              </a:spcBef>
              <a:buNone/>
              <a:defRPr sz="3600" b="1">
                <a:solidFill>
                  <a:schemeClr val="accent2"/>
                </a:solidFill>
                <a:latin typeface="FontAwesome"/>
                <a:cs typeface="FontAwesome"/>
              </a:defRPr>
            </a:lvl1pPr>
          </a:lstStyle>
          <a:p>
            <a:pPr lvl="0"/>
            <a:r>
              <a:rPr lang="es-ES_tradnl" dirty="0" err="1" smtClean="0"/>
              <a:t>ico</a:t>
            </a:r>
            <a:endParaRPr lang="es-ES_tradnl" dirty="0" smtClean="0"/>
          </a:p>
        </p:txBody>
      </p:sp>
      <p:sp>
        <p:nvSpPr>
          <p:cNvPr id="41" name="Text Placeholder 7"/>
          <p:cNvSpPr>
            <a:spLocks noGrp="1"/>
          </p:cNvSpPr>
          <p:nvPr>
            <p:ph type="body" sz="quarter" idx="57" hasCustomPrompt="1"/>
          </p:nvPr>
        </p:nvSpPr>
        <p:spPr>
          <a:xfrm>
            <a:off x="5239456" y="2143839"/>
            <a:ext cx="2346677" cy="260794"/>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2" name="Text Placeholder 2"/>
          <p:cNvSpPr>
            <a:spLocks noGrp="1"/>
          </p:cNvSpPr>
          <p:nvPr>
            <p:ph type="body" sz="quarter" idx="58" hasCustomPrompt="1"/>
          </p:nvPr>
        </p:nvSpPr>
        <p:spPr>
          <a:xfrm>
            <a:off x="4514853" y="2563390"/>
            <a:ext cx="3071281" cy="2343890"/>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a:t>
            </a:r>
            <a:r>
              <a:rPr lang="en-US" dirty="0" smtClean="0"/>
              <a:t> </a:t>
            </a:r>
            <a:r>
              <a:rPr lang="en-US" dirty="0" err="1" smtClean="0"/>
              <a:t>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males </a:t>
            </a:r>
            <a:r>
              <a:rPr lang="en-US" dirty="0" err="1" smtClean="0"/>
              <a:t>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a:t>
            </a:r>
          </a:p>
        </p:txBody>
      </p:sp>
      <p:sp>
        <p:nvSpPr>
          <p:cNvPr id="43" name="Text Placeholder 7"/>
          <p:cNvSpPr>
            <a:spLocks noGrp="1"/>
          </p:cNvSpPr>
          <p:nvPr>
            <p:ph type="body" sz="quarter" idx="59" hasCustomPrompt="1"/>
          </p:nvPr>
        </p:nvSpPr>
        <p:spPr>
          <a:xfrm>
            <a:off x="5239456" y="1724594"/>
            <a:ext cx="2346677" cy="431780"/>
          </a:xfrm>
          <a:prstGeom prst="rect">
            <a:avLst/>
          </a:prstGeom>
        </p:spPr>
        <p:txBody>
          <a:bodyPr vert="horz" lIns="0" tIns="40504" rIns="0" bIns="40504" anchor="ctr"/>
          <a:lstStyle>
            <a:lvl1pPr marL="0" indent="0" algn="l">
              <a:lnSpc>
                <a:spcPct val="100000"/>
              </a:lnSpc>
              <a:spcBef>
                <a:spcPts val="0"/>
              </a:spcBef>
              <a:buNone/>
              <a:defRPr sz="2400" b="1">
                <a:solidFill>
                  <a:schemeClr val="tx1">
                    <a:lumMod val="65000"/>
                    <a:lumOff val="35000"/>
                  </a:schemeClr>
                </a:solidFill>
                <a:latin typeface="Lato Light"/>
                <a:cs typeface="Lato Light"/>
              </a:defRPr>
            </a:lvl1pPr>
          </a:lstStyle>
          <a:p>
            <a:pPr lvl="0"/>
            <a:r>
              <a:rPr lang="es-ES_tradnl" dirty="0" err="1" smtClean="0"/>
              <a:t>Chort</a:t>
            </a:r>
            <a:r>
              <a:rPr lang="es-ES_tradnl" dirty="0" smtClean="0"/>
              <a:t> </a:t>
            </a:r>
            <a:r>
              <a:rPr lang="es-ES_tradnl" dirty="0" err="1" smtClean="0"/>
              <a:t>title</a:t>
            </a:r>
            <a:endParaRPr lang="es-ES_tradnl" dirty="0" smtClean="0"/>
          </a:p>
        </p:txBody>
      </p:sp>
      <p:sp>
        <p:nvSpPr>
          <p:cNvPr id="44" name="Text Placeholder 7"/>
          <p:cNvSpPr>
            <a:spLocks noGrp="1"/>
          </p:cNvSpPr>
          <p:nvPr>
            <p:ph type="body" sz="quarter" idx="60" hasCustomPrompt="1"/>
          </p:nvPr>
        </p:nvSpPr>
        <p:spPr>
          <a:xfrm>
            <a:off x="8508299" y="1730115"/>
            <a:ext cx="704141" cy="674519"/>
          </a:xfrm>
          <a:prstGeom prst="rect">
            <a:avLst/>
          </a:prstGeom>
        </p:spPr>
        <p:txBody>
          <a:bodyPr vert="horz" lIns="0" tIns="103884" rIns="0" bIns="103884" anchor="ctr"/>
          <a:lstStyle>
            <a:lvl1pPr marL="0" indent="0" algn="l">
              <a:lnSpc>
                <a:spcPct val="100000"/>
              </a:lnSpc>
              <a:spcBef>
                <a:spcPts val="0"/>
              </a:spcBef>
              <a:buNone/>
              <a:defRPr sz="3600" b="1">
                <a:solidFill>
                  <a:schemeClr val="accent1"/>
                </a:solidFill>
                <a:latin typeface="FontAwesome"/>
                <a:cs typeface="FontAwesome"/>
              </a:defRPr>
            </a:lvl1pPr>
          </a:lstStyle>
          <a:p>
            <a:pPr lvl="0"/>
            <a:r>
              <a:rPr lang="es-ES_tradnl" dirty="0" err="1" smtClean="0"/>
              <a:t>ico</a:t>
            </a:r>
            <a:endParaRPr lang="es-ES_tradnl" dirty="0" smtClean="0"/>
          </a:p>
        </p:txBody>
      </p:sp>
      <p:sp>
        <p:nvSpPr>
          <p:cNvPr id="45" name="Text Placeholder 7"/>
          <p:cNvSpPr>
            <a:spLocks noGrp="1"/>
          </p:cNvSpPr>
          <p:nvPr>
            <p:ph type="body" sz="quarter" idx="61" hasCustomPrompt="1"/>
          </p:nvPr>
        </p:nvSpPr>
        <p:spPr>
          <a:xfrm>
            <a:off x="9212440" y="2143839"/>
            <a:ext cx="2346677" cy="260794"/>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6" name="Text Placeholder 2"/>
          <p:cNvSpPr>
            <a:spLocks noGrp="1"/>
          </p:cNvSpPr>
          <p:nvPr>
            <p:ph type="body" sz="quarter" idx="62" hasCustomPrompt="1"/>
          </p:nvPr>
        </p:nvSpPr>
        <p:spPr>
          <a:xfrm>
            <a:off x="8487837" y="2563390"/>
            <a:ext cx="3071281" cy="2343890"/>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a:t>
            </a:r>
            <a:r>
              <a:rPr lang="en-US" dirty="0" smtClean="0"/>
              <a:t> </a:t>
            </a:r>
            <a:r>
              <a:rPr lang="en-US" dirty="0" err="1" smtClean="0"/>
              <a:t>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males </a:t>
            </a:r>
            <a:r>
              <a:rPr lang="en-US" dirty="0" err="1" smtClean="0"/>
              <a:t>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a:t>
            </a:r>
          </a:p>
        </p:txBody>
      </p:sp>
      <p:sp>
        <p:nvSpPr>
          <p:cNvPr id="47" name="Text Placeholder 7"/>
          <p:cNvSpPr>
            <a:spLocks noGrp="1"/>
          </p:cNvSpPr>
          <p:nvPr>
            <p:ph type="body" sz="quarter" idx="63" hasCustomPrompt="1"/>
          </p:nvPr>
        </p:nvSpPr>
        <p:spPr>
          <a:xfrm>
            <a:off x="9212440" y="1724594"/>
            <a:ext cx="2346677" cy="431780"/>
          </a:xfrm>
          <a:prstGeom prst="rect">
            <a:avLst/>
          </a:prstGeom>
        </p:spPr>
        <p:txBody>
          <a:bodyPr vert="horz" lIns="0" tIns="40504" rIns="0" bIns="40504" anchor="ctr"/>
          <a:lstStyle>
            <a:lvl1pPr marL="0" indent="0" algn="l">
              <a:lnSpc>
                <a:spcPct val="100000"/>
              </a:lnSpc>
              <a:spcBef>
                <a:spcPts val="0"/>
              </a:spcBef>
              <a:buNone/>
              <a:defRPr sz="2400" b="1">
                <a:solidFill>
                  <a:schemeClr val="tx1">
                    <a:lumMod val="65000"/>
                    <a:lumOff val="35000"/>
                  </a:schemeClr>
                </a:solidFill>
                <a:latin typeface="Lato Light"/>
                <a:cs typeface="Lato Light"/>
              </a:defRPr>
            </a:lvl1pPr>
          </a:lstStyle>
          <a:p>
            <a:pPr lvl="0"/>
            <a:r>
              <a:rPr lang="es-ES_tradnl" dirty="0" err="1" smtClean="0"/>
              <a:t>Chort</a:t>
            </a:r>
            <a:r>
              <a:rPr lang="es-ES_tradnl" dirty="0" smtClean="0"/>
              <a:t> </a:t>
            </a:r>
            <a:r>
              <a:rPr lang="es-ES_tradnl" dirty="0" err="1" smtClean="0"/>
              <a:t>title</a:t>
            </a:r>
            <a:endParaRPr lang="es-ES_tradnl" dirty="0" smtClean="0"/>
          </a:p>
        </p:txBody>
      </p:sp>
      <p:sp>
        <p:nvSpPr>
          <p:cNvPr id="48" name="Text Placeholder 2"/>
          <p:cNvSpPr>
            <a:spLocks noGrp="1"/>
          </p:cNvSpPr>
          <p:nvPr>
            <p:ph type="body" sz="quarter" idx="64" hasCustomPrompt="1"/>
          </p:nvPr>
        </p:nvSpPr>
        <p:spPr>
          <a:xfrm>
            <a:off x="591962" y="5563771"/>
            <a:ext cx="10973505" cy="779972"/>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a:t>
            </a:r>
          </a:p>
        </p:txBody>
      </p:sp>
      <p:sp>
        <p:nvSpPr>
          <p:cNvPr id="49" name="Text Placeholder 7"/>
          <p:cNvSpPr>
            <a:spLocks noGrp="1"/>
          </p:cNvSpPr>
          <p:nvPr>
            <p:ph type="body" sz="quarter" idx="18" hasCustomPrompt="1"/>
          </p:nvPr>
        </p:nvSpPr>
        <p:spPr>
          <a:xfrm>
            <a:off x="569384" y="5109392"/>
            <a:ext cx="10996083" cy="4317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75000"/>
                    <a:lumOff val="25000"/>
                  </a:schemeClr>
                </a:solidFill>
                <a:latin typeface="Lato Light"/>
                <a:cs typeface="Lato Light"/>
              </a:defRPr>
            </a:lvl1pPr>
          </a:lstStyle>
          <a:p>
            <a:pPr lvl="0"/>
            <a:r>
              <a:rPr lang="es-ES_tradnl" dirty="0" err="1" smtClean="0"/>
              <a:t>Put</a:t>
            </a:r>
            <a:r>
              <a:rPr lang="es-ES_tradnl" dirty="0" smtClean="0"/>
              <a:t> </a:t>
            </a:r>
            <a:r>
              <a:rPr lang="es-ES_tradnl" dirty="0" err="1" smtClean="0"/>
              <a:t>your</a:t>
            </a:r>
            <a:r>
              <a:rPr lang="es-ES_tradnl" dirty="0" smtClean="0"/>
              <a:t> </a:t>
            </a:r>
            <a:r>
              <a:rPr lang="es-ES_tradnl" dirty="0" err="1" smtClean="0"/>
              <a:t>title</a:t>
            </a:r>
            <a:r>
              <a:rPr lang="es-ES_tradnl" dirty="0" smtClean="0"/>
              <a:t> </a:t>
            </a:r>
            <a:r>
              <a:rPr lang="es-ES_tradnl" dirty="0" err="1" smtClean="0"/>
              <a:t>here</a:t>
            </a:r>
            <a:endParaRPr lang="es-ES_tradnl" dirty="0" smtClean="0"/>
          </a:p>
        </p:txBody>
      </p:sp>
      <p:cxnSp>
        <p:nvCxnSpPr>
          <p:cNvPr id="50" name="Straight Connector 49"/>
          <p:cNvCxnSpPr/>
          <p:nvPr userDrawn="1"/>
        </p:nvCxnSpPr>
        <p:spPr>
          <a:xfrm>
            <a:off x="4114800" y="1724593"/>
            <a:ext cx="0" cy="3178966"/>
          </a:xfrm>
          <a:prstGeom prst="line">
            <a:avLst/>
          </a:prstGeom>
          <a:ln w="3175" cmpd="sng">
            <a:solidFill>
              <a:schemeClr val="bg1">
                <a:lumMod val="85000"/>
              </a:schemeClr>
            </a:solidFill>
            <a:prstDash val="dash"/>
            <a:headEnd type="none"/>
            <a:tailEnd type="none"/>
          </a:ln>
          <a:effectLst/>
        </p:spPr>
        <p:style>
          <a:lnRef idx="2">
            <a:schemeClr val="accent1"/>
          </a:lnRef>
          <a:fillRef idx="0">
            <a:schemeClr val="accent1"/>
          </a:fillRef>
          <a:effectRef idx="1">
            <a:schemeClr val="accent1"/>
          </a:effectRef>
          <a:fontRef idx="minor">
            <a:schemeClr val="tx1"/>
          </a:fontRef>
        </p:style>
      </p:cxnSp>
      <p:cxnSp>
        <p:nvCxnSpPr>
          <p:cNvPr id="52" name="Straight Connector 51"/>
          <p:cNvCxnSpPr/>
          <p:nvPr userDrawn="1"/>
        </p:nvCxnSpPr>
        <p:spPr>
          <a:xfrm>
            <a:off x="8026400" y="1724593"/>
            <a:ext cx="0" cy="3178966"/>
          </a:xfrm>
          <a:prstGeom prst="line">
            <a:avLst/>
          </a:prstGeom>
          <a:ln w="3175" cmpd="sng">
            <a:solidFill>
              <a:schemeClr val="bg1">
                <a:lumMod val="85000"/>
              </a:schemeClr>
            </a:solidFill>
            <a:prstDash val="dash"/>
            <a:headEnd type="none"/>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031611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700"/>
                            </p:stCondLst>
                            <p:childTnLst>
                              <p:par>
                                <p:cTn id="16" presetID="53" presetClass="entr" presetSubtype="16" fill="hold" grpId="0" nodeType="afterEffect">
                                  <p:stCondLst>
                                    <p:cond delay="0"/>
                                  </p:stCondLst>
                                  <p:childTnLst>
                                    <p:set>
                                      <p:cBhvr>
                                        <p:cTn id="17" dur="1" fill="hold">
                                          <p:stCondLst>
                                            <p:cond delay="0"/>
                                          </p:stCondLst>
                                        </p:cTn>
                                        <p:tgtEl>
                                          <p:spTgt spid="35">
                                            <p:txEl>
                                              <p:pRg st="0" end="0"/>
                                            </p:txEl>
                                          </p:spTgt>
                                        </p:tgtEl>
                                        <p:attrNameLst>
                                          <p:attrName>style.visibility</p:attrName>
                                        </p:attrNameLst>
                                      </p:cBhvr>
                                      <p:to>
                                        <p:strVal val="visible"/>
                                      </p:to>
                                    </p:set>
                                    <p:anim calcmode="lin" valueType="num">
                                      <p:cBhvr>
                                        <p:cTn id="18" dur="300" fill="hold"/>
                                        <p:tgtEl>
                                          <p:spTgt spid="35">
                                            <p:txEl>
                                              <p:pRg st="0" end="0"/>
                                            </p:txEl>
                                          </p:spTgt>
                                        </p:tgtEl>
                                        <p:attrNameLst>
                                          <p:attrName>ppt_w</p:attrName>
                                        </p:attrNameLst>
                                      </p:cBhvr>
                                      <p:tavLst>
                                        <p:tav tm="0">
                                          <p:val>
                                            <p:fltVal val="0"/>
                                          </p:val>
                                        </p:tav>
                                        <p:tav tm="100000">
                                          <p:val>
                                            <p:strVal val="#ppt_w"/>
                                          </p:val>
                                        </p:tav>
                                      </p:tavLst>
                                    </p:anim>
                                    <p:anim calcmode="lin" valueType="num">
                                      <p:cBhvr>
                                        <p:cTn id="19" dur="300" fill="hold"/>
                                        <p:tgtEl>
                                          <p:spTgt spid="35">
                                            <p:txEl>
                                              <p:pRg st="0" end="0"/>
                                            </p:txEl>
                                          </p:spTgt>
                                        </p:tgtEl>
                                        <p:attrNameLst>
                                          <p:attrName>ppt_h</p:attrName>
                                        </p:attrNameLst>
                                      </p:cBhvr>
                                      <p:tavLst>
                                        <p:tav tm="0">
                                          <p:val>
                                            <p:fltVal val="0"/>
                                          </p:val>
                                        </p:tav>
                                        <p:tav tm="100000">
                                          <p:val>
                                            <p:strVal val="#ppt_h"/>
                                          </p:val>
                                        </p:tav>
                                      </p:tavLst>
                                    </p:anim>
                                    <p:animEffect transition="in" filter="fade">
                                      <p:cBhvr>
                                        <p:cTn id="20" dur="300"/>
                                        <p:tgtEl>
                                          <p:spTgt spid="35">
                                            <p:txEl>
                                              <p:pRg st="0" end="0"/>
                                            </p:txEl>
                                          </p:spTgt>
                                        </p:tgtEl>
                                      </p:cBhvr>
                                    </p:animEffect>
                                  </p:childTnLst>
                                </p:cTn>
                              </p:par>
                            </p:childTnLst>
                          </p:cTn>
                        </p:par>
                        <p:par>
                          <p:cTn id="21" fill="hold">
                            <p:stCondLst>
                              <p:cond delay="1000"/>
                            </p:stCondLst>
                            <p:childTnLst>
                              <p:par>
                                <p:cTn id="22" presetID="22" presetClass="entr" presetSubtype="1" fill="hold" nodeType="afterEffect">
                                  <p:stCondLst>
                                    <p:cond delay="0"/>
                                  </p:stCondLst>
                                  <p:childTnLst>
                                    <p:set>
                                      <p:cBhvr>
                                        <p:cTn id="23" dur="1" fill="hold">
                                          <p:stCondLst>
                                            <p:cond delay="0"/>
                                          </p:stCondLst>
                                        </p:cTn>
                                        <p:tgtEl>
                                          <p:spTgt spid="50"/>
                                        </p:tgtEl>
                                        <p:attrNameLst>
                                          <p:attrName>style.visibility</p:attrName>
                                        </p:attrNameLst>
                                      </p:cBhvr>
                                      <p:to>
                                        <p:strVal val="visible"/>
                                      </p:to>
                                    </p:set>
                                    <p:animEffect transition="in" filter="wipe(up)">
                                      <p:cBhvr>
                                        <p:cTn id="24" dur="500"/>
                                        <p:tgtEl>
                                          <p:spTgt spid="50"/>
                                        </p:tgtEl>
                                      </p:cBhvr>
                                    </p:animEffect>
                                  </p:childTnLst>
                                </p:cTn>
                              </p:par>
                              <p:par>
                                <p:cTn id="25" presetID="42" presetClass="entr" presetSubtype="0" fill="hold" grpId="0" nodeType="withEffect">
                                  <p:stCondLst>
                                    <p:cond delay="200"/>
                                  </p:stCondLst>
                                  <p:childTnLst>
                                    <p:set>
                                      <p:cBhvr>
                                        <p:cTn id="26" dur="1" fill="hold">
                                          <p:stCondLst>
                                            <p:cond delay="0"/>
                                          </p:stCondLst>
                                        </p:cTn>
                                        <p:tgtEl>
                                          <p:spTgt spid="36">
                                            <p:txEl>
                                              <p:pRg st="0" end="0"/>
                                            </p:txEl>
                                          </p:spTgt>
                                        </p:tgtEl>
                                        <p:attrNameLst>
                                          <p:attrName>style.visibility</p:attrName>
                                        </p:attrNameLst>
                                      </p:cBhvr>
                                      <p:to>
                                        <p:strVal val="visible"/>
                                      </p:to>
                                    </p:set>
                                    <p:animEffect transition="in" filter="fade">
                                      <p:cBhvr>
                                        <p:cTn id="27" dur="500"/>
                                        <p:tgtEl>
                                          <p:spTgt spid="36">
                                            <p:txEl>
                                              <p:pRg st="0" end="0"/>
                                            </p:txEl>
                                          </p:spTgt>
                                        </p:tgtEl>
                                      </p:cBhvr>
                                    </p:animEffect>
                                    <p:anim calcmode="lin" valueType="num">
                                      <p:cBhvr>
                                        <p:cTn id="28" dur="500" fill="hold"/>
                                        <p:tgtEl>
                                          <p:spTgt spid="36">
                                            <p:txEl>
                                              <p:pRg st="0" end="0"/>
                                            </p:txEl>
                                          </p:spTgt>
                                        </p:tgtEl>
                                        <p:attrNameLst>
                                          <p:attrName>ppt_x</p:attrName>
                                        </p:attrNameLst>
                                      </p:cBhvr>
                                      <p:tavLst>
                                        <p:tav tm="0">
                                          <p:val>
                                            <p:strVal val="#ppt_x"/>
                                          </p:val>
                                        </p:tav>
                                        <p:tav tm="100000">
                                          <p:val>
                                            <p:strVal val="#ppt_x"/>
                                          </p:val>
                                        </p:tav>
                                      </p:tavLst>
                                    </p:anim>
                                    <p:anim calcmode="lin" valueType="num">
                                      <p:cBhvr>
                                        <p:cTn id="29" dur="500" fill="hold"/>
                                        <p:tgtEl>
                                          <p:spTgt spid="36">
                                            <p:txEl>
                                              <p:pRg st="0" end="0"/>
                                            </p:txEl>
                                          </p:spTgt>
                                        </p:tgtEl>
                                        <p:attrNameLst>
                                          <p:attrName>ppt_y</p:attrName>
                                        </p:attrNameLst>
                                      </p:cBhvr>
                                      <p:tavLst>
                                        <p:tav tm="0">
                                          <p:val>
                                            <p:strVal val="#ppt_y+.1"/>
                                          </p:val>
                                        </p:tav>
                                        <p:tav tm="100000">
                                          <p:val>
                                            <p:strVal val="#ppt_y"/>
                                          </p:val>
                                        </p:tav>
                                      </p:tavLst>
                                    </p:anim>
                                  </p:childTnLst>
                                </p:cTn>
                              </p:par>
                              <p:par>
                                <p:cTn id="30" presetID="10" presetClass="entr" presetSubtype="0" fill="hold" grpId="0" nodeType="withEffect">
                                  <p:stCondLst>
                                    <p:cond delay="800"/>
                                  </p:stCondLst>
                                  <p:childTnLst>
                                    <p:set>
                                      <p:cBhvr>
                                        <p:cTn id="31" dur="1" fill="hold">
                                          <p:stCondLst>
                                            <p:cond delay="0"/>
                                          </p:stCondLst>
                                        </p:cTn>
                                        <p:tgtEl>
                                          <p:spTgt spid="37">
                                            <p:txEl>
                                              <p:pRg st="0" end="0"/>
                                            </p:txEl>
                                          </p:spTgt>
                                        </p:tgtEl>
                                        <p:attrNameLst>
                                          <p:attrName>style.visibility</p:attrName>
                                        </p:attrNameLst>
                                      </p:cBhvr>
                                      <p:to>
                                        <p:strVal val="visible"/>
                                      </p:to>
                                    </p:set>
                                    <p:animEffect transition="in" filter="fade">
                                      <p:cBhvr>
                                        <p:cTn id="32" dur="500"/>
                                        <p:tgtEl>
                                          <p:spTgt spid="37">
                                            <p:txEl>
                                              <p:pRg st="0" end="0"/>
                                            </p:txEl>
                                          </p:spTgt>
                                        </p:tgtEl>
                                      </p:cBhvr>
                                    </p:animEffect>
                                  </p:childTnLst>
                                </p:cTn>
                              </p:par>
                              <p:par>
                                <p:cTn id="33" presetID="42" presetClass="entr" presetSubtype="0" fill="hold" grpId="0" nodeType="withEffect">
                                  <p:stCondLst>
                                    <p:cond delay="200"/>
                                  </p:stCondLst>
                                  <p:childTnLst>
                                    <p:set>
                                      <p:cBhvr>
                                        <p:cTn id="34" dur="1" fill="hold">
                                          <p:stCondLst>
                                            <p:cond delay="0"/>
                                          </p:stCondLst>
                                        </p:cTn>
                                        <p:tgtEl>
                                          <p:spTgt spid="39">
                                            <p:txEl>
                                              <p:pRg st="0" end="0"/>
                                            </p:txEl>
                                          </p:spTgt>
                                        </p:tgtEl>
                                        <p:attrNameLst>
                                          <p:attrName>style.visibility</p:attrName>
                                        </p:attrNameLst>
                                      </p:cBhvr>
                                      <p:to>
                                        <p:strVal val="visible"/>
                                      </p:to>
                                    </p:set>
                                    <p:animEffect transition="in" filter="fade">
                                      <p:cBhvr>
                                        <p:cTn id="35" dur="400"/>
                                        <p:tgtEl>
                                          <p:spTgt spid="39">
                                            <p:txEl>
                                              <p:pRg st="0" end="0"/>
                                            </p:txEl>
                                          </p:spTgt>
                                        </p:tgtEl>
                                      </p:cBhvr>
                                    </p:animEffect>
                                    <p:anim calcmode="lin" valueType="num">
                                      <p:cBhvr>
                                        <p:cTn id="36" dur="400" fill="hold"/>
                                        <p:tgtEl>
                                          <p:spTgt spid="39">
                                            <p:txEl>
                                              <p:pRg st="0" end="0"/>
                                            </p:txEl>
                                          </p:spTgt>
                                        </p:tgtEl>
                                        <p:attrNameLst>
                                          <p:attrName>ppt_x</p:attrName>
                                        </p:attrNameLst>
                                      </p:cBhvr>
                                      <p:tavLst>
                                        <p:tav tm="0">
                                          <p:val>
                                            <p:strVal val="#ppt_x"/>
                                          </p:val>
                                        </p:tav>
                                        <p:tav tm="100000">
                                          <p:val>
                                            <p:strVal val="#ppt_x"/>
                                          </p:val>
                                        </p:tav>
                                      </p:tavLst>
                                    </p:anim>
                                    <p:anim calcmode="lin" valueType="num">
                                      <p:cBhvr>
                                        <p:cTn id="37" dur="400" fill="hold"/>
                                        <p:tgtEl>
                                          <p:spTgt spid="39">
                                            <p:txEl>
                                              <p:pRg st="0" end="0"/>
                                            </p:txEl>
                                          </p:spTgt>
                                        </p:tgtEl>
                                        <p:attrNameLst>
                                          <p:attrName>ppt_y</p:attrName>
                                        </p:attrNameLst>
                                      </p:cBhvr>
                                      <p:tavLst>
                                        <p:tav tm="0">
                                          <p:val>
                                            <p:strVal val="#ppt_y+.1"/>
                                          </p:val>
                                        </p:tav>
                                        <p:tav tm="100000">
                                          <p:val>
                                            <p:strVal val="#ppt_y"/>
                                          </p:val>
                                        </p:tav>
                                      </p:tavLst>
                                    </p:anim>
                                  </p:childTnLst>
                                </p:cTn>
                              </p:par>
                            </p:childTnLst>
                          </p:cTn>
                        </p:par>
                        <p:par>
                          <p:cTn id="38" fill="hold">
                            <p:stCondLst>
                              <p:cond delay="2300"/>
                            </p:stCondLst>
                            <p:childTnLst>
                              <p:par>
                                <p:cTn id="39" presetID="53" presetClass="entr" presetSubtype="16" fill="hold" grpId="0" nodeType="afterEffect">
                                  <p:stCondLst>
                                    <p:cond delay="0"/>
                                  </p:stCondLst>
                                  <p:childTnLst>
                                    <p:set>
                                      <p:cBhvr>
                                        <p:cTn id="40" dur="1" fill="hold">
                                          <p:stCondLst>
                                            <p:cond delay="0"/>
                                          </p:stCondLst>
                                        </p:cTn>
                                        <p:tgtEl>
                                          <p:spTgt spid="40">
                                            <p:txEl>
                                              <p:pRg st="0" end="0"/>
                                            </p:txEl>
                                          </p:spTgt>
                                        </p:tgtEl>
                                        <p:attrNameLst>
                                          <p:attrName>style.visibility</p:attrName>
                                        </p:attrNameLst>
                                      </p:cBhvr>
                                      <p:to>
                                        <p:strVal val="visible"/>
                                      </p:to>
                                    </p:set>
                                    <p:anim calcmode="lin" valueType="num">
                                      <p:cBhvr>
                                        <p:cTn id="41" dur="300" fill="hold"/>
                                        <p:tgtEl>
                                          <p:spTgt spid="40">
                                            <p:txEl>
                                              <p:pRg st="0" end="0"/>
                                            </p:txEl>
                                          </p:spTgt>
                                        </p:tgtEl>
                                        <p:attrNameLst>
                                          <p:attrName>ppt_w</p:attrName>
                                        </p:attrNameLst>
                                      </p:cBhvr>
                                      <p:tavLst>
                                        <p:tav tm="0">
                                          <p:val>
                                            <p:fltVal val="0"/>
                                          </p:val>
                                        </p:tav>
                                        <p:tav tm="100000">
                                          <p:val>
                                            <p:strVal val="#ppt_w"/>
                                          </p:val>
                                        </p:tav>
                                      </p:tavLst>
                                    </p:anim>
                                    <p:anim calcmode="lin" valueType="num">
                                      <p:cBhvr>
                                        <p:cTn id="42" dur="300" fill="hold"/>
                                        <p:tgtEl>
                                          <p:spTgt spid="40">
                                            <p:txEl>
                                              <p:pRg st="0" end="0"/>
                                            </p:txEl>
                                          </p:spTgt>
                                        </p:tgtEl>
                                        <p:attrNameLst>
                                          <p:attrName>ppt_h</p:attrName>
                                        </p:attrNameLst>
                                      </p:cBhvr>
                                      <p:tavLst>
                                        <p:tav tm="0">
                                          <p:val>
                                            <p:fltVal val="0"/>
                                          </p:val>
                                        </p:tav>
                                        <p:tav tm="100000">
                                          <p:val>
                                            <p:strVal val="#ppt_h"/>
                                          </p:val>
                                        </p:tav>
                                      </p:tavLst>
                                    </p:anim>
                                    <p:animEffect transition="in" filter="fade">
                                      <p:cBhvr>
                                        <p:cTn id="43" dur="300"/>
                                        <p:tgtEl>
                                          <p:spTgt spid="40">
                                            <p:txEl>
                                              <p:pRg st="0" end="0"/>
                                            </p:txEl>
                                          </p:spTgt>
                                        </p:tgtEl>
                                      </p:cBhvr>
                                    </p:animEffect>
                                  </p:childTnLst>
                                </p:cTn>
                              </p:par>
                            </p:childTnLst>
                          </p:cTn>
                        </p:par>
                        <p:par>
                          <p:cTn id="44" fill="hold">
                            <p:stCondLst>
                              <p:cond delay="2600"/>
                            </p:stCondLst>
                            <p:childTnLst>
                              <p:par>
                                <p:cTn id="45" presetID="22" presetClass="entr" presetSubtype="1" fill="hold" nodeType="afterEffect">
                                  <p:stCondLst>
                                    <p:cond delay="0"/>
                                  </p:stCondLst>
                                  <p:childTnLst>
                                    <p:set>
                                      <p:cBhvr>
                                        <p:cTn id="46" dur="1" fill="hold">
                                          <p:stCondLst>
                                            <p:cond delay="0"/>
                                          </p:stCondLst>
                                        </p:cTn>
                                        <p:tgtEl>
                                          <p:spTgt spid="52"/>
                                        </p:tgtEl>
                                        <p:attrNameLst>
                                          <p:attrName>style.visibility</p:attrName>
                                        </p:attrNameLst>
                                      </p:cBhvr>
                                      <p:to>
                                        <p:strVal val="visible"/>
                                      </p:to>
                                    </p:set>
                                    <p:animEffect transition="in" filter="wipe(up)">
                                      <p:cBhvr>
                                        <p:cTn id="47" dur="500"/>
                                        <p:tgtEl>
                                          <p:spTgt spid="52"/>
                                        </p:tgtEl>
                                      </p:cBhvr>
                                    </p:animEffect>
                                  </p:childTnLst>
                                </p:cTn>
                              </p:par>
                              <p:par>
                                <p:cTn id="48" presetID="42" presetClass="entr" presetSubtype="0" fill="hold" grpId="0" nodeType="withEffect">
                                  <p:stCondLst>
                                    <p:cond delay="200"/>
                                  </p:stCondLst>
                                  <p:childTnLst>
                                    <p:set>
                                      <p:cBhvr>
                                        <p:cTn id="49" dur="1" fill="hold">
                                          <p:stCondLst>
                                            <p:cond delay="0"/>
                                          </p:stCondLst>
                                        </p:cTn>
                                        <p:tgtEl>
                                          <p:spTgt spid="41">
                                            <p:txEl>
                                              <p:pRg st="0" end="0"/>
                                            </p:txEl>
                                          </p:spTgt>
                                        </p:tgtEl>
                                        <p:attrNameLst>
                                          <p:attrName>style.visibility</p:attrName>
                                        </p:attrNameLst>
                                      </p:cBhvr>
                                      <p:to>
                                        <p:strVal val="visible"/>
                                      </p:to>
                                    </p:set>
                                    <p:animEffect transition="in" filter="fade">
                                      <p:cBhvr>
                                        <p:cTn id="50" dur="500"/>
                                        <p:tgtEl>
                                          <p:spTgt spid="41">
                                            <p:txEl>
                                              <p:pRg st="0" end="0"/>
                                            </p:txEl>
                                          </p:spTgt>
                                        </p:tgtEl>
                                      </p:cBhvr>
                                    </p:animEffect>
                                    <p:anim calcmode="lin" valueType="num">
                                      <p:cBhvr>
                                        <p:cTn id="51" dur="50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41">
                                            <p:txEl>
                                              <p:pRg st="0" end="0"/>
                                            </p:txEl>
                                          </p:spTgt>
                                        </p:tgtEl>
                                        <p:attrNameLst>
                                          <p:attrName>ppt_y</p:attrName>
                                        </p:attrNameLst>
                                      </p:cBhvr>
                                      <p:tavLst>
                                        <p:tav tm="0">
                                          <p:val>
                                            <p:strVal val="#ppt_y+.1"/>
                                          </p:val>
                                        </p:tav>
                                        <p:tav tm="100000">
                                          <p:val>
                                            <p:strVal val="#ppt_y"/>
                                          </p:val>
                                        </p:tav>
                                      </p:tavLst>
                                    </p:anim>
                                  </p:childTnLst>
                                </p:cTn>
                              </p:par>
                              <p:par>
                                <p:cTn id="53" presetID="10" presetClass="entr" presetSubtype="0" fill="hold" grpId="0" nodeType="withEffect">
                                  <p:stCondLst>
                                    <p:cond delay="800"/>
                                  </p:stCondLst>
                                  <p:childTnLst>
                                    <p:set>
                                      <p:cBhvr>
                                        <p:cTn id="54" dur="1" fill="hold">
                                          <p:stCondLst>
                                            <p:cond delay="0"/>
                                          </p:stCondLst>
                                        </p:cTn>
                                        <p:tgtEl>
                                          <p:spTgt spid="42">
                                            <p:txEl>
                                              <p:pRg st="0" end="0"/>
                                            </p:txEl>
                                          </p:spTgt>
                                        </p:tgtEl>
                                        <p:attrNameLst>
                                          <p:attrName>style.visibility</p:attrName>
                                        </p:attrNameLst>
                                      </p:cBhvr>
                                      <p:to>
                                        <p:strVal val="visible"/>
                                      </p:to>
                                    </p:set>
                                    <p:animEffect transition="in" filter="fade">
                                      <p:cBhvr>
                                        <p:cTn id="55" dur="500"/>
                                        <p:tgtEl>
                                          <p:spTgt spid="42">
                                            <p:txEl>
                                              <p:pRg st="0" end="0"/>
                                            </p:txEl>
                                          </p:spTgt>
                                        </p:tgtEl>
                                      </p:cBhvr>
                                    </p:animEffect>
                                  </p:childTnLst>
                                </p:cTn>
                              </p:par>
                              <p:par>
                                <p:cTn id="56" presetID="42" presetClass="entr" presetSubtype="0" fill="hold" grpId="0" nodeType="withEffect">
                                  <p:stCondLst>
                                    <p:cond delay="200"/>
                                  </p:stCondLst>
                                  <p:childTnLst>
                                    <p:set>
                                      <p:cBhvr>
                                        <p:cTn id="57" dur="1" fill="hold">
                                          <p:stCondLst>
                                            <p:cond delay="0"/>
                                          </p:stCondLst>
                                        </p:cTn>
                                        <p:tgtEl>
                                          <p:spTgt spid="43">
                                            <p:txEl>
                                              <p:pRg st="0" end="0"/>
                                            </p:txEl>
                                          </p:spTgt>
                                        </p:tgtEl>
                                        <p:attrNameLst>
                                          <p:attrName>style.visibility</p:attrName>
                                        </p:attrNameLst>
                                      </p:cBhvr>
                                      <p:to>
                                        <p:strVal val="visible"/>
                                      </p:to>
                                    </p:set>
                                    <p:animEffect transition="in" filter="fade">
                                      <p:cBhvr>
                                        <p:cTn id="58" dur="400"/>
                                        <p:tgtEl>
                                          <p:spTgt spid="43">
                                            <p:txEl>
                                              <p:pRg st="0" end="0"/>
                                            </p:txEl>
                                          </p:spTgt>
                                        </p:tgtEl>
                                      </p:cBhvr>
                                    </p:animEffect>
                                    <p:anim calcmode="lin" valueType="num">
                                      <p:cBhvr>
                                        <p:cTn id="59" dur="40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60" dur="400" fill="hold"/>
                                        <p:tgtEl>
                                          <p:spTgt spid="43">
                                            <p:txEl>
                                              <p:pRg st="0" end="0"/>
                                            </p:txEl>
                                          </p:spTgt>
                                        </p:tgtEl>
                                        <p:attrNameLst>
                                          <p:attrName>ppt_y</p:attrName>
                                        </p:attrNameLst>
                                      </p:cBhvr>
                                      <p:tavLst>
                                        <p:tav tm="0">
                                          <p:val>
                                            <p:strVal val="#ppt_y+.1"/>
                                          </p:val>
                                        </p:tav>
                                        <p:tav tm="100000">
                                          <p:val>
                                            <p:strVal val="#ppt_y"/>
                                          </p:val>
                                        </p:tav>
                                      </p:tavLst>
                                    </p:anim>
                                  </p:childTnLst>
                                </p:cTn>
                              </p:par>
                            </p:childTnLst>
                          </p:cTn>
                        </p:par>
                        <p:par>
                          <p:cTn id="61" fill="hold">
                            <p:stCondLst>
                              <p:cond delay="3900"/>
                            </p:stCondLst>
                            <p:childTnLst>
                              <p:par>
                                <p:cTn id="62" presetID="53" presetClass="entr" presetSubtype="16" fill="hold" grpId="0" nodeType="afterEffect">
                                  <p:stCondLst>
                                    <p:cond delay="0"/>
                                  </p:stCondLst>
                                  <p:childTnLst>
                                    <p:set>
                                      <p:cBhvr>
                                        <p:cTn id="63" dur="1" fill="hold">
                                          <p:stCondLst>
                                            <p:cond delay="0"/>
                                          </p:stCondLst>
                                        </p:cTn>
                                        <p:tgtEl>
                                          <p:spTgt spid="44">
                                            <p:txEl>
                                              <p:pRg st="0" end="0"/>
                                            </p:txEl>
                                          </p:spTgt>
                                        </p:tgtEl>
                                        <p:attrNameLst>
                                          <p:attrName>style.visibility</p:attrName>
                                        </p:attrNameLst>
                                      </p:cBhvr>
                                      <p:to>
                                        <p:strVal val="visible"/>
                                      </p:to>
                                    </p:set>
                                    <p:anim calcmode="lin" valueType="num">
                                      <p:cBhvr>
                                        <p:cTn id="64" dur="3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65" dur="3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66" dur="300"/>
                                        <p:tgtEl>
                                          <p:spTgt spid="44">
                                            <p:txEl>
                                              <p:pRg st="0" end="0"/>
                                            </p:txEl>
                                          </p:spTgt>
                                        </p:tgtEl>
                                      </p:cBhvr>
                                    </p:animEffect>
                                  </p:childTnLst>
                                </p:cTn>
                              </p:par>
                              <p:par>
                                <p:cTn id="67" presetID="42" presetClass="entr" presetSubtype="0" fill="hold" grpId="0" nodeType="withEffect">
                                  <p:stCondLst>
                                    <p:cond delay="200"/>
                                  </p:stCondLst>
                                  <p:childTnLst>
                                    <p:set>
                                      <p:cBhvr>
                                        <p:cTn id="68" dur="1" fill="hold">
                                          <p:stCondLst>
                                            <p:cond delay="0"/>
                                          </p:stCondLst>
                                        </p:cTn>
                                        <p:tgtEl>
                                          <p:spTgt spid="45">
                                            <p:txEl>
                                              <p:pRg st="0" end="0"/>
                                            </p:txEl>
                                          </p:spTgt>
                                        </p:tgtEl>
                                        <p:attrNameLst>
                                          <p:attrName>style.visibility</p:attrName>
                                        </p:attrNameLst>
                                      </p:cBhvr>
                                      <p:to>
                                        <p:strVal val="visible"/>
                                      </p:to>
                                    </p:set>
                                    <p:animEffect transition="in" filter="fade">
                                      <p:cBhvr>
                                        <p:cTn id="69" dur="500"/>
                                        <p:tgtEl>
                                          <p:spTgt spid="45">
                                            <p:txEl>
                                              <p:pRg st="0" end="0"/>
                                            </p:txEl>
                                          </p:spTgt>
                                        </p:tgtEl>
                                      </p:cBhvr>
                                    </p:animEffect>
                                    <p:anim calcmode="lin" valueType="num">
                                      <p:cBhvr>
                                        <p:cTn id="70"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71" dur="500" fill="hold"/>
                                        <p:tgtEl>
                                          <p:spTgt spid="45">
                                            <p:txEl>
                                              <p:pRg st="0" end="0"/>
                                            </p:txEl>
                                          </p:spTgt>
                                        </p:tgtEl>
                                        <p:attrNameLst>
                                          <p:attrName>ppt_y</p:attrName>
                                        </p:attrNameLst>
                                      </p:cBhvr>
                                      <p:tavLst>
                                        <p:tav tm="0">
                                          <p:val>
                                            <p:strVal val="#ppt_y+.1"/>
                                          </p:val>
                                        </p:tav>
                                        <p:tav tm="100000">
                                          <p:val>
                                            <p:strVal val="#ppt_y"/>
                                          </p:val>
                                        </p:tav>
                                      </p:tavLst>
                                    </p:anim>
                                  </p:childTnLst>
                                </p:cTn>
                              </p:par>
                              <p:par>
                                <p:cTn id="72" presetID="10" presetClass="entr" presetSubtype="0" fill="hold" grpId="0" nodeType="withEffect">
                                  <p:stCondLst>
                                    <p:cond delay="800"/>
                                  </p:stCondLst>
                                  <p:childTnLst>
                                    <p:set>
                                      <p:cBhvr>
                                        <p:cTn id="73" dur="1" fill="hold">
                                          <p:stCondLst>
                                            <p:cond delay="0"/>
                                          </p:stCondLst>
                                        </p:cTn>
                                        <p:tgtEl>
                                          <p:spTgt spid="46">
                                            <p:txEl>
                                              <p:pRg st="0" end="0"/>
                                            </p:txEl>
                                          </p:spTgt>
                                        </p:tgtEl>
                                        <p:attrNameLst>
                                          <p:attrName>style.visibility</p:attrName>
                                        </p:attrNameLst>
                                      </p:cBhvr>
                                      <p:to>
                                        <p:strVal val="visible"/>
                                      </p:to>
                                    </p:set>
                                    <p:animEffect transition="in" filter="fade">
                                      <p:cBhvr>
                                        <p:cTn id="74" dur="500"/>
                                        <p:tgtEl>
                                          <p:spTgt spid="46">
                                            <p:txEl>
                                              <p:pRg st="0" end="0"/>
                                            </p:txEl>
                                          </p:spTgt>
                                        </p:tgtEl>
                                      </p:cBhvr>
                                    </p:animEffect>
                                  </p:childTnLst>
                                </p:cTn>
                              </p:par>
                              <p:par>
                                <p:cTn id="75" presetID="42" presetClass="entr" presetSubtype="0" fill="hold" grpId="0" nodeType="withEffect">
                                  <p:stCondLst>
                                    <p:cond delay="200"/>
                                  </p:stCondLst>
                                  <p:childTnLst>
                                    <p:set>
                                      <p:cBhvr>
                                        <p:cTn id="76" dur="1" fill="hold">
                                          <p:stCondLst>
                                            <p:cond delay="0"/>
                                          </p:stCondLst>
                                        </p:cTn>
                                        <p:tgtEl>
                                          <p:spTgt spid="47">
                                            <p:txEl>
                                              <p:pRg st="0" end="0"/>
                                            </p:txEl>
                                          </p:spTgt>
                                        </p:tgtEl>
                                        <p:attrNameLst>
                                          <p:attrName>style.visibility</p:attrName>
                                        </p:attrNameLst>
                                      </p:cBhvr>
                                      <p:to>
                                        <p:strVal val="visible"/>
                                      </p:to>
                                    </p:set>
                                    <p:animEffect transition="in" filter="fade">
                                      <p:cBhvr>
                                        <p:cTn id="77" dur="400"/>
                                        <p:tgtEl>
                                          <p:spTgt spid="47">
                                            <p:txEl>
                                              <p:pRg st="0" end="0"/>
                                            </p:txEl>
                                          </p:spTgt>
                                        </p:tgtEl>
                                      </p:cBhvr>
                                    </p:animEffect>
                                    <p:anim calcmode="lin" valueType="num">
                                      <p:cBhvr>
                                        <p:cTn id="78" dur="40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79" dur="400" fill="hold"/>
                                        <p:tgtEl>
                                          <p:spTgt spid="47">
                                            <p:txEl>
                                              <p:pRg st="0" end="0"/>
                                            </p:txEl>
                                          </p:spTgt>
                                        </p:tgtEl>
                                        <p:attrNameLst>
                                          <p:attrName>ppt_y</p:attrName>
                                        </p:attrNameLst>
                                      </p:cBhvr>
                                      <p:tavLst>
                                        <p:tav tm="0">
                                          <p:val>
                                            <p:strVal val="#ppt_y+.1"/>
                                          </p:val>
                                        </p:tav>
                                        <p:tav tm="100000">
                                          <p:val>
                                            <p:strVal val="#ppt_y"/>
                                          </p:val>
                                        </p:tav>
                                      </p:tavLst>
                                    </p:anim>
                                  </p:childTnLst>
                                </p:cTn>
                              </p:par>
                              <p:par>
                                <p:cTn id="80" presetID="10" presetClass="entr" presetSubtype="0" fill="hold" grpId="0" nodeType="withEffect">
                                  <p:stCondLst>
                                    <p:cond delay="800"/>
                                  </p:stCondLst>
                                  <p:childTnLst>
                                    <p:set>
                                      <p:cBhvr>
                                        <p:cTn id="81" dur="1" fill="hold">
                                          <p:stCondLst>
                                            <p:cond delay="0"/>
                                          </p:stCondLst>
                                        </p:cTn>
                                        <p:tgtEl>
                                          <p:spTgt spid="48">
                                            <p:txEl>
                                              <p:pRg st="0" end="0"/>
                                            </p:txEl>
                                          </p:spTgt>
                                        </p:tgtEl>
                                        <p:attrNameLst>
                                          <p:attrName>style.visibility</p:attrName>
                                        </p:attrNameLst>
                                      </p:cBhvr>
                                      <p:to>
                                        <p:strVal val="visible"/>
                                      </p:to>
                                    </p:set>
                                    <p:animEffect transition="in" filter="fade">
                                      <p:cBhvr>
                                        <p:cTn id="82" dur="500"/>
                                        <p:tgtEl>
                                          <p:spTgt spid="48">
                                            <p:txEl>
                                              <p:pRg st="0" end="0"/>
                                            </p:txEl>
                                          </p:spTgt>
                                        </p:tgtEl>
                                      </p:cBhvr>
                                    </p:animEffect>
                                  </p:childTnLst>
                                </p:cTn>
                              </p:par>
                              <p:par>
                                <p:cTn id="83" presetID="42" presetClass="entr" presetSubtype="0" fill="hold" grpId="0" nodeType="withEffect">
                                  <p:stCondLst>
                                    <p:cond delay="200"/>
                                  </p:stCondLst>
                                  <p:childTnLst>
                                    <p:set>
                                      <p:cBhvr>
                                        <p:cTn id="84" dur="1" fill="hold">
                                          <p:stCondLst>
                                            <p:cond delay="0"/>
                                          </p:stCondLst>
                                        </p:cTn>
                                        <p:tgtEl>
                                          <p:spTgt spid="49">
                                            <p:txEl>
                                              <p:pRg st="0" end="0"/>
                                            </p:txEl>
                                          </p:spTgt>
                                        </p:tgtEl>
                                        <p:attrNameLst>
                                          <p:attrName>style.visibility</p:attrName>
                                        </p:attrNameLst>
                                      </p:cBhvr>
                                      <p:to>
                                        <p:strVal val="visible"/>
                                      </p:to>
                                    </p:set>
                                    <p:animEffect transition="in" filter="fade">
                                      <p:cBhvr>
                                        <p:cTn id="85" dur="400"/>
                                        <p:tgtEl>
                                          <p:spTgt spid="49">
                                            <p:txEl>
                                              <p:pRg st="0" end="0"/>
                                            </p:txEl>
                                          </p:spTgt>
                                        </p:tgtEl>
                                      </p:cBhvr>
                                    </p:animEffect>
                                    <p:anim calcmode="lin" valueType="num">
                                      <p:cBhvr>
                                        <p:cTn id="86" dur="40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87" dur="400" fill="hold"/>
                                        <p:tgtEl>
                                          <p:spTgt spid="49">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35" grpId="0" build="p">
        <p:tmplLst>
          <p:tmpl lvl="1">
            <p:tnLst>
              <p:par>
                <p:cTn presetID="53" presetClass="entr" presetSubtype="16"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 calcmode="lin" valueType="num">
                      <p:cBhvr>
                        <p:cTn dur="300" fill="hold"/>
                        <p:tgtEl>
                          <p:spTgt spid="35"/>
                        </p:tgtEl>
                        <p:attrNameLst>
                          <p:attrName>ppt_w</p:attrName>
                        </p:attrNameLst>
                      </p:cBhvr>
                      <p:tavLst>
                        <p:tav tm="0">
                          <p:val>
                            <p:fltVal val="0"/>
                          </p:val>
                        </p:tav>
                        <p:tav tm="100000">
                          <p:val>
                            <p:strVal val="#ppt_w"/>
                          </p:val>
                        </p:tav>
                      </p:tavLst>
                    </p:anim>
                    <p:anim calcmode="lin" valueType="num">
                      <p:cBhvr>
                        <p:cTn dur="300" fill="hold"/>
                        <p:tgtEl>
                          <p:spTgt spid="35"/>
                        </p:tgtEl>
                        <p:attrNameLst>
                          <p:attrName>ppt_h</p:attrName>
                        </p:attrNameLst>
                      </p:cBhvr>
                      <p:tavLst>
                        <p:tav tm="0">
                          <p:val>
                            <p:fltVal val="0"/>
                          </p:val>
                        </p:tav>
                        <p:tav tm="100000">
                          <p:val>
                            <p:strVal val="#ppt_h"/>
                          </p:val>
                        </p:tav>
                      </p:tavLst>
                    </p:anim>
                    <p:animEffect transition="in" filter="fade">
                      <p:cBhvr>
                        <p:cTn dur="300"/>
                        <p:tgtEl>
                          <p:spTgt spid="35"/>
                        </p:tgtEl>
                      </p:cBhvr>
                    </p:animEffect>
                  </p:childTnLst>
                </p:cTn>
              </p:par>
            </p:tnLst>
          </p:tmpl>
        </p:tmplLst>
      </p:bldP>
      <p:bldP spid="36" grpId="0" build="p">
        <p:tmplLst>
          <p:tmpl lvl="1">
            <p:tnLst>
              <p:par>
                <p:cTn presetID="42" presetClass="entr" presetSubtype="0" fill="hold" nodeType="withEffect">
                  <p:stCondLst>
                    <p:cond delay="20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anim calcmode="lin" valueType="num">
                      <p:cBhvr>
                        <p:cTn dur="500" fill="hold"/>
                        <p:tgtEl>
                          <p:spTgt spid="36"/>
                        </p:tgtEl>
                        <p:attrNameLst>
                          <p:attrName>ppt_x</p:attrName>
                        </p:attrNameLst>
                      </p:cBhvr>
                      <p:tavLst>
                        <p:tav tm="0">
                          <p:val>
                            <p:strVal val="#ppt_x"/>
                          </p:val>
                        </p:tav>
                        <p:tav tm="100000">
                          <p:val>
                            <p:strVal val="#ppt_x"/>
                          </p:val>
                        </p:tav>
                      </p:tavLst>
                    </p:anim>
                    <p:anim calcmode="lin" valueType="num">
                      <p:cBhvr>
                        <p:cTn dur="500" fill="hold"/>
                        <p:tgtEl>
                          <p:spTgt spid="36"/>
                        </p:tgtEl>
                        <p:attrNameLst>
                          <p:attrName>ppt_y</p:attrName>
                        </p:attrNameLst>
                      </p:cBhvr>
                      <p:tavLst>
                        <p:tav tm="0">
                          <p:val>
                            <p:strVal val="#ppt_y+.1"/>
                          </p:val>
                        </p:tav>
                        <p:tav tm="100000">
                          <p:val>
                            <p:strVal val="#ppt_y"/>
                          </p:val>
                        </p:tav>
                      </p:tavLst>
                    </p:anim>
                  </p:childTnLst>
                </p:cTn>
              </p:par>
            </p:tnLst>
          </p:tmpl>
        </p:tmplLst>
      </p:bldP>
      <p:bldP spid="37" grpId="0" build="p">
        <p:tmplLst>
          <p:tmpl lvl="1">
            <p:tnLst>
              <p:par>
                <p:cTn presetID="10" presetClass="entr" presetSubtype="0" fill="hold" nodeType="withEffect">
                  <p:stCondLst>
                    <p:cond delay="80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9" grpId="0" build="p">
        <p:tmplLst>
          <p:tmpl lvl="1">
            <p:tnLst>
              <p:par>
                <p:cTn presetID="42" presetClass="entr" presetSubtype="0" fill="hold" nodeType="withEffect">
                  <p:stCondLst>
                    <p:cond delay="200"/>
                  </p:stCondLst>
                  <p:childTnLst>
                    <p:set>
                      <p:cBhvr>
                        <p:cTn dur="1" fill="hold">
                          <p:stCondLst>
                            <p:cond delay="0"/>
                          </p:stCondLst>
                        </p:cTn>
                        <p:tgtEl>
                          <p:spTgt spid="39"/>
                        </p:tgtEl>
                        <p:attrNameLst>
                          <p:attrName>style.visibility</p:attrName>
                        </p:attrNameLst>
                      </p:cBhvr>
                      <p:to>
                        <p:strVal val="visible"/>
                      </p:to>
                    </p:set>
                    <p:animEffect transition="in" filter="fade">
                      <p:cBhvr>
                        <p:cTn dur="400"/>
                        <p:tgtEl>
                          <p:spTgt spid="39"/>
                        </p:tgtEl>
                      </p:cBhvr>
                    </p:animEffect>
                    <p:anim calcmode="lin" valueType="num">
                      <p:cBhvr>
                        <p:cTn dur="400" fill="hold"/>
                        <p:tgtEl>
                          <p:spTgt spid="39"/>
                        </p:tgtEl>
                        <p:attrNameLst>
                          <p:attrName>ppt_x</p:attrName>
                        </p:attrNameLst>
                      </p:cBhvr>
                      <p:tavLst>
                        <p:tav tm="0">
                          <p:val>
                            <p:strVal val="#ppt_x"/>
                          </p:val>
                        </p:tav>
                        <p:tav tm="100000">
                          <p:val>
                            <p:strVal val="#ppt_x"/>
                          </p:val>
                        </p:tav>
                      </p:tavLst>
                    </p:anim>
                    <p:anim calcmode="lin" valueType="num">
                      <p:cBhvr>
                        <p:cTn dur="400" fill="hold"/>
                        <p:tgtEl>
                          <p:spTgt spid="39"/>
                        </p:tgtEl>
                        <p:attrNameLst>
                          <p:attrName>ppt_y</p:attrName>
                        </p:attrNameLst>
                      </p:cBhvr>
                      <p:tavLst>
                        <p:tav tm="0">
                          <p:val>
                            <p:strVal val="#ppt_y+.1"/>
                          </p:val>
                        </p:tav>
                        <p:tav tm="100000">
                          <p:val>
                            <p:strVal val="#ppt_y"/>
                          </p:val>
                        </p:tav>
                      </p:tavLst>
                    </p:anim>
                  </p:childTnLst>
                </p:cTn>
              </p:par>
            </p:tnLst>
          </p:tmpl>
        </p:tmplLst>
      </p:bldP>
      <p:bldP spid="40" grpId="0" build="p">
        <p:tmplLst>
          <p:tmpl lvl="1">
            <p:tnLst>
              <p:par>
                <p:cTn presetID="53" presetClass="entr" presetSubtype="16" fill="hold" nodeType="afterEffect">
                  <p:stCondLst>
                    <p:cond delay="0"/>
                  </p:stCondLst>
                  <p:childTnLst>
                    <p:set>
                      <p:cBhvr>
                        <p:cTn dur="1" fill="hold">
                          <p:stCondLst>
                            <p:cond delay="0"/>
                          </p:stCondLst>
                        </p:cTn>
                        <p:tgtEl>
                          <p:spTgt spid="40"/>
                        </p:tgtEl>
                        <p:attrNameLst>
                          <p:attrName>style.visibility</p:attrName>
                        </p:attrNameLst>
                      </p:cBhvr>
                      <p:to>
                        <p:strVal val="visible"/>
                      </p:to>
                    </p:set>
                    <p:anim calcmode="lin" valueType="num">
                      <p:cBhvr>
                        <p:cTn dur="300" fill="hold"/>
                        <p:tgtEl>
                          <p:spTgt spid="40"/>
                        </p:tgtEl>
                        <p:attrNameLst>
                          <p:attrName>ppt_w</p:attrName>
                        </p:attrNameLst>
                      </p:cBhvr>
                      <p:tavLst>
                        <p:tav tm="0">
                          <p:val>
                            <p:fltVal val="0"/>
                          </p:val>
                        </p:tav>
                        <p:tav tm="100000">
                          <p:val>
                            <p:strVal val="#ppt_w"/>
                          </p:val>
                        </p:tav>
                      </p:tavLst>
                    </p:anim>
                    <p:anim calcmode="lin" valueType="num">
                      <p:cBhvr>
                        <p:cTn dur="300" fill="hold"/>
                        <p:tgtEl>
                          <p:spTgt spid="40"/>
                        </p:tgtEl>
                        <p:attrNameLst>
                          <p:attrName>ppt_h</p:attrName>
                        </p:attrNameLst>
                      </p:cBhvr>
                      <p:tavLst>
                        <p:tav tm="0">
                          <p:val>
                            <p:fltVal val="0"/>
                          </p:val>
                        </p:tav>
                        <p:tav tm="100000">
                          <p:val>
                            <p:strVal val="#ppt_h"/>
                          </p:val>
                        </p:tav>
                      </p:tavLst>
                    </p:anim>
                    <p:animEffect transition="in" filter="fade">
                      <p:cBhvr>
                        <p:cTn dur="300"/>
                        <p:tgtEl>
                          <p:spTgt spid="40"/>
                        </p:tgtEl>
                      </p:cBhvr>
                    </p:animEffect>
                  </p:childTnLst>
                </p:cTn>
              </p:par>
            </p:tnLst>
          </p:tmpl>
        </p:tmplLst>
      </p:bldP>
      <p:bldP spid="41" grpId="0" build="p">
        <p:tmplLst>
          <p:tmpl lvl="1">
            <p:tnLst>
              <p:par>
                <p:cTn presetID="42" presetClass="entr" presetSubtype="0" fill="hold" nodeType="withEffect">
                  <p:stCondLst>
                    <p:cond delay="20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anim calcmode="lin" valueType="num">
                      <p:cBhvr>
                        <p:cTn dur="500" fill="hold"/>
                        <p:tgtEl>
                          <p:spTgt spid="41"/>
                        </p:tgtEl>
                        <p:attrNameLst>
                          <p:attrName>ppt_x</p:attrName>
                        </p:attrNameLst>
                      </p:cBhvr>
                      <p:tavLst>
                        <p:tav tm="0">
                          <p:val>
                            <p:strVal val="#ppt_x"/>
                          </p:val>
                        </p:tav>
                        <p:tav tm="100000">
                          <p:val>
                            <p:strVal val="#ppt_x"/>
                          </p:val>
                        </p:tav>
                      </p:tavLst>
                    </p:anim>
                    <p:anim calcmode="lin" valueType="num">
                      <p:cBhvr>
                        <p:cTn dur="500" fill="hold"/>
                        <p:tgtEl>
                          <p:spTgt spid="41"/>
                        </p:tgtEl>
                        <p:attrNameLst>
                          <p:attrName>ppt_y</p:attrName>
                        </p:attrNameLst>
                      </p:cBhvr>
                      <p:tavLst>
                        <p:tav tm="0">
                          <p:val>
                            <p:strVal val="#ppt_y+.1"/>
                          </p:val>
                        </p:tav>
                        <p:tav tm="100000">
                          <p:val>
                            <p:strVal val="#ppt_y"/>
                          </p:val>
                        </p:tav>
                      </p:tavLst>
                    </p:anim>
                  </p:childTnLst>
                </p:cTn>
              </p:par>
            </p:tnLst>
          </p:tmpl>
        </p:tmplLst>
      </p:bldP>
      <p:bldP spid="42" grpId="0" build="p">
        <p:tmplLst>
          <p:tmpl lvl="1">
            <p:tnLst>
              <p:par>
                <p:cTn presetID="10" presetClass="entr" presetSubtype="0" fill="hold" nodeType="withEffect">
                  <p:stCondLst>
                    <p:cond delay="80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3" grpId="0" build="p">
        <p:tmplLst>
          <p:tmpl lvl="1">
            <p:tnLst>
              <p:par>
                <p:cTn presetID="42" presetClass="entr" presetSubtype="0" fill="hold" nodeType="withEffect">
                  <p:stCondLst>
                    <p:cond delay="200"/>
                  </p:stCondLst>
                  <p:childTnLst>
                    <p:set>
                      <p:cBhvr>
                        <p:cTn dur="1" fill="hold">
                          <p:stCondLst>
                            <p:cond delay="0"/>
                          </p:stCondLst>
                        </p:cTn>
                        <p:tgtEl>
                          <p:spTgt spid="43"/>
                        </p:tgtEl>
                        <p:attrNameLst>
                          <p:attrName>style.visibility</p:attrName>
                        </p:attrNameLst>
                      </p:cBhvr>
                      <p:to>
                        <p:strVal val="visible"/>
                      </p:to>
                    </p:set>
                    <p:animEffect transition="in" filter="fade">
                      <p:cBhvr>
                        <p:cTn dur="400"/>
                        <p:tgtEl>
                          <p:spTgt spid="43"/>
                        </p:tgtEl>
                      </p:cBhvr>
                    </p:animEffect>
                    <p:anim calcmode="lin" valueType="num">
                      <p:cBhvr>
                        <p:cTn dur="400" fill="hold"/>
                        <p:tgtEl>
                          <p:spTgt spid="43"/>
                        </p:tgtEl>
                        <p:attrNameLst>
                          <p:attrName>ppt_x</p:attrName>
                        </p:attrNameLst>
                      </p:cBhvr>
                      <p:tavLst>
                        <p:tav tm="0">
                          <p:val>
                            <p:strVal val="#ppt_x"/>
                          </p:val>
                        </p:tav>
                        <p:tav tm="100000">
                          <p:val>
                            <p:strVal val="#ppt_x"/>
                          </p:val>
                        </p:tav>
                      </p:tavLst>
                    </p:anim>
                    <p:anim calcmode="lin" valueType="num">
                      <p:cBhvr>
                        <p:cTn dur="400" fill="hold"/>
                        <p:tgtEl>
                          <p:spTgt spid="43"/>
                        </p:tgtEl>
                        <p:attrNameLst>
                          <p:attrName>ppt_y</p:attrName>
                        </p:attrNameLst>
                      </p:cBhvr>
                      <p:tavLst>
                        <p:tav tm="0">
                          <p:val>
                            <p:strVal val="#ppt_y+.1"/>
                          </p:val>
                        </p:tav>
                        <p:tav tm="100000">
                          <p:val>
                            <p:strVal val="#ppt_y"/>
                          </p:val>
                        </p:tav>
                      </p:tavLst>
                    </p:anim>
                  </p:childTnLst>
                </p:cTn>
              </p:par>
            </p:tnLst>
          </p:tmpl>
        </p:tmplLst>
      </p:bldP>
      <p:bldP spid="44" grpId="0" build="p">
        <p:tmplLst>
          <p:tmpl lvl="1">
            <p:tnLst>
              <p:par>
                <p:cTn presetID="53" presetClass="entr" presetSubtype="16"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 calcmode="lin" valueType="num">
                      <p:cBhvr>
                        <p:cTn dur="300" fill="hold"/>
                        <p:tgtEl>
                          <p:spTgt spid="44"/>
                        </p:tgtEl>
                        <p:attrNameLst>
                          <p:attrName>ppt_w</p:attrName>
                        </p:attrNameLst>
                      </p:cBhvr>
                      <p:tavLst>
                        <p:tav tm="0">
                          <p:val>
                            <p:fltVal val="0"/>
                          </p:val>
                        </p:tav>
                        <p:tav tm="100000">
                          <p:val>
                            <p:strVal val="#ppt_w"/>
                          </p:val>
                        </p:tav>
                      </p:tavLst>
                    </p:anim>
                    <p:anim calcmode="lin" valueType="num">
                      <p:cBhvr>
                        <p:cTn dur="300" fill="hold"/>
                        <p:tgtEl>
                          <p:spTgt spid="44"/>
                        </p:tgtEl>
                        <p:attrNameLst>
                          <p:attrName>ppt_h</p:attrName>
                        </p:attrNameLst>
                      </p:cBhvr>
                      <p:tavLst>
                        <p:tav tm="0">
                          <p:val>
                            <p:fltVal val="0"/>
                          </p:val>
                        </p:tav>
                        <p:tav tm="100000">
                          <p:val>
                            <p:strVal val="#ppt_h"/>
                          </p:val>
                        </p:tav>
                      </p:tavLst>
                    </p:anim>
                    <p:animEffect transition="in" filter="fade">
                      <p:cBhvr>
                        <p:cTn dur="300"/>
                        <p:tgtEl>
                          <p:spTgt spid="44"/>
                        </p:tgtEl>
                      </p:cBhvr>
                    </p:animEffect>
                  </p:childTnLst>
                </p:cTn>
              </p:par>
            </p:tnLst>
          </p:tmpl>
        </p:tmplLst>
      </p:bldP>
      <p:bldP spid="45" grpId="0" build="p">
        <p:tmplLst>
          <p:tmpl lvl="1">
            <p:tnLst>
              <p:par>
                <p:cTn presetID="42" presetClass="entr" presetSubtype="0" fill="hold" nodeType="withEffect">
                  <p:stCondLst>
                    <p:cond delay="200"/>
                  </p:st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10" presetClass="entr" presetSubtype="0" fill="hold" nodeType="withEffect">
                  <p:stCondLst>
                    <p:cond delay="800"/>
                  </p:stCondLst>
                  <p:childTnLst>
                    <p:set>
                      <p:cBhvr>
                        <p:cTn dur="1" fill="hold">
                          <p:stCondLst>
                            <p:cond delay="0"/>
                          </p:stCondLst>
                        </p:cTn>
                        <p:tgtEl>
                          <p:spTgt spid="46"/>
                        </p:tgtEl>
                        <p:attrNameLst>
                          <p:attrName>style.visibility</p:attrName>
                        </p:attrNameLst>
                      </p:cBhvr>
                      <p:to>
                        <p:strVal val="visible"/>
                      </p:to>
                    </p:set>
                    <p:animEffect transition="in" filter="fade">
                      <p:cBhvr>
                        <p:cTn dur="500"/>
                        <p:tgtEl>
                          <p:spTgt spid="46"/>
                        </p:tgtEl>
                      </p:cBhvr>
                    </p:animEffect>
                  </p:childTnLst>
                </p:cTn>
              </p:par>
            </p:tnLst>
          </p:tmpl>
        </p:tmplLst>
      </p:bldP>
      <p:bldP spid="47" grpId="0" build="p">
        <p:tmplLst>
          <p:tmpl lvl="1">
            <p:tnLst>
              <p:par>
                <p:cTn presetID="42" presetClass="entr" presetSubtype="0" fill="hold" nodeType="withEffect">
                  <p:stCondLst>
                    <p:cond delay="200"/>
                  </p:stCondLst>
                  <p:childTnLst>
                    <p:set>
                      <p:cBhvr>
                        <p:cTn dur="1" fill="hold">
                          <p:stCondLst>
                            <p:cond delay="0"/>
                          </p:stCondLst>
                        </p:cTn>
                        <p:tgtEl>
                          <p:spTgt spid="47"/>
                        </p:tgtEl>
                        <p:attrNameLst>
                          <p:attrName>style.visibility</p:attrName>
                        </p:attrNameLst>
                      </p:cBhvr>
                      <p:to>
                        <p:strVal val="visible"/>
                      </p:to>
                    </p:set>
                    <p:animEffect transition="in" filter="fade">
                      <p:cBhvr>
                        <p:cTn dur="400"/>
                        <p:tgtEl>
                          <p:spTgt spid="47"/>
                        </p:tgtEl>
                      </p:cBhvr>
                    </p:animEffect>
                    <p:anim calcmode="lin" valueType="num">
                      <p:cBhvr>
                        <p:cTn dur="400" fill="hold"/>
                        <p:tgtEl>
                          <p:spTgt spid="47"/>
                        </p:tgtEl>
                        <p:attrNameLst>
                          <p:attrName>ppt_x</p:attrName>
                        </p:attrNameLst>
                      </p:cBhvr>
                      <p:tavLst>
                        <p:tav tm="0">
                          <p:val>
                            <p:strVal val="#ppt_x"/>
                          </p:val>
                        </p:tav>
                        <p:tav tm="100000">
                          <p:val>
                            <p:strVal val="#ppt_x"/>
                          </p:val>
                        </p:tav>
                      </p:tavLst>
                    </p:anim>
                    <p:anim calcmode="lin" valueType="num">
                      <p:cBhvr>
                        <p:cTn dur="40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10" presetClass="entr" presetSubtype="0" fill="hold" nodeType="withEffect">
                  <p:stCondLst>
                    <p:cond delay="800"/>
                  </p:st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childTnLst>
                </p:cTn>
              </p:par>
            </p:tnLst>
          </p:tmpl>
        </p:tmplLst>
      </p:bldP>
      <p:bldP spid="49" grpId="0" build="p">
        <p:tmplLst>
          <p:tmpl lvl="1">
            <p:tnLst>
              <p:par>
                <p:cTn presetID="42" presetClass="entr" presetSubtype="0" fill="hold" nodeType="withEffect">
                  <p:stCondLst>
                    <p:cond delay="200"/>
                  </p:stCondLst>
                  <p:childTnLst>
                    <p:set>
                      <p:cBhvr>
                        <p:cTn dur="1" fill="hold">
                          <p:stCondLst>
                            <p:cond delay="0"/>
                          </p:stCondLst>
                        </p:cTn>
                        <p:tgtEl>
                          <p:spTgt spid="49"/>
                        </p:tgtEl>
                        <p:attrNameLst>
                          <p:attrName>style.visibility</p:attrName>
                        </p:attrNameLst>
                      </p:cBhvr>
                      <p:to>
                        <p:strVal val="visible"/>
                      </p:to>
                    </p:set>
                    <p:animEffect transition="in" filter="fade">
                      <p:cBhvr>
                        <p:cTn dur="400"/>
                        <p:tgtEl>
                          <p:spTgt spid="49"/>
                        </p:tgtEl>
                      </p:cBhvr>
                    </p:animEffect>
                    <p:anim calcmode="lin" valueType="num">
                      <p:cBhvr>
                        <p:cTn dur="400" fill="hold"/>
                        <p:tgtEl>
                          <p:spTgt spid="49"/>
                        </p:tgtEl>
                        <p:attrNameLst>
                          <p:attrName>ppt_x</p:attrName>
                        </p:attrNameLst>
                      </p:cBhvr>
                      <p:tavLst>
                        <p:tav tm="0">
                          <p:val>
                            <p:strVal val="#ppt_x"/>
                          </p:val>
                        </p:tav>
                        <p:tav tm="100000">
                          <p:val>
                            <p:strVal val="#ppt_x"/>
                          </p:val>
                        </p:tav>
                      </p:tavLst>
                    </p:anim>
                    <p:anim calcmode="lin" valueType="num">
                      <p:cBhvr>
                        <p:cTn dur="400" fill="hold"/>
                        <p:tgtEl>
                          <p:spTgt spid="49"/>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Iconic list 6">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9"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 name="Rounded Rectangle 2"/>
          <p:cNvSpPr/>
          <p:nvPr userDrawn="1"/>
        </p:nvSpPr>
        <p:spPr>
          <a:xfrm>
            <a:off x="603251" y="4549515"/>
            <a:ext cx="869949" cy="782954"/>
          </a:xfrm>
          <a:prstGeom prst="roundRect">
            <a:avLst>
              <a:gd name="adj" fmla="val 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3" name="Text Placeholder 7"/>
          <p:cNvSpPr>
            <a:spLocks noGrp="1"/>
          </p:cNvSpPr>
          <p:nvPr>
            <p:ph type="body" sz="quarter" idx="39" hasCustomPrompt="1"/>
          </p:nvPr>
        </p:nvSpPr>
        <p:spPr>
          <a:xfrm>
            <a:off x="684392" y="4595235"/>
            <a:ext cx="704141" cy="674519"/>
          </a:xfrm>
          <a:prstGeom prst="rect">
            <a:avLst/>
          </a:prstGeom>
        </p:spPr>
        <p:txBody>
          <a:bodyPr vert="horz" lIns="0" tIns="103884" rIns="0" bIns="103884" anchor="ctr"/>
          <a:lstStyle>
            <a:lvl1pPr marL="0" indent="0" algn="ctr">
              <a:lnSpc>
                <a:spcPct val="100000"/>
              </a:lnSpc>
              <a:spcBef>
                <a:spcPts val="0"/>
              </a:spcBef>
              <a:buNone/>
              <a:defRPr sz="2400" b="1">
                <a:solidFill>
                  <a:schemeClr val="bg1"/>
                </a:solidFill>
                <a:latin typeface="FontAwesome"/>
                <a:cs typeface="FontAwesome"/>
              </a:defRPr>
            </a:lvl1pPr>
          </a:lstStyle>
          <a:p>
            <a:pPr lvl="0"/>
            <a:r>
              <a:rPr lang="es-ES_tradnl" dirty="0" err="1" smtClean="0"/>
              <a:t>icon</a:t>
            </a:r>
            <a:endParaRPr lang="es-ES_tradnl" dirty="0" smtClean="0"/>
          </a:p>
        </p:txBody>
      </p:sp>
      <p:sp>
        <p:nvSpPr>
          <p:cNvPr id="26" name="Text Placeholder 7"/>
          <p:cNvSpPr>
            <a:spLocks noGrp="1"/>
          </p:cNvSpPr>
          <p:nvPr>
            <p:ph type="body" sz="quarter" idx="19" hasCustomPrompt="1"/>
          </p:nvPr>
        </p:nvSpPr>
        <p:spPr>
          <a:xfrm>
            <a:off x="1608667" y="5073538"/>
            <a:ext cx="2065867"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7" name="Text Placeholder 2"/>
          <p:cNvSpPr>
            <a:spLocks noGrp="1"/>
          </p:cNvSpPr>
          <p:nvPr>
            <p:ph type="body" sz="quarter" idx="16" hasCustomPrompt="1"/>
          </p:nvPr>
        </p:nvSpPr>
        <p:spPr>
          <a:xfrm>
            <a:off x="603253" y="5458990"/>
            <a:ext cx="3071281"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a:t>
            </a:r>
            <a:r>
              <a:rPr lang="en-US" dirty="0" smtClean="0"/>
              <a:t>.</a:t>
            </a:r>
          </a:p>
        </p:txBody>
      </p:sp>
      <p:sp>
        <p:nvSpPr>
          <p:cNvPr id="72" name="Rounded Rectangle 71"/>
          <p:cNvSpPr/>
          <p:nvPr userDrawn="1"/>
        </p:nvSpPr>
        <p:spPr>
          <a:xfrm>
            <a:off x="4535315" y="4549515"/>
            <a:ext cx="869949" cy="782954"/>
          </a:xfrm>
          <a:prstGeom prst="roundRect">
            <a:avLst>
              <a:gd name="adj" fmla="val 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73" name="Text Placeholder 7"/>
          <p:cNvSpPr>
            <a:spLocks noGrp="1"/>
          </p:cNvSpPr>
          <p:nvPr>
            <p:ph type="body" sz="quarter" idx="40" hasCustomPrompt="1"/>
          </p:nvPr>
        </p:nvSpPr>
        <p:spPr>
          <a:xfrm>
            <a:off x="4616456" y="4595235"/>
            <a:ext cx="704141" cy="674519"/>
          </a:xfrm>
          <a:prstGeom prst="rect">
            <a:avLst/>
          </a:prstGeom>
        </p:spPr>
        <p:txBody>
          <a:bodyPr vert="horz" lIns="0" tIns="103884" rIns="0" bIns="103884" anchor="ctr"/>
          <a:lstStyle>
            <a:lvl1pPr marL="0" indent="0" algn="ctr">
              <a:lnSpc>
                <a:spcPct val="100000"/>
              </a:lnSpc>
              <a:spcBef>
                <a:spcPts val="0"/>
              </a:spcBef>
              <a:buNone/>
              <a:defRPr sz="2400" b="1">
                <a:solidFill>
                  <a:schemeClr val="bg1"/>
                </a:solidFill>
                <a:latin typeface="FontAwesome"/>
                <a:cs typeface="FontAwesome"/>
              </a:defRPr>
            </a:lvl1pPr>
          </a:lstStyle>
          <a:p>
            <a:pPr lvl="0"/>
            <a:r>
              <a:rPr lang="es-ES_tradnl" dirty="0" err="1" smtClean="0"/>
              <a:t>icon</a:t>
            </a:r>
            <a:endParaRPr lang="es-ES_tradnl" dirty="0" smtClean="0"/>
          </a:p>
        </p:txBody>
      </p:sp>
      <p:sp>
        <p:nvSpPr>
          <p:cNvPr id="74" name="Text Placeholder 7"/>
          <p:cNvSpPr>
            <a:spLocks noGrp="1"/>
          </p:cNvSpPr>
          <p:nvPr>
            <p:ph type="body" sz="quarter" idx="41" hasCustomPrompt="1"/>
          </p:nvPr>
        </p:nvSpPr>
        <p:spPr>
          <a:xfrm>
            <a:off x="5554133" y="5073538"/>
            <a:ext cx="2065867"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75" name="Text Placeholder 2"/>
          <p:cNvSpPr>
            <a:spLocks noGrp="1"/>
          </p:cNvSpPr>
          <p:nvPr>
            <p:ph type="body" sz="quarter" idx="42" hasCustomPrompt="1"/>
          </p:nvPr>
        </p:nvSpPr>
        <p:spPr>
          <a:xfrm>
            <a:off x="4548720" y="5458990"/>
            <a:ext cx="3071281"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a:t>
            </a:r>
            <a:r>
              <a:rPr lang="en-US" dirty="0" smtClean="0"/>
              <a:t>.</a:t>
            </a:r>
          </a:p>
        </p:txBody>
      </p:sp>
      <p:sp>
        <p:nvSpPr>
          <p:cNvPr id="76" name="Rounded Rectangle 75"/>
          <p:cNvSpPr/>
          <p:nvPr userDrawn="1"/>
        </p:nvSpPr>
        <p:spPr>
          <a:xfrm>
            <a:off x="8504770" y="4549515"/>
            <a:ext cx="869949" cy="782954"/>
          </a:xfrm>
          <a:prstGeom prst="roundRect">
            <a:avLst>
              <a:gd name="adj" fmla="val 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77" name="Text Placeholder 7"/>
          <p:cNvSpPr>
            <a:spLocks noGrp="1"/>
          </p:cNvSpPr>
          <p:nvPr>
            <p:ph type="body" sz="quarter" idx="43" hasCustomPrompt="1"/>
          </p:nvPr>
        </p:nvSpPr>
        <p:spPr>
          <a:xfrm>
            <a:off x="8585911" y="4595235"/>
            <a:ext cx="704141" cy="674519"/>
          </a:xfrm>
          <a:prstGeom prst="rect">
            <a:avLst/>
          </a:prstGeom>
        </p:spPr>
        <p:txBody>
          <a:bodyPr vert="horz" lIns="0" tIns="103884" rIns="0" bIns="103884" anchor="ctr"/>
          <a:lstStyle>
            <a:lvl1pPr marL="0" indent="0" algn="ctr">
              <a:lnSpc>
                <a:spcPct val="100000"/>
              </a:lnSpc>
              <a:spcBef>
                <a:spcPts val="0"/>
              </a:spcBef>
              <a:buNone/>
              <a:defRPr sz="2400" b="1">
                <a:solidFill>
                  <a:schemeClr val="bg1"/>
                </a:solidFill>
                <a:latin typeface="FontAwesome"/>
                <a:cs typeface="FontAwesome"/>
              </a:defRPr>
            </a:lvl1pPr>
          </a:lstStyle>
          <a:p>
            <a:pPr lvl="0"/>
            <a:r>
              <a:rPr lang="es-ES_tradnl" dirty="0" err="1" smtClean="0"/>
              <a:t>icon</a:t>
            </a:r>
            <a:endParaRPr lang="es-ES_tradnl" dirty="0" smtClean="0"/>
          </a:p>
        </p:txBody>
      </p:sp>
      <p:sp>
        <p:nvSpPr>
          <p:cNvPr id="78" name="Text Placeholder 7"/>
          <p:cNvSpPr>
            <a:spLocks noGrp="1"/>
          </p:cNvSpPr>
          <p:nvPr>
            <p:ph type="body" sz="quarter" idx="44" hasCustomPrompt="1"/>
          </p:nvPr>
        </p:nvSpPr>
        <p:spPr>
          <a:xfrm>
            <a:off x="9510184" y="5073538"/>
            <a:ext cx="2065867"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50000"/>
                    <a:lumOff val="50000"/>
                  </a:schemeClr>
                </a:solidFill>
                <a:latin typeface="Lato Regular"/>
                <a:cs typeface="Lato Regular"/>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79" name="Text Placeholder 2"/>
          <p:cNvSpPr>
            <a:spLocks noGrp="1"/>
          </p:cNvSpPr>
          <p:nvPr>
            <p:ph type="body" sz="quarter" idx="45" hasCustomPrompt="1"/>
          </p:nvPr>
        </p:nvSpPr>
        <p:spPr>
          <a:xfrm>
            <a:off x="8504770" y="5458990"/>
            <a:ext cx="3071281"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a:t>
            </a:r>
            <a:r>
              <a:rPr lang="en-US" dirty="0" smtClean="0"/>
              <a:t>.</a:t>
            </a:r>
          </a:p>
        </p:txBody>
      </p:sp>
      <p:sp>
        <p:nvSpPr>
          <p:cNvPr id="28" name="Text Placeholder 7"/>
          <p:cNvSpPr>
            <a:spLocks noGrp="1"/>
          </p:cNvSpPr>
          <p:nvPr>
            <p:ph type="body" sz="quarter" idx="55" hasCustomPrompt="1"/>
          </p:nvPr>
        </p:nvSpPr>
        <p:spPr>
          <a:xfrm>
            <a:off x="1608667" y="4554055"/>
            <a:ext cx="2065867" cy="431780"/>
          </a:xfrm>
          <a:prstGeom prst="rect">
            <a:avLst/>
          </a:prstGeom>
        </p:spPr>
        <p:txBody>
          <a:bodyPr vert="horz" lIns="0" tIns="40504" rIns="0" bIns="40504" anchor="ctr"/>
          <a:lstStyle>
            <a:lvl1pPr marL="0" indent="0" algn="l">
              <a:lnSpc>
                <a:spcPct val="100000"/>
              </a:lnSpc>
              <a:spcBef>
                <a:spcPts val="0"/>
              </a:spcBef>
              <a:buNone/>
              <a:defRPr sz="3000" b="1">
                <a:solidFill>
                  <a:schemeClr val="accent1"/>
                </a:solidFill>
                <a:latin typeface="Lato Light"/>
                <a:cs typeface="Lato Light"/>
              </a:defRPr>
            </a:lvl1pPr>
          </a:lstStyle>
          <a:p>
            <a:pPr lvl="0"/>
            <a:r>
              <a:rPr lang="es-ES_tradnl" dirty="0" smtClean="0"/>
              <a:t>80%</a:t>
            </a:r>
          </a:p>
        </p:txBody>
      </p:sp>
      <p:sp>
        <p:nvSpPr>
          <p:cNvPr id="29" name="Text Placeholder 7"/>
          <p:cNvSpPr>
            <a:spLocks noGrp="1"/>
          </p:cNvSpPr>
          <p:nvPr>
            <p:ph type="body" sz="quarter" idx="56" hasCustomPrompt="1"/>
          </p:nvPr>
        </p:nvSpPr>
        <p:spPr>
          <a:xfrm>
            <a:off x="5554133" y="4554055"/>
            <a:ext cx="2065867" cy="431780"/>
          </a:xfrm>
          <a:prstGeom prst="rect">
            <a:avLst/>
          </a:prstGeom>
        </p:spPr>
        <p:txBody>
          <a:bodyPr vert="horz" lIns="0" tIns="40504" rIns="0" bIns="40504" anchor="ctr"/>
          <a:lstStyle>
            <a:lvl1pPr marL="0" indent="0" algn="l">
              <a:lnSpc>
                <a:spcPct val="100000"/>
              </a:lnSpc>
              <a:spcBef>
                <a:spcPts val="0"/>
              </a:spcBef>
              <a:buNone/>
              <a:defRPr sz="3000" b="1">
                <a:solidFill>
                  <a:schemeClr val="accent2"/>
                </a:solidFill>
                <a:latin typeface="Lato Light"/>
                <a:cs typeface="Lato Light"/>
              </a:defRPr>
            </a:lvl1pPr>
          </a:lstStyle>
          <a:p>
            <a:pPr lvl="0"/>
            <a:r>
              <a:rPr lang="es-ES_tradnl" dirty="0" smtClean="0"/>
              <a:t>80%</a:t>
            </a:r>
          </a:p>
        </p:txBody>
      </p:sp>
      <p:sp>
        <p:nvSpPr>
          <p:cNvPr id="30" name="Text Placeholder 7"/>
          <p:cNvSpPr>
            <a:spLocks noGrp="1"/>
          </p:cNvSpPr>
          <p:nvPr>
            <p:ph type="body" sz="quarter" idx="57" hasCustomPrompt="1"/>
          </p:nvPr>
        </p:nvSpPr>
        <p:spPr>
          <a:xfrm>
            <a:off x="9510184" y="4554055"/>
            <a:ext cx="2065867" cy="431780"/>
          </a:xfrm>
          <a:prstGeom prst="rect">
            <a:avLst/>
          </a:prstGeom>
        </p:spPr>
        <p:txBody>
          <a:bodyPr vert="horz" lIns="0" tIns="40504" rIns="0" bIns="40504" anchor="ctr"/>
          <a:lstStyle>
            <a:lvl1pPr marL="0" indent="0" algn="l">
              <a:lnSpc>
                <a:spcPct val="100000"/>
              </a:lnSpc>
              <a:spcBef>
                <a:spcPts val="0"/>
              </a:spcBef>
              <a:buNone/>
              <a:defRPr sz="3000" b="1">
                <a:solidFill>
                  <a:schemeClr val="accent3"/>
                </a:solidFill>
                <a:latin typeface="Lato Light"/>
                <a:cs typeface="Lato Light"/>
              </a:defRPr>
            </a:lvl1pPr>
          </a:lstStyle>
          <a:p>
            <a:pPr lvl="0"/>
            <a:r>
              <a:rPr lang="es-ES_tradnl" dirty="0" smtClean="0"/>
              <a:t>80%</a:t>
            </a:r>
          </a:p>
        </p:txBody>
      </p:sp>
    </p:spTree>
    <p:extLst>
      <p:ext uri="{BB962C8B-B14F-4D97-AF65-F5344CB8AC3E}">
        <p14:creationId xmlns:p14="http://schemas.microsoft.com/office/powerpoint/2010/main" val="9450712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700"/>
                            </p:stCondLst>
                            <p:childTnLst>
                              <p:par>
                                <p:cTn id="16" presetID="53" presetClass="entr" presetSubtype="16" fill="hold" grpId="0"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400" fill="hold"/>
                                        <p:tgtEl>
                                          <p:spTgt spid="3"/>
                                        </p:tgtEl>
                                        <p:attrNameLst>
                                          <p:attrName>ppt_w</p:attrName>
                                        </p:attrNameLst>
                                      </p:cBhvr>
                                      <p:tavLst>
                                        <p:tav tm="0">
                                          <p:val>
                                            <p:fltVal val="0"/>
                                          </p:val>
                                        </p:tav>
                                        <p:tav tm="100000">
                                          <p:val>
                                            <p:strVal val="#ppt_w"/>
                                          </p:val>
                                        </p:tav>
                                      </p:tavLst>
                                    </p:anim>
                                    <p:anim calcmode="lin" valueType="num">
                                      <p:cBhvr>
                                        <p:cTn id="19" dur="400" fill="hold"/>
                                        <p:tgtEl>
                                          <p:spTgt spid="3"/>
                                        </p:tgtEl>
                                        <p:attrNameLst>
                                          <p:attrName>ppt_h</p:attrName>
                                        </p:attrNameLst>
                                      </p:cBhvr>
                                      <p:tavLst>
                                        <p:tav tm="0">
                                          <p:val>
                                            <p:fltVal val="0"/>
                                          </p:val>
                                        </p:tav>
                                        <p:tav tm="100000">
                                          <p:val>
                                            <p:strVal val="#ppt_h"/>
                                          </p:val>
                                        </p:tav>
                                      </p:tavLst>
                                    </p:anim>
                                    <p:animEffect transition="in" filter="fade">
                                      <p:cBhvr>
                                        <p:cTn id="20" dur="400"/>
                                        <p:tgtEl>
                                          <p:spTgt spid="3"/>
                                        </p:tgtEl>
                                      </p:cBhvr>
                                    </p:animEffect>
                                  </p:childTnLst>
                                </p:cTn>
                              </p:par>
                            </p:childTnLst>
                          </p:cTn>
                        </p:par>
                        <p:par>
                          <p:cTn id="21" fill="hold">
                            <p:stCondLst>
                              <p:cond delay="1100"/>
                            </p:stCondLst>
                            <p:childTnLst>
                              <p:par>
                                <p:cTn id="22" presetID="53" presetClass="entr" presetSubtype="16" fill="hold" grpId="0" nodeType="afterEffect">
                                  <p:stCondLst>
                                    <p:cond delay="0"/>
                                  </p:stCondLst>
                                  <p:childTnLst>
                                    <p:set>
                                      <p:cBhvr>
                                        <p:cTn id="23" dur="1" fill="hold">
                                          <p:stCondLst>
                                            <p:cond delay="0"/>
                                          </p:stCondLst>
                                        </p:cTn>
                                        <p:tgtEl>
                                          <p:spTgt spid="13">
                                            <p:txEl>
                                              <p:pRg st="0" end="0"/>
                                            </p:txEl>
                                          </p:spTgt>
                                        </p:tgtEl>
                                        <p:attrNameLst>
                                          <p:attrName>style.visibility</p:attrName>
                                        </p:attrNameLst>
                                      </p:cBhvr>
                                      <p:to>
                                        <p:strVal val="visible"/>
                                      </p:to>
                                    </p:set>
                                    <p:anim calcmode="lin" valueType="num">
                                      <p:cBhvr>
                                        <p:cTn id="24" dur="3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5" dur="3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6" dur="300"/>
                                        <p:tgtEl>
                                          <p:spTgt spid="13">
                                            <p:txEl>
                                              <p:pRg st="0" end="0"/>
                                            </p:txEl>
                                          </p:spTgt>
                                        </p:tgtEl>
                                      </p:cBhvr>
                                    </p:animEffect>
                                  </p:childTnLst>
                                </p:cTn>
                              </p:par>
                              <p:par>
                                <p:cTn id="27" presetID="42" presetClass="entr" presetSubtype="0" fill="hold" grpId="0" nodeType="withEffect">
                                  <p:stCondLst>
                                    <p:cond delay="200"/>
                                  </p:stCondLst>
                                  <p:childTnLst>
                                    <p:set>
                                      <p:cBhvr>
                                        <p:cTn id="28" dur="1" fill="hold">
                                          <p:stCondLst>
                                            <p:cond delay="0"/>
                                          </p:stCondLst>
                                        </p:cTn>
                                        <p:tgtEl>
                                          <p:spTgt spid="26">
                                            <p:txEl>
                                              <p:pRg st="0" end="0"/>
                                            </p:txEl>
                                          </p:spTgt>
                                        </p:tgtEl>
                                        <p:attrNameLst>
                                          <p:attrName>style.visibility</p:attrName>
                                        </p:attrNameLst>
                                      </p:cBhvr>
                                      <p:to>
                                        <p:strVal val="visible"/>
                                      </p:to>
                                    </p:set>
                                    <p:animEffect transition="in" filter="fade">
                                      <p:cBhvr>
                                        <p:cTn id="29" dur="500"/>
                                        <p:tgtEl>
                                          <p:spTgt spid="26">
                                            <p:txEl>
                                              <p:pRg st="0" end="0"/>
                                            </p:txEl>
                                          </p:spTgt>
                                        </p:tgtEl>
                                      </p:cBhvr>
                                    </p:animEffect>
                                    <p:anim calcmode="lin" valueType="num">
                                      <p:cBhvr>
                                        <p:cTn id="3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31" dur="500" fill="hold"/>
                                        <p:tgtEl>
                                          <p:spTgt spid="26">
                                            <p:txEl>
                                              <p:pRg st="0" end="0"/>
                                            </p:txEl>
                                          </p:spTgt>
                                        </p:tgtEl>
                                        <p:attrNameLst>
                                          <p:attrName>ppt_y</p:attrName>
                                        </p:attrNameLst>
                                      </p:cBhvr>
                                      <p:tavLst>
                                        <p:tav tm="0">
                                          <p:val>
                                            <p:strVal val="#ppt_y+.1"/>
                                          </p:val>
                                        </p:tav>
                                        <p:tav tm="100000">
                                          <p:val>
                                            <p:strVal val="#ppt_y"/>
                                          </p:val>
                                        </p:tav>
                                      </p:tavLst>
                                    </p:anim>
                                  </p:childTnLst>
                                </p:cTn>
                              </p:par>
                              <p:par>
                                <p:cTn id="32" presetID="10" presetClass="entr" presetSubtype="0" fill="hold" grpId="0" nodeType="withEffect">
                                  <p:stCondLst>
                                    <p:cond delay="800"/>
                                  </p:stCondLst>
                                  <p:childTnLst>
                                    <p:set>
                                      <p:cBhvr>
                                        <p:cTn id="33" dur="1" fill="hold">
                                          <p:stCondLst>
                                            <p:cond delay="0"/>
                                          </p:stCondLst>
                                        </p:cTn>
                                        <p:tgtEl>
                                          <p:spTgt spid="27">
                                            <p:txEl>
                                              <p:pRg st="0" end="0"/>
                                            </p:txEl>
                                          </p:spTgt>
                                        </p:tgtEl>
                                        <p:attrNameLst>
                                          <p:attrName>style.visibility</p:attrName>
                                        </p:attrNameLst>
                                      </p:cBhvr>
                                      <p:to>
                                        <p:strVal val="visible"/>
                                      </p:to>
                                    </p:set>
                                    <p:animEffect transition="in" filter="fade">
                                      <p:cBhvr>
                                        <p:cTn id="34" dur="500"/>
                                        <p:tgtEl>
                                          <p:spTgt spid="27">
                                            <p:txEl>
                                              <p:pRg st="0" end="0"/>
                                            </p:txEl>
                                          </p:spTgt>
                                        </p:tgtEl>
                                      </p:cBhvr>
                                    </p:animEffect>
                                  </p:childTnLst>
                                </p:cTn>
                              </p:par>
                            </p:childTnLst>
                          </p:cTn>
                        </p:par>
                        <p:par>
                          <p:cTn id="35" fill="hold">
                            <p:stCondLst>
                              <p:cond delay="2400"/>
                            </p:stCondLst>
                            <p:childTnLst>
                              <p:par>
                                <p:cTn id="36" presetID="53" presetClass="entr" presetSubtype="16" fill="hold" grpId="0" nodeType="afterEffect">
                                  <p:stCondLst>
                                    <p:cond delay="0"/>
                                  </p:stCondLst>
                                  <p:childTnLst>
                                    <p:set>
                                      <p:cBhvr>
                                        <p:cTn id="37" dur="1" fill="hold">
                                          <p:stCondLst>
                                            <p:cond delay="0"/>
                                          </p:stCondLst>
                                        </p:cTn>
                                        <p:tgtEl>
                                          <p:spTgt spid="72"/>
                                        </p:tgtEl>
                                        <p:attrNameLst>
                                          <p:attrName>style.visibility</p:attrName>
                                        </p:attrNameLst>
                                      </p:cBhvr>
                                      <p:to>
                                        <p:strVal val="visible"/>
                                      </p:to>
                                    </p:set>
                                    <p:anim calcmode="lin" valueType="num">
                                      <p:cBhvr>
                                        <p:cTn id="38" dur="400" fill="hold"/>
                                        <p:tgtEl>
                                          <p:spTgt spid="72"/>
                                        </p:tgtEl>
                                        <p:attrNameLst>
                                          <p:attrName>ppt_w</p:attrName>
                                        </p:attrNameLst>
                                      </p:cBhvr>
                                      <p:tavLst>
                                        <p:tav tm="0">
                                          <p:val>
                                            <p:fltVal val="0"/>
                                          </p:val>
                                        </p:tav>
                                        <p:tav tm="100000">
                                          <p:val>
                                            <p:strVal val="#ppt_w"/>
                                          </p:val>
                                        </p:tav>
                                      </p:tavLst>
                                    </p:anim>
                                    <p:anim calcmode="lin" valueType="num">
                                      <p:cBhvr>
                                        <p:cTn id="39" dur="400" fill="hold"/>
                                        <p:tgtEl>
                                          <p:spTgt spid="72"/>
                                        </p:tgtEl>
                                        <p:attrNameLst>
                                          <p:attrName>ppt_h</p:attrName>
                                        </p:attrNameLst>
                                      </p:cBhvr>
                                      <p:tavLst>
                                        <p:tav tm="0">
                                          <p:val>
                                            <p:fltVal val="0"/>
                                          </p:val>
                                        </p:tav>
                                        <p:tav tm="100000">
                                          <p:val>
                                            <p:strVal val="#ppt_h"/>
                                          </p:val>
                                        </p:tav>
                                      </p:tavLst>
                                    </p:anim>
                                    <p:animEffect transition="in" filter="fade">
                                      <p:cBhvr>
                                        <p:cTn id="40" dur="400"/>
                                        <p:tgtEl>
                                          <p:spTgt spid="72"/>
                                        </p:tgtEl>
                                      </p:cBhvr>
                                    </p:animEffect>
                                  </p:childTnLst>
                                </p:cTn>
                              </p:par>
                            </p:childTnLst>
                          </p:cTn>
                        </p:par>
                        <p:par>
                          <p:cTn id="41" fill="hold">
                            <p:stCondLst>
                              <p:cond delay="2800"/>
                            </p:stCondLst>
                            <p:childTnLst>
                              <p:par>
                                <p:cTn id="42" presetID="53" presetClass="entr" presetSubtype="16" fill="hold" grpId="0" nodeType="afterEffect">
                                  <p:stCondLst>
                                    <p:cond delay="0"/>
                                  </p:stCondLst>
                                  <p:childTnLst>
                                    <p:set>
                                      <p:cBhvr>
                                        <p:cTn id="43" dur="1" fill="hold">
                                          <p:stCondLst>
                                            <p:cond delay="0"/>
                                          </p:stCondLst>
                                        </p:cTn>
                                        <p:tgtEl>
                                          <p:spTgt spid="73">
                                            <p:txEl>
                                              <p:pRg st="0" end="0"/>
                                            </p:txEl>
                                          </p:spTgt>
                                        </p:tgtEl>
                                        <p:attrNameLst>
                                          <p:attrName>style.visibility</p:attrName>
                                        </p:attrNameLst>
                                      </p:cBhvr>
                                      <p:to>
                                        <p:strVal val="visible"/>
                                      </p:to>
                                    </p:set>
                                    <p:anim calcmode="lin" valueType="num">
                                      <p:cBhvr>
                                        <p:cTn id="44" dur="300" fill="hold"/>
                                        <p:tgtEl>
                                          <p:spTgt spid="73">
                                            <p:txEl>
                                              <p:pRg st="0" end="0"/>
                                            </p:txEl>
                                          </p:spTgt>
                                        </p:tgtEl>
                                        <p:attrNameLst>
                                          <p:attrName>ppt_w</p:attrName>
                                        </p:attrNameLst>
                                      </p:cBhvr>
                                      <p:tavLst>
                                        <p:tav tm="0">
                                          <p:val>
                                            <p:fltVal val="0"/>
                                          </p:val>
                                        </p:tav>
                                        <p:tav tm="100000">
                                          <p:val>
                                            <p:strVal val="#ppt_w"/>
                                          </p:val>
                                        </p:tav>
                                      </p:tavLst>
                                    </p:anim>
                                    <p:anim calcmode="lin" valueType="num">
                                      <p:cBhvr>
                                        <p:cTn id="45" dur="300" fill="hold"/>
                                        <p:tgtEl>
                                          <p:spTgt spid="73">
                                            <p:txEl>
                                              <p:pRg st="0" end="0"/>
                                            </p:txEl>
                                          </p:spTgt>
                                        </p:tgtEl>
                                        <p:attrNameLst>
                                          <p:attrName>ppt_h</p:attrName>
                                        </p:attrNameLst>
                                      </p:cBhvr>
                                      <p:tavLst>
                                        <p:tav tm="0">
                                          <p:val>
                                            <p:fltVal val="0"/>
                                          </p:val>
                                        </p:tav>
                                        <p:tav tm="100000">
                                          <p:val>
                                            <p:strVal val="#ppt_h"/>
                                          </p:val>
                                        </p:tav>
                                      </p:tavLst>
                                    </p:anim>
                                    <p:animEffect transition="in" filter="fade">
                                      <p:cBhvr>
                                        <p:cTn id="46" dur="300"/>
                                        <p:tgtEl>
                                          <p:spTgt spid="73">
                                            <p:txEl>
                                              <p:pRg st="0" end="0"/>
                                            </p:txEl>
                                          </p:spTgt>
                                        </p:tgtEl>
                                      </p:cBhvr>
                                    </p:animEffect>
                                  </p:childTnLst>
                                </p:cTn>
                              </p:par>
                              <p:par>
                                <p:cTn id="47" presetID="42" presetClass="entr" presetSubtype="0" fill="hold" grpId="0" nodeType="withEffect">
                                  <p:stCondLst>
                                    <p:cond delay="200"/>
                                  </p:stCondLst>
                                  <p:childTnLst>
                                    <p:set>
                                      <p:cBhvr>
                                        <p:cTn id="48" dur="1" fill="hold">
                                          <p:stCondLst>
                                            <p:cond delay="0"/>
                                          </p:stCondLst>
                                        </p:cTn>
                                        <p:tgtEl>
                                          <p:spTgt spid="74">
                                            <p:txEl>
                                              <p:pRg st="0" end="0"/>
                                            </p:txEl>
                                          </p:spTgt>
                                        </p:tgtEl>
                                        <p:attrNameLst>
                                          <p:attrName>style.visibility</p:attrName>
                                        </p:attrNameLst>
                                      </p:cBhvr>
                                      <p:to>
                                        <p:strVal val="visible"/>
                                      </p:to>
                                    </p:set>
                                    <p:animEffect transition="in" filter="fade">
                                      <p:cBhvr>
                                        <p:cTn id="49" dur="500"/>
                                        <p:tgtEl>
                                          <p:spTgt spid="74">
                                            <p:txEl>
                                              <p:pRg st="0" end="0"/>
                                            </p:txEl>
                                          </p:spTgt>
                                        </p:tgtEl>
                                      </p:cBhvr>
                                    </p:animEffect>
                                    <p:anim calcmode="lin" valueType="num">
                                      <p:cBhvr>
                                        <p:cTn id="50" dur="500" fill="hold"/>
                                        <p:tgtEl>
                                          <p:spTgt spid="74">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74">
                                            <p:txEl>
                                              <p:pRg st="0" end="0"/>
                                            </p:txEl>
                                          </p:spTgt>
                                        </p:tgtEl>
                                        <p:attrNameLst>
                                          <p:attrName>ppt_y</p:attrName>
                                        </p:attrNameLst>
                                      </p:cBhvr>
                                      <p:tavLst>
                                        <p:tav tm="0">
                                          <p:val>
                                            <p:strVal val="#ppt_y+.1"/>
                                          </p:val>
                                        </p:tav>
                                        <p:tav tm="100000">
                                          <p:val>
                                            <p:strVal val="#ppt_y"/>
                                          </p:val>
                                        </p:tav>
                                      </p:tavLst>
                                    </p:anim>
                                  </p:childTnLst>
                                </p:cTn>
                              </p:par>
                              <p:par>
                                <p:cTn id="52" presetID="10" presetClass="entr" presetSubtype="0" fill="hold" grpId="0" nodeType="withEffect">
                                  <p:stCondLst>
                                    <p:cond delay="800"/>
                                  </p:stCondLst>
                                  <p:childTnLst>
                                    <p:set>
                                      <p:cBhvr>
                                        <p:cTn id="53" dur="1" fill="hold">
                                          <p:stCondLst>
                                            <p:cond delay="0"/>
                                          </p:stCondLst>
                                        </p:cTn>
                                        <p:tgtEl>
                                          <p:spTgt spid="75">
                                            <p:txEl>
                                              <p:pRg st="0" end="0"/>
                                            </p:txEl>
                                          </p:spTgt>
                                        </p:tgtEl>
                                        <p:attrNameLst>
                                          <p:attrName>style.visibility</p:attrName>
                                        </p:attrNameLst>
                                      </p:cBhvr>
                                      <p:to>
                                        <p:strVal val="visible"/>
                                      </p:to>
                                    </p:set>
                                    <p:animEffect transition="in" filter="fade">
                                      <p:cBhvr>
                                        <p:cTn id="54" dur="500"/>
                                        <p:tgtEl>
                                          <p:spTgt spid="75">
                                            <p:txEl>
                                              <p:pRg st="0" end="0"/>
                                            </p:txEl>
                                          </p:spTgt>
                                        </p:tgtEl>
                                      </p:cBhvr>
                                    </p:animEffect>
                                  </p:childTnLst>
                                </p:cTn>
                              </p:par>
                            </p:childTnLst>
                          </p:cTn>
                        </p:par>
                        <p:par>
                          <p:cTn id="55" fill="hold">
                            <p:stCondLst>
                              <p:cond delay="4100"/>
                            </p:stCondLst>
                            <p:childTnLst>
                              <p:par>
                                <p:cTn id="56" presetID="53" presetClass="entr" presetSubtype="16" fill="hold" grpId="0" nodeType="afterEffect">
                                  <p:stCondLst>
                                    <p:cond delay="0"/>
                                  </p:stCondLst>
                                  <p:childTnLst>
                                    <p:set>
                                      <p:cBhvr>
                                        <p:cTn id="57" dur="1" fill="hold">
                                          <p:stCondLst>
                                            <p:cond delay="0"/>
                                          </p:stCondLst>
                                        </p:cTn>
                                        <p:tgtEl>
                                          <p:spTgt spid="76"/>
                                        </p:tgtEl>
                                        <p:attrNameLst>
                                          <p:attrName>style.visibility</p:attrName>
                                        </p:attrNameLst>
                                      </p:cBhvr>
                                      <p:to>
                                        <p:strVal val="visible"/>
                                      </p:to>
                                    </p:set>
                                    <p:anim calcmode="lin" valueType="num">
                                      <p:cBhvr>
                                        <p:cTn id="58" dur="400" fill="hold"/>
                                        <p:tgtEl>
                                          <p:spTgt spid="76"/>
                                        </p:tgtEl>
                                        <p:attrNameLst>
                                          <p:attrName>ppt_w</p:attrName>
                                        </p:attrNameLst>
                                      </p:cBhvr>
                                      <p:tavLst>
                                        <p:tav tm="0">
                                          <p:val>
                                            <p:fltVal val="0"/>
                                          </p:val>
                                        </p:tav>
                                        <p:tav tm="100000">
                                          <p:val>
                                            <p:strVal val="#ppt_w"/>
                                          </p:val>
                                        </p:tav>
                                      </p:tavLst>
                                    </p:anim>
                                    <p:anim calcmode="lin" valueType="num">
                                      <p:cBhvr>
                                        <p:cTn id="59" dur="400" fill="hold"/>
                                        <p:tgtEl>
                                          <p:spTgt spid="76"/>
                                        </p:tgtEl>
                                        <p:attrNameLst>
                                          <p:attrName>ppt_h</p:attrName>
                                        </p:attrNameLst>
                                      </p:cBhvr>
                                      <p:tavLst>
                                        <p:tav tm="0">
                                          <p:val>
                                            <p:fltVal val="0"/>
                                          </p:val>
                                        </p:tav>
                                        <p:tav tm="100000">
                                          <p:val>
                                            <p:strVal val="#ppt_h"/>
                                          </p:val>
                                        </p:tav>
                                      </p:tavLst>
                                    </p:anim>
                                    <p:animEffect transition="in" filter="fade">
                                      <p:cBhvr>
                                        <p:cTn id="60" dur="400"/>
                                        <p:tgtEl>
                                          <p:spTgt spid="76"/>
                                        </p:tgtEl>
                                      </p:cBhvr>
                                    </p:animEffect>
                                  </p:childTnLst>
                                </p:cTn>
                              </p:par>
                            </p:childTnLst>
                          </p:cTn>
                        </p:par>
                        <p:par>
                          <p:cTn id="61" fill="hold">
                            <p:stCondLst>
                              <p:cond delay="4500"/>
                            </p:stCondLst>
                            <p:childTnLst>
                              <p:par>
                                <p:cTn id="62" presetID="53" presetClass="entr" presetSubtype="16" fill="hold" grpId="0" nodeType="afterEffect">
                                  <p:stCondLst>
                                    <p:cond delay="0"/>
                                  </p:stCondLst>
                                  <p:childTnLst>
                                    <p:set>
                                      <p:cBhvr>
                                        <p:cTn id="63" dur="1" fill="hold">
                                          <p:stCondLst>
                                            <p:cond delay="0"/>
                                          </p:stCondLst>
                                        </p:cTn>
                                        <p:tgtEl>
                                          <p:spTgt spid="77">
                                            <p:txEl>
                                              <p:pRg st="0" end="0"/>
                                            </p:txEl>
                                          </p:spTgt>
                                        </p:tgtEl>
                                        <p:attrNameLst>
                                          <p:attrName>style.visibility</p:attrName>
                                        </p:attrNameLst>
                                      </p:cBhvr>
                                      <p:to>
                                        <p:strVal val="visible"/>
                                      </p:to>
                                    </p:set>
                                    <p:anim calcmode="lin" valueType="num">
                                      <p:cBhvr>
                                        <p:cTn id="64" dur="300" fill="hold"/>
                                        <p:tgtEl>
                                          <p:spTgt spid="77">
                                            <p:txEl>
                                              <p:pRg st="0" end="0"/>
                                            </p:txEl>
                                          </p:spTgt>
                                        </p:tgtEl>
                                        <p:attrNameLst>
                                          <p:attrName>ppt_w</p:attrName>
                                        </p:attrNameLst>
                                      </p:cBhvr>
                                      <p:tavLst>
                                        <p:tav tm="0">
                                          <p:val>
                                            <p:fltVal val="0"/>
                                          </p:val>
                                        </p:tav>
                                        <p:tav tm="100000">
                                          <p:val>
                                            <p:strVal val="#ppt_w"/>
                                          </p:val>
                                        </p:tav>
                                      </p:tavLst>
                                    </p:anim>
                                    <p:anim calcmode="lin" valueType="num">
                                      <p:cBhvr>
                                        <p:cTn id="65" dur="300" fill="hold"/>
                                        <p:tgtEl>
                                          <p:spTgt spid="77">
                                            <p:txEl>
                                              <p:pRg st="0" end="0"/>
                                            </p:txEl>
                                          </p:spTgt>
                                        </p:tgtEl>
                                        <p:attrNameLst>
                                          <p:attrName>ppt_h</p:attrName>
                                        </p:attrNameLst>
                                      </p:cBhvr>
                                      <p:tavLst>
                                        <p:tav tm="0">
                                          <p:val>
                                            <p:fltVal val="0"/>
                                          </p:val>
                                        </p:tav>
                                        <p:tav tm="100000">
                                          <p:val>
                                            <p:strVal val="#ppt_h"/>
                                          </p:val>
                                        </p:tav>
                                      </p:tavLst>
                                    </p:anim>
                                    <p:animEffect transition="in" filter="fade">
                                      <p:cBhvr>
                                        <p:cTn id="66" dur="300"/>
                                        <p:tgtEl>
                                          <p:spTgt spid="77">
                                            <p:txEl>
                                              <p:pRg st="0" end="0"/>
                                            </p:txEl>
                                          </p:spTgt>
                                        </p:tgtEl>
                                      </p:cBhvr>
                                    </p:animEffect>
                                  </p:childTnLst>
                                </p:cTn>
                              </p:par>
                              <p:par>
                                <p:cTn id="67" presetID="42" presetClass="entr" presetSubtype="0" fill="hold" grpId="0" nodeType="withEffect">
                                  <p:stCondLst>
                                    <p:cond delay="200"/>
                                  </p:stCondLst>
                                  <p:childTnLst>
                                    <p:set>
                                      <p:cBhvr>
                                        <p:cTn id="68" dur="1" fill="hold">
                                          <p:stCondLst>
                                            <p:cond delay="0"/>
                                          </p:stCondLst>
                                        </p:cTn>
                                        <p:tgtEl>
                                          <p:spTgt spid="78">
                                            <p:txEl>
                                              <p:pRg st="0" end="0"/>
                                            </p:txEl>
                                          </p:spTgt>
                                        </p:tgtEl>
                                        <p:attrNameLst>
                                          <p:attrName>style.visibility</p:attrName>
                                        </p:attrNameLst>
                                      </p:cBhvr>
                                      <p:to>
                                        <p:strVal val="visible"/>
                                      </p:to>
                                    </p:set>
                                    <p:animEffect transition="in" filter="fade">
                                      <p:cBhvr>
                                        <p:cTn id="69" dur="500"/>
                                        <p:tgtEl>
                                          <p:spTgt spid="78">
                                            <p:txEl>
                                              <p:pRg st="0" end="0"/>
                                            </p:txEl>
                                          </p:spTgt>
                                        </p:tgtEl>
                                      </p:cBhvr>
                                    </p:animEffect>
                                    <p:anim calcmode="lin" valueType="num">
                                      <p:cBhvr>
                                        <p:cTn id="70" dur="500" fill="hold"/>
                                        <p:tgtEl>
                                          <p:spTgt spid="78">
                                            <p:txEl>
                                              <p:pRg st="0" end="0"/>
                                            </p:txEl>
                                          </p:spTgt>
                                        </p:tgtEl>
                                        <p:attrNameLst>
                                          <p:attrName>ppt_x</p:attrName>
                                        </p:attrNameLst>
                                      </p:cBhvr>
                                      <p:tavLst>
                                        <p:tav tm="0">
                                          <p:val>
                                            <p:strVal val="#ppt_x"/>
                                          </p:val>
                                        </p:tav>
                                        <p:tav tm="100000">
                                          <p:val>
                                            <p:strVal val="#ppt_x"/>
                                          </p:val>
                                        </p:tav>
                                      </p:tavLst>
                                    </p:anim>
                                    <p:anim calcmode="lin" valueType="num">
                                      <p:cBhvr>
                                        <p:cTn id="71" dur="500" fill="hold"/>
                                        <p:tgtEl>
                                          <p:spTgt spid="78">
                                            <p:txEl>
                                              <p:pRg st="0" end="0"/>
                                            </p:txEl>
                                          </p:spTgt>
                                        </p:tgtEl>
                                        <p:attrNameLst>
                                          <p:attrName>ppt_y</p:attrName>
                                        </p:attrNameLst>
                                      </p:cBhvr>
                                      <p:tavLst>
                                        <p:tav tm="0">
                                          <p:val>
                                            <p:strVal val="#ppt_y+.1"/>
                                          </p:val>
                                        </p:tav>
                                        <p:tav tm="100000">
                                          <p:val>
                                            <p:strVal val="#ppt_y"/>
                                          </p:val>
                                        </p:tav>
                                      </p:tavLst>
                                    </p:anim>
                                  </p:childTnLst>
                                </p:cTn>
                              </p:par>
                              <p:par>
                                <p:cTn id="72" presetID="10" presetClass="entr" presetSubtype="0" fill="hold" grpId="0" nodeType="withEffect">
                                  <p:stCondLst>
                                    <p:cond delay="800"/>
                                  </p:stCondLst>
                                  <p:childTnLst>
                                    <p:set>
                                      <p:cBhvr>
                                        <p:cTn id="73" dur="1" fill="hold">
                                          <p:stCondLst>
                                            <p:cond delay="0"/>
                                          </p:stCondLst>
                                        </p:cTn>
                                        <p:tgtEl>
                                          <p:spTgt spid="79">
                                            <p:txEl>
                                              <p:pRg st="0" end="0"/>
                                            </p:txEl>
                                          </p:spTgt>
                                        </p:tgtEl>
                                        <p:attrNameLst>
                                          <p:attrName>style.visibility</p:attrName>
                                        </p:attrNameLst>
                                      </p:cBhvr>
                                      <p:to>
                                        <p:strVal val="visible"/>
                                      </p:to>
                                    </p:set>
                                    <p:animEffect transition="in" filter="fade">
                                      <p:cBhvr>
                                        <p:cTn id="74" dur="500"/>
                                        <p:tgtEl>
                                          <p:spTgt spid="79">
                                            <p:txEl>
                                              <p:pRg st="0" end="0"/>
                                            </p:txEl>
                                          </p:spTgt>
                                        </p:tgtEl>
                                      </p:cBhvr>
                                    </p:animEffect>
                                  </p:childTnLst>
                                </p:cTn>
                              </p:par>
                              <p:par>
                                <p:cTn id="75" presetID="42" presetClass="entr" presetSubtype="0" fill="hold" grpId="0" nodeType="withEffect">
                                  <p:stCondLst>
                                    <p:cond delay="200"/>
                                  </p:stCondLst>
                                  <p:childTnLst>
                                    <p:set>
                                      <p:cBhvr>
                                        <p:cTn id="76" dur="1" fill="hold">
                                          <p:stCondLst>
                                            <p:cond delay="0"/>
                                          </p:stCondLst>
                                        </p:cTn>
                                        <p:tgtEl>
                                          <p:spTgt spid="28">
                                            <p:txEl>
                                              <p:pRg st="0" end="0"/>
                                            </p:txEl>
                                          </p:spTgt>
                                        </p:tgtEl>
                                        <p:attrNameLst>
                                          <p:attrName>style.visibility</p:attrName>
                                        </p:attrNameLst>
                                      </p:cBhvr>
                                      <p:to>
                                        <p:strVal val="visible"/>
                                      </p:to>
                                    </p:set>
                                    <p:animEffect transition="in" filter="fade">
                                      <p:cBhvr>
                                        <p:cTn id="77" dur="400"/>
                                        <p:tgtEl>
                                          <p:spTgt spid="28">
                                            <p:txEl>
                                              <p:pRg st="0" end="0"/>
                                            </p:txEl>
                                          </p:spTgt>
                                        </p:tgtEl>
                                      </p:cBhvr>
                                    </p:animEffect>
                                    <p:anim calcmode="lin" valueType="num">
                                      <p:cBhvr>
                                        <p:cTn id="78" dur="40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79" dur="400" fill="hold"/>
                                        <p:tgtEl>
                                          <p:spTgt spid="28">
                                            <p:txEl>
                                              <p:pRg st="0" end="0"/>
                                            </p:txEl>
                                          </p:spTgt>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200"/>
                                  </p:stCondLst>
                                  <p:childTnLst>
                                    <p:set>
                                      <p:cBhvr>
                                        <p:cTn id="81" dur="1" fill="hold">
                                          <p:stCondLst>
                                            <p:cond delay="0"/>
                                          </p:stCondLst>
                                        </p:cTn>
                                        <p:tgtEl>
                                          <p:spTgt spid="29">
                                            <p:txEl>
                                              <p:pRg st="0" end="0"/>
                                            </p:txEl>
                                          </p:spTgt>
                                        </p:tgtEl>
                                        <p:attrNameLst>
                                          <p:attrName>style.visibility</p:attrName>
                                        </p:attrNameLst>
                                      </p:cBhvr>
                                      <p:to>
                                        <p:strVal val="visible"/>
                                      </p:to>
                                    </p:set>
                                    <p:animEffect transition="in" filter="fade">
                                      <p:cBhvr>
                                        <p:cTn id="82" dur="400"/>
                                        <p:tgtEl>
                                          <p:spTgt spid="29">
                                            <p:txEl>
                                              <p:pRg st="0" end="0"/>
                                            </p:txEl>
                                          </p:spTgt>
                                        </p:tgtEl>
                                      </p:cBhvr>
                                    </p:animEffect>
                                    <p:anim calcmode="lin" valueType="num">
                                      <p:cBhvr>
                                        <p:cTn id="83" dur="4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84" dur="400" fill="hold"/>
                                        <p:tgtEl>
                                          <p:spTgt spid="29">
                                            <p:txEl>
                                              <p:pRg st="0" end="0"/>
                                            </p:txEl>
                                          </p:spTgt>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200"/>
                                  </p:stCondLst>
                                  <p:childTnLst>
                                    <p:set>
                                      <p:cBhvr>
                                        <p:cTn id="86" dur="1" fill="hold">
                                          <p:stCondLst>
                                            <p:cond delay="0"/>
                                          </p:stCondLst>
                                        </p:cTn>
                                        <p:tgtEl>
                                          <p:spTgt spid="30">
                                            <p:txEl>
                                              <p:pRg st="0" end="0"/>
                                            </p:txEl>
                                          </p:spTgt>
                                        </p:tgtEl>
                                        <p:attrNameLst>
                                          <p:attrName>style.visibility</p:attrName>
                                        </p:attrNameLst>
                                      </p:cBhvr>
                                      <p:to>
                                        <p:strVal val="visible"/>
                                      </p:to>
                                    </p:set>
                                    <p:animEffect transition="in" filter="fade">
                                      <p:cBhvr>
                                        <p:cTn id="87" dur="400"/>
                                        <p:tgtEl>
                                          <p:spTgt spid="30">
                                            <p:txEl>
                                              <p:pRg st="0" end="0"/>
                                            </p:txEl>
                                          </p:spTgt>
                                        </p:tgtEl>
                                      </p:cBhvr>
                                    </p:animEffect>
                                    <p:anim calcmode="lin" valueType="num">
                                      <p:cBhvr>
                                        <p:cTn id="88" dur="4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89" dur="40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3" grpId="0" animBg="1"/>
      <p:bldP spid="13" grpId="0" build="p">
        <p:tmplLst>
          <p:tmpl lvl="1">
            <p:tnLst>
              <p:par>
                <p:cTn presetID="53" presetClass="entr" presetSubtype="16"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p:cTn dur="300" fill="hold"/>
                        <p:tgtEl>
                          <p:spTgt spid="13"/>
                        </p:tgtEl>
                        <p:attrNameLst>
                          <p:attrName>ppt_w</p:attrName>
                        </p:attrNameLst>
                      </p:cBhvr>
                      <p:tavLst>
                        <p:tav tm="0">
                          <p:val>
                            <p:fltVal val="0"/>
                          </p:val>
                        </p:tav>
                        <p:tav tm="100000">
                          <p:val>
                            <p:strVal val="#ppt_w"/>
                          </p:val>
                        </p:tav>
                      </p:tavLst>
                    </p:anim>
                    <p:anim calcmode="lin" valueType="num">
                      <p:cBhvr>
                        <p:cTn dur="300" fill="hold"/>
                        <p:tgtEl>
                          <p:spTgt spid="13"/>
                        </p:tgtEl>
                        <p:attrNameLst>
                          <p:attrName>ppt_h</p:attrName>
                        </p:attrNameLst>
                      </p:cBhvr>
                      <p:tavLst>
                        <p:tav tm="0">
                          <p:val>
                            <p:fltVal val="0"/>
                          </p:val>
                        </p:tav>
                        <p:tav tm="100000">
                          <p:val>
                            <p:strVal val="#ppt_h"/>
                          </p:val>
                        </p:tav>
                      </p:tavLst>
                    </p:anim>
                    <p:animEffect transition="in" filter="fade">
                      <p:cBhvr>
                        <p:cTn dur="300"/>
                        <p:tgtEl>
                          <p:spTgt spid="13"/>
                        </p:tgtEl>
                      </p:cBhvr>
                    </p:animEffect>
                  </p:childTnLst>
                </p:cTn>
              </p:par>
            </p:tnLst>
          </p:tmpl>
        </p:tmplLst>
      </p:bldP>
      <p:bldP spid="26" grpId="0" build="p">
        <p:tmplLst>
          <p:tmpl lvl="1">
            <p:tnLst>
              <p:par>
                <p:cTn presetID="42" presetClass="entr" presetSubtype="0" fill="hold" nodeType="withEffect">
                  <p:stCondLst>
                    <p:cond delay="20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10" presetClass="entr" presetSubtype="0" fill="hold" nodeType="withEffect">
                  <p:stCondLst>
                    <p:cond delay="80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72" grpId="0" animBg="1"/>
      <p:bldP spid="73" grpId="0" build="p">
        <p:tmplLst>
          <p:tmpl lvl="1">
            <p:tnLst>
              <p:par>
                <p:cTn presetID="53" presetClass="entr" presetSubtype="16"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 calcmode="lin" valueType="num">
                      <p:cBhvr>
                        <p:cTn dur="300" fill="hold"/>
                        <p:tgtEl>
                          <p:spTgt spid="73"/>
                        </p:tgtEl>
                        <p:attrNameLst>
                          <p:attrName>ppt_w</p:attrName>
                        </p:attrNameLst>
                      </p:cBhvr>
                      <p:tavLst>
                        <p:tav tm="0">
                          <p:val>
                            <p:fltVal val="0"/>
                          </p:val>
                        </p:tav>
                        <p:tav tm="100000">
                          <p:val>
                            <p:strVal val="#ppt_w"/>
                          </p:val>
                        </p:tav>
                      </p:tavLst>
                    </p:anim>
                    <p:anim calcmode="lin" valueType="num">
                      <p:cBhvr>
                        <p:cTn dur="300" fill="hold"/>
                        <p:tgtEl>
                          <p:spTgt spid="73"/>
                        </p:tgtEl>
                        <p:attrNameLst>
                          <p:attrName>ppt_h</p:attrName>
                        </p:attrNameLst>
                      </p:cBhvr>
                      <p:tavLst>
                        <p:tav tm="0">
                          <p:val>
                            <p:fltVal val="0"/>
                          </p:val>
                        </p:tav>
                        <p:tav tm="100000">
                          <p:val>
                            <p:strVal val="#ppt_h"/>
                          </p:val>
                        </p:tav>
                      </p:tavLst>
                    </p:anim>
                    <p:animEffect transition="in" filter="fade">
                      <p:cBhvr>
                        <p:cTn dur="300"/>
                        <p:tgtEl>
                          <p:spTgt spid="73"/>
                        </p:tgtEl>
                      </p:cBhvr>
                    </p:animEffect>
                  </p:childTnLst>
                </p:cTn>
              </p:par>
            </p:tnLst>
          </p:tmpl>
        </p:tmplLst>
      </p:bldP>
      <p:bldP spid="74" grpId="0" build="p">
        <p:tmplLst>
          <p:tmpl lvl="1">
            <p:tnLst>
              <p:par>
                <p:cTn presetID="42" presetClass="entr" presetSubtype="0" fill="hold" nodeType="withEffect">
                  <p:stCondLst>
                    <p:cond delay="200"/>
                  </p:stCondLst>
                  <p:childTnLst>
                    <p:set>
                      <p:cBhvr>
                        <p:cTn dur="1" fill="hold">
                          <p:stCondLst>
                            <p:cond delay="0"/>
                          </p:stCondLst>
                        </p:cTn>
                        <p:tgtEl>
                          <p:spTgt spid="74"/>
                        </p:tgtEl>
                        <p:attrNameLst>
                          <p:attrName>style.visibility</p:attrName>
                        </p:attrNameLst>
                      </p:cBhvr>
                      <p:to>
                        <p:strVal val="visible"/>
                      </p:to>
                    </p:set>
                    <p:animEffect transition="in" filter="fade">
                      <p:cBhvr>
                        <p:cTn dur="500"/>
                        <p:tgtEl>
                          <p:spTgt spid="74"/>
                        </p:tgtEl>
                      </p:cBhvr>
                    </p:animEffect>
                    <p:anim calcmode="lin" valueType="num">
                      <p:cBhvr>
                        <p:cTn dur="500" fill="hold"/>
                        <p:tgtEl>
                          <p:spTgt spid="74"/>
                        </p:tgtEl>
                        <p:attrNameLst>
                          <p:attrName>ppt_x</p:attrName>
                        </p:attrNameLst>
                      </p:cBhvr>
                      <p:tavLst>
                        <p:tav tm="0">
                          <p:val>
                            <p:strVal val="#ppt_x"/>
                          </p:val>
                        </p:tav>
                        <p:tav tm="100000">
                          <p:val>
                            <p:strVal val="#ppt_x"/>
                          </p:val>
                        </p:tav>
                      </p:tavLst>
                    </p:anim>
                    <p:anim calcmode="lin" valueType="num">
                      <p:cBhvr>
                        <p:cTn dur="500" fill="hold"/>
                        <p:tgtEl>
                          <p:spTgt spid="74"/>
                        </p:tgtEl>
                        <p:attrNameLst>
                          <p:attrName>ppt_y</p:attrName>
                        </p:attrNameLst>
                      </p:cBhvr>
                      <p:tavLst>
                        <p:tav tm="0">
                          <p:val>
                            <p:strVal val="#ppt_y+.1"/>
                          </p:val>
                        </p:tav>
                        <p:tav tm="100000">
                          <p:val>
                            <p:strVal val="#ppt_y"/>
                          </p:val>
                        </p:tav>
                      </p:tavLst>
                    </p:anim>
                  </p:childTnLst>
                </p:cTn>
              </p:par>
            </p:tnLst>
          </p:tmpl>
        </p:tmplLst>
      </p:bldP>
      <p:bldP spid="75" grpId="0" build="p">
        <p:tmplLst>
          <p:tmpl lvl="1">
            <p:tnLst>
              <p:par>
                <p:cTn presetID="10" presetClass="entr" presetSubtype="0" fill="hold" nodeType="withEffect">
                  <p:stCondLst>
                    <p:cond delay="800"/>
                  </p:stCondLst>
                  <p:childTnLst>
                    <p:set>
                      <p:cBhvr>
                        <p:cTn dur="1" fill="hold">
                          <p:stCondLst>
                            <p:cond delay="0"/>
                          </p:stCondLst>
                        </p:cTn>
                        <p:tgtEl>
                          <p:spTgt spid="75"/>
                        </p:tgtEl>
                        <p:attrNameLst>
                          <p:attrName>style.visibility</p:attrName>
                        </p:attrNameLst>
                      </p:cBhvr>
                      <p:to>
                        <p:strVal val="visible"/>
                      </p:to>
                    </p:set>
                    <p:animEffect transition="in" filter="fade">
                      <p:cBhvr>
                        <p:cTn dur="500"/>
                        <p:tgtEl>
                          <p:spTgt spid="75"/>
                        </p:tgtEl>
                      </p:cBhvr>
                    </p:animEffect>
                  </p:childTnLst>
                </p:cTn>
              </p:par>
            </p:tnLst>
          </p:tmpl>
        </p:tmplLst>
      </p:bldP>
      <p:bldP spid="76" grpId="0" animBg="1"/>
      <p:bldP spid="77" grpId="0" build="p">
        <p:tmplLst>
          <p:tmpl lvl="1">
            <p:tnLst>
              <p:par>
                <p:cTn presetID="53" presetClass="entr" presetSubtype="16"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 calcmode="lin" valueType="num">
                      <p:cBhvr>
                        <p:cTn dur="300" fill="hold"/>
                        <p:tgtEl>
                          <p:spTgt spid="77"/>
                        </p:tgtEl>
                        <p:attrNameLst>
                          <p:attrName>ppt_w</p:attrName>
                        </p:attrNameLst>
                      </p:cBhvr>
                      <p:tavLst>
                        <p:tav tm="0">
                          <p:val>
                            <p:fltVal val="0"/>
                          </p:val>
                        </p:tav>
                        <p:tav tm="100000">
                          <p:val>
                            <p:strVal val="#ppt_w"/>
                          </p:val>
                        </p:tav>
                      </p:tavLst>
                    </p:anim>
                    <p:anim calcmode="lin" valueType="num">
                      <p:cBhvr>
                        <p:cTn dur="300" fill="hold"/>
                        <p:tgtEl>
                          <p:spTgt spid="77"/>
                        </p:tgtEl>
                        <p:attrNameLst>
                          <p:attrName>ppt_h</p:attrName>
                        </p:attrNameLst>
                      </p:cBhvr>
                      <p:tavLst>
                        <p:tav tm="0">
                          <p:val>
                            <p:fltVal val="0"/>
                          </p:val>
                        </p:tav>
                        <p:tav tm="100000">
                          <p:val>
                            <p:strVal val="#ppt_h"/>
                          </p:val>
                        </p:tav>
                      </p:tavLst>
                    </p:anim>
                    <p:animEffect transition="in" filter="fade">
                      <p:cBhvr>
                        <p:cTn dur="300"/>
                        <p:tgtEl>
                          <p:spTgt spid="77"/>
                        </p:tgtEl>
                      </p:cBhvr>
                    </p:animEffect>
                  </p:childTnLst>
                </p:cTn>
              </p:par>
            </p:tnLst>
          </p:tmpl>
        </p:tmplLst>
      </p:bldP>
      <p:bldP spid="78" grpId="0" build="p">
        <p:tmplLst>
          <p:tmpl lvl="1">
            <p:tnLst>
              <p:par>
                <p:cTn presetID="42" presetClass="entr" presetSubtype="0" fill="hold" nodeType="withEffect">
                  <p:stCondLst>
                    <p:cond delay="200"/>
                  </p:stCondLst>
                  <p:childTnLst>
                    <p:set>
                      <p:cBhvr>
                        <p:cTn dur="1" fill="hold">
                          <p:stCondLst>
                            <p:cond delay="0"/>
                          </p:stCondLst>
                        </p:cTn>
                        <p:tgtEl>
                          <p:spTgt spid="78"/>
                        </p:tgtEl>
                        <p:attrNameLst>
                          <p:attrName>style.visibility</p:attrName>
                        </p:attrNameLst>
                      </p:cBhvr>
                      <p:to>
                        <p:strVal val="visible"/>
                      </p:to>
                    </p:set>
                    <p:animEffect transition="in" filter="fade">
                      <p:cBhvr>
                        <p:cTn dur="500"/>
                        <p:tgtEl>
                          <p:spTgt spid="78"/>
                        </p:tgtEl>
                      </p:cBhvr>
                    </p:animEffect>
                    <p:anim calcmode="lin" valueType="num">
                      <p:cBhvr>
                        <p:cTn dur="500" fill="hold"/>
                        <p:tgtEl>
                          <p:spTgt spid="78"/>
                        </p:tgtEl>
                        <p:attrNameLst>
                          <p:attrName>ppt_x</p:attrName>
                        </p:attrNameLst>
                      </p:cBhvr>
                      <p:tavLst>
                        <p:tav tm="0">
                          <p:val>
                            <p:strVal val="#ppt_x"/>
                          </p:val>
                        </p:tav>
                        <p:tav tm="100000">
                          <p:val>
                            <p:strVal val="#ppt_x"/>
                          </p:val>
                        </p:tav>
                      </p:tavLst>
                    </p:anim>
                    <p:anim calcmode="lin" valueType="num">
                      <p:cBhvr>
                        <p:cTn dur="500" fill="hold"/>
                        <p:tgtEl>
                          <p:spTgt spid="78"/>
                        </p:tgtEl>
                        <p:attrNameLst>
                          <p:attrName>ppt_y</p:attrName>
                        </p:attrNameLst>
                      </p:cBhvr>
                      <p:tavLst>
                        <p:tav tm="0">
                          <p:val>
                            <p:strVal val="#ppt_y+.1"/>
                          </p:val>
                        </p:tav>
                        <p:tav tm="100000">
                          <p:val>
                            <p:strVal val="#ppt_y"/>
                          </p:val>
                        </p:tav>
                      </p:tavLst>
                    </p:anim>
                  </p:childTnLst>
                </p:cTn>
              </p:par>
            </p:tnLst>
          </p:tmpl>
        </p:tmplLst>
      </p:bldP>
      <p:bldP spid="79" grpId="0" build="p">
        <p:tmplLst>
          <p:tmpl lvl="1">
            <p:tnLst>
              <p:par>
                <p:cTn presetID="10" presetClass="entr" presetSubtype="0" fill="hold" nodeType="withEffect">
                  <p:stCondLst>
                    <p:cond delay="800"/>
                  </p:stCondLst>
                  <p:childTnLst>
                    <p:set>
                      <p:cBhvr>
                        <p:cTn dur="1" fill="hold">
                          <p:stCondLst>
                            <p:cond delay="0"/>
                          </p:stCondLst>
                        </p:cTn>
                        <p:tgtEl>
                          <p:spTgt spid="79"/>
                        </p:tgtEl>
                        <p:attrNameLst>
                          <p:attrName>style.visibility</p:attrName>
                        </p:attrNameLst>
                      </p:cBhvr>
                      <p:to>
                        <p:strVal val="visible"/>
                      </p:to>
                    </p:set>
                    <p:animEffect transition="in" filter="fade">
                      <p:cBhvr>
                        <p:cTn dur="500"/>
                        <p:tgtEl>
                          <p:spTgt spid="79"/>
                        </p:tgtEl>
                      </p:cBhvr>
                    </p:animEffect>
                  </p:childTnLst>
                </p:cTn>
              </p:par>
            </p:tnLst>
          </p:tmpl>
        </p:tmplLst>
      </p:bldP>
      <p:bldP spid="28" grpId="0" build="p">
        <p:tmplLst>
          <p:tmpl lvl="1">
            <p:tnLst>
              <p:par>
                <p:cTn presetID="42" presetClass="entr" presetSubtype="0" fill="hold" nodeType="withEffect">
                  <p:stCondLst>
                    <p:cond delay="200"/>
                  </p:stCondLst>
                  <p:childTnLst>
                    <p:set>
                      <p:cBhvr>
                        <p:cTn dur="1" fill="hold">
                          <p:stCondLst>
                            <p:cond delay="0"/>
                          </p:stCondLst>
                        </p:cTn>
                        <p:tgtEl>
                          <p:spTgt spid="28"/>
                        </p:tgtEl>
                        <p:attrNameLst>
                          <p:attrName>style.visibility</p:attrName>
                        </p:attrNameLst>
                      </p:cBhvr>
                      <p:to>
                        <p:strVal val="visible"/>
                      </p:to>
                    </p:set>
                    <p:animEffect transition="in" filter="fade">
                      <p:cBhvr>
                        <p:cTn dur="400"/>
                        <p:tgtEl>
                          <p:spTgt spid="28"/>
                        </p:tgtEl>
                      </p:cBhvr>
                    </p:animEffect>
                    <p:anim calcmode="lin" valueType="num">
                      <p:cBhvr>
                        <p:cTn dur="400" fill="hold"/>
                        <p:tgtEl>
                          <p:spTgt spid="28"/>
                        </p:tgtEl>
                        <p:attrNameLst>
                          <p:attrName>ppt_x</p:attrName>
                        </p:attrNameLst>
                      </p:cBhvr>
                      <p:tavLst>
                        <p:tav tm="0">
                          <p:val>
                            <p:strVal val="#ppt_x"/>
                          </p:val>
                        </p:tav>
                        <p:tav tm="100000">
                          <p:val>
                            <p:strVal val="#ppt_x"/>
                          </p:val>
                        </p:tav>
                      </p:tavLst>
                    </p:anim>
                    <p:anim calcmode="lin" valueType="num">
                      <p:cBhvr>
                        <p:cTn dur="400" fill="hold"/>
                        <p:tgtEl>
                          <p:spTgt spid="28"/>
                        </p:tgtEl>
                        <p:attrNameLst>
                          <p:attrName>ppt_y</p:attrName>
                        </p:attrNameLst>
                      </p:cBhvr>
                      <p:tavLst>
                        <p:tav tm="0">
                          <p:val>
                            <p:strVal val="#ppt_y+.1"/>
                          </p:val>
                        </p:tav>
                        <p:tav tm="100000">
                          <p:val>
                            <p:strVal val="#ppt_y"/>
                          </p:val>
                        </p:tav>
                      </p:tavLst>
                    </p:anim>
                  </p:childTnLst>
                </p:cTn>
              </p:par>
            </p:tnLst>
          </p:tmpl>
        </p:tmplLst>
      </p:bldP>
      <p:bldP spid="29" grpId="0" build="p">
        <p:tmplLst>
          <p:tmpl lvl="1">
            <p:tnLst>
              <p:par>
                <p:cTn presetID="42" presetClass="entr" presetSubtype="0" fill="hold" nodeType="withEffect">
                  <p:stCondLst>
                    <p:cond delay="200"/>
                  </p:stCondLst>
                  <p:childTnLst>
                    <p:set>
                      <p:cBhvr>
                        <p:cTn dur="1" fill="hold">
                          <p:stCondLst>
                            <p:cond delay="0"/>
                          </p:stCondLst>
                        </p:cTn>
                        <p:tgtEl>
                          <p:spTgt spid="29"/>
                        </p:tgtEl>
                        <p:attrNameLst>
                          <p:attrName>style.visibility</p:attrName>
                        </p:attrNameLst>
                      </p:cBhvr>
                      <p:to>
                        <p:strVal val="visible"/>
                      </p:to>
                    </p:set>
                    <p:animEffect transition="in" filter="fade">
                      <p:cBhvr>
                        <p:cTn dur="400"/>
                        <p:tgtEl>
                          <p:spTgt spid="29"/>
                        </p:tgtEl>
                      </p:cBhvr>
                    </p:animEffect>
                    <p:anim calcmode="lin" valueType="num">
                      <p:cBhvr>
                        <p:cTn dur="400" fill="hold"/>
                        <p:tgtEl>
                          <p:spTgt spid="29"/>
                        </p:tgtEl>
                        <p:attrNameLst>
                          <p:attrName>ppt_x</p:attrName>
                        </p:attrNameLst>
                      </p:cBhvr>
                      <p:tavLst>
                        <p:tav tm="0">
                          <p:val>
                            <p:strVal val="#ppt_x"/>
                          </p:val>
                        </p:tav>
                        <p:tav tm="100000">
                          <p:val>
                            <p:strVal val="#ppt_x"/>
                          </p:val>
                        </p:tav>
                      </p:tavLst>
                    </p:anim>
                    <p:anim calcmode="lin" valueType="num">
                      <p:cBhvr>
                        <p:cTn dur="4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42" presetClass="entr" presetSubtype="0" fill="hold" nodeType="withEffect">
                  <p:stCondLst>
                    <p:cond delay="200"/>
                  </p:stCondLst>
                  <p:childTnLst>
                    <p:set>
                      <p:cBhvr>
                        <p:cTn dur="1" fill="hold">
                          <p:stCondLst>
                            <p:cond delay="0"/>
                          </p:stCondLst>
                        </p:cTn>
                        <p:tgtEl>
                          <p:spTgt spid="30"/>
                        </p:tgtEl>
                        <p:attrNameLst>
                          <p:attrName>style.visibility</p:attrName>
                        </p:attrNameLst>
                      </p:cBhvr>
                      <p:to>
                        <p:strVal val="visible"/>
                      </p:to>
                    </p:set>
                    <p:animEffect transition="in" filter="fade">
                      <p:cBhvr>
                        <p:cTn dur="400"/>
                        <p:tgtEl>
                          <p:spTgt spid="30"/>
                        </p:tgtEl>
                      </p:cBhvr>
                    </p:animEffect>
                    <p:anim calcmode="lin" valueType="num">
                      <p:cBhvr>
                        <p:cTn dur="400" fill="hold"/>
                        <p:tgtEl>
                          <p:spTgt spid="30"/>
                        </p:tgtEl>
                        <p:attrNameLst>
                          <p:attrName>ppt_x</p:attrName>
                        </p:attrNameLst>
                      </p:cBhvr>
                      <p:tavLst>
                        <p:tav tm="0">
                          <p:val>
                            <p:strVal val="#ppt_x"/>
                          </p:val>
                        </p:tav>
                        <p:tav tm="100000">
                          <p:val>
                            <p:strVal val="#ppt_x"/>
                          </p:val>
                        </p:tav>
                      </p:tavLst>
                    </p:anim>
                    <p:anim calcmode="lin" valueType="num">
                      <p:cBhvr>
                        <p:cTn dur="400" fill="hold"/>
                        <p:tgtEl>
                          <p:spTgt spid="3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1_Iconic list 2">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9"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 name="Rounded Rectangle 2"/>
          <p:cNvSpPr/>
          <p:nvPr userDrawn="1"/>
        </p:nvSpPr>
        <p:spPr>
          <a:xfrm>
            <a:off x="603251" y="1715377"/>
            <a:ext cx="869949" cy="782954"/>
          </a:xfrm>
          <a:prstGeom prst="roundRect">
            <a:avLst>
              <a:gd name="adj" fmla="val 50000"/>
            </a:avLst>
          </a:prstGeom>
          <a:solidFill>
            <a:srgbClr val="9CB83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3" name="Text Placeholder 7"/>
          <p:cNvSpPr>
            <a:spLocks noGrp="1"/>
          </p:cNvSpPr>
          <p:nvPr>
            <p:ph type="body" sz="quarter" idx="39" hasCustomPrompt="1"/>
          </p:nvPr>
        </p:nvSpPr>
        <p:spPr>
          <a:xfrm>
            <a:off x="684392" y="1761098"/>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26" name="Text Placeholder 7"/>
          <p:cNvSpPr>
            <a:spLocks noGrp="1"/>
          </p:cNvSpPr>
          <p:nvPr>
            <p:ph type="body" sz="quarter" idx="19" hasCustomPrompt="1"/>
          </p:nvPr>
        </p:nvSpPr>
        <p:spPr>
          <a:xfrm>
            <a:off x="1805518" y="1544320"/>
            <a:ext cx="4121149" cy="440148"/>
          </a:xfrm>
          <a:prstGeom prst="rect">
            <a:avLst/>
          </a:prstGeom>
        </p:spPr>
        <p:txBody>
          <a:bodyPr vert="horz" lIns="0" tIns="40504" rIns="0" bIns="40504" anchor="ctr"/>
          <a:lstStyle>
            <a:lvl1pPr marL="0" indent="0" algn="l">
              <a:lnSpc>
                <a:spcPct val="100000"/>
              </a:lnSpc>
              <a:spcBef>
                <a:spcPts val="0"/>
              </a:spcBef>
              <a:spcAft>
                <a:spcPts val="0"/>
              </a:spcAft>
              <a:buNone/>
              <a:defRPr sz="2400" b="0">
                <a:solidFill>
                  <a:schemeClr val="tx1">
                    <a:lumMod val="50000"/>
                    <a:lumOff val="50000"/>
                  </a:schemeClr>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7" name="Text Placeholder 2"/>
          <p:cNvSpPr>
            <a:spLocks noGrp="1"/>
          </p:cNvSpPr>
          <p:nvPr>
            <p:ph type="body" sz="quarter" idx="16" hasCustomPrompt="1"/>
          </p:nvPr>
        </p:nvSpPr>
        <p:spPr>
          <a:xfrm>
            <a:off x="1805519" y="2025110"/>
            <a:ext cx="4121148"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purusaecenas</a:t>
            </a:r>
            <a:r>
              <a:rPr lang="en-US" dirty="0" smtClean="0"/>
              <a:t>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p:txBody>
      </p:sp>
      <p:sp>
        <p:nvSpPr>
          <p:cNvPr id="32" name="Rounded Rectangle 31"/>
          <p:cNvSpPr/>
          <p:nvPr userDrawn="1"/>
        </p:nvSpPr>
        <p:spPr>
          <a:xfrm>
            <a:off x="603251" y="3193657"/>
            <a:ext cx="869949" cy="782954"/>
          </a:xfrm>
          <a:prstGeom prst="roundRect">
            <a:avLst>
              <a:gd name="adj" fmla="val 50000"/>
            </a:avLst>
          </a:prstGeom>
          <a:solidFill>
            <a:srgbClr val="1487B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33" name="Text Placeholder 7"/>
          <p:cNvSpPr>
            <a:spLocks noGrp="1"/>
          </p:cNvSpPr>
          <p:nvPr>
            <p:ph type="body" sz="quarter" idx="43" hasCustomPrompt="1"/>
          </p:nvPr>
        </p:nvSpPr>
        <p:spPr>
          <a:xfrm>
            <a:off x="684392" y="3239378"/>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34" name="Text Placeholder 7"/>
          <p:cNvSpPr>
            <a:spLocks noGrp="1"/>
          </p:cNvSpPr>
          <p:nvPr>
            <p:ph type="body" sz="quarter" idx="44" hasCustomPrompt="1"/>
          </p:nvPr>
        </p:nvSpPr>
        <p:spPr>
          <a:xfrm>
            <a:off x="1805518" y="3022600"/>
            <a:ext cx="4121149" cy="440148"/>
          </a:xfrm>
          <a:prstGeom prst="rect">
            <a:avLst/>
          </a:prstGeom>
        </p:spPr>
        <p:txBody>
          <a:bodyPr vert="horz" lIns="0" tIns="40504" rIns="0" bIns="40504" anchor="ctr"/>
          <a:lstStyle>
            <a:lvl1pPr marL="0" indent="0" algn="l">
              <a:lnSpc>
                <a:spcPct val="100000"/>
              </a:lnSpc>
              <a:spcBef>
                <a:spcPts val="0"/>
              </a:spcBef>
              <a:spcAft>
                <a:spcPts val="0"/>
              </a:spcAft>
              <a:buNone/>
              <a:defRPr sz="2400" b="0">
                <a:solidFill>
                  <a:schemeClr val="tx1">
                    <a:lumMod val="50000"/>
                    <a:lumOff val="50000"/>
                  </a:schemeClr>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5" name="Text Placeholder 2"/>
          <p:cNvSpPr>
            <a:spLocks noGrp="1"/>
          </p:cNvSpPr>
          <p:nvPr>
            <p:ph type="body" sz="quarter" idx="45" hasCustomPrompt="1"/>
          </p:nvPr>
        </p:nvSpPr>
        <p:spPr>
          <a:xfrm>
            <a:off x="1805519" y="3503390"/>
            <a:ext cx="4121148"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purusaecenas</a:t>
            </a:r>
            <a:r>
              <a:rPr lang="en-US" dirty="0" smtClean="0"/>
              <a:t>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p:txBody>
      </p:sp>
      <p:sp>
        <p:nvSpPr>
          <p:cNvPr id="40" name="Rounded Rectangle 39"/>
          <p:cNvSpPr/>
          <p:nvPr userDrawn="1"/>
        </p:nvSpPr>
        <p:spPr>
          <a:xfrm>
            <a:off x="603251" y="4671937"/>
            <a:ext cx="869949" cy="782954"/>
          </a:xfrm>
          <a:prstGeom prst="roundRect">
            <a:avLst>
              <a:gd name="adj" fmla="val 50000"/>
            </a:avLst>
          </a:prstGeom>
          <a:solidFill>
            <a:srgbClr val="44BE9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41" name="Text Placeholder 7"/>
          <p:cNvSpPr>
            <a:spLocks noGrp="1"/>
          </p:cNvSpPr>
          <p:nvPr>
            <p:ph type="body" sz="quarter" idx="49" hasCustomPrompt="1"/>
          </p:nvPr>
        </p:nvSpPr>
        <p:spPr>
          <a:xfrm>
            <a:off x="684392" y="4717658"/>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42" name="Text Placeholder 7"/>
          <p:cNvSpPr>
            <a:spLocks noGrp="1"/>
          </p:cNvSpPr>
          <p:nvPr>
            <p:ph type="body" sz="quarter" idx="50" hasCustomPrompt="1"/>
          </p:nvPr>
        </p:nvSpPr>
        <p:spPr>
          <a:xfrm>
            <a:off x="1805518" y="4500880"/>
            <a:ext cx="4121149" cy="440148"/>
          </a:xfrm>
          <a:prstGeom prst="rect">
            <a:avLst/>
          </a:prstGeom>
        </p:spPr>
        <p:txBody>
          <a:bodyPr vert="horz" lIns="0" tIns="40504" rIns="0" bIns="40504" anchor="ctr"/>
          <a:lstStyle>
            <a:lvl1pPr marL="0" indent="0" algn="l">
              <a:lnSpc>
                <a:spcPct val="100000"/>
              </a:lnSpc>
              <a:spcBef>
                <a:spcPts val="0"/>
              </a:spcBef>
              <a:spcAft>
                <a:spcPts val="0"/>
              </a:spcAft>
              <a:buNone/>
              <a:defRPr sz="2400" b="0">
                <a:solidFill>
                  <a:schemeClr val="tx1">
                    <a:lumMod val="50000"/>
                    <a:lumOff val="50000"/>
                  </a:schemeClr>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3" name="Text Placeholder 2"/>
          <p:cNvSpPr>
            <a:spLocks noGrp="1"/>
          </p:cNvSpPr>
          <p:nvPr>
            <p:ph type="body" sz="quarter" idx="51" hasCustomPrompt="1"/>
          </p:nvPr>
        </p:nvSpPr>
        <p:spPr>
          <a:xfrm>
            <a:off x="1805519" y="4981670"/>
            <a:ext cx="4121148" cy="779972"/>
          </a:xfrm>
          <a:prstGeom prst="rect">
            <a:avLst/>
          </a:prstGeom>
        </p:spPr>
        <p:txBody>
          <a:bodyPr vert="horz" lIns="0" tIns="0" rIns="0" bIns="0"/>
          <a:lstStyle>
            <a:lvl1pPr marL="0" indent="0" algn="l">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purusaecenas</a:t>
            </a:r>
            <a:r>
              <a:rPr lang="en-US" dirty="0" smtClean="0"/>
              <a:t>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p:txBody>
      </p:sp>
    </p:spTree>
    <p:extLst>
      <p:ext uri="{BB962C8B-B14F-4D97-AF65-F5344CB8AC3E}">
        <p14:creationId xmlns:p14="http://schemas.microsoft.com/office/powerpoint/2010/main" val="6010413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700"/>
                            </p:stCondLst>
                            <p:childTnLst>
                              <p:par>
                                <p:cTn id="16" presetID="53" presetClass="entr" presetSubtype="16" fill="hold" grpId="0"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400" fill="hold"/>
                                        <p:tgtEl>
                                          <p:spTgt spid="3"/>
                                        </p:tgtEl>
                                        <p:attrNameLst>
                                          <p:attrName>ppt_w</p:attrName>
                                        </p:attrNameLst>
                                      </p:cBhvr>
                                      <p:tavLst>
                                        <p:tav tm="0">
                                          <p:val>
                                            <p:fltVal val="0"/>
                                          </p:val>
                                        </p:tav>
                                        <p:tav tm="100000">
                                          <p:val>
                                            <p:strVal val="#ppt_w"/>
                                          </p:val>
                                        </p:tav>
                                      </p:tavLst>
                                    </p:anim>
                                    <p:anim calcmode="lin" valueType="num">
                                      <p:cBhvr>
                                        <p:cTn id="19" dur="400" fill="hold"/>
                                        <p:tgtEl>
                                          <p:spTgt spid="3"/>
                                        </p:tgtEl>
                                        <p:attrNameLst>
                                          <p:attrName>ppt_h</p:attrName>
                                        </p:attrNameLst>
                                      </p:cBhvr>
                                      <p:tavLst>
                                        <p:tav tm="0">
                                          <p:val>
                                            <p:fltVal val="0"/>
                                          </p:val>
                                        </p:tav>
                                        <p:tav tm="100000">
                                          <p:val>
                                            <p:strVal val="#ppt_h"/>
                                          </p:val>
                                        </p:tav>
                                      </p:tavLst>
                                    </p:anim>
                                    <p:animEffect transition="in" filter="fade">
                                      <p:cBhvr>
                                        <p:cTn id="20" dur="400"/>
                                        <p:tgtEl>
                                          <p:spTgt spid="3"/>
                                        </p:tgtEl>
                                      </p:cBhvr>
                                    </p:animEffect>
                                  </p:childTnLst>
                                </p:cTn>
                              </p:par>
                            </p:childTnLst>
                          </p:cTn>
                        </p:par>
                        <p:par>
                          <p:cTn id="21" fill="hold">
                            <p:stCondLst>
                              <p:cond delay="1100"/>
                            </p:stCondLst>
                            <p:childTnLst>
                              <p:par>
                                <p:cTn id="22" presetID="53" presetClass="entr" presetSubtype="16" fill="hold" grpId="0" nodeType="afterEffect">
                                  <p:stCondLst>
                                    <p:cond delay="0"/>
                                  </p:stCondLst>
                                  <p:childTnLst>
                                    <p:set>
                                      <p:cBhvr>
                                        <p:cTn id="23" dur="1" fill="hold">
                                          <p:stCondLst>
                                            <p:cond delay="0"/>
                                          </p:stCondLst>
                                        </p:cTn>
                                        <p:tgtEl>
                                          <p:spTgt spid="13">
                                            <p:txEl>
                                              <p:pRg st="0" end="0"/>
                                            </p:txEl>
                                          </p:spTgt>
                                        </p:tgtEl>
                                        <p:attrNameLst>
                                          <p:attrName>style.visibility</p:attrName>
                                        </p:attrNameLst>
                                      </p:cBhvr>
                                      <p:to>
                                        <p:strVal val="visible"/>
                                      </p:to>
                                    </p:set>
                                    <p:anim calcmode="lin" valueType="num">
                                      <p:cBhvr>
                                        <p:cTn id="24" dur="3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5" dur="3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6" dur="300"/>
                                        <p:tgtEl>
                                          <p:spTgt spid="13">
                                            <p:txEl>
                                              <p:pRg st="0" end="0"/>
                                            </p:txEl>
                                          </p:spTgt>
                                        </p:tgtEl>
                                      </p:cBhvr>
                                    </p:animEffect>
                                  </p:childTnLst>
                                </p:cTn>
                              </p:par>
                              <p:par>
                                <p:cTn id="27" presetID="42" presetClass="entr" presetSubtype="0" fill="hold" grpId="0" nodeType="withEffect">
                                  <p:stCondLst>
                                    <p:cond delay="200"/>
                                  </p:stCondLst>
                                  <p:childTnLst>
                                    <p:set>
                                      <p:cBhvr>
                                        <p:cTn id="28" dur="1" fill="hold">
                                          <p:stCondLst>
                                            <p:cond delay="0"/>
                                          </p:stCondLst>
                                        </p:cTn>
                                        <p:tgtEl>
                                          <p:spTgt spid="26">
                                            <p:txEl>
                                              <p:pRg st="0" end="0"/>
                                            </p:txEl>
                                          </p:spTgt>
                                        </p:tgtEl>
                                        <p:attrNameLst>
                                          <p:attrName>style.visibility</p:attrName>
                                        </p:attrNameLst>
                                      </p:cBhvr>
                                      <p:to>
                                        <p:strVal val="visible"/>
                                      </p:to>
                                    </p:set>
                                    <p:animEffect transition="in" filter="fade">
                                      <p:cBhvr>
                                        <p:cTn id="29" dur="500"/>
                                        <p:tgtEl>
                                          <p:spTgt spid="26">
                                            <p:txEl>
                                              <p:pRg st="0" end="0"/>
                                            </p:txEl>
                                          </p:spTgt>
                                        </p:tgtEl>
                                      </p:cBhvr>
                                    </p:animEffect>
                                    <p:anim calcmode="lin" valueType="num">
                                      <p:cBhvr>
                                        <p:cTn id="3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31" dur="500" fill="hold"/>
                                        <p:tgtEl>
                                          <p:spTgt spid="26">
                                            <p:txEl>
                                              <p:pRg st="0" end="0"/>
                                            </p:txEl>
                                          </p:spTgt>
                                        </p:tgtEl>
                                        <p:attrNameLst>
                                          <p:attrName>ppt_y</p:attrName>
                                        </p:attrNameLst>
                                      </p:cBhvr>
                                      <p:tavLst>
                                        <p:tav tm="0">
                                          <p:val>
                                            <p:strVal val="#ppt_y+.1"/>
                                          </p:val>
                                        </p:tav>
                                        <p:tav tm="100000">
                                          <p:val>
                                            <p:strVal val="#ppt_y"/>
                                          </p:val>
                                        </p:tav>
                                      </p:tavLst>
                                    </p:anim>
                                  </p:childTnLst>
                                </p:cTn>
                              </p:par>
                              <p:par>
                                <p:cTn id="32" presetID="10" presetClass="entr" presetSubtype="0" fill="hold" grpId="0" nodeType="withEffect">
                                  <p:stCondLst>
                                    <p:cond delay="800"/>
                                  </p:stCondLst>
                                  <p:childTnLst>
                                    <p:set>
                                      <p:cBhvr>
                                        <p:cTn id="33" dur="1" fill="hold">
                                          <p:stCondLst>
                                            <p:cond delay="0"/>
                                          </p:stCondLst>
                                        </p:cTn>
                                        <p:tgtEl>
                                          <p:spTgt spid="27">
                                            <p:txEl>
                                              <p:pRg st="0" end="0"/>
                                            </p:txEl>
                                          </p:spTgt>
                                        </p:tgtEl>
                                        <p:attrNameLst>
                                          <p:attrName>style.visibility</p:attrName>
                                        </p:attrNameLst>
                                      </p:cBhvr>
                                      <p:to>
                                        <p:strVal val="visible"/>
                                      </p:to>
                                    </p:set>
                                    <p:animEffect transition="in" filter="fade">
                                      <p:cBhvr>
                                        <p:cTn id="34" dur="500"/>
                                        <p:tgtEl>
                                          <p:spTgt spid="27">
                                            <p:txEl>
                                              <p:pRg st="0" end="0"/>
                                            </p:txEl>
                                          </p:spTgt>
                                        </p:tgtEl>
                                      </p:cBhvr>
                                    </p:animEffect>
                                  </p:childTnLst>
                                </p:cTn>
                              </p:par>
                            </p:childTnLst>
                          </p:cTn>
                        </p:par>
                        <p:par>
                          <p:cTn id="35" fill="hold">
                            <p:stCondLst>
                              <p:cond delay="2400"/>
                            </p:stCondLst>
                            <p:childTnLst>
                              <p:par>
                                <p:cTn id="36" presetID="53" presetClass="entr" presetSubtype="16" fill="hold" grpId="0" nodeType="afterEffect">
                                  <p:stCondLst>
                                    <p:cond delay="0"/>
                                  </p:stCondLst>
                                  <p:childTnLst>
                                    <p:set>
                                      <p:cBhvr>
                                        <p:cTn id="37" dur="1" fill="hold">
                                          <p:stCondLst>
                                            <p:cond delay="0"/>
                                          </p:stCondLst>
                                        </p:cTn>
                                        <p:tgtEl>
                                          <p:spTgt spid="32"/>
                                        </p:tgtEl>
                                        <p:attrNameLst>
                                          <p:attrName>style.visibility</p:attrName>
                                        </p:attrNameLst>
                                      </p:cBhvr>
                                      <p:to>
                                        <p:strVal val="visible"/>
                                      </p:to>
                                    </p:set>
                                    <p:anim calcmode="lin" valueType="num">
                                      <p:cBhvr>
                                        <p:cTn id="38" dur="400" fill="hold"/>
                                        <p:tgtEl>
                                          <p:spTgt spid="32"/>
                                        </p:tgtEl>
                                        <p:attrNameLst>
                                          <p:attrName>ppt_w</p:attrName>
                                        </p:attrNameLst>
                                      </p:cBhvr>
                                      <p:tavLst>
                                        <p:tav tm="0">
                                          <p:val>
                                            <p:fltVal val="0"/>
                                          </p:val>
                                        </p:tav>
                                        <p:tav tm="100000">
                                          <p:val>
                                            <p:strVal val="#ppt_w"/>
                                          </p:val>
                                        </p:tav>
                                      </p:tavLst>
                                    </p:anim>
                                    <p:anim calcmode="lin" valueType="num">
                                      <p:cBhvr>
                                        <p:cTn id="39" dur="400" fill="hold"/>
                                        <p:tgtEl>
                                          <p:spTgt spid="32"/>
                                        </p:tgtEl>
                                        <p:attrNameLst>
                                          <p:attrName>ppt_h</p:attrName>
                                        </p:attrNameLst>
                                      </p:cBhvr>
                                      <p:tavLst>
                                        <p:tav tm="0">
                                          <p:val>
                                            <p:fltVal val="0"/>
                                          </p:val>
                                        </p:tav>
                                        <p:tav tm="100000">
                                          <p:val>
                                            <p:strVal val="#ppt_h"/>
                                          </p:val>
                                        </p:tav>
                                      </p:tavLst>
                                    </p:anim>
                                    <p:animEffect transition="in" filter="fade">
                                      <p:cBhvr>
                                        <p:cTn id="40" dur="400"/>
                                        <p:tgtEl>
                                          <p:spTgt spid="32"/>
                                        </p:tgtEl>
                                      </p:cBhvr>
                                    </p:animEffect>
                                  </p:childTnLst>
                                </p:cTn>
                              </p:par>
                            </p:childTnLst>
                          </p:cTn>
                        </p:par>
                        <p:par>
                          <p:cTn id="41" fill="hold">
                            <p:stCondLst>
                              <p:cond delay="2800"/>
                            </p:stCondLst>
                            <p:childTnLst>
                              <p:par>
                                <p:cTn id="42" presetID="53" presetClass="entr" presetSubtype="16" fill="hold" grpId="0" nodeType="afterEffect">
                                  <p:stCondLst>
                                    <p:cond delay="0"/>
                                  </p:stCondLst>
                                  <p:childTnLst>
                                    <p:set>
                                      <p:cBhvr>
                                        <p:cTn id="43" dur="1" fill="hold">
                                          <p:stCondLst>
                                            <p:cond delay="0"/>
                                          </p:stCondLst>
                                        </p:cTn>
                                        <p:tgtEl>
                                          <p:spTgt spid="33">
                                            <p:txEl>
                                              <p:pRg st="0" end="0"/>
                                            </p:txEl>
                                          </p:spTgt>
                                        </p:tgtEl>
                                        <p:attrNameLst>
                                          <p:attrName>style.visibility</p:attrName>
                                        </p:attrNameLst>
                                      </p:cBhvr>
                                      <p:to>
                                        <p:strVal val="visible"/>
                                      </p:to>
                                    </p:set>
                                    <p:anim calcmode="lin" valueType="num">
                                      <p:cBhvr>
                                        <p:cTn id="44" dur="3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45" dur="3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46" dur="300"/>
                                        <p:tgtEl>
                                          <p:spTgt spid="33">
                                            <p:txEl>
                                              <p:pRg st="0" end="0"/>
                                            </p:txEl>
                                          </p:spTgt>
                                        </p:tgtEl>
                                      </p:cBhvr>
                                    </p:animEffect>
                                  </p:childTnLst>
                                </p:cTn>
                              </p:par>
                              <p:par>
                                <p:cTn id="47" presetID="42" presetClass="entr" presetSubtype="0" fill="hold" grpId="0" nodeType="withEffect">
                                  <p:stCondLst>
                                    <p:cond delay="200"/>
                                  </p:stCondLst>
                                  <p:childTnLst>
                                    <p:set>
                                      <p:cBhvr>
                                        <p:cTn id="48" dur="1" fill="hold">
                                          <p:stCondLst>
                                            <p:cond delay="0"/>
                                          </p:stCondLst>
                                        </p:cTn>
                                        <p:tgtEl>
                                          <p:spTgt spid="34">
                                            <p:txEl>
                                              <p:pRg st="0" end="0"/>
                                            </p:txEl>
                                          </p:spTgt>
                                        </p:tgtEl>
                                        <p:attrNameLst>
                                          <p:attrName>style.visibility</p:attrName>
                                        </p:attrNameLst>
                                      </p:cBhvr>
                                      <p:to>
                                        <p:strVal val="visible"/>
                                      </p:to>
                                    </p:set>
                                    <p:animEffect transition="in" filter="fade">
                                      <p:cBhvr>
                                        <p:cTn id="49" dur="500"/>
                                        <p:tgtEl>
                                          <p:spTgt spid="34">
                                            <p:txEl>
                                              <p:pRg st="0" end="0"/>
                                            </p:txEl>
                                          </p:spTgt>
                                        </p:tgtEl>
                                      </p:cBhvr>
                                    </p:animEffect>
                                    <p:anim calcmode="lin" valueType="num">
                                      <p:cBhvr>
                                        <p:cTn id="50"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34">
                                            <p:txEl>
                                              <p:pRg st="0" end="0"/>
                                            </p:txEl>
                                          </p:spTgt>
                                        </p:tgtEl>
                                        <p:attrNameLst>
                                          <p:attrName>ppt_y</p:attrName>
                                        </p:attrNameLst>
                                      </p:cBhvr>
                                      <p:tavLst>
                                        <p:tav tm="0">
                                          <p:val>
                                            <p:strVal val="#ppt_y+.1"/>
                                          </p:val>
                                        </p:tav>
                                        <p:tav tm="100000">
                                          <p:val>
                                            <p:strVal val="#ppt_y"/>
                                          </p:val>
                                        </p:tav>
                                      </p:tavLst>
                                    </p:anim>
                                  </p:childTnLst>
                                </p:cTn>
                              </p:par>
                              <p:par>
                                <p:cTn id="52" presetID="10" presetClass="entr" presetSubtype="0" fill="hold" grpId="0" nodeType="withEffect">
                                  <p:stCondLst>
                                    <p:cond delay="800"/>
                                  </p:stCondLst>
                                  <p:childTnLst>
                                    <p:set>
                                      <p:cBhvr>
                                        <p:cTn id="53" dur="1" fill="hold">
                                          <p:stCondLst>
                                            <p:cond delay="0"/>
                                          </p:stCondLst>
                                        </p:cTn>
                                        <p:tgtEl>
                                          <p:spTgt spid="35">
                                            <p:txEl>
                                              <p:pRg st="0" end="0"/>
                                            </p:txEl>
                                          </p:spTgt>
                                        </p:tgtEl>
                                        <p:attrNameLst>
                                          <p:attrName>style.visibility</p:attrName>
                                        </p:attrNameLst>
                                      </p:cBhvr>
                                      <p:to>
                                        <p:strVal val="visible"/>
                                      </p:to>
                                    </p:set>
                                    <p:animEffect transition="in" filter="fade">
                                      <p:cBhvr>
                                        <p:cTn id="54" dur="500"/>
                                        <p:tgtEl>
                                          <p:spTgt spid="35">
                                            <p:txEl>
                                              <p:pRg st="0" end="0"/>
                                            </p:txEl>
                                          </p:spTgt>
                                        </p:tgtEl>
                                      </p:cBhvr>
                                    </p:animEffect>
                                  </p:childTnLst>
                                </p:cTn>
                              </p:par>
                            </p:childTnLst>
                          </p:cTn>
                        </p:par>
                        <p:par>
                          <p:cTn id="55" fill="hold">
                            <p:stCondLst>
                              <p:cond delay="4100"/>
                            </p:stCondLst>
                            <p:childTnLst>
                              <p:par>
                                <p:cTn id="56" presetID="53" presetClass="entr" presetSubtype="16" fill="hold" grpId="0" nodeType="afterEffect">
                                  <p:stCondLst>
                                    <p:cond delay="0"/>
                                  </p:stCondLst>
                                  <p:childTnLst>
                                    <p:set>
                                      <p:cBhvr>
                                        <p:cTn id="57" dur="1" fill="hold">
                                          <p:stCondLst>
                                            <p:cond delay="0"/>
                                          </p:stCondLst>
                                        </p:cTn>
                                        <p:tgtEl>
                                          <p:spTgt spid="40"/>
                                        </p:tgtEl>
                                        <p:attrNameLst>
                                          <p:attrName>style.visibility</p:attrName>
                                        </p:attrNameLst>
                                      </p:cBhvr>
                                      <p:to>
                                        <p:strVal val="visible"/>
                                      </p:to>
                                    </p:set>
                                    <p:anim calcmode="lin" valueType="num">
                                      <p:cBhvr>
                                        <p:cTn id="58" dur="400" fill="hold"/>
                                        <p:tgtEl>
                                          <p:spTgt spid="40"/>
                                        </p:tgtEl>
                                        <p:attrNameLst>
                                          <p:attrName>ppt_w</p:attrName>
                                        </p:attrNameLst>
                                      </p:cBhvr>
                                      <p:tavLst>
                                        <p:tav tm="0">
                                          <p:val>
                                            <p:fltVal val="0"/>
                                          </p:val>
                                        </p:tav>
                                        <p:tav tm="100000">
                                          <p:val>
                                            <p:strVal val="#ppt_w"/>
                                          </p:val>
                                        </p:tav>
                                      </p:tavLst>
                                    </p:anim>
                                    <p:anim calcmode="lin" valueType="num">
                                      <p:cBhvr>
                                        <p:cTn id="59" dur="400" fill="hold"/>
                                        <p:tgtEl>
                                          <p:spTgt spid="40"/>
                                        </p:tgtEl>
                                        <p:attrNameLst>
                                          <p:attrName>ppt_h</p:attrName>
                                        </p:attrNameLst>
                                      </p:cBhvr>
                                      <p:tavLst>
                                        <p:tav tm="0">
                                          <p:val>
                                            <p:fltVal val="0"/>
                                          </p:val>
                                        </p:tav>
                                        <p:tav tm="100000">
                                          <p:val>
                                            <p:strVal val="#ppt_h"/>
                                          </p:val>
                                        </p:tav>
                                      </p:tavLst>
                                    </p:anim>
                                    <p:animEffect transition="in" filter="fade">
                                      <p:cBhvr>
                                        <p:cTn id="60" dur="400"/>
                                        <p:tgtEl>
                                          <p:spTgt spid="40"/>
                                        </p:tgtEl>
                                      </p:cBhvr>
                                    </p:animEffect>
                                  </p:childTnLst>
                                </p:cTn>
                              </p:par>
                            </p:childTnLst>
                          </p:cTn>
                        </p:par>
                        <p:par>
                          <p:cTn id="61" fill="hold">
                            <p:stCondLst>
                              <p:cond delay="4500"/>
                            </p:stCondLst>
                            <p:childTnLst>
                              <p:par>
                                <p:cTn id="62" presetID="53" presetClass="entr" presetSubtype="16" fill="hold" grpId="0" nodeType="afterEffect">
                                  <p:stCondLst>
                                    <p:cond delay="0"/>
                                  </p:stCondLst>
                                  <p:childTnLst>
                                    <p:set>
                                      <p:cBhvr>
                                        <p:cTn id="63" dur="1" fill="hold">
                                          <p:stCondLst>
                                            <p:cond delay="0"/>
                                          </p:stCondLst>
                                        </p:cTn>
                                        <p:tgtEl>
                                          <p:spTgt spid="41">
                                            <p:txEl>
                                              <p:pRg st="0" end="0"/>
                                            </p:txEl>
                                          </p:spTgt>
                                        </p:tgtEl>
                                        <p:attrNameLst>
                                          <p:attrName>style.visibility</p:attrName>
                                        </p:attrNameLst>
                                      </p:cBhvr>
                                      <p:to>
                                        <p:strVal val="visible"/>
                                      </p:to>
                                    </p:set>
                                    <p:anim calcmode="lin" valueType="num">
                                      <p:cBhvr>
                                        <p:cTn id="64" dur="300" fill="hold"/>
                                        <p:tgtEl>
                                          <p:spTgt spid="41">
                                            <p:txEl>
                                              <p:pRg st="0" end="0"/>
                                            </p:txEl>
                                          </p:spTgt>
                                        </p:tgtEl>
                                        <p:attrNameLst>
                                          <p:attrName>ppt_w</p:attrName>
                                        </p:attrNameLst>
                                      </p:cBhvr>
                                      <p:tavLst>
                                        <p:tav tm="0">
                                          <p:val>
                                            <p:fltVal val="0"/>
                                          </p:val>
                                        </p:tav>
                                        <p:tav tm="100000">
                                          <p:val>
                                            <p:strVal val="#ppt_w"/>
                                          </p:val>
                                        </p:tav>
                                      </p:tavLst>
                                    </p:anim>
                                    <p:anim calcmode="lin" valueType="num">
                                      <p:cBhvr>
                                        <p:cTn id="65" dur="300" fill="hold"/>
                                        <p:tgtEl>
                                          <p:spTgt spid="41">
                                            <p:txEl>
                                              <p:pRg st="0" end="0"/>
                                            </p:txEl>
                                          </p:spTgt>
                                        </p:tgtEl>
                                        <p:attrNameLst>
                                          <p:attrName>ppt_h</p:attrName>
                                        </p:attrNameLst>
                                      </p:cBhvr>
                                      <p:tavLst>
                                        <p:tav tm="0">
                                          <p:val>
                                            <p:fltVal val="0"/>
                                          </p:val>
                                        </p:tav>
                                        <p:tav tm="100000">
                                          <p:val>
                                            <p:strVal val="#ppt_h"/>
                                          </p:val>
                                        </p:tav>
                                      </p:tavLst>
                                    </p:anim>
                                    <p:animEffect transition="in" filter="fade">
                                      <p:cBhvr>
                                        <p:cTn id="66" dur="300"/>
                                        <p:tgtEl>
                                          <p:spTgt spid="41">
                                            <p:txEl>
                                              <p:pRg st="0" end="0"/>
                                            </p:txEl>
                                          </p:spTgt>
                                        </p:tgtEl>
                                      </p:cBhvr>
                                    </p:animEffect>
                                  </p:childTnLst>
                                </p:cTn>
                              </p:par>
                              <p:par>
                                <p:cTn id="67" presetID="42" presetClass="entr" presetSubtype="0" fill="hold" grpId="0" nodeType="withEffect">
                                  <p:stCondLst>
                                    <p:cond delay="200"/>
                                  </p:stCondLst>
                                  <p:childTnLst>
                                    <p:set>
                                      <p:cBhvr>
                                        <p:cTn id="68" dur="1" fill="hold">
                                          <p:stCondLst>
                                            <p:cond delay="0"/>
                                          </p:stCondLst>
                                        </p:cTn>
                                        <p:tgtEl>
                                          <p:spTgt spid="42">
                                            <p:txEl>
                                              <p:pRg st="0" end="0"/>
                                            </p:txEl>
                                          </p:spTgt>
                                        </p:tgtEl>
                                        <p:attrNameLst>
                                          <p:attrName>style.visibility</p:attrName>
                                        </p:attrNameLst>
                                      </p:cBhvr>
                                      <p:to>
                                        <p:strVal val="visible"/>
                                      </p:to>
                                    </p:set>
                                    <p:animEffect transition="in" filter="fade">
                                      <p:cBhvr>
                                        <p:cTn id="69" dur="500"/>
                                        <p:tgtEl>
                                          <p:spTgt spid="42">
                                            <p:txEl>
                                              <p:pRg st="0" end="0"/>
                                            </p:txEl>
                                          </p:spTgt>
                                        </p:tgtEl>
                                      </p:cBhvr>
                                    </p:animEffect>
                                    <p:anim calcmode="lin" valueType="num">
                                      <p:cBhvr>
                                        <p:cTn id="70"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p:cTn id="71" dur="500" fill="hold"/>
                                        <p:tgtEl>
                                          <p:spTgt spid="42">
                                            <p:txEl>
                                              <p:pRg st="0" end="0"/>
                                            </p:txEl>
                                          </p:spTgt>
                                        </p:tgtEl>
                                        <p:attrNameLst>
                                          <p:attrName>ppt_y</p:attrName>
                                        </p:attrNameLst>
                                      </p:cBhvr>
                                      <p:tavLst>
                                        <p:tav tm="0">
                                          <p:val>
                                            <p:strVal val="#ppt_y+.1"/>
                                          </p:val>
                                        </p:tav>
                                        <p:tav tm="100000">
                                          <p:val>
                                            <p:strVal val="#ppt_y"/>
                                          </p:val>
                                        </p:tav>
                                      </p:tavLst>
                                    </p:anim>
                                  </p:childTnLst>
                                </p:cTn>
                              </p:par>
                              <p:par>
                                <p:cTn id="72" presetID="10" presetClass="entr" presetSubtype="0" fill="hold" grpId="0" nodeType="withEffect">
                                  <p:stCondLst>
                                    <p:cond delay="800"/>
                                  </p:stCondLst>
                                  <p:childTnLst>
                                    <p:set>
                                      <p:cBhvr>
                                        <p:cTn id="73" dur="1" fill="hold">
                                          <p:stCondLst>
                                            <p:cond delay="0"/>
                                          </p:stCondLst>
                                        </p:cTn>
                                        <p:tgtEl>
                                          <p:spTgt spid="43">
                                            <p:txEl>
                                              <p:pRg st="0" end="0"/>
                                            </p:txEl>
                                          </p:spTgt>
                                        </p:tgtEl>
                                        <p:attrNameLst>
                                          <p:attrName>style.visibility</p:attrName>
                                        </p:attrNameLst>
                                      </p:cBhvr>
                                      <p:to>
                                        <p:strVal val="visible"/>
                                      </p:to>
                                    </p:set>
                                    <p:animEffect transition="in" filter="fade">
                                      <p:cBhvr>
                                        <p:cTn id="74" dur="500"/>
                                        <p:tgtEl>
                                          <p:spTgt spid="4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3" grpId="0" animBg="1"/>
      <p:bldP spid="13" grpId="0" build="p">
        <p:tmplLst>
          <p:tmpl lvl="1">
            <p:tnLst>
              <p:par>
                <p:cTn presetID="53" presetClass="entr" presetSubtype="16"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p:cTn dur="300" fill="hold"/>
                        <p:tgtEl>
                          <p:spTgt spid="13"/>
                        </p:tgtEl>
                        <p:attrNameLst>
                          <p:attrName>ppt_w</p:attrName>
                        </p:attrNameLst>
                      </p:cBhvr>
                      <p:tavLst>
                        <p:tav tm="0">
                          <p:val>
                            <p:fltVal val="0"/>
                          </p:val>
                        </p:tav>
                        <p:tav tm="100000">
                          <p:val>
                            <p:strVal val="#ppt_w"/>
                          </p:val>
                        </p:tav>
                      </p:tavLst>
                    </p:anim>
                    <p:anim calcmode="lin" valueType="num">
                      <p:cBhvr>
                        <p:cTn dur="300" fill="hold"/>
                        <p:tgtEl>
                          <p:spTgt spid="13"/>
                        </p:tgtEl>
                        <p:attrNameLst>
                          <p:attrName>ppt_h</p:attrName>
                        </p:attrNameLst>
                      </p:cBhvr>
                      <p:tavLst>
                        <p:tav tm="0">
                          <p:val>
                            <p:fltVal val="0"/>
                          </p:val>
                        </p:tav>
                        <p:tav tm="100000">
                          <p:val>
                            <p:strVal val="#ppt_h"/>
                          </p:val>
                        </p:tav>
                      </p:tavLst>
                    </p:anim>
                    <p:animEffect transition="in" filter="fade">
                      <p:cBhvr>
                        <p:cTn dur="300"/>
                        <p:tgtEl>
                          <p:spTgt spid="13"/>
                        </p:tgtEl>
                      </p:cBhvr>
                    </p:animEffect>
                  </p:childTnLst>
                </p:cTn>
              </p:par>
            </p:tnLst>
          </p:tmpl>
        </p:tmplLst>
      </p:bldP>
      <p:bldP spid="26" grpId="0" build="p">
        <p:tmplLst>
          <p:tmpl lvl="1">
            <p:tnLst>
              <p:par>
                <p:cTn presetID="42" presetClass="entr" presetSubtype="0" fill="hold" nodeType="withEffect">
                  <p:stCondLst>
                    <p:cond delay="20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10" presetClass="entr" presetSubtype="0" fill="hold" nodeType="withEffect">
                  <p:stCondLst>
                    <p:cond delay="80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32" grpId="0" animBg="1"/>
      <p:bldP spid="33" grpId="0" build="p">
        <p:tmplLst>
          <p:tmpl lvl="1">
            <p:tnLst>
              <p:par>
                <p:cTn presetID="53" presetClass="entr" presetSubtype="16"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 calcmode="lin" valueType="num">
                      <p:cBhvr>
                        <p:cTn dur="300" fill="hold"/>
                        <p:tgtEl>
                          <p:spTgt spid="33"/>
                        </p:tgtEl>
                        <p:attrNameLst>
                          <p:attrName>ppt_w</p:attrName>
                        </p:attrNameLst>
                      </p:cBhvr>
                      <p:tavLst>
                        <p:tav tm="0">
                          <p:val>
                            <p:fltVal val="0"/>
                          </p:val>
                        </p:tav>
                        <p:tav tm="100000">
                          <p:val>
                            <p:strVal val="#ppt_w"/>
                          </p:val>
                        </p:tav>
                      </p:tavLst>
                    </p:anim>
                    <p:anim calcmode="lin" valueType="num">
                      <p:cBhvr>
                        <p:cTn dur="300" fill="hold"/>
                        <p:tgtEl>
                          <p:spTgt spid="33"/>
                        </p:tgtEl>
                        <p:attrNameLst>
                          <p:attrName>ppt_h</p:attrName>
                        </p:attrNameLst>
                      </p:cBhvr>
                      <p:tavLst>
                        <p:tav tm="0">
                          <p:val>
                            <p:fltVal val="0"/>
                          </p:val>
                        </p:tav>
                        <p:tav tm="100000">
                          <p:val>
                            <p:strVal val="#ppt_h"/>
                          </p:val>
                        </p:tav>
                      </p:tavLst>
                    </p:anim>
                    <p:animEffect transition="in" filter="fade">
                      <p:cBhvr>
                        <p:cTn dur="300"/>
                        <p:tgtEl>
                          <p:spTgt spid="33"/>
                        </p:tgtEl>
                      </p:cBhvr>
                    </p:animEffect>
                  </p:childTnLst>
                </p:cTn>
              </p:par>
            </p:tnLst>
          </p:tmpl>
        </p:tmplLst>
      </p:bldP>
      <p:bldP spid="34" grpId="0" build="p">
        <p:tmplLst>
          <p:tmpl lvl="1">
            <p:tnLst>
              <p:par>
                <p:cTn presetID="42" presetClass="entr" presetSubtype="0" fill="hold" nodeType="withEffect">
                  <p:stCondLst>
                    <p:cond delay="20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anim calcmode="lin" valueType="num">
                      <p:cBhvr>
                        <p:cTn dur="500" fill="hold"/>
                        <p:tgtEl>
                          <p:spTgt spid="34"/>
                        </p:tgtEl>
                        <p:attrNameLst>
                          <p:attrName>ppt_x</p:attrName>
                        </p:attrNameLst>
                      </p:cBhvr>
                      <p:tavLst>
                        <p:tav tm="0">
                          <p:val>
                            <p:strVal val="#ppt_x"/>
                          </p:val>
                        </p:tav>
                        <p:tav tm="100000">
                          <p:val>
                            <p:strVal val="#ppt_x"/>
                          </p:val>
                        </p:tav>
                      </p:tavLst>
                    </p:anim>
                    <p:anim calcmode="lin" valueType="num">
                      <p:cBhvr>
                        <p:cTn dur="500" fill="hold"/>
                        <p:tgtEl>
                          <p:spTgt spid="34"/>
                        </p:tgtEl>
                        <p:attrNameLst>
                          <p:attrName>ppt_y</p:attrName>
                        </p:attrNameLst>
                      </p:cBhvr>
                      <p:tavLst>
                        <p:tav tm="0">
                          <p:val>
                            <p:strVal val="#ppt_y+.1"/>
                          </p:val>
                        </p:tav>
                        <p:tav tm="100000">
                          <p:val>
                            <p:strVal val="#ppt_y"/>
                          </p:val>
                        </p:tav>
                      </p:tavLst>
                    </p:anim>
                  </p:childTnLst>
                </p:cTn>
              </p:par>
            </p:tnLst>
          </p:tmpl>
        </p:tmplLst>
      </p:bldP>
      <p:bldP spid="35" grpId="0" build="p">
        <p:tmplLst>
          <p:tmpl lvl="1">
            <p:tnLst>
              <p:par>
                <p:cTn presetID="10" presetClass="entr" presetSubtype="0" fill="hold" nodeType="withEffect">
                  <p:stCondLst>
                    <p:cond delay="800"/>
                  </p:stCondLst>
                  <p:childTnLst>
                    <p:set>
                      <p:cBhvr>
                        <p:cTn dur="1" fill="hold">
                          <p:stCondLst>
                            <p:cond delay="0"/>
                          </p:stCondLst>
                        </p:cTn>
                        <p:tgtEl>
                          <p:spTgt spid="35"/>
                        </p:tgtEl>
                        <p:attrNameLst>
                          <p:attrName>style.visibility</p:attrName>
                        </p:attrNameLst>
                      </p:cBhvr>
                      <p:to>
                        <p:strVal val="visible"/>
                      </p:to>
                    </p:set>
                    <p:animEffect transition="in" filter="fade">
                      <p:cBhvr>
                        <p:cTn dur="500"/>
                        <p:tgtEl>
                          <p:spTgt spid="35"/>
                        </p:tgtEl>
                      </p:cBhvr>
                    </p:animEffect>
                  </p:childTnLst>
                </p:cTn>
              </p:par>
            </p:tnLst>
          </p:tmpl>
        </p:tmplLst>
      </p:bldP>
      <p:bldP spid="40" grpId="0" animBg="1"/>
      <p:bldP spid="41" grpId="0" build="p">
        <p:tmplLst>
          <p:tmpl lvl="1">
            <p:tnLst>
              <p:par>
                <p:cTn presetID="53" presetClass="entr" presetSubtype="16"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 calcmode="lin" valueType="num">
                      <p:cBhvr>
                        <p:cTn dur="300" fill="hold"/>
                        <p:tgtEl>
                          <p:spTgt spid="41"/>
                        </p:tgtEl>
                        <p:attrNameLst>
                          <p:attrName>ppt_w</p:attrName>
                        </p:attrNameLst>
                      </p:cBhvr>
                      <p:tavLst>
                        <p:tav tm="0">
                          <p:val>
                            <p:fltVal val="0"/>
                          </p:val>
                        </p:tav>
                        <p:tav tm="100000">
                          <p:val>
                            <p:strVal val="#ppt_w"/>
                          </p:val>
                        </p:tav>
                      </p:tavLst>
                    </p:anim>
                    <p:anim calcmode="lin" valueType="num">
                      <p:cBhvr>
                        <p:cTn dur="300" fill="hold"/>
                        <p:tgtEl>
                          <p:spTgt spid="41"/>
                        </p:tgtEl>
                        <p:attrNameLst>
                          <p:attrName>ppt_h</p:attrName>
                        </p:attrNameLst>
                      </p:cBhvr>
                      <p:tavLst>
                        <p:tav tm="0">
                          <p:val>
                            <p:fltVal val="0"/>
                          </p:val>
                        </p:tav>
                        <p:tav tm="100000">
                          <p:val>
                            <p:strVal val="#ppt_h"/>
                          </p:val>
                        </p:tav>
                      </p:tavLst>
                    </p:anim>
                    <p:animEffect transition="in" filter="fade">
                      <p:cBhvr>
                        <p:cTn dur="300"/>
                        <p:tgtEl>
                          <p:spTgt spid="41"/>
                        </p:tgtEl>
                      </p:cBhvr>
                    </p:animEffect>
                  </p:childTnLst>
                </p:cTn>
              </p:par>
            </p:tnLst>
          </p:tmpl>
        </p:tmplLst>
      </p:bldP>
      <p:bldP spid="42" grpId="0" build="p">
        <p:tmplLst>
          <p:tmpl lvl="1">
            <p:tnLst>
              <p:par>
                <p:cTn presetID="42" presetClass="entr" presetSubtype="0" fill="hold" nodeType="withEffect">
                  <p:stCondLst>
                    <p:cond delay="20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anim calcmode="lin" valueType="num">
                      <p:cBhvr>
                        <p:cTn dur="500" fill="hold"/>
                        <p:tgtEl>
                          <p:spTgt spid="42"/>
                        </p:tgtEl>
                        <p:attrNameLst>
                          <p:attrName>ppt_x</p:attrName>
                        </p:attrNameLst>
                      </p:cBhvr>
                      <p:tavLst>
                        <p:tav tm="0">
                          <p:val>
                            <p:strVal val="#ppt_x"/>
                          </p:val>
                        </p:tav>
                        <p:tav tm="100000">
                          <p:val>
                            <p:strVal val="#ppt_x"/>
                          </p:val>
                        </p:tav>
                      </p:tavLst>
                    </p:anim>
                    <p:anim calcmode="lin" valueType="num">
                      <p:cBhvr>
                        <p:cTn dur="500" fill="hold"/>
                        <p:tgtEl>
                          <p:spTgt spid="42"/>
                        </p:tgtEl>
                        <p:attrNameLst>
                          <p:attrName>ppt_y</p:attrName>
                        </p:attrNameLst>
                      </p:cBhvr>
                      <p:tavLst>
                        <p:tav tm="0">
                          <p:val>
                            <p:strVal val="#ppt_y+.1"/>
                          </p:val>
                        </p:tav>
                        <p:tav tm="100000">
                          <p:val>
                            <p:strVal val="#ppt_y"/>
                          </p:val>
                        </p:tav>
                      </p:tavLst>
                    </p:anim>
                  </p:childTnLst>
                </p:cTn>
              </p:par>
            </p:tnLst>
          </p:tmpl>
        </p:tmplLst>
      </p:bldP>
      <p:bldP spid="43" grpId="0" build="p">
        <p:tmplLst>
          <p:tmpl lvl="1">
            <p:tnLst>
              <p:par>
                <p:cTn presetID="10" presetClass="entr" presetSubtype="0" fill="hold" nodeType="withEffect">
                  <p:stCondLst>
                    <p:cond delay="80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Lst>
  </p:timing>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2_Iconic list 2">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9"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 name="Rounded Rectangle 2"/>
          <p:cNvSpPr/>
          <p:nvPr userDrawn="1"/>
        </p:nvSpPr>
        <p:spPr>
          <a:xfrm>
            <a:off x="10706102" y="1852537"/>
            <a:ext cx="869949" cy="782954"/>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3" name="Text Placeholder 7"/>
          <p:cNvSpPr>
            <a:spLocks noGrp="1"/>
          </p:cNvSpPr>
          <p:nvPr>
            <p:ph type="body" sz="quarter" idx="39" hasCustomPrompt="1"/>
          </p:nvPr>
        </p:nvSpPr>
        <p:spPr>
          <a:xfrm>
            <a:off x="10787243" y="1898258"/>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26" name="Text Placeholder 7"/>
          <p:cNvSpPr>
            <a:spLocks noGrp="1"/>
          </p:cNvSpPr>
          <p:nvPr>
            <p:ph type="body" sz="quarter" idx="19" hasCustomPrompt="1"/>
          </p:nvPr>
        </p:nvSpPr>
        <p:spPr>
          <a:xfrm>
            <a:off x="6421968" y="1681480"/>
            <a:ext cx="4121149" cy="440148"/>
          </a:xfrm>
          <a:prstGeom prst="rect">
            <a:avLst/>
          </a:prstGeom>
        </p:spPr>
        <p:txBody>
          <a:bodyPr vert="horz" lIns="0" tIns="40504" rIns="0" bIns="40504" anchor="ctr"/>
          <a:lstStyle>
            <a:lvl1pPr marL="0" indent="0" algn="r">
              <a:lnSpc>
                <a:spcPct val="100000"/>
              </a:lnSpc>
              <a:spcBef>
                <a:spcPts val="0"/>
              </a:spcBef>
              <a:spcAft>
                <a:spcPts val="0"/>
              </a:spcAft>
              <a:buNone/>
              <a:defRPr sz="2400" b="0">
                <a:solidFill>
                  <a:schemeClr val="tx1">
                    <a:lumMod val="50000"/>
                    <a:lumOff val="50000"/>
                  </a:schemeClr>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7" name="Text Placeholder 2"/>
          <p:cNvSpPr>
            <a:spLocks noGrp="1"/>
          </p:cNvSpPr>
          <p:nvPr>
            <p:ph type="body" sz="quarter" idx="16" hasCustomPrompt="1"/>
          </p:nvPr>
        </p:nvSpPr>
        <p:spPr>
          <a:xfrm>
            <a:off x="6421970" y="2162270"/>
            <a:ext cx="4121148" cy="779972"/>
          </a:xfrm>
          <a:prstGeom prst="rect">
            <a:avLst/>
          </a:prstGeom>
        </p:spPr>
        <p:txBody>
          <a:bodyPr vert="horz" lIns="0" tIns="0" rIns="0" bIns="0"/>
          <a:lstStyle>
            <a:lvl1pPr marL="0" indent="0" algn="r">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purusaecenas</a:t>
            </a:r>
            <a:r>
              <a:rPr lang="en-US" dirty="0" smtClean="0"/>
              <a:t>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p:txBody>
      </p:sp>
      <p:sp>
        <p:nvSpPr>
          <p:cNvPr id="32" name="Rounded Rectangle 31"/>
          <p:cNvSpPr/>
          <p:nvPr userDrawn="1"/>
        </p:nvSpPr>
        <p:spPr>
          <a:xfrm>
            <a:off x="10706102" y="3330817"/>
            <a:ext cx="869949" cy="782954"/>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33" name="Text Placeholder 7"/>
          <p:cNvSpPr>
            <a:spLocks noGrp="1"/>
          </p:cNvSpPr>
          <p:nvPr>
            <p:ph type="body" sz="quarter" idx="43" hasCustomPrompt="1"/>
          </p:nvPr>
        </p:nvSpPr>
        <p:spPr>
          <a:xfrm>
            <a:off x="10787243" y="3376538"/>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34" name="Text Placeholder 7"/>
          <p:cNvSpPr>
            <a:spLocks noGrp="1"/>
          </p:cNvSpPr>
          <p:nvPr>
            <p:ph type="body" sz="quarter" idx="44" hasCustomPrompt="1"/>
          </p:nvPr>
        </p:nvSpPr>
        <p:spPr>
          <a:xfrm>
            <a:off x="6421968" y="3159760"/>
            <a:ext cx="4121149" cy="440148"/>
          </a:xfrm>
          <a:prstGeom prst="rect">
            <a:avLst/>
          </a:prstGeom>
        </p:spPr>
        <p:txBody>
          <a:bodyPr vert="horz" lIns="0" tIns="40504" rIns="0" bIns="40504" anchor="ctr"/>
          <a:lstStyle>
            <a:lvl1pPr marL="0" indent="0" algn="r">
              <a:lnSpc>
                <a:spcPct val="100000"/>
              </a:lnSpc>
              <a:spcBef>
                <a:spcPts val="0"/>
              </a:spcBef>
              <a:spcAft>
                <a:spcPts val="0"/>
              </a:spcAft>
              <a:buNone/>
              <a:defRPr sz="2400" b="0">
                <a:solidFill>
                  <a:schemeClr val="tx1">
                    <a:lumMod val="50000"/>
                    <a:lumOff val="50000"/>
                  </a:schemeClr>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5" name="Text Placeholder 2"/>
          <p:cNvSpPr>
            <a:spLocks noGrp="1"/>
          </p:cNvSpPr>
          <p:nvPr>
            <p:ph type="body" sz="quarter" idx="45" hasCustomPrompt="1"/>
          </p:nvPr>
        </p:nvSpPr>
        <p:spPr>
          <a:xfrm>
            <a:off x="6421970" y="3640550"/>
            <a:ext cx="4121148" cy="779972"/>
          </a:xfrm>
          <a:prstGeom prst="rect">
            <a:avLst/>
          </a:prstGeom>
        </p:spPr>
        <p:txBody>
          <a:bodyPr vert="horz" lIns="0" tIns="0" rIns="0" bIns="0"/>
          <a:lstStyle>
            <a:lvl1pPr marL="0" indent="0" algn="r">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purusaecenas</a:t>
            </a:r>
            <a:r>
              <a:rPr lang="en-US" dirty="0" smtClean="0"/>
              <a:t>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p:txBody>
      </p:sp>
      <p:sp>
        <p:nvSpPr>
          <p:cNvPr id="40" name="Rounded Rectangle 39"/>
          <p:cNvSpPr/>
          <p:nvPr userDrawn="1"/>
        </p:nvSpPr>
        <p:spPr>
          <a:xfrm>
            <a:off x="10706102" y="4809097"/>
            <a:ext cx="869949" cy="782954"/>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41" name="Text Placeholder 7"/>
          <p:cNvSpPr>
            <a:spLocks noGrp="1"/>
          </p:cNvSpPr>
          <p:nvPr>
            <p:ph type="body" sz="quarter" idx="49" hasCustomPrompt="1"/>
          </p:nvPr>
        </p:nvSpPr>
        <p:spPr>
          <a:xfrm>
            <a:off x="10787243" y="4854818"/>
            <a:ext cx="704141" cy="674519"/>
          </a:xfrm>
          <a:prstGeom prst="rect">
            <a:avLst/>
          </a:prstGeom>
        </p:spPr>
        <p:txBody>
          <a:bodyPr vert="horz" lIns="0" tIns="103884" rIns="0" bIns="103884" anchor="ctr"/>
          <a:lstStyle>
            <a:lvl1pPr marL="0" indent="0" algn="ctr">
              <a:lnSpc>
                <a:spcPct val="100000"/>
              </a:lnSpc>
              <a:spcBef>
                <a:spcPts val="0"/>
              </a:spcBef>
              <a:buNone/>
              <a:defRPr sz="1920" b="1">
                <a:solidFill>
                  <a:schemeClr val="bg1"/>
                </a:solidFill>
                <a:latin typeface="FontAwesome"/>
                <a:cs typeface="FontAwesome"/>
              </a:defRPr>
            </a:lvl1pPr>
          </a:lstStyle>
          <a:p>
            <a:pPr lvl="0"/>
            <a:r>
              <a:rPr lang="es-ES_tradnl" dirty="0" err="1" smtClean="0"/>
              <a:t>icon</a:t>
            </a:r>
            <a:endParaRPr lang="es-ES_tradnl" dirty="0" smtClean="0"/>
          </a:p>
        </p:txBody>
      </p:sp>
      <p:sp>
        <p:nvSpPr>
          <p:cNvPr id="42" name="Text Placeholder 7"/>
          <p:cNvSpPr>
            <a:spLocks noGrp="1"/>
          </p:cNvSpPr>
          <p:nvPr>
            <p:ph type="body" sz="quarter" idx="50" hasCustomPrompt="1"/>
          </p:nvPr>
        </p:nvSpPr>
        <p:spPr>
          <a:xfrm>
            <a:off x="6421968" y="4638040"/>
            <a:ext cx="4121149" cy="440148"/>
          </a:xfrm>
          <a:prstGeom prst="rect">
            <a:avLst/>
          </a:prstGeom>
        </p:spPr>
        <p:txBody>
          <a:bodyPr vert="horz" lIns="0" tIns="40504" rIns="0" bIns="40504" anchor="ctr"/>
          <a:lstStyle>
            <a:lvl1pPr marL="0" indent="0" algn="r">
              <a:lnSpc>
                <a:spcPct val="100000"/>
              </a:lnSpc>
              <a:spcBef>
                <a:spcPts val="0"/>
              </a:spcBef>
              <a:spcAft>
                <a:spcPts val="0"/>
              </a:spcAft>
              <a:buNone/>
              <a:defRPr sz="2400" b="0">
                <a:solidFill>
                  <a:schemeClr val="tx1">
                    <a:lumMod val="50000"/>
                    <a:lumOff val="50000"/>
                  </a:schemeClr>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3" name="Text Placeholder 2"/>
          <p:cNvSpPr>
            <a:spLocks noGrp="1"/>
          </p:cNvSpPr>
          <p:nvPr>
            <p:ph type="body" sz="quarter" idx="51" hasCustomPrompt="1"/>
          </p:nvPr>
        </p:nvSpPr>
        <p:spPr>
          <a:xfrm>
            <a:off x="6421970" y="5118830"/>
            <a:ext cx="4121148" cy="779972"/>
          </a:xfrm>
          <a:prstGeom prst="rect">
            <a:avLst/>
          </a:prstGeom>
        </p:spPr>
        <p:txBody>
          <a:bodyPr vert="horz" lIns="0" tIns="0" rIns="0" bIns="0"/>
          <a:lstStyle>
            <a:lvl1pPr marL="0" indent="0" algn="r">
              <a:lnSpc>
                <a:spcPct val="130000"/>
              </a:lnSpc>
              <a:buNone/>
              <a:defRPr sz="1080" baseline="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purusaecenas</a:t>
            </a:r>
            <a:r>
              <a:rPr lang="en-US" dirty="0" smtClean="0"/>
              <a:t>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p:txBody>
      </p:sp>
    </p:spTree>
    <p:extLst>
      <p:ext uri="{BB962C8B-B14F-4D97-AF65-F5344CB8AC3E}">
        <p14:creationId xmlns:p14="http://schemas.microsoft.com/office/powerpoint/2010/main" val="40473443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700"/>
                            </p:stCondLst>
                            <p:childTnLst>
                              <p:par>
                                <p:cTn id="16" presetID="53" presetClass="entr" presetSubtype="16" fill="hold" grpId="0"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400" fill="hold"/>
                                        <p:tgtEl>
                                          <p:spTgt spid="3"/>
                                        </p:tgtEl>
                                        <p:attrNameLst>
                                          <p:attrName>ppt_w</p:attrName>
                                        </p:attrNameLst>
                                      </p:cBhvr>
                                      <p:tavLst>
                                        <p:tav tm="0">
                                          <p:val>
                                            <p:fltVal val="0"/>
                                          </p:val>
                                        </p:tav>
                                        <p:tav tm="100000">
                                          <p:val>
                                            <p:strVal val="#ppt_w"/>
                                          </p:val>
                                        </p:tav>
                                      </p:tavLst>
                                    </p:anim>
                                    <p:anim calcmode="lin" valueType="num">
                                      <p:cBhvr>
                                        <p:cTn id="19" dur="400" fill="hold"/>
                                        <p:tgtEl>
                                          <p:spTgt spid="3"/>
                                        </p:tgtEl>
                                        <p:attrNameLst>
                                          <p:attrName>ppt_h</p:attrName>
                                        </p:attrNameLst>
                                      </p:cBhvr>
                                      <p:tavLst>
                                        <p:tav tm="0">
                                          <p:val>
                                            <p:fltVal val="0"/>
                                          </p:val>
                                        </p:tav>
                                        <p:tav tm="100000">
                                          <p:val>
                                            <p:strVal val="#ppt_h"/>
                                          </p:val>
                                        </p:tav>
                                      </p:tavLst>
                                    </p:anim>
                                    <p:animEffect transition="in" filter="fade">
                                      <p:cBhvr>
                                        <p:cTn id="20" dur="400"/>
                                        <p:tgtEl>
                                          <p:spTgt spid="3"/>
                                        </p:tgtEl>
                                      </p:cBhvr>
                                    </p:animEffect>
                                  </p:childTnLst>
                                </p:cTn>
                              </p:par>
                            </p:childTnLst>
                          </p:cTn>
                        </p:par>
                        <p:par>
                          <p:cTn id="21" fill="hold">
                            <p:stCondLst>
                              <p:cond delay="1100"/>
                            </p:stCondLst>
                            <p:childTnLst>
                              <p:par>
                                <p:cTn id="22" presetID="53" presetClass="entr" presetSubtype="16" fill="hold" grpId="0" nodeType="afterEffect">
                                  <p:stCondLst>
                                    <p:cond delay="0"/>
                                  </p:stCondLst>
                                  <p:childTnLst>
                                    <p:set>
                                      <p:cBhvr>
                                        <p:cTn id="23" dur="1" fill="hold">
                                          <p:stCondLst>
                                            <p:cond delay="0"/>
                                          </p:stCondLst>
                                        </p:cTn>
                                        <p:tgtEl>
                                          <p:spTgt spid="13">
                                            <p:txEl>
                                              <p:pRg st="0" end="0"/>
                                            </p:txEl>
                                          </p:spTgt>
                                        </p:tgtEl>
                                        <p:attrNameLst>
                                          <p:attrName>style.visibility</p:attrName>
                                        </p:attrNameLst>
                                      </p:cBhvr>
                                      <p:to>
                                        <p:strVal val="visible"/>
                                      </p:to>
                                    </p:set>
                                    <p:anim calcmode="lin" valueType="num">
                                      <p:cBhvr>
                                        <p:cTn id="24" dur="3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5" dur="3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6" dur="300"/>
                                        <p:tgtEl>
                                          <p:spTgt spid="13">
                                            <p:txEl>
                                              <p:pRg st="0" end="0"/>
                                            </p:txEl>
                                          </p:spTgt>
                                        </p:tgtEl>
                                      </p:cBhvr>
                                    </p:animEffect>
                                  </p:childTnLst>
                                </p:cTn>
                              </p:par>
                              <p:par>
                                <p:cTn id="27" presetID="42" presetClass="entr" presetSubtype="0" fill="hold" grpId="0" nodeType="withEffect">
                                  <p:stCondLst>
                                    <p:cond delay="200"/>
                                  </p:stCondLst>
                                  <p:childTnLst>
                                    <p:set>
                                      <p:cBhvr>
                                        <p:cTn id="28" dur="1" fill="hold">
                                          <p:stCondLst>
                                            <p:cond delay="0"/>
                                          </p:stCondLst>
                                        </p:cTn>
                                        <p:tgtEl>
                                          <p:spTgt spid="26">
                                            <p:txEl>
                                              <p:pRg st="0" end="0"/>
                                            </p:txEl>
                                          </p:spTgt>
                                        </p:tgtEl>
                                        <p:attrNameLst>
                                          <p:attrName>style.visibility</p:attrName>
                                        </p:attrNameLst>
                                      </p:cBhvr>
                                      <p:to>
                                        <p:strVal val="visible"/>
                                      </p:to>
                                    </p:set>
                                    <p:animEffect transition="in" filter="fade">
                                      <p:cBhvr>
                                        <p:cTn id="29" dur="500"/>
                                        <p:tgtEl>
                                          <p:spTgt spid="26">
                                            <p:txEl>
                                              <p:pRg st="0" end="0"/>
                                            </p:txEl>
                                          </p:spTgt>
                                        </p:tgtEl>
                                      </p:cBhvr>
                                    </p:animEffect>
                                    <p:anim calcmode="lin" valueType="num">
                                      <p:cBhvr>
                                        <p:cTn id="3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31" dur="500" fill="hold"/>
                                        <p:tgtEl>
                                          <p:spTgt spid="26">
                                            <p:txEl>
                                              <p:pRg st="0" end="0"/>
                                            </p:txEl>
                                          </p:spTgt>
                                        </p:tgtEl>
                                        <p:attrNameLst>
                                          <p:attrName>ppt_y</p:attrName>
                                        </p:attrNameLst>
                                      </p:cBhvr>
                                      <p:tavLst>
                                        <p:tav tm="0">
                                          <p:val>
                                            <p:strVal val="#ppt_y+.1"/>
                                          </p:val>
                                        </p:tav>
                                        <p:tav tm="100000">
                                          <p:val>
                                            <p:strVal val="#ppt_y"/>
                                          </p:val>
                                        </p:tav>
                                      </p:tavLst>
                                    </p:anim>
                                  </p:childTnLst>
                                </p:cTn>
                              </p:par>
                              <p:par>
                                <p:cTn id="32" presetID="10" presetClass="entr" presetSubtype="0" fill="hold" grpId="0" nodeType="withEffect">
                                  <p:stCondLst>
                                    <p:cond delay="800"/>
                                  </p:stCondLst>
                                  <p:childTnLst>
                                    <p:set>
                                      <p:cBhvr>
                                        <p:cTn id="33" dur="1" fill="hold">
                                          <p:stCondLst>
                                            <p:cond delay="0"/>
                                          </p:stCondLst>
                                        </p:cTn>
                                        <p:tgtEl>
                                          <p:spTgt spid="27">
                                            <p:txEl>
                                              <p:pRg st="0" end="0"/>
                                            </p:txEl>
                                          </p:spTgt>
                                        </p:tgtEl>
                                        <p:attrNameLst>
                                          <p:attrName>style.visibility</p:attrName>
                                        </p:attrNameLst>
                                      </p:cBhvr>
                                      <p:to>
                                        <p:strVal val="visible"/>
                                      </p:to>
                                    </p:set>
                                    <p:animEffect transition="in" filter="fade">
                                      <p:cBhvr>
                                        <p:cTn id="34" dur="500"/>
                                        <p:tgtEl>
                                          <p:spTgt spid="27">
                                            <p:txEl>
                                              <p:pRg st="0" end="0"/>
                                            </p:txEl>
                                          </p:spTgt>
                                        </p:tgtEl>
                                      </p:cBhvr>
                                    </p:animEffect>
                                  </p:childTnLst>
                                </p:cTn>
                              </p:par>
                            </p:childTnLst>
                          </p:cTn>
                        </p:par>
                        <p:par>
                          <p:cTn id="35" fill="hold">
                            <p:stCondLst>
                              <p:cond delay="2400"/>
                            </p:stCondLst>
                            <p:childTnLst>
                              <p:par>
                                <p:cTn id="36" presetID="53" presetClass="entr" presetSubtype="16" fill="hold" grpId="0" nodeType="afterEffect">
                                  <p:stCondLst>
                                    <p:cond delay="0"/>
                                  </p:stCondLst>
                                  <p:childTnLst>
                                    <p:set>
                                      <p:cBhvr>
                                        <p:cTn id="37" dur="1" fill="hold">
                                          <p:stCondLst>
                                            <p:cond delay="0"/>
                                          </p:stCondLst>
                                        </p:cTn>
                                        <p:tgtEl>
                                          <p:spTgt spid="32"/>
                                        </p:tgtEl>
                                        <p:attrNameLst>
                                          <p:attrName>style.visibility</p:attrName>
                                        </p:attrNameLst>
                                      </p:cBhvr>
                                      <p:to>
                                        <p:strVal val="visible"/>
                                      </p:to>
                                    </p:set>
                                    <p:anim calcmode="lin" valueType="num">
                                      <p:cBhvr>
                                        <p:cTn id="38" dur="400" fill="hold"/>
                                        <p:tgtEl>
                                          <p:spTgt spid="32"/>
                                        </p:tgtEl>
                                        <p:attrNameLst>
                                          <p:attrName>ppt_w</p:attrName>
                                        </p:attrNameLst>
                                      </p:cBhvr>
                                      <p:tavLst>
                                        <p:tav tm="0">
                                          <p:val>
                                            <p:fltVal val="0"/>
                                          </p:val>
                                        </p:tav>
                                        <p:tav tm="100000">
                                          <p:val>
                                            <p:strVal val="#ppt_w"/>
                                          </p:val>
                                        </p:tav>
                                      </p:tavLst>
                                    </p:anim>
                                    <p:anim calcmode="lin" valueType="num">
                                      <p:cBhvr>
                                        <p:cTn id="39" dur="400" fill="hold"/>
                                        <p:tgtEl>
                                          <p:spTgt spid="32"/>
                                        </p:tgtEl>
                                        <p:attrNameLst>
                                          <p:attrName>ppt_h</p:attrName>
                                        </p:attrNameLst>
                                      </p:cBhvr>
                                      <p:tavLst>
                                        <p:tav tm="0">
                                          <p:val>
                                            <p:fltVal val="0"/>
                                          </p:val>
                                        </p:tav>
                                        <p:tav tm="100000">
                                          <p:val>
                                            <p:strVal val="#ppt_h"/>
                                          </p:val>
                                        </p:tav>
                                      </p:tavLst>
                                    </p:anim>
                                    <p:animEffect transition="in" filter="fade">
                                      <p:cBhvr>
                                        <p:cTn id="40" dur="400"/>
                                        <p:tgtEl>
                                          <p:spTgt spid="32"/>
                                        </p:tgtEl>
                                      </p:cBhvr>
                                    </p:animEffect>
                                  </p:childTnLst>
                                </p:cTn>
                              </p:par>
                            </p:childTnLst>
                          </p:cTn>
                        </p:par>
                        <p:par>
                          <p:cTn id="41" fill="hold">
                            <p:stCondLst>
                              <p:cond delay="2800"/>
                            </p:stCondLst>
                            <p:childTnLst>
                              <p:par>
                                <p:cTn id="42" presetID="53" presetClass="entr" presetSubtype="16" fill="hold" grpId="0" nodeType="afterEffect">
                                  <p:stCondLst>
                                    <p:cond delay="0"/>
                                  </p:stCondLst>
                                  <p:childTnLst>
                                    <p:set>
                                      <p:cBhvr>
                                        <p:cTn id="43" dur="1" fill="hold">
                                          <p:stCondLst>
                                            <p:cond delay="0"/>
                                          </p:stCondLst>
                                        </p:cTn>
                                        <p:tgtEl>
                                          <p:spTgt spid="33">
                                            <p:txEl>
                                              <p:pRg st="0" end="0"/>
                                            </p:txEl>
                                          </p:spTgt>
                                        </p:tgtEl>
                                        <p:attrNameLst>
                                          <p:attrName>style.visibility</p:attrName>
                                        </p:attrNameLst>
                                      </p:cBhvr>
                                      <p:to>
                                        <p:strVal val="visible"/>
                                      </p:to>
                                    </p:set>
                                    <p:anim calcmode="lin" valueType="num">
                                      <p:cBhvr>
                                        <p:cTn id="44" dur="3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45" dur="3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46" dur="300"/>
                                        <p:tgtEl>
                                          <p:spTgt spid="33">
                                            <p:txEl>
                                              <p:pRg st="0" end="0"/>
                                            </p:txEl>
                                          </p:spTgt>
                                        </p:tgtEl>
                                      </p:cBhvr>
                                    </p:animEffect>
                                  </p:childTnLst>
                                </p:cTn>
                              </p:par>
                              <p:par>
                                <p:cTn id="47" presetID="42" presetClass="entr" presetSubtype="0" fill="hold" grpId="0" nodeType="withEffect">
                                  <p:stCondLst>
                                    <p:cond delay="200"/>
                                  </p:stCondLst>
                                  <p:childTnLst>
                                    <p:set>
                                      <p:cBhvr>
                                        <p:cTn id="48" dur="1" fill="hold">
                                          <p:stCondLst>
                                            <p:cond delay="0"/>
                                          </p:stCondLst>
                                        </p:cTn>
                                        <p:tgtEl>
                                          <p:spTgt spid="34">
                                            <p:txEl>
                                              <p:pRg st="0" end="0"/>
                                            </p:txEl>
                                          </p:spTgt>
                                        </p:tgtEl>
                                        <p:attrNameLst>
                                          <p:attrName>style.visibility</p:attrName>
                                        </p:attrNameLst>
                                      </p:cBhvr>
                                      <p:to>
                                        <p:strVal val="visible"/>
                                      </p:to>
                                    </p:set>
                                    <p:animEffect transition="in" filter="fade">
                                      <p:cBhvr>
                                        <p:cTn id="49" dur="500"/>
                                        <p:tgtEl>
                                          <p:spTgt spid="34">
                                            <p:txEl>
                                              <p:pRg st="0" end="0"/>
                                            </p:txEl>
                                          </p:spTgt>
                                        </p:tgtEl>
                                      </p:cBhvr>
                                    </p:animEffect>
                                    <p:anim calcmode="lin" valueType="num">
                                      <p:cBhvr>
                                        <p:cTn id="50"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34">
                                            <p:txEl>
                                              <p:pRg st="0" end="0"/>
                                            </p:txEl>
                                          </p:spTgt>
                                        </p:tgtEl>
                                        <p:attrNameLst>
                                          <p:attrName>ppt_y</p:attrName>
                                        </p:attrNameLst>
                                      </p:cBhvr>
                                      <p:tavLst>
                                        <p:tav tm="0">
                                          <p:val>
                                            <p:strVal val="#ppt_y+.1"/>
                                          </p:val>
                                        </p:tav>
                                        <p:tav tm="100000">
                                          <p:val>
                                            <p:strVal val="#ppt_y"/>
                                          </p:val>
                                        </p:tav>
                                      </p:tavLst>
                                    </p:anim>
                                  </p:childTnLst>
                                </p:cTn>
                              </p:par>
                              <p:par>
                                <p:cTn id="52" presetID="10" presetClass="entr" presetSubtype="0" fill="hold" grpId="0" nodeType="withEffect">
                                  <p:stCondLst>
                                    <p:cond delay="800"/>
                                  </p:stCondLst>
                                  <p:childTnLst>
                                    <p:set>
                                      <p:cBhvr>
                                        <p:cTn id="53" dur="1" fill="hold">
                                          <p:stCondLst>
                                            <p:cond delay="0"/>
                                          </p:stCondLst>
                                        </p:cTn>
                                        <p:tgtEl>
                                          <p:spTgt spid="35">
                                            <p:txEl>
                                              <p:pRg st="0" end="0"/>
                                            </p:txEl>
                                          </p:spTgt>
                                        </p:tgtEl>
                                        <p:attrNameLst>
                                          <p:attrName>style.visibility</p:attrName>
                                        </p:attrNameLst>
                                      </p:cBhvr>
                                      <p:to>
                                        <p:strVal val="visible"/>
                                      </p:to>
                                    </p:set>
                                    <p:animEffect transition="in" filter="fade">
                                      <p:cBhvr>
                                        <p:cTn id="54" dur="500"/>
                                        <p:tgtEl>
                                          <p:spTgt spid="35">
                                            <p:txEl>
                                              <p:pRg st="0" end="0"/>
                                            </p:txEl>
                                          </p:spTgt>
                                        </p:tgtEl>
                                      </p:cBhvr>
                                    </p:animEffect>
                                  </p:childTnLst>
                                </p:cTn>
                              </p:par>
                            </p:childTnLst>
                          </p:cTn>
                        </p:par>
                        <p:par>
                          <p:cTn id="55" fill="hold">
                            <p:stCondLst>
                              <p:cond delay="4100"/>
                            </p:stCondLst>
                            <p:childTnLst>
                              <p:par>
                                <p:cTn id="56" presetID="53" presetClass="entr" presetSubtype="16" fill="hold" grpId="0" nodeType="afterEffect">
                                  <p:stCondLst>
                                    <p:cond delay="0"/>
                                  </p:stCondLst>
                                  <p:childTnLst>
                                    <p:set>
                                      <p:cBhvr>
                                        <p:cTn id="57" dur="1" fill="hold">
                                          <p:stCondLst>
                                            <p:cond delay="0"/>
                                          </p:stCondLst>
                                        </p:cTn>
                                        <p:tgtEl>
                                          <p:spTgt spid="40"/>
                                        </p:tgtEl>
                                        <p:attrNameLst>
                                          <p:attrName>style.visibility</p:attrName>
                                        </p:attrNameLst>
                                      </p:cBhvr>
                                      <p:to>
                                        <p:strVal val="visible"/>
                                      </p:to>
                                    </p:set>
                                    <p:anim calcmode="lin" valueType="num">
                                      <p:cBhvr>
                                        <p:cTn id="58" dur="400" fill="hold"/>
                                        <p:tgtEl>
                                          <p:spTgt spid="40"/>
                                        </p:tgtEl>
                                        <p:attrNameLst>
                                          <p:attrName>ppt_w</p:attrName>
                                        </p:attrNameLst>
                                      </p:cBhvr>
                                      <p:tavLst>
                                        <p:tav tm="0">
                                          <p:val>
                                            <p:fltVal val="0"/>
                                          </p:val>
                                        </p:tav>
                                        <p:tav tm="100000">
                                          <p:val>
                                            <p:strVal val="#ppt_w"/>
                                          </p:val>
                                        </p:tav>
                                      </p:tavLst>
                                    </p:anim>
                                    <p:anim calcmode="lin" valueType="num">
                                      <p:cBhvr>
                                        <p:cTn id="59" dur="400" fill="hold"/>
                                        <p:tgtEl>
                                          <p:spTgt spid="40"/>
                                        </p:tgtEl>
                                        <p:attrNameLst>
                                          <p:attrName>ppt_h</p:attrName>
                                        </p:attrNameLst>
                                      </p:cBhvr>
                                      <p:tavLst>
                                        <p:tav tm="0">
                                          <p:val>
                                            <p:fltVal val="0"/>
                                          </p:val>
                                        </p:tav>
                                        <p:tav tm="100000">
                                          <p:val>
                                            <p:strVal val="#ppt_h"/>
                                          </p:val>
                                        </p:tav>
                                      </p:tavLst>
                                    </p:anim>
                                    <p:animEffect transition="in" filter="fade">
                                      <p:cBhvr>
                                        <p:cTn id="60" dur="400"/>
                                        <p:tgtEl>
                                          <p:spTgt spid="40"/>
                                        </p:tgtEl>
                                      </p:cBhvr>
                                    </p:animEffect>
                                  </p:childTnLst>
                                </p:cTn>
                              </p:par>
                            </p:childTnLst>
                          </p:cTn>
                        </p:par>
                        <p:par>
                          <p:cTn id="61" fill="hold">
                            <p:stCondLst>
                              <p:cond delay="4500"/>
                            </p:stCondLst>
                            <p:childTnLst>
                              <p:par>
                                <p:cTn id="62" presetID="53" presetClass="entr" presetSubtype="16" fill="hold" grpId="0" nodeType="afterEffect">
                                  <p:stCondLst>
                                    <p:cond delay="0"/>
                                  </p:stCondLst>
                                  <p:childTnLst>
                                    <p:set>
                                      <p:cBhvr>
                                        <p:cTn id="63" dur="1" fill="hold">
                                          <p:stCondLst>
                                            <p:cond delay="0"/>
                                          </p:stCondLst>
                                        </p:cTn>
                                        <p:tgtEl>
                                          <p:spTgt spid="41">
                                            <p:txEl>
                                              <p:pRg st="0" end="0"/>
                                            </p:txEl>
                                          </p:spTgt>
                                        </p:tgtEl>
                                        <p:attrNameLst>
                                          <p:attrName>style.visibility</p:attrName>
                                        </p:attrNameLst>
                                      </p:cBhvr>
                                      <p:to>
                                        <p:strVal val="visible"/>
                                      </p:to>
                                    </p:set>
                                    <p:anim calcmode="lin" valueType="num">
                                      <p:cBhvr>
                                        <p:cTn id="64" dur="300" fill="hold"/>
                                        <p:tgtEl>
                                          <p:spTgt spid="41">
                                            <p:txEl>
                                              <p:pRg st="0" end="0"/>
                                            </p:txEl>
                                          </p:spTgt>
                                        </p:tgtEl>
                                        <p:attrNameLst>
                                          <p:attrName>ppt_w</p:attrName>
                                        </p:attrNameLst>
                                      </p:cBhvr>
                                      <p:tavLst>
                                        <p:tav tm="0">
                                          <p:val>
                                            <p:fltVal val="0"/>
                                          </p:val>
                                        </p:tav>
                                        <p:tav tm="100000">
                                          <p:val>
                                            <p:strVal val="#ppt_w"/>
                                          </p:val>
                                        </p:tav>
                                      </p:tavLst>
                                    </p:anim>
                                    <p:anim calcmode="lin" valueType="num">
                                      <p:cBhvr>
                                        <p:cTn id="65" dur="300" fill="hold"/>
                                        <p:tgtEl>
                                          <p:spTgt spid="41">
                                            <p:txEl>
                                              <p:pRg st="0" end="0"/>
                                            </p:txEl>
                                          </p:spTgt>
                                        </p:tgtEl>
                                        <p:attrNameLst>
                                          <p:attrName>ppt_h</p:attrName>
                                        </p:attrNameLst>
                                      </p:cBhvr>
                                      <p:tavLst>
                                        <p:tav tm="0">
                                          <p:val>
                                            <p:fltVal val="0"/>
                                          </p:val>
                                        </p:tav>
                                        <p:tav tm="100000">
                                          <p:val>
                                            <p:strVal val="#ppt_h"/>
                                          </p:val>
                                        </p:tav>
                                      </p:tavLst>
                                    </p:anim>
                                    <p:animEffect transition="in" filter="fade">
                                      <p:cBhvr>
                                        <p:cTn id="66" dur="300"/>
                                        <p:tgtEl>
                                          <p:spTgt spid="41">
                                            <p:txEl>
                                              <p:pRg st="0" end="0"/>
                                            </p:txEl>
                                          </p:spTgt>
                                        </p:tgtEl>
                                      </p:cBhvr>
                                    </p:animEffect>
                                  </p:childTnLst>
                                </p:cTn>
                              </p:par>
                              <p:par>
                                <p:cTn id="67" presetID="42" presetClass="entr" presetSubtype="0" fill="hold" grpId="0" nodeType="withEffect">
                                  <p:stCondLst>
                                    <p:cond delay="200"/>
                                  </p:stCondLst>
                                  <p:childTnLst>
                                    <p:set>
                                      <p:cBhvr>
                                        <p:cTn id="68" dur="1" fill="hold">
                                          <p:stCondLst>
                                            <p:cond delay="0"/>
                                          </p:stCondLst>
                                        </p:cTn>
                                        <p:tgtEl>
                                          <p:spTgt spid="42">
                                            <p:txEl>
                                              <p:pRg st="0" end="0"/>
                                            </p:txEl>
                                          </p:spTgt>
                                        </p:tgtEl>
                                        <p:attrNameLst>
                                          <p:attrName>style.visibility</p:attrName>
                                        </p:attrNameLst>
                                      </p:cBhvr>
                                      <p:to>
                                        <p:strVal val="visible"/>
                                      </p:to>
                                    </p:set>
                                    <p:animEffect transition="in" filter="fade">
                                      <p:cBhvr>
                                        <p:cTn id="69" dur="500"/>
                                        <p:tgtEl>
                                          <p:spTgt spid="42">
                                            <p:txEl>
                                              <p:pRg st="0" end="0"/>
                                            </p:txEl>
                                          </p:spTgt>
                                        </p:tgtEl>
                                      </p:cBhvr>
                                    </p:animEffect>
                                    <p:anim calcmode="lin" valueType="num">
                                      <p:cBhvr>
                                        <p:cTn id="70"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p:cTn id="71" dur="500" fill="hold"/>
                                        <p:tgtEl>
                                          <p:spTgt spid="42">
                                            <p:txEl>
                                              <p:pRg st="0" end="0"/>
                                            </p:txEl>
                                          </p:spTgt>
                                        </p:tgtEl>
                                        <p:attrNameLst>
                                          <p:attrName>ppt_y</p:attrName>
                                        </p:attrNameLst>
                                      </p:cBhvr>
                                      <p:tavLst>
                                        <p:tav tm="0">
                                          <p:val>
                                            <p:strVal val="#ppt_y+.1"/>
                                          </p:val>
                                        </p:tav>
                                        <p:tav tm="100000">
                                          <p:val>
                                            <p:strVal val="#ppt_y"/>
                                          </p:val>
                                        </p:tav>
                                      </p:tavLst>
                                    </p:anim>
                                  </p:childTnLst>
                                </p:cTn>
                              </p:par>
                              <p:par>
                                <p:cTn id="72" presetID="10" presetClass="entr" presetSubtype="0" fill="hold" grpId="0" nodeType="withEffect">
                                  <p:stCondLst>
                                    <p:cond delay="800"/>
                                  </p:stCondLst>
                                  <p:childTnLst>
                                    <p:set>
                                      <p:cBhvr>
                                        <p:cTn id="73" dur="1" fill="hold">
                                          <p:stCondLst>
                                            <p:cond delay="0"/>
                                          </p:stCondLst>
                                        </p:cTn>
                                        <p:tgtEl>
                                          <p:spTgt spid="43">
                                            <p:txEl>
                                              <p:pRg st="0" end="0"/>
                                            </p:txEl>
                                          </p:spTgt>
                                        </p:tgtEl>
                                        <p:attrNameLst>
                                          <p:attrName>style.visibility</p:attrName>
                                        </p:attrNameLst>
                                      </p:cBhvr>
                                      <p:to>
                                        <p:strVal val="visible"/>
                                      </p:to>
                                    </p:set>
                                    <p:animEffect transition="in" filter="fade">
                                      <p:cBhvr>
                                        <p:cTn id="74" dur="500"/>
                                        <p:tgtEl>
                                          <p:spTgt spid="4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3" grpId="0" animBg="1"/>
      <p:bldP spid="13" grpId="0" build="p">
        <p:tmplLst>
          <p:tmpl lvl="1">
            <p:tnLst>
              <p:par>
                <p:cTn presetID="53" presetClass="entr" presetSubtype="16"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p:cTn dur="300" fill="hold"/>
                        <p:tgtEl>
                          <p:spTgt spid="13"/>
                        </p:tgtEl>
                        <p:attrNameLst>
                          <p:attrName>ppt_w</p:attrName>
                        </p:attrNameLst>
                      </p:cBhvr>
                      <p:tavLst>
                        <p:tav tm="0">
                          <p:val>
                            <p:fltVal val="0"/>
                          </p:val>
                        </p:tav>
                        <p:tav tm="100000">
                          <p:val>
                            <p:strVal val="#ppt_w"/>
                          </p:val>
                        </p:tav>
                      </p:tavLst>
                    </p:anim>
                    <p:anim calcmode="lin" valueType="num">
                      <p:cBhvr>
                        <p:cTn dur="300" fill="hold"/>
                        <p:tgtEl>
                          <p:spTgt spid="13"/>
                        </p:tgtEl>
                        <p:attrNameLst>
                          <p:attrName>ppt_h</p:attrName>
                        </p:attrNameLst>
                      </p:cBhvr>
                      <p:tavLst>
                        <p:tav tm="0">
                          <p:val>
                            <p:fltVal val="0"/>
                          </p:val>
                        </p:tav>
                        <p:tav tm="100000">
                          <p:val>
                            <p:strVal val="#ppt_h"/>
                          </p:val>
                        </p:tav>
                      </p:tavLst>
                    </p:anim>
                    <p:animEffect transition="in" filter="fade">
                      <p:cBhvr>
                        <p:cTn dur="300"/>
                        <p:tgtEl>
                          <p:spTgt spid="13"/>
                        </p:tgtEl>
                      </p:cBhvr>
                    </p:animEffect>
                  </p:childTnLst>
                </p:cTn>
              </p:par>
            </p:tnLst>
          </p:tmpl>
        </p:tmplLst>
      </p:bldP>
      <p:bldP spid="26" grpId="0" build="p">
        <p:tmplLst>
          <p:tmpl lvl="1">
            <p:tnLst>
              <p:par>
                <p:cTn presetID="42" presetClass="entr" presetSubtype="0" fill="hold" nodeType="withEffect">
                  <p:stCondLst>
                    <p:cond delay="20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10" presetClass="entr" presetSubtype="0" fill="hold" nodeType="withEffect">
                  <p:stCondLst>
                    <p:cond delay="80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32" grpId="0" animBg="1"/>
      <p:bldP spid="33" grpId="0" build="p">
        <p:tmplLst>
          <p:tmpl lvl="1">
            <p:tnLst>
              <p:par>
                <p:cTn presetID="53" presetClass="entr" presetSubtype="16"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 calcmode="lin" valueType="num">
                      <p:cBhvr>
                        <p:cTn dur="300" fill="hold"/>
                        <p:tgtEl>
                          <p:spTgt spid="33"/>
                        </p:tgtEl>
                        <p:attrNameLst>
                          <p:attrName>ppt_w</p:attrName>
                        </p:attrNameLst>
                      </p:cBhvr>
                      <p:tavLst>
                        <p:tav tm="0">
                          <p:val>
                            <p:fltVal val="0"/>
                          </p:val>
                        </p:tav>
                        <p:tav tm="100000">
                          <p:val>
                            <p:strVal val="#ppt_w"/>
                          </p:val>
                        </p:tav>
                      </p:tavLst>
                    </p:anim>
                    <p:anim calcmode="lin" valueType="num">
                      <p:cBhvr>
                        <p:cTn dur="300" fill="hold"/>
                        <p:tgtEl>
                          <p:spTgt spid="33"/>
                        </p:tgtEl>
                        <p:attrNameLst>
                          <p:attrName>ppt_h</p:attrName>
                        </p:attrNameLst>
                      </p:cBhvr>
                      <p:tavLst>
                        <p:tav tm="0">
                          <p:val>
                            <p:fltVal val="0"/>
                          </p:val>
                        </p:tav>
                        <p:tav tm="100000">
                          <p:val>
                            <p:strVal val="#ppt_h"/>
                          </p:val>
                        </p:tav>
                      </p:tavLst>
                    </p:anim>
                    <p:animEffect transition="in" filter="fade">
                      <p:cBhvr>
                        <p:cTn dur="300"/>
                        <p:tgtEl>
                          <p:spTgt spid="33"/>
                        </p:tgtEl>
                      </p:cBhvr>
                    </p:animEffect>
                  </p:childTnLst>
                </p:cTn>
              </p:par>
            </p:tnLst>
          </p:tmpl>
        </p:tmplLst>
      </p:bldP>
      <p:bldP spid="34" grpId="0" build="p">
        <p:tmplLst>
          <p:tmpl lvl="1">
            <p:tnLst>
              <p:par>
                <p:cTn presetID="42" presetClass="entr" presetSubtype="0" fill="hold" nodeType="withEffect">
                  <p:stCondLst>
                    <p:cond delay="20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anim calcmode="lin" valueType="num">
                      <p:cBhvr>
                        <p:cTn dur="500" fill="hold"/>
                        <p:tgtEl>
                          <p:spTgt spid="34"/>
                        </p:tgtEl>
                        <p:attrNameLst>
                          <p:attrName>ppt_x</p:attrName>
                        </p:attrNameLst>
                      </p:cBhvr>
                      <p:tavLst>
                        <p:tav tm="0">
                          <p:val>
                            <p:strVal val="#ppt_x"/>
                          </p:val>
                        </p:tav>
                        <p:tav tm="100000">
                          <p:val>
                            <p:strVal val="#ppt_x"/>
                          </p:val>
                        </p:tav>
                      </p:tavLst>
                    </p:anim>
                    <p:anim calcmode="lin" valueType="num">
                      <p:cBhvr>
                        <p:cTn dur="500" fill="hold"/>
                        <p:tgtEl>
                          <p:spTgt spid="34"/>
                        </p:tgtEl>
                        <p:attrNameLst>
                          <p:attrName>ppt_y</p:attrName>
                        </p:attrNameLst>
                      </p:cBhvr>
                      <p:tavLst>
                        <p:tav tm="0">
                          <p:val>
                            <p:strVal val="#ppt_y+.1"/>
                          </p:val>
                        </p:tav>
                        <p:tav tm="100000">
                          <p:val>
                            <p:strVal val="#ppt_y"/>
                          </p:val>
                        </p:tav>
                      </p:tavLst>
                    </p:anim>
                  </p:childTnLst>
                </p:cTn>
              </p:par>
            </p:tnLst>
          </p:tmpl>
        </p:tmplLst>
      </p:bldP>
      <p:bldP spid="35" grpId="0" build="p">
        <p:tmplLst>
          <p:tmpl lvl="1">
            <p:tnLst>
              <p:par>
                <p:cTn presetID="10" presetClass="entr" presetSubtype="0" fill="hold" nodeType="withEffect">
                  <p:stCondLst>
                    <p:cond delay="800"/>
                  </p:stCondLst>
                  <p:childTnLst>
                    <p:set>
                      <p:cBhvr>
                        <p:cTn dur="1" fill="hold">
                          <p:stCondLst>
                            <p:cond delay="0"/>
                          </p:stCondLst>
                        </p:cTn>
                        <p:tgtEl>
                          <p:spTgt spid="35"/>
                        </p:tgtEl>
                        <p:attrNameLst>
                          <p:attrName>style.visibility</p:attrName>
                        </p:attrNameLst>
                      </p:cBhvr>
                      <p:to>
                        <p:strVal val="visible"/>
                      </p:to>
                    </p:set>
                    <p:animEffect transition="in" filter="fade">
                      <p:cBhvr>
                        <p:cTn dur="500"/>
                        <p:tgtEl>
                          <p:spTgt spid="35"/>
                        </p:tgtEl>
                      </p:cBhvr>
                    </p:animEffect>
                  </p:childTnLst>
                </p:cTn>
              </p:par>
            </p:tnLst>
          </p:tmpl>
        </p:tmplLst>
      </p:bldP>
      <p:bldP spid="40" grpId="0" animBg="1"/>
      <p:bldP spid="41" grpId="0" build="p">
        <p:tmplLst>
          <p:tmpl lvl="1">
            <p:tnLst>
              <p:par>
                <p:cTn presetID="53" presetClass="entr" presetSubtype="16"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 calcmode="lin" valueType="num">
                      <p:cBhvr>
                        <p:cTn dur="300" fill="hold"/>
                        <p:tgtEl>
                          <p:spTgt spid="41"/>
                        </p:tgtEl>
                        <p:attrNameLst>
                          <p:attrName>ppt_w</p:attrName>
                        </p:attrNameLst>
                      </p:cBhvr>
                      <p:tavLst>
                        <p:tav tm="0">
                          <p:val>
                            <p:fltVal val="0"/>
                          </p:val>
                        </p:tav>
                        <p:tav tm="100000">
                          <p:val>
                            <p:strVal val="#ppt_w"/>
                          </p:val>
                        </p:tav>
                      </p:tavLst>
                    </p:anim>
                    <p:anim calcmode="lin" valueType="num">
                      <p:cBhvr>
                        <p:cTn dur="300" fill="hold"/>
                        <p:tgtEl>
                          <p:spTgt spid="41"/>
                        </p:tgtEl>
                        <p:attrNameLst>
                          <p:attrName>ppt_h</p:attrName>
                        </p:attrNameLst>
                      </p:cBhvr>
                      <p:tavLst>
                        <p:tav tm="0">
                          <p:val>
                            <p:fltVal val="0"/>
                          </p:val>
                        </p:tav>
                        <p:tav tm="100000">
                          <p:val>
                            <p:strVal val="#ppt_h"/>
                          </p:val>
                        </p:tav>
                      </p:tavLst>
                    </p:anim>
                    <p:animEffect transition="in" filter="fade">
                      <p:cBhvr>
                        <p:cTn dur="300"/>
                        <p:tgtEl>
                          <p:spTgt spid="41"/>
                        </p:tgtEl>
                      </p:cBhvr>
                    </p:animEffect>
                  </p:childTnLst>
                </p:cTn>
              </p:par>
            </p:tnLst>
          </p:tmpl>
        </p:tmplLst>
      </p:bldP>
      <p:bldP spid="42" grpId="0" build="p">
        <p:tmplLst>
          <p:tmpl lvl="1">
            <p:tnLst>
              <p:par>
                <p:cTn presetID="42" presetClass="entr" presetSubtype="0" fill="hold" nodeType="withEffect">
                  <p:stCondLst>
                    <p:cond delay="20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anim calcmode="lin" valueType="num">
                      <p:cBhvr>
                        <p:cTn dur="500" fill="hold"/>
                        <p:tgtEl>
                          <p:spTgt spid="42"/>
                        </p:tgtEl>
                        <p:attrNameLst>
                          <p:attrName>ppt_x</p:attrName>
                        </p:attrNameLst>
                      </p:cBhvr>
                      <p:tavLst>
                        <p:tav tm="0">
                          <p:val>
                            <p:strVal val="#ppt_x"/>
                          </p:val>
                        </p:tav>
                        <p:tav tm="100000">
                          <p:val>
                            <p:strVal val="#ppt_x"/>
                          </p:val>
                        </p:tav>
                      </p:tavLst>
                    </p:anim>
                    <p:anim calcmode="lin" valueType="num">
                      <p:cBhvr>
                        <p:cTn dur="500" fill="hold"/>
                        <p:tgtEl>
                          <p:spTgt spid="42"/>
                        </p:tgtEl>
                        <p:attrNameLst>
                          <p:attrName>ppt_y</p:attrName>
                        </p:attrNameLst>
                      </p:cBhvr>
                      <p:tavLst>
                        <p:tav tm="0">
                          <p:val>
                            <p:strVal val="#ppt_y+.1"/>
                          </p:val>
                        </p:tav>
                        <p:tav tm="100000">
                          <p:val>
                            <p:strVal val="#ppt_y"/>
                          </p:val>
                        </p:tav>
                      </p:tavLst>
                    </p:anim>
                  </p:childTnLst>
                </p:cTn>
              </p:par>
            </p:tnLst>
          </p:tmpl>
        </p:tmplLst>
      </p:bldP>
      <p:bldP spid="43" grpId="0" build="p">
        <p:tmplLst>
          <p:tmpl lvl="1">
            <p:tnLst>
              <p:par>
                <p:cTn presetID="10" presetClass="entr" presetSubtype="0" fill="hold" nodeType="withEffect">
                  <p:stCondLst>
                    <p:cond delay="80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Lst>
  </p:timing>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Team slide 1">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9"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11" name="Picture Placeholder 2"/>
          <p:cNvSpPr>
            <a:spLocks noGrp="1"/>
          </p:cNvSpPr>
          <p:nvPr>
            <p:ph type="pic" sz="quarter" idx="17"/>
          </p:nvPr>
        </p:nvSpPr>
        <p:spPr>
          <a:xfrm>
            <a:off x="569385" y="1666241"/>
            <a:ext cx="2099739" cy="1889765"/>
          </a:xfrm>
          <a:custGeom>
            <a:avLst/>
            <a:gdLst/>
            <a:ahLst/>
            <a:cxnLst/>
            <a:rect l="l" t="t" r="r" b="b"/>
            <a:pathLst>
              <a:path w="2133600" h="2133600">
                <a:moveTo>
                  <a:pt x="355607" y="0"/>
                </a:moveTo>
                <a:lnTo>
                  <a:pt x="1777993" y="0"/>
                </a:lnTo>
                <a:cubicBezTo>
                  <a:pt x="1974389" y="0"/>
                  <a:pt x="2133600" y="159211"/>
                  <a:pt x="2133600" y="355607"/>
                </a:cubicBezTo>
                <a:lnTo>
                  <a:pt x="2133600" y="1777993"/>
                </a:lnTo>
                <a:cubicBezTo>
                  <a:pt x="2133600" y="1974389"/>
                  <a:pt x="1974389" y="2133600"/>
                  <a:pt x="1777993" y="2133600"/>
                </a:cubicBezTo>
                <a:lnTo>
                  <a:pt x="355607" y="2133600"/>
                </a:lnTo>
                <a:cubicBezTo>
                  <a:pt x="159211" y="2133600"/>
                  <a:pt x="0" y="1974389"/>
                  <a:pt x="0" y="1777993"/>
                </a:cubicBezTo>
                <a:lnTo>
                  <a:pt x="0" y="355607"/>
                </a:lnTo>
                <a:cubicBezTo>
                  <a:pt x="0" y="159211"/>
                  <a:pt x="159211" y="0"/>
                  <a:pt x="355607" y="0"/>
                </a:cubicBezTo>
                <a:close/>
              </a:path>
            </a:pathLst>
          </a:cu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14" name="Text Placeholder 7"/>
          <p:cNvSpPr>
            <a:spLocks noGrp="1"/>
          </p:cNvSpPr>
          <p:nvPr>
            <p:ph type="body" sz="quarter" idx="18" hasCustomPrompt="1"/>
          </p:nvPr>
        </p:nvSpPr>
        <p:spPr>
          <a:xfrm>
            <a:off x="569384" y="3717492"/>
            <a:ext cx="2099739" cy="4317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75000"/>
                    <a:lumOff val="25000"/>
                  </a:schemeClr>
                </a:solidFill>
                <a:latin typeface="Lato Light"/>
                <a:cs typeface="Lato Light"/>
              </a:defRPr>
            </a:lvl1pPr>
          </a:lstStyle>
          <a:p>
            <a:pPr lvl="0"/>
            <a:r>
              <a:rPr lang="es-ES_tradnl" dirty="0" err="1" smtClean="0"/>
              <a:t>Name</a:t>
            </a:r>
            <a:r>
              <a:rPr lang="es-ES_tradnl" dirty="0" smtClean="0"/>
              <a:t> </a:t>
            </a:r>
            <a:r>
              <a:rPr lang="es-ES_tradnl" dirty="0" err="1" smtClean="0"/>
              <a:t>here</a:t>
            </a:r>
            <a:endParaRPr lang="es-ES_tradnl" dirty="0" smtClean="0"/>
          </a:p>
        </p:txBody>
      </p:sp>
      <p:sp>
        <p:nvSpPr>
          <p:cNvPr id="15" name="Text Placeholder 7"/>
          <p:cNvSpPr>
            <a:spLocks noGrp="1"/>
          </p:cNvSpPr>
          <p:nvPr>
            <p:ph type="body" sz="quarter" idx="19" hasCustomPrompt="1"/>
          </p:nvPr>
        </p:nvSpPr>
        <p:spPr>
          <a:xfrm>
            <a:off x="569384" y="4159055"/>
            <a:ext cx="2099739"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16" name="Text Placeholder 2"/>
          <p:cNvSpPr>
            <a:spLocks noGrp="1"/>
          </p:cNvSpPr>
          <p:nvPr>
            <p:ph type="body" sz="quarter" idx="16" hasCustomPrompt="1"/>
          </p:nvPr>
        </p:nvSpPr>
        <p:spPr>
          <a:xfrm>
            <a:off x="569385" y="4468788"/>
            <a:ext cx="2099739" cy="779972"/>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endParaRPr lang="en-US" dirty="0" smtClean="0"/>
          </a:p>
        </p:txBody>
      </p:sp>
      <p:sp>
        <p:nvSpPr>
          <p:cNvPr id="17" name="Text Placeholder 7"/>
          <p:cNvSpPr>
            <a:spLocks noGrp="1"/>
          </p:cNvSpPr>
          <p:nvPr>
            <p:ph type="body" sz="quarter" idx="39" hasCustomPrompt="1"/>
          </p:nvPr>
        </p:nvSpPr>
        <p:spPr>
          <a:xfrm>
            <a:off x="1338845" y="5269081"/>
            <a:ext cx="657777" cy="560681"/>
          </a:xfrm>
          <a:prstGeom prst="rect">
            <a:avLst/>
          </a:prstGeom>
        </p:spPr>
        <p:txBody>
          <a:bodyPr vert="horz" lIns="0" tIns="103884" rIns="0" bIns="103884" anchor="ctr"/>
          <a:lstStyle>
            <a:lvl1pPr marL="0" indent="0" algn="ctr">
              <a:lnSpc>
                <a:spcPct val="100000"/>
              </a:lnSpc>
              <a:spcBef>
                <a:spcPts val="0"/>
              </a:spcBef>
              <a:buNone/>
              <a:defRPr sz="2400" b="1">
                <a:solidFill>
                  <a:schemeClr val="bg1">
                    <a:lumMod val="65000"/>
                  </a:schemeClr>
                </a:solidFill>
                <a:latin typeface="FontAwesome"/>
                <a:cs typeface="FontAwesome"/>
              </a:defRPr>
            </a:lvl1pPr>
          </a:lstStyle>
          <a:p>
            <a:pPr lvl="0"/>
            <a:r>
              <a:rPr lang="es-ES_tradnl" dirty="0" err="1" smtClean="0"/>
              <a:t>icon</a:t>
            </a:r>
            <a:endParaRPr lang="es-ES_tradnl" dirty="0" smtClean="0"/>
          </a:p>
        </p:txBody>
      </p:sp>
      <p:sp>
        <p:nvSpPr>
          <p:cNvPr id="18" name="Picture Placeholder 2"/>
          <p:cNvSpPr>
            <a:spLocks noGrp="1"/>
          </p:cNvSpPr>
          <p:nvPr>
            <p:ph type="pic" sz="quarter" idx="40"/>
          </p:nvPr>
        </p:nvSpPr>
        <p:spPr>
          <a:xfrm>
            <a:off x="3459340" y="1666241"/>
            <a:ext cx="2099739" cy="1889765"/>
          </a:xfrm>
          <a:custGeom>
            <a:avLst/>
            <a:gdLst/>
            <a:ahLst/>
            <a:cxnLst/>
            <a:rect l="l" t="t" r="r" b="b"/>
            <a:pathLst>
              <a:path w="2133600" h="2133600">
                <a:moveTo>
                  <a:pt x="355607" y="0"/>
                </a:moveTo>
                <a:lnTo>
                  <a:pt x="1777993" y="0"/>
                </a:lnTo>
                <a:cubicBezTo>
                  <a:pt x="1974389" y="0"/>
                  <a:pt x="2133600" y="159211"/>
                  <a:pt x="2133600" y="355607"/>
                </a:cubicBezTo>
                <a:lnTo>
                  <a:pt x="2133600" y="1777993"/>
                </a:lnTo>
                <a:cubicBezTo>
                  <a:pt x="2133600" y="1974389"/>
                  <a:pt x="1974389" y="2133600"/>
                  <a:pt x="1777993" y="2133600"/>
                </a:cubicBezTo>
                <a:lnTo>
                  <a:pt x="355607" y="2133600"/>
                </a:lnTo>
                <a:cubicBezTo>
                  <a:pt x="159211" y="2133600"/>
                  <a:pt x="0" y="1974389"/>
                  <a:pt x="0" y="1777993"/>
                </a:cubicBezTo>
                <a:lnTo>
                  <a:pt x="0" y="355607"/>
                </a:lnTo>
                <a:cubicBezTo>
                  <a:pt x="0" y="159211"/>
                  <a:pt x="159211" y="0"/>
                  <a:pt x="355607" y="0"/>
                </a:cubicBezTo>
                <a:close/>
              </a:path>
            </a:pathLst>
          </a:cu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19" name="Text Placeholder 7"/>
          <p:cNvSpPr>
            <a:spLocks noGrp="1"/>
          </p:cNvSpPr>
          <p:nvPr>
            <p:ph type="body" sz="quarter" idx="41" hasCustomPrompt="1"/>
          </p:nvPr>
        </p:nvSpPr>
        <p:spPr>
          <a:xfrm>
            <a:off x="3459339" y="3717492"/>
            <a:ext cx="2099739" cy="4317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75000"/>
                    <a:lumOff val="25000"/>
                  </a:schemeClr>
                </a:solidFill>
                <a:latin typeface="Lato Light"/>
                <a:cs typeface="Lato Light"/>
              </a:defRPr>
            </a:lvl1pPr>
          </a:lstStyle>
          <a:p>
            <a:pPr lvl="0"/>
            <a:r>
              <a:rPr lang="es-ES_tradnl" dirty="0" err="1" smtClean="0"/>
              <a:t>Name</a:t>
            </a:r>
            <a:r>
              <a:rPr lang="es-ES_tradnl" dirty="0" smtClean="0"/>
              <a:t> </a:t>
            </a:r>
            <a:r>
              <a:rPr lang="es-ES_tradnl" dirty="0" err="1" smtClean="0"/>
              <a:t>here</a:t>
            </a:r>
            <a:endParaRPr lang="es-ES_tradnl" dirty="0" smtClean="0"/>
          </a:p>
        </p:txBody>
      </p:sp>
      <p:sp>
        <p:nvSpPr>
          <p:cNvPr id="20" name="Text Placeholder 7"/>
          <p:cNvSpPr>
            <a:spLocks noGrp="1"/>
          </p:cNvSpPr>
          <p:nvPr>
            <p:ph type="body" sz="quarter" idx="42" hasCustomPrompt="1"/>
          </p:nvPr>
        </p:nvSpPr>
        <p:spPr>
          <a:xfrm>
            <a:off x="3459339" y="4159055"/>
            <a:ext cx="2099739"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1" name="Text Placeholder 2"/>
          <p:cNvSpPr>
            <a:spLocks noGrp="1"/>
          </p:cNvSpPr>
          <p:nvPr>
            <p:ph type="body" sz="quarter" idx="43" hasCustomPrompt="1"/>
          </p:nvPr>
        </p:nvSpPr>
        <p:spPr>
          <a:xfrm>
            <a:off x="3459340" y="4468788"/>
            <a:ext cx="2099739" cy="779972"/>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endParaRPr lang="en-US" dirty="0" smtClean="0"/>
          </a:p>
        </p:txBody>
      </p:sp>
      <p:sp>
        <p:nvSpPr>
          <p:cNvPr id="22" name="Text Placeholder 7"/>
          <p:cNvSpPr>
            <a:spLocks noGrp="1"/>
          </p:cNvSpPr>
          <p:nvPr>
            <p:ph type="body" sz="quarter" idx="44" hasCustomPrompt="1"/>
          </p:nvPr>
        </p:nvSpPr>
        <p:spPr>
          <a:xfrm>
            <a:off x="4228800" y="5269081"/>
            <a:ext cx="657777" cy="560681"/>
          </a:xfrm>
          <a:prstGeom prst="rect">
            <a:avLst/>
          </a:prstGeom>
        </p:spPr>
        <p:txBody>
          <a:bodyPr vert="horz" lIns="0" tIns="103884" rIns="0" bIns="103884" anchor="ctr"/>
          <a:lstStyle>
            <a:lvl1pPr marL="0" indent="0" algn="ctr">
              <a:lnSpc>
                <a:spcPct val="100000"/>
              </a:lnSpc>
              <a:spcBef>
                <a:spcPts val="0"/>
              </a:spcBef>
              <a:buNone/>
              <a:defRPr sz="2400" b="1">
                <a:solidFill>
                  <a:schemeClr val="bg1">
                    <a:lumMod val="65000"/>
                  </a:schemeClr>
                </a:solidFill>
                <a:latin typeface="FontAwesome"/>
                <a:cs typeface="FontAwesome"/>
              </a:defRPr>
            </a:lvl1pPr>
          </a:lstStyle>
          <a:p>
            <a:pPr lvl="0"/>
            <a:r>
              <a:rPr lang="es-ES_tradnl" dirty="0" err="1" smtClean="0"/>
              <a:t>icon</a:t>
            </a:r>
            <a:endParaRPr lang="es-ES_tradnl" dirty="0" smtClean="0"/>
          </a:p>
        </p:txBody>
      </p:sp>
      <p:sp>
        <p:nvSpPr>
          <p:cNvPr id="23" name="Picture Placeholder 2"/>
          <p:cNvSpPr>
            <a:spLocks noGrp="1"/>
          </p:cNvSpPr>
          <p:nvPr>
            <p:ph type="pic" sz="quarter" idx="45"/>
          </p:nvPr>
        </p:nvSpPr>
        <p:spPr>
          <a:xfrm>
            <a:off x="6462180" y="1666241"/>
            <a:ext cx="2099739" cy="1889765"/>
          </a:xfrm>
          <a:custGeom>
            <a:avLst/>
            <a:gdLst/>
            <a:ahLst/>
            <a:cxnLst/>
            <a:rect l="l" t="t" r="r" b="b"/>
            <a:pathLst>
              <a:path w="2133600" h="2133600">
                <a:moveTo>
                  <a:pt x="355607" y="0"/>
                </a:moveTo>
                <a:lnTo>
                  <a:pt x="1777993" y="0"/>
                </a:lnTo>
                <a:cubicBezTo>
                  <a:pt x="1974389" y="0"/>
                  <a:pt x="2133600" y="159211"/>
                  <a:pt x="2133600" y="355607"/>
                </a:cubicBezTo>
                <a:lnTo>
                  <a:pt x="2133600" y="1777993"/>
                </a:lnTo>
                <a:cubicBezTo>
                  <a:pt x="2133600" y="1974389"/>
                  <a:pt x="1974389" y="2133600"/>
                  <a:pt x="1777993" y="2133600"/>
                </a:cubicBezTo>
                <a:lnTo>
                  <a:pt x="355607" y="2133600"/>
                </a:lnTo>
                <a:cubicBezTo>
                  <a:pt x="159211" y="2133600"/>
                  <a:pt x="0" y="1974389"/>
                  <a:pt x="0" y="1777993"/>
                </a:cubicBezTo>
                <a:lnTo>
                  <a:pt x="0" y="355607"/>
                </a:lnTo>
                <a:cubicBezTo>
                  <a:pt x="0" y="159211"/>
                  <a:pt x="159211" y="0"/>
                  <a:pt x="355607" y="0"/>
                </a:cubicBezTo>
                <a:close/>
              </a:path>
            </a:pathLst>
          </a:cu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24" name="Text Placeholder 7"/>
          <p:cNvSpPr>
            <a:spLocks noGrp="1"/>
          </p:cNvSpPr>
          <p:nvPr>
            <p:ph type="body" sz="quarter" idx="46" hasCustomPrompt="1"/>
          </p:nvPr>
        </p:nvSpPr>
        <p:spPr>
          <a:xfrm>
            <a:off x="6462179" y="3717492"/>
            <a:ext cx="2099739" cy="4317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75000"/>
                    <a:lumOff val="25000"/>
                  </a:schemeClr>
                </a:solidFill>
                <a:latin typeface="Lato Light"/>
                <a:cs typeface="Lato Light"/>
              </a:defRPr>
            </a:lvl1pPr>
          </a:lstStyle>
          <a:p>
            <a:pPr lvl="0"/>
            <a:r>
              <a:rPr lang="es-ES_tradnl" dirty="0" err="1" smtClean="0"/>
              <a:t>Name</a:t>
            </a:r>
            <a:r>
              <a:rPr lang="es-ES_tradnl" dirty="0" smtClean="0"/>
              <a:t> </a:t>
            </a:r>
            <a:r>
              <a:rPr lang="es-ES_tradnl" dirty="0" err="1" smtClean="0"/>
              <a:t>here</a:t>
            </a:r>
            <a:endParaRPr lang="es-ES_tradnl" dirty="0" smtClean="0"/>
          </a:p>
        </p:txBody>
      </p:sp>
      <p:sp>
        <p:nvSpPr>
          <p:cNvPr id="25" name="Text Placeholder 7"/>
          <p:cNvSpPr>
            <a:spLocks noGrp="1"/>
          </p:cNvSpPr>
          <p:nvPr>
            <p:ph type="body" sz="quarter" idx="47" hasCustomPrompt="1"/>
          </p:nvPr>
        </p:nvSpPr>
        <p:spPr>
          <a:xfrm>
            <a:off x="6462179" y="4159055"/>
            <a:ext cx="2099739"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6" name="Text Placeholder 2"/>
          <p:cNvSpPr>
            <a:spLocks noGrp="1"/>
          </p:cNvSpPr>
          <p:nvPr>
            <p:ph type="body" sz="quarter" idx="48" hasCustomPrompt="1"/>
          </p:nvPr>
        </p:nvSpPr>
        <p:spPr>
          <a:xfrm>
            <a:off x="6462180" y="4468788"/>
            <a:ext cx="2099739" cy="779972"/>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endParaRPr lang="en-US" dirty="0" smtClean="0"/>
          </a:p>
        </p:txBody>
      </p:sp>
      <p:sp>
        <p:nvSpPr>
          <p:cNvPr id="27" name="Text Placeholder 7"/>
          <p:cNvSpPr>
            <a:spLocks noGrp="1"/>
          </p:cNvSpPr>
          <p:nvPr>
            <p:ph type="body" sz="quarter" idx="49" hasCustomPrompt="1"/>
          </p:nvPr>
        </p:nvSpPr>
        <p:spPr>
          <a:xfrm>
            <a:off x="7231640" y="5269081"/>
            <a:ext cx="657777" cy="560681"/>
          </a:xfrm>
          <a:prstGeom prst="rect">
            <a:avLst/>
          </a:prstGeom>
        </p:spPr>
        <p:txBody>
          <a:bodyPr vert="horz" lIns="0" tIns="103884" rIns="0" bIns="103884" anchor="ctr"/>
          <a:lstStyle>
            <a:lvl1pPr marL="0" indent="0" algn="ctr">
              <a:lnSpc>
                <a:spcPct val="100000"/>
              </a:lnSpc>
              <a:spcBef>
                <a:spcPts val="0"/>
              </a:spcBef>
              <a:buNone/>
              <a:defRPr sz="2400" b="1">
                <a:solidFill>
                  <a:schemeClr val="bg1">
                    <a:lumMod val="65000"/>
                  </a:schemeClr>
                </a:solidFill>
                <a:latin typeface="FontAwesome"/>
                <a:cs typeface="FontAwesome"/>
              </a:defRPr>
            </a:lvl1pPr>
          </a:lstStyle>
          <a:p>
            <a:pPr lvl="0"/>
            <a:r>
              <a:rPr lang="es-ES_tradnl" dirty="0" err="1" smtClean="0"/>
              <a:t>icon</a:t>
            </a:r>
            <a:endParaRPr lang="es-ES_tradnl" dirty="0" smtClean="0"/>
          </a:p>
        </p:txBody>
      </p:sp>
      <p:sp>
        <p:nvSpPr>
          <p:cNvPr id="28" name="Picture Placeholder 2"/>
          <p:cNvSpPr>
            <a:spLocks noGrp="1"/>
          </p:cNvSpPr>
          <p:nvPr>
            <p:ph type="pic" sz="quarter" idx="50"/>
          </p:nvPr>
        </p:nvSpPr>
        <p:spPr>
          <a:xfrm>
            <a:off x="9476312" y="1666241"/>
            <a:ext cx="2099739" cy="1889765"/>
          </a:xfrm>
          <a:custGeom>
            <a:avLst/>
            <a:gdLst/>
            <a:ahLst/>
            <a:cxnLst/>
            <a:rect l="l" t="t" r="r" b="b"/>
            <a:pathLst>
              <a:path w="2133600" h="2133600">
                <a:moveTo>
                  <a:pt x="355607" y="0"/>
                </a:moveTo>
                <a:lnTo>
                  <a:pt x="1777993" y="0"/>
                </a:lnTo>
                <a:cubicBezTo>
                  <a:pt x="1974389" y="0"/>
                  <a:pt x="2133600" y="159211"/>
                  <a:pt x="2133600" y="355607"/>
                </a:cubicBezTo>
                <a:lnTo>
                  <a:pt x="2133600" y="1777993"/>
                </a:lnTo>
                <a:cubicBezTo>
                  <a:pt x="2133600" y="1974389"/>
                  <a:pt x="1974389" y="2133600"/>
                  <a:pt x="1777993" y="2133600"/>
                </a:cubicBezTo>
                <a:lnTo>
                  <a:pt x="355607" y="2133600"/>
                </a:lnTo>
                <a:cubicBezTo>
                  <a:pt x="159211" y="2133600"/>
                  <a:pt x="0" y="1974389"/>
                  <a:pt x="0" y="1777993"/>
                </a:cubicBezTo>
                <a:lnTo>
                  <a:pt x="0" y="355607"/>
                </a:lnTo>
                <a:cubicBezTo>
                  <a:pt x="0" y="159211"/>
                  <a:pt x="159211" y="0"/>
                  <a:pt x="355607" y="0"/>
                </a:cubicBezTo>
                <a:close/>
              </a:path>
            </a:pathLst>
          </a:cu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29" name="Text Placeholder 7"/>
          <p:cNvSpPr>
            <a:spLocks noGrp="1"/>
          </p:cNvSpPr>
          <p:nvPr>
            <p:ph type="body" sz="quarter" idx="51" hasCustomPrompt="1"/>
          </p:nvPr>
        </p:nvSpPr>
        <p:spPr>
          <a:xfrm>
            <a:off x="9476311" y="3717492"/>
            <a:ext cx="2099739" cy="4317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75000"/>
                    <a:lumOff val="25000"/>
                  </a:schemeClr>
                </a:solidFill>
                <a:latin typeface="Lato Light"/>
                <a:cs typeface="Lato Light"/>
              </a:defRPr>
            </a:lvl1pPr>
          </a:lstStyle>
          <a:p>
            <a:pPr lvl="0"/>
            <a:r>
              <a:rPr lang="es-ES_tradnl" dirty="0" err="1" smtClean="0"/>
              <a:t>Name</a:t>
            </a:r>
            <a:r>
              <a:rPr lang="es-ES_tradnl" dirty="0" smtClean="0"/>
              <a:t> </a:t>
            </a:r>
            <a:r>
              <a:rPr lang="es-ES_tradnl" dirty="0" err="1" smtClean="0"/>
              <a:t>here</a:t>
            </a:r>
            <a:endParaRPr lang="es-ES_tradnl" dirty="0" smtClean="0"/>
          </a:p>
        </p:txBody>
      </p:sp>
      <p:sp>
        <p:nvSpPr>
          <p:cNvPr id="30" name="Text Placeholder 7"/>
          <p:cNvSpPr>
            <a:spLocks noGrp="1"/>
          </p:cNvSpPr>
          <p:nvPr>
            <p:ph type="body" sz="quarter" idx="52" hasCustomPrompt="1"/>
          </p:nvPr>
        </p:nvSpPr>
        <p:spPr>
          <a:xfrm>
            <a:off x="9476311" y="4159055"/>
            <a:ext cx="2099739"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1" name="Text Placeholder 2"/>
          <p:cNvSpPr>
            <a:spLocks noGrp="1"/>
          </p:cNvSpPr>
          <p:nvPr>
            <p:ph type="body" sz="quarter" idx="53" hasCustomPrompt="1"/>
          </p:nvPr>
        </p:nvSpPr>
        <p:spPr>
          <a:xfrm>
            <a:off x="9476312" y="4468788"/>
            <a:ext cx="2099739" cy="779972"/>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endParaRPr lang="en-US" dirty="0" smtClean="0"/>
          </a:p>
        </p:txBody>
      </p:sp>
      <p:sp>
        <p:nvSpPr>
          <p:cNvPr id="32" name="Text Placeholder 7"/>
          <p:cNvSpPr>
            <a:spLocks noGrp="1"/>
          </p:cNvSpPr>
          <p:nvPr>
            <p:ph type="body" sz="quarter" idx="54" hasCustomPrompt="1"/>
          </p:nvPr>
        </p:nvSpPr>
        <p:spPr>
          <a:xfrm>
            <a:off x="10245772" y="5269081"/>
            <a:ext cx="657777" cy="560681"/>
          </a:xfrm>
          <a:prstGeom prst="rect">
            <a:avLst/>
          </a:prstGeom>
        </p:spPr>
        <p:txBody>
          <a:bodyPr vert="horz" lIns="0" tIns="103884" rIns="0" bIns="103884" anchor="ctr"/>
          <a:lstStyle>
            <a:lvl1pPr marL="0" indent="0" algn="ctr">
              <a:lnSpc>
                <a:spcPct val="100000"/>
              </a:lnSpc>
              <a:spcBef>
                <a:spcPts val="0"/>
              </a:spcBef>
              <a:buNone/>
              <a:defRPr sz="2400" b="1">
                <a:solidFill>
                  <a:schemeClr val="bg1">
                    <a:lumMod val="65000"/>
                  </a:schemeClr>
                </a:solidFill>
                <a:latin typeface="FontAwesome"/>
                <a:cs typeface="FontAwesome"/>
              </a:defRPr>
            </a:lvl1pPr>
          </a:lstStyle>
          <a:p>
            <a:pPr lvl="0"/>
            <a:r>
              <a:rPr lang="es-ES_tradnl" dirty="0" err="1" smtClean="0"/>
              <a:t>icon</a:t>
            </a:r>
            <a:endParaRPr lang="es-ES_tradnl" dirty="0" smtClean="0"/>
          </a:p>
        </p:txBody>
      </p:sp>
      <p:cxnSp>
        <p:nvCxnSpPr>
          <p:cNvPr id="3" name="Straight Connector 2"/>
          <p:cNvCxnSpPr/>
          <p:nvPr userDrawn="1"/>
        </p:nvCxnSpPr>
        <p:spPr>
          <a:xfrm>
            <a:off x="3064933" y="1666241"/>
            <a:ext cx="0" cy="4147199"/>
          </a:xfrm>
          <a:prstGeom prst="line">
            <a:avLst/>
          </a:prstGeom>
          <a:ln w="3175" cmpd="sng">
            <a:solidFill>
              <a:schemeClr val="bg1">
                <a:lumMod val="85000"/>
              </a:schemeClr>
            </a:solidFill>
            <a:prstDash val="dash"/>
            <a:headEnd type="none"/>
            <a:tailEnd type="none"/>
          </a:ln>
          <a:effectLst/>
        </p:spPr>
        <p:style>
          <a:lnRef idx="2">
            <a:schemeClr val="accent1"/>
          </a:lnRef>
          <a:fillRef idx="0">
            <a:schemeClr val="accent1"/>
          </a:fillRef>
          <a:effectRef idx="1">
            <a:schemeClr val="accent1"/>
          </a:effectRef>
          <a:fontRef idx="minor">
            <a:schemeClr val="tx1"/>
          </a:fontRef>
        </p:style>
      </p:cxnSp>
      <p:cxnSp>
        <p:nvCxnSpPr>
          <p:cNvPr id="33" name="Straight Connector 32"/>
          <p:cNvCxnSpPr/>
          <p:nvPr userDrawn="1"/>
        </p:nvCxnSpPr>
        <p:spPr>
          <a:xfrm>
            <a:off x="6011333" y="1666241"/>
            <a:ext cx="0" cy="4147199"/>
          </a:xfrm>
          <a:prstGeom prst="line">
            <a:avLst/>
          </a:prstGeom>
          <a:ln w="3175" cmpd="sng">
            <a:solidFill>
              <a:schemeClr val="bg1">
                <a:lumMod val="85000"/>
              </a:schemeClr>
            </a:solidFill>
            <a:prstDash val="dash"/>
            <a:headEnd type="none"/>
            <a:tailEnd type="none"/>
          </a:ln>
          <a:effectLst/>
        </p:spPr>
        <p:style>
          <a:lnRef idx="2">
            <a:schemeClr val="accent1"/>
          </a:lnRef>
          <a:fillRef idx="0">
            <a:schemeClr val="accent1"/>
          </a:fillRef>
          <a:effectRef idx="1">
            <a:schemeClr val="accent1"/>
          </a:effectRef>
          <a:fontRef idx="minor">
            <a:schemeClr val="tx1"/>
          </a:fontRef>
        </p:style>
      </p:cxnSp>
      <p:cxnSp>
        <p:nvCxnSpPr>
          <p:cNvPr id="34" name="Straight Connector 33"/>
          <p:cNvCxnSpPr/>
          <p:nvPr userDrawn="1"/>
        </p:nvCxnSpPr>
        <p:spPr>
          <a:xfrm>
            <a:off x="9025467" y="1666241"/>
            <a:ext cx="0" cy="4147199"/>
          </a:xfrm>
          <a:prstGeom prst="line">
            <a:avLst/>
          </a:prstGeom>
          <a:ln w="3175" cmpd="sng">
            <a:solidFill>
              <a:schemeClr val="bg1">
                <a:lumMod val="85000"/>
              </a:schemeClr>
            </a:solidFill>
            <a:prstDash val="dash"/>
            <a:headEnd type="none"/>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6723476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700"/>
                            </p:stCondLst>
                            <p:childTnLst>
                              <p:par>
                                <p:cTn id="16" presetID="53" presetClass="entr" presetSubtype="16" fill="hold" grpId="0" nodeType="afterEffect" nodePh="1">
                                  <p:stCondLst>
                                    <p:cond delay="0"/>
                                  </p:stCondLst>
                                  <p:endCondLst>
                                    <p:cond evt="begin" delay="0">
                                      <p:tn val="16"/>
                                    </p:cond>
                                  </p:endCondLst>
                                  <p:childTnLst>
                                    <p:set>
                                      <p:cBhvr>
                                        <p:cTn id="17" dur="1" fill="hold">
                                          <p:stCondLst>
                                            <p:cond delay="0"/>
                                          </p:stCondLst>
                                        </p:cTn>
                                        <p:tgtEl>
                                          <p:spTgt spid="11"/>
                                        </p:tgtEl>
                                        <p:attrNameLst>
                                          <p:attrName>style.visibility</p:attrName>
                                        </p:attrNameLst>
                                      </p:cBhvr>
                                      <p:to>
                                        <p:strVal val="visible"/>
                                      </p:to>
                                    </p:set>
                                    <p:anim calcmode="lin" valueType="num">
                                      <p:cBhvr>
                                        <p:cTn id="18" dur="500" fill="hold"/>
                                        <p:tgtEl>
                                          <p:spTgt spid="11"/>
                                        </p:tgtEl>
                                        <p:attrNameLst>
                                          <p:attrName>ppt_w</p:attrName>
                                        </p:attrNameLst>
                                      </p:cBhvr>
                                      <p:tavLst>
                                        <p:tav tm="0">
                                          <p:val>
                                            <p:fltVal val="0"/>
                                          </p:val>
                                        </p:tav>
                                        <p:tav tm="100000">
                                          <p:val>
                                            <p:strVal val="#ppt_w"/>
                                          </p:val>
                                        </p:tav>
                                      </p:tavLst>
                                    </p:anim>
                                    <p:anim calcmode="lin" valueType="num">
                                      <p:cBhvr>
                                        <p:cTn id="19" dur="500" fill="hold"/>
                                        <p:tgtEl>
                                          <p:spTgt spid="11"/>
                                        </p:tgtEl>
                                        <p:attrNameLst>
                                          <p:attrName>ppt_h</p:attrName>
                                        </p:attrNameLst>
                                      </p:cBhvr>
                                      <p:tavLst>
                                        <p:tav tm="0">
                                          <p:val>
                                            <p:fltVal val="0"/>
                                          </p:val>
                                        </p:tav>
                                        <p:tav tm="100000">
                                          <p:val>
                                            <p:strVal val="#ppt_h"/>
                                          </p:val>
                                        </p:tav>
                                      </p:tavLst>
                                    </p:anim>
                                    <p:animEffect transition="in" filter="fade">
                                      <p:cBhvr>
                                        <p:cTn id="20" dur="500"/>
                                        <p:tgtEl>
                                          <p:spTgt spid="11"/>
                                        </p:tgtEl>
                                      </p:cBhvr>
                                    </p:animEffect>
                                  </p:childTnLst>
                                </p:cTn>
                              </p:par>
                              <p:par>
                                <p:cTn id="21" presetID="42" presetClass="entr" presetSubtype="0" fill="hold" grpId="0" nodeType="withEffect">
                                  <p:stCondLst>
                                    <p:cond delay="200"/>
                                  </p:stCondLst>
                                  <p:childTnLst>
                                    <p:set>
                                      <p:cBhvr>
                                        <p:cTn id="22" dur="1" fill="hold">
                                          <p:stCondLst>
                                            <p:cond delay="0"/>
                                          </p:stCondLst>
                                        </p:cTn>
                                        <p:tgtEl>
                                          <p:spTgt spid="14">
                                            <p:txEl>
                                              <p:pRg st="0" end="0"/>
                                            </p:txEl>
                                          </p:spTgt>
                                        </p:tgtEl>
                                        <p:attrNameLst>
                                          <p:attrName>style.visibility</p:attrName>
                                        </p:attrNameLst>
                                      </p:cBhvr>
                                      <p:to>
                                        <p:strVal val="visible"/>
                                      </p:to>
                                    </p:set>
                                    <p:animEffect transition="in" filter="fade">
                                      <p:cBhvr>
                                        <p:cTn id="23" dur="400"/>
                                        <p:tgtEl>
                                          <p:spTgt spid="14">
                                            <p:txEl>
                                              <p:pRg st="0" end="0"/>
                                            </p:txEl>
                                          </p:spTgt>
                                        </p:tgtEl>
                                      </p:cBhvr>
                                    </p:animEffect>
                                    <p:anim calcmode="lin" valueType="num">
                                      <p:cBhvr>
                                        <p:cTn id="24" dur="4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25" dur="400" fill="hold"/>
                                        <p:tgtEl>
                                          <p:spTgt spid="14">
                                            <p:txEl>
                                              <p:pRg st="0" end="0"/>
                                            </p:txEl>
                                          </p:spTgt>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200"/>
                                  </p:stCondLst>
                                  <p:childTnLst>
                                    <p:set>
                                      <p:cBhvr>
                                        <p:cTn id="27" dur="1" fill="hold">
                                          <p:stCondLst>
                                            <p:cond delay="0"/>
                                          </p:stCondLst>
                                        </p:cTn>
                                        <p:tgtEl>
                                          <p:spTgt spid="15">
                                            <p:txEl>
                                              <p:pRg st="0" end="0"/>
                                            </p:txEl>
                                          </p:spTgt>
                                        </p:tgtEl>
                                        <p:attrNameLst>
                                          <p:attrName>style.visibility</p:attrName>
                                        </p:attrNameLst>
                                      </p:cBhvr>
                                      <p:to>
                                        <p:strVal val="visible"/>
                                      </p:to>
                                    </p:set>
                                    <p:animEffect transition="in" filter="fade">
                                      <p:cBhvr>
                                        <p:cTn id="28" dur="500"/>
                                        <p:tgtEl>
                                          <p:spTgt spid="15">
                                            <p:txEl>
                                              <p:pRg st="0" end="0"/>
                                            </p:txEl>
                                          </p:spTgt>
                                        </p:tgtEl>
                                      </p:cBhvr>
                                    </p:animEffect>
                                    <p:anim calcmode="lin" valueType="num">
                                      <p:cBhvr>
                                        <p:cTn id="29"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30" dur="500" fill="hold"/>
                                        <p:tgtEl>
                                          <p:spTgt spid="15">
                                            <p:txEl>
                                              <p:pRg st="0" end="0"/>
                                            </p:txEl>
                                          </p:spTgt>
                                        </p:tgtEl>
                                        <p:attrNameLst>
                                          <p:attrName>ppt_y</p:attrName>
                                        </p:attrNameLst>
                                      </p:cBhvr>
                                      <p:tavLst>
                                        <p:tav tm="0">
                                          <p:val>
                                            <p:strVal val="#ppt_y+.1"/>
                                          </p:val>
                                        </p:tav>
                                        <p:tav tm="100000">
                                          <p:val>
                                            <p:strVal val="#ppt_y"/>
                                          </p:val>
                                        </p:tav>
                                      </p:tavLst>
                                    </p:anim>
                                  </p:childTnLst>
                                </p:cTn>
                              </p:par>
                              <p:par>
                                <p:cTn id="31" presetID="10" presetClass="entr" presetSubtype="0" fill="hold" grpId="0" nodeType="withEffect">
                                  <p:stCondLst>
                                    <p:cond delay="800"/>
                                  </p:st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childTnLst>
                                </p:cTn>
                              </p:par>
                            </p:childTnLst>
                          </p:cTn>
                        </p:par>
                        <p:par>
                          <p:cTn id="34" fill="hold">
                            <p:stCondLst>
                              <p:cond delay="2000"/>
                            </p:stCondLst>
                            <p:childTnLst>
                              <p:par>
                                <p:cTn id="35" presetID="53" presetClass="entr" presetSubtype="16" fill="hold" grpId="0" nodeType="afterEffect">
                                  <p:stCondLst>
                                    <p:cond delay="0"/>
                                  </p:stCondLst>
                                  <p:childTnLst>
                                    <p:set>
                                      <p:cBhvr>
                                        <p:cTn id="36" dur="1" fill="hold">
                                          <p:stCondLst>
                                            <p:cond delay="0"/>
                                          </p:stCondLst>
                                        </p:cTn>
                                        <p:tgtEl>
                                          <p:spTgt spid="17">
                                            <p:txEl>
                                              <p:pRg st="0" end="0"/>
                                            </p:txEl>
                                          </p:spTgt>
                                        </p:tgtEl>
                                        <p:attrNameLst>
                                          <p:attrName>style.visibility</p:attrName>
                                        </p:attrNameLst>
                                      </p:cBhvr>
                                      <p:to>
                                        <p:strVal val="visible"/>
                                      </p:to>
                                    </p:set>
                                    <p:anim calcmode="lin" valueType="num">
                                      <p:cBhvr>
                                        <p:cTn id="37" dur="3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38" dur="3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39" dur="300"/>
                                        <p:tgtEl>
                                          <p:spTgt spid="17">
                                            <p:txEl>
                                              <p:pRg st="0" end="0"/>
                                            </p:txEl>
                                          </p:spTgt>
                                        </p:tgtEl>
                                      </p:cBhvr>
                                    </p:animEffect>
                                  </p:childTnLst>
                                </p:cTn>
                              </p:par>
                            </p:childTnLst>
                          </p:cTn>
                        </p:par>
                        <p:par>
                          <p:cTn id="40" fill="hold">
                            <p:stCondLst>
                              <p:cond delay="2300"/>
                            </p:stCondLst>
                            <p:childTnLst>
                              <p:par>
                                <p:cTn id="41" presetID="22" presetClass="entr" presetSubtype="1" fill="hold" nodeType="afterEffect">
                                  <p:stCondLst>
                                    <p:cond delay="0"/>
                                  </p:stCondLst>
                                  <p:childTnLst>
                                    <p:set>
                                      <p:cBhvr>
                                        <p:cTn id="42" dur="1" fill="hold">
                                          <p:stCondLst>
                                            <p:cond delay="0"/>
                                          </p:stCondLst>
                                        </p:cTn>
                                        <p:tgtEl>
                                          <p:spTgt spid="3"/>
                                        </p:tgtEl>
                                        <p:attrNameLst>
                                          <p:attrName>style.visibility</p:attrName>
                                        </p:attrNameLst>
                                      </p:cBhvr>
                                      <p:to>
                                        <p:strVal val="visible"/>
                                      </p:to>
                                    </p:set>
                                    <p:animEffect transition="in" filter="wipe(up)">
                                      <p:cBhvr>
                                        <p:cTn id="43" dur="500"/>
                                        <p:tgtEl>
                                          <p:spTgt spid="3"/>
                                        </p:tgtEl>
                                      </p:cBhvr>
                                    </p:animEffect>
                                  </p:childTnLst>
                                </p:cTn>
                              </p:par>
                            </p:childTnLst>
                          </p:cTn>
                        </p:par>
                        <p:par>
                          <p:cTn id="44" fill="hold">
                            <p:stCondLst>
                              <p:cond delay="28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18"/>
                                        </p:tgtEl>
                                        <p:attrNameLst>
                                          <p:attrName>style.visibility</p:attrName>
                                        </p:attrNameLst>
                                      </p:cBhvr>
                                      <p:to>
                                        <p:strVal val="visible"/>
                                      </p:to>
                                    </p:set>
                                    <p:anim calcmode="lin" valueType="num">
                                      <p:cBhvr>
                                        <p:cTn id="47" dur="500" fill="hold"/>
                                        <p:tgtEl>
                                          <p:spTgt spid="18"/>
                                        </p:tgtEl>
                                        <p:attrNameLst>
                                          <p:attrName>ppt_w</p:attrName>
                                        </p:attrNameLst>
                                      </p:cBhvr>
                                      <p:tavLst>
                                        <p:tav tm="0">
                                          <p:val>
                                            <p:fltVal val="0"/>
                                          </p:val>
                                        </p:tav>
                                        <p:tav tm="100000">
                                          <p:val>
                                            <p:strVal val="#ppt_w"/>
                                          </p:val>
                                        </p:tav>
                                      </p:tavLst>
                                    </p:anim>
                                    <p:anim calcmode="lin" valueType="num">
                                      <p:cBhvr>
                                        <p:cTn id="48" dur="500" fill="hold"/>
                                        <p:tgtEl>
                                          <p:spTgt spid="18"/>
                                        </p:tgtEl>
                                        <p:attrNameLst>
                                          <p:attrName>ppt_h</p:attrName>
                                        </p:attrNameLst>
                                      </p:cBhvr>
                                      <p:tavLst>
                                        <p:tav tm="0">
                                          <p:val>
                                            <p:fltVal val="0"/>
                                          </p:val>
                                        </p:tav>
                                        <p:tav tm="100000">
                                          <p:val>
                                            <p:strVal val="#ppt_h"/>
                                          </p:val>
                                        </p:tav>
                                      </p:tavLst>
                                    </p:anim>
                                    <p:animEffect transition="in" filter="fade">
                                      <p:cBhvr>
                                        <p:cTn id="49" dur="500"/>
                                        <p:tgtEl>
                                          <p:spTgt spid="18"/>
                                        </p:tgtEl>
                                      </p:cBhvr>
                                    </p:animEffect>
                                  </p:childTnLst>
                                </p:cTn>
                              </p:par>
                              <p:par>
                                <p:cTn id="50" presetID="42" presetClass="entr" presetSubtype="0" fill="hold" grpId="0" nodeType="withEffect">
                                  <p:stCondLst>
                                    <p:cond delay="200"/>
                                  </p:stCondLst>
                                  <p:childTnLst>
                                    <p:set>
                                      <p:cBhvr>
                                        <p:cTn id="51" dur="1" fill="hold">
                                          <p:stCondLst>
                                            <p:cond delay="0"/>
                                          </p:stCondLst>
                                        </p:cTn>
                                        <p:tgtEl>
                                          <p:spTgt spid="19">
                                            <p:txEl>
                                              <p:pRg st="0" end="0"/>
                                            </p:txEl>
                                          </p:spTgt>
                                        </p:tgtEl>
                                        <p:attrNameLst>
                                          <p:attrName>style.visibility</p:attrName>
                                        </p:attrNameLst>
                                      </p:cBhvr>
                                      <p:to>
                                        <p:strVal val="visible"/>
                                      </p:to>
                                    </p:set>
                                    <p:animEffect transition="in" filter="fade">
                                      <p:cBhvr>
                                        <p:cTn id="52" dur="400"/>
                                        <p:tgtEl>
                                          <p:spTgt spid="19">
                                            <p:txEl>
                                              <p:pRg st="0" end="0"/>
                                            </p:txEl>
                                          </p:spTgt>
                                        </p:tgtEl>
                                      </p:cBhvr>
                                    </p:animEffect>
                                    <p:anim calcmode="lin" valueType="num">
                                      <p:cBhvr>
                                        <p:cTn id="53" dur="4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4" dur="400" fill="hold"/>
                                        <p:tgtEl>
                                          <p:spTgt spid="19">
                                            <p:txEl>
                                              <p:pRg st="0" end="0"/>
                                            </p:txEl>
                                          </p:spTgt>
                                        </p:tgtEl>
                                        <p:attrNameLst>
                                          <p:attrName>ppt_y</p:attrName>
                                        </p:attrNameLst>
                                      </p:cBhvr>
                                      <p:tavLst>
                                        <p:tav tm="0">
                                          <p:val>
                                            <p:strVal val="#ppt_y+.1"/>
                                          </p:val>
                                        </p:tav>
                                        <p:tav tm="100000">
                                          <p:val>
                                            <p:strVal val="#ppt_y"/>
                                          </p:val>
                                        </p:tav>
                                      </p:tavLst>
                                    </p:anim>
                                  </p:childTnLst>
                                </p:cTn>
                              </p:par>
                              <p:par>
                                <p:cTn id="55" presetID="42" presetClass="entr" presetSubtype="0" fill="hold" grpId="0" nodeType="withEffect">
                                  <p:stCondLst>
                                    <p:cond delay="200"/>
                                  </p:stCondLst>
                                  <p:childTnLst>
                                    <p:set>
                                      <p:cBhvr>
                                        <p:cTn id="56" dur="1" fill="hold">
                                          <p:stCondLst>
                                            <p:cond delay="0"/>
                                          </p:stCondLst>
                                        </p:cTn>
                                        <p:tgtEl>
                                          <p:spTgt spid="20">
                                            <p:txEl>
                                              <p:pRg st="0" end="0"/>
                                            </p:txEl>
                                          </p:spTgt>
                                        </p:tgtEl>
                                        <p:attrNameLst>
                                          <p:attrName>style.visibility</p:attrName>
                                        </p:attrNameLst>
                                      </p:cBhvr>
                                      <p:to>
                                        <p:strVal val="visible"/>
                                      </p:to>
                                    </p:set>
                                    <p:animEffect transition="in" filter="fade">
                                      <p:cBhvr>
                                        <p:cTn id="57" dur="500"/>
                                        <p:tgtEl>
                                          <p:spTgt spid="20">
                                            <p:txEl>
                                              <p:pRg st="0" end="0"/>
                                            </p:txEl>
                                          </p:spTgt>
                                        </p:tgtEl>
                                      </p:cBhvr>
                                    </p:animEffect>
                                    <p:anim calcmode="lin" valueType="num">
                                      <p:cBhvr>
                                        <p:cTn id="58"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0">
                                            <p:txEl>
                                              <p:pRg st="0" end="0"/>
                                            </p:txEl>
                                          </p:spTgt>
                                        </p:tgtEl>
                                        <p:attrNameLst>
                                          <p:attrName>ppt_y</p:attrName>
                                        </p:attrNameLst>
                                      </p:cBhvr>
                                      <p:tavLst>
                                        <p:tav tm="0">
                                          <p:val>
                                            <p:strVal val="#ppt_y+.1"/>
                                          </p:val>
                                        </p:tav>
                                        <p:tav tm="100000">
                                          <p:val>
                                            <p:strVal val="#ppt_y"/>
                                          </p:val>
                                        </p:tav>
                                      </p:tavLst>
                                    </p:anim>
                                  </p:childTnLst>
                                </p:cTn>
                              </p:par>
                              <p:par>
                                <p:cTn id="60" presetID="10" presetClass="entr" presetSubtype="0" fill="hold" grpId="0" nodeType="withEffect">
                                  <p:stCondLst>
                                    <p:cond delay="800"/>
                                  </p:stCondLst>
                                  <p:childTnLst>
                                    <p:set>
                                      <p:cBhvr>
                                        <p:cTn id="61" dur="1" fill="hold">
                                          <p:stCondLst>
                                            <p:cond delay="0"/>
                                          </p:stCondLst>
                                        </p:cTn>
                                        <p:tgtEl>
                                          <p:spTgt spid="21">
                                            <p:txEl>
                                              <p:pRg st="0" end="0"/>
                                            </p:txEl>
                                          </p:spTgt>
                                        </p:tgtEl>
                                        <p:attrNameLst>
                                          <p:attrName>style.visibility</p:attrName>
                                        </p:attrNameLst>
                                      </p:cBhvr>
                                      <p:to>
                                        <p:strVal val="visible"/>
                                      </p:to>
                                    </p:set>
                                    <p:animEffect transition="in" filter="fade">
                                      <p:cBhvr>
                                        <p:cTn id="62" dur="500"/>
                                        <p:tgtEl>
                                          <p:spTgt spid="21">
                                            <p:txEl>
                                              <p:pRg st="0" end="0"/>
                                            </p:txEl>
                                          </p:spTgt>
                                        </p:tgtEl>
                                      </p:cBhvr>
                                    </p:animEffect>
                                  </p:childTnLst>
                                </p:cTn>
                              </p:par>
                            </p:childTnLst>
                          </p:cTn>
                        </p:par>
                        <p:par>
                          <p:cTn id="63" fill="hold">
                            <p:stCondLst>
                              <p:cond delay="4100"/>
                            </p:stCondLst>
                            <p:childTnLst>
                              <p:par>
                                <p:cTn id="64" presetID="53" presetClass="entr" presetSubtype="16" fill="hold" grpId="0" nodeType="afterEffect">
                                  <p:stCondLst>
                                    <p:cond delay="0"/>
                                  </p:stCondLst>
                                  <p:childTnLst>
                                    <p:set>
                                      <p:cBhvr>
                                        <p:cTn id="65" dur="1" fill="hold">
                                          <p:stCondLst>
                                            <p:cond delay="0"/>
                                          </p:stCondLst>
                                        </p:cTn>
                                        <p:tgtEl>
                                          <p:spTgt spid="22">
                                            <p:txEl>
                                              <p:pRg st="0" end="0"/>
                                            </p:txEl>
                                          </p:spTgt>
                                        </p:tgtEl>
                                        <p:attrNameLst>
                                          <p:attrName>style.visibility</p:attrName>
                                        </p:attrNameLst>
                                      </p:cBhvr>
                                      <p:to>
                                        <p:strVal val="visible"/>
                                      </p:to>
                                    </p:set>
                                    <p:anim calcmode="lin" valueType="num">
                                      <p:cBhvr>
                                        <p:cTn id="66" dur="3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67" dur="3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68" dur="300"/>
                                        <p:tgtEl>
                                          <p:spTgt spid="22">
                                            <p:txEl>
                                              <p:pRg st="0" end="0"/>
                                            </p:txEl>
                                          </p:spTgt>
                                        </p:tgtEl>
                                      </p:cBhvr>
                                    </p:animEffect>
                                  </p:childTnLst>
                                </p:cTn>
                              </p:par>
                            </p:childTnLst>
                          </p:cTn>
                        </p:par>
                        <p:par>
                          <p:cTn id="69" fill="hold">
                            <p:stCondLst>
                              <p:cond delay="4400"/>
                            </p:stCondLst>
                            <p:childTnLst>
                              <p:par>
                                <p:cTn id="70" presetID="22" presetClass="entr" presetSubtype="1" fill="hold" nodeType="afterEffect">
                                  <p:stCondLst>
                                    <p:cond delay="0"/>
                                  </p:stCondLst>
                                  <p:childTnLst>
                                    <p:set>
                                      <p:cBhvr>
                                        <p:cTn id="71" dur="1" fill="hold">
                                          <p:stCondLst>
                                            <p:cond delay="0"/>
                                          </p:stCondLst>
                                        </p:cTn>
                                        <p:tgtEl>
                                          <p:spTgt spid="33"/>
                                        </p:tgtEl>
                                        <p:attrNameLst>
                                          <p:attrName>style.visibility</p:attrName>
                                        </p:attrNameLst>
                                      </p:cBhvr>
                                      <p:to>
                                        <p:strVal val="visible"/>
                                      </p:to>
                                    </p:set>
                                    <p:animEffect transition="in" filter="wipe(up)">
                                      <p:cBhvr>
                                        <p:cTn id="72" dur="500"/>
                                        <p:tgtEl>
                                          <p:spTgt spid="33"/>
                                        </p:tgtEl>
                                      </p:cBhvr>
                                    </p:animEffect>
                                  </p:childTnLst>
                                </p:cTn>
                              </p:par>
                            </p:childTnLst>
                          </p:cTn>
                        </p:par>
                        <p:par>
                          <p:cTn id="73" fill="hold">
                            <p:stCondLst>
                              <p:cond delay="4900"/>
                            </p:stCondLst>
                            <p:childTnLst>
                              <p:par>
                                <p:cTn id="74" presetID="53" presetClass="entr" presetSubtype="16" fill="hold" grpId="0" nodeType="afterEffect" nodePh="1">
                                  <p:stCondLst>
                                    <p:cond delay="0"/>
                                  </p:stCondLst>
                                  <p:endCondLst>
                                    <p:cond evt="begin" delay="0">
                                      <p:tn val="74"/>
                                    </p:cond>
                                  </p:endCondLst>
                                  <p:childTnLst>
                                    <p:set>
                                      <p:cBhvr>
                                        <p:cTn id="75" dur="1" fill="hold">
                                          <p:stCondLst>
                                            <p:cond delay="0"/>
                                          </p:stCondLst>
                                        </p:cTn>
                                        <p:tgtEl>
                                          <p:spTgt spid="23"/>
                                        </p:tgtEl>
                                        <p:attrNameLst>
                                          <p:attrName>style.visibility</p:attrName>
                                        </p:attrNameLst>
                                      </p:cBhvr>
                                      <p:to>
                                        <p:strVal val="visible"/>
                                      </p:to>
                                    </p:set>
                                    <p:anim calcmode="lin" valueType="num">
                                      <p:cBhvr>
                                        <p:cTn id="76" dur="500" fill="hold"/>
                                        <p:tgtEl>
                                          <p:spTgt spid="23"/>
                                        </p:tgtEl>
                                        <p:attrNameLst>
                                          <p:attrName>ppt_w</p:attrName>
                                        </p:attrNameLst>
                                      </p:cBhvr>
                                      <p:tavLst>
                                        <p:tav tm="0">
                                          <p:val>
                                            <p:fltVal val="0"/>
                                          </p:val>
                                        </p:tav>
                                        <p:tav tm="100000">
                                          <p:val>
                                            <p:strVal val="#ppt_w"/>
                                          </p:val>
                                        </p:tav>
                                      </p:tavLst>
                                    </p:anim>
                                    <p:anim calcmode="lin" valueType="num">
                                      <p:cBhvr>
                                        <p:cTn id="77" dur="500" fill="hold"/>
                                        <p:tgtEl>
                                          <p:spTgt spid="23"/>
                                        </p:tgtEl>
                                        <p:attrNameLst>
                                          <p:attrName>ppt_h</p:attrName>
                                        </p:attrNameLst>
                                      </p:cBhvr>
                                      <p:tavLst>
                                        <p:tav tm="0">
                                          <p:val>
                                            <p:fltVal val="0"/>
                                          </p:val>
                                        </p:tav>
                                        <p:tav tm="100000">
                                          <p:val>
                                            <p:strVal val="#ppt_h"/>
                                          </p:val>
                                        </p:tav>
                                      </p:tavLst>
                                    </p:anim>
                                    <p:animEffect transition="in" filter="fade">
                                      <p:cBhvr>
                                        <p:cTn id="78" dur="500"/>
                                        <p:tgtEl>
                                          <p:spTgt spid="23"/>
                                        </p:tgtEl>
                                      </p:cBhvr>
                                    </p:animEffect>
                                  </p:childTnLst>
                                </p:cTn>
                              </p:par>
                              <p:par>
                                <p:cTn id="79" presetID="42" presetClass="entr" presetSubtype="0" fill="hold" grpId="0" nodeType="withEffect">
                                  <p:stCondLst>
                                    <p:cond delay="200"/>
                                  </p:stCondLst>
                                  <p:childTnLst>
                                    <p:set>
                                      <p:cBhvr>
                                        <p:cTn id="80" dur="1" fill="hold">
                                          <p:stCondLst>
                                            <p:cond delay="0"/>
                                          </p:stCondLst>
                                        </p:cTn>
                                        <p:tgtEl>
                                          <p:spTgt spid="24">
                                            <p:txEl>
                                              <p:pRg st="0" end="0"/>
                                            </p:txEl>
                                          </p:spTgt>
                                        </p:tgtEl>
                                        <p:attrNameLst>
                                          <p:attrName>style.visibility</p:attrName>
                                        </p:attrNameLst>
                                      </p:cBhvr>
                                      <p:to>
                                        <p:strVal val="visible"/>
                                      </p:to>
                                    </p:set>
                                    <p:animEffect transition="in" filter="fade">
                                      <p:cBhvr>
                                        <p:cTn id="81" dur="400"/>
                                        <p:tgtEl>
                                          <p:spTgt spid="24">
                                            <p:txEl>
                                              <p:pRg st="0" end="0"/>
                                            </p:txEl>
                                          </p:spTgt>
                                        </p:tgtEl>
                                      </p:cBhvr>
                                    </p:animEffect>
                                    <p:anim calcmode="lin" valueType="num">
                                      <p:cBhvr>
                                        <p:cTn id="82" dur="4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83" dur="400" fill="hold"/>
                                        <p:tgtEl>
                                          <p:spTgt spid="24">
                                            <p:txEl>
                                              <p:pRg st="0" end="0"/>
                                            </p:txEl>
                                          </p:spTgt>
                                        </p:tgtEl>
                                        <p:attrNameLst>
                                          <p:attrName>ppt_y</p:attrName>
                                        </p:attrNameLst>
                                      </p:cBhvr>
                                      <p:tavLst>
                                        <p:tav tm="0">
                                          <p:val>
                                            <p:strVal val="#ppt_y+.1"/>
                                          </p:val>
                                        </p:tav>
                                        <p:tav tm="100000">
                                          <p:val>
                                            <p:strVal val="#ppt_y"/>
                                          </p:val>
                                        </p:tav>
                                      </p:tavLst>
                                    </p:anim>
                                  </p:childTnLst>
                                </p:cTn>
                              </p:par>
                              <p:par>
                                <p:cTn id="84" presetID="42" presetClass="entr" presetSubtype="0" fill="hold" grpId="0" nodeType="withEffect">
                                  <p:stCondLst>
                                    <p:cond delay="200"/>
                                  </p:stCondLst>
                                  <p:childTnLst>
                                    <p:set>
                                      <p:cBhvr>
                                        <p:cTn id="85" dur="1" fill="hold">
                                          <p:stCondLst>
                                            <p:cond delay="0"/>
                                          </p:stCondLst>
                                        </p:cTn>
                                        <p:tgtEl>
                                          <p:spTgt spid="25">
                                            <p:txEl>
                                              <p:pRg st="0" end="0"/>
                                            </p:txEl>
                                          </p:spTgt>
                                        </p:tgtEl>
                                        <p:attrNameLst>
                                          <p:attrName>style.visibility</p:attrName>
                                        </p:attrNameLst>
                                      </p:cBhvr>
                                      <p:to>
                                        <p:strVal val="visible"/>
                                      </p:to>
                                    </p:set>
                                    <p:animEffect transition="in" filter="fade">
                                      <p:cBhvr>
                                        <p:cTn id="86" dur="500"/>
                                        <p:tgtEl>
                                          <p:spTgt spid="25">
                                            <p:txEl>
                                              <p:pRg st="0" end="0"/>
                                            </p:txEl>
                                          </p:spTgt>
                                        </p:tgtEl>
                                      </p:cBhvr>
                                    </p:animEffect>
                                    <p:anim calcmode="lin" valueType="num">
                                      <p:cBhvr>
                                        <p:cTn id="87"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88" dur="500" fill="hold"/>
                                        <p:tgtEl>
                                          <p:spTgt spid="25">
                                            <p:txEl>
                                              <p:pRg st="0" end="0"/>
                                            </p:txEl>
                                          </p:spTgt>
                                        </p:tgtEl>
                                        <p:attrNameLst>
                                          <p:attrName>ppt_y</p:attrName>
                                        </p:attrNameLst>
                                      </p:cBhvr>
                                      <p:tavLst>
                                        <p:tav tm="0">
                                          <p:val>
                                            <p:strVal val="#ppt_y+.1"/>
                                          </p:val>
                                        </p:tav>
                                        <p:tav tm="100000">
                                          <p:val>
                                            <p:strVal val="#ppt_y"/>
                                          </p:val>
                                        </p:tav>
                                      </p:tavLst>
                                    </p:anim>
                                  </p:childTnLst>
                                </p:cTn>
                              </p:par>
                              <p:par>
                                <p:cTn id="89" presetID="10" presetClass="entr" presetSubtype="0" fill="hold" grpId="0" nodeType="withEffect">
                                  <p:stCondLst>
                                    <p:cond delay="800"/>
                                  </p:stCondLst>
                                  <p:childTnLst>
                                    <p:set>
                                      <p:cBhvr>
                                        <p:cTn id="90" dur="1" fill="hold">
                                          <p:stCondLst>
                                            <p:cond delay="0"/>
                                          </p:stCondLst>
                                        </p:cTn>
                                        <p:tgtEl>
                                          <p:spTgt spid="26">
                                            <p:txEl>
                                              <p:pRg st="0" end="0"/>
                                            </p:txEl>
                                          </p:spTgt>
                                        </p:tgtEl>
                                        <p:attrNameLst>
                                          <p:attrName>style.visibility</p:attrName>
                                        </p:attrNameLst>
                                      </p:cBhvr>
                                      <p:to>
                                        <p:strVal val="visible"/>
                                      </p:to>
                                    </p:set>
                                    <p:animEffect transition="in" filter="fade">
                                      <p:cBhvr>
                                        <p:cTn id="91" dur="500"/>
                                        <p:tgtEl>
                                          <p:spTgt spid="26">
                                            <p:txEl>
                                              <p:pRg st="0" end="0"/>
                                            </p:txEl>
                                          </p:spTgt>
                                        </p:tgtEl>
                                      </p:cBhvr>
                                    </p:animEffect>
                                  </p:childTnLst>
                                </p:cTn>
                              </p:par>
                            </p:childTnLst>
                          </p:cTn>
                        </p:par>
                        <p:par>
                          <p:cTn id="92" fill="hold">
                            <p:stCondLst>
                              <p:cond delay="6200"/>
                            </p:stCondLst>
                            <p:childTnLst>
                              <p:par>
                                <p:cTn id="93" presetID="53" presetClass="entr" presetSubtype="16" fill="hold" grpId="0" nodeType="afterEffect">
                                  <p:stCondLst>
                                    <p:cond delay="0"/>
                                  </p:stCondLst>
                                  <p:childTnLst>
                                    <p:set>
                                      <p:cBhvr>
                                        <p:cTn id="94" dur="1" fill="hold">
                                          <p:stCondLst>
                                            <p:cond delay="0"/>
                                          </p:stCondLst>
                                        </p:cTn>
                                        <p:tgtEl>
                                          <p:spTgt spid="27">
                                            <p:txEl>
                                              <p:pRg st="0" end="0"/>
                                            </p:txEl>
                                          </p:spTgt>
                                        </p:tgtEl>
                                        <p:attrNameLst>
                                          <p:attrName>style.visibility</p:attrName>
                                        </p:attrNameLst>
                                      </p:cBhvr>
                                      <p:to>
                                        <p:strVal val="visible"/>
                                      </p:to>
                                    </p:set>
                                    <p:anim calcmode="lin" valueType="num">
                                      <p:cBhvr>
                                        <p:cTn id="95" dur="3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96" dur="3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97" dur="300"/>
                                        <p:tgtEl>
                                          <p:spTgt spid="27">
                                            <p:txEl>
                                              <p:pRg st="0" end="0"/>
                                            </p:txEl>
                                          </p:spTgt>
                                        </p:tgtEl>
                                      </p:cBhvr>
                                    </p:animEffect>
                                  </p:childTnLst>
                                </p:cTn>
                              </p:par>
                            </p:childTnLst>
                          </p:cTn>
                        </p:par>
                        <p:par>
                          <p:cTn id="98" fill="hold">
                            <p:stCondLst>
                              <p:cond delay="6500"/>
                            </p:stCondLst>
                            <p:childTnLst>
                              <p:par>
                                <p:cTn id="99" presetID="22" presetClass="entr" presetSubtype="1" fill="hold" nodeType="afterEffect">
                                  <p:stCondLst>
                                    <p:cond delay="0"/>
                                  </p:stCondLst>
                                  <p:childTnLst>
                                    <p:set>
                                      <p:cBhvr>
                                        <p:cTn id="100" dur="1" fill="hold">
                                          <p:stCondLst>
                                            <p:cond delay="0"/>
                                          </p:stCondLst>
                                        </p:cTn>
                                        <p:tgtEl>
                                          <p:spTgt spid="34"/>
                                        </p:tgtEl>
                                        <p:attrNameLst>
                                          <p:attrName>style.visibility</p:attrName>
                                        </p:attrNameLst>
                                      </p:cBhvr>
                                      <p:to>
                                        <p:strVal val="visible"/>
                                      </p:to>
                                    </p:set>
                                    <p:animEffect transition="in" filter="wipe(up)">
                                      <p:cBhvr>
                                        <p:cTn id="101" dur="500"/>
                                        <p:tgtEl>
                                          <p:spTgt spid="34"/>
                                        </p:tgtEl>
                                      </p:cBhvr>
                                    </p:animEffect>
                                  </p:childTnLst>
                                </p:cTn>
                              </p:par>
                            </p:childTnLst>
                          </p:cTn>
                        </p:par>
                        <p:par>
                          <p:cTn id="102" fill="hold">
                            <p:stCondLst>
                              <p:cond delay="7000"/>
                            </p:stCondLst>
                            <p:childTnLst>
                              <p:par>
                                <p:cTn id="103" presetID="53" presetClass="entr" presetSubtype="16" fill="hold" grpId="0" nodeType="afterEffect" nodePh="1">
                                  <p:stCondLst>
                                    <p:cond delay="0"/>
                                  </p:stCondLst>
                                  <p:endCondLst>
                                    <p:cond evt="begin" delay="0">
                                      <p:tn val="103"/>
                                    </p:cond>
                                  </p:endCondLst>
                                  <p:childTnLst>
                                    <p:set>
                                      <p:cBhvr>
                                        <p:cTn id="104" dur="1" fill="hold">
                                          <p:stCondLst>
                                            <p:cond delay="0"/>
                                          </p:stCondLst>
                                        </p:cTn>
                                        <p:tgtEl>
                                          <p:spTgt spid="28"/>
                                        </p:tgtEl>
                                        <p:attrNameLst>
                                          <p:attrName>style.visibility</p:attrName>
                                        </p:attrNameLst>
                                      </p:cBhvr>
                                      <p:to>
                                        <p:strVal val="visible"/>
                                      </p:to>
                                    </p:set>
                                    <p:anim calcmode="lin" valueType="num">
                                      <p:cBhvr>
                                        <p:cTn id="105" dur="500" fill="hold"/>
                                        <p:tgtEl>
                                          <p:spTgt spid="28"/>
                                        </p:tgtEl>
                                        <p:attrNameLst>
                                          <p:attrName>ppt_w</p:attrName>
                                        </p:attrNameLst>
                                      </p:cBhvr>
                                      <p:tavLst>
                                        <p:tav tm="0">
                                          <p:val>
                                            <p:fltVal val="0"/>
                                          </p:val>
                                        </p:tav>
                                        <p:tav tm="100000">
                                          <p:val>
                                            <p:strVal val="#ppt_w"/>
                                          </p:val>
                                        </p:tav>
                                      </p:tavLst>
                                    </p:anim>
                                    <p:anim calcmode="lin" valueType="num">
                                      <p:cBhvr>
                                        <p:cTn id="106" dur="500" fill="hold"/>
                                        <p:tgtEl>
                                          <p:spTgt spid="28"/>
                                        </p:tgtEl>
                                        <p:attrNameLst>
                                          <p:attrName>ppt_h</p:attrName>
                                        </p:attrNameLst>
                                      </p:cBhvr>
                                      <p:tavLst>
                                        <p:tav tm="0">
                                          <p:val>
                                            <p:fltVal val="0"/>
                                          </p:val>
                                        </p:tav>
                                        <p:tav tm="100000">
                                          <p:val>
                                            <p:strVal val="#ppt_h"/>
                                          </p:val>
                                        </p:tav>
                                      </p:tavLst>
                                    </p:anim>
                                    <p:animEffect transition="in" filter="fade">
                                      <p:cBhvr>
                                        <p:cTn id="107" dur="500"/>
                                        <p:tgtEl>
                                          <p:spTgt spid="28"/>
                                        </p:tgtEl>
                                      </p:cBhvr>
                                    </p:animEffect>
                                  </p:childTnLst>
                                </p:cTn>
                              </p:par>
                              <p:par>
                                <p:cTn id="108" presetID="42" presetClass="entr" presetSubtype="0" fill="hold" grpId="0" nodeType="withEffect">
                                  <p:stCondLst>
                                    <p:cond delay="200"/>
                                  </p:stCondLst>
                                  <p:childTnLst>
                                    <p:set>
                                      <p:cBhvr>
                                        <p:cTn id="109" dur="1" fill="hold">
                                          <p:stCondLst>
                                            <p:cond delay="0"/>
                                          </p:stCondLst>
                                        </p:cTn>
                                        <p:tgtEl>
                                          <p:spTgt spid="29">
                                            <p:txEl>
                                              <p:pRg st="0" end="0"/>
                                            </p:txEl>
                                          </p:spTgt>
                                        </p:tgtEl>
                                        <p:attrNameLst>
                                          <p:attrName>style.visibility</p:attrName>
                                        </p:attrNameLst>
                                      </p:cBhvr>
                                      <p:to>
                                        <p:strVal val="visible"/>
                                      </p:to>
                                    </p:set>
                                    <p:animEffect transition="in" filter="fade">
                                      <p:cBhvr>
                                        <p:cTn id="110" dur="400"/>
                                        <p:tgtEl>
                                          <p:spTgt spid="29">
                                            <p:txEl>
                                              <p:pRg st="0" end="0"/>
                                            </p:txEl>
                                          </p:spTgt>
                                        </p:tgtEl>
                                      </p:cBhvr>
                                    </p:animEffect>
                                    <p:anim calcmode="lin" valueType="num">
                                      <p:cBhvr>
                                        <p:cTn id="111" dur="4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112" dur="400" fill="hold"/>
                                        <p:tgtEl>
                                          <p:spTgt spid="29">
                                            <p:txEl>
                                              <p:pRg st="0" end="0"/>
                                            </p:txEl>
                                          </p:spTgt>
                                        </p:tgtEl>
                                        <p:attrNameLst>
                                          <p:attrName>ppt_y</p:attrName>
                                        </p:attrNameLst>
                                      </p:cBhvr>
                                      <p:tavLst>
                                        <p:tav tm="0">
                                          <p:val>
                                            <p:strVal val="#ppt_y+.1"/>
                                          </p:val>
                                        </p:tav>
                                        <p:tav tm="100000">
                                          <p:val>
                                            <p:strVal val="#ppt_y"/>
                                          </p:val>
                                        </p:tav>
                                      </p:tavLst>
                                    </p:anim>
                                  </p:childTnLst>
                                </p:cTn>
                              </p:par>
                              <p:par>
                                <p:cTn id="113" presetID="42" presetClass="entr" presetSubtype="0" fill="hold" grpId="0" nodeType="withEffect">
                                  <p:stCondLst>
                                    <p:cond delay="200"/>
                                  </p:stCondLst>
                                  <p:childTnLst>
                                    <p:set>
                                      <p:cBhvr>
                                        <p:cTn id="114" dur="1" fill="hold">
                                          <p:stCondLst>
                                            <p:cond delay="0"/>
                                          </p:stCondLst>
                                        </p:cTn>
                                        <p:tgtEl>
                                          <p:spTgt spid="30">
                                            <p:txEl>
                                              <p:pRg st="0" end="0"/>
                                            </p:txEl>
                                          </p:spTgt>
                                        </p:tgtEl>
                                        <p:attrNameLst>
                                          <p:attrName>style.visibility</p:attrName>
                                        </p:attrNameLst>
                                      </p:cBhvr>
                                      <p:to>
                                        <p:strVal val="visible"/>
                                      </p:to>
                                    </p:set>
                                    <p:animEffect transition="in" filter="fade">
                                      <p:cBhvr>
                                        <p:cTn id="115" dur="500"/>
                                        <p:tgtEl>
                                          <p:spTgt spid="30">
                                            <p:txEl>
                                              <p:pRg st="0" end="0"/>
                                            </p:txEl>
                                          </p:spTgt>
                                        </p:tgtEl>
                                      </p:cBhvr>
                                    </p:animEffect>
                                    <p:anim calcmode="lin" valueType="num">
                                      <p:cBhvr>
                                        <p:cTn id="116"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117" dur="500" fill="hold"/>
                                        <p:tgtEl>
                                          <p:spTgt spid="30">
                                            <p:txEl>
                                              <p:pRg st="0" end="0"/>
                                            </p:txEl>
                                          </p:spTgt>
                                        </p:tgtEl>
                                        <p:attrNameLst>
                                          <p:attrName>ppt_y</p:attrName>
                                        </p:attrNameLst>
                                      </p:cBhvr>
                                      <p:tavLst>
                                        <p:tav tm="0">
                                          <p:val>
                                            <p:strVal val="#ppt_y+.1"/>
                                          </p:val>
                                        </p:tav>
                                        <p:tav tm="100000">
                                          <p:val>
                                            <p:strVal val="#ppt_y"/>
                                          </p:val>
                                        </p:tav>
                                      </p:tavLst>
                                    </p:anim>
                                  </p:childTnLst>
                                </p:cTn>
                              </p:par>
                              <p:par>
                                <p:cTn id="118" presetID="10" presetClass="entr" presetSubtype="0" fill="hold" grpId="0" nodeType="withEffect">
                                  <p:stCondLst>
                                    <p:cond delay="800"/>
                                  </p:stCondLst>
                                  <p:childTnLst>
                                    <p:set>
                                      <p:cBhvr>
                                        <p:cTn id="119" dur="1" fill="hold">
                                          <p:stCondLst>
                                            <p:cond delay="0"/>
                                          </p:stCondLst>
                                        </p:cTn>
                                        <p:tgtEl>
                                          <p:spTgt spid="31">
                                            <p:txEl>
                                              <p:pRg st="0" end="0"/>
                                            </p:txEl>
                                          </p:spTgt>
                                        </p:tgtEl>
                                        <p:attrNameLst>
                                          <p:attrName>style.visibility</p:attrName>
                                        </p:attrNameLst>
                                      </p:cBhvr>
                                      <p:to>
                                        <p:strVal val="visible"/>
                                      </p:to>
                                    </p:set>
                                    <p:animEffect transition="in" filter="fade">
                                      <p:cBhvr>
                                        <p:cTn id="120" dur="500"/>
                                        <p:tgtEl>
                                          <p:spTgt spid="31">
                                            <p:txEl>
                                              <p:pRg st="0" end="0"/>
                                            </p:txEl>
                                          </p:spTgt>
                                        </p:tgtEl>
                                      </p:cBhvr>
                                    </p:animEffect>
                                  </p:childTnLst>
                                </p:cTn>
                              </p:par>
                            </p:childTnLst>
                          </p:cTn>
                        </p:par>
                        <p:par>
                          <p:cTn id="121" fill="hold">
                            <p:stCondLst>
                              <p:cond delay="8300"/>
                            </p:stCondLst>
                            <p:childTnLst>
                              <p:par>
                                <p:cTn id="122" presetID="53" presetClass="entr" presetSubtype="16" fill="hold" grpId="0" nodeType="afterEffect">
                                  <p:stCondLst>
                                    <p:cond delay="0"/>
                                  </p:stCondLst>
                                  <p:childTnLst>
                                    <p:set>
                                      <p:cBhvr>
                                        <p:cTn id="123" dur="1" fill="hold">
                                          <p:stCondLst>
                                            <p:cond delay="0"/>
                                          </p:stCondLst>
                                        </p:cTn>
                                        <p:tgtEl>
                                          <p:spTgt spid="32">
                                            <p:txEl>
                                              <p:pRg st="0" end="0"/>
                                            </p:txEl>
                                          </p:spTgt>
                                        </p:tgtEl>
                                        <p:attrNameLst>
                                          <p:attrName>style.visibility</p:attrName>
                                        </p:attrNameLst>
                                      </p:cBhvr>
                                      <p:to>
                                        <p:strVal val="visible"/>
                                      </p:to>
                                    </p:set>
                                    <p:anim calcmode="lin" valueType="num">
                                      <p:cBhvr>
                                        <p:cTn id="124" dur="300" fill="hold"/>
                                        <p:tgtEl>
                                          <p:spTgt spid="32">
                                            <p:txEl>
                                              <p:pRg st="0" end="0"/>
                                            </p:txEl>
                                          </p:spTgt>
                                        </p:tgtEl>
                                        <p:attrNameLst>
                                          <p:attrName>ppt_w</p:attrName>
                                        </p:attrNameLst>
                                      </p:cBhvr>
                                      <p:tavLst>
                                        <p:tav tm="0">
                                          <p:val>
                                            <p:fltVal val="0"/>
                                          </p:val>
                                        </p:tav>
                                        <p:tav tm="100000">
                                          <p:val>
                                            <p:strVal val="#ppt_w"/>
                                          </p:val>
                                        </p:tav>
                                      </p:tavLst>
                                    </p:anim>
                                    <p:anim calcmode="lin" valueType="num">
                                      <p:cBhvr>
                                        <p:cTn id="125" dur="300" fill="hold"/>
                                        <p:tgtEl>
                                          <p:spTgt spid="32">
                                            <p:txEl>
                                              <p:pRg st="0" end="0"/>
                                            </p:txEl>
                                          </p:spTgt>
                                        </p:tgtEl>
                                        <p:attrNameLst>
                                          <p:attrName>ppt_h</p:attrName>
                                        </p:attrNameLst>
                                      </p:cBhvr>
                                      <p:tavLst>
                                        <p:tav tm="0">
                                          <p:val>
                                            <p:fltVal val="0"/>
                                          </p:val>
                                        </p:tav>
                                        <p:tav tm="100000">
                                          <p:val>
                                            <p:strVal val="#ppt_h"/>
                                          </p:val>
                                        </p:tav>
                                      </p:tavLst>
                                    </p:anim>
                                    <p:animEffect transition="in" filter="fade">
                                      <p:cBhvr>
                                        <p:cTn id="126" dur="3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11" grpId="0"/>
      <p:bldP spid="14" grpId="0" build="p">
        <p:tmplLst>
          <p:tmpl lvl="1">
            <p:tnLst>
              <p:par>
                <p:cTn presetID="42" presetClass="entr" presetSubtype="0" fill="hold" nodeType="withEffect">
                  <p:stCondLst>
                    <p:cond delay="200"/>
                  </p:stCondLst>
                  <p:childTnLst>
                    <p:set>
                      <p:cBhvr>
                        <p:cTn dur="1" fill="hold">
                          <p:stCondLst>
                            <p:cond delay="0"/>
                          </p:stCondLst>
                        </p:cTn>
                        <p:tgtEl>
                          <p:spTgt spid="14"/>
                        </p:tgtEl>
                        <p:attrNameLst>
                          <p:attrName>style.visibility</p:attrName>
                        </p:attrNameLst>
                      </p:cBhvr>
                      <p:to>
                        <p:strVal val="visible"/>
                      </p:to>
                    </p:set>
                    <p:animEffect transition="in" filter="fade">
                      <p:cBhvr>
                        <p:cTn dur="400"/>
                        <p:tgtEl>
                          <p:spTgt spid="14"/>
                        </p:tgtEl>
                      </p:cBhvr>
                    </p:animEffect>
                    <p:anim calcmode="lin" valueType="num">
                      <p:cBhvr>
                        <p:cTn dur="400" fill="hold"/>
                        <p:tgtEl>
                          <p:spTgt spid="14"/>
                        </p:tgtEl>
                        <p:attrNameLst>
                          <p:attrName>ppt_x</p:attrName>
                        </p:attrNameLst>
                      </p:cBhvr>
                      <p:tavLst>
                        <p:tav tm="0">
                          <p:val>
                            <p:strVal val="#ppt_x"/>
                          </p:val>
                        </p:tav>
                        <p:tav tm="100000">
                          <p:val>
                            <p:strVal val="#ppt_x"/>
                          </p:val>
                        </p:tav>
                      </p:tavLst>
                    </p:anim>
                    <p:anim calcmode="lin" valueType="num">
                      <p:cBhvr>
                        <p:cTn dur="400" fill="hold"/>
                        <p:tgtEl>
                          <p:spTgt spid="14"/>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42" presetClass="entr" presetSubtype="0" fill="hold" nodeType="withEffect">
                  <p:stCondLst>
                    <p:cond delay="20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anim calcmode="lin" valueType="num">
                      <p:cBhvr>
                        <p:cTn dur="500" fill="hold"/>
                        <p:tgtEl>
                          <p:spTgt spid="15"/>
                        </p:tgtEl>
                        <p:attrNameLst>
                          <p:attrName>ppt_x</p:attrName>
                        </p:attrNameLst>
                      </p:cBhvr>
                      <p:tavLst>
                        <p:tav tm="0">
                          <p:val>
                            <p:strVal val="#ppt_x"/>
                          </p:val>
                        </p:tav>
                        <p:tav tm="100000">
                          <p:val>
                            <p:strVal val="#ppt_x"/>
                          </p:val>
                        </p:tav>
                      </p:tavLst>
                    </p:anim>
                    <p:anim calcmode="lin" valueType="num">
                      <p:cBhvr>
                        <p:cTn dur="500" fill="hold"/>
                        <p:tgtEl>
                          <p:spTgt spid="15"/>
                        </p:tgtEl>
                        <p:attrNameLst>
                          <p:attrName>ppt_y</p:attrName>
                        </p:attrNameLst>
                      </p:cBhvr>
                      <p:tavLst>
                        <p:tav tm="0">
                          <p:val>
                            <p:strVal val="#ppt_y+.1"/>
                          </p:val>
                        </p:tav>
                        <p:tav tm="100000">
                          <p:val>
                            <p:strVal val="#ppt_y"/>
                          </p:val>
                        </p:tav>
                      </p:tavLst>
                    </p:anim>
                  </p:childTnLst>
                </p:cTn>
              </p:par>
            </p:tnLst>
          </p:tmpl>
        </p:tmplLst>
      </p:bldP>
      <p:bldP spid="16" grpId="0" build="p">
        <p:tmplLst>
          <p:tmpl lvl="1">
            <p:tnLst>
              <p:par>
                <p:cTn presetID="10" presetClass="entr" presetSubtype="0" fill="hold" nodeType="withEffect">
                  <p:stCondLst>
                    <p:cond delay="80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53" presetClass="entr" presetSubtype="16"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p:cTn dur="300" fill="hold"/>
                        <p:tgtEl>
                          <p:spTgt spid="17"/>
                        </p:tgtEl>
                        <p:attrNameLst>
                          <p:attrName>ppt_w</p:attrName>
                        </p:attrNameLst>
                      </p:cBhvr>
                      <p:tavLst>
                        <p:tav tm="0">
                          <p:val>
                            <p:fltVal val="0"/>
                          </p:val>
                        </p:tav>
                        <p:tav tm="100000">
                          <p:val>
                            <p:strVal val="#ppt_w"/>
                          </p:val>
                        </p:tav>
                      </p:tavLst>
                    </p:anim>
                    <p:anim calcmode="lin" valueType="num">
                      <p:cBhvr>
                        <p:cTn dur="300" fill="hold"/>
                        <p:tgtEl>
                          <p:spTgt spid="17"/>
                        </p:tgtEl>
                        <p:attrNameLst>
                          <p:attrName>ppt_h</p:attrName>
                        </p:attrNameLst>
                      </p:cBhvr>
                      <p:tavLst>
                        <p:tav tm="0">
                          <p:val>
                            <p:fltVal val="0"/>
                          </p:val>
                        </p:tav>
                        <p:tav tm="100000">
                          <p:val>
                            <p:strVal val="#ppt_h"/>
                          </p:val>
                        </p:tav>
                      </p:tavLst>
                    </p:anim>
                    <p:animEffect transition="in" filter="fade">
                      <p:cBhvr>
                        <p:cTn dur="300"/>
                        <p:tgtEl>
                          <p:spTgt spid="17"/>
                        </p:tgtEl>
                      </p:cBhvr>
                    </p:animEffect>
                  </p:childTnLst>
                </p:cTn>
              </p:par>
            </p:tnLst>
          </p:tmpl>
        </p:tmplLst>
      </p:bldP>
      <p:bldP spid="18" grpId="0"/>
      <p:bldP spid="19" grpId="0" build="p">
        <p:tmplLst>
          <p:tmpl lvl="1">
            <p:tnLst>
              <p:par>
                <p:cTn presetID="42" presetClass="entr" presetSubtype="0" fill="hold" nodeType="withEffect">
                  <p:stCondLst>
                    <p:cond delay="200"/>
                  </p:stCondLst>
                  <p:childTnLst>
                    <p:set>
                      <p:cBhvr>
                        <p:cTn dur="1" fill="hold">
                          <p:stCondLst>
                            <p:cond delay="0"/>
                          </p:stCondLst>
                        </p:cTn>
                        <p:tgtEl>
                          <p:spTgt spid="19"/>
                        </p:tgtEl>
                        <p:attrNameLst>
                          <p:attrName>style.visibility</p:attrName>
                        </p:attrNameLst>
                      </p:cBhvr>
                      <p:to>
                        <p:strVal val="visible"/>
                      </p:to>
                    </p:set>
                    <p:animEffect transition="in" filter="fade">
                      <p:cBhvr>
                        <p:cTn dur="400"/>
                        <p:tgtEl>
                          <p:spTgt spid="19"/>
                        </p:tgtEl>
                      </p:cBhvr>
                    </p:animEffect>
                    <p:anim calcmode="lin" valueType="num">
                      <p:cBhvr>
                        <p:cTn dur="400" fill="hold"/>
                        <p:tgtEl>
                          <p:spTgt spid="19"/>
                        </p:tgtEl>
                        <p:attrNameLst>
                          <p:attrName>ppt_x</p:attrName>
                        </p:attrNameLst>
                      </p:cBhvr>
                      <p:tavLst>
                        <p:tav tm="0">
                          <p:val>
                            <p:strVal val="#ppt_x"/>
                          </p:val>
                        </p:tav>
                        <p:tav tm="100000">
                          <p:val>
                            <p:strVal val="#ppt_x"/>
                          </p:val>
                        </p:tav>
                      </p:tavLst>
                    </p:anim>
                    <p:anim calcmode="lin" valueType="num">
                      <p:cBhvr>
                        <p:cTn dur="4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20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10" presetClass="entr" presetSubtype="0" fill="hold" nodeType="withEffect">
                  <p:stCondLst>
                    <p:cond delay="80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22" grpId="0" build="p">
        <p:tmplLst>
          <p:tmpl lvl="1">
            <p:tnLst>
              <p:par>
                <p:cTn presetID="53" presetClass="entr" presetSubtype="16"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p:cTn dur="300" fill="hold"/>
                        <p:tgtEl>
                          <p:spTgt spid="22"/>
                        </p:tgtEl>
                        <p:attrNameLst>
                          <p:attrName>ppt_w</p:attrName>
                        </p:attrNameLst>
                      </p:cBhvr>
                      <p:tavLst>
                        <p:tav tm="0">
                          <p:val>
                            <p:fltVal val="0"/>
                          </p:val>
                        </p:tav>
                        <p:tav tm="100000">
                          <p:val>
                            <p:strVal val="#ppt_w"/>
                          </p:val>
                        </p:tav>
                      </p:tavLst>
                    </p:anim>
                    <p:anim calcmode="lin" valueType="num">
                      <p:cBhvr>
                        <p:cTn dur="300" fill="hold"/>
                        <p:tgtEl>
                          <p:spTgt spid="22"/>
                        </p:tgtEl>
                        <p:attrNameLst>
                          <p:attrName>ppt_h</p:attrName>
                        </p:attrNameLst>
                      </p:cBhvr>
                      <p:tavLst>
                        <p:tav tm="0">
                          <p:val>
                            <p:fltVal val="0"/>
                          </p:val>
                        </p:tav>
                        <p:tav tm="100000">
                          <p:val>
                            <p:strVal val="#ppt_h"/>
                          </p:val>
                        </p:tav>
                      </p:tavLst>
                    </p:anim>
                    <p:animEffect transition="in" filter="fade">
                      <p:cBhvr>
                        <p:cTn dur="300"/>
                        <p:tgtEl>
                          <p:spTgt spid="22"/>
                        </p:tgtEl>
                      </p:cBhvr>
                    </p:animEffect>
                  </p:childTnLst>
                </p:cTn>
              </p:par>
            </p:tnLst>
          </p:tmpl>
        </p:tmplLst>
      </p:bldP>
      <p:bldP spid="23" grpId="0"/>
      <p:bldP spid="24" grpId="0" build="p">
        <p:tmplLst>
          <p:tmpl lvl="1">
            <p:tnLst>
              <p:par>
                <p:cTn presetID="42" presetClass="entr" presetSubtype="0" fill="hold" nodeType="withEffect">
                  <p:stCondLst>
                    <p:cond delay="200"/>
                  </p:stCondLst>
                  <p:childTnLst>
                    <p:set>
                      <p:cBhvr>
                        <p:cTn dur="1" fill="hold">
                          <p:stCondLst>
                            <p:cond delay="0"/>
                          </p:stCondLst>
                        </p:cTn>
                        <p:tgtEl>
                          <p:spTgt spid="24"/>
                        </p:tgtEl>
                        <p:attrNameLst>
                          <p:attrName>style.visibility</p:attrName>
                        </p:attrNameLst>
                      </p:cBhvr>
                      <p:to>
                        <p:strVal val="visible"/>
                      </p:to>
                    </p:set>
                    <p:animEffect transition="in" filter="fade">
                      <p:cBhvr>
                        <p:cTn dur="400"/>
                        <p:tgtEl>
                          <p:spTgt spid="24"/>
                        </p:tgtEl>
                      </p:cBhvr>
                    </p:animEffect>
                    <p:anim calcmode="lin" valueType="num">
                      <p:cBhvr>
                        <p:cTn dur="400" fill="hold"/>
                        <p:tgtEl>
                          <p:spTgt spid="24"/>
                        </p:tgtEl>
                        <p:attrNameLst>
                          <p:attrName>ppt_x</p:attrName>
                        </p:attrNameLst>
                      </p:cBhvr>
                      <p:tavLst>
                        <p:tav tm="0">
                          <p:val>
                            <p:strVal val="#ppt_x"/>
                          </p:val>
                        </p:tav>
                        <p:tav tm="100000">
                          <p:val>
                            <p:strVal val="#ppt_x"/>
                          </p:val>
                        </p:tav>
                      </p:tavLst>
                    </p:anim>
                    <p:anim calcmode="lin" valueType="num">
                      <p:cBhvr>
                        <p:cTn dur="400" fill="hold"/>
                        <p:tgtEl>
                          <p:spTgt spid="24"/>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42" presetClass="entr" presetSubtype="0" fill="hold" nodeType="withEffect">
                  <p:stCondLst>
                    <p:cond delay="20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anim calcmode="lin" valueType="num">
                      <p:cBhvr>
                        <p:cTn dur="500" fill="hold"/>
                        <p:tgtEl>
                          <p:spTgt spid="25"/>
                        </p:tgtEl>
                        <p:attrNameLst>
                          <p:attrName>ppt_x</p:attrName>
                        </p:attrNameLst>
                      </p:cBhvr>
                      <p:tavLst>
                        <p:tav tm="0">
                          <p:val>
                            <p:strVal val="#ppt_x"/>
                          </p:val>
                        </p:tav>
                        <p:tav tm="100000">
                          <p:val>
                            <p:strVal val="#ppt_x"/>
                          </p:val>
                        </p:tav>
                      </p:tavLst>
                    </p:anim>
                    <p:anim calcmode="lin" valueType="num">
                      <p:cBhvr>
                        <p:cTn dur="500" fill="hold"/>
                        <p:tgtEl>
                          <p:spTgt spid="25"/>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10" presetClass="entr" presetSubtype="0" fill="hold" nodeType="withEffect">
                  <p:stCondLst>
                    <p:cond delay="80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7" grpId="0" build="p">
        <p:tmplLst>
          <p:tmpl lvl="1">
            <p:tnLst>
              <p:par>
                <p:cTn presetID="53" presetClass="entr" presetSubtype="16"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p:cTn dur="300" fill="hold"/>
                        <p:tgtEl>
                          <p:spTgt spid="27"/>
                        </p:tgtEl>
                        <p:attrNameLst>
                          <p:attrName>ppt_w</p:attrName>
                        </p:attrNameLst>
                      </p:cBhvr>
                      <p:tavLst>
                        <p:tav tm="0">
                          <p:val>
                            <p:fltVal val="0"/>
                          </p:val>
                        </p:tav>
                        <p:tav tm="100000">
                          <p:val>
                            <p:strVal val="#ppt_w"/>
                          </p:val>
                        </p:tav>
                      </p:tavLst>
                    </p:anim>
                    <p:anim calcmode="lin" valueType="num">
                      <p:cBhvr>
                        <p:cTn dur="300" fill="hold"/>
                        <p:tgtEl>
                          <p:spTgt spid="27"/>
                        </p:tgtEl>
                        <p:attrNameLst>
                          <p:attrName>ppt_h</p:attrName>
                        </p:attrNameLst>
                      </p:cBhvr>
                      <p:tavLst>
                        <p:tav tm="0">
                          <p:val>
                            <p:fltVal val="0"/>
                          </p:val>
                        </p:tav>
                        <p:tav tm="100000">
                          <p:val>
                            <p:strVal val="#ppt_h"/>
                          </p:val>
                        </p:tav>
                      </p:tavLst>
                    </p:anim>
                    <p:animEffect transition="in" filter="fade">
                      <p:cBhvr>
                        <p:cTn dur="300"/>
                        <p:tgtEl>
                          <p:spTgt spid="27"/>
                        </p:tgtEl>
                      </p:cBhvr>
                    </p:animEffect>
                  </p:childTnLst>
                </p:cTn>
              </p:par>
            </p:tnLst>
          </p:tmpl>
        </p:tmplLst>
      </p:bldP>
      <p:bldP spid="28" grpId="0"/>
      <p:bldP spid="29" grpId="0" build="p">
        <p:tmplLst>
          <p:tmpl lvl="1">
            <p:tnLst>
              <p:par>
                <p:cTn presetID="42" presetClass="entr" presetSubtype="0" fill="hold" nodeType="withEffect">
                  <p:stCondLst>
                    <p:cond delay="200"/>
                  </p:stCondLst>
                  <p:childTnLst>
                    <p:set>
                      <p:cBhvr>
                        <p:cTn dur="1" fill="hold">
                          <p:stCondLst>
                            <p:cond delay="0"/>
                          </p:stCondLst>
                        </p:cTn>
                        <p:tgtEl>
                          <p:spTgt spid="29"/>
                        </p:tgtEl>
                        <p:attrNameLst>
                          <p:attrName>style.visibility</p:attrName>
                        </p:attrNameLst>
                      </p:cBhvr>
                      <p:to>
                        <p:strVal val="visible"/>
                      </p:to>
                    </p:set>
                    <p:animEffect transition="in" filter="fade">
                      <p:cBhvr>
                        <p:cTn dur="400"/>
                        <p:tgtEl>
                          <p:spTgt spid="29"/>
                        </p:tgtEl>
                      </p:cBhvr>
                    </p:animEffect>
                    <p:anim calcmode="lin" valueType="num">
                      <p:cBhvr>
                        <p:cTn dur="400" fill="hold"/>
                        <p:tgtEl>
                          <p:spTgt spid="29"/>
                        </p:tgtEl>
                        <p:attrNameLst>
                          <p:attrName>ppt_x</p:attrName>
                        </p:attrNameLst>
                      </p:cBhvr>
                      <p:tavLst>
                        <p:tav tm="0">
                          <p:val>
                            <p:strVal val="#ppt_x"/>
                          </p:val>
                        </p:tav>
                        <p:tav tm="100000">
                          <p:val>
                            <p:strVal val="#ppt_x"/>
                          </p:val>
                        </p:tav>
                      </p:tavLst>
                    </p:anim>
                    <p:anim calcmode="lin" valueType="num">
                      <p:cBhvr>
                        <p:cTn dur="4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42" presetClass="entr" presetSubtype="0" fill="hold" nodeType="withEffect">
                  <p:stCondLst>
                    <p:cond delay="20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anim calcmode="lin" valueType="num">
                      <p:cBhvr>
                        <p:cTn dur="500" fill="hold"/>
                        <p:tgtEl>
                          <p:spTgt spid="30"/>
                        </p:tgtEl>
                        <p:attrNameLst>
                          <p:attrName>ppt_x</p:attrName>
                        </p:attrNameLst>
                      </p:cBhvr>
                      <p:tavLst>
                        <p:tav tm="0">
                          <p:val>
                            <p:strVal val="#ppt_x"/>
                          </p:val>
                        </p:tav>
                        <p:tav tm="100000">
                          <p:val>
                            <p:strVal val="#ppt_x"/>
                          </p:val>
                        </p:tav>
                      </p:tavLst>
                    </p:anim>
                    <p:anim calcmode="lin" valueType="num">
                      <p:cBhvr>
                        <p:cTn dur="500" fill="hold"/>
                        <p:tgtEl>
                          <p:spTgt spid="30"/>
                        </p:tgtEl>
                        <p:attrNameLst>
                          <p:attrName>ppt_y</p:attrName>
                        </p:attrNameLst>
                      </p:cBhvr>
                      <p:tavLst>
                        <p:tav tm="0">
                          <p:val>
                            <p:strVal val="#ppt_y+.1"/>
                          </p:val>
                        </p:tav>
                        <p:tav tm="100000">
                          <p:val>
                            <p:strVal val="#ppt_y"/>
                          </p:val>
                        </p:tav>
                      </p:tavLst>
                    </p:anim>
                  </p:childTnLst>
                </p:cTn>
              </p:par>
            </p:tnLst>
          </p:tmpl>
        </p:tmplLst>
      </p:bldP>
      <p:bldP spid="31" grpId="0" build="p">
        <p:tmplLst>
          <p:tmpl lvl="1">
            <p:tnLst>
              <p:par>
                <p:cTn presetID="10" presetClass="entr" presetSubtype="0" fill="hold" nodeType="withEffect">
                  <p:stCondLst>
                    <p:cond delay="80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2" grpId="0" build="p">
        <p:tmplLst>
          <p:tmpl lvl="1">
            <p:tnLst>
              <p:par>
                <p:cTn presetID="53" presetClass="entr" presetSubtype="16"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 calcmode="lin" valueType="num">
                      <p:cBhvr>
                        <p:cTn dur="300" fill="hold"/>
                        <p:tgtEl>
                          <p:spTgt spid="32"/>
                        </p:tgtEl>
                        <p:attrNameLst>
                          <p:attrName>ppt_w</p:attrName>
                        </p:attrNameLst>
                      </p:cBhvr>
                      <p:tavLst>
                        <p:tav tm="0">
                          <p:val>
                            <p:fltVal val="0"/>
                          </p:val>
                        </p:tav>
                        <p:tav tm="100000">
                          <p:val>
                            <p:strVal val="#ppt_w"/>
                          </p:val>
                        </p:tav>
                      </p:tavLst>
                    </p:anim>
                    <p:anim calcmode="lin" valueType="num">
                      <p:cBhvr>
                        <p:cTn dur="300" fill="hold"/>
                        <p:tgtEl>
                          <p:spTgt spid="32"/>
                        </p:tgtEl>
                        <p:attrNameLst>
                          <p:attrName>ppt_h</p:attrName>
                        </p:attrNameLst>
                      </p:cBhvr>
                      <p:tavLst>
                        <p:tav tm="0">
                          <p:val>
                            <p:fltVal val="0"/>
                          </p:val>
                        </p:tav>
                        <p:tav tm="100000">
                          <p:val>
                            <p:strVal val="#ppt_h"/>
                          </p:val>
                        </p:tav>
                      </p:tavLst>
                    </p:anim>
                    <p:animEffect transition="in" filter="fade">
                      <p:cBhvr>
                        <p:cTn dur="300"/>
                        <p:tgtEl>
                          <p:spTgt spid="32"/>
                        </p:tgtEl>
                      </p:cBhvr>
                    </p:animEffect>
                  </p:childTnLst>
                </p:cTn>
              </p:par>
            </p:tnLst>
          </p:tmpl>
        </p:tmplLst>
      </p:bldP>
    </p:bldLst>
  </p:timing>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Team slide 2">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9"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3" name="Picture Placeholder 2"/>
          <p:cNvSpPr>
            <a:spLocks noGrp="1"/>
          </p:cNvSpPr>
          <p:nvPr>
            <p:ph type="pic" sz="quarter" idx="17"/>
          </p:nvPr>
        </p:nvSpPr>
        <p:spPr>
          <a:xfrm>
            <a:off x="569385" y="1645921"/>
            <a:ext cx="1953680" cy="1788161"/>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3" name="Rectangle 2"/>
          <p:cNvSpPr/>
          <p:nvPr userDrawn="1"/>
        </p:nvSpPr>
        <p:spPr>
          <a:xfrm>
            <a:off x="569384" y="3434081"/>
            <a:ext cx="1953680" cy="1219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34" name="Text Placeholder 7"/>
          <p:cNvSpPr>
            <a:spLocks noGrp="1"/>
          </p:cNvSpPr>
          <p:nvPr>
            <p:ph type="body" sz="quarter" idx="18" hasCustomPrompt="1"/>
          </p:nvPr>
        </p:nvSpPr>
        <p:spPr>
          <a:xfrm>
            <a:off x="569385" y="3687012"/>
            <a:ext cx="1953679" cy="4317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75000"/>
                    <a:lumOff val="25000"/>
                  </a:schemeClr>
                </a:solidFill>
                <a:latin typeface="Lato Light"/>
                <a:cs typeface="Lato Light"/>
              </a:defRPr>
            </a:lvl1pPr>
          </a:lstStyle>
          <a:p>
            <a:pPr lvl="0"/>
            <a:r>
              <a:rPr lang="es-ES_tradnl" dirty="0" err="1" smtClean="0"/>
              <a:t>Name</a:t>
            </a:r>
            <a:r>
              <a:rPr lang="es-ES_tradnl" dirty="0" smtClean="0"/>
              <a:t> </a:t>
            </a:r>
            <a:r>
              <a:rPr lang="es-ES_tradnl" dirty="0" err="1" smtClean="0"/>
              <a:t>here</a:t>
            </a:r>
            <a:endParaRPr lang="es-ES_tradnl" dirty="0" smtClean="0"/>
          </a:p>
        </p:txBody>
      </p:sp>
      <p:sp>
        <p:nvSpPr>
          <p:cNvPr id="35" name="Text Placeholder 7"/>
          <p:cNvSpPr>
            <a:spLocks noGrp="1"/>
          </p:cNvSpPr>
          <p:nvPr>
            <p:ph type="body" sz="quarter" idx="19" hasCustomPrompt="1"/>
          </p:nvPr>
        </p:nvSpPr>
        <p:spPr>
          <a:xfrm>
            <a:off x="569385" y="4128575"/>
            <a:ext cx="1953679"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6" name="Text Placeholder 2"/>
          <p:cNvSpPr>
            <a:spLocks noGrp="1"/>
          </p:cNvSpPr>
          <p:nvPr>
            <p:ph type="body" sz="quarter" idx="16" hasCustomPrompt="1"/>
          </p:nvPr>
        </p:nvSpPr>
        <p:spPr>
          <a:xfrm>
            <a:off x="569386" y="4438308"/>
            <a:ext cx="1953679" cy="779972"/>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endParaRPr lang="en-US" dirty="0" smtClean="0"/>
          </a:p>
        </p:txBody>
      </p:sp>
      <p:sp>
        <p:nvSpPr>
          <p:cNvPr id="37" name="Text Placeholder 7"/>
          <p:cNvSpPr>
            <a:spLocks noGrp="1"/>
          </p:cNvSpPr>
          <p:nvPr>
            <p:ph type="body" sz="quarter" idx="39" hasCustomPrompt="1"/>
          </p:nvPr>
        </p:nvSpPr>
        <p:spPr>
          <a:xfrm>
            <a:off x="1321912" y="5238601"/>
            <a:ext cx="612021" cy="560681"/>
          </a:xfrm>
          <a:prstGeom prst="rect">
            <a:avLst/>
          </a:prstGeom>
        </p:spPr>
        <p:txBody>
          <a:bodyPr vert="horz" lIns="0" tIns="103884" rIns="0" bIns="103884" anchor="ctr"/>
          <a:lstStyle>
            <a:lvl1pPr marL="0" indent="0" algn="ctr">
              <a:lnSpc>
                <a:spcPct val="100000"/>
              </a:lnSpc>
              <a:spcBef>
                <a:spcPts val="0"/>
              </a:spcBef>
              <a:buNone/>
              <a:defRPr sz="2400" b="1">
                <a:solidFill>
                  <a:schemeClr val="bg1">
                    <a:lumMod val="65000"/>
                  </a:schemeClr>
                </a:solidFill>
                <a:latin typeface="FontAwesome"/>
                <a:cs typeface="FontAwesome"/>
              </a:defRPr>
            </a:lvl1pPr>
          </a:lstStyle>
          <a:p>
            <a:pPr lvl="0"/>
            <a:r>
              <a:rPr lang="es-ES_tradnl" dirty="0" err="1" smtClean="0"/>
              <a:t>icon</a:t>
            </a:r>
            <a:endParaRPr lang="es-ES_tradnl" dirty="0" smtClean="0"/>
          </a:p>
        </p:txBody>
      </p:sp>
      <p:sp>
        <p:nvSpPr>
          <p:cNvPr id="38" name="Picture Placeholder 2"/>
          <p:cNvSpPr>
            <a:spLocks noGrp="1"/>
          </p:cNvSpPr>
          <p:nvPr>
            <p:ph type="pic" sz="quarter" idx="40"/>
          </p:nvPr>
        </p:nvSpPr>
        <p:spPr>
          <a:xfrm>
            <a:off x="2838455" y="1645921"/>
            <a:ext cx="1953680" cy="1788161"/>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39" name="Rectangle 38"/>
          <p:cNvSpPr/>
          <p:nvPr userDrawn="1"/>
        </p:nvSpPr>
        <p:spPr>
          <a:xfrm>
            <a:off x="2838453" y="3434081"/>
            <a:ext cx="1953680" cy="1219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40" name="Text Placeholder 7"/>
          <p:cNvSpPr>
            <a:spLocks noGrp="1"/>
          </p:cNvSpPr>
          <p:nvPr>
            <p:ph type="body" sz="quarter" idx="41" hasCustomPrompt="1"/>
          </p:nvPr>
        </p:nvSpPr>
        <p:spPr>
          <a:xfrm>
            <a:off x="2838454" y="3687012"/>
            <a:ext cx="1953679" cy="4317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75000"/>
                    <a:lumOff val="25000"/>
                  </a:schemeClr>
                </a:solidFill>
                <a:latin typeface="Lato Light"/>
                <a:cs typeface="Lato Light"/>
              </a:defRPr>
            </a:lvl1pPr>
          </a:lstStyle>
          <a:p>
            <a:pPr lvl="0"/>
            <a:r>
              <a:rPr lang="es-ES_tradnl" dirty="0" err="1" smtClean="0"/>
              <a:t>Name</a:t>
            </a:r>
            <a:r>
              <a:rPr lang="es-ES_tradnl" dirty="0" smtClean="0"/>
              <a:t> </a:t>
            </a:r>
            <a:r>
              <a:rPr lang="es-ES_tradnl" dirty="0" err="1" smtClean="0"/>
              <a:t>here</a:t>
            </a:r>
            <a:endParaRPr lang="es-ES_tradnl" dirty="0" smtClean="0"/>
          </a:p>
        </p:txBody>
      </p:sp>
      <p:sp>
        <p:nvSpPr>
          <p:cNvPr id="41" name="Text Placeholder 7"/>
          <p:cNvSpPr>
            <a:spLocks noGrp="1"/>
          </p:cNvSpPr>
          <p:nvPr>
            <p:ph type="body" sz="quarter" idx="42" hasCustomPrompt="1"/>
          </p:nvPr>
        </p:nvSpPr>
        <p:spPr>
          <a:xfrm>
            <a:off x="2838454" y="4128575"/>
            <a:ext cx="1953679"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2" name="Text Placeholder 2"/>
          <p:cNvSpPr>
            <a:spLocks noGrp="1"/>
          </p:cNvSpPr>
          <p:nvPr>
            <p:ph type="body" sz="quarter" idx="43" hasCustomPrompt="1"/>
          </p:nvPr>
        </p:nvSpPr>
        <p:spPr>
          <a:xfrm>
            <a:off x="2838455" y="4438308"/>
            <a:ext cx="1953679" cy="779972"/>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endParaRPr lang="en-US" dirty="0" smtClean="0"/>
          </a:p>
        </p:txBody>
      </p:sp>
      <p:sp>
        <p:nvSpPr>
          <p:cNvPr id="43" name="Text Placeholder 7"/>
          <p:cNvSpPr>
            <a:spLocks noGrp="1"/>
          </p:cNvSpPr>
          <p:nvPr>
            <p:ph type="body" sz="quarter" idx="44" hasCustomPrompt="1"/>
          </p:nvPr>
        </p:nvSpPr>
        <p:spPr>
          <a:xfrm>
            <a:off x="3590982" y="5238601"/>
            <a:ext cx="612021" cy="560681"/>
          </a:xfrm>
          <a:prstGeom prst="rect">
            <a:avLst/>
          </a:prstGeom>
        </p:spPr>
        <p:txBody>
          <a:bodyPr vert="horz" lIns="0" tIns="103884" rIns="0" bIns="103884" anchor="ctr"/>
          <a:lstStyle>
            <a:lvl1pPr marL="0" indent="0" algn="ctr">
              <a:lnSpc>
                <a:spcPct val="100000"/>
              </a:lnSpc>
              <a:spcBef>
                <a:spcPts val="0"/>
              </a:spcBef>
              <a:buNone/>
              <a:defRPr sz="2400" b="1">
                <a:solidFill>
                  <a:schemeClr val="bg1">
                    <a:lumMod val="65000"/>
                  </a:schemeClr>
                </a:solidFill>
                <a:latin typeface="FontAwesome"/>
                <a:cs typeface="FontAwesome"/>
              </a:defRPr>
            </a:lvl1pPr>
          </a:lstStyle>
          <a:p>
            <a:pPr lvl="0"/>
            <a:r>
              <a:rPr lang="es-ES_tradnl" dirty="0" err="1" smtClean="0"/>
              <a:t>icon</a:t>
            </a:r>
            <a:endParaRPr lang="es-ES_tradnl" dirty="0" smtClean="0"/>
          </a:p>
        </p:txBody>
      </p:sp>
      <p:sp>
        <p:nvSpPr>
          <p:cNvPr id="44" name="Picture Placeholder 2"/>
          <p:cNvSpPr>
            <a:spLocks noGrp="1"/>
          </p:cNvSpPr>
          <p:nvPr>
            <p:ph type="pic" sz="quarter" idx="45"/>
          </p:nvPr>
        </p:nvSpPr>
        <p:spPr>
          <a:xfrm>
            <a:off x="5107521" y="1645921"/>
            <a:ext cx="1953680" cy="1788161"/>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45" name="Rectangle 44"/>
          <p:cNvSpPr/>
          <p:nvPr userDrawn="1"/>
        </p:nvSpPr>
        <p:spPr>
          <a:xfrm>
            <a:off x="5107520" y="3434081"/>
            <a:ext cx="1953680" cy="1219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46" name="Text Placeholder 7"/>
          <p:cNvSpPr>
            <a:spLocks noGrp="1"/>
          </p:cNvSpPr>
          <p:nvPr>
            <p:ph type="body" sz="quarter" idx="46" hasCustomPrompt="1"/>
          </p:nvPr>
        </p:nvSpPr>
        <p:spPr>
          <a:xfrm>
            <a:off x="5107521" y="3687012"/>
            <a:ext cx="1953679" cy="4317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75000"/>
                    <a:lumOff val="25000"/>
                  </a:schemeClr>
                </a:solidFill>
                <a:latin typeface="Lato Light"/>
                <a:cs typeface="Lato Light"/>
              </a:defRPr>
            </a:lvl1pPr>
          </a:lstStyle>
          <a:p>
            <a:pPr lvl="0"/>
            <a:r>
              <a:rPr lang="es-ES_tradnl" dirty="0" err="1" smtClean="0"/>
              <a:t>Name</a:t>
            </a:r>
            <a:r>
              <a:rPr lang="es-ES_tradnl" dirty="0" smtClean="0"/>
              <a:t> </a:t>
            </a:r>
            <a:r>
              <a:rPr lang="es-ES_tradnl" dirty="0" err="1" smtClean="0"/>
              <a:t>here</a:t>
            </a:r>
            <a:endParaRPr lang="es-ES_tradnl" dirty="0" smtClean="0"/>
          </a:p>
        </p:txBody>
      </p:sp>
      <p:sp>
        <p:nvSpPr>
          <p:cNvPr id="47" name="Text Placeholder 7"/>
          <p:cNvSpPr>
            <a:spLocks noGrp="1"/>
          </p:cNvSpPr>
          <p:nvPr>
            <p:ph type="body" sz="quarter" idx="47" hasCustomPrompt="1"/>
          </p:nvPr>
        </p:nvSpPr>
        <p:spPr>
          <a:xfrm>
            <a:off x="5107521" y="4128575"/>
            <a:ext cx="1953679"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8" name="Text Placeholder 2"/>
          <p:cNvSpPr>
            <a:spLocks noGrp="1"/>
          </p:cNvSpPr>
          <p:nvPr>
            <p:ph type="body" sz="quarter" idx="48" hasCustomPrompt="1"/>
          </p:nvPr>
        </p:nvSpPr>
        <p:spPr>
          <a:xfrm>
            <a:off x="5107522" y="4438308"/>
            <a:ext cx="1953679" cy="779972"/>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endParaRPr lang="en-US" dirty="0" smtClean="0"/>
          </a:p>
        </p:txBody>
      </p:sp>
      <p:sp>
        <p:nvSpPr>
          <p:cNvPr id="49" name="Text Placeholder 7"/>
          <p:cNvSpPr>
            <a:spLocks noGrp="1"/>
          </p:cNvSpPr>
          <p:nvPr>
            <p:ph type="body" sz="quarter" idx="49" hasCustomPrompt="1"/>
          </p:nvPr>
        </p:nvSpPr>
        <p:spPr>
          <a:xfrm>
            <a:off x="5860048" y="5238601"/>
            <a:ext cx="612021" cy="560681"/>
          </a:xfrm>
          <a:prstGeom prst="rect">
            <a:avLst/>
          </a:prstGeom>
        </p:spPr>
        <p:txBody>
          <a:bodyPr vert="horz" lIns="0" tIns="103884" rIns="0" bIns="103884" anchor="ctr"/>
          <a:lstStyle>
            <a:lvl1pPr marL="0" indent="0" algn="ctr">
              <a:lnSpc>
                <a:spcPct val="100000"/>
              </a:lnSpc>
              <a:spcBef>
                <a:spcPts val="0"/>
              </a:spcBef>
              <a:buNone/>
              <a:defRPr sz="2400" b="1">
                <a:solidFill>
                  <a:schemeClr val="bg1">
                    <a:lumMod val="65000"/>
                  </a:schemeClr>
                </a:solidFill>
                <a:latin typeface="FontAwesome"/>
                <a:cs typeface="FontAwesome"/>
              </a:defRPr>
            </a:lvl1pPr>
          </a:lstStyle>
          <a:p>
            <a:pPr lvl="0"/>
            <a:r>
              <a:rPr lang="es-ES_tradnl" dirty="0" err="1" smtClean="0"/>
              <a:t>icon</a:t>
            </a:r>
            <a:endParaRPr lang="es-ES_tradnl" dirty="0" smtClean="0"/>
          </a:p>
        </p:txBody>
      </p:sp>
      <p:sp>
        <p:nvSpPr>
          <p:cNvPr id="50" name="Picture Placeholder 2"/>
          <p:cNvSpPr>
            <a:spLocks noGrp="1"/>
          </p:cNvSpPr>
          <p:nvPr>
            <p:ph type="pic" sz="quarter" idx="50"/>
          </p:nvPr>
        </p:nvSpPr>
        <p:spPr>
          <a:xfrm>
            <a:off x="7359655" y="1645921"/>
            <a:ext cx="1953680" cy="1788161"/>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51" name="Rectangle 50"/>
          <p:cNvSpPr/>
          <p:nvPr userDrawn="1"/>
        </p:nvSpPr>
        <p:spPr>
          <a:xfrm>
            <a:off x="7359653" y="3434081"/>
            <a:ext cx="1953680" cy="1219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52" name="Text Placeholder 7"/>
          <p:cNvSpPr>
            <a:spLocks noGrp="1"/>
          </p:cNvSpPr>
          <p:nvPr>
            <p:ph type="body" sz="quarter" idx="51" hasCustomPrompt="1"/>
          </p:nvPr>
        </p:nvSpPr>
        <p:spPr>
          <a:xfrm>
            <a:off x="7359654" y="3687012"/>
            <a:ext cx="1953679" cy="4317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75000"/>
                    <a:lumOff val="25000"/>
                  </a:schemeClr>
                </a:solidFill>
                <a:latin typeface="Lato Light"/>
                <a:cs typeface="Lato Light"/>
              </a:defRPr>
            </a:lvl1pPr>
          </a:lstStyle>
          <a:p>
            <a:pPr lvl="0"/>
            <a:r>
              <a:rPr lang="es-ES_tradnl" dirty="0" err="1" smtClean="0"/>
              <a:t>Name</a:t>
            </a:r>
            <a:r>
              <a:rPr lang="es-ES_tradnl" dirty="0" smtClean="0"/>
              <a:t> </a:t>
            </a:r>
            <a:r>
              <a:rPr lang="es-ES_tradnl" dirty="0" err="1" smtClean="0"/>
              <a:t>here</a:t>
            </a:r>
            <a:endParaRPr lang="es-ES_tradnl" dirty="0" smtClean="0"/>
          </a:p>
        </p:txBody>
      </p:sp>
      <p:sp>
        <p:nvSpPr>
          <p:cNvPr id="53" name="Text Placeholder 7"/>
          <p:cNvSpPr>
            <a:spLocks noGrp="1"/>
          </p:cNvSpPr>
          <p:nvPr>
            <p:ph type="body" sz="quarter" idx="52" hasCustomPrompt="1"/>
          </p:nvPr>
        </p:nvSpPr>
        <p:spPr>
          <a:xfrm>
            <a:off x="7359654" y="4128575"/>
            <a:ext cx="1953679"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54" name="Text Placeholder 2"/>
          <p:cNvSpPr>
            <a:spLocks noGrp="1"/>
          </p:cNvSpPr>
          <p:nvPr>
            <p:ph type="body" sz="quarter" idx="53" hasCustomPrompt="1"/>
          </p:nvPr>
        </p:nvSpPr>
        <p:spPr>
          <a:xfrm>
            <a:off x="7359655" y="4438308"/>
            <a:ext cx="1953679" cy="779972"/>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endParaRPr lang="en-US" dirty="0" smtClean="0"/>
          </a:p>
        </p:txBody>
      </p:sp>
      <p:sp>
        <p:nvSpPr>
          <p:cNvPr id="55" name="Text Placeholder 7"/>
          <p:cNvSpPr>
            <a:spLocks noGrp="1"/>
          </p:cNvSpPr>
          <p:nvPr>
            <p:ph type="body" sz="quarter" idx="54" hasCustomPrompt="1"/>
          </p:nvPr>
        </p:nvSpPr>
        <p:spPr>
          <a:xfrm>
            <a:off x="8112182" y="5238601"/>
            <a:ext cx="612021" cy="560681"/>
          </a:xfrm>
          <a:prstGeom prst="rect">
            <a:avLst/>
          </a:prstGeom>
        </p:spPr>
        <p:txBody>
          <a:bodyPr vert="horz" lIns="0" tIns="103884" rIns="0" bIns="103884" anchor="ctr"/>
          <a:lstStyle>
            <a:lvl1pPr marL="0" indent="0" algn="ctr">
              <a:lnSpc>
                <a:spcPct val="100000"/>
              </a:lnSpc>
              <a:spcBef>
                <a:spcPts val="0"/>
              </a:spcBef>
              <a:buNone/>
              <a:defRPr sz="2400" b="1">
                <a:solidFill>
                  <a:schemeClr val="bg1">
                    <a:lumMod val="65000"/>
                  </a:schemeClr>
                </a:solidFill>
                <a:latin typeface="FontAwesome"/>
                <a:cs typeface="FontAwesome"/>
              </a:defRPr>
            </a:lvl1pPr>
          </a:lstStyle>
          <a:p>
            <a:pPr lvl="0"/>
            <a:r>
              <a:rPr lang="es-ES_tradnl" dirty="0" err="1" smtClean="0"/>
              <a:t>icon</a:t>
            </a:r>
            <a:endParaRPr lang="es-ES_tradnl" dirty="0" smtClean="0"/>
          </a:p>
        </p:txBody>
      </p:sp>
      <p:sp>
        <p:nvSpPr>
          <p:cNvPr id="56" name="Picture Placeholder 2"/>
          <p:cNvSpPr>
            <a:spLocks noGrp="1"/>
          </p:cNvSpPr>
          <p:nvPr>
            <p:ph type="pic" sz="quarter" idx="55"/>
          </p:nvPr>
        </p:nvSpPr>
        <p:spPr>
          <a:xfrm>
            <a:off x="9622371" y="1645921"/>
            <a:ext cx="1953680" cy="1788161"/>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57" name="Rectangle 56"/>
          <p:cNvSpPr/>
          <p:nvPr userDrawn="1"/>
        </p:nvSpPr>
        <p:spPr>
          <a:xfrm>
            <a:off x="9622369" y="3434081"/>
            <a:ext cx="1953680" cy="1219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58" name="Text Placeholder 7"/>
          <p:cNvSpPr>
            <a:spLocks noGrp="1"/>
          </p:cNvSpPr>
          <p:nvPr>
            <p:ph type="body" sz="quarter" idx="56" hasCustomPrompt="1"/>
          </p:nvPr>
        </p:nvSpPr>
        <p:spPr>
          <a:xfrm>
            <a:off x="9622370" y="3687012"/>
            <a:ext cx="1953679" cy="4317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75000"/>
                    <a:lumOff val="25000"/>
                  </a:schemeClr>
                </a:solidFill>
                <a:latin typeface="Lato Light"/>
                <a:cs typeface="Lato Light"/>
              </a:defRPr>
            </a:lvl1pPr>
          </a:lstStyle>
          <a:p>
            <a:pPr lvl="0"/>
            <a:r>
              <a:rPr lang="es-ES_tradnl" dirty="0" err="1" smtClean="0"/>
              <a:t>Name</a:t>
            </a:r>
            <a:r>
              <a:rPr lang="es-ES_tradnl" dirty="0" smtClean="0"/>
              <a:t> </a:t>
            </a:r>
            <a:r>
              <a:rPr lang="es-ES_tradnl" dirty="0" err="1" smtClean="0"/>
              <a:t>here</a:t>
            </a:r>
            <a:endParaRPr lang="es-ES_tradnl" dirty="0" smtClean="0"/>
          </a:p>
        </p:txBody>
      </p:sp>
      <p:sp>
        <p:nvSpPr>
          <p:cNvPr id="59" name="Text Placeholder 7"/>
          <p:cNvSpPr>
            <a:spLocks noGrp="1"/>
          </p:cNvSpPr>
          <p:nvPr>
            <p:ph type="body" sz="quarter" idx="57" hasCustomPrompt="1"/>
          </p:nvPr>
        </p:nvSpPr>
        <p:spPr>
          <a:xfrm>
            <a:off x="9622370" y="4128575"/>
            <a:ext cx="1953679"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60" name="Text Placeholder 2"/>
          <p:cNvSpPr>
            <a:spLocks noGrp="1"/>
          </p:cNvSpPr>
          <p:nvPr>
            <p:ph type="body" sz="quarter" idx="58" hasCustomPrompt="1"/>
          </p:nvPr>
        </p:nvSpPr>
        <p:spPr>
          <a:xfrm>
            <a:off x="9622371" y="4438308"/>
            <a:ext cx="1953679" cy="779972"/>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endParaRPr lang="en-US" dirty="0" smtClean="0"/>
          </a:p>
        </p:txBody>
      </p:sp>
      <p:sp>
        <p:nvSpPr>
          <p:cNvPr id="61" name="Text Placeholder 7"/>
          <p:cNvSpPr>
            <a:spLocks noGrp="1"/>
          </p:cNvSpPr>
          <p:nvPr>
            <p:ph type="body" sz="quarter" idx="59" hasCustomPrompt="1"/>
          </p:nvPr>
        </p:nvSpPr>
        <p:spPr>
          <a:xfrm>
            <a:off x="10374898" y="5238601"/>
            <a:ext cx="612021" cy="560681"/>
          </a:xfrm>
          <a:prstGeom prst="rect">
            <a:avLst/>
          </a:prstGeom>
        </p:spPr>
        <p:txBody>
          <a:bodyPr vert="horz" lIns="0" tIns="103884" rIns="0" bIns="103884" anchor="ctr"/>
          <a:lstStyle>
            <a:lvl1pPr marL="0" indent="0" algn="ctr">
              <a:lnSpc>
                <a:spcPct val="100000"/>
              </a:lnSpc>
              <a:spcBef>
                <a:spcPts val="0"/>
              </a:spcBef>
              <a:buNone/>
              <a:defRPr sz="2400" b="1">
                <a:solidFill>
                  <a:schemeClr val="bg1">
                    <a:lumMod val="65000"/>
                  </a:schemeClr>
                </a:solidFill>
                <a:latin typeface="FontAwesome"/>
                <a:cs typeface="FontAwesome"/>
              </a:defRPr>
            </a:lvl1pPr>
          </a:lstStyle>
          <a:p>
            <a:pPr lvl="0"/>
            <a:r>
              <a:rPr lang="es-ES_tradnl" dirty="0" err="1" smtClean="0"/>
              <a:t>icon</a:t>
            </a:r>
            <a:endParaRPr lang="es-ES_tradnl" dirty="0" smtClean="0"/>
          </a:p>
        </p:txBody>
      </p:sp>
    </p:spTree>
    <p:extLst>
      <p:ext uri="{BB962C8B-B14F-4D97-AF65-F5344CB8AC3E}">
        <p14:creationId xmlns:p14="http://schemas.microsoft.com/office/powerpoint/2010/main" val="11316850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700"/>
                            </p:stCondLst>
                            <p:childTnLst>
                              <p:par>
                                <p:cTn id="16" presetID="53" presetClass="entr" presetSubtype="16" fill="hold" grpId="0" nodeType="afterEffect" nodePh="1">
                                  <p:stCondLst>
                                    <p:cond delay="0"/>
                                  </p:stCondLst>
                                  <p:endCondLst>
                                    <p:cond evt="begin" delay="0">
                                      <p:tn val="16"/>
                                    </p:cond>
                                  </p:endCondLst>
                                  <p:childTnLst>
                                    <p:set>
                                      <p:cBhvr>
                                        <p:cTn id="17" dur="1" fill="hold">
                                          <p:stCondLst>
                                            <p:cond delay="0"/>
                                          </p:stCondLst>
                                        </p:cTn>
                                        <p:tgtEl>
                                          <p:spTgt spid="33"/>
                                        </p:tgtEl>
                                        <p:attrNameLst>
                                          <p:attrName>style.visibility</p:attrName>
                                        </p:attrNameLst>
                                      </p:cBhvr>
                                      <p:to>
                                        <p:strVal val="visible"/>
                                      </p:to>
                                    </p:set>
                                    <p:anim calcmode="lin" valueType="num">
                                      <p:cBhvr>
                                        <p:cTn id="18" dur="500" fill="hold"/>
                                        <p:tgtEl>
                                          <p:spTgt spid="33"/>
                                        </p:tgtEl>
                                        <p:attrNameLst>
                                          <p:attrName>ppt_w</p:attrName>
                                        </p:attrNameLst>
                                      </p:cBhvr>
                                      <p:tavLst>
                                        <p:tav tm="0">
                                          <p:val>
                                            <p:fltVal val="0"/>
                                          </p:val>
                                        </p:tav>
                                        <p:tav tm="100000">
                                          <p:val>
                                            <p:strVal val="#ppt_w"/>
                                          </p:val>
                                        </p:tav>
                                      </p:tavLst>
                                    </p:anim>
                                    <p:anim calcmode="lin" valueType="num">
                                      <p:cBhvr>
                                        <p:cTn id="19" dur="500" fill="hold"/>
                                        <p:tgtEl>
                                          <p:spTgt spid="33"/>
                                        </p:tgtEl>
                                        <p:attrNameLst>
                                          <p:attrName>ppt_h</p:attrName>
                                        </p:attrNameLst>
                                      </p:cBhvr>
                                      <p:tavLst>
                                        <p:tav tm="0">
                                          <p:val>
                                            <p:fltVal val="0"/>
                                          </p:val>
                                        </p:tav>
                                        <p:tav tm="100000">
                                          <p:val>
                                            <p:strVal val="#ppt_h"/>
                                          </p:val>
                                        </p:tav>
                                      </p:tavLst>
                                    </p:anim>
                                    <p:animEffect transition="in" filter="fade">
                                      <p:cBhvr>
                                        <p:cTn id="20" dur="500"/>
                                        <p:tgtEl>
                                          <p:spTgt spid="33"/>
                                        </p:tgtEl>
                                      </p:cBhvr>
                                    </p:animEffect>
                                  </p:childTnLst>
                                </p:cTn>
                              </p:par>
                            </p:childTnLst>
                          </p:cTn>
                        </p:par>
                        <p:par>
                          <p:cTn id="21" fill="hold">
                            <p:stCondLst>
                              <p:cond delay="1200"/>
                            </p:stCondLst>
                            <p:childTnLst>
                              <p:par>
                                <p:cTn id="22" presetID="22" presetClass="entr" presetSubtype="8"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left)">
                                      <p:cBhvr>
                                        <p:cTn id="24" dur="500"/>
                                        <p:tgtEl>
                                          <p:spTgt spid="3"/>
                                        </p:tgtEl>
                                      </p:cBhvr>
                                    </p:animEffect>
                                  </p:childTnLst>
                                </p:cTn>
                              </p:par>
                              <p:par>
                                <p:cTn id="25" presetID="42" presetClass="entr" presetSubtype="0" fill="hold" grpId="0" nodeType="withEffect">
                                  <p:stCondLst>
                                    <p:cond delay="200"/>
                                  </p:stCondLst>
                                  <p:childTnLst>
                                    <p:set>
                                      <p:cBhvr>
                                        <p:cTn id="26" dur="1" fill="hold">
                                          <p:stCondLst>
                                            <p:cond delay="0"/>
                                          </p:stCondLst>
                                        </p:cTn>
                                        <p:tgtEl>
                                          <p:spTgt spid="34">
                                            <p:txEl>
                                              <p:pRg st="0" end="0"/>
                                            </p:txEl>
                                          </p:spTgt>
                                        </p:tgtEl>
                                        <p:attrNameLst>
                                          <p:attrName>style.visibility</p:attrName>
                                        </p:attrNameLst>
                                      </p:cBhvr>
                                      <p:to>
                                        <p:strVal val="visible"/>
                                      </p:to>
                                    </p:set>
                                    <p:animEffect transition="in" filter="fade">
                                      <p:cBhvr>
                                        <p:cTn id="27" dur="400"/>
                                        <p:tgtEl>
                                          <p:spTgt spid="34">
                                            <p:txEl>
                                              <p:pRg st="0" end="0"/>
                                            </p:txEl>
                                          </p:spTgt>
                                        </p:tgtEl>
                                      </p:cBhvr>
                                    </p:animEffect>
                                    <p:anim calcmode="lin" valueType="num">
                                      <p:cBhvr>
                                        <p:cTn id="28" dur="400" fill="hold"/>
                                        <p:tgtEl>
                                          <p:spTgt spid="34">
                                            <p:txEl>
                                              <p:pRg st="0" end="0"/>
                                            </p:txEl>
                                          </p:spTgt>
                                        </p:tgtEl>
                                        <p:attrNameLst>
                                          <p:attrName>ppt_x</p:attrName>
                                        </p:attrNameLst>
                                      </p:cBhvr>
                                      <p:tavLst>
                                        <p:tav tm="0">
                                          <p:val>
                                            <p:strVal val="#ppt_x"/>
                                          </p:val>
                                        </p:tav>
                                        <p:tav tm="100000">
                                          <p:val>
                                            <p:strVal val="#ppt_x"/>
                                          </p:val>
                                        </p:tav>
                                      </p:tavLst>
                                    </p:anim>
                                    <p:anim calcmode="lin" valueType="num">
                                      <p:cBhvr>
                                        <p:cTn id="29" dur="400" fill="hold"/>
                                        <p:tgtEl>
                                          <p:spTgt spid="34">
                                            <p:txEl>
                                              <p:pRg st="0" end="0"/>
                                            </p:txEl>
                                          </p:spTgt>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200"/>
                                  </p:stCondLst>
                                  <p:childTnLst>
                                    <p:set>
                                      <p:cBhvr>
                                        <p:cTn id="31" dur="1" fill="hold">
                                          <p:stCondLst>
                                            <p:cond delay="0"/>
                                          </p:stCondLst>
                                        </p:cTn>
                                        <p:tgtEl>
                                          <p:spTgt spid="35">
                                            <p:txEl>
                                              <p:pRg st="0" end="0"/>
                                            </p:txEl>
                                          </p:spTgt>
                                        </p:tgtEl>
                                        <p:attrNameLst>
                                          <p:attrName>style.visibility</p:attrName>
                                        </p:attrNameLst>
                                      </p:cBhvr>
                                      <p:to>
                                        <p:strVal val="visible"/>
                                      </p:to>
                                    </p:set>
                                    <p:animEffect transition="in" filter="fade">
                                      <p:cBhvr>
                                        <p:cTn id="32" dur="500"/>
                                        <p:tgtEl>
                                          <p:spTgt spid="35">
                                            <p:txEl>
                                              <p:pRg st="0" end="0"/>
                                            </p:txEl>
                                          </p:spTgt>
                                        </p:tgtEl>
                                      </p:cBhvr>
                                    </p:animEffect>
                                    <p:anim calcmode="lin" valueType="num">
                                      <p:cBhvr>
                                        <p:cTn id="33"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p:cTn id="34" dur="500" fill="hold"/>
                                        <p:tgtEl>
                                          <p:spTgt spid="35">
                                            <p:txEl>
                                              <p:pRg st="0" end="0"/>
                                            </p:txEl>
                                          </p:spTgt>
                                        </p:tgtEl>
                                        <p:attrNameLst>
                                          <p:attrName>ppt_y</p:attrName>
                                        </p:attrNameLst>
                                      </p:cBhvr>
                                      <p:tavLst>
                                        <p:tav tm="0">
                                          <p:val>
                                            <p:strVal val="#ppt_y+.1"/>
                                          </p:val>
                                        </p:tav>
                                        <p:tav tm="100000">
                                          <p:val>
                                            <p:strVal val="#ppt_y"/>
                                          </p:val>
                                        </p:tav>
                                      </p:tavLst>
                                    </p:anim>
                                  </p:childTnLst>
                                </p:cTn>
                              </p:par>
                              <p:par>
                                <p:cTn id="35" presetID="10" presetClass="entr" presetSubtype="0" fill="hold" grpId="0" nodeType="withEffect">
                                  <p:stCondLst>
                                    <p:cond delay="800"/>
                                  </p:stCondLst>
                                  <p:childTnLst>
                                    <p:set>
                                      <p:cBhvr>
                                        <p:cTn id="36" dur="1" fill="hold">
                                          <p:stCondLst>
                                            <p:cond delay="0"/>
                                          </p:stCondLst>
                                        </p:cTn>
                                        <p:tgtEl>
                                          <p:spTgt spid="36">
                                            <p:txEl>
                                              <p:pRg st="0" end="0"/>
                                            </p:txEl>
                                          </p:spTgt>
                                        </p:tgtEl>
                                        <p:attrNameLst>
                                          <p:attrName>style.visibility</p:attrName>
                                        </p:attrNameLst>
                                      </p:cBhvr>
                                      <p:to>
                                        <p:strVal val="visible"/>
                                      </p:to>
                                    </p:set>
                                    <p:animEffect transition="in" filter="fade">
                                      <p:cBhvr>
                                        <p:cTn id="37" dur="500"/>
                                        <p:tgtEl>
                                          <p:spTgt spid="36">
                                            <p:txEl>
                                              <p:pRg st="0" end="0"/>
                                            </p:txEl>
                                          </p:spTgt>
                                        </p:tgtEl>
                                      </p:cBhvr>
                                    </p:animEffect>
                                  </p:childTnLst>
                                </p:cTn>
                              </p:par>
                            </p:childTnLst>
                          </p:cTn>
                        </p:par>
                        <p:par>
                          <p:cTn id="38" fill="hold">
                            <p:stCondLst>
                              <p:cond delay="2500"/>
                            </p:stCondLst>
                            <p:childTnLst>
                              <p:par>
                                <p:cTn id="39" presetID="53" presetClass="entr" presetSubtype="16" fill="hold" grpId="0" nodeType="afterEffect">
                                  <p:stCondLst>
                                    <p:cond delay="0"/>
                                  </p:stCondLst>
                                  <p:childTnLst>
                                    <p:set>
                                      <p:cBhvr>
                                        <p:cTn id="40" dur="1" fill="hold">
                                          <p:stCondLst>
                                            <p:cond delay="0"/>
                                          </p:stCondLst>
                                        </p:cTn>
                                        <p:tgtEl>
                                          <p:spTgt spid="37">
                                            <p:txEl>
                                              <p:pRg st="0" end="0"/>
                                            </p:txEl>
                                          </p:spTgt>
                                        </p:tgtEl>
                                        <p:attrNameLst>
                                          <p:attrName>style.visibility</p:attrName>
                                        </p:attrNameLst>
                                      </p:cBhvr>
                                      <p:to>
                                        <p:strVal val="visible"/>
                                      </p:to>
                                    </p:set>
                                    <p:anim calcmode="lin" valueType="num">
                                      <p:cBhvr>
                                        <p:cTn id="41" dur="3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42" dur="3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43" dur="300"/>
                                        <p:tgtEl>
                                          <p:spTgt spid="37">
                                            <p:txEl>
                                              <p:pRg st="0" end="0"/>
                                            </p:txEl>
                                          </p:spTgt>
                                        </p:tgtEl>
                                      </p:cBhvr>
                                    </p:animEffect>
                                  </p:childTnLst>
                                </p:cTn>
                              </p:par>
                            </p:childTnLst>
                          </p:cTn>
                        </p:par>
                        <p:par>
                          <p:cTn id="44" fill="hold">
                            <p:stCondLst>
                              <p:cond delay="28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38"/>
                                        </p:tgtEl>
                                        <p:attrNameLst>
                                          <p:attrName>style.visibility</p:attrName>
                                        </p:attrNameLst>
                                      </p:cBhvr>
                                      <p:to>
                                        <p:strVal val="visible"/>
                                      </p:to>
                                    </p:set>
                                    <p:anim calcmode="lin" valueType="num">
                                      <p:cBhvr>
                                        <p:cTn id="47" dur="500" fill="hold"/>
                                        <p:tgtEl>
                                          <p:spTgt spid="38"/>
                                        </p:tgtEl>
                                        <p:attrNameLst>
                                          <p:attrName>ppt_w</p:attrName>
                                        </p:attrNameLst>
                                      </p:cBhvr>
                                      <p:tavLst>
                                        <p:tav tm="0">
                                          <p:val>
                                            <p:fltVal val="0"/>
                                          </p:val>
                                        </p:tav>
                                        <p:tav tm="100000">
                                          <p:val>
                                            <p:strVal val="#ppt_w"/>
                                          </p:val>
                                        </p:tav>
                                      </p:tavLst>
                                    </p:anim>
                                    <p:anim calcmode="lin" valueType="num">
                                      <p:cBhvr>
                                        <p:cTn id="48" dur="500" fill="hold"/>
                                        <p:tgtEl>
                                          <p:spTgt spid="38"/>
                                        </p:tgtEl>
                                        <p:attrNameLst>
                                          <p:attrName>ppt_h</p:attrName>
                                        </p:attrNameLst>
                                      </p:cBhvr>
                                      <p:tavLst>
                                        <p:tav tm="0">
                                          <p:val>
                                            <p:fltVal val="0"/>
                                          </p:val>
                                        </p:tav>
                                        <p:tav tm="100000">
                                          <p:val>
                                            <p:strVal val="#ppt_h"/>
                                          </p:val>
                                        </p:tav>
                                      </p:tavLst>
                                    </p:anim>
                                    <p:animEffect transition="in" filter="fade">
                                      <p:cBhvr>
                                        <p:cTn id="49" dur="500"/>
                                        <p:tgtEl>
                                          <p:spTgt spid="38"/>
                                        </p:tgtEl>
                                      </p:cBhvr>
                                    </p:animEffect>
                                  </p:childTnLst>
                                </p:cTn>
                              </p:par>
                            </p:childTnLst>
                          </p:cTn>
                        </p:par>
                        <p:par>
                          <p:cTn id="50" fill="hold">
                            <p:stCondLst>
                              <p:cond delay="3300"/>
                            </p:stCondLst>
                            <p:childTnLst>
                              <p:par>
                                <p:cTn id="51" presetID="22" presetClass="entr" presetSubtype="8" fill="hold" grpId="0" nodeType="afterEffect">
                                  <p:stCondLst>
                                    <p:cond delay="0"/>
                                  </p:stCondLst>
                                  <p:childTnLst>
                                    <p:set>
                                      <p:cBhvr>
                                        <p:cTn id="52" dur="1" fill="hold">
                                          <p:stCondLst>
                                            <p:cond delay="0"/>
                                          </p:stCondLst>
                                        </p:cTn>
                                        <p:tgtEl>
                                          <p:spTgt spid="39"/>
                                        </p:tgtEl>
                                        <p:attrNameLst>
                                          <p:attrName>style.visibility</p:attrName>
                                        </p:attrNameLst>
                                      </p:cBhvr>
                                      <p:to>
                                        <p:strVal val="visible"/>
                                      </p:to>
                                    </p:set>
                                    <p:animEffect transition="in" filter="wipe(left)">
                                      <p:cBhvr>
                                        <p:cTn id="53" dur="500"/>
                                        <p:tgtEl>
                                          <p:spTgt spid="39"/>
                                        </p:tgtEl>
                                      </p:cBhvr>
                                    </p:animEffect>
                                  </p:childTnLst>
                                </p:cTn>
                              </p:par>
                              <p:par>
                                <p:cTn id="54" presetID="42" presetClass="entr" presetSubtype="0" fill="hold" grpId="0" nodeType="withEffect">
                                  <p:stCondLst>
                                    <p:cond delay="200"/>
                                  </p:stCondLst>
                                  <p:childTnLst>
                                    <p:set>
                                      <p:cBhvr>
                                        <p:cTn id="55" dur="1" fill="hold">
                                          <p:stCondLst>
                                            <p:cond delay="0"/>
                                          </p:stCondLst>
                                        </p:cTn>
                                        <p:tgtEl>
                                          <p:spTgt spid="40">
                                            <p:txEl>
                                              <p:pRg st="0" end="0"/>
                                            </p:txEl>
                                          </p:spTgt>
                                        </p:tgtEl>
                                        <p:attrNameLst>
                                          <p:attrName>style.visibility</p:attrName>
                                        </p:attrNameLst>
                                      </p:cBhvr>
                                      <p:to>
                                        <p:strVal val="visible"/>
                                      </p:to>
                                    </p:set>
                                    <p:animEffect transition="in" filter="fade">
                                      <p:cBhvr>
                                        <p:cTn id="56" dur="400"/>
                                        <p:tgtEl>
                                          <p:spTgt spid="40">
                                            <p:txEl>
                                              <p:pRg st="0" end="0"/>
                                            </p:txEl>
                                          </p:spTgt>
                                        </p:tgtEl>
                                      </p:cBhvr>
                                    </p:animEffect>
                                    <p:anim calcmode="lin" valueType="num">
                                      <p:cBhvr>
                                        <p:cTn id="57" dur="400" fill="hold"/>
                                        <p:tgtEl>
                                          <p:spTgt spid="40">
                                            <p:txEl>
                                              <p:pRg st="0" end="0"/>
                                            </p:txEl>
                                          </p:spTgt>
                                        </p:tgtEl>
                                        <p:attrNameLst>
                                          <p:attrName>ppt_x</p:attrName>
                                        </p:attrNameLst>
                                      </p:cBhvr>
                                      <p:tavLst>
                                        <p:tav tm="0">
                                          <p:val>
                                            <p:strVal val="#ppt_x"/>
                                          </p:val>
                                        </p:tav>
                                        <p:tav tm="100000">
                                          <p:val>
                                            <p:strVal val="#ppt_x"/>
                                          </p:val>
                                        </p:tav>
                                      </p:tavLst>
                                    </p:anim>
                                    <p:anim calcmode="lin" valueType="num">
                                      <p:cBhvr>
                                        <p:cTn id="58" dur="400" fill="hold"/>
                                        <p:tgtEl>
                                          <p:spTgt spid="40">
                                            <p:txEl>
                                              <p:pRg st="0" end="0"/>
                                            </p:txEl>
                                          </p:spTgt>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200"/>
                                  </p:stCondLst>
                                  <p:childTnLst>
                                    <p:set>
                                      <p:cBhvr>
                                        <p:cTn id="60" dur="1" fill="hold">
                                          <p:stCondLst>
                                            <p:cond delay="0"/>
                                          </p:stCondLst>
                                        </p:cTn>
                                        <p:tgtEl>
                                          <p:spTgt spid="41">
                                            <p:txEl>
                                              <p:pRg st="0" end="0"/>
                                            </p:txEl>
                                          </p:spTgt>
                                        </p:tgtEl>
                                        <p:attrNameLst>
                                          <p:attrName>style.visibility</p:attrName>
                                        </p:attrNameLst>
                                      </p:cBhvr>
                                      <p:to>
                                        <p:strVal val="visible"/>
                                      </p:to>
                                    </p:set>
                                    <p:animEffect transition="in" filter="fade">
                                      <p:cBhvr>
                                        <p:cTn id="61" dur="500"/>
                                        <p:tgtEl>
                                          <p:spTgt spid="41">
                                            <p:txEl>
                                              <p:pRg st="0" end="0"/>
                                            </p:txEl>
                                          </p:spTgt>
                                        </p:tgtEl>
                                      </p:cBhvr>
                                    </p:animEffect>
                                    <p:anim calcmode="lin" valueType="num">
                                      <p:cBhvr>
                                        <p:cTn id="62" dur="50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63" dur="500" fill="hold"/>
                                        <p:tgtEl>
                                          <p:spTgt spid="41">
                                            <p:txEl>
                                              <p:pRg st="0" end="0"/>
                                            </p:txEl>
                                          </p:spTgt>
                                        </p:tgtEl>
                                        <p:attrNameLst>
                                          <p:attrName>ppt_y</p:attrName>
                                        </p:attrNameLst>
                                      </p:cBhvr>
                                      <p:tavLst>
                                        <p:tav tm="0">
                                          <p:val>
                                            <p:strVal val="#ppt_y+.1"/>
                                          </p:val>
                                        </p:tav>
                                        <p:tav tm="100000">
                                          <p:val>
                                            <p:strVal val="#ppt_y"/>
                                          </p:val>
                                        </p:tav>
                                      </p:tavLst>
                                    </p:anim>
                                  </p:childTnLst>
                                </p:cTn>
                              </p:par>
                              <p:par>
                                <p:cTn id="64" presetID="10" presetClass="entr" presetSubtype="0" fill="hold" grpId="0" nodeType="withEffect">
                                  <p:stCondLst>
                                    <p:cond delay="800"/>
                                  </p:stCondLst>
                                  <p:childTnLst>
                                    <p:set>
                                      <p:cBhvr>
                                        <p:cTn id="65" dur="1" fill="hold">
                                          <p:stCondLst>
                                            <p:cond delay="0"/>
                                          </p:stCondLst>
                                        </p:cTn>
                                        <p:tgtEl>
                                          <p:spTgt spid="42">
                                            <p:txEl>
                                              <p:pRg st="0" end="0"/>
                                            </p:txEl>
                                          </p:spTgt>
                                        </p:tgtEl>
                                        <p:attrNameLst>
                                          <p:attrName>style.visibility</p:attrName>
                                        </p:attrNameLst>
                                      </p:cBhvr>
                                      <p:to>
                                        <p:strVal val="visible"/>
                                      </p:to>
                                    </p:set>
                                    <p:animEffect transition="in" filter="fade">
                                      <p:cBhvr>
                                        <p:cTn id="66" dur="500"/>
                                        <p:tgtEl>
                                          <p:spTgt spid="42">
                                            <p:txEl>
                                              <p:pRg st="0" end="0"/>
                                            </p:txEl>
                                          </p:spTgt>
                                        </p:tgtEl>
                                      </p:cBhvr>
                                    </p:animEffect>
                                  </p:childTnLst>
                                </p:cTn>
                              </p:par>
                            </p:childTnLst>
                          </p:cTn>
                        </p:par>
                        <p:par>
                          <p:cTn id="67" fill="hold">
                            <p:stCondLst>
                              <p:cond delay="4600"/>
                            </p:stCondLst>
                            <p:childTnLst>
                              <p:par>
                                <p:cTn id="68" presetID="53" presetClass="entr" presetSubtype="16" fill="hold" grpId="0" nodeType="afterEffect">
                                  <p:stCondLst>
                                    <p:cond delay="0"/>
                                  </p:stCondLst>
                                  <p:childTnLst>
                                    <p:set>
                                      <p:cBhvr>
                                        <p:cTn id="69" dur="1" fill="hold">
                                          <p:stCondLst>
                                            <p:cond delay="0"/>
                                          </p:stCondLst>
                                        </p:cTn>
                                        <p:tgtEl>
                                          <p:spTgt spid="43">
                                            <p:txEl>
                                              <p:pRg st="0" end="0"/>
                                            </p:txEl>
                                          </p:spTgt>
                                        </p:tgtEl>
                                        <p:attrNameLst>
                                          <p:attrName>style.visibility</p:attrName>
                                        </p:attrNameLst>
                                      </p:cBhvr>
                                      <p:to>
                                        <p:strVal val="visible"/>
                                      </p:to>
                                    </p:set>
                                    <p:anim calcmode="lin" valueType="num">
                                      <p:cBhvr>
                                        <p:cTn id="70" dur="300" fill="hold"/>
                                        <p:tgtEl>
                                          <p:spTgt spid="43">
                                            <p:txEl>
                                              <p:pRg st="0" end="0"/>
                                            </p:txEl>
                                          </p:spTgt>
                                        </p:tgtEl>
                                        <p:attrNameLst>
                                          <p:attrName>ppt_w</p:attrName>
                                        </p:attrNameLst>
                                      </p:cBhvr>
                                      <p:tavLst>
                                        <p:tav tm="0">
                                          <p:val>
                                            <p:fltVal val="0"/>
                                          </p:val>
                                        </p:tav>
                                        <p:tav tm="100000">
                                          <p:val>
                                            <p:strVal val="#ppt_w"/>
                                          </p:val>
                                        </p:tav>
                                      </p:tavLst>
                                    </p:anim>
                                    <p:anim calcmode="lin" valueType="num">
                                      <p:cBhvr>
                                        <p:cTn id="71" dur="300" fill="hold"/>
                                        <p:tgtEl>
                                          <p:spTgt spid="43">
                                            <p:txEl>
                                              <p:pRg st="0" end="0"/>
                                            </p:txEl>
                                          </p:spTgt>
                                        </p:tgtEl>
                                        <p:attrNameLst>
                                          <p:attrName>ppt_h</p:attrName>
                                        </p:attrNameLst>
                                      </p:cBhvr>
                                      <p:tavLst>
                                        <p:tav tm="0">
                                          <p:val>
                                            <p:fltVal val="0"/>
                                          </p:val>
                                        </p:tav>
                                        <p:tav tm="100000">
                                          <p:val>
                                            <p:strVal val="#ppt_h"/>
                                          </p:val>
                                        </p:tav>
                                      </p:tavLst>
                                    </p:anim>
                                    <p:animEffect transition="in" filter="fade">
                                      <p:cBhvr>
                                        <p:cTn id="72" dur="300"/>
                                        <p:tgtEl>
                                          <p:spTgt spid="43">
                                            <p:txEl>
                                              <p:pRg st="0" end="0"/>
                                            </p:txEl>
                                          </p:spTgt>
                                        </p:tgtEl>
                                      </p:cBhvr>
                                    </p:animEffect>
                                  </p:childTnLst>
                                </p:cTn>
                              </p:par>
                            </p:childTnLst>
                          </p:cTn>
                        </p:par>
                        <p:par>
                          <p:cTn id="73" fill="hold">
                            <p:stCondLst>
                              <p:cond delay="4900"/>
                            </p:stCondLst>
                            <p:childTnLst>
                              <p:par>
                                <p:cTn id="74" presetID="53" presetClass="entr" presetSubtype="16" fill="hold" grpId="0" nodeType="afterEffect" nodePh="1">
                                  <p:stCondLst>
                                    <p:cond delay="0"/>
                                  </p:stCondLst>
                                  <p:endCondLst>
                                    <p:cond evt="begin" delay="0">
                                      <p:tn val="74"/>
                                    </p:cond>
                                  </p:endCondLst>
                                  <p:childTnLst>
                                    <p:set>
                                      <p:cBhvr>
                                        <p:cTn id="75" dur="1" fill="hold">
                                          <p:stCondLst>
                                            <p:cond delay="0"/>
                                          </p:stCondLst>
                                        </p:cTn>
                                        <p:tgtEl>
                                          <p:spTgt spid="44"/>
                                        </p:tgtEl>
                                        <p:attrNameLst>
                                          <p:attrName>style.visibility</p:attrName>
                                        </p:attrNameLst>
                                      </p:cBhvr>
                                      <p:to>
                                        <p:strVal val="visible"/>
                                      </p:to>
                                    </p:set>
                                    <p:anim calcmode="lin" valueType="num">
                                      <p:cBhvr>
                                        <p:cTn id="76" dur="500" fill="hold"/>
                                        <p:tgtEl>
                                          <p:spTgt spid="44"/>
                                        </p:tgtEl>
                                        <p:attrNameLst>
                                          <p:attrName>ppt_w</p:attrName>
                                        </p:attrNameLst>
                                      </p:cBhvr>
                                      <p:tavLst>
                                        <p:tav tm="0">
                                          <p:val>
                                            <p:fltVal val="0"/>
                                          </p:val>
                                        </p:tav>
                                        <p:tav tm="100000">
                                          <p:val>
                                            <p:strVal val="#ppt_w"/>
                                          </p:val>
                                        </p:tav>
                                      </p:tavLst>
                                    </p:anim>
                                    <p:anim calcmode="lin" valueType="num">
                                      <p:cBhvr>
                                        <p:cTn id="77" dur="500" fill="hold"/>
                                        <p:tgtEl>
                                          <p:spTgt spid="44"/>
                                        </p:tgtEl>
                                        <p:attrNameLst>
                                          <p:attrName>ppt_h</p:attrName>
                                        </p:attrNameLst>
                                      </p:cBhvr>
                                      <p:tavLst>
                                        <p:tav tm="0">
                                          <p:val>
                                            <p:fltVal val="0"/>
                                          </p:val>
                                        </p:tav>
                                        <p:tav tm="100000">
                                          <p:val>
                                            <p:strVal val="#ppt_h"/>
                                          </p:val>
                                        </p:tav>
                                      </p:tavLst>
                                    </p:anim>
                                    <p:animEffect transition="in" filter="fade">
                                      <p:cBhvr>
                                        <p:cTn id="78" dur="500"/>
                                        <p:tgtEl>
                                          <p:spTgt spid="44"/>
                                        </p:tgtEl>
                                      </p:cBhvr>
                                    </p:animEffect>
                                  </p:childTnLst>
                                </p:cTn>
                              </p:par>
                            </p:childTnLst>
                          </p:cTn>
                        </p:par>
                        <p:par>
                          <p:cTn id="79" fill="hold">
                            <p:stCondLst>
                              <p:cond delay="5400"/>
                            </p:stCondLst>
                            <p:childTnLst>
                              <p:par>
                                <p:cTn id="80" presetID="22" presetClass="entr" presetSubtype="8" fill="hold" grpId="0" nodeType="afterEffect">
                                  <p:stCondLst>
                                    <p:cond delay="0"/>
                                  </p:stCondLst>
                                  <p:childTnLst>
                                    <p:set>
                                      <p:cBhvr>
                                        <p:cTn id="81" dur="1" fill="hold">
                                          <p:stCondLst>
                                            <p:cond delay="0"/>
                                          </p:stCondLst>
                                        </p:cTn>
                                        <p:tgtEl>
                                          <p:spTgt spid="45"/>
                                        </p:tgtEl>
                                        <p:attrNameLst>
                                          <p:attrName>style.visibility</p:attrName>
                                        </p:attrNameLst>
                                      </p:cBhvr>
                                      <p:to>
                                        <p:strVal val="visible"/>
                                      </p:to>
                                    </p:set>
                                    <p:animEffect transition="in" filter="wipe(left)">
                                      <p:cBhvr>
                                        <p:cTn id="82" dur="500"/>
                                        <p:tgtEl>
                                          <p:spTgt spid="45"/>
                                        </p:tgtEl>
                                      </p:cBhvr>
                                    </p:animEffect>
                                  </p:childTnLst>
                                </p:cTn>
                              </p:par>
                              <p:par>
                                <p:cTn id="83" presetID="42" presetClass="entr" presetSubtype="0" fill="hold" grpId="0" nodeType="withEffect">
                                  <p:stCondLst>
                                    <p:cond delay="200"/>
                                  </p:stCondLst>
                                  <p:childTnLst>
                                    <p:set>
                                      <p:cBhvr>
                                        <p:cTn id="84" dur="1" fill="hold">
                                          <p:stCondLst>
                                            <p:cond delay="0"/>
                                          </p:stCondLst>
                                        </p:cTn>
                                        <p:tgtEl>
                                          <p:spTgt spid="46">
                                            <p:txEl>
                                              <p:pRg st="0" end="0"/>
                                            </p:txEl>
                                          </p:spTgt>
                                        </p:tgtEl>
                                        <p:attrNameLst>
                                          <p:attrName>style.visibility</p:attrName>
                                        </p:attrNameLst>
                                      </p:cBhvr>
                                      <p:to>
                                        <p:strVal val="visible"/>
                                      </p:to>
                                    </p:set>
                                    <p:animEffect transition="in" filter="fade">
                                      <p:cBhvr>
                                        <p:cTn id="85" dur="400"/>
                                        <p:tgtEl>
                                          <p:spTgt spid="46">
                                            <p:txEl>
                                              <p:pRg st="0" end="0"/>
                                            </p:txEl>
                                          </p:spTgt>
                                        </p:tgtEl>
                                      </p:cBhvr>
                                    </p:animEffect>
                                    <p:anim calcmode="lin" valueType="num">
                                      <p:cBhvr>
                                        <p:cTn id="86" dur="400" fill="hold"/>
                                        <p:tgtEl>
                                          <p:spTgt spid="46">
                                            <p:txEl>
                                              <p:pRg st="0" end="0"/>
                                            </p:txEl>
                                          </p:spTgt>
                                        </p:tgtEl>
                                        <p:attrNameLst>
                                          <p:attrName>ppt_x</p:attrName>
                                        </p:attrNameLst>
                                      </p:cBhvr>
                                      <p:tavLst>
                                        <p:tav tm="0">
                                          <p:val>
                                            <p:strVal val="#ppt_x"/>
                                          </p:val>
                                        </p:tav>
                                        <p:tav tm="100000">
                                          <p:val>
                                            <p:strVal val="#ppt_x"/>
                                          </p:val>
                                        </p:tav>
                                      </p:tavLst>
                                    </p:anim>
                                    <p:anim calcmode="lin" valueType="num">
                                      <p:cBhvr>
                                        <p:cTn id="87" dur="400" fill="hold"/>
                                        <p:tgtEl>
                                          <p:spTgt spid="46">
                                            <p:txEl>
                                              <p:pRg st="0" end="0"/>
                                            </p:txEl>
                                          </p:spTgt>
                                        </p:tgtEl>
                                        <p:attrNameLst>
                                          <p:attrName>ppt_y</p:attrName>
                                        </p:attrNameLst>
                                      </p:cBhvr>
                                      <p:tavLst>
                                        <p:tav tm="0">
                                          <p:val>
                                            <p:strVal val="#ppt_y+.1"/>
                                          </p:val>
                                        </p:tav>
                                        <p:tav tm="100000">
                                          <p:val>
                                            <p:strVal val="#ppt_y"/>
                                          </p:val>
                                        </p:tav>
                                      </p:tavLst>
                                    </p:anim>
                                  </p:childTnLst>
                                </p:cTn>
                              </p:par>
                              <p:par>
                                <p:cTn id="88" presetID="42" presetClass="entr" presetSubtype="0" fill="hold" grpId="0" nodeType="withEffect">
                                  <p:stCondLst>
                                    <p:cond delay="200"/>
                                  </p:stCondLst>
                                  <p:childTnLst>
                                    <p:set>
                                      <p:cBhvr>
                                        <p:cTn id="89" dur="1" fill="hold">
                                          <p:stCondLst>
                                            <p:cond delay="0"/>
                                          </p:stCondLst>
                                        </p:cTn>
                                        <p:tgtEl>
                                          <p:spTgt spid="47">
                                            <p:txEl>
                                              <p:pRg st="0" end="0"/>
                                            </p:txEl>
                                          </p:spTgt>
                                        </p:tgtEl>
                                        <p:attrNameLst>
                                          <p:attrName>style.visibility</p:attrName>
                                        </p:attrNameLst>
                                      </p:cBhvr>
                                      <p:to>
                                        <p:strVal val="visible"/>
                                      </p:to>
                                    </p:set>
                                    <p:animEffect transition="in" filter="fade">
                                      <p:cBhvr>
                                        <p:cTn id="90" dur="500"/>
                                        <p:tgtEl>
                                          <p:spTgt spid="47">
                                            <p:txEl>
                                              <p:pRg st="0" end="0"/>
                                            </p:txEl>
                                          </p:spTgt>
                                        </p:tgtEl>
                                      </p:cBhvr>
                                    </p:animEffect>
                                    <p:anim calcmode="lin" valueType="num">
                                      <p:cBhvr>
                                        <p:cTn id="91"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92" dur="500" fill="hold"/>
                                        <p:tgtEl>
                                          <p:spTgt spid="47">
                                            <p:txEl>
                                              <p:pRg st="0" end="0"/>
                                            </p:txEl>
                                          </p:spTgt>
                                        </p:tgtEl>
                                        <p:attrNameLst>
                                          <p:attrName>ppt_y</p:attrName>
                                        </p:attrNameLst>
                                      </p:cBhvr>
                                      <p:tavLst>
                                        <p:tav tm="0">
                                          <p:val>
                                            <p:strVal val="#ppt_y+.1"/>
                                          </p:val>
                                        </p:tav>
                                        <p:tav tm="100000">
                                          <p:val>
                                            <p:strVal val="#ppt_y"/>
                                          </p:val>
                                        </p:tav>
                                      </p:tavLst>
                                    </p:anim>
                                  </p:childTnLst>
                                </p:cTn>
                              </p:par>
                              <p:par>
                                <p:cTn id="93" presetID="10" presetClass="entr" presetSubtype="0" fill="hold" grpId="0" nodeType="withEffect">
                                  <p:stCondLst>
                                    <p:cond delay="800"/>
                                  </p:stCondLst>
                                  <p:childTnLst>
                                    <p:set>
                                      <p:cBhvr>
                                        <p:cTn id="94" dur="1" fill="hold">
                                          <p:stCondLst>
                                            <p:cond delay="0"/>
                                          </p:stCondLst>
                                        </p:cTn>
                                        <p:tgtEl>
                                          <p:spTgt spid="48">
                                            <p:txEl>
                                              <p:pRg st="0" end="0"/>
                                            </p:txEl>
                                          </p:spTgt>
                                        </p:tgtEl>
                                        <p:attrNameLst>
                                          <p:attrName>style.visibility</p:attrName>
                                        </p:attrNameLst>
                                      </p:cBhvr>
                                      <p:to>
                                        <p:strVal val="visible"/>
                                      </p:to>
                                    </p:set>
                                    <p:animEffect transition="in" filter="fade">
                                      <p:cBhvr>
                                        <p:cTn id="95" dur="500"/>
                                        <p:tgtEl>
                                          <p:spTgt spid="48">
                                            <p:txEl>
                                              <p:pRg st="0" end="0"/>
                                            </p:txEl>
                                          </p:spTgt>
                                        </p:tgtEl>
                                      </p:cBhvr>
                                    </p:animEffect>
                                  </p:childTnLst>
                                </p:cTn>
                              </p:par>
                            </p:childTnLst>
                          </p:cTn>
                        </p:par>
                        <p:par>
                          <p:cTn id="96" fill="hold">
                            <p:stCondLst>
                              <p:cond delay="6700"/>
                            </p:stCondLst>
                            <p:childTnLst>
                              <p:par>
                                <p:cTn id="97" presetID="53" presetClass="entr" presetSubtype="16" fill="hold" grpId="0" nodeType="afterEffect">
                                  <p:stCondLst>
                                    <p:cond delay="0"/>
                                  </p:stCondLst>
                                  <p:childTnLst>
                                    <p:set>
                                      <p:cBhvr>
                                        <p:cTn id="98" dur="1" fill="hold">
                                          <p:stCondLst>
                                            <p:cond delay="0"/>
                                          </p:stCondLst>
                                        </p:cTn>
                                        <p:tgtEl>
                                          <p:spTgt spid="49">
                                            <p:txEl>
                                              <p:pRg st="0" end="0"/>
                                            </p:txEl>
                                          </p:spTgt>
                                        </p:tgtEl>
                                        <p:attrNameLst>
                                          <p:attrName>style.visibility</p:attrName>
                                        </p:attrNameLst>
                                      </p:cBhvr>
                                      <p:to>
                                        <p:strVal val="visible"/>
                                      </p:to>
                                    </p:set>
                                    <p:anim calcmode="lin" valueType="num">
                                      <p:cBhvr>
                                        <p:cTn id="99" dur="300" fill="hold"/>
                                        <p:tgtEl>
                                          <p:spTgt spid="49">
                                            <p:txEl>
                                              <p:pRg st="0" end="0"/>
                                            </p:txEl>
                                          </p:spTgt>
                                        </p:tgtEl>
                                        <p:attrNameLst>
                                          <p:attrName>ppt_w</p:attrName>
                                        </p:attrNameLst>
                                      </p:cBhvr>
                                      <p:tavLst>
                                        <p:tav tm="0">
                                          <p:val>
                                            <p:fltVal val="0"/>
                                          </p:val>
                                        </p:tav>
                                        <p:tav tm="100000">
                                          <p:val>
                                            <p:strVal val="#ppt_w"/>
                                          </p:val>
                                        </p:tav>
                                      </p:tavLst>
                                    </p:anim>
                                    <p:anim calcmode="lin" valueType="num">
                                      <p:cBhvr>
                                        <p:cTn id="100" dur="300" fill="hold"/>
                                        <p:tgtEl>
                                          <p:spTgt spid="49">
                                            <p:txEl>
                                              <p:pRg st="0" end="0"/>
                                            </p:txEl>
                                          </p:spTgt>
                                        </p:tgtEl>
                                        <p:attrNameLst>
                                          <p:attrName>ppt_h</p:attrName>
                                        </p:attrNameLst>
                                      </p:cBhvr>
                                      <p:tavLst>
                                        <p:tav tm="0">
                                          <p:val>
                                            <p:fltVal val="0"/>
                                          </p:val>
                                        </p:tav>
                                        <p:tav tm="100000">
                                          <p:val>
                                            <p:strVal val="#ppt_h"/>
                                          </p:val>
                                        </p:tav>
                                      </p:tavLst>
                                    </p:anim>
                                    <p:animEffect transition="in" filter="fade">
                                      <p:cBhvr>
                                        <p:cTn id="101" dur="300"/>
                                        <p:tgtEl>
                                          <p:spTgt spid="49">
                                            <p:txEl>
                                              <p:pRg st="0" end="0"/>
                                            </p:txEl>
                                          </p:spTgt>
                                        </p:tgtEl>
                                      </p:cBhvr>
                                    </p:animEffect>
                                  </p:childTnLst>
                                </p:cTn>
                              </p:par>
                            </p:childTnLst>
                          </p:cTn>
                        </p:par>
                        <p:par>
                          <p:cTn id="102" fill="hold">
                            <p:stCondLst>
                              <p:cond delay="7000"/>
                            </p:stCondLst>
                            <p:childTnLst>
                              <p:par>
                                <p:cTn id="103" presetID="53" presetClass="entr" presetSubtype="16" fill="hold" grpId="0" nodeType="afterEffect" nodePh="1">
                                  <p:stCondLst>
                                    <p:cond delay="0"/>
                                  </p:stCondLst>
                                  <p:endCondLst>
                                    <p:cond evt="begin" delay="0">
                                      <p:tn val="103"/>
                                    </p:cond>
                                  </p:endCondLst>
                                  <p:childTnLst>
                                    <p:set>
                                      <p:cBhvr>
                                        <p:cTn id="104" dur="1" fill="hold">
                                          <p:stCondLst>
                                            <p:cond delay="0"/>
                                          </p:stCondLst>
                                        </p:cTn>
                                        <p:tgtEl>
                                          <p:spTgt spid="50"/>
                                        </p:tgtEl>
                                        <p:attrNameLst>
                                          <p:attrName>style.visibility</p:attrName>
                                        </p:attrNameLst>
                                      </p:cBhvr>
                                      <p:to>
                                        <p:strVal val="visible"/>
                                      </p:to>
                                    </p:set>
                                    <p:anim calcmode="lin" valueType="num">
                                      <p:cBhvr>
                                        <p:cTn id="105" dur="500" fill="hold"/>
                                        <p:tgtEl>
                                          <p:spTgt spid="50"/>
                                        </p:tgtEl>
                                        <p:attrNameLst>
                                          <p:attrName>ppt_w</p:attrName>
                                        </p:attrNameLst>
                                      </p:cBhvr>
                                      <p:tavLst>
                                        <p:tav tm="0">
                                          <p:val>
                                            <p:fltVal val="0"/>
                                          </p:val>
                                        </p:tav>
                                        <p:tav tm="100000">
                                          <p:val>
                                            <p:strVal val="#ppt_w"/>
                                          </p:val>
                                        </p:tav>
                                      </p:tavLst>
                                    </p:anim>
                                    <p:anim calcmode="lin" valueType="num">
                                      <p:cBhvr>
                                        <p:cTn id="106" dur="500" fill="hold"/>
                                        <p:tgtEl>
                                          <p:spTgt spid="50"/>
                                        </p:tgtEl>
                                        <p:attrNameLst>
                                          <p:attrName>ppt_h</p:attrName>
                                        </p:attrNameLst>
                                      </p:cBhvr>
                                      <p:tavLst>
                                        <p:tav tm="0">
                                          <p:val>
                                            <p:fltVal val="0"/>
                                          </p:val>
                                        </p:tav>
                                        <p:tav tm="100000">
                                          <p:val>
                                            <p:strVal val="#ppt_h"/>
                                          </p:val>
                                        </p:tav>
                                      </p:tavLst>
                                    </p:anim>
                                    <p:animEffect transition="in" filter="fade">
                                      <p:cBhvr>
                                        <p:cTn id="107" dur="500"/>
                                        <p:tgtEl>
                                          <p:spTgt spid="50"/>
                                        </p:tgtEl>
                                      </p:cBhvr>
                                    </p:animEffect>
                                  </p:childTnLst>
                                </p:cTn>
                              </p:par>
                            </p:childTnLst>
                          </p:cTn>
                        </p:par>
                        <p:par>
                          <p:cTn id="108" fill="hold">
                            <p:stCondLst>
                              <p:cond delay="7500"/>
                            </p:stCondLst>
                            <p:childTnLst>
                              <p:par>
                                <p:cTn id="109" presetID="22" presetClass="entr" presetSubtype="8" fill="hold" grpId="0" nodeType="afterEffect">
                                  <p:stCondLst>
                                    <p:cond delay="0"/>
                                  </p:stCondLst>
                                  <p:childTnLst>
                                    <p:set>
                                      <p:cBhvr>
                                        <p:cTn id="110" dur="1" fill="hold">
                                          <p:stCondLst>
                                            <p:cond delay="0"/>
                                          </p:stCondLst>
                                        </p:cTn>
                                        <p:tgtEl>
                                          <p:spTgt spid="51"/>
                                        </p:tgtEl>
                                        <p:attrNameLst>
                                          <p:attrName>style.visibility</p:attrName>
                                        </p:attrNameLst>
                                      </p:cBhvr>
                                      <p:to>
                                        <p:strVal val="visible"/>
                                      </p:to>
                                    </p:set>
                                    <p:animEffect transition="in" filter="wipe(left)">
                                      <p:cBhvr>
                                        <p:cTn id="111" dur="500"/>
                                        <p:tgtEl>
                                          <p:spTgt spid="51"/>
                                        </p:tgtEl>
                                      </p:cBhvr>
                                    </p:animEffect>
                                  </p:childTnLst>
                                </p:cTn>
                              </p:par>
                              <p:par>
                                <p:cTn id="112" presetID="42" presetClass="entr" presetSubtype="0" fill="hold" grpId="0" nodeType="withEffect">
                                  <p:stCondLst>
                                    <p:cond delay="200"/>
                                  </p:stCondLst>
                                  <p:childTnLst>
                                    <p:set>
                                      <p:cBhvr>
                                        <p:cTn id="113" dur="1" fill="hold">
                                          <p:stCondLst>
                                            <p:cond delay="0"/>
                                          </p:stCondLst>
                                        </p:cTn>
                                        <p:tgtEl>
                                          <p:spTgt spid="52">
                                            <p:txEl>
                                              <p:pRg st="0" end="0"/>
                                            </p:txEl>
                                          </p:spTgt>
                                        </p:tgtEl>
                                        <p:attrNameLst>
                                          <p:attrName>style.visibility</p:attrName>
                                        </p:attrNameLst>
                                      </p:cBhvr>
                                      <p:to>
                                        <p:strVal val="visible"/>
                                      </p:to>
                                    </p:set>
                                    <p:animEffect transition="in" filter="fade">
                                      <p:cBhvr>
                                        <p:cTn id="114" dur="400"/>
                                        <p:tgtEl>
                                          <p:spTgt spid="52">
                                            <p:txEl>
                                              <p:pRg st="0" end="0"/>
                                            </p:txEl>
                                          </p:spTgt>
                                        </p:tgtEl>
                                      </p:cBhvr>
                                    </p:animEffect>
                                    <p:anim calcmode="lin" valueType="num">
                                      <p:cBhvr>
                                        <p:cTn id="115" dur="40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116" dur="400" fill="hold"/>
                                        <p:tgtEl>
                                          <p:spTgt spid="52">
                                            <p:txEl>
                                              <p:pRg st="0" end="0"/>
                                            </p:txEl>
                                          </p:spTgt>
                                        </p:tgtEl>
                                        <p:attrNameLst>
                                          <p:attrName>ppt_y</p:attrName>
                                        </p:attrNameLst>
                                      </p:cBhvr>
                                      <p:tavLst>
                                        <p:tav tm="0">
                                          <p:val>
                                            <p:strVal val="#ppt_y+.1"/>
                                          </p:val>
                                        </p:tav>
                                        <p:tav tm="100000">
                                          <p:val>
                                            <p:strVal val="#ppt_y"/>
                                          </p:val>
                                        </p:tav>
                                      </p:tavLst>
                                    </p:anim>
                                  </p:childTnLst>
                                </p:cTn>
                              </p:par>
                              <p:par>
                                <p:cTn id="117" presetID="42" presetClass="entr" presetSubtype="0" fill="hold" grpId="0" nodeType="withEffect">
                                  <p:stCondLst>
                                    <p:cond delay="200"/>
                                  </p:stCondLst>
                                  <p:childTnLst>
                                    <p:set>
                                      <p:cBhvr>
                                        <p:cTn id="118" dur="1" fill="hold">
                                          <p:stCondLst>
                                            <p:cond delay="0"/>
                                          </p:stCondLst>
                                        </p:cTn>
                                        <p:tgtEl>
                                          <p:spTgt spid="53">
                                            <p:txEl>
                                              <p:pRg st="0" end="0"/>
                                            </p:txEl>
                                          </p:spTgt>
                                        </p:tgtEl>
                                        <p:attrNameLst>
                                          <p:attrName>style.visibility</p:attrName>
                                        </p:attrNameLst>
                                      </p:cBhvr>
                                      <p:to>
                                        <p:strVal val="visible"/>
                                      </p:to>
                                    </p:set>
                                    <p:animEffect transition="in" filter="fade">
                                      <p:cBhvr>
                                        <p:cTn id="119" dur="500"/>
                                        <p:tgtEl>
                                          <p:spTgt spid="53">
                                            <p:txEl>
                                              <p:pRg st="0" end="0"/>
                                            </p:txEl>
                                          </p:spTgt>
                                        </p:tgtEl>
                                      </p:cBhvr>
                                    </p:animEffect>
                                    <p:anim calcmode="lin" valueType="num">
                                      <p:cBhvr>
                                        <p:cTn id="120" dur="500" fill="hold"/>
                                        <p:tgtEl>
                                          <p:spTgt spid="53">
                                            <p:txEl>
                                              <p:pRg st="0" end="0"/>
                                            </p:txEl>
                                          </p:spTgt>
                                        </p:tgtEl>
                                        <p:attrNameLst>
                                          <p:attrName>ppt_x</p:attrName>
                                        </p:attrNameLst>
                                      </p:cBhvr>
                                      <p:tavLst>
                                        <p:tav tm="0">
                                          <p:val>
                                            <p:strVal val="#ppt_x"/>
                                          </p:val>
                                        </p:tav>
                                        <p:tav tm="100000">
                                          <p:val>
                                            <p:strVal val="#ppt_x"/>
                                          </p:val>
                                        </p:tav>
                                      </p:tavLst>
                                    </p:anim>
                                    <p:anim calcmode="lin" valueType="num">
                                      <p:cBhvr>
                                        <p:cTn id="121" dur="500" fill="hold"/>
                                        <p:tgtEl>
                                          <p:spTgt spid="53">
                                            <p:txEl>
                                              <p:pRg st="0" end="0"/>
                                            </p:txEl>
                                          </p:spTgt>
                                        </p:tgtEl>
                                        <p:attrNameLst>
                                          <p:attrName>ppt_y</p:attrName>
                                        </p:attrNameLst>
                                      </p:cBhvr>
                                      <p:tavLst>
                                        <p:tav tm="0">
                                          <p:val>
                                            <p:strVal val="#ppt_y+.1"/>
                                          </p:val>
                                        </p:tav>
                                        <p:tav tm="100000">
                                          <p:val>
                                            <p:strVal val="#ppt_y"/>
                                          </p:val>
                                        </p:tav>
                                      </p:tavLst>
                                    </p:anim>
                                  </p:childTnLst>
                                </p:cTn>
                              </p:par>
                              <p:par>
                                <p:cTn id="122" presetID="10" presetClass="entr" presetSubtype="0" fill="hold" grpId="0" nodeType="withEffect">
                                  <p:stCondLst>
                                    <p:cond delay="800"/>
                                  </p:stCondLst>
                                  <p:childTnLst>
                                    <p:set>
                                      <p:cBhvr>
                                        <p:cTn id="123" dur="1" fill="hold">
                                          <p:stCondLst>
                                            <p:cond delay="0"/>
                                          </p:stCondLst>
                                        </p:cTn>
                                        <p:tgtEl>
                                          <p:spTgt spid="54">
                                            <p:txEl>
                                              <p:pRg st="0" end="0"/>
                                            </p:txEl>
                                          </p:spTgt>
                                        </p:tgtEl>
                                        <p:attrNameLst>
                                          <p:attrName>style.visibility</p:attrName>
                                        </p:attrNameLst>
                                      </p:cBhvr>
                                      <p:to>
                                        <p:strVal val="visible"/>
                                      </p:to>
                                    </p:set>
                                    <p:animEffect transition="in" filter="fade">
                                      <p:cBhvr>
                                        <p:cTn id="124" dur="500"/>
                                        <p:tgtEl>
                                          <p:spTgt spid="54">
                                            <p:txEl>
                                              <p:pRg st="0" end="0"/>
                                            </p:txEl>
                                          </p:spTgt>
                                        </p:tgtEl>
                                      </p:cBhvr>
                                    </p:animEffect>
                                  </p:childTnLst>
                                </p:cTn>
                              </p:par>
                            </p:childTnLst>
                          </p:cTn>
                        </p:par>
                        <p:par>
                          <p:cTn id="125" fill="hold">
                            <p:stCondLst>
                              <p:cond delay="8800"/>
                            </p:stCondLst>
                            <p:childTnLst>
                              <p:par>
                                <p:cTn id="126" presetID="53" presetClass="entr" presetSubtype="16" fill="hold" grpId="0" nodeType="afterEffect">
                                  <p:stCondLst>
                                    <p:cond delay="0"/>
                                  </p:stCondLst>
                                  <p:childTnLst>
                                    <p:set>
                                      <p:cBhvr>
                                        <p:cTn id="127" dur="1" fill="hold">
                                          <p:stCondLst>
                                            <p:cond delay="0"/>
                                          </p:stCondLst>
                                        </p:cTn>
                                        <p:tgtEl>
                                          <p:spTgt spid="55">
                                            <p:txEl>
                                              <p:pRg st="0" end="0"/>
                                            </p:txEl>
                                          </p:spTgt>
                                        </p:tgtEl>
                                        <p:attrNameLst>
                                          <p:attrName>style.visibility</p:attrName>
                                        </p:attrNameLst>
                                      </p:cBhvr>
                                      <p:to>
                                        <p:strVal val="visible"/>
                                      </p:to>
                                    </p:set>
                                    <p:anim calcmode="lin" valueType="num">
                                      <p:cBhvr>
                                        <p:cTn id="128" dur="300" fill="hold"/>
                                        <p:tgtEl>
                                          <p:spTgt spid="55">
                                            <p:txEl>
                                              <p:pRg st="0" end="0"/>
                                            </p:txEl>
                                          </p:spTgt>
                                        </p:tgtEl>
                                        <p:attrNameLst>
                                          <p:attrName>ppt_w</p:attrName>
                                        </p:attrNameLst>
                                      </p:cBhvr>
                                      <p:tavLst>
                                        <p:tav tm="0">
                                          <p:val>
                                            <p:fltVal val="0"/>
                                          </p:val>
                                        </p:tav>
                                        <p:tav tm="100000">
                                          <p:val>
                                            <p:strVal val="#ppt_w"/>
                                          </p:val>
                                        </p:tav>
                                      </p:tavLst>
                                    </p:anim>
                                    <p:anim calcmode="lin" valueType="num">
                                      <p:cBhvr>
                                        <p:cTn id="129" dur="300" fill="hold"/>
                                        <p:tgtEl>
                                          <p:spTgt spid="55">
                                            <p:txEl>
                                              <p:pRg st="0" end="0"/>
                                            </p:txEl>
                                          </p:spTgt>
                                        </p:tgtEl>
                                        <p:attrNameLst>
                                          <p:attrName>ppt_h</p:attrName>
                                        </p:attrNameLst>
                                      </p:cBhvr>
                                      <p:tavLst>
                                        <p:tav tm="0">
                                          <p:val>
                                            <p:fltVal val="0"/>
                                          </p:val>
                                        </p:tav>
                                        <p:tav tm="100000">
                                          <p:val>
                                            <p:strVal val="#ppt_h"/>
                                          </p:val>
                                        </p:tav>
                                      </p:tavLst>
                                    </p:anim>
                                    <p:animEffect transition="in" filter="fade">
                                      <p:cBhvr>
                                        <p:cTn id="130" dur="300"/>
                                        <p:tgtEl>
                                          <p:spTgt spid="55">
                                            <p:txEl>
                                              <p:pRg st="0" end="0"/>
                                            </p:txEl>
                                          </p:spTgt>
                                        </p:tgtEl>
                                      </p:cBhvr>
                                    </p:animEffect>
                                  </p:childTnLst>
                                </p:cTn>
                              </p:par>
                            </p:childTnLst>
                          </p:cTn>
                        </p:par>
                        <p:par>
                          <p:cTn id="131" fill="hold">
                            <p:stCondLst>
                              <p:cond delay="9100"/>
                            </p:stCondLst>
                            <p:childTnLst>
                              <p:par>
                                <p:cTn id="132" presetID="53" presetClass="entr" presetSubtype="16" fill="hold" grpId="0" nodeType="afterEffect" nodePh="1">
                                  <p:stCondLst>
                                    <p:cond delay="0"/>
                                  </p:stCondLst>
                                  <p:endCondLst>
                                    <p:cond evt="begin" delay="0">
                                      <p:tn val="132"/>
                                    </p:cond>
                                  </p:endCondLst>
                                  <p:childTnLst>
                                    <p:set>
                                      <p:cBhvr>
                                        <p:cTn id="133" dur="1" fill="hold">
                                          <p:stCondLst>
                                            <p:cond delay="0"/>
                                          </p:stCondLst>
                                        </p:cTn>
                                        <p:tgtEl>
                                          <p:spTgt spid="56"/>
                                        </p:tgtEl>
                                        <p:attrNameLst>
                                          <p:attrName>style.visibility</p:attrName>
                                        </p:attrNameLst>
                                      </p:cBhvr>
                                      <p:to>
                                        <p:strVal val="visible"/>
                                      </p:to>
                                    </p:set>
                                    <p:anim calcmode="lin" valueType="num">
                                      <p:cBhvr>
                                        <p:cTn id="134" dur="500" fill="hold"/>
                                        <p:tgtEl>
                                          <p:spTgt spid="56"/>
                                        </p:tgtEl>
                                        <p:attrNameLst>
                                          <p:attrName>ppt_w</p:attrName>
                                        </p:attrNameLst>
                                      </p:cBhvr>
                                      <p:tavLst>
                                        <p:tav tm="0">
                                          <p:val>
                                            <p:fltVal val="0"/>
                                          </p:val>
                                        </p:tav>
                                        <p:tav tm="100000">
                                          <p:val>
                                            <p:strVal val="#ppt_w"/>
                                          </p:val>
                                        </p:tav>
                                      </p:tavLst>
                                    </p:anim>
                                    <p:anim calcmode="lin" valueType="num">
                                      <p:cBhvr>
                                        <p:cTn id="135" dur="500" fill="hold"/>
                                        <p:tgtEl>
                                          <p:spTgt spid="56"/>
                                        </p:tgtEl>
                                        <p:attrNameLst>
                                          <p:attrName>ppt_h</p:attrName>
                                        </p:attrNameLst>
                                      </p:cBhvr>
                                      <p:tavLst>
                                        <p:tav tm="0">
                                          <p:val>
                                            <p:fltVal val="0"/>
                                          </p:val>
                                        </p:tav>
                                        <p:tav tm="100000">
                                          <p:val>
                                            <p:strVal val="#ppt_h"/>
                                          </p:val>
                                        </p:tav>
                                      </p:tavLst>
                                    </p:anim>
                                    <p:animEffect transition="in" filter="fade">
                                      <p:cBhvr>
                                        <p:cTn id="136" dur="500"/>
                                        <p:tgtEl>
                                          <p:spTgt spid="56"/>
                                        </p:tgtEl>
                                      </p:cBhvr>
                                    </p:animEffect>
                                  </p:childTnLst>
                                </p:cTn>
                              </p:par>
                            </p:childTnLst>
                          </p:cTn>
                        </p:par>
                        <p:par>
                          <p:cTn id="137" fill="hold">
                            <p:stCondLst>
                              <p:cond delay="9600"/>
                            </p:stCondLst>
                            <p:childTnLst>
                              <p:par>
                                <p:cTn id="138" presetID="22" presetClass="entr" presetSubtype="8" fill="hold" grpId="0" nodeType="afterEffect">
                                  <p:stCondLst>
                                    <p:cond delay="0"/>
                                  </p:stCondLst>
                                  <p:childTnLst>
                                    <p:set>
                                      <p:cBhvr>
                                        <p:cTn id="139" dur="1" fill="hold">
                                          <p:stCondLst>
                                            <p:cond delay="0"/>
                                          </p:stCondLst>
                                        </p:cTn>
                                        <p:tgtEl>
                                          <p:spTgt spid="57"/>
                                        </p:tgtEl>
                                        <p:attrNameLst>
                                          <p:attrName>style.visibility</p:attrName>
                                        </p:attrNameLst>
                                      </p:cBhvr>
                                      <p:to>
                                        <p:strVal val="visible"/>
                                      </p:to>
                                    </p:set>
                                    <p:animEffect transition="in" filter="wipe(left)">
                                      <p:cBhvr>
                                        <p:cTn id="140" dur="500"/>
                                        <p:tgtEl>
                                          <p:spTgt spid="57"/>
                                        </p:tgtEl>
                                      </p:cBhvr>
                                    </p:animEffect>
                                  </p:childTnLst>
                                </p:cTn>
                              </p:par>
                              <p:par>
                                <p:cTn id="141" presetID="42" presetClass="entr" presetSubtype="0" fill="hold" grpId="0" nodeType="withEffect">
                                  <p:stCondLst>
                                    <p:cond delay="200"/>
                                  </p:stCondLst>
                                  <p:childTnLst>
                                    <p:set>
                                      <p:cBhvr>
                                        <p:cTn id="142" dur="1" fill="hold">
                                          <p:stCondLst>
                                            <p:cond delay="0"/>
                                          </p:stCondLst>
                                        </p:cTn>
                                        <p:tgtEl>
                                          <p:spTgt spid="58">
                                            <p:txEl>
                                              <p:pRg st="0" end="0"/>
                                            </p:txEl>
                                          </p:spTgt>
                                        </p:tgtEl>
                                        <p:attrNameLst>
                                          <p:attrName>style.visibility</p:attrName>
                                        </p:attrNameLst>
                                      </p:cBhvr>
                                      <p:to>
                                        <p:strVal val="visible"/>
                                      </p:to>
                                    </p:set>
                                    <p:animEffect transition="in" filter="fade">
                                      <p:cBhvr>
                                        <p:cTn id="143" dur="400"/>
                                        <p:tgtEl>
                                          <p:spTgt spid="58">
                                            <p:txEl>
                                              <p:pRg st="0" end="0"/>
                                            </p:txEl>
                                          </p:spTgt>
                                        </p:tgtEl>
                                      </p:cBhvr>
                                    </p:animEffect>
                                    <p:anim calcmode="lin" valueType="num">
                                      <p:cBhvr>
                                        <p:cTn id="144" dur="400" fill="hold"/>
                                        <p:tgtEl>
                                          <p:spTgt spid="58">
                                            <p:txEl>
                                              <p:pRg st="0" end="0"/>
                                            </p:txEl>
                                          </p:spTgt>
                                        </p:tgtEl>
                                        <p:attrNameLst>
                                          <p:attrName>ppt_x</p:attrName>
                                        </p:attrNameLst>
                                      </p:cBhvr>
                                      <p:tavLst>
                                        <p:tav tm="0">
                                          <p:val>
                                            <p:strVal val="#ppt_x"/>
                                          </p:val>
                                        </p:tav>
                                        <p:tav tm="100000">
                                          <p:val>
                                            <p:strVal val="#ppt_x"/>
                                          </p:val>
                                        </p:tav>
                                      </p:tavLst>
                                    </p:anim>
                                    <p:anim calcmode="lin" valueType="num">
                                      <p:cBhvr>
                                        <p:cTn id="145" dur="400" fill="hold"/>
                                        <p:tgtEl>
                                          <p:spTgt spid="58">
                                            <p:txEl>
                                              <p:pRg st="0" end="0"/>
                                            </p:txEl>
                                          </p:spTgt>
                                        </p:tgtEl>
                                        <p:attrNameLst>
                                          <p:attrName>ppt_y</p:attrName>
                                        </p:attrNameLst>
                                      </p:cBhvr>
                                      <p:tavLst>
                                        <p:tav tm="0">
                                          <p:val>
                                            <p:strVal val="#ppt_y+.1"/>
                                          </p:val>
                                        </p:tav>
                                        <p:tav tm="100000">
                                          <p:val>
                                            <p:strVal val="#ppt_y"/>
                                          </p:val>
                                        </p:tav>
                                      </p:tavLst>
                                    </p:anim>
                                  </p:childTnLst>
                                </p:cTn>
                              </p:par>
                              <p:par>
                                <p:cTn id="146" presetID="42" presetClass="entr" presetSubtype="0" fill="hold" grpId="0" nodeType="withEffect">
                                  <p:stCondLst>
                                    <p:cond delay="200"/>
                                  </p:stCondLst>
                                  <p:childTnLst>
                                    <p:set>
                                      <p:cBhvr>
                                        <p:cTn id="147" dur="1" fill="hold">
                                          <p:stCondLst>
                                            <p:cond delay="0"/>
                                          </p:stCondLst>
                                        </p:cTn>
                                        <p:tgtEl>
                                          <p:spTgt spid="59">
                                            <p:txEl>
                                              <p:pRg st="0" end="0"/>
                                            </p:txEl>
                                          </p:spTgt>
                                        </p:tgtEl>
                                        <p:attrNameLst>
                                          <p:attrName>style.visibility</p:attrName>
                                        </p:attrNameLst>
                                      </p:cBhvr>
                                      <p:to>
                                        <p:strVal val="visible"/>
                                      </p:to>
                                    </p:set>
                                    <p:animEffect transition="in" filter="fade">
                                      <p:cBhvr>
                                        <p:cTn id="148" dur="500"/>
                                        <p:tgtEl>
                                          <p:spTgt spid="59">
                                            <p:txEl>
                                              <p:pRg st="0" end="0"/>
                                            </p:txEl>
                                          </p:spTgt>
                                        </p:tgtEl>
                                      </p:cBhvr>
                                    </p:animEffect>
                                    <p:anim calcmode="lin" valueType="num">
                                      <p:cBhvr>
                                        <p:cTn id="149"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150" dur="500" fill="hold"/>
                                        <p:tgtEl>
                                          <p:spTgt spid="59">
                                            <p:txEl>
                                              <p:pRg st="0" end="0"/>
                                            </p:txEl>
                                          </p:spTgt>
                                        </p:tgtEl>
                                        <p:attrNameLst>
                                          <p:attrName>ppt_y</p:attrName>
                                        </p:attrNameLst>
                                      </p:cBhvr>
                                      <p:tavLst>
                                        <p:tav tm="0">
                                          <p:val>
                                            <p:strVal val="#ppt_y+.1"/>
                                          </p:val>
                                        </p:tav>
                                        <p:tav tm="100000">
                                          <p:val>
                                            <p:strVal val="#ppt_y"/>
                                          </p:val>
                                        </p:tav>
                                      </p:tavLst>
                                    </p:anim>
                                  </p:childTnLst>
                                </p:cTn>
                              </p:par>
                              <p:par>
                                <p:cTn id="151" presetID="10" presetClass="entr" presetSubtype="0" fill="hold" grpId="0" nodeType="withEffect">
                                  <p:stCondLst>
                                    <p:cond delay="800"/>
                                  </p:stCondLst>
                                  <p:childTnLst>
                                    <p:set>
                                      <p:cBhvr>
                                        <p:cTn id="152" dur="1" fill="hold">
                                          <p:stCondLst>
                                            <p:cond delay="0"/>
                                          </p:stCondLst>
                                        </p:cTn>
                                        <p:tgtEl>
                                          <p:spTgt spid="60">
                                            <p:txEl>
                                              <p:pRg st="0" end="0"/>
                                            </p:txEl>
                                          </p:spTgt>
                                        </p:tgtEl>
                                        <p:attrNameLst>
                                          <p:attrName>style.visibility</p:attrName>
                                        </p:attrNameLst>
                                      </p:cBhvr>
                                      <p:to>
                                        <p:strVal val="visible"/>
                                      </p:to>
                                    </p:set>
                                    <p:animEffect transition="in" filter="fade">
                                      <p:cBhvr>
                                        <p:cTn id="153" dur="500"/>
                                        <p:tgtEl>
                                          <p:spTgt spid="60">
                                            <p:txEl>
                                              <p:pRg st="0" end="0"/>
                                            </p:txEl>
                                          </p:spTgt>
                                        </p:tgtEl>
                                      </p:cBhvr>
                                    </p:animEffect>
                                  </p:childTnLst>
                                </p:cTn>
                              </p:par>
                            </p:childTnLst>
                          </p:cTn>
                        </p:par>
                        <p:par>
                          <p:cTn id="154" fill="hold">
                            <p:stCondLst>
                              <p:cond delay="10900"/>
                            </p:stCondLst>
                            <p:childTnLst>
                              <p:par>
                                <p:cTn id="155" presetID="53" presetClass="entr" presetSubtype="16" fill="hold" grpId="0" nodeType="afterEffect">
                                  <p:stCondLst>
                                    <p:cond delay="0"/>
                                  </p:stCondLst>
                                  <p:childTnLst>
                                    <p:set>
                                      <p:cBhvr>
                                        <p:cTn id="156" dur="1" fill="hold">
                                          <p:stCondLst>
                                            <p:cond delay="0"/>
                                          </p:stCondLst>
                                        </p:cTn>
                                        <p:tgtEl>
                                          <p:spTgt spid="61">
                                            <p:txEl>
                                              <p:pRg st="0" end="0"/>
                                            </p:txEl>
                                          </p:spTgt>
                                        </p:tgtEl>
                                        <p:attrNameLst>
                                          <p:attrName>style.visibility</p:attrName>
                                        </p:attrNameLst>
                                      </p:cBhvr>
                                      <p:to>
                                        <p:strVal val="visible"/>
                                      </p:to>
                                    </p:set>
                                    <p:anim calcmode="lin" valueType="num">
                                      <p:cBhvr>
                                        <p:cTn id="157" dur="300" fill="hold"/>
                                        <p:tgtEl>
                                          <p:spTgt spid="61">
                                            <p:txEl>
                                              <p:pRg st="0" end="0"/>
                                            </p:txEl>
                                          </p:spTgt>
                                        </p:tgtEl>
                                        <p:attrNameLst>
                                          <p:attrName>ppt_w</p:attrName>
                                        </p:attrNameLst>
                                      </p:cBhvr>
                                      <p:tavLst>
                                        <p:tav tm="0">
                                          <p:val>
                                            <p:fltVal val="0"/>
                                          </p:val>
                                        </p:tav>
                                        <p:tav tm="100000">
                                          <p:val>
                                            <p:strVal val="#ppt_w"/>
                                          </p:val>
                                        </p:tav>
                                      </p:tavLst>
                                    </p:anim>
                                    <p:anim calcmode="lin" valueType="num">
                                      <p:cBhvr>
                                        <p:cTn id="158" dur="300" fill="hold"/>
                                        <p:tgtEl>
                                          <p:spTgt spid="61">
                                            <p:txEl>
                                              <p:pRg st="0" end="0"/>
                                            </p:txEl>
                                          </p:spTgt>
                                        </p:tgtEl>
                                        <p:attrNameLst>
                                          <p:attrName>ppt_h</p:attrName>
                                        </p:attrNameLst>
                                      </p:cBhvr>
                                      <p:tavLst>
                                        <p:tav tm="0">
                                          <p:val>
                                            <p:fltVal val="0"/>
                                          </p:val>
                                        </p:tav>
                                        <p:tav tm="100000">
                                          <p:val>
                                            <p:strVal val="#ppt_h"/>
                                          </p:val>
                                        </p:tav>
                                      </p:tavLst>
                                    </p:anim>
                                    <p:animEffect transition="in" filter="fade">
                                      <p:cBhvr>
                                        <p:cTn id="159" dur="300"/>
                                        <p:tgtEl>
                                          <p:spTgt spid="6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33" grpId="0"/>
      <p:bldP spid="3" grpId="0" animBg="1"/>
      <p:bldP spid="34" grpId="0" build="p">
        <p:tmplLst>
          <p:tmpl lvl="1">
            <p:tnLst>
              <p:par>
                <p:cTn presetID="42" presetClass="entr" presetSubtype="0" fill="hold" nodeType="withEffect">
                  <p:stCondLst>
                    <p:cond delay="200"/>
                  </p:stCondLst>
                  <p:childTnLst>
                    <p:set>
                      <p:cBhvr>
                        <p:cTn dur="1" fill="hold">
                          <p:stCondLst>
                            <p:cond delay="0"/>
                          </p:stCondLst>
                        </p:cTn>
                        <p:tgtEl>
                          <p:spTgt spid="34"/>
                        </p:tgtEl>
                        <p:attrNameLst>
                          <p:attrName>style.visibility</p:attrName>
                        </p:attrNameLst>
                      </p:cBhvr>
                      <p:to>
                        <p:strVal val="visible"/>
                      </p:to>
                    </p:set>
                    <p:animEffect transition="in" filter="fade">
                      <p:cBhvr>
                        <p:cTn dur="400"/>
                        <p:tgtEl>
                          <p:spTgt spid="34"/>
                        </p:tgtEl>
                      </p:cBhvr>
                    </p:animEffect>
                    <p:anim calcmode="lin" valueType="num">
                      <p:cBhvr>
                        <p:cTn dur="400" fill="hold"/>
                        <p:tgtEl>
                          <p:spTgt spid="34"/>
                        </p:tgtEl>
                        <p:attrNameLst>
                          <p:attrName>ppt_x</p:attrName>
                        </p:attrNameLst>
                      </p:cBhvr>
                      <p:tavLst>
                        <p:tav tm="0">
                          <p:val>
                            <p:strVal val="#ppt_x"/>
                          </p:val>
                        </p:tav>
                        <p:tav tm="100000">
                          <p:val>
                            <p:strVal val="#ppt_x"/>
                          </p:val>
                        </p:tav>
                      </p:tavLst>
                    </p:anim>
                    <p:anim calcmode="lin" valueType="num">
                      <p:cBhvr>
                        <p:cTn dur="400" fill="hold"/>
                        <p:tgtEl>
                          <p:spTgt spid="34"/>
                        </p:tgtEl>
                        <p:attrNameLst>
                          <p:attrName>ppt_y</p:attrName>
                        </p:attrNameLst>
                      </p:cBhvr>
                      <p:tavLst>
                        <p:tav tm="0">
                          <p:val>
                            <p:strVal val="#ppt_y+.1"/>
                          </p:val>
                        </p:tav>
                        <p:tav tm="100000">
                          <p:val>
                            <p:strVal val="#ppt_y"/>
                          </p:val>
                        </p:tav>
                      </p:tavLst>
                    </p:anim>
                  </p:childTnLst>
                </p:cTn>
              </p:par>
            </p:tnLst>
          </p:tmpl>
        </p:tmplLst>
      </p:bldP>
      <p:bldP spid="35" grpId="0" build="p">
        <p:tmplLst>
          <p:tmpl lvl="1">
            <p:tnLst>
              <p:par>
                <p:cTn presetID="42" presetClass="entr" presetSubtype="0" fill="hold" nodeType="withEffect">
                  <p:stCondLst>
                    <p:cond delay="200"/>
                  </p:stCondLst>
                  <p:childTnLst>
                    <p:set>
                      <p:cBhvr>
                        <p:cTn dur="1" fill="hold">
                          <p:stCondLst>
                            <p:cond delay="0"/>
                          </p:stCondLst>
                        </p:cTn>
                        <p:tgtEl>
                          <p:spTgt spid="35"/>
                        </p:tgtEl>
                        <p:attrNameLst>
                          <p:attrName>style.visibility</p:attrName>
                        </p:attrNameLst>
                      </p:cBhvr>
                      <p:to>
                        <p:strVal val="visible"/>
                      </p:to>
                    </p:set>
                    <p:animEffect transition="in" filter="fade">
                      <p:cBhvr>
                        <p:cTn dur="500"/>
                        <p:tgtEl>
                          <p:spTgt spid="35"/>
                        </p:tgtEl>
                      </p:cBhvr>
                    </p:animEffect>
                    <p:anim calcmode="lin" valueType="num">
                      <p:cBhvr>
                        <p:cTn dur="500" fill="hold"/>
                        <p:tgtEl>
                          <p:spTgt spid="35"/>
                        </p:tgtEl>
                        <p:attrNameLst>
                          <p:attrName>ppt_x</p:attrName>
                        </p:attrNameLst>
                      </p:cBhvr>
                      <p:tavLst>
                        <p:tav tm="0">
                          <p:val>
                            <p:strVal val="#ppt_x"/>
                          </p:val>
                        </p:tav>
                        <p:tav tm="100000">
                          <p:val>
                            <p:strVal val="#ppt_x"/>
                          </p:val>
                        </p:tav>
                      </p:tavLst>
                    </p:anim>
                    <p:anim calcmode="lin" valueType="num">
                      <p:cBhvr>
                        <p:cTn dur="500" fill="hold"/>
                        <p:tgtEl>
                          <p:spTgt spid="35"/>
                        </p:tgtEl>
                        <p:attrNameLst>
                          <p:attrName>ppt_y</p:attrName>
                        </p:attrNameLst>
                      </p:cBhvr>
                      <p:tavLst>
                        <p:tav tm="0">
                          <p:val>
                            <p:strVal val="#ppt_y+.1"/>
                          </p:val>
                        </p:tav>
                        <p:tav tm="100000">
                          <p:val>
                            <p:strVal val="#ppt_y"/>
                          </p:val>
                        </p:tav>
                      </p:tavLst>
                    </p:anim>
                  </p:childTnLst>
                </p:cTn>
              </p:par>
            </p:tnLst>
          </p:tmpl>
        </p:tmplLst>
      </p:bldP>
      <p:bldP spid="36" grpId="0" build="p">
        <p:tmplLst>
          <p:tmpl lvl="1">
            <p:tnLst>
              <p:par>
                <p:cTn presetID="10" presetClass="entr" presetSubtype="0" fill="hold" nodeType="withEffect">
                  <p:stCondLst>
                    <p:cond delay="80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7" grpId="0" build="p">
        <p:tmplLst>
          <p:tmpl lvl="1">
            <p:tnLst>
              <p:par>
                <p:cTn presetID="53" presetClass="entr" presetSubtype="16"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 calcmode="lin" valueType="num">
                      <p:cBhvr>
                        <p:cTn dur="300" fill="hold"/>
                        <p:tgtEl>
                          <p:spTgt spid="37"/>
                        </p:tgtEl>
                        <p:attrNameLst>
                          <p:attrName>ppt_w</p:attrName>
                        </p:attrNameLst>
                      </p:cBhvr>
                      <p:tavLst>
                        <p:tav tm="0">
                          <p:val>
                            <p:fltVal val="0"/>
                          </p:val>
                        </p:tav>
                        <p:tav tm="100000">
                          <p:val>
                            <p:strVal val="#ppt_w"/>
                          </p:val>
                        </p:tav>
                      </p:tavLst>
                    </p:anim>
                    <p:anim calcmode="lin" valueType="num">
                      <p:cBhvr>
                        <p:cTn dur="300" fill="hold"/>
                        <p:tgtEl>
                          <p:spTgt spid="37"/>
                        </p:tgtEl>
                        <p:attrNameLst>
                          <p:attrName>ppt_h</p:attrName>
                        </p:attrNameLst>
                      </p:cBhvr>
                      <p:tavLst>
                        <p:tav tm="0">
                          <p:val>
                            <p:fltVal val="0"/>
                          </p:val>
                        </p:tav>
                        <p:tav tm="100000">
                          <p:val>
                            <p:strVal val="#ppt_h"/>
                          </p:val>
                        </p:tav>
                      </p:tavLst>
                    </p:anim>
                    <p:animEffect transition="in" filter="fade">
                      <p:cBhvr>
                        <p:cTn dur="300"/>
                        <p:tgtEl>
                          <p:spTgt spid="37"/>
                        </p:tgtEl>
                      </p:cBhvr>
                    </p:animEffect>
                  </p:childTnLst>
                </p:cTn>
              </p:par>
            </p:tnLst>
          </p:tmpl>
        </p:tmplLst>
      </p:bldP>
      <p:bldP spid="38" grpId="0"/>
      <p:bldP spid="39" grpId="0" animBg="1"/>
      <p:bldP spid="40" grpId="0" build="p">
        <p:tmplLst>
          <p:tmpl lvl="1">
            <p:tnLst>
              <p:par>
                <p:cTn presetID="42" presetClass="entr" presetSubtype="0" fill="hold" nodeType="withEffect">
                  <p:stCondLst>
                    <p:cond delay="200"/>
                  </p:stCondLst>
                  <p:childTnLst>
                    <p:set>
                      <p:cBhvr>
                        <p:cTn dur="1" fill="hold">
                          <p:stCondLst>
                            <p:cond delay="0"/>
                          </p:stCondLst>
                        </p:cTn>
                        <p:tgtEl>
                          <p:spTgt spid="40"/>
                        </p:tgtEl>
                        <p:attrNameLst>
                          <p:attrName>style.visibility</p:attrName>
                        </p:attrNameLst>
                      </p:cBhvr>
                      <p:to>
                        <p:strVal val="visible"/>
                      </p:to>
                    </p:set>
                    <p:animEffect transition="in" filter="fade">
                      <p:cBhvr>
                        <p:cTn dur="400"/>
                        <p:tgtEl>
                          <p:spTgt spid="40"/>
                        </p:tgtEl>
                      </p:cBhvr>
                    </p:animEffect>
                    <p:anim calcmode="lin" valueType="num">
                      <p:cBhvr>
                        <p:cTn dur="400" fill="hold"/>
                        <p:tgtEl>
                          <p:spTgt spid="40"/>
                        </p:tgtEl>
                        <p:attrNameLst>
                          <p:attrName>ppt_x</p:attrName>
                        </p:attrNameLst>
                      </p:cBhvr>
                      <p:tavLst>
                        <p:tav tm="0">
                          <p:val>
                            <p:strVal val="#ppt_x"/>
                          </p:val>
                        </p:tav>
                        <p:tav tm="100000">
                          <p:val>
                            <p:strVal val="#ppt_x"/>
                          </p:val>
                        </p:tav>
                      </p:tavLst>
                    </p:anim>
                    <p:anim calcmode="lin" valueType="num">
                      <p:cBhvr>
                        <p:cTn dur="400" fill="hold"/>
                        <p:tgtEl>
                          <p:spTgt spid="40"/>
                        </p:tgtEl>
                        <p:attrNameLst>
                          <p:attrName>ppt_y</p:attrName>
                        </p:attrNameLst>
                      </p:cBhvr>
                      <p:tavLst>
                        <p:tav tm="0">
                          <p:val>
                            <p:strVal val="#ppt_y+.1"/>
                          </p:val>
                        </p:tav>
                        <p:tav tm="100000">
                          <p:val>
                            <p:strVal val="#ppt_y"/>
                          </p:val>
                        </p:tav>
                      </p:tavLst>
                    </p:anim>
                  </p:childTnLst>
                </p:cTn>
              </p:par>
            </p:tnLst>
          </p:tmpl>
        </p:tmplLst>
      </p:bldP>
      <p:bldP spid="41" grpId="0" build="p">
        <p:tmplLst>
          <p:tmpl lvl="1">
            <p:tnLst>
              <p:par>
                <p:cTn presetID="42" presetClass="entr" presetSubtype="0" fill="hold" nodeType="withEffect">
                  <p:stCondLst>
                    <p:cond delay="20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anim calcmode="lin" valueType="num">
                      <p:cBhvr>
                        <p:cTn dur="500" fill="hold"/>
                        <p:tgtEl>
                          <p:spTgt spid="41"/>
                        </p:tgtEl>
                        <p:attrNameLst>
                          <p:attrName>ppt_x</p:attrName>
                        </p:attrNameLst>
                      </p:cBhvr>
                      <p:tavLst>
                        <p:tav tm="0">
                          <p:val>
                            <p:strVal val="#ppt_x"/>
                          </p:val>
                        </p:tav>
                        <p:tav tm="100000">
                          <p:val>
                            <p:strVal val="#ppt_x"/>
                          </p:val>
                        </p:tav>
                      </p:tavLst>
                    </p:anim>
                    <p:anim calcmode="lin" valueType="num">
                      <p:cBhvr>
                        <p:cTn dur="500" fill="hold"/>
                        <p:tgtEl>
                          <p:spTgt spid="41"/>
                        </p:tgtEl>
                        <p:attrNameLst>
                          <p:attrName>ppt_y</p:attrName>
                        </p:attrNameLst>
                      </p:cBhvr>
                      <p:tavLst>
                        <p:tav tm="0">
                          <p:val>
                            <p:strVal val="#ppt_y+.1"/>
                          </p:val>
                        </p:tav>
                        <p:tav tm="100000">
                          <p:val>
                            <p:strVal val="#ppt_y"/>
                          </p:val>
                        </p:tav>
                      </p:tavLst>
                    </p:anim>
                  </p:childTnLst>
                </p:cTn>
              </p:par>
            </p:tnLst>
          </p:tmpl>
        </p:tmplLst>
      </p:bldP>
      <p:bldP spid="42" grpId="0" build="p">
        <p:tmplLst>
          <p:tmpl lvl="1">
            <p:tnLst>
              <p:par>
                <p:cTn presetID="10" presetClass="entr" presetSubtype="0" fill="hold" nodeType="withEffect">
                  <p:stCondLst>
                    <p:cond delay="80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3" grpId="0" build="p">
        <p:tmplLst>
          <p:tmpl lvl="1">
            <p:tnLst>
              <p:par>
                <p:cTn presetID="53" presetClass="entr" presetSubtype="16"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 calcmode="lin" valueType="num">
                      <p:cBhvr>
                        <p:cTn dur="300" fill="hold"/>
                        <p:tgtEl>
                          <p:spTgt spid="43"/>
                        </p:tgtEl>
                        <p:attrNameLst>
                          <p:attrName>ppt_w</p:attrName>
                        </p:attrNameLst>
                      </p:cBhvr>
                      <p:tavLst>
                        <p:tav tm="0">
                          <p:val>
                            <p:fltVal val="0"/>
                          </p:val>
                        </p:tav>
                        <p:tav tm="100000">
                          <p:val>
                            <p:strVal val="#ppt_w"/>
                          </p:val>
                        </p:tav>
                      </p:tavLst>
                    </p:anim>
                    <p:anim calcmode="lin" valueType="num">
                      <p:cBhvr>
                        <p:cTn dur="300" fill="hold"/>
                        <p:tgtEl>
                          <p:spTgt spid="43"/>
                        </p:tgtEl>
                        <p:attrNameLst>
                          <p:attrName>ppt_h</p:attrName>
                        </p:attrNameLst>
                      </p:cBhvr>
                      <p:tavLst>
                        <p:tav tm="0">
                          <p:val>
                            <p:fltVal val="0"/>
                          </p:val>
                        </p:tav>
                        <p:tav tm="100000">
                          <p:val>
                            <p:strVal val="#ppt_h"/>
                          </p:val>
                        </p:tav>
                      </p:tavLst>
                    </p:anim>
                    <p:animEffect transition="in" filter="fade">
                      <p:cBhvr>
                        <p:cTn dur="300"/>
                        <p:tgtEl>
                          <p:spTgt spid="43"/>
                        </p:tgtEl>
                      </p:cBhvr>
                    </p:animEffect>
                  </p:childTnLst>
                </p:cTn>
              </p:par>
            </p:tnLst>
          </p:tmpl>
        </p:tmplLst>
      </p:bldP>
      <p:bldP spid="44" grpId="0"/>
      <p:bldP spid="45" grpId="0" animBg="1"/>
      <p:bldP spid="46" grpId="0" build="p">
        <p:tmplLst>
          <p:tmpl lvl="1">
            <p:tnLst>
              <p:par>
                <p:cTn presetID="42" presetClass="entr" presetSubtype="0" fill="hold" nodeType="withEffect">
                  <p:stCondLst>
                    <p:cond delay="200"/>
                  </p:stCondLst>
                  <p:childTnLst>
                    <p:set>
                      <p:cBhvr>
                        <p:cTn dur="1" fill="hold">
                          <p:stCondLst>
                            <p:cond delay="0"/>
                          </p:stCondLst>
                        </p:cTn>
                        <p:tgtEl>
                          <p:spTgt spid="46"/>
                        </p:tgtEl>
                        <p:attrNameLst>
                          <p:attrName>style.visibility</p:attrName>
                        </p:attrNameLst>
                      </p:cBhvr>
                      <p:to>
                        <p:strVal val="visible"/>
                      </p:to>
                    </p:set>
                    <p:animEffect transition="in" filter="fade">
                      <p:cBhvr>
                        <p:cTn dur="400"/>
                        <p:tgtEl>
                          <p:spTgt spid="46"/>
                        </p:tgtEl>
                      </p:cBhvr>
                    </p:animEffect>
                    <p:anim calcmode="lin" valueType="num">
                      <p:cBhvr>
                        <p:cTn dur="400" fill="hold"/>
                        <p:tgtEl>
                          <p:spTgt spid="46"/>
                        </p:tgtEl>
                        <p:attrNameLst>
                          <p:attrName>ppt_x</p:attrName>
                        </p:attrNameLst>
                      </p:cBhvr>
                      <p:tavLst>
                        <p:tav tm="0">
                          <p:val>
                            <p:strVal val="#ppt_x"/>
                          </p:val>
                        </p:tav>
                        <p:tav tm="100000">
                          <p:val>
                            <p:strVal val="#ppt_x"/>
                          </p:val>
                        </p:tav>
                      </p:tavLst>
                    </p:anim>
                    <p:anim calcmode="lin" valueType="num">
                      <p:cBhvr>
                        <p:cTn dur="400" fill="hold"/>
                        <p:tgtEl>
                          <p:spTgt spid="46"/>
                        </p:tgtEl>
                        <p:attrNameLst>
                          <p:attrName>ppt_y</p:attrName>
                        </p:attrNameLst>
                      </p:cBhvr>
                      <p:tavLst>
                        <p:tav tm="0">
                          <p:val>
                            <p:strVal val="#ppt_y+.1"/>
                          </p:val>
                        </p:tav>
                        <p:tav tm="100000">
                          <p:val>
                            <p:strVal val="#ppt_y"/>
                          </p:val>
                        </p:tav>
                      </p:tavLst>
                    </p:anim>
                  </p:childTnLst>
                </p:cTn>
              </p:par>
            </p:tnLst>
          </p:tmpl>
        </p:tmplLst>
      </p:bldP>
      <p:bldP spid="47" grpId="0" build="p">
        <p:tmplLst>
          <p:tmpl lvl="1">
            <p:tnLst>
              <p:par>
                <p:cTn presetID="42" presetClass="entr" presetSubtype="0" fill="hold" nodeType="withEffect">
                  <p:stCondLst>
                    <p:cond delay="200"/>
                  </p:st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anim calcmode="lin" valueType="num">
                      <p:cBhvr>
                        <p:cTn dur="500" fill="hold"/>
                        <p:tgtEl>
                          <p:spTgt spid="47"/>
                        </p:tgtEl>
                        <p:attrNameLst>
                          <p:attrName>ppt_x</p:attrName>
                        </p:attrNameLst>
                      </p:cBhvr>
                      <p:tavLst>
                        <p:tav tm="0">
                          <p:val>
                            <p:strVal val="#ppt_x"/>
                          </p:val>
                        </p:tav>
                        <p:tav tm="100000">
                          <p:val>
                            <p:strVal val="#ppt_x"/>
                          </p:val>
                        </p:tav>
                      </p:tavLst>
                    </p:anim>
                    <p:anim calcmode="lin" valueType="num">
                      <p:cBhvr>
                        <p:cTn dur="50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10" presetClass="entr" presetSubtype="0" fill="hold" nodeType="withEffect">
                  <p:stCondLst>
                    <p:cond delay="800"/>
                  </p:st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childTnLst>
                </p:cTn>
              </p:par>
            </p:tnLst>
          </p:tmpl>
        </p:tmplLst>
      </p:bldP>
      <p:bldP spid="49" grpId="0" build="p">
        <p:tmplLst>
          <p:tmpl lvl="1">
            <p:tnLst>
              <p:par>
                <p:cTn presetID="53" presetClass="entr" presetSubtype="16"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 calcmode="lin" valueType="num">
                      <p:cBhvr>
                        <p:cTn dur="300" fill="hold"/>
                        <p:tgtEl>
                          <p:spTgt spid="49"/>
                        </p:tgtEl>
                        <p:attrNameLst>
                          <p:attrName>ppt_w</p:attrName>
                        </p:attrNameLst>
                      </p:cBhvr>
                      <p:tavLst>
                        <p:tav tm="0">
                          <p:val>
                            <p:fltVal val="0"/>
                          </p:val>
                        </p:tav>
                        <p:tav tm="100000">
                          <p:val>
                            <p:strVal val="#ppt_w"/>
                          </p:val>
                        </p:tav>
                      </p:tavLst>
                    </p:anim>
                    <p:anim calcmode="lin" valueType="num">
                      <p:cBhvr>
                        <p:cTn dur="300" fill="hold"/>
                        <p:tgtEl>
                          <p:spTgt spid="49"/>
                        </p:tgtEl>
                        <p:attrNameLst>
                          <p:attrName>ppt_h</p:attrName>
                        </p:attrNameLst>
                      </p:cBhvr>
                      <p:tavLst>
                        <p:tav tm="0">
                          <p:val>
                            <p:fltVal val="0"/>
                          </p:val>
                        </p:tav>
                        <p:tav tm="100000">
                          <p:val>
                            <p:strVal val="#ppt_h"/>
                          </p:val>
                        </p:tav>
                      </p:tavLst>
                    </p:anim>
                    <p:animEffect transition="in" filter="fade">
                      <p:cBhvr>
                        <p:cTn dur="300"/>
                        <p:tgtEl>
                          <p:spTgt spid="49"/>
                        </p:tgtEl>
                      </p:cBhvr>
                    </p:animEffect>
                  </p:childTnLst>
                </p:cTn>
              </p:par>
            </p:tnLst>
          </p:tmpl>
        </p:tmplLst>
      </p:bldP>
      <p:bldP spid="50" grpId="0"/>
      <p:bldP spid="51" grpId="0" animBg="1"/>
      <p:bldP spid="52" grpId="0" build="p">
        <p:tmplLst>
          <p:tmpl lvl="1">
            <p:tnLst>
              <p:par>
                <p:cTn presetID="42" presetClass="entr" presetSubtype="0" fill="hold" nodeType="withEffect">
                  <p:stCondLst>
                    <p:cond delay="200"/>
                  </p:stCondLst>
                  <p:childTnLst>
                    <p:set>
                      <p:cBhvr>
                        <p:cTn dur="1" fill="hold">
                          <p:stCondLst>
                            <p:cond delay="0"/>
                          </p:stCondLst>
                        </p:cTn>
                        <p:tgtEl>
                          <p:spTgt spid="52"/>
                        </p:tgtEl>
                        <p:attrNameLst>
                          <p:attrName>style.visibility</p:attrName>
                        </p:attrNameLst>
                      </p:cBhvr>
                      <p:to>
                        <p:strVal val="visible"/>
                      </p:to>
                    </p:set>
                    <p:animEffect transition="in" filter="fade">
                      <p:cBhvr>
                        <p:cTn dur="400"/>
                        <p:tgtEl>
                          <p:spTgt spid="52"/>
                        </p:tgtEl>
                      </p:cBhvr>
                    </p:animEffect>
                    <p:anim calcmode="lin" valueType="num">
                      <p:cBhvr>
                        <p:cTn dur="400" fill="hold"/>
                        <p:tgtEl>
                          <p:spTgt spid="52"/>
                        </p:tgtEl>
                        <p:attrNameLst>
                          <p:attrName>ppt_x</p:attrName>
                        </p:attrNameLst>
                      </p:cBhvr>
                      <p:tavLst>
                        <p:tav tm="0">
                          <p:val>
                            <p:strVal val="#ppt_x"/>
                          </p:val>
                        </p:tav>
                        <p:tav tm="100000">
                          <p:val>
                            <p:strVal val="#ppt_x"/>
                          </p:val>
                        </p:tav>
                      </p:tavLst>
                    </p:anim>
                    <p:anim calcmode="lin" valueType="num">
                      <p:cBhvr>
                        <p:cTn dur="40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42" presetClass="entr" presetSubtype="0" fill="hold" nodeType="withEffect">
                  <p:stCondLst>
                    <p:cond delay="20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anim calcmode="lin" valueType="num">
                      <p:cBhvr>
                        <p:cTn dur="500" fill="hold"/>
                        <p:tgtEl>
                          <p:spTgt spid="53"/>
                        </p:tgtEl>
                        <p:attrNameLst>
                          <p:attrName>ppt_x</p:attrName>
                        </p:attrNameLst>
                      </p:cBhvr>
                      <p:tavLst>
                        <p:tav tm="0">
                          <p:val>
                            <p:strVal val="#ppt_x"/>
                          </p:val>
                        </p:tav>
                        <p:tav tm="100000">
                          <p:val>
                            <p:strVal val="#ppt_x"/>
                          </p:val>
                        </p:tav>
                      </p:tavLst>
                    </p:anim>
                    <p:anim calcmode="lin" valueType="num">
                      <p:cBhvr>
                        <p:cTn dur="500" fill="hold"/>
                        <p:tgtEl>
                          <p:spTgt spid="53"/>
                        </p:tgtEl>
                        <p:attrNameLst>
                          <p:attrName>ppt_y</p:attrName>
                        </p:attrNameLst>
                      </p:cBhvr>
                      <p:tavLst>
                        <p:tav tm="0">
                          <p:val>
                            <p:strVal val="#ppt_y+.1"/>
                          </p:val>
                        </p:tav>
                        <p:tav tm="100000">
                          <p:val>
                            <p:strVal val="#ppt_y"/>
                          </p:val>
                        </p:tav>
                      </p:tavLst>
                    </p:anim>
                  </p:childTnLst>
                </p:cTn>
              </p:par>
            </p:tnLst>
          </p:tmpl>
        </p:tmplLst>
      </p:bldP>
      <p:bldP spid="54" grpId="0" build="p">
        <p:tmplLst>
          <p:tmpl lvl="1">
            <p:tnLst>
              <p:par>
                <p:cTn presetID="10" presetClass="entr" presetSubtype="0" fill="hold" nodeType="withEffect">
                  <p:stCondLst>
                    <p:cond delay="800"/>
                  </p:stCondLst>
                  <p:childTnLst>
                    <p:set>
                      <p:cBhvr>
                        <p:cTn dur="1" fill="hold">
                          <p:stCondLst>
                            <p:cond delay="0"/>
                          </p:stCondLst>
                        </p:cTn>
                        <p:tgtEl>
                          <p:spTgt spid="54"/>
                        </p:tgtEl>
                        <p:attrNameLst>
                          <p:attrName>style.visibility</p:attrName>
                        </p:attrNameLst>
                      </p:cBhvr>
                      <p:to>
                        <p:strVal val="visible"/>
                      </p:to>
                    </p:set>
                    <p:animEffect transition="in" filter="fade">
                      <p:cBhvr>
                        <p:cTn dur="500"/>
                        <p:tgtEl>
                          <p:spTgt spid="54"/>
                        </p:tgtEl>
                      </p:cBhvr>
                    </p:animEffect>
                  </p:childTnLst>
                </p:cTn>
              </p:par>
            </p:tnLst>
          </p:tmpl>
        </p:tmplLst>
      </p:bldP>
      <p:bldP spid="55" grpId="0" build="p">
        <p:tmplLst>
          <p:tmpl lvl="1">
            <p:tnLst>
              <p:par>
                <p:cTn presetID="53" presetClass="entr" presetSubtype="16"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 calcmode="lin" valueType="num">
                      <p:cBhvr>
                        <p:cTn dur="300" fill="hold"/>
                        <p:tgtEl>
                          <p:spTgt spid="55"/>
                        </p:tgtEl>
                        <p:attrNameLst>
                          <p:attrName>ppt_w</p:attrName>
                        </p:attrNameLst>
                      </p:cBhvr>
                      <p:tavLst>
                        <p:tav tm="0">
                          <p:val>
                            <p:fltVal val="0"/>
                          </p:val>
                        </p:tav>
                        <p:tav tm="100000">
                          <p:val>
                            <p:strVal val="#ppt_w"/>
                          </p:val>
                        </p:tav>
                      </p:tavLst>
                    </p:anim>
                    <p:anim calcmode="lin" valueType="num">
                      <p:cBhvr>
                        <p:cTn dur="300" fill="hold"/>
                        <p:tgtEl>
                          <p:spTgt spid="55"/>
                        </p:tgtEl>
                        <p:attrNameLst>
                          <p:attrName>ppt_h</p:attrName>
                        </p:attrNameLst>
                      </p:cBhvr>
                      <p:tavLst>
                        <p:tav tm="0">
                          <p:val>
                            <p:fltVal val="0"/>
                          </p:val>
                        </p:tav>
                        <p:tav tm="100000">
                          <p:val>
                            <p:strVal val="#ppt_h"/>
                          </p:val>
                        </p:tav>
                      </p:tavLst>
                    </p:anim>
                    <p:animEffect transition="in" filter="fade">
                      <p:cBhvr>
                        <p:cTn dur="300"/>
                        <p:tgtEl>
                          <p:spTgt spid="55"/>
                        </p:tgtEl>
                      </p:cBhvr>
                    </p:animEffect>
                  </p:childTnLst>
                </p:cTn>
              </p:par>
            </p:tnLst>
          </p:tmpl>
        </p:tmplLst>
      </p:bldP>
      <p:bldP spid="56" grpId="0"/>
      <p:bldP spid="57" grpId="0" animBg="1"/>
      <p:bldP spid="58" grpId="0" build="p">
        <p:tmplLst>
          <p:tmpl lvl="1">
            <p:tnLst>
              <p:par>
                <p:cTn presetID="42" presetClass="entr" presetSubtype="0" fill="hold" nodeType="withEffect">
                  <p:stCondLst>
                    <p:cond delay="200"/>
                  </p:stCondLst>
                  <p:childTnLst>
                    <p:set>
                      <p:cBhvr>
                        <p:cTn dur="1" fill="hold">
                          <p:stCondLst>
                            <p:cond delay="0"/>
                          </p:stCondLst>
                        </p:cTn>
                        <p:tgtEl>
                          <p:spTgt spid="58"/>
                        </p:tgtEl>
                        <p:attrNameLst>
                          <p:attrName>style.visibility</p:attrName>
                        </p:attrNameLst>
                      </p:cBhvr>
                      <p:to>
                        <p:strVal val="visible"/>
                      </p:to>
                    </p:set>
                    <p:animEffect transition="in" filter="fade">
                      <p:cBhvr>
                        <p:cTn dur="400"/>
                        <p:tgtEl>
                          <p:spTgt spid="58"/>
                        </p:tgtEl>
                      </p:cBhvr>
                    </p:animEffect>
                    <p:anim calcmode="lin" valueType="num">
                      <p:cBhvr>
                        <p:cTn dur="400" fill="hold"/>
                        <p:tgtEl>
                          <p:spTgt spid="58"/>
                        </p:tgtEl>
                        <p:attrNameLst>
                          <p:attrName>ppt_x</p:attrName>
                        </p:attrNameLst>
                      </p:cBhvr>
                      <p:tavLst>
                        <p:tav tm="0">
                          <p:val>
                            <p:strVal val="#ppt_x"/>
                          </p:val>
                        </p:tav>
                        <p:tav tm="100000">
                          <p:val>
                            <p:strVal val="#ppt_x"/>
                          </p:val>
                        </p:tav>
                      </p:tavLst>
                    </p:anim>
                    <p:anim calcmode="lin" valueType="num">
                      <p:cBhvr>
                        <p:cTn dur="400" fill="hold"/>
                        <p:tgtEl>
                          <p:spTgt spid="58"/>
                        </p:tgtEl>
                        <p:attrNameLst>
                          <p:attrName>ppt_y</p:attrName>
                        </p:attrNameLst>
                      </p:cBhvr>
                      <p:tavLst>
                        <p:tav tm="0">
                          <p:val>
                            <p:strVal val="#ppt_y+.1"/>
                          </p:val>
                        </p:tav>
                        <p:tav tm="100000">
                          <p:val>
                            <p:strVal val="#ppt_y"/>
                          </p:val>
                        </p:tav>
                      </p:tavLst>
                    </p:anim>
                  </p:childTnLst>
                </p:cTn>
              </p:par>
            </p:tnLst>
          </p:tmpl>
        </p:tmplLst>
      </p:bldP>
      <p:bldP spid="59" grpId="0" build="p">
        <p:tmplLst>
          <p:tmpl lvl="1">
            <p:tnLst>
              <p:par>
                <p:cTn presetID="42" presetClass="entr" presetSubtype="0" fill="hold" nodeType="withEffect">
                  <p:stCondLst>
                    <p:cond delay="20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anim calcmode="lin" valueType="num">
                      <p:cBhvr>
                        <p:cTn dur="500" fill="hold"/>
                        <p:tgtEl>
                          <p:spTgt spid="59"/>
                        </p:tgtEl>
                        <p:attrNameLst>
                          <p:attrName>ppt_x</p:attrName>
                        </p:attrNameLst>
                      </p:cBhvr>
                      <p:tavLst>
                        <p:tav tm="0">
                          <p:val>
                            <p:strVal val="#ppt_x"/>
                          </p:val>
                        </p:tav>
                        <p:tav tm="100000">
                          <p:val>
                            <p:strVal val="#ppt_x"/>
                          </p:val>
                        </p:tav>
                      </p:tavLst>
                    </p:anim>
                    <p:anim calcmode="lin" valueType="num">
                      <p:cBhvr>
                        <p:cTn dur="500" fill="hold"/>
                        <p:tgtEl>
                          <p:spTgt spid="59"/>
                        </p:tgtEl>
                        <p:attrNameLst>
                          <p:attrName>ppt_y</p:attrName>
                        </p:attrNameLst>
                      </p:cBhvr>
                      <p:tavLst>
                        <p:tav tm="0">
                          <p:val>
                            <p:strVal val="#ppt_y+.1"/>
                          </p:val>
                        </p:tav>
                        <p:tav tm="100000">
                          <p:val>
                            <p:strVal val="#ppt_y"/>
                          </p:val>
                        </p:tav>
                      </p:tavLst>
                    </p:anim>
                  </p:childTnLst>
                </p:cTn>
              </p:par>
            </p:tnLst>
          </p:tmpl>
        </p:tmplLst>
      </p:bldP>
      <p:bldP spid="60" grpId="0" build="p">
        <p:tmplLst>
          <p:tmpl lvl="1">
            <p:tnLst>
              <p:par>
                <p:cTn presetID="10" presetClass="entr" presetSubtype="0" fill="hold" nodeType="withEffect">
                  <p:stCondLst>
                    <p:cond delay="80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build="p">
        <p:tmplLst>
          <p:tmpl lvl="1">
            <p:tnLst>
              <p:par>
                <p:cTn presetID="53" presetClass="entr" presetSubtype="16"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 calcmode="lin" valueType="num">
                      <p:cBhvr>
                        <p:cTn dur="300" fill="hold"/>
                        <p:tgtEl>
                          <p:spTgt spid="61"/>
                        </p:tgtEl>
                        <p:attrNameLst>
                          <p:attrName>ppt_w</p:attrName>
                        </p:attrNameLst>
                      </p:cBhvr>
                      <p:tavLst>
                        <p:tav tm="0">
                          <p:val>
                            <p:fltVal val="0"/>
                          </p:val>
                        </p:tav>
                        <p:tav tm="100000">
                          <p:val>
                            <p:strVal val="#ppt_w"/>
                          </p:val>
                        </p:tav>
                      </p:tavLst>
                    </p:anim>
                    <p:anim calcmode="lin" valueType="num">
                      <p:cBhvr>
                        <p:cTn dur="300" fill="hold"/>
                        <p:tgtEl>
                          <p:spTgt spid="61"/>
                        </p:tgtEl>
                        <p:attrNameLst>
                          <p:attrName>ppt_h</p:attrName>
                        </p:attrNameLst>
                      </p:cBhvr>
                      <p:tavLst>
                        <p:tav tm="0">
                          <p:val>
                            <p:fltVal val="0"/>
                          </p:val>
                        </p:tav>
                        <p:tav tm="100000">
                          <p:val>
                            <p:strVal val="#ppt_h"/>
                          </p:val>
                        </p:tav>
                      </p:tavLst>
                    </p:anim>
                    <p:animEffect transition="in" filter="fade">
                      <p:cBhvr>
                        <p:cTn dur="300"/>
                        <p:tgtEl>
                          <p:spTgt spid="61"/>
                        </p:tgtEl>
                      </p:cBhvr>
                    </p:animEffect>
                  </p:childTnLst>
                </p:cTn>
              </p:par>
            </p:tnLst>
          </p:tmpl>
        </p:tmplLst>
      </p:bldP>
    </p:bldLst>
  </p:timing>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Team member zoom">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9"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3" name="Picture Placeholder 2"/>
          <p:cNvSpPr>
            <a:spLocks noGrp="1"/>
          </p:cNvSpPr>
          <p:nvPr>
            <p:ph type="pic" sz="quarter" idx="17"/>
          </p:nvPr>
        </p:nvSpPr>
        <p:spPr>
          <a:xfrm>
            <a:off x="569385" y="1645921"/>
            <a:ext cx="1953680" cy="1788161"/>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3" name="Rectangle 2"/>
          <p:cNvSpPr/>
          <p:nvPr userDrawn="1"/>
        </p:nvSpPr>
        <p:spPr>
          <a:xfrm>
            <a:off x="569384" y="3434081"/>
            <a:ext cx="1953680" cy="1219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34" name="Text Placeholder 7"/>
          <p:cNvSpPr>
            <a:spLocks noGrp="1"/>
          </p:cNvSpPr>
          <p:nvPr>
            <p:ph type="body" sz="quarter" idx="18" hasCustomPrompt="1"/>
          </p:nvPr>
        </p:nvSpPr>
        <p:spPr>
          <a:xfrm>
            <a:off x="569385" y="3687012"/>
            <a:ext cx="1953679" cy="4317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75000"/>
                    <a:lumOff val="25000"/>
                  </a:schemeClr>
                </a:solidFill>
                <a:latin typeface="Lato Light"/>
                <a:cs typeface="Lato Light"/>
              </a:defRPr>
            </a:lvl1pPr>
          </a:lstStyle>
          <a:p>
            <a:pPr lvl="0"/>
            <a:r>
              <a:rPr lang="es-ES_tradnl" dirty="0" err="1" smtClean="0"/>
              <a:t>Name</a:t>
            </a:r>
            <a:r>
              <a:rPr lang="es-ES_tradnl" dirty="0" smtClean="0"/>
              <a:t> </a:t>
            </a:r>
            <a:r>
              <a:rPr lang="es-ES_tradnl" dirty="0" err="1" smtClean="0"/>
              <a:t>here</a:t>
            </a:r>
            <a:endParaRPr lang="es-ES_tradnl" dirty="0" smtClean="0"/>
          </a:p>
        </p:txBody>
      </p:sp>
      <p:sp>
        <p:nvSpPr>
          <p:cNvPr id="35" name="Text Placeholder 7"/>
          <p:cNvSpPr>
            <a:spLocks noGrp="1"/>
          </p:cNvSpPr>
          <p:nvPr>
            <p:ph type="body" sz="quarter" idx="19" hasCustomPrompt="1"/>
          </p:nvPr>
        </p:nvSpPr>
        <p:spPr>
          <a:xfrm>
            <a:off x="569385" y="4128575"/>
            <a:ext cx="1953679"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6" name="Text Placeholder 2"/>
          <p:cNvSpPr>
            <a:spLocks noGrp="1"/>
          </p:cNvSpPr>
          <p:nvPr>
            <p:ph type="body" sz="quarter" idx="16" hasCustomPrompt="1"/>
          </p:nvPr>
        </p:nvSpPr>
        <p:spPr>
          <a:xfrm>
            <a:off x="569386" y="4438308"/>
            <a:ext cx="1953679" cy="779972"/>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endParaRPr lang="en-US" dirty="0" smtClean="0"/>
          </a:p>
        </p:txBody>
      </p:sp>
      <p:sp>
        <p:nvSpPr>
          <p:cNvPr id="37" name="Text Placeholder 7"/>
          <p:cNvSpPr>
            <a:spLocks noGrp="1"/>
          </p:cNvSpPr>
          <p:nvPr>
            <p:ph type="body" sz="quarter" idx="39" hasCustomPrompt="1"/>
          </p:nvPr>
        </p:nvSpPr>
        <p:spPr>
          <a:xfrm>
            <a:off x="1321912" y="5238601"/>
            <a:ext cx="612021" cy="560681"/>
          </a:xfrm>
          <a:prstGeom prst="rect">
            <a:avLst/>
          </a:prstGeom>
        </p:spPr>
        <p:txBody>
          <a:bodyPr vert="horz" lIns="0" tIns="103884" rIns="0" bIns="103884" anchor="ctr"/>
          <a:lstStyle>
            <a:lvl1pPr marL="0" indent="0" algn="ctr">
              <a:lnSpc>
                <a:spcPct val="100000"/>
              </a:lnSpc>
              <a:spcBef>
                <a:spcPts val="0"/>
              </a:spcBef>
              <a:buNone/>
              <a:defRPr sz="2400" b="1">
                <a:solidFill>
                  <a:schemeClr val="bg1">
                    <a:lumMod val="65000"/>
                  </a:schemeClr>
                </a:solidFill>
                <a:latin typeface="FontAwesome"/>
                <a:cs typeface="FontAwesome"/>
              </a:defRPr>
            </a:lvl1pPr>
          </a:lstStyle>
          <a:p>
            <a:pPr lvl="0"/>
            <a:r>
              <a:rPr lang="es-ES_tradnl" dirty="0" err="1" smtClean="0"/>
              <a:t>icon</a:t>
            </a:r>
            <a:endParaRPr lang="es-ES_tradnl" dirty="0" smtClean="0"/>
          </a:p>
        </p:txBody>
      </p:sp>
      <p:sp>
        <p:nvSpPr>
          <p:cNvPr id="62" name="Text Placeholder 7"/>
          <p:cNvSpPr>
            <a:spLocks noGrp="1"/>
          </p:cNvSpPr>
          <p:nvPr>
            <p:ph type="body" sz="quarter" idx="40" hasCustomPrompt="1"/>
          </p:nvPr>
        </p:nvSpPr>
        <p:spPr>
          <a:xfrm>
            <a:off x="2876551" y="1630682"/>
            <a:ext cx="3931576" cy="431780"/>
          </a:xfrm>
          <a:prstGeom prst="rect">
            <a:avLst/>
          </a:prstGeom>
        </p:spPr>
        <p:txBody>
          <a:bodyPr vert="horz" lIns="0" tIns="40504" rIns="0" bIns="40504" anchor="ctr"/>
          <a:lstStyle>
            <a:lvl1pPr marL="0" indent="0" algn="l">
              <a:lnSpc>
                <a:spcPct val="100000"/>
              </a:lnSpc>
              <a:spcBef>
                <a:spcPts val="0"/>
              </a:spcBef>
              <a:buNone/>
              <a:defRPr sz="1920" b="1">
                <a:solidFill>
                  <a:schemeClr val="tx1">
                    <a:lumMod val="75000"/>
                    <a:lumOff val="25000"/>
                  </a:schemeClr>
                </a:solidFill>
                <a:latin typeface="Lato Light"/>
                <a:cs typeface="Lato Light"/>
              </a:defRPr>
            </a:lvl1pPr>
          </a:lstStyle>
          <a:p>
            <a:pPr lvl="0"/>
            <a:r>
              <a:rPr lang="es-ES_tradnl" dirty="0" err="1" smtClean="0"/>
              <a:t>About</a:t>
            </a:r>
            <a:r>
              <a:rPr lang="es-ES_tradnl" dirty="0" smtClean="0"/>
              <a:t> Bryan</a:t>
            </a:r>
          </a:p>
        </p:txBody>
      </p:sp>
      <p:sp>
        <p:nvSpPr>
          <p:cNvPr id="63" name="Text Placeholder 7"/>
          <p:cNvSpPr>
            <a:spLocks noGrp="1"/>
          </p:cNvSpPr>
          <p:nvPr>
            <p:ph type="body" sz="quarter" idx="41" hasCustomPrompt="1"/>
          </p:nvPr>
        </p:nvSpPr>
        <p:spPr>
          <a:xfrm>
            <a:off x="2876550" y="2112880"/>
            <a:ext cx="3931577"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r>
              <a:rPr lang="es-ES_tradnl" dirty="0" smtClean="0"/>
              <a:t> </a:t>
            </a:r>
            <a:r>
              <a:rPr lang="es-ES_tradnl" dirty="0" err="1" smtClean="0"/>
              <a:t>Here</a:t>
            </a:r>
            <a:endParaRPr lang="es-ES_tradnl" dirty="0" smtClean="0"/>
          </a:p>
        </p:txBody>
      </p:sp>
      <p:sp>
        <p:nvSpPr>
          <p:cNvPr id="69" name="Text Placeholder 2"/>
          <p:cNvSpPr>
            <a:spLocks noGrp="1"/>
          </p:cNvSpPr>
          <p:nvPr>
            <p:ph type="body" sz="quarter" idx="42" hasCustomPrompt="1"/>
          </p:nvPr>
        </p:nvSpPr>
        <p:spPr>
          <a:xfrm>
            <a:off x="2897011" y="2443854"/>
            <a:ext cx="3910188" cy="2771786"/>
          </a:xfrm>
          <a:prstGeom prst="rect">
            <a:avLst/>
          </a:prstGeom>
        </p:spPr>
        <p:txBody>
          <a:bodyPr vert="horz" lIns="0" tIns="0" rIns="0" bIns="0"/>
          <a:lstStyle>
            <a:lvl1pPr marL="0" marR="0" indent="0" algn="just" defTabSz="486044" rtl="0" eaLnBrk="1" fontAlgn="auto" latinLnBrk="0" hangingPunct="1">
              <a:lnSpc>
                <a:spcPct val="130000"/>
              </a:lnSpc>
              <a:spcBef>
                <a:spcPct val="20000"/>
              </a:spcBef>
              <a:spcAft>
                <a:spcPts val="0"/>
              </a:spcAft>
              <a:buClrTx/>
              <a:buSzTx/>
              <a:buFont typeface="Arial"/>
              <a:buNone/>
              <a:tabLst/>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a:p>
            <a:pPr lvl="0"/>
            <a:r>
              <a:rPr lang="en-US" dirty="0" err="1" smtClean="0"/>
              <a:t>Duis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fringillascipit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 </a:t>
            </a:r>
            <a:r>
              <a:rPr lang="en-US" dirty="0" err="1" smtClean="0"/>
              <a:t>Duis</a:t>
            </a:r>
            <a:r>
              <a:rPr lang="en-US" dirty="0" smtClean="0"/>
              <a:t> </a:t>
            </a:r>
            <a:r>
              <a:rPr lang="en-US" dirty="0" err="1" smtClean="0"/>
              <a:t>quis</a:t>
            </a:r>
            <a:r>
              <a:rPr lang="en-US" dirty="0" smtClean="0"/>
              <a:t> </a:t>
            </a:r>
            <a:r>
              <a:rPr lang="en-US" dirty="0" err="1" smtClean="0"/>
              <a:t>viverra</a:t>
            </a:r>
            <a:r>
              <a:rPr lang="en-US" dirty="0" smtClean="0"/>
              <a:t> </a:t>
            </a:r>
            <a:r>
              <a:rPr lang="en-US" dirty="0" err="1" smtClean="0"/>
              <a:t>urna</a:t>
            </a:r>
            <a:r>
              <a:rPr lang="en-US" dirty="0" smtClean="0"/>
              <a:t>, in </a:t>
            </a:r>
            <a:r>
              <a:rPr lang="en-US" dirty="0" err="1" smtClean="0"/>
              <a:t>ultricies</a:t>
            </a:r>
            <a:r>
              <a:rPr lang="en-US" dirty="0" smtClean="0"/>
              <a:t> diam. </a:t>
            </a:r>
          </a:p>
          <a:p>
            <a:pPr marL="0" marR="0" lvl="0" indent="0" algn="just" defTabSz="486044" rtl="0" eaLnBrk="1" fontAlgn="auto" latinLnBrk="0" hangingPunct="1">
              <a:lnSpc>
                <a:spcPct val="130000"/>
              </a:lnSpc>
              <a:spcBef>
                <a:spcPct val="20000"/>
              </a:spcBef>
              <a:spcAft>
                <a:spcPts val="0"/>
              </a:spcAft>
              <a:buClrTx/>
              <a:buSzTx/>
              <a:buFont typeface="Arial"/>
              <a:buNone/>
              <a:tabLst/>
              <a:defRPr/>
            </a:pP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a:p>
            <a:pPr lvl="0"/>
            <a:endParaRPr lang="en-US" dirty="0" smtClean="0"/>
          </a:p>
        </p:txBody>
      </p:sp>
      <p:sp>
        <p:nvSpPr>
          <p:cNvPr id="70" name="Text Placeholder 7"/>
          <p:cNvSpPr>
            <a:spLocks noGrp="1"/>
          </p:cNvSpPr>
          <p:nvPr>
            <p:ph type="body" sz="quarter" idx="43" hasCustomPrompt="1"/>
          </p:nvPr>
        </p:nvSpPr>
        <p:spPr>
          <a:xfrm>
            <a:off x="7644475" y="1630682"/>
            <a:ext cx="3931576" cy="431780"/>
          </a:xfrm>
          <a:prstGeom prst="rect">
            <a:avLst/>
          </a:prstGeom>
        </p:spPr>
        <p:txBody>
          <a:bodyPr vert="horz" lIns="0" tIns="40504" rIns="0" bIns="40504" anchor="ctr"/>
          <a:lstStyle>
            <a:lvl1pPr marL="0" indent="0" algn="l">
              <a:lnSpc>
                <a:spcPct val="100000"/>
              </a:lnSpc>
              <a:spcBef>
                <a:spcPts val="0"/>
              </a:spcBef>
              <a:buNone/>
              <a:defRPr sz="1920" b="1">
                <a:solidFill>
                  <a:schemeClr val="tx1">
                    <a:lumMod val="75000"/>
                    <a:lumOff val="25000"/>
                  </a:schemeClr>
                </a:solidFill>
                <a:latin typeface="Lato Light"/>
                <a:cs typeface="Lato Light"/>
              </a:defRPr>
            </a:lvl1pPr>
          </a:lstStyle>
          <a:p>
            <a:pPr lvl="0"/>
            <a:r>
              <a:rPr lang="es-ES_tradnl" dirty="0" err="1" smtClean="0"/>
              <a:t>Skills</a:t>
            </a:r>
            <a:endParaRPr lang="es-ES_tradnl" dirty="0" smtClean="0"/>
          </a:p>
        </p:txBody>
      </p:sp>
      <p:sp>
        <p:nvSpPr>
          <p:cNvPr id="71" name="Rectangle 70"/>
          <p:cNvSpPr/>
          <p:nvPr userDrawn="1"/>
        </p:nvSpPr>
        <p:spPr>
          <a:xfrm>
            <a:off x="7644475" y="2677534"/>
            <a:ext cx="3931576" cy="215999"/>
          </a:xfrm>
          <a:prstGeom prst="rect">
            <a:avLst/>
          </a:pr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dirty="0">
              <a:solidFill>
                <a:prstClr val="white"/>
              </a:solidFill>
            </a:endParaRPr>
          </a:p>
        </p:txBody>
      </p:sp>
      <p:sp>
        <p:nvSpPr>
          <p:cNvPr id="72" name="Rectangle 71"/>
          <p:cNvSpPr/>
          <p:nvPr userDrawn="1"/>
        </p:nvSpPr>
        <p:spPr>
          <a:xfrm>
            <a:off x="7644475" y="3400964"/>
            <a:ext cx="3931576" cy="215999"/>
          </a:xfrm>
          <a:prstGeom prst="rect">
            <a:avLst/>
          </a:pr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dirty="0">
              <a:solidFill>
                <a:prstClr val="white"/>
              </a:solidFill>
            </a:endParaRPr>
          </a:p>
        </p:txBody>
      </p:sp>
      <p:sp>
        <p:nvSpPr>
          <p:cNvPr id="73" name="Rectangle 72"/>
          <p:cNvSpPr/>
          <p:nvPr userDrawn="1"/>
        </p:nvSpPr>
        <p:spPr>
          <a:xfrm>
            <a:off x="7644475" y="4134052"/>
            <a:ext cx="3931576" cy="215999"/>
          </a:xfrm>
          <a:prstGeom prst="rect">
            <a:avLst/>
          </a:pr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dirty="0">
              <a:solidFill>
                <a:prstClr val="white"/>
              </a:solidFill>
            </a:endParaRPr>
          </a:p>
        </p:txBody>
      </p:sp>
      <p:sp>
        <p:nvSpPr>
          <p:cNvPr id="74" name="Rectangle 73"/>
          <p:cNvSpPr/>
          <p:nvPr userDrawn="1"/>
        </p:nvSpPr>
        <p:spPr>
          <a:xfrm>
            <a:off x="7644475" y="4910841"/>
            <a:ext cx="3931576" cy="215999"/>
          </a:xfrm>
          <a:prstGeom prst="rect">
            <a:avLst/>
          </a:pr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dirty="0">
              <a:solidFill>
                <a:prstClr val="white"/>
              </a:solidFill>
            </a:endParaRPr>
          </a:p>
        </p:txBody>
      </p:sp>
      <p:sp>
        <p:nvSpPr>
          <p:cNvPr id="75" name="Text Placeholder 7"/>
          <p:cNvSpPr>
            <a:spLocks noGrp="1"/>
          </p:cNvSpPr>
          <p:nvPr>
            <p:ph type="body" sz="quarter" idx="44" hasCustomPrompt="1"/>
          </p:nvPr>
        </p:nvSpPr>
        <p:spPr>
          <a:xfrm>
            <a:off x="7644474" y="2341331"/>
            <a:ext cx="1956727"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65000"/>
                    <a:lumOff val="35000"/>
                  </a:schemeClr>
                </a:solidFill>
                <a:latin typeface="Lato Light"/>
                <a:cs typeface="Lato Light"/>
              </a:defRPr>
            </a:lvl1pPr>
          </a:lstStyle>
          <a:p>
            <a:pPr lvl="0"/>
            <a:r>
              <a:rPr lang="es-ES_tradnl" dirty="0" err="1" smtClean="0"/>
              <a:t>Photoshop</a:t>
            </a:r>
            <a:endParaRPr lang="es-ES_tradnl" dirty="0" smtClean="0"/>
          </a:p>
        </p:txBody>
      </p:sp>
      <p:sp>
        <p:nvSpPr>
          <p:cNvPr id="76" name="Text Placeholder 7"/>
          <p:cNvSpPr>
            <a:spLocks noGrp="1"/>
          </p:cNvSpPr>
          <p:nvPr>
            <p:ph type="body" sz="quarter" idx="45" hasCustomPrompt="1"/>
          </p:nvPr>
        </p:nvSpPr>
        <p:spPr>
          <a:xfrm>
            <a:off x="7644474" y="3081867"/>
            <a:ext cx="1956727"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65000"/>
                    <a:lumOff val="35000"/>
                  </a:schemeClr>
                </a:solidFill>
                <a:latin typeface="Lato Light"/>
                <a:cs typeface="Lato Light"/>
              </a:defRPr>
            </a:lvl1pPr>
          </a:lstStyle>
          <a:p>
            <a:pPr lvl="0"/>
            <a:r>
              <a:rPr lang="es-ES_tradnl" dirty="0" err="1" smtClean="0"/>
              <a:t>Illustrator</a:t>
            </a:r>
            <a:endParaRPr lang="es-ES_tradnl" dirty="0" smtClean="0"/>
          </a:p>
        </p:txBody>
      </p:sp>
      <p:sp>
        <p:nvSpPr>
          <p:cNvPr id="77" name="Text Placeholder 7"/>
          <p:cNvSpPr>
            <a:spLocks noGrp="1"/>
          </p:cNvSpPr>
          <p:nvPr>
            <p:ph type="body" sz="quarter" idx="46" hasCustomPrompt="1"/>
          </p:nvPr>
        </p:nvSpPr>
        <p:spPr>
          <a:xfrm>
            <a:off x="7644474" y="3802307"/>
            <a:ext cx="1956727"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65000"/>
                    <a:lumOff val="35000"/>
                  </a:schemeClr>
                </a:solidFill>
                <a:latin typeface="Lato Light"/>
                <a:cs typeface="Lato Light"/>
              </a:defRPr>
            </a:lvl1pPr>
          </a:lstStyle>
          <a:p>
            <a:pPr lvl="0"/>
            <a:r>
              <a:rPr lang="es-ES_tradnl" dirty="0" err="1" smtClean="0"/>
              <a:t>InDesign</a:t>
            </a:r>
            <a:endParaRPr lang="es-ES_tradnl" dirty="0" smtClean="0"/>
          </a:p>
        </p:txBody>
      </p:sp>
      <p:sp>
        <p:nvSpPr>
          <p:cNvPr id="78" name="Text Placeholder 7"/>
          <p:cNvSpPr>
            <a:spLocks noGrp="1"/>
          </p:cNvSpPr>
          <p:nvPr>
            <p:ph type="body" sz="quarter" idx="47" hasCustomPrompt="1"/>
          </p:nvPr>
        </p:nvSpPr>
        <p:spPr>
          <a:xfrm>
            <a:off x="7644474" y="4579547"/>
            <a:ext cx="1956727"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baseline="0">
                <a:solidFill>
                  <a:schemeClr val="tx1">
                    <a:lumMod val="65000"/>
                    <a:lumOff val="35000"/>
                  </a:schemeClr>
                </a:solidFill>
                <a:latin typeface="Lato Light"/>
                <a:cs typeface="Lato Light"/>
              </a:defRPr>
            </a:lvl1pPr>
          </a:lstStyle>
          <a:p>
            <a:pPr lvl="0"/>
            <a:r>
              <a:rPr lang="es-ES_tradnl" dirty="0" smtClean="0"/>
              <a:t>Muse</a:t>
            </a:r>
          </a:p>
        </p:txBody>
      </p:sp>
      <p:cxnSp>
        <p:nvCxnSpPr>
          <p:cNvPr id="22" name="Straight Connector 21"/>
          <p:cNvCxnSpPr/>
          <p:nvPr userDrawn="1"/>
        </p:nvCxnSpPr>
        <p:spPr>
          <a:xfrm>
            <a:off x="7213600" y="1630682"/>
            <a:ext cx="0" cy="3587598"/>
          </a:xfrm>
          <a:prstGeom prst="line">
            <a:avLst/>
          </a:prstGeom>
          <a:ln w="3175" cmpd="sng">
            <a:solidFill>
              <a:schemeClr val="bg1">
                <a:lumMod val="85000"/>
              </a:schemeClr>
            </a:solidFill>
            <a:prstDash val="dash"/>
            <a:headEnd type="none"/>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40723723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700"/>
                            </p:stCondLst>
                            <p:childTnLst>
                              <p:par>
                                <p:cTn id="16" presetID="22" presetClass="entr" presetSubtype="1" fill="hold" nodeType="afterEffect">
                                  <p:stCondLst>
                                    <p:cond delay="0"/>
                                  </p:stCondLst>
                                  <p:childTnLst>
                                    <p:set>
                                      <p:cBhvr>
                                        <p:cTn id="17" dur="1" fill="hold">
                                          <p:stCondLst>
                                            <p:cond delay="0"/>
                                          </p:stCondLst>
                                        </p:cTn>
                                        <p:tgtEl>
                                          <p:spTgt spid="22"/>
                                        </p:tgtEl>
                                        <p:attrNameLst>
                                          <p:attrName>style.visibility</p:attrName>
                                        </p:attrNameLst>
                                      </p:cBhvr>
                                      <p:to>
                                        <p:strVal val="visible"/>
                                      </p:to>
                                    </p:set>
                                    <p:animEffect transition="in" filter="wipe(up)">
                                      <p:cBhvr>
                                        <p:cTn id="18" dur="500"/>
                                        <p:tgtEl>
                                          <p:spTgt spid="22"/>
                                        </p:tgtEl>
                                      </p:cBhvr>
                                    </p:animEffect>
                                  </p:childTnLst>
                                </p:cTn>
                              </p:par>
                              <p:par>
                                <p:cTn id="19" presetID="53" presetClass="entr" presetSubtype="16" fill="hold" grpId="0" nodeType="withEffect" nodePh="1">
                                  <p:stCondLst>
                                    <p:cond delay="800"/>
                                  </p:stCondLst>
                                  <p:endCondLst>
                                    <p:cond evt="begin" delay="0">
                                      <p:tn val="19"/>
                                    </p:cond>
                                  </p:endCondLst>
                                  <p:childTnLst>
                                    <p:set>
                                      <p:cBhvr>
                                        <p:cTn id="20" dur="1" fill="hold">
                                          <p:stCondLst>
                                            <p:cond delay="0"/>
                                          </p:stCondLst>
                                        </p:cTn>
                                        <p:tgtEl>
                                          <p:spTgt spid="33"/>
                                        </p:tgtEl>
                                        <p:attrNameLst>
                                          <p:attrName>style.visibility</p:attrName>
                                        </p:attrNameLst>
                                      </p:cBhvr>
                                      <p:to>
                                        <p:strVal val="visible"/>
                                      </p:to>
                                    </p:set>
                                    <p:anim calcmode="lin" valueType="num">
                                      <p:cBhvr>
                                        <p:cTn id="21" dur="1000" fill="hold"/>
                                        <p:tgtEl>
                                          <p:spTgt spid="33"/>
                                        </p:tgtEl>
                                        <p:attrNameLst>
                                          <p:attrName>ppt_w</p:attrName>
                                        </p:attrNameLst>
                                      </p:cBhvr>
                                      <p:tavLst>
                                        <p:tav tm="0">
                                          <p:val>
                                            <p:fltVal val="0"/>
                                          </p:val>
                                        </p:tav>
                                        <p:tav tm="100000">
                                          <p:val>
                                            <p:strVal val="#ppt_w"/>
                                          </p:val>
                                        </p:tav>
                                      </p:tavLst>
                                    </p:anim>
                                    <p:anim calcmode="lin" valueType="num">
                                      <p:cBhvr>
                                        <p:cTn id="22" dur="1000" fill="hold"/>
                                        <p:tgtEl>
                                          <p:spTgt spid="33"/>
                                        </p:tgtEl>
                                        <p:attrNameLst>
                                          <p:attrName>ppt_h</p:attrName>
                                        </p:attrNameLst>
                                      </p:cBhvr>
                                      <p:tavLst>
                                        <p:tav tm="0">
                                          <p:val>
                                            <p:fltVal val="0"/>
                                          </p:val>
                                        </p:tav>
                                        <p:tav tm="100000">
                                          <p:val>
                                            <p:strVal val="#ppt_h"/>
                                          </p:val>
                                        </p:tav>
                                      </p:tavLst>
                                    </p:anim>
                                    <p:animEffect transition="in" filter="fade">
                                      <p:cBhvr>
                                        <p:cTn id="23" dur="1000"/>
                                        <p:tgtEl>
                                          <p:spTgt spid="33"/>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wipe(left)">
                                      <p:cBhvr>
                                        <p:cTn id="27" dur="500"/>
                                        <p:tgtEl>
                                          <p:spTgt spid="3"/>
                                        </p:tgtEl>
                                      </p:cBhvr>
                                    </p:animEffect>
                                  </p:childTnLst>
                                </p:cTn>
                              </p:par>
                              <p:par>
                                <p:cTn id="28" presetID="42" presetClass="entr" presetSubtype="0" fill="hold" grpId="0" nodeType="withEffect">
                                  <p:stCondLst>
                                    <p:cond delay="200"/>
                                  </p:stCondLst>
                                  <p:childTnLst>
                                    <p:set>
                                      <p:cBhvr>
                                        <p:cTn id="29" dur="1" fill="hold">
                                          <p:stCondLst>
                                            <p:cond delay="0"/>
                                          </p:stCondLst>
                                        </p:cTn>
                                        <p:tgtEl>
                                          <p:spTgt spid="34">
                                            <p:txEl>
                                              <p:pRg st="0" end="0"/>
                                            </p:txEl>
                                          </p:spTgt>
                                        </p:tgtEl>
                                        <p:attrNameLst>
                                          <p:attrName>style.visibility</p:attrName>
                                        </p:attrNameLst>
                                      </p:cBhvr>
                                      <p:to>
                                        <p:strVal val="visible"/>
                                      </p:to>
                                    </p:set>
                                    <p:animEffect transition="in" filter="fade">
                                      <p:cBhvr>
                                        <p:cTn id="30" dur="400"/>
                                        <p:tgtEl>
                                          <p:spTgt spid="34">
                                            <p:txEl>
                                              <p:pRg st="0" end="0"/>
                                            </p:txEl>
                                          </p:spTgt>
                                        </p:tgtEl>
                                      </p:cBhvr>
                                    </p:animEffect>
                                    <p:anim calcmode="lin" valueType="num">
                                      <p:cBhvr>
                                        <p:cTn id="31" dur="400" fill="hold"/>
                                        <p:tgtEl>
                                          <p:spTgt spid="34">
                                            <p:txEl>
                                              <p:pRg st="0" end="0"/>
                                            </p:txEl>
                                          </p:spTgt>
                                        </p:tgtEl>
                                        <p:attrNameLst>
                                          <p:attrName>ppt_x</p:attrName>
                                        </p:attrNameLst>
                                      </p:cBhvr>
                                      <p:tavLst>
                                        <p:tav tm="0">
                                          <p:val>
                                            <p:strVal val="#ppt_x"/>
                                          </p:val>
                                        </p:tav>
                                        <p:tav tm="100000">
                                          <p:val>
                                            <p:strVal val="#ppt_x"/>
                                          </p:val>
                                        </p:tav>
                                      </p:tavLst>
                                    </p:anim>
                                    <p:anim calcmode="lin" valueType="num">
                                      <p:cBhvr>
                                        <p:cTn id="32" dur="400" fill="hold"/>
                                        <p:tgtEl>
                                          <p:spTgt spid="34">
                                            <p:txEl>
                                              <p:pRg st="0" end="0"/>
                                            </p:txEl>
                                          </p:spTgt>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200"/>
                                  </p:stCondLst>
                                  <p:childTnLst>
                                    <p:set>
                                      <p:cBhvr>
                                        <p:cTn id="34" dur="1" fill="hold">
                                          <p:stCondLst>
                                            <p:cond delay="0"/>
                                          </p:stCondLst>
                                        </p:cTn>
                                        <p:tgtEl>
                                          <p:spTgt spid="35">
                                            <p:txEl>
                                              <p:pRg st="0" end="0"/>
                                            </p:txEl>
                                          </p:spTgt>
                                        </p:tgtEl>
                                        <p:attrNameLst>
                                          <p:attrName>style.visibility</p:attrName>
                                        </p:attrNameLst>
                                      </p:cBhvr>
                                      <p:to>
                                        <p:strVal val="visible"/>
                                      </p:to>
                                    </p:set>
                                    <p:animEffect transition="in" filter="fade">
                                      <p:cBhvr>
                                        <p:cTn id="35" dur="500"/>
                                        <p:tgtEl>
                                          <p:spTgt spid="35">
                                            <p:txEl>
                                              <p:pRg st="0" end="0"/>
                                            </p:txEl>
                                          </p:spTgt>
                                        </p:tgtEl>
                                      </p:cBhvr>
                                    </p:animEffect>
                                    <p:anim calcmode="lin" valueType="num">
                                      <p:cBhvr>
                                        <p:cTn id="36"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p:cTn id="37" dur="500" fill="hold"/>
                                        <p:tgtEl>
                                          <p:spTgt spid="35">
                                            <p:txEl>
                                              <p:pRg st="0" end="0"/>
                                            </p:txEl>
                                          </p:spTgt>
                                        </p:tgtEl>
                                        <p:attrNameLst>
                                          <p:attrName>ppt_y</p:attrName>
                                        </p:attrNameLst>
                                      </p:cBhvr>
                                      <p:tavLst>
                                        <p:tav tm="0">
                                          <p:val>
                                            <p:strVal val="#ppt_y+.1"/>
                                          </p:val>
                                        </p:tav>
                                        <p:tav tm="100000">
                                          <p:val>
                                            <p:strVal val="#ppt_y"/>
                                          </p:val>
                                        </p:tav>
                                      </p:tavLst>
                                    </p:anim>
                                  </p:childTnLst>
                                </p:cTn>
                              </p:par>
                              <p:par>
                                <p:cTn id="38" presetID="10" presetClass="entr" presetSubtype="0" fill="hold" grpId="0" nodeType="withEffect">
                                  <p:stCondLst>
                                    <p:cond delay="800"/>
                                  </p:stCondLst>
                                  <p:childTnLst>
                                    <p:set>
                                      <p:cBhvr>
                                        <p:cTn id="39" dur="1" fill="hold">
                                          <p:stCondLst>
                                            <p:cond delay="0"/>
                                          </p:stCondLst>
                                        </p:cTn>
                                        <p:tgtEl>
                                          <p:spTgt spid="36">
                                            <p:txEl>
                                              <p:pRg st="0" end="0"/>
                                            </p:txEl>
                                          </p:spTgt>
                                        </p:tgtEl>
                                        <p:attrNameLst>
                                          <p:attrName>style.visibility</p:attrName>
                                        </p:attrNameLst>
                                      </p:cBhvr>
                                      <p:to>
                                        <p:strVal val="visible"/>
                                      </p:to>
                                    </p:set>
                                    <p:animEffect transition="in" filter="fade">
                                      <p:cBhvr>
                                        <p:cTn id="40" dur="500"/>
                                        <p:tgtEl>
                                          <p:spTgt spid="36">
                                            <p:txEl>
                                              <p:pRg st="0" end="0"/>
                                            </p:txEl>
                                          </p:spTgt>
                                        </p:tgtEl>
                                      </p:cBhvr>
                                    </p:animEffect>
                                  </p:childTnLst>
                                </p:cTn>
                              </p:par>
                            </p:childTnLst>
                          </p:cTn>
                        </p:par>
                        <p:par>
                          <p:cTn id="41" fill="hold">
                            <p:stCondLst>
                              <p:cond delay="3800"/>
                            </p:stCondLst>
                            <p:childTnLst>
                              <p:par>
                                <p:cTn id="42" presetID="53" presetClass="entr" presetSubtype="16" fill="hold" grpId="0" nodeType="afterEffect">
                                  <p:stCondLst>
                                    <p:cond delay="0"/>
                                  </p:stCondLst>
                                  <p:childTnLst>
                                    <p:set>
                                      <p:cBhvr>
                                        <p:cTn id="43" dur="1" fill="hold">
                                          <p:stCondLst>
                                            <p:cond delay="0"/>
                                          </p:stCondLst>
                                        </p:cTn>
                                        <p:tgtEl>
                                          <p:spTgt spid="37">
                                            <p:txEl>
                                              <p:pRg st="0" end="0"/>
                                            </p:txEl>
                                          </p:spTgt>
                                        </p:tgtEl>
                                        <p:attrNameLst>
                                          <p:attrName>style.visibility</p:attrName>
                                        </p:attrNameLst>
                                      </p:cBhvr>
                                      <p:to>
                                        <p:strVal val="visible"/>
                                      </p:to>
                                    </p:set>
                                    <p:anim calcmode="lin" valueType="num">
                                      <p:cBhvr>
                                        <p:cTn id="44" dur="3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45" dur="3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46" dur="300"/>
                                        <p:tgtEl>
                                          <p:spTgt spid="37">
                                            <p:txEl>
                                              <p:pRg st="0" end="0"/>
                                            </p:txEl>
                                          </p:spTgt>
                                        </p:tgtEl>
                                      </p:cBhvr>
                                    </p:animEffect>
                                  </p:childTnLst>
                                </p:cTn>
                              </p:par>
                              <p:par>
                                <p:cTn id="47" presetID="42" presetClass="entr" presetSubtype="0" fill="hold" grpId="0" nodeType="withEffect">
                                  <p:stCondLst>
                                    <p:cond delay="200"/>
                                  </p:stCondLst>
                                  <p:childTnLst>
                                    <p:set>
                                      <p:cBhvr>
                                        <p:cTn id="48" dur="1" fill="hold">
                                          <p:stCondLst>
                                            <p:cond delay="0"/>
                                          </p:stCondLst>
                                        </p:cTn>
                                        <p:tgtEl>
                                          <p:spTgt spid="62">
                                            <p:txEl>
                                              <p:pRg st="0" end="0"/>
                                            </p:txEl>
                                          </p:spTgt>
                                        </p:tgtEl>
                                        <p:attrNameLst>
                                          <p:attrName>style.visibility</p:attrName>
                                        </p:attrNameLst>
                                      </p:cBhvr>
                                      <p:to>
                                        <p:strVal val="visible"/>
                                      </p:to>
                                    </p:set>
                                    <p:animEffect transition="in" filter="fade">
                                      <p:cBhvr>
                                        <p:cTn id="49" dur="400"/>
                                        <p:tgtEl>
                                          <p:spTgt spid="62">
                                            <p:txEl>
                                              <p:pRg st="0" end="0"/>
                                            </p:txEl>
                                          </p:spTgt>
                                        </p:tgtEl>
                                      </p:cBhvr>
                                    </p:animEffect>
                                    <p:anim calcmode="lin" valueType="num">
                                      <p:cBhvr>
                                        <p:cTn id="50" dur="400" fill="hold"/>
                                        <p:tgtEl>
                                          <p:spTgt spid="62">
                                            <p:txEl>
                                              <p:pRg st="0" end="0"/>
                                            </p:txEl>
                                          </p:spTgt>
                                        </p:tgtEl>
                                        <p:attrNameLst>
                                          <p:attrName>ppt_x</p:attrName>
                                        </p:attrNameLst>
                                      </p:cBhvr>
                                      <p:tavLst>
                                        <p:tav tm="0">
                                          <p:val>
                                            <p:strVal val="#ppt_x"/>
                                          </p:val>
                                        </p:tav>
                                        <p:tav tm="100000">
                                          <p:val>
                                            <p:strVal val="#ppt_x"/>
                                          </p:val>
                                        </p:tav>
                                      </p:tavLst>
                                    </p:anim>
                                    <p:anim calcmode="lin" valueType="num">
                                      <p:cBhvr>
                                        <p:cTn id="51" dur="400" fill="hold"/>
                                        <p:tgtEl>
                                          <p:spTgt spid="62">
                                            <p:txEl>
                                              <p:pRg st="0" end="0"/>
                                            </p:txEl>
                                          </p:spTgt>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200"/>
                                  </p:stCondLst>
                                  <p:childTnLst>
                                    <p:set>
                                      <p:cBhvr>
                                        <p:cTn id="53" dur="1" fill="hold">
                                          <p:stCondLst>
                                            <p:cond delay="0"/>
                                          </p:stCondLst>
                                        </p:cTn>
                                        <p:tgtEl>
                                          <p:spTgt spid="63">
                                            <p:txEl>
                                              <p:pRg st="0" end="0"/>
                                            </p:txEl>
                                          </p:spTgt>
                                        </p:tgtEl>
                                        <p:attrNameLst>
                                          <p:attrName>style.visibility</p:attrName>
                                        </p:attrNameLst>
                                      </p:cBhvr>
                                      <p:to>
                                        <p:strVal val="visible"/>
                                      </p:to>
                                    </p:set>
                                    <p:animEffect transition="in" filter="fade">
                                      <p:cBhvr>
                                        <p:cTn id="54" dur="500"/>
                                        <p:tgtEl>
                                          <p:spTgt spid="63">
                                            <p:txEl>
                                              <p:pRg st="0" end="0"/>
                                            </p:txEl>
                                          </p:spTgt>
                                        </p:tgtEl>
                                      </p:cBhvr>
                                    </p:animEffect>
                                    <p:anim calcmode="lin" valueType="num">
                                      <p:cBhvr>
                                        <p:cTn id="55" dur="500" fill="hold"/>
                                        <p:tgtEl>
                                          <p:spTgt spid="63">
                                            <p:txEl>
                                              <p:pRg st="0" end="0"/>
                                            </p:txEl>
                                          </p:spTgt>
                                        </p:tgtEl>
                                        <p:attrNameLst>
                                          <p:attrName>ppt_x</p:attrName>
                                        </p:attrNameLst>
                                      </p:cBhvr>
                                      <p:tavLst>
                                        <p:tav tm="0">
                                          <p:val>
                                            <p:strVal val="#ppt_x"/>
                                          </p:val>
                                        </p:tav>
                                        <p:tav tm="100000">
                                          <p:val>
                                            <p:strVal val="#ppt_x"/>
                                          </p:val>
                                        </p:tav>
                                      </p:tavLst>
                                    </p:anim>
                                    <p:anim calcmode="lin" valueType="num">
                                      <p:cBhvr>
                                        <p:cTn id="56" dur="500" fill="hold"/>
                                        <p:tgtEl>
                                          <p:spTgt spid="63">
                                            <p:txEl>
                                              <p:pRg st="0" end="0"/>
                                            </p:txEl>
                                          </p:spTgt>
                                        </p:tgtEl>
                                        <p:attrNameLst>
                                          <p:attrName>ppt_y</p:attrName>
                                        </p:attrNameLst>
                                      </p:cBhvr>
                                      <p:tavLst>
                                        <p:tav tm="0">
                                          <p:val>
                                            <p:strVal val="#ppt_y+.1"/>
                                          </p:val>
                                        </p:tav>
                                        <p:tav tm="100000">
                                          <p:val>
                                            <p:strVal val="#ppt_y"/>
                                          </p:val>
                                        </p:tav>
                                      </p:tavLst>
                                    </p:anim>
                                  </p:childTnLst>
                                </p:cTn>
                              </p:par>
                              <p:par>
                                <p:cTn id="57" presetID="10" presetClass="entr" presetSubtype="0" fill="hold" grpId="0" nodeType="withEffect">
                                  <p:stCondLst>
                                    <p:cond delay="800"/>
                                  </p:stCondLst>
                                  <p:childTnLst>
                                    <p:set>
                                      <p:cBhvr>
                                        <p:cTn id="58" dur="1" fill="hold">
                                          <p:stCondLst>
                                            <p:cond delay="0"/>
                                          </p:stCondLst>
                                        </p:cTn>
                                        <p:tgtEl>
                                          <p:spTgt spid="69">
                                            <p:txEl>
                                              <p:pRg st="0" end="0"/>
                                            </p:txEl>
                                          </p:spTgt>
                                        </p:tgtEl>
                                        <p:attrNameLst>
                                          <p:attrName>style.visibility</p:attrName>
                                        </p:attrNameLst>
                                      </p:cBhvr>
                                      <p:to>
                                        <p:strVal val="visible"/>
                                      </p:to>
                                    </p:set>
                                    <p:animEffect transition="in" filter="fade">
                                      <p:cBhvr>
                                        <p:cTn id="59" dur="500"/>
                                        <p:tgtEl>
                                          <p:spTgt spid="69">
                                            <p:txEl>
                                              <p:pRg st="0" end="0"/>
                                            </p:txEl>
                                          </p:spTgt>
                                        </p:tgtEl>
                                      </p:cBhvr>
                                    </p:animEffect>
                                  </p:childTnLst>
                                </p:cTn>
                              </p:par>
                              <p:par>
                                <p:cTn id="60" presetID="10" presetClass="entr" presetSubtype="0" fill="hold" grpId="0" nodeType="withEffect">
                                  <p:stCondLst>
                                    <p:cond delay="800"/>
                                  </p:stCondLst>
                                  <p:childTnLst>
                                    <p:set>
                                      <p:cBhvr>
                                        <p:cTn id="61" dur="1" fill="hold">
                                          <p:stCondLst>
                                            <p:cond delay="0"/>
                                          </p:stCondLst>
                                        </p:cTn>
                                        <p:tgtEl>
                                          <p:spTgt spid="69">
                                            <p:txEl>
                                              <p:pRg st="1" end="1"/>
                                            </p:txEl>
                                          </p:spTgt>
                                        </p:tgtEl>
                                        <p:attrNameLst>
                                          <p:attrName>style.visibility</p:attrName>
                                        </p:attrNameLst>
                                      </p:cBhvr>
                                      <p:to>
                                        <p:strVal val="visible"/>
                                      </p:to>
                                    </p:set>
                                    <p:animEffect transition="in" filter="fade">
                                      <p:cBhvr>
                                        <p:cTn id="62" dur="500"/>
                                        <p:tgtEl>
                                          <p:spTgt spid="69">
                                            <p:txEl>
                                              <p:pRg st="1" end="1"/>
                                            </p:txEl>
                                          </p:spTgt>
                                        </p:tgtEl>
                                      </p:cBhvr>
                                    </p:animEffect>
                                  </p:childTnLst>
                                </p:cTn>
                              </p:par>
                              <p:par>
                                <p:cTn id="63" presetID="10" presetClass="entr" presetSubtype="0" fill="hold" grpId="0" nodeType="withEffect">
                                  <p:stCondLst>
                                    <p:cond delay="800"/>
                                  </p:stCondLst>
                                  <p:childTnLst>
                                    <p:set>
                                      <p:cBhvr>
                                        <p:cTn id="64" dur="1" fill="hold">
                                          <p:stCondLst>
                                            <p:cond delay="0"/>
                                          </p:stCondLst>
                                        </p:cTn>
                                        <p:tgtEl>
                                          <p:spTgt spid="69">
                                            <p:txEl>
                                              <p:pRg st="2" end="2"/>
                                            </p:txEl>
                                          </p:spTgt>
                                        </p:tgtEl>
                                        <p:attrNameLst>
                                          <p:attrName>style.visibility</p:attrName>
                                        </p:attrNameLst>
                                      </p:cBhvr>
                                      <p:to>
                                        <p:strVal val="visible"/>
                                      </p:to>
                                    </p:set>
                                    <p:animEffect transition="in" filter="fade">
                                      <p:cBhvr>
                                        <p:cTn id="65" dur="500"/>
                                        <p:tgtEl>
                                          <p:spTgt spid="69">
                                            <p:txEl>
                                              <p:pRg st="2" end="2"/>
                                            </p:txEl>
                                          </p:spTgt>
                                        </p:tgtEl>
                                      </p:cBhvr>
                                    </p:animEffect>
                                  </p:childTnLst>
                                </p:cTn>
                              </p:par>
                              <p:par>
                                <p:cTn id="66" presetID="42" presetClass="entr" presetSubtype="0" fill="hold" grpId="0" nodeType="withEffect">
                                  <p:stCondLst>
                                    <p:cond delay="200"/>
                                  </p:stCondLst>
                                  <p:childTnLst>
                                    <p:set>
                                      <p:cBhvr>
                                        <p:cTn id="67" dur="1" fill="hold">
                                          <p:stCondLst>
                                            <p:cond delay="0"/>
                                          </p:stCondLst>
                                        </p:cTn>
                                        <p:tgtEl>
                                          <p:spTgt spid="70">
                                            <p:txEl>
                                              <p:pRg st="0" end="0"/>
                                            </p:txEl>
                                          </p:spTgt>
                                        </p:tgtEl>
                                        <p:attrNameLst>
                                          <p:attrName>style.visibility</p:attrName>
                                        </p:attrNameLst>
                                      </p:cBhvr>
                                      <p:to>
                                        <p:strVal val="visible"/>
                                      </p:to>
                                    </p:set>
                                    <p:animEffect transition="in" filter="fade">
                                      <p:cBhvr>
                                        <p:cTn id="68" dur="400"/>
                                        <p:tgtEl>
                                          <p:spTgt spid="70">
                                            <p:txEl>
                                              <p:pRg st="0" end="0"/>
                                            </p:txEl>
                                          </p:spTgt>
                                        </p:tgtEl>
                                      </p:cBhvr>
                                    </p:animEffect>
                                    <p:anim calcmode="lin" valueType="num">
                                      <p:cBhvr>
                                        <p:cTn id="69" dur="400" fill="hold"/>
                                        <p:tgtEl>
                                          <p:spTgt spid="70">
                                            <p:txEl>
                                              <p:pRg st="0" end="0"/>
                                            </p:txEl>
                                          </p:spTgt>
                                        </p:tgtEl>
                                        <p:attrNameLst>
                                          <p:attrName>ppt_x</p:attrName>
                                        </p:attrNameLst>
                                      </p:cBhvr>
                                      <p:tavLst>
                                        <p:tav tm="0">
                                          <p:val>
                                            <p:strVal val="#ppt_x"/>
                                          </p:val>
                                        </p:tav>
                                        <p:tav tm="100000">
                                          <p:val>
                                            <p:strVal val="#ppt_x"/>
                                          </p:val>
                                        </p:tav>
                                      </p:tavLst>
                                    </p:anim>
                                    <p:anim calcmode="lin" valueType="num">
                                      <p:cBhvr>
                                        <p:cTn id="70" dur="400" fill="hold"/>
                                        <p:tgtEl>
                                          <p:spTgt spid="70">
                                            <p:txEl>
                                              <p:pRg st="0" end="0"/>
                                            </p:txEl>
                                          </p:spTgt>
                                        </p:tgtEl>
                                        <p:attrNameLst>
                                          <p:attrName>ppt_y</p:attrName>
                                        </p:attrNameLst>
                                      </p:cBhvr>
                                      <p:tavLst>
                                        <p:tav tm="0">
                                          <p:val>
                                            <p:strVal val="#ppt_y+.1"/>
                                          </p:val>
                                        </p:tav>
                                        <p:tav tm="100000">
                                          <p:val>
                                            <p:strVal val="#ppt_y"/>
                                          </p:val>
                                        </p:tav>
                                      </p:tavLst>
                                    </p:anim>
                                  </p:childTnLst>
                                </p:cTn>
                              </p:par>
                              <p:par>
                                <p:cTn id="71" presetID="22" presetClass="entr" presetSubtype="8" fill="hold" grpId="0" nodeType="withEffect">
                                  <p:stCondLst>
                                    <p:cond delay="200"/>
                                  </p:stCondLst>
                                  <p:childTnLst>
                                    <p:set>
                                      <p:cBhvr>
                                        <p:cTn id="72" dur="1" fill="hold">
                                          <p:stCondLst>
                                            <p:cond delay="0"/>
                                          </p:stCondLst>
                                        </p:cTn>
                                        <p:tgtEl>
                                          <p:spTgt spid="71"/>
                                        </p:tgtEl>
                                        <p:attrNameLst>
                                          <p:attrName>style.visibility</p:attrName>
                                        </p:attrNameLst>
                                      </p:cBhvr>
                                      <p:to>
                                        <p:strVal val="visible"/>
                                      </p:to>
                                    </p:set>
                                    <p:animEffect transition="in" filter="wipe(left)">
                                      <p:cBhvr>
                                        <p:cTn id="73" dur="500"/>
                                        <p:tgtEl>
                                          <p:spTgt spid="71"/>
                                        </p:tgtEl>
                                      </p:cBhvr>
                                    </p:animEffect>
                                  </p:childTnLst>
                                </p:cTn>
                              </p:par>
                              <p:par>
                                <p:cTn id="74" presetID="22" presetClass="entr" presetSubtype="8" fill="hold" grpId="0" nodeType="withEffect">
                                  <p:stCondLst>
                                    <p:cond delay="200"/>
                                  </p:stCondLst>
                                  <p:childTnLst>
                                    <p:set>
                                      <p:cBhvr>
                                        <p:cTn id="75" dur="1" fill="hold">
                                          <p:stCondLst>
                                            <p:cond delay="0"/>
                                          </p:stCondLst>
                                        </p:cTn>
                                        <p:tgtEl>
                                          <p:spTgt spid="72"/>
                                        </p:tgtEl>
                                        <p:attrNameLst>
                                          <p:attrName>style.visibility</p:attrName>
                                        </p:attrNameLst>
                                      </p:cBhvr>
                                      <p:to>
                                        <p:strVal val="visible"/>
                                      </p:to>
                                    </p:set>
                                    <p:animEffect transition="in" filter="wipe(left)">
                                      <p:cBhvr>
                                        <p:cTn id="76" dur="500"/>
                                        <p:tgtEl>
                                          <p:spTgt spid="72"/>
                                        </p:tgtEl>
                                      </p:cBhvr>
                                    </p:animEffect>
                                  </p:childTnLst>
                                </p:cTn>
                              </p:par>
                              <p:par>
                                <p:cTn id="77" presetID="22" presetClass="entr" presetSubtype="8" fill="hold" grpId="0" nodeType="withEffect">
                                  <p:stCondLst>
                                    <p:cond delay="200"/>
                                  </p:stCondLst>
                                  <p:childTnLst>
                                    <p:set>
                                      <p:cBhvr>
                                        <p:cTn id="78" dur="1" fill="hold">
                                          <p:stCondLst>
                                            <p:cond delay="0"/>
                                          </p:stCondLst>
                                        </p:cTn>
                                        <p:tgtEl>
                                          <p:spTgt spid="73"/>
                                        </p:tgtEl>
                                        <p:attrNameLst>
                                          <p:attrName>style.visibility</p:attrName>
                                        </p:attrNameLst>
                                      </p:cBhvr>
                                      <p:to>
                                        <p:strVal val="visible"/>
                                      </p:to>
                                    </p:set>
                                    <p:animEffect transition="in" filter="wipe(left)">
                                      <p:cBhvr>
                                        <p:cTn id="79" dur="500"/>
                                        <p:tgtEl>
                                          <p:spTgt spid="73"/>
                                        </p:tgtEl>
                                      </p:cBhvr>
                                    </p:animEffect>
                                  </p:childTnLst>
                                </p:cTn>
                              </p:par>
                              <p:par>
                                <p:cTn id="80" presetID="22" presetClass="entr" presetSubtype="8" fill="hold" grpId="0" nodeType="withEffect">
                                  <p:stCondLst>
                                    <p:cond delay="200"/>
                                  </p:stCondLst>
                                  <p:childTnLst>
                                    <p:set>
                                      <p:cBhvr>
                                        <p:cTn id="81" dur="1" fill="hold">
                                          <p:stCondLst>
                                            <p:cond delay="0"/>
                                          </p:stCondLst>
                                        </p:cTn>
                                        <p:tgtEl>
                                          <p:spTgt spid="74"/>
                                        </p:tgtEl>
                                        <p:attrNameLst>
                                          <p:attrName>style.visibility</p:attrName>
                                        </p:attrNameLst>
                                      </p:cBhvr>
                                      <p:to>
                                        <p:strVal val="visible"/>
                                      </p:to>
                                    </p:set>
                                    <p:animEffect transition="in" filter="wipe(left)">
                                      <p:cBhvr>
                                        <p:cTn id="82" dur="500"/>
                                        <p:tgtEl>
                                          <p:spTgt spid="74"/>
                                        </p:tgtEl>
                                      </p:cBhvr>
                                    </p:animEffect>
                                  </p:childTnLst>
                                </p:cTn>
                              </p:par>
                              <p:par>
                                <p:cTn id="83" presetID="42" presetClass="entr" presetSubtype="0" fill="hold" grpId="0" nodeType="withEffect">
                                  <p:stCondLst>
                                    <p:cond delay="200"/>
                                  </p:stCondLst>
                                  <p:childTnLst>
                                    <p:set>
                                      <p:cBhvr>
                                        <p:cTn id="84" dur="1" fill="hold">
                                          <p:stCondLst>
                                            <p:cond delay="0"/>
                                          </p:stCondLst>
                                        </p:cTn>
                                        <p:tgtEl>
                                          <p:spTgt spid="75">
                                            <p:txEl>
                                              <p:pRg st="0" end="0"/>
                                            </p:txEl>
                                          </p:spTgt>
                                        </p:tgtEl>
                                        <p:attrNameLst>
                                          <p:attrName>style.visibility</p:attrName>
                                        </p:attrNameLst>
                                      </p:cBhvr>
                                      <p:to>
                                        <p:strVal val="visible"/>
                                      </p:to>
                                    </p:set>
                                    <p:animEffect transition="in" filter="fade">
                                      <p:cBhvr>
                                        <p:cTn id="85" dur="500"/>
                                        <p:tgtEl>
                                          <p:spTgt spid="75">
                                            <p:txEl>
                                              <p:pRg st="0" end="0"/>
                                            </p:txEl>
                                          </p:spTgt>
                                        </p:tgtEl>
                                      </p:cBhvr>
                                    </p:animEffect>
                                    <p:anim calcmode="lin" valueType="num">
                                      <p:cBhvr>
                                        <p:cTn id="86" dur="500" fill="hold"/>
                                        <p:tgtEl>
                                          <p:spTgt spid="75">
                                            <p:txEl>
                                              <p:pRg st="0" end="0"/>
                                            </p:txEl>
                                          </p:spTgt>
                                        </p:tgtEl>
                                        <p:attrNameLst>
                                          <p:attrName>ppt_x</p:attrName>
                                        </p:attrNameLst>
                                      </p:cBhvr>
                                      <p:tavLst>
                                        <p:tav tm="0">
                                          <p:val>
                                            <p:strVal val="#ppt_x"/>
                                          </p:val>
                                        </p:tav>
                                        <p:tav tm="100000">
                                          <p:val>
                                            <p:strVal val="#ppt_x"/>
                                          </p:val>
                                        </p:tav>
                                      </p:tavLst>
                                    </p:anim>
                                    <p:anim calcmode="lin" valueType="num">
                                      <p:cBhvr>
                                        <p:cTn id="87" dur="500" fill="hold"/>
                                        <p:tgtEl>
                                          <p:spTgt spid="75">
                                            <p:txEl>
                                              <p:pRg st="0" end="0"/>
                                            </p:txEl>
                                          </p:spTgt>
                                        </p:tgtEl>
                                        <p:attrNameLst>
                                          <p:attrName>ppt_y</p:attrName>
                                        </p:attrNameLst>
                                      </p:cBhvr>
                                      <p:tavLst>
                                        <p:tav tm="0">
                                          <p:val>
                                            <p:strVal val="#ppt_y+.1"/>
                                          </p:val>
                                        </p:tav>
                                        <p:tav tm="100000">
                                          <p:val>
                                            <p:strVal val="#ppt_y"/>
                                          </p:val>
                                        </p:tav>
                                      </p:tavLst>
                                    </p:anim>
                                  </p:childTnLst>
                                </p:cTn>
                              </p:par>
                              <p:par>
                                <p:cTn id="88" presetID="42" presetClass="entr" presetSubtype="0" fill="hold" grpId="0" nodeType="withEffect">
                                  <p:stCondLst>
                                    <p:cond delay="200"/>
                                  </p:stCondLst>
                                  <p:childTnLst>
                                    <p:set>
                                      <p:cBhvr>
                                        <p:cTn id="89" dur="1" fill="hold">
                                          <p:stCondLst>
                                            <p:cond delay="0"/>
                                          </p:stCondLst>
                                        </p:cTn>
                                        <p:tgtEl>
                                          <p:spTgt spid="76">
                                            <p:txEl>
                                              <p:pRg st="0" end="0"/>
                                            </p:txEl>
                                          </p:spTgt>
                                        </p:tgtEl>
                                        <p:attrNameLst>
                                          <p:attrName>style.visibility</p:attrName>
                                        </p:attrNameLst>
                                      </p:cBhvr>
                                      <p:to>
                                        <p:strVal val="visible"/>
                                      </p:to>
                                    </p:set>
                                    <p:animEffect transition="in" filter="fade">
                                      <p:cBhvr>
                                        <p:cTn id="90" dur="500"/>
                                        <p:tgtEl>
                                          <p:spTgt spid="76">
                                            <p:txEl>
                                              <p:pRg st="0" end="0"/>
                                            </p:txEl>
                                          </p:spTgt>
                                        </p:tgtEl>
                                      </p:cBhvr>
                                    </p:animEffect>
                                    <p:anim calcmode="lin" valueType="num">
                                      <p:cBhvr>
                                        <p:cTn id="91" dur="500" fill="hold"/>
                                        <p:tgtEl>
                                          <p:spTgt spid="76">
                                            <p:txEl>
                                              <p:pRg st="0" end="0"/>
                                            </p:txEl>
                                          </p:spTgt>
                                        </p:tgtEl>
                                        <p:attrNameLst>
                                          <p:attrName>ppt_x</p:attrName>
                                        </p:attrNameLst>
                                      </p:cBhvr>
                                      <p:tavLst>
                                        <p:tav tm="0">
                                          <p:val>
                                            <p:strVal val="#ppt_x"/>
                                          </p:val>
                                        </p:tav>
                                        <p:tav tm="100000">
                                          <p:val>
                                            <p:strVal val="#ppt_x"/>
                                          </p:val>
                                        </p:tav>
                                      </p:tavLst>
                                    </p:anim>
                                    <p:anim calcmode="lin" valueType="num">
                                      <p:cBhvr>
                                        <p:cTn id="92" dur="500" fill="hold"/>
                                        <p:tgtEl>
                                          <p:spTgt spid="76">
                                            <p:txEl>
                                              <p:pRg st="0" end="0"/>
                                            </p:txEl>
                                          </p:spTgt>
                                        </p:tgtEl>
                                        <p:attrNameLst>
                                          <p:attrName>ppt_y</p:attrName>
                                        </p:attrNameLst>
                                      </p:cBhvr>
                                      <p:tavLst>
                                        <p:tav tm="0">
                                          <p:val>
                                            <p:strVal val="#ppt_y+.1"/>
                                          </p:val>
                                        </p:tav>
                                        <p:tav tm="100000">
                                          <p:val>
                                            <p:strVal val="#ppt_y"/>
                                          </p:val>
                                        </p:tav>
                                      </p:tavLst>
                                    </p:anim>
                                  </p:childTnLst>
                                </p:cTn>
                              </p:par>
                              <p:par>
                                <p:cTn id="93" presetID="42" presetClass="entr" presetSubtype="0" fill="hold" grpId="0" nodeType="withEffect">
                                  <p:stCondLst>
                                    <p:cond delay="200"/>
                                  </p:stCondLst>
                                  <p:childTnLst>
                                    <p:set>
                                      <p:cBhvr>
                                        <p:cTn id="94" dur="1" fill="hold">
                                          <p:stCondLst>
                                            <p:cond delay="0"/>
                                          </p:stCondLst>
                                        </p:cTn>
                                        <p:tgtEl>
                                          <p:spTgt spid="77">
                                            <p:txEl>
                                              <p:pRg st="0" end="0"/>
                                            </p:txEl>
                                          </p:spTgt>
                                        </p:tgtEl>
                                        <p:attrNameLst>
                                          <p:attrName>style.visibility</p:attrName>
                                        </p:attrNameLst>
                                      </p:cBhvr>
                                      <p:to>
                                        <p:strVal val="visible"/>
                                      </p:to>
                                    </p:set>
                                    <p:animEffect transition="in" filter="fade">
                                      <p:cBhvr>
                                        <p:cTn id="95" dur="500"/>
                                        <p:tgtEl>
                                          <p:spTgt spid="77">
                                            <p:txEl>
                                              <p:pRg st="0" end="0"/>
                                            </p:txEl>
                                          </p:spTgt>
                                        </p:tgtEl>
                                      </p:cBhvr>
                                    </p:animEffect>
                                    <p:anim calcmode="lin" valueType="num">
                                      <p:cBhvr>
                                        <p:cTn id="96" dur="500" fill="hold"/>
                                        <p:tgtEl>
                                          <p:spTgt spid="77">
                                            <p:txEl>
                                              <p:pRg st="0" end="0"/>
                                            </p:txEl>
                                          </p:spTgt>
                                        </p:tgtEl>
                                        <p:attrNameLst>
                                          <p:attrName>ppt_x</p:attrName>
                                        </p:attrNameLst>
                                      </p:cBhvr>
                                      <p:tavLst>
                                        <p:tav tm="0">
                                          <p:val>
                                            <p:strVal val="#ppt_x"/>
                                          </p:val>
                                        </p:tav>
                                        <p:tav tm="100000">
                                          <p:val>
                                            <p:strVal val="#ppt_x"/>
                                          </p:val>
                                        </p:tav>
                                      </p:tavLst>
                                    </p:anim>
                                    <p:anim calcmode="lin" valueType="num">
                                      <p:cBhvr>
                                        <p:cTn id="97" dur="500" fill="hold"/>
                                        <p:tgtEl>
                                          <p:spTgt spid="77">
                                            <p:txEl>
                                              <p:pRg st="0" end="0"/>
                                            </p:txEl>
                                          </p:spTgt>
                                        </p:tgtEl>
                                        <p:attrNameLst>
                                          <p:attrName>ppt_y</p:attrName>
                                        </p:attrNameLst>
                                      </p:cBhvr>
                                      <p:tavLst>
                                        <p:tav tm="0">
                                          <p:val>
                                            <p:strVal val="#ppt_y+.1"/>
                                          </p:val>
                                        </p:tav>
                                        <p:tav tm="100000">
                                          <p:val>
                                            <p:strVal val="#ppt_y"/>
                                          </p:val>
                                        </p:tav>
                                      </p:tavLst>
                                    </p:anim>
                                  </p:childTnLst>
                                </p:cTn>
                              </p:par>
                              <p:par>
                                <p:cTn id="98" presetID="42" presetClass="entr" presetSubtype="0" fill="hold" grpId="0" nodeType="withEffect">
                                  <p:stCondLst>
                                    <p:cond delay="200"/>
                                  </p:stCondLst>
                                  <p:childTnLst>
                                    <p:set>
                                      <p:cBhvr>
                                        <p:cTn id="99" dur="1" fill="hold">
                                          <p:stCondLst>
                                            <p:cond delay="0"/>
                                          </p:stCondLst>
                                        </p:cTn>
                                        <p:tgtEl>
                                          <p:spTgt spid="78">
                                            <p:txEl>
                                              <p:pRg st="0" end="0"/>
                                            </p:txEl>
                                          </p:spTgt>
                                        </p:tgtEl>
                                        <p:attrNameLst>
                                          <p:attrName>style.visibility</p:attrName>
                                        </p:attrNameLst>
                                      </p:cBhvr>
                                      <p:to>
                                        <p:strVal val="visible"/>
                                      </p:to>
                                    </p:set>
                                    <p:animEffect transition="in" filter="fade">
                                      <p:cBhvr>
                                        <p:cTn id="100" dur="500"/>
                                        <p:tgtEl>
                                          <p:spTgt spid="78">
                                            <p:txEl>
                                              <p:pRg st="0" end="0"/>
                                            </p:txEl>
                                          </p:spTgt>
                                        </p:tgtEl>
                                      </p:cBhvr>
                                    </p:animEffect>
                                    <p:anim calcmode="lin" valueType="num">
                                      <p:cBhvr>
                                        <p:cTn id="101" dur="500" fill="hold"/>
                                        <p:tgtEl>
                                          <p:spTgt spid="78">
                                            <p:txEl>
                                              <p:pRg st="0" end="0"/>
                                            </p:txEl>
                                          </p:spTgt>
                                        </p:tgtEl>
                                        <p:attrNameLst>
                                          <p:attrName>ppt_x</p:attrName>
                                        </p:attrNameLst>
                                      </p:cBhvr>
                                      <p:tavLst>
                                        <p:tav tm="0">
                                          <p:val>
                                            <p:strVal val="#ppt_x"/>
                                          </p:val>
                                        </p:tav>
                                        <p:tav tm="100000">
                                          <p:val>
                                            <p:strVal val="#ppt_x"/>
                                          </p:val>
                                        </p:tav>
                                      </p:tavLst>
                                    </p:anim>
                                    <p:anim calcmode="lin" valueType="num">
                                      <p:cBhvr>
                                        <p:cTn id="102" dur="500" fill="hold"/>
                                        <p:tgtEl>
                                          <p:spTgt spid="7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33" grpId="0"/>
      <p:bldP spid="3" grpId="0" animBg="1"/>
      <p:bldP spid="34" grpId="0" build="p">
        <p:tmplLst>
          <p:tmpl lvl="1">
            <p:tnLst>
              <p:par>
                <p:cTn presetID="42" presetClass="entr" presetSubtype="0" fill="hold" nodeType="withEffect">
                  <p:stCondLst>
                    <p:cond delay="200"/>
                  </p:stCondLst>
                  <p:childTnLst>
                    <p:set>
                      <p:cBhvr>
                        <p:cTn dur="1" fill="hold">
                          <p:stCondLst>
                            <p:cond delay="0"/>
                          </p:stCondLst>
                        </p:cTn>
                        <p:tgtEl>
                          <p:spTgt spid="34"/>
                        </p:tgtEl>
                        <p:attrNameLst>
                          <p:attrName>style.visibility</p:attrName>
                        </p:attrNameLst>
                      </p:cBhvr>
                      <p:to>
                        <p:strVal val="visible"/>
                      </p:to>
                    </p:set>
                    <p:animEffect transition="in" filter="fade">
                      <p:cBhvr>
                        <p:cTn dur="400"/>
                        <p:tgtEl>
                          <p:spTgt spid="34"/>
                        </p:tgtEl>
                      </p:cBhvr>
                    </p:animEffect>
                    <p:anim calcmode="lin" valueType="num">
                      <p:cBhvr>
                        <p:cTn dur="400" fill="hold"/>
                        <p:tgtEl>
                          <p:spTgt spid="34"/>
                        </p:tgtEl>
                        <p:attrNameLst>
                          <p:attrName>ppt_x</p:attrName>
                        </p:attrNameLst>
                      </p:cBhvr>
                      <p:tavLst>
                        <p:tav tm="0">
                          <p:val>
                            <p:strVal val="#ppt_x"/>
                          </p:val>
                        </p:tav>
                        <p:tav tm="100000">
                          <p:val>
                            <p:strVal val="#ppt_x"/>
                          </p:val>
                        </p:tav>
                      </p:tavLst>
                    </p:anim>
                    <p:anim calcmode="lin" valueType="num">
                      <p:cBhvr>
                        <p:cTn dur="400" fill="hold"/>
                        <p:tgtEl>
                          <p:spTgt spid="34"/>
                        </p:tgtEl>
                        <p:attrNameLst>
                          <p:attrName>ppt_y</p:attrName>
                        </p:attrNameLst>
                      </p:cBhvr>
                      <p:tavLst>
                        <p:tav tm="0">
                          <p:val>
                            <p:strVal val="#ppt_y+.1"/>
                          </p:val>
                        </p:tav>
                        <p:tav tm="100000">
                          <p:val>
                            <p:strVal val="#ppt_y"/>
                          </p:val>
                        </p:tav>
                      </p:tavLst>
                    </p:anim>
                  </p:childTnLst>
                </p:cTn>
              </p:par>
            </p:tnLst>
          </p:tmpl>
        </p:tmplLst>
      </p:bldP>
      <p:bldP spid="35" grpId="0" build="p">
        <p:tmplLst>
          <p:tmpl lvl="1">
            <p:tnLst>
              <p:par>
                <p:cTn presetID="42" presetClass="entr" presetSubtype="0" fill="hold" nodeType="withEffect">
                  <p:stCondLst>
                    <p:cond delay="200"/>
                  </p:stCondLst>
                  <p:childTnLst>
                    <p:set>
                      <p:cBhvr>
                        <p:cTn dur="1" fill="hold">
                          <p:stCondLst>
                            <p:cond delay="0"/>
                          </p:stCondLst>
                        </p:cTn>
                        <p:tgtEl>
                          <p:spTgt spid="35"/>
                        </p:tgtEl>
                        <p:attrNameLst>
                          <p:attrName>style.visibility</p:attrName>
                        </p:attrNameLst>
                      </p:cBhvr>
                      <p:to>
                        <p:strVal val="visible"/>
                      </p:to>
                    </p:set>
                    <p:animEffect transition="in" filter="fade">
                      <p:cBhvr>
                        <p:cTn dur="500"/>
                        <p:tgtEl>
                          <p:spTgt spid="35"/>
                        </p:tgtEl>
                      </p:cBhvr>
                    </p:animEffect>
                    <p:anim calcmode="lin" valueType="num">
                      <p:cBhvr>
                        <p:cTn dur="500" fill="hold"/>
                        <p:tgtEl>
                          <p:spTgt spid="35"/>
                        </p:tgtEl>
                        <p:attrNameLst>
                          <p:attrName>ppt_x</p:attrName>
                        </p:attrNameLst>
                      </p:cBhvr>
                      <p:tavLst>
                        <p:tav tm="0">
                          <p:val>
                            <p:strVal val="#ppt_x"/>
                          </p:val>
                        </p:tav>
                        <p:tav tm="100000">
                          <p:val>
                            <p:strVal val="#ppt_x"/>
                          </p:val>
                        </p:tav>
                      </p:tavLst>
                    </p:anim>
                    <p:anim calcmode="lin" valueType="num">
                      <p:cBhvr>
                        <p:cTn dur="500" fill="hold"/>
                        <p:tgtEl>
                          <p:spTgt spid="35"/>
                        </p:tgtEl>
                        <p:attrNameLst>
                          <p:attrName>ppt_y</p:attrName>
                        </p:attrNameLst>
                      </p:cBhvr>
                      <p:tavLst>
                        <p:tav tm="0">
                          <p:val>
                            <p:strVal val="#ppt_y+.1"/>
                          </p:val>
                        </p:tav>
                        <p:tav tm="100000">
                          <p:val>
                            <p:strVal val="#ppt_y"/>
                          </p:val>
                        </p:tav>
                      </p:tavLst>
                    </p:anim>
                  </p:childTnLst>
                </p:cTn>
              </p:par>
            </p:tnLst>
          </p:tmpl>
        </p:tmplLst>
      </p:bldP>
      <p:bldP spid="36" grpId="0" build="p">
        <p:tmplLst>
          <p:tmpl lvl="1">
            <p:tnLst>
              <p:par>
                <p:cTn presetID="10" presetClass="entr" presetSubtype="0" fill="hold" nodeType="withEffect">
                  <p:stCondLst>
                    <p:cond delay="80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7" grpId="0" build="p">
        <p:tmplLst>
          <p:tmpl lvl="1">
            <p:tnLst>
              <p:par>
                <p:cTn presetID="53" presetClass="entr" presetSubtype="16"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 calcmode="lin" valueType="num">
                      <p:cBhvr>
                        <p:cTn dur="300" fill="hold"/>
                        <p:tgtEl>
                          <p:spTgt spid="37"/>
                        </p:tgtEl>
                        <p:attrNameLst>
                          <p:attrName>ppt_w</p:attrName>
                        </p:attrNameLst>
                      </p:cBhvr>
                      <p:tavLst>
                        <p:tav tm="0">
                          <p:val>
                            <p:fltVal val="0"/>
                          </p:val>
                        </p:tav>
                        <p:tav tm="100000">
                          <p:val>
                            <p:strVal val="#ppt_w"/>
                          </p:val>
                        </p:tav>
                      </p:tavLst>
                    </p:anim>
                    <p:anim calcmode="lin" valueType="num">
                      <p:cBhvr>
                        <p:cTn dur="300" fill="hold"/>
                        <p:tgtEl>
                          <p:spTgt spid="37"/>
                        </p:tgtEl>
                        <p:attrNameLst>
                          <p:attrName>ppt_h</p:attrName>
                        </p:attrNameLst>
                      </p:cBhvr>
                      <p:tavLst>
                        <p:tav tm="0">
                          <p:val>
                            <p:fltVal val="0"/>
                          </p:val>
                        </p:tav>
                        <p:tav tm="100000">
                          <p:val>
                            <p:strVal val="#ppt_h"/>
                          </p:val>
                        </p:tav>
                      </p:tavLst>
                    </p:anim>
                    <p:animEffect transition="in" filter="fade">
                      <p:cBhvr>
                        <p:cTn dur="300"/>
                        <p:tgtEl>
                          <p:spTgt spid="37"/>
                        </p:tgtEl>
                      </p:cBhvr>
                    </p:animEffect>
                  </p:childTnLst>
                </p:cTn>
              </p:par>
            </p:tnLst>
          </p:tmpl>
        </p:tmplLst>
      </p:bldP>
      <p:bldP spid="62" grpId="0" build="p">
        <p:tmplLst>
          <p:tmpl lvl="1">
            <p:tnLst>
              <p:par>
                <p:cTn presetID="42" presetClass="entr" presetSubtype="0" fill="hold" nodeType="withEffect">
                  <p:stCondLst>
                    <p:cond delay="200"/>
                  </p:stCondLst>
                  <p:childTnLst>
                    <p:set>
                      <p:cBhvr>
                        <p:cTn dur="1" fill="hold">
                          <p:stCondLst>
                            <p:cond delay="0"/>
                          </p:stCondLst>
                        </p:cTn>
                        <p:tgtEl>
                          <p:spTgt spid="62"/>
                        </p:tgtEl>
                        <p:attrNameLst>
                          <p:attrName>style.visibility</p:attrName>
                        </p:attrNameLst>
                      </p:cBhvr>
                      <p:to>
                        <p:strVal val="visible"/>
                      </p:to>
                    </p:set>
                    <p:animEffect transition="in" filter="fade">
                      <p:cBhvr>
                        <p:cTn dur="400"/>
                        <p:tgtEl>
                          <p:spTgt spid="62"/>
                        </p:tgtEl>
                      </p:cBhvr>
                    </p:animEffect>
                    <p:anim calcmode="lin" valueType="num">
                      <p:cBhvr>
                        <p:cTn dur="400" fill="hold"/>
                        <p:tgtEl>
                          <p:spTgt spid="62"/>
                        </p:tgtEl>
                        <p:attrNameLst>
                          <p:attrName>ppt_x</p:attrName>
                        </p:attrNameLst>
                      </p:cBhvr>
                      <p:tavLst>
                        <p:tav tm="0">
                          <p:val>
                            <p:strVal val="#ppt_x"/>
                          </p:val>
                        </p:tav>
                        <p:tav tm="100000">
                          <p:val>
                            <p:strVal val="#ppt_x"/>
                          </p:val>
                        </p:tav>
                      </p:tavLst>
                    </p:anim>
                    <p:anim calcmode="lin" valueType="num">
                      <p:cBhvr>
                        <p:cTn dur="400" fill="hold"/>
                        <p:tgtEl>
                          <p:spTgt spid="62"/>
                        </p:tgtEl>
                        <p:attrNameLst>
                          <p:attrName>ppt_y</p:attrName>
                        </p:attrNameLst>
                      </p:cBhvr>
                      <p:tavLst>
                        <p:tav tm="0">
                          <p:val>
                            <p:strVal val="#ppt_y+.1"/>
                          </p:val>
                        </p:tav>
                        <p:tav tm="100000">
                          <p:val>
                            <p:strVal val="#ppt_y"/>
                          </p:val>
                        </p:tav>
                      </p:tavLst>
                    </p:anim>
                  </p:childTnLst>
                </p:cTn>
              </p:par>
            </p:tnLst>
          </p:tmpl>
        </p:tmplLst>
      </p:bldP>
      <p:bldP spid="63" grpId="0" build="p">
        <p:tmplLst>
          <p:tmpl lvl="1">
            <p:tnLst>
              <p:par>
                <p:cTn presetID="42" presetClass="entr" presetSubtype="0" fill="hold" nodeType="withEffect">
                  <p:stCondLst>
                    <p:cond delay="20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anim calcmode="lin" valueType="num">
                      <p:cBhvr>
                        <p:cTn dur="500" fill="hold"/>
                        <p:tgtEl>
                          <p:spTgt spid="63"/>
                        </p:tgtEl>
                        <p:attrNameLst>
                          <p:attrName>ppt_x</p:attrName>
                        </p:attrNameLst>
                      </p:cBhvr>
                      <p:tavLst>
                        <p:tav tm="0">
                          <p:val>
                            <p:strVal val="#ppt_x"/>
                          </p:val>
                        </p:tav>
                        <p:tav tm="100000">
                          <p:val>
                            <p:strVal val="#ppt_x"/>
                          </p:val>
                        </p:tav>
                      </p:tavLst>
                    </p:anim>
                    <p:anim calcmode="lin" valueType="num">
                      <p:cBhvr>
                        <p:cTn dur="500" fill="hold"/>
                        <p:tgtEl>
                          <p:spTgt spid="63"/>
                        </p:tgtEl>
                        <p:attrNameLst>
                          <p:attrName>ppt_y</p:attrName>
                        </p:attrNameLst>
                      </p:cBhvr>
                      <p:tavLst>
                        <p:tav tm="0">
                          <p:val>
                            <p:strVal val="#ppt_y+.1"/>
                          </p:val>
                        </p:tav>
                        <p:tav tm="100000">
                          <p:val>
                            <p:strVal val="#ppt_y"/>
                          </p:val>
                        </p:tav>
                      </p:tavLst>
                    </p:anim>
                  </p:childTnLst>
                </p:cTn>
              </p:par>
            </p:tnLst>
          </p:tmpl>
        </p:tmplLst>
      </p:bldP>
      <p:bldP spid="69" grpId="0" build="p">
        <p:tmplLst>
          <p:tmpl lvl="1">
            <p:tnLst>
              <p:par>
                <p:cTn presetID="10" presetClass="entr" presetSubtype="0" fill="hold" nodeType="withEffect">
                  <p:stCondLst>
                    <p:cond delay="800"/>
                  </p:stCondLst>
                  <p:childTnLst>
                    <p:set>
                      <p:cBhvr>
                        <p:cTn dur="1" fill="hold">
                          <p:stCondLst>
                            <p:cond delay="0"/>
                          </p:stCondLst>
                        </p:cTn>
                        <p:tgtEl>
                          <p:spTgt spid="69"/>
                        </p:tgtEl>
                        <p:attrNameLst>
                          <p:attrName>style.visibility</p:attrName>
                        </p:attrNameLst>
                      </p:cBhvr>
                      <p:to>
                        <p:strVal val="visible"/>
                      </p:to>
                    </p:set>
                    <p:animEffect transition="in" filter="fade">
                      <p:cBhvr>
                        <p:cTn dur="500"/>
                        <p:tgtEl>
                          <p:spTgt spid="69"/>
                        </p:tgtEl>
                      </p:cBhvr>
                    </p:animEffect>
                  </p:childTnLst>
                </p:cTn>
              </p:par>
            </p:tnLst>
          </p:tmpl>
        </p:tmplLst>
      </p:bldP>
      <p:bldP spid="70" grpId="0" build="p">
        <p:tmplLst>
          <p:tmpl lvl="1">
            <p:tnLst>
              <p:par>
                <p:cTn presetID="42" presetClass="entr" presetSubtype="0" fill="hold" nodeType="withEffect">
                  <p:stCondLst>
                    <p:cond delay="200"/>
                  </p:stCondLst>
                  <p:childTnLst>
                    <p:set>
                      <p:cBhvr>
                        <p:cTn dur="1" fill="hold">
                          <p:stCondLst>
                            <p:cond delay="0"/>
                          </p:stCondLst>
                        </p:cTn>
                        <p:tgtEl>
                          <p:spTgt spid="70"/>
                        </p:tgtEl>
                        <p:attrNameLst>
                          <p:attrName>style.visibility</p:attrName>
                        </p:attrNameLst>
                      </p:cBhvr>
                      <p:to>
                        <p:strVal val="visible"/>
                      </p:to>
                    </p:set>
                    <p:animEffect transition="in" filter="fade">
                      <p:cBhvr>
                        <p:cTn dur="400"/>
                        <p:tgtEl>
                          <p:spTgt spid="70"/>
                        </p:tgtEl>
                      </p:cBhvr>
                    </p:animEffect>
                    <p:anim calcmode="lin" valueType="num">
                      <p:cBhvr>
                        <p:cTn dur="400" fill="hold"/>
                        <p:tgtEl>
                          <p:spTgt spid="70"/>
                        </p:tgtEl>
                        <p:attrNameLst>
                          <p:attrName>ppt_x</p:attrName>
                        </p:attrNameLst>
                      </p:cBhvr>
                      <p:tavLst>
                        <p:tav tm="0">
                          <p:val>
                            <p:strVal val="#ppt_x"/>
                          </p:val>
                        </p:tav>
                        <p:tav tm="100000">
                          <p:val>
                            <p:strVal val="#ppt_x"/>
                          </p:val>
                        </p:tav>
                      </p:tavLst>
                    </p:anim>
                    <p:anim calcmode="lin" valueType="num">
                      <p:cBhvr>
                        <p:cTn dur="400" fill="hold"/>
                        <p:tgtEl>
                          <p:spTgt spid="70"/>
                        </p:tgtEl>
                        <p:attrNameLst>
                          <p:attrName>ppt_y</p:attrName>
                        </p:attrNameLst>
                      </p:cBhvr>
                      <p:tavLst>
                        <p:tav tm="0">
                          <p:val>
                            <p:strVal val="#ppt_y+.1"/>
                          </p:val>
                        </p:tav>
                        <p:tav tm="100000">
                          <p:val>
                            <p:strVal val="#ppt_y"/>
                          </p:val>
                        </p:tav>
                      </p:tavLst>
                    </p:anim>
                  </p:childTnLst>
                </p:cTn>
              </p:par>
            </p:tnLst>
          </p:tmpl>
        </p:tmplLst>
      </p:bldP>
      <p:bldP spid="71" grpId="0" animBg="1"/>
      <p:bldP spid="72" grpId="0" animBg="1"/>
      <p:bldP spid="73" grpId="0" animBg="1"/>
      <p:bldP spid="74" grpId="0" animBg="1"/>
      <p:bldP spid="75" grpId="0" build="p">
        <p:tmplLst>
          <p:tmpl lvl="1">
            <p:tnLst>
              <p:par>
                <p:cTn presetID="42" presetClass="entr" presetSubtype="0" fill="hold" nodeType="withEffect">
                  <p:stCondLst>
                    <p:cond delay="200"/>
                  </p:stCondLst>
                  <p:childTnLst>
                    <p:set>
                      <p:cBhvr>
                        <p:cTn dur="1" fill="hold">
                          <p:stCondLst>
                            <p:cond delay="0"/>
                          </p:stCondLst>
                        </p:cTn>
                        <p:tgtEl>
                          <p:spTgt spid="75"/>
                        </p:tgtEl>
                        <p:attrNameLst>
                          <p:attrName>style.visibility</p:attrName>
                        </p:attrNameLst>
                      </p:cBhvr>
                      <p:to>
                        <p:strVal val="visible"/>
                      </p:to>
                    </p:set>
                    <p:animEffect transition="in" filter="fade">
                      <p:cBhvr>
                        <p:cTn dur="500"/>
                        <p:tgtEl>
                          <p:spTgt spid="75"/>
                        </p:tgtEl>
                      </p:cBhvr>
                    </p:animEffect>
                    <p:anim calcmode="lin" valueType="num">
                      <p:cBhvr>
                        <p:cTn dur="500" fill="hold"/>
                        <p:tgtEl>
                          <p:spTgt spid="75"/>
                        </p:tgtEl>
                        <p:attrNameLst>
                          <p:attrName>ppt_x</p:attrName>
                        </p:attrNameLst>
                      </p:cBhvr>
                      <p:tavLst>
                        <p:tav tm="0">
                          <p:val>
                            <p:strVal val="#ppt_x"/>
                          </p:val>
                        </p:tav>
                        <p:tav tm="100000">
                          <p:val>
                            <p:strVal val="#ppt_x"/>
                          </p:val>
                        </p:tav>
                      </p:tavLst>
                    </p:anim>
                    <p:anim calcmode="lin" valueType="num">
                      <p:cBhvr>
                        <p:cTn dur="500" fill="hold"/>
                        <p:tgtEl>
                          <p:spTgt spid="75"/>
                        </p:tgtEl>
                        <p:attrNameLst>
                          <p:attrName>ppt_y</p:attrName>
                        </p:attrNameLst>
                      </p:cBhvr>
                      <p:tavLst>
                        <p:tav tm="0">
                          <p:val>
                            <p:strVal val="#ppt_y+.1"/>
                          </p:val>
                        </p:tav>
                        <p:tav tm="100000">
                          <p:val>
                            <p:strVal val="#ppt_y"/>
                          </p:val>
                        </p:tav>
                      </p:tavLst>
                    </p:anim>
                  </p:childTnLst>
                </p:cTn>
              </p:par>
            </p:tnLst>
          </p:tmpl>
        </p:tmplLst>
      </p:bldP>
      <p:bldP spid="76" grpId="0" build="p">
        <p:tmplLst>
          <p:tmpl lvl="1">
            <p:tnLst>
              <p:par>
                <p:cTn presetID="42" presetClass="entr" presetSubtype="0" fill="hold" nodeType="withEffect">
                  <p:stCondLst>
                    <p:cond delay="200"/>
                  </p:stCondLst>
                  <p:childTnLst>
                    <p:set>
                      <p:cBhvr>
                        <p:cTn dur="1" fill="hold">
                          <p:stCondLst>
                            <p:cond delay="0"/>
                          </p:stCondLst>
                        </p:cTn>
                        <p:tgtEl>
                          <p:spTgt spid="76"/>
                        </p:tgtEl>
                        <p:attrNameLst>
                          <p:attrName>style.visibility</p:attrName>
                        </p:attrNameLst>
                      </p:cBhvr>
                      <p:to>
                        <p:strVal val="visible"/>
                      </p:to>
                    </p:set>
                    <p:animEffect transition="in" filter="fade">
                      <p:cBhvr>
                        <p:cTn dur="500"/>
                        <p:tgtEl>
                          <p:spTgt spid="76"/>
                        </p:tgtEl>
                      </p:cBhvr>
                    </p:animEffect>
                    <p:anim calcmode="lin" valueType="num">
                      <p:cBhvr>
                        <p:cTn dur="500" fill="hold"/>
                        <p:tgtEl>
                          <p:spTgt spid="76"/>
                        </p:tgtEl>
                        <p:attrNameLst>
                          <p:attrName>ppt_x</p:attrName>
                        </p:attrNameLst>
                      </p:cBhvr>
                      <p:tavLst>
                        <p:tav tm="0">
                          <p:val>
                            <p:strVal val="#ppt_x"/>
                          </p:val>
                        </p:tav>
                        <p:tav tm="100000">
                          <p:val>
                            <p:strVal val="#ppt_x"/>
                          </p:val>
                        </p:tav>
                      </p:tavLst>
                    </p:anim>
                    <p:anim calcmode="lin" valueType="num">
                      <p:cBhvr>
                        <p:cTn dur="500" fill="hold"/>
                        <p:tgtEl>
                          <p:spTgt spid="76"/>
                        </p:tgtEl>
                        <p:attrNameLst>
                          <p:attrName>ppt_y</p:attrName>
                        </p:attrNameLst>
                      </p:cBhvr>
                      <p:tavLst>
                        <p:tav tm="0">
                          <p:val>
                            <p:strVal val="#ppt_y+.1"/>
                          </p:val>
                        </p:tav>
                        <p:tav tm="100000">
                          <p:val>
                            <p:strVal val="#ppt_y"/>
                          </p:val>
                        </p:tav>
                      </p:tavLst>
                    </p:anim>
                  </p:childTnLst>
                </p:cTn>
              </p:par>
            </p:tnLst>
          </p:tmpl>
        </p:tmplLst>
      </p:bldP>
      <p:bldP spid="77" grpId="0" build="p">
        <p:tmplLst>
          <p:tmpl lvl="1">
            <p:tnLst>
              <p:par>
                <p:cTn presetID="42" presetClass="entr" presetSubtype="0" fill="hold" nodeType="withEffect">
                  <p:stCondLst>
                    <p:cond delay="200"/>
                  </p:stCondLst>
                  <p:childTnLst>
                    <p:set>
                      <p:cBhvr>
                        <p:cTn dur="1" fill="hold">
                          <p:stCondLst>
                            <p:cond delay="0"/>
                          </p:stCondLst>
                        </p:cTn>
                        <p:tgtEl>
                          <p:spTgt spid="77"/>
                        </p:tgtEl>
                        <p:attrNameLst>
                          <p:attrName>style.visibility</p:attrName>
                        </p:attrNameLst>
                      </p:cBhvr>
                      <p:to>
                        <p:strVal val="visible"/>
                      </p:to>
                    </p:set>
                    <p:animEffect transition="in" filter="fade">
                      <p:cBhvr>
                        <p:cTn dur="500"/>
                        <p:tgtEl>
                          <p:spTgt spid="77"/>
                        </p:tgtEl>
                      </p:cBhvr>
                    </p:animEffect>
                    <p:anim calcmode="lin" valueType="num">
                      <p:cBhvr>
                        <p:cTn dur="500" fill="hold"/>
                        <p:tgtEl>
                          <p:spTgt spid="77"/>
                        </p:tgtEl>
                        <p:attrNameLst>
                          <p:attrName>ppt_x</p:attrName>
                        </p:attrNameLst>
                      </p:cBhvr>
                      <p:tavLst>
                        <p:tav tm="0">
                          <p:val>
                            <p:strVal val="#ppt_x"/>
                          </p:val>
                        </p:tav>
                        <p:tav tm="100000">
                          <p:val>
                            <p:strVal val="#ppt_x"/>
                          </p:val>
                        </p:tav>
                      </p:tavLst>
                    </p:anim>
                    <p:anim calcmode="lin" valueType="num">
                      <p:cBhvr>
                        <p:cTn dur="500" fill="hold"/>
                        <p:tgtEl>
                          <p:spTgt spid="77"/>
                        </p:tgtEl>
                        <p:attrNameLst>
                          <p:attrName>ppt_y</p:attrName>
                        </p:attrNameLst>
                      </p:cBhvr>
                      <p:tavLst>
                        <p:tav tm="0">
                          <p:val>
                            <p:strVal val="#ppt_y+.1"/>
                          </p:val>
                        </p:tav>
                        <p:tav tm="100000">
                          <p:val>
                            <p:strVal val="#ppt_y"/>
                          </p:val>
                        </p:tav>
                      </p:tavLst>
                    </p:anim>
                  </p:childTnLst>
                </p:cTn>
              </p:par>
            </p:tnLst>
          </p:tmpl>
        </p:tmplLst>
      </p:bldP>
      <p:bldP spid="78" grpId="0" build="p">
        <p:tmplLst>
          <p:tmpl lvl="1">
            <p:tnLst>
              <p:par>
                <p:cTn presetID="42" presetClass="entr" presetSubtype="0" fill="hold" nodeType="withEffect">
                  <p:stCondLst>
                    <p:cond delay="200"/>
                  </p:stCondLst>
                  <p:childTnLst>
                    <p:set>
                      <p:cBhvr>
                        <p:cTn dur="1" fill="hold">
                          <p:stCondLst>
                            <p:cond delay="0"/>
                          </p:stCondLst>
                        </p:cTn>
                        <p:tgtEl>
                          <p:spTgt spid="78"/>
                        </p:tgtEl>
                        <p:attrNameLst>
                          <p:attrName>style.visibility</p:attrName>
                        </p:attrNameLst>
                      </p:cBhvr>
                      <p:to>
                        <p:strVal val="visible"/>
                      </p:to>
                    </p:set>
                    <p:animEffect transition="in" filter="fade">
                      <p:cBhvr>
                        <p:cTn dur="500"/>
                        <p:tgtEl>
                          <p:spTgt spid="78"/>
                        </p:tgtEl>
                      </p:cBhvr>
                    </p:animEffect>
                    <p:anim calcmode="lin" valueType="num">
                      <p:cBhvr>
                        <p:cTn dur="500" fill="hold"/>
                        <p:tgtEl>
                          <p:spTgt spid="78"/>
                        </p:tgtEl>
                        <p:attrNameLst>
                          <p:attrName>ppt_x</p:attrName>
                        </p:attrNameLst>
                      </p:cBhvr>
                      <p:tavLst>
                        <p:tav tm="0">
                          <p:val>
                            <p:strVal val="#ppt_x"/>
                          </p:val>
                        </p:tav>
                        <p:tav tm="100000">
                          <p:val>
                            <p:strVal val="#ppt_x"/>
                          </p:val>
                        </p:tav>
                      </p:tavLst>
                    </p:anim>
                    <p:anim calcmode="lin" valueType="num">
                      <p:cBhvr>
                        <p:cTn dur="500" fill="hold"/>
                        <p:tgtEl>
                          <p:spTgt spid="7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Team member zoom 2">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9"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3" name="Picture Placeholder 2"/>
          <p:cNvSpPr>
            <a:spLocks noGrp="1"/>
          </p:cNvSpPr>
          <p:nvPr>
            <p:ph type="pic" sz="quarter" idx="17"/>
          </p:nvPr>
        </p:nvSpPr>
        <p:spPr>
          <a:xfrm>
            <a:off x="569385" y="1371601"/>
            <a:ext cx="4358215" cy="5623559"/>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62" name="Text Placeholder 7"/>
          <p:cNvSpPr>
            <a:spLocks noGrp="1"/>
          </p:cNvSpPr>
          <p:nvPr>
            <p:ph type="body" sz="quarter" idx="40" hasCustomPrompt="1"/>
          </p:nvPr>
        </p:nvSpPr>
        <p:spPr>
          <a:xfrm>
            <a:off x="5689600" y="4416192"/>
            <a:ext cx="5865061" cy="431780"/>
          </a:xfrm>
          <a:prstGeom prst="rect">
            <a:avLst/>
          </a:prstGeom>
        </p:spPr>
        <p:txBody>
          <a:bodyPr vert="horz" lIns="0" tIns="40504" rIns="0" bIns="40504" anchor="ctr"/>
          <a:lstStyle>
            <a:lvl1pPr marL="0" indent="0" algn="l">
              <a:lnSpc>
                <a:spcPct val="100000"/>
              </a:lnSpc>
              <a:spcBef>
                <a:spcPts val="0"/>
              </a:spcBef>
              <a:buNone/>
              <a:defRPr sz="1920" b="1">
                <a:solidFill>
                  <a:schemeClr val="tx1">
                    <a:lumMod val="75000"/>
                    <a:lumOff val="25000"/>
                  </a:schemeClr>
                </a:solidFill>
                <a:latin typeface="Lato Light"/>
                <a:cs typeface="Lato Light"/>
              </a:defRPr>
            </a:lvl1pPr>
          </a:lstStyle>
          <a:p>
            <a:pPr lvl="0"/>
            <a:r>
              <a:rPr lang="es-ES_tradnl" dirty="0" err="1" smtClean="0"/>
              <a:t>About</a:t>
            </a:r>
            <a:r>
              <a:rPr lang="es-ES_tradnl" dirty="0" smtClean="0"/>
              <a:t> Bryan</a:t>
            </a:r>
          </a:p>
        </p:txBody>
      </p:sp>
      <p:sp>
        <p:nvSpPr>
          <p:cNvPr id="63" name="Text Placeholder 7"/>
          <p:cNvSpPr>
            <a:spLocks noGrp="1"/>
          </p:cNvSpPr>
          <p:nvPr>
            <p:ph type="body" sz="quarter" idx="41" hasCustomPrompt="1"/>
          </p:nvPr>
        </p:nvSpPr>
        <p:spPr>
          <a:xfrm>
            <a:off x="5689601" y="4898389"/>
            <a:ext cx="5865064"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r>
              <a:rPr lang="es-ES_tradnl" dirty="0" smtClean="0"/>
              <a:t> </a:t>
            </a:r>
            <a:r>
              <a:rPr lang="es-ES_tradnl" dirty="0" err="1" smtClean="0"/>
              <a:t>Here</a:t>
            </a:r>
            <a:endParaRPr lang="es-ES_tradnl" dirty="0" smtClean="0"/>
          </a:p>
        </p:txBody>
      </p:sp>
      <p:sp>
        <p:nvSpPr>
          <p:cNvPr id="69" name="Text Placeholder 2"/>
          <p:cNvSpPr>
            <a:spLocks noGrp="1"/>
          </p:cNvSpPr>
          <p:nvPr>
            <p:ph type="body" sz="quarter" idx="42" hasCustomPrompt="1"/>
          </p:nvPr>
        </p:nvSpPr>
        <p:spPr>
          <a:xfrm>
            <a:off x="5689599" y="5126839"/>
            <a:ext cx="5865063" cy="1273961"/>
          </a:xfrm>
          <a:prstGeom prst="rect">
            <a:avLst/>
          </a:prstGeom>
        </p:spPr>
        <p:txBody>
          <a:bodyPr vert="horz" lIns="0" tIns="0" rIns="0" bIns="0"/>
          <a:lstStyle>
            <a:lvl1pPr marL="0" marR="0" indent="0" algn="just" defTabSz="486044" rtl="0" eaLnBrk="1" fontAlgn="auto" latinLnBrk="0" hangingPunct="1">
              <a:lnSpc>
                <a:spcPct val="130000"/>
              </a:lnSpc>
              <a:spcBef>
                <a:spcPct val="20000"/>
              </a:spcBef>
              <a:spcAft>
                <a:spcPts val="0"/>
              </a:spcAft>
              <a:buClrTx/>
              <a:buSzTx/>
              <a:buFont typeface="Arial"/>
              <a:buNone/>
              <a:tabLst/>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a:p>
            <a:pPr lvl="0"/>
            <a:r>
              <a:rPr lang="en-US" dirty="0" err="1" smtClean="0"/>
              <a:t>Duis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fringillascipit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 </a:t>
            </a:r>
            <a:r>
              <a:rPr lang="en-US" dirty="0" err="1" smtClean="0"/>
              <a:t>Duis</a:t>
            </a:r>
            <a:r>
              <a:rPr lang="en-US" dirty="0" smtClean="0"/>
              <a:t> </a:t>
            </a:r>
            <a:r>
              <a:rPr lang="en-US" dirty="0" err="1" smtClean="0"/>
              <a:t>quis</a:t>
            </a:r>
            <a:r>
              <a:rPr lang="en-US" dirty="0" smtClean="0"/>
              <a:t> </a:t>
            </a:r>
            <a:r>
              <a:rPr lang="en-US" dirty="0" err="1" smtClean="0"/>
              <a:t>viverra</a:t>
            </a:r>
            <a:r>
              <a:rPr lang="en-US" dirty="0" smtClean="0"/>
              <a:t> </a:t>
            </a:r>
            <a:r>
              <a:rPr lang="en-US" dirty="0" err="1" smtClean="0"/>
              <a:t>urna</a:t>
            </a:r>
            <a:r>
              <a:rPr lang="en-US" dirty="0" smtClean="0"/>
              <a:t>, in </a:t>
            </a:r>
            <a:r>
              <a:rPr lang="en-US" dirty="0" err="1" smtClean="0"/>
              <a:t>ultricies</a:t>
            </a:r>
            <a:r>
              <a:rPr lang="en-US" dirty="0" smtClean="0"/>
              <a:t> diam. </a:t>
            </a:r>
          </a:p>
        </p:txBody>
      </p:sp>
      <p:sp>
        <p:nvSpPr>
          <p:cNvPr id="70" name="Text Placeholder 7"/>
          <p:cNvSpPr>
            <a:spLocks noGrp="1"/>
          </p:cNvSpPr>
          <p:nvPr>
            <p:ph type="body" sz="quarter" idx="43" hasCustomPrompt="1"/>
          </p:nvPr>
        </p:nvSpPr>
        <p:spPr>
          <a:xfrm>
            <a:off x="5689604" y="1280162"/>
            <a:ext cx="5865281" cy="431780"/>
          </a:xfrm>
          <a:prstGeom prst="rect">
            <a:avLst/>
          </a:prstGeom>
        </p:spPr>
        <p:txBody>
          <a:bodyPr vert="horz" lIns="0" tIns="40504" rIns="0" bIns="40504" anchor="ctr"/>
          <a:lstStyle>
            <a:lvl1pPr marL="0" indent="0" algn="l">
              <a:lnSpc>
                <a:spcPct val="100000"/>
              </a:lnSpc>
              <a:spcBef>
                <a:spcPts val="0"/>
              </a:spcBef>
              <a:buNone/>
              <a:defRPr sz="1920" b="1">
                <a:solidFill>
                  <a:schemeClr val="tx1">
                    <a:lumMod val="75000"/>
                    <a:lumOff val="25000"/>
                  </a:schemeClr>
                </a:solidFill>
                <a:latin typeface="Lato Light"/>
                <a:cs typeface="Lato Light"/>
              </a:defRPr>
            </a:lvl1pPr>
          </a:lstStyle>
          <a:p>
            <a:pPr lvl="0"/>
            <a:r>
              <a:rPr lang="es-ES_tradnl" dirty="0" err="1" smtClean="0"/>
              <a:t>Skills</a:t>
            </a:r>
            <a:endParaRPr lang="es-ES_tradnl" dirty="0" smtClean="0"/>
          </a:p>
        </p:txBody>
      </p:sp>
      <p:sp>
        <p:nvSpPr>
          <p:cNvPr id="71" name="Rectangle 70"/>
          <p:cNvSpPr/>
          <p:nvPr userDrawn="1"/>
        </p:nvSpPr>
        <p:spPr>
          <a:xfrm>
            <a:off x="5689603" y="2205094"/>
            <a:ext cx="2912531" cy="215999"/>
          </a:xfrm>
          <a:prstGeom prst="rect">
            <a:avLst/>
          </a:pr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dirty="0">
              <a:solidFill>
                <a:prstClr val="white"/>
              </a:solidFill>
            </a:endParaRPr>
          </a:p>
        </p:txBody>
      </p:sp>
      <p:sp>
        <p:nvSpPr>
          <p:cNvPr id="72" name="Rectangle 71"/>
          <p:cNvSpPr/>
          <p:nvPr userDrawn="1"/>
        </p:nvSpPr>
        <p:spPr>
          <a:xfrm>
            <a:off x="5689603" y="2806604"/>
            <a:ext cx="2912531" cy="215999"/>
          </a:xfrm>
          <a:prstGeom prst="rect">
            <a:avLst/>
          </a:pr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dirty="0">
              <a:solidFill>
                <a:prstClr val="white"/>
              </a:solidFill>
            </a:endParaRPr>
          </a:p>
        </p:txBody>
      </p:sp>
      <p:sp>
        <p:nvSpPr>
          <p:cNvPr id="73" name="Rectangle 72"/>
          <p:cNvSpPr/>
          <p:nvPr userDrawn="1"/>
        </p:nvSpPr>
        <p:spPr>
          <a:xfrm>
            <a:off x="5689603" y="3433012"/>
            <a:ext cx="2912531" cy="215999"/>
          </a:xfrm>
          <a:prstGeom prst="rect">
            <a:avLst/>
          </a:pr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dirty="0">
              <a:solidFill>
                <a:prstClr val="white"/>
              </a:solidFill>
            </a:endParaRPr>
          </a:p>
        </p:txBody>
      </p:sp>
      <p:sp>
        <p:nvSpPr>
          <p:cNvPr id="74" name="Rectangle 73"/>
          <p:cNvSpPr/>
          <p:nvPr userDrawn="1"/>
        </p:nvSpPr>
        <p:spPr>
          <a:xfrm>
            <a:off x="5689603" y="4087881"/>
            <a:ext cx="2912531" cy="215999"/>
          </a:xfrm>
          <a:prstGeom prst="rect">
            <a:avLst/>
          </a:pr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dirty="0">
              <a:solidFill>
                <a:prstClr val="white"/>
              </a:solidFill>
            </a:endParaRPr>
          </a:p>
        </p:txBody>
      </p:sp>
      <p:sp>
        <p:nvSpPr>
          <p:cNvPr id="75" name="Text Placeholder 7"/>
          <p:cNvSpPr>
            <a:spLocks noGrp="1"/>
          </p:cNvSpPr>
          <p:nvPr>
            <p:ph type="body" sz="quarter" idx="44" hasCustomPrompt="1"/>
          </p:nvPr>
        </p:nvSpPr>
        <p:spPr>
          <a:xfrm>
            <a:off x="5689602" y="1868891"/>
            <a:ext cx="1956727"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65000"/>
                    <a:lumOff val="35000"/>
                  </a:schemeClr>
                </a:solidFill>
                <a:latin typeface="Lato Light"/>
                <a:cs typeface="Lato Light"/>
              </a:defRPr>
            </a:lvl1pPr>
          </a:lstStyle>
          <a:p>
            <a:pPr lvl="0"/>
            <a:r>
              <a:rPr lang="es-ES_tradnl" dirty="0" err="1" smtClean="0"/>
              <a:t>Photoshop</a:t>
            </a:r>
            <a:endParaRPr lang="es-ES_tradnl" dirty="0" smtClean="0"/>
          </a:p>
        </p:txBody>
      </p:sp>
      <p:sp>
        <p:nvSpPr>
          <p:cNvPr id="76" name="Text Placeholder 7"/>
          <p:cNvSpPr>
            <a:spLocks noGrp="1"/>
          </p:cNvSpPr>
          <p:nvPr>
            <p:ph type="body" sz="quarter" idx="45" hasCustomPrompt="1"/>
          </p:nvPr>
        </p:nvSpPr>
        <p:spPr>
          <a:xfrm>
            <a:off x="5689602" y="2487507"/>
            <a:ext cx="1956727"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65000"/>
                    <a:lumOff val="35000"/>
                  </a:schemeClr>
                </a:solidFill>
                <a:latin typeface="Lato Light"/>
                <a:cs typeface="Lato Light"/>
              </a:defRPr>
            </a:lvl1pPr>
          </a:lstStyle>
          <a:p>
            <a:pPr lvl="0"/>
            <a:r>
              <a:rPr lang="es-ES_tradnl" dirty="0" err="1" smtClean="0"/>
              <a:t>Illustrator</a:t>
            </a:r>
            <a:endParaRPr lang="es-ES_tradnl" dirty="0" smtClean="0"/>
          </a:p>
        </p:txBody>
      </p:sp>
      <p:sp>
        <p:nvSpPr>
          <p:cNvPr id="77" name="Text Placeholder 7"/>
          <p:cNvSpPr>
            <a:spLocks noGrp="1"/>
          </p:cNvSpPr>
          <p:nvPr>
            <p:ph type="body" sz="quarter" idx="46" hasCustomPrompt="1"/>
          </p:nvPr>
        </p:nvSpPr>
        <p:spPr>
          <a:xfrm>
            <a:off x="5689602" y="3101267"/>
            <a:ext cx="1956727"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65000"/>
                    <a:lumOff val="35000"/>
                  </a:schemeClr>
                </a:solidFill>
                <a:latin typeface="Lato Light"/>
                <a:cs typeface="Lato Light"/>
              </a:defRPr>
            </a:lvl1pPr>
          </a:lstStyle>
          <a:p>
            <a:pPr lvl="0"/>
            <a:r>
              <a:rPr lang="es-ES_tradnl" dirty="0" err="1" smtClean="0"/>
              <a:t>InDesign</a:t>
            </a:r>
            <a:endParaRPr lang="es-ES_tradnl" dirty="0" smtClean="0"/>
          </a:p>
        </p:txBody>
      </p:sp>
      <p:sp>
        <p:nvSpPr>
          <p:cNvPr id="78" name="Text Placeholder 7"/>
          <p:cNvSpPr>
            <a:spLocks noGrp="1"/>
          </p:cNvSpPr>
          <p:nvPr>
            <p:ph type="body" sz="quarter" idx="47" hasCustomPrompt="1"/>
          </p:nvPr>
        </p:nvSpPr>
        <p:spPr>
          <a:xfrm>
            <a:off x="5689602" y="3756587"/>
            <a:ext cx="1956727"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baseline="0">
                <a:solidFill>
                  <a:schemeClr val="tx1">
                    <a:lumMod val="65000"/>
                    <a:lumOff val="35000"/>
                  </a:schemeClr>
                </a:solidFill>
                <a:latin typeface="Lato Light"/>
                <a:cs typeface="Lato Light"/>
              </a:defRPr>
            </a:lvl1pPr>
          </a:lstStyle>
          <a:p>
            <a:pPr lvl="0"/>
            <a:r>
              <a:rPr lang="es-ES_tradnl" dirty="0" smtClean="0"/>
              <a:t>Muse</a:t>
            </a:r>
          </a:p>
        </p:txBody>
      </p:sp>
      <p:sp>
        <p:nvSpPr>
          <p:cNvPr id="17" name="Freeform 16"/>
          <p:cNvSpPr/>
          <p:nvPr userDrawn="1"/>
        </p:nvSpPr>
        <p:spPr>
          <a:xfrm rot="1955458">
            <a:off x="-2087313" y="2001586"/>
            <a:ext cx="7551480" cy="1948085"/>
          </a:xfrm>
          <a:custGeom>
            <a:avLst/>
            <a:gdLst>
              <a:gd name="connsiteX0" fmla="*/ 4436533 w 4436533"/>
              <a:gd name="connsiteY0" fmla="*/ 164697 h 1756908"/>
              <a:gd name="connsiteX1" fmla="*/ 2302933 w 4436533"/>
              <a:gd name="connsiteY1" fmla="*/ 350964 h 1756908"/>
              <a:gd name="connsiteX2" fmla="*/ 3132667 w 4436533"/>
              <a:gd name="connsiteY2" fmla="*/ 1756430 h 1756908"/>
              <a:gd name="connsiteX3" fmla="*/ 3623733 w 4436533"/>
              <a:gd name="connsiteY3" fmla="*/ 503364 h 1756908"/>
              <a:gd name="connsiteX4" fmla="*/ 1405467 w 4436533"/>
              <a:gd name="connsiteY4" fmla="*/ 46164 h 1756908"/>
              <a:gd name="connsiteX5" fmla="*/ 0 w 4436533"/>
              <a:gd name="connsiteY5" fmla="*/ 1536297 h 1756908"/>
              <a:gd name="connsiteX0" fmla="*/ 4436533 w 4436533"/>
              <a:gd name="connsiteY0" fmla="*/ 260722 h 1853405"/>
              <a:gd name="connsiteX1" fmla="*/ 2302933 w 4436533"/>
              <a:gd name="connsiteY1" fmla="*/ 446989 h 1853405"/>
              <a:gd name="connsiteX2" fmla="*/ 3132667 w 4436533"/>
              <a:gd name="connsiteY2" fmla="*/ 1852455 h 1853405"/>
              <a:gd name="connsiteX3" fmla="*/ 3623733 w 4436533"/>
              <a:gd name="connsiteY3" fmla="*/ 599389 h 1853405"/>
              <a:gd name="connsiteX4" fmla="*/ 1405467 w 4436533"/>
              <a:gd name="connsiteY4" fmla="*/ 142189 h 1853405"/>
              <a:gd name="connsiteX5" fmla="*/ 0 w 4436533"/>
              <a:gd name="connsiteY5" fmla="*/ 1632322 h 1853405"/>
              <a:gd name="connsiteX0" fmla="*/ 4436533 w 4436533"/>
              <a:gd name="connsiteY0" fmla="*/ 260722 h 1852567"/>
              <a:gd name="connsiteX1" fmla="*/ 2302933 w 4436533"/>
              <a:gd name="connsiteY1" fmla="*/ 446989 h 1852567"/>
              <a:gd name="connsiteX2" fmla="*/ 3132667 w 4436533"/>
              <a:gd name="connsiteY2" fmla="*/ 1852455 h 1852567"/>
              <a:gd name="connsiteX3" fmla="*/ 3623733 w 4436533"/>
              <a:gd name="connsiteY3" fmla="*/ 599389 h 1852567"/>
              <a:gd name="connsiteX4" fmla="*/ 1405467 w 4436533"/>
              <a:gd name="connsiteY4" fmla="*/ 142189 h 1852567"/>
              <a:gd name="connsiteX5" fmla="*/ 0 w 4436533"/>
              <a:gd name="connsiteY5" fmla="*/ 1632322 h 1852567"/>
              <a:gd name="connsiteX0" fmla="*/ 4436533 w 4436533"/>
              <a:gd name="connsiteY0" fmla="*/ 260722 h 1852461"/>
              <a:gd name="connsiteX1" fmla="*/ 2540000 w 4436533"/>
              <a:gd name="connsiteY1" fmla="*/ 616323 h 1852461"/>
              <a:gd name="connsiteX2" fmla="*/ 3132667 w 4436533"/>
              <a:gd name="connsiteY2" fmla="*/ 1852455 h 1852461"/>
              <a:gd name="connsiteX3" fmla="*/ 3623733 w 4436533"/>
              <a:gd name="connsiteY3" fmla="*/ 599389 h 1852461"/>
              <a:gd name="connsiteX4" fmla="*/ 1405467 w 4436533"/>
              <a:gd name="connsiteY4" fmla="*/ 142189 h 1852461"/>
              <a:gd name="connsiteX5" fmla="*/ 0 w 4436533"/>
              <a:gd name="connsiteY5" fmla="*/ 1632322 h 1852461"/>
              <a:gd name="connsiteX0" fmla="*/ 4436533 w 4436533"/>
              <a:gd name="connsiteY0" fmla="*/ 260722 h 1852464"/>
              <a:gd name="connsiteX1" fmla="*/ 2540000 w 4436533"/>
              <a:gd name="connsiteY1" fmla="*/ 616323 h 1852464"/>
              <a:gd name="connsiteX2" fmla="*/ 3132667 w 4436533"/>
              <a:gd name="connsiteY2" fmla="*/ 1852455 h 1852464"/>
              <a:gd name="connsiteX3" fmla="*/ 3623733 w 4436533"/>
              <a:gd name="connsiteY3" fmla="*/ 599389 h 1852464"/>
              <a:gd name="connsiteX4" fmla="*/ 1405467 w 4436533"/>
              <a:gd name="connsiteY4" fmla="*/ 142189 h 1852464"/>
              <a:gd name="connsiteX5" fmla="*/ 0 w 4436533"/>
              <a:gd name="connsiteY5" fmla="*/ 1632322 h 185246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3031066 w 3031066"/>
              <a:gd name="connsiteY0" fmla="*/ 160324 h 1419470"/>
              <a:gd name="connsiteX1" fmla="*/ 1134533 w 3031066"/>
              <a:gd name="connsiteY1" fmla="*/ 515925 h 1419470"/>
              <a:gd name="connsiteX2" fmla="*/ 1591733 w 3031066"/>
              <a:gd name="connsiteY2" fmla="*/ 1413391 h 1419470"/>
              <a:gd name="connsiteX3" fmla="*/ 2218266 w 3031066"/>
              <a:gd name="connsiteY3" fmla="*/ 498991 h 1419470"/>
              <a:gd name="connsiteX4" fmla="*/ 0 w 3031066"/>
              <a:gd name="connsiteY4" fmla="*/ 41791 h 1419470"/>
              <a:gd name="connsiteX0" fmla="*/ 4199466 w 4199466"/>
              <a:gd name="connsiteY0" fmla="*/ 5331 h 1264150"/>
              <a:gd name="connsiteX1" fmla="*/ 2302933 w 4199466"/>
              <a:gd name="connsiteY1" fmla="*/ 360932 h 1264150"/>
              <a:gd name="connsiteX2" fmla="*/ 2760133 w 4199466"/>
              <a:gd name="connsiteY2" fmla="*/ 1258398 h 1264150"/>
              <a:gd name="connsiteX3" fmla="*/ 3386666 w 4199466"/>
              <a:gd name="connsiteY3" fmla="*/ 343998 h 1264150"/>
              <a:gd name="connsiteX4" fmla="*/ 0 w 4199466"/>
              <a:gd name="connsiteY4" fmla="*/ 174664 h 1264150"/>
              <a:gd name="connsiteX0" fmla="*/ 4199466 w 4199466"/>
              <a:gd name="connsiteY0" fmla="*/ 272347 h 1531166"/>
              <a:gd name="connsiteX1" fmla="*/ 2302933 w 4199466"/>
              <a:gd name="connsiteY1" fmla="*/ 627948 h 1531166"/>
              <a:gd name="connsiteX2" fmla="*/ 2760133 w 4199466"/>
              <a:gd name="connsiteY2" fmla="*/ 1525414 h 1531166"/>
              <a:gd name="connsiteX3" fmla="*/ 3386666 w 4199466"/>
              <a:gd name="connsiteY3" fmla="*/ 611014 h 1531166"/>
              <a:gd name="connsiteX4" fmla="*/ 0 w 4199466"/>
              <a:gd name="connsiteY4" fmla="*/ 441680 h 1531166"/>
              <a:gd name="connsiteX0" fmla="*/ 4199466 w 4199466"/>
              <a:gd name="connsiteY0" fmla="*/ 340911 h 1602433"/>
              <a:gd name="connsiteX1" fmla="*/ 2302933 w 4199466"/>
              <a:gd name="connsiteY1" fmla="*/ 696512 h 1602433"/>
              <a:gd name="connsiteX2" fmla="*/ 2760133 w 4199466"/>
              <a:gd name="connsiteY2" fmla="*/ 1593978 h 1602433"/>
              <a:gd name="connsiteX3" fmla="*/ 3386666 w 4199466"/>
              <a:gd name="connsiteY3" fmla="*/ 679578 h 1602433"/>
              <a:gd name="connsiteX4" fmla="*/ 0 w 4199466"/>
              <a:gd name="connsiteY4" fmla="*/ 510244 h 1602433"/>
              <a:gd name="connsiteX0" fmla="*/ 4199466 w 4199466"/>
              <a:gd name="connsiteY0" fmla="*/ 320417 h 1573620"/>
              <a:gd name="connsiteX1" fmla="*/ 2302933 w 4199466"/>
              <a:gd name="connsiteY1" fmla="*/ 676018 h 1573620"/>
              <a:gd name="connsiteX2" fmla="*/ 2760133 w 4199466"/>
              <a:gd name="connsiteY2" fmla="*/ 1573484 h 1573620"/>
              <a:gd name="connsiteX3" fmla="*/ 3183466 w 4199466"/>
              <a:gd name="connsiteY3" fmla="*/ 726817 h 1573620"/>
              <a:gd name="connsiteX4" fmla="*/ 0 w 4199466"/>
              <a:gd name="connsiteY4" fmla="*/ 489750 h 1573620"/>
              <a:gd name="connsiteX0" fmla="*/ 4199466 w 4199466"/>
              <a:gd name="connsiteY0" fmla="*/ 320417 h 1573493"/>
              <a:gd name="connsiteX1" fmla="*/ 2048933 w 4199466"/>
              <a:gd name="connsiteY1" fmla="*/ 743751 h 1573493"/>
              <a:gd name="connsiteX2" fmla="*/ 2760133 w 4199466"/>
              <a:gd name="connsiteY2" fmla="*/ 1573484 h 1573493"/>
              <a:gd name="connsiteX3" fmla="*/ 3183466 w 4199466"/>
              <a:gd name="connsiteY3" fmla="*/ 726817 h 1573493"/>
              <a:gd name="connsiteX4" fmla="*/ 0 w 4199466"/>
              <a:gd name="connsiteY4" fmla="*/ 489750 h 1573493"/>
              <a:gd name="connsiteX0" fmla="*/ 4199466 w 4199466"/>
              <a:gd name="connsiteY0" fmla="*/ 320417 h 1573522"/>
              <a:gd name="connsiteX1" fmla="*/ 2048933 w 4199466"/>
              <a:gd name="connsiteY1" fmla="*/ 743751 h 1573522"/>
              <a:gd name="connsiteX2" fmla="*/ 2760133 w 4199466"/>
              <a:gd name="connsiteY2" fmla="*/ 1573484 h 1573522"/>
              <a:gd name="connsiteX3" fmla="*/ 3183466 w 4199466"/>
              <a:gd name="connsiteY3" fmla="*/ 726817 h 1573522"/>
              <a:gd name="connsiteX4" fmla="*/ 0 w 4199466"/>
              <a:gd name="connsiteY4" fmla="*/ 489750 h 1573522"/>
              <a:gd name="connsiteX0" fmla="*/ 4199466 w 4199466"/>
              <a:gd name="connsiteY0" fmla="*/ 254880 h 1474089"/>
              <a:gd name="connsiteX1" fmla="*/ 2048933 w 4199466"/>
              <a:gd name="connsiteY1" fmla="*/ 678214 h 1474089"/>
              <a:gd name="connsiteX2" fmla="*/ 2675467 w 4199466"/>
              <a:gd name="connsiteY2" fmla="*/ 1474080 h 1474089"/>
              <a:gd name="connsiteX3" fmla="*/ 3183466 w 4199466"/>
              <a:gd name="connsiteY3" fmla="*/ 661280 h 1474089"/>
              <a:gd name="connsiteX4" fmla="*/ 0 w 4199466"/>
              <a:gd name="connsiteY4" fmla="*/ 424213 h 1474089"/>
              <a:gd name="connsiteX0" fmla="*/ 4199466 w 4199466"/>
              <a:gd name="connsiteY0" fmla="*/ 254880 h 1476478"/>
              <a:gd name="connsiteX1" fmla="*/ 2048933 w 4199466"/>
              <a:gd name="connsiteY1" fmla="*/ 678214 h 1476478"/>
              <a:gd name="connsiteX2" fmla="*/ 2675467 w 4199466"/>
              <a:gd name="connsiteY2" fmla="*/ 1474080 h 1476478"/>
              <a:gd name="connsiteX3" fmla="*/ 3183466 w 4199466"/>
              <a:gd name="connsiteY3" fmla="*/ 661280 h 1476478"/>
              <a:gd name="connsiteX4" fmla="*/ 0 w 4199466"/>
              <a:gd name="connsiteY4" fmla="*/ 424213 h 1476478"/>
              <a:gd name="connsiteX0" fmla="*/ 4199466 w 4199466"/>
              <a:gd name="connsiteY0" fmla="*/ 279753 h 1501814"/>
              <a:gd name="connsiteX1" fmla="*/ 2048933 w 4199466"/>
              <a:gd name="connsiteY1" fmla="*/ 703087 h 1501814"/>
              <a:gd name="connsiteX2" fmla="*/ 2675467 w 4199466"/>
              <a:gd name="connsiteY2" fmla="*/ 1498953 h 1501814"/>
              <a:gd name="connsiteX3" fmla="*/ 3183466 w 4199466"/>
              <a:gd name="connsiteY3" fmla="*/ 686153 h 1501814"/>
              <a:gd name="connsiteX4" fmla="*/ 0 w 4199466"/>
              <a:gd name="connsiteY4" fmla="*/ 449086 h 1501814"/>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376915 h 1596472"/>
              <a:gd name="connsiteX1" fmla="*/ 2099733 w 4199466"/>
              <a:gd name="connsiteY1" fmla="*/ 732516 h 1596472"/>
              <a:gd name="connsiteX2" fmla="*/ 2675467 w 4199466"/>
              <a:gd name="connsiteY2" fmla="*/ 1596115 h 1596472"/>
              <a:gd name="connsiteX3" fmla="*/ 3183466 w 4199466"/>
              <a:gd name="connsiteY3" fmla="*/ 783315 h 1596472"/>
              <a:gd name="connsiteX4" fmla="*/ 0 w 4199466"/>
              <a:gd name="connsiteY4" fmla="*/ 546248 h 1596472"/>
              <a:gd name="connsiteX0" fmla="*/ 3544017 w 3544017"/>
              <a:gd name="connsiteY0" fmla="*/ 447473 h 1666760"/>
              <a:gd name="connsiteX1" fmla="*/ 1444284 w 3544017"/>
              <a:gd name="connsiteY1" fmla="*/ 803074 h 1666760"/>
              <a:gd name="connsiteX2" fmla="*/ 2020018 w 3544017"/>
              <a:gd name="connsiteY2" fmla="*/ 1666673 h 1666760"/>
              <a:gd name="connsiteX3" fmla="*/ 2528017 w 3544017"/>
              <a:gd name="connsiteY3" fmla="*/ 853873 h 1666760"/>
              <a:gd name="connsiteX4" fmla="*/ 0 w 3544017"/>
              <a:gd name="connsiteY4" fmla="*/ 382340 h 1666760"/>
              <a:gd name="connsiteX0" fmla="*/ 3544017 w 3544017"/>
              <a:gd name="connsiteY0" fmla="*/ 321471 h 1540758"/>
              <a:gd name="connsiteX1" fmla="*/ 1444284 w 3544017"/>
              <a:gd name="connsiteY1" fmla="*/ 677072 h 1540758"/>
              <a:gd name="connsiteX2" fmla="*/ 2020018 w 3544017"/>
              <a:gd name="connsiteY2" fmla="*/ 1540671 h 1540758"/>
              <a:gd name="connsiteX3" fmla="*/ 2528017 w 3544017"/>
              <a:gd name="connsiteY3" fmla="*/ 727871 h 1540758"/>
              <a:gd name="connsiteX4" fmla="*/ 0 w 3544017"/>
              <a:gd name="connsiteY4" fmla="*/ 256338 h 1540758"/>
              <a:gd name="connsiteX0" fmla="*/ 3544017 w 3544017"/>
              <a:gd name="connsiteY0" fmla="*/ 377302 h 1596681"/>
              <a:gd name="connsiteX1" fmla="*/ 1444284 w 3544017"/>
              <a:gd name="connsiteY1" fmla="*/ 732903 h 1596681"/>
              <a:gd name="connsiteX2" fmla="*/ 2020018 w 3544017"/>
              <a:gd name="connsiteY2" fmla="*/ 1596502 h 1596681"/>
              <a:gd name="connsiteX3" fmla="*/ 2528017 w 3544017"/>
              <a:gd name="connsiteY3" fmla="*/ 783702 h 1596681"/>
              <a:gd name="connsiteX4" fmla="*/ 0 w 3544017"/>
              <a:gd name="connsiteY4" fmla="*/ 312169 h 1596681"/>
              <a:gd name="connsiteX0" fmla="*/ 3544017 w 3544017"/>
              <a:gd name="connsiteY0" fmla="*/ 403902 h 1623404"/>
              <a:gd name="connsiteX1" fmla="*/ 1444284 w 3544017"/>
              <a:gd name="connsiteY1" fmla="*/ 759503 h 1623404"/>
              <a:gd name="connsiteX2" fmla="*/ 2020018 w 3544017"/>
              <a:gd name="connsiteY2" fmla="*/ 1623102 h 1623404"/>
              <a:gd name="connsiteX3" fmla="*/ 2528017 w 3544017"/>
              <a:gd name="connsiteY3" fmla="*/ 810302 h 1623404"/>
              <a:gd name="connsiteX4" fmla="*/ 0 w 3544017"/>
              <a:gd name="connsiteY4" fmla="*/ 338769 h 1623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4017" h="1623404">
                <a:moveTo>
                  <a:pt x="3544017" y="403902"/>
                </a:moveTo>
                <a:cubicBezTo>
                  <a:pt x="2585872" y="364391"/>
                  <a:pt x="1749084" y="99103"/>
                  <a:pt x="1444284" y="759503"/>
                </a:cubicBezTo>
                <a:cubicBezTo>
                  <a:pt x="1139484" y="1419903"/>
                  <a:pt x="1839396" y="1614636"/>
                  <a:pt x="2020018" y="1623102"/>
                </a:cubicBezTo>
                <a:cubicBezTo>
                  <a:pt x="2200640" y="1631568"/>
                  <a:pt x="2715067" y="1464599"/>
                  <a:pt x="2528017" y="810302"/>
                </a:cubicBezTo>
                <a:cubicBezTo>
                  <a:pt x="2340967" y="156005"/>
                  <a:pt x="1869835" y="-371234"/>
                  <a:pt x="0" y="338769"/>
                </a:cubicBezTo>
              </a:path>
            </a:pathLst>
          </a:custGeom>
          <a:ln>
            <a:solidFill>
              <a:schemeClr val="bg1">
                <a:lumMod val="75000"/>
              </a:schemeClr>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defTabSz="486044" fontAlgn="auto">
              <a:spcBef>
                <a:spcPts val="0"/>
              </a:spcBef>
              <a:spcAft>
                <a:spcPts val="0"/>
              </a:spcAft>
            </a:pPr>
            <a:endParaRPr lang="en-US" sz="1920">
              <a:solidFill>
                <a:prstClr val="black"/>
              </a:solidFill>
            </a:endParaRPr>
          </a:p>
        </p:txBody>
      </p:sp>
      <p:sp>
        <p:nvSpPr>
          <p:cNvPr id="18" name="Isosceles Triangle 9"/>
          <p:cNvSpPr/>
          <p:nvPr userDrawn="1"/>
        </p:nvSpPr>
        <p:spPr>
          <a:xfrm rot="7893414">
            <a:off x="5165752" y="4270730"/>
            <a:ext cx="255050" cy="454587"/>
          </a:xfrm>
          <a:custGeom>
            <a:avLst/>
            <a:gdLst/>
            <a:ahLst/>
            <a:cxnLst/>
            <a:rect l="l" t="t" r="r" b="b"/>
            <a:pathLst>
              <a:path w="696359" h="1149768">
                <a:moveTo>
                  <a:pt x="355075" y="0"/>
                </a:moveTo>
                <a:lnTo>
                  <a:pt x="696359" y="1105109"/>
                </a:lnTo>
                <a:lnTo>
                  <a:pt x="372008" y="801168"/>
                </a:lnTo>
                <a:lnTo>
                  <a:pt x="0" y="1149768"/>
                </a:lnTo>
                <a:close/>
              </a:path>
            </a:pathLst>
          </a:cu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9" name="Picture Placeholder 2"/>
          <p:cNvSpPr>
            <a:spLocks noGrp="1"/>
          </p:cNvSpPr>
          <p:nvPr>
            <p:ph type="pic" sz="quarter" idx="48"/>
          </p:nvPr>
        </p:nvSpPr>
        <p:spPr>
          <a:xfrm>
            <a:off x="8957734" y="2205093"/>
            <a:ext cx="2618317" cy="2098786"/>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Tree>
    <p:extLst>
      <p:ext uri="{BB962C8B-B14F-4D97-AF65-F5344CB8AC3E}">
        <p14:creationId xmlns:p14="http://schemas.microsoft.com/office/powerpoint/2010/main" val="36857096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par>
                                <p:cTn id="15" presetID="53" presetClass="entr" presetSubtype="16" fill="hold" grpId="0" nodeType="withEffect" nodePh="1">
                                  <p:stCondLst>
                                    <p:cond delay="800"/>
                                  </p:stCondLst>
                                  <p:endCondLst>
                                    <p:cond evt="begin" delay="0">
                                      <p:tn val="15"/>
                                    </p:cond>
                                  </p:endCondLst>
                                  <p:childTnLst>
                                    <p:set>
                                      <p:cBhvr>
                                        <p:cTn id="16" dur="1" fill="hold">
                                          <p:stCondLst>
                                            <p:cond delay="0"/>
                                          </p:stCondLst>
                                        </p:cTn>
                                        <p:tgtEl>
                                          <p:spTgt spid="33"/>
                                        </p:tgtEl>
                                        <p:attrNameLst>
                                          <p:attrName>style.visibility</p:attrName>
                                        </p:attrNameLst>
                                      </p:cBhvr>
                                      <p:to>
                                        <p:strVal val="visible"/>
                                      </p:to>
                                    </p:set>
                                    <p:anim calcmode="lin" valueType="num">
                                      <p:cBhvr>
                                        <p:cTn id="17" dur="1000" fill="hold"/>
                                        <p:tgtEl>
                                          <p:spTgt spid="33"/>
                                        </p:tgtEl>
                                        <p:attrNameLst>
                                          <p:attrName>ppt_w</p:attrName>
                                        </p:attrNameLst>
                                      </p:cBhvr>
                                      <p:tavLst>
                                        <p:tav tm="0">
                                          <p:val>
                                            <p:fltVal val="0"/>
                                          </p:val>
                                        </p:tav>
                                        <p:tav tm="100000">
                                          <p:val>
                                            <p:strVal val="#ppt_w"/>
                                          </p:val>
                                        </p:tav>
                                      </p:tavLst>
                                    </p:anim>
                                    <p:anim calcmode="lin" valueType="num">
                                      <p:cBhvr>
                                        <p:cTn id="18" dur="1000" fill="hold"/>
                                        <p:tgtEl>
                                          <p:spTgt spid="33"/>
                                        </p:tgtEl>
                                        <p:attrNameLst>
                                          <p:attrName>ppt_h</p:attrName>
                                        </p:attrNameLst>
                                      </p:cBhvr>
                                      <p:tavLst>
                                        <p:tav tm="0">
                                          <p:val>
                                            <p:fltVal val="0"/>
                                          </p:val>
                                        </p:tav>
                                        <p:tav tm="100000">
                                          <p:val>
                                            <p:strVal val="#ppt_h"/>
                                          </p:val>
                                        </p:tav>
                                      </p:tavLst>
                                    </p:anim>
                                    <p:animEffect transition="in" filter="fade">
                                      <p:cBhvr>
                                        <p:cTn id="19" dur="1000"/>
                                        <p:tgtEl>
                                          <p:spTgt spid="33"/>
                                        </p:tgtEl>
                                      </p:cBhvr>
                                    </p:animEffect>
                                  </p:childTnLst>
                                </p:cTn>
                              </p:par>
                              <p:par>
                                <p:cTn id="20" presetID="42" presetClass="entr" presetSubtype="0" fill="hold" grpId="0" nodeType="withEffect">
                                  <p:stCondLst>
                                    <p:cond delay="200"/>
                                  </p:stCondLst>
                                  <p:childTnLst>
                                    <p:set>
                                      <p:cBhvr>
                                        <p:cTn id="21" dur="1" fill="hold">
                                          <p:stCondLst>
                                            <p:cond delay="0"/>
                                          </p:stCondLst>
                                        </p:cTn>
                                        <p:tgtEl>
                                          <p:spTgt spid="62">
                                            <p:txEl>
                                              <p:pRg st="0" end="0"/>
                                            </p:txEl>
                                          </p:spTgt>
                                        </p:tgtEl>
                                        <p:attrNameLst>
                                          <p:attrName>style.visibility</p:attrName>
                                        </p:attrNameLst>
                                      </p:cBhvr>
                                      <p:to>
                                        <p:strVal val="visible"/>
                                      </p:to>
                                    </p:set>
                                    <p:animEffect transition="in" filter="fade">
                                      <p:cBhvr>
                                        <p:cTn id="22" dur="400"/>
                                        <p:tgtEl>
                                          <p:spTgt spid="62">
                                            <p:txEl>
                                              <p:pRg st="0" end="0"/>
                                            </p:txEl>
                                          </p:spTgt>
                                        </p:tgtEl>
                                      </p:cBhvr>
                                    </p:animEffect>
                                    <p:anim calcmode="lin" valueType="num">
                                      <p:cBhvr>
                                        <p:cTn id="23" dur="400" fill="hold"/>
                                        <p:tgtEl>
                                          <p:spTgt spid="62">
                                            <p:txEl>
                                              <p:pRg st="0" end="0"/>
                                            </p:txEl>
                                          </p:spTgt>
                                        </p:tgtEl>
                                        <p:attrNameLst>
                                          <p:attrName>ppt_x</p:attrName>
                                        </p:attrNameLst>
                                      </p:cBhvr>
                                      <p:tavLst>
                                        <p:tav tm="0">
                                          <p:val>
                                            <p:strVal val="#ppt_x"/>
                                          </p:val>
                                        </p:tav>
                                        <p:tav tm="100000">
                                          <p:val>
                                            <p:strVal val="#ppt_x"/>
                                          </p:val>
                                        </p:tav>
                                      </p:tavLst>
                                    </p:anim>
                                    <p:anim calcmode="lin" valueType="num">
                                      <p:cBhvr>
                                        <p:cTn id="24" dur="400" fill="hold"/>
                                        <p:tgtEl>
                                          <p:spTgt spid="62">
                                            <p:txEl>
                                              <p:pRg st="0" end="0"/>
                                            </p:txEl>
                                          </p:spTgt>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200"/>
                                  </p:stCondLst>
                                  <p:childTnLst>
                                    <p:set>
                                      <p:cBhvr>
                                        <p:cTn id="26" dur="1" fill="hold">
                                          <p:stCondLst>
                                            <p:cond delay="0"/>
                                          </p:stCondLst>
                                        </p:cTn>
                                        <p:tgtEl>
                                          <p:spTgt spid="63">
                                            <p:txEl>
                                              <p:pRg st="0" end="0"/>
                                            </p:txEl>
                                          </p:spTgt>
                                        </p:tgtEl>
                                        <p:attrNameLst>
                                          <p:attrName>style.visibility</p:attrName>
                                        </p:attrNameLst>
                                      </p:cBhvr>
                                      <p:to>
                                        <p:strVal val="visible"/>
                                      </p:to>
                                    </p:set>
                                    <p:animEffect transition="in" filter="fade">
                                      <p:cBhvr>
                                        <p:cTn id="27" dur="500"/>
                                        <p:tgtEl>
                                          <p:spTgt spid="63">
                                            <p:txEl>
                                              <p:pRg st="0" end="0"/>
                                            </p:txEl>
                                          </p:spTgt>
                                        </p:tgtEl>
                                      </p:cBhvr>
                                    </p:animEffect>
                                    <p:anim calcmode="lin" valueType="num">
                                      <p:cBhvr>
                                        <p:cTn id="28" dur="500" fill="hold"/>
                                        <p:tgtEl>
                                          <p:spTgt spid="63">
                                            <p:txEl>
                                              <p:pRg st="0" end="0"/>
                                            </p:txEl>
                                          </p:spTgt>
                                        </p:tgtEl>
                                        <p:attrNameLst>
                                          <p:attrName>ppt_x</p:attrName>
                                        </p:attrNameLst>
                                      </p:cBhvr>
                                      <p:tavLst>
                                        <p:tav tm="0">
                                          <p:val>
                                            <p:strVal val="#ppt_x"/>
                                          </p:val>
                                        </p:tav>
                                        <p:tav tm="100000">
                                          <p:val>
                                            <p:strVal val="#ppt_x"/>
                                          </p:val>
                                        </p:tav>
                                      </p:tavLst>
                                    </p:anim>
                                    <p:anim calcmode="lin" valueType="num">
                                      <p:cBhvr>
                                        <p:cTn id="29" dur="500" fill="hold"/>
                                        <p:tgtEl>
                                          <p:spTgt spid="63">
                                            <p:txEl>
                                              <p:pRg st="0" end="0"/>
                                            </p:txEl>
                                          </p:spTgt>
                                        </p:tgtEl>
                                        <p:attrNameLst>
                                          <p:attrName>ppt_y</p:attrName>
                                        </p:attrNameLst>
                                      </p:cBhvr>
                                      <p:tavLst>
                                        <p:tav tm="0">
                                          <p:val>
                                            <p:strVal val="#ppt_y+.1"/>
                                          </p:val>
                                        </p:tav>
                                        <p:tav tm="100000">
                                          <p:val>
                                            <p:strVal val="#ppt_y"/>
                                          </p:val>
                                        </p:tav>
                                      </p:tavLst>
                                    </p:anim>
                                  </p:childTnLst>
                                </p:cTn>
                              </p:par>
                              <p:par>
                                <p:cTn id="30" presetID="10" presetClass="entr" presetSubtype="0" fill="hold" grpId="0" nodeType="withEffect">
                                  <p:stCondLst>
                                    <p:cond delay="800"/>
                                  </p:stCondLst>
                                  <p:childTnLst>
                                    <p:set>
                                      <p:cBhvr>
                                        <p:cTn id="31" dur="1" fill="hold">
                                          <p:stCondLst>
                                            <p:cond delay="0"/>
                                          </p:stCondLst>
                                        </p:cTn>
                                        <p:tgtEl>
                                          <p:spTgt spid="69">
                                            <p:txEl>
                                              <p:pRg st="0" end="0"/>
                                            </p:txEl>
                                          </p:spTgt>
                                        </p:tgtEl>
                                        <p:attrNameLst>
                                          <p:attrName>style.visibility</p:attrName>
                                        </p:attrNameLst>
                                      </p:cBhvr>
                                      <p:to>
                                        <p:strVal val="visible"/>
                                      </p:to>
                                    </p:set>
                                    <p:animEffect transition="in" filter="fade">
                                      <p:cBhvr>
                                        <p:cTn id="32" dur="500"/>
                                        <p:tgtEl>
                                          <p:spTgt spid="69">
                                            <p:txEl>
                                              <p:pRg st="0" end="0"/>
                                            </p:txEl>
                                          </p:spTgt>
                                        </p:tgtEl>
                                      </p:cBhvr>
                                    </p:animEffect>
                                  </p:childTnLst>
                                </p:cTn>
                              </p:par>
                              <p:par>
                                <p:cTn id="33" presetID="10" presetClass="entr" presetSubtype="0" fill="hold" grpId="0" nodeType="withEffect">
                                  <p:stCondLst>
                                    <p:cond delay="800"/>
                                  </p:stCondLst>
                                  <p:childTnLst>
                                    <p:set>
                                      <p:cBhvr>
                                        <p:cTn id="34" dur="1" fill="hold">
                                          <p:stCondLst>
                                            <p:cond delay="0"/>
                                          </p:stCondLst>
                                        </p:cTn>
                                        <p:tgtEl>
                                          <p:spTgt spid="69">
                                            <p:txEl>
                                              <p:pRg st="1" end="1"/>
                                            </p:txEl>
                                          </p:spTgt>
                                        </p:tgtEl>
                                        <p:attrNameLst>
                                          <p:attrName>style.visibility</p:attrName>
                                        </p:attrNameLst>
                                      </p:cBhvr>
                                      <p:to>
                                        <p:strVal val="visible"/>
                                      </p:to>
                                    </p:set>
                                    <p:animEffect transition="in" filter="fade">
                                      <p:cBhvr>
                                        <p:cTn id="35" dur="500"/>
                                        <p:tgtEl>
                                          <p:spTgt spid="69">
                                            <p:txEl>
                                              <p:pRg st="1" end="1"/>
                                            </p:txEl>
                                          </p:spTgt>
                                        </p:tgtEl>
                                      </p:cBhvr>
                                    </p:animEffect>
                                  </p:childTnLst>
                                </p:cTn>
                              </p:par>
                              <p:par>
                                <p:cTn id="36" presetID="42" presetClass="entr" presetSubtype="0" fill="hold" grpId="0" nodeType="withEffect">
                                  <p:stCondLst>
                                    <p:cond delay="200"/>
                                  </p:stCondLst>
                                  <p:childTnLst>
                                    <p:set>
                                      <p:cBhvr>
                                        <p:cTn id="37" dur="1" fill="hold">
                                          <p:stCondLst>
                                            <p:cond delay="0"/>
                                          </p:stCondLst>
                                        </p:cTn>
                                        <p:tgtEl>
                                          <p:spTgt spid="70">
                                            <p:txEl>
                                              <p:pRg st="0" end="0"/>
                                            </p:txEl>
                                          </p:spTgt>
                                        </p:tgtEl>
                                        <p:attrNameLst>
                                          <p:attrName>style.visibility</p:attrName>
                                        </p:attrNameLst>
                                      </p:cBhvr>
                                      <p:to>
                                        <p:strVal val="visible"/>
                                      </p:to>
                                    </p:set>
                                    <p:animEffect transition="in" filter="fade">
                                      <p:cBhvr>
                                        <p:cTn id="38" dur="400"/>
                                        <p:tgtEl>
                                          <p:spTgt spid="70">
                                            <p:txEl>
                                              <p:pRg st="0" end="0"/>
                                            </p:txEl>
                                          </p:spTgt>
                                        </p:tgtEl>
                                      </p:cBhvr>
                                    </p:animEffect>
                                    <p:anim calcmode="lin" valueType="num">
                                      <p:cBhvr>
                                        <p:cTn id="39" dur="400" fill="hold"/>
                                        <p:tgtEl>
                                          <p:spTgt spid="70">
                                            <p:txEl>
                                              <p:pRg st="0" end="0"/>
                                            </p:txEl>
                                          </p:spTgt>
                                        </p:tgtEl>
                                        <p:attrNameLst>
                                          <p:attrName>ppt_x</p:attrName>
                                        </p:attrNameLst>
                                      </p:cBhvr>
                                      <p:tavLst>
                                        <p:tav tm="0">
                                          <p:val>
                                            <p:strVal val="#ppt_x"/>
                                          </p:val>
                                        </p:tav>
                                        <p:tav tm="100000">
                                          <p:val>
                                            <p:strVal val="#ppt_x"/>
                                          </p:val>
                                        </p:tav>
                                      </p:tavLst>
                                    </p:anim>
                                    <p:anim calcmode="lin" valueType="num">
                                      <p:cBhvr>
                                        <p:cTn id="40" dur="400" fill="hold"/>
                                        <p:tgtEl>
                                          <p:spTgt spid="70">
                                            <p:txEl>
                                              <p:pRg st="0" end="0"/>
                                            </p:txEl>
                                          </p:spTgt>
                                        </p:tgtEl>
                                        <p:attrNameLst>
                                          <p:attrName>ppt_y</p:attrName>
                                        </p:attrNameLst>
                                      </p:cBhvr>
                                      <p:tavLst>
                                        <p:tav tm="0">
                                          <p:val>
                                            <p:strVal val="#ppt_y+.1"/>
                                          </p:val>
                                        </p:tav>
                                        <p:tav tm="100000">
                                          <p:val>
                                            <p:strVal val="#ppt_y"/>
                                          </p:val>
                                        </p:tav>
                                      </p:tavLst>
                                    </p:anim>
                                  </p:childTnLst>
                                </p:cTn>
                              </p:par>
                              <p:par>
                                <p:cTn id="41" presetID="22" presetClass="entr" presetSubtype="8" fill="hold" grpId="0" nodeType="withEffect">
                                  <p:stCondLst>
                                    <p:cond delay="200"/>
                                  </p:stCondLst>
                                  <p:childTnLst>
                                    <p:set>
                                      <p:cBhvr>
                                        <p:cTn id="42" dur="1" fill="hold">
                                          <p:stCondLst>
                                            <p:cond delay="0"/>
                                          </p:stCondLst>
                                        </p:cTn>
                                        <p:tgtEl>
                                          <p:spTgt spid="71"/>
                                        </p:tgtEl>
                                        <p:attrNameLst>
                                          <p:attrName>style.visibility</p:attrName>
                                        </p:attrNameLst>
                                      </p:cBhvr>
                                      <p:to>
                                        <p:strVal val="visible"/>
                                      </p:to>
                                    </p:set>
                                    <p:animEffect transition="in" filter="wipe(left)">
                                      <p:cBhvr>
                                        <p:cTn id="43" dur="500"/>
                                        <p:tgtEl>
                                          <p:spTgt spid="71"/>
                                        </p:tgtEl>
                                      </p:cBhvr>
                                    </p:animEffect>
                                  </p:childTnLst>
                                </p:cTn>
                              </p:par>
                              <p:par>
                                <p:cTn id="44" presetID="22" presetClass="entr" presetSubtype="8" fill="hold" grpId="0" nodeType="withEffect">
                                  <p:stCondLst>
                                    <p:cond delay="200"/>
                                  </p:stCondLst>
                                  <p:childTnLst>
                                    <p:set>
                                      <p:cBhvr>
                                        <p:cTn id="45" dur="1" fill="hold">
                                          <p:stCondLst>
                                            <p:cond delay="0"/>
                                          </p:stCondLst>
                                        </p:cTn>
                                        <p:tgtEl>
                                          <p:spTgt spid="72"/>
                                        </p:tgtEl>
                                        <p:attrNameLst>
                                          <p:attrName>style.visibility</p:attrName>
                                        </p:attrNameLst>
                                      </p:cBhvr>
                                      <p:to>
                                        <p:strVal val="visible"/>
                                      </p:to>
                                    </p:set>
                                    <p:animEffect transition="in" filter="wipe(left)">
                                      <p:cBhvr>
                                        <p:cTn id="46" dur="500"/>
                                        <p:tgtEl>
                                          <p:spTgt spid="72"/>
                                        </p:tgtEl>
                                      </p:cBhvr>
                                    </p:animEffect>
                                  </p:childTnLst>
                                </p:cTn>
                              </p:par>
                              <p:par>
                                <p:cTn id="47" presetID="22" presetClass="entr" presetSubtype="8" fill="hold" grpId="0" nodeType="withEffect">
                                  <p:stCondLst>
                                    <p:cond delay="200"/>
                                  </p:stCondLst>
                                  <p:childTnLst>
                                    <p:set>
                                      <p:cBhvr>
                                        <p:cTn id="48" dur="1" fill="hold">
                                          <p:stCondLst>
                                            <p:cond delay="0"/>
                                          </p:stCondLst>
                                        </p:cTn>
                                        <p:tgtEl>
                                          <p:spTgt spid="73"/>
                                        </p:tgtEl>
                                        <p:attrNameLst>
                                          <p:attrName>style.visibility</p:attrName>
                                        </p:attrNameLst>
                                      </p:cBhvr>
                                      <p:to>
                                        <p:strVal val="visible"/>
                                      </p:to>
                                    </p:set>
                                    <p:animEffect transition="in" filter="wipe(left)">
                                      <p:cBhvr>
                                        <p:cTn id="49" dur="500"/>
                                        <p:tgtEl>
                                          <p:spTgt spid="73"/>
                                        </p:tgtEl>
                                      </p:cBhvr>
                                    </p:animEffect>
                                  </p:childTnLst>
                                </p:cTn>
                              </p:par>
                              <p:par>
                                <p:cTn id="50" presetID="22" presetClass="entr" presetSubtype="8" fill="hold" grpId="0" nodeType="withEffect">
                                  <p:stCondLst>
                                    <p:cond delay="200"/>
                                  </p:stCondLst>
                                  <p:childTnLst>
                                    <p:set>
                                      <p:cBhvr>
                                        <p:cTn id="51" dur="1" fill="hold">
                                          <p:stCondLst>
                                            <p:cond delay="0"/>
                                          </p:stCondLst>
                                        </p:cTn>
                                        <p:tgtEl>
                                          <p:spTgt spid="74"/>
                                        </p:tgtEl>
                                        <p:attrNameLst>
                                          <p:attrName>style.visibility</p:attrName>
                                        </p:attrNameLst>
                                      </p:cBhvr>
                                      <p:to>
                                        <p:strVal val="visible"/>
                                      </p:to>
                                    </p:set>
                                    <p:animEffect transition="in" filter="wipe(left)">
                                      <p:cBhvr>
                                        <p:cTn id="52" dur="500"/>
                                        <p:tgtEl>
                                          <p:spTgt spid="74"/>
                                        </p:tgtEl>
                                      </p:cBhvr>
                                    </p:animEffect>
                                  </p:childTnLst>
                                </p:cTn>
                              </p:par>
                              <p:par>
                                <p:cTn id="53" presetID="42" presetClass="entr" presetSubtype="0" fill="hold" grpId="0" nodeType="withEffect">
                                  <p:stCondLst>
                                    <p:cond delay="200"/>
                                  </p:stCondLst>
                                  <p:childTnLst>
                                    <p:set>
                                      <p:cBhvr>
                                        <p:cTn id="54" dur="1" fill="hold">
                                          <p:stCondLst>
                                            <p:cond delay="0"/>
                                          </p:stCondLst>
                                        </p:cTn>
                                        <p:tgtEl>
                                          <p:spTgt spid="75">
                                            <p:txEl>
                                              <p:pRg st="0" end="0"/>
                                            </p:txEl>
                                          </p:spTgt>
                                        </p:tgtEl>
                                        <p:attrNameLst>
                                          <p:attrName>style.visibility</p:attrName>
                                        </p:attrNameLst>
                                      </p:cBhvr>
                                      <p:to>
                                        <p:strVal val="visible"/>
                                      </p:to>
                                    </p:set>
                                    <p:animEffect transition="in" filter="fade">
                                      <p:cBhvr>
                                        <p:cTn id="55" dur="500"/>
                                        <p:tgtEl>
                                          <p:spTgt spid="75">
                                            <p:txEl>
                                              <p:pRg st="0" end="0"/>
                                            </p:txEl>
                                          </p:spTgt>
                                        </p:tgtEl>
                                      </p:cBhvr>
                                    </p:animEffect>
                                    <p:anim calcmode="lin" valueType="num">
                                      <p:cBhvr>
                                        <p:cTn id="56" dur="500" fill="hold"/>
                                        <p:tgtEl>
                                          <p:spTgt spid="75">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75">
                                            <p:txEl>
                                              <p:pRg st="0" end="0"/>
                                            </p:txEl>
                                          </p:spTgt>
                                        </p:tgtEl>
                                        <p:attrNameLst>
                                          <p:attrName>ppt_y</p:attrName>
                                        </p:attrNameLst>
                                      </p:cBhvr>
                                      <p:tavLst>
                                        <p:tav tm="0">
                                          <p:val>
                                            <p:strVal val="#ppt_y+.1"/>
                                          </p:val>
                                        </p:tav>
                                        <p:tav tm="100000">
                                          <p:val>
                                            <p:strVal val="#ppt_y"/>
                                          </p:val>
                                        </p:tav>
                                      </p:tavLst>
                                    </p:anim>
                                  </p:childTnLst>
                                </p:cTn>
                              </p:par>
                              <p:par>
                                <p:cTn id="58" presetID="42" presetClass="entr" presetSubtype="0" fill="hold" grpId="0" nodeType="withEffect">
                                  <p:stCondLst>
                                    <p:cond delay="200"/>
                                  </p:stCondLst>
                                  <p:childTnLst>
                                    <p:set>
                                      <p:cBhvr>
                                        <p:cTn id="59" dur="1" fill="hold">
                                          <p:stCondLst>
                                            <p:cond delay="0"/>
                                          </p:stCondLst>
                                        </p:cTn>
                                        <p:tgtEl>
                                          <p:spTgt spid="76">
                                            <p:txEl>
                                              <p:pRg st="0" end="0"/>
                                            </p:txEl>
                                          </p:spTgt>
                                        </p:tgtEl>
                                        <p:attrNameLst>
                                          <p:attrName>style.visibility</p:attrName>
                                        </p:attrNameLst>
                                      </p:cBhvr>
                                      <p:to>
                                        <p:strVal val="visible"/>
                                      </p:to>
                                    </p:set>
                                    <p:animEffect transition="in" filter="fade">
                                      <p:cBhvr>
                                        <p:cTn id="60" dur="500"/>
                                        <p:tgtEl>
                                          <p:spTgt spid="76">
                                            <p:txEl>
                                              <p:pRg st="0" end="0"/>
                                            </p:txEl>
                                          </p:spTgt>
                                        </p:tgtEl>
                                      </p:cBhvr>
                                    </p:animEffect>
                                    <p:anim calcmode="lin" valueType="num">
                                      <p:cBhvr>
                                        <p:cTn id="61" dur="500" fill="hold"/>
                                        <p:tgtEl>
                                          <p:spTgt spid="76">
                                            <p:txEl>
                                              <p:pRg st="0" end="0"/>
                                            </p:txEl>
                                          </p:spTgt>
                                        </p:tgtEl>
                                        <p:attrNameLst>
                                          <p:attrName>ppt_x</p:attrName>
                                        </p:attrNameLst>
                                      </p:cBhvr>
                                      <p:tavLst>
                                        <p:tav tm="0">
                                          <p:val>
                                            <p:strVal val="#ppt_x"/>
                                          </p:val>
                                        </p:tav>
                                        <p:tav tm="100000">
                                          <p:val>
                                            <p:strVal val="#ppt_x"/>
                                          </p:val>
                                        </p:tav>
                                      </p:tavLst>
                                    </p:anim>
                                    <p:anim calcmode="lin" valueType="num">
                                      <p:cBhvr>
                                        <p:cTn id="62" dur="500" fill="hold"/>
                                        <p:tgtEl>
                                          <p:spTgt spid="76">
                                            <p:txEl>
                                              <p:pRg st="0" end="0"/>
                                            </p:txEl>
                                          </p:spTgt>
                                        </p:tgtEl>
                                        <p:attrNameLst>
                                          <p:attrName>ppt_y</p:attrName>
                                        </p:attrNameLst>
                                      </p:cBhvr>
                                      <p:tavLst>
                                        <p:tav tm="0">
                                          <p:val>
                                            <p:strVal val="#ppt_y+.1"/>
                                          </p:val>
                                        </p:tav>
                                        <p:tav tm="100000">
                                          <p:val>
                                            <p:strVal val="#ppt_y"/>
                                          </p:val>
                                        </p:tav>
                                      </p:tavLst>
                                    </p:anim>
                                  </p:childTnLst>
                                </p:cTn>
                              </p:par>
                              <p:par>
                                <p:cTn id="63" presetID="42" presetClass="entr" presetSubtype="0" fill="hold" grpId="0" nodeType="withEffect">
                                  <p:stCondLst>
                                    <p:cond delay="200"/>
                                  </p:stCondLst>
                                  <p:childTnLst>
                                    <p:set>
                                      <p:cBhvr>
                                        <p:cTn id="64" dur="1" fill="hold">
                                          <p:stCondLst>
                                            <p:cond delay="0"/>
                                          </p:stCondLst>
                                        </p:cTn>
                                        <p:tgtEl>
                                          <p:spTgt spid="77">
                                            <p:txEl>
                                              <p:pRg st="0" end="0"/>
                                            </p:txEl>
                                          </p:spTgt>
                                        </p:tgtEl>
                                        <p:attrNameLst>
                                          <p:attrName>style.visibility</p:attrName>
                                        </p:attrNameLst>
                                      </p:cBhvr>
                                      <p:to>
                                        <p:strVal val="visible"/>
                                      </p:to>
                                    </p:set>
                                    <p:animEffect transition="in" filter="fade">
                                      <p:cBhvr>
                                        <p:cTn id="65" dur="500"/>
                                        <p:tgtEl>
                                          <p:spTgt spid="77">
                                            <p:txEl>
                                              <p:pRg st="0" end="0"/>
                                            </p:txEl>
                                          </p:spTgt>
                                        </p:tgtEl>
                                      </p:cBhvr>
                                    </p:animEffect>
                                    <p:anim calcmode="lin" valueType="num">
                                      <p:cBhvr>
                                        <p:cTn id="66" dur="500" fill="hold"/>
                                        <p:tgtEl>
                                          <p:spTgt spid="77">
                                            <p:txEl>
                                              <p:pRg st="0" end="0"/>
                                            </p:txEl>
                                          </p:spTgt>
                                        </p:tgtEl>
                                        <p:attrNameLst>
                                          <p:attrName>ppt_x</p:attrName>
                                        </p:attrNameLst>
                                      </p:cBhvr>
                                      <p:tavLst>
                                        <p:tav tm="0">
                                          <p:val>
                                            <p:strVal val="#ppt_x"/>
                                          </p:val>
                                        </p:tav>
                                        <p:tav tm="100000">
                                          <p:val>
                                            <p:strVal val="#ppt_x"/>
                                          </p:val>
                                        </p:tav>
                                      </p:tavLst>
                                    </p:anim>
                                    <p:anim calcmode="lin" valueType="num">
                                      <p:cBhvr>
                                        <p:cTn id="67" dur="500" fill="hold"/>
                                        <p:tgtEl>
                                          <p:spTgt spid="77">
                                            <p:txEl>
                                              <p:pRg st="0" end="0"/>
                                            </p:txEl>
                                          </p:spTgt>
                                        </p:tgtEl>
                                        <p:attrNameLst>
                                          <p:attrName>ppt_y</p:attrName>
                                        </p:attrNameLst>
                                      </p:cBhvr>
                                      <p:tavLst>
                                        <p:tav tm="0">
                                          <p:val>
                                            <p:strVal val="#ppt_y+.1"/>
                                          </p:val>
                                        </p:tav>
                                        <p:tav tm="100000">
                                          <p:val>
                                            <p:strVal val="#ppt_y"/>
                                          </p:val>
                                        </p:tav>
                                      </p:tavLst>
                                    </p:anim>
                                  </p:childTnLst>
                                </p:cTn>
                              </p:par>
                              <p:par>
                                <p:cTn id="68" presetID="42" presetClass="entr" presetSubtype="0" fill="hold" grpId="0" nodeType="withEffect">
                                  <p:stCondLst>
                                    <p:cond delay="200"/>
                                  </p:stCondLst>
                                  <p:childTnLst>
                                    <p:set>
                                      <p:cBhvr>
                                        <p:cTn id="69" dur="1" fill="hold">
                                          <p:stCondLst>
                                            <p:cond delay="0"/>
                                          </p:stCondLst>
                                        </p:cTn>
                                        <p:tgtEl>
                                          <p:spTgt spid="78">
                                            <p:txEl>
                                              <p:pRg st="0" end="0"/>
                                            </p:txEl>
                                          </p:spTgt>
                                        </p:tgtEl>
                                        <p:attrNameLst>
                                          <p:attrName>style.visibility</p:attrName>
                                        </p:attrNameLst>
                                      </p:cBhvr>
                                      <p:to>
                                        <p:strVal val="visible"/>
                                      </p:to>
                                    </p:set>
                                    <p:animEffect transition="in" filter="fade">
                                      <p:cBhvr>
                                        <p:cTn id="70" dur="500"/>
                                        <p:tgtEl>
                                          <p:spTgt spid="78">
                                            <p:txEl>
                                              <p:pRg st="0" end="0"/>
                                            </p:txEl>
                                          </p:spTgt>
                                        </p:tgtEl>
                                      </p:cBhvr>
                                    </p:animEffect>
                                    <p:anim calcmode="lin" valueType="num">
                                      <p:cBhvr>
                                        <p:cTn id="71" dur="500" fill="hold"/>
                                        <p:tgtEl>
                                          <p:spTgt spid="78">
                                            <p:txEl>
                                              <p:pRg st="0" end="0"/>
                                            </p:txEl>
                                          </p:spTgt>
                                        </p:tgtEl>
                                        <p:attrNameLst>
                                          <p:attrName>ppt_x</p:attrName>
                                        </p:attrNameLst>
                                      </p:cBhvr>
                                      <p:tavLst>
                                        <p:tav tm="0">
                                          <p:val>
                                            <p:strVal val="#ppt_x"/>
                                          </p:val>
                                        </p:tav>
                                        <p:tav tm="100000">
                                          <p:val>
                                            <p:strVal val="#ppt_x"/>
                                          </p:val>
                                        </p:tav>
                                      </p:tavLst>
                                    </p:anim>
                                    <p:anim calcmode="lin" valueType="num">
                                      <p:cBhvr>
                                        <p:cTn id="72" dur="500" fill="hold"/>
                                        <p:tgtEl>
                                          <p:spTgt spid="78">
                                            <p:txEl>
                                              <p:pRg st="0" end="0"/>
                                            </p:txEl>
                                          </p:spTgt>
                                        </p:tgtEl>
                                        <p:attrNameLst>
                                          <p:attrName>ppt_y</p:attrName>
                                        </p:attrNameLst>
                                      </p:cBhvr>
                                      <p:tavLst>
                                        <p:tav tm="0">
                                          <p:val>
                                            <p:strVal val="#ppt_y+.1"/>
                                          </p:val>
                                        </p:tav>
                                        <p:tav tm="100000">
                                          <p:val>
                                            <p:strVal val="#ppt_y"/>
                                          </p:val>
                                        </p:tav>
                                      </p:tavLst>
                                    </p:anim>
                                  </p:childTnLst>
                                </p:cTn>
                              </p:par>
                            </p:childTnLst>
                          </p:cTn>
                        </p:par>
                        <p:par>
                          <p:cTn id="73" fill="hold">
                            <p:stCondLst>
                              <p:cond delay="1800"/>
                            </p:stCondLst>
                            <p:childTnLst>
                              <p:par>
                                <p:cTn id="74" presetID="22" presetClass="entr" presetSubtype="2" fill="hold" grpId="0" nodeType="afterEffect">
                                  <p:stCondLst>
                                    <p:cond delay="0"/>
                                  </p:stCondLst>
                                  <p:childTnLst>
                                    <p:set>
                                      <p:cBhvr>
                                        <p:cTn id="75" dur="1" fill="hold">
                                          <p:stCondLst>
                                            <p:cond delay="0"/>
                                          </p:stCondLst>
                                        </p:cTn>
                                        <p:tgtEl>
                                          <p:spTgt spid="17"/>
                                        </p:tgtEl>
                                        <p:attrNameLst>
                                          <p:attrName>style.visibility</p:attrName>
                                        </p:attrNameLst>
                                      </p:cBhvr>
                                      <p:to>
                                        <p:strVal val="visible"/>
                                      </p:to>
                                    </p:set>
                                    <p:animEffect transition="in" filter="wipe(right)">
                                      <p:cBhvr>
                                        <p:cTn id="76" dur="500"/>
                                        <p:tgtEl>
                                          <p:spTgt spid="17"/>
                                        </p:tgtEl>
                                      </p:cBhvr>
                                    </p:animEffect>
                                  </p:childTnLst>
                                </p:cTn>
                              </p:par>
                            </p:childTnLst>
                          </p:cTn>
                        </p:par>
                        <p:par>
                          <p:cTn id="77" fill="hold">
                            <p:stCondLst>
                              <p:cond delay="2300"/>
                            </p:stCondLst>
                            <p:childTnLst>
                              <p:par>
                                <p:cTn id="78" presetID="53" presetClass="entr" presetSubtype="16" fill="hold" grpId="0" nodeType="afterEffect">
                                  <p:stCondLst>
                                    <p:cond delay="0"/>
                                  </p:stCondLst>
                                  <p:childTnLst>
                                    <p:set>
                                      <p:cBhvr>
                                        <p:cTn id="79" dur="1" fill="hold">
                                          <p:stCondLst>
                                            <p:cond delay="0"/>
                                          </p:stCondLst>
                                        </p:cTn>
                                        <p:tgtEl>
                                          <p:spTgt spid="18"/>
                                        </p:tgtEl>
                                        <p:attrNameLst>
                                          <p:attrName>style.visibility</p:attrName>
                                        </p:attrNameLst>
                                      </p:cBhvr>
                                      <p:to>
                                        <p:strVal val="visible"/>
                                      </p:to>
                                    </p:set>
                                    <p:anim calcmode="lin" valueType="num">
                                      <p:cBhvr>
                                        <p:cTn id="80" dur="500" fill="hold"/>
                                        <p:tgtEl>
                                          <p:spTgt spid="18"/>
                                        </p:tgtEl>
                                        <p:attrNameLst>
                                          <p:attrName>ppt_w</p:attrName>
                                        </p:attrNameLst>
                                      </p:cBhvr>
                                      <p:tavLst>
                                        <p:tav tm="0">
                                          <p:val>
                                            <p:fltVal val="0"/>
                                          </p:val>
                                        </p:tav>
                                        <p:tav tm="100000">
                                          <p:val>
                                            <p:strVal val="#ppt_w"/>
                                          </p:val>
                                        </p:tav>
                                      </p:tavLst>
                                    </p:anim>
                                    <p:anim calcmode="lin" valueType="num">
                                      <p:cBhvr>
                                        <p:cTn id="81" dur="500" fill="hold"/>
                                        <p:tgtEl>
                                          <p:spTgt spid="18"/>
                                        </p:tgtEl>
                                        <p:attrNameLst>
                                          <p:attrName>ppt_h</p:attrName>
                                        </p:attrNameLst>
                                      </p:cBhvr>
                                      <p:tavLst>
                                        <p:tav tm="0">
                                          <p:val>
                                            <p:fltVal val="0"/>
                                          </p:val>
                                        </p:tav>
                                        <p:tav tm="100000">
                                          <p:val>
                                            <p:strVal val="#ppt_h"/>
                                          </p:val>
                                        </p:tav>
                                      </p:tavLst>
                                    </p:anim>
                                    <p:animEffect transition="in" filter="fade">
                                      <p:cBhvr>
                                        <p:cTn id="82" dur="500"/>
                                        <p:tgtEl>
                                          <p:spTgt spid="18"/>
                                        </p:tgtEl>
                                      </p:cBhvr>
                                    </p:animEffect>
                                  </p:childTnLst>
                                </p:cTn>
                              </p:par>
                              <p:par>
                                <p:cTn id="83" presetID="53" presetClass="entr" presetSubtype="16" fill="hold" grpId="0" nodeType="withEffect" nodePh="1">
                                  <p:stCondLst>
                                    <p:cond delay="800"/>
                                  </p:stCondLst>
                                  <p:endCondLst>
                                    <p:cond evt="begin" delay="0">
                                      <p:tn val="83"/>
                                    </p:cond>
                                  </p:endCondLst>
                                  <p:childTnLst>
                                    <p:set>
                                      <p:cBhvr>
                                        <p:cTn id="84" dur="1" fill="hold">
                                          <p:stCondLst>
                                            <p:cond delay="0"/>
                                          </p:stCondLst>
                                        </p:cTn>
                                        <p:tgtEl>
                                          <p:spTgt spid="19"/>
                                        </p:tgtEl>
                                        <p:attrNameLst>
                                          <p:attrName>style.visibility</p:attrName>
                                        </p:attrNameLst>
                                      </p:cBhvr>
                                      <p:to>
                                        <p:strVal val="visible"/>
                                      </p:to>
                                    </p:set>
                                    <p:anim calcmode="lin" valueType="num">
                                      <p:cBhvr>
                                        <p:cTn id="85" dur="1000" fill="hold"/>
                                        <p:tgtEl>
                                          <p:spTgt spid="19"/>
                                        </p:tgtEl>
                                        <p:attrNameLst>
                                          <p:attrName>ppt_w</p:attrName>
                                        </p:attrNameLst>
                                      </p:cBhvr>
                                      <p:tavLst>
                                        <p:tav tm="0">
                                          <p:val>
                                            <p:fltVal val="0"/>
                                          </p:val>
                                        </p:tav>
                                        <p:tav tm="100000">
                                          <p:val>
                                            <p:strVal val="#ppt_w"/>
                                          </p:val>
                                        </p:tav>
                                      </p:tavLst>
                                    </p:anim>
                                    <p:anim calcmode="lin" valueType="num">
                                      <p:cBhvr>
                                        <p:cTn id="86" dur="1000" fill="hold"/>
                                        <p:tgtEl>
                                          <p:spTgt spid="19"/>
                                        </p:tgtEl>
                                        <p:attrNameLst>
                                          <p:attrName>ppt_h</p:attrName>
                                        </p:attrNameLst>
                                      </p:cBhvr>
                                      <p:tavLst>
                                        <p:tav tm="0">
                                          <p:val>
                                            <p:fltVal val="0"/>
                                          </p:val>
                                        </p:tav>
                                        <p:tav tm="100000">
                                          <p:val>
                                            <p:strVal val="#ppt_h"/>
                                          </p:val>
                                        </p:tav>
                                      </p:tavLst>
                                    </p:anim>
                                    <p:animEffect transition="in" filter="fade">
                                      <p:cBhvr>
                                        <p:cTn id="87" dur="1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33" grpId="0"/>
      <p:bldP spid="62" grpId="0" build="p">
        <p:tmplLst>
          <p:tmpl lvl="1">
            <p:tnLst>
              <p:par>
                <p:cTn presetID="42" presetClass="entr" presetSubtype="0" fill="hold" nodeType="withEffect">
                  <p:stCondLst>
                    <p:cond delay="200"/>
                  </p:stCondLst>
                  <p:childTnLst>
                    <p:set>
                      <p:cBhvr>
                        <p:cTn dur="1" fill="hold">
                          <p:stCondLst>
                            <p:cond delay="0"/>
                          </p:stCondLst>
                        </p:cTn>
                        <p:tgtEl>
                          <p:spTgt spid="62"/>
                        </p:tgtEl>
                        <p:attrNameLst>
                          <p:attrName>style.visibility</p:attrName>
                        </p:attrNameLst>
                      </p:cBhvr>
                      <p:to>
                        <p:strVal val="visible"/>
                      </p:to>
                    </p:set>
                    <p:animEffect transition="in" filter="fade">
                      <p:cBhvr>
                        <p:cTn dur="400"/>
                        <p:tgtEl>
                          <p:spTgt spid="62"/>
                        </p:tgtEl>
                      </p:cBhvr>
                    </p:animEffect>
                    <p:anim calcmode="lin" valueType="num">
                      <p:cBhvr>
                        <p:cTn dur="400" fill="hold"/>
                        <p:tgtEl>
                          <p:spTgt spid="62"/>
                        </p:tgtEl>
                        <p:attrNameLst>
                          <p:attrName>ppt_x</p:attrName>
                        </p:attrNameLst>
                      </p:cBhvr>
                      <p:tavLst>
                        <p:tav tm="0">
                          <p:val>
                            <p:strVal val="#ppt_x"/>
                          </p:val>
                        </p:tav>
                        <p:tav tm="100000">
                          <p:val>
                            <p:strVal val="#ppt_x"/>
                          </p:val>
                        </p:tav>
                      </p:tavLst>
                    </p:anim>
                    <p:anim calcmode="lin" valueType="num">
                      <p:cBhvr>
                        <p:cTn dur="400" fill="hold"/>
                        <p:tgtEl>
                          <p:spTgt spid="62"/>
                        </p:tgtEl>
                        <p:attrNameLst>
                          <p:attrName>ppt_y</p:attrName>
                        </p:attrNameLst>
                      </p:cBhvr>
                      <p:tavLst>
                        <p:tav tm="0">
                          <p:val>
                            <p:strVal val="#ppt_y+.1"/>
                          </p:val>
                        </p:tav>
                        <p:tav tm="100000">
                          <p:val>
                            <p:strVal val="#ppt_y"/>
                          </p:val>
                        </p:tav>
                      </p:tavLst>
                    </p:anim>
                  </p:childTnLst>
                </p:cTn>
              </p:par>
            </p:tnLst>
          </p:tmpl>
        </p:tmplLst>
      </p:bldP>
      <p:bldP spid="63" grpId="0" build="p">
        <p:tmplLst>
          <p:tmpl lvl="1">
            <p:tnLst>
              <p:par>
                <p:cTn presetID="42" presetClass="entr" presetSubtype="0" fill="hold" nodeType="withEffect">
                  <p:stCondLst>
                    <p:cond delay="20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anim calcmode="lin" valueType="num">
                      <p:cBhvr>
                        <p:cTn dur="500" fill="hold"/>
                        <p:tgtEl>
                          <p:spTgt spid="63"/>
                        </p:tgtEl>
                        <p:attrNameLst>
                          <p:attrName>ppt_x</p:attrName>
                        </p:attrNameLst>
                      </p:cBhvr>
                      <p:tavLst>
                        <p:tav tm="0">
                          <p:val>
                            <p:strVal val="#ppt_x"/>
                          </p:val>
                        </p:tav>
                        <p:tav tm="100000">
                          <p:val>
                            <p:strVal val="#ppt_x"/>
                          </p:val>
                        </p:tav>
                      </p:tavLst>
                    </p:anim>
                    <p:anim calcmode="lin" valueType="num">
                      <p:cBhvr>
                        <p:cTn dur="500" fill="hold"/>
                        <p:tgtEl>
                          <p:spTgt spid="63"/>
                        </p:tgtEl>
                        <p:attrNameLst>
                          <p:attrName>ppt_y</p:attrName>
                        </p:attrNameLst>
                      </p:cBhvr>
                      <p:tavLst>
                        <p:tav tm="0">
                          <p:val>
                            <p:strVal val="#ppt_y+.1"/>
                          </p:val>
                        </p:tav>
                        <p:tav tm="100000">
                          <p:val>
                            <p:strVal val="#ppt_y"/>
                          </p:val>
                        </p:tav>
                      </p:tavLst>
                    </p:anim>
                  </p:childTnLst>
                </p:cTn>
              </p:par>
            </p:tnLst>
          </p:tmpl>
        </p:tmplLst>
      </p:bldP>
      <p:bldP spid="69" grpId="0" build="p">
        <p:tmplLst>
          <p:tmpl lvl="1">
            <p:tnLst>
              <p:par>
                <p:cTn presetID="10" presetClass="entr" presetSubtype="0" fill="hold" nodeType="withEffect">
                  <p:stCondLst>
                    <p:cond delay="800"/>
                  </p:stCondLst>
                  <p:childTnLst>
                    <p:set>
                      <p:cBhvr>
                        <p:cTn dur="1" fill="hold">
                          <p:stCondLst>
                            <p:cond delay="0"/>
                          </p:stCondLst>
                        </p:cTn>
                        <p:tgtEl>
                          <p:spTgt spid="69"/>
                        </p:tgtEl>
                        <p:attrNameLst>
                          <p:attrName>style.visibility</p:attrName>
                        </p:attrNameLst>
                      </p:cBhvr>
                      <p:to>
                        <p:strVal val="visible"/>
                      </p:to>
                    </p:set>
                    <p:animEffect transition="in" filter="fade">
                      <p:cBhvr>
                        <p:cTn dur="500"/>
                        <p:tgtEl>
                          <p:spTgt spid="69"/>
                        </p:tgtEl>
                      </p:cBhvr>
                    </p:animEffect>
                  </p:childTnLst>
                </p:cTn>
              </p:par>
            </p:tnLst>
          </p:tmpl>
        </p:tmplLst>
      </p:bldP>
      <p:bldP spid="70" grpId="0" build="p">
        <p:tmplLst>
          <p:tmpl lvl="1">
            <p:tnLst>
              <p:par>
                <p:cTn presetID="42" presetClass="entr" presetSubtype="0" fill="hold" nodeType="withEffect">
                  <p:stCondLst>
                    <p:cond delay="200"/>
                  </p:stCondLst>
                  <p:childTnLst>
                    <p:set>
                      <p:cBhvr>
                        <p:cTn dur="1" fill="hold">
                          <p:stCondLst>
                            <p:cond delay="0"/>
                          </p:stCondLst>
                        </p:cTn>
                        <p:tgtEl>
                          <p:spTgt spid="70"/>
                        </p:tgtEl>
                        <p:attrNameLst>
                          <p:attrName>style.visibility</p:attrName>
                        </p:attrNameLst>
                      </p:cBhvr>
                      <p:to>
                        <p:strVal val="visible"/>
                      </p:to>
                    </p:set>
                    <p:animEffect transition="in" filter="fade">
                      <p:cBhvr>
                        <p:cTn dur="400"/>
                        <p:tgtEl>
                          <p:spTgt spid="70"/>
                        </p:tgtEl>
                      </p:cBhvr>
                    </p:animEffect>
                    <p:anim calcmode="lin" valueType="num">
                      <p:cBhvr>
                        <p:cTn dur="400" fill="hold"/>
                        <p:tgtEl>
                          <p:spTgt spid="70"/>
                        </p:tgtEl>
                        <p:attrNameLst>
                          <p:attrName>ppt_x</p:attrName>
                        </p:attrNameLst>
                      </p:cBhvr>
                      <p:tavLst>
                        <p:tav tm="0">
                          <p:val>
                            <p:strVal val="#ppt_x"/>
                          </p:val>
                        </p:tav>
                        <p:tav tm="100000">
                          <p:val>
                            <p:strVal val="#ppt_x"/>
                          </p:val>
                        </p:tav>
                      </p:tavLst>
                    </p:anim>
                    <p:anim calcmode="lin" valueType="num">
                      <p:cBhvr>
                        <p:cTn dur="400" fill="hold"/>
                        <p:tgtEl>
                          <p:spTgt spid="70"/>
                        </p:tgtEl>
                        <p:attrNameLst>
                          <p:attrName>ppt_y</p:attrName>
                        </p:attrNameLst>
                      </p:cBhvr>
                      <p:tavLst>
                        <p:tav tm="0">
                          <p:val>
                            <p:strVal val="#ppt_y+.1"/>
                          </p:val>
                        </p:tav>
                        <p:tav tm="100000">
                          <p:val>
                            <p:strVal val="#ppt_y"/>
                          </p:val>
                        </p:tav>
                      </p:tavLst>
                    </p:anim>
                  </p:childTnLst>
                </p:cTn>
              </p:par>
            </p:tnLst>
          </p:tmpl>
        </p:tmplLst>
      </p:bldP>
      <p:bldP spid="71" grpId="0" animBg="1"/>
      <p:bldP spid="72" grpId="0" animBg="1"/>
      <p:bldP spid="73" grpId="0" animBg="1"/>
      <p:bldP spid="74" grpId="0" animBg="1"/>
      <p:bldP spid="75" grpId="0" build="p">
        <p:tmplLst>
          <p:tmpl lvl="1">
            <p:tnLst>
              <p:par>
                <p:cTn presetID="42" presetClass="entr" presetSubtype="0" fill="hold" nodeType="withEffect">
                  <p:stCondLst>
                    <p:cond delay="200"/>
                  </p:stCondLst>
                  <p:childTnLst>
                    <p:set>
                      <p:cBhvr>
                        <p:cTn dur="1" fill="hold">
                          <p:stCondLst>
                            <p:cond delay="0"/>
                          </p:stCondLst>
                        </p:cTn>
                        <p:tgtEl>
                          <p:spTgt spid="75"/>
                        </p:tgtEl>
                        <p:attrNameLst>
                          <p:attrName>style.visibility</p:attrName>
                        </p:attrNameLst>
                      </p:cBhvr>
                      <p:to>
                        <p:strVal val="visible"/>
                      </p:to>
                    </p:set>
                    <p:animEffect transition="in" filter="fade">
                      <p:cBhvr>
                        <p:cTn dur="500"/>
                        <p:tgtEl>
                          <p:spTgt spid="75"/>
                        </p:tgtEl>
                      </p:cBhvr>
                    </p:animEffect>
                    <p:anim calcmode="lin" valueType="num">
                      <p:cBhvr>
                        <p:cTn dur="500" fill="hold"/>
                        <p:tgtEl>
                          <p:spTgt spid="75"/>
                        </p:tgtEl>
                        <p:attrNameLst>
                          <p:attrName>ppt_x</p:attrName>
                        </p:attrNameLst>
                      </p:cBhvr>
                      <p:tavLst>
                        <p:tav tm="0">
                          <p:val>
                            <p:strVal val="#ppt_x"/>
                          </p:val>
                        </p:tav>
                        <p:tav tm="100000">
                          <p:val>
                            <p:strVal val="#ppt_x"/>
                          </p:val>
                        </p:tav>
                      </p:tavLst>
                    </p:anim>
                    <p:anim calcmode="lin" valueType="num">
                      <p:cBhvr>
                        <p:cTn dur="500" fill="hold"/>
                        <p:tgtEl>
                          <p:spTgt spid="75"/>
                        </p:tgtEl>
                        <p:attrNameLst>
                          <p:attrName>ppt_y</p:attrName>
                        </p:attrNameLst>
                      </p:cBhvr>
                      <p:tavLst>
                        <p:tav tm="0">
                          <p:val>
                            <p:strVal val="#ppt_y+.1"/>
                          </p:val>
                        </p:tav>
                        <p:tav tm="100000">
                          <p:val>
                            <p:strVal val="#ppt_y"/>
                          </p:val>
                        </p:tav>
                      </p:tavLst>
                    </p:anim>
                  </p:childTnLst>
                </p:cTn>
              </p:par>
            </p:tnLst>
          </p:tmpl>
        </p:tmplLst>
      </p:bldP>
      <p:bldP spid="76" grpId="0" build="p">
        <p:tmplLst>
          <p:tmpl lvl="1">
            <p:tnLst>
              <p:par>
                <p:cTn presetID="42" presetClass="entr" presetSubtype="0" fill="hold" nodeType="withEffect">
                  <p:stCondLst>
                    <p:cond delay="200"/>
                  </p:stCondLst>
                  <p:childTnLst>
                    <p:set>
                      <p:cBhvr>
                        <p:cTn dur="1" fill="hold">
                          <p:stCondLst>
                            <p:cond delay="0"/>
                          </p:stCondLst>
                        </p:cTn>
                        <p:tgtEl>
                          <p:spTgt spid="76"/>
                        </p:tgtEl>
                        <p:attrNameLst>
                          <p:attrName>style.visibility</p:attrName>
                        </p:attrNameLst>
                      </p:cBhvr>
                      <p:to>
                        <p:strVal val="visible"/>
                      </p:to>
                    </p:set>
                    <p:animEffect transition="in" filter="fade">
                      <p:cBhvr>
                        <p:cTn dur="500"/>
                        <p:tgtEl>
                          <p:spTgt spid="76"/>
                        </p:tgtEl>
                      </p:cBhvr>
                    </p:animEffect>
                    <p:anim calcmode="lin" valueType="num">
                      <p:cBhvr>
                        <p:cTn dur="500" fill="hold"/>
                        <p:tgtEl>
                          <p:spTgt spid="76"/>
                        </p:tgtEl>
                        <p:attrNameLst>
                          <p:attrName>ppt_x</p:attrName>
                        </p:attrNameLst>
                      </p:cBhvr>
                      <p:tavLst>
                        <p:tav tm="0">
                          <p:val>
                            <p:strVal val="#ppt_x"/>
                          </p:val>
                        </p:tav>
                        <p:tav tm="100000">
                          <p:val>
                            <p:strVal val="#ppt_x"/>
                          </p:val>
                        </p:tav>
                      </p:tavLst>
                    </p:anim>
                    <p:anim calcmode="lin" valueType="num">
                      <p:cBhvr>
                        <p:cTn dur="500" fill="hold"/>
                        <p:tgtEl>
                          <p:spTgt spid="76"/>
                        </p:tgtEl>
                        <p:attrNameLst>
                          <p:attrName>ppt_y</p:attrName>
                        </p:attrNameLst>
                      </p:cBhvr>
                      <p:tavLst>
                        <p:tav tm="0">
                          <p:val>
                            <p:strVal val="#ppt_y+.1"/>
                          </p:val>
                        </p:tav>
                        <p:tav tm="100000">
                          <p:val>
                            <p:strVal val="#ppt_y"/>
                          </p:val>
                        </p:tav>
                      </p:tavLst>
                    </p:anim>
                  </p:childTnLst>
                </p:cTn>
              </p:par>
            </p:tnLst>
          </p:tmpl>
        </p:tmplLst>
      </p:bldP>
      <p:bldP spid="77" grpId="0" build="p">
        <p:tmplLst>
          <p:tmpl lvl="1">
            <p:tnLst>
              <p:par>
                <p:cTn presetID="42" presetClass="entr" presetSubtype="0" fill="hold" nodeType="withEffect">
                  <p:stCondLst>
                    <p:cond delay="200"/>
                  </p:stCondLst>
                  <p:childTnLst>
                    <p:set>
                      <p:cBhvr>
                        <p:cTn dur="1" fill="hold">
                          <p:stCondLst>
                            <p:cond delay="0"/>
                          </p:stCondLst>
                        </p:cTn>
                        <p:tgtEl>
                          <p:spTgt spid="77"/>
                        </p:tgtEl>
                        <p:attrNameLst>
                          <p:attrName>style.visibility</p:attrName>
                        </p:attrNameLst>
                      </p:cBhvr>
                      <p:to>
                        <p:strVal val="visible"/>
                      </p:to>
                    </p:set>
                    <p:animEffect transition="in" filter="fade">
                      <p:cBhvr>
                        <p:cTn dur="500"/>
                        <p:tgtEl>
                          <p:spTgt spid="77"/>
                        </p:tgtEl>
                      </p:cBhvr>
                    </p:animEffect>
                    <p:anim calcmode="lin" valueType="num">
                      <p:cBhvr>
                        <p:cTn dur="500" fill="hold"/>
                        <p:tgtEl>
                          <p:spTgt spid="77"/>
                        </p:tgtEl>
                        <p:attrNameLst>
                          <p:attrName>ppt_x</p:attrName>
                        </p:attrNameLst>
                      </p:cBhvr>
                      <p:tavLst>
                        <p:tav tm="0">
                          <p:val>
                            <p:strVal val="#ppt_x"/>
                          </p:val>
                        </p:tav>
                        <p:tav tm="100000">
                          <p:val>
                            <p:strVal val="#ppt_x"/>
                          </p:val>
                        </p:tav>
                      </p:tavLst>
                    </p:anim>
                    <p:anim calcmode="lin" valueType="num">
                      <p:cBhvr>
                        <p:cTn dur="500" fill="hold"/>
                        <p:tgtEl>
                          <p:spTgt spid="77"/>
                        </p:tgtEl>
                        <p:attrNameLst>
                          <p:attrName>ppt_y</p:attrName>
                        </p:attrNameLst>
                      </p:cBhvr>
                      <p:tavLst>
                        <p:tav tm="0">
                          <p:val>
                            <p:strVal val="#ppt_y+.1"/>
                          </p:val>
                        </p:tav>
                        <p:tav tm="100000">
                          <p:val>
                            <p:strVal val="#ppt_y"/>
                          </p:val>
                        </p:tav>
                      </p:tavLst>
                    </p:anim>
                  </p:childTnLst>
                </p:cTn>
              </p:par>
            </p:tnLst>
          </p:tmpl>
        </p:tmplLst>
      </p:bldP>
      <p:bldP spid="78" grpId="0" build="p">
        <p:tmplLst>
          <p:tmpl lvl="1">
            <p:tnLst>
              <p:par>
                <p:cTn presetID="42" presetClass="entr" presetSubtype="0" fill="hold" nodeType="withEffect">
                  <p:stCondLst>
                    <p:cond delay="200"/>
                  </p:stCondLst>
                  <p:childTnLst>
                    <p:set>
                      <p:cBhvr>
                        <p:cTn dur="1" fill="hold">
                          <p:stCondLst>
                            <p:cond delay="0"/>
                          </p:stCondLst>
                        </p:cTn>
                        <p:tgtEl>
                          <p:spTgt spid="78"/>
                        </p:tgtEl>
                        <p:attrNameLst>
                          <p:attrName>style.visibility</p:attrName>
                        </p:attrNameLst>
                      </p:cBhvr>
                      <p:to>
                        <p:strVal val="visible"/>
                      </p:to>
                    </p:set>
                    <p:animEffect transition="in" filter="fade">
                      <p:cBhvr>
                        <p:cTn dur="500"/>
                        <p:tgtEl>
                          <p:spTgt spid="78"/>
                        </p:tgtEl>
                      </p:cBhvr>
                    </p:animEffect>
                    <p:anim calcmode="lin" valueType="num">
                      <p:cBhvr>
                        <p:cTn dur="500" fill="hold"/>
                        <p:tgtEl>
                          <p:spTgt spid="78"/>
                        </p:tgtEl>
                        <p:attrNameLst>
                          <p:attrName>ppt_x</p:attrName>
                        </p:attrNameLst>
                      </p:cBhvr>
                      <p:tavLst>
                        <p:tav tm="0">
                          <p:val>
                            <p:strVal val="#ppt_x"/>
                          </p:val>
                        </p:tav>
                        <p:tav tm="100000">
                          <p:val>
                            <p:strVal val="#ppt_x"/>
                          </p:val>
                        </p:tav>
                      </p:tavLst>
                    </p:anim>
                    <p:anim calcmode="lin" valueType="num">
                      <p:cBhvr>
                        <p:cTn dur="500" fill="hold"/>
                        <p:tgtEl>
                          <p:spTgt spid="78"/>
                        </p:tgtEl>
                        <p:attrNameLst>
                          <p:attrName>ppt_y</p:attrName>
                        </p:attrNameLst>
                      </p:cBhvr>
                      <p:tavLst>
                        <p:tav tm="0">
                          <p:val>
                            <p:strVal val="#ppt_y+.1"/>
                          </p:val>
                        </p:tav>
                        <p:tav tm="100000">
                          <p:val>
                            <p:strVal val="#ppt_y"/>
                          </p:val>
                        </p:tav>
                      </p:tavLst>
                    </p:anim>
                  </p:childTnLst>
                </p:cTn>
              </p:par>
            </p:tnLst>
          </p:tmpl>
        </p:tmplLst>
      </p:bldP>
      <p:bldP spid="17" grpId="0" animBg="1"/>
      <p:bldP spid="18" grpId="0" animBg="1"/>
      <p:bldP spid="19" grpId="0"/>
    </p:bldLst>
  </p:timing>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Team member zoom 3">
    <p:spTree>
      <p:nvGrpSpPr>
        <p:cNvPr id="1" name=""/>
        <p:cNvGrpSpPr/>
        <p:nvPr/>
      </p:nvGrpSpPr>
      <p:grpSpPr>
        <a:xfrm>
          <a:off x="0" y="0"/>
          <a:ext cx="0" cy="0"/>
          <a:chOff x="0" y="0"/>
          <a:chExt cx="0" cy="0"/>
        </a:xfrm>
      </p:grpSpPr>
      <p:sp>
        <p:nvSpPr>
          <p:cNvPr id="20" name="Rectangle 19"/>
          <p:cNvSpPr/>
          <p:nvPr userDrawn="1"/>
        </p:nvSpPr>
        <p:spPr>
          <a:xfrm>
            <a:off x="1" y="2133602"/>
            <a:ext cx="12192000" cy="3398518"/>
          </a:xfrm>
          <a:prstGeom prst="rect">
            <a:avLst/>
          </a:prstGeom>
          <a:solidFill>
            <a:schemeClr val="accent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dirty="0">
              <a:solidFill>
                <a:prstClr val="white"/>
              </a:solidFill>
            </a:endParaRPr>
          </a:p>
        </p:txBody>
      </p:sp>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example</a:t>
            </a:r>
            <a:endParaRPr lang="es-ES_tradnl" dirty="0" smtClean="0"/>
          </a:p>
        </p:txBody>
      </p:sp>
      <p:sp>
        <p:nvSpPr>
          <p:cNvPr id="9"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62" name="Text Placeholder 7"/>
          <p:cNvSpPr>
            <a:spLocks noGrp="1"/>
          </p:cNvSpPr>
          <p:nvPr>
            <p:ph type="body" sz="quarter" idx="40" hasCustomPrompt="1"/>
          </p:nvPr>
        </p:nvSpPr>
        <p:spPr>
          <a:xfrm>
            <a:off x="603253" y="2663884"/>
            <a:ext cx="5391148" cy="431780"/>
          </a:xfrm>
          <a:prstGeom prst="rect">
            <a:avLst/>
          </a:prstGeom>
        </p:spPr>
        <p:txBody>
          <a:bodyPr vert="horz" lIns="0" tIns="40504" rIns="0" bIns="40504" anchor="ctr"/>
          <a:lstStyle>
            <a:lvl1pPr marL="0" indent="0" algn="l">
              <a:lnSpc>
                <a:spcPct val="100000"/>
              </a:lnSpc>
              <a:spcBef>
                <a:spcPts val="0"/>
              </a:spcBef>
              <a:buNone/>
              <a:defRPr sz="1920" b="1">
                <a:solidFill>
                  <a:schemeClr val="bg1"/>
                </a:solidFill>
                <a:latin typeface="Lato Light"/>
                <a:cs typeface="Lato Light"/>
              </a:defRPr>
            </a:lvl1pPr>
          </a:lstStyle>
          <a:p>
            <a:pPr lvl="0"/>
            <a:r>
              <a:rPr lang="es-ES_tradnl" dirty="0" err="1" smtClean="0"/>
              <a:t>About</a:t>
            </a:r>
            <a:r>
              <a:rPr lang="es-ES_tradnl" dirty="0" smtClean="0"/>
              <a:t> Bryan</a:t>
            </a:r>
          </a:p>
        </p:txBody>
      </p:sp>
      <p:sp>
        <p:nvSpPr>
          <p:cNvPr id="63" name="Text Placeholder 7"/>
          <p:cNvSpPr>
            <a:spLocks noGrp="1"/>
          </p:cNvSpPr>
          <p:nvPr>
            <p:ph type="body" sz="quarter" idx="41" hasCustomPrompt="1"/>
          </p:nvPr>
        </p:nvSpPr>
        <p:spPr>
          <a:xfrm>
            <a:off x="603254" y="3146082"/>
            <a:ext cx="5391151"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r>
              <a:rPr lang="es-ES_tradnl" dirty="0" smtClean="0"/>
              <a:t> </a:t>
            </a:r>
            <a:r>
              <a:rPr lang="es-ES_tradnl" dirty="0" err="1" smtClean="0"/>
              <a:t>Here</a:t>
            </a:r>
            <a:endParaRPr lang="es-ES_tradnl" dirty="0" smtClean="0"/>
          </a:p>
        </p:txBody>
      </p:sp>
      <p:sp>
        <p:nvSpPr>
          <p:cNvPr id="69" name="Text Placeholder 2"/>
          <p:cNvSpPr>
            <a:spLocks noGrp="1"/>
          </p:cNvSpPr>
          <p:nvPr>
            <p:ph type="body" sz="quarter" idx="42" hasCustomPrompt="1"/>
          </p:nvPr>
        </p:nvSpPr>
        <p:spPr>
          <a:xfrm>
            <a:off x="603252" y="3374532"/>
            <a:ext cx="5391149" cy="1646069"/>
          </a:xfrm>
          <a:prstGeom prst="rect">
            <a:avLst/>
          </a:prstGeom>
        </p:spPr>
        <p:txBody>
          <a:bodyPr vert="horz" lIns="0" tIns="0" rIns="0" bIns="0"/>
          <a:lstStyle>
            <a:lvl1pPr marL="0" marR="0" indent="0" algn="just" defTabSz="486044" rtl="0" eaLnBrk="1" fontAlgn="auto" latinLnBrk="0" hangingPunct="1">
              <a:lnSpc>
                <a:spcPct val="130000"/>
              </a:lnSpc>
              <a:spcBef>
                <a:spcPct val="20000"/>
              </a:spcBef>
              <a:spcAft>
                <a:spcPts val="0"/>
              </a:spcAft>
              <a:buClrTx/>
              <a:buSzTx/>
              <a:buFont typeface="Arial"/>
              <a:buNone/>
              <a:tabLst/>
              <a:defRPr sz="1080">
                <a:solidFill>
                  <a:schemeClr val="bg1"/>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a:p>
            <a:pPr lvl="0"/>
            <a:r>
              <a:rPr lang="en-US" dirty="0" err="1" smtClean="0"/>
              <a:t>Duis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fringillascipit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 </a:t>
            </a:r>
            <a:r>
              <a:rPr lang="en-US" dirty="0" err="1" smtClean="0"/>
              <a:t>Duis</a:t>
            </a:r>
            <a:r>
              <a:rPr lang="en-US" dirty="0" smtClean="0"/>
              <a:t> </a:t>
            </a:r>
            <a:r>
              <a:rPr lang="en-US" dirty="0" err="1" smtClean="0"/>
              <a:t>quis</a:t>
            </a:r>
            <a:r>
              <a:rPr lang="en-US" dirty="0" smtClean="0"/>
              <a:t> </a:t>
            </a:r>
            <a:r>
              <a:rPr lang="en-US" dirty="0" err="1" smtClean="0"/>
              <a:t>viverra</a:t>
            </a:r>
            <a:r>
              <a:rPr lang="en-US" dirty="0" smtClean="0"/>
              <a:t> </a:t>
            </a:r>
            <a:r>
              <a:rPr lang="en-US" dirty="0" err="1" smtClean="0"/>
              <a:t>urna</a:t>
            </a:r>
            <a:r>
              <a:rPr lang="en-US" dirty="0" smtClean="0"/>
              <a:t>, in </a:t>
            </a:r>
            <a:r>
              <a:rPr lang="en-US" dirty="0" err="1" smtClean="0"/>
              <a:t>ultricies</a:t>
            </a:r>
            <a:r>
              <a:rPr lang="en-US" dirty="0" smtClean="0"/>
              <a:t> diam. </a:t>
            </a:r>
          </a:p>
        </p:txBody>
      </p:sp>
      <p:sp>
        <p:nvSpPr>
          <p:cNvPr id="19" name="Picture Placeholder 2"/>
          <p:cNvSpPr>
            <a:spLocks noGrp="1"/>
          </p:cNvSpPr>
          <p:nvPr>
            <p:ph type="pic" sz="quarter" idx="48"/>
          </p:nvPr>
        </p:nvSpPr>
        <p:spPr>
          <a:xfrm>
            <a:off x="6298985" y="756360"/>
            <a:ext cx="5277067" cy="6101640"/>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Tree>
    <p:extLst>
      <p:ext uri="{BB962C8B-B14F-4D97-AF65-F5344CB8AC3E}">
        <p14:creationId xmlns:p14="http://schemas.microsoft.com/office/powerpoint/2010/main" val="17906078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200"/>
                                  </p:stCondLst>
                                  <p:childTnLst>
                                    <p:set>
                                      <p:cBhvr>
                                        <p:cTn id="16" dur="1" fill="hold">
                                          <p:stCondLst>
                                            <p:cond delay="0"/>
                                          </p:stCondLst>
                                        </p:cTn>
                                        <p:tgtEl>
                                          <p:spTgt spid="62">
                                            <p:txEl>
                                              <p:pRg st="0" end="0"/>
                                            </p:txEl>
                                          </p:spTgt>
                                        </p:tgtEl>
                                        <p:attrNameLst>
                                          <p:attrName>style.visibility</p:attrName>
                                        </p:attrNameLst>
                                      </p:cBhvr>
                                      <p:to>
                                        <p:strVal val="visible"/>
                                      </p:to>
                                    </p:set>
                                    <p:animEffect transition="in" filter="fade">
                                      <p:cBhvr>
                                        <p:cTn id="17" dur="400"/>
                                        <p:tgtEl>
                                          <p:spTgt spid="62">
                                            <p:txEl>
                                              <p:pRg st="0" end="0"/>
                                            </p:txEl>
                                          </p:spTgt>
                                        </p:tgtEl>
                                      </p:cBhvr>
                                    </p:animEffect>
                                    <p:anim calcmode="lin" valueType="num">
                                      <p:cBhvr>
                                        <p:cTn id="18" dur="400" fill="hold"/>
                                        <p:tgtEl>
                                          <p:spTgt spid="62">
                                            <p:txEl>
                                              <p:pRg st="0" end="0"/>
                                            </p:txEl>
                                          </p:spTgt>
                                        </p:tgtEl>
                                        <p:attrNameLst>
                                          <p:attrName>ppt_x</p:attrName>
                                        </p:attrNameLst>
                                      </p:cBhvr>
                                      <p:tavLst>
                                        <p:tav tm="0">
                                          <p:val>
                                            <p:strVal val="#ppt_x"/>
                                          </p:val>
                                        </p:tav>
                                        <p:tav tm="100000">
                                          <p:val>
                                            <p:strVal val="#ppt_x"/>
                                          </p:val>
                                        </p:tav>
                                      </p:tavLst>
                                    </p:anim>
                                    <p:anim calcmode="lin" valueType="num">
                                      <p:cBhvr>
                                        <p:cTn id="19" dur="400" fill="hold"/>
                                        <p:tgtEl>
                                          <p:spTgt spid="62">
                                            <p:txEl>
                                              <p:pRg st="0" end="0"/>
                                            </p:txEl>
                                          </p:spTgt>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200"/>
                                  </p:stCondLst>
                                  <p:childTnLst>
                                    <p:set>
                                      <p:cBhvr>
                                        <p:cTn id="21" dur="1" fill="hold">
                                          <p:stCondLst>
                                            <p:cond delay="0"/>
                                          </p:stCondLst>
                                        </p:cTn>
                                        <p:tgtEl>
                                          <p:spTgt spid="63">
                                            <p:txEl>
                                              <p:pRg st="0" end="0"/>
                                            </p:txEl>
                                          </p:spTgt>
                                        </p:tgtEl>
                                        <p:attrNameLst>
                                          <p:attrName>style.visibility</p:attrName>
                                        </p:attrNameLst>
                                      </p:cBhvr>
                                      <p:to>
                                        <p:strVal val="visible"/>
                                      </p:to>
                                    </p:set>
                                    <p:animEffect transition="in" filter="fade">
                                      <p:cBhvr>
                                        <p:cTn id="22" dur="500"/>
                                        <p:tgtEl>
                                          <p:spTgt spid="63">
                                            <p:txEl>
                                              <p:pRg st="0" end="0"/>
                                            </p:txEl>
                                          </p:spTgt>
                                        </p:tgtEl>
                                      </p:cBhvr>
                                    </p:animEffect>
                                    <p:anim calcmode="lin" valueType="num">
                                      <p:cBhvr>
                                        <p:cTn id="23" dur="500" fill="hold"/>
                                        <p:tgtEl>
                                          <p:spTgt spid="63">
                                            <p:txEl>
                                              <p:pRg st="0" end="0"/>
                                            </p:txEl>
                                          </p:spTgt>
                                        </p:tgtEl>
                                        <p:attrNameLst>
                                          <p:attrName>ppt_x</p:attrName>
                                        </p:attrNameLst>
                                      </p:cBhvr>
                                      <p:tavLst>
                                        <p:tav tm="0">
                                          <p:val>
                                            <p:strVal val="#ppt_x"/>
                                          </p:val>
                                        </p:tav>
                                        <p:tav tm="100000">
                                          <p:val>
                                            <p:strVal val="#ppt_x"/>
                                          </p:val>
                                        </p:tav>
                                      </p:tavLst>
                                    </p:anim>
                                    <p:anim calcmode="lin" valueType="num">
                                      <p:cBhvr>
                                        <p:cTn id="24" dur="500" fill="hold"/>
                                        <p:tgtEl>
                                          <p:spTgt spid="63">
                                            <p:txEl>
                                              <p:pRg st="0" end="0"/>
                                            </p:txEl>
                                          </p:spTgt>
                                        </p:tgtEl>
                                        <p:attrNameLst>
                                          <p:attrName>ppt_y</p:attrName>
                                        </p:attrNameLst>
                                      </p:cBhvr>
                                      <p:tavLst>
                                        <p:tav tm="0">
                                          <p:val>
                                            <p:strVal val="#ppt_y+.1"/>
                                          </p:val>
                                        </p:tav>
                                        <p:tav tm="100000">
                                          <p:val>
                                            <p:strVal val="#ppt_y"/>
                                          </p:val>
                                        </p:tav>
                                      </p:tavLst>
                                    </p:anim>
                                  </p:childTnLst>
                                </p:cTn>
                              </p:par>
                              <p:par>
                                <p:cTn id="25" presetID="10" presetClass="entr" presetSubtype="0" fill="hold" grpId="0" nodeType="withEffect">
                                  <p:stCondLst>
                                    <p:cond delay="800"/>
                                  </p:stCondLst>
                                  <p:childTnLst>
                                    <p:set>
                                      <p:cBhvr>
                                        <p:cTn id="26" dur="1" fill="hold">
                                          <p:stCondLst>
                                            <p:cond delay="0"/>
                                          </p:stCondLst>
                                        </p:cTn>
                                        <p:tgtEl>
                                          <p:spTgt spid="69">
                                            <p:txEl>
                                              <p:pRg st="0" end="0"/>
                                            </p:txEl>
                                          </p:spTgt>
                                        </p:tgtEl>
                                        <p:attrNameLst>
                                          <p:attrName>style.visibility</p:attrName>
                                        </p:attrNameLst>
                                      </p:cBhvr>
                                      <p:to>
                                        <p:strVal val="visible"/>
                                      </p:to>
                                    </p:set>
                                    <p:animEffect transition="in" filter="fade">
                                      <p:cBhvr>
                                        <p:cTn id="27" dur="500"/>
                                        <p:tgtEl>
                                          <p:spTgt spid="69">
                                            <p:txEl>
                                              <p:pRg st="0" end="0"/>
                                            </p:txEl>
                                          </p:spTgt>
                                        </p:tgtEl>
                                      </p:cBhvr>
                                    </p:animEffect>
                                  </p:childTnLst>
                                </p:cTn>
                              </p:par>
                              <p:par>
                                <p:cTn id="28" presetID="10" presetClass="entr" presetSubtype="0" fill="hold" grpId="0" nodeType="withEffect">
                                  <p:stCondLst>
                                    <p:cond delay="800"/>
                                  </p:stCondLst>
                                  <p:childTnLst>
                                    <p:set>
                                      <p:cBhvr>
                                        <p:cTn id="29" dur="1" fill="hold">
                                          <p:stCondLst>
                                            <p:cond delay="0"/>
                                          </p:stCondLst>
                                        </p:cTn>
                                        <p:tgtEl>
                                          <p:spTgt spid="69">
                                            <p:txEl>
                                              <p:pRg st="1" end="1"/>
                                            </p:txEl>
                                          </p:spTgt>
                                        </p:tgtEl>
                                        <p:attrNameLst>
                                          <p:attrName>style.visibility</p:attrName>
                                        </p:attrNameLst>
                                      </p:cBhvr>
                                      <p:to>
                                        <p:strVal val="visible"/>
                                      </p:to>
                                    </p:set>
                                    <p:animEffect transition="in" filter="fade">
                                      <p:cBhvr>
                                        <p:cTn id="30" dur="500"/>
                                        <p:tgtEl>
                                          <p:spTgt spid="69">
                                            <p:txEl>
                                              <p:pRg st="1" end="1"/>
                                            </p:txEl>
                                          </p:spTgt>
                                        </p:tgtEl>
                                      </p:cBhvr>
                                    </p:animEffect>
                                  </p:childTnLst>
                                </p:cTn>
                              </p:par>
                              <p:par>
                                <p:cTn id="31" presetID="53" presetClass="entr" presetSubtype="16" fill="hold" grpId="0" nodeType="withEffect" nodePh="1">
                                  <p:stCondLst>
                                    <p:cond delay="800"/>
                                  </p:stCondLst>
                                  <p:endCondLst>
                                    <p:cond evt="begin" delay="0">
                                      <p:tn val="31"/>
                                    </p:cond>
                                  </p:endCondLst>
                                  <p:childTnLst>
                                    <p:set>
                                      <p:cBhvr>
                                        <p:cTn id="32" dur="1" fill="hold">
                                          <p:stCondLst>
                                            <p:cond delay="0"/>
                                          </p:stCondLst>
                                        </p:cTn>
                                        <p:tgtEl>
                                          <p:spTgt spid="19"/>
                                        </p:tgtEl>
                                        <p:attrNameLst>
                                          <p:attrName>style.visibility</p:attrName>
                                        </p:attrNameLst>
                                      </p:cBhvr>
                                      <p:to>
                                        <p:strVal val="visible"/>
                                      </p:to>
                                    </p:set>
                                    <p:anim calcmode="lin" valueType="num">
                                      <p:cBhvr>
                                        <p:cTn id="33" dur="1000" fill="hold"/>
                                        <p:tgtEl>
                                          <p:spTgt spid="19"/>
                                        </p:tgtEl>
                                        <p:attrNameLst>
                                          <p:attrName>ppt_w</p:attrName>
                                        </p:attrNameLst>
                                      </p:cBhvr>
                                      <p:tavLst>
                                        <p:tav tm="0">
                                          <p:val>
                                            <p:fltVal val="0"/>
                                          </p:val>
                                        </p:tav>
                                        <p:tav tm="100000">
                                          <p:val>
                                            <p:strVal val="#ppt_w"/>
                                          </p:val>
                                        </p:tav>
                                      </p:tavLst>
                                    </p:anim>
                                    <p:anim calcmode="lin" valueType="num">
                                      <p:cBhvr>
                                        <p:cTn id="34" dur="1000" fill="hold"/>
                                        <p:tgtEl>
                                          <p:spTgt spid="19"/>
                                        </p:tgtEl>
                                        <p:attrNameLst>
                                          <p:attrName>ppt_h</p:attrName>
                                        </p:attrNameLst>
                                      </p:cBhvr>
                                      <p:tavLst>
                                        <p:tav tm="0">
                                          <p:val>
                                            <p:fltVal val="0"/>
                                          </p:val>
                                        </p:tav>
                                        <p:tav tm="100000">
                                          <p:val>
                                            <p:strVal val="#ppt_h"/>
                                          </p:val>
                                        </p:tav>
                                      </p:tavLst>
                                    </p:anim>
                                    <p:animEffect transition="in" filter="fade">
                                      <p:cBhvr>
                                        <p:cTn id="35" dur="1000"/>
                                        <p:tgtEl>
                                          <p:spTgt spid="19"/>
                                        </p:tgtEl>
                                      </p:cBhvr>
                                    </p:animEffect>
                                  </p:childTnLst>
                                </p:cTn>
                              </p:par>
                              <p:par>
                                <p:cTn id="36" presetID="22" presetClass="entr" presetSubtype="8" fill="hold" grpId="0" nodeType="withEffect">
                                  <p:stCondLst>
                                    <p:cond delay="200"/>
                                  </p:stCondLst>
                                  <p:childTnLst>
                                    <p:set>
                                      <p:cBhvr>
                                        <p:cTn id="37" dur="1" fill="hold">
                                          <p:stCondLst>
                                            <p:cond delay="0"/>
                                          </p:stCondLst>
                                        </p:cTn>
                                        <p:tgtEl>
                                          <p:spTgt spid="20"/>
                                        </p:tgtEl>
                                        <p:attrNameLst>
                                          <p:attrName>style.visibility</p:attrName>
                                        </p:attrNameLst>
                                      </p:cBhvr>
                                      <p:to>
                                        <p:strVal val="visible"/>
                                      </p:to>
                                    </p:set>
                                    <p:animEffect transition="in" filter="wipe(left)">
                                      <p:cBhvr>
                                        <p:cTn id="38"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62" grpId="0" build="p">
        <p:tmplLst>
          <p:tmpl lvl="1">
            <p:tnLst>
              <p:par>
                <p:cTn presetID="42" presetClass="entr" presetSubtype="0" fill="hold" nodeType="withEffect">
                  <p:stCondLst>
                    <p:cond delay="200"/>
                  </p:stCondLst>
                  <p:childTnLst>
                    <p:set>
                      <p:cBhvr>
                        <p:cTn dur="1" fill="hold">
                          <p:stCondLst>
                            <p:cond delay="0"/>
                          </p:stCondLst>
                        </p:cTn>
                        <p:tgtEl>
                          <p:spTgt spid="62"/>
                        </p:tgtEl>
                        <p:attrNameLst>
                          <p:attrName>style.visibility</p:attrName>
                        </p:attrNameLst>
                      </p:cBhvr>
                      <p:to>
                        <p:strVal val="visible"/>
                      </p:to>
                    </p:set>
                    <p:animEffect transition="in" filter="fade">
                      <p:cBhvr>
                        <p:cTn dur="400"/>
                        <p:tgtEl>
                          <p:spTgt spid="62"/>
                        </p:tgtEl>
                      </p:cBhvr>
                    </p:animEffect>
                    <p:anim calcmode="lin" valueType="num">
                      <p:cBhvr>
                        <p:cTn dur="400" fill="hold"/>
                        <p:tgtEl>
                          <p:spTgt spid="62"/>
                        </p:tgtEl>
                        <p:attrNameLst>
                          <p:attrName>ppt_x</p:attrName>
                        </p:attrNameLst>
                      </p:cBhvr>
                      <p:tavLst>
                        <p:tav tm="0">
                          <p:val>
                            <p:strVal val="#ppt_x"/>
                          </p:val>
                        </p:tav>
                        <p:tav tm="100000">
                          <p:val>
                            <p:strVal val="#ppt_x"/>
                          </p:val>
                        </p:tav>
                      </p:tavLst>
                    </p:anim>
                    <p:anim calcmode="lin" valueType="num">
                      <p:cBhvr>
                        <p:cTn dur="400" fill="hold"/>
                        <p:tgtEl>
                          <p:spTgt spid="62"/>
                        </p:tgtEl>
                        <p:attrNameLst>
                          <p:attrName>ppt_y</p:attrName>
                        </p:attrNameLst>
                      </p:cBhvr>
                      <p:tavLst>
                        <p:tav tm="0">
                          <p:val>
                            <p:strVal val="#ppt_y+.1"/>
                          </p:val>
                        </p:tav>
                        <p:tav tm="100000">
                          <p:val>
                            <p:strVal val="#ppt_y"/>
                          </p:val>
                        </p:tav>
                      </p:tavLst>
                    </p:anim>
                  </p:childTnLst>
                </p:cTn>
              </p:par>
            </p:tnLst>
          </p:tmpl>
        </p:tmplLst>
      </p:bldP>
      <p:bldP spid="63" grpId="0" build="p">
        <p:tmplLst>
          <p:tmpl lvl="1">
            <p:tnLst>
              <p:par>
                <p:cTn presetID="42" presetClass="entr" presetSubtype="0" fill="hold" nodeType="withEffect">
                  <p:stCondLst>
                    <p:cond delay="20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anim calcmode="lin" valueType="num">
                      <p:cBhvr>
                        <p:cTn dur="500" fill="hold"/>
                        <p:tgtEl>
                          <p:spTgt spid="63"/>
                        </p:tgtEl>
                        <p:attrNameLst>
                          <p:attrName>ppt_x</p:attrName>
                        </p:attrNameLst>
                      </p:cBhvr>
                      <p:tavLst>
                        <p:tav tm="0">
                          <p:val>
                            <p:strVal val="#ppt_x"/>
                          </p:val>
                        </p:tav>
                        <p:tav tm="100000">
                          <p:val>
                            <p:strVal val="#ppt_x"/>
                          </p:val>
                        </p:tav>
                      </p:tavLst>
                    </p:anim>
                    <p:anim calcmode="lin" valueType="num">
                      <p:cBhvr>
                        <p:cTn dur="500" fill="hold"/>
                        <p:tgtEl>
                          <p:spTgt spid="63"/>
                        </p:tgtEl>
                        <p:attrNameLst>
                          <p:attrName>ppt_y</p:attrName>
                        </p:attrNameLst>
                      </p:cBhvr>
                      <p:tavLst>
                        <p:tav tm="0">
                          <p:val>
                            <p:strVal val="#ppt_y+.1"/>
                          </p:val>
                        </p:tav>
                        <p:tav tm="100000">
                          <p:val>
                            <p:strVal val="#ppt_y"/>
                          </p:val>
                        </p:tav>
                      </p:tavLst>
                    </p:anim>
                  </p:childTnLst>
                </p:cTn>
              </p:par>
            </p:tnLst>
          </p:tmpl>
        </p:tmplLst>
      </p:bldP>
      <p:bldP spid="69" grpId="0" build="p">
        <p:tmplLst>
          <p:tmpl lvl="1">
            <p:tnLst>
              <p:par>
                <p:cTn presetID="10" presetClass="entr" presetSubtype="0" fill="hold" nodeType="withEffect">
                  <p:stCondLst>
                    <p:cond delay="800"/>
                  </p:stCondLst>
                  <p:childTnLst>
                    <p:set>
                      <p:cBhvr>
                        <p:cTn dur="1" fill="hold">
                          <p:stCondLst>
                            <p:cond delay="0"/>
                          </p:stCondLst>
                        </p:cTn>
                        <p:tgtEl>
                          <p:spTgt spid="69"/>
                        </p:tgtEl>
                        <p:attrNameLst>
                          <p:attrName>style.visibility</p:attrName>
                        </p:attrNameLst>
                      </p:cBhvr>
                      <p:to>
                        <p:strVal val="visible"/>
                      </p:to>
                    </p:set>
                    <p:animEffect transition="in" filter="fade">
                      <p:cBhvr>
                        <p:cTn dur="500"/>
                        <p:tgtEl>
                          <p:spTgt spid="69"/>
                        </p:tgtEl>
                      </p:cBhvr>
                    </p:animEffect>
                  </p:childTnLst>
                </p:cTn>
              </p:par>
            </p:tnLst>
          </p:tmpl>
        </p:tmplLst>
      </p:bldP>
      <p:bldP spid="19" grpId="0"/>
    </p:bldLst>
  </p:timing>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Title with content dark">
    <p:spTree>
      <p:nvGrpSpPr>
        <p:cNvPr id="1" name=""/>
        <p:cNvGrpSpPr/>
        <p:nvPr/>
      </p:nvGrpSpPr>
      <p:grpSpPr>
        <a:xfrm>
          <a:off x="0" y="0"/>
          <a:ext cx="0" cy="0"/>
          <a:chOff x="0" y="0"/>
          <a:chExt cx="0" cy="0"/>
        </a:xfrm>
      </p:grpSpPr>
      <p:sp>
        <p:nvSpPr>
          <p:cNvPr id="6"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bg1"/>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4"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Tree>
    <p:extLst>
      <p:ext uri="{BB962C8B-B14F-4D97-AF65-F5344CB8AC3E}">
        <p14:creationId xmlns:p14="http://schemas.microsoft.com/office/powerpoint/2010/main" val="16990140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fade">
                                      <p:cBhvr>
                                        <p:cTn id="7" dur="400"/>
                                        <p:tgtEl>
                                          <p:spTgt spid="6">
                                            <p:txEl>
                                              <p:pRg st="0" end="0"/>
                                            </p:txEl>
                                          </p:spTgt>
                                        </p:tgtEl>
                                      </p:cBhvr>
                                    </p:animEffect>
                                    <p:anim calcmode="lin" valueType="num">
                                      <p:cBhvr>
                                        <p:cTn id="8" dur="4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6">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4">
                                            <p:txEl>
                                              <p:pRg st="0" end="0"/>
                                            </p:txEl>
                                          </p:spTgt>
                                        </p:tgtEl>
                                        <p:attrNameLst>
                                          <p:attrName>style.visibility</p:attrName>
                                        </p:attrNameLst>
                                      </p:cBhvr>
                                      <p:to>
                                        <p:strVal val="visible"/>
                                      </p:to>
                                    </p:set>
                                    <p:animEffect transition="in" filter="fade">
                                      <p:cBhvr>
                                        <p:cTn id="12" dur="500"/>
                                        <p:tgtEl>
                                          <p:spTgt spid="4">
                                            <p:txEl>
                                              <p:pRg st="0" end="0"/>
                                            </p:txEl>
                                          </p:spTgt>
                                        </p:tgtEl>
                                      </p:cBhvr>
                                    </p:animEffect>
                                    <p:anim calcmode="lin" valueType="num">
                                      <p:cBhvr>
                                        <p:cTn id="13"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400"/>
                        <p:tgtEl>
                          <p:spTgt spid="6"/>
                        </p:tgtEl>
                      </p:cBhvr>
                    </p:animEffect>
                    <p:anim calcmode="lin" valueType="num">
                      <p:cBhvr>
                        <p:cTn dur="400" fill="hold"/>
                        <p:tgtEl>
                          <p:spTgt spid="6"/>
                        </p:tgtEl>
                        <p:attrNameLst>
                          <p:attrName>ppt_x</p:attrName>
                        </p:attrNameLst>
                      </p:cBhvr>
                      <p:tavLst>
                        <p:tav tm="0">
                          <p:val>
                            <p:strVal val="#ppt_x"/>
                          </p:val>
                        </p:tav>
                        <p:tav tm="100000">
                          <p:val>
                            <p:strVal val="#ppt_x"/>
                          </p:val>
                        </p:tav>
                      </p:tavLst>
                    </p:anim>
                    <p:anim calcmode="lin" valueType="num">
                      <p:cBhvr>
                        <p:cTn dur="400" fill="hold"/>
                        <p:tgtEl>
                          <p:spTgt spid="6"/>
                        </p:tgtEl>
                        <p:attrNameLst>
                          <p:attrName>ppt_y</p:attrName>
                        </p:attrNameLst>
                      </p:cBhvr>
                      <p:tavLst>
                        <p:tav tm="0">
                          <p:val>
                            <p:strVal val="#ppt_y+.1"/>
                          </p:val>
                        </p:tav>
                        <p:tav tm="100000">
                          <p:val>
                            <p:strVal val="#ppt_y"/>
                          </p:val>
                        </p:tav>
                      </p:tavLst>
                    </p:anim>
                  </p:childTnLst>
                </p:cTn>
              </p:par>
            </p:tnLst>
          </p:tmpl>
        </p:tmplLst>
      </p:bldP>
      <p:bldP spid="4" grpId="0" build="p">
        <p:tmplLst>
          <p:tmpl lvl="1">
            <p:tnLst>
              <p:par>
                <p:cTn presetID="42" presetClass="entr" presetSubtype="0" fill="hold" nodeType="withEffect">
                  <p:stCondLst>
                    <p:cond delay="200"/>
                  </p:stCondLst>
                  <p:childTnLst>
                    <p:set>
                      <p:cBhvr>
                        <p:cTn dur="1" fill="hold">
                          <p:stCondLst>
                            <p:cond delay="0"/>
                          </p:stCondLst>
                        </p:cTn>
                        <p:tgtEl>
                          <p:spTgt spid="4"/>
                        </p:tgtEl>
                        <p:attrNameLst>
                          <p:attrName>style.visibility</p:attrName>
                        </p:attrNameLst>
                      </p:cBhvr>
                      <p:to>
                        <p:strVal val="visible"/>
                      </p:to>
                    </p:set>
                    <p:animEffect transition="in" filter="fade">
                      <p:cBhvr>
                        <p:cTn dur="500"/>
                        <p:tgtEl>
                          <p:spTgt spid="4"/>
                        </p:tgtEl>
                      </p:cBhvr>
                    </p:animEffect>
                    <p:anim calcmode="lin" valueType="num">
                      <p:cBhvr>
                        <p:cTn dur="500" fill="hold"/>
                        <p:tgtEl>
                          <p:spTgt spid="4"/>
                        </p:tgtEl>
                        <p:attrNameLst>
                          <p:attrName>ppt_x</p:attrName>
                        </p:attrNameLst>
                      </p:cBhvr>
                      <p:tavLst>
                        <p:tav tm="0">
                          <p:val>
                            <p:strVal val="#ppt_x"/>
                          </p:val>
                        </p:tav>
                        <p:tav tm="100000">
                          <p:val>
                            <p:strVal val="#ppt_x"/>
                          </p:val>
                        </p:tav>
                      </p:tavLst>
                    </p:anim>
                    <p:anim calcmode="lin" valueType="num">
                      <p:cBhvr>
                        <p:cTn dur="500" fill="hold"/>
                        <p:tgtEl>
                          <p:spTgt spid="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Title with content Clear">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Tree>
    <p:extLst>
      <p:ext uri="{BB962C8B-B14F-4D97-AF65-F5344CB8AC3E}">
        <p14:creationId xmlns:p14="http://schemas.microsoft.com/office/powerpoint/2010/main" val="25345484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2_Title with content Clear">
    <p:spTree>
      <p:nvGrpSpPr>
        <p:cNvPr id="1" name=""/>
        <p:cNvGrpSpPr/>
        <p:nvPr/>
      </p:nvGrpSpPr>
      <p:grpSpPr>
        <a:xfrm>
          <a:off x="0" y="0"/>
          <a:ext cx="0" cy="0"/>
          <a:chOff x="0" y="0"/>
          <a:chExt cx="0" cy="0"/>
        </a:xfrm>
      </p:grpSpPr>
      <p:sp>
        <p:nvSpPr>
          <p:cNvPr id="12" name="Rectangle 11"/>
          <p:cNvSpPr/>
          <p:nvPr userDrawn="1"/>
        </p:nvSpPr>
        <p:spPr>
          <a:xfrm>
            <a:off x="-1" y="3215641"/>
            <a:ext cx="12192000" cy="2849880"/>
          </a:xfrm>
          <a:custGeom>
            <a:avLst/>
            <a:gdLst/>
            <a:ahLst/>
            <a:cxnLst/>
            <a:rect l="l" t="t" r="r" b="b"/>
            <a:pathLst>
              <a:path w="9144000" h="2153143">
                <a:moveTo>
                  <a:pt x="3759733" y="0"/>
                </a:moveTo>
                <a:cubicBezTo>
                  <a:pt x="3838366" y="0"/>
                  <a:pt x="3906277" y="26215"/>
                  <a:pt x="3962274" y="79300"/>
                </a:cubicBezTo>
                <a:cubicBezTo>
                  <a:pt x="4017676" y="132384"/>
                  <a:pt x="4045674" y="196609"/>
                  <a:pt x="4045674" y="271321"/>
                </a:cubicBezTo>
                <a:cubicBezTo>
                  <a:pt x="4045674" y="281152"/>
                  <a:pt x="4045674" y="290982"/>
                  <a:pt x="4044482" y="300157"/>
                </a:cubicBezTo>
                <a:cubicBezTo>
                  <a:pt x="4068311" y="294914"/>
                  <a:pt x="4093331" y="291638"/>
                  <a:pt x="4120138" y="291638"/>
                </a:cubicBezTo>
                <a:cubicBezTo>
                  <a:pt x="4202346" y="291638"/>
                  <a:pt x="4272640" y="319163"/>
                  <a:pt x="4331020" y="374869"/>
                </a:cubicBezTo>
                <a:cubicBezTo>
                  <a:pt x="4348295" y="391253"/>
                  <a:pt x="4363188" y="408948"/>
                  <a:pt x="4375103" y="427298"/>
                </a:cubicBezTo>
                <a:cubicBezTo>
                  <a:pt x="4428717" y="394530"/>
                  <a:pt x="4488883" y="377490"/>
                  <a:pt x="4556794" y="377490"/>
                </a:cubicBezTo>
                <a:lnTo>
                  <a:pt x="4572000" y="378013"/>
                </a:lnTo>
                <a:lnTo>
                  <a:pt x="4587205" y="377490"/>
                </a:lnTo>
                <a:cubicBezTo>
                  <a:pt x="4655116" y="377490"/>
                  <a:pt x="4715283" y="394530"/>
                  <a:pt x="4768896" y="427298"/>
                </a:cubicBezTo>
                <a:cubicBezTo>
                  <a:pt x="4780811" y="408948"/>
                  <a:pt x="4795704" y="391253"/>
                  <a:pt x="4812979" y="374869"/>
                </a:cubicBezTo>
                <a:cubicBezTo>
                  <a:pt x="4871359" y="319163"/>
                  <a:pt x="4941653" y="291638"/>
                  <a:pt x="5023861" y="291638"/>
                </a:cubicBezTo>
                <a:cubicBezTo>
                  <a:pt x="5050668" y="291638"/>
                  <a:pt x="5075688" y="294914"/>
                  <a:pt x="5099517" y="300157"/>
                </a:cubicBezTo>
                <a:cubicBezTo>
                  <a:pt x="5098325" y="290982"/>
                  <a:pt x="5098325" y="281152"/>
                  <a:pt x="5098325" y="271321"/>
                </a:cubicBezTo>
                <a:cubicBezTo>
                  <a:pt x="5098325" y="196609"/>
                  <a:pt x="5126323" y="132384"/>
                  <a:pt x="5181725" y="79300"/>
                </a:cubicBezTo>
                <a:cubicBezTo>
                  <a:pt x="5237722" y="26215"/>
                  <a:pt x="5305633" y="0"/>
                  <a:pt x="5384267" y="0"/>
                </a:cubicBezTo>
                <a:cubicBezTo>
                  <a:pt x="5463496" y="0"/>
                  <a:pt x="5530812" y="26215"/>
                  <a:pt x="5586808" y="79300"/>
                </a:cubicBezTo>
                <a:cubicBezTo>
                  <a:pt x="5615403" y="106169"/>
                  <a:pt x="5636849" y="136316"/>
                  <a:pt x="5650550" y="169084"/>
                </a:cubicBezTo>
                <a:cubicBezTo>
                  <a:pt x="5660081" y="158598"/>
                  <a:pt x="5669612" y="148113"/>
                  <a:pt x="5680335" y="138282"/>
                </a:cubicBezTo>
                <a:cubicBezTo>
                  <a:pt x="5764927" y="58327"/>
                  <a:pt x="5866197" y="18350"/>
                  <a:pt x="5985339" y="18350"/>
                </a:cubicBezTo>
                <a:cubicBezTo>
                  <a:pt x="6104482" y="18350"/>
                  <a:pt x="6206349" y="58327"/>
                  <a:pt x="6290344" y="138282"/>
                </a:cubicBezTo>
                <a:cubicBezTo>
                  <a:pt x="6308811" y="155650"/>
                  <a:pt x="6325193" y="173672"/>
                  <a:pt x="6339564" y="192514"/>
                </a:cubicBezTo>
                <a:lnTo>
                  <a:pt x="6372991" y="245722"/>
                </a:lnTo>
                <a:lnTo>
                  <a:pt x="6402166" y="212150"/>
                </a:lnTo>
                <a:cubicBezTo>
                  <a:pt x="6458162" y="159065"/>
                  <a:pt x="6526073" y="132850"/>
                  <a:pt x="6604707" y="132850"/>
                </a:cubicBezTo>
                <a:cubicBezTo>
                  <a:pt x="6683937" y="132850"/>
                  <a:pt x="6751253" y="159065"/>
                  <a:pt x="6807249" y="212150"/>
                </a:cubicBezTo>
                <a:cubicBezTo>
                  <a:pt x="6835843" y="239019"/>
                  <a:pt x="6857289" y="269166"/>
                  <a:pt x="6870991" y="301934"/>
                </a:cubicBezTo>
                <a:cubicBezTo>
                  <a:pt x="6880522" y="291449"/>
                  <a:pt x="6890053" y="280963"/>
                  <a:pt x="6900776" y="271132"/>
                </a:cubicBezTo>
                <a:cubicBezTo>
                  <a:pt x="6985367" y="191178"/>
                  <a:pt x="7086638" y="151200"/>
                  <a:pt x="7205780" y="151200"/>
                </a:cubicBezTo>
                <a:cubicBezTo>
                  <a:pt x="7324922" y="151200"/>
                  <a:pt x="7426789" y="191178"/>
                  <a:pt x="7510785" y="271132"/>
                </a:cubicBezTo>
                <a:cubicBezTo>
                  <a:pt x="7547719" y="305867"/>
                  <a:pt x="7576312" y="343222"/>
                  <a:pt x="7597162" y="384511"/>
                </a:cubicBezTo>
                <a:cubicBezTo>
                  <a:pt x="7625757" y="377957"/>
                  <a:pt x="7656138" y="374680"/>
                  <a:pt x="7688306" y="374680"/>
                </a:cubicBezTo>
                <a:cubicBezTo>
                  <a:pt x="7793152" y="374680"/>
                  <a:pt x="7882509" y="410069"/>
                  <a:pt x="7956376" y="480193"/>
                </a:cubicBezTo>
                <a:cubicBezTo>
                  <a:pt x="7996289" y="518205"/>
                  <a:pt x="8025479" y="560148"/>
                  <a:pt x="8043946" y="606679"/>
                </a:cubicBezTo>
                <a:cubicBezTo>
                  <a:pt x="8104113" y="580465"/>
                  <a:pt x="8170237" y="567357"/>
                  <a:pt x="8242914" y="567357"/>
                </a:cubicBezTo>
                <a:cubicBezTo>
                  <a:pt x="8332270" y="567357"/>
                  <a:pt x="8411574" y="587264"/>
                  <a:pt x="8481077" y="626801"/>
                </a:cubicBezTo>
                <a:lnTo>
                  <a:pt x="8488422" y="631909"/>
                </a:lnTo>
                <a:lnTo>
                  <a:pt x="8521208" y="615142"/>
                </a:lnTo>
                <a:cubicBezTo>
                  <a:pt x="8555238" y="601789"/>
                  <a:pt x="8592172" y="595072"/>
                  <a:pt x="8632085" y="595072"/>
                </a:cubicBezTo>
                <a:cubicBezTo>
                  <a:pt x="8711910" y="595072"/>
                  <a:pt x="8779822" y="621941"/>
                  <a:pt x="8836414" y="675026"/>
                </a:cubicBezTo>
                <a:cubicBezTo>
                  <a:pt x="8872753" y="709760"/>
                  <a:pt x="8897177" y="749082"/>
                  <a:pt x="8910282" y="792992"/>
                </a:cubicBezTo>
                <a:cubicBezTo>
                  <a:pt x="8928153" y="784472"/>
                  <a:pt x="8947216" y="780540"/>
                  <a:pt x="8968662" y="780540"/>
                </a:cubicBezTo>
                <a:cubicBezTo>
                  <a:pt x="9003213" y="780540"/>
                  <a:pt x="9032999" y="791681"/>
                  <a:pt x="9058018" y="813308"/>
                </a:cubicBezTo>
                <a:cubicBezTo>
                  <a:pt x="9065167" y="787094"/>
                  <a:pt x="9079464" y="763501"/>
                  <a:pt x="9100909" y="743185"/>
                </a:cubicBezTo>
                <a:cubicBezTo>
                  <a:pt x="9114015" y="730732"/>
                  <a:pt x="9128312" y="720901"/>
                  <a:pt x="9143205" y="713693"/>
                </a:cubicBezTo>
                <a:cubicBezTo>
                  <a:pt x="9143205" y="781523"/>
                  <a:pt x="9143205" y="832396"/>
                  <a:pt x="9143205" y="870551"/>
                </a:cubicBezTo>
                <a:lnTo>
                  <a:pt x="9143205" y="877894"/>
                </a:lnTo>
                <a:lnTo>
                  <a:pt x="9144000" y="877583"/>
                </a:lnTo>
                <a:lnTo>
                  <a:pt x="9144000" y="1264698"/>
                </a:lnTo>
                <a:lnTo>
                  <a:pt x="9142413" y="1264698"/>
                </a:lnTo>
                <a:lnTo>
                  <a:pt x="9142413" y="2153143"/>
                </a:lnTo>
                <a:lnTo>
                  <a:pt x="0" y="2153143"/>
                </a:lnTo>
                <a:lnTo>
                  <a:pt x="0" y="1264698"/>
                </a:lnTo>
                <a:lnTo>
                  <a:pt x="0" y="877583"/>
                </a:lnTo>
                <a:lnTo>
                  <a:pt x="794" y="877894"/>
                </a:lnTo>
                <a:lnTo>
                  <a:pt x="794" y="870551"/>
                </a:lnTo>
                <a:cubicBezTo>
                  <a:pt x="794" y="832396"/>
                  <a:pt x="794" y="781523"/>
                  <a:pt x="794" y="713693"/>
                </a:cubicBezTo>
                <a:cubicBezTo>
                  <a:pt x="15687" y="720901"/>
                  <a:pt x="29984" y="730732"/>
                  <a:pt x="43089" y="743185"/>
                </a:cubicBezTo>
                <a:cubicBezTo>
                  <a:pt x="64535" y="763501"/>
                  <a:pt x="78832" y="787094"/>
                  <a:pt x="85981" y="813308"/>
                </a:cubicBezTo>
                <a:cubicBezTo>
                  <a:pt x="111000" y="791681"/>
                  <a:pt x="140786" y="780540"/>
                  <a:pt x="175338" y="780540"/>
                </a:cubicBezTo>
                <a:cubicBezTo>
                  <a:pt x="196783" y="780540"/>
                  <a:pt x="215846" y="784472"/>
                  <a:pt x="233718" y="792992"/>
                </a:cubicBezTo>
                <a:cubicBezTo>
                  <a:pt x="246823" y="749082"/>
                  <a:pt x="271247" y="709760"/>
                  <a:pt x="307585" y="675026"/>
                </a:cubicBezTo>
                <a:cubicBezTo>
                  <a:pt x="364178" y="621941"/>
                  <a:pt x="432089" y="595072"/>
                  <a:pt x="511914" y="595072"/>
                </a:cubicBezTo>
                <a:cubicBezTo>
                  <a:pt x="551827" y="595072"/>
                  <a:pt x="588761" y="601789"/>
                  <a:pt x="622791" y="615142"/>
                </a:cubicBezTo>
                <a:lnTo>
                  <a:pt x="655577" y="631909"/>
                </a:lnTo>
                <a:lnTo>
                  <a:pt x="662922" y="626801"/>
                </a:lnTo>
                <a:cubicBezTo>
                  <a:pt x="732424" y="587264"/>
                  <a:pt x="811729" y="567357"/>
                  <a:pt x="901086" y="567357"/>
                </a:cubicBezTo>
                <a:cubicBezTo>
                  <a:pt x="973762" y="567357"/>
                  <a:pt x="1039887" y="580465"/>
                  <a:pt x="1100053" y="606679"/>
                </a:cubicBezTo>
                <a:cubicBezTo>
                  <a:pt x="1118520" y="560148"/>
                  <a:pt x="1147710" y="518205"/>
                  <a:pt x="1187623" y="480193"/>
                </a:cubicBezTo>
                <a:cubicBezTo>
                  <a:pt x="1261491" y="410069"/>
                  <a:pt x="1350848" y="374680"/>
                  <a:pt x="1455693" y="374680"/>
                </a:cubicBezTo>
                <a:cubicBezTo>
                  <a:pt x="1487862" y="374680"/>
                  <a:pt x="1518243" y="377957"/>
                  <a:pt x="1546837" y="384511"/>
                </a:cubicBezTo>
                <a:cubicBezTo>
                  <a:pt x="1567686" y="343222"/>
                  <a:pt x="1596281" y="305867"/>
                  <a:pt x="1633215" y="271132"/>
                </a:cubicBezTo>
                <a:cubicBezTo>
                  <a:pt x="1717210" y="191178"/>
                  <a:pt x="1819077" y="151200"/>
                  <a:pt x="1938219" y="151200"/>
                </a:cubicBezTo>
                <a:cubicBezTo>
                  <a:pt x="2057362" y="151200"/>
                  <a:pt x="2158632" y="191178"/>
                  <a:pt x="2243223" y="271132"/>
                </a:cubicBezTo>
                <a:cubicBezTo>
                  <a:pt x="2253947" y="280963"/>
                  <a:pt x="2263478" y="291449"/>
                  <a:pt x="2273009" y="301934"/>
                </a:cubicBezTo>
                <a:cubicBezTo>
                  <a:pt x="2286710" y="269166"/>
                  <a:pt x="2308156" y="239019"/>
                  <a:pt x="2336750" y="212150"/>
                </a:cubicBezTo>
                <a:cubicBezTo>
                  <a:pt x="2392747" y="159065"/>
                  <a:pt x="2460063" y="132850"/>
                  <a:pt x="2539292" y="132850"/>
                </a:cubicBezTo>
                <a:cubicBezTo>
                  <a:pt x="2617926" y="132850"/>
                  <a:pt x="2685837" y="159065"/>
                  <a:pt x="2741834" y="212150"/>
                </a:cubicBezTo>
                <a:lnTo>
                  <a:pt x="2771008" y="245722"/>
                </a:lnTo>
                <a:lnTo>
                  <a:pt x="2804435" y="192514"/>
                </a:lnTo>
                <a:cubicBezTo>
                  <a:pt x="2818807" y="173672"/>
                  <a:pt x="2835188" y="155650"/>
                  <a:pt x="2853656" y="138282"/>
                </a:cubicBezTo>
                <a:cubicBezTo>
                  <a:pt x="2937651" y="58327"/>
                  <a:pt x="3039517" y="18350"/>
                  <a:pt x="3158660" y="18350"/>
                </a:cubicBezTo>
                <a:cubicBezTo>
                  <a:pt x="3277802" y="18350"/>
                  <a:pt x="3379073" y="58327"/>
                  <a:pt x="3463664" y="138282"/>
                </a:cubicBezTo>
                <a:cubicBezTo>
                  <a:pt x="3474387" y="148113"/>
                  <a:pt x="3483918" y="158598"/>
                  <a:pt x="3493450" y="169084"/>
                </a:cubicBezTo>
                <a:cubicBezTo>
                  <a:pt x="3507150" y="136316"/>
                  <a:pt x="3528596" y="106169"/>
                  <a:pt x="3557190" y="79300"/>
                </a:cubicBezTo>
                <a:cubicBezTo>
                  <a:pt x="3613188" y="26215"/>
                  <a:pt x="3680503" y="0"/>
                  <a:pt x="3759733" y="0"/>
                </a:cubicBezTo>
                <a:close/>
              </a:path>
            </a:pathLst>
          </a:custGeom>
          <a:solidFill>
            <a:schemeClr val="bg1">
              <a:alpha val="7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dirty="0">
              <a:solidFill>
                <a:prstClr val="white"/>
              </a:solidFill>
            </a:endParaRPr>
          </a:p>
        </p:txBody>
      </p:sp>
      <p:sp>
        <p:nvSpPr>
          <p:cNvPr id="2" name="Rectangle 1"/>
          <p:cNvSpPr/>
          <p:nvPr userDrawn="1"/>
        </p:nvSpPr>
        <p:spPr>
          <a:xfrm>
            <a:off x="1" y="3603669"/>
            <a:ext cx="12189884" cy="3254332"/>
          </a:xfrm>
          <a:custGeom>
            <a:avLst/>
            <a:gdLst/>
            <a:ahLst/>
            <a:cxnLst/>
            <a:rect l="l" t="t" r="r" b="b"/>
            <a:pathLst>
              <a:path w="9142413" h="2309812">
                <a:moveTo>
                  <a:pt x="1632178" y="0"/>
                </a:moveTo>
                <a:cubicBezTo>
                  <a:pt x="1790476" y="0"/>
                  <a:pt x="1924970" y="47614"/>
                  <a:pt x="2036850" y="144034"/>
                </a:cubicBezTo>
                <a:cubicBezTo>
                  <a:pt x="2093980" y="192838"/>
                  <a:pt x="2136828" y="247595"/>
                  <a:pt x="2164203" y="307113"/>
                </a:cubicBezTo>
                <a:cubicBezTo>
                  <a:pt x="2183246" y="288067"/>
                  <a:pt x="2202289" y="269022"/>
                  <a:pt x="2223713" y="251166"/>
                </a:cubicBezTo>
                <a:cubicBezTo>
                  <a:pt x="2392723" y="105942"/>
                  <a:pt x="2595059" y="33330"/>
                  <a:pt x="2833101" y="33330"/>
                </a:cubicBezTo>
                <a:cubicBezTo>
                  <a:pt x="3071144" y="33330"/>
                  <a:pt x="3274670" y="105942"/>
                  <a:pt x="3442490" y="251166"/>
                </a:cubicBezTo>
                <a:cubicBezTo>
                  <a:pt x="3516283" y="314255"/>
                  <a:pt x="3573413" y="382106"/>
                  <a:pt x="3615070" y="457099"/>
                </a:cubicBezTo>
                <a:cubicBezTo>
                  <a:pt x="3672201" y="445195"/>
                  <a:pt x="3732901" y="439243"/>
                  <a:pt x="3797173" y="439243"/>
                </a:cubicBezTo>
                <a:cubicBezTo>
                  <a:pt x="4006650" y="439243"/>
                  <a:pt x="4185182" y="503523"/>
                  <a:pt x="4332768" y="630891"/>
                </a:cubicBezTo>
                <a:cubicBezTo>
                  <a:pt x="4412512" y="699932"/>
                  <a:pt x="4470833" y="776115"/>
                  <a:pt x="4507729" y="860631"/>
                </a:cubicBezTo>
                <a:cubicBezTo>
                  <a:pt x="4627941" y="813017"/>
                  <a:pt x="4760054" y="789209"/>
                  <a:pt x="4905260" y="789209"/>
                </a:cubicBezTo>
                <a:cubicBezTo>
                  <a:pt x="5143302" y="789209"/>
                  <a:pt x="5345638" y="853489"/>
                  <a:pt x="5513458" y="980858"/>
                </a:cubicBezTo>
                <a:cubicBezTo>
                  <a:pt x="5544403" y="1004665"/>
                  <a:pt x="5571778" y="1028472"/>
                  <a:pt x="5596773" y="1053470"/>
                </a:cubicBezTo>
                <a:cubicBezTo>
                  <a:pt x="5649142" y="1035614"/>
                  <a:pt x="5705082" y="1027282"/>
                  <a:pt x="5765783" y="1027282"/>
                </a:cubicBezTo>
                <a:cubicBezTo>
                  <a:pt x="5897896" y="1027282"/>
                  <a:pt x="6009776" y="1067754"/>
                  <a:pt x="6102613" y="1147508"/>
                </a:cubicBezTo>
                <a:cubicBezTo>
                  <a:pt x="6124036" y="1166554"/>
                  <a:pt x="6144270" y="1186790"/>
                  <a:pt x="6160933" y="1207026"/>
                </a:cubicBezTo>
                <a:cubicBezTo>
                  <a:pt x="6191879" y="1202265"/>
                  <a:pt x="6224014" y="1199884"/>
                  <a:pt x="6257340" y="1199884"/>
                </a:cubicBezTo>
                <a:cubicBezTo>
                  <a:pt x="6384693" y="1199884"/>
                  <a:pt x="6494192" y="1230833"/>
                  <a:pt x="6584648" y="1292732"/>
                </a:cubicBezTo>
                <a:cubicBezTo>
                  <a:pt x="6617974" y="1315349"/>
                  <a:pt x="6645349" y="1340347"/>
                  <a:pt x="6666773" y="1366535"/>
                </a:cubicBezTo>
                <a:cubicBezTo>
                  <a:pt x="6719142" y="1340347"/>
                  <a:pt x="6776272" y="1327253"/>
                  <a:pt x="6841734" y="1327253"/>
                </a:cubicBezTo>
                <a:cubicBezTo>
                  <a:pt x="6935761" y="1327253"/>
                  <a:pt x="7016695" y="1355821"/>
                  <a:pt x="7083347" y="1411768"/>
                </a:cubicBezTo>
                <a:cubicBezTo>
                  <a:pt x="7084537" y="1410578"/>
                  <a:pt x="7085727" y="1410578"/>
                  <a:pt x="7086918" y="1409388"/>
                </a:cubicBezTo>
                <a:cubicBezTo>
                  <a:pt x="7189276" y="1349870"/>
                  <a:pt x="7311868" y="1320111"/>
                  <a:pt x="7455883" y="1320111"/>
                </a:cubicBezTo>
                <a:cubicBezTo>
                  <a:pt x="7513013" y="1320111"/>
                  <a:pt x="7566573" y="1324872"/>
                  <a:pt x="7616562" y="1333205"/>
                </a:cubicBezTo>
                <a:cubicBezTo>
                  <a:pt x="7642746" y="1295113"/>
                  <a:pt x="7674882" y="1259402"/>
                  <a:pt x="7712969" y="1226072"/>
                </a:cubicBezTo>
                <a:cubicBezTo>
                  <a:pt x="7826039" y="1129653"/>
                  <a:pt x="7961723" y="1080848"/>
                  <a:pt x="8121211" y="1080848"/>
                </a:cubicBezTo>
                <a:cubicBezTo>
                  <a:pt x="8280700" y="1080848"/>
                  <a:pt x="8416384" y="1129653"/>
                  <a:pt x="8529454" y="1226072"/>
                </a:cubicBezTo>
                <a:cubicBezTo>
                  <a:pt x="8602057" y="1289161"/>
                  <a:pt x="8650855" y="1360583"/>
                  <a:pt x="8677040" y="1440337"/>
                </a:cubicBezTo>
                <a:cubicBezTo>
                  <a:pt x="8712746" y="1424862"/>
                  <a:pt x="8750833" y="1417720"/>
                  <a:pt x="8793681" y="1417720"/>
                </a:cubicBezTo>
                <a:cubicBezTo>
                  <a:pt x="8862713" y="1417720"/>
                  <a:pt x="8922224" y="1437956"/>
                  <a:pt x="8972212" y="1477238"/>
                </a:cubicBezTo>
                <a:cubicBezTo>
                  <a:pt x="8986495" y="1429624"/>
                  <a:pt x="9015060" y="1386771"/>
                  <a:pt x="9057908" y="1349870"/>
                </a:cubicBezTo>
                <a:cubicBezTo>
                  <a:pt x="9084092" y="1327253"/>
                  <a:pt x="9112657" y="1309397"/>
                  <a:pt x="9142413" y="1296303"/>
                </a:cubicBezTo>
                <a:cubicBezTo>
                  <a:pt x="9142413" y="1789113"/>
                  <a:pt x="9142413" y="1789113"/>
                  <a:pt x="9142413" y="1789113"/>
                </a:cubicBezTo>
                <a:lnTo>
                  <a:pt x="9142413" y="2309812"/>
                </a:lnTo>
                <a:lnTo>
                  <a:pt x="0" y="2309812"/>
                </a:lnTo>
                <a:lnTo>
                  <a:pt x="0" y="1789113"/>
                </a:lnTo>
                <a:lnTo>
                  <a:pt x="1588" y="1789113"/>
                </a:lnTo>
                <a:cubicBezTo>
                  <a:pt x="1588" y="686838"/>
                  <a:pt x="1588" y="686838"/>
                  <a:pt x="1588" y="686838"/>
                </a:cubicBezTo>
                <a:cubicBezTo>
                  <a:pt x="14680" y="686838"/>
                  <a:pt x="26582" y="685648"/>
                  <a:pt x="39675" y="685648"/>
                </a:cubicBezTo>
                <a:cubicBezTo>
                  <a:pt x="175359" y="685648"/>
                  <a:pt x="295570" y="716597"/>
                  <a:pt x="402689" y="776115"/>
                </a:cubicBezTo>
                <a:cubicBezTo>
                  <a:pt x="426494" y="742785"/>
                  <a:pt x="456249" y="710645"/>
                  <a:pt x="490765" y="680886"/>
                </a:cubicBezTo>
                <a:cubicBezTo>
                  <a:pt x="607406" y="579706"/>
                  <a:pt x="747851" y="529711"/>
                  <a:pt x="912100" y="529711"/>
                </a:cubicBezTo>
                <a:cubicBezTo>
                  <a:pt x="965659" y="529711"/>
                  <a:pt x="1015648" y="535662"/>
                  <a:pt x="1063257" y="545185"/>
                </a:cubicBezTo>
                <a:cubicBezTo>
                  <a:pt x="1060876" y="528520"/>
                  <a:pt x="1060876" y="510665"/>
                  <a:pt x="1060876" y="492809"/>
                </a:cubicBezTo>
                <a:cubicBezTo>
                  <a:pt x="1060876" y="357108"/>
                  <a:pt x="1116816" y="240453"/>
                  <a:pt x="1227506" y="144034"/>
                </a:cubicBezTo>
                <a:cubicBezTo>
                  <a:pt x="1339386" y="47614"/>
                  <a:pt x="1475070" y="0"/>
                  <a:pt x="1632178" y="0"/>
                </a:cubicBezTo>
                <a:close/>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6" name="Text Placeholder 7"/>
          <p:cNvSpPr>
            <a:spLocks noGrp="1"/>
          </p:cNvSpPr>
          <p:nvPr>
            <p:ph type="body" sz="quarter" idx="40" hasCustomPrompt="1"/>
          </p:nvPr>
        </p:nvSpPr>
        <p:spPr>
          <a:xfrm>
            <a:off x="738719" y="4904313"/>
            <a:ext cx="5391148" cy="431780"/>
          </a:xfrm>
          <a:prstGeom prst="rect">
            <a:avLst/>
          </a:prstGeom>
        </p:spPr>
        <p:txBody>
          <a:bodyPr vert="horz" lIns="0" tIns="40504" rIns="0" bIns="40504" anchor="ctr"/>
          <a:lstStyle>
            <a:lvl1pPr marL="0" indent="0" algn="l">
              <a:lnSpc>
                <a:spcPct val="100000"/>
              </a:lnSpc>
              <a:spcBef>
                <a:spcPts val="0"/>
              </a:spcBef>
              <a:buNone/>
              <a:defRPr sz="1920" b="1">
                <a:solidFill>
                  <a:schemeClr val="tx1">
                    <a:lumMod val="50000"/>
                    <a:lumOff val="50000"/>
                  </a:schemeClr>
                </a:solidFill>
                <a:latin typeface="Lato Light"/>
                <a:cs typeface="Lato Light"/>
              </a:defRPr>
            </a:lvl1pPr>
          </a:lstStyle>
          <a:p>
            <a:pPr lvl="0"/>
            <a:r>
              <a:rPr lang="es-ES_tradnl" dirty="0" err="1" smtClean="0"/>
              <a:t>Title</a:t>
            </a:r>
            <a:r>
              <a:rPr lang="es-ES_tradnl" dirty="0" smtClean="0"/>
              <a:t> </a:t>
            </a:r>
            <a:r>
              <a:rPr lang="es-ES_tradnl" dirty="0" err="1" smtClean="0"/>
              <a:t>Here</a:t>
            </a:r>
            <a:endParaRPr lang="es-ES_tradnl" dirty="0" smtClean="0"/>
          </a:p>
        </p:txBody>
      </p:sp>
      <p:sp>
        <p:nvSpPr>
          <p:cNvPr id="17" name="Text Placeholder 7"/>
          <p:cNvSpPr>
            <a:spLocks noGrp="1"/>
          </p:cNvSpPr>
          <p:nvPr>
            <p:ph type="body" sz="quarter" idx="41" hasCustomPrompt="1"/>
          </p:nvPr>
        </p:nvSpPr>
        <p:spPr>
          <a:xfrm>
            <a:off x="738721" y="5356031"/>
            <a:ext cx="5391151"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r>
              <a:rPr lang="es-ES_tradnl" dirty="0" smtClean="0"/>
              <a:t> </a:t>
            </a:r>
            <a:r>
              <a:rPr lang="es-ES_tradnl" dirty="0" err="1" smtClean="0"/>
              <a:t>Here</a:t>
            </a:r>
            <a:endParaRPr lang="es-ES_tradnl" dirty="0" smtClean="0"/>
          </a:p>
        </p:txBody>
      </p:sp>
      <p:sp>
        <p:nvSpPr>
          <p:cNvPr id="18" name="Text Placeholder 2"/>
          <p:cNvSpPr>
            <a:spLocks noGrp="1"/>
          </p:cNvSpPr>
          <p:nvPr>
            <p:ph type="body" sz="quarter" idx="42" hasCustomPrompt="1"/>
          </p:nvPr>
        </p:nvSpPr>
        <p:spPr>
          <a:xfrm>
            <a:off x="738719" y="5584481"/>
            <a:ext cx="5391149" cy="785839"/>
          </a:xfrm>
          <a:prstGeom prst="rect">
            <a:avLst/>
          </a:prstGeom>
        </p:spPr>
        <p:txBody>
          <a:bodyPr vert="horz" lIns="0" tIns="0" rIns="0" bIns="0"/>
          <a:lstStyle>
            <a:lvl1pPr marL="0" marR="0" indent="0" algn="just" defTabSz="486044" rtl="0" eaLnBrk="1" fontAlgn="auto" latinLnBrk="0" hangingPunct="1">
              <a:lnSpc>
                <a:spcPct val="130000"/>
              </a:lnSpc>
              <a:spcBef>
                <a:spcPct val="20000"/>
              </a:spcBef>
              <a:spcAft>
                <a:spcPts val="0"/>
              </a:spcAft>
              <a:buClrTx/>
              <a:buSzTx/>
              <a:buFont typeface="Arial"/>
              <a:buNone/>
              <a:tabLst/>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p:txBody>
      </p:sp>
    </p:spTree>
    <p:extLst>
      <p:ext uri="{BB962C8B-B14F-4D97-AF65-F5344CB8AC3E}">
        <p14:creationId xmlns:p14="http://schemas.microsoft.com/office/powerpoint/2010/main" val="3889752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1000"/>
                                        <p:tgtEl>
                                          <p:spTgt spid="12"/>
                                        </p:tgtEl>
                                      </p:cBhvr>
                                    </p:animEffect>
                                  </p:childTnLst>
                                </p:cTn>
                              </p:par>
                              <p:par>
                                <p:cTn id="12" presetID="42" presetClass="entr" presetSubtype="0" fill="hold" grpId="0" nodeType="withEffect">
                                  <p:stCondLst>
                                    <p:cond delay="200"/>
                                  </p:stCondLst>
                                  <p:childTnLst>
                                    <p:set>
                                      <p:cBhvr>
                                        <p:cTn id="13" dur="1" fill="hold">
                                          <p:stCondLst>
                                            <p:cond delay="0"/>
                                          </p:stCondLst>
                                        </p:cTn>
                                        <p:tgtEl>
                                          <p:spTgt spid="16">
                                            <p:txEl>
                                              <p:pRg st="0" end="0"/>
                                            </p:txEl>
                                          </p:spTgt>
                                        </p:tgtEl>
                                        <p:attrNameLst>
                                          <p:attrName>style.visibility</p:attrName>
                                        </p:attrNameLst>
                                      </p:cBhvr>
                                      <p:to>
                                        <p:strVal val="visible"/>
                                      </p:to>
                                    </p:set>
                                    <p:animEffect transition="in" filter="fade">
                                      <p:cBhvr>
                                        <p:cTn id="14" dur="400"/>
                                        <p:tgtEl>
                                          <p:spTgt spid="16">
                                            <p:txEl>
                                              <p:pRg st="0" end="0"/>
                                            </p:txEl>
                                          </p:spTgt>
                                        </p:tgtEl>
                                      </p:cBhvr>
                                    </p:animEffect>
                                    <p:anim calcmode="lin" valueType="num">
                                      <p:cBhvr>
                                        <p:cTn id="15" dur="4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16" dur="400" fill="hold"/>
                                        <p:tgtEl>
                                          <p:spTgt spid="16">
                                            <p:txEl>
                                              <p:pRg st="0" end="0"/>
                                            </p:txEl>
                                          </p:spTgt>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200"/>
                                  </p:stCondLst>
                                  <p:childTnLst>
                                    <p:set>
                                      <p:cBhvr>
                                        <p:cTn id="18" dur="1" fill="hold">
                                          <p:stCondLst>
                                            <p:cond delay="0"/>
                                          </p:stCondLst>
                                        </p:cTn>
                                        <p:tgtEl>
                                          <p:spTgt spid="17">
                                            <p:txEl>
                                              <p:pRg st="0" end="0"/>
                                            </p:txEl>
                                          </p:spTgt>
                                        </p:tgtEl>
                                        <p:attrNameLst>
                                          <p:attrName>style.visibility</p:attrName>
                                        </p:attrNameLst>
                                      </p:cBhvr>
                                      <p:to>
                                        <p:strVal val="visible"/>
                                      </p:to>
                                    </p:set>
                                    <p:animEffect transition="in" filter="fade">
                                      <p:cBhvr>
                                        <p:cTn id="19" dur="500"/>
                                        <p:tgtEl>
                                          <p:spTgt spid="17">
                                            <p:txEl>
                                              <p:pRg st="0" end="0"/>
                                            </p:txEl>
                                          </p:spTgt>
                                        </p:tgtEl>
                                      </p:cBhvr>
                                    </p:animEffect>
                                    <p:anim calcmode="lin" valueType="num">
                                      <p:cBhvr>
                                        <p:cTn id="20"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21" dur="500" fill="hold"/>
                                        <p:tgtEl>
                                          <p:spTgt spid="17">
                                            <p:txEl>
                                              <p:pRg st="0" end="0"/>
                                            </p:txEl>
                                          </p:spTgt>
                                        </p:tgtEl>
                                        <p:attrNameLst>
                                          <p:attrName>ppt_y</p:attrName>
                                        </p:attrNameLst>
                                      </p:cBhvr>
                                      <p:tavLst>
                                        <p:tav tm="0">
                                          <p:val>
                                            <p:strVal val="#ppt_y+.1"/>
                                          </p:val>
                                        </p:tav>
                                        <p:tav tm="100000">
                                          <p:val>
                                            <p:strVal val="#ppt_y"/>
                                          </p:val>
                                        </p:tav>
                                      </p:tavLst>
                                    </p:anim>
                                  </p:childTnLst>
                                </p:cTn>
                              </p:par>
                              <p:par>
                                <p:cTn id="22" presetID="10" presetClass="entr" presetSubtype="0" fill="hold" grpId="0" nodeType="withEffect">
                                  <p:stCondLst>
                                    <p:cond delay="800"/>
                                  </p:stCondLst>
                                  <p:childTnLst>
                                    <p:set>
                                      <p:cBhvr>
                                        <p:cTn id="23" dur="1" fill="hold">
                                          <p:stCondLst>
                                            <p:cond delay="0"/>
                                          </p:stCondLst>
                                        </p:cTn>
                                        <p:tgtEl>
                                          <p:spTgt spid="18">
                                            <p:txEl>
                                              <p:pRg st="0" end="0"/>
                                            </p:txEl>
                                          </p:spTgt>
                                        </p:tgtEl>
                                        <p:attrNameLst>
                                          <p:attrName>style.visibility</p:attrName>
                                        </p:attrNameLst>
                                      </p:cBhvr>
                                      <p:to>
                                        <p:strVal val="visible"/>
                                      </p:to>
                                    </p:set>
                                    <p:animEffect transition="in" filter="fade">
                                      <p:cBhvr>
                                        <p:cTn id="24" dur="500"/>
                                        <p:tgtEl>
                                          <p:spTgt spid="1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 grpId="0" animBg="1"/>
      <p:bldP spid="16" grpId="0" build="p">
        <p:tmplLst>
          <p:tmpl lvl="1">
            <p:tnLst>
              <p:par>
                <p:cTn presetID="42" presetClass="entr" presetSubtype="0" fill="hold" nodeType="withEffect">
                  <p:stCondLst>
                    <p:cond delay="200"/>
                  </p:stCondLst>
                  <p:childTnLst>
                    <p:set>
                      <p:cBhvr>
                        <p:cTn dur="1" fill="hold">
                          <p:stCondLst>
                            <p:cond delay="0"/>
                          </p:stCondLst>
                        </p:cTn>
                        <p:tgtEl>
                          <p:spTgt spid="16"/>
                        </p:tgtEl>
                        <p:attrNameLst>
                          <p:attrName>style.visibility</p:attrName>
                        </p:attrNameLst>
                      </p:cBhvr>
                      <p:to>
                        <p:strVal val="visible"/>
                      </p:to>
                    </p:set>
                    <p:animEffect transition="in" filter="fade">
                      <p:cBhvr>
                        <p:cTn dur="400"/>
                        <p:tgtEl>
                          <p:spTgt spid="16"/>
                        </p:tgtEl>
                      </p:cBhvr>
                    </p:animEffect>
                    <p:anim calcmode="lin" valueType="num">
                      <p:cBhvr>
                        <p:cTn dur="400" fill="hold"/>
                        <p:tgtEl>
                          <p:spTgt spid="16"/>
                        </p:tgtEl>
                        <p:attrNameLst>
                          <p:attrName>ppt_x</p:attrName>
                        </p:attrNameLst>
                      </p:cBhvr>
                      <p:tavLst>
                        <p:tav tm="0">
                          <p:val>
                            <p:strVal val="#ppt_x"/>
                          </p:val>
                        </p:tav>
                        <p:tav tm="100000">
                          <p:val>
                            <p:strVal val="#ppt_x"/>
                          </p:val>
                        </p:tav>
                      </p:tavLst>
                    </p:anim>
                    <p:anim calcmode="lin" valueType="num">
                      <p:cBhvr>
                        <p:cTn dur="4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42" presetClass="entr" presetSubtype="0" fill="hold" nodeType="withEffect">
                  <p:stCondLst>
                    <p:cond delay="20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anim calcmode="lin" valueType="num">
                      <p:cBhvr>
                        <p:cTn dur="500" fill="hold"/>
                        <p:tgtEl>
                          <p:spTgt spid="17"/>
                        </p:tgtEl>
                        <p:attrNameLst>
                          <p:attrName>ppt_x</p:attrName>
                        </p:attrNameLst>
                      </p:cBhvr>
                      <p:tavLst>
                        <p:tav tm="0">
                          <p:val>
                            <p:strVal val="#ppt_x"/>
                          </p:val>
                        </p:tav>
                        <p:tav tm="100000">
                          <p:val>
                            <p:strVal val="#ppt_x"/>
                          </p:val>
                        </p:tav>
                      </p:tavLst>
                    </p:anim>
                    <p:anim calcmode="lin" valueType="num">
                      <p:cBhvr>
                        <p:cTn dur="500" fill="hold"/>
                        <p:tgtEl>
                          <p:spTgt spid="17"/>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10" presetClass="entr" presetSubtype="0" fill="hold" nodeType="withEffect">
                  <p:stCondLst>
                    <p:cond delay="80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Lst>
  </p:timing>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3_Title with content Clear">
    <p:spTree>
      <p:nvGrpSpPr>
        <p:cNvPr id="1" name=""/>
        <p:cNvGrpSpPr/>
        <p:nvPr/>
      </p:nvGrpSpPr>
      <p:grpSpPr>
        <a:xfrm>
          <a:off x="0" y="0"/>
          <a:ext cx="0" cy="0"/>
          <a:chOff x="0" y="0"/>
          <a:chExt cx="0" cy="0"/>
        </a:xfrm>
      </p:grpSpPr>
      <p:sp>
        <p:nvSpPr>
          <p:cNvPr id="10" name="Rectangle 1"/>
          <p:cNvSpPr/>
          <p:nvPr userDrawn="1"/>
        </p:nvSpPr>
        <p:spPr>
          <a:xfrm rot="10800000">
            <a:off x="1" y="0"/>
            <a:ext cx="12189884" cy="3254332"/>
          </a:xfrm>
          <a:custGeom>
            <a:avLst/>
            <a:gdLst/>
            <a:ahLst/>
            <a:cxnLst/>
            <a:rect l="l" t="t" r="r" b="b"/>
            <a:pathLst>
              <a:path w="9142413" h="2309812">
                <a:moveTo>
                  <a:pt x="1632178" y="0"/>
                </a:moveTo>
                <a:cubicBezTo>
                  <a:pt x="1790476" y="0"/>
                  <a:pt x="1924970" y="47614"/>
                  <a:pt x="2036850" y="144034"/>
                </a:cubicBezTo>
                <a:cubicBezTo>
                  <a:pt x="2093980" y="192838"/>
                  <a:pt x="2136828" y="247595"/>
                  <a:pt x="2164203" y="307113"/>
                </a:cubicBezTo>
                <a:cubicBezTo>
                  <a:pt x="2183246" y="288067"/>
                  <a:pt x="2202289" y="269022"/>
                  <a:pt x="2223713" y="251166"/>
                </a:cubicBezTo>
                <a:cubicBezTo>
                  <a:pt x="2392723" y="105942"/>
                  <a:pt x="2595059" y="33330"/>
                  <a:pt x="2833101" y="33330"/>
                </a:cubicBezTo>
                <a:cubicBezTo>
                  <a:pt x="3071144" y="33330"/>
                  <a:pt x="3274670" y="105942"/>
                  <a:pt x="3442490" y="251166"/>
                </a:cubicBezTo>
                <a:cubicBezTo>
                  <a:pt x="3516283" y="314255"/>
                  <a:pt x="3573413" y="382106"/>
                  <a:pt x="3615070" y="457099"/>
                </a:cubicBezTo>
                <a:cubicBezTo>
                  <a:pt x="3672201" y="445195"/>
                  <a:pt x="3732901" y="439243"/>
                  <a:pt x="3797173" y="439243"/>
                </a:cubicBezTo>
                <a:cubicBezTo>
                  <a:pt x="4006650" y="439243"/>
                  <a:pt x="4185182" y="503523"/>
                  <a:pt x="4332768" y="630891"/>
                </a:cubicBezTo>
                <a:cubicBezTo>
                  <a:pt x="4412512" y="699932"/>
                  <a:pt x="4470833" y="776115"/>
                  <a:pt x="4507729" y="860631"/>
                </a:cubicBezTo>
                <a:cubicBezTo>
                  <a:pt x="4627941" y="813017"/>
                  <a:pt x="4760054" y="789209"/>
                  <a:pt x="4905260" y="789209"/>
                </a:cubicBezTo>
                <a:cubicBezTo>
                  <a:pt x="5143302" y="789209"/>
                  <a:pt x="5345638" y="853489"/>
                  <a:pt x="5513458" y="980858"/>
                </a:cubicBezTo>
                <a:cubicBezTo>
                  <a:pt x="5544403" y="1004665"/>
                  <a:pt x="5571778" y="1028472"/>
                  <a:pt x="5596773" y="1053470"/>
                </a:cubicBezTo>
                <a:cubicBezTo>
                  <a:pt x="5649142" y="1035614"/>
                  <a:pt x="5705082" y="1027282"/>
                  <a:pt x="5765783" y="1027282"/>
                </a:cubicBezTo>
                <a:cubicBezTo>
                  <a:pt x="5897896" y="1027282"/>
                  <a:pt x="6009776" y="1067754"/>
                  <a:pt x="6102613" y="1147508"/>
                </a:cubicBezTo>
                <a:cubicBezTo>
                  <a:pt x="6124036" y="1166554"/>
                  <a:pt x="6144270" y="1186790"/>
                  <a:pt x="6160933" y="1207026"/>
                </a:cubicBezTo>
                <a:cubicBezTo>
                  <a:pt x="6191879" y="1202265"/>
                  <a:pt x="6224014" y="1199884"/>
                  <a:pt x="6257340" y="1199884"/>
                </a:cubicBezTo>
                <a:cubicBezTo>
                  <a:pt x="6384693" y="1199884"/>
                  <a:pt x="6494192" y="1230833"/>
                  <a:pt x="6584648" y="1292732"/>
                </a:cubicBezTo>
                <a:cubicBezTo>
                  <a:pt x="6617974" y="1315349"/>
                  <a:pt x="6645349" y="1340347"/>
                  <a:pt x="6666773" y="1366535"/>
                </a:cubicBezTo>
                <a:cubicBezTo>
                  <a:pt x="6719142" y="1340347"/>
                  <a:pt x="6776272" y="1327253"/>
                  <a:pt x="6841734" y="1327253"/>
                </a:cubicBezTo>
                <a:cubicBezTo>
                  <a:pt x="6935761" y="1327253"/>
                  <a:pt x="7016695" y="1355821"/>
                  <a:pt x="7083347" y="1411768"/>
                </a:cubicBezTo>
                <a:cubicBezTo>
                  <a:pt x="7084537" y="1410578"/>
                  <a:pt x="7085727" y="1410578"/>
                  <a:pt x="7086918" y="1409388"/>
                </a:cubicBezTo>
                <a:cubicBezTo>
                  <a:pt x="7189276" y="1349870"/>
                  <a:pt x="7311868" y="1320111"/>
                  <a:pt x="7455883" y="1320111"/>
                </a:cubicBezTo>
                <a:cubicBezTo>
                  <a:pt x="7513013" y="1320111"/>
                  <a:pt x="7566573" y="1324872"/>
                  <a:pt x="7616562" y="1333205"/>
                </a:cubicBezTo>
                <a:cubicBezTo>
                  <a:pt x="7642746" y="1295113"/>
                  <a:pt x="7674882" y="1259402"/>
                  <a:pt x="7712969" y="1226072"/>
                </a:cubicBezTo>
                <a:cubicBezTo>
                  <a:pt x="7826039" y="1129653"/>
                  <a:pt x="7961723" y="1080848"/>
                  <a:pt x="8121211" y="1080848"/>
                </a:cubicBezTo>
                <a:cubicBezTo>
                  <a:pt x="8280700" y="1080848"/>
                  <a:pt x="8416384" y="1129653"/>
                  <a:pt x="8529454" y="1226072"/>
                </a:cubicBezTo>
                <a:cubicBezTo>
                  <a:pt x="8602057" y="1289161"/>
                  <a:pt x="8650855" y="1360583"/>
                  <a:pt x="8677040" y="1440337"/>
                </a:cubicBezTo>
                <a:cubicBezTo>
                  <a:pt x="8712746" y="1424862"/>
                  <a:pt x="8750833" y="1417720"/>
                  <a:pt x="8793681" y="1417720"/>
                </a:cubicBezTo>
                <a:cubicBezTo>
                  <a:pt x="8862713" y="1417720"/>
                  <a:pt x="8922224" y="1437956"/>
                  <a:pt x="8972212" y="1477238"/>
                </a:cubicBezTo>
                <a:cubicBezTo>
                  <a:pt x="8986495" y="1429624"/>
                  <a:pt x="9015060" y="1386771"/>
                  <a:pt x="9057908" y="1349870"/>
                </a:cubicBezTo>
                <a:cubicBezTo>
                  <a:pt x="9084092" y="1327253"/>
                  <a:pt x="9112657" y="1309397"/>
                  <a:pt x="9142413" y="1296303"/>
                </a:cubicBezTo>
                <a:cubicBezTo>
                  <a:pt x="9142413" y="1789113"/>
                  <a:pt x="9142413" y="1789113"/>
                  <a:pt x="9142413" y="1789113"/>
                </a:cubicBezTo>
                <a:lnTo>
                  <a:pt x="9142413" y="2309812"/>
                </a:lnTo>
                <a:lnTo>
                  <a:pt x="0" y="2309812"/>
                </a:lnTo>
                <a:lnTo>
                  <a:pt x="0" y="1789113"/>
                </a:lnTo>
                <a:lnTo>
                  <a:pt x="1588" y="1789113"/>
                </a:lnTo>
                <a:cubicBezTo>
                  <a:pt x="1588" y="686838"/>
                  <a:pt x="1588" y="686838"/>
                  <a:pt x="1588" y="686838"/>
                </a:cubicBezTo>
                <a:cubicBezTo>
                  <a:pt x="14680" y="686838"/>
                  <a:pt x="26582" y="685648"/>
                  <a:pt x="39675" y="685648"/>
                </a:cubicBezTo>
                <a:cubicBezTo>
                  <a:pt x="175359" y="685648"/>
                  <a:pt x="295570" y="716597"/>
                  <a:pt x="402689" y="776115"/>
                </a:cubicBezTo>
                <a:cubicBezTo>
                  <a:pt x="426494" y="742785"/>
                  <a:pt x="456249" y="710645"/>
                  <a:pt x="490765" y="680886"/>
                </a:cubicBezTo>
                <a:cubicBezTo>
                  <a:pt x="607406" y="579706"/>
                  <a:pt x="747851" y="529711"/>
                  <a:pt x="912100" y="529711"/>
                </a:cubicBezTo>
                <a:cubicBezTo>
                  <a:pt x="965659" y="529711"/>
                  <a:pt x="1015648" y="535662"/>
                  <a:pt x="1063257" y="545185"/>
                </a:cubicBezTo>
                <a:cubicBezTo>
                  <a:pt x="1060876" y="528520"/>
                  <a:pt x="1060876" y="510665"/>
                  <a:pt x="1060876" y="492809"/>
                </a:cubicBezTo>
                <a:cubicBezTo>
                  <a:pt x="1060876" y="357108"/>
                  <a:pt x="1116816" y="240453"/>
                  <a:pt x="1227506" y="144034"/>
                </a:cubicBezTo>
                <a:cubicBezTo>
                  <a:pt x="1339386" y="47614"/>
                  <a:pt x="1475070" y="0"/>
                  <a:pt x="1632178" y="0"/>
                </a:cubicBezTo>
                <a:close/>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6" name="Text Placeholder 7"/>
          <p:cNvSpPr>
            <a:spLocks noGrp="1"/>
          </p:cNvSpPr>
          <p:nvPr>
            <p:ph type="body" sz="quarter" idx="40" hasCustomPrompt="1"/>
          </p:nvPr>
        </p:nvSpPr>
        <p:spPr>
          <a:xfrm>
            <a:off x="738719" y="4904313"/>
            <a:ext cx="5391148" cy="431780"/>
          </a:xfrm>
          <a:prstGeom prst="rect">
            <a:avLst/>
          </a:prstGeom>
        </p:spPr>
        <p:txBody>
          <a:bodyPr vert="horz" lIns="0" tIns="40504" rIns="0" bIns="40504" anchor="ctr"/>
          <a:lstStyle>
            <a:lvl1pPr marL="0" indent="0" algn="l">
              <a:lnSpc>
                <a:spcPct val="100000"/>
              </a:lnSpc>
              <a:spcBef>
                <a:spcPts val="0"/>
              </a:spcBef>
              <a:buNone/>
              <a:defRPr sz="1920" b="1">
                <a:solidFill>
                  <a:schemeClr val="bg1"/>
                </a:solidFill>
                <a:latin typeface="Lato Light"/>
                <a:cs typeface="Lato Light"/>
              </a:defRPr>
            </a:lvl1pPr>
          </a:lstStyle>
          <a:p>
            <a:pPr lvl="0"/>
            <a:r>
              <a:rPr lang="es-ES_tradnl" dirty="0" err="1" smtClean="0"/>
              <a:t>Title</a:t>
            </a:r>
            <a:r>
              <a:rPr lang="es-ES_tradnl" dirty="0" smtClean="0"/>
              <a:t> </a:t>
            </a:r>
            <a:r>
              <a:rPr lang="es-ES_tradnl" dirty="0" err="1" smtClean="0"/>
              <a:t>Here</a:t>
            </a:r>
            <a:endParaRPr lang="es-ES_tradnl" dirty="0" smtClean="0"/>
          </a:p>
        </p:txBody>
      </p:sp>
      <p:sp>
        <p:nvSpPr>
          <p:cNvPr id="17" name="Text Placeholder 7"/>
          <p:cNvSpPr>
            <a:spLocks noGrp="1"/>
          </p:cNvSpPr>
          <p:nvPr>
            <p:ph type="body" sz="quarter" idx="41" hasCustomPrompt="1"/>
          </p:nvPr>
        </p:nvSpPr>
        <p:spPr>
          <a:xfrm>
            <a:off x="738721" y="5356031"/>
            <a:ext cx="5391151"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2">
                    <a:lumMod val="75000"/>
                  </a:schemeClr>
                </a:solidFill>
                <a:latin typeface="Lato Light"/>
                <a:cs typeface="Lato Light"/>
              </a:defRPr>
            </a:lvl1pPr>
          </a:lstStyle>
          <a:p>
            <a:pPr lvl="0"/>
            <a:r>
              <a:rPr lang="es-ES_tradnl" dirty="0" err="1" smtClean="0"/>
              <a:t>Subtitle</a:t>
            </a:r>
            <a:r>
              <a:rPr lang="es-ES_tradnl" dirty="0" smtClean="0"/>
              <a:t> </a:t>
            </a:r>
            <a:r>
              <a:rPr lang="es-ES_tradnl" dirty="0" err="1" smtClean="0"/>
              <a:t>Example</a:t>
            </a:r>
            <a:r>
              <a:rPr lang="es-ES_tradnl" dirty="0" smtClean="0"/>
              <a:t> </a:t>
            </a:r>
            <a:r>
              <a:rPr lang="es-ES_tradnl" dirty="0" err="1" smtClean="0"/>
              <a:t>Here</a:t>
            </a:r>
            <a:endParaRPr lang="es-ES_tradnl" dirty="0" smtClean="0"/>
          </a:p>
        </p:txBody>
      </p:sp>
      <p:sp>
        <p:nvSpPr>
          <p:cNvPr id="18" name="Text Placeholder 2"/>
          <p:cNvSpPr>
            <a:spLocks noGrp="1"/>
          </p:cNvSpPr>
          <p:nvPr>
            <p:ph type="body" sz="quarter" idx="42" hasCustomPrompt="1"/>
          </p:nvPr>
        </p:nvSpPr>
        <p:spPr>
          <a:xfrm>
            <a:off x="738719" y="5584481"/>
            <a:ext cx="5391149" cy="785839"/>
          </a:xfrm>
          <a:prstGeom prst="rect">
            <a:avLst/>
          </a:prstGeom>
        </p:spPr>
        <p:txBody>
          <a:bodyPr vert="horz" lIns="0" tIns="0" rIns="0" bIns="0"/>
          <a:lstStyle>
            <a:lvl1pPr marL="0" marR="0" indent="0" algn="just" defTabSz="486044" rtl="0" eaLnBrk="1" fontAlgn="auto" latinLnBrk="0" hangingPunct="1">
              <a:lnSpc>
                <a:spcPct val="130000"/>
              </a:lnSpc>
              <a:spcBef>
                <a:spcPct val="20000"/>
              </a:spcBef>
              <a:spcAft>
                <a:spcPts val="0"/>
              </a:spcAft>
              <a:buClrTx/>
              <a:buSzTx/>
              <a:buFont typeface="Arial"/>
              <a:buNone/>
              <a:tabLst/>
              <a:defRPr sz="1080">
                <a:solidFill>
                  <a:schemeClr val="bg1"/>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p:txBody>
      </p:sp>
      <p:sp>
        <p:nvSpPr>
          <p:cNvPr id="11" name="Freeform 35"/>
          <p:cNvSpPr>
            <a:spLocks/>
          </p:cNvSpPr>
          <p:nvPr userDrawn="1"/>
        </p:nvSpPr>
        <p:spPr bwMode="auto">
          <a:xfrm>
            <a:off x="874187" y="1988075"/>
            <a:ext cx="3522952" cy="1866784"/>
          </a:xfrm>
          <a:custGeom>
            <a:avLst/>
            <a:gdLst>
              <a:gd name="T0" fmla="*/ 39 w 277"/>
              <a:gd name="T1" fmla="*/ 68 h 162"/>
              <a:gd name="T2" fmla="*/ 45 w 277"/>
              <a:gd name="T3" fmla="*/ 69 h 162"/>
              <a:gd name="T4" fmla="*/ 102 w 277"/>
              <a:gd name="T5" fmla="*/ 24 h 162"/>
              <a:gd name="T6" fmla="*/ 140 w 277"/>
              <a:gd name="T7" fmla="*/ 38 h 162"/>
              <a:gd name="T8" fmla="*/ 180 w 277"/>
              <a:gd name="T9" fmla="*/ 0 h 162"/>
              <a:gd name="T10" fmla="*/ 220 w 277"/>
              <a:gd name="T11" fmla="*/ 41 h 162"/>
              <a:gd name="T12" fmla="*/ 220 w 277"/>
              <a:gd name="T13" fmla="*/ 41 h 162"/>
              <a:gd name="T14" fmla="*/ 229 w 277"/>
              <a:gd name="T15" fmla="*/ 41 h 162"/>
              <a:gd name="T16" fmla="*/ 277 w 277"/>
              <a:gd name="T17" fmla="*/ 89 h 162"/>
              <a:gd name="T18" fmla="*/ 229 w 277"/>
              <a:gd name="T19" fmla="*/ 138 h 162"/>
              <a:gd name="T20" fmla="*/ 206 w 277"/>
              <a:gd name="T21" fmla="*/ 133 h 162"/>
              <a:gd name="T22" fmla="*/ 162 w 277"/>
              <a:gd name="T23" fmla="*/ 162 h 162"/>
              <a:gd name="T24" fmla="*/ 122 w 277"/>
              <a:gd name="T25" fmla="*/ 139 h 162"/>
              <a:gd name="T26" fmla="*/ 102 w 277"/>
              <a:gd name="T27" fmla="*/ 142 h 162"/>
              <a:gd name="T28" fmla="*/ 69 w 277"/>
              <a:gd name="T29" fmla="*/ 132 h 162"/>
              <a:gd name="T30" fmla="*/ 39 w 277"/>
              <a:gd name="T31" fmla="*/ 147 h 162"/>
              <a:gd name="T32" fmla="*/ 0 w 277"/>
              <a:gd name="T33" fmla="*/ 107 h 162"/>
              <a:gd name="T34" fmla="*/ 39 w 277"/>
              <a:gd name="T35" fmla="*/ 6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7" h="162">
                <a:moveTo>
                  <a:pt x="39" y="68"/>
                </a:moveTo>
                <a:cubicBezTo>
                  <a:pt x="41" y="68"/>
                  <a:pt x="43" y="68"/>
                  <a:pt x="45" y="69"/>
                </a:cubicBezTo>
                <a:cubicBezTo>
                  <a:pt x="52" y="43"/>
                  <a:pt x="75" y="24"/>
                  <a:pt x="102" y="24"/>
                </a:cubicBezTo>
                <a:cubicBezTo>
                  <a:pt x="117" y="24"/>
                  <a:pt x="130" y="29"/>
                  <a:pt x="140" y="38"/>
                </a:cubicBezTo>
                <a:cubicBezTo>
                  <a:pt x="141" y="17"/>
                  <a:pt x="159" y="0"/>
                  <a:pt x="180" y="0"/>
                </a:cubicBezTo>
                <a:cubicBezTo>
                  <a:pt x="202" y="0"/>
                  <a:pt x="220" y="18"/>
                  <a:pt x="220" y="41"/>
                </a:cubicBezTo>
                <a:cubicBezTo>
                  <a:pt x="220" y="41"/>
                  <a:pt x="220" y="41"/>
                  <a:pt x="220" y="41"/>
                </a:cubicBezTo>
                <a:cubicBezTo>
                  <a:pt x="223" y="41"/>
                  <a:pt x="226" y="41"/>
                  <a:pt x="229" y="41"/>
                </a:cubicBezTo>
                <a:cubicBezTo>
                  <a:pt x="255" y="41"/>
                  <a:pt x="277" y="63"/>
                  <a:pt x="277" y="89"/>
                </a:cubicBezTo>
                <a:cubicBezTo>
                  <a:pt x="277" y="116"/>
                  <a:pt x="255" y="138"/>
                  <a:pt x="229" y="138"/>
                </a:cubicBezTo>
                <a:cubicBezTo>
                  <a:pt x="220" y="138"/>
                  <a:pt x="213" y="136"/>
                  <a:pt x="206" y="133"/>
                </a:cubicBezTo>
                <a:cubicBezTo>
                  <a:pt x="199" y="150"/>
                  <a:pt x="182" y="162"/>
                  <a:pt x="162" y="162"/>
                </a:cubicBezTo>
                <a:cubicBezTo>
                  <a:pt x="145" y="162"/>
                  <a:pt x="130" y="153"/>
                  <a:pt x="122" y="139"/>
                </a:cubicBezTo>
                <a:cubicBezTo>
                  <a:pt x="116" y="141"/>
                  <a:pt x="109" y="142"/>
                  <a:pt x="102" y="142"/>
                </a:cubicBezTo>
                <a:cubicBezTo>
                  <a:pt x="90" y="142"/>
                  <a:pt x="79" y="139"/>
                  <a:pt x="69" y="132"/>
                </a:cubicBezTo>
                <a:cubicBezTo>
                  <a:pt x="62" y="141"/>
                  <a:pt x="51" y="147"/>
                  <a:pt x="39" y="147"/>
                </a:cubicBezTo>
                <a:cubicBezTo>
                  <a:pt x="17" y="147"/>
                  <a:pt x="0" y="129"/>
                  <a:pt x="0" y="107"/>
                </a:cubicBezTo>
                <a:cubicBezTo>
                  <a:pt x="0" y="86"/>
                  <a:pt x="17" y="68"/>
                  <a:pt x="39" y="68"/>
                </a:cubicBezTo>
                <a:close/>
              </a:path>
            </a:pathLst>
          </a:custGeom>
          <a:solidFill>
            <a:schemeClr val="bg1">
              <a:alpha val="70000"/>
            </a:schemeClr>
          </a:solidFill>
          <a:ln>
            <a:noFill/>
          </a:ln>
        </p:spPr>
        <p:txBody>
          <a:bodyPr vert="horz" wrap="square" lIns="109728" tIns="54864" rIns="109728" bIns="54864" numCol="1" anchor="t" anchorCtr="0" compatLnSpc="1">
            <a:prstTxWarp prst="textNoShape">
              <a:avLst/>
            </a:prstTxWarp>
          </a:bodyPr>
          <a:lstStyle/>
          <a:p>
            <a:pPr defTabSz="486044" fontAlgn="auto">
              <a:spcBef>
                <a:spcPts val="0"/>
              </a:spcBef>
              <a:spcAft>
                <a:spcPts val="0"/>
              </a:spcAft>
            </a:pPr>
            <a:endParaRPr lang="id-ID" sz="1920">
              <a:solidFill>
                <a:prstClr val="black"/>
              </a:solidFill>
              <a:latin typeface="Calibri"/>
              <a:cs typeface="+mn-cs"/>
            </a:endParaRPr>
          </a:p>
        </p:txBody>
      </p:sp>
      <p:sp>
        <p:nvSpPr>
          <p:cNvPr id="13" name="Freeform 35"/>
          <p:cNvSpPr>
            <a:spLocks/>
          </p:cNvSpPr>
          <p:nvPr userDrawn="1"/>
        </p:nvSpPr>
        <p:spPr bwMode="auto">
          <a:xfrm flipH="1">
            <a:off x="7902339" y="3717698"/>
            <a:ext cx="3522952" cy="1866784"/>
          </a:xfrm>
          <a:custGeom>
            <a:avLst/>
            <a:gdLst>
              <a:gd name="T0" fmla="*/ 39 w 277"/>
              <a:gd name="T1" fmla="*/ 68 h 162"/>
              <a:gd name="T2" fmla="*/ 45 w 277"/>
              <a:gd name="T3" fmla="*/ 69 h 162"/>
              <a:gd name="T4" fmla="*/ 102 w 277"/>
              <a:gd name="T5" fmla="*/ 24 h 162"/>
              <a:gd name="T6" fmla="*/ 140 w 277"/>
              <a:gd name="T7" fmla="*/ 38 h 162"/>
              <a:gd name="T8" fmla="*/ 180 w 277"/>
              <a:gd name="T9" fmla="*/ 0 h 162"/>
              <a:gd name="T10" fmla="*/ 220 w 277"/>
              <a:gd name="T11" fmla="*/ 41 h 162"/>
              <a:gd name="T12" fmla="*/ 220 w 277"/>
              <a:gd name="T13" fmla="*/ 41 h 162"/>
              <a:gd name="T14" fmla="*/ 229 w 277"/>
              <a:gd name="T15" fmla="*/ 41 h 162"/>
              <a:gd name="T16" fmla="*/ 277 w 277"/>
              <a:gd name="T17" fmla="*/ 89 h 162"/>
              <a:gd name="T18" fmla="*/ 229 w 277"/>
              <a:gd name="T19" fmla="*/ 138 h 162"/>
              <a:gd name="T20" fmla="*/ 206 w 277"/>
              <a:gd name="T21" fmla="*/ 133 h 162"/>
              <a:gd name="T22" fmla="*/ 162 w 277"/>
              <a:gd name="T23" fmla="*/ 162 h 162"/>
              <a:gd name="T24" fmla="*/ 122 w 277"/>
              <a:gd name="T25" fmla="*/ 139 h 162"/>
              <a:gd name="T26" fmla="*/ 102 w 277"/>
              <a:gd name="T27" fmla="*/ 142 h 162"/>
              <a:gd name="T28" fmla="*/ 69 w 277"/>
              <a:gd name="T29" fmla="*/ 132 h 162"/>
              <a:gd name="T30" fmla="*/ 39 w 277"/>
              <a:gd name="T31" fmla="*/ 147 h 162"/>
              <a:gd name="T32" fmla="*/ 0 w 277"/>
              <a:gd name="T33" fmla="*/ 107 h 162"/>
              <a:gd name="T34" fmla="*/ 39 w 277"/>
              <a:gd name="T35" fmla="*/ 6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7" h="162">
                <a:moveTo>
                  <a:pt x="39" y="68"/>
                </a:moveTo>
                <a:cubicBezTo>
                  <a:pt x="41" y="68"/>
                  <a:pt x="43" y="68"/>
                  <a:pt x="45" y="69"/>
                </a:cubicBezTo>
                <a:cubicBezTo>
                  <a:pt x="52" y="43"/>
                  <a:pt x="75" y="24"/>
                  <a:pt x="102" y="24"/>
                </a:cubicBezTo>
                <a:cubicBezTo>
                  <a:pt x="117" y="24"/>
                  <a:pt x="130" y="29"/>
                  <a:pt x="140" y="38"/>
                </a:cubicBezTo>
                <a:cubicBezTo>
                  <a:pt x="141" y="17"/>
                  <a:pt x="159" y="0"/>
                  <a:pt x="180" y="0"/>
                </a:cubicBezTo>
                <a:cubicBezTo>
                  <a:pt x="202" y="0"/>
                  <a:pt x="220" y="18"/>
                  <a:pt x="220" y="41"/>
                </a:cubicBezTo>
                <a:cubicBezTo>
                  <a:pt x="220" y="41"/>
                  <a:pt x="220" y="41"/>
                  <a:pt x="220" y="41"/>
                </a:cubicBezTo>
                <a:cubicBezTo>
                  <a:pt x="223" y="41"/>
                  <a:pt x="226" y="41"/>
                  <a:pt x="229" y="41"/>
                </a:cubicBezTo>
                <a:cubicBezTo>
                  <a:pt x="255" y="41"/>
                  <a:pt x="277" y="63"/>
                  <a:pt x="277" y="89"/>
                </a:cubicBezTo>
                <a:cubicBezTo>
                  <a:pt x="277" y="116"/>
                  <a:pt x="255" y="138"/>
                  <a:pt x="229" y="138"/>
                </a:cubicBezTo>
                <a:cubicBezTo>
                  <a:pt x="220" y="138"/>
                  <a:pt x="213" y="136"/>
                  <a:pt x="206" y="133"/>
                </a:cubicBezTo>
                <a:cubicBezTo>
                  <a:pt x="199" y="150"/>
                  <a:pt x="182" y="162"/>
                  <a:pt x="162" y="162"/>
                </a:cubicBezTo>
                <a:cubicBezTo>
                  <a:pt x="145" y="162"/>
                  <a:pt x="130" y="153"/>
                  <a:pt x="122" y="139"/>
                </a:cubicBezTo>
                <a:cubicBezTo>
                  <a:pt x="116" y="141"/>
                  <a:pt x="109" y="142"/>
                  <a:pt x="102" y="142"/>
                </a:cubicBezTo>
                <a:cubicBezTo>
                  <a:pt x="90" y="142"/>
                  <a:pt x="79" y="139"/>
                  <a:pt x="69" y="132"/>
                </a:cubicBezTo>
                <a:cubicBezTo>
                  <a:pt x="62" y="141"/>
                  <a:pt x="51" y="147"/>
                  <a:pt x="39" y="147"/>
                </a:cubicBezTo>
                <a:cubicBezTo>
                  <a:pt x="17" y="147"/>
                  <a:pt x="0" y="129"/>
                  <a:pt x="0" y="107"/>
                </a:cubicBezTo>
                <a:cubicBezTo>
                  <a:pt x="0" y="86"/>
                  <a:pt x="17" y="68"/>
                  <a:pt x="39" y="68"/>
                </a:cubicBezTo>
                <a:close/>
              </a:path>
            </a:pathLst>
          </a:custGeom>
          <a:solidFill>
            <a:schemeClr val="bg1">
              <a:alpha val="70000"/>
            </a:schemeClr>
          </a:solidFill>
          <a:ln>
            <a:noFill/>
          </a:ln>
        </p:spPr>
        <p:txBody>
          <a:bodyPr vert="horz" wrap="square" lIns="109728" tIns="54864" rIns="109728" bIns="54864" numCol="1" anchor="t" anchorCtr="0" compatLnSpc="1">
            <a:prstTxWarp prst="textNoShape">
              <a:avLst/>
            </a:prstTxWarp>
          </a:bodyPr>
          <a:lstStyle/>
          <a:p>
            <a:pPr defTabSz="486044" fontAlgn="auto">
              <a:spcBef>
                <a:spcPts val="0"/>
              </a:spcBef>
              <a:spcAft>
                <a:spcPts val="0"/>
              </a:spcAft>
            </a:pPr>
            <a:endParaRPr lang="id-ID" sz="1920">
              <a:solidFill>
                <a:prstClr val="black"/>
              </a:solidFill>
              <a:latin typeface="Calibri"/>
              <a:cs typeface="+mn-cs"/>
            </a:endParaRPr>
          </a:p>
        </p:txBody>
      </p:sp>
      <p:sp>
        <p:nvSpPr>
          <p:cNvPr id="14" name="Rounded Rectangle 13"/>
          <p:cNvSpPr/>
          <p:nvPr userDrawn="1"/>
        </p:nvSpPr>
        <p:spPr>
          <a:xfrm>
            <a:off x="11573937" y="324580"/>
            <a:ext cx="366184" cy="284632"/>
          </a:xfrm>
          <a:prstGeom prst="roundRect">
            <a:avLst>
              <a:gd name="adj" fmla="val 21739"/>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14068" tIns="57035" rIns="114068" bIns="57035" rtlCol="0" anchor="ctr"/>
          <a:lstStyle/>
          <a:p>
            <a:pPr algn="ctr" defTabSz="486044" fontAlgn="auto">
              <a:spcBef>
                <a:spcPts val="0"/>
              </a:spcBef>
              <a:spcAft>
                <a:spcPts val="0"/>
              </a:spcAft>
            </a:pPr>
            <a:endParaRPr lang="en-US" sz="1920" dirty="0">
              <a:solidFill>
                <a:srgbClr val="7F7F7F"/>
              </a:solidFill>
            </a:endParaRPr>
          </a:p>
        </p:txBody>
      </p:sp>
      <p:sp>
        <p:nvSpPr>
          <p:cNvPr id="15" name="TextBox 14"/>
          <p:cNvSpPr txBox="1"/>
          <p:nvPr userDrawn="1"/>
        </p:nvSpPr>
        <p:spPr>
          <a:xfrm flipH="1">
            <a:off x="11658948" y="316115"/>
            <a:ext cx="194387" cy="293098"/>
          </a:xfrm>
          <a:prstGeom prst="rect">
            <a:avLst/>
          </a:prstGeom>
          <a:noFill/>
        </p:spPr>
        <p:txBody>
          <a:bodyPr wrap="none" lIns="0" tIns="0" rIns="0" bIns="0" rtlCol="0" anchor="ctr" anchorCtr="1">
            <a:normAutofit/>
          </a:bodyPr>
          <a:lstStyle/>
          <a:p>
            <a:pPr algn="ctr" defTabSz="486044" fontAlgn="auto">
              <a:spcBef>
                <a:spcPts val="0"/>
              </a:spcBef>
              <a:spcAft>
                <a:spcPts val="0"/>
              </a:spcAft>
            </a:pPr>
            <a:fld id="{FCEE2C88-6C8F-484D-AF69-578F576B1F44}" type="slidenum">
              <a:rPr lang="en-US" sz="1080" smtClean="0">
                <a:solidFill>
                  <a:prstClr val="white"/>
                </a:solidFill>
                <a:latin typeface="Arial"/>
                <a:cs typeface="Arial"/>
              </a:rPr>
              <a:pPr algn="ctr" defTabSz="486044" fontAlgn="auto">
                <a:spcBef>
                  <a:spcPts val="0"/>
                </a:spcBef>
                <a:spcAft>
                  <a:spcPts val="0"/>
                </a:spcAft>
              </a:pPr>
              <a:t>‹#›</a:t>
            </a:fld>
            <a:endParaRPr lang="en-US" sz="1080" dirty="0">
              <a:solidFill>
                <a:prstClr val="white"/>
              </a:solidFill>
              <a:latin typeface="Arial"/>
              <a:cs typeface="Arial"/>
            </a:endParaRPr>
          </a:p>
        </p:txBody>
      </p:sp>
    </p:spTree>
    <p:extLst>
      <p:ext uri="{BB962C8B-B14F-4D97-AF65-F5344CB8AC3E}">
        <p14:creationId xmlns:p14="http://schemas.microsoft.com/office/powerpoint/2010/main" val="9443010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16">
                                            <p:txEl>
                                              <p:pRg st="0" end="0"/>
                                            </p:txEl>
                                          </p:spTgt>
                                        </p:tgtEl>
                                        <p:attrNameLst>
                                          <p:attrName>style.visibility</p:attrName>
                                        </p:attrNameLst>
                                      </p:cBhvr>
                                      <p:to>
                                        <p:strVal val="visible"/>
                                      </p:to>
                                    </p:set>
                                    <p:animEffect transition="in" filter="fade">
                                      <p:cBhvr>
                                        <p:cTn id="7" dur="400"/>
                                        <p:tgtEl>
                                          <p:spTgt spid="16">
                                            <p:txEl>
                                              <p:pRg st="0" end="0"/>
                                            </p:txEl>
                                          </p:spTgt>
                                        </p:tgtEl>
                                      </p:cBhvr>
                                    </p:animEffect>
                                    <p:anim calcmode="lin" valueType="num">
                                      <p:cBhvr>
                                        <p:cTn id="8" dur="4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16">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17">
                                            <p:txEl>
                                              <p:pRg st="0" end="0"/>
                                            </p:txEl>
                                          </p:spTgt>
                                        </p:tgtEl>
                                        <p:attrNameLst>
                                          <p:attrName>style.visibility</p:attrName>
                                        </p:attrNameLst>
                                      </p:cBhvr>
                                      <p:to>
                                        <p:strVal val="visible"/>
                                      </p:to>
                                    </p:set>
                                    <p:animEffect transition="in" filter="fade">
                                      <p:cBhvr>
                                        <p:cTn id="12" dur="500"/>
                                        <p:tgtEl>
                                          <p:spTgt spid="17">
                                            <p:txEl>
                                              <p:pRg st="0" end="0"/>
                                            </p:txEl>
                                          </p:spTgt>
                                        </p:tgtEl>
                                      </p:cBhvr>
                                    </p:animEffect>
                                    <p:anim calcmode="lin" valueType="num">
                                      <p:cBhvr>
                                        <p:cTn id="13"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17">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18">
                                            <p:txEl>
                                              <p:pRg st="0" end="0"/>
                                            </p:txEl>
                                          </p:spTgt>
                                        </p:tgtEl>
                                        <p:attrNameLst>
                                          <p:attrName>style.visibility</p:attrName>
                                        </p:attrNameLst>
                                      </p:cBhvr>
                                      <p:to>
                                        <p:strVal val="visible"/>
                                      </p:to>
                                    </p:set>
                                    <p:animEffect transition="in" filter="fade">
                                      <p:cBhvr>
                                        <p:cTn id="17" dur="500"/>
                                        <p:tgtEl>
                                          <p:spTgt spid="18">
                                            <p:txEl>
                                              <p:pRg st="0" end="0"/>
                                            </p:txEl>
                                          </p:spTgt>
                                        </p:tgtEl>
                                      </p:cBhvr>
                                    </p:animEffect>
                                  </p:childTnLst>
                                </p:cTn>
                              </p:par>
                            </p:childTnLst>
                          </p:cTn>
                        </p:par>
                        <p:par>
                          <p:cTn id="18" fill="hold">
                            <p:stCondLst>
                              <p:cond delay="1300"/>
                            </p:stCondLst>
                            <p:childTnLst>
                              <p:par>
                                <p:cTn id="19" presetID="10" presetClass="entr" presetSubtype="0" fill="hold" grpId="0" nodeType="after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childTnLst>
                          </p:cTn>
                        </p:par>
                        <p:par>
                          <p:cTn id="22" fill="hold">
                            <p:stCondLst>
                              <p:cond delay="1800"/>
                            </p:stCondLst>
                            <p:childTnLst>
                              <p:par>
                                <p:cTn id="23" presetID="10" presetClass="entr" presetSubtype="0" fill="hold" grpId="0" nodeType="after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53" presetClass="entr" presetSubtype="16" fill="hold" grpId="0" nodeType="withEffect">
                                  <p:stCondLst>
                                    <p:cond delay="200"/>
                                  </p:stCondLst>
                                  <p:childTnLst>
                                    <p:set>
                                      <p:cBhvr>
                                        <p:cTn id="27" dur="1" fill="hold">
                                          <p:stCondLst>
                                            <p:cond delay="0"/>
                                          </p:stCondLst>
                                        </p:cTn>
                                        <p:tgtEl>
                                          <p:spTgt spid="14"/>
                                        </p:tgtEl>
                                        <p:attrNameLst>
                                          <p:attrName>style.visibility</p:attrName>
                                        </p:attrNameLst>
                                      </p:cBhvr>
                                      <p:to>
                                        <p:strVal val="visible"/>
                                      </p:to>
                                    </p:set>
                                    <p:anim calcmode="lin" valueType="num">
                                      <p:cBhvr>
                                        <p:cTn id="28" dur="300" fill="hold"/>
                                        <p:tgtEl>
                                          <p:spTgt spid="14"/>
                                        </p:tgtEl>
                                        <p:attrNameLst>
                                          <p:attrName>ppt_w</p:attrName>
                                        </p:attrNameLst>
                                      </p:cBhvr>
                                      <p:tavLst>
                                        <p:tav tm="0">
                                          <p:val>
                                            <p:fltVal val="0"/>
                                          </p:val>
                                        </p:tav>
                                        <p:tav tm="100000">
                                          <p:val>
                                            <p:strVal val="#ppt_w"/>
                                          </p:val>
                                        </p:tav>
                                      </p:tavLst>
                                    </p:anim>
                                    <p:anim calcmode="lin" valueType="num">
                                      <p:cBhvr>
                                        <p:cTn id="29" dur="300" fill="hold"/>
                                        <p:tgtEl>
                                          <p:spTgt spid="14"/>
                                        </p:tgtEl>
                                        <p:attrNameLst>
                                          <p:attrName>ppt_h</p:attrName>
                                        </p:attrNameLst>
                                      </p:cBhvr>
                                      <p:tavLst>
                                        <p:tav tm="0">
                                          <p:val>
                                            <p:fltVal val="0"/>
                                          </p:val>
                                        </p:tav>
                                        <p:tav tm="100000">
                                          <p:val>
                                            <p:strVal val="#ppt_h"/>
                                          </p:val>
                                        </p:tav>
                                      </p:tavLst>
                                    </p:anim>
                                    <p:animEffect transition="in" filter="fade">
                                      <p:cBhvr>
                                        <p:cTn id="30" dur="3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build="p">
        <p:tmplLst>
          <p:tmpl lvl="1">
            <p:tnLst>
              <p:par>
                <p:cTn presetID="42" presetClass="entr" presetSubtype="0" fill="hold" nodeType="withEffect">
                  <p:stCondLst>
                    <p:cond delay="200"/>
                  </p:stCondLst>
                  <p:childTnLst>
                    <p:set>
                      <p:cBhvr>
                        <p:cTn dur="1" fill="hold">
                          <p:stCondLst>
                            <p:cond delay="0"/>
                          </p:stCondLst>
                        </p:cTn>
                        <p:tgtEl>
                          <p:spTgt spid="16"/>
                        </p:tgtEl>
                        <p:attrNameLst>
                          <p:attrName>style.visibility</p:attrName>
                        </p:attrNameLst>
                      </p:cBhvr>
                      <p:to>
                        <p:strVal val="visible"/>
                      </p:to>
                    </p:set>
                    <p:animEffect transition="in" filter="fade">
                      <p:cBhvr>
                        <p:cTn dur="400"/>
                        <p:tgtEl>
                          <p:spTgt spid="16"/>
                        </p:tgtEl>
                      </p:cBhvr>
                    </p:animEffect>
                    <p:anim calcmode="lin" valueType="num">
                      <p:cBhvr>
                        <p:cTn dur="400" fill="hold"/>
                        <p:tgtEl>
                          <p:spTgt spid="16"/>
                        </p:tgtEl>
                        <p:attrNameLst>
                          <p:attrName>ppt_x</p:attrName>
                        </p:attrNameLst>
                      </p:cBhvr>
                      <p:tavLst>
                        <p:tav tm="0">
                          <p:val>
                            <p:strVal val="#ppt_x"/>
                          </p:val>
                        </p:tav>
                        <p:tav tm="100000">
                          <p:val>
                            <p:strVal val="#ppt_x"/>
                          </p:val>
                        </p:tav>
                      </p:tavLst>
                    </p:anim>
                    <p:anim calcmode="lin" valueType="num">
                      <p:cBhvr>
                        <p:cTn dur="4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42" presetClass="entr" presetSubtype="0" fill="hold" nodeType="withEffect">
                  <p:stCondLst>
                    <p:cond delay="20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anim calcmode="lin" valueType="num">
                      <p:cBhvr>
                        <p:cTn dur="500" fill="hold"/>
                        <p:tgtEl>
                          <p:spTgt spid="17"/>
                        </p:tgtEl>
                        <p:attrNameLst>
                          <p:attrName>ppt_x</p:attrName>
                        </p:attrNameLst>
                      </p:cBhvr>
                      <p:tavLst>
                        <p:tav tm="0">
                          <p:val>
                            <p:strVal val="#ppt_x"/>
                          </p:val>
                        </p:tav>
                        <p:tav tm="100000">
                          <p:val>
                            <p:strVal val="#ppt_x"/>
                          </p:val>
                        </p:tav>
                      </p:tavLst>
                    </p:anim>
                    <p:anim calcmode="lin" valueType="num">
                      <p:cBhvr>
                        <p:cTn dur="500" fill="hold"/>
                        <p:tgtEl>
                          <p:spTgt spid="17"/>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10" presetClass="entr" presetSubtype="0" fill="hold" nodeType="withEffect">
                  <p:stCondLst>
                    <p:cond delay="80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1" grpId="0" animBg="1"/>
      <p:bldP spid="13" grpId="0" animBg="1"/>
      <p:bldP spid="14" grpId="0" animBg="1"/>
    </p:bldLst>
  </p:timing>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Breack Section ">
    <p:spTree>
      <p:nvGrpSpPr>
        <p:cNvPr id="1" name=""/>
        <p:cNvGrpSpPr/>
        <p:nvPr/>
      </p:nvGrpSpPr>
      <p:grpSpPr>
        <a:xfrm>
          <a:off x="0" y="0"/>
          <a:ext cx="0" cy="0"/>
          <a:chOff x="0" y="0"/>
          <a:chExt cx="0" cy="0"/>
        </a:xfrm>
      </p:grpSpPr>
      <p:sp>
        <p:nvSpPr>
          <p:cNvPr id="12" name="Picture Placeholder 2"/>
          <p:cNvSpPr>
            <a:spLocks noGrp="1"/>
          </p:cNvSpPr>
          <p:nvPr>
            <p:ph type="pic" sz="quarter" idx="48"/>
          </p:nvPr>
        </p:nvSpPr>
        <p:spPr>
          <a:xfrm rot="10800000">
            <a:off x="0" y="-66037"/>
            <a:ext cx="12232216" cy="6924037"/>
          </a:xfrm>
          <a:custGeom>
            <a:avLst/>
            <a:gdLst>
              <a:gd name="connsiteX0" fmla="*/ 0 w 3903662"/>
              <a:gd name="connsiteY0" fmla="*/ 0 h 3433231"/>
              <a:gd name="connsiteX1" fmla="*/ 3903662 w 3903662"/>
              <a:gd name="connsiteY1" fmla="*/ 0 h 3433231"/>
              <a:gd name="connsiteX2" fmla="*/ 3903662 w 3903662"/>
              <a:gd name="connsiteY2" fmla="*/ 3433231 h 3433231"/>
              <a:gd name="connsiteX3" fmla="*/ 0 w 3903662"/>
              <a:gd name="connsiteY3" fmla="*/ 3433231 h 3433231"/>
              <a:gd name="connsiteX4" fmla="*/ 0 w 3903662"/>
              <a:gd name="connsiteY4" fmla="*/ 0 h 3433231"/>
              <a:gd name="connsiteX0" fmla="*/ 0 w 9174162"/>
              <a:gd name="connsiteY0" fmla="*/ 2336800 h 5770031"/>
              <a:gd name="connsiteX1" fmla="*/ 9174162 w 9174162"/>
              <a:gd name="connsiteY1" fmla="*/ 0 h 5770031"/>
              <a:gd name="connsiteX2" fmla="*/ 3903662 w 9174162"/>
              <a:gd name="connsiteY2" fmla="*/ 5770031 h 5770031"/>
              <a:gd name="connsiteX3" fmla="*/ 0 w 9174162"/>
              <a:gd name="connsiteY3" fmla="*/ 5770031 h 5770031"/>
              <a:gd name="connsiteX4" fmla="*/ 0 w 9174162"/>
              <a:gd name="connsiteY4" fmla="*/ 2336800 h 5770031"/>
              <a:gd name="connsiteX0" fmla="*/ 0 w 9174162"/>
              <a:gd name="connsiteY0" fmla="*/ 2415109 h 5848340"/>
              <a:gd name="connsiteX1" fmla="*/ 9174162 w 9174162"/>
              <a:gd name="connsiteY1" fmla="*/ 78309 h 5848340"/>
              <a:gd name="connsiteX2" fmla="*/ 3903662 w 9174162"/>
              <a:gd name="connsiteY2" fmla="*/ 5848340 h 5848340"/>
              <a:gd name="connsiteX3" fmla="*/ 0 w 9174162"/>
              <a:gd name="connsiteY3" fmla="*/ 5848340 h 5848340"/>
              <a:gd name="connsiteX4" fmla="*/ 0 w 9174162"/>
              <a:gd name="connsiteY4" fmla="*/ 2415109 h 5848340"/>
              <a:gd name="connsiteX0" fmla="*/ 0 w 9174162"/>
              <a:gd name="connsiteY0" fmla="*/ 2393036 h 5826267"/>
              <a:gd name="connsiteX1" fmla="*/ 9174162 w 9174162"/>
              <a:gd name="connsiteY1" fmla="*/ 56236 h 5826267"/>
              <a:gd name="connsiteX2" fmla="*/ 3903662 w 9174162"/>
              <a:gd name="connsiteY2" fmla="*/ 5826267 h 5826267"/>
              <a:gd name="connsiteX3" fmla="*/ 0 w 9174162"/>
              <a:gd name="connsiteY3" fmla="*/ 5826267 h 5826267"/>
              <a:gd name="connsiteX4" fmla="*/ 0 w 9174162"/>
              <a:gd name="connsiteY4" fmla="*/ 2393036 h 5826267"/>
              <a:gd name="connsiteX0" fmla="*/ 0 w 9174162"/>
              <a:gd name="connsiteY0" fmla="*/ 2393036 h 5826267"/>
              <a:gd name="connsiteX1" fmla="*/ 9174162 w 9174162"/>
              <a:gd name="connsiteY1" fmla="*/ 56236 h 5826267"/>
              <a:gd name="connsiteX2" fmla="*/ 3903662 w 9174162"/>
              <a:gd name="connsiteY2" fmla="*/ 5826267 h 5826267"/>
              <a:gd name="connsiteX3" fmla="*/ 0 w 9174162"/>
              <a:gd name="connsiteY3" fmla="*/ 5826267 h 5826267"/>
              <a:gd name="connsiteX4" fmla="*/ 0 w 9174162"/>
              <a:gd name="connsiteY4" fmla="*/ 2393036 h 5826267"/>
              <a:gd name="connsiteX0" fmla="*/ 0 w 9174162"/>
              <a:gd name="connsiteY0" fmla="*/ 2336800 h 5770031"/>
              <a:gd name="connsiteX1" fmla="*/ 9174162 w 9174162"/>
              <a:gd name="connsiteY1" fmla="*/ 0 h 5770031"/>
              <a:gd name="connsiteX2" fmla="*/ 3903662 w 9174162"/>
              <a:gd name="connsiteY2" fmla="*/ 5770031 h 5770031"/>
              <a:gd name="connsiteX3" fmla="*/ 0 w 9174162"/>
              <a:gd name="connsiteY3" fmla="*/ 5770031 h 5770031"/>
              <a:gd name="connsiteX4" fmla="*/ 0 w 9174162"/>
              <a:gd name="connsiteY4" fmla="*/ 2336800 h 5770031"/>
              <a:gd name="connsiteX0" fmla="*/ 0 w 9174162"/>
              <a:gd name="connsiteY0" fmla="*/ 2336800 h 5770031"/>
              <a:gd name="connsiteX1" fmla="*/ 9174162 w 9174162"/>
              <a:gd name="connsiteY1" fmla="*/ 0 h 5770031"/>
              <a:gd name="connsiteX2" fmla="*/ 5935662 w 9174162"/>
              <a:gd name="connsiteY2" fmla="*/ 5757331 h 5770031"/>
              <a:gd name="connsiteX3" fmla="*/ 0 w 9174162"/>
              <a:gd name="connsiteY3" fmla="*/ 5770031 h 5770031"/>
              <a:gd name="connsiteX4" fmla="*/ 0 w 9174162"/>
              <a:gd name="connsiteY4" fmla="*/ 2336800 h 5770031"/>
              <a:gd name="connsiteX0" fmla="*/ 0 w 9174162"/>
              <a:gd name="connsiteY0" fmla="*/ 2336800 h 5770031"/>
              <a:gd name="connsiteX1" fmla="*/ 9174162 w 9174162"/>
              <a:gd name="connsiteY1" fmla="*/ 0 h 5770031"/>
              <a:gd name="connsiteX2" fmla="*/ 5935662 w 9174162"/>
              <a:gd name="connsiteY2" fmla="*/ 5757331 h 5770031"/>
              <a:gd name="connsiteX3" fmla="*/ 0 w 9174162"/>
              <a:gd name="connsiteY3" fmla="*/ 5770031 h 5770031"/>
              <a:gd name="connsiteX4" fmla="*/ 0 w 9174162"/>
              <a:gd name="connsiteY4" fmla="*/ 2336800 h 5770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74162" h="5770031">
                <a:moveTo>
                  <a:pt x="0" y="2336800"/>
                </a:moveTo>
                <a:cubicBezTo>
                  <a:pt x="5191654" y="2548467"/>
                  <a:pt x="8097308" y="512233"/>
                  <a:pt x="9174162" y="0"/>
                </a:cubicBezTo>
                <a:cubicBezTo>
                  <a:pt x="7671329" y="1351844"/>
                  <a:pt x="6651095" y="1738487"/>
                  <a:pt x="5935662" y="5757331"/>
                </a:cubicBezTo>
                <a:lnTo>
                  <a:pt x="0" y="5770031"/>
                </a:lnTo>
                <a:lnTo>
                  <a:pt x="0" y="2336800"/>
                </a:lnTo>
                <a:close/>
              </a:path>
            </a:pathLst>
          </a:cu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16" name="Text Placeholder 7"/>
          <p:cNvSpPr>
            <a:spLocks noGrp="1"/>
          </p:cNvSpPr>
          <p:nvPr>
            <p:ph type="body" sz="quarter" idx="40" hasCustomPrompt="1"/>
          </p:nvPr>
        </p:nvSpPr>
        <p:spPr>
          <a:xfrm>
            <a:off x="5954186" y="4950033"/>
            <a:ext cx="5391148" cy="431780"/>
          </a:xfrm>
          <a:prstGeom prst="rect">
            <a:avLst/>
          </a:prstGeom>
        </p:spPr>
        <p:txBody>
          <a:bodyPr vert="horz" lIns="0" tIns="40504" rIns="0" bIns="40504" anchor="ctr"/>
          <a:lstStyle>
            <a:lvl1pPr marL="0" indent="0" algn="l">
              <a:lnSpc>
                <a:spcPct val="100000"/>
              </a:lnSpc>
              <a:spcBef>
                <a:spcPts val="0"/>
              </a:spcBef>
              <a:buNone/>
              <a:defRPr sz="3000" b="1">
                <a:solidFill>
                  <a:schemeClr val="bg1"/>
                </a:solidFill>
                <a:latin typeface="Lato Light"/>
                <a:cs typeface="Lato Light"/>
              </a:defRPr>
            </a:lvl1pPr>
          </a:lstStyle>
          <a:p>
            <a:pPr lvl="0"/>
            <a:r>
              <a:rPr lang="es-ES_tradnl" dirty="0" err="1" smtClean="0"/>
              <a:t>Title</a:t>
            </a:r>
            <a:r>
              <a:rPr lang="es-ES_tradnl" dirty="0" smtClean="0"/>
              <a:t> </a:t>
            </a:r>
            <a:r>
              <a:rPr lang="es-ES_tradnl" dirty="0" err="1" smtClean="0"/>
              <a:t>Here</a:t>
            </a:r>
            <a:endParaRPr lang="es-ES_tradnl" dirty="0" smtClean="0"/>
          </a:p>
        </p:txBody>
      </p:sp>
      <p:sp>
        <p:nvSpPr>
          <p:cNvPr id="17" name="Text Placeholder 7"/>
          <p:cNvSpPr>
            <a:spLocks noGrp="1"/>
          </p:cNvSpPr>
          <p:nvPr>
            <p:ph type="body" sz="quarter" idx="41" hasCustomPrompt="1"/>
          </p:nvPr>
        </p:nvSpPr>
        <p:spPr>
          <a:xfrm>
            <a:off x="5954187" y="5416991"/>
            <a:ext cx="5391151"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r>
              <a:rPr lang="es-ES_tradnl" dirty="0" smtClean="0"/>
              <a:t> </a:t>
            </a:r>
            <a:r>
              <a:rPr lang="es-ES_tradnl" dirty="0" err="1" smtClean="0"/>
              <a:t>Here</a:t>
            </a:r>
            <a:endParaRPr lang="es-ES_tradnl" dirty="0" smtClean="0"/>
          </a:p>
        </p:txBody>
      </p:sp>
      <p:sp>
        <p:nvSpPr>
          <p:cNvPr id="18" name="Text Placeholder 2"/>
          <p:cNvSpPr>
            <a:spLocks noGrp="1"/>
          </p:cNvSpPr>
          <p:nvPr>
            <p:ph type="body" sz="quarter" idx="42" hasCustomPrompt="1"/>
          </p:nvPr>
        </p:nvSpPr>
        <p:spPr>
          <a:xfrm>
            <a:off x="5954186" y="5645441"/>
            <a:ext cx="5391149" cy="785839"/>
          </a:xfrm>
          <a:prstGeom prst="rect">
            <a:avLst/>
          </a:prstGeom>
        </p:spPr>
        <p:txBody>
          <a:bodyPr vert="horz" lIns="0" tIns="0" rIns="0" bIns="0"/>
          <a:lstStyle>
            <a:lvl1pPr marL="0" marR="0" indent="0" algn="just" defTabSz="486044" rtl="0" eaLnBrk="1" fontAlgn="auto" latinLnBrk="0" hangingPunct="1">
              <a:lnSpc>
                <a:spcPct val="130000"/>
              </a:lnSpc>
              <a:spcBef>
                <a:spcPct val="20000"/>
              </a:spcBef>
              <a:spcAft>
                <a:spcPts val="0"/>
              </a:spcAft>
              <a:buClrTx/>
              <a:buSzTx/>
              <a:buFont typeface="Arial"/>
              <a:buNone/>
              <a:tabLst/>
              <a:defRPr sz="1080">
                <a:solidFill>
                  <a:schemeClr val="bg1"/>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p:txBody>
      </p:sp>
      <p:sp>
        <p:nvSpPr>
          <p:cNvPr id="14" name="Rounded Rectangle 13"/>
          <p:cNvSpPr/>
          <p:nvPr userDrawn="1"/>
        </p:nvSpPr>
        <p:spPr>
          <a:xfrm>
            <a:off x="11573937" y="324580"/>
            <a:ext cx="366184" cy="284632"/>
          </a:xfrm>
          <a:prstGeom prst="roundRect">
            <a:avLst>
              <a:gd name="adj" fmla="val 21739"/>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14068" tIns="57035" rIns="114068" bIns="57035" rtlCol="0" anchor="ctr"/>
          <a:lstStyle/>
          <a:p>
            <a:pPr algn="ctr" defTabSz="486044" fontAlgn="auto">
              <a:spcBef>
                <a:spcPts val="0"/>
              </a:spcBef>
              <a:spcAft>
                <a:spcPts val="0"/>
              </a:spcAft>
            </a:pPr>
            <a:endParaRPr lang="en-US" sz="1920" dirty="0">
              <a:solidFill>
                <a:srgbClr val="7F7F7F"/>
              </a:solidFill>
            </a:endParaRPr>
          </a:p>
        </p:txBody>
      </p:sp>
      <p:sp>
        <p:nvSpPr>
          <p:cNvPr id="15" name="TextBox 14"/>
          <p:cNvSpPr txBox="1"/>
          <p:nvPr userDrawn="1"/>
        </p:nvSpPr>
        <p:spPr>
          <a:xfrm flipH="1">
            <a:off x="11658948" y="316115"/>
            <a:ext cx="194387" cy="293098"/>
          </a:xfrm>
          <a:prstGeom prst="rect">
            <a:avLst/>
          </a:prstGeom>
          <a:noFill/>
        </p:spPr>
        <p:txBody>
          <a:bodyPr wrap="none" lIns="0" tIns="0" rIns="0" bIns="0" rtlCol="0" anchor="ctr" anchorCtr="1">
            <a:normAutofit/>
          </a:bodyPr>
          <a:lstStyle/>
          <a:p>
            <a:pPr algn="ctr" defTabSz="486044" fontAlgn="auto">
              <a:spcBef>
                <a:spcPts val="0"/>
              </a:spcBef>
              <a:spcAft>
                <a:spcPts val="0"/>
              </a:spcAft>
            </a:pPr>
            <a:fld id="{FCEE2C88-6C8F-484D-AF69-578F576B1F44}" type="slidenum">
              <a:rPr lang="en-US" sz="1080" smtClean="0">
                <a:solidFill>
                  <a:prstClr val="white"/>
                </a:solidFill>
                <a:latin typeface="Arial"/>
                <a:cs typeface="Arial"/>
              </a:rPr>
              <a:pPr algn="ctr" defTabSz="486044" fontAlgn="auto">
                <a:spcBef>
                  <a:spcPts val="0"/>
                </a:spcBef>
                <a:spcAft>
                  <a:spcPts val="0"/>
                </a:spcAft>
              </a:pPr>
              <a:t>‹#›</a:t>
            </a:fld>
            <a:endParaRPr lang="en-US" sz="1080" dirty="0">
              <a:solidFill>
                <a:prstClr val="white"/>
              </a:solidFill>
              <a:latin typeface="Arial"/>
              <a:cs typeface="Arial"/>
            </a:endParaRPr>
          </a:p>
        </p:txBody>
      </p:sp>
    </p:spTree>
    <p:extLst>
      <p:ext uri="{BB962C8B-B14F-4D97-AF65-F5344CB8AC3E}">
        <p14:creationId xmlns:p14="http://schemas.microsoft.com/office/powerpoint/2010/main" val="11278532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16">
                                            <p:txEl>
                                              <p:pRg st="0" end="0"/>
                                            </p:txEl>
                                          </p:spTgt>
                                        </p:tgtEl>
                                        <p:attrNameLst>
                                          <p:attrName>style.visibility</p:attrName>
                                        </p:attrNameLst>
                                      </p:cBhvr>
                                      <p:to>
                                        <p:strVal val="visible"/>
                                      </p:to>
                                    </p:set>
                                    <p:animEffect transition="in" filter="fade">
                                      <p:cBhvr>
                                        <p:cTn id="7" dur="400"/>
                                        <p:tgtEl>
                                          <p:spTgt spid="16">
                                            <p:txEl>
                                              <p:pRg st="0" end="0"/>
                                            </p:txEl>
                                          </p:spTgt>
                                        </p:tgtEl>
                                      </p:cBhvr>
                                    </p:animEffect>
                                    <p:anim calcmode="lin" valueType="num">
                                      <p:cBhvr>
                                        <p:cTn id="8" dur="4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16">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17">
                                            <p:txEl>
                                              <p:pRg st="0" end="0"/>
                                            </p:txEl>
                                          </p:spTgt>
                                        </p:tgtEl>
                                        <p:attrNameLst>
                                          <p:attrName>style.visibility</p:attrName>
                                        </p:attrNameLst>
                                      </p:cBhvr>
                                      <p:to>
                                        <p:strVal val="visible"/>
                                      </p:to>
                                    </p:set>
                                    <p:animEffect transition="in" filter="fade">
                                      <p:cBhvr>
                                        <p:cTn id="12" dur="500"/>
                                        <p:tgtEl>
                                          <p:spTgt spid="17">
                                            <p:txEl>
                                              <p:pRg st="0" end="0"/>
                                            </p:txEl>
                                          </p:spTgt>
                                        </p:tgtEl>
                                      </p:cBhvr>
                                    </p:animEffect>
                                    <p:anim calcmode="lin" valueType="num">
                                      <p:cBhvr>
                                        <p:cTn id="13"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17">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18">
                                            <p:txEl>
                                              <p:pRg st="0" end="0"/>
                                            </p:txEl>
                                          </p:spTgt>
                                        </p:tgtEl>
                                        <p:attrNameLst>
                                          <p:attrName>style.visibility</p:attrName>
                                        </p:attrNameLst>
                                      </p:cBhvr>
                                      <p:to>
                                        <p:strVal val="visible"/>
                                      </p:to>
                                    </p:set>
                                    <p:animEffect transition="in" filter="fade">
                                      <p:cBhvr>
                                        <p:cTn id="17" dur="500"/>
                                        <p:tgtEl>
                                          <p:spTgt spid="18">
                                            <p:txEl>
                                              <p:pRg st="0" end="0"/>
                                            </p:txEl>
                                          </p:spTgt>
                                        </p:tgtEl>
                                      </p:cBhvr>
                                    </p:animEffect>
                                  </p:childTnLst>
                                </p:cTn>
                              </p:par>
                              <p:par>
                                <p:cTn id="18" presetID="53" presetClass="entr" presetSubtype="16" fill="hold" grpId="0" nodeType="withEffect">
                                  <p:stCondLst>
                                    <p:cond delay="200"/>
                                  </p:stCondLst>
                                  <p:childTnLst>
                                    <p:set>
                                      <p:cBhvr>
                                        <p:cTn id="19" dur="1" fill="hold">
                                          <p:stCondLst>
                                            <p:cond delay="0"/>
                                          </p:stCondLst>
                                        </p:cTn>
                                        <p:tgtEl>
                                          <p:spTgt spid="14"/>
                                        </p:tgtEl>
                                        <p:attrNameLst>
                                          <p:attrName>style.visibility</p:attrName>
                                        </p:attrNameLst>
                                      </p:cBhvr>
                                      <p:to>
                                        <p:strVal val="visible"/>
                                      </p:to>
                                    </p:set>
                                    <p:anim calcmode="lin" valueType="num">
                                      <p:cBhvr>
                                        <p:cTn id="20" dur="300" fill="hold"/>
                                        <p:tgtEl>
                                          <p:spTgt spid="14"/>
                                        </p:tgtEl>
                                        <p:attrNameLst>
                                          <p:attrName>ppt_w</p:attrName>
                                        </p:attrNameLst>
                                      </p:cBhvr>
                                      <p:tavLst>
                                        <p:tav tm="0">
                                          <p:val>
                                            <p:fltVal val="0"/>
                                          </p:val>
                                        </p:tav>
                                        <p:tav tm="100000">
                                          <p:val>
                                            <p:strVal val="#ppt_w"/>
                                          </p:val>
                                        </p:tav>
                                      </p:tavLst>
                                    </p:anim>
                                    <p:anim calcmode="lin" valueType="num">
                                      <p:cBhvr>
                                        <p:cTn id="21" dur="300" fill="hold"/>
                                        <p:tgtEl>
                                          <p:spTgt spid="14"/>
                                        </p:tgtEl>
                                        <p:attrNameLst>
                                          <p:attrName>ppt_h</p:attrName>
                                        </p:attrNameLst>
                                      </p:cBhvr>
                                      <p:tavLst>
                                        <p:tav tm="0">
                                          <p:val>
                                            <p:fltVal val="0"/>
                                          </p:val>
                                        </p:tav>
                                        <p:tav tm="100000">
                                          <p:val>
                                            <p:strVal val="#ppt_h"/>
                                          </p:val>
                                        </p:tav>
                                      </p:tavLst>
                                    </p:anim>
                                    <p:animEffect transition="in" filter="fade">
                                      <p:cBhvr>
                                        <p:cTn id="22" dur="300"/>
                                        <p:tgtEl>
                                          <p:spTgt spid="14"/>
                                        </p:tgtEl>
                                      </p:cBhvr>
                                    </p:animEffect>
                                  </p:childTnLst>
                                </p:cTn>
                              </p:par>
                            </p:childTnLst>
                          </p:cTn>
                        </p:par>
                        <p:par>
                          <p:cTn id="23" fill="hold">
                            <p:stCondLst>
                              <p:cond delay="1300"/>
                            </p:stCondLst>
                            <p:childTnLst>
                              <p:par>
                                <p:cTn id="24" presetID="22" presetClass="entr" presetSubtype="8" fill="hold" grpId="0" nodeType="afterEffect" nodePh="1">
                                  <p:stCondLst>
                                    <p:cond delay="0"/>
                                  </p:stCondLst>
                                  <p:endCondLst>
                                    <p:cond evt="begin" delay="0">
                                      <p:tn val="24"/>
                                    </p:cond>
                                  </p:endCondLst>
                                  <p:childTnLst>
                                    <p:set>
                                      <p:cBhvr>
                                        <p:cTn id="25" dur="1" fill="hold">
                                          <p:stCondLst>
                                            <p:cond delay="0"/>
                                          </p:stCondLst>
                                        </p:cTn>
                                        <p:tgtEl>
                                          <p:spTgt spid="12"/>
                                        </p:tgtEl>
                                        <p:attrNameLst>
                                          <p:attrName>style.visibility</p:attrName>
                                        </p:attrNameLst>
                                      </p:cBhvr>
                                      <p:to>
                                        <p:strVal val="visible"/>
                                      </p:to>
                                    </p:set>
                                    <p:animEffect transition="in" filter="wipe(left)">
                                      <p:cBhvr>
                                        <p:cTn id="26" dur="14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6" grpId="0" build="p">
        <p:tmplLst>
          <p:tmpl lvl="1">
            <p:tnLst>
              <p:par>
                <p:cTn presetID="42" presetClass="entr" presetSubtype="0" fill="hold" nodeType="withEffect">
                  <p:stCondLst>
                    <p:cond delay="200"/>
                  </p:stCondLst>
                  <p:childTnLst>
                    <p:set>
                      <p:cBhvr>
                        <p:cTn dur="1" fill="hold">
                          <p:stCondLst>
                            <p:cond delay="0"/>
                          </p:stCondLst>
                        </p:cTn>
                        <p:tgtEl>
                          <p:spTgt spid="16"/>
                        </p:tgtEl>
                        <p:attrNameLst>
                          <p:attrName>style.visibility</p:attrName>
                        </p:attrNameLst>
                      </p:cBhvr>
                      <p:to>
                        <p:strVal val="visible"/>
                      </p:to>
                    </p:set>
                    <p:animEffect transition="in" filter="fade">
                      <p:cBhvr>
                        <p:cTn dur="400"/>
                        <p:tgtEl>
                          <p:spTgt spid="16"/>
                        </p:tgtEl>
                      </p:cBhvr>
                    </p:animEffect>
                    <p:anim calcmode="lin" valueType="num">
                      <p:cBhvr>
                        <p:cTn dur="400" fill="hold"/>
                        <p:tgtEl>
                          <p:spTgt spid="16"/>
                        </p:tgtEl>
                        <p:attrNameLst>
                          <p:attrName>ppt_x</p:attrName>
                        </p:attrNameLst>
                      </p:cBhvr>
                      <p:tavLst>
                        <p:tav tm="0">
                          <p:val>
                            <p:strVal val="#ppt_x"/>
                          </p:val>
                        </p:tav>
                        <p:tav tm="100000">
                          <p:val>
                            <p:strVal val="#ppt_x"/>
                          </p:val>
                        </p:tav>
                      </p:tavLst>
                    </p:anim>
                    <p:anim calcmode="lin" valueType="num">
                      <p:cBhvr>
                        <p:cTn dur="4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42" presetClass="entr" presetSubtype="0" fill="hold" nodeType="withEffect">
                  <p:stCondLst>
                    <p:cond delay="20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anim calcmode="lin" valueType="num">
                      <p:cBhvr>
                        <p:cTn dur="500" fill="hold"/>
                        <p:tgtEl>
                          <p:spTgt spid="17"/>
                        </p:tgtEl>
                        <p:attrNameLst>
                          <p:attrName>ppt_x</p:attrName>
                        </p:attrNameLst>
                      </p:cBhvr>
                      <p:tavLst>
                        <p:tav tm="0">
                          <p:val>
                            <p:strVal val="#ppt_x"/>
                          </p:val>
                        </p:tav>
                        <p:tav tm="100000">
                          <p:val>
                            <p:strVal val="#ppt_x"/>
                          </p:val>
                        </p:tav>
                      </p:tavLst>
                    </p:anim>
                    <p:anim calcmode="lin" valueType="num">
                      <p:cBhvr>
                        <p:cTn dur="500" fill="hold"/>
                        <p:tgtEl>
                          <p:spTgt spid="17"/>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10" presetClass="entr" presetSubtype="0" fill="hold" nodeType="withEffect">
                  <p:stCondLst>
                    <p:cond delay="80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4" grpId="0" animBg="1"/>
    </p:bldLst>
  </p:timing>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Break slide 1">
    <p:spTree>
      <p:nvGrpSpPr>
        <p:cNvPr id="1" name=""/>
        <p:cNvGrpSpPr/>
        <p:nvPr/>
      </p:nvGrpSpPr>
      <p:grpSpPr>
        <a:xfrm>
          <a:off x="0" y="0"/>
          <a:ext cx="0" cy="0"/>
          <a:chOff x="0" y="0"/>
          <a:chExt cx="0" cy="0"/>
        </a:xfrm>
      </p:grpSpPr>
      <p:sp>
        <p:nvSpPr>
          <p:cNvPr id="12" name="Teardrop 11"/>
          <p:cNvSpPr/>
          <p:nvPr userDrawn="1"/>
        </p:nvSpPr>
        <p:spPr>
          <a:xfrm>
            <a:off x="5442685" y="265457"/>
            <a:ext cx="6749315" cy="6074383"/>
          </a:xfrm>
          <a:prstGeom prst="teardrop">
            <a:avLst/>
          </a:prstGeom>
          <a:solidFill>
            <a:schemeClr val="accent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1" name="Picture Placeholder 2"/>
          <p:cNvSpPr>
            <a:spLocks noGrp="1"/>
          </p:cNvSpPr>
          <p:nvPr>
            <p:ph type="pic" sz="quarter" idx="48"/>
          </p:nvPr>
        </p:nvSpPr>
        <p:spPr>
          <a:xfrm>
            <a:off x="0" y="0"/>
            <a:ext cx="12192000" cy="6858000"/>
          </a:xfrm>
          <a:custGeom>
            <a:avLst/>
            <a:gdLst/>
            <a:ahLst/>
            <a:cxnLst/>
            <a:rect l="l" t="t" r="r" b="b"/>
            <a:pathLst>
              <a:path w="9144000" h="5715000">
                <a:moveTo>
                  <a:pt x="0" y="0"/>
                </a:moveTo>
                <a:lnTo>
                  <a:pt x="9144000" y="0"/>
                </a:lnTo>
                <a:lnTo>
                  <a:pt x="9144000" y="221214"/>
                </a:lnTo>
                <a:lnTo>
                  <a:pt x="6613007" y="221214"/>
                </a:lnTo>
                <a:cubicBezTo>
                  <a:pt x="5215178" y="221214"/>
                  <a:pt x="4082014" y="1354378"/>
                  <a:pt x="4082014" y="2752207"/>
                </a:cubicBezTo>
                <a:cubicBezTo>
                  <a:pt x="4082014" y="4150036"/>
                  <a:pt x="5215178" y="5283200"/>
                  <a:pt x="6613007" y="5283200"/>
                </a:cubicBezTo>
                <a:cubicBezTo>
                  <a:pt x="8010836" y="5283200"/>
                  <a:pt x="9144000" y="4150036"/>
                  <a:pt x="9144000" y="2752207"/>
                </a:cubicBezTo>
                <a:lnTo>
                  <a:pt x="9144000" y="5715000"/>
                </a:lnTo>
                <a:lnTo>
                  <a:pt x="0" y="5715000"/>
                </a:lnTo>
                <a:close/>
              </a:path>
            </a:pathLst>
          </a:cu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 name="Text Placeholder 7"/>
          <p:cNvSpPr>
            <a:spLocks noGrp="1"/>
          </p:cNvSpPr>
          <p:nvPr>
            <p:ph type="body" sz="quarter" idx="10" hasCustomPrompt="1"/>
          </p:nvPr>
        </p:nvSpPr>
        <p:spPr>
          <a:xfrm>
            <a:off x="6740878" y="1941790"/>
            <a:ext cx="4511964" cy="431780"/>
          </a:xfrm>
          <a:prstGeom prst="rect">
            <a:avLst/>
          </a:prstGeom>
        </p:spPr>
        <p:txBody>
          <a:bodyPr vert="horz" lIns="0" tIns="40504" rIns="0" bIns="40504" anchor="ctr"/>
          <a:lstStyle>
            <a:lvl1pPr marL="0" indent="0" algn="ctr">
              <a:lnSpc>
                <a:spcPct val="100000"/>
              </a:lnSpc>
              <a:spcBef>
                <a:spcPts val="0"/>
              </a:spcBef>
              <a:buNone/>
              <a:defRPr sz="4200" b="1">
                <a:solidFill>
                  <a:schemeClr val="bg1"/>
                </a:solidFill>
                <a:latin typeface="Lato Light"/>
                <a:cs typeface="Lato Light"/>
              </a:defRPr>
            </a:lvl1pPr>
          </a:lstStyle>
          <a:p>
            <a:pPr lvl="0"/>
            <a:r>
              <a:rPr lang="es-ES_tradnl" dirty="0" smtClean="0"/>
              <a:t>TITLE HERE</a:t>
            </a:r>
          </a:p>
        </p:txBody>
      </p:sp>
      <p:sp>
        <p:nvSpPr>
          <p:cNvPr id="9" name="Text Placeholder 7"/>
          <p:cNvSpPr>
            <a:spLocks noGrp="1"/>
          </p:cNvSpPr>
          <p:nvPr>
            <p:ph type="body" sz="quarter" idx="11" hasCustomPrompt="1"/>
          </p:nvPr>
        </p:nvSpPr>
        <p:spPr>
          <a:xfrm>
            <a:off x="6740878" y="2525590"/>
            <a:ext cx="4511964" cy="228451"/>
          </a:xfrm>
          <a:prstGeom prst="rect">
            <a:avLst/>
          </a:prstGeom>
        </p:spPr>
        <p:txBody>
          <a:bodyPr vert="horz" lIns="0" tIns="40504" rIns="0" bIns="40504" anchor="ctr"/>
          <a:lstStyle>
            <a:lvl1pPr marL="0" indent="0" algn="ctr">
              <a:lnSpc>
                <a:spcPct val="100000"/>
              </a:lnSpc>
              <a:spcBef>
                <a:spcPts val="0"/>
              </a:spcBef>
              <a:spcAft>
                <a:spcPts val="0"/>
              </a:spcAft>
              <a:buNone/>
              <a:defRPr sz="1800" b="0">
                <a:solidFill>
                  <a:schemeClr val="accent1">
                    <a:lumMod val="50000"/>
                  </a:schemeClr>
                </a:solidFill>
                <a:latin typeface="Lato Light"/>
                <a:cs typeface="Lato Light"/>
              </a:defRPr>
            </a:lvl1pPr>
          </a:lstStyle>
          <a:p>
            <a:pPr lvl="0"/>
            <a:r>
              <a:rPr lang="es-ES_tradnl" dirty="0" err="1" smtClean="0"/>
              <a:t>Ultimate</a:t>
            </a:r>
            <a:r>
              <a:rPr lang="es-ES_tradnl" dirty="0" smtClean="0"/>
              <a:t> </a:t>
            </a:r>
            <a:r>
              <a:rPr lang="es-ES_tradnl" dirty="0" err="1" smtClean="0"/>
              <a:t>Powerpoint</a:t>
            </a:r>
            <a:r>
              <a:rPr lang="es-ES_tradnl" dirty="0" smtClean="0"/>
              <a:t> </a:t>
            </a:r>
            <a:r>
              <a:rPr lang="es-ES_tradnl" dirty="0" err="1" smtClean="0"/>
              <a:t>Template</a:t>
            </a:r>
            <a:endParaRPr lang="es-ES_tradnl" dirty="0" smtClean="0"/>
          </a:p>
        </p:txBody>
      </p:sp>
      <p:sp>
        <p:nvSpPr>
          <p:cNvPr id="10" name="Text Placeholder 2"/>
          <p:cNvSpPr>
            <a:spLocks noGrp="1"/>
          </p:cNvSpPr>
          <p:nvPr>
            <p:ph type="body" sz="quarter" idx="16" hasCustomPrompt="1"/>
          </p:nvPr>
        </p:nvSpPr>
        <p:spPr>
          <a:xfrm>
            <a:off x="6761339" y="2958164"/>
            <a:ext cx="4488039" cy="1536868"/>
          </a:xfrm>
          <a:prstGeom prst="rect">
            <a:avLst/>
          </a:prstGeom>
        </p:spPr>
        <p:txBody>
          <a:bodyPr vert="horz" lIns="0" tIns="0" rIns="0" bIns="0"/>
          <a:lstStyle>
            <a:lvl1pPr marL="0" indent="0" algn="ctr">
              <a:lnSpc>
                <a:spcPct val="130000"/>
              </a:lnSpc>
              <a:buNone/>
              <a:defRPr sz="1440">
                <a:solidFill>
                  <a:schemeClr val="bg1"/>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a:t>
            </a:r>
          </a:p>
        </p:txBody>
      </p:sp>
    </p:spTree>
    <p:extLst>
      <p:ext uri="{BB962C8B-B14F-4D97-AF65-F5344CB8AC3E}">
        <p14:creationId xmlns:p14="http://schemas.microsoft.com/office/powerpoint/2010/main" val="36863716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10">
                                            <p:txEl>
                                              <p:pRg st="0" end="0"/>
                                            </p:txEl>
                                          </p:spTgt>
                                        </p:tgtEl>
                                        <p:attrNameLst>
                                          <p:attrName>style.visibility</p:attrName>
                                        </p:attrNameLst>
                                      </p:cBhvr>
                                      <p:to>
                                        <p:strVal val="visible"/>
                                      </p:to>
                                    </p:set>
                                    <p:animEffect transition="in" filter="fade">
                                      <p:cBhvr>
                                        <p:cTn id="17" dur="500"/>
                                        <p:tgtEl>
                                          <p:spTgt spid="10">
                                            <p:txEl>
                                              <p:pRg st="0" end="0"/>
                                            </p:txEl>
                                          </p:spTgt>
                                        </p:tgtEl>
                                      </p:cBhvr>
                                    </p:animEffect>
                                  </p:childTnLst>
                                </p:cTn>
                              </p:par>
                              <p:par>
                                <p:cTn id="18" presetID="53" presetClass="entr" presetSubtype="16" fill="hold" grpId="0" nodeType="withEffect" nodePh="1">
                                  <p:stCondLst>
                                    <p:cond delay="800"/>
                                  </p:stCondLst>
                                  <p:endCondLst>
                                    <p:cond evt="begin" delay="0">
                                      <p:tn val="18"/>
                                    </p:cond>
                                  </p:endCondLst>
                                  <p:childTnLst>
                                    <p:set>
                                      <p:cBhvr>
                                        <p:cTn id="19" dur="1" fill="hold">
                                          <p:stCondLst>
                                            <p:cond delay="0"/>
                                          </p:stCondLst>
                                        </p:cTn>
                                        <p:tgtEl>
                                          <p:spTgt spid="11"/>
                                        </p:tgtEl>
                                        <p:attrNameLst>
                                          <p:attrName>style.visibility</p:attrName>
                                        </p:attrNameLst>
                                      </p:cBhvr>
                                      <p:to>
                                        <p:strVal val="visible"/>
                                      </p:to>
                                    </p:set>
                                    <p:anim calcmode="lin" valueType="num">
                                      <p:cBhvr>
                                        <p:cTn id="20" dur="1000" fill="hold"/>
                                        <p:tgtEl>
                                          <p:spTgt spid="11"/>
                                        </p:tgtEl>
                                        <p:attrNameLst>
                                          <p:attrName>ppt_w</p:attrName>
                                        </p:attrNameLst>
                                      </p:cBhvr>
                                      <p:tavLst>
                                        <p:tav tm="0">
                                          <p:val>
                                            <p:fltVal val="0"/>
                                          </p:val>
                                        </p:tav>
                                        <p:tav tm="100000">
                                          <p:val>
                                            <p:strVal val="#ppt_w"/>
                                          </p:val>
                                        </p:tav>
                                      </p:tavLst>
                                    </p:anim>
                                    <p:anim calcmode="lin" valueType="num">
                                      <p:cBhvr>
                                        <p:cTn id="21" dur="1000" fill="hold"/>
                                        <p:tgtEl>
                                          <p:spTgt spid="11"/>
                                        </p:tgtEl>
                                        <p:attrNameLst>
                                          <p:attrName>ppt_h</p:attrName>
                                        </p:attrNameLst>
                                      </p:cBhvr>
                                      <p:tavLst>
                                        <p:tav tm="0">
                                          <p:val>
                                            <p:fltVal val="0"/>
                                          </p:val>
                                        </p:tav>
                                        <p:tav tm="100000">
                                          <p:val>
                                            <p:strVal val="#ppt_h"/>
                                          </p:val>
                                        </p:tav>
                                      </p:tavLst>
                                    </p:anim>
                                    <p:animEffect transition="in" filter="fade">
                                      <p:cBhvr>
                                        <p:cTn id="22"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10" grpId="0" build="p">
        <p:tmplLst>
          <p:tmpl lvl="1">
            <p:tnLst>
              <p:par>
                <p:cTn presetID="10" presetClass="entr" presetSubtype="0" fill="hold" nodeType="withEffect">
                  <p:stCondLst>
                    <p:cond delay="800"/>
                  </p:stCondLst>
                  <p:childTnLst>
                    <p:set>
                      <p:cBhvr>
                        <p:cTn dur="1" fill="hold">
                          <p:stCondLst>
                            <p:cond delay="0"/>
                          </p:stCondLst>
                        </p:cTn>
                        <p:tgtEl>
                          <p:spTgt spid="10"/>
                        </p:tgtEl>
                        <p:attrNameLst>
                          <p:attrName>style.visibility</p:attrName>
                        </p:attrNameLst>
                      </p:cBhvr>
                      <p:to>
                        <p:strVal val="visible"/>
                      </p:to>
                    </p:set>
                    <p:animEffect transition="in" filter="fade">
                      <p:cBhvr>
                        <p:cTn dur="500"/>
                        <p:tgtEl>
                          <p:spTgt spid="10"/>
                        </p:tgtEl>
                      </p:cBhvr>
                    </p:animEffect>
                  </p:childTnLst>
                </p:cTn>
              </p:par>
            </p:tnLst>
          </p:tmpl>
        </p:tmplLst>
      </p:bldP>
    </p:bldLst>
  </p:timing>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Break slide 2">
    <p:spTree>
      <p:nvGrpSpPr>
        <p:cNvPr id="1" name=""/>
        <p:cNvGrpSpPr/>
        <p:nvPr/>
      </p:nvGrpSpPr>
      <p:grpSpPr>
        <a:xfrm>
          <a:off x="0" y="0"/>
          <a:ext cx="0" cy="0"/>
          <a:chOff x="0" y="0"/>
          <a:chExt cx="0" cy="0"/>
        </a:xfrm>
      </p:grpSpPr>
      <p:sp>
        <p:nvSpPr>
          <p:cNvPr id="12" name="Teardrop 11"/>
          <p:cNvSpPr/>
          <p:nvPr userDrawn="1"/>
        </p:nvSpPr>
        <p:spPr>
          <a:xfrm>
            <a:off x="5442685" y="265457"/>
            <a:ext cx="6749315" cy="6074383"/>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1" name="Picture Placeholder 2"/>
          <p:cNvSpPr>
            <a:spLocks noGrp="1"/>
          </p:cNvSpPr>
          <p:nvPr>
            <p:ph type="pic" sz="quarter" idx="48"/>
          </p:nvPr>
        </p:nvSpPr>
        <p:spPr>
          <a:xfrm>
            <a:off x="0" y="0"/>
            <a:ext cx="12192000" cy="6858000"/>
          </a:xfrm>
          <a:custGeom>
            <a:avLst/>
            <a:gdLst/>
            <a:ahLst/>
            <a:cxnLst/>
            <a:rect l="l" t="t" r="r" b="b"/>
            <a:pathLst>
              <a:path w="9144000" h="5715000">
                <a:moveTo>
                  <a:pt x="0" y="0"/>
                </a:moveTo>
                <a:lnTo>
                  <a:pt x="9144000" y="0"/>
                </a:lnTo>
                <a:lnTo>
                  <a:pt x="9144000" y="221214"/>
                </a:lnTo>
                <a:lnTo>
                  <a:pt x="6613007" y="221214"/>
                </a:lnTo>
                <a:cubicBezTo>
                  <a:pt x="5215178" y="221214"/>
                  <a:pt x="4082014" y="1354378"/>
                  <a:pt x="4082014" y="2752207"/>
                </a:cubicBezTo>
                <a:cubicBezTo>
                  <a:pt x="4082014" y="4150036"/>
                  <a:pt x="5215178" y="5283200"/>
                  <a:pt x="6613007" y="5283200"/>
                </a:cubicBezTo>
                <a:cubicBezTo>
                  <a:pt x="8010836" y="5283200"/>
                  <a:pt x="9144000" y="4150036"/>
                  <a:pt x="9144000" y="2752207"/>
                </a:cubicBezTo>
                <a:lnTo>
                  <a:pt x="9144000" y="5715000"/>
                </a:lnTo>
                <a:lnTo>
                  <a:pt x="0" y="5715000"/>
                </a:lnTo>
                <a:close/>
              </a:path>
            </a:pathLst>
          </a:cu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 name="Text Placeholder 7"/>
          <p:cNvSpPr>
            <a:spLocks noGrp="1"/>
          </p:cNvSpPr>
          <p:nvPr>
            <p:ph type="body" sz="quarter" idx="10" hasCustomPrompt="1"/>
          </p:nvPr>
        </p:nvSpPr>
        <p:spPr>
          <a:xfrm>
            <a:off x="6740878" y="1941790"/>
            <a:ext cx="4511964" cy="431780"/>
          </a:xfrm>
          <a:prstGeom prst="rect">
            <a:avLst/>
          </a:prstGeom>
        </p:spPr>
        <p:txBody>
          <a:bodyPr vert="horz" lIns="0" tIns="40504" rIns="0" bIns="40504" anchor="ctr"/>
          <a:lstStyle>
            <a:lvl1pPr marL="0" indent="0" algn="ctr">
              <a:lnSpc>
                <a:spcPct val="100000"/>
              </a:lnSpc>
              <a:spcBef>
                <a:spcPts val="0"/>
              </a:spcBef>
              <a:buNone/>
              <a:defRPr sz="4200" b="1">
                <a:solidFill>
                  <a:schemeClr val="bg1"/>
                </a:solidFill>
                <a:latin typeface="Lato Light"/>
                <a:cs typeface="Lato Light"/>
              </a:defRPr>
            </a:lvl1pPr>
          </a:lstStyle>
          <a:p>
            <a:pPr lvl="0"/>
            <a:r>
              <a:rPr lang="es-ES_tradnl" dirty="0" smtClean="0"/>
              <a:t>TITLE HERE</a:t>
            </a:r>
          </a:p>
        </p:txBody>
      </p:sp>
      <p:sp>
        <p:nvSpPr>
          <p:cNvPr id="9" name="Text Placeholder 7"/>
          <p:cNvSpPr>
            <a:spLocks noGrp="1"/>
          </p:cNvSpPr>
          <p:nvPr>
            <p:ph type="body" sz="quarter" idx="11" hasCustomPrompt="1"/>
          </p:nvPr>
        </p:nvSpPr>
        <p:spPr>
          <a:xfrm>
            <a:off x="6740878" y="2525590"/>
            <a:ext cx="4511964" cy="228451"/>
          </a:xfrm>
          <a:prstGeom prst="rect">
            <a:avLst/>
          </a:prstGeom>
        </p:spPr>
        <p:txBody>
          <a:bodyPr vert="horz" lIns="0" tIns="40504" rIns="0" bIns="40504" anchor="ctr"/>
          <a:lstStyle>
            <a:lvl1pPr marL="0" indent="0" algn="ctr">
              <a:lnSpc>
                <a:spcPct val="100000"/>
              </a:lnSpc>
              <a:spcBef>
                <a:spcPts val="0"/>
              </a:spcBef>
              <a:spcAft>
                <a:spcPts val="0"/>
              </a:spcAft>
              <a:buNone/>
              <a:defRPr sz="1800" b="0">
                <a:solidFill>
                  <a:schemeClr val="accent2">
                    <a:lumMod val="50000"/>
                  </a:schemeClr>
                </a:solidFill>
                <a:latin typeface="Lato Light"/>
                <a:cs typeface="Lato Light"/>
              </a:defRPr>
            </a:lvl1pPr>
          </a:lstStyle>
          <a:p>
            <a:pPr lvl="0"/>
            <a:r>
              <a:rPr lang="es-ES_tradnl" dirty="0" err="1" smtClean="0"/>
              <a:t>Ultimate</a:t>
            </a:r>
            <a:r>
              <a:rPr lang="es-ES_tradnl" dirty="0" smtClean="0"/>
              <a:t> </a:t>
            </a:r>
            <a:r>
              <a:rPr lang="es-ES_tradnl" dirty="0" err="1" smtClean="0"/>
              <a:t>Powerpoint</a:t>
            </a:r>
            <a:r>
              <a:rPr lang="es-ES_tradnl" dirty="0" smtClean="0"/>
              <a:t> </a:t>
            </a:r>
            <a:r>
              <a:rPr lang="es-ES_tradnl" dirty="0" err="1" smtClean="0"/>
              <a:t>Template</a:t>
            </a:r>
            <a:endParaRPr lang="es-ES_tradnl" dirty="0" smtClean="0"/>
          </a:p>
        </p:txBody>
      </p:sp>
      <p:sp>
        <p:nvSpPr>
          <p:cNvPr id="10" name="Text Placeholder 2"/>
          <p:cNvSpPr>
            <a:spLocks noGrp="1"/>
          </p:cNvSpPr>
          <p:nvPr>
            <p:ph type="body" sz="quarter" idx="16" hasCustomPrompt="1"/>
          </p:nvPr>
        </p:nvSpPr>
        <p:spPr>
          <a:xfrm>
            <a:off x="6761339" y="2958164"/>
            <a:ext cx="4488039" cy="1536868"/>
          </a:xfrm>
          <a:prstGeom prst="rect">
            <a:avLst/>
          </a:prstGeom>
        </p:spPr>
        <p:txBody>
          <a:bodyPr vert="horz" lIns="0" tIns="0" rIns="0" bIns="0"/>
          <a:lstStyle>
            <a:lvl1pPr marL="0" indent="0" algn="ctr">
              <a:lnSpc>
                <a:spcPct val="130000"/>
              </a:lnSpc>
              <a:buNone/>
              <a:defRPr sz="1440">
                <a:solidFill>
                  <a:schemeClr val="bg1"/>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a:t>
            </a:r>
          </a:p>
        </p:txBody>
      </p:sp>
    </p:spTree>
    <p:extLst>
      <p:ext uri="{BB962C8B-B14F-4D97-AF65-F5344CB8AC3E}">
        <p14:creationId xmlns:p14="http://schemas.microsoft.com/office/powerpoint/2010/main" val="27738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10">
                                            <p:txEl>
                                              <p:pRg st="0" end="0"/>
                                            </p:txEl>
                                          </p:spTgt>
                                        </p:tgtEl>
                                        <p:attrNameLst>
                                          <p:attrName>style.visibility</p:attrName>
                                        </p:attrNameLst>
                                      </p:cBhvr>
                                      <p:to>
                                        <p:strVal val="visible"/>
                                      </p:to>
                                    </p:set>
                                    <p:animEffect transition="in" filter="fade">
                                      <p:cBhvr>
                                        <p:cTn id="17" dur="500"/>
                                        <p:tgtEl>
                                          <p:spTgt spid="10">
                                            <p:txEl>
                                              <p:pRg st="0" end="0"/>
                                            </p:txEl>
                                          </p:spTgt>
                                        </p:tgtEl>
                                      </p:cBhvr>
                                    </p:animEffect>
                                  </p:childTnLst>
                                </p:cTn>
                              </p:par>
                              <p:par>
                                <p:cTn id="18" presetID="53" presetClass="entr" presetSubtype="16" fill="hold" grpId="0" nodeType="withEffect" nodePh="1">
                                  <p:stCondLst>
                                    <p:cond delay="800"/>
                                  </p:stCondLst>
                                  <p:endCondLst>
                                    <p:cond evt="begin" delay="0">
                                      <p:tn val="18"/>
                                    </p:cond>
                                  </p:endCondLst>
                                  <p:childTnLst>
                                    <p:set>
                                      <p:cBhvr>
                                        <p:cTn id="19" dur="1" fill="hold">
                                          <p:stCondLst>
                                            <p:cond delay="0"/>
                                          </p:stCondLst>
                                        </p:cTn>
                                        <p:tgtEl>
                                          <p:spTgt spid="11"/>
                                        </p:tgtEl>
                                        <p:attrNameLst>
                                          <p:attrName>style.visibility</p:attrName>
                                        </p:attrNameLst>
                                      </p:cBhvr>
                                      <p:to>
                                        <p:strVal val="visible"/>
                                      </p:to>
                                    </p:set>
                                    <p:anim calcmode="lin" valueType="num">
                                      <p:cBhvr>
                                        <p:cTn id="20" dur="1000" fill="hold"/>
                                        <p:tgtEl>
                                          <p:spTgt spid="11"/>
                                        </p:tgtEl>
                                        <p:attrNameLst>
                                          <p:attrName>ppt_w</p:attrName>
                                        </p:attrNameLst>
                                      </p:cBhvr>
                                      <p:tavLst>
                                        <p:tav tm="0">
                                          <p:val>
                                            <p:fltVal val="0"/>
                                          </p:val>
                                        </p:tav>
                                        <p:tav tm="100000">
                                          <p:val>
                                            <p:strVal val="#ppt_w"/>
                                          </p:val>
                                        </p:tav>
                                      </p:tavLst>
                                    </p:anim>
                                    <p:anim calcmode="lin" valueType="num">
                                      <p:cBhvr>
                                        <p:cTn id="21" dur="1000" fill="hold"/>
                                        <p:tgtEl>
                                          <p:spTgt spid="11"/>
                                        </p:tgtEl>
                                        <p:attrNameLst>
                                          <p:attrName>ppt_h</p:attrName>
                                        </p:attrNameLst>
                                      </p:cBhvr>
                                      <p:tavLst>
                                        <p:tav tm="0">
                                          <p:val>
                                            <p:fltVal val="0"/>
                                          </p:val>
                                        </p:tav>
                                        <p:tav tm="100000">
                                          <p:val>
                                            <p:strVal val="#ppt_h"/>
                                          </p:val>
                                        </p:tav>
                                      </p:tavLst>
                                    </p:anim>
                                    <p:animEffect transition="in" filter="fade">
                                      <p:cBhvr>
                                        <p:cTn id="22"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10" grpId="0" build="p">
        <p:tmplLst>
          <p:tmpl lvl="1">
            <p:tnLst>
              <p:par>
                <p:cTn presetID="10" presetClass="entr" presetSubtype="0" fill="hold" nodeType="withEffect">
                  <p:stCondLst>
                    <p:cond delay="800"/>
                  </p:stCondLst>
                  <p:childTnLst>
                    <p:set>
                      <p:cBhvr>
                        <p:cTn dur="1" fill="hold">
                          <p:stCondLst>
                            <p:cond delay="0"/>
                          </p:stCondLst>
                        </p:cTn>
                        <p:tgtEl>
                          <p:spTgt spid="10"/>
                        </p:tgtEl>
                        <p:attrNameLst>
                          <p:attrName>style.visibility</p:attrName>
                        </p:attrNameLst>
                      </p:cBhvr>
                      <p:to>
                        <p:strVal val="visible"/>
                      </p:to>
                    </p:set>
                    <p:animEffect transition="in" filter="fade">
                      <p:cBhvr>
                        <p:cTn dur="500"/>
                        <p:tgtEl>
                          <p:spTgt spid="10"/>
                        </p:tgtEl>
                      </p:cBhvr>
                    </p:animEffect>
                  </p:childTnLst>
                </p:cTn>
              </p:par>
            </p:tnLst>
          </p:tmpl>
        </p:tmplLst>
      </p:bldP>
    </p:bldLst>
  </p:timing>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Break slide 3">
    <p:spTree>
      <p:nvGrpSpPr>
        <p:cNvPr id="1" name=""/>
        <p:cNvGrpSpPr/>
        <p:nvPr/>
      </p:nvGrpSpPr>
      <p:grpSpPr>
        <a:xfrm>
          <a:off x="0" y="0"/>
          <a:ext cx="0" cy="0"/>
          <a:chOff x="0" y="0"/>
          <a:chExt cx="0" cy="0"/>
        </a:xfrm>
      </p:grpSpPr>
      <p:sp>
        <p:nvSpPr>
          <p:cNvPr id="12" name="Teardrop 11"/>
          <p:cNvSpPr/>
          <p:nvPr userDrawn="1"/>
        </p:nvSpPr>
        <p:spPr>
          <a:xfrm>
            <a:off x="5442685" y="265457"/>
            <a:ext cx="6749315" cy="6074383"/>
          </a:xfrm>
          <a:prstGeom prst="teardrop">
            <a:avLst/>
          </a:prstGeom>
          <a:solidFill>
            <a:schemeClr val="accent3"/>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1" name="Picture Placeholder 2"/>
          <p:cNvSpPr>
            <a:spLocks noGrp="1"/>
          </p:cNvSpPr>
          <p:nvPr>
            <p:ph type="pic" sz="quarter" idx="48"/>
          </p:nvPr>
        </p:nvSpPr>
        <p:spPr>
          <a:xfrm>
            <a:off x="0" y="0"/>
            <a:ext cx="12192000" cy="6858000"/>
          </a:xfrm>
          <a:custGeom>
            <a:avLst/>
            <a:gdLst/>
            <a:ahLst/>
            <a:cxnLst/>
            <a:rect l="l" t="t" r="r" b="b"/>
            <a:pathLst>
              <a:path w="9144000" h="5715000">
                <a:moveTo>
                  <a:pt x="0" y="0"/>
                </a:moveTo>
                <a:lnTo>
                  <a:pt x="9144000" y="0"/>
                </a:lnTo>
                <a:lnTo>
                  <a:pt x="9144000" y="221214"/>
                </a:lnTo>
                <a:lnTo>
                  <a:pt x="6613007" y="221214"/>
                </a:lnTo>
                <a:cubicBezTo>
                  <a:pt x="5215178" y="221214"/>
                  <a:pt x="4082014" y="1354378"/>
                  <a:pt x="4082014" y="2752207"/>
                </a:cubicBezTo>
                <a:cubicBezTo>
                  <a:pt x="4082014" y="4150036"/>
                  <a:pt x="5215178" y="5283200"/>
                  <a:pt x="6613007" y="5283200"/>
                </a:cubicBezTo>
                <a:cubicBezTo>
                  <a:pt x="8010836" y="5283200"/>
                  <a:pt x="9144000" y="4150036"/>
                  <a:pt x="9144000" y="2752207"/>
                </a:cubicBezTo>
                <a:lnTo>
                  <a:pt x="9144000" y="5715000"/>
                </a:lnTo>
                <a:lnTo>
                  <a:pt x="0" y="5715000"/>
                </a:lnTo>
                <a:close/>
              </a:path>
            </a:pathLst>
          </a:cu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 name="Text Placeholder 7"/>
          <p:cNvSpPr>
            <a:spLocks noGrp="1"/>
          </p:cNvSpPr>
          <p:nvPr>
            <p:ph type="body" sz="quarter" idx="10" hasCustomPrompt="1"/>
          </p:nvPr>
        </p:nvSpPr>
        <p:spPr>
          <a:xfrm>
            <a:off x="6740878" y="1941790"/>
            <a:ext cx="4511964" cy="431780"/>
          </a:xfrm>
          <a:prstGeom prst="rect">
            <a:avLst/>
          </a:prstGeom>
        </p:spPr>
        <p:txBody>
          <a:bodyPr vert="horz" lIns="0" tIns="40504" rIns="0" bIns="40504" anchor="ctr"/>
          <a:lstStyle>
            <a:lvl1pPr marL="0" indent="0" algn="ctr">
              <a:lnSpc>
                <a:spcPct val="100000"/>
              </a:lnSpc>
              <a:spcBef>
                <a:spcPts val="0"/>
              </a:spcBef>
              <a:buNone/>
              <a:defRPr sz="4200" b="1">
                <a:solidFill>
                  <a:schemeClr val="bg1"/>
                </a:solidFill>
                <a:latin typeface="Lato Light"/>
                <a:cs typeface="Lato Light"/>
              </a:defRPr>
            </a:lvl1pPr>
          </a:lstStyle>
          <a:p>
            <a:pPr lvl="0"/>
            <a:r>
              <a:rPr lang="es-ES_tradnl" dirty="0" smtClean="0"/>
              <a:t>TITLE HERE</a:t>
            </a:r>
          </a:p>
        </p:txBody>
      </p:sp>
      <p:sp>
        <p:nvSpPr>
          <p:cNvPr id="9" name="Text Placeholder 7"/>
          <p:cNvSpPr>
            <a:spLocks noGrp="1"/>
          </p:cNvSpPr>
          <p:nvPr>
            <p:ph type="body" sz="quarter" idx="11" hasCustomPrompt="1"/>
          </p:nvPr>
        </p:nvSpPr>
        <p:spPr>
          <a:xfrm>
            <a:off x="6740878" y="2525590"/>
            <a:ext cx="4511964" cy="228451"/>
          </a:xfrm>
          <a:prstGeom prst="rect">
            <a:avLst/>
          </a:prstGeom>
        </p:spPr>
        <p:txBody>
          <a:bodyPr vert="horz" lIns="0" tIns="40504" rIns="0" bIns="40504" anchor="ctr"/>
          <a:lstStyle>
            <a:lvl1pPr marL="0" indent="0" algn="ctr">
              <a:lnSpc>
                <a:spcPct val="100000"/>
              </a:lnSpc>
              <a:spcBef>
                <a:spcPts val="0"/>
              </a:spcBef>
              <a:spcAft>
                <a:spcPts val="0"/>
              </a:spcAft>
              <a:buNone/>
              <a:defRPr sz="1800" b="0">
                <a:solidFill>
                  <a:schemeClr val="accent3">
                    <a:lumMod val="50000"/>
                  </a:schemeClr>
                </a:solidFill>
                <a:latin typeface="Lato Light"/>
                <a:cs typeface="Lato Light"/>
              </a:defRPr>
            </a:lvl1pPr>
          </a:lstStyle>
          <a:p>
            <a:pPr lvl="0"/>
            <a:r>
              <a:rPr lang="es-ES_tradnl" dirty="0" err="1" smtClean="0"/>
              <a:t>Ultimate</a:t>
            </a:r>
            <a:r>
              <a:rPr lang="es-ES_tradnl" dirty="0" smtClean="0"/>
              <a:t> </a:t>
            </a:r>
            <a:r>
              <a:rPr lang="es-ES_tradnl" dirty="0" err="1" smtClean="0"/>
              <a:t>Powerpoint</a:t>
            </a:r>
            <a:r>
              <a:rPr lang="es-ES_tradnl" dirty="0" smtClean="0"/>
              <a:t> </a:t>
            </a:r>
            <a:r>
              <a:rPr lang="es-ES_tradnl" dirty="0" err="1" smtClean="0"/>
              <a:t>Template</a:t>
            </a:r>
            <a:endParaRPr lang="es-ES_tradnl" dirty="0" smtClean="0"/>
          </a:p>
        </p:txBody>
      </p:sp>
      <p:sp>
        <p:nvSpPr>
          <p:cNvPr id="10" name="Text Placeholder 2"/>
          <p:cNvSpPr>
            <a:spLocks noGrp="1"/>
          </p:cNvSpPr>
          <p:nvPr>
            <p:ph type="body" sz="quarter" idx="16" hasCustomPrompt="1"/>
          </p:nvPr>
        </p:nvSpPr>
        <p:spPr>
          <a:xfrm>
            <a:off x="6761339" y="2958164"/>
            <a:ext cx="4488039" cy="1536868"/>
          </a:xfrm>
          <a:prstGeom prst="rect">
            <a:avLst/>
          </a:prstGeom>
        </p:spPr>
        <p:txBody>
          <a:bodyPr vert="horz" lIns="0" tIns="0" rIns="0" bIns="0"/>
          <a:lstStyle>
            <a:lvl1pPr marL="0" indent="0" algn="ctr">
              <a:lnSpc>
                <a:spcPct val="130000"/>
              </a:lnSpc>
              <a:buNone/>
              <a:defRPr sz="1440">
                <a:solidFill>
                  <a:schemeClr val="bg1"/>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a:t>
            </a:r>
          </a:p>
        </p:txBody>
      </p:sp>
    </p:spTree>
    <p:extLst>
      <p:ext uri="{BB962C8B-B14F-4D97-AF65-F5344CB8AC3E}">
        <p14:creationId xmlns:p14="http://schemas.microsoft.com/office/powerpoint/2010/main" val="23004980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10">
                                            <p:txEl>
                                              <p:pRg st="0" end="0"/>
                                            </p:txEl>
                                          </p:spTgt>
                                        </p:tgtEl>
                                        <p:attrNameLst>
                                          <p:attrName>style.visibility</p:attrName>
                                        </p:attrNameLst>
                                      </p:cBhvr>
                                      <p:to>
                                        <p:strVal val="visible"/>
                                      </p:to>
                                    </p:set>
                                    <p:animEffect transition="in" filter="fade">
                                      <p:cBhvr>
                                        <p:cTn id="17" dur="500"/>
                                        <p:tgtEl>
                                          <p:spTgt spid="10">
                                            <p:txEl>
                                              <p:pRg st="0" end="0"/>
                                            </p:txEl>
                                          </p:spTgt>
                                        </p:tgtEl>
                                      </p:cBhvr>
                                    </p:animEffect>
                                  </p:childTnLst>
                                </p:cTn>
                              </p:par>
                              <p:par>
                                <p:cTn id="18" presetID="53" presetClass="entr" presetSubtype="16" fill="hold" grpId="0" nodeType="withEffect" nodePh="1">
                                  <p:stCondLst>
                                    <p:cond delay="800"/>
                                  </p:stCondLst>
                                  <p:endCondLst>
                                    <p:cond evt="begin" delay="0">
                                      <p:tn val="18"/>
                                    </p:cond>
                                  </p:endCondLst>
                                  <p:childTnLst>
                                    <p:set>
                                      <p:cBhvr>
                                        <p:cTn id="19" dur="1" fill="hold">
                                          <p:stCondLst>
                                            <p:cond delay="0"/>
                                          </p:stCondLst>
                                        </p:cTn>
                                        <p:tgtEl>
                                          <p:spTgt spid="11"/>
                                        </p:tgtEl>
                                        <p:attrNameLst>
                                          <p:attrName>style.visibility</p:attrName>
                                        </p:attrNameLst>
                                      </p:cBhvr>
                                      <p:to>
                                        <p:strVal val="visible"/>
                                      </p:to>
                                    </p:set>
                                    <p:anim calcmode="lin" valueType="num">
                                      <p:cBhvr>
                                        <p:cTn id="20" dur="1000" fill="hold"/>
                                        <p:tgtEl>
                                          <p:spTgt spid="11"/>
                                        </p:tgtEl>
                                        <p:attrNameLst>
                                          <p:attrName>ppt_w</p:attrName>
                                        </p:attrNameLst>
                                      </p:cBhvr>
                                      <p:tavLst>
                                        <p:tav tm="0">
                                          <p:val>
                                            <p:fltVal val="0"/>
                                          </p:val>
                                        </p:tav>
                                        <p:tav tm="100000">
                                          <p:val>
                                            <p:strVal val="#ppt_w"/>
                                          </p:val>
                                        </p:tav>
                                      </p:tavLst>
                                    </p:anim>
                                    <p:anim calcmode="lin" valueType="num">
                                      <p:cBhvr>
                                        <p:cTn id="21" dur="1000" fill="hold"/>
                                        <p:tgtEl>
                                          <p:spTgt spid="11"/>
                                        </p:tgtEl>
                                        <p:attrNameLst>
                                          <p:attrName>ppt_h</p:attrName>
                                        </p:attrNameLst>
                                      </p:cBhvr>
                                      <p:tavLst>
                                        <p:tav tm="0">
                                          <p:val>
                                            <p:fltVal val="0"/>
                                          </p:val>
                                        </p:tav>
                                        <p:tav tm="100000">
                                          <p:val>
                                            <p:strVal val="#ppt_h"/>
                                          </p:val>
                                        </p:tav>
                                      </p:tavLst>
                                    </p:anim>
                                    <p:animEffect transition="in" filter="fade">
                                      <p:cBhvr>
                                        <p:cTn id="22"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10" grpId="0" build="p">
        <p:tmplLst>
          <p:tmpl lvl="1">
            <p:tnLst>
              <p:par>
                <p:cTn presetID="10" presetClass="entr" presetSubtype="0" fill="hold" nodeType="withEffect">
                  <p:stCondLst>
                    <p:cond delay="800"/>
                  </p:stCondLst>
                  <p:childTnLst>
                    <p:set>
                      <p:cBhvr>
                        <p:cTn dur="1" fill="hold">
                          <p:stCondLst>
                            <p:cond delay="0"/>
                          </p:stCondLst>
                        </p:cTn>
                        <p:tgtEl>
                          <p:spTgt spid="10"/>
                        </p:tgtEl>
                        <p:attrNameLst>
                          <p:attrName>style.visibility</p:attrName>
                        </p:attrNameLst>
                      </p:cBhvr>
                      <p:to>
                        <p:strVal val="visible"/>
                      </p:to>
                    </p:set>
                    <p:animEffect transition="in" filter="fade">
                      <p:cBhvr>
                        <p:cTn dur="500"/>
                        <p:tgtEl>
                          <p:spTgt spid="10"/>
                        </p:tgtEl>
                      </p:cBhvr>
                    </p:animEffect>
                  </p:childTnLst>
                </p:cTn>
              </p:par>
            </p:tnLst>
          </p:tmpl>
        </p:tmplLst>
      </p:bldP>
    </p:bldLst>
  </p:timing>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Break slide 4">
    <p:spTree>
      <p:nvGrpSpPr>
        <p:cNvPr id="1" name=""/>
        <p:cNvGrpSpPr/>
        <p:nvPr/>
      </p:nvGrpSpPr>
      <p:grpSpPr>
        <a:xfrm>
          <a:off x="0" y="0"/>
          <a:ext cx="0" cy="0"/>
          <a:chOff x="0" y="0"/>
          <a:chExt cx="0" cy="0"/>
        </a:xfrm>
      </p:grpSpPr>
      <p:sp>
        <p:nvSpPr>
          <p:cNvPr id="12" name="Teardrop 11"/>
          <p:cNvSpPr/>
          <p:nvPr userDrawn="1"/>
        </p:nvSpPr>
        <p:spPr>
          <a:xfrm>
            <a:off x="5442685" y="265457"/>
            <a:ext cx="6749315" cy="6074383"/>
          </a:xfrm>
          <a:prstGeom prst="teardrop">
            <a:avLst/>
          </a:prstGeom>
          <a:solidFill>
            <a:schemeClr val="accent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1" name="Picture Placeholder 2"/>
          <p:cNvSpPr>
            <a:spLocks noGrp="1"/>
          </p:cNvSpPr>
          <p:nvPr>
            <p:ph type="pic" sz="quarter" idx="48"/>
          </p:nvPr>
        </p:nvSpPr>
        <p:spPr>
          <a:xfrm>
            <a:off x="0" y="0"/>
            <a:ext cx="12192000" cy="6858000"/>
          </a:xfrm>
          <a:custGeom>
            <a:avLst/>
            <a:gdLst/>
            <a:ahLst/>
            <a:cxnLst/>
            <a:rect l="l" t="t" r="r" b="b"/>
            <a:pathLst>
              <a:path w="9144000" h="5715000">
                <a:moveTo>
                  <a:pt x="0" y="0"/>
                </a:moveTo>
                <a:lnTo>
                  <a:pt x="9144000" y="0"/>
                </a:lnTo>
                <a:lnTo>
                  <a:pt x="9144000" y="221214"/>
                </a:lnTo>
                <a:lnTo>
                  <a:pt x="6613007" y="221214"/>
                </a:lnTo>
                <a:cubicBezTo>
                  <a:pt x="5215178" y="221214"/>
                  <a:pt x="4082014" y="1354378"/>
                  <a:pt x="4082014" y="2752207"/>
                </a:cubicBezTo>
                <a:cubicBezTo>
                  <a:pt x="4082014" y="4150036"/>
                  <a:pt x="5215178" y="5283200"/>
                  <a:pt x="6613007" y="5283200"/>
                </a:cubicBezTo>
                <a:cubicBezTo>
                  <a:pt x="8010836" y="5283200"/>
                  <a:pt x="9144000" y="4150036"/>
                  <a:pt x="9144000" y="2752207"/>
                </a:cubicBezTo>
                <a:lnTo>
                  <a:pt x="9144000" y="5715000"/>
                </a:lnTo>
                <a:lnTo>
                  <a:pt x="0" y="5715000"/>
                </a:lnTo>
                <a:close/>
              </a:path>
            </a:pathLst>
          </a:cu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 name="Text Placeholder 7"/>
          <p:cNvSpPr>
            <a:spLocks noGrp="1"/>
          </p:cNvSpPr>
          <p:nvPr>
            <p:ph type="body" sz="quarter" idx="10" hasCustomPrompt="1"/>
          </p:nvPr>
        </p:nvSpPr>
        <p:spPr>
          <a:xfrm>
            <a:off x="6740878" y="1941790"/>
            <a:ext cx="4511964" cy="431780"/>
          </a:xfrm>
          <a:prstGeom prst="rect">
            <a:avLst/>
          </a:prstGeom>
        </p:spPr>
        <p:txBody>
          <a:bodyPr vert="horz" lIns="0" tIns="40504" rIns="0" bIns="40504" anchor="ctr"/>
          <a:lstStyle>
            <a:lvl1pPr marL="0" indent="0" algn="ctr">
              <a:lnSpc>
                <a:spcPct val="100000"/>
              </a:lnSpc>
              <a:spcBef>
                <a:spcPts val="0"/>
              </a:spcBef>
              <a:buNone/>
              <a:defRPr sz="4200" b="1">
                <a:solidFill>
                  <a:schemeClr val="bg1"/>
                </a:solidFill>
                <a:latin typeface="Lato Light"/>
                <a:cs typeface="Lato Light"/>
              </a:defRPr>
            </a:lvl1pPr>
          </a:lstStyle>
          <a:p>
            <a:pPr lvl="0"/>
            <a:r>
              <a:rPr lang="es-ES_tradnl" dirty="0" smtClean="0"/>
              <a:t>TITLE HERE</a:t>
            </a:r>
          </a:p>
        </p:txBody>
      </p:sp>
      <p:sp>
        <p:nvSpPr>
          <p:cNvPr id="9" name="Text Placeholder 7"/>
          <p:cNvSpPr>
            <a:spLocks noGrp="1"/>
          </p:cNvSpPr>
          <p:nvPr>
            <p:ph type="body" sz="quarter" idx="11" hasCustomPrompt="1"/>
          </p:nvPr>
        </p:nvSpPr>
        <p:spPr>
          <a:xfrm>
            <a:off x="6740878" y="2525590"/>
            <a:ext cx="4511964" cy="228451"/>
          </a:xfrm>
          <a:prstGeom prst="rect">
            <a:avLst/>
          </a:prstGeom>
        </p:spPr>
        <p:txBody>
          <a:bodyPr vert="horz" lIns="0" tIns="40504" rIns="0" bIns="40504" anchor="ctr"/>
          <a:lstStyle>
            <a:lvl1pPr marL="0" indent="0" algn="ctr">
              <a:lnSpc>
                <a:spcPct val="100000"/>
              </a:lnSpc>
              <a:spcBef>
                <a:spcPts val="0"/>
              </a:spcBef>
              <a:spcAft>
                <a:spcPts val="0"/>
              </a:spcAft>
              <a:buNone/>
              <a:defRPr sz="1800" b="0">
                <a:solidFill>
                  <a:schemeClr val="accent4">
                    <a:lumMod val="50000"/>
                  </a:schemeClr>
                </a:solidFill>
                <a:latin typeface="Lato Light"/>
                <a:cs typeface="Lato Light"/>
              </a:defRPr>
            </a:lvl1pPr>
          </a:lstStyle>
          <a:p>
            <a:pPr lvl="0"/>
            <a:r>
              <a:rPr lang="es-ES_tradnl" dirty="0" err="1" smtClean="0"/>
              <a:t>Ultimate</a:t>
            </a:r>
            <a:r>
              <a:rPr lang="es-ES_tradnl" dirty="0" smtClean="0"/>
              <a:t> </a:t>
            </a:r>
            <a:r>
              <a:rPr lang="es-ES_tradnl" dirty="0" err="1" smtClean="0"/>
              <a:t>Powerpoint</a:t>
            </a:r>
            <a:r>
              <a:rPr lang="es-ES_tradnl" dirty="0" smtClean="0"/>
              <a:t> </a:t>
            </a:r>
            <a:r>
              <a:rPr lang="es-ES_tradnl" dirty="0" err="1" smtClean="0"/>
              <a:t>Template</a:t>
            </a:r>
            <a:endParaRPr lang="es-ES_tradnl" dirty="0" smtClean="0"/>
          </a:p>
        </p:txBody>
      </p:sp>
      <p:sp>
        <p:nvSpPr>
          <p:cNvPr id="10" name="Text Placeholder 2"/>
          <p:cNvSpPr>
            <a:spLocks noGrp="1"/>
          </p:cNvSpPr>
          <p:nvPr>
            <p:ph type="body" sz="quarter" idx="16" hasCustomPrompt="1"/>
          </p:nvPr>
        </p:nvSpPr>
        <p:spPr>
          <a:xfrm>
            <a:off x="6761339" y="2958164"/>
            <a:ext cx="4488039" cy="1536868"/>
          </a:xfrm>
          <a:prstGeom prst="rect">
            <a:avLst/>
          </a:prstGeom>
        </p:spPr>
        <p:txBody>
          <a:bodyPr vert="horz" lIns="0" tIns="0" rIns="0" bIns="0"/>
          <a:lstStyle>
            <a:lvl1pPr marL="0" indent="0" algn="ctr">
              <a:lnSpc>
                <a:spcPct val="130000"/>
              </a:lnSpc>
              <a:buNone/>
              <a:defRPr sz="1440">
                <a:solidFill>
                  <a:schemeClr val="bg1"/>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a:t>
            </a:r>
          </a:p>
        </p:txBody>
      </p:sp>
    </p:spTree>
    <p:extLst>
      <p:ext uri="{BB962C8B-B14F-4D97-AF65-F5344CB8AC3E}">
        <p14:creationId xmlns:p14="http://schemas.microsoft.com/office/powerpoint/2010/main" val="1716938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10">
                                            <p:txEl>
                                              <p:pRg st="0" end="0"/>
                                            </p:txEl>
                                          </p:spTgt>
                                        </p:tgtEl>
                                        <p:attrNameLst>
                                          <p:attrName>style.visibility</p:attrName>
                                        </p:attrNameLst>
                                      </p:cBhvr>
                                      <p:to>
                                        <p:strVal val="visible"/>
                                      </p:to>
                                    </p:set>
                                    <p:animEffect transition="in" filter="fade">
                                      <p:cBhvr>
                                        <p:cTn id="17" dur="500"/>
                                        <p:tgtEl>
                                          <p:spTgt spid="10">
                                            <p:txEl>
                                              <p:pRg st="0" end="0"/>
                                            </p:txEl>
                                          </p:spTgt>
                                        </p:tgtEl>
                                      </p:cBhvr>
                                    </p:animEffect>
                                  </p:childTnLst>
                                </p:cTn>
                              </p:par>
                              <p:par>
                                <p:cTn id="18" presetID="53" presetClass="entr" presetSubtype="16" fill="hold" grpId="0" nodeType="withEffect" nodePh="1">
                                  <p:stCondLst>
                                    <p:cond delay="800"/>
                                  </p:stCondLst>
                                  <p:endCondLst>
                                    <p:cond evt="begin" delay="0">
                                      <p:tn val="18"/>
                                    </p:cond>
                                  </p:endCondLst>
                                  <p:childTnLst>
                                    <p:set>
                                      <p:cBhvr>
                                        <p:cTn id="19" dur="1" fill="hold">
                                          <p:stCondLst>
                                            <p:cond delay="0"/>
                                          </p:stCondLst>
                                        </p:cTn>
                                        <p:tgtEl>
                                          <p:spTgt spid="11"/>
                                        </p:tgtEl>
                                        <p:attrNameLst>
                                          <p:attrName>style.visibility</p:attrName>
                                        </p:attrNameLst>
                                      </p:cBhvr>
                                      <p:to>
                                        <p:strVal val="visible"/>
                                      </p:to>
                                    </p:set>
                                    <p:anim calcmode="lin" valueType="num">
                                      <p:cBhvr>
                                        <p:cTn id="20" dur="1000" fill="hold"/>
                                        <p:tgtEl>
                                          <p:spTgt spid="11"/>
                                        </p:tgtEl>
                                        <p:attrNameLst>
                                          <p:attrName>ppt_w</p:attrName>
                                        </p:attrNameLst>
                                      </p:cBhvr>
                                      <p:tavLst>
                                        <p:tav tm="0">
                                          <p:val>
                                            <p:fltVal val="0"/>
                                          </p:val>
                                        </p:tav>
                                        <p:tav tm="100000">
                                          <p:val>
                                            <p:strVal val="#ppt_w"/>
                                          </p:val>
                                        </p:tav>
                                      </p:tavLst>
                                    </p:anim>
                                    <p:anim calcmode="lin" valueType="num">
                                      <p:cBhvr>
                                        <p:cTn id="21" dur="1000" fill="hold"/>
                                        <p:tgtEl>
                                          <p:spTgt spid="11"/>
                                        </p:tgtEl>
                                        <p:attrNameLst>
                                          <p:attrName>ppt_h</p:attrName>
                                        </p:attrNameLst>
                                      </p:cBhvr>
                                      <p:tavLst>
                                        <p:tav tm="0">
                                          <p:val>
                                            <p:fltVal val="0"/>
                                          </p:val>
                                        </p:tav>
                                        <p:tav tm="100000">
                                          <p:val>
                                            <p:strVal val="#ppt_h"/>
                                          </p:val>
                                        </p:tav>
                                      </p:tavLst>
                                    </p:anim>
                                    <p:animEffect transition="in" filter="fade">
                                      <p:cBhvr>
                                        <p:cTn id="22"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10" grpId="0" build="p">
        <p:tmplLst>
          <p:tmpl lvl="1">
            <p:tnLst>
              <p:par>
                <p:cTn presetID="10" presetClass="entr" presetSubtype="0" fill="hold" nodeType="withEffect">
                  <p:stCondLst>
                    <p:cond delay="800"/>
                  </p:stCondLst>
                  <p:childTnLst>
                    <p:set>
                      <p:cBhvr>
                        <p:cTn dur="1" fill="hold">
                          <p:stCondLst>
                            <p:cond delay="0"/>
                          </p:stCondLst>
                        </p:cTn>
                        <p:tgtEl>
                          <p:spTgt spid="10"/>
                        </p:tgtEl>
                        <p:attrNameLst>
                          <p:attrName>style.visibility</p:attrName>
                        </p:attrNameLst>
                      </p:cBhvr>
                      <p:to>
                        <p:strVal val="visible"/>
                      </p:to>
                    </p:set>
                    <p:animEffect transition="in" filter="fade">
                      <p:cBhvr>
                        <p:cTn dur="500"/>
                        <p:tgtEl>
                          <p:spTgt spid="10"/>
                        </p:tgtEl>
                      </p:cBhvr>
                    </p:animEffect>
                  </p:childTnLst>
                </p:cTn>
              </p:par>
            </p:tnLst>
          </p:tmpl>
        </p:tmplLst>
      </p:bldP>
    </p:bldLst>
  </p:timing>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Break slide 5">
    <p:spTree>
      <p:nvGrpSpPr>
        <p:cNvPr id="1" name=""/>
        <p:cNvGrpSpPr/>
        <p:nvPr/>
      </p:nvGrpSpPr>
      <p:grpSpPr>
        <a:xfrm>
          <a:off x="0" y="0"/>
          <a:ext cx="0" cy="0"/>
          <a:chOff x="0" y="0"/>
          <a:chExt cx="0" cy="0"/>
        </a:xfrm>
      </p:grpSpPr>
      <p:sp>
        <p:nvSpPr>
          <p:cNvPr id="12" name="Teardrop 11"/>
          <p:cNvSpPr/>
          <p:nvPr userDrawn="1"/>
        </p:nvSpPr>
        <p:spPr>
          <a:xfrm>
            <a:off x="5442685" y="265457"/>
            <a:ext cx="6749315" cy="6074383"/>
          </a:xfrm>
          <a:prstGeom prst="teardrop">
            <a:avLst/>
          </a:prstGeom>
          <a:solidFill>
            <a:schemeClr val="accent5"/>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1" name="Picture Placeholder 2"/>
          <p:cNvSpPr>
            <a:spLocks noGrp="1"/>
          </p:cNvSpPr>
          <p:nvPr>
            <p:ph type="pic" sz="quarter" idx="48"/>
          </p:nvPr>
        </p:nvSpPr>
        <p:spPr>
          <a:xfrm>
            <a:off x="0" y="0"/>
            <a:ext cx="12192000" cy="6858000"/>
          </a:xfrm>
          <a:custGeom>
            <a:avLst/>
            <a:gdLst/>
            <a:ahLst/>
            <a:cxnLst/>
            <a:rect l="l" t="t" r="r" b="b"/>
            <a:pathLst>
              <a:path w="9144000" h="5715000">
                <a:moveTo>
                  <a:pt x="0" y="0"/>
                </a:moveTo>
                <a:lnTo>
                  <a:pt x="9144000" y="0"/>
                </a:lnTo>
                <a:lnTo>
                  <a:pt x="9144000" y="221214"/>
                </a:lnTo>
                <a:lnTo>
                  <a:pt x="6613007" y="221214"/>
                </a:lnTo>
                <a:cubicBezTo>
                  <a:pt x="5215178" y="221214"/>
                  <a:pt x="4082014" y="1354378"/>
                  <a:pt x="4082014" y="2752207"/>
                </a:cubicBezTo>
                <a:cubicBezTo>
                  <a:pt x="4082014" y="4150036"/>
                  <a:pt x="5215178" y="5283200"/>
                  <a:pt x="6613007" y="5283200"/>
                </a:cubicBezTo>
                <a:cubicBezTo>
                  <a:pt x="8010836" y="5283200"/>
                  <a:pt x="9144000" y="4150036"/>
                  <a:pt x="9144000" y="2752207"/>
                </a:cubicBezTo>
                <a:lnTo>
                  <a:pt x="9144000" y="5715000"/>
                </a:lnTo>
                <a:lnTo>
                  <a:pt x="0" y="5715000"/>
                </a:lnTo>
                <a:close/>
              </a:path>
            </a:pathLst>
          </a:cu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 name="Text Placeholder 7"/>
          <p:cNvSpPr>
            <a:spLocks noGrp="1"/>
          </p:cNvSpPr>
          <p:nvPr>
            <p:ph type="body" sz="quarter" idx="10" hasCustomPrompt="1"/>
          </p:nvPr>
        </p:nvSpPr>
        <p:spPr>
          <a:xfrm>
            <a:off x="6740878" y="1941790"/>
            <a:ext cx="4511964" cy="431780"/>
          </a:xfrm>
          <a:prstGeom prst="rect">
            <a:avLst/>
          </a:prstGeom>
        </p:spPr>
        <p:txBody>
          <a:bodyPr vert="horz" lIns="0" tIns="40504" rIns="0" bIns="40504" anchor="ctr"/>
          <a:lstStyle>
            <a:lvl1pPr marL="0" indent="0" algn="ctr">
              <a:lnSpc>
                <a:spcPct val="100000"/>
              </a:lnSpc>
              <a:spcBef>
                <a:spcPts val="0"/>
              </a:spcBef>
              <a:buNone/>
              <a:defRPr sz="4200" b="1">
                <a:solidFill>
                  <a:schemeClr val="bg1"/>
                </a:solidFill>
                <a:latin typeface="Lato Light"/>
                <a:cs typeface="Lato Light"/>
              </a:defRPr>
            </a:lvl1pPr>
          </a:lstStyle>
          <a:p>
            <a:pPr lvl="0"/>
            <a:r>
              <a:rPr lang="es-ES_tradnl" dirty="0" smtClean="0"/>
              <a:t>TITLE HERE</a:t>
            </a:r>
          </a:p>
        </p:txBody>
      </p:sp>
      <p:sp>
        <p:nvSpPr>
          <p:cNvPr id="9" name="Text Placeholder 7"/>
          <p:cNvSpPr>
            <a:spLocks noGrp="1"/>
          </p:cNvSpPr>
          <p:nvPr>
            <p:ph type="body" sz="quarter" idx="11" hasCustomPrompt="1"/>
          </p:nvPr>
        </p:nvSpPr>
        <p:spPr>
          <a:xfrm>
            <a:off x="6740878" y="2525590"/>
            <a:ext cx="4511964" cy="228451"/>
          </a:xfrm>
          <a:prstGeom prst="rect">
            <a:avLst/>
          </a:prstGeom>
        </p:spPr>
        <p:txBody>
          <a:bodyPr vert="horz" lIns="0" tIns="40504" rIns="0" bIns="40504" anchor="ctr"/>
          <a:lstStyle>
            <a:lvl1pPr marL="0" indent="0" algn="ctr">
              <a:lnSpc>
                <a:spcPct val="100000"/>
              </a:lnSpc>
              <a:spcBef>
                <a:spcPts val="0"/>
              </a:spcBef>
              <a:spcAft>
                <a:spcPts val="0"/>
              </a:spcAft>
              <a:buNone/>
              <a:defRPr sz="1800" b="0">
                <a:solidFill>
                  <a:schemeClr val="accent5">
                    <a:lumMod val="50000"/>
                  </a:schemeClr>
                </a:solidFill>
                <a:latin typeface="Lato Light"/>
                <a:cs typeface="Lato Light"/>
              </a:defRPr>
            </a:lvl1pPr>
          </a:lstStyle>
          <a:p>
            <a:pPr lvl="0"/>
            <a:r>
              <a:rPr lang="es-ES_tradnl" dirty="0" err="1" smtClean="0"/>
              <a:t>Ultimate</a:t>
            </a:r>
            <a:r>
              <a:rPr lang="es-ES_tradnl" dirty="0" smtClean="0"/>
              <a:t> </a:t>
            </a:r>
            <a:r>
              <a:rPr lang="es-ES_tradnl" dirty="0" err="1" smtClean="0"/>
              <a:t>Powerpoint</a:t>
            </a:r>
            <a:r>
              <a:rPr lang="es-ES_tradnl" dirty="0" smtClean="0"/>
              <a:t> </a:t>
            </a:r>
            <a:r>
              <a:rPr lang="es-ES_tradnl" dirty="0" err="1" smtClean="0"/>
              <a:t>Template</a:t>
            </a:r>
            <a:endParaRPr lang="es-ES_tradnl" dirty="0" smtClean="0"/>
          </a:p>
        </p:txBody>
      </p:sp>
      <p:sp>
        <p:nvSpPr>
          <p:cNvPr id="10" name="Text Placeholder 2"/>
          <p:cNvSpPr>
            <a:spLocks noGrp="1"/>
          </p:cNvSpPr>
          <p:nvPr>
            <p:ph type="body" sz="quarter" idx="16" hasCustomPrompt="1"/>
          </p:nvPr>
        </p:nvSpPr>
        <p:spPr>
          <a:xfrm>
            <a:off x="6761339" y="2958164"/>
            <a:ext cx="4488039" cy="1536868"/>
          </a:xfrm>
          <a:prstGeom prst="rect">
            <a:avLst/>
          </a:prstGeom>
        </p:spPr>
        <p:txBody>
          <a:bodyPr vert="horz" lIns="0" tIns="0" rIns="0" bIns="0"/>
          <a:lstStyle>
            <a:lvl1pPr marL="0" indent="0" algn="ctr">
              <a:lnSpc>
                <a:spcPct val="130000"/>
              </a:lnSpc>
              <a:buNone/>
              <a:defRPr sz="1440">
                <a:solidFill>
                  <a:schemeClr val="bg1"/>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a:t>
            </a:r>
          </a:p>
        </p:txBody>
      </p:sp>
    </p:spTree>
    <p:extLst>
      <p:ext uri="{BB962C8B-B14F-4D97-AF65-F5344CB8AC3E}">
        <p14:creationId xmlns:p14="http://schemas.microsoft.com/office/powerpoint/2010/main" val="31492606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10">
                                            <p:txEl>
                                              <p:pRg st="0" end="0"/>
                                            </p:txEl>
                                          </p:spTgt>
                                        </p:tgtEl>
                                        <p:attrNameLst>
                                          <p:attrName>style.visibility</p:attrName>
                                        </p:attrNameLst>
                                      </p:cBhvr>
                                      <p:to>
                                        <p:strVal val="visible"/>
                                      </p:to>
                                    </p:set>
                                    <p:animEffect transition="in" filter="fade">
                                      <p:cBhvr>
                                        <p:cTn id="17" dur="500"/>
                                        <p:tgtEl>
                                          <p:spTgt spid="10">
                                            <p:txEl>
                                              <p:pRg st="0" end="0"/>
                                            </p:txEl>
                                          </p:spTgt>
                                        </p:tgtEl>
                                      </p:cBhvr>
                                    </p:animEffect>
                                  </p:childTnLst>
                                </p:cTn>
                              </p:par>
                              <p:par>
                                <p:cTn id="18" presetID="53" presetClass="entr" presetSubtype="16" fill="hold" grpId="0" nodeType="withEffect" nodePh="1">
                                  <p:stCondLst>
                                    <p:cond delay="800"/>
                                  </p:stCondLst>
                                  <p:endCondLst>
                                    <p:cond evt="begin" delay="0">
                                      <p:tn val="18"/>
                                    </p:cond>
                                  </p:endCondLst>
                                  <p:childTnLst>
                                    <p:set>
                                      <p:cBhvr>
                                        <p:cTn id="19" dur="1" fill="hold">
                                          <p:stCondLst>
                                            <p:cond delay="0"/>
                                          </p:stCondLst>
                                        </p:cTn>
                                        <p:tgtEl>
                                          <p:spTgt spid="11"/>
                                        </p:tgtEl>
                                        <p:attrNameLst>
                                          <p:attrName>style.visibility</p:attrName>
                                        </p:attrNameLst>
                                      </p:cBhvr>
                                      <p:to>
                                        <p:strVal val="visible"/>
                                      </p:to>
                                    </p:set>
                                    <p:anim calcmode="lin" valueType="num">
                                      <p:cBhvr>
                                        <p:cTn id="20" dur="1000" fill="hold"/>
                                        <p:tgtEl>
                                          <p:spTgt spid="11"/>
                                        </p:tgtEl>
                                        <p:attrNameLst>
                                          <p:attrName>ppt_w</p:attrName>
                                        </p:attrNameLst>
                                      </p:cBhvr>
                                      <p:tavLst>
                                        <p:tav tm="0">
                                          <p:val>
                                            <p:fltVal val="0"/>
                                          </p:val>
                                        </p:tav>
                                        <p:tav tm="100000">
                                          <p:val>
                                            <p:strVal val="#ppt_w"/>
                                          </p:val>
                                        </p:tav>
                                      </p:tavLst>
                                    </p:anim>
                                    <p:anim calcmode="lin" valueType="num">
                                      <p:cBhvr>
                                        <p:cTn id="21" dur="1000" fill="hold"/>
                                        <p:tgtEl>
                                          <p:spTgt spid="11"/>
                                        </p:tgtEl>
                                        <p:attrNameLst>
                                          <p:attrName>ppt_h</p:attrName>
                                        </p:attrNameLst>
                                      </p:cBhvr>
                                      <p:tavLst>
                                        <p:tav tm="0">
                                          <p:val>
                                            <p:fltVal val="0"/>
                                          </p:val>
                                        </p:tav>
                                        <p:tav tm="100000">
                                          <p:val>
                                            <p:strVal val="#ppt_h"/>
                                          </p:val>
                                        </p:tav>
                                      </p:tavLst>
                                    </p:anim>
                                    <p:animEffect transition="in" filter="fade">
                                      <p:cBhvr>
                                        <p:cTn id="22"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10" grpId="0" build="p">
        <p:tmplLst>
          <p:tmpl lvl="1">
            <p:tnLst>
              <p:par>
                <p:cTn presetID="10" presetClass="entr" presetSubtype="0" fill="hold" nodeType="withEffect">
                  <p:stCondLst>
                    <p:cond delay="800"/>
                  </p:stCondLst>
                  <p:childTnLst>
                    <p:set>
                      <p:cBhvr>
                        <p:cTn dur="1" fill="hold">
                          <p:stCondLst>
                            <p:cond delay="0"/>
                          </p:stCondLst>
                        </p:cTn>
                        <p:tgtEl>
                          <p:spTgt spid="10"/>
                        </p:tgtEl>
                        <p:attrNameLst>
                          <p:attrName>style.visibility</p:attrName>
                        </p:attrNameLst>
                      </p:cBhvr>
                      <p:to>
                        <p:strVal val="visible"/>
                      </p:to>
                    </p:set>
                    <p:animEffect transition="in" filter="fade">
                      <p:cBhvr>
                        <p:cTn dur="500"/>
                        <p:tgtEl>
                          <p:spTgt spid="10"/>
                        </p:tgtEl>
                      </p:cBhvr>
                    </p:animEffect>
                  </p:childTnLst>
                </p:cTn>
              </p:par>
            </p:tnLst>
          </p:tmpl>
        </p:tmplLst>
      </p:bldP>
    </p:bldLst>
  </p:timing>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Break slide 6">
    <p:spTree>
      <p:nvGrpSpPr>
        <p:cNvPr id="1" name=""/>
        <p:cNvGrpSpPr/>
        <p:nvPr/>
      </p:nvGrpSpPr>
      <p:grpSpPr>
        <a:xfrm>
          <a:off x="0" y="0"/>
          <a:ext cx="0" cy="0"/>
          <a:chOff x="0" y="0"/>
          <a:chExt cx="0" cy="0"/>
        </a:xfrm>
      </p:grpSpPr>
      <p:sp>
        <p:nvSpPr>
          <p:cNvPr id="12" name="Teardrop 11"/>
          <p:cNvSpPr/>
          <p:nvPr userDrawn="1"/>
        </p:nvSpPr>
        <p:spPr>
          <a:xfrm>
            <a:off x="5442685" y="265457"/>
            <a:ext cx="6749315" cy="6074383"/>
          </a:xfrm>
          <a:prstGeom prst="teardrop">
            <a:avLst/>
          </a:prstGeom>
          <a:solidFill>
            <a:schemeClr val="accent6"/>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1" name="Picture Placeholder 2"/>
          <p:cNvSpPr>
            <a:spLocks noGrp="1"/>
          </p:cNvSpPr>
          <p:nvPr>
            <p:ph type="pic" sz="quarter" idx="48"/>
          </p:nvPr>
        </p:nvSpPr>
        <p:spPr>
          <a:xfrm>
            <a:off x="0" y="0"/>
            <a:ext cx="12192000" cy="6858000"/>
          </a:xfrm>
          <a:custGeom>
            <a:avLst/>
            <a:gdLst/>
            <a:ahLst/>
            <a:cxnLst/>
            <a:rect l="l" t="t" r="r" b="b"/>
            <a:pathLst>
              <a:path w="9144000" h="5715000">
                <a:moveTo>
                  <a:pt x="0" y="0"/>
                </a:moveTo>
                <a:lnTo>
                  <a:pt x="9144000" y="0"/>
                </a:lnTo>
                <a:lnTo>
                  <a:pt x="9144000" y="221214"/>
                </a:lnTo>
                <a:lnTo>
                  <a:pt x="6613007" y="221214"/>
                </a:lnTo>
                <a:cubicBezTo>
                  <a:pt x="5215178" y="221214"/>
                  <a:pt x="4082014" y="1354378"/>
                  <a:pt x="4082014" y="2752207"/>
                </a:cubicBezTo>
                <a:cubicBezTo>
                  <a:pt x="4082014" y="4150036"/>
                  <a:pt x="5215178" y="5283200"/>
                  <a:pt x="6613007" y="5283200"/>
                </a:cubicBezTo>
                <a:cubicBezTo>
                  <a:pt x="8010836" y="5283200"/>
                  <a:pt x="9144000" y="4150036"/>
                  <a:pt x="9144000" y="2752207"/>
                </a:cubicBezTo>
                <a:lnTo>
                  <a:pt x="9144000" y="5715000"/>
                </a:lnTo>
                <a:lnTo>
                  <a:pt x="0" y="5715000"/>
                </a:lnTo>
                <a:close/>
              </a:path>
            </a:pathLst>
          </a:cu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 name="Text Placeholder 7"/>
          <p:cNvSpPr>
            <a:spLocks noGrp="1"/>
          </p:cNvSpPr>
          <p:nvPr>
            <p:ph type="body" sz="quarter" idx="10" hasCustomPrompt="1"/>
          </p:nvPr>
        </p:nvSpPr>
        <p:spPr>
          <a:xfrm>
            <a:off x="6740878" y="1941790"/>
            <a:ext cx="4511964" cy="431780"/>
          </a:xfrm>
          <a:prstGeom prst="rect">
            <a:avLst/>
          </a:prstGeom>
        </p:spPr>
        <p:txBody>
          <a:bodyPr vert="horz" lIns="0" tIns="40504" rIns="0" bIns="40504" anchor="ctr"/>
          <a:lstStyle>
            <a:lvl1pPr marL="0" indent="0" algn="ctr">
              <a:lnSpc>
                <a:spcPct val="100000"/>
              </a:lnSpc>
              <a:spcBef>
                <a:spcPts val="0"/>
              </a:spcBef>
              <a:buNone/>
              <a:defRPr sz="4200" b="1">
                <a:solidFill>
                  <a:schemeClr val="bg1"/>
                </a:solidFill>
                <a:latin typeface="Lato Light"/>
                <a:cs typeface="Lato Light"/>
              </a:defRPr>
            </a:lvl1pPr>
          </a:lstStyle>
          <a:p>
            <a:pPr lvl="0"/>
            <a:r>
              <a:rPr lang="es-ES_tradnl" dirty="0" smtClean="0"/>
              <a:t>TITLE HERE</a:t>
            </a:r>
          </a:p>
        </p:txBody>
      </p:sp>
      <p:sp>
        <p:nvSpPr>
          <p:cNvPr id="9" name="Text Placeholder 7"/>
          <p:cNvSpPr>
            <a:spLocks noGrp="1"/>
          </p:cNvSpPr>
          <p:nvPr>
            <p:ph type="body" sz="quarter" idx="11" hasCustomPrompt="1"/>
          </p:nvPr>
        </p:nvSpPr>
        <p:spPr>
          <a:xfrm>
            <a:off x="6740878" y="2525590"/>
            <a:ext cx="4511964" cy="228451"/>
          </a:xfrm>
          <a:prstGeom prst="rect">
            <a:avLst/>
          </a:prstGeom>
        </p:spPr>
        <p:txBody>
          <a:bodyPr vert="horz" lIns="0" tIns="40504" rIns="0" bIns="40504" anchor="ctr"/>
          <a:lstStyle>
            <a:lvl1pPr marL="0" indent="0" algn="ctr">
              <a:lnSpc>
                <a:spcPct val="100000"/>
              </a:lnSpc>
              <a:spcBef>
                <a:spcPts val="0"/>
              </a:spcBef>
              <a:spcAft>
                <a:spcPts val="0"/>
              </a:spcAft>
              <a:buNone/>
              <a:defRPr sz="1800" b="0">
                <a:solidFill>
                  <a:schemeClr val="accent6">
                    <a:lumMod val="75000"/>
                  </a:schemeClr>
                </a:solidFill>
                <a:latin typeface="Lato Light"/>
                <a:cs typeface="Lato Light"/>
              </a:defRPr>
            </a:lvl1pPr>
          </a:lstStyle>
          <a:p>
            <a:pPr lvl="0"/>
            <a:r>
              <a:rPr lang="es-ES_tradnl" dirty="0" err="1" smtClean="0"/>
              <a:t>Ultimate</a:t>
            </a:r>
            <a:r>
              <a:rPr lang="es-ES_tradnl" dirty="0" smtClean="0"/>
              <a:t> </a:t>
            </a:r>
            <a:r>
              <a:rPr lang="es-ES_tradnl" dirty="0" err="1" smtClean="0"/>
              <a:t>Powerpoint</a:t>
            </a:r>
            <a:r>
              <a:rPr lang="es-ES_tradnl" dirty="0" smtClean="0"/>
              <a:t> </a:t>
            </a:r>
            <a:r>
              <a:rPr lang="es-ES_tradnl" dirty="0" err="1" smtClean="0"/>
              <a:t>Template</a:t>
            </a:r>
            <a:endParaRPr lang="es-ES_tradnl" dirty="0" smtClean="0"/>
          </a:p>
        </p:txBody>
      </p:sp>
      <p:sp>
        <p:nvSpPr>
          <p:cNvPr id="10" name="Text Placeholder 2"/>
          <p:cNvSpPr>
            <a:spLocks noGrp="1"/>
          </p:cNvSpPr>
          <p:nvPr>
            <p:ph type="body" sz="quarter" idx="16" hasCustomPrompt="1"/>
          </p:nvPr>
        </p:nvSpPr>
        <p:spPr>
          <a:xfrm>
            <a:off x="6761339" y="2958164"/>
            <a:ext cx="4488039" cy="1536868"/>
          </a:xfrm>
          <a:prstGeom prst="rect">
            <a:avLst/>
          </a:prstGeom>
        </p:spPr>
        <p:txBody>
          <a:bodyPr vert="horz" lIns="0" tIns="0" rIns="0" bIns="0"/>
          <a:lstStyle>
            <a:lvl1pPr marL="0" indent="0" algn="ctr">
              <a:lnSpc>
                <a:spcPct val="130000"/>
              </a:lnSpc>
              <a:buNone/>
              <a:defRPr sz="1440">
                <a:solidFill>
                  <a:schemeClr val="bg1"/>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a:t>
            </a:r>
          </a:p>
        </p:txBody>
      </p:sp>
    </p:spTree>
    <p:extLst>
      <p:ext uri="{BB962C8B-B14F-4D97-AF65-F5344CB8AC3E}">
        <p14:creationId xmlns:p14="http://schemas.microsoft.com/office/powerpoint/2010/main" val="23891056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anim calcmode="lin" valueType="num">
                                      <p:cBhvr>
                                        <p:cTn id="13"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9">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10">
                                            <p:txEl>
                                              <p:pRg st="0" end="0"/>
                                            </p:txEl>
                                          </p:spTgt>
                                        </p:tgtEl>
                                        <p:attrNameLst>
                                          <p:attrName>style.visibility</p:attrName>
                                        </p:attrNameLst>
                                      </p:cBhvr>
                                      <p:to>
                                        <p:strVal val="visible"/>
                                      </p:to>
                                    </p:set>
                                    <p:animEffect transition="in" filter="fade">
                                      <p:cBhvr>
                                        <p:cTn id="17" dur="500"/>
                                        <p:tgtEl>
                                          <p:spTgt spid="10">
                                            <p:txEl>
                                              <p:pRg st="0" end="0"/>
                                            </p:txEl>
                                          </p:spTgt>
                                        </p:tgtEl>
                                      </p:cBhvr>
                                    </p:animEffect>
                                  </p:childTnLst>
                                </p:cTn>
                              </p:par>
                              <p:par>
                                <p:cTn id="18" presetID="53" presetClass="entr" presetSubtype="16" fill="hold" grpId="0" nodeType="withEffect" nodePh="1">
                                  <p:stCondLst>
                                    <p:cond delay="800"/>
                                  </p:stCondLst>
                                  <p:endCondLst>
                                    <p:cond evt="begin" delay="0">
                                      <p:tn val="18"/>
                                    </p:cond>
                                  </p:endCondLst>
                                  <p:childTnLst>
                                    <p:set>
                                      <p:cBhvr>
                                        <p:cTn id="19" dur="1" fill="hold">
                                          <p:stCondLst>
                                            <p:cond delay="0"/>
                                          </p:stCondLst>
                                        </p:cTn>
                                        <p:tgtEl>
                                          <p:spTgt spid="11"/>
                                        </p:tgtEl>
                                        <p:attrNameLst>
                                          <p:attrName>style.visibility</p:attrName>
                                        </p:attrNameLst>
                                      </p:cBhvr>
                                      <p:to>
                                        <p:strVal val="visible"/>
                                      </p:to>
                                    </p:set>
                                    <p:anim calcmode="lin" valueType="num">
                                      <p:cBhvr>
                                        <p:cTn id="20" dur="1000" fill="hold"/>
                                        <p:tgtEl>
                                          <p:spTgt spid="11"/>
                                        </p:tgtEl>
                                        <p:attrNameLst>
                                          <p:attrName>ppt_w</p:attrName>
                                        </p:attrNameLst>
                                      </p:cBhvr>
                                      <p:tavLst>
                                        <p:tav tm="0">
                                          <p:val>
                                            <p:fltVal val="0"/>
                                          </p:val>
                                        </p:tav>
                                        <p:tav tm="100000">
                                          <p:val>
                                            <p:strVal val="#ppt_w"/>
                                          </p:val>
                                        </p:tav>
                                      </p:tavLst>
                                    </p:anim>
                                    <p:anim calcmode="lin" valueType="num">
                                      <p:cBhvr>
                                        <p:cTn id="21" dur="1000" fill="hold"/>
                                        <p:tgtEl>
                                          <p:spTgt spid="11"/>
                                        </p:tgtEl>
                                        <p:attrNameLst>
                                          <p:attrName>ppt_h</p:attrName>
                                        </p:attrNameLst>
                                      </p:cBhvr>
                                      <p:tavLst>
                                        <p:tav tm="0">
                                          <p:val>
                                            <p:fltVal val="0"/>
                                          </p:val>
                                        </p:tav>
                                        <p:tav tm="100000">
                                          <p:val>
                                            <p:strVal val="#ppt_h"/>
                                          </p:val>
                                        </p:tav>
                                      </p:tavLst>
                                    </p:anim>
                                    <p:animEffect transition="in" filter="fade">
                                      <p:cBhvr>
                                        <p:cTn id="22"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10" grpId="0" build="p">
        <p:tmplLst>
          <p:tmpl lvl="1">
            <p:tnLst>
              <p:par>
                <p:cTn presetID="10" presetClass="entr" presetSubtype="0" fill="hold" nodeType="withEffect">
                  <p:stCondLst>
                    <p:cond delay="800"/>
                  </p:stCondLst>
                  <p:childTnLst>
                    <p:set>
                      <p:cBhvr>
                        <p:cTn dur="1" fill="hold">
                          <p:stCondLst>
                            <p:cond delay="0"/>
                          </p:stCondLst>
                        </p:cTn>
                        <p:tgtEl>
                          <p:spTgt spid="10"/>
                        </p:tgtEl>
                        <p:attrNameLst>
                          <p:attrName>style.visibility</p:attrName>
                        </p:attrNameLst>
                      </p:cBhvr>
                      <p:to>
                        <p:strVal val="visible"/>
                      </p:to>
                    </p:set>
                    <p:animEffect transition="in" filter="fade">
                      <p:cBhvr>
                        <p:cTn dur="500"/>
                        <p:tgtEl>
                          <p:spTgt spid="10"/>
                        </p:tgtEl>
                      </p:cBhvr>
                    </p:animEffect>
                  </p:childTnLst>
                </p:cTn>
              </p:par>
            </p:tnLst>
          </p:tmpl>
        </p:tmplLst>
      </p:bldP>
    </p:bldLst>
  </p:timing>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1_Title with content Clear">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 name="Text Placeholder 7"/>
          <p:cNvSpPr>
            <a:spLocks noGrp="1"/>
          </p:cNvSpPr>
          <p:nvPr>
            <p:ph type="body" sz="quarter" idx="40" hasCustomPrompt="1"/>
          </p:nvPr>
        </p:nvSpPr>
        <p:spPr>
          <a:xfrm>
            <a:off x="603252" y="1467758"/>
            <a:ext cx="3931576" cy="431780"/>
          </a:xfrm>
          <a:prstGeom prst="rect">
            <a:avLst/>
          </a:prstGeom>
        </p:spPr>
        <p:txBody>
          <a:bodyPr vert="horz" lIns="0" tIns="40504" rIns="0" bIns="40504" anchor="ctr"/>
          <a:lstStyle>
            <a:lvl1pPr marL="0" indent="0" algn="l">
              <a:lnSpc>
                <a:spcPct val="100000"/>
              </a:lnSpc>
              <a:spcBef>
                <a:spcPts val="0"/>
              </a:spcBef>
              <a:buNone/>
              <a:defRPr sz="1920" b="1">
                <a:solidFill>
                  <a:schemeClr val="tx1">
                    <a:lumMod val="75000"/>
                    <a:lumOff val="25000"/>
                  </a:schemeClr>
                </a:solidFill>
                <a:latin typeface="Lato Light"/>
                <a:cs typeface="Lato Light"/>
              </a:defRPr>
            </a:lvl1pPr>
          </a:lstStyle>
          <a:p>
            <a:pPr lvl="0"/>
            <a:r>
              <a:rPr lang="es-ES_tradnl" dirty="0" err="1" smtClean="0"/>
              <a:t>Title</a:t>
            </a:r>
            <a:r>
              <a:rPr lang="es-ES_tradnl" dirty="0" smtClean="0"/>
              <a:t> </a:t>
            </a:r>
            <a:r>
              <a:rPr lang="es-ES_tradnl" dirty="0" err="1" smtClean="0"/>
              <a:t>example</a:t>
            </a:r>
            <a:r>
              <a:rPr lang="es-ES_tradnl" dirty="0" smtClean="0"/>
              <a:t> </a:t>
            </a:r>
            <a:r>
              <a:rPr lang="es-ES_tradnl" dirty="0" err="1" smtClean="0"/>
              <a:t>here</a:t>
            </a:r>
            <a:endParaRPr lang="es-ES_tradnl" dirty="0" smtClean="0"/>
          </a:p>
        </p:txBody>
      </p:sp>
      <p:sp>
        <p:nvSpPr>
          <p:cNvPr id="5" name="Text Placeholder 7"/>
          <p:cNvSpPr>
            <a:spLocks noGrp="1"/>
          </p:cNvSpPr>
          <p:nvPr>
            <p:ph type="body" sz="quarter" idx="41" hasCustomPrompt="1"/>
          </p:nvPr>
        </p:nvSpPr>
        <p:spPr>
          <a:xfrm>
            <a:off x="603252" y="1949956"/>
            <a:ext cx="3931577"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r>
              <a:rPr lang="es-ES_tradnl" dirty="0" smtClean="0"/>
              <a:t> </a:t>
            </a:r>
            <a:r>
              <a:rPr lang="es-ES_tradnl" dirty="0" err="1" smtClean="0"/>
              <a:t>Here</a:t>
            </a:r>
            <a:endParaRPr lang="es-ES_tradnl" dirty="0" smtClean="0"/>
          </a:p>
        </p:txBody>
      </p:sp>
      <p:sp>
        <p:nvSpPr>
          <p:cNvPr id="7" name="Text Placeholder 2"/>
          <p:cNvSpPr>
            <a:spLocks noGrp="1"/>
          </p:cNvSpPr>
          <p:nvPr>
            <p:ph type="body" sz="quarter" idx="42" hasCustomPrompt="1"/>
          </p:nvPr>
        </p:nvSpPr>
        <p:spPr>
          <a:xfrm>
            <a:off x="623713" y="2280931"/>
            <a:ext cx="3910188" cy="2152280"/>
          </a:xfrm>
          <a:prstGeom prst="rect">
            <a:avLst/>
          </a:prstGeom>
        </p:spPr>
        <p:txBody>
          <a:bodyPr vert="horz" lIns="0" tIns="0" rIns="0" bIns="0"/>
          <a:lstStyle>
            <a:lvl1pPr marL="0" marR="0" indent="0" algn="just" defTabSz="486044" rtl="0" eaLnBrk="1" fontAlgn="auto" latinLnBrk="0" hangingPunct="1">
              <a:lnSpc>
                <a:spcPct val="130000"/>
              </a:lnSpc>
              <a:spcBef>
                <a:spcPct val="20000"/>
              </a:spcBef>
              <a:spcAft>
                <a:spcPts val="0"/>
              </a:spcAft>
              <a:buClrTx/>
              <a:buSzTx/>
              <a:buFont typeface="Arial"/>
              <a:buNone/>
              <a:tabLst/>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a:p>
            <a:pPr lvl="0"/>
            <a:r>
              <a:rPr lang="en-US" dirty="0" err="1" smtClean="0"/>
              <a:t>Duis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fringillascipit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 </a:t>
            </a:r>
            <a:r>
              <a:rPr lang="en-US" dirty="0" err="1" smtClean="0"/>
              <a:t>Duis</a:t>
            </a:r>
            <a:r>
              <a:rPr lang="en-US" dirty="0" smtClean="0"/>
              <a:t> </a:t>
            </a:r>
            <a:r>
              <a:rPr lang="en-US" dirty="0" err="1" smtClean="0"/>
              <a:t>quis</a:t>
            </a:r>
            <a:r>
              <a:rPr lang="en-US" dirty="0" smtClean="0"/>
              <a:t> </a:t>
            </a:r>
            <a:r>
              <a:rPr lang="en-US" dirty="0" err="1" smtClean="0"/>
              <a:t>viverra</a:t>
            </a:r>
            <a:r>
              <a:rPr lang="en-US" dirty="0" smtClean="0"/>
              <a:t> </a:t>
            </a:r>
            <a:r>
              <a:rPr lang="en-US" dirty="0" err="1" smtClean="0"/>
              <a:t>urna</a:t>
            </a:r>
            <a:r>
              <a:rPr lang="en-US" dirty="0" smtClean="0"/>
              <a:t>, in </a:t>
            </a:r>
            <a:r>
              <a:rPr lang="en-US" dirty="0" err="1" smtClean="0"/>
              <a:t>ultricies</a:t>
            </a:r>
            <a:r>
              <a:rPr lang="en-US" dirty="0" smtClean="0"/>
              <a:t> diam. </a:t>
            </a:r>
          </a:p>
        </p:txBody>
      </p:sp>
      <p:sp>
        <p:nvSpPr>
          <p:cNvPr id="9" name="Text Placeholder 2"/>
          <p:cNvSpPr>
            <a:spLocks noGrp="1"/>
          </p:cNvSpPr>
          <p:nvPr>
            <p:ph type="body" sz="quarter" idx="64" hasCustomPrompt="1"/>
          </p:nvPr>
        </p:nvSpPr>
        <p:spPr>
          <a:xfrm>
            <a:off x="623711" y="5427907"/>
            <a:ext cx="3910188" cy="841393"/>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10" name="Text Placeholder 7"/>
          <p:cNvSpPr>
            <a:spLocks noGrp="1"/>
          </p:cNvSpPr>
          <p:nvPr>
            <p:ph type="body" sz="quarter" idx="18" hasCustomPrompt="1"/>
          </p:nvPr>
        </p:nvSpPr>
        <p:spPr>
          <a:xfrm>
            <a:off x="623711" y="4769499"/>
            <a:ext cx="3910188" cy="345380"/>
          </a:xfrm>
          <a:prstGeom prst="rect">
            <a:avLst/>
          </a:prstGeom>
        </p:spPr>
        <p:txBody>
          <a:bodyPr vert="horz" lIns="0" tIns="40504" rIns="0" bIns="40504" anchor="ctr"/>
          <a:lstStyle>
            <a:lvl1pPr marL="0" indent="0" algn="l">
              <a:lnSpc>
                <a:spcPct val="100000"/>
              </a:lnSpc>
              <a:spcBef>
                <a:spcPts val="0"/>
              </a:spcBef>
              <a:buNone/>
              <a:defRPr sz="2400" b="1" baseline="0">
                <a:solidFill>
                  <a:schemeClr val="tx1">
                    <a:lumMod val="50000"/>
                    <a:lumOff val="50000"/>
                  </a:schemeClr>
                </a:solidFill>
                <a:latin typeface="Lato Regular"/>
                <a:cs typeface="Lato Regular"/>
              </a:defRPr>
            </a:lvl1pPr>
          </a:lstStyle>
          <a:p>
            <a:pPr lvl="0"/>
            <a:r>
              <a:rPr lang="es-ES_tradnl" dirty="0" smtClean="0"/>
              <a:t>RESULT 1</a:t>
            </a:r>
          </a:p>
        </p:txBody>
      </p:sp>
      <p:sp>
        <p:nvSpPr>
          <p:cNvPr id="11" name="Text Placeholder 7"/>
          <p:cNvSpPr>
            <a:spLocks noGrp="1"/>
          </p:cNvSpPr>
          <p:nvPr>
            <p:ph type="body" sz="quarter" idx="65" hasCustomPrompt="1"/>
          </p:nvPr>
        </p:nvSpPr>
        <p:spPr>
          <a:xfrm>
            <a:off x="623711" y="5181089"/>
            <a:ext cx="3910188"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Tree>
    <p:extLst>
      <p:ext uri="{BB962C8B-B14F-4D97-AF65-F5344CB8AC3E}">
        <p14:creationId xmlns:p14="http://schemas.microsoft.com/office/powerpoint/2010/main" val="42243509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200"/>
                                  </p:stCondLst>
                                  <p:childTnLst>
                                    <p:set>
                                      <p:cBhvr>
                                        <p:cTn id="16" dur="1" fill="hold">
                                          <p:stCondLst>
                                            <p:cond delay="0"/>
                                          </p:stCondLst>
                                        </p:cTn>
                                        <p:tgtEl>
                                          <p:spTgt spid="4">
                                            <p:txEl>
                                              <p:pRg st="0" end="0"/>
                                            </p:txEl>
                                          </p:spTgt>
                                        </p:tgtEl>
                                        <p:attrNameLst>
                                          <p:attrName>style.visibility</p:attrName>
                                        </p:attrNameLst>
                                      </p:cBhvr>
                                      <p:to>
                                        <p:strVal val="visible"/>
                                      </p:to>
                                    </p:set>
                                    <p:animEffect transition="in" filter="fade">
                                      <p:cBhvr>
                                        <p:cTn id="17" dur="400"/>
                                        <p:tgtEl>
                                          <p:spTgt spid="4">
                                            <p:txEl>
                                              <p:pRg st="0" end="0"/>
                                            </p:txEl>
                                          </p:spTgt>
                                        </p:tgtEl>
                                      </p:cBhvr>
                                    </p:animEffect>
                                    <p:anim calcmode="lin" valueType="num">
                                      <p:cBhvr>
                                        <p:cTn id="18" dur="4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9" dur="400" fill="hold"/>
                                        <p:tgtEl>
                                          <p:spTgt spid="4">
                                            <p:txEl>
                                              <p:pRg st="0" end="0"/>
                                            </p:txEl>
                                          </p:spTgt>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200"/>
                                  </p:stCondLst>
                                  <p:childTnLst>
                                    <p:set>
                                      <p:cBhvr>
                                        <p:cTn id="21" dur="1" fill="hold">
                                          <p:stCondLst>
                                            <p:cond delay="0"/>
                                          </p:stCondLst>
                                        </p:cTn>
                                        <p:tgtEl>
                                          <p:spTgt spid="5">
                                            <p:txEl>
                                              <p:pRg st="0" end="0"/>
                                            </p:txEl>
                                          </p:spTgt>
                                        </p:tgtEl>
                                        <p:attrNameLst>
                                          <p:attrName>style.visibility</p:attrName>
                                        </p:attrNameLst>
                                      </p:cBhvr>
                                      <p:to>
                                        <p:strVal val="visible"/>
                                      </p:to>
                                    </p:set>
                                    <p:animEffect transition="in" filter="fade">
                                      <p:cBhvr>
                                        <p:cTn id="22" dur="500"/>
                                        <p:tgtEl>
                                          <p:spTgt spid="5">
                                            <p:txEl>
                                              <p:pRg st="0" end="0"/>
                                            </p:txEl>
                                          </p:spTgt>
                                        </p:tgtEl>
                                      </p:cBhvr>
                                    </p:animEffect>
                                    <p:anim calcmode="lin" valueType="num">
                                      <p:cBhvr>
                                        <p:cTn id="23"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24" dur="500" fill="hold"/>
                                        <p:tgtEl>
                                          <p:spTgt spid="5">
                                            <p:txEl>
                                              <p:pRg st="0" end="0"/>
                                            </p:txEl>
                                          </p:spTgt>
                                        </p:tgtEl>
                                        <p:attrNameLst>
                                          <p:attrName>ppt_y</p:attrName>
                                        </p:attrNameLst>
                                      </p:cBhvr>
                                      <p:tavLst>
                                        <p:tav tm="0">
                                          <p:val>
                                            <p:strVal val="#ppt_y+.1"/>
                                          </p:val>
                                        </p:tav>
                                        <p:tav tm="100000">
                                          <p:val>
                                            <p:strVal val="#ppt_y"/>
                                          </p:val>
                                        </p:tav>
                                      </p:tavLst>
                                    </p:anim>
                                  </p:childTnLst>
                                </p:cTn>
                              </p:par>
                              <p:par>
                                <p:cTn id="25" presetID="10" presetClass="entr" presetSubtype="0" fill="hold" grpId="0" nodeType="withEffect">
                                  <p:stCondLst>
                                    <p:cond delay="800"/>
                                  </p:stCondLst>
                                  <p:childTnLst>
                                    <p:set>
                                      <p:cBhvr>
                                        <p:cTn id="26" dur="1" fill="hold">
                                          <p:stCondLst>
                                            <p:cond delay="0"/>
                                          </p:stCondLst>
                                        </p:cTn>
                                        <p:tgtEl>
                                          <p:spTgt spid="7">
                                            <p:txEl>
                                              <p:pRg st="0" end="0"/>
                                            </p:txEl>
                                          </p:spTgt>
                                        </p:tgtEl>
                                        <p:attrNameLst>
                                          <p:attrName>style.visibility</p:attrName>
                                        </p:attrNameLst>
                                      </p:cBhvr>
                                      <p:to>
                                        <p:strVal val="visible"/>
                                      </p:to>
                                    </p:set>
                                    <p:animEffect transition="in" filter="fade">
                                      <p:cBhvr>
                                        <p:cTn id="27" dur="500"/>
                                        <p:tgtEl>
                                          <p:spTgt spid="7">
                                            <p:txEl>
                                              <p:pRg st="0" end="0"/>
                                            </p:txEl>
                                          </p:spTgt>
                                        </p:tgtEl>
                                      </p:cBhvr>
                                    </p:animEffect>
                                  </p:childTnLst>
                                </p:cTn>
                              </p:par>
                              <p:par>
                                <p:cTn id="28" presetID="10" presetClass="entr" presetSubtype="0" fill="hold" grpId="0" nodeType="withEffect">
                                  <p:stCondLst>
                                    <p:cond delay="800"/>
                                  </p:stCondLst>
                                  <p:childTnLst>
                                    <p:set>
                                      <p:cBhvr>
                                        <p:cTn id="29" dur="1" fill="hold">
                                          <p:stCondLst>
                                            <p:cond delay="0"/>
                                          </p:stCondLst>
                                        </p:cTn>
                                        <p:tgtEl>
                                          <p:spTgt spid="7">
                                            <p:txEl>
                                              <p:pRg st="1" end="1"/>
                                            </p:txEl>
                                          </p:spTgt>
                                        </p:tgtEl>
                                        <p:attrNameLst>
                                          <p:attrName>style.visibility</p:attrName>
                                        </p:attrNameLst>
                                      </p:cBhvr>
                                      <p:to>
                                        <p:strVal val="visible"/>
                                      </p:to>
                                    </p:set>
                                    <p:animEffect transition="in" filter="fade">
                                      <p:cBhvr>
                                        <p:cTn id="30" dur="500"/>
                                        <p:tgtEl>
                                          <p:spTgt spid="7">
                                            <p:txEl>
                                              <p:pRg st="1" end="1"/>
                                            </p:txEl>
                                          </p:spTgt>
                                        </p:tgtEl>
                                      </p:cBhvr>
                                    </p:animEffect>
                                  </p:childTnLst>
                                </p:cTn>
                              </p:par>
                              <p:par>
                                <p:cTn id="31" presetID="10" presetClass="entr" presetSubtype="0" fill="hold" grpId="0" nodeType="withEffect">
                                  <p:stCondLst>
                                    <p:cond delay="800"/>
                                  </p:stCondLst>
                                  <p:childTnLst>
                                    <p:set>
                                      <p:cBhvr>
                                        <p:cTn id="32" dur="1" fill="hold">
                                          <p:stCondLst>
                                            <p:cond delay="0"/>
                                          </p:stCondLst>
                                        </p:cTn>
                                        <p:tgtEl>
                                          <p:spTgt spid="9">
                                            <p:txEl>
                                              <p:pRg st="0" end="0"/>
                                            </p:txEl>
                                          </p:spTgt>
                                        </p:tgtEl>
                                        <p:attrNameLst>
                                          <p:attrName>style.visibility</p:attrName>
                                        </p:attrNameLst>
                                      </p:cBhvr>
                                      <p:to>
                                        <p:strVal val="visible"/>
                                      </p:to>
                                    </p:set>
                                    <p:animEffect transition="in" filter="fade">
                                      <p:cBhvr>
                                        <p:cTn id="33" dur="500"/>
                                        <p:tgtEl>
                                          <p:spTgt spid="9">
                                            <p:txEl>
                                              <p:pRg st="0" end="0"/>
                                            </p:txEl>
                                          </p:spTgt>
                                        </p:tgtEl>
                                      </p:cBhvr>
                                    </p:animEffect>
                                  </p:childTnLst>
                                </p:cTn>
                              </p:par>
                              <p:par>
                                <p:cTn id="34" presetID="42" presetClass="entr" presetSubtype="0" fill="hold" grpId="0" nodeType="withEffect">
                                  <p:stCondLst>
                                    <p:cond delay="200"/>
                                  </p:stCondLst>
                                  <p:childTnLst>
                                    <p:set>
                                      <p:cBhvr>
                                        <p:cTn id="35" dur="1" fill="hold">
                                          <p:stCondLst>
                                            <p:cond delay="0"/>
                                          </p:stCondLst>
                                        </p:cTn>
                                        <p:tgtEl>
                                          <p:spTgt spid="10">
                                            <p:txEl>
                                              <p:pRg st="0" end="0"/>
                                            </p:txEl>
                                          </p:spTgt>
                                        </p:tgtEl>
                                        <p:attrNameLst>
                                          <p:attrName>style.visibility</p:attrName>
                                        </p:attrNameLst>
                                      </p:cBhvr>
                                      <p:to>
                                        <p:strVal val="visible"/>
                                      </p:to>
                                    </p:set>
                                    <p:animEffect transition="in" filter="fade">
                                      <p:cBhvr>
                                        <p:cTn id="36" dur="400"/>
                                        <p:tgtEl>
                                          <p:spTgt spid="10">
                                            <p:txEl>
                                              <p:pRg st="0" end="0"/>
                                            </p:txEl>
                                          </p:spTgt>
                                        </p:tgtEl>
                                      </p:cBhvr>
                                    </p:animEffect>
                                    <p:anim calcmode="lin" valueType="num">
                                      <p:cBhvr>
                                        <p:cTn id="37" dur="400" fill="hold"/>
                                        <p:tgtEl>
                                          <p:spTgt spid="10">
                                            <p:txEl>
                                              <p:pRg st="0" end="0"/>
                                            </p:txEl>
                                          </p:spTgt>
                                        </p:tgtEl>
                                        <p:attrNameLst>
                                          <p:attrName>ppt_x</p:attrName>
                                        </p:attrNameLst>
                                      </p:cBhvr>
                                      <p:tavLst>
                                        <p:tav tm="0">
                                          <p:val>
                                            <p:strVal val="#ppt_x"/>
                                          </p:val>
                                        </p:tav>
                                        <p:tav tm="100000">
                                          <p:val>
                                            <p:strVal val="#ppt_x"/>
                                          </p:val>
                                        </p:tav>
                                      </p:tavLst>
                                    </p:anim>
                                    <p:anim calcmode="lin" valueType="num">
                                      <p:cBhvr>
                                        <p:cTn id="38" dur="400" fill="hold"/>
                                        <p:tgtEl>
                                          <p:spTgt spid="10">
                                            <p:txEl>
                                              <p:pRg st="0" end="0"/>
                                            </p:txEl>
                                          </p:spTgt>
                                        </p:tgtEl>
                                        <p:attrNameLst>
                                          <p:attrName>ppt_y</p:attrName>
                                        </p:attrNameLst>
                                      </p:cBhvr>
                                      <p:tavLst>
                                        <p:tav tm="0">
                                          <p:val>
                                            <p:strVal val="#ppt_y+.1"/>
                                          </p:val>
                                        </p:tav>
                                        <p:tav tm="100000">
                                          <p:val>
                                            <p:strVal val="#ppt_y"/>
                                          </p:val>
                                        </p:tav>
                                      </p:tavLst>
                                    </p:anim>
                                  </p:childTnLst>
                                </p:cTn>
                              </p:par>
                              <p:par>
                                <p:cTn id="39" presetID="42" presetClass="entr" presetSubtype="0" fill="hold" grpId="0" nodeType="withEffect">
                                  <p:stCondLst>
                                    <p:cond delay="200"/>
                                  </p:stCondLst>
                                  <p:childTnLst>
                                    <p:set>
                                      <p:cBhvr>
                                        <p:cTn id="40" dur="1" fill="hold">
                                          <p:stCondLst>
                                            <p:cond delay="0"/>
                                          </p:stCondLst>
                                        </p:cTn>
                                        <p:tgtEl>
                                          <p:spTgt spid="11">
                                            <p:txEl>
                                              <p:pRg st="0" end="0"/>
                                            </p:txEl>
                                          </p:spTgt>
                                        </p:tgtEl>
                                        <p:attrNameLst>
                                          <p:attrName>style.visibility</p:attrName>
                                        </p:attrNameLst>
                                      </p:cBhvr>
                                      <p:to>
                                        <p:strVal val="visible"/>
                                      </p:to>
                                    </p:set>
                                    <p:animEffect transition="in" filter="fade">
                                      <p:cBhvr>
                                        <p:cTn id="41" dur="500"/>
                                        <p:tgtEl>
                                          <p:spTgt spid="11">
                                            <p:txEl>
                                              <p:pRg st="0" end="0"/>
                                            </p:txEl>
                                          </p:spTgt>
                                        </p:tgtEl>
                                      </p:cBhvr>
                                    </p:animEffect>
                                    <p:anim calcmode="lin" valueType="num">
                                      <p:cBhvr>
                                        <p:cTn id="42"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1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P spid="4" grpId="0" build="p">
        <p:tmplLst>
          <p:tmpl lvl="1">
            <p:tnLst>
              <p:par>
                <p:cTn presetID="42" presetClass="entr" presetSubtype="0" fill="hold" nodeType="withEffect">
                  <p:stCondLst>
                    <p:cond delay="200"/>
                  </p:stCondLst>
                  <p:childTnLst>
                    <p:set>
                      <p:cBhvr>
                        <p:cTn dur="1" fill="hold">
                          <p:stCondLst>
                            <p:cond delay="0"/>
                          </p:stCondLst>
                        </p:cTn>
                        <p:tgtEl>
                          <p:spTgt spid="4"/>
                        </p:tgtEl>
                        <p:attrNameLst>
                          <p:attrName>style.visibility</p:attrName>
                        </p:attrNameLst>
                      </p:cBhvr>
                      <p:to>
                        <p:strVal val="visible"/>
                      </p:to>
                    </p:set>
                    <p:animEffect transition="in" filter="fade">
                      <p:cBhvr>
                        <p:cTn dur="400"/>
                        <p:tgtEl>
                          <p:spTgt spid="4"/>
                        </p:tgtEl>
                      </p:cBhvr>
                    </p:animEffect>
                    <p:anim calcmode="lin" valueType="num">
                      <p:cBhvr>
                        <p:cTn dur="400" fill="hold"/>
                        <p:tgtEl>
                          <p:spTgt spid="4"/>
                        </p:tgtEl>
                        <p:attrNameLst>
                          <p:attrName>ppt_x</p:attrName>
                        </p:attrNameLst>
                      </p:cBhvr>
                      <p:tavLst>
                        <p:tav tm="0">
                          <p:val>
                            <p:strVal val="#ppt_x"/>
                          </p:val>
                        </p:tav>
                        <p:tav tm="100000">
                          <p:val>
                            <p:strVal val="#ppt_x"/>
                          </p:val>
                        </p:tav>
                      </p:tavLst>
                    </p:anim>
                    <p:anim calcmode="lin" valueType="num">
                      <p:cBhvr>
                        <p:cTn dur="400" fill="hold"/>
                        <p:tgtEl>
                          <p:spTgt spid="4"/>
                        </p:tgtEl>
                        <p:attrNameLst>
                          <p:attrName>ppt_y</p:attrName>
                        </p:attrNameLst>
                      </p:cBhvr>
                      <p:tavLst>
                        <p:tav tm="0">
                          <p:val>
                            <p:strVal val="#ppt_y+.1"/>
                          </p:val>
                        </p:tav>
                        <p:tav tm="100000">
                          <p:val>
                            <p:strVal val="#ppt_y"/>
                          </p:val>
                        </p:tav>
                      </p:tavLst>
                    </p:anim>
                  </p:childTnLst>
                </p:cTn>
              </p:par>
            </p:tnLst>
          </p:tmpl>
        </p:tmplLst>
      </p:bldP>
      <p:bldP spid="5" grpId="0" build="p">
        <p:tmplLst>
          <p:tmpl lvl="1">
            <p:tnLst>
              <p:par>
                <p:cTn presetID="42" presetClass="entr" presetSubtype="0" fill="hold" nodeType="withEffect">
                  <p:stCondLst>
                    <p:cond delay="200"/>
                  </p:stCondLst>
                  <p:childTnLst>
                    <p:set>
                      <p:cBhvr>
                        <p:cTn dur="1" fill="hold">
                          <p:stCondLst>
                            <p:cond delay="0"/>
                          </p:stCondLst>
                        </p:cTn>
                        <p:tgtEl>
                          <p:spTgt spid="5"/>
                        </p:tgtEl>
                        <p:attrNameLst>
                          <p:attrName>style.visibility</p:attrName>
                        </p:attrNameLst>
                      </p:cBhvr>
                      <p:to>
                        <p:strVal val="visible"/>
                      </p:to>
                    </p:set>
                    <p:animEffect transition="in" filter="fade">
                      <p:cBhvr>
                        <p:cTn dur="500"/>
                        <p:tgtEl>
                          <p:spTgt spid="5"/>
                        </p:tgtEl>
                      </p:cBhvr>
                    </p:animEffect>
                    <p:anim calcmode="lin" valueType="num">
                      <p:cBhvr>
                        <p:cTn dur="500" fill="hold"/>
                        <p:tgtEl>
                          <p:spTgt spid="5"/>
                        </p:tgtEl>
                        <p:attrNameLst>
                          <p:attrName>ppt_x</p:attrName>
                        </p:attrNameLst>
                      </p:cBhvr>
                      <p:tavLst>
                        <p:tav tm="0">
                          <p:val>
                            <p:strVal val="#ppt_x"/>
                          </p:val>
                        </p:tav>
                        <p:tav tm="100000">
                          <p:val>
                            <p:strVal val="#ppt_x"/>
                          </p:val>
                        </p:tav>
                      </p:tavLst>
                    </p:anim>
                    <p:anim calcmode="lin" valueType="num">
                      <p:cBhvr>
                        <p:cTn dur="500" fill="hold"/>
                        <p:tgtEl>
                          <p:spTgt spid="5"/>
                        </p:tgtEl>
                        <p:attrNameLst>
                          <p:attrName>ppt_y</p:attrName>
                        </p:attrNameLst>
                      </p:cBhvr>
                      <p:tavLst>
                        <p:tav tm="0">
                          <p:val>
                            <p:strVal val="#ppt_y+.1"/>
                          </p:val>
                        </p:tav>
                        <p:tav tm="100000">
                          <p:val>
                            <p:strVal val="#ppt_y"/>
                          </p:val>
                        </p:tav>
                      </p:tavLst>
                    </p:anim>
                  </p:childTnLst>
                </p:cTn>
              </p:par>
            </p:tnLst>
          </p:tmpl>
        </p:tmplLst>
      </p:bldP>
      <p:bldP spid="7" grpId="0" build="p">
        <p:tmplLst>
          <p:tmpl lvl="1">
            <p:tnLst>
              <p:par>
                <p:cTn presetID="10" presetClass="entr" presetSubtype="0" fill="hold" nodeType="withEffect">
                  <p:stCondLst>
                    <p:cond delay="80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9" grpId="0" build="p">
        <p:tmplLst>
          <p:tmpl lvl="1">
            <p:tnLst>
              <p:par>
                <p:cTn presetID="10" presetClass="entr" presetSubtype="0" fill="hold" nodeType="withEffect">
                  <p:stCondLst>
                    <p:cond delay="8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childTnLst>
                </p:cTn>
              </p:par>
            </p:tnLst>
          </p:tmpl>
        </p:tmplLst>
      </p:bldP>
      <p:bldP spid="10" grpId="0" build="p">
        <p:tmplLst>
          <p:tmpl lvl="1">
            <p:tnLst>
              <p:par>
                <p:cTn presetID="42" presetClass="entr" presetSubtype="0" fill="hold" nodeType="withEffect">
                  <p:stCondLst>
                    <p:cond delay="200"/>
                  </p:stCondLst>
                  <p:childTnLst>
                    <p:set>
                      <p:cBhvr>
                        <p:cTn dur="1" fill="hold">
                          <p:stCondLst>
                            <p:cond delay="0"/>
                          </p:stCondLst>
                        </p:cTn>
                        <p:tgtEl>
                          <p:spTgt spid="10"/>
                        </p:tgtEl>
                        <p:attrNameLst>
                          <p:attrName>style.visibility</p:attrName>
                        </p:attrNameLst>
                      </p:cBhvr>
                      <p:to>
                        <p:strVal val="visible"/>
                      </p:to>
                    </p:set>
                    <p:animEffect transition="in" filter="fade">
                      <p:cBhvr>
                        <p:cTn dur="400"/>
                        <p:tgtEl>
                          <p:spTgt spid="10"/>
                        </p:tgtEl>
                      </p:cBhvr>
                    </p:animEffect>
                    <p:anim calcmode="lin" valueType="num">
                      <p:cBhvr>
                        <p:cTn dur="400" fill="hold"/>
                        <p:tgtEl>
                          <p:spTgt spid="10"/>
                        </p:tgtEl>
                        <p:attrNameLst>
                          <p:attrName>ppt_x</p:attrName>
                        </p:attrNameLst>
                      </p:cBhvr>
                      <p:tavLst>
                        <p:tav tm="0">
                          <p:val>
                            <p:strVal val="#ppt_x"/>
                          </p:val>
                        </p:tav>
                        <p:tav tm="100000">
                          <p:val>
                            <p:strVal val="#ppt_x"/>
                          </p:val>
                        </p:tav>
                      </p:tavLst>
                    </p:anim>
                    <p:anim calcmode="lin" valueType="num">
                      <p:cBhvr>
                        <p:cTn dur="400" fill="hold"/>
                        <p:tgtEl>
                          <p:spTgt spid="10"/>
                        </p:tgtEl>
                        <p:attrNameLst>
                          <p:attrName>ppt_y</p:attrName>
                        </p:attrNameLst>
                      </p:cBhvr>
                      <p:tavLst>
                        <p:tav tm="0">
                          <p:val>
                            <p:strVal val="#ppt_y+.1"/>
                          </p:val>
                        </p:tav>
                        <p:tav tm="100000">
                          <p:val>
                            <p:strVal val="#ppt_y"/>
                          </p:val>
                        </p:tav>
                      </p:tavLst>
                    </p:anim>
                  </p:childTnLst>
                </p:cTn>
              </p:par>
            </p:tnLst>
          </p:tmpl>
        </p:tmplLst>
      </p:bldP>
      <p:bldP spid="11" grpId="0" build="p">
        <p:tmplLst>
          <p:tmpl lvl="1">
            <p:tnLst>
              <p:par>
                <p:cTn presetID="42" presetClass="entr" presetSubtype="0" fill="hold" nodeType="withEffect">
                  <p:stCondLst>
                    <p:cond delay="20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anim calcmode="lin" valueType="num">
                      <p:cBhvr>
                        <p:cTn dur="500" fill="hold"/>
                        <p:tgtEl>
                          <p:spTgt spid="11"/>
                        </p:tgtEl>
                        <p:attrNameLst>
                          <p:attrName>ppt_x</p:attrName>
                        </p:attrNameLst>
                      </p:cBhvr>
                      <p:tavLst>
                        <p:tav tm="0">
                          <p:val>
                            <p:strVal val="#ppt_x"/>
                          </p:val>
                        </p:tav>
                        <p:tav tm="100000">
                          <p:val>
                            <p:strVal val="#ppt_x"/>
                          </p:val>
                        </p:tav>
                      </p:tavLst>
                    </p:anim>
                    <p:anim calcmode="lin" valueType="num">
                      <p:cBhvr>
                        <p:cTn dur="500" fill="hold"/>
                        <p:tgtEl>
                          <p:spTgt spid="1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Title with content Clear 2">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 name="Text Placeholder 2"/>
          <p:cNvSpPr>
            <a:spLocks noGrp="1"/>
          </p:cNvSpPr>
          <p:nvPr>
            <p:ph type="body" sz="quarter" idx="64" hasCustomPrompt="1"/>
          </p:nvPr>
        </p:nvSpPr>
        <p:spPr>
          <a:xfrm>
            <a:off x="591962" y="5563771"/>
            <a:ext cx="10973505" cy="779972"/>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a:t>
            </a:r>
          </a:p>
        </p:txBody>
      </p:sp>
      <p:sp>
        <p:nvSpPr>
          <p:cNvPr id="5" name="Text Placeholder 7"/>
          <p:cNvSpPr>
            <a:spLocks noGrp="1"/>
          </p:cNvSpPr>
          <p:nvPr>
            <p:ph type="body" sz="quarter" idx="18" hasCustomPrompt="1"/>
          </p:nvPr>
        </p:nvSpPr>
        <p:spPr>
          <a:xfrm>
            <a:off x="569384" y="5109392"/>
            <a:ext cx="10996083" cy="431780"/>
          </a:xfrm>
          <a:prstGeom prst="rect">
            <a:avLst/>
          </a:prstGeom>
        </p:spPr>
        <p:txBody>
          <a:bodyPr vert="horz" lIns="0" tIns="40504" rIns="0" bIns="40504" anchor="ctr"/>
          <a:lstStyle>
            <a:lvl1pPr marL="0" indent="0" algn="l">
              <a:lnSpc>
                <a:spcPct val="100000"/>
              </a:lnSpc>
              <a:spcBef>
                <a:spcPts val="0"/>
              </a:spcBef>
              <a:buNone/>
              <a:defRPr sz="1920" b="1" baseline="0">
                <a:solidFill>
                  <a:schemeClr val="tx1">
                    <a:lumMod val="75000"/>
                    <a:lumOff val="25000"/>
                  </a:schemeClr>
                </a:solidFill>
                <a:latin typeface="Lato Light"/>
                <a:cs typeface="Lato Light"/>
              </a:defRPr>
            </a:lvl1pPr>
          </a:lstStyle>
          <a:p>
            <a:pPr lvl="0"/>
            <a:r>
              <a:rPr lang="es-ES_tradnl" dirty="0" err="1" smtClean="0"/>
              <a:t>Put</a:t>
            </a:r>
            <a:r>
              <a:rPr lang="es-ES_tradnl" dirty="0" smtClean="0"/>
              <a:t> </a:t>
            </a:r>
            <a:r>
              <a:rPr lang="es-ES_tradnl" dirty="0" err="1" smtClean="0"/>
              <a:t>your</a:t>
            </a:r>
            <a:r>
              <a:rPr lang="es-ES_tradnl" dirty="0" smtClean="0"/>
              <a:t> </a:t>
            </a:r>
            <a:r>
              <a:rPr lang="es-ES_tradnl" dirty="0" err="1" smtClean="0"/>
              <a:t>title</a:t>
            </a:r>
            <a:r>
              <a:rPr lang="es-ES_tradnl" dirty="0" smtClean="0"/>
              <a:t> </a:t>
            </a:r>
            <a:r>
              <a:rPr lang="es-ES_tradnl" dirty="0" err="1" smtClean="0"/>
              <a:t>here</a:t>
            </a:r>
            <a:endParaRPr lang="es-ES_tradnl" dirty="0" smtClean="0"/>
          </a:p>
        </p:txBody>
      </p:sp>
    </p:spTree>
    <p:extLst>
      <p:ext uri="{BB962C8B-B14F-4D97-AF65-F5344CB8AC3E}">
        <p14:creationId xmlns:p14="http://schemas.microsoft.com/office/powerpoint/2010/main" val="41917930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4">
                                            <p:txEl>
                                              <p:pRg st="0" end="0"/>
                                            </p:txEl>
                                          </p:spTgt>
                                        </p:tgtEl>
                                        <p:attrNameLst>
                                          <p:attrName>style.visibility</p:attrName>
                                        </p:attrNameLst>
                                      </p:cBhvr>
                                      <p:to>
                                        <p:strVal val="visible"/>
                                      </p:to>
                                    </p:set>
                                    <p:animEffect transition="in" filter="fade">
                                      <p:cBhvr>
                                        <p:cTn id="17" dur="500"/>
                                        <p:tgtEl>
                                          <p:spTgt spid="4">
                                            <p:txEl>
                                              <p:pRg st="0" end="0"/>
                                            </p:txEl>
                                          </p:spTgt>
                                        </p:tgtEl>
                                      </p:cBhvr>
                                    </p:animEffect>
                                  </p:childTnLst>
                                </p:cTn>
                              </p:par>
                              <p:par>
                                <p:cTn id="18" presetID="42" presetClass="entr" presetSubtype="0" fill="hold" grpId="0" nodeType="withEffect">
                                  <p:stCondLst>
                                    <p:cond delay="200"/>
                                  </p:stCondLst>
                                  <p:childTnLst>
                                    <p:set>
                                      <p:cBhvr>
                                        <p:cTn id="19" dur="1" fill="hold">
                                          <p:stCondLst>
                                            <p:cond delay="0"/>
                                          </p:stCondLst>
                                        </p:cTn>
                                        <p:tgtEl>
                                          <p:spTgt spid="5">
                                            <p:txEl>
                                              <p:pRg st="0" end="0"/>
                                            </p:txEl>
                                          </p:spTgt>
                                        </p:tgtEl>
                                        <p:attrNameLst>
                                          <p:attrName>style.visibility</p:attrName>
                                        </p:attrNameLst>
                                      </p:cBhvr>
                                      <p:to>
                                        <p:strVal val="visible"/>
                                      </p:to>
                                    </p:set>
                                    <p:animEffect transition="in" filter="fade">
                                      <p:cBhvr>
                                        <p:cTn id="20" dur="400"/>
                                        <p:tgtEl>
                                          <p:spTgt spid="5">
                                            <p:txEl>
                                              <p:pRg st="0" end="0"/>
                                            </p:txEl>
                                          </p:spTgt>
                                        </p:tgtEl>
                                      </p:cBhvr>
                                    </p:animEffect>
                                    <p:anim calcmode="lin" valueType="num">
                                      <p:cBhvr>
                                        <p:cTn id="21" dur="4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22" dur="4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P spid="4" grpId="0" build="p">
        <p:tmplLst>
          <p:tmpl lvl="1">
            <p:tnLst>
              <p:par>
                <p:cTn presetID="10" presetClass="entr" presetSubtype="0" fill="hold" nodeType="withEffect">
                  <p:stCondLst>
                    <p:cond delay="800"/>
                  </p:stCondLst>
                  <p:childTnLst>
                    <p:set>
                      <p:cBhvr>
                        <p:cTn dur="1" fill="hold">
                          <p:stCondLst>
                            <p:cond delay="0"/>
                          </p:stCondLst>
                        </p:cTn>
                        <p:tgtEl>
                          <p:spTgt spid="4"/>
                        </p:tgtEl>
                        <p:attrNameLst>
                          <p:attrName>style.visibility</p:attrName>
                        </p:attrNameLst>
                      </p:cBhvr>
                      <p:to>
                        <p:strVal val="visible"/>
                      </p:to>
                    </p:set>
                    <p:animEffect transition="in" filter="fade">
                      <p:cBhvr>
                        <p:cTn dur="500"/>
                        <p:tgtEl>
                          <p:spTgt spid="4"/>
                        </p:tgtEl>
                      </p:cBhvr>
                    </p:animEffect>
                  </p:childTnLst>
                </p:cTn>
              </p:par>
            </p:tnLst>
          </p:tmpl>
        </p:tmplLst>
      </p:bldP>
      <p:bldP spid="5" grpId="0" build="p">
        <p:tmplLst>
          <p:tmpl lvl="1">
            <p:tnLst>
              <p:par>
                <p:cTn presetID="42" presetClass="entr" presetSubtype="0" fill="hold" nodeType="withEffect">
                  <p:stCondLst>
                    <p:cond delay="200"/>
                  </p:stCondLst>
                  <p:childTnLst>
                    <p:set>
                      <p:cBhvr>
                        <p:cTn dur="1" fill="hold">
                          <p:stCondLst>
                            <p:cond delay="0"/>
                          </p:stCondLst>
                        </p:cTn>
                        <p:tgtEl>
                          <p:spTgt spid="5"/>
                        </p:tgtEl>
                        <p:attrNameLst>
                          <p:attrName>style.visibility</p:attrName>
                        </p:attrNameLst>
                      </p:cBhvr>
                      <p:to>
                        <p:strVal val="visible"/>
                      </p:to>
                    </p:set>
                    <p:animEffect transition="in" filter="fade">
                      <p:cBhvr>
                        <p:cTn dur="400"/>
                        <p:tgtEl>
                          <p:spTgt spid="5"/>
                        </p:tgtEl>
                      </p:cBhvr>
                    </p:animEffect>
                    <p:anim calcmode="lin" valueType="num">
                      <p:cBhvr>
                        <p:cTn dur="400" fill="hold"/>
                        <p:tgtEl>
                          <p:spTgt spid="5"/>
                        </p:tgtEl>
                        <p:attrNameLst>
                          <p:attrName>ppt_x</p:attrName>
                        </p:attrNameLst>
                      </p:cBhvr>
                      <p:tavLst>
                        <p:tav tm="0">
                          <p:val>
                            <p:strVal val="#ppt_x"/>
                          </p:val>
                        </p:tav>
                        <p:tav tm="100000">
                          <p:val>
                            <p:strVal val="#ppt_x"/>
                          </p:val>
                        </p:tav>
                      </p:tavLst>
                    </p:anim>
                    <p:anim calcmode="lin" valueType="num">
                      <p:cBhvr>
                        <p:cTn dur="400" fill="hold"/>
                        <p:tgtEl>
                          <p:spTgt spid="5"/>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Title with content Dark 2">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bg1"/>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 name="Text Placeholder 2"/>
          <p:cNvSpPr>
            <a:spLocks noGrp="1"/>
          </p:cNvSpPr>
          <p:nvPr>
            <p:ph type="body" sz="quarter" idx="64" hasCustomPrompt="1"/>
          </p:nvPr>
        </p:nvSpPr>
        <p:spPr>
          <a:xfrm>
            <a:off x="591962" y="5563771"/>
            <a:ext cx="10973505" cy="779972"/>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a:t>
            </a:r>
          </a:p>
        </p:txBody>
      </p:sp>
      <p:sp>
        <p:nvSpPr>
          <p:cNvPr id="5" name="Text Placeholder 7"/>
          <p:cNvSpPr>
            <a:spLocks noGrp="1"/>
          </p:cNvSpPr>
          <p:nvPr>
            <p:ph type="body" sz="quarter" idx="18" hasCustomPrompt="1"/>
          </p:nvPr>
        </p:nvSpPr>
        <p:spPr>
          <a:xfrm>
            <a:off x="569384" y="5109392"/>
            <a:ext cx="10996083" cy="431780"/>
          </a:xfrm>
          <a:prstGeom prst="rect">
            <a:avLst/>
          </a:prstGeom>
        </p:spPr>
        <p:txBody>
          <a:bodyPr vert="horz" lIns="0" tIns="40504" rIns="0" bIns="40504" anchor="ctr"/>
          <a:lstStyle>
            <a:lvl1pPr marL="0" indent="0" algn="l">
              <a:lnSpc>
                <a:spcPct val="100000"/>
              </a:lnSpc>
              <a:spcBef>
                <a:spcPts val="0"/>
              </a:spcBef>
              <a:buNone/>
              <a:defRPr sz="1920" b="1" baseline="0">
                <a:solidFill>
                  <a:schemeClr val="bg1"/>
                </a:solidFill>
                <a:latin typeface="Lato Light"/>
                <a:cs typeface="Lato Light"/>
              </a:defRPr>
            </a:lvl1pPr>
          </a:lstStyle>
          <a:p>
            <a:pPr lvl="0"/>
            <a:r>
              <a:rPr lang="es-ES_tradnl" dirty="0" err="1" smtClean="0"/>
              <a:t>Put</a:t>
            </a:r>
            <a:r>
              <a:rPr lang="es-ES_tradnl" dirty="0" smtClean="0"/>
              <a:t> </a:t>
            </a:r>
            <a:r>
              <a:rPr lang="es-ES_tradnl" dirty="0" err="1" smtClean="0"/>
              <a:t>your</a:t>
            </a:r>
            <a:r>
              <a:rPr lang="es-ES_tradnl" dirty="0" smtClean="0"/>
              <a:t> </a:t>
            </a:r>
            <a:r>
              <a:rPr lang="es-ES_tradnl" dirty="0" err="1" smtClean="0"/>
              <a:t>title</a:t>
            </a:r>
            <a:r>
              <a:rPr lang="es-ES_tradnl" dirty="0" smtClean="0"/>
              <a:t> </a:t>
            </a:r>
            <a:r>
              <a:rPr lang="es-ES_tradnl" dirty="0" err="1" smtClean="0"/>
              <a:t>here</a:t>
            </a:r>
            <a:endParaRPr lang="es-ES_tradnl" dirty="0" smtClean="0"/>
          </a:p>
        </p:txBody>
      </p:sp>
    </p:spTree>
    <p:extLst>
      <p:ext uri="{BB962C8B-B14F-4D97-AF65-F5344CB8AC3E}">
        <p14:creationId xmlns:p14="http://schemas.microsoft.com/office/powerpoint/2010/main" val="3097529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4">
                                            <p:txEl>
                                              <p:pRg st="0" end="0"/>
                                            </p:txEl>
                                          </p:spTgt>
                                        </p:tgtEl>
                                        <p:attrNameLst>
                                          <p:attrName>style.visibility</p:attrName>
                                        </p:attrNameLst>
                                      </p:cBhvr>
                                      <p:to>
                                        <p:strVal val="visible"/>
                                      </p:to>
                                    </p:set>
                                    <p:animEffect transition="in" filter="fade">
                                      <p:cBhvr>
                                        <p:cTn id="17" dur="500"/>
                                        <p:tgtEl>
                                          <p:spTgt spid="4">
                                            <p:txEl>
                                              <p:pRg st="0" end="0"/>
                                            </p:txEl>
                                          </p:spTgt>
                                        </p:tgtEl>
                                      </p:cBhvr>
                                    </p:animEffect>
                                  </p:childTnLst>
                                </p:cTn>
                              </p:par>
                              <p:par>
                                <p:cTn id="18" presetID="42" presetClass="entr" presetSubtype="0" fill="hold" grpId="0" nodeType="withEffect">
                                  <p:stCondLst>
                                    <p:cond delay="200"/>
                                  </p:stCondLst>
                                  <p:childTnLst>
                                    <p:set>
                                      <p:cBhvr>
                                        <p:cTn id="19" dur="1" fill="hold">
                                          <p:stCondLst>
                                            <p:cond delay="0"/>
                                          </p:stCondLst>
                                        </p:cTn>
                                        <p:tgtEl>
                                          <p:spTgt spid="5">
                                            <p:txEl>
                                              <p:pRg st="0" end="0"/>
                                            </p:txEl>
                                          </p:spTgt>
                                        </p:tgtEl>
                                        <p:attrNameLst>
                                          <p:attrName>style.visibility</p:attrName>
                                        </p:attrNameLst>
                                      </p:cBhvr>
                                      <p:to>
                                        <p:strVal val="visible"/>
                                      </p:to>
                                    </p:set>
                                    <p:animEffect transition="in" filter="fade">
                                      <p:cBhvr>
                                        <p:cTn id="20" dur="400"/>
                                        <p:tgtEl>
                                          <p:spTgt spid="5">
                                            <p:txEl>
                                              <p:pRg st="0" end="0"/>
                                            </p:txEl>
                                          </p:spTgt>
                                        </p:tgtEl>
                                      </p:cBhvr>
                                    </p:animEffect>
                                    <p:anim calcmode="lin" valueType="num">
                                      <p:cBhvr>
                                        <p:cTn id="21" dur="4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22" dur="4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P spid="4" grpId="0" build="p">
        <p:tmplLst>
          <p:tmpl lvl="1">
            <p:tnLst>
              <p:par>
                <p:cTn presetID="10" presetClass="entr" presetSubtype="0" fill="hold" nodeType="withEffect">
                  <p:stCondLst>
                    <p:cond delay="800"/>
                  </p:stCondLst>
                  <p:childTnLst>
                    <p:set>
                      <p:cBhvr>
                        <p:cTn dur="1" fill="hold">
                          <p:stCondLst>
                            <p:cond delay="0"/>
                          </p:stCondLst>
                        </p:cTn>
                        <p:tgtEl>
                          <p:spTgt spid="4"/>
                        </p:tgtEl>
                        <p:attrNameLst>
                          <p:attrName>style.visibility</p:attrName>
                        </p:attrNameLst>
                      </p:cBhvr>
                      <p:to>
                        <p:strVal val="visible"/>
                      </p:to>
                    </p:set>
                    <p:animEffect transition="in" filter="fade">
                      <p:cBhvr>
                        <p:cTn dur="500"/>
                        <p:tgtEl>
                          <p:spTgt spid="4"/>
                        </p:tgtEl>
                      </p:cBhvr>
                    </p:animEffect>
                  </p:childTnLst>
                </p:cTn>
              </p:par>
            </p:tnLst>
          </p:tmpl>
        </p:tmplLst>
      </p:bldP>
      <p:bldP spid="5" grpId="0" build="p">
        <p:tmplLst>
          <p:tmpl lvl="1">
            <p:tnLst>
              <p:par>
                <p:cTn presetID="42" presetClass="entr" presetSubtype="0" fill="hold" nodeType="withEffect">
                  <p:stCondLst>
                    <p:cond delay="200"/>
                  </p:stCondLst>
                  <p:childTnLst>
                    <p:set>
                      <p:cBhvr>
                        <p:cTn dur="1" fill="hold">
                          <p:stCondLst>
                            <p:cond delay="0"/>
                          </p:stCondLst>
                        </p:cTn>
                        <p:tgtEl>
                          <p:spTgt spid="5"/>
                        </p:tgtEl>
                        <p:attrNameLst>
                          <p:attrName>style.visibility</p:attrName>
                        </p:attrNameLst>
                      </p:cBhvr>
                      <p:to>
                        <p:strVal val="visible"/>
                      </p:to>
                    </p:set>
                    <p:animEffect transition="in" filter="fade">
                      <p:cBhvr>
                        <p:cTn dur="400"/>
                        <p:tgtEl>
                          <p:spTgt spid="5"/>
                        </p:tgtEl>
                      </p:cBhvr>
                    </p:animEffect>
                    <p:anim calcmode="lin" valueType="num">
                      <p:cBhvr>
                        <p:cTn dur="400" fill="hold"/>
                        <p:tgtEl>
                          <p:spTgt spid="5"/>
                        </p:tgtEl>
                        <p:attrNameLst>
                          <p:attrName>ppt_x</p:attrName>
                        </p:attrNameLst>
                      </p:cBhvr>
                      <p:tavLst>
                        <p:tav tm="0">
                          <p:val>
                            <p:strVal val="#ppt_x"/>
                          </p:val>
                        </p:tav>
                        <p:tav tm="100000">
                          <p:val>
                            <p:strVal val="#ppt_x"/>
                          </p:val>
                        </p:tav>
                      </p:tavLst>
                    </p:anim>
                    <p:anim calcmode="lin" valueType="num">
                      <p:cBhvr>
                        <p:cTn dur="400" fill="hold"/>
                        <p:tgtEl>
                          <p:spTgt spid="5"/>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Two columns with dates">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10" name="Text Placeholder 2"/>
          <p:cNvSpPr>
            <a:spLocks noGrp="1"/>
          </p:cNvSpPr>
          <p:nvPr>
            <p:ph type="body" sz="quarter" idx="64" hasCustomPrompt="1"/>
          </p:nvPr>
        </p:nvSpPr>
        <p:spPr>
          <a:xfrm>
            <a:off x="591963" y="5482492"/>
            <a:ext cx="5210528" cy="779972"/>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p>
        </p:txBody>
      </p:sp>
      <p:sp>
        <p:nvSpPr>
          <p:cNvPr id="11" name="Text Placeholder 7"/>
          <p:cNvSpPr>
            <a:spLocks noGrp="1"/>
          </p:cNvSpPr>
          <p:nvPr>
            <p:ph type="body" sz="quarter" idx="18" hasCustomPrompt="1"/>
          </p:nvPr>
        </p:nvSpPr>
        <p:spPr>
          <a:xfrm>
            <a:off x="569384" y="4664084"/>
            <a:ext cx="5233107" cy="454379"/>
          </a:xfrm>
          <a:prstGeom prst="rect">
            <a:avLst/>
          </a:prstGeom>
        </p:spPr>
        <p:txBody>
          <a:bodyPr vert="horz" lIns="0" tIns="40504" rIns="0" bIns="40504" anchor="ctr"/>
          <a:lstStyle>
            <a:lvl1pPr marL="0" indent="0" algn="l">
              <a:lnSpc>
                <a:spcPct val="100000"/>
              </a:lnSpc>
              <a:spcBef>
                <a:spcPts val="0"/>
              </a:spcBef>
              <a:buNone/>
              <a:defRPr sz="2400" b="1" baseline="0">
                <a:solidFill>
                  <a:schemeClr val="tx1">
                    <a:lumMod val="50000"/>
                    <a:lumOff val="50000"/>
                  </a:schemeClr>
                </a:solidFill>
                <a:latin typeface="Lato Regular"/>
                <a:cs typeface="Lato Regular"/>
              </a:defRPr>
            </a:lvl1pPr>
          </a:lstStyle>
          <a:p>
            <a:pPr lvl="0"/>
            <a:r>
              <a:rPr lang="es-ES_tradnl" dirty="0" smtClean="0"/>
              <a:t>2015</a:t>
            </a:r>
          </a:p>
        </p:txBody>
      </p:sp>
      <p:sp>
        <p:nvSpPr>
          <p:cNvPr id="12" name="Text Placeholder 7"/>
          <p:cNvSpPr>
            <a:spLocks noGrp="1"/>
          </p:cNvSpPr>
          <p:nvPr>
            <p:ph type="body" sz="quarter" idx="65" hasCustomPrompt="1"/>
          </p:nvPr>
        </p:nvSpPr>
        <p:spPr>
          <a:xfrm>
            <a:off x="603251" y="5151357"/>
            <a:ext cx="519924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50000"/>
                    <a:lumOff val="50000"/>
                  </a:schemeClr>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13" name="Text Placeholder 2"/>
          <p:cNvSpPr>
            <a:spLocks noGrp="1"/>
          </p:cNvSpPr>
          <p:nvPr>
            <p:ph type="body" sz="quarter" idx="66" hasCustomPrompt="1"/>
          </p:nvPr>
        </p:nvSpPr>
        <p:spPr>
          <a:xfrm>
            <a:off x="6365523" y="5482492"/>
            <a:ext cx="5210528" cy="779972"/>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p>
        </p:txBody>
      </p:sp>
      <p:sp>
        <p:nvSpPr>
          <p:cNvPr id="14" name="Text Placeholder 7"/>
          <p:cNvSpPr>
            <a:spLocks noGrp="1"/>
          </p:cNvSpPr>
          <p:nvPr>
            <p:ph type="body" sz="quarter" idx="67" hasCustomPrompt="1"/>
          </p:nvPr>
        </p:nvSpPr>
        <p:spPr>
          <a:xfrm>
            <a:off x="6342944" y="4664084"/>
            <a:ext cx="5233107" cy="454379"/>
          </a:xfrm>
          <a:prstGeom prst="rect">
            <a:avLst/>
          </a:prstGeom>
        </p:spPr>
        <p:txBody>
          <a:bodyPr vert="horz" lIns="0" tIns="40504" rIns="0" bIns="40504" anchor="ctr"/>
          <a:lstStyle>
            <a:lvl1pPr marL="0" indent="0" algn="l">
              <a:lnSpc>
                <a:spcPct val="100000"/>
              </a:lnSpc>
              <a:spcBef>
                <a:spcPts val="0"/>
              </a:spcBef>
              <a:buNone/>
              <a:defRPr sz="2400" b="1" baseline="0">
                <a:solidFill>
                  <a:schemeClr val="tx1">
                    <a:lumMod val="50000"/>
                    <a:lumOff val="50000"/>
                  </a:schemeClr>
                </a:solidFill>
                <a:latin typeface="Lato Regular"/>
                <a:cs typeface="Lato Regular"/>
              </a:defRPr>
            </a:lvl1pPr>
          </a:lstStyle>
          <a:p>
            <a:pPr lvl="0"/>
            <a:r>
              <a:rPr lang="es-ES_tradnl" dirty="0" smtClean="0"/>
              <a:t>2016</a:t>
            </a:r>
          </a:p>
        </p:txBody>
      </p:sp>
      <p:sp>
        <p:nvSpPr>
          <p:cNvPr id="15" name="Text Placeholder 7"/>
          <p:cNvSpPr>
            <a:spLocks noGrp="1"/>
          </p:cNvSpPr>
          <p:nvPr>
            <p:ph type="body" sz="quarter" idx="68" hasCustomPrompt="1"/>
          </p:nvPr>
        </p:nvSpPr>
        <p:spPr>
          <a:xfrm>
            <a:off x="6376811" y="5151357"/>
            <a:ext cx="519924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tx1">
                    <a:lumMod val="50000"/>
                    <a:lumOff val="50000"/>
                  </a:schemeClr>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Tree>
    <p:extLst>
      <p:ext uri="{BB962C8B-B14F-4D97-AF65-F5344CB8AC3E}">
        <p14:creationId xmlns:p14="http://schemas.microsoft.com/office/powerpoint/2010/main" val="31941273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10">
                                            <p:txEl>
                                              <p:pRg st="0" end="0"/>
                                            </p:txEl>
                                          </p:spTgt>
                                        </p:tgtEl>
                                        <p:attrNameLst>
                                          <p:attrName>style.visibility</p:attrName>
                                        </p:attrNameLst>
                                      </p:cBhvr>
                                      <p:to>
                                        <p:strVal val="visible"/>
                                      </p:to>
                                    </p:set>
                                    <p:animEffect transition="in" filter="fade">
                                      <p:cBhvr>
                                        <p:cTn id="17" dur="500"/>
                                        <p:tgtEl>
                                          <p:spTgt spid="10">
                                            <p:txEl>
                                              <p:pRg st="0" end="0"/>
                                            </p:txEl>
                                          </p:spTgt>
                                        </p:tgtEl>
                                      </p:cBhvr>
                                    </p:animEffect>
                                  </p:childTnLst>
                                </p:cTn>
                              </p:par>
                              <p:par>
                                <p:cTn id="18" presetID="42" presetClass="entr" presetSubtype="0" fill="hold" grpId="0" nodeType="withEffect">
                                  <p:stCondLst>
                                    <p:cond delay="200"/>
                                  </p:stCondLst>
                                  <p:childTnLst>
                                    <p:set>
                                      <p:cBhvr>
                                        <p:cTn id="19" dur="1" fill="hold">
                                          <p:stCondLst>
                                            <p:cond delay="0"/>
                                          </p:stCondLst>
                                        </p:cTn>
                                        <p:tgtEl>
                                          <p:spTgt spid="11">
                                            <p:txEl>
                                              <p:pRg st="0" end="0"/>
                                            </p:txEl>
                                          </p:spTgt>
                                        </p:tgtEl>
                                        <p:attrNameLst>
                                          <p:attrName>style.visibility</p:attrName>
                                        </p:attrNameLst>
                                      </p:cBhvr>
                                      <p:to>
                                        <p:strVal val="visible"/>
                                      </p:to>
                                    </p:set>
                                    <p:animEffect transition="in" filter="fade">
                                      <p:cBhvr>
                                        <p:cTn id="20" dur="400"/>
                                        <p:tgtEl>
                                          <p:spTgt spid="11">
                                            <p:txEl>
                                              <p:pRg st="0" end="0"/>
                                            </p:txEl>
                                          </p:spTgt>
                                        </p:tgtEl>
                                      </p:cBhvr>
                                    </p:animEffect>
                                    <p:anim calcmode="lin" valueType="num">
                                      <p:cBhvr>
                                        <p:cTn id="21" dur="400" fill="hold"/>
                                        <p:tgtEl>
                                          <p:spTgt spid="11">
                                            <p:txEl>
                                              <p:pRg st="0" end="0"/>
                                            </p:txEl>
                                          </p:spTgt>
                                        </p:tgtEl>
                                        <p:attrNameLst>
                                          <p:attrName>ppt_x</p:attrName>
                                        </p:attrNameLst>
                                      </p:cBhvr>
                                      <p:tavLst>
                                        <p:tav tm="0">
                                          <p:val>
                                            <p:strVal val="#ppt_x"/>
                                          </p:val>
                                        </p:tav>
                                        <p:tav tm="100000">
                                          <p:val>
                                            <p:strVal val="#ppt_x"/>
                                          </p:val>
                                        </p:tav>
                                      </p:tavLst>
                                    </p:anim>
                                    <p:anim calcmode="lin" valueType="num">
                                      <p:cBhvr>
                                        <p:cTn id="22" dur="400" fill="hold"/>
                                        <p:tgtEl>
                                          <p:spTgt spid="11">
                                            <p:txEl>
                                              <p:pRg st="0" end="0"/>
                                            </p:txEl>
                                          </p:spTgt>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200"/>
                                  </p:stCondLst>
                                  <p:childTnLst>
                                    <p:set>
                                      <p:cBhvr>
                                        <p:cTn id="24" dur="1" fill="hold">
                                          <p:stCondLst>
                                            <p:cond delay="0"/>
                                          </p:stCondLst>
                                        </p:cTn>
                                        <p:tgtEl>
                                          <p:spTgt spid="12">
                                            <p:txEl>
                                              <p:pRg st="0" end="0"/>
                                            </p:txEl>
                                          </p:spTgt>
                                        </p:tgtEl>
                                        <p:attrNameLst>
                                          <p:attrName>style.visibility</p:attrName>
                                        </p:attrNameLst>
                                      </p:cBhvr>
                                      <p:to>
                                        <p:strVal val="visible"/>
                                      </p:to>
                                    </p:set>
                                    <p:animEffect transition="in" filter="fade">
                                      <p:cBhvr>
                                        <p:cTn id="25" dur="500"/>
                                        <p:tgtEl>
                                          <p:spTgt spid="12">
                                            <p:txEl>
                                              <p:pRg st="0" end="0"/>
                                            </p:txEl>
                                          </p:spTgt>
                                        </p:tgtEl>
                                      </p:cBhvr>
                                    </p:animEffect>
                                    <p:anim calcmode="lin" valueType="num">
                                      <p:cBhvr>
                                        <p:cTn id="26"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12">
                                            <p:txEl>
                                              <p:pRg st="0" end="0"/>
                                            </p:txEl>
                                          </p:spTgt>
                                        </p:tgtEl>
                                        <p:attrNameLst>
                                          <p:attrName>ppt_y</p:attrName>
                                        </p:attrNameLst>
                                      </p:cBhvr>
                                      <p:tavLst>
                                        <p:tav tm="0">
                                          <p:val>
                                            <p:strVal val="#ppt_y+.1"/>
                                          </p:val>
                                        </p:tav>
                                        <p:tav tm="100000">
                                          <p:val>
                                            <p:strVal val="#ppt_y"/>
                                          </p:val>
                                        </p:tav>
                                      </p:tavLst>
                                    </p:anim>
                                  </p:childTnLst>
                                </p:cTn>
                              </p:par>
                              <p:par>
                                <p:cTn id="28" presetID="10" presetClass="entr" presetSubtype="0" fill="hold" grpId="0" nodeType="withEffect">
                                  <p:stCondLst>
                                    <p:cond delay="800"/>
                                  </p:stCondLst>
                                  <p:childTnLst>
                                    <p:set>
                                      <p:cBhvr>
                                        <p:cTn id="29" dur="1" fill="hold">
                                          <p:stCondLst>
                                            <p:cond delay="0"/>
                                          </p:stCondLst>
                                        </p:cTn>
                                        <p:tgtEl>
                                          <p:spTgt spid="13">
                                            <p:txEl>
                                              <p:pRg st="0" end="0"/>
                                            </p:txEl>
                                          </p:spTgt>
                                        </p:tgtEl>
                                        <p:attrNameLst>
                                          <p:attrName>style.visibility</p:attrName>
                                        </p:attrNameLst>
                                      </p:cBhvr>
                                      <p:to>
                                        <p:strVal val="visible"/>
                                      </p:to>
                                    </p:set>
                                    <p:animEffect transition="in" filter="fade">
                                      <p:cBhvr>
                                        <p:cTn id="30" dur="500"/>
                                        <p:tgtEl>
                                          <p:spTgt spid="13">
                                            <p:txEl>
                                              <p:pRg st="0" end="0"/>
                                            </p:txEl>
                                          </p:spTgt>
                                        </p:tgtEl>
                                      </p:cBhvr>
                                    </p:animEffect>
                                  </p:childTnLst>
                                </p:cTn>
                              </p:par>
                              <p:par>
                                <p:cTn id="31" presetID="42" presetClass="entr" presetSubtype="0" fill="hold" grpId="0" nodeType="withEffect">
                                  <p:stCondLst>
                                    <p:cond delay="200"/>
                                  </p:stCondLst>
                                  <p:childTnLst>
                                    <p:set>
                                      <p:cBhvr>
                                        <p:cTn id="32" dur="1" fill="hold">
                                          <p:stCondLst>
                                            <p:cond delay="0"/>
                                          </p:stCondLst>
                                        </p:cTn>
                                        <p:tgtEl>
                                          <p:spTgt spid="14">
                                            <p:txEl>
                                              <p:pRg st="0" end="0"/>
                                            </p:txEl>
                                          </p:spTgt>
                                        </p:tgtEl>
                                        <p:attrNameLst>
                                          <p:attrName>style.visibility</p:attrName>
                                        </p:attrNameLst>
                                      </p:cBhvr>
                                      <p:to>
                                        <p:strVal val="visible"/>
                                      </p:to>
                                    </p:set>
                                    <p:animEffect transition="in" filter="fade">
                                      <p:cBhvr>
                                        <p:cTn id="33" dur="400"/>
                                        <p:tgtEl>
                                          <p:spTgt spid="14">
                                            <p:txEl>
                                              <p:pRg st="0" end="0"/>
                                            </p:txEl>
                                          </p:spTgt>
                                        </p:tgtEl>
                                      </p:cBhvr>
                                    </p:animEffect>
                                    <p:anim calcmode="lin" valueType="num">
                                      <p:cBhvr>
                                        <p:cTn id="34" dur="4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35" dur="400" fill="hold"/>
                                        <p:tgtEl>
                                          <p:spTgt spid="14">
                                            <p:txEl>
                                              <p:pRg st="0" end="0"/>
                                            </p:txEl>
                                          </p:spTgt>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200"/>
                                  </p:stCondLst>
                                  <p:childTnLst>
                                    <p:set>
                                      <p:cBhvr>
                                        <p:cTn id="37" dur="1" fill="hold">
                                          <p:stCondLst>
                                            <p:cond delay="0"/>
                                          </p:stCondLst>
                                        </p:cTn>
                                        <p:tgtEl>
                                          <p:spTgt spid="15">
                                            <p:txEl>
                                              <p:pRg st="0" end="0"/>
                                            </p:txEl>
                                          </p:spTgt>
                                        </p:tgtEl>
                                        <p:attrNameLst>
                                          <p:attrName>style.visibility</p:attrName>
                                        </p:attrNameLst>
                                      </p:cBhvr>
                                      <p:to>
                                        <p:strVal val="visible"/>
                                      </p:to>
                                    </p:set>
                                    <p:animEffect transition="in" filter="fade">
                                      <p:cBhvr>
                                        <p:cTn id="38" dur="500"/>
                                        <p:tgtEl>
                                          <p:spTgt spid="15">
                                            <p:txEl>
                                              <p:pRg st="0" end="0"/>
                                            </p:txEl>
                                          </p:spTgt>
                                        </p:tgtEl>
                                      </p:cBhvr>
                                    </p:animEffect>
                                    <p:anim calcmode="lin" valueType="num">
                                      <p:cBhvr>
                                        <p:cTn id="39"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40"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P spid="10" grpId="0" build="p">
        <p:tmplLst>
          <p:tmpl lvl="1">
            <p:tnLst>
              <p:par>
                <p:cTn presetID="10" presetClass="entr" presetSubtype="0" fill="hold" nodeType="withEffect">
                  <p:stCondLst>
                    <p:cond delay="800"/>
                  </p:stCondLst>
                  <p:childTnLst>
                    <p:set>
                      <p:cBhvr>
                        <p:cTn dur="1" fill="hold">
                          <p:stCondLst>
                            <p:cond delay="0"/>
                          </p:stCondLst>
                        </p:cTn>
                        <p:tgtEl>
                          <p:spTgt spid="10"/>
                        </p:tgtEl>
                        <p:attrNameLst>
                          <p:attrName>style.visibility</p:attrName>
                        </p:attrNameLst>
                      </p:cBhvr>
                      <p:to>
                        <p:strVal val="visible"/>
                      </p:to>
                    </p:set>
                    <p:animEffect transition="in" filter="fade">
                      <p:cBhvr>
                        <p:cTn dur="500"/>
                        <p:tgtEl>
                          <p:spTgt spid="10"/>
                        </p:tgtEl>
                      </p:cBhvr>
                    </p:animEffect>
                  </p:childTnLst>
                </p:cTn>
              </p:par>
            </p:tnLst>
          </p:tmpl>
        </p:tmplLst>
      </p:bldP>
      <p:bldP spid="11" grpId="0" build="p">
        <p:tmplLst>
          <p:tmpl lvl="1">
            <p:tnLst>
              <p:par>
                <p:cTn presetID="42" presetClass="entr" presetSubtype="0" fill="hold" nodeType="withEffect">
                  <p:stCondLst>
                    <p:cond delay="200"/>
                  </p:stCondLst>
                  <p:childTnLst>
                    <p:set>
                      <p:cBhvr>
                        <p:cTn dur="1" fill="hold">
                          <p:stCondLst>
                            <p:cond delay="0"/>
                          </p:stCondLst>
                        </p:cTn>
                        <p:tgtEl>
                          <p:spTgt spid="11"/>
                        </p:tgtEl>
                        <p:attrNameLst>
                          <p:attrName>style.visibility</p:attrName>
                        </p:attrNameLst>
                      </p:cBhvr>
                      <p:to>
                        <p:strVal val="visible"/>
                      </p:to>
                    </p:set>
                    <p:animEffect transition="in" filter="fade">
                      <p:cBhvr>
                        <p:cTn dur="400"/>
                        <p:tgtEl>
                          <p:spTgt spid="11"/>
                        </p:tgtEl>
                      </p:cBhvr>
                    </p:animEffect>
                    <p:anim calcmode="lin" valueType="num">
                      <p:cBhvr>
                        <p:cTn dur="400" fill="hold"/>
                        <p:tgtEl>
                          <p:spTgt spid="11"/>
                        </p:tgtEl>
                        <p:attrNameLst>
                          <p:attrName>ppt_x</p:attrName>
                        </p:attrNameLst>
                      </p:cBhvr>
                      <p:tavLst>
                        <p:tav tm="0">
                          <p:val>
                            <p:strVal val="#ppt_x"/>
                          </p:val>
                        </p:tav>
                        <p:tav tm="100000">
                          <p:val>
                            <p:strVal val="#ppt_x"/>
                          </p:val>
                        </p:tav>
                      </p:tavLst>
                    </p:anim>
                    <p:anim calcmode="lin" valueType="num">
                      <p:cBhvr>
                        <p:cTn dur="400" fill="hold"/>
                        <p:tgtEl>
                          <p:spTgt spid="11"/>
                        </p:tgtEl>
                        <p:attrNameLst>
                          <p:attrName>ppt_y</p:attrName>
                        </p:attrNameLst>
                      </p:cBhvr>
                      <p:tavLst>
                        <p:tav tm="0">
                          <p:val>
                            <p:strVal val="#ppt_y+.1"/>
                          </p:val>
                        </p:tav>
                        <p:tav tm="100000">
                          <p:val>
                            <p:strVal val="#ppt_y"/>
                          </p:val>
                        </p:tav>
                      </p:tavLst>
                    </p:anim>
                  </p:childTnLst>
                </p:cTn>
              </p:par>
            </p:tnLst>
          </p:tmpl>
        </p:tmplLst>
      </p:bldP>
      <p:bldP spid="12" grpId="0" build="p">
        <p:tmplLst>
          <p:tmpl lvl="1">
            <p:tnLst>
              <p:par>
                <p:cTn presetID="42" presetClass="entr" presetSubtype="0" fill="hold" nodeType="withEffect">
                  <p:stCondLst>
                    <p:cond delay="20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anim calcmode="lin" valueType="num">
                      <p:cBhvr>
                        <p:cTn dur="500" fill="hold"/>
                        <p:tgtEl>
                          <p:spTgt spid="12"/>
                        </p:tgtEl>
                        <p:attrNameLst>
                          <p:attrName>ppt_x</p:attrName>
                        </p:attrNameLst>
                      </p:cBhvr>
                      <p:tavLst>
                        <p:tav tm="0">
                          <p:val>
                            <p:strVal val="#ppt_x"/>
                          </p:val>
                        </p:tav>
                        <p:tav tm="100000">
                          <p:val>
                            <p:strVal val="#ppt_x"/>
                          </p:val>
                        </p:tav>
                      </p:tavLst>
                    </p:anim>
                    <p:anim calcmode="lin" valueType="num">
                      <p:cBhvr>
                        <p:cTn dur="500" fill="hold"/>
                        <p:tgtEl>
                          <p:spTgt spid="12"/>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10" presetClass="entr" presetSubtype="0" fill="hold" nodeType="withEffect">
                  <p:stCondLst>
                    <p:cond delay="80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14" grpId="0" build="p">
        <p:tmplLst>
          <p:tmpl lvl="1">
            <p:tnLst>
              <p:par>
                <p:cTn presetID="42" presetClass="entr" presetSubtype="0" fill="hold" nodeType="withEffect">
                  <p:stCondLst>
                    <p:cond delay="200"/>
                  </p:stCondLst>
                  <p:childTnLst>
                    <p:set>
                      <p:cBhvr>
                        <p:cTn dur="1" fill="hold">
                          <p:stCondLst>
                            <p:cond delay="0"/>
                          </p:stCondLst>
                        </p:cTn>
                        <p:tgtEl>
                          <p:spTgt spid="14"/>
                        </p:tgtEl>
                        <p:attrNameLst>
                          <p:attrName>style.visibility</p:attrName>
                        </p:attrNameLst>
                      </p:cBhvr>
                      <p:to>
                        <p:strVal val="visible"/>
                      </p:to>
                    </p:set>
                    <p:animEffect transition="in" filter="fade">
                      <p:cBhvr>
                        <p:cTn dur="400"/>
                        <p:tgtEl>
                          <p:spTgt spid="14"/>
                        </p:tgtEl>
                      </p:cBhvr>
                    </p:animEffect>
                    <p:anim calcmode="lin" valueType="num">
                      <p:cBhvr>
                        <p:cTn dur="400" fill="hold"/>
                        <p:tgtEl>
                          <p:spTgt spid="14"/>
                        </p:tgtEl>
                        <p:attrNameLst>
                          <p:attrName>ppt_x</p:attrName>
                        </p:attrNameLst>
                      </p:cBhvr>
                      <p:tavLst>
                        <p:tav tm="0">
                          <p:val>
                            <p:strVal val="#ppt_x"/>
                          </p:val>
                        </p:tav>
                        <p:tav tm="100000">
                          <p:val>
                            <p:strVal val="#ppt_x"/>
                          </p:val>
                        </p:tav>
                      </p:tavLst>
                    </p:anim>
                    <p:anim calcmode="lin" valueType="num">
                      <p:cBhvr>
                        <p:cTn dur="400" fill="hold"/>
                        <p:tgtEl>
                          <p:spTgt spid="14"/>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42" presetClass="entr" presetSubtype="0" fill="hold" nodeType="withEffect">
                  <p:stCondLst>
                    <p:cond delay="20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anim calcmode="lin" valueType="num">
                      <p:cBhvr>
                        <p:cTn dur="500" fill="hold"/>
                        <p:tgtEl>
                          <p:spTgt spid="15"/>
                        </p:tgtEl>
                        <p:attrNameLst>
                          <p:attrName>ppt_x</p:attrName>
                        </p:attrNameLst>
                      </p:cBhvr>
                      <p:tavLst>
                        <p:tav tm="0">
                          <p:val>
                            <p:strVal val="#ppt_x"/>
                          </p:val>
                        </p:tav>
                        <p:tav tm="100000">
                          <p:val>
                            <p:strVal val="#ppt_x"/>
                          </p:val>
                        </p:tav>
                      </p:tavLst>
                    </p:anim>
                    <p:anim calcmode="lin" valueType="num">
                      <p:cBhvr>
                        <p:cTn dur="500" fill="hold"/>
                        <p:tgtEl>
                          <p:spTgt spid="15"/>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Right column with dates">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 name="Text Placeholder 2"/>
          <p:cNvSpPr>
            <a:spLocks noGrp="1"/>
          </p:cNvSpPr>
          <p:nvPr>
            <p:ph type="body" sz="quarter" idx="64" hasCustomPrompt="1"/>
          </p:nvPr>
        </p:nvSpPr>
        <p:spPr>
          <a:xfrm>
            <a:off x="6331655" y="2145648"/>
            <a:ext cx="2360789" cy="841393"/>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5" name="Text Placeholder 7"/>
          <p:cNvSpPr>
            <a:spLocks noGrp="1"/>
          </p:cNvSpPr>
          <p:nvPr>
            <p:ph type="body" sz="quarter" idx="18" hasCustomPrompt="1"/>
          </p:nvPr>
        </p:nvSpPr>
        <p:spPr>
          <a:xfrm>
            <a:off x="6331655" y="1527879"/>
            <a:ext cx="2360789" cy="345380"/>
          </a:xfrm>
          <a:prstGeom prst="rect">
            <a:avLst/>
          </a:prstGeom>
        </p:spPr>
        <p:txBody>
          <a:bodyPr vert="horz" lIns="0" tIns="40504" rIns="0" bIns="40504" anchor="ctr"/>
          <a:lstStyle>
            <a:lvl1pPr marL="0" indent="0" algn="l">
              <a:lnSpc>
                <a:spcPct val="100000"/>
              </a:lnSpc>
              <a:spcBef>
                <a:spcPts val="0"/>
              </a:spcBef>
              <a:buNone/>
              <a:defRPr sz="2160" b="1" baseline="0">
                <a:solidFill>
                  <a:schemeClr val="tx1">
                    <a:lumMod val="50000"/>
                    <a:lumOff val="50000"/>
                  </a:schemeClr>
                </a:solidFill>
                <a:latin typeface="Lato Regular"/>
                <a:cs typeface="Lato Regular"/>
              </a:defRPr>
            </a:lvl1pPr>
          </a:lstStyle>
          <a:p>
            <a:pPr lvl="0"/>
            <a:r>
              <a:rPr lang="es-ES_tradnl" dirty="0" smtClean="0"/>
              <a:t>2000</a:t>
            </a:r>
          </a:p>
        </p:txBody>
      </p:sp>
      <p:sp>
        <p:nvSpPr>
          <p:cNvPr id="7" name="Text Placeholder 7"/>
          <p:cNvSpPr>
            <a:spLocks noGrp="1"/>
          </p:cNvSpPr>
          <p:nvPr>
            <p:ph type="body" sz="quarter" idx="65" hasCustomPrompt="1"/>
          </p:nvPr>
        </p:nvSpPr>
        <p:spPr>
          <a:xfrm>
            <a:off x="6331655" y="1898830"/>
            <a:ext cx="236078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18" name="Text Placeholder 2"/>
          <p:cNvSpPr>
            <a:spLocks noGrp="1"/>
          </p:cNvSpPr>
          <p:nvPr>
            <p:ph type="body" sz="quarter" idx="66" hasCustomPrompt="1"/>
          </p:nvPr>
        </p:nvSpPr>
        <p:spPr>
          <a:xfrm>
            <a:off x="9215262" y="2145648"/>
            <a:ext cx="2360789" cy="841393"/>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19" name="Text Placeholder 7"/>
          <p:cNvSpPr>
            <a:spLocks noGrp="1"/>
          </p:cNvSpPr>
          <p:nvPr>
            <p:ph type="body" sz="quarter" idx="67" hasCustomPrompt="1"/>
          </p:nvPr>
        </p:nvSpPr>
        <p:spPr>
          <a:xfrm>
            <a:off x="9215262" y="1527879"/>
            <a:ext cx="2360789" cy="345380"/>
          </a:xfrm>
          <a:prstGeom prst="rect">
            <a:avLst/>
          </a:prstGeom>
        </p:spPr>
        <p:txBody>
          <a:bodyPr vert="horz" lIns="0" tIns="40504" rIns="0" bIns="40504" anchor="ctr"/>
          <a:lstStyle>
            <a:lvl1pPr marL="0" indent="0" algn="l">
              <a:lnSpc>
                <a:spcPct val="100000"/>
              </a:lnSpc>
              <a:spcBef>
                <a:spcPts val="0"/>
              </a:spcBef>
              <a:buNone/>
              <a:defRPr sz="2160" b="1" baseline="0">
                <a:solidFill>
                  <a:schemeClr val="tx1">
                    <a:lumMod val="50000"/>
                    <a:lumOff val="50000"/>
                  </a:schemeClr>
                </a:solidFill>
                <a:latin typeface="Lato Regular"/>
                <a:cs typeface="Lato Regular"/>
              </a:defRPr>
            </a:lvl1pPr>
          </a:lstStyle>
          <a:p>
            <a:pPr lvl="0"/>
            <a:r>
              <a:rPr lang="es-ES_tradnl" dirty="0" smtClean="0"/>
              <a:t>2000</a:t>
            </a:r>
          </a:p>
        </p:txBody>
      </p:sp>
      <p:sp>
        <p:nvSpPr>
          <p:cNvPr id="20" name="Text Placeholder 7"/>
          <p:cNvSpPr>
            <a:spLocks noGrp="1"/>
          </p:cNvSpPr>
          <p:nvPr>
            <p:ph type="body" sz="quarter" idx="68" hasCustomPrompt="1"/>
          </p:nvPr>
        </p:nvSpPr>
        <p:spPr>
          <a:xfrm>
            <a:off x="9215262" y="1898830"/>
            <a:ext cx="236078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1" name="Text Placeholder 2"/>
          <p:cNvSpPr>
            <a:spLocks noGrp="1"/>
          </p:cNvSpPr>
          <p:nvPr>
            <p:ph type="body" sz="quarter" idx="69" hasCustomPrompt="1"/>
          </p:nvPr>
        </p:nvSpPr>
        <p:spPr>
          <a:xfrm>
            <a:off x="6331655" y="3762175"/>
            <a:ext cx="2360789" cy="841393"/>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22" name="Text Placeholder 7"/>
          <p:cNvSpPr>
            <a:spLocks noGrp="1"/>
          </p:cNvSpPr>
          <p:nvPr>
            <p:ph type="body" sz="quarter" idx="70" hasCustomPrompt="1"/>
          </p:nvPr>
        </p:nvSpPr>
        <p:spPr>
          <a:xfrm>
            <a:off x="6331655" y="3144406"/>
            <a:ext cx="2360789" cy="345380"/>
          </a:xfrm>
          <a:prstGeom prst="rect">
            <a:avLst/>
          </a:prstGeom>
        </p:spPr>
        <p:txBody>
          <a:bodyPr vert="horz" lIns="0" tIns="40504" rIns="0" bIns="40504" anchor="ctr"/>
          <a:lstStyle>
            <a:lvl1pPr marL="0" indent="0" algn="l">
              <a:lnSpc>
                <a:spcPct val="100000"/>
              </a:lnSpc>
              <a:spcBef>
                <a:spcPts val="0"/>
              </a:spcBef>
              <a:buNone/>
              <a:defRPr sz="2160" b="1" baseline="0">
                <a:solidFill>
                  <a:schemeClr val="tx1">
                    <a:lumMod val="50000"/>
                    <a:lumOff val="50000"/>
                  </a:schemeClr>
                </a:solidFill>
                <a:latin typeface="Lato Regular"/>
                <a:cs typeface="Lato Regular"/>
              </a:defRPr>
            </a:lvl1pPr>
          </a:lstStyle>
          <a:p>
            <a:pPr lvl="0"/>
            <a:r>
              <a:rPr lang="es-ES_tradnl" dirty="0" smtClean="0"/>
              <a:t>2000</a:t>
            </a:r>
          </a:p>
        </p:txBody>
      </p:sp>
      <p:sp>
        <p:nvSpPr>
          <p:cNvPr id="23" name="Text Placeholder 7"/>
          <p:cNvSpPr>
            <a:spLocks noGrp="1"/>
          </p:cNvSpPr>
          <p:nvPr>
            <p:ph type="body" sz="quarter" idx="71" hasCustomPrompt="1"/>
          </p:nvPr>
        </p:nvSpPr>
        <p:spPr>
          <a:xfrm>
            <a:off x="6331655" y="3515357"/>
            <a:ext cx="236078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4" name="Text Placeholder 2"/>
          <p:cNvSpPr>
            <a:spLocks noGrp="1"/>
          </p:cNvSpPr>
          <p:nvPr>
            <p:ph type="body" sz="quarter" idx="72" hasCustomPrompt="1"/>
          </p:nvPr>
        </p:nvSpPr>
        <p:spPr>
          <a:xfrm>
            <a:off x="9215262" y="3762175"/>
            <a:ext cx="2360789" cy="841393"/>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25" name="Text Placeholder 7"/>
          <p:cNvSpPr>
            <a:spLocks noGrp="1"/>
          </p:cNvSpPr>
          <p:nvPr>
            <p:ph type="body" sz="quarter" idx="73" hasCustomPrompt="1"/>
          </p:nvPr>
        </p:nvSpPr>
        <p:spPr>
          <a:xfrm>
            <a:off x="9215262" y="3144406"/>
            <a:ext cx="2360789" cy="345380"/>
          </a:xfrm>
          <a:prstGeom prst="rect">
            <a:avLst/>
          </a:prstGeom>
        </p:spPr>
        <p:txBody>
          <a:bodyPr vert="horz" lIns="0" tIns="40504" rIns="0" bIns="40504" anchor="ctr"/>
          <a:lstStyle>
            <a:lvl1pPr marL="0" indent="0" algn="l">
              <a:lnSpc>
                <a:spcPct val="100000"/>
              </a:lnSpc>
              <a:spcBef>
                <a:spcPts val="0"/>
              </a:spcBef>
              <a:buNone/>
              <a:defRPr sz="2160" b="1" baseline="0">
                <a:solidFill>
                  <a:schemeClr val="tx1">
                    <a:lumMod val="50000"/>
                    <a:lumOff val="50000"/>
                  </a:schemeClr>
                </a:solidFill>
                <a:latin typeface="Lato Regular"/>
                <a:cs typeface="Lato Regular"/>
              </a:defRPr>
            </a:lvl1pPr>
          </a:lstStyle>
          <a:p>
            <a:pPr lvl="0"/>
            <a:r>
              <a:rPr lang="es-ES_tradnl" dirty="0" smtClean="0"/>
              <a:t>2000</a:t>
            </a:r>
          </a:p>
        </p:txBody>
      </p:sp>
      <p:sp>
        <p:nvSpPr>
          <p:cNvPr id="26" name="Text Placeholder 7"/>
          <p:cNvSpPr>
            <a:spLocks noGrp="1"/>
          </p:cNvSpPr>
          <p:nvPr>
            <p:ph type="body" sz="quarter" idx="74" hasCustomPrompt="1"/>
          </p:nvPr>
        </p:nvSpPr>
        <p:spPr>
          <a:xfrm>
            <a:off x="9215262" y="3515357"/>
            <a:ext cx="236078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7" name="Text Placeholder 2"/>
          <p:cNvSpPr>
            <a:spLocks noGrp="1"/>
          </p:cNvSpPr>
          <p:nvPr>
            <p:ph type="body" sz="quarter" idx="75" hasCustomPrompt="1"/>
          </p:nvPr>
        </p:nvSpPr>
        <p:spPr>
          <a:xfrm>
            <a:off x="6331655" y="5344248"/>
            <a:ext cx="2360789" cy="841393"/>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28" name="Text Placeholder 7"/>
          <p:cNvSpPr>
            <a:spLocks noGrp="1"/>
          </p:cNvSpPr>
          <p:nvPr>
            <p:ph type="body" sz="quarter" idx="76" hasCustomPrompt="1"/>
          </p:nvPr>
        </p:nvSpPr>
        <p:spPr>
          <a:xfrm>
            <a:off x="6331655" y="4746928"/>
            <a:ext cx="2360789" cy="345380"/>
          </a:xfrm>
          <a:prstGeom prst="rect">
            <a:avLst/>
          </a:prstGeom>
        </p:spPr>
        <p:txBody>
          <a:bodyPr vert="horz" lIns="0" tIns="40504" rIns="0" bIns="40504" anchor="ctr"/>
          <a:lstStyle>
            <a:lvl1pPr marL="0" indent="0" algn="l">
              <a:lnSpc>
                <a:spcPct val="100000"/>
              </a:lnSpc>
              <a:spcBef>
                <a:spcPts val="0"/>
              </a:spcBef>
              <a:buNone/>
              <a:defRPr sz="2160" b="1" baseline="0">
                <a:solidFill>
                  <a:schemeClr val="tx1">
                    <a:lumMod val="50000"/>
                    <a:lumOff val="50000"/>
                  </a:schemeClr>
                </a:solidFill>
                <a:latin typeface="Lato Regular"/>
                <a:cs typeface="Lato Regular"/>
              </a:defRPr>
            </a:lvl1pPr>
          </a:lstStyle>
          <a:p>
            <a:pPr lvl="0"/>
            <a:r>
              <a:rPr lang="es-ES_tradnl" dirty="0" smtClean="0"/>
              <a:t>2000</a:t>
            </a:r>
          </a:p>
        </p:txBody>
      </p:sp>
      <p:sp>
        <p:nvSpPr>
          <p:cNvPr id="29" name="Text Placeholder 7"/>
          <p:cNvSpPr>
            <a:spLocks noGrp="1"/>
          </p:cNvSpPr>
          <p:nvPr>
            <p:ph type="body" sz="quarter" idx="77" hasCustomPrompt="1"/>
          </p:nvPr>
        </p:nvSpPr>
        <p:spPr>
          <a:xfrm>
            <a:off x="6331655" y="5097430"/>
            <a:ext cx="236078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0" name="Text Placeholder 2"/>
          <p:cNvSpPr>
            <a:spLocks noGrp="1"/>
          </p:cNvSpPr>
          <p:nvPr>
            <p:ph type="body" sz="quarter" idx="78" hasCustomPrompt="1"/>
          </p:nvPr>
        </p:nvSpPr>
        <p:spPr>
          <a:xfrm>
            <a:off x="9215262" y="5344248"/>
            <a:ext cx="2360789" cy="841393"/>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31" name="Text Placeholder 7"/>
          <p:cNvSpPr>
            <a:spLocks noGrp="1"/>
          </p:cNvSpPr>
          <p:nvPr>
            <p:ph type="body" sz="quarter" idx="79" hasCustomPrompt="1"/>
          </p:nvPr>
        </p:nvSpPr>
        <p:spPr>
          <a:xfrm>
            <a:off x="9215262" y="4746928"/>
            <a:ext cx="2360789" cy="345380"/>
          </a:xfrm>
          <a:prstGeom prst="rect">
            <a:avLst/>
          </a:prstGeom>
        </p:spPr>
        <p:txBody>
          <a:bodyPr vert="horz" lIns="0" tIns="40504" rIns="0" bIns="40504" anchor="ctr"/>
          <a:lstStyle>
            <a:lvl1pPr marL="0" indent="0" algn="l">
              <a:lnSpc>
                <a:spcPct val="100000"/>
              </a:lnSpc>
              <a:spcBef>
                <a:spcPts val="0"/>
              </a:spcBef>
              <a:buNone/>
              <a:defRPr sz="2160" b="1" baseline="0">
                <a:solidFill>
                  <a:schemeClr val="tx1">
                    <a:lumMod val="50000"/>
                    <a:lumOff val="50000"/>
                  </a:schemeClr>
                </a:solidFill>
                <a:latin typeface="Lato Regular"/>
                <a:cs typeface="Lato Regular"/>
              </a:defRPr>
            </a:lvl1pPr>
          </a:lstStyle>
          <a:p>
            <a:pPr lvl="0"/>
            <a:r>
              <a:rPr lang="es-ES_tradnl" dirty="0" smtClean="0"/>
              <a:t>2000</a:t>
            </a:r>
          </a:p>
        </p:txBody>
      </p:sp>
      <p:sp>
        <p:nvSpPr>
          <p:cNvPr id="32" name="Text Placeholder 7"/>
          <p:cNvSpPr>
            <a:spLocks noGrp="1"/>
          </p:cNvSpPr>
          <p:nvPr>
            <p:ph type="body" sz="quarter" idx="80" hasCustomPrompt="1"/>
          </p:nvPr>
        </p:nvSpPr>
        <p:spPr>
          <a:xfrm>
            <a:off x="9215262" y="5097430"/>
            <a:ext cx="236078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Tree>
    <p:extLst>
      <p:ext uri="{BB962C8B-B14F-4D97-AF65-F5344CB8AC3E}">
        <p14:creationId xmlns:p14="http://schemas.microsoft.com/office/powerpoint/2010/main" val="36120385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4">
                                            <p:txEl>
                                              <p:pRg st="0" end="0"/>
                                            </p:txEl>
                                          </p:spTgt>
                                        </p:tgtEl>
                                        <p:attrNameLst>
                                          <p:attrName>style.visibility</p:attrName>
                                        </p:attrNameLst>
                                      </p:cBhvr>
                                      <p:to>
                                        <p:strVal val="visible"/>
                                      </p:to>
                                    </p:set>
                                    <p:animEffect transition="in" filter="fade">
                                      <p:cBhvr>
                                        <p:cTn id="17" dur="500"/>
                                        <p:tgtEl>
                                          <p:spTgt spid="4">
                                            <p:txEl>
                                              <p:pRg st="0" end="0"/>
                                            </p:txEl>
                                          </p:spTgt>
                                        </p:tgtEl>
                                      </p:cBhvr>
                                    </p:animEffect>
                                  </p:childTnLst>
                                </p:cTn>
                              </p:par>
                              <p:par>
                                <p:cTn id="18" presetID="42" presetClass="entr" presetSubtype="0" fill="hold" grpId="0" nodeType="withEffect">
                                  <p:stCondLst>
                                    <p:cond delay="200"/>
                                  </p:stCondLst>
                                  <p:childTnLst>
                                    <p:set>
                                      <p:cBhvr>
                                        <p:cTn id="19" dur="1" fill="hold">
                                          <p:stCondLst>
                                            <p:cond delay="0"/>
                                          </p:stCondLst>
                                        </p:cTn>
                                        <p:tgtEl>
                                          <p:spTgt spid="5">
                                            <p:txEl>
                                              <p:pRg st="0" end="0"/>
                                            </p:txEl>
                                          </p:spTgt>
                                        </p:tgtEl>
                                        <p:attrNameLst>
                                          <p:attrName>style.visibility</p:attrName>
                                        </p:attrNameLst>
                                      </p:cBhvr>
                                      <p:to>
                                        <p:strVal val="visible"/>
                                      </p:to>
                                    </p:set>
                                    <p:animEffect transition="in" filter="fade">
                                      <p:cBhvr>
                                        <p:cTn id="20" dur="400"/>
                                        <p:tgtEl>
                                          <p:spTgt spid="5">
                                            <p:txEl>
                                              <p:pRg st="0" end="0"/>
                                            </p:txEl>
                                          </p:spTgt>
                                        </p:tgtEl>
                                      </p:cBhvr>
                                    </p:animEffect>
                                    <p:anim calcmode="lin" valueType="num">
                                      <p:cBhvr>
                                        <p:cTn id="21" dur="4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22" dur="400" fill="hold"/>
                                        <p:tgtEl>
                                          <p:spTgt spid="5">
                                            <p:txEl>
                                              <p:pRg st="0" end="0"/>
                                            </p:txEl>
                                          </p:spTgt>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200"/>
                                  </p:stCondLst>
                                  <p:childTnLst>
                                    <p:set>
                                      <p:cBhvr>
                                        <p:cTn id="24" dur="1" fill="hold">
                                          <p:stCondLst>
                                            <p:cond delay="0"/>
                                          </p:stCondLst>
                                        </p:cTn>
                                        <p:tgtEl>
                                          <p:spTgt spid="7">
                                            <p:txEl>
                                              <p:pRg st="0" end="0"/>
                                            </p:txEl>
                                          </p:spTgt>
                                        </p:tgtEl>
                                        <p:attrNameLst>
                                          <p:attrName>style.visibility</p:attrName>
                                        </p:attrNameLst>
                                      </p:cBhvr>
                                      <p:to>
                                        <p:strVal val="visible"/>
                                      </p:to>
                                    </p:set>
                                    <p:animEffect transition="in" filter="fade">
                                      <p:cBhvr>
                                        <p:cTn id="25" dur="500"/>
                                        <p:tgtEl>
                                          <p:spTgt spid="7">
                                            <p:txEl>
                                              <p:pRg st="0" end="0"/>
                                            </p:txEl>
                                          </p:spTgt>
                                        </p:tgtEl>
                                      </p:cBhvr>
                                    </p:animEffect>
                                    <p:anim calcmode="lin" valueType="num">
                                      <p:cBhvr>
                                        <p:cTn id="26"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7">
                                            <p:txEl>
                                              <p:pRg st="0" end="0"/>
                                            </p:txEl>
                                          </p:spTgt>
                                        </p:tgtEl>
                                        <p:attrNameLst>
                                          <p:attrName>ppt_y</p:attrName>
                                        </p:attrNameLst>
                                      </p:cBhvr>
                                      <p:tavLst>
                                        <p:tav tm="0">
                                          <p:val>
                                            <p:strVal val="#ppt_y+.1"/>
                                          </p:val>
                                        </p:tav>
                                        <p:tav tm="100000">
                                          <p:val>
                                            <p:strVal val="#ppt_y"/>
                                          </p:val>
                                        </p:tav>
                                      </p:tavLst>
                                    </p:anim>
                                  </p:childTnLst>
                                </p:cTn>
                              </p:par>
                              <p:par>
                                <p:cTn id="28" presetID="10" presetClass="entr" presetSubtype="0" fill="hold" grpId="0" nodeType="withEffect">
                                  <p:stCondLst>
                                    <p:cond delay="800"/>
                                  </p:stCondLst>
                                  <p:childTnLst>
                                    <p:set>
                                      <p:cBhvr>
                                        <p:cTn id="29" dur="1" fill="hold">
                                          <p:stCondLst>
                                            <p:cond delay="0"/>
                                          </p:stCondLst>
                                        </p:cTn>
                                        <p:tgtEl>
                                          <p:spTgt spid="18">
                                            <p:txEl>
                                              <p:pRg st="0" end="0"/>
                                            </p:txEl>
                                          </p:spTgt>
                                        </p:tgtEl>
                                        <p:attrNameLst>
                                          <p:attrName>style.visibility</p:attrName>
                                        </p:attrNameLst>
                                      </p:cBhvr>
                                      <p:to>
                                        <p:strVal val="visible"/>
                                      </p:to>
                                    </p:set>
                                    <p:animEffect transition="in" filter="fade">
                                      <p:cBhvr>
                                        <p:cTn id="30" dur="500"/>
                                        <p:tgtEl>
                                          <p:spTgt spid="18">
                                            <p:txEl>
                                              <p:pRg st="0" end="0"/>
                                            </p:txEl>
                                          </p:spTgt>
                                        </p:tgtEl>
                                      </p:cBhvr>
                                    </p:animEffect>
                                  </p:childTnLst>
                                </p:cTn>
                              </p:par>
                              <p:par>
                                <p:cTn id="31" presetID="42" presetClass="entr" presetSubtype="0" fill="hold" grpId="0" nodeType="withEffect">
                                  <p:stCondLst>
                                    <p:cond delay="200"/>
                                  </p:stCondLst>
                                  <p:childTnLst>
                                    <p:set>
                                      <p:cBhvr>
                                        <p:cTn id="32" dur="1" fill="hold">
                                          <p:stCondLst>
                                            <p:cond delay="0"/>
                                          </p:stCondLst>
                                        </p:cTn>
                                        <p:tgtEl>
                                          <p:spTgt spid="19">
                                            <p:txEl>
                                              <p:pRg st="0" end="0"/>
                                            </p:txEl>
                                          </p:spTgt>
                                        </p:tgtEl>
                                        <p:attrNameLst>
                                          <p:attrName>style.visibility</p:attrName>
                                        </p:attrNameLst>
                                      </p:cBhvr>
                                      <p:to>
                                        <p:strVal val="visible"/>
                                      </p:to>
                                    </p:set>
                                    <p:animEffect transition="in" filter="fade">
                                      <p:cBhvr>
                                        <p:cTn id="33" dur="400"/>
                                        <p:tgtEl>
                                          <p:spTgt spid="19">
                                            <p:txEl>
                                              <p:pRg st="0" end="0"/>
                                            </p:txEl>
                                          </p:spTgt>
                                        </p:tgtEl>
                                      </p:cBhvr>
                                    </p:animEffect>
                                    <p:anim calcmode="lin" valueType="num">
                                      <p:cBhvr>
                                        <p:cTn id="34" dur="4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35" dur="400" fill="hold"/>
                                        <p:tgtEl>
                                          <p:spTgt spid="19">
                                            <p:txEl>
                                              <p:pRg st="0" end="0"/>
                                            </p:txEl>
                                          </p:spTgt>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200"/>
                                  </p:stCondLst>
                                  <p:childTnLst>
                                    <p:set>
                                      <p:cBhvr>
                                        <p:cTn id="37" dur="1" fill="hold">
                                          <p:stCondLst>
                                            <p:cond delay="0"/>
                                          </p:stCondLst>
                                        </p:cTn>
                                        <p:tgtEl>
                                          <p:spTgt spid="20">
                                            <p:txEl>
                                              <p:pRg st="0" end="0"/>
                                            </p:txEl>
                                          </p:spTgt>
                                        </p:tgtEl>
                                        <p:attrNameLst>
                                          <p:attrName>style.visibility</p:attrName>
                                        </p:attrNameLst>
                                      </p:cBhvr>
                                      <p:to>
                                        <p:strVal val="visible"/>
                                      </p:to>
                                    </p:set>
                                    <p:animEffect transition="in" filter="fade">
                                      <p:cBhvr>
                                        <p:cTn id="38" dur="500"/>
                                        <p:tgtEl>
                                          <p:spTgt spid="20">
                                            <p:txEl>
                                              <p:pRg st="0" end="0"/>
                                            </p:txEl>
                                          </p:spTgt>
                                        </p:tgtEl>
                                      </p:cBhvr>
                                    </p:animEffect>
                                    <p:anim calcmode="lin" valueType="num">
                                      <p:cBhvr>
                                        <p:cTn id="39"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40" dur="500" fill="hold"/>
                                        <p:tgtEl>
                                          <p:spTgt spid="20">
                                            <p:txEl>
                                              <p:pRg st="0" end="0"/>
                                            </p:txEl>
                                          </p:spTgt>
                                        </p:tgtEl>
                                        <p:attrNameLst>
                                          <p:attrName>ppt_y</p:attrName>
                                        </p:attrNameLst>
                                      </p:cBhvr>
                                      <p:tavLst>
                                        <p:tav tm="0">
                                          <p:val>
                                            <p:strVal val="#ppt_y+.1"/>
                                          </p:val>
                                        </p:tav>
                                        <p:tav tm="100000">
                                          <p:val>
                                            <p:strVal val="#ppt_y"/>
                                          </p:val>
                                        </p:tav>
                                      </p:tavLst>
                                    </p:anim>
                                  </p:childTnLst>
                                </p:cTn>
                              </p:par>
                              <p:par>
                                <p:cTn id="41" presetID="10" presetClass="entr" presetSubtype="0" fill="hold" grpId="0" nodeType="withEffect">
                                  <p:stCondLst>
                                    <p:cond delay="800"/>
                                  </p:stCondLst>
                                  <p:childTnLst>
                                    <p:set>
                                      <p:cBhvr>
                                        <p:cTn id="42" dur="1" fill="hold">
                                          <p:stCondLst>
                                            <p:cond delay="0"/>
                                          </p:stCondLst>
                                        </p:cTn>
                                        <p:tgtEl>
                                          <p:spTgt spid="21">
                                            <p:txEl>
                                              <p:pRg st="0" end="0"/>
                                            </p:txEl>
                                          </p:spTgt>
                                        </p:tgtEl>
                                        <p:attrNameLst>
                                          <p:attrName>style.visibility</p:attrName>
                                        </p:attrNameLst>
                                      </p:cBhvr>
                                      <p:to>
                                        <p:strVal val="visible"/>
                                      </p:to>
                                    </p:set>
                                    <p:animEffect transition="in" filter="fade">
                                      <p:cBhvr>
                                        <p:cTn id="43" dur="500"/>
                                        <p:tgtEl>
                                          <p:spTgt spid="21">
                                            <p:txEl>
                                              <p:pRg st="0" end="0"/>
                                            </p:txEl>
                                          </p:spTgt>
                                        </p:tgtEl>
                                      </p:cBhvr>
                                    </p:animEffect>
                                  </p:childTnLst>
                                </p:cTn>
                              </p:par>
                              <p:par>
                                <p:cTn id="44" presetID="42" presetClass="entr" presetSubtype="0" fill="hold" grpId="0" nodeType="withEffect">
                                  <p:stCondLst>
                                    <p:cond delay="200"/>
                                  </p:stCondLst>
                                  <p:childTnLst>
                                    <p:set>
                                      <p:cBhvr>
                                        <p:cTn id="45" dur="1" fill="hold">
                                          <p:stCondLst>
                                            <p:cond delay="0"/>
                                          </p:stCondLst>
                                        </p:cTn>
                                        <p:tgtEl>
                                          <p:spTgt spid="22">
                                            <p:txEl>
                                              <p:pRg st="0" end="0"/>
                                            </p:txEl>
                                          </p:spTgt>
                                        </p:tgtEl>
                                        <p:attrNameLst>
                                          <p:attrName>style.visibility</p:attrName>
                                        </p:attrNameLst>
                                      </p:cBhvr>
                                      <p:to>
                                        <p:strVal val="visible"/>
                                      </p:to>
                                    </p:set>
                                    <p:animEffect transition="in" filter="fade">
                                      <p:cBhvr>
                                        <p:cTn id="46" dur="400"/>
                                        <p:tgtEl>
                                          <p:spTgt spid="22">
                                            <p:txEl>
                                              <p:pRg st="0" end="0"/>
                                            </p:txEl>
                                          </p:spTgt>
                                        </p:tgtEl>
                                      </p:cBhvr>
                                    </p:animEffect>
                                    <p:anim calcmode="lin" valueType="num">
                                      <p:cBhvr>
                                        <p:cTn id="47" dur="4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48" dur="400" fill="hold"/>
                                        <p:tgtEl>
                                          <p:spTgt spid="22">
                                            <p:txEl>
                                              <p:pRg st="0" end="0"/>
                                            </p:txEl>
                                          </p:spTgt>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200"/>
                                  </p:stCondLst>
                                  <p:childTnLst>
                                    <p:set>
                                      <p:cBhvr>
                                        <p:cTn id="50" dur="1" fill="hold">
                                          <p:stCondLst>
                                            <p:cond delay="0"/>
                                          </p:stCondLst>
                                        </p:cTn>
                                        <p:tgtEl>
                                          <p:spTgt spid="23">
                                            <p:txEl>
                                              <p:pRg st="0" end="0"/>
                                            </p:txEl>
                                          </p:spTgt>
                                        </p:tgtEl>
                                        <p:attrNameLst>
                                          <p:attrName>style.visibility</p:attrName>
                                        </p:attrNameLst>
                                      </p:cBhvr>
                                      <p:to>
                                        <p:strVal val="visible"/>
                                      </p:to>
                                    </p:set>
                                    <p:animEffect transition="in" filter="fade">
                                      <p:cBhvr>
                                        <p:cTn id="51" dur="500"/>
                                        <p:tgtEl>
                                          <p:spTgt spid="23">
                                            <p:txEl>
                                              <p:pRg st="0" end="0"/>
                                            </p:txEl>
                                          </p:spTgt>
                                        </p:tgtEl>
                                      </p:cBhvr>
                                    </p:animEffect>
                                    <p:anim calcmode="lin" valueType="num">
                                      <p:cBhvr>
                                        <p:cTn id="5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23">
                                            <p:txEl>
                                              <p:pRg st="0" end="0"/>
                                            </p:txEl>
                                          </p:spTgt>
                                        </p:tgtEl>
                                        <p:attrNameLst>
                                          <p:attrName>ppt_y</p:attrName>
                                        </p:attrNameLst>
                                      </p:cBhvr>
                                      <p:tavLst>
                                        <p:tav tm="0">
                                          <p:val>
                                            <p:strVal val="#ppt_y+.1"/>
                                          </p:val>
                                        </p:tav>
                                        <p:tav tm="100000">
                                          <p:val>
                                            <p:strVal val="#ppt_y"/>
                                          </p:val>
                                        </p:tav>
                                      </p:tavLst>
                                    </p:anim>
                                  </p:childTnLst>
                                </p:cTn>
                              </p:par>
                              <p:par>
                                <p:cTn id="54" presetID="10" presetClass="entr" presetSubtype="0" fill="hold" grpId="0" nodeType="withEffect">
                                  <p:stCondLst>
                                    <p:cond delay="800"/>
                                  </p:stCondLst>
                                  <p:childTnLst>
                                    <p:set>
                                      <p:cBhvr>
                                        <p:cTn id="55" dur="1" fill="hold">
                                          <p:stCondLst>
                                            <p:cond delay="0"/>
                                          </p:stCondLst>
                                        </p:cTn>
                                        <p:tgtEl>
                                          <p:spTgt spid="24">
                                            <p:txEl>
                                              <p:pRg st="0" end="0"/>
                                            </p:txEl>
                                          </p:spTgt>
                                        </p:tgtEl>
                                        <p:attrNameLst>
                                          <p:attrName>style.visibility</p:attrName>
                                        </p:attrNameLst>
                                      </p:cBhvr>
                                      <p:to>
                                        <p:strVal val="visible"/>
                                      </p:to>
                                    </p:set>
                                    <p:animEffect transition="in" filter="fade">
                                      <p:cBhvr>
                                        <p:cTn id="56" dur="500"/>
                                        <p:tgtEl>
                                          <p:spTgt spid="24">
                                            <p:txEl>
                                              <p:pRg st="0" end="0"/>
                                            </p:txEl>
                                          </p:spTgt>
                                        </p:tgtEl>
                                      </p:cBhvr>
                                    </p:animEffect>
                                  </p:childTnLst>
                                </p:cTn>
                              </p:par>
                              <p:par>
                                <p:cTn id="57" presetID="42" presetClass="entr" presetSubtype="0" fill="hold" grpId="0" nodeType="withEffect">
                                  <p:stCondLst>
                                    <p:cond delay="200"/>
                                  </p:stCondLst>
                                  <p:childTnLst>
                                    <p:set>
                                      <p:cBhvr>
                                        <p:cTn id="58" dur="1" fill="hold">
                                          <p:stCondLst>
                                            <p:cond delay="0"/>
                                          </p:stCondLst>
                                        </p:cTn>
                                        <p:tgtEl>
                                          <p:spTgt spid="25">
                                            <p:txEl>
                                              <p:pRg st="0" end="0"/>
                                            </p:txEl>
                                          </p:spTgt>
                                        </p:tgtEl>
                                        <p:attrNameLst>
                                          <p:attrName>style.visibility</p:attrName>
                                        </p:attrNameLst>
                                      </p:cBhvr>
                                      <p:to>
                                        <p:strVal val="visible"/>
                                      </p:to>
                                    </p:set>
                                    <p:animEffect transition="in" filter="fade">
                                      <p:cBhvr>
                                        <p:cTn id="59" dur="400"/>
                                        <p:tgtEl>
                                          <p:spTgt spid="25">
                                            <p:txEl>
                                              <p:pRg st="0" end="0"/>
                                            </p:txEl>
                                          </p:spTgt>
                                        </p:tgtEl>
                                      </p:cBhvr>
                                    </p:animEffect>
                                    <p:anim calcmode="lin" valueType="num">
                                      <p:cBhvr>
                                        <p:cTn id="60" dur="40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61" dur="400" fill="hold"/>
                                        <p:tgtEl>
                                          <p:spTgt spid="25">
                                            <p:txEl>
                                              <p:pRg st="0" end="0"/>
                                            </p:txEl>
                                          </p:spTgt>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200"/>
                                  </p:stCondLst>
                                  <p:childTnLst>
                                    <p:set>
                                      <p:cBhvr>
                                        <p:cTn id="63" dur="1" fill="hold">
                                          <p:stCondLst>
                                            <p:cond delay="0"/>
                                          </p:stCondLst>
                                        </p:cTn>
                                        <p:tgtEl>
                                          <p:spTgt spid="26">
                                            <p:txEl>
                                              <p:pRg st="0" end="0"/>
                                            </p:txEl>
                                          </p:spTgt>
                                        </p:tgtEl>
                                        <p:attrNameLst>
                                          <p:attrName>style.visibility</p:attrName>
                                        </p:attrNameLst>
                                      </p:cBhvr>
                                      <p:to>
                                        <p:strVal val="visible"/>
                                      </p:to>
                                    </p:set>
                                    <p:animEffect transition="in" filter="fade">
                                      <p:cBhvr>
                                        <p:cTn id="64" dur="500"/>
                                        <p:tgtEl>
                                          <p:spTgt spid="26">
                                            <p:txEl>
                                              <p:pRg st="0" end="0"/>
                                            </p:txEl>
                                          </p:spTgt>
                                        </p:tgtEl>
                                      </p:cBhvr>
                                    </p:animEffect>
                                    <p:anim calcmode="lin" valueType="num">
                                      <p:cBhvr>
                                        <p:cTn id="65"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66" dur="500" fill="hold"/>
                                        <p:tgtEl>
                                          <p:spTgt spid="26">
                                            <p:txEl>
                                              <p:pRg st="0" end="0"/>
                                            </p:txEl>
                                          </p:spTgt>
                                        </p:tgtEl>
                                        <p:attrNameLst>
                                          <p:attrName>ppt_y</p:attrName>
                                        </p:attrNameLst>
                                      </p:cBhvr>
                                      <p:tavLst>
                                        <p:tav tm="0">
                                          <p:val>
                                            <p:strVal val="#ppt_y+.1"/>
                                          </p:val>
                                        </p:tav>
                                        <p:tav tm="100000">
                                          <p:val>
                                            <p:strVal val="#ppt_y"/>
                                          </p:val>
                                        </p:tav>
                                      </p:tavLst>
                                    </p:anim>
                                  </p:childTnLst>
                                </p:cTn>
                              </p:par>
                              <p:par>
                                <p:cTn id="67" presetID="10" presetClass="entr" presetSubtype="0" fill="hold" grpId="0" nodeType="withEffect">
                                  <p:stCondLst>
                                    <p:cond delay="800"/>
                                  </p:stCondLst>
                                  <p:childTnLst>
                                    <p:set>
                                      <p:cBhvr>
                                        <p:cTn id="68" dur="1" fill="hold">
                                          <p:stCondLst>
                                            <p:cond delay="0"/>
                                          </p:stCondLst>
                                        </p:cTn>
                                        <p:tgtEl>
                                          <p:spTgt spid="27">
                                            <p:txEl>
                                              <p:pRg st="0" end="0"/>
                                            </p:txEl>
                                          </p:spTgt>
                                        </p:tgtEl>
                                        <p:attrNameLst>
                                          <p:attrName>style.visibility</p:attrName>
                                        </p:attrNameLst>
                                      </p:cBhvr>
                                      <p:to>
                                        <p:strVal val="visible"/>
                                      </p:to>
                                    </p:set>
                                    <p:animEffect transition="in" filter="fade">
                                      <p:cBhvr>
                                        <p:cTn id="69" dur="500"/>
                                        <p:tgtEl>
                                          <p:spTgt spid="27">
                                            <p:txEl>
                                              <p:pRg st="0" end="0"/>
                                            </p:txEl>
                                          </p:spTgt>
                                        </p:tgtEl>
                                      </p:cBhvr>
                                    </p:animEffect>
                                  </p:childTnLst>
                                </p:cTn>
                              </p:par>
                              <p:par>
                                <p:cTn id="70" presetID="42" presetClass="entr" presetSubtype="0" fill="hold" grpId="0" nodeType="withEffect">
                                  <p:stCondLst>
                                    <p:cond delay="200"/>
                                  </p:stCondLst>
                                  <p:childTnLst>
                                    <p:set>
                                      <p:cBhvr>
                                        <p:cTn id="71" dur="1" fill="hold">
                                          <p:stCondLst>
                                            <p:cond delay="0"/>
                                          </p:stCondLst>
                                        </p:cTn>
                                        <p:tgtEl>
                                          <p:spTgt spid="28">
                                            <p:txEl>
                                              <p:pRg st="0" end="0"/>
                                            </p:txEl>
                                          </p:spTgt>
                                        </p:tgtEl>
                                        <p:attrNameLst>
                                          <p:attrName>style.visibility</p:attrName>
                                        </p:attrNameLst>
                                      </p:cBhvr>
                                      <p:to>
                                        <p:strVal val="visible"/>
                                      </p:to>
                                    </p:set>
                                    <p:animEffect transition="in" filter="fade">
                                      <p:cBhvr>
                                        <p:cTn id="72" dur="400"/>
                                        <p:tgtEl>
                                          <p:spTgt spid="28">
                                            <p:txEl>
                                              <p:pRg st="0" end="0"/>
                                            </p:txEl>
                                          </p:spTgt>
                                        </p:tgtEl>
                                      </p:cBhvr>
                                    </p:animEffect>
                                    <p:anim calcmode="lin" valueType="num">
                                      <p:cBhvr>
                                        <p:cTn id="73" dur="40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74" dur="400" fill="hold"/>
                                        <p:tgtEl>
                                          <p:spTgt spid="28">
                                            <p:txEl>
                                              <p:pRg st="0" end="0"/>
                                            </p:txEl>
                                          </p:spTgt>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200"/>
                                  </p:stCondLst>
                                  <p:childTnLst>
                                    <p:set>
                                      <p:cBhvr>
                                        <p:cTn id="76" dur="1" fill="hold">
                                          <p:stCondLst>
                                            <p:cond delay="0"/>
                                          </p:stCondLst>
                                        </p:cTn>
                                        <p:tgtEl>
                                          <p:spTgt spid="29">
                                            <p:txEl>
                                              <p:pRg st="0" end="0"/>
                                            </p:txEl>
                                          </p:spTgt>
                                        </p:tgtEl>
                                        <p:attrNameLst>
                                          <p:attrName>style.visibility</p:attrName>
                                        </p:attrNameLst>
                                      </p:cBhvr>
                                      <p:to>
                                        <p:strVal val="visible"/>
                                      </p:to>
                                    </p:set>
                                    <p:animEffect transition="in" filter="fade">
                                      <p:cBhvr>
                                        <p:cTn id="77" dur="500"/>
                                        <p:tgtEl>
                                          <p:spTgt spid="29">
                                            <p:txEl>
                                              <p:pRg st="0" end="0"/>
                                            </p:txEl>
                                          </p:spTgt>
                                        </p:tgtEl>
                                      </p:cBhvr>
                                    </p:animEffect>
                                    <p:anim calcmode="lin" valueType="num">
                                      <p:cBhvr>
                                        <p:cTn id="78"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79" dur="500" fill="hold"/>
                                        <p:tgtEl>
                                          <p:spTgt spid="29">
                                            <p:txEl>
                                              <p:pRg st="0" end="0"/>
                                            </p:txEl>
                                          </p:spTgt>
                                        </p:tgtEl>
                                        <p:attrNameLst>
                                          <p:attrName>ppt_y</p:attrName>
                                        </p:attrNameLst>
                                      </p:cBhvr>
                                      <p:tavLst>
                                        <p:tav tm="0">
                                          <p:val>
                                            <p:strVal val="#ppt_y+.1"/>
                                          </p:val>
                                        </p:tav>
                                        <p:tav tm="100000">
                                          <p:val>
                                            <p:strVal val="#ppt_y"/>
                                          </p:val>
                                        </p:tav>
                                      </p:tavLst>
                                    </p:anim>
                                  </p:childTnLst>
                                </p:cTn>
                              </p:par>
                              <p:par>
                                <p:cTn id="80" presetID="10" presetClass="entr" presetSubtype="0" fill="hold" grpId="0" nodeType="withEffect">
                                  <p:stCondLst>
                                    <p:cond delay="800"/>
                                  </p:stCondLst>
                                  <p:childTnLst>
                                    <p:set>
                                      <p:cBhvr>
                                        <p:cTn id="81" dur="1" fill="hold">
                                          <p:stCondLst>
                                            <p:cond delay="0"/>
                                          </p:stCondLst>
                                        </p:cTn>
                                        <p:tgtEl>
                                          <p:spTgt spid="30">
                                            <p:txEl>
                                              <p:pRg st="0" end="0"/>
                                            </p:txEl>
                                          </p:spTgt>
                                        </p:tgtEl>
                                        <p:attrNameLst>
                                          <p:attrName>style.visibility</p:attrName>
                                        </p:attrNameLst>
                                      </p:cBhvr>
                                      <p:to>
                                        <p:strVal val="visible"/>
                                      </p:to>
                                    </p:set>
                                    <p:animEffect transition="in" filter="fade">
                                      <p:cBhvr>
                                        <p:cTn id="82" dur="500"/>
                                        <p:tgtEl>
                                          <p:spTgt spid="30">
                                            <p:txEl>
                                              <p:pRg st="0" end="0"/>
                                            </p:txEl>
                                          </p:spTgt>
                                        </p:tgtEl>
                                      </p:cBhvr>
                                    </p:animEffect>
                                  </p:childTnLst>
                                </p:cTn>
                              </p:par>
                              <p:par>
                                <p:cTn id="83" presetID="42" presetClass="entr" presetSubtype="0" fill="hold" grpId="0" nodeType="withEffect">
                                  <p:stCondLst>
                                    <p:cond delay="200"/>
                                  </p:stCondLst>
                                  <p:childTnLst>
                                    <p:set>
                                      <p:cBhvr>
                                        <p:cTn id="84" dur="1" fill="hold">
                                          <p:stCondLst>
                                            <p:cond delay="0"/>
                                          </p:stCondLst>
                                        </p:cTn>
                                        <p:tgtEl>
                                          <p:spTgt spid="31">
                                            <p:txEl>
                                              <p:pRg st="0" end="0"/>
                                            </p:txEl>
                                          </p:spTgt>
                                        </p:tgtEl>
                                        <p:attrNameLst>
                                          <p:attrName>style.visibility</p:attrName>
                                        </p:attrNameLst>
                                      </p:cBhvr>
                                      <p:to>
                                        <p:strVal val="visible"/>
                                      </p:to>
                                    </p:set>
                                    <p:animEffect transition="in" filter="fade">
                                      <p:cBhvr>
                                        <p:cTn id="85" dur="400"/>
                                        <p:tgtEl>
                                          <p:spTgt spid="31">
                                            <p:txEl>
                                              <p:pRg st="0" end="0"/>
                                            </p:txEl>
                                          </p:spTgt>
                                        </p:tgtEl>
                                      </p:cBhvr>
                                    </p:animEffect>
                                    <p:anim calcmode="lin" valueType="num">
                                      <p:cBhvr>
                                        <p:cTn id="86" dur="4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87" dur="400" fill="hold"/>
                                        <p:tgtEl>
                                          <p:spTgt spid="31">
                                            <p:txEl>
                                              <p:pRg st="0" end="0"/>
                                            </p:txEl>
                                          </p:spTgt>
                                        </p:tgtEl>
                                        <p:attrNameLst>
                                          <p:attrName>ppt_y</p:attrName>
                                        </p:attrNameLst>
                                      </p:cBhvr>
                                      <p:tavLst>
                                        <p:tav tm="0">
                                          <p:val>
                                            <p:strVal val="#ppt_y+.1"/>
                                          </p:val>
                                        </p:tav>
                                        <p:tav tm="100000">
                                          <p:val>
                                            <p:strVal val="#ppt_y"/>
                                          </p:val>
                                        </p:tav>
                                      </p:tavLst>
                                    </p:anim>
                                  </p:childTnLst>
                                </p:cTn>
                              </p:par>
                              <p:par>
                                <p:cTn id="88" presetID="42" presetClass="entr" presetSubtype="0" fill="hold" grpId="0" nodeType="withEffect">
                                  <p:stCondLst>
                                    <p:cond delay="200"/>
                                  </p:stCondLst>
                                  <p:childTnLst>
                                    <p:set>
                                      <p:cBhvr>
                                        <p:cTn id="89" dur="1" fill="hold">
                                          <p:stCondLst>
                                            <p:cond delay="0"/>
                                          </p:stCondLst>
                                        </p:cTn>
                                        <p:tgtEl>
                                          <p:spTgt spid="32">
                                            <p:txEl>
                                              <p:pRg st="0" end="0"/>
                                            </p:txEl>
                                          </p:spTgt>
                                        </p:tgtEl>
                                        <p:attrNameLst>
                                          <p:attrName>style.visibility</p:attrName>
                                        </p:attrNameLst>
                                      </p:cBhvr>
                                      <p:to>
                                        <p:strVal val="visible"/>
                                      </p:to>
                                    </p:set>
                                    <p:animEffect transition="in" filter="fade">
                                      <p:cBhvr>
                                        <p:cTn id="90" dur="500"/>
                                        <p:tgtEl>
                                          <p:spTgt spid="32">
                                            <p:txEl>
                                              <p:pRg st="0" end="0"/>
                                            </p:txEl>
                                          </p:spTgt>
                                        </p:tgtEl>
                                      </p:cBhvr>
                                    </p:animEffect>
                                    <p:anim calcmode="lin" valueType="num">
                                      <p:cBhvr>
                                        <p:cTn id="91"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92" dur="500" fill="hold"/>
                                        <p:tgtEl>
                                          <p:spTgt spid="32">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P spid="4" grpId="0" build="p">
        <p:tmplLst>
          <p:tmpl lvl="1">
            <p:tnLst>
              <p:par>
                <p:cTn presetID="10" presetClass="entr" presetSubtype="0" fill="hold" nodeType="withEffect">
                  <p:stCondLst>
                    <p:cond delay="800"/>
                  </p:stCondLst>
                  <p:childTnLst>
                    <p:set>
                      <p:cBhvr>
                        <p:cTn dur="1" fill="hold">
                          <p:stCondLst>
                            <p:cond delay="0"/>
                          </p:stCondLst>
                        </p:cTn>
                        <p:tgtEl>
                          <p:spTgt spid="4"/>
                        </p:tgtEl>
                        <p:attrNameLst>
                          <p:attrName>style.visibility</p:attrName>
                        </p:attrNameLst>
                      </p:cBhvr>
                      <p:to>
                        <p:strVal val="visible"/>
                      </p:to>
                    </p:set>
                    <p:animEffect transition="in" filter="fade">
                      <p:cBhvr>
                        <p:cTn dur="500"/>
                        <p:tgtEl>
                          <p:spTgt spid="4"/>
                        </p:tgtEl>
                      </p:cBhvr>
                    </p:animEffect>
                  </p:childTnLst>
                </p:cTn>
              </p:par>
            </p:tnLst>
          </p:tmpl>
        </p:tmplLst>
      </p:bldP>
      <p:bldP spid="5" grpId="0" build="p">
        <p:tmplLst>
          <p:tmpl lvl="1">
            <p:tnLst>
              <p:par>
                <p:cTn presetID="42" presetClass="entr" presetSubtype="0" fill="hold" nodeType="withEffect">
                  <p:stCondLst>
                    <p:cond delay="200"/>
                  </p:stCondLst>
                  <p:childTnLst>
                    <p:set>
                      <p:cBhvr>
                        <p:cTn dur="1" fill="hold">
                          <p:stCondLst>
                            <p:cond delay="0"/>
                          </p:stCondLst>
                        </p:cTn>
                        <p:tgtEl>
                          <p:spTgt spid="5"/>
                        </p:tgtEl>
                        <p:attrNameLst>
                          <p:attrName>style.visibility</p:attrName>
                        </p:attrNameLst>
                      </p:cBhvr>
                      <p:to>
                        <p:strVal val="visible"/>
                      </p:to>
                    </p:set>
                    <p:animEffect transition="in" filter="fade">
                      <p:cBhvr>
                        <p:cTn dur="400"/>
                        <p:tgtEl>
                          <p:spTgt spid="5"/>
                        </p:tgtEl>
                      </p:cBhvr>
                    </p:animEffect>
                    <p:anim calcmode="lin" valueType="num">
                      <p:cBhvr>
                        <p:cTn dur="400" fill="hold"/>
                        <p:tgtEl>
                          <p:spTgt spid="5"/>
                        </p:tgtEl>
                        <p:attrNameLst>
                          <p:attrName>ppt_x</p:attrName>
                        </p:attrNameLst>
                      </p:cBhvr>
                      <p:tavLst>
                        <p:tav tm="0">
                          <p:val>
                            <p:strVal val="#ppt_x"/>
                          </p:val>
                        </p:tav>
                        <p:tav tm="100000">
                          <p:val>
                            <p:strVal val="#ppt_x"/>
                          </p:val>
                        </p:tav>
                      </p:tavLst>
                    </p:anim>
                    <p:anim calcmode="lin" valueType="num">
                      <p:cBhvr>
                        <p:cTn dur="400" fill="hold"/>
                        <p:tgtEl>
                          <p:spTgt spid="5"/>
                        </p:tgtEl>
                        <p:attrNameLst>
                          <p:attrName>ppt_y</p:attrName>
                        </p:attrNameLst>
                      </p:cBhvr>
                      <p:tavLst>
                        <p:tav tm="0">
                          <p:val>
                            <p:strVal val="#ppt_y+.1"/>
                          </p:val>
                        </p:tav>
                        <p:tav tm="100000">
                          <p:val>
                            <p:strVal val="#ppt_y"/>
                          </p:val>
                        </p:tav>
                      </p:tavLst>
                    </p:anim>
                  </p:childTnLst>
                </p:cTn>
              </p:par>
            </p:tnLst>
          </p:tmpl>
        </p:tmplLst>
      </p:bldP>
      <p:bldP spid="7" grpId="0" build="p">
        <p:tmplLst>
          <p:tmpl lvl="1">
            <p:tnLst>
              <p:par>
                <p:cTn presetID="42" presetClass="entr" presetSubtype="0" fill="hold" nodeType="withEffect">
                  <p:stCondLst>
                    <p:cond delay="20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anim calcmode="lin" valueType="num">
                      <p:cBhvr>
                        <p:cTn dur="500" fill="hold"/>
                        <p:tgtEl>
                          <p:spTgt spid="7"/>
                        </p:tgtEl>
                        <p:attrNameLst>
                          <p:attrName>ppt_x</p:attrName>
                        </p:attrNameLst>
                      </p:cBhvr>
                      <p:tavLst>
                        <p:tav tm="0">
                          <p:val>
                            <p:strVal val="#ppt_x"/>
                          </p:val>
                        </p:tav>
                        <p:tav tm="100000">
                          <p:val>
                            <p:strVal val="#ppt_x"/>
                          </p:val>
                        </p:tav>
                      </p:tavLst>
                    </p:anim>
                    <p:anim calcmode="lin" valueType="num">
                      <p:cBhvr>
                        <p:cTn dur="500" fill="hold"/>
                        <p:tgtEl>
                          <p:spTgt spid="7"/>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10" presetClass="entr" presetSubtype="0" fill="hold" nodeType="withEffect">
                  <p:stCondLst>
                    <p:cond delay="80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42" presetClass="entr" presetSubtype="0" fill="hold" nodeType="withEffect">
                  <p:stCondLst>
                    <p:cond delay="200"/>
                  </p:stCondLst>
                  <p:childTnLst>
                    <p:set>
                      <p:cBhvr>
                        <p:cTn dur="1" fill="hold">
                          <p:stCondLst>
                            <p:cond delay="0"/>
                          </p:stCondLst>
                        </p:cTn>
                        <p:tgtEl>
                          <p:spTgt spid="19"/>
                        </p:tgtEl>
                        <p:attrNameLst>
                          <p:attrName>style.visibility</p:attrName>
                        </p:attrNameLst>
                      </p:cBhvr>
                      <p:to>
                        <p:strVal val="visible"/>
                      </p:to>
                    </p:set>
                    <p:animEffect transition="in" filter="fade">
                      <p:cBhvr>
                        <p:cTn dur="400"/>
                        <p:tgtEl>
                          <p:spTgt spid="19"/>
                        </p:tgtEl>
                      </p:cBhvr>
                    </p:animEffect>
                    <p:anim calcmode="lin" valueType="num">
                      <p:cBhvr>
                        <p:cTn dur="400" fill="hold"/>
                        <p:tgtEl>
                          <p:spTgt spid="19"/>
                        </p:tgtEl>
                        <p:attrNameLst>
                          <p:attrName>ppt_x</p:attrName>
                        </p:attrNameLst>
                      </p:cBhvr>
                      <p:tavLst>
                        <p:tav tm="0">
                          <p:val>
                            <p:strVal val="#ppt_x"/>
                          </p:val>
                        </p:tav>
                        <p:tav tm="100000">
                          <p:val>
                            <p:strVal val="#ppt_x"/>
                          </p:val>
                        </p:tav>
                      </p:tavLst>
                    </p:anim>
                    <p:anim calcmode="lin" valueType="num">
                      <p:cBhvr>
                        <p:cTn dur="4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20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10" presetClass="entr" presetSubtype="0" fill="hold" nodeType="withEffect">
                  <p:stCondLst>
                    <p:cond delay="80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22" grpId="0" build="p">
        <p:tmplLst>
          <p:tmpl lvl="1">
            <p:tnLst>
              <p:par>
                <p:cTn presetID="42" presetClass="entr" presetSubtype="0" fill="hold" nodeType="withEffect">
                  <p:stCondLst>
                    <p:cond delay="200"/>
                  </p:stCondLst>
                  <p:childTnLst>
                    <p:set>
                      <p:cBhvr>
                        <p:cTn dur="1" fill="hold">
                          <p:stCondLst>
                            <p:cond delay="0"/>
                          </p:stCondLst>
                        </p:cTn>
                        <p:tgtEl>
                          <p:spTgt spid="22"/>
                        </p:tgtEl>
                        <p:attrNameLst>
                          <p:attrName>style.visibility</p:attrName>
                        </p:attrNameLst>
                      </p:cBhvr>
                      <p:to>
                        <p:strVal val="visible"/>
                      </p:to>
                    </p:set>
                    <p:animEffect transition="in" filter="fade">
                      <p:cBhvr>
                        <p:cTn dur="400"/>
                        <p:tgtEl>
                          <p:spTgt spid="22"/>
                        </p:tgtEl>
                      </p:cBhvr>
                    </p:animEffect>
                    <p:anim calcmode="lin" valueType="num">
                      <p:cBhvr>
                        <p:cTn dur="400" fill="hold"/>
                        <p:tgtEl>
                          <p:spTgt spid="22"/>
                        </p:tgtEl>
                        <p:attrNameLst>
                          <p:attrName>ppt_x</p:attrName>
                        </p:attrNameLst>
                      </p:cBhvr>
                      <p:tavLst>
                        <p:tav tm="0">
                          <p:val>
                            <p:strVal val="#ppt_x"/>
                          </p:val>
                        </p:tav>
                        <p:tav tm="100000">
                          <p:val>
                            <p:strVal val="#ppt_x"/>
                          </p:val>
                        </p:tav>
                      </p:tavLst>
                    </p:anim>
                    <p:anim calcmode="lin" valueType="num">
                      <p:cBhvr>
                        <p:cTn dur="4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withEffect">
                  <p:stCondLst>
                    <p:cond delay="20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10" presetClass="entr" presetSubtype="0" fill="hold" nodeType="withEffect">
                  <p:stCondLst>
                    <p:cond delay="80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P spid="25" grpId="0" build="p">
        <p:tmplLst>
          <p:tmpl lvl="1">
            <p:tnLst>
              <p:par>
                <p:cTn presetID="42" presetClass="entr" presetSubtype="0" fill="hold" nodeType="withEffect">
                  <p:stCondLst>
                    <p:cond delay="200"/>
                  </p:stCondLst>
                  <p:childTnLst>
                    <p:set>
                      <p:cBhvr>
                        <p:cTn dur="1" fill="hold">
                          <p:stCondLst>
                            <p:cond delay="0"/>
                          </p:stCondLst>
                        </p:cTn>
                        <p:tgtEl>
                          <p:spTgt spid="25"/>
                        </p:tgtEl>
                        <p:attrNameLst>
                          <p:attrName>style.visibility</p:attrName>
                        </p:attrNameLst>
                      </p:cBhvr>
                      <p:to>
                        <p:strVal val="visible"/>
                      </p:to>
                    </p:set>
                    <p:animEffect transition="in" filter="fade">
                      <p:cBhvr>
                        <p:cTn dur="400"/>
                        <p:tgtEl>
                          <p:spTgt spid="25"/>
                        </p:tgtEl>
                      </p:cBhvr>
                    </p:animEffect>
                    <p:anim calcmode="lin" valueType="num">
                      <p:cBhvr>
                        <p:cTn dur="400" fill="hold"/>
                        <p:tgtEl>
                          <p:spTgt spid="25"/>
                        </p:tgtEl>
                        <p:attrNameLst>
                          <p:attrName>ppt_x</p:attrName>
                        </p:attrNameLst>
                      </p:cBhvr>
                      <p:tavLst>
                        <p:tav tm="0">
                          <p:val>
                            <p:strVal val="#ppt_x"/>
                          </p:val>
                        </p:tav>
                        <p:tav tm="100000">
                          <p:val>
                            <p:strVal val="#ppt_x"/>
                          </p:val>
                        </p:tav>
                      </p:tavLst>
                    </p:anim>
                    <p:anim calcmode="lin" valueType="num">
                      <p:cBhvr>
                        <p:cTn dur="400" fill="hold"/>
                        <p:tgtEl>
                          <p:spTgt spid="25"/>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42" presetClass="entr" presetSubtype="0" fill="hold" nodeType="withEffect">
                  <p:stCondLst>
                    <p:cond delay="20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10" presetClass="entr" presetSubtype="0" fill="hold" nodeType="withEffect">
                  <p:stCondLst>
                    <p:cond delay="80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8" grpId="0" build="p">
        <p:tmplLst>
          <p:tmpl lvl="1">
            <p:tnLst>
              <p:par>
                <p:cTn presetID="42" presetClass="entr" presetSubtype="0" fill="hold" nodeType="withEffect">
                  <p:stCondLst>
                    <p:cond delay="200"/>
                  </p:stCondLst>
                  <p:childTnLst>
                    <p:set>
                      <p:cBhvr>
                        <p:cTn dur="1" fill="hold">
                          <p:stCondLst>
                            <p:cond delay="0"/>
                          </p:stCondLst>
                        </p:cTn>
                        <p:tgtEl>
                          <p:spTgt spid="28"/>
                        </p:tgtEl>
                        <p:attrNameLst>
                          <p:attrName>style.visibility</p:attrName>
                        </p:attrNameLst>
                      </p:cBhvr>
                      <p:to>
                        <p:strVal val="visible"/>
                      </p:to>
                    </p:set>
                    <p:animEffect transition="in" filter="fade">
                      <p:cBhvr>
                        <p:cTn dur="400"/>
                        <p:tgtEl>
                          <p:spTgt spid="28"/>
                        </p:tgtEl>
                      </p:cBhvr>
                    </p:animEffect>
                    <p:anim calcmode="lin" valueType="num">
                      <p:cBhvr>
                        <p:cTn dur="400" fill="hold"/>
                        <p:tgtEl>
                          <p:spTgt spid="28"/>
                        </p:tgtEl>
                        <p:attrNameLst>
                          <p:attrName>ppt_x</p:attrName>
                        </p:attrNameLst>
                      </p:cBhvr>
                      <p:tavLst>
                        <p:tav tm="0">
                          <p:val>
                            <p:strVal val="#ppt_x"/>
                          </p:val>
                        </p:tav>
                        <p:tav tm="100000">
                          <p:val>
                            <p:strVal val="#ppt_x"/>
                          </p:val>
                        </p:tav>
                      </p:tavLst>
                    </p:anim>
                    <p:anim calcmode="lin" valueType="num">
                      <p:cBhvr>
                        <p:cTn dur="400" fill="hold"/>
                        <p:tgtEl>
                          <p:spTgt spid="28"/>
                        </p:tgtEl>
                        <p:attrNameLst>
                          <p:attrName>ppt_y</p:attrName>
                        </p:attrNameLst>
                      </p:cBhvr>
                      <p:tavLst>
                        <p:tav tm="0">
                          <p:val>
                            <p:strVal val="#ppt_y+.1"/>
                          </p:val>
                        </p:tav>
                        <p:tav tm="100000">
                          <p:val>
                            <p:strVal val="#ppt_y"/>
                          </p:val>
                        </p:tav>
                      </p:tavLst>
                    </p:anim>
                  </p:childTnLst>
                </p:cTn>
              </p:par>
            </p:tnLst>
          </p:tmpl>
        </p:tmplLst>
      </p:bldP>
      <p:bldP spid="29" grpId="0" build="p">
        <p:tmplLst>
          <p:tmpl lvl="1">
            <p:tnLst>
              <p:par>
                <p:cTn presetID="42" presetClass="entr" presetSubtype="0" fill="hold" nodeType="withEffect">
                  <p:stCondLst>
                    <p:cond delay="20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10" presetClass="entr" presetSubtype="0" fill="hold" nodeType="withEffect">
                  <p:stCondLst>
                    <p:cond delay="80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42" presetClass="entr" presetSubtype="0" fill="hold" nodeType="withEffect">
                  <p:stCondLst>
                    <p:cond delay="200"/>
                  </p:stCondLst>
                  <p:childTnLst>
                    <p:set>
                      <p:cBhvr>
                        <p:cTn dur="1" fill="hold">
                          <p:stCondLst>
                            <p:cond delay="0"/>
                          </p:stCondLst>
                        </p:cTn>
                        <p:tgtEl>
                          <p:spTgt spid="31"/>
                        </p:tgtEl>
                        <p:attrNameLst>
                          <p:attrName>style.visibility</p:attrName>
                        </p:attrNameLst>
                      </p:cBhvr>
                      <p:to>
                        <p:strVal val="visible"/>
                      </p:to>
                    </p:set>
                    <p:animEffect transition="in" filter="fade">
                      <p:cBhvr>
                        <p:cTn dur="400"/>
                        <p:tgtEl>
                          <p:spTgt spid="31"/>
                        </p:tgtEl>
                      </p:cBhvr>
                    </p:animEffect>
                    <p:anim calcmode="lin" valueType="num">
                      <p:cBhvr>
                        <p:cTn dur="400" fill="hold"/>
                        <p:tgtEl>
                          <p:spTgt spid="31"/>
                        </p:tgtEl>
                        <p:attrNameLst>
                          <p:attrName>ppt_x</p:attrName>
                        </p:attrNameLst>
                      </p:cBhvr>
                      <p:tavLst>
                        <p:tav tm="0">
                          <p:val>
                            <p:strVal val="#ppt_x"/>
                          </p:val>
                        </p:tav>
                        <p:tav tm="100000">
                          <p:val>
                            <p:strVal val="#ppt_x"/>
                          </p:val>
                        </p:tav>
                      </p:tavLst>
                    </p:anim>
                    <p:anim calcmode="lin" valueType="num">
                      <p:cBhvr>
                        <p:cTn dur="400" fill="hold"/>
                        <p:tgtEl>
                          <p:spTgt spid="31"/>
                        </p:tgtEl>
                        <p:attrNameLst>
                          <p:attrName>ppt_y</p:attrName>
                        </p:attrNameLst>
                      </p:cBhvr>
                      <p:tavLst>
                        <p:tav tm="0">
                          <p:val>
                            <p:strVal val="#ppt_y+.1"/>
                          </p:val>
                        </p:tav>
                        <p:tav tm="100000">
                          <p:val>
                            <p:strVal val="#ppt_y"/>
                          </p:val>
                        </p:tav>
                      </p:tavLst>
                    </p:anim>
                  </p:childTnLst>
                </p:cTn>
              </p:par>
            </p:tnLst>
          </p:tmpl>
        </p:tmplLst>
      </p:bldP>
      <p:bldP spid="32" grpId="0" build="p">
        <p:tmplLst>
          <p:tmpl lvl="1">
            <p:tnLst>
              <p:par>
                <p:cTn presetID="42" presetClass="entr" presetSubtype="0" fill="hold" nodeType="withEffect">
                  <p:stCondLst>
                    <p:cond delay="20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anim calcmode="lin" valueType="num">
                      <p:cBhvr>
                        <p:cTn dur="500" fill="hold"/>
                        <p:tgtEl>
                          <p:spTgt spid="32"/>
                        </p:tgtEl>
                        <p:attrNameLst>
                          <p:attrName>ppt_x</p:attrName>
                        </p:attrNameLst>
                      </p:cBhvr>
                      <p:tavLst>
                        <p:tav tm="0">
                          <p:val>
                            <p:strVal val="#ppt_x"/>
                          </p:val>
                        </p:tav>
                        <p:tav tm="100000">
                          <p:val>
                            <p:strVal val="#ppt_x"/>
                          </p:val>
                        </p:tav>
                      </p:tavLst>
                    </p:anim>
                    <p:anim calcmode="lin" valueType="num">
                      <p:cBhvr>
                        <p:cTn dur="500" fill="hold"/>
                        <p:tgtEl>
                          <p:spTgt spid="32"/>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Four columns results 1">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 name="Text Placeholder 2"/>
          <p:cNvSpPr>
            <a:spLocks noGrp="1"/>
          </p:cNvSpPr>
          <p:nvPr>
            <p:ph type="body" sz="quarter" idx="64" hasCustomPrompt="1"/>
          </p:nvPr>
        </p:nvSpPr>
        <p:spPr>
          <a:xfrm>
            <a:off x="551748" y="4218296"/>
            <a:ext cx="2360789" cy="841393"/>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5" name="Text Placeholder 7"/>
          <p:cNvSpPr>
            <a:spLocks noGrp="1"/>
          </p:cNvSpPr>
          <p:nvPr>
            <p:ph type="body" sz="quarter" idx="18" hasCustomPrompt="1"/>
          </p:nvPr>
        </p:nvSpPr>
        <p:spPr>
          <a:xfrm>
            <a:off x="551748" y="3580208"/>
            <a:ext cx="2360789" cy="345380"/>
          </a:xfrm>
          <a:prstGeom prst="rect">
            <a:avLst/>
          </a:prstGeom>
        </p:spPr>
        <p:txBody>
          <a:bodyPr vert="horz" lIns="0" tIns="40504" rIns="0" bIns="40504" anchor="ctr"/>
          <a:lstStyle>
            <a:lvl1pPr marL="0" indent="0" algn="l">
              <a:lnSpc>
                <a:spcPct val="100000"/>
              </a:lnSpc>
              <a:spcBef>
                <a:spcPts val="0"/>
              </a:spcBef>
              <a:buNone/>
              <a:defRPr sz="2400" b="1" baseline="0">
                <a:solidFill>
                  <a:schemeClr val="tx1">
                    <a:lumMod val="50000"/>
                    <a:lumOff val="50000"/>
                  </a:schemeClr>
                </a:solidFill>
                <a:latin typeface="Lato Regular"/>
                <a:cs typeface="Lato Regular"/>
              </a:defRPr>
            </a:lvl1pPr>
          </a:lstStyle>
          <a:p>
            <a:pPr lvl="0"/>
            <a:r>
              <a:rPr lang="es-ES_tradnl" dirty="0" smtClean="0"/>
              <a:t>RESULT 1</a:t>
            </a:r>
          </a:p>
        </p:txBody>
      </p:sp>
      <p:sp>
        <p:nvSpPr>
          <p:cNvPr id="7" name="Text Placeholder 7"/>
          <p:cNvSpPr>
            <a:spLocks noGrp="1"/>
          </p:cNvSpPr>
          <p:nvPr>
            <p:ph type="body" sz="quarter" idx="65" hasCustomPrompt="1"/>
          </p:nvPr>
        </p:nvSpPr>
        <p:spPr>
          <a:xfrm>
            <a:off x="551748" y="3971478"/>
            <a:ext cx="236078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3" name="Text Placeholder 2"/>
          <p:cNvSpPr>
            <a:spLocks noGrp="1"/>
          </p:cNvSpPr>
          <p:nvPr>
            <p:ph type="body" sz="quarter" idx="66" hasCustomPrompt="1"/>
          </p:nvPr>
        </p:nvSpPr>
        <p:spPr>
          <a:xfrm>
            <a:off x="3351388" y="4218296"/>
            <a:ext cx="2360789" cy="841393"/>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34" name="Text Placeholder 7"/>
          <p:cNvSpPr>
            <a:spLocks noGrp="1"/>
          </p:cNvSpPr>
          <p:nvPr>
            <p:ph type="body" sz="quarter" idx="67" hasCustomPrompt="1"/>
          </p:nvPr>
        </p:nvSpPr>
        <p:spPr>
          <a:xfrm>
            <a:off x="3351388" y="3580208"/>
            <a:ext cx="2360789" cy="345380"/>
          </a:xfrm>
          <a:prstGeom prst="rect">
            <a:avLst/>
          </a:prstGeom>
        </p:spPr>
        <p:txBody>
          <a:bodyPr vert="horz" lIns="0" tIns="40504" rIns="0" bIns="40504" anchor="ctr"/>
          <a:lstStyle>
            <a:lvl1pPr marL="0" indent="0" algn="l">
              <a:lnSpc>
                <a:spcPct val="100000"/>
              </a:lnSpc>
              <a:spcBef>
                <a:spcPts val="0"/>
              </a:spcBef>
              <a:buNone/>
              <a:defRPr sz="2400" b="1" baseline="0">
                <a:solidFill>
                  <a:schemeClr val="tx1">
                    <a:lumMod val="50000"/>
                    <a:lumOff val="50000"/>
                  </a:schemeClr>
                </a:solidFill>
                <a:latin typeface="Lato Regular"/>
                <a:cs typeface="Lato Regular"/>
              </a:defRPr>
            </a:lvl1pPr>
          </a:lstStyle>
          <a:p>
            <a:pPr lvl="0"/>
            <a:r>
              <a:rPr lang="es-ES_tradnl" dirty="0" smtClean="0"/>
              <a:t>RESULT 1</a:t>
            </a:r>
          </a:p>
        </p:txBody>
      </p:sp>
      <p:sp>
        <p:nvSpPr>
          <p:cNvPr id="35" name="Text Placeholder 7"/>
          <p:cNvSpPr>
            <a:spLocks noGrp="1"/>
          </p:cNvSpPr>
          <p:nvPr>
            <p:ph type="body" sz="quarter" idx="68" hasCustomPrompt="1"/>
          </p:nvPr>
        </p:nvSpPr>
        <p:spPr>
          <a:xfrm>
            <a:off x="3351388" y="3971478"/>
            <a:ext cx="236078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6" name="Text Placeholder 2"/>
          <p:cNvSpPr>
            <a:spLocks noGrp="1"/>
          </p:cNvSpPr>
          <p:nvPr>
            <p:ph type="body" sz="quarter" idx="69" hasCustomPrompt="1"/>
          </p:nvPr>
        </p:nvSpPr>
        <p:spPr>
          <a:xfrm>
            <a:off x="6286494" y="4218296"/>
            <a:ext cx="2360789" cy="841393"/>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37" name="Text Placeholder 7"/>
          <p:cNvSpPr>
            <a:spLocks noGrp="1"/>
          </p:cNvSpPr>
          <p:nvPr>
            <p:ph type="body" sz="quarter" idx="70" hasCustomPrompt="1"/>
          </p:nvPr>
        </p:nvSpPr>
        <p:spPr>
          <a:xfrm>
            <a:off x="6286494" y="3580208"/>
            <a:ext cx="2360789" cy="345380"/>
          </a:xfrm>
          <a:prstGeom prst="rect">
            <a:avLst/>
          </a:prstGeom>
        </p:spPr>
        <p:txBody>
          <a:bodyPr vert="horz" lIns="0" tIns="40504" rIns="0" bIns="40504" anchor="ctr"/>
          <a:lstStyle>
            <a:lvl1pPr marL="0" indent="0" algn="l">
              <a:lnSpc>
                <a:spcPct val="100000"/>
              </a:lnSpc>
              <a:spcBef>
                <a:spcPts val="0"/>
              </a:spcBef>
              <a:buNone/>
              <a:defRPr sz="2400" b="1" baseline="0">
                <a:solidFill>
                  <a:schemeClr val="tx1">
                    <a:lumMod val="50000"/>
                    <a:lumOff val="50000"/>
                  </a:schemeClr>
                </a:solidFill>
                <a:latin typeface="Lato Regular"/>
                <a:cs typeface="Lato Regular"/>
              </a:defRPr>
            </a:lvl1pPr>
          </a:lstStyle>
          <a:p>
            <a:pPr lvl="0"/>
            <a:r>
              <a:rPr lang="es-ES_tradnl" dirty="0" smtClean="0"/>
              <a:t>RESULT 1</a:t>
            </a:r>
          </a:p>
        </p:txBody>
      </p:sp>
      <p:sp>
        <p:nvSpPr>
          <p:cNvPr id="38" name="Text Placeholder 7"/>
          <p:cNvSpPr>
            <a:spLocks noGrp="1"/>
          </p:cNvSpPr>
          <p:nvPr>
            <p:ph type="body" sz="quarter" idx="71" hasCustomPrompt="1"/>
          </p:nvPr>
        </p:nvSpPr>
        <p:spPr>
          <a:xfrm>
            <a:off x="6286494" y="3971478"/>
            <a:ext cx="236078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9" name="Text Placeholder 2"/>
          <p:cNvSpPr>
            <a:spLocks noGrp="1"/>
          </p:cNvSpPr>
          <p:nvPr>
            <p:ph type="body" sz="quarter" idx="72" hasCustomPrompt="1"/>
          </p:nvPr>
        </p:nvSpPr>
        <p:spPr>
          <a:xfrm>
            <a:off x="9192684" y="4218296"/>
            <a:ext cx="2360789" cy="841393"/>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40" name="Text Placeholder 7"/>
          <p:cNvSpPr>
            <a:spLocks noGrp="1"/>
          </p:cNvSpPr>
          <p:nvPr>
            <p:ph type="body" sz="quarter" idx="73" hasCustomPrompt="1"/>
          </p:nvPr>
        </p:nvSpPr>
        <p:spPr>
          <a:xfrm>
            <a:off x="9192684" y="3580208"/>
            <a:ext cx="2360789" cy="345380"/>
          </a:xfrm>
          <a:prstGeom prst="rect">
            <a:avLst/>
          </a:prstGeom>
        </p:spPr>
        <p:txBody>
          <a:bodyPr vert="horz" lIns="0" tIns="40504" rIns="0" bIns="40504" anchor="ctr"/>
          <a:lstStyle>
            <a:lvl1pPr marL="0" indent="0" algn="l">
              <a:lnSpc>
                <a:spcPct val="100000"/>
              </a:lnSpc>
              <a:spcBef>
                <a:spcPts val="0"/>
              </a:spcBef>
              <a:buNone/>
              <a:defRPr sz="2400" b="1" baseline="0">
                <a:solidFill>
                  <a:schemeClr val="tx1">
                    <a:lumMod val="50000"/>
                    <a:lumOff val="50000"/>
                  </a:schemeClr>
                </a:solidFill>
                <a:latin typeface="Lato Regular"/>
                <a:cs typeface="Lato Regular"/>
              </a:defRPr>
            </a:lvl1pPr>
          </a:lstStyle>
          <a:p>
            <a:pPr lvl="0"/>
            <a:r>
              <a:rPr lang="es-ES_tradnl" dirty="0" smtClean="0"/>
              <a:t>RESULT 1</a:t>
            </a:r>
          </a:p>
        </p:txBody>
      </p:sp>
      <p:sp>
        <p:nvSpPr>
          <p:cNvPr id="41" name="Text Placeholder 7"/>
          <p:cNvSpPr>
            <a:spLocks noGrp="1"/>
          </p:cNvSpPr>
          <p:nvPr>
            <p:ph type="body" sz="quarter" idx="74" hasCustomPrompt="1"/>
          </p:nvPr>
        </p:nvSpPr>
        <p:spPr>
          <a:xfrm>
            <a:off x="9192684" y="3971478"/>
            <a:ext cx="2360789"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2" name="Text Placeholder 2"/>
          <p:cNvSpPr>
            <a:spLocks noGrp="1"/>
          </p:cNvSpPr>
          <p:nvPr>
            <p:ph type="body" sz="quarter" idx="75" hasCustomPrompt="1"/>
          </p:nvPr>
        </p:nvSpPr>
        <p:spPr>
          <a:xfrm>
            <a:off x="591962" y="5563771"/>
            <a:ext cx="10973505" cy="779972"/>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a:t>
            </a:r>
          </a:p>
        </p:txBody>
      </p:sp>
      <p:sp>
        <p:nvSpPr>
          <p:cNvPr id="43" name="Text Placeholder 7"/>
          <p:cNvSpPr>
            <a:spLocks noGrp="1"/>
          </p:cNvSpPr>
          <p:nvPr>
            <p:ph type="body" sz="quarter" idx="76" hasCustomPrompt="1"/>
          </p:nvPr>
        </p:nvSpPr>
        <p:spPr>
          <a:xfrm>
            <a:off x="569384" y="5109392"/>
            <a:ext cx="10996083" cy="431780"/>
          </a:xfrm>
          <a:prstGeom prst="rect">
            <a:avLst/>
          </a:prstGeom>
        </p:spPr>
        <p:txBody>
          <a:bodyPr vert="horz" lIns="0" tIns="40504" rIns="0" bIns="40504" anchor="ctr"/>
          <a:lstStyle>
            <a:lvl1pPr marL="0" indent="0" algn="l">
              <a:lnSpc>
                <a:spcPct val="100000"/>
              </a:lnSpc>
              <a:spcBef>
                <a:spcPts val="0"/>
              </a:spcBef>
              <a:buNone/>
              <a:defRPr sz="1920" b="1" baseline="0">
                <a:solidFill>
                  <a:schemeClr val="tx1">
                    <a:lumMod val="75000"/>
                    <a:lumOff val="25000"/>
                  </a:schemeClr>
                </a:solidFill>
                <a:latin typeface="Lato Light"/>
                <a:cs typeface="Lato Light"/>
              </a:defRPr>
            </a:lvl1pPr>
          </a:lstStyle>
          <a:p>
            <a:pPr lvl="0"/>
            <a:r>
              <a:rPr lang="es-ES_tradnl" dirty="0" err="1" smtClean="0"/>
              <a:t>Put</a:t>
            </a:r>
            <a:r>
              <a:rPr lang="es-ES_tradnl" dirty="0" smtClean="0"/>
              <a:t> </a:t>
            </a:r>
            <a:r>
              <a:rPr lang="es-ES_tradnl" dirty="0" err="1" smtClean="0"/>
              <a:t>your</a:t>
            </a:r>
            <a:r>
              <a:rPr lang="es-ES_tradnl" dirty="0" smtClean="0"/>
              <a:t> </a:t>
            </a:r>
            <a:r>
              <a:rPr lang="es-ES_tradnl" dirty="0" err="1" smtClean="0"/>
              <a:t>title</a:t>
            </a:r>
            <a:r>
              <a:rPr lang="es-ES_tradnl" dirty="0" smtClean="0"/>
              <a:t> </a:t>
            </a:r>
            <a:r>
              <a:rPr lang="es-ES_tradnl" dirty="0" err="1" smtClean="0"/>
              <a:t>here</a:t>
            </a:r>
            <a:endParaRPr lang="es-ES_tradnl" dirty="0" smtClean="0"/>
          </a:p>
        </p:txBody>
      </p:sp>
    </p:spTree>
    <p:extLst>
      <p:ext uri="{BB962C8B-B14F-4D97-AF65-F5344CB8AC3E}">
        <p14:creationId xmlns:p14="http://schemas.microsoft.com/office/powerpoint/2010/main" val="23928926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4">
                                            <p:txEl>
                                              <p:pRg st="0" end="0"/>
                                            </p:txEl>
                                          </p:spTgt>
                                        </p:tgtEl>
                                        <p:attrNameLst>
                                          <p:attrName>style.visibility</p:attrName>
                                        </p:attrNameLst>
                                      </p:cBhvr>
                                      <p:to>
                                        <p:strVal val="visible"/>
                                      </p:to>
                                    </p:set>
                                    <p:animEffect transition="in" filter="fade">
                                      <p:cBhvr>
                                        <p:cTn id="17" dur="500"/>
                                        <p:tgtEl>
                                          <p:spTgt spid="4">
                                            <p:txEl>
                                              <p:pRg st="0" end="0"/>
                                            </p:txEl>
                                          </p:spTgt>
                                        </p:tgtEl>
                                      </p:cBhvr>
                                    </p:animEffect>
                                  </p:childTnLst>
                                </p:cTn>
                              </p:par>
                              <p:par>
                                <p:cTn id="18" presetID="42" presetClass="entr" presetSubtype="0" fill="hold" grpId="0" nodeType="withEffect">
                                  <p:stCondLst>
                                    <p:cond delay="200"/>
                                  </p:stCondLst>
                                  <p:childTnLst>
                                    <p:set>
                                      <p:cBhvr>
                                        <p:cTn id="19" dur="1" fill="hold">
                                          <p:stCondLst>
                                            <p:cond delay="0"/>
                                          </p:stCondLst>
                                        </p:cTn>
                                        <p:tgtEl>
                                          <p:spTgt spid="5">
                                            <p:txEl>
                                              <p:pRg st="0" end="0"/>
                                            </p:txEl>
                                          </p:spTgt>
                                        </p:tgtEl>
                                        <p:attrNameLst>
                                          <p:attrName>style.visibility</p:attrName>
                                        </p:attrNameLst>
                                      </p:cBhvr>
                                      <p:to>
                                        <p:strVal val="visible"/>
                                      </p:to>
                                    </p:set>
                                    <p:animEffect transition="in" filter="fade">
                                      <p:cBhvr>
                                        <p:cTn id="20" dur="400"/>
                                        <p:tgtEl>
                                          <p:spTgt spid="5">
                                            <p:txEl>
                                              <p:pRg st="0" end="0"/>
                                            </p:txEl>
                                          </p:spTgt>
                                        </p:tgtEl>
                                      </p:cBhvr>
                                    </p:animEffect>
                                    <p:anim calcmode="lin" valueType="num">
                                      <p:cBhvr>
                                        <p:cTn id="21" dur="4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22" dur="400" fill="hold"/>
                                        <p:tgtEl>
                                          <p:spTgt spid="5">
                                            <p:txEl>
                                              <p:pRg st="0" end="0"/>
                                            </p:txEl>
                                          </p:spTgt>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200"/>
                                  </p:stCondLst>
                                  <p:childTnLst>
                                    <p:set>
                                      <p:cBhvr>
                                        <p:cTn id="24" dur="1" fill="hold">
                                          <p:stCondLst>
                                            <p:cond delay="0"/>
                                          </p:stCondLst>
                                        </p:cTn>
                                        <p:tgtEl>
                                          <p:spTgt spid="7">
                                            <p:txEl>
                                              <p:pRg st="0" end="0"/>
                                            </p:txEl>
                                          </p:spTgt>
                                        </p:tgtEl>
                                        <p:attrNameLst>
                                          <p:attrName>style.visibility</p:attrName>
                                        </p:attrNameLst>
                                      </p:cBhvr>
                                      <p:to>
                                        <p:strVal val="visible"/>
                                      </p:to>
                                    </p:set>
                                    <p:animEffect transition="in" filter="fade">
                                      <p:cBhvr>
                                        <p:cTn id="25" dur="500"/>
                                        <p:tgtEl>
                                          <p:spTgt spid="7">
                                            <p:txEl>
                                              <p:pRg st="0" end="0"/>
                                            </p:txEl>
                                          </p:spTgt>
                                        </p:tgtEl>
                                      </p:cBhvr>
                                    </p:animEffect>
                                    <p:anim calcmode="lin" valueType="num">
                                      <p:cBhvr>
                                        <p:cTn id="26"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7">
                                            <p:txEl>
                                              <p:pRg st="0" end="0"/>
                                            </p:txEl>
                                          </p:spTgt>
                                        </p:tgtEl>
                                        <p:attrNameLst>
                                          <p:attrName>ppt_y</p:attrName>
                                        </p:attrNameLst>
                                      </p:cBhvr>
                                      <p:tavLst>
                                        <p:tav tm="0">
                                          <p:val>
                                            <p:strVal val="#ppt_y+.1"/>
                                          </p:val>
                                        </p:tav>
                                        <p:tav tm="100000">
                                          <p:val>
                                            <p:strVal val="#ppt_y"/>
                                          </p:val>
                                        </p:tav>
                                      </p:tavLst>
                                    </p:anim>
                                  </p:childTnLst>
                                </p:cTn>
                              </p:par>
                              <p:par>
                                <p:cTn id="28" presetID="10" presetClass="entr" presetSubtype="0" fill="hold" grpId="0" nodeType="withEffect">
                                  <p:stCondLst>
                                    <p:cond delay="800"/>
                                  </p:stCondLst>
                                  <p:childTnLst>
                                    <p:set>
                                      <p:cBhvr>
                                        <p:cTn id="29" dur="1" fill="hold">
                                          <p:stCondLst>
                                            <p:cond delay="0"/>
                                          </p:stCondLst>
                                        </p:cTn>
                                        <p:tgtEl>
                                          <p:spTgt spid="33">
                                            <p:txEl>
                                              <p:pRg st="0" end="0"/>
                                            </p:txEl>
                                          </p:spTgt>
                                        </p:tgtEl>
                                        <p:attrNameLst>
                                          <p:attrName>style.visibility</p:attrName>
                                        </p:attrNameLst>
                                      </p:cBhvr>
                                      <p:to>
                                        <p:strVal val="visible"/>
                                      </p:to>
                                    </p:set>
                                    <p:animEffect transition="in" filter="fade">
                                      <p:cBhvr>
                                        <p:cTn id="30" dur="500"/>
                                        <p:tgtEl>
                                          <p:spTgt spid="33">
                                            <p:txEl>
                                              <p:pRg st="0" end="0"/>
                                            </p:txEl>
                                          </p:spTgt>
                                        </p:tgtEl>
                                      </p:cBhvr>
                                    </p:animEffect>
                                  </p:childTnLst>
                                </p:cTn>
                              </p:par>
                              <p:par>
                                <p:cTn id="31" presetID="42" presetClass="entr" presetSubtype="0" fill="hold" grpId="0" nodeType="withEffect">
                                  <p:stCondLst>
                                    <p:cond delay="200"/>
                                  </p:stCondLst>
                                  <p:childTnLst>
                                    <p:set>
                                      <p:cBhvr>
                                        <p:cTn id="32" dur="1" fill="hold">
                                          <p:stCondLst>
                                            <p:cond delay="0"/>
                                          </p:stCondLst>
                                        </p:cTn>
                                        <p:tgtEl>
                                          <p:spTgt spid="34">
                                            <p:txEl>
                                              <p:pRg st="0" end="0"/>
                                            </p:txEl>
                                          </p:spTgt>
                                        </p:tgtEl>
                                        <p:attrNameLst>
                                          <p:attrName>style.visibility</p:attrName>
                                        </p:attrNameLst>
                                      </p:cBhvr>
                                      <p:to>
                                        <p:strVal val="visible"/>
                                      </p:to>
                                    </p:set>
                                    <p:animEffect transition="in" filter="fade">
                                      <p:cBhvr>
                                        <p:cTn id="33" dur="400"/>
                                        <p:tgtEl>
                                          <p:spTgt spid="34">
                                            <p:txEl>
                                              <p:pRg st="0" end="0"/>
                                            </p:txEl>
                                          </p:spTgt>
                                        </p:tgtEl>
                                      </p:cBhvr>
                                    </p:animEffect>
                                    <p:anim calcmode="lin" valueType="num">
                                      <p:cBhvr>
                                        <p:cTn id="34" dur="400" fill="hold"/>
                                        <p:tgtEl>
                                          <p:spTgt spid="34">
                                            <p:txEl>
                                              <p:pRg st="0" end="0"/>
                                            </p:txEl>
                                          </p:spTgt>
                                        </p:tgtEl>
                                        <p:attrNameLst>
                                          <p:attrName>ppt_x</p:attrName>
                                        </p:attrNameLst>
                                      </p:cBhvr>
                                      <p:tavLst>
                                        <p:tav tm="0">
                                          <p:val>
                                            <p:strVal val="#ppt_x"/>
                                          </p:val>
                                        </p:tav>
                                        <p:tav tm="100000">
                                          <p:val>
                                            <p:strVal val="#ppt_x"/>
                                          </p:val>
                                        </p:tav>
                                      </p:tavLst>
                                    </p:anim>
                                    <p:anim calcmode="lin" valueType="num">
                                      <p:cBhvr>
                                        <p:cTn id="35" dur="400" fill="hold"/>
                                        <p:tgtEl>
                                          <p:spTgt spid="34">
                                            <p:txEl>
                                              <p:pRg st="0" end="0"/>
                                            </p:txEl>
                                          </p:spTgt>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200"/>
                                  </p:stCondLst>
                                  <p:childTnLst>
                                    <p:set>
                                      <p:cBhvr>
                                        <p:cTn id="37" dur="1" fill="hold">
                                          <p:stCondLst>
                                            <p:cond delay="0"/>
                                          </p:stCondLst>
                                        </p:cTn>
                                        <p:tgtEl>
                                          <p:spTgt spid="35">
                                            <p:txEl>
                                              <p:pRg st="0" end="0"/>
                                            </p:txEl>
                                          </p:spTgt>
                                        </p:tgtEl>
                                        <p:attrNameLst>
                                          <p:attrName>style.visibility</p:attrName>
                                        </p:attrNameLst>
                                      </p:cBhvr>
                                      <p:to>
                                        <p:strVal val="visible"/>
                                      </p:to>
                                    </p:set>
                                    <p:animEffect transition="in" filter="fade">
                                      <p:cBhvr>
                                        <p:cTn id="38" dur="500"/>
                                        <p:tgtEl>
                                          <p:spTgt spid="35">
                                            <p:txEl>
                                              <p:pRg st="0" end="0"/>
                                            </p:txEl>
                                          </p:spTgt>
                                        </p:tgtEl>
                                      </p:cBhvr>
                                    </p:animEffect>
                                    <p:anim calcmode="lin" valueType="num">
                                      <p:cBhvr>
                                        <p:cTn id="39"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p:cTn id="40" dur="500" fill="hold"/>
                                        <p:tgtEl>
                                          <p:spTgt spid="35">
                                            <p:txEl>
                                              <p:pRg st="0" end="0"/>
                                            </p:txEl>
                                          </p:spTgt>
                                        </p:tgtEl>
                                        <p:attrNameLst>
                                          <p:attrName>ppt_y</p:attrName>
                                        </p:attrNameLst>
                                      </p:cBhvr>
                                      <p:tavLst>
                                        <p:tav tm="0">
                                          <p:val>
                                            <p:strVal val="#ppt_y+.1"/>
                                          </p:val>
                                        </p:tav>
                                        <p:tav tm="100000">
                                          <p:val>
                                            <p:strVal val="#ppt_y"/>
                                          </p:val>
                                        </p:tav>
                                      </p:tavLst>
                                    </p:anim>
                                  </p:childTnLst>
                                </p:cTn>
                              </p:par>
                              <p:par>
                                <p:cTn id="41" presetID="10" presetClass="entr" presetSubtype="0" fill="hold" grpId="0" nodeType="withEffect">
                                  <p:stCondLst>
                                    <p:cond delay="800"/>
                                  </p:stCondLst>
                                  <p:childTnLst>
                                    <p:set>
                                      <p:cBhvr>
                                        <p:cTn id="42" dur="1" fill="hold">
                                          <p:stCondLst>
                                            <p:cond delay="0"/>
                                          </p:stCondLst>
                                        </p:cTn>
                                        <p:tgtEl>
                                          <p:spTgt spid="36">
                                            <p:txEl>
                                              <p:pRg st="0" end="0"/>
                                            </p:txEl>
                                          </p:spTgt>
                                        </p:tgtEl>
                                        <p:attrNameLst>
                                          <p:attrName>style.visibility</p:attrName>
                                        </p:attrNameLst>
                                      </p:cBhvr>
                                      <p:to>
                                        <p:strVal val="visible"/>
                                      </p:to>
                                    </p:set>
                                    <p:animEffect transition="in" filter="fade">
                                      <p:cBhvr>
                                        <p:cTn id="43" dur="500"/>
                                        <p:tgtEl>
                                          <p:spTgt spid="36">
                                            <p:txEl>
                                              <p:pRg st="0" end="0"/>
                                            </p:txEl>
                                          </p:spTgt>
                                        </p:tgtEl>
                                      </p:cBhvr>
                                    </p:animEffect>
                                  </p:childTnLst>
                                </p:cTn>
                              </p:par>
                              <p:par>
                                <p:cTn id="44" presetID="42" presetClass="entr" presetSubtype="0" fill="hold" grpId="0" nodeType="withEffect">
                                  <p:stCondLst>
                                    <p:cond delay="200"/>
                                  </p:stCondLst>
                                  <p:childTnLst>
                                    <p:set>
                                      <p:cBhvr>
                                        <p:cTn id="45" dur="1" fill="hold">
                                          <p:stCondLst>
                                            <p:cond delay="0"/>
                                          </p:stCondLst>
                                        </p:cTn>
                                        <p:tgtEl>
                                          <p:spTgt spid="37">
                                            <p:txEl>
                                              <p:pRg st="0" end="0"/>
                                            </p:txEl>
                                          </p:spTgt>
                                        </p:tgtEl>
                                        <p:attrNameLst>
                                          <p:attrName>style.visibility</p:attrName>
                                        </p:attrNameLst>
                                      </p:cBhvr>
                                      <p:to>
                                        <p:strVal val="visible"/>
                                      </p:to>
                                    </p:set>
                                    <p:animEffect transition="in" filter="fade">
                                      <p:cBhvr>
                                        <p:cTn id="46" dur="400"/>
                                        <p:tgtEl>
                                          <p:spTgt spid="37">
                                            <p:txEl>
                                              <p:pRg st="0" end="0"/>
                                            </p:txEl>
                                          </p:spTgt>
                                        </p:tgtEl>
                                      </p:cBhvr>
                                    </p:animEffect>
                                    <p:anim calcmode="lin" valueType="num">
                                      <p:cBhvr>
                                        <p:cTn id="47" dur="400" fill="hold"/>
                                        <p:tgtEl>
                                          <p:spTgt spid="37">
                                            <p:txEl>
                                              <p:pRg st="0" end="0"/>
                                            </p:txEl>
                                          </p:spTgt>
                                        </p:tgtEl>
                                        <p:attrNameLst>
                                          <p:attrName>ppt_x</p:attrName>
                                        </p:attrNameLst>
                                      </p:cBhvr>
                                      <p:tavLst>
                                        <p:tav tm="0">
                                          <p:val>
                                            <p:strVal val="#ppt_x"/>
                                          </p:val>
                                        </p:tav>
                                        <p:tav tm="100000">
                                          <p:val>
                                            <p:strVal val="#ppt_x"/>
                                          </p:val>
                                        </p:tav>
                                      </p:tavLst>
                                    </p:anim>
                                    <p:anim calcmode="lin" valueType="num">
                                      <p:cBhvr>
                                        <p:cTn id="48" dur="400" fill="hold"/>
                                        <p:tgtEl>
                                          <p:spTgt spid="37">
                                            <p:txEl>
                                              <p:pRg st="0" end="0"/>
                                            </p:txEl>
                                          </p:spTgt>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200"/>
                                  </p:stCondLst>
                                  <p:childTnLst>
                                    <p:set>
                                      <p:cBhvr>
                                        <p:cTn id="50" dur="1" fill="hold">
                                          <p:stCondLst>
                                            <p:cond delay="0"/>
                                          </p:stCondLst>
                                        </p:cTn>
                                        <p:tgtEl>
                                          <p:spTgt spid="38">
                                            <p:txEl>
                                              <p:pRg st="0" end="0"/>
                                            </p:txEl>
                                          </p:spTgt>
                                        </p:tgtEl>
                                        <p:attrNameLst>
                                          <p:attrName>style.visibility</p:attrName>
                                        </p:attrNameLst>
                                      </p:cBhvr>
                                      <p:to>
                                        <p:strVal val="visible"/>
                                      </p:to>
                                    </p:set>
                                    <p:animEffect transition="in" filter="fade">
                                      <p:cBhvr>
                                        <p:cTn id="51" dur="500"/>
                                        <p:tgtEl>
                                          <p:spTgt spid="38">
                                            <p:txEl>
                                              <p:pRg st="0" end="0"/>
                                            </p:txEl>
                                          </p:spTgt>
                                        </p:tgtEl>
                                      </p:cBhvr>
                                    </p:animEffect>
                                    <p:anim calcmode="lin" valueType="num">
                                      <p:cBhvr>
                                        <p:cTn id="52" dur="500" fill="hold"/>
                                        <p:tgtEl>
                                          <p:spTgt spid="38">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38">
                                            <p:txEl>
                                              <p:pRg st="0" end="0"/>
                                            </p:txEl>
                                          </p:spTgt>
                                        </p:tgtEl>
                                        <p:attrNameLst>
                                          <p:attrName>ppt_y</p:attrName>
                                        </p:attrNameLst>
                                      </p:cBhvr>
                                      <p:tavLst>
                                        <p:tav tm="0">
                                          <p:val>
                                            <p:strVal val="#ppt_y+.1"/>
                                          </p:val>
                                        </p:tav>
                                        <p:tav tm="100000">
                                          <p:val>
                                            <p:strVal val="#ppt_y"/>
                                          </p:val>
                                        </p:tav>
                                      </p:tavLst>
                                    </p:anim>
                                  </p:childTnLst>
                                </p:cTn>
                              </p:par>
                              <p:par>
                                <p:cTn id="54" presetID="10" presetClass="entr" presetSubtype="0" fill="hold" grpId="0" nodeType="withEffect">
                                  <p:stCondLst>
                                    <p:cond delay="800"/>
                                  </p:stCondLst>
                                  <p:childTnLst>
                                    <p:set>
                                      <p:cBhvr>
                                        <p:cTn id="55" dur="1" fill="hold">
                                          <p:stCondLst>
                                            <p:cond delay="0"/>
                                          </p:stCondLst>
                                        </p:cTn>
                                        <p:tgtEl>
                                          <p:spTgt spid="39">
                                            <p:txEl>
                                              <p:pRg st="0" end="0"/>
                                            </p:txEl>
                                          </p:spTgt>
                                        </p:tgtEl>
                                        <p:attrNameLst>
                                          <p:attrName>style.visibility</p:attrName>
                                        </p:attrNameLst>
                                      </p:cBhvr>
                                      <p:to>
                                        <p:strVal val="visible"/>
                                      </p:to>
                                    </p:set>
                                    <p:animEffect transition="in" filter="fade">
                                      <p:cBhvr>
                                        <p:cTn id="56" dur="500"/>
                                        <p:tgtEl>
                                          <p:spTgt spid="39">
                                            <p:txEl>
                                              <p:pRg st="0" end="0"/>
                                            </p:txEl>
                                          </p:spTgt>
                                        </p:tgtEl>
                                      </p:cBhvr>
                                    </p:animEffect>
                                  </p:childTnLst>
                                </p:cTn>
                              </p:par>
                              <p:par>
                                <p:cTn id="57" presetID="42" presetClass="entr" presetSubtype="0" fill="hold" grpId="0" nodeType="withEffect">
                                  <p:stCondLst>
                                    <p:cond delay="200"/>
                                  </p:stCondLst>
                                  <p:childTnLst>
                                    <p:set>
                                      <p:cBhvr>
                                        <p:cTn id="58" dur="1" fill="hold">
                                          <p:stCondLst>
                                            <p:cond delay="0"/>
                                          </p:stCondLst>
                                        </p:cTn>
                                        <p:tgtEl>
                                          <p:spTgt spid="40">
                                            <p:txEl>
                                              <p:pRg st="0" end="0"/>
                                            </p:txEl>
                                          </p:spTgt>
                                        </p:tgtEl>
                                        <p:attrNameLst>
                                          <p:attrName>style.visibility</p:attrName>
                                        </p:attrNameLst>
                                      </p:cBhvr>
                                      <p:to>
                                        <p:strVal val="visible"/>
                                      </p:to>
                                    </p:set>
                                    <p:animEffect transition="in" filter="fade">
                                      <p:cBhvr>
                                        <p:cTn id="59" dur="400"/>
                                        <p:tgtEl>
                                          <p:spTgt spid="40">
                                            <p:txEl>
                                              <p:pRg st="0" end="0"/>
                                            </p:txEl>
                                          </p:spTgt>
                                        </p:tgtEl>
                                      </p:cBhvr>
                                    </p:animEffect>
                                    <p:anim calcmode="lin" valueType="num">
                                      <p:cBhvr>
                                        <p:cTn id="60" dur="400" fill="hold"/>
                                        <p:tgtEl>
                                          <p:spTgt spid="40">
                                            <p:txEl>
                                              <p:pRg st="0" end="0"/>
                                            </p:txEl>
                                          </p:spTgt>
                                        </p:tgtEl>
                                        <p:attrNameLst>
                                          <p:attrName>ppt_x</p:attrName>
                                        </p:attrNameLst>
                                      </p:cBhvr>
                                      <p:tavLst>
                                        <p:tav tm="0">
                                          <p:val>
                                            <p:strVal val="#ppt_x"/>
                                          </p:val>
                                        </p:tav>
                                        <p:tav tm="100000">
                                          <p:val>
                                            <p:strVal val="#ppt_x"/>
                                          </p:val>
                                        </p:tav>
                                      </p:tavLst>
                                    </p:anim>
                                    <p:anim calcmode="lin" valueType="num">
                                      <p:cBhvr>
                                        <p:cTn id="61" dur="400" fill="hold"/>
                                        <p:tgtEl>
                                          <p:spTgt spid="40">
                                            <p:txEl>
                                              <p:pRg st="0" end="0"/>
                                            </p:txEl>
                                          </p:spTgt>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200"/>
                                  </p:stCondLst>
                                  <p:childTnLst>
                                    <p:set>
                                      <p:cBhvr>
                                        <p:cTn id="63" dur="1" fill="hold">
                                          <p:stCondLst>
                                            <p:cond delay="0"/>
                                          </p:stCondLst>
                                        </p:cTn>
                                        <p:tgtEl>
                                          <p:spTgt spid="41">
                                            <p:txEl>
                                              <p:pRg st="0" end="0"/>
                                            </p:txEl>
                                          </p:spTgt>
                                        </p:tgtEl>
                                        <p:attrNameLst>
                                          <p:attrName>style.visibility</p:attrName>
                                        </p:attrNameLst>
                                      </p:cBhvr>
                                      <p:to>
                                        <p:strVal val="visible"/>
                                      </p:to>
                                    </p:set>
                                    <p:animEffect transition="in" filter="fade">
                                      <p:cBhvr>
                                        <p:cTn id="64" dur="500"/>
                                        <p:tgtEl>
                                          <p:spTgt spid="41">
                                            <p:txEl>
                                              <p:pRg st="0" end="0"/>
                                            </p:txEl>
                                          </p:spTgt>
                                        </p:tgtEl>
                                      </p:cBhvr>
                                    </p:animEffect>
                                    <p:anim calcmode="lin" valueType="num">
                                      <p:cBhvr>
                                        <p:cTn id="65" dur="50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66" dur="500" fill="hold"/>
                                        <p:tgtEl>
                                          <p:spTgt spid="41">
                                            <p:txEl>
                                              <p:pRg st="0" end="0"/>
                                            </p:txEl>
                                          </p:spTgt>
                                        </p:tgtEl>
                                        <p:attrNameLst>
                                          <p:attrName>ppt_y</p:attrName>
                                        </p:attrNameLst>
                                      </p:cBhvr>
                                      <p:tavLst>
                                        <p:tav tm="0">
                                          <p:val>
                                            <p:strVal val="#ppt_y+.1"/>
                                          </p:val>
                                        </p:tav>
                                        <p:tav tm="100000">
                                          <p:val>
                                            <p:strVal val="#ppt_y"/>
                                          </p:val>
                                        </p:tav>
                                      </p:tavLst>
                                    </p:anim>
                                  </p:childTnLst>
                                </p:cTn>
                              </p:par>
                              <p:par>
                                <p:cTn id="67" presetID="10" presetClass="entr" presetSubtype="0" fill="hold" grpId="0" nodeType="withEffect">
                                  <p:stCondLst>
                                    <p:cond delay="800"/>
                                  </p:stCondLst>
                                  <p:childTnLst>
                                    <p:set>
                                      <p:cBhvr>
                                        <p:cTn id="68" dur="1" fill="hold">
                                          <p:stCondLst>
                                            <p:cond delay="0"/>
                                          </p:stCondLst>
                                        </p:cTn>
                                        <p:tgtEl>
                                          <p:spTgt spid="42">
                                            <p:txEl>
                                              <p:pRg st="0" end="0"/>
                                            </p:txEl>
                                          </p:spTgt>
                                        </p:tgtEl>
                                        <p:attrNameLst>
                                          <p:attrName>style.visibility</p:attrName>
                                        </p:attrNameLst>
                                      </p:cBhvr>
                                      <p:to>
                                        <p:strVal val="visible"/>
                                      </p:to>
                                    </p:set>
                                    <p:animEffect transition="in" filter="fade">
                                      <p:cBhvr>
                                        <p:cTn id="69" dur="500"/>
                                        <p:tgtEl>
                                          <p:spTgt spid="42">
                                            <p:txEl>
                                              <p:pRg st="0" end="0"/>
                                            </p:txEl>
                                          </p:spTgt>
                                        </p:tgtEl>
                                      </p:cBhvr>
                                    </p:animEffect>
                                  </p:childTnLst>
                                </p:cTn>
                              </p:par>
                              <p:par>
                                <p:cTn id="70" presetID="42" presetClass="entr" presetSubtype="0" fill="hold" grpId="0" nodeType="withEffect">
                                  <p:stCondLst>
                                    <p:cond delay="200"/>
                                  </p:stCondLst>
                                  <p:childTnLst>
                                    <p:set>
                                      <p:cBhvr>
                                        <p:cTn id="71" dur="1" fill="hold">
                                          <p:stCondLst>
                                            <p:cond delay="0"/>
                                          </p:stCondLst>
                                        </p:cTn>
                                        <p:tgtEl>
                                          <p:spTgt spid="43">
                                            <p:txEl>
                                              <p:pRg st="0" end="0"/>
                                            </p:txEl>
                                          </p:spTgt>
                                        </p:tgtEl>
                                        <p:attrNameLst>
                                          <p:attrName>style.visibility</p:attrName>
                                        </p:attrNameLst>
                                      </p:cBhvr>
                                      <p:to>
                                        <p:strVal val="visible"/>
                                      </p:to>
                                    </p:set>
                                    <p:animEffect transition="in" filter="fade">
                                      <p:cBhvr>
                                        <p:cTn id="72" dur="400"/>
                                        <p:tgtEl>
                                          <p:spTgt spid="43">
                                            <p:txEl>
                                              <p:pRg st="0" end="0"/>
                                            </p:txEl>
                                          </p:spTgt>
                                        </p:tgtEl>
                                      </p:cBhvr>
                                    </p:animEffect>
                                    <p:anim calcmode="lin" valueType="num">
                                      <p:cBhvr>
                                        <p:cTn id="73" dur="40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74" dur="400" fill="hold"/>
                                        <p:tgtEl>
                                          <p:spTgt spid="4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P spid="4" grpId="0" build="p">
        <p:tmplLst>
          <p:tmpl lvl="1">
            <p:tnLst>
              <p:par>
                <p:cTn presetID="10" presetClass="entr" presetSubtype="0" fill="hold" nodeType="withEffect">
                  <p:stCondLst>
                    <p:cond delay="800"/>
                  </p:stCondLst>
                  <p:childTnLst>
                    <p:set>
                      <p:cBhvr>
                        <p:cTn dur="1" fill="hold">
                          <p:stCondLst>
                            <p:cond delay="0"/>
                          </p:stCondLst>
                        </p:cTn>
                        <p:tgtEl>
                          <p:spTgt spid="4"/>
                        </p:tgtEl>
                        <p:attrNameLst>
                          <p:attrName>style.visibility</p:attrName>
                        </p:attrNameLst>
                      </p:cBhvr>
                      <p:to>
                        <p:strVal val="visible"/>
                      </p:to>
                    </p:set>
                    <p:animEffect transition="in" filter="fade">
                      <p:cBhvr>
                        <p:cTn dur="500"/>
                        <p:tgtEl>
                          <p:spTgt spid="4"/>
                        </p:tgtEl>
                      </p:cBhvr>
                    </p:animEffect>
                  </p:childTnLst>
                </p:cTn>
              </p:par>
            </p:tnLst>
          </p:tmpl>
        </p:tmplLst>
      </p:bldP>
      <p:bldP spid="5" grpId="0" build="p">
        <p:tmplLst>
          <p:tmpl lvl="1">
            <p:tnLst>
              <p:par>
                <p:cTn presetID="42" presetClass="entr" presetSubtype="0" fill="hold" nodeType="withEffect">
                  <p:stCondLst>
                    <p:cond delay="200"/>
                  </p:stCondLst>
                  <p:childTnLst>
                    <p:set>
                      <p:cBhvr>
                        <p:cTn dur="1" fill="hold">
                          <p:stCondLst>
                            <p:cond delay="0"/>
                          </p:stCondLst>
                        </p:cTn>
                        <p:tgtEl>
                          <p:spTgt spid="5"/>
                        </p:tgtEl>
                        <p:attrNameLst>
                          <p:attrName>style.visibility</p:attrName>
                        </p:attrNameLst>
                      </p:cBhvr>
                      <p:to>
                        <p:strVal val="visible"/>
                      </p:to>
                    </p:set>
                    <p:animEffect transition="in" filter="fade">
                      <p:cBhvr>
                        <p:cTn dur="400"/>
                        <p:tgtEl>
                          <p:spTgt spid="5"/>
                        </p:tgtEl>
                      </p:cBhvr>
                    </p:animEffect>
                    <p:anim calcmode="lin" valueType="num">
                      <p:cBhvr>
                        <p:cTn dur="400" fill="hold"/>
                        <p:tgtEl>
                          <p:spTgt spid="5"/>
                        </p:tgtEl>
                        <p:attrNameLst>
                          <p:attrName>ppt_x</p:attrName>
                        </p:attrNameLst>
                      </p:cBhvr>
                      <p:tavLst>
                        <p:tav tm="0">
                          <p:val>
                            <p:strVal val="#ppt_x"/>
                          </p:val>
                        </p:tav>
                        <p:tav tm="100000">
                          <p:val>
                            <p:strVal val="#ppt_x"/>
                          </p:val>
                        </p:tav>
                      </p:tavLst>
                    </p:anim>
                    <p:anim calcmode="lin" valueType="num">
                      <p:cBhvr>
                        <p:cTn dur="400" fill="hold"/>
                        <p:tgtEl>
                          <p:spTgt spid="5"/>
                        </p:tgtEl>
                        <p:attrNameLst>
                          <p:attrName>ppt_y</p:attrName>
                        </p:attrNameLst>
                      </p:cBhvr>
                      <p:tavLst>
                        <p:tav tm="0">
                          <p:val>
                            <p:strVal val="#ppt_y+.1"/>
                          </p:val>
                        </p:tav>
                        <p:tav tm="100000">
                          <p:val>
                            <p:strVal val="#ppt_y"/>
                          </p:val>
                        </p:tav>
                      </p:tavLst>
                    </p:anim>
                  </p:childTnLst>
                </p:cTn>
              </p:par>
            </p:tnLst>
          </p:tmpl>
        </p:tmplLst>
      </p:bldP>
      <p:bldP spid="7" grpId="0" build="p">
        <p:tmplLst>
          <p:tmpl lvl="1">
            <p:tnLst>
              <p:par>
                <p:cTn presetID="42" presetClass="entr" presetSubtype="0" fill="hold" nodeType="withEffect">
                  <p:stCondLst>
                    <p:cond delay="20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anim calcmode="lin" valueType="num">
                      <p:cBhvr>
                        <p:cTn dur="500" fill="hold"/>
                        <p:tgtEl>
                          <p:spTgt spid="7"/>
                        </p:tgtEl>
                        <p:attrNameLst>
                          <p:attrName>ppt_x</p:attrName>
                        </p:attrNameLst>
                      </p:cBhvr>
                      <p:tavLst>
                        <p:tav tm="0">
                          <p:val>
                            <p:strVal val="#ppt_x"/>
                          </p:val>
                        </p:tav>
                        <p:tav tm="100000">
                          <p:val>
                            <p:strVal val="#ppt_x"/>
                          </p:val>
                        </p:tav>
                      </p:tavLst>
                    </p:anim>
                    <p:anim calcmode="lin" valueType="num">
                      <p:cBhvr>
                        <p:cTn dur="500" fill="hold"/>
                        <p:tgtEl>
                          <p:spTgt spid="7"/>
                        </p:tgtEl>
                        <p:attrNameLst>
                          <p:attrName>ppt_y</p:attrName>
                        </p:attrNameLst>
                      </p:cBhvr>
                      <p:tavLst>
                        <p:tav tm="0">
                          <p:val>
                            <p:strVal val="#ppt_y+.1"/>
                          </p:val>
                        </p:tav>
                        <p:tav tm="100000">
                          <p:val>
                            <p:strVal val="#ppt_y"/>
                          </p:val>
                        </p:tav>
                      </p:tavLst>
                    </p:anim>
                  </p:childTnLst>
                </p:cTn>
              </p:par>
            </p:tnLst>
          </p:tmpl>
        </p:tmplLst>
      </p:bldP>
      <p:bldP spid="33" grpId="0" build="p">
        <p:tmplLst>
          <p:tmpl lvl="1">
            <p:tnLst>
              <p:par>
                <p:cTn presetID="10" presetClass="entr" presetSubtype="0" fill="hold" nodeType="withEffect">
                  <p:stCondLst>
                    <p:cond delay="800"/>
                  </p:stCondLst>
                  <p:childTnLst>
                    <p:set>
                      <p:cBhvr>
                        <p:cTn dur="1" fill="hold">
                          <p:stCondLst>
                            <p:cond delay="0"/>
                          </p:stCondLst>
                        </p:cTn>
                        <p:tgtEl>
                          <p:spTgt spid="33"/>
                        </p:tgtEl>
                        <p:attrNameLst>
                          <p:attrName>style.visibility</p:attrName>
                        </p:attrNameLst>
                      </p:cBhvr>
                      <p:to>
                        <p:strVal val="visible"/>
                      </p:to>
                    </p:set>
                    <p:animEffect transition="in" filter="fade">
                      <p:cBhvr>
                        <p:cTn dur="500"/>
                        <p:tgtEl>
                          <p:spTgt spid="33"/>
                        </p:tgtEl>
                      </p:cBhvr>
                    </p:animEffect>
                  </p:childTnLst>
                </p:cTn>
              </p:par>
            </p:tnLst>
          </p:tmpl>
        </p:tmplLst>
      </p:bldP>
      <p:bldP spid="34" grpId="0" build="p">
        <p:tmplLst>
          <p:tmpl lvl="1">
            <p:tnLst>
              <p:par>
                <p:cTn presetID="42" presetClass="entr" presetSubtype="0" fill="hold" nodeType="withEffect">
                  <p:stCondLst>
                    <p:cond delay="200"/>
                  </p:stCondLst>
                  <p:childTnLst>
                    <p:set>
                      <p:cBhvr>
                        <p:cTn dur="1" fill="hold">
                          <p:stCondLst>
                            <p:cond delay="0"/>
                          </p:stCondLst>
                        </p:cTn>
                        <p:tgtEl>
                          <p:spTgt spid="34"/>
                        </p:tgtEl>
                        <p:attrNameLst>
                          <p:attrName>style.visibility</p:attrName>
                        </p:attrNameLst>
                      </p:cBhvr>
                      <p:to>
                        <p:strVal val="visible"/>
                      </p:to>
                    </p:set>
                    <p:animEffect transition="in" filter="fade">
                      <p:cBhvr>
                        <p:cTn dur="400"/>
                        <p:tgtEl>
                          <p:spTgt spid="34"/>
                        </p:tgtEl>
                      </p:cBhvr>
                    </p:animEffect>
                    <p:anim calcmode="lin" valueType="num">
                      <p:cBhvr>
                        <p:cTn dur="400" fill="hold"/>
                        <p:tgtEl>
                          <p:spTgt spid="34"/>
                        </p:tgtEl>
                        <p:attrNameLst>
                          <p:attrName>ppt_x</p:attrName>
                        </p:attrNameLst>
                      </p:cBhvr>
                      <p:tavLst>
                        <p:tav tm="0">
                          <p:val>
                            <p:strVal val="#ppt_x"/>
                          </p:val>
                        </p:tav>
                        <p:tav tm="100000">
                          <p:val>
                            <p:strVal val="#ppt_x"/>
                          </p:val>
                        </p:tav>
                      </p:tavLst>
                    </p:anim>
                    <p:anim calcmode="lin" valueType="num">
                      <p:cBhvr>
                        <p:cTn dur="400" fill="hold"/>
                        <p:tgtEl>
                          <p:spTgt spid="34"/>
                        </p:tgtEl>
                        <p:attrNameLst>
                          <p:attrName>ppt_y</p:attrName>
                        </p:attrNameLst>
                      </p:cBhvr>
                      <p:tavLst>
                        <p:tav tm="0">
                          <p:val>
                            <p:strVal val="#ppt_y+.1"/>
                          </p:val>
                        </p:tav>
                        <p:tav tm="100000">
                          <p:val>
                            <p:strVal val="#ppt_y"/>
                          </p:val>
                        </p:tav>
                      </p:tavLst>
                    </p:anim>
                  </p:childTnLst>
                </p:cTn>
              </p:par>
            </p:tnLst>
          </p:tmpl>
        </p:tmplLst>
      </p:bldP>
      <p:bldP spid="35" grpId="0" build="p">
        <p:tmplLst>
          <p:tmpl lvl="1">
            <p:tnLst>
              <p:par>
                <p:cTn presetID="42" presetClass="entr" presetSubtype="0" fill="hold" nodeType="withEffect">
                  <p:stCondLst>
                    <p:cond delay="200"/>
                  </p:stCondLst>
                  <p:childTnLst>
                    <p:set>
                      <p:cBhvr>
                        <p:cTn dur="1" fill="hold">
                          <p:stCondLst>
                            <p:cond delay="0"/>
                          </p:stCondLst>
                        </p:cTn>
                        <p:tgtEl>
                          <p:spTgt spid="35"/>
                        </p:tgtEl>
                        <p:attrNameLst>
                          <p:attrName>style.visibility</p:attrName>
                        </p:attrNameLst>
                      </p:cBhvr>
                      <p:to>
                        <p:strVal val="visible"/>
                      </p:to>
                    </p:set>
                    <p:animEffect transition="in" filter="fade">
                      <p:cBhvr>
                        <p:cTn dur="500"/>
                        <p:tgtEl>
                          <p:spTgt spid="35"/>
                        </p:tgtEl>
                      </p:cBhvr>
                    </p:animEffect>
                    <p:anim calcmode="lin" valueType="num">
                      <p:cBhvr>
                        <p:cTn dur="500" fill="hold"/>
                        <p:tgtEl>
                          <p:spTgt spid="35"/>
                        </p:tgtEl>
                        <p:attrNameLst>
                          <p:attrName>ppt_x</p:attrName>
                        </p:attrNameLst>
                      </p:cBhvr>
                      <p:tavLst>
                        <p:tav tm="0">
                          <p:val>
                            <p:strVal val="#ppt_x"/>
                          </p:val>
                        </p:tav>
                        <p:tav tm="100000">
                          <p:val>
                            <p:strVal val="#ppt_x"/>
                          </p:val>
                        </p:tav>
                      </p:tavLst>
                    </p:anim>
                    <p:anim calcmode="lin" valueType="num">
                      <p:cBhvr>
                        <p:cTn dur="500" fill="hold"/>
                        <p:tgtEl>
                          <p:spTgt spid="35"/>
                        </p:tgtEl>
                        <p:attrNameLst>
                          <p:attrName>ppt_y</p:attrName>
                        </p:attrNameLst>
                      </p:cBhvr>
                      <p:tavLst>
                        <p:tav tm="0">
                          <p:val>
                            <p:strVal val="#ppt_y+.1"/>
                          </p:val>
                        </p:tav>
                        <p:tav tm="100000">
                          <p:val>
                            <p:strVal val="#ppt_y"/>
                          </p:val>
                        </p:tav>
                      </p:tavLst>
                    </p:anim>
                  </p:childTnLst>
                </p:cTn>
              </p:par>
            </p:tnLst>
          </p:tmpl>
        </p:tmplLst>
      </p:bldP>
      <p:bldP spid="36" grpId="0" build="p">
        <p:tmplLst>
          <p:tmpl lvl="1">
            <p:tnLst>
              <p:par>
                <p:cTn presetID="10" presetClass="entr" presetSubtype="0" fill="hold" nodeType="withEffect">
                  <p:stCondLst>
                    <p:cond delay="80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7" grpId="0" build="p">
        <p:tmplLst>
          <p:tmpl lvl="1">
            <p:tnLst>
              <p:par>
                <p:cTn presetID="42" presetClass="entr" presetSubtype="0" fill="hold" nodeType="withEffect">
                  <p:stCondLst>
                    <p:cond delay="200"/>
                  </p:stCondLst>
                  <p:childTnLst>
                    <p:set>
                      <p:cBhvr>
                        <p:cTn dur="1" fill="hold">
                          <p:stCondLst>
                            <p:cond delay="0"/>
                          </p:stCondLst>
                        </p:cTn>
                        <p:tgtEl>
                          <p:spTgt spid="37"/>
                        </p:tgtEl>
                        <p:attrNameLst>
                          <p:attrName>style.visibility</p:attrName>
                        </p:attrNameLst>
                      </p:cBhvr>
                      <p:to>
                        <p:strVal val="visible"/>
                      </p:to>
                    </p:set>
                    <p:animEffect transition="in" filter="fade">
                      <p:cBhvr>
                        <p:cTn dur="400"/>
                        <p:tgtEl>
                          <p:spTgt spid="37"/>
                        </p:tgtEl>
                      </p:cBhvr>
                    </p:animEffect>
                    <p:anim calcmode="lin" valueType="num">
                      <p:cBhvr>
                        <p:cTn dur="400" fill="hold"/>
                        <p:tgtEl>
                          <p:spTgt spid="37"/>
                        </p:tgtEl>
                        <p:attrNameLst>
                          <p:attrName>ppt_x</p:attrName>
                        </p:attrNameLst>
                      </p:cBhvr>
                      <p:tavLst>
                        <p:tav tm="0">
                          <p:val>
                            <p:strVal val="#ppt_x"/>
                          </p:val>
                        </p:tav>
                        <p:tav tm="100000">
                          <p:val>
                            <p:strVal val="#ppt_x"/>
                          </p:val>
                        </p:tav>
                      </p:tavLst>
                    </p:anim>
                    <p:anim calcmode="lin" valueType="num">
                      <p:cBhvr>
                        <p:cTn dur="400" fill="hold"/>
                        <p:tgtEl>
                          <p:spTgt spid="37"/>
                        </p:tgtEl>
                        <p:attrNameLst>
                          <p:attrName>ppt_y</p:attrName>
                        </p:attrNameLst>
                      </p:cBhvr>
                      <p:tavLst>
                        <p:tav tm="0">
                          <p:val>
                            <p:strVal val="#ppt_y+.1"/>
                          </p:val>
                        </p:tav>
                        <p:tav tm="100000">
                          <p:val>
                            <p:strVal val="#ppt_y"/>
                          </p:val>
                        </p:tav>
                      </p:tavLst>
                    </p:anim>
                  </p:childTnLst>
                </p:cTn>
              </p:par>
            </p:tnLst>
          </p:tmpl>
        </p:tmplLst>
      </p:bldP>
      <p:bldP spid="38" grpId="0" build="p">
        <p:tmplLst>
          <p:tmpl lvl="1">
            <p:tnLst>
              <p:par>
                <p:cTn presetID="42" presetClass="entr" presetSubtype="0" fill="hold" nodeType="withEffect">
                  <p:stCondLst>
                    <p:cond delay="20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anim calcmode="lin" valueType="num">
                      <p:cBhvr>
                        <p:cTn dur="500" fill="hold"/>
                        <p:tgtEl>
                          <p:spTgt spid="38"/>
                        </p:tgtEl>
                        <p:attrNameLst>
                          <p:attrName>ppt_x</p:attrName>
                        </p:attrNameLst>
                      </p:cBhvr>
                      <p:tavLst>
                        <p:tav tm="0">
                          <p:val>
                            <p:strVal val="#ppt_x"/>
                          </p:val>
                        </p:tav>
                        <p:tav tm="100000">
                          <p:val>
                            <p:strVal val="#ppt_x"/>
                          </p:val>
                        </p:tav>
                      </p:tavLst>
                    </p:anim>
                    <p:anim calcmode="lin" valueType="num">
                      <p:cBhvr>
                        <p:cTn dur="500" fill="hold"/>
                        <p:tgtEl>
                          <p:spTgt spid="38"/>
                        </p:tgtEl>
                        <p:attrNameLst>
                          <p:attrName>ppt_y</p:attrName>
                        </p:attrNameLst>
                      </p:cBhvr>
                      <p:tavLst>
                        <p:tav tm="0">
                          <p:val>
                            <p:strVal val="#ppt_y+.1"/>
                          </p:val>
                        </p:tav>
                        <p:tav tm="100000">
                          <p:val>
                            <p:strVal val="#ppt_y"/>
                          </p:val>
                        </p:tav>
                      </p:tavLst>
                    </p:anim>
                  </p:childTnLst>
                </p:cTn>
              </p:par>
            </p:tnLst>
          </p:tmpl>
        </p:tmplLst>
      </p:bldP>
      <p:bldP spid="39" grpId="0" build="p">
        <p:tmplLst>
          <p:tmpl lvl="1">
            <p:tnLst>
              <p:par>
                <p:cTn presetID="10" presetClass="entr" presetSubtype="0" fill="hold" nodeType="withEffect">
                  <p:stCondLst>
                    <p:cond delay="800"/>
                  </p:st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0" grpId="0" build="p">
        <p:tmplLst>
          <p:tmpl lvl="1">
            <p:tnLst>
              <p:par>
                <p:cTn presetID="42" presetClass="entr" presetSubtype="0" fill="hold" nodeType="withEffect">
                  <p:stCondLst>
                    <p:cond delay="200"/>
                  </p:stCondLst>
                  <p:childTnLst>
                    <p:set>
                      <p:cBhvr>
                        <p:cTn dur="1" fill="hold">
                          <p:stCondLst>
                            <p:cond delay="0"/>
                          </p:stCondLst>
                        </p:cTn>
                        <p:tgtEl>
                          <p:spTgt spid="40"/>
                        </p:tgtEl>
                        <p:attrNameLst>
                          <p:attrName>style.visibility</p:attrName>
                        </p:attrNameLst>
                      </p:cBhvr>
                      <p:to>
                        <p:strVal val="visible"/>
                      </p:to>
                    </p:set>
                    <p:animEffect transition="in" filter="fade">
                      <p:cBhvr>
                        <p:cTn dur="400"/>
                        <p:tgtEl>
                          <p:spTgt spid="40"/>
                        </p:tgtEl>
                      </p:cBhvr>
                    </p:animEffect>
                    <p:anim calcmode="lin" valueType="num">
                      <p:cBhvr>
                        <p:cTn dur="400" fill="hold"/>
                        <p:tgtEl>
                          <p:spTgt spid="40"/>
                        </p:tgtEl>
                        <p:attrNameLst>
                          <p:attrName>ppt_x</p:attrName>
                        </p:attrNameLst>
                      </p:cBhvr>
                      <p:tavLst>
                        <p:tav tm="0">
                          <p:val>
                            <p:strVal val="#ppt_x"/>
                          </p:val>
                        </p:tav>
                        <p:tav tm="100000">
                          <p:val>
                            <p:strVal val="#ppt_x"/>
                          </p:val>
                        </p:tav>
                      </p:tavLst>
                    </p:anim>
                    <p:anim calcmode="lin" valueType="num">
                      <p:cBhvr>
                        <p:cTn dur="400" fill="hold"/>
                        <p:tgtEl>
                          <p:spTgt spid="40"/>
                        </p:tgtEl>
                        <p:attrNameLst>
                          <p:attrName>ppt_y</p:attrName>
                        </p:attrNameLst>
                      </p:cBhvr>
                      <p:tavLst>
                        <p:tav tm="0">
                          <p:val>
                            <p:strVal val="#ppt_y+.1"/>
                          </p:val>
                        </p:tav>
                        <p:tav tm="100000">
                          <p:val>
                            <p:strVal val="#ppt_y"/>
                          </p:val>
                        </p:tav>
                      </p:tavLst>
                    </p:anim>
                  </p:childTnLst>
                </p:cTn>
              </p:par>
            </p:tnLst>
          </p:tmpl>
        </p:tmplLst>
      </p:bldP>
      <p:bldP spid="41" grpId="0" build="p">
        <p:tmplLst>
          <p:tmpl lvl="1">
            <p:tnLst>
              <p:par>
                <p:cTn presetID="42" presetClass="entr" presetSubtype="0" fill="hold" nodeType="withEffect">
                  <p:stCondLst>
                    <p:cond delay="20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anim calcmode="lin" valueType="num">
                      <p:cBhvr>
                        <p:cTn dur="500" fill="hold"/>
                        <p:tgtEl>
                          <p:spTgt spid="41"/>
                        </p:tgtEl>
                        <p:attrNameLst>
                          <p:attrName>ppt_x</p:attrName>
                        </p:attrNameLst>
                      </p:cBhvr>
                      <p:tavLst>
                        <p:tav tm="0">
                          <p:val>
                            <p:strVal val="#ppt_x"/>
                          </p:val>
                        </p:tav>
                        <p:tav tm="100000">
                          <p:val>
                            <p:strVal val="#ppt_x"/>
                          </p:val>
                        </p:tav>
                      </p:tavLst>
                    </p:anim>
                    <p:anim calcmode="lin" valueType="num">
                      <p:cBhvr>
                        <p:cTn dur="500" fill="hold"/>
                        <p:tgtEl>
                          <p:spTgt spid="41"/>
                        </p:tgtEl>
                        <p:attrNameLst>
                          <p:attrName>ppt_y</p:attrName>
                        </p:attrNameLst>
                      </p:cBhvr>
                      <p:tavLst>
                        <p:tav tm="0">
                          <p:val>
                            <p:strVal val="#ppt_y+.1"/>
                          </p:val>
                        </p:tav>
                        <p:tav tm="100000">
                          <p:val>
                            <p:strVal val="#ppt_y"/>
                          </p:val>
                        </p:tav>
                      </p:tavLst>
                    </p:anim>
                  </p:childTnLst>
                </p:cTn>
              </p:par>
            </p:tnLst>
          </p:tmpl>
        </p:tmplLst>
      </p:bldP>
      <p:bldP spid="42" grpId="0" build="p">
        <p:tmplLst>
          <p:tmpl lvl="1">
            <p:tnLst>
              <p:par>
                <p:cTn presetID="10" presetClass="entr" presetSubtype="0" fill="hold" nodeType="withEffect">
                  <p:stCondLst>
                    <p:cond delay="80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3" grpId="0" build="p">
        <p:tmplLst>
          <p:tmpl lvl="1">
            <p:tnLst>
              <p:par>
                <p:cTn presetID="42" presetClass="entr" presetSubtype="0" fill="hold" nodeType="withEffect">
                  <p:stCondLst>
                    <p:cond delay="200"/>
                  </p:stCondLst>
                  <p:childTnLst>
                    <p:set>
                      <p:cBhvr>
                        <p:cTn dur="1" fill="hold">
                          <p:stCondLst>
                            <p:cond delay="0"/>
                          </p:stCondLst>
                        </p:cTn>
                        <p:tgtEl>
                          <p:spTgt spid="43"/>
                        </p:tgtEl>
                        <p:attrNameLst>
                          <p:attrName>style.visibility</p:attrName>
                        </p:attrNameLst>
                      </p:cBhvr>
                      <p:to>
                        <p:strVal val="visible"/>
                      </p:to>
                    </p:set>
                    <p:animEffect transition="in" filter="fade">
                      <p:cBhvr>
                        <p:cTn dur="400"/>
                        <p:tgtEl>
                          <p:spTgt spid="43"/>
                        </p:tgtEl>
                      </p:cBhvr>
                    </p:animEffect>
                    <p:anim calcmode="lin" valueType="num">
                      <p:cBhvr>
                        <p:cTn dur="400" fill="hold"/>
                        <p:tgtEl>
                          <p:spTgt spid="43"/>
                        </p:tgtEl>
                        <p:attrNameLst>
                          <p:attrName>ppt_x</p:attrName>
                        </p:attrNameLst>
                      </p:cBhvr>
                      <p:tavLst>
                        <p:tav tm="0">
                          <p:val>
                            <p:strVal val="#ppt_x"/>
                          </p:val>
                        </p:tav>
                        <p:tav tm="100000">
                          <p:val>
                            <p:strVal val="#ppt_x"/>
                          </p:val>
                        </p:tav>
                      </p:tavLst>
                    </p:anim>
                    <p:anim calcmode="lin" valueType="num">
                      <p:cBhvr>
                        <p:cTn dur="400" fill="hold"/>
                        <p:tgtEl>
                          <p:spTgt spid="4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Tubes diagram">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18" name="Freeform 17"/>
          <p:cNvSpPr/>
          <p:nvPr userDrawn="1"/>
        </p:nvSpPr>
        <p:spPr>
          <a:xfrm>
            <a:off x="1200330" y="1497810"/>
            <a:ext cx="944663" cy="3280321"/>
          </a:xfrm>
          <a:custGeom>
            <a:avLst/>
            <a:gdLst>
              <a:gd name="connsiteX0" fmla="*/ 399901 w 799798"/>
              <a:gd name="connsiteY0" fmla="*/ 0 h 3085873"/>
              <a:gd name="connsiteX1" fmla="*/ 618803 w 799798"/>
              <a:gd name="connsiteY1" fmla="*/ 218902 h 3085873"/>
              <a:gd name="connsiteX2" fmla="*/ 618803 w 799798"/>
              <a:gd name="connsiteY2" fmla="*/ 2351830 h 3085873"/>
              <a:gd name="connsiteX3" fmla="*/ 623486 w 799798"/>
              <a:gd name="connsiteY3" fmla="*/ 2354372 h 3085873"/>
              <a:gd name="connsiteX4" fmla="*/ 799798 w 799798"/>
              <a:gd name="connsiteY4" fmla="*/ 2685974 h 3085873"/>
              <a:gd name="connsiteX5" fmla="*/ 399899 w 799798"/>
              <a:gd name="connsiteY5" fmla="*/ 3085873 h 3085873"/>
              <a:gd name="connsiteX6" fmla="*/ 0 w 799798"/>
              <a:gd name="connsiteY6" fmla="*/ 2685974 h 3085873"/>
              <a:gd name="connsiteX7" fmla="*/ 176312 w 799798"/>
              <a:gd name="connsiteY7" fmla="*/ 2354372 h 3085873"/>
              <a:gd name="connsiteX8" fmla="*/ 180999 w 799798"/>
              <a:gd name="connsiteY8" fmla="*/ 2351828 h 3085873"/>
              <a:gd name="connsiteX9" fmla="*/ 180999 w 799798"/>
              <a:gd name="connsiteY9" fmla="*/ 218902 h 3085873"/>
              <a:gd name="connsiteX10" fmla="*/ 399901 w 799798"/>
              <a:gd name="connsiteY10" fmla="*/ 0 h 308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9798" h="3085873">
                <a:moveTo>
                  <a:pt x="399901" y="0"/>
                </a:moveTo>
                <a:cubicBezTo>
                  <a:pt x="520797" y="0"/>
                  <a:pt x="618803" y="98006"/>
                  <a:pt x="618803" y="218902"/>
                </a:cubicBezTo>
                <a:lnTo>
                  <a:pt x="618803" y="2351830"/>
                </a:lnTo>
                <a:lnTo>
                  <a:pt x="623486" y="2354372"/>
                </a:lnTo>
                <a:cubicBezTo>
                  <a:pt x="729860" y="2426237"/>
                  <a:pt x="799798" y="2547938"/>
                  <a:pt x="799798" y="2685974"/>
                </a:cubicBezTo>
                <a:cubicBezTo>
                  <a:pt x="799798" y="2906832"/>
                  <a:pt x="620757" y="3085873"/>
                  <a:pt x="399899" y="3085873"/>
                </a:cubicBezTo>
                <a:cubicBezTo>
                  <a:pt x="179041" y="3085873"/>
                  <a:pt x="0" y="2906832"/>
                  <a:pt x="0" y="2685974"/>
                </a:cubicBezTo>
                <a:cubicBezTo>
                  <a:pt x="0" y="2547938"/>
                  <a:pt x="69938" y="2426237"/>
                  <a:pt x="176312" y="2354372"/>
                </a:cubicBezTo>
                <a:lnTo>
                  <a:pt x="180999" y="2351828"/>
                </a:lnTo>
                <a:lnTo>
                  <a:pt x="180999" y="218902"/>
                </a:lnTo>
                <a:cubicBezTo>
                  <a:pt x="180999" y="98006"/>
                  <a:pt x="279005" y="0"/>
                  <a:pt x="399901" y="0"/>
                </a:cubicBezTo>
                <a:close/>
              </a:path>
            </a:pathLst>
          </a:custGeom>
          <a:noFill/>
          <a:ln w="57150" cmpd="sng">
            <a:solidFill>
              <a:schemeClr val="accent1">
                <a:lumMod val="75000"/>
              </a:schemeClr>
            </a:solid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defTabSz="486044" fontAlgn="auto">
              <a:spcBef>
                <a:spcPts val="0"/>
              </a:spcBef>
              <a:spcAft>
                <a:spcPts val="0"/>
              </a:spcAft>
            </a:pPr>
            <a:endParaRPr lang="en-US" sz="1920">
              <a:solidFill>
                <a:prstClr val="white"/>
              </a:solidFill>
              <a:latin typeface="Helvetica Light"/>
              <a:cs typeface="Helvetica Light"/>
            </a:endParaRPr>
          </a:p>
        </p:txBody>
      </p:sp>
      <p:sp>
        <p:nvSpPr>
          <p:cNvPr id="20" name="Oval 19"/>
          <p:cNvSpPr>
            <a:spLocks noChangeAspect="1"/>
          </p:cNvSpPr>
          <p:nvPr/>
        </p:nvSpPr>
        <p:spPr>
          <a:xfrm>
            <a:off x="1313705" y="4034711"/>
            <a:ext cx="720000" cy="648000"/>
          </a:xfrm>
          <a:prstGeom prst="ellipse">
            <a:avLst/>
          </a:prstGeom>
          <a:solidFill>
            <a:schemeClr val="accent1"/>
          </a:solidFill>
          <a:ln w="76200"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latin typeface="Helvetica Light"/>
              <a:cs typeface="Helvetica Light"/>
            </a:endParaRPr>
          </a:p>
        </p:txBody>
      </p:sp>
      <p:sp>
        <p:nvSpPr>
          <p:cNvPr id="31" name="Text Placeholder 7"/>
          <p:cNvSpPr>
            <a:spLocks noGrp="1"/>
          </p:cNvSpPr>
          <p:nvPr>
            <p:ph type="body" sz="quarter" idx="39" hasCustomPrompt="1"/>
          </p:nvPr>
        </p:nvSpPr>
        <p:spPr>
          <a:xfrm>
            <a:off x="1340478" y="4008193"/>
            <a:ext cx="704141" cy="674519"/>
          </a:xfrm>
          <a:prstGeom prst="rect">
            <a:avLst/>
          </a:prstGeom>
        </p:spPr>
        <p:txBody>
          <a:bodyPr vert="horz" lIns="0" tIns="103884" rIns="0" bIns="103884" anchor="ctr"/>
          <a:lstStyle>
            <a:lvl1pPr marL="0" indent="0" algn="ctr">
              <a:lnSpc>
                <a:spcPct val="100000"/>
              </a:lnSpc>
              <a:spcBef>
                <a:spcPts val="0"/>
              </a:spcBef>
              <a:buNone/>
              <a:defRPr sz="2160" b="1">
                <a:solidFill>
                  <a:schemeClr val="bg1"/>
                </a:solidFill>
                <a:latin typeface="FontAwesome"/>
                <a:cs typeface="FontAwesome"/>
              </a:defRPr>
            </a:lvl1pPr>
          </a:lstStyle>
          <a:p>
            <a:pPr lvl="0"/>
            <a:r>
              <a:rPr lang="es-ES_tradnl" dirty="0" err="1" smtClean="0"/>
              <a:t>icon</a:t>
            </a:r>
            <a:endParaRPr lang="es-ES_tradnl" dirty="0" smtClean="0"/>
          </a:p>
        </p:txBody>
      </p:sp>
      <p:sp>
        <p:nvSpPr>
          <p:cNvPr id="64" name="Text Placeholder 2"/>
          <p:cNvSpPr>
            <a:spLocks noGrp="1"/>
          </p:cNvSpPr>
          <p:nvPr>
            <p:ph type="body" sz="quarter" idx="64" hasCustomPrompt="1"/>
          </p:nvPr>
        </p:nvSpPr>
        <p:spPr>
          <a:xfrm>
            <a:off x="475548" y="5666096"/>
            <a:ext cx="2347384" cy="551825"/>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65" name="Text Placeholder 7"/>
          <p:cNvSpPr>
            <a:spLocks noGrp="1"/>
          </p:cNvSpPr>
          <p:nvPr>
            <p:ph type="body" sz="quarter" idx="18" hasCustomPrompt="1"/>
          </p:nvPr>
        </p:nvSpPr>
        <p:spPr>
          <a:xfrm>
            <a:off x="475548" y="5028008"/>
            <a:ext cx="2347384" cy="3453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50000"/>
                    <a:lumOff val="50000"/>
                  </a:schemeClr>
                </a:solidFill>
                <a:latin typeface="Lato Light"/>
                <a:cs typeface="Lato Light"/>
              </a:defRPr>
            </a:lvl1pPr>
          </a:lstStyle>
          <a:p>
            <a:pPr lvl="0"/>
            <a:r>
              <a:rPr lang="es-ES_tradnl" dirty="0" smtClean="0"/>
              <a:t>RESULT 1</a:t>
            </a:r>
          </a:p>
        </p:txBody>
      </p:sp>
      <p:sp>
        <p:nvSpPr>
          <p:cNvPr id="66" name="Text Placeholder 7"/>
          <p:cNvSpPr>
            <a:spLocks noGrp="1"/>
          </p:cNvSpPr>
          <p:nvPr>
            <p:ph type="body" sz="quarter" idx="65" hasCustomPrompt="1"/>
          </p:nvPr>
        </p:nvSpPr>
        <p:spPr>
          <a:xfrm>
            <a:off x="475548" y="5419278"/>
            <a:ext cx="2347384"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76" name="Freeform 75"/>
          <p:cNvSpPr/>
          <p:nvPr userDrawn="1"/>
        </p:nvSpPr>
        <p:spPr>
          <a:xfrm>
            <a:off x="4045130" y="1497810"/>
            <a:ext cx="944663" cy="3280321"/>
          </a:xfrm>
          <a:custGeom>
            <a:avLst/>
            <a:gdLst>
              <a:gd name="connsiteX0" fmla="*/ 399901 w 799798"/>
              <a:gd name="connsiteY0" fmla="*/ 0 h 3085873"/>
              <a:gd name="connsiteX1" fmla="*/ 618803 w 799798"/>
              <a:gd name="connsiteY1" fmla="*/ 218902 h 3085873"/>
              <a:gd name="connsiteX2" fmla="*/ 618803 w 799798"/>
              <a:gd name="connsiteY2" fmla="*/ 2351830 h 3085873"/>
              <a:gd name="connsiteX3" fmla="*/ 623486 w 799798"/>
              <a:gd name="connsiteY3" fmla="*/ 2354372 h 3085873"/>
              <a:gd name="connsiteX4" fmla="*/ 799798 w 799798"/>
              <a:gd name="connsiteY4" fmla="*/ 2685974 h 3085873"/>
              <a:gd name="connsiteX5" fmla="*/ 399899 w 799798"/>
              <a:gd name="connsiteY5" fmla="*/ 3085873 h 3085873"/>
              <a:gd name="connsiteX6" fmla="*/ 0 w 799798"/>
              <a:gd name="connsiteY6" fmla="*/ 2685974 h 3085873"/>
              <a:gd name="connsiteX7" fmla="*/ 176312 w 799798"/>
              <a:gd name="connsiteY7" fmla="*/ 2354372 h 3085873"/>
              <a:gd name="connsiteX8" fmla="*/ 180999 w 799798"/>
              <a:gd name="connsiteY8" fmla="*/ 2351828 h 3085873"/>
              <a:gd name="connsiteX9" fmla="*/ 180999 w 799798"/>
              <a:gd name="connsiteY9" fmla="*/ 218902 h 3085873"/>
              <a:gd name="connsiteX10" fmla="*/ 399901 w 799798"/>
              <a:gd name="connsiteY10" fmla="*/ 0 h 308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9798" h="3085873">
                <a:moveTo>
                  <a:pt x="399901" y="0"/>
                </a:moveTo>
                <a:cubicBezTo>
                  <a:pt x="520797" y="0"/>
                  <a:pt x="618803" y="98006"/>
                  <a:pt x="618803" y="218902"/>
                </a:cubicBezTo>
                <a:lnTo>
                  <a:pt x="618803" y="2351830"/>
                </a:lnTo>
                <a:lnTo>
                  <a:pt x="623486" y="2354372"/>
                </a:lnTo>
                <a:cubicBezTo>
                  <a:pt x="729860" y="2426237"/>
                  <a:pt x="799798" y="2547938"/>
                  <a:pt x="799798" y="2685974"/>
                </a:cubicBezTo>
                <a:cubicBezTo>
                  <a:pt x="799798" y="2906832"/>
                  <a:pt x="620757" y="3085873"/>
                  <a:pt x="399899" y="3085873"/>
                </a:cubicBezTo>
                <a:cubicBezTo>
                  <a:pt x="179041" y="3085873"/>
                  <a:pt x="0" y="2906832"/>
                  <a:pt x="0" y="2685974"/>
                </a:cubicBezTo>
                <a:cubicBezTo>
                  <a:pt x="0" y="2547938"/>
                  <a:pt x="69938" y="2426237"/>
                  <a:pt x="176312" y="2354372"/>
                </a:cubicBezTo>
                <a:lnTo>
                  <a:pt x="180999" y="2351828"/>
                </a:lnTo>
                <a:lnTo>
                  <a:pt x="180999" y="218902"/>
                </a:lnTo>
                <a:cubicBezTo>
                  <a:pt x="180999" y="98006"/>
                  <a:pt x="279005" y="0"/>
                  <a:pt x="399901" y="0"/>
                </a:cubicBezTo>
                <a:close/>
              </a:path>
            </a:pathLst>
          </a:custGeom>
          <a:noFill/>
          <a:ln w="57150"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defTabSz="486044" fontAlgn="auto">
              <a:spcBef>
                <a:spcPts val="0"/>
              </a:spcBef>
              <a:spcAft>
                <a:spcPts val="0"/>
              </a:spcAft>
            </a:pPr>
            <a:endParaRPr lang="en-US" sz="1920">
              <a:solidFill>
                <a:prstClr val="white"/>
              </a:solidFill>
              <a:latin typeface="Helvetica Light"/>
              <a:cs typeface="Helvetica Light"/>
            </a:endParaRPr>
          </a:p>
        </p:txBody>
      </p:sp>
      <p:sp>
        <p:nvSpPr>
          <p:cNvPr id="77" name="Oval 76"/>
          <p:cNvSpPr>
            <a:spLocks noChangeAspect="1"/>
          </p:cNvSpPr>
          <p:nvPr userDrawn="1"/>
        </p:nvSpPr>
        <p:spPr>
          <a:xfrm>
            <a:off x="4158505" y="4034711"/>
            <a:ext cx="720000" cy="648000"/>
          </a:xfrm>
          <a:prstGeom prst="ellipse">
            <a:avLst/>
          </a:prstGeom>
          <a:solidFill>
            <a:schemeClr val="accent2"/>
          </a:solidFill>
          <a:ln w="76200"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latin typeface="Helvetica Light"/>
              <a:cs typeface="Helvetica Light"/>
            </a:endParaRPr>
          </a:p>
        </p:txBody>
      </p:sp>
      <p:sp>
        <p:nvSpPr>
          <p:cNvPr id="82" name="Text Placeholder 7"/>
          <p:cNvSpPr>
            <a:spLocks noGrp="1"/>
          </p:cNvSpPr>
          <p:nvPr>
            <p:ph type="body" sz="quarter" idx="75" hasCustomPrompt="1"/>
          </p:nvPr>
        </p:nvSpPr>
        <p:spPr>
          <a:xfrm>
            <a:off x="4174364" y="4008193"/>
            <a:ext cx="704141" cy="674519"/>
          </a:xfrm>
          <a:prstGeom prst="rect">
            <a:avLst/>
          </a:prstGeom>
        </p:spPr>
        <p:txBody>
          <a:bodyPr vert="horz" lIns="0" tIns="103884" rIns="0" bIns="103884" anchor="ctr"/>
          <a:lstStyle>
            <a:lvl1pPr marL="0" indent="0" algn="ctr">
              <a:lnSpc>
                <a:spcPct val="100000"/>
              </a:lnSpc>
              <a:spcBef>
                <a:spcPts val="0"/>
              </a:spcBef>
              <a:buNone/>
              <a:defRPr sz="2160" b="1">
                <a:solidFill>
                  <a:schemeClr val="bg1"/>
                </a:solidFill>
                <a:latin typeface="FontAwesome"/>
                <a:cs typeface="FontAwesome"/>
              </a:defRPr>
            </a:lvl1pPr>
          </a:lstStyle>
          <a:p>
            <a:pPr lvl="0"/>
            <a:r>
              <a:rPr lang="es-ES_tradnl" dirty="0" err="1" smtClean="0"/>
              <a:t>icon</a:t>
            </a:r>
            <a:endParaRPr lang="es-ES_tradnl" dirty="0" smtClean="0"/>
          </a:p>
        </p:txBody>
      </p:sp>
      <p:sp>
        <p:nvSpPr>
          <p:cNvPr id="85" name="Text Placeholder 2"/>
          <p:cNvSpPr>
            <a:spLocks noGrp="1"/>
          </p:cNvSpPr>
          <p:nvPr>
            <p:ph type="body" sz="quarter" idx="66" hasCustomPrompt="1"/>
          </p:nvPr>
        </p:nvSpPr>
        <p:spPr>
          <a:xfrm>
            <a:off x="3342921" y="5666096"/>
            <a:ext cx="2347384" cy="551825"/>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86" name="Text Placeholder 7"/>
          <p:cNvSpPr>
            <a:spLocks noGrp="1"/>
          </p:cNvSpPr>
          <p:nvPr>
            <p:ph type="body" sz="quarter" idx="67" hasCustomPrompt="1"/>
          </p:nvPr>
        </p:nvSpPr>
        <p:spPr>
          <a:xfrm>
            <a:off x="3342921" y="5028008"/>
            <a:ext cx="2347384" cy="3453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50000"/>
                    <a:lumOff val="50000"/>
                  </a:schemeClr>
                </a:solidFill>
                <a:latin typeface="Lato Light"/>
                <a:cs typeface="Lato Light"/>
              </a:defRPr>
            </a:lvl1pPr>
          </a:lstStyle>
          <a:p>
            <a:pPr lvl="0"/>
            <a:r>
              <a:rPr lang="es-ES_tradnl" dirty="0" smtClean="0"/>
              <a:t>RESULT 1</a:t>
            </a:r>
          </a:p>
        </p:txBody>
      </p:sp>
      <p:sp>
        <p:nvSpPr>
          <p:cNvPr id="87" name="Text Placeholder 7"/>
          <p:cNvSpPr>
            <a:spLocks noGrp="1"/>
          </p:cNvSpPr>
          <p:nvPr>
            <p:ph type="body" sz="quarter" idx="68" hasCustomPrompt="1"/>
          </p:nvPr>
        </p:nvSpPr>
        <p:spPr>
          <a:xfrm>
            <a:off x="3342921" y="5419278"/>
            <a:ext cx="2347384"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94" name="Freeform 93"/>
          <p:cNvSpPr/>
          <p:nvPr userDrawn="1"/>
        </p:nvSpPr>
        <p:spPr>
          <a:xfrm>
            <a:off x="6957663" y="1497810"/>
            <a:ext cx="944663" cy="3280321"/>
          </a:xfrm>
          <a:custGeom>
            <a:avLst/>
            <a:gdLst>
              <a:gd name="connsiteX0" fmla="*/ 399901 w 799798"/>
              <a:gd name="connsiteY0" fmla="*/ 0 h 3085873"/>
              <a:gd name="connsiteX1" fmla="*/ 618803 w 799798"/>
              <a:gd name="connsiteY1" fmla="*/ 218902 h 3085873"/>
              <a:gd name="connsiteX2" fmla="*/ 618803 w 799798"/>
              <a:gd name="connsiteY2" fmla="*/ 2351830 h 3085873"/>
              <a:gd name="connsiteX3" fmla="*/ 623486 w 799798"/>
              <a:gd name="connsiteY3" fmla="*/ 2354372 h 3085873"/>
              <a:gd name="connsiteX4" fmla="*/ 799798 w 799798"/>
              <a:gd name="connsiteY4" fmla="*/ 2685974 h 3085873"/>
              <a:gd name="connsiteX5" fmla="*/ 399899 w 799798"/>
              <a:gd name="connsiteY5" fmla="*/ 3085873 h 3085873"/>
              <a:gd name="connsiteX6" fmla="*/ 0 w 799798"/>
              <a:gd name="connsiteY6" fmla="*/ 2685974 h 3085873"/>
              <a:gd name="connsiteX7" fmla="*/ 176312 w 799798"/>
              <a:gd name="connsiteY7" fmla="*/ 2354372 h 3085873"/>
              <a:gd name="connsiteX8" fmla="*/ 180999 w 799798"/>
              <a:gd name="connsiteY8" fmla="*/ 2351828 h 3085873"/>
              <a:gd name="connsiteX9" fmla="*/ 180999 w 799798"/>
              <a:gd name="connsiteY9" fmla="*/ 218902 h 3085873"/>
              <a:gd name="connsiteX10" fmla="*/ 399901 w 799798"/>
              <a:gd name="connsiteY10" fmla="*/ 0 h 308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9798" h="3085873">
                <a:moveTo>
                  <a:pt x="399901" y="0"/>
                </a:moveTo>
                <a:cubicBezTo>
                  <a:pt x="520797" y="0"/>
                  <a:pt x="618803" y="98006"/>
                  <a:pt x="618803" y="218902"/>
                </a:cubicBezTo>
                <a:lnTo>
                  <a:pt x="618803" y="2351830"/>
                </a:lnTo>
                <a:lnTo>
                  <a:pt x="623486" y="2354372"/>
                </a:lnTo>
                <a:cubicBezTo>
                  <a:pt x="729860" y="2426237"/>
                  <a:pt x="799798" y="2547938"/>
                  <a:pt x="799798" y="2685974"/>
                </a:cubicBezTo>
                <a:cubicBezTo>
                  <a:pt x="799798" y="2906832"/>
                  <a:pt x="620757" y="3085873"/>
                  <a:pt x="399899" y="3085873"/>
                </a:cubicBezTo>
                <a:cubicBezTo>
                  <a:pt x="179041" y="3085873"/>
                  <a:pt x="0" y="2906832"/>
                  <a:pt x="0" y="2685974"/>
                </a:cubicBezTo>
                <a:cubicBezTo>
                  <a:pt x="0" y="2547938"/>
                  <a:pt x="69938" y="2426237"/>
                  <a:pt x="176312" y="2354372"/>
                </a:cubicBezTo>
                <a:lnTo>
                  <a:pt x="180999" y="2351828"/>
                </a:lnTo>
                <a:lnTo>
                  <a:pt x="180999" y="218902"/>
                </a:lnTo>
                <a:cubicBezTo>
                  <a:pt x="180999" y="98006"/>
                  <a:pt x="279005" y="0"/>
                  <a:pt x="399901" y="0"/>
                </a:cubicBezTo>
                <a:close/>
              </a:path>
            </a:pathLst>
          </a:custGeom>
          <a:noFill/>
          <a:ln w="5715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defTabSz="486044" fontAlgn="auto">
              <a:spcBef>
                <a:spcPts val="0"/>
              </a:spcBef>
              <a:spcAft>
                <a:spcPts val="0"/>
              </a:spcAft>
            </a:pPr>
            <a:endParaRPr lang="en-US" sz="1920">
              <a:solidFill>
                <a:prstClr val="white"/>
              </a:solidFill>
              <a:latin typeface="Helvetica Light"/>
              <a:cs typeface="Helvetica Light"/>
            </a:endParaRPr>
          </a:p>
        </p:txBody>
      </p:sp>
      <p:sp>
        <p:nvSpPr>
          <p:cNvPr id="95" name="Oval 94"/>
          <p:cNvSpPr>
            <a:spLocks noChangeAspect="1"/>
          </p:cNvSpPr>
          <p:nvPr userDrawn="1"/>
        </p:nvSpPr>
        <p:spPr>
          <a:xfrm>
            <a:off x="7071039" y="4034711"/>
            <a:ext cx="720000" cy="648000"/>
          </a:xfrm>
          <a:prstGeom prst="ellipse">
            <a:avLst/>
          </a:prstGeom>
          <a:solidFill>
            <a:schemeClr val="accent3"/>
          </a:solidFill>
          <a:ln w="76200"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latin typeface="Helvetica Light"/>
              <a:cs typeface="Helvetica Light"/>
            </a:endParaRPr>
          </a:p>
        </p:txBody>
      </p:sp>
      <p:sp>
        <p:nvSpPr>
          <p:cNvPr id="98" name="Text Placeholder 7"/>
          <p:cNvSpPr>
            <a:spLocks noGrp="1"/>
          </p:cNvSpPr>
          <p:nvPr>
            <p:ph type="body" sz="quarter" idx="76" hasCustomPrompt="1"/>
          </p:nvPr>
        </p:nvSpPr>
        <p:spPr>
          <a:xfrm>
            <a:off x="7086898" y="4008193"/>
            <a:ext cx="704141" cy="674519"/>
          </a:xfrm>
          <a:prstGeom prst="rect">
            <a:avLst/>
          </a:prstGeom>
        </p:spPr>
        <p:txBody>
          <a:bodyPr vert="horz" lIns="0" tIns="103884" rIns="0" bIns="103884" anchor="ctr"/>
          <a:lstStyle>
            <a:lvl1pPr marL="0" indent="0" algn="ctr">
              <a:lnSpc>
                <a:spcPct val="100000"/>
              </a:lnSpc>
              <a:spcBef>
                <a:spcPts val="0"/>
              </a:spcBef>
              <a:buNone/>
              <a:defRPr sz="2160" b="1">
                <a:solidFill>
                  <a:schemeClr val="bg1"/>
                </a:solidFill>
                <a:latin typeface="FontAwesome"/>
                <a:cs typeface="FontAwesome"/>
              </a:defRPr>
            </a:lvl1pPr>
          </a:lstStyle>
          <a:p>
            <a:pPr lvl="0"/>
            <a:r>
              <a:rPr lang="es-ES_tradnl" dirty="0" err="1" smtClean="0"/>
              <a:t>icon</a:t>
            </a:r>
            <a:endParaRPr lang="es-ES_tradnl" dirty="0" smtClean="0"/>
          </a:p>
        </p:txBody>
      </p:sp>
      <p:sp>
        <p:nvSpPr>
          <p:cNvPr id="100" name="Text Placeholder 2"/>
          <p:cNvSpPr>
            <a:spLocks noGrp="1"/>
          </p:cNvSpPr>
          <p:nvPr>
            <p:ph type="body" sz="quarter" idx="69" hasCustomPrompt="1"/>
          </p:nvPr>
        </p:nvSpPr>
        <p:spPr>
          <a:xfrm>
            <a:off x="6311893" y="5666096"/>
            <a:ext cx="2347384" cy="551825"/>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101" name="Text Placeholder 7"/>
          <p:cNvSpPr>
            <a:spLocks noGrp="1"/>
          </p:cNvSpPr>
          <p:nvPr>
            <p:ph type="body" sz="quarter" idx="70" hasCustomPrompt="1"/>
          </p:nvPr>
        </p:nvSpPr>
        <p:spPr>
          <a:xfrm>
            <a:off x="6311893" y="5028008"/>
            <a:ext cx="2347384" cy="3453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50000"/>
                    <a:lumOff val="50000"/>
                  </a:schemeClr>
                </a:solidFill>
                <a:latin typeface="Lato Light"/>
                <a:cs typeface="Lato Light"/>
              </a:defRPr>
            </a:lvl1pPr>
          </a:lstStyle>
          <a:p>
            <a:pPr lvl="0"/>
            <a:r>
              <a:rPr lang="es-ES_tradnl" dirty="0" smtClean="0"/>
              <a:t>RESULT 1</a:t>
            </a:r>
          </a:p>
        </p:txBody>
      </p:sp>
      <p:sp>
        <p:nvSpPr>
          <p:cNvPr id="102" name="Text Placeholder 7"/>
          <p:cNvSpPr>
            <a:spLocks noGrp="1"/>
          </p:cNvSpPr>
          <p:nvPr>
            <p:ph type="body" sz="quarter" idx="71" hasCustomPrompt="1"/>
          </p:nvPr>
        </p:nvSpPr>
        <p:spPr>
          <a:xfrm>
            <a:off x="6311893" y="5419278"/>
            <a:ext cx="2347384"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106" name="Freeform 105"/>
          <p:cNvSpPr/>
          <p:nvPr userDrawn="1"/>
        </p:nvSpPr>
        <p:spPr>
          <a:xfrm>
            <a:off x="9853263" y="1497810"/>
            <a:ext cx="944663" cy="3280321"/>
          </a:xfrm>
          <a:custGeom>
            <a:avLst/>
            <a:gdLst>
              <a:gd name="connsiteX0" fmla="*/ 399901 w 799798"/>
              <a:gd name="connsiteY0" fmla="*/ 0 h 3085873"/>
              <a:gd name="connsiteX1" fmla="*/ 618803 w 799798"/>
              <a:gd name="connsiteY1" fmla="*/ 218902 h 3085873"/>
              <a:gd name="connsiteX2" fmla="*/ 618803 w 799798"/>
              <a:gd name="connsiteY2" fmla="*/ 2351830 h 3085873"/>
              <a:gd name="connsiteX3" fmla="*/ 623486 w 799798"/>
              <a:gd name="connsiteY3" fmla="*/ 2354372 h 3085873"/>
              <a:gd name="connsiteX4" fmla="*/ 799798 w 799798"/>
              <a:gd name="connsiteY4" fmla="*/ 2685974 h 3085873"/>
              <a:gd name="connsiteX5" fmla="*/ 399899 w 799798"/>
              <a:gd name="connsiteY5" fmla="*/ 3085873 h 3085873"/>
              <a:gd name="connsiteX6" fmla="*/ 0 w 799798"/>
              <a:gd name="connsiteY6" fmla="*/ 2685974 h 3085873"/>
              <a:gd name="connsiteX7" fmla="*/ 176312 w 799798"/>
              <a:gd name="connsiteY7" fmla="*/ 2354372 h 3085873"/>
              <a:gd name="connsiteX8" fmla="*/ 180999 w 799798"/>
              <a:gd name="connsiteY8" fmla="*/ 2351828 h 3085873"/>
              <a:gd name="connsiteX9" fmla="*/ 180999 w 799798"/>
              <a:gd name="connsiteY9" fmla="*/ 218902 h 3085873"/>
              <a:gd name="connsiteX10" fmla="*/ 399901 w 799798"/>
              <a:gd name="connsiteY10" fmla="*/ 0 h 308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9798" h="3085873">
                <a:moveTo>
                  <a:pt x="399901" y="0"/>
                </a:moveTo>
                <a:cubicBezTo>
                  <a:pt x="520797" y="0"/>
                  <a:pt x="618803" y="98006"/>
                  <a:pt x="618803" y="218902"/>
                </a:cubicBezTo>
                <a:lnTo>
                  <a:pt x="618803" y="2351830"/>
                </a:lnTo>
                <a:lnTo>
                  <a:pt x="623486" y="2354372"/>
                </a:lnTo>
                <a:cubicBezTo>
                  <a:pt x="729860" y="2426237"/>
                  <a:pt x="799798" y="2547938"/>
                  <a:pt x="799798" y="2685974"/>
                </a:cubicBezTo>
                <a:cubicBezTo>
                  <a:pt x="799798" y="2906832"/>
                  <a:pt x="620757" y="3085873"/>
                  <a:pt x="399899" y="3085873"/>
                </a:cubicBezTo>
                <a:cubicBezTo>
                  <a:pt x="179041" y="3085873"/>
                  <a:pt x="0" y="2906832"/>
                  <a:pt x="0" y="2685974"/>
                </a:cubicBezTo>
                <a:cubicBezTo>
                  <a:pt x="0" y="2547938"/>
                  <a:pt x="69938" y="2426237"/>
                  <a:pt x="176312" y="2354372"/>
                </a:cubicBezTo>
                <a:lnTo>
                  <a:pt x="180999" y="2351828"/>
                </a:lnTo>
                <a:lnTo>
                  <a:pt x="180999" y="218902"/>
                </a:lnTo>
                <a:cubicBezTo>
                  <a:pt x="180999" y="98006"/>
                  <a:pt x="279005" y="0"/>
                  <a:pt x="399901" y="0"/>
                </a:cubicBezTo>
                <a:close/>
              </a:path>
            </a:pathLst>
          </a:custGeom>
          <a:noFill/>
          <a:ln w="57150" cmpd="sng">
            <a:solidFill>
              <a:schemeClr val="accent4"/>
            </a:solid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defTabSz="486044" fontAlgn="auto">
              <a:spcBef>
                <a:spcPts val="0"/>
              </a:spcBef>
              <a:spcAft>
                <a:spcPts val="0"/>
              </a:spcAft>
            </a:pPr>
            <a:endParaRPr lang="en-US" sz="1920">
              <a:solidFill>
                <a:prstClr val="white"/>
              </a:solidFill>
              <a:latin typeface="Helvetica Light"/>
              <a:cs typeface="Helvetica Light"/>
            </a:endParaRPr>
          </a:p>
        </p:txBody>
      </p:sp>
      <p:sp>
        <p:nvSpPr>
          <p:cNvPr id="107" name="Oval 106"/>
          <p:cNvSpPr>
            <a:spLocks noChangeAspect="1"/>
          </p:cNvSpPr>
          <p:nvPr userDrawn="1"/>
        </p:nvSpPr>
        <p:spPr>
          <a:xfrm>
            <a:off x="9966639" y="4034711"/>
            <a:ext cx="720000" cy="648000"/>
          </a:xfrm>
          <a:prstGeom prst="ellipse">
            <a:avLst/>
          </a:prstGeom>
          <a:solidFill>
            <a:schemeClr val="accent4"/>
          </a:solidFill>
          <a:ln w="76200"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latin typeface="Helvetica Light"/>
              <a:cs typeface="Helvetica Light"/>
            </a:endParaRPr>
          </a:p>
        </p:txBody>
      </p:sp>
      <p:sp>
        <p:nvSpPr>
          <p:cNvPr id="108" name="Text Placeholder 7"/>
          <p:cNvSpPr>
            <a:spLocks noGrp="1"/>
          </p:cNvSpPr>
          <p:nvPr>
            <p:ph type="body" sz="quarter" idx="77" hasCustomPrompt="1"/>
          </p:nvPr>
        </p:nvSpPr>
        <p:spPr>
          <a:xfrm>
            <a:off x="9982498" y="4008193"/>
            <a:ext cx="704141" cy="674519"/>
          </a:xfrm>
          <a:prstGeom prst="rect">
            <a:avLst/>
          </a:prstGeom>
        </p:spPr>
        <p:txBody>
          <a:bodyPr vert="horz" lIns="0" tIns="103884" rIns="0" bIns="103884" anchor="ctr"/>
          <a:lstStyle>
            <a:lvl1pPr marL="0" indent="0" algn="ctr">
              <a:lnSpc>
                <a:spcPct val="100000"/>
              </a:lnSpc>
              <a:spcBef>
                <a:spcPts val="0"/>
              </a:spcBef>
              <a:buNone/>
              <a:defRPr sz="2160" b="1">
                <a:solidFill>
                  <a:schemeClr val="bg1"/>
                </a:solidFill>
                <a:latin typeface="FontAwesome"/>
                <a:cs typeface="FontAwesome"/>
              </a:defRPr>
            </a:lvl1pPr>
          </a:lstStyle>
          <a:p>
            <a:pPr lvl="0"/>
            <a:r>
              <a:rPr lang="es-ES_tradnl" dirty="0" err="1" smtClean="0"/>
              <a:t>icon</a:t>
            </a:r>
            <a:endParaRPr lang="es-ES_tradnl" dirty="0" smtClean="0"/>
          </a:p>
        </p:txBody>
      </p:sp>
      <p:sp>
        <p:nvSpPr>
          <p:cNvPr id="109" name="Text Placeholder 2"/>
          <p:cNvSpPr>
            <a:spLocks noGrp="1"/>
          </p:cNvSpPr>
          <p:nvPr>
            <p:ph type="body" sz="quarter" idx="72" hasCustomPrompt="1"/>
          </p:nvPr>
        </p:nvSpPr>
        <p:spPr>
          <a:xfrm>
            <a:off x="9228668" y="5666096"/>
            <a:ext cx="2347384" cy="551825"/>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110" name="Text Placeholder 7"/>
          <p:cNvSpPr>
            <a:spLocks noGrp="1"/>
          </p:cNvSpPr>
          <p:nvPr>
            <p:ph type="body" sz="quarter" idx="73" hasCustomPrompt="1"/>
          </p:nvPr>
        </p:nvSpPr>
        <p:spPr>
          <a:xfrm>
            <a:off x="9228668" y="5028008"/>
            <a:ext cx="2347384" cy="3453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50000"/>
                    <a:lumOff val="50000"/>
                  </a:schemeClr>
                </a:solidFill>
                <a:latin typeface="Lato Light"/>
                <a:cs typeface="Lato Light"/>
              </a:defRPr>
            </a:lvl1pPr>
          </a:lstStyle>
          <a:p>
            <a:pPr lvl="0"/>
            <a:r>
              <a:rPr lang="es-ES_tradnl" dirty="0" smtClean="0"/>
              <a:t>RESULT 1</a:t>
            </a:r>
          </a:p>
        </p:txBody>
      </p:sp>
      <p:sp>
        <p:nvSpPr>
          <p:cNvPr id="111" name="Text Placeholder 7"/>
          <p:cNvSpPr>
            <a:spLocks noGrp="1"/>
          </p:cNvSpPr>
          <p:nvPr>
            <p:ph type="body" sz="quarter" idx="74" hasCustomPrompt="1"/>
          </p:nvPr>
        </p:nvSpPr>
        <p:spPr>
          <a:xfrm>
            <a:off x="9228668" y="5419278"/>
            <a:ext cx="2347384"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Tree>
    <p:extLst>
      <p:ext uri="{BB962C8B-B14F-4D97-AF65-F5344CB8AC3E}">
        <p14:creationId xmlns:p14="http://schemas.microsoft.com/office/powerpoint/2010/main" val="31852264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700"/>
                            </p:stCondLst>
                            <p:childTnLst>
                              <p:par>
                                <p:cTn id="16" presetID="20" presetClass="entr" presetSubtype="0" fill="hold" grpId="0" nodeType="after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wedge">
                                      <p:cBhvr>
                                        <p:cTn id="18" dur="300"/>
                                        <p:tgtEl>
                                          <p:spTgt spid="18"/>
                                        </p:tgtEl>
                                      </p:cBhvr>
                                    </p:animEffect>
                                  </p:childTnLst>
                                </p:cTn>
                              </p:par>
                            </p:childTnLst>
                          </p:cTn>
                        </p:par>
                        <p:par>
                          <p:cTn id="19" fill="hold">
                            <p:stCondLst>
                              <p:cond delay="1000"/>
                            </p:stCondLst>
                            <p:childTnLst>
                              <p:par>
                                <p:cTn id="20" presetID="53" presetClass="entr" presetSubtype="16" fill="hold" grpId="0" nodeType="afterEffect">
                                  <p:stCondLst>
                                    <p:cond delay="0"/>
                                  </p:stCondLst>
                                  <p:childTnLst>
                                    <p:set>
                                      <p:cBhvr>
                                        <p:cTn id="21" dur="1" fill="hold">
                                          <p:stCondLst>
                                            <p:cond delay="0"/>
                                          </p:stCondLst>
                                        </p:cTn>
                                        <p:tgtEl>
                                          <p:spTgt spid="20"/>
                                        </p:tgtEl>
                                        <p:attrNameLst>
                                          <p:attrName>style.visibility</p:attrName>
                                        </p:attrNameLst>
                                      </p:cBhvr>
                                      <p:to>
                                        <p:strVal val="visible"/>
                                      </p:to>
                                    </p:set>
                                    <p:anim calcmode="lin" valueType="num">
                                      <p:cBhvr>
                                        <p:cTn id="22" dur="300" fill="hold"/>
                                        <p:tgtEl>
                                          <p:spTgt spid="20"/>
                                        </p:tgtEl>
                                        <p:attrNameLst>
                                          <p:attrName>ppt_w</p:attrName>
                                        </p:attrNameLst>
                                      </p:cBhvr>
                                      <p:tavLst>
                                        <p:tav tm="0">
                                          <p:val>
                                            <p:fltVal val="0"/>
                                          </p:val>
                                        </p:tav>
                                        <p:tav tm="100000">
                                          <p:val>
                                            <p:strVal val="#ppt_w"/>
                                          </p:val>
                                        </p:tav>
                                      </p:tavLst>
                                    </p:anim>
                                    <p:anim calcmode="lin" valueType="num">
                                      <p:cBhvr>
                                        <p:cTn id="23" dur="300" fill="hold"/>
                                        <p:tgtEl>
                                          <p:spTgt spid="20"/>
                                        </p:tgtEl>
                                        <p:attrNameLst>
                                          <p:attrName>ppt_h</p:attrName>
                                        </p:attrNameLst>
                                      </p:cBhvr>
                                      <p:tavLst>
                                        <p:tav tm="0">
                                          <p:val>
                                            <p:fltVal val="0"/>
                                          </p:val>
                                        </p:tav>
                                        <p:tav tm="100000">
                                          <p:val>
                                            <p:strVal val="#ppt_h"/>
                                          </p:val>
                                        </p:tav>
                                      </p:tavLst>
                                    </p:anim>
                                    <p:animEffect transition="in" filter="fade">
                                      <p:cBhvr>
                                        <p:cTn id="24" dur="300"/>
                                        <p:tgtEl>
                                          <p:spTgt spid="20"/>
                                        </p:tgtEl>
                                      </p:cBhvr>
                                    </p:animEffect>
                                  </p:childTnLst>
                                </p:cTn>
                              </p:par>
                            </p:childTnLst>
                          </p:cTn>
                        </p:par>
                        <p:par>
                          <p:cTn id="25" fill="hold">
                            <p:stCondLst>
                              <p:cond delay="1300"/>
                            </p:stCondLst>
                            <p:childTnLst>
                              <p:par>
                                <p:cTn id="26" presetID="53" presetClass="entr" presetSubtype="16" fill="hold" grpId="0" nodeType="afterEffect">
                                  <p:stCondLst>
                                    <p:cond delay="0"/>
                                  </p:stCondLst>
                                  <p:childTnLst>
                                    <p:set>
                                      <p:cBhvr>
                                        <p:cTn id="27" dur="1" fill="hold">
                                          <p:stCondLst>
                                            <p:cond delay="0"/>
                                          </p:stCondLst>
                                        </p:cTn>
                                        <p:tgtEl>
                                          <p:spTgt spid="31">
                                            <p:txEl>
                                              <p:pRg st="0" end="0"/>
                                            </p:txEl>
                                          </p:spTgt>
                                        </p:tgtEl>
                                        <p:attrNameLst>
                                          <p:attrName>style.visibility</p:attrName>
                                        </p:attrNameLst>
                                      </p:cBhvr>
                                      <p:to>
                                        <p:strVal val="visible"/>
                                      </p:to>
                                    </p:set>
                                    <p:anim calcmode="lin" valueType="num">
                                      <p:cBhvr>
                                        <p:cTn id="28" dur="300" fill="hold"/>
                                        <p:tgtEl>
                                          <p:spTgt spid="31">
                                            <p:txEl>
                                              <p:pRg st="0" end="0"/>
                                            </p:txEl>
                                          </p:spTgt>
                                        </p:tgtEl>
                                        <p:attrNameLst>
                                          <p:attrName>ppt_w</p:attrName>
                                        </p:attrNameLst>
                                      </p:cBhvr>
                                      <p:tavLst>
                                        <p:tav tm="0">
                                          <p:val>
                                            <p:fltVal val="0"/>
                                          </p:val>
                                        </p:tav>
                                        <p:tav tm="100000">
                                          <p:val>
                                            <p:strVal val="#ppt_w"/>
                                          </p:val>
                                        </p:tav>
                                      </p:tavLst>
                                    </p:anim>
                                    <p:anim calcmode="lin" valueType="num">
                                      <p:cBhvr>
                                        <p:cTn id="29" dur="300" fill="hold"/>
                                        <p:tgtEl>
                                          <p:spTgt spid="31">
                                            <p:txEl>
                                              <p:pRg st="0" end="0"/>
                                            </p:txEl>
                                          </p:spTgt>
                                        </p:tgtEl>
                                        <p:attrNameLst>
                                          <p:attrName>ppt_h</p:attrName>
                                        </p:attrNameLst>
                                      </p:cBhvr>
                                      <p:tavLst>
                                        <p:tav tm="0">
                                          <p:val>
                                            <p:fltVal val="0"/>
                                          </p:val>
                                        </p:tav>
                                        <p:tav tm="100000">
                                          <p:val>
                                            <p:strVal val="#ppt_h"/>
                                          </p:val>
                                        </p:tav>
                                      </p:tavLst>
                                    </p:anim>
                                    <p:animEffect transition="in" filter="fade">
                                      <p:cBhvr>
                                        <p:cTn id="30" dur="300"/>
                                        <p:tgtEl>
                                          <p:spTgt spid="31">
                                            <p:txEl>
                                              <p:pRg st="0" end="0"/>
                                            </p:txEl>
                                          </p:spTgt>
                                        </p:tgtEl>
                                      </p:cBhvr>
                                    </p:animEffect>
                                  </p:childTnLst>
                                </p:cTn>
                              </p:par>
                              <p:par>
                                <p:cTn id="31" presetID="10" presetClass="entr" presetSubtype="0" fill="hold" grpId="0" nodeType="withEffect">
                                  <p:stCondLst>
                                    <p:cond delay="800"/>
                                  </p:stCondLst>
                                  <p:childTnLst>
                                    <p:set>
                                      <p:cBhvr>
                                        <p:cTn id="32" dur="1" fill="hold">
                                          <p:stCondLst>
                                            <p:cond delay="0"/>
                                          </p:stCondLst>
                                        </p:cTn>
                                        <p:tgtEl>
                                          <p:spTgt spid="64">
                                            <p:txEl>
                                              <p:pRg st="0" end="0"/>
                                            </p:txEl>
                                          </p:spTgt>
                                        </p:tgtEl>
                                        <p:attrNameLst>
                                          <p:attrName>style.visibility</p:attrName>
                                        </p:attrNameLst>
                                      </p:cBhvr>
                                      <p:to>
                                        <p:strVal val="visible"/>
                                      </p:to>
                                    </p:set>
                                    <p:animEffect transition="in" filter="fade">
                                      <p:cBhvr>
                                        <p:cTn id="33" dur="500"/>
                                        <p:tgtEl>
                                          <p:spTgt spid="64">
                                            <p:txEl>
                                              <p:pRg st="0" end="0"/>
                                            </p:txEl>
                                          </p:spTgt>
                                        </p:tgtEl>
                                      </p:cBhvr>
                                    </p:animEffect>
                                  </p:childTnLst>
                                </p:cTn>
                              </p:par>
                              <p:par>
                                <p:cTn id="34" presetID="42" presetClass="entr" presetSubtype="0" fill="hold" grpId="0" nodeType="withEffect">
                                  <p:stCondLst>
                                    <p:cond delay="200"/>
                                  </p:stCondLst>
                                  <p:childTnLst>
                                    <p:set>
                                      <p:cBhvr>
                                        <p:cTn id="35" dur="1" fill="hold">
                                          <p:stCondLst>
                                            <p:cond delay="0"/>
                                          </p:stCondLst>
                                        </p:cTn>
                                        <p:tgtEl>
                                          <p:spTgt spid="65">
                                            <p:txEl>
                                              <p:pRg st="0" end="0"/>
                                            </p:txEl>
                                          </p:spTgt>
                                        </p:tgtEl>
                                        <p:attrNameLst>
                                          <p:attrName>style.visibility</p:attrName>
                                        </p:attrNameLst>
                                      </p:cBhvr>
                                      <p:to>
                                        <p:strVal val="visible"/>
                                      </p:to>
                                    </p:set>
                                    <p:animEffect transition="in" filter="fade">
                                      <p:cBhvr>
                                        <p:cTn id="36" dur="400"/>
                                        <p:tgtEl>
                                          <p:spTgt spid="65">
                                            <p:txEl>
                                              <p:pRg st="0" end="0"/>
                                            </p:txEl>
                                          </p:spTgt>
                                        </p:tgtEl>
                                      </p:cBhvr>
                                    </p:animEffect>
                                    <p:anim calcmode="lin" valueType="num">
                                      <p:cBhvr>
                                        <p:cTn id="37" dur="400" fill="hold"/>
                                        <p:tgtEl>
                                          <p:spTgt spid="65">
                                            <p:txEl>
                                              <p:pRg st="0" end="0"/>
                                            </p:txEl>
                                          </p:spTgt>
                                        </p:tgtEl>
                                        <p:attrNameLst>
                                          <p:attrName>ppt_x</p:attrName>
                                        </p:attrNameLst>
                                      </p:cBhvr>
                                      <p:tavLst>
                                        <p:tav tm="0">
                                          <p:val>
                                            <p:strVal val="#ppt_x"/>
                                          </p:val>
                                        </p:tav>
                                        <p:tav tm="100000">
                                          <p:val>
                                            <p:strVal val="#ppt_x"/>
                                          </p:val>
                                        </p:tav>
                                      </p:tavLst>
                                    </p:anim>
                                    <p:anim calcmode="lin" valueType="num">
                                      <p:cBhvr>
                                        <p:cTn id="38" dur="400" fill="hold"/>
                                        <p:tgtEl>
                                          <p:spTgt spid="65">
                                            <p:txEl>
                                              <p:pRg st="0" end="0"/>
                                            </p:txEl>
                                          </p:spTgt>
                                        </p:tgtEl>
                                        <p:attrNameLst>
                                          <p:attrName>ppt_y</p:attrName>
                                        </p:attrNameLst>
                                      </p:cBhvr>
                                      <p:tavLst>
                                        <p:tav tm="0">
                                          <p:val>
                                            <p:strVal val="#ppt_y+.1"/>
                                          </p:val>
                                        </p:tav>
                                        <p:tav tm="100000">
                                          <p:val>
                                            <p:strVal val="#ppt_y"/>
                                          </p:val>
                                        </p:tav>
                                      </p:tavLst>
                                    </p:anim>
                                  </p:childTnLst>
                                </p:cTn>
                              </p:par>
                              <p:par>
                                <p:cTn id="39" presetID="42" presetClass="entr" presetSubtype="0" fill="hold" grpId="0" nodeType="withEffect">
                                  <p:stCondLst>
                                    <p:cond delay="200"/>
                                  </p:stCondLst>
                                  <p:childTnLst>
                                    <p:set>
                                      <p:cBhvr>
                                        <p:cTn id="40" dur="1" fill="hold">
                                          <p:stCondLst>
                                            <p:cond delay="0"/>
                                          </p:stCondLst>
                                        </p:cTn>
                                        <p:tgtEl>
                                          <p:spTgt spid="66">
                                            <p:txEl>
                                              <p:pRg st="0" end="0"/>
                                            </p:txEl>
                                          </p:spTgt>
                                        </p:tgtEl>
                                        <p:attrNameLst>
                                          <p:attrName>style.visibility</p:attrName>
                                        </p:attrNameLst>
                                      </p:cBhvr>
                                      <p:to>
                                        <p:strVal val="visible"/>
                                      </p:to>
                                    </p:set>
                                    <p:animEffect transition="in" filter="fade">
                                      <p:cBhvr>
                                        <p:cTn id="41" dur="500"/>
                                        <p:tgtEl>
                                          <p:spTgt spid="66">
                                            <p:txEl>
                                              <p:pRg st="0" end="0"/>
                                            </p:txEl>
                                          </p:spTgt>
                                        </p:tgtEl>
                                      </p:cBhvr>
                                    </p:animEffect>
                                    <p:anim calcmode="lin" valueType="num">
                                      <p:cBhvr>
                                        <p:cTn id="42" dur="500" fill="hold"/>
                                        <p:tgtEl>
                                          <p:spTgt spid="6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6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2600"/>
                            </p:stCondLst>
                            <p:childTnLst>
                              <p:par>
                                <p:cTn id="45" presetID="20" presetClass="entr" presetSubtype="0" fill="hold" grpId="0" nodeType="afterEffect">
                                  <p:stCondLst>
                                    <p:cond delay="0"/>
                                  </p:stCondLst>
                                  <p:childTnLst>
                                    <p:set>
                                      <p:cBhvr>
                                        <p:cTn id="46" dur="1" fill="hold">
                                          <p:stCondLst>
                                            <p:cond delay="0"/>
                                          </p:stCondLst>
                                        </p:cTn>
                                        <p:tgtEl>
                                          <p:spTgt spid="76"/>
                                        </p:tgtEl>
                                        <p:attrNameLst>
                                          <p:attrName>style.visibility</p:attrName>
                                        </p:attrNameLst>
                                      </p:cBhvr>
                                      <p:to>
                                        <p:strVal val="visible"/>
                                      </p:to>
                                    </p:set>
                                    <p:animEffect transition="in" filter="wedge">
                                      <p:cBhvr>
                                        <p:cTn id="47" dur="300"/>
                                        <p:tgtEl>
                                          <p:spTgt spid="76"/>
                                        </p:tgtEl>
                                      </p:cBhvr>
                                    </p:animEffect>
                                  </p:childTnLst>
                                </p:cTn>
                              </p:par>
                            </p:childTnLst>
                          </p:cTn>
                        </p:par>
                        <p:par>
                          <p:cTn id="48" fill="hold">
                            <p:stCondLst>
                              <p:cond delay="2900"/>
                            </p:stCondLst>
                            <p:childTnLst>
                              <p:par>
                                <p:cTn id="49" presetID="53" presetClass="entr" presetSubtype="16" fill="hold" grpId="0" nodeType="afterEffect">
                                  <p:stCondLst>
                                    <p:cond delay="0"/>
                                  </p:stCondLst>
                                  <p:childTnLst>
                                    <p:set>
                                      <p:cBhvr>
                                        <p:cTn id="50" dur="1" fill="hold">
                                          <p:stCondLst>
                                            <p:cond delay="0"/>
                                          </p:stCondLst>
                                        </p:cTn>
                                        <p:tgtEl>
                                          <p:spTgt spid="77"/>
                                        </p:tgtEl>
                                        <p:attrNameLst>
                                          <p:attrName>style.visibility</p:attrName>
                                        </p:attrNameLst>
                                      </p:cBhvr>
                                      <p:to>
                                        <p:strVal val="visible"/>
                                      </p:to>
                                    </p:set>
                                    <p:anim calcmode="lin" valueType="num">
                                      <p:cBhvr>
                                        <p:cTn id="51" dur="300" fill="hold"/>
                                        <p:tgtEl>
                                          <p:spTgt spid="77"/>
                                        </p:tgtEl>
                                        <p:attrNameLst>
                                          <p:attrName>ppt_w</p:attrName>
                                        </p:attrNameLst>
                                      </p:cBhvr>
                                      <p:tavLst>
                                        <p:tav tm="0">
                                          <p:val>
                                            <p:fltVal val="0"/>
                                          </p:val>
                                        </p:tav>
                                        <p:tav tm="100000">
                                          <p:val>
                                            <p:strVal val="#ppt_w"/>
                                          </p:val>
                                        </p:tav>
                                      </p:tavLst>
                                    </p:anim>
                                    <p:anim calcmode="lin" valueType="num">
                                      <p:cBhvr>
                                        <p:cTn id="52" dur="300" fill="hold"/>
                                        <p:tgtEl>
                                          <p:spTgt spid="77"/>
                                        </p:tgtEl>
                                        <p:attrNameLst>
                                          <p:attrName>ppt_h</p:attrName>
                                        </p:attrNameLst>
                                      </p:cBhvr>
                                      <p:tavLst>
                                        <p:tav tm="0">
                                          <p:val>
                                            <p:fltVal val="0"/>
                                          </p:val>
                                        </p:tav>
                                        <p:tav tm="100000">
                                          <p:val>
                                            <p:strVal val="#ppt_h"/>
                                          </p:val>
                                        </p:tav>
                                      </p:tavLst>
                                    </p:anim>
                                    <p:animEffect transition="in" filter="fade">
                                      <p:cBhvr>
                                        <p:cTn id="53" dur="300"/>
                                        <p:tgtEl>
                                          <p:spTgt spid="77"/>
                                        </p:tgtEl>
                                      </p:cBhvr>
                                    </p:animEffect>
                                  </p:childTnLst>
                                </p:cTn>
                              </p:par>
                            </p:childTnLst>
                          </p:cTn>
                        </p:par>
                        <p:par>
                          <p:cTn id="54" fill="hold">
                            <p:stCondLst>
                              <p:cond delay="3200"/>
                            </p:stCondLst>
                            <p:childTnLst>
                              <p:par>
                                <p:cTn id="55" presetID="53" presetClass="entr" presetSubtype="16" fill="hold" grpId="0" nodeType="afterEffect">
                                  <p:stCondLst>
                                    <p:cond delay="0"/>
                                  </p:stCondLst>
                                  <p:childTnLst>
                                    <p:set>
                                      <p:cBhvr>
                                        <p:cTn id="56" dur="1" fill="hold">
                                          <p:stCondLst>
                                            <p:cond delay="0"/>
                                          </p:stCondLst>
                                        </p:cTn>
                                        <p:tgtEl>
                                          <p:spTgt spid="82">
                                            <p:txEl>
                                              <p:pRg st="0" end="0"/>
                                            </p:txEl>
                                          </p:spTgt>
                                        </p:tgtEl>
                                        <p:attrNameLst>
                                          <p:attrName>style.visibility</p:attrName>
                                        </p:attrNameLst>
                                      </p:cBhvr>
                                      <p:to>
                                        <p:strVal val="visible"/>
                                      </p:to>
                                    </p:set>
                                    <p:anim calcmode="lin" valueType="num">
                                      <p:cBhvr>
                                        <p:cTn id="57" dur="300" fill="hold"/>
                                        <p:tgtEl>
                                          <p:spTgt spid="82">
                                            <p:txEl>
                                              <p:pRg st="0" end="0"/>
                                            </p:txEl>
                                          </p:spTgt>
                                        </p:tgtEl>
                                        <p:attrNameLst>
                                          <p:attrName>ppt_w</p:attrName>
                                        </p:attrNameLst>
                                      </p:cBhvr>
                                      <p:tavLst>
                                        <p:tav tm="0">
                                          <p:val>
                                            <p:fltVal val="0"/>
                                          </p:val>
                                        </p:tav>
                                        <p:tav tm="100000">
                                          <p:val>
                                            <p:strVal val="#ppt_w"/>
                                          </p:val>
                                        </p:tav>
                                      </p:tavLst>
                                    </p:anim>
                                    <p:anim calcmode="lin" valueType="num">
                                      <p:cBhvr>
                                        <p:cTn id="58" dur="300" fill="hold"/>
                                        <p:tgtEl>
                                          <p:spTgt spid="82">
                                            <p:txEl>
                                              <p:pRg st="0" end="0"/>
                                            </p:txEl>
                                          </p:spTgt>
                                        </p:tgtEl>
                                        <p:attrNameLst>
                                          <p:attrName>ppt_h</p:attrName>
                                        </p:attrNameLst>
                                      </p:cBhvr>
                                      <p:tavLst>
                                        <p:tav tm="0">
                                          <p:val>
                                            <p:fltVal val="0"/>
                                          </p:val>
                                        </p:tav>
                                        <p:tav tm="100000">
                                          <p:val>
                                            <p:strVal val="#ppt_h"/>
                                          </p:val>
                                        </p:tav>
                                      </p:tavLst>
                                    </p:anim>
                                    <p:animEffect transition="in" filter="fade">
                                      <p:cBhvr>
                                        <p:cTn id="59" dur="300"/>
                                        <p:tgtEl>
                                          <p:spTgt spid="82">
                                            <p:txEl>
                                              <p:pRg st="0" end="0"/>
                                            </p:txEl>
                                          </p:spTgt>
                                        </p:tgtEl>
                                      </p:cBhvr>
                                    </p:animEffect>
                                  </p:childTnLst>
                                </p:cTn>
                              </p:par>
                              <p:par>
                                <p:cTn id="60" presetID="10" presetClass="entr" presetSubtype="0" fill="hold" grpId="0" nodeType="withEffect">
                                  <p:stCondLst>
                                    <p:cond delay="800"/>
                                  </p:stCondLst>
                                  <p:childTnLst>
                                    <p:set>
                                      <p:cBhvr>
                                        <p:cTn id="61" dur="1" fill="hold">
                                          <p:stCondLst>
                                            <p:cond delay="0"/>
                                          </p:stCondLst>
                                        </p:cTn>
                                        <p:tgtEl>
                                          <p:spTgt spid="85">
                                            <p:txEl>
                                              <p:pRg st="0" end="0"/>
                                            </p:txEl>
                                          </p:spTgt>
                                        </p:tgtEl>
                                        <p:attrNameLst>
                                          <p:attrName>style.visibility</p:attrName>
                                        </p:attrNameLst>
                                      </p:cBhvr>
                                      <p:to>
                                        <p:strVal val="visible"/>
                                      </p:to>
                                    </p:set>
                                    <p:animEffect transition="in" filter="fade">
                                      <p:cBhvr>
                                        <p:cTn id="62" dur="500"/>
                                        <p:tgtEl>
                                          <p:spTgt spid="85">
                                            <p:txEl>
                                              <p:pRg st="0" end="0"/>
                                            </p:txEl>
                                          </p:spTgt>
                                        </p:tgtEl>
                                      </p:cBhvr>
                                    </p:animEffect>
                                  </p:childTnLst>
                                </p:cTn>
                              </p:par>
                              <p:par>
                                <p:cTn id="63" presetID="42" presetClass="entr" presetSubtype="0" fill="hold" grpId="0" nodeType="withEffect">
                                  <p:stCondLst>
                                    <p:cond delay="200"/>
                                  </p:stCondLst>
                                  <p:childTnLst>
                                    <p:set>
                                      <p:cBhvr>
                                        <p:cTn id="64" dur="1" fill="hold">
                                          <p:stCondLst>
                                            <p:cond delay="0"/>
                                          </p:stCondLst>
                                        </p:cTn>
                                        <p:tgtEl>
                                          <p:spTgt spid="86">
                                            <p:txEl>
                                              <p:pRg st="0" end="0"/>
                                            </p:txEl>
                                          </p:spTgt>
                                        </p:tgtEl>
                                        <p:attrNameLst>
                                          <p:attrName>style.visibility</p:attrName>
                                        </p:attrNameLst>
                                      </p:cBhvr>
                                      <p:to>
                                        <p:strVal val="visible"/>
                                      </p:to>
                                    </p:set>
                                    <p:animEffect transition="in" filter="fade">
                                      <p:cBhvr>
                                        <p:cTn id="65" dur="400"/>
                                        <p:tgtEl>
                                          <p:spTgt spid="86">
                                            <p:txEl>
                                              <p:pRg st="0" end="0"/>
                                            </p:txEl>
                                          </p:spTgt>
                                        </p:tgtEl>
                                      </p:cBhvr>
                                    </p:animEffect>
                                    <p:anim calcmode="lin" valueType="num">
                                      <p:cBhvr>
                                        <p:cTn id="66" dur="400" fill="hold"/>
                                        <p:tgtEl>
                                          <p:spTgt spid="86">
                                            <p:txEl>
                                              <p:pRg st="0" end="0"/>
                                            </p:txEl>
                                          </p:spTgt>
                                        </p:tgtEl>
                                        <p:attrNameLst>
                                          <p:attrName>ppt_x</p:attrName>
                                        </p:attrNameLst>
                                      </p:cBhvr>
                                      <p:tavLst>
                                        <p:tav tm="0">
                                          <p:val>
                                            <p:strVal val="#ppt_x"/>
                                          </p:val>
                                        </p:tav>
                                        <p:tav tm="100000">
                                          <p:val>
                                            <p:strVal val="#ppt_x"/>
                                          </p:val>
                                        </p:tav>
                                      </p:tavLst>
                                    </p:anim>
                                    <p:anim calcmode="lin" valueType="num">
                                      <p:cBhvr>
                                        <p:cTn id="67" dur="400" fill="hold"/>
                                        <p:tgtEl>
                                          <p:spTgt spid="86">
                                            <p:txEl>
                                              <p:pRg st="0" end="0"/>
                                            </p:txEl>
                                          </p:spTgt>
                                        </p:tgtEl>
                                        <p:attrNameLst>
                                          <p:attrName>ppt_y</p:attrName>
                                        </p:attrNameLst>
                                      </p:cBhvr>
                                      <p:tavLst>
                                        <p:tav tm="0">
                                          <p:val>
                                            <p:strVal val="#ppt_y+.1"/>
                                          </p:val>
                                        </p:tav>
                                        <p:tav tm="100000">
                                          <p:val>
                                            <p:strVal val="#ppt_y"/>
                                          </p:val>
                                        </p:tav>
                                      </p:tavLst>
                                    </p:anim>
                                  </p:childTnLst>
                                </p:cTn>
                              </p:par>
                              <p:par>
                                <p:cTn id="68" presetID="42" presetClass="entr" presetSubtype="0" fill="hold" grpId="0" nodeType="withEffect">
                                  <p:stCondLst>
                                    <p:cond delay="200"/>
                                  </p:stCondLst>
                                  <p:childTnLst>
                                    <p:set>
                                      <p:cBhvr>
                                        <p:cTn id="69" dur="1" fill="hold">
                                          <p:stCondLst>
                                            <p:cond delay="0"/>
                                          </p:stCondLst>
                                        </p:cTn>
                                        <p:tgtEl>
                                          <p:spTgt spid="87">
                                            <p:txEl>
                                              <p:pRg st="0" end="0"/>
                                            </p:txEl>
                                          </p:spTgt>
                                        </p:tgtEl>
                                        <p:attrNameLst>
                                          <p:attrName>style.visibility</p:attrName>
                                        </p:attrNameLst>
                                      </p:cBhvr>
                                      <p:to>
                                        <p:strVal val="visible"/>
                                      </p:to>
                                    </p:set>
                                    <p:animEffect transition="in" filter="fade">
                                      <p:cBhvr>
                                        <p:cTn id="70" dur="500"/>
                                        <p:tgtEl>
                                          <p:spTgt spid="87">
                                            <p:txEl>
                                              <p:pRg st="0" end="0"/>
                                            </p:txEl>
                                          </p:spTgt>
                                        </p:tgtEl>
                                      </p:cBhvr>
                                    </p:animEffect>
                                    <p:anim calcmode="lin" valueType="num">
                                      <p:cBhvr>
                                        <p:cTn id="71" dur="500" fill="hold"/>
                                        <p:tgtEl>
                                          <p:spTgt spid="87">
                                            <p:txEl>
                                              <p:pRg st="0" end="0"/>
                                            </p:txEl>
                                          </p:spTgt>
                                        </p:tgtEl>
                                        <p:attrNameLst>
                                          <p:attrName>ppt_x</p:attrName>
                                        </p:attrNameLst>
                                      </p:cBhvr>
                                      <p:tavLst>
                                        <p:tav tm="0">
                                          <p:val>
                                            <p:strVal val="#ppt_x"/>
                                          </p:val>
                                        </p:tav>
                                        <p:tav tm="100000">
                                          <p:val>
                                            <p:strVal val="#ppt_x"/>
                                          </p:val>
                                        </p:tav>
                                      </p:tavLst>
                                    </p:anim>
                                    <p:anim calcmode="lin" valueType="num">
                                      <p:cBhvr>
                                        <p:cTn id="72" dur="500" fill="hold"/>
                                        <p:tgtEl>
                                          <p:spTgt spid="87">
                                            <p:txEl>
                                              <p:pRg st="0" end="0"/>
                                            </p:txEl>
                                          </p:spTgt>
                                        </p:tgtEl>
                                        <p:attrNameLst>
                                          <p:attrName>ppt_y</p:attrName>
                                        </p:attrNameLst>
                                      </p:cBhvr>
                                      <p:tavLst>
                                        <p:tav tm="0">
                                          <p:val>
                                            <p:strVal val="#ppt_y+.1"/>
                                          </p:val>
                                        </p:tav>
                                        <p:tav tm="100000">
                                          <p:val>
                                            <p:strVal val="#ppt_y"/>
                                          </p:val>
                                        </p:tav>
                                      </p:tavLst>
                                    </p:anim>
                                  </p:childTnLst>
                                </p:cTn>
                              </p:par>
                            </p:childTnLst>
                          </p:cTn>
                        </p:par>
                        <p:par>
                          <p:cTn id="73" fill="hold">
                            <p:stCondLst>
                              <p:cond delay="4500"/>
                            </p:stCondLst>
                            <p:childTnLst>
                              <p:par>
                                <p:cTn id="74" presetID="20" presetClass="entr" presetSubtype="0" fill="hold" grpId="0" nodeType="afterEffect">
                                  <p:stCondLst>
                                    <p:cond delay="0"/>
                                  </p:stCondLst>
                                  <p:childTnLst>
                                    <p:set>
                                      <p:cBhvr>
                                        <p:cTn id="75" dur="1" fill="hold">
                                          <p:stCondLst>
                                            <p:cond delay="0"/>
                                          </p:stCondLst>
                                        </p:cTn>
                                        <p:tgtEl>
                                          <p:spTgt spid="94"/>
                                        </p:tgtEl>
                                        <p:attrNameLst>
                                          <p:attrName>style.visibility</p:attrName>
                                        </p:attrNameLst>
                                      </p:cBhvr>
                                      <p:to>
                                        <p:strVal val="visible"/>
                                      </p:to>
                                    </p:set>
                                    <p:animEffect transition="in" filter="wedge">
                                      <p:cBhvr>
                                        <p:cTn id="76" dur="300"/>
                                        <p:tgtEl>
                                          <p:spTgt spid="94"/>
                                        </p:tgtEl>
                                      </p:cBhvr>
                                    </p:animEffect>
                                  </p:childTnLst>
                                </p:cTn>
                              </p:par>
                            </p:childTnLst>
                          </p:cTn>
                        </p:par>
                        <p:par>
                          <p:cTn id="77" fill="hold">
                            <p:stCondLst>
                              <p:cond delay="4800"/>
                            </p:stCondLst>
                            <p:childTnLst>
                              <p:par>
                                <p:cTn id="78" presetID="53" presetClass="entr" presetSubtype="16" fill="hold" grpId="0" nodeType="afterEffect">
                                  <p:stCondLst>
                                    <p:cond delay="0"/>
                                  </p:stCondLst>
                                  <p:childTnLst>
                                    <p:set>
                                      <p:cBhvr>
                                        <p:cTn id="79" dur="1" fill="hold">
                                          <p:stCondLst>
                                            <p:cond delay="0"/>
                                          </p:stCondLst>
                                        </p:cTn>
                                        <p:tgtEl>
                                          <p:spTgt spid="95"/>
                                        </p:tgtEl>
                                        <p:attrNameLst>
                                          <p:attrName>style.visibility</p:attrName>
                                        </p:attrNameLst>
                                      </p:cBhvr>
                                      <p:to>
                                        <p:strVal val="visible"/>
                                      </p:to>
                                    </p:set>
                                    <p:anim calcmode="lin" valueType="num">
                                      <p:cBhvr>
                                        <p:cTn id="80" dur="300" fill="hold"/>
                                        <p:tgtEl>
                                          <p:spTgt spid="95"/>
                                        </p:tgtEl>
                                        <p:attrNameLst>
                                          <p:attrName>ppt_w</p:attrName>
                                        </p:attrNameLst>
                                      </p:cBhvr>
                                      <p:tavLst>
                                        <p:tav tm="0">
                                          <p:val>
                                            <p:fltVal val="0"/>
                                          </p:val>
                                        </p:tav>
                                        <p:tav tm="100000">
                                          <p:val>
                                            <p:strVal val="#ppt_w"/>
                                          </p:val>
                                        </p:tav>
                                      </p:tavLst>
                                    </p:anim>
                                    <p:anim calcmode="lin" valueType="num">
                                      <p:cBhvr>
                                        <p:cTn id="81" dur="300" fill="hold"/>
                                        <p:tgtEl>
                                          <p:spTgt spid="95"/>
                                        </p:tgtEl>
                                        <p:attrNameLst>
                                          <p:attrName>ppt_h</p:attrName>
                                        </p:attrNameLst>
                                      </p:cBhvr>
                                      <p:tavLst>
                                        <p:tav tm="0">
                                          <p:val>
                                            <p:fltVal val="0"/>
                                          </p:val>
                                        </p:tav>
                                        <p:tav tm="100000">
                                          <p:val>
                                            <p:strVal val="#ppt_h"/>
                                          </p:val>
                                        </p:tav>
                                      </p:tavLst>
                                    </p:anim>
                                    <p:animEffect transition="in" filter="fade">
                                      <p:cBhvr>
                                        <p:cTn id="82" dur="300"/>
                                        <p:tgtEl>
                                          <p:spTgt spid="95"/>
                                        </p:tgtEl>
                                      </p:cBhvr>
                                    </p:animEffect>
                                  </p:childTnLst>
                                </p:cTn>
                              </p:par>
                            </p:childTnLst>
                          </p:cTn>
                        </p:par>
                        <p:par>
                          <p:cTn id="83" fill="hold">
                            <p:stCondLst>
                              <p:cond delay="5100"/>
                            </p:stCondLst>
                            <p:childTnLst>
                              <p:par>
                                <p:cTn id="84" presetID="53" presetClass="entr" presetSubtype="16" fill="hold" grpId="0" nodeType="afterEffect">
                                  <p:stCondLst>
                                    <p:cond delay="0"/>
                                  </p:stCondLst>
                                  <p:childTnLst>
                                    <p:set>
                                      <p:cBhvr>
                                        <p:cTn id="85" dur="1" fill="hold">
                                          <p:stCondLst>
                                            <p:cond delay="0"/>
                                          </p:stCondLst>
                                        </p:cTn>
                                        <p:tgtEl>
                                          <p:spTgt spid="98">
                                            <p:txEl>
                                              <p:pRg st="0" end="0"/>
                                            </p:txEl>
                                          </p:spTgt>
                                        </p:tgtEl>
                                        <p:attrNameLst>
                                          <p:attrName>style.visibility</p:attrName>
                                        </p:attrNameLst>
                                      </p:cBhvr>
                                      <p:to>
                                        <p:strVal val="visible"/>
                                      </p:to>
                                    </p:set>
                                    <p:anim calcmode="lin" valueType="num">
                                      <p:cBhvr>
                                        <p:cTn id="86" dur="300" fill="hold"/>
                                        <p:tgtEl>
                                          <p:spTgt spid="98">
                                            <p:txEl>
                                              <p:pRg st="0" end="0"/>
                                            </p:txEl>
                                          </p:spTgt>
                                        </p:tgtEl>
                                        <p:attrNameLst>
                                          <p:attrName>ppt_w</p:attrName>
                                        </p:attrNameLst>
                                      </p:cBhvr>
                                      <p:tavLst>
                                        <p:tav tm="0">
                                          <p:val>
                                            <p:fltVal val="0"/>
                                          </p:val>
                                        </p:tav>
                                        <p:tav tm="100000">
                                          <p:val>
                                            <p:strVal val="#ppt_w"/>
                                          </p:val>
                                        </p:tav>
                                      </p:tavLst>
                                    </p:anim>
                                    <p:anim calcmode="lin" valueType="num">
                                      <p:cBhvr>
                                        <p:cTn id="87" dur="300" fill="hold"/>
                                        <p:tgtEl>
                                          <p:spTgt spid="98">
                                            <p:txEl>
                                              <p:pRg st="0" end="0"/>
                                            </p:txEl>
                                          </p:spTgt>
                                        </p:tgtEl>
                                        <p:attrNameLst>
                                          <p:attrName>ppt_h</p:attrName>
                                        </p:attrNameLst>
                                      </p:cBhvr>
                                      <p:tavLst>
                                        <p:tav tm="0">
                                          <p:val>
                                            <p:fltVal val="0"/>
                                          </p:val>
                                        </p:tav>
                                        <p:tav tm="100000">
                                          <p:val>
                                            <p:strVal val="#ppt_h"/>
                                          </p:val>
                                        </p:tav>
                                      </p:tavLst>
                                    </p:anim>
                                    <p:animEffect transition="in" filter="fade">
                                      <p:cBhvr>
                                        <p:cTn id="88" dur="300"/>
                                        <p:tgtEl>
                                          <p:spTgt spid="98">
                                            <p:txEl>
                                              <p:pRg st="0" end="0"/>
                                            </p:txEl>
                                          </p:spTgt>
                                        </p:tgtEl>
                                      </p:cBhvr>
                                    </p:animEffect>
                                  </p:childTnLst>
                                </p:cTn>
                              </p:par>
                              <p:par>
                                <p:cTn id="89" presetID="10" presetClass="entr" presetSubtype="0" fill="hold" grpId="0" nodeType="withEffect">
                                  <p:stCondLst>
                                    <p:cond delay="800"/>
                                  </p:stCondLst>
                                  <p:childTnLst>
                                    <p:set>
                                      <p:cBhvr>
                                        <p:cTn id="90" dur="1" fill="hold">
                                          <p:stCondLst>
                                            <p:cond delay="0"/>
                                          </p:stCondLst>
                                        </p:cTn>
                                        <p:tgtEl>
                                          <p:spTgt spid="100">
                                            <p:txEl>
                                              <p:pRg st="0" end="0"/>
                                            </p:txEl>
                                          </p:spTgt>
                                        </p:tgtEl>
                                        <p:attrNameLst>
                                          <p:attrName>style.visibility</p:attrName>
                                        </p:attrNameLst>
                                      </p:cBhvr>
                                      <p:to>
                                        <p:strVal val="visible"/>
                                      </p:to>
                                    </p:set>
                                    <p:animEffect transition="in" filter="fade">
                                      <p:cBhvr>
                                        <p:cTn id="91" dur="500"/>
                                        <p:tgtEl>
                                          <p:spTgt spid="100">
                                            <p:txEl>
                                              <p:pRg st="0" end="0"/>
                                            </p:txEl>
                                          </p:spTgt>
                                        </p:tgtEl>
                                      </p:cBhvr>
                                    </p:animEffect>
                                  </p:childTnLst>
                                </p:cTn>
                              </p:par>
                              <p:par>
                                <p:cTn id="92" presetID="42" presetClass="entr" presetSubtype="0" fill="hold" grpId="0" nodeType="withEffect">
                                  <p:stCondLst>
                                    <p:cond delay="200"/>
                                  </p:stCondLst>
                                  <p:childTnLst>
                                    <p:set>
                                      <p:cBhvr>
                                        <p:cTn id="93" dur="1" fill="hold">
                                          <p:stCondLst>
                                            <p:cond delay="0"/>
                                          </p:stCondLst>
                                        </p:cTn>
                                        <p:tgtEl>
                                          <p:spTgt spid="101">
                                            <p:txEl>
                                              <p:pRg st="0" end="0"/>
                                            </p:txEl>
                                          </p:spTgt>
                                        </p:tgtEl>
                                        <p:attrNameLst>
                                          <p:attrName>style.visibility</p:attrName>
                                        </p:attrNameLst>
                                      </p:cBhvr>
                                      <p:to>
                                        <p:strVal val="visible"/>
                                      </p:to>
                                    </p:set>
                                    <p:animEffect transition="in" filter="fade">
                                      <p:cBhvr>
                                        <p:cTn id="94" dur="400"/>
                                        <p:tgtEl>
                                          <p:spTgt spid="101">
                                            <p:txEl>
                                              <p:pRg st="0" end="0"/>
                                            </p:txEl>
                                          </p:spTgt>
                                        </p:tgtEl>
                                      </p:cBhvr>
                                    </p:animEffect>
                                    <p:anim calcmode="lin" valueType="num">
                                      <p:cBhvr>
                                        <p:cTn id="95" dur="400" fill="hold"/>
                                        <p:tgtEl>
                                          <p:spTgt spid="101">
                                            <p:txEl>
                                              <p:pRg st="0" end="0"/>
                                            </p:txEl>
                                          </p:spTgt>
                                        </p:tgtEl>
                                        <p:attrNameLst>
                                          <p:attrName>ppt_x</p:attrName>
                                        </p:attrNameLst>
                                      </p:cBhvr>
                                      <p:tavLst>
                                        <p:tav tm="0">
                                          <p:val>
                                            <p:strVal val="#ppt_x"/>
                                          </p:val>
                                        </p:tav>
                                        <p:tav tm="100000">
                                          <p:val>
                                            <p:strVal val="#ppt_x"/>
                                          </p:val>
                                        </p:tav>
                                      </p:tavLst>
                                    </p:anim>
                                    <p:anim calcmode="lin" valueType="num">
                                      <p:cBhvr>
                                        <p:cTn id="96" dur="400" fill="hold"/>
                                        <p:tgtEl>
                                          <p:spTgt spid="101">
                                            <p:txEl>
                                              <p:pRg st="0" end="0"/>
                                            </p:txEl>
                                          </p:spTgt>
                                        </p:tgtEl>
                                        <p:attrNameLst>
                                          <p:attrName>ppt_y</p:attrName>
                                        </p:attrNameLst>
                                      </p:cBhvr>
                                      <p:tavLst>
                                        <p:tav tm="0">
                                          <p:val>
                                            <p:strVal val="#ppt_y+.1"/>
                                          </p:val>
                                        </p:tav>
                                        <p:tav tm="100000">
                                          <p:val>
                                            <p:strVal val="#ppt_y"/>
                                          </p:val>
                                        </p:tav>
                                      </p:tavLst>
                                    </p:anim>
                                  </p:childTnLst>
                                </p:cTn>
                              </p:par>
                              <p:par>
                                <p:cTn id="97" presetID="42" presetClass="entr" presetSubtype="0" fill="hold" grpId="0" nodeType="withEffect">
                                  <p:stCondLst>
                                    <p:cond delay="200"/>
                                  </p:stCondLst>
                                  <p:childTnLst>
                                    <p:set>
                                      <p:cBhvr>
                                        <p:cTn id="98" dur="1" fill="hold">
                                          <p:stCondLst>
                                            <p:cond delay="0"/>
                                          </p:stCondLst>
                                        </p:cTn>
                                        <p:tgtEl>
                                          <p:spTgt spid="102">
                                            <p:txEl>
                                              <p:pRg st="0" end="0"/>
                                            </p:txEl>
                                          </p:spTgt>
                                        </p:tgtEl>
                                        <p:attrNameLst>
                                          <p:attrName>style.visibility</p:attrName>
                                        </p:attrNameLst>
                                      </p:cBhvr>
                                      <p:to>
                                        <p:strVal val="visible"/>
                                      </p:to>
                                    </p:set>
                                    <p:animEffect transition="in" filter="fade">
                                      <p:cBhvr>
                                        <p:cTn id="99" dur="500"/>
                                        <p:tgtEl>
                                          <p:spTgt spid="102">
                                            <p:txEl>
                                              <p:pRg st="0" end="0"/>
                                            </p:txEl>
                                          </p:spTgt>
                                        </p:tgtEl>
                                      </p:cBhvr>
                                    </p:animEffect>
                                    <p:anim calcmode="lin" valueType="num">
                                      <p:cBhvr>
                                        <p:cTn id="100" dur="500" fill="hold"/>
                                        <p:tgtEl>
                                          <p:spTgt spid="102">
                                            <p:txEl>
                                              <p:pRg st="0" end="0"/>
                                            </p:txEl>
                                          </p:spTgt>
                                        </p:tgtEl>
                                        <p:attrNameLst>
                                          <p:attrName>ppt_x</p:attrName>
                                        </p:attrNameLst>
                                      </p:cBhvr>
                                      <p:tavLst>
                                        <p:tav tm="0">
                                          <p:val>
                                            <p:strVal val="#ppt_x"/>
                                          </p:val>
                                        </p:tav>
                                        <p:tav tm="100000">
                                          <p:val>
                                            <p:strVal val="#ppt_x"/>
                                          </p:val>
                                        </p:tav>
                                      </p:tavLst>
                                    </p:anim>
                                    <p:anim calcmode="lin" valueType="num">
                                      <p:cBhvr>
                                        <p:cTn id="101" dur="500" fill="hold"/>
                                        <p:tgtEl>
                                          <p:spTgt spid="102">
                                            <p:txEl>
                                              <p:pRg st="0" end="0"/>
                                            </p:txEl>
                                          </p:spTgt>
                                        </p:tgtEl>
                                        <p:attrNameLst>
                                          <p:attrName>ppt_y</p:attrName>
                                        </p:attrNameLst>
                                      </p:cBhvr>
                                      <p:tavLst>
                                        <p:tav tm="0">
                                          <p:val>
                                            <p:strVal val="#ppt_y+.1"/>
                                          </p:val>
                                        </p:tav>
                                        <p:tav tm="100000">
                                          <p:val>
                                            <p:strVal val="#ppt_y"/>
                                          </p:val>
                                        </p:tav>
                                      </p:tavLst>
                                    </p:anim>
                                  </p:childTnLst>
                                </p:cTn>
                              </p:par>
                            </p:childTnLst>
                          </p:cTn>
                        </p:par>
                        <p:par>
                          <p:cTn id="102" fill="hold">
                            <p:stCondLst>
                              <p:cond delay="6400"/>
                            </p:stCondLst>
                            <p:childTnLst>
                              <p:par>
                                <p:cTn id="103" presetID="20" presetClass="entr" presetSubtype="0" fill="hold" grpId="0" nodeType="afterEffect">
                                  <p:stCondLst>
                                    <p:cond delay="0"/>
                                  </p:stCondLst>
                                  <p:childTnLst>
                                    <p:set>
                                      <p:cBhvr>
                                        <p:cTn id="104" dur="1" fill="hold">
                                          <p:stCondLst>
                                            <p:cond delay="0"/>
                                          </p:stCondLst>
                                        </p:cTn>
                                        <p:tgtEl>
                                          <p:spTgt spid="106"/>
                                        </p:tgtEl>
                                        <p:attrNameLst>
                                          <p:attrName>style.visibility</p:attrName>
                                        </p:attrNameLst>
                                      </p:cBhvr>
                                      <p:to>
                                        <p:strVal val="visible"/>
                                      </p:to>
                                    </p:set>
                                    <p:animEffect transition="in" filter="wedge">
                                      <p:cBhvr>
                                        <p:cTn id="105" dur="300"/>
                                        <p:tgtEl>
                                          <p:spTgt spid="106"/>
                                        </p:tgtEl>
                                      </p:cBhvr>
                                    </p:animEffect>
                                  </p:childTnLst>
                                </p:cTn>
                              </p:par>
                            </p:childTnLst>
                          </p:cTn>
                        </p:par>
                        <p:par>
                          <p:cTn id="106" fill="hold">
                            <p:stCondLst>
                              <p:cond delay="6700"/>
                            </p:stCondLst>
                            <p:childTnLst>
                              <p:par>
                                <p:cTn id="107" presetID="53" presetClass="entr" presetSubtype="16" fill="hold" grpId="0" nodeType="afterEffect">
                                  <p:stCondLst>
                                    <p:cond delay="0"/>
                                  </p:stCondLst>
                                  <p:childTnLst>
                                    <p:set>
                                      <p:cBhvr>
                                        <p:cTn id="108" dur="1" fill="hold">
                                          <p:stCondLst>
                                            <p:cond delay="0"/>
                                          </p:stCondLst>
                                        </p:cTn>
                                        <p:tgtEl>
                                          <p:spTgt spid="107"/>
                                        </p:tgtEl>
                                        <p:attrNameLst>
                                          <p:attrName>style.visibility</p:attrName>
                                        </p:attrNameLst>
                                      </p:cBhvr>
                                      <p:to>
                                        <p:strVal val="visible"/>
                                      </p:to>
                                    </p:set>
                                    <p:anim calcmode="lin" valueType="num">
                                      <p:cBhvr>
                                        <p:cTn id="109" dur="300" fill="hold"/>
                                        <p:tgtEl>
                                          <p:spTgt spid="107"/>
                                        </p:tgtEl>
                                        <p:attrNameLst>
                                          <p:attrName>ppt_w</p:attrName>
                                        </p:attrNameLst>
                                      </p:cBhvr>
                                      <p:tavLst>
                                        <p:tav tm="0">
                                          <p:val>
                                            <p:fltVal val="0"/>
                                          </p:val>
                                        </p:tav>
                                        <p:tav tm="100000">
                                          <p:val>
                                            <p:strVal val="#ppt_w"/>
                                          </p:val>
                                        </p:tav>
                                      </p:tavLst>
                                    </p:anim>
                                    <p:anim calcmode="lin" valueType="num">
                                      <p:cBhvr>
                                        <p:cTn id="110" dur="300" fill="hold"/>
                                        <p:tgtEl>
                                          <p:spTgt spid="107"/>
                                        </p:tgtEl>
                                        <p:attrNameLst>
                                          <p:attrName>ppt_h</p:attrName>
                                        </p:attrNameLst>
                                      </p:cBhvr>
                                      <p:tavLst>
                                        <p:tav tm="0">
                                          <p:val>
                                            <p:fltVal val="0"/>
                                          </p:val>
                                        </p:tav>
                                        <p:tav tm="100000">
                                          <p:val>
                                            <p:strVal val="#ppt_h"/>
                                          </p:val>
                                        </p:tav>
                                      </p:tavLst>
                                    </p:anim>
                                    <p:animEffect transition="in" filter="fade">
                                      <p:cBhvr>
                                        <p:cTn id="111" dur="300"/>
                                        <p:tgtEl>
                                          <p:spTgt spid="107"/>
                                        </p:tgtEl>
                                      </p:cBhvr>
                                    </p:animEffect>
                                  </p:childTnLst>
                                </p:cTn>
                              </p:par>
                            </p:childTnLst>
                          </p:cTn>
                        </p:par>
                        <p:par>
                          <p:cTn id="112" fill="hold">
                            <p:stCondLst>
                              <p:cond delay="7000"/>
                            </p:stCondLst>
                            <p:childTnLst>
                              <p:par>
                                <p:cTn id="113" presetID="53" presetClass="entr" presetSubtype="16" fill="hold" grpId="0" nodeType="afterEffect">
                                  <p:stCondLst>
                                    <p:cond delay="0"/>
                                  </p:stCondLst>
                                  <p:childTnLst>
                                    <p:set>
                                      <p:cBhvr>
                                        <p:cTn id="114" dur="1" fill="hold">
                                          <p:stCondLst>
                                            <p:cond delay="0"/>
                                          </p:stCondLst>
                                        </p:cTn>
                                        <p:tgtEl>
                                          <p:spTgt spid="108">
                                            <p:txEl>
                                              <p:pRg st="0" end="0"/>
                                            </p:txEl>
                                          </p:spTgt>
                                        </p:tgtEl>
                                        <p:attrNameLst>
                                          <p:attrName>style.visibility</p:attrName>
                                        </p:attrNameLst>
                                      </p:cBhvr>
                                      <p:to>
                                        <p:strVal val="visible"/>
                                      </p:to>
                                    </p:set>
                                    <p:anim calcmode="lin" valueType="num">
                                      <p:cBhvr>
                                        <p:cTn id="115" dur="300" fill="hold"/>
                                        <p:tgtEl>
                                          <p:spTgt spid="108">
                                            <p:txEl>
                                              <p:pRg st="0" end="0"/>
                                            </p:txEl>
                                          </p:spTgt>
                                        </p:tgtEl>
                                        <p:attrNameLst>
                                          <p:attrName>ppt_w</p:attrName>
                                        </p:attrNameLst>
                                      </p:cBhvr>
                                      <p:tavLst>
                                        <p:tav tm="0">
                                          <p:val>
                                            <p:fltVal val="0"/>
                                          </p:val>
                                        </p:tav>
                                        <p:tav tm="100000">
                                          <p:val>
                                            <p:strVal val="#ppt_w"/>
                                          </p:val>
                                        </p:tav>
                                      </p:tavLst>
                                    </p:anim>
                                    <p:anim calcmode="lin" valueType="num">
                                      <p:cBhvr>
                                        <p:cTn id="116" dur="300" fill="hold"/>
                                        <p:tgtEl>
                                          <p:spTgt spid="108">
                                            <p:txEl>
                                              <p:pRg st="0" end="0"/>
                                            </p:txEl>
                                          </p:spTgt>
                                        </p:tgtEl>
                                        <p:attrNameLst>
                                          <p:attrName>ppt_h</p:attrName>
                                        </p:attrNameLst>
                                      </p:cBhvr>
                                      <p:tavLst>
                                        <p:tav tm="0">
                                          <p:val>
                                            <p:fltVal val="0"/>
                                          </p:val>
                                        </p:tav>
                                        <p:tav tm="100000">
                                          <p:val>
                                            <p:strVal val="#ppt_h"/>
                                          </p:val>
                                        </p:tav>
                                      </p:tavLst>
                                    </p:anim>
                                    <p:animEffect transition="in" filter="fade">
                                      <p:cBhvr>
                                        <p:cTn id="117" dur="300"/>
                                        <p:tgtEl>
                                          <p:spTgt spid="108">
                                            <p:txEl>
                                              <p:pRg st="0" end="0"/>
                                            </p:txEl>
                                          </p:spTgt>
                                        </p:tgtEl>
                                      </p:cBhvr>
                                    </p:animEffect>
                                  </p:childTnLst>
                                </p:cTn>
                              </p:par>
                              <p:par>
                                <p:cTn id="118" presetID="10" presetClass="entr" presetSubtype="0" fill="hold" grpId="0" nodeType="withEffect">
                                  <p:stCondLst>
                                    <p:cond delay="800"/>
                                  </p:stCondLst>
                                  <p:childTnLst>
                                    <p:set>
                                      <p:cBhvr>
                                        <p:cTn id="119" dur="1" fill="hold">
                                          <p:stCondLst>
                                            <p:cond delay="0"/>
                                          </p:stCondLst>
                                        </p:cTn>
                                        <p:tgtEl>
                                          <p:spTgt spid="109">
                                            <p:txEl>
                                              <p:pRg st="0" end="0"/>
                                            </p:txEl>
                                          </p:spTgt>
                                        </p:tgtEl>
                                        <p:attrNameLst>
                                          <p:attrName>style.visibility</p:attrName>
                                        </p:attrNameLst>
                                      </p:cBhvr>
                                      <p:to>
                                        <p:strVal val="visible"/>
                                      </p:to>
                                    </p:set>
                                    <p:animEffect transition="in" filter="fade">
                                      <p:cBhvr>
                                        <p:cTn id="120" dur="500"/>
                                        <p:tgtEl>
                                          <p:spTgt spid="109">
                                            <p:txEl>
                                              <p:pRg st="0" end="0"/>
                                            </p:txEl>
                                          </p:spTgt>
                                        </p:tgtEl>
                                      </p:cBhvr>
                                    </p:animEffect>
                                  </p:childTnLst>
                                </p:cTn>
                              </p:par>
                              <p:par>
                                <p:cTn id="121" presetID="42" presetClass="entr" presetSubtype="0" fill="hold" grpId="0" nodeType="withEffect">
                                  <p:stCondLst>
                                    <p:cond delay="200"/>
                                  </p:stCondLst>
                                  <p:childTnLst>
                                    <p:set>
                                      <p:cBhvr>
                                        <p:cTn id="122" dur="1" fill="hold">
                                          <p:stCondLst>
                                            <p:cond delay="0"/>
                                          </p:stCondLst>
                                        </p:cTn>
                                        <p:tgtEl>
                                          <p:spTgt spid="110">
                                            <p:txEl>
                                              <p:pRg st="0" end="0"/>
                                            </p:txEl>
                                          </p:spTgt>
                                        </p:tgtEl>
                                        <p:attrNameLst>
                                          <p:attrName>style.visibility</p:attrName>
                                        </p:attrNameLst>
                                      </p:cBhvr>
                                      <p:to>
                                        <p:strVal val="visible"/>
                                      </p:to>
                                    </p:set>
                                    <p:animEffect transition="in" filter="fade">
                                      <p:cBhvr>
                                        <p:cTn id="123" dur="400"/>
                                        <p:tgtEl>
                                          <p:spTgt spid="110">
                                            <p:txEl>
                                              <p:pRg st="0" end="0"/>
                                            </p:txEl>
                                          </p:spTgt>
                                        </p:tgtEl>
                                      </p:cBhvr>
                                    </p:animEffect>
                                    <p:anim calcmode="lin" valueType="num">
                                      <p:cBhvr>
                                        <p:cTn id="124" dur="400" fill="hold"/>
                                        <p:tgtEl>
                                          <p:spTgt spid="110">
                                            <p:txEl>
                                              <p:pRg st="0" end="0"/>
                                            </p:txEl>
                                          </p:spTgt>
                                        </p:tgtEl>
                                        <p:attrNameLst>
                                          <p:attrName>ppt_x</p:attrName>
                                        </p:attrNameLst>
                                      </p:cBhvr>
                                      <p:tavLst>
                                        <p:tav tm="0">
                                          <p:val>
                                            <p:strVal val="#ppt_x"/>
                                          </p:val>
                                        </p:tav>
                                        <p:tav tm="100000">
                                          <p:val>
                                            <p:strVal val="#ppt_x"/>
                                          </p:val>
                                        </p:tav>
                                      </p:tavLst>
                                    </p:anim>
                                    <p:anim calcmode="lin" valueType="num">
                                      <p:cBhvr>
                                        <p:cTn id="125" dur="400" fill="hold"/>
                                        <p:tgtEl>
                                          <p:spTgt spid="110">
                                            <p:txEl>
                                              <p:pRg st="0" end="0"/>
                                            </p:txEl>
                                          </p:spTgt>
                                        </p:tgtEl>
                                        <p:attrNameLst>
                                          <p:attrName>ppt_y</p:attrName>
                                        </p:attrNameLst>
                                      </p:cBhvr>
                                      <p:tavLst>
                                        <p:tav tm="0">
                                          <p:val>
                                            <p:strVal val="#ppt_y+.1"/>
                                          </p:val>
                                        </p:tav>
                                        <p:tav tm="100000">
                                          <p:val>
                                            <p:strVal val="#ppt_y"/>
                                          </p:val>
                                        </p:tav>
                                      </p:tavLst>
                                    </p:anim>
                                  </p:childTnLst>
                                </p:cTn>
                              </p:par>
                              <p:par>
                                <p:cTn id="126" presetID="42" presetClass="entr" presetSubtype="0" fill="hold" grpId="0" nodeType="withEffect">
                                  <p:stCondLst>
                                    <p:cond delay="200"/>
                                  </p:stCondLst>
                                  <p:childTnLst>
                                    <p:set>
                                      <p:cBhvr>
                                        <p:cTn id="127" dur="1" fill="hold">
                                          <p:stCondLst>
                                            <p:cond delay="0"/>
                                          </p:stCondLst>
                                        </p:cTn>
                                        <p:tgtEl>
                                          <p:spTgt spid="111">
                                            <p:txEl>
                                              <p:pRg st="0" end="0"/>
                                            </p:txEl>
                                          </p:spTgt>
                                        </p:tgtEl>
                                        <p:attrNameLst>
                                          <p:attrName>style.visibility</p:attrName>
                                        </p:attrNameLst>
                                      </p:cBhvr>
                                      <p:to>
                                        <p:strVal val="visible"/>
                                      </p:to>
                                    </p:set>
                                    <p:animEffect transition="in" filter="fade">
                                      <p:cBhvr>
                                        <p:cTn id="128" dur="500"/>
                                        <p:tgtEl>
                                          <p:spTgt spid="111">
                                            <p:txEl>
                                              <p:pRg st="0" end="0"/>
                                            </p:txEl>
                                          </p:spTgt>
                                        </p:tgtEl>
                                      </p:cBhvr>
                                    </p:animEffect>
                                    <p:anim calcmode="lin" valueType="num">
                                      <p:cBhvr>
                                        <p:cTn id="129" dur="500" fill="hold"/>
                                        <p:tgtEl>
                                          <p:spTgt spid="111">
                                            <p:txEl>
                                              <p:pRg st="0" end="0"/>
                                            </p:txEl>
                                          </p:spTgt>
                                        </p:tgtEl>
                                        <p:attrNameLst>
                                          <p:attrName>ppt_x</p:attrName>
                                        </p:attrNameLst>
                                      </p:cBhvr>
                                      <p:tavLst>
                                        <p:tav tm="0">
                                          <p:val>
                                            <p:strVal val="#ppt_x"/>
                                          </p:val>
                                        </p:tav>
                                        <p:tav tm="100000">
                                          <p:val>
                                            <p:strVal val="#ppt_x"/>
                                          </p:val>
                                        </p:tav>
                                      </p:tavLst>
                                    </p:anim>
                                    <p:anim calcmode="lin" valueType="num">
                                      <p:cBhvr>
                                        <p:cTn id="130" dur="500" fill="hold"/>
                                        <p:tgtEl>
                                          <p:spTgt spid="11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P spid="18" grpId="0" animBg="1"/>
      <p:bldP spid="20" grpId="0" animBg="1"/>
      <p:bldP spid="31" grpId="0" build="p">
        <p:tmplLst>
          <p:tmpl lvl="1">
            <p:tnLst>
              <p:par>
                <p:cTn presetID="53" presetClass="entr" presetSubtype="16"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 calcmode="lin" valueType="num">
                      <p:cBhvr>
                        <p:cTn dur="300" fill="hold"/>
                        <p:tgtEl>
                          <p:spTgt spid="31"/>
                        </p:tgtEl>
                        <p:attrNameLst>
                          <p:attrName>ppt_w</p:attrName>
                        </p:attrNameLst>
                      </p:cBhvr>
                      <p:tavLst>
                        <p:tav tm="0">
                          <p:val>
                            <p:fltVal val="0"/>
                          </p:val>
                        </p:tav>
                        <p:tav tm="100000">
                          <p:val>
                            <p:strVal val="#ppt_w"/>
                          </p:val>
                        </p:tav>
                      </p:tavLst>
                    </p:anim>
                    <p:anim calcmode="lin" valueType="num">
                      <p:cBhvr>
                        <p:cTn dur="300" fill="hold"/>
                        <p:tgtEl>
                          <p:spTgt spid="31"/>
                        </p:tgtEl>
                        <p:attrNameLst>
                          <p:attrName>ppt_h</p:attrName>
                        </p:attrNameLst>
                      </p:cBhvr>
                      <p:tavLst>
                        <p:tav tm="0">
                          <p:val>
                            <p:fltVal val="0"/>
                          </p:val>
                        </p:tav>
                        <p:tav tm="100000">
                          <p:val>
                            <p:strVal val="#ppt_h"/>
                          </p:val>
                        </p:tav>
                      </p:tavLst>
                    </p:anim>
                    <p:animEffect transition="in" filter="fade">
                      <p:cBhvr>
                        <p:cTn dur="300"/>
                        <p:tgtEl>
                          <p:spTgt spid="31"/>
                        </p:tgtEl>
                      </p:cBhvr>
                    </p:animEffect>
                  </p:childTnLst>
                </p:cTn>
              </p:par>
            </p:tnLst>
          </p:tmpl>
        </p:tmplLst>
      </p:bldP>
      <p:bldP spid="64" grpId="0" build="p">
        <p:tmplLst>
          <p:tmpl lvl="1">
            <p:tnLst>
              <p:par>
                <p:cTn presetID="10" presetClass="entr" presetSubtype="0" fill="hold" nodeType="withEffect">
                  <p:stCondLst>
                    <p:cond delay="800"/>
                  </p:st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42" presetClass="entr" presetSubtype="0" fill="hold" nodeType="withEffect">
                  <p:stCondLst>
                    <p:cond delay="200"/>
                  </p:stCondLst>
                  <p:childTnLst>
                    <p:set>
                      <p:cBhvr>
                        <p:cTn dur="1" fill="hold">
                          <p:stCondLst>
                            <p:cond delay="0"/>
                          </p:stCondLst>
                        </p:cTn>
                        <p:tgtEl>
                          <p:spTgt spid="65"/>
                        </p:tgtEl>
                        <p:attrNameLst>
                          <p:attrName>style.visibility</p:attrName>
                        </p:attrNameLst>
                      </p:cBhvr>
                      <p:to>
                        <p:strVal val="visible"/>
                      </p:to>
                    </p:set>
                    <p:animEffect transition="in" filter="fade">
                      <p:cBhvr>
                        <p:cTn dur="400"/>
                        <p:tgtEl>
                          <p:spTgt spid="65"/>
                        </p:tgtEl>
                      </p:cBhvr>
                    </p:animEffect>
                    <p:anim calcmode="lin" valueType="num">
                      <p:cBhvr>
                        <p:cTn dur="400" fill="hold"/>
                        <p:tgtEl>
                          <p:spTgt spid="65"/>
                        </p:tgtEl>
                        <p:attrNameLst>
                          <p:attrName>ppt_x</p:attrName>
                        </p:attrNameLst>
                      </p:cBhvr>
                      <p:tavLst>
                        <p:tav tm="0">
                          <p:val>
                            <p:strVal val="#ppt_x"/>
                          </p:val>
                        </p:tav>
                        <p:tav tm="100000">
                          <p:val>
                            <p:strVal val="#ppt_x"/>
                          </p:val>
                        </p:tav>
                      </p:tavLst>
                    </p:anim>
                    <p:anim calcmode="lin" valueType="num">
                      <p:cBhvr>
                        <p:cTn dur="400" fill="hold"/>
                        <p:tgtEl>
                          <p:spTgt spid="65"/>
                        </p:tgtEl>
                        <p:attrNameLst>
                          <p:attrName>ppt_y</p:attrName>
                        </p:attrNameLst>
                      </p:cBhvr>
                      <p:tavLst>
                        <p:tav tm="0">
                          <p:val>
                            <p:strVal val="#ppt_y+.1"/>
                          </p:val>
                        </p:tav>
                        <p:tav tm="100000">
                          <p:val>
                            <p:strVal val="#ppt_y"/>
                          </p:val>
                        </p:tav>
                      </p:tavLst>
                    </p:anim>
                  </p:childTnLst>
                </p:cTn>
              </p:par>
            </p:tnLst>
          </p:tmpl>
        </p:tmplLst>
      </p:bldP>
      <p:bldP spid="66" grpId="0" build="p">
        <p:tmplLst>
          <p:tmpl lvl="1">
            <p:tnLst>
              <p:par>
                <p:cTn presetID="42" presetClass="entr" presetSubtype="0" fill="hold" nodeType="withEffect">
                  <p:stCondLst>
                    <p:cond delay="200"/>
                  </p:stCondLst>
                  <p:childTnLst>
                    <p:set>
                      <p:cBhvr>
                        <p:cTn dur="1" fill="hold">
                          <p:stCondLst>
                            <p:cond delay="0"/>
                          </p:stCondLst>
                        </p:cTn>
                        <p:tgtEl>
                          <p:spTgt spid="66"/>
                        </p:tgtEl>
                        <p:attrNameLst>
                          <p:attrName>style.visibility</p:attrName>
                        </p:attrNameLst>
                      </p:cBhvr>
                      <p:to>
                        <p:strVal val="visible"/>
                      </p:to>
                    </p:set>
                    <p:animEffect transition="in" filter="fade">
                      <p:cBhvr>
                        <p:cTn dur="500"/>
                        <p:tgtEl>
                          <p:spTgt spid="66"/>
                        </p:tgtEl>
                      </p:cBhvr>
                    </p:animEffect>
                    <p:anim calcmode="lin" valueType="num">
                      <p:cBhvr>
                        <p:cTn dur="500" fill="hold"/>
                        <p:tgtEl>
                          <p:spTgt spid="66"/>
                        </p:tgtEl>
                        <p:attrNameLst>
                          <p:attrName>ppt_x</p:attrName>
                        </p:attrNameLst>
                      </p:cBhvr>
                      <p:tavLst>
                        <p:tav tm="0">
                          <p:val>
                            <p:strVal val="#ppt_x"/>
                          </p:val>
                        </p:tav>
                        <p:tav tm="100000">
                          <p:val>
                            <p:strVal val="#ppt_x"/>
                          </p:val>
                        </p:tav>
                      </p:tavLst>
                    </p:anim>
                    <p:anim calcmode="lin" valueType="num">
                      <p:cBhvr>
                        <p:cTn dur="500" fill="hold"/>
                        <p:tgtEl>
                          <p:spTgt spid="66"/>
                        </p:tgtEl>
                        <p:attrNameLst>
                          <p:attrName>ppt_y</p:attrName>
                        </p:attrNameLst>
                      </p:cBhvr>
                      <p:tavLst>
                        <p:tav tm="0">
                          <p:val>
                            <p:strVal val="#ppt_y+.1"/>
                          </p:val>
                        </p:tav>
                        <p:tav tm="100000">
                          <p:val>
                            <p:strVal val="#ppt_y"/>
                          </p:val>
                        </p:tav>
                      </p:tavLst>
                    </p:anim>
                  </p:childTnLst>
                </p:cTn>
              </p:par>
            </p:tnLst>
          </p:tmpl>
        </p:tmplLst>
      </p:bldP>
      <p:bldP spid="76" grpId="0" animBg="1"/>
      <p:bldP spid="77" grpId="0" animBg="1"/>
      <p:bldP spid="82" grpId="0" build="p">
        <p:tmplLst>
          <p:tmpl lvl="1">
            <p:tnLst>
              <p:par>
                <p:cTn presetID="53" presetClass="entr" presetSubtype="16"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 calcmode="lin" valueType="num">
                      <p:cBhvr>
                        <p:cTn dur="300" fill="hold"/>
                        <p:tgtEl>
                          <p:spTgt spid="82"/>
                        </p:tgtEl>
                        <p:attrNameLst>
                          <p:attrName>ppt_w</p:attrName>
                        </p:attrNameLst>
                      </p:cBhvr>
                      <p:tavLst>
                        <p:tav tm="0">
                          <p:val>
                            <p:fltVal val="0"/>
                          </p:val>
                        </p:tav>
                        <p:tav tm="100000">
                          <p:val>
                            <p:strVal val="#ppt_w"/>
                          </p:val>
                        </p:tav>
                      </p:tavLst>
                    </p:anim>
                    <p:anim calcmode="lin" valueType="num">
                      <p:cBhvr>
                        <p:cTn dur="300" fill="hold"/>
                        <p:tgtEl>
                          <p:spTgt spid="82"/>
                        </p:tgtEl>
                        <p:attrNameLst>
                          <p:attrName>ppt_h</p:attrName>
                        </p:attrNameLst>
                      </p:cBhvr>
                      <p:tavLst>
                        <p:tav tm="0">
                          <p:val>
                            <p:fltVal val="0"/>
                          </p:val>
                        </p:tav>
                        <p:tav tm="100000">
                          <p:val>
                            <p:strVal val="#ppt_h"/>
                          </p:val>
                        </p:tav>
                      </p:tavLst>
                    </p:anim>
                    <p:animEffect transition="in" filter="fade">
                      <p:cBhvr>
                        <p:cTn dur="300"/>
                        <p:tgtEl>
                          <p:spTgt spid="82"/>
                        </p:tgtEl>
                      </p:cBhvr>
                    </p:animEffect>
                  </p:childTnLst>
                </p:cTn>
              </p:par>
            </p:tnLst>
          </p:tmpl>
        </p:tmplLst>
      </p:bldP>
      <p:bldP spid="85" grpId="0" build="p">
        <p:tmplLst>
          <p:tmpl lvl="1">
            <p:tnLst>
              <p:par>
                <p:cTn presetID="10" presetClass="entr" presetSubtype="0" fill="hold" nodeType="withEffect">
                  <p:stCondLst>
                    <p:cond delay="800"/>
                  </p:stCondLst>
                  <p:childTnLst>
                    <p:set>
                      <p:cBhvr>
                        <p:cTn dur="1" fill="hold">
                          <p:stCondLst>
                            <p:cond delay="0"/>
                          </p:stCondLst>
                        </p:cTn>
                        <p:tgtEl>
                          <p:spTgt spid="85"/>
                        </p:tgtEl>
                        <p:attrNameLst>
                          <p:attrName>style.visibility</p:attrName>
                        </p:attrNameLst>
                      </p:cBhvr>
                      <p:to>
                        <p:strVal val="visible"/>
                      </p:to>
                    </p:set>
                    <p:animEffect transition="in" filter="fade">
                      <p:cBhvr>
                        <p:cTn dur="500"/>
                        <p:tgtEl>
                          <p:spTgt spid="85"/>
                        </p:tgtEl>
                      </p:cBhvr>
                    </p:animEffect>
                  </p:childTnLst>
                </p:cTn>
              </p:par>
            </p:tnLst>
          </p:tmpl>
        </p:tmplLst>
      </p:bldP>
      <p:bldP spid="86" grpId="0" build="p">
        <p:tmplLst>
          <p:tmpl lvl="1">
            <p:tnLst>
              <p:par>
                <p:cTn presetID="42" presetClass="entr" presetSubtype="0" fill="hold" nodeType="withEffect">
                  <p:stCondLst>
                    <p:cond delay="200"/>
                  </p:stCondLst>
                  <p:childTnLst>
                    <p:set>
                      <p:cBhvr>
                        <p:cTn dur="1" fill="hold">
                          <p:stCondLst>
                            <p:cond delay="0"/>
                          </p:stCondLst>
                        </p:cTn>
                        <p:tgtEl>
                          <p:spTgt spid="86"/>
                        </p:tgtEl>
                        <p:attrNameLst>
                          <p:attrName>style.visibility</p:attrName>
                        </p:attrNameLst>
                      </p:cBhvr>
                      <p:to>
                        <p:strVal val="visible"/>
                      </p:to>
                    </p:set>
                    <p:animEffect transition="in" filter="fade">
                      <p:cBhvr>
                        <p:cTn dur="400"/>
                        <p:tgtEl>
                          <p:spTgt spid="86"/>
                        </p:tgtEl>
                      </p:cBhvr>
                    </p:animEffect>
                    <p:anim calcmode="lin" valueType="num">
                      <p:cBhvr>
                        <p:cTn dur="400" fill="hold"/>
                        <p:tgtEl>
                          <p:spTgt spid="86"/>
                        </p:tgtEl>
                        <p:attrNameLst>
                          <p:attrName>ppt_x</p:attrName>
                        </p:attrNameLst>
                      </p:cBhvr>
                      <p:tavLst>
                        <p:tav tm="0">
                          <p:val>
                            <p:strVal val="#ppt_x"/>
                          </p:val>
                        </p:tav>
                        <p:tav tm="100000">
                          <p:val>
                            <p:strVal val="#ppt_x"/>
                          </p:val>
                        </p:tav>
                      </p:tavLst>
                    </p:anim>
                    <p:anim calcmode="lin" valueType="num">
                      <p:cBhvr>
                        <p:cTn dur="400" fill="hold"/>
                        <p:tgtEl>
                          <p:spTgt spid="86"/>
                        </p:tgtEl>
                        <p:attrNameLst>
                          <p:attrName>ppt_y</p:attrName>
                        </p:attrNameLst>
                      </p:cBhvr>
                      <p:tavLst>
                        <p:tav tm="0">
                          <p:val>
                            <p:strVal val="#ppt_y+.1"/>
                          </p:val>
                        </p:tav>
                        <p:tav tm="100000">
                          <p:val>
                            <p:strVal val="#ppt_y"/>
                          </p:val>
                        </p:tav>
                      </p:tavLst>
                    </p:anim>
                  </p:childTnLst>
                </p:cTn>
              </p:par>
            </p:tnLst>
          </p:tmpl>
        </p:tmplLst>
      </p:bldP>
      <p:bldP spid="87" grpId="0" build="p">
        <p:tmplLst>
          <p:tmpl lvl="1">
            <p:tnLst>
              <p:par>
                <p:cTn presetID="42" presetClass="entr" presetSubtype="0" fill="hold" nodeType="withEffect">
                  <p:stCondLst>
                    <p:cond delay="200"/>
                  </p:stCondLst>
                  <p:childTnLst>
                    <p:set>
                      <p:cBhvr>
                        <p:cTn dur="1" fill="hold">
                          <p:stCondLst>
                            <p:cond delay="0"/>
                          </p:stCondLst>
                        </p:cTn>
                        <p:tgtEl>
                          <p:spTgt spid="87"/>
                        </p:tgtEl>
                        <p:attrNameLst>
                          <p:attrName>style.visibility</p:attrName>
                        </p:attrNameLst>
                      </p:cBhvr>
                      <p:to>
                        <p:strVal val="visible"/>
                      </p:to>
                    </p:set>
                    <p:animEffect transition="in" filter="fade">
                      <p:cBhvr>
                        <p:cTn dur="500"/>
                        <p:tgtEl>
                          <p:spTgt spid="87"/>
                        </p:tgtEl>
                      </p:cBhvr>
                    </p:animEffect>
                    <p:anim calcmode="lin" valueType="num">
                      <p:cBhvr>
                        <p:cTn dur="500" fill="hold"/>
                        <p:tgtEl>
                          <p:spTgt spid="87"/>
                        </p:tgtEl>
                        <p:attrNameLst>
                          <p:attrName>ppt_x</p:attrName>
                        </p:attrNameLst>
                      </p:cBhvr>
                      <p:tavLst>
                        <p:tav tm="0">
                          <p:val>
                            <p:strVal val="#ppt_x"/>
                          </p:val>
                        </p:tav>
                        <p:tav tm="100000">
                          <p:val>
                            <p:strVal val="#ppt_x"/>
                          </p:val>
                        </p:tav>
                      </p:tavLst>
                    </p:anim>
                    <p:anim calcmode="lin" valueType="num">
                      <p:cBhvr>
                        <p:cTn dur="500" fill="hold"/>
                        <p:tgtEl>
                          <p:spTgt spid="87"/>
                        </p:tgtEl>
                        <p:attrNameLst>
                          <p:attrName>ppt_y</p:attrName>
                        </p:attrNameLst>
                      </p:cBhvr>
                      <p:tavLst>
                        <p:tav tm="0">
                          <p:val>
                            <p:strVal val="#ppt_y+.1"/>
                          </p:val>
                        </p:tav>
                        <p:tav tm="100000">
                          <p:val>
                            <p:strVal val="#ppt_y"/>
                          </p:val>
                        </p:tav>
                      </p:tavLst>
                    </p:anim>
                  </p:childTnLst>
                </p:cTn>
              </p:par>
            </p:tnLst>
          </p:tmpl>
        </p:tmplLst>
      </p:bldP>
      <p:bldP spid="94" grpId="0" animBg="1"/>
      <p:bldP spid="95" grpId="0" animBg="1"/>
      <p:bldP spid="98" grpId="0" build="p">
        <p:tmplLst>
          <p:tmpl lvl="1">
            <p:tnLst>
              <p:par>
                <p:cTn presetID="53" presetClass="entr" presetSubtype="16" fill="hold" nodeType="afterEffect">
                  <p:stCondLst>
                    <p:cond delay="0"/>
                  </p:stCondLst>
                  <p:childTnLst>
                    <p:set>
                      <p:cBhvr>
                        <p:cTn dur="1" fill="hold">
                          <p:stCondLst>
                            <p:cond delay="0"/>
                          </p:stCondLst>
                        </p:cTn>
                        <p:tgtEl>
                          <p:spTgt spid="98"/>
                        </p:tgtEl>
                        <p:attrNameLst>
                          <p:attrName>style.visibility</p:attrName>
                        </p:attrNameLst>
                      </p:cBhvr>
                      <p:to>
                        <p:strVal val="visible"/>
                      </p:to>
                    </p:set>
                    <p:anim calcmode="lin" valueType="num">
                      <p:cBhvr>
                        <p:cTn dur="300" fill="hold"/>
                        <p:tgtEl>
                          <p:spTgt spid="98"/>
                        </p:tgtEl>
                        <p:attrNameLst>
                          <p:attrName>ppt_w</p:attrName>
                        </p:attrNameLst>
                      </p:cBhvr>
                      <p:tavLst>
                        <p:tav tm="0">
                          <p:val>
                            <p:fltVal val="0"/>
                          </p:val>
                        </p:tav>
                        <p:tav tm="100000">
                          <p:val>
                            <p:strVal val="#ppt_w"/>
                          </p:val>
                        </p:tav>
                      </p:tavLst>
                    </p:anim>
                    <p:anim calcmode="lin" valueType="num">
                      <p:cBhvr>
                        <p:cTn dur="300" fill="hold"/>
                        <p:tgtEl>
                          <p:spTgt spid="98"/>
                        </p:tgtEl>
                        <p:attrNameLst>
                          <p:attrName>ppt_h</p:attrName>
                        </p:attrNameLst>
                      </p:cBhvr>
                      <p:tavLst>
                        <p:tav tm="0">
                          <p:val>
                            <p:fltVal val="0"/>
                          </p:val>
                        </p:tav>
                        <p:tav tm="100000">
                          <p:val>
                            <p:strVal val="#ppt_h"/>
                          </p:val>
                        </p:tav>
                      </p:tavLst>
                    </p:anim>
                    <p:animEffect transition="in" filter="fade">
                      <p:cBhvr>
                        <p:cTn dur="300"/>
                        <p:tgtEl>
                          <p:spTgt spid="98"/>
                        </p:tgtEl>
                      </p:cBhvr>
                    </p:animEffect>
                  </p:childTnLst>
                </p:cTn>
              </p:par>
            </p:tnLst>
          </p:tmpl>
        </p:tmplLst>
      </p:bldP>
      <p:bldP spid="100" grpId="0" build="p">
        <p:tmplLst>
          <p:tmpl lvl="1">
            <p:tnLst>
              <p:par>
                <p:cTn presetID="10" presetClass="entr" presetSubtype="0" fill="hold" nodeType="withEffect">
                  <p:stCondLst>
                    <p:cond delay="800"/>
                  </p:stCondLst>
                  <p:childTnLst>
                    <p:set>
                      <p:cBhvr>
                        <p:cTn dur="1" fill="hold">
                          <p:stCondLst>
                            <p:cond delay="0"/>
                          </p:stCondLst>
                        </p:cTn>
                        <p:tgtEl>
                          <p:spTgt spid="100"/>
                        </p:tgtEl>
                        <p:attrNameLst>
                          <p:attrName>style.visibility</p:attrName>
                        </p:attrNameLst>
                      </p:cBhvr>
                      <p:to>
                        <p:strVal val="visible"/>
                      </p:to>
                    </p:set>
                    <p:animEffect transition="in" filter="fade">
                      <p:cBhvr>
                        <p:cTn dur="500"/>
                        <p:tgtEl>
                          <p:spTgt spid="100"/>
                        </p:tgtEl>
                      </p:cBhvr>
                    </p:animEffect>
                  </p:childTnLst>
                </p:cTn>
              </p:par>
            </p:tnLst>
          </p:tmpl>
        </p:tmplLst>
      </p:bldP>
      <p:bldP spid="101" grpId="0" build="p">
        <p:tmplLst>
          <p:tmpl lvl="1">
            <p:tnLst>
              <p:par>
                <p:cTn presetID="42" presetClass="entr" presetSubtype="0" fill="hold" nodeType="withEffect">
                  <p:stCondLst>
                    <p:cond delay="200"/>
                  </p:stCondLst>
                  <p:childTnLst>
                    <p:set>
                      <p:cBhvr>
                        <p:cTn dur="1" fill="hold">
                          <p:stCondLst>
                            <p:cond delay="0"/>
                          </p:stCondLst>
                        </p:cTn>
                        <p:tgtEl>
                          <p:spTgt spid="101"/>
                        </p:tgtEl>
                        <p:attrNameLst>
                          <p:attrName>style.visibility</p:attrName>
                        </p:attrNameLst>
                      </p:cBhvr>
                      <p:to>
                        <p:strVal val="visible"/>
                      </p:to>
                    </p:set>
                    <p:animEffect transition="in" filter="fade">
                      <p:cBhvr>
                        <p:cTn dur="400"/>
                        <p:tgtEl>
                          <p:spTgt spid="101"/>
                        </p:tgtEl>
                      </p:cBhvr>
                    </p:animEffect>
                    <p:anim calcmode="lin" valueType="num">
                      <p:cBhvr>
                        <p:cTn dur="400" fill="hold"/>
                        <p:tgtEl>
                          <p:spTgt spid="101"/>
                        </p:tgtEl>
                        <p:attrNameLst>
                          <p:attrName>ppt_x</p:attrName>
                        </p:attrNameLst>
                      </p:cBhvr>
                      <p:tavLst>
                        <p:tav tm="0">
                          <p:val>
                            <p:strVal val="#ppt_x"/>
                          </p:val>
                        </p:tav>
                        <p:tav tm="100000">
                          <p:val>
                            <p:strVal val="#ppt_x"/>
                          </p:val>
                        </p:tav>
                      </p:tavLst>
                    </p:anim>
                    <p:anim calcmode="lin" valueType="num">
                      <p:cBhvr>
                        <p:cTn dur="400" fill="hold"/>
                        <p:tgtEl>
                          <p:spTgt spid="101"/>
                        </p:tgtEl>
                        <p:attrNameLst>
                          <p:attrName>ppt_y</p:attrName>
                        </p:attrNameLst>
                      </p:cBhvr>
                      <p:tavLst>
                        <p:tav tm="0">
                          <p:val>
                            <p:strVal val="#ppt_y+.1"/>
                          </p:val>
                        </p:tav>
                        <p:tav tm="100000">
                          <p:val>
                            <p:strVal val="#ppt_y"/>
                          </p:val>
                        </p:tav>
                      </p:tavLst>
                    </p:anim>
                  </p:childTnLst>
                </p:cTn>
              </p:par>
            </p:tnLst>
          </p:tmpl>
        </p:tmplLst>
      </p:bldP>
      <p:bldP spid="102" grpId="0" build="p">
        <p:tmplLst>
          <p:tmpl lvl="1">
            <p:tnLst>
              <p:par>
                <p:cTn presetID="42" presetClass="entr" presetSubtype="0" fill="hold" nodeType="withEffect">
                  <p:stCondLst>
                    <p:cond delay="200"/>
                  </p:stCondLst>
                  <p:childTnLst>
                    <p:set>
                      <p:cBhvr>
                        <p:cTn dur="1" fill="hold">
                          <p:stCondLst>
                            <p:cond delay="0"/>
                          </p:stCondLst>
                        </p:cTn>
                        <p:tgtEl>
                          <p:spTgt spid="102"/>
                        </p:tgtEl>
                        <p:attrNameLst>
                          <p:attrName>style.visibility</p:attrName>
                        </p:attrNameLst>
                      </p:cBhvr>
                      <p:to>
                        <p:strVal val="visible"/>
                      </p:to>
                    </p:set>
                    <p:animEffect transition="in" filter="fade">
                      <p:cBhvr>
                        <p:cTn dur="500"/>
                        <p:tgtEl>
                          <p:spTgt spid="102"/>
                        </p:tgtEl>
                      </p:cBhvr>
                    </p:animEffect>
                    <p:anim calcmode="lin" valueType="num">
                      <p:cBhvr>
                        <p:cTn dur="500" fill="hold"/>
                        <p:tgtEl>
                          <p:spTgt spid="102"/>
                        </p:tgtEl>
                        <p:attrNameLst>
                          <p:attrName>ppt_x</p:attrName>
                        </p:attrNameLst>
                      </p:cBhvr>
                      <p:tavLst>
                        <p:tav tm="0">
                          <p:val>
                            <p:strVal val="#ppt_x"/>
                          </p:val>
                        </p:tav>
                        <p:tav tm="100000">
                          <p:val>
                            <p:strVal val="#ppt_x"/>
                          </p:val>
                        </p:tav>
                      </p:tavLst>
                    </p:anim>
                    <p:anim calcmode="lin" valueType="num">
                      <p:cBhvr>
                        <p:cTn dur="500" fill="hold"/>
                        <p:tgtEl>
                          <p:spTgt spid="102"/>
                        </p:tgtEl>
                        <p:attrNameLst>
                          <p:attrName>ppt_y</p:attrName>
                        </p:attrNameLst>
                      </p:cBhvr>
                      <p:tavLst>
                        <p:tav tm="0">
                          <p:val>
                            <p:strVal val="#ppt_y+.1"/>
                          </p:val>
                        </p:tav>
                        <p:tav tm="100000">
                          <p:val>
                            <p:strVal val="#ppt_y"/>
                          </p:val>
                        </p:tav>
                      </p:tavLst>
                    </p:anim>
                  </p:childTnLst>
                </p:cTn>
              </p:par>
            </p:tnLst>
          </p:tmpl>
        </p:tmplLst>
      </p:bldP>
      <p:bldP spid="106" grpId="0" animBg="1"/>
      <p:bldP spid="107" grpId="0" animBg="1"/>
      <p:bldP spid="108" grpId="0" build="p">
        <p:tmplLst>
          <p:tmpl lvl="1">
            <p:tnLst>
              <p:par>
                <p:cTn presetID="53" presetClass="entr" presetSubtype="16" fill="hold" nodeType="afterEffect">
                  <p:stCondLst>
                    <p:cond delay="0"/>
                  </p:stCondLst>
                  <p:childTnLst>
                    <p:set>
                      <p:cBhvr>
                        <p:cTn dur="1" fill="hold">
                          <p:stCondLst>
                            <p:cond delay="0"/>
                          </p:stCondLst>
                        </p:cTn>
                        <p:tgtEl>
                          <p:spTgt spid="108"/>
                        </p:tgtEl>
                        <p:attrNameLst>
                          <p:attrName>style.visibility</p:attrName>
                        </p:attrNameLst>
                      </p:cBhvr>
                      <p:to>
                        <p:strVal val="visible"/>
                      </p:to>
                    </p:set>
                    <p:anim calcmode="lin" valueType="num">
                      <p:cBhvr>
                        <p:cTn dur="300" fill="hold"/>
                        <p:tgtEl>
                          <p:spTgt spid="108"/>
                        </p:tgtEl>
                        <p:attrNameLst>
                          <p:attrName>ppt_w</p:attrName>
                        </p:attrNameLst>
                      </p:cBhvr>
                      <p:tavLst>
                        <p:tav tm="0">
                          <p:val>
                            <p:fltVal val="0"/>
                          </p:val>
                        </p:tav>
                        <p:tav tm="100000">
                          <p:val>
                            <p:strVal val="#ppt_w"/>
                          </p:val>
                        </p:tav>
                      </p:tavLst>
                    </p:anim>
                    <p:anim calcmode="lin" valueType="num">
                      <p:cBhvr>
                        <p:cTn dur="300" fill="hold"/>
                        <p:tgtEl>
                          <p:spTgt spid="108"/>
                        </p:tgtEl>
                        <p:attrNameLst>
                          <p:attrName>ppt_h</p:attrName>
                        </p:attrNameLst>
                      </p:cBhvr>
                      <p:tavLst>
                        <p:tav tm="0">
                          <p:val>
                            <p:fltVal val="0"/>
                          </p:val>
                        </p:tav>
                        <p:tav tm="100000">
                          <p:val>
                            <p:strVal val="#ppt_h"/>
                          </p:val>
                        </p:tav>
                      </p:tavLst>
                    </p:anim>
                    <p:animEffect transition="in" filter="fade">
                      <p:cBhvr>
                        <p:cTn dur="300"/>
                        <p:tgtEl>
                          <p:spTgt spid="108"/>
                        </p:tgtEl>
                      </p:cBhvr>
                    </p:animEffect>
                  </p:childTnLst>
                </p:cTn>
              </p:par>
            </p:tnLst>
          </p:tmpl>
        </p:tmplLst>
      </p:bldP>
      <p:bldP spid="109" grpId="0" build="p">
        <p:tmplLst>
          <p:tmpl lvl="1">
            <p:tnLst>
              <p:par>
                <p:cTn presetID="10" presetClass="entr" presetSubtype="0" fill="hold" nodeType="withEffect">
                  <p:stCondLst>
                    <p:cond delay="800"/>
                  </p:stCondLst>
                  <p:childTnLst>
                    <p:set>
                      <p:cBhvr>
                        <p:cTn dur="1" fill="hold">
                          <p:stCondLst>
                            <p:cond delay="0"/>
                          </p:stCondLst>
                        </p:cTn>
                        <p:tgtEl>
                          <p:spTgt spid="109"/>
                        </p:tgtEl>
                        <p:attrNameLst>
                          <p:attrName>style.visibility</p:attrName>
                        </p:attrNameLst>
                      </p:cBhvr>
                      <p:to>
                        <p:strVal val="visible"/>
                      </p:to>
                    </p:set>
                    <p:animEffect transition="in" filter="fade">
                      <p:cBhvr>
                        <p:cTn dur="500"/>
                        <p:tgtEl>
                          <p:spTgt spid="109"/>
                        </p:tgtEl>
                      </p:cBhvr>
                    </p:animEffect>
                  </p:childTnLst>
                </p:cTn>
              </p:par>
            </p:tnLst>
          </p:tmpl>
        </p:tmplLst>
      </p:bldP>
      <p:bldP spid="110" grpId="0" build="p">
        <p:tmplLst>
          <p:tmpl lvl="1">
            <p:tnLst>
              <p:par>
                <p:cTn presetID="42" presetClass="entr" presetSubtype="0" fill="hold" nodeType="withEffect">
                  <p:stCondLst>
                    <p:cond delay="200"/>
                  </p:stCondLst>
                  <p:childTnLst>
                    <p:set>
                      <p:cBhvr>
                        <p:cTn dur="1" fill="hold">
                          <p:stCondLst>
                            <p:cond delay="0"/>
                          </p:stCondLst>
                        </p:cTn>
                        <p:tgtEl>
                          <p:spTgt spid="110"/>
                        </p:tgtEl>
                        <p:attrNameLst>
                          <p:attrName>style.visibility</p:attrName>
                        </p:attrNameLst>
                      </p:cBhvr>
                      <p:to>
                        <p:strVal val="visible"/>
                      </p:to>
                    </p:set>
                    <p:animEffect transition="in" filter="fade">
                      <p:cBhvr>
                        <p:cTn dur="400"/>
                        <p:tgtEl>
                          <p:spTgt spid="110"/>
                        </p:tgtEl>
                      </p:cBhvr>
                    </p:animEffect>
                    <p:anim calcmode="lin" valueType="num">
                      <p:cBhvr>
                        <p:cTn dur="400" fill="hold"/>
                        <p:tgtEl>
                          <p:spTgt spid="110"/>
                        </p:tgtEl>
                        <p:attrNameLst>
                          <p:attrName>ppt_x</p:attrName>
                        </p:attrNameLst>
                      </p:cBhvr>
                      <p:tavLst>
                        <p:tav tm="0">
                          <p:val>
                            <p:strVal val="#ppt_x"/>
                          </p:val>
                        </p:tav>
                        <p:tav tm="100000">
                          <p:val>
                            <p:strVal val="#ppt_x"/>
                          </p:val>
                        </p:tav>
                      </p:tavLst>
                    </p:anim>
                    <p:anim calcmode="lin" valueType="num">
                      <p:cBhvr>
                        <p:cTn dur="400" fill="hold"/>
                        <p:tgtEl>
                          <p:spTgt spid="110"/>
                        </p:tgtEl>
                        <p:attrNameLst>
                          <p:attrName>ppt_y</p:attrName>
                        </p:attrNameLst>
                      </p:cBhvr>
                      <p:tavLst>
                        <p:tav tm="0">
                          <p:val>
                            <p:strVal val="#ppt_y+.1"/>
                          </p:val>
                        </p:tav>
                        <p:tav tm="100000">
                          <p:val>
                            <p:strVal val="#ppt_y"/>
                          </p:val>
                        </p:tav>
                      </p:tavLst>
                    </p:anim>
                  </p:childTnLst>
                </p:cTn>
              </p:par>
            </p:tnLst>
          </p:tmpl>
        </p:tmplLst>
      </p:bldP>
      <p:bldP spid="111" grpId="0" build="p">
        <p:tmplLst>
          <p:tmpl lvl="1">
            <p:tnLst>
              <p:par>
                <p:cTn presetID="42" presetClass="entr" presetSubtype="0" fill="hold" nodeType="withEffect">
                  <p:stCondLst>
                    <p:cond delay="200"/>
                  </p:stCondLst>
                  <p:childTnLst>
                    <p:set>
                      <p:cBhvr>
                        <p:cTn dur="1" fill="hold">
                          <p:stCondLst>
                            <p:cond delay="0"/>
                          </p:stCondLst>
                        </p:cTn>
                        <p:tgtEl>
                          <p:spTgt spid="111"/>
                        </p:tgtEl>
                        <p:attrNameLst>
                          <p:attrName>style.visibility</p:attrName>
                        </p:attrNameLst>
                      </p:cBhvr>
                      <p:to>
                        <p:strVal val="visible"/>
                      </p:to>
                    </p:set>
                    <p:animEffect transition="in" filter="fade">
                      <p:cBhvr>
                        <p:cTn dur="500"/>
                        <p:tgtEl>
                          <p:spTgt spid="111"/>
                        </p:tgtEl>
                      </p:cBhvr>
                    </p:animEffect>
                    <p:anim calcmode="lin" valueType="num">
                      <p:cBhvr>
                        <p:cTn dur="500" fill="hold"/>
                        <p:tgtEl>
                          <p:spTgt spid="111"/>
                        </p:tgtEl>
                        <p:attrNameLst>
                          <p:attrName>ppt_x</p:attrName>
                        </p:attrNameLst>
                      </p:cBhvr>
                      <p:tavLst>
                        <p:tav tm="0">
                          <p:val>
                            <p:strVal val="#ppt_x"/>
                          </p:val>
                        </p:tav>
                        <p:tav tm="100000">
                          <p:val>
                            <p:strVal val="#ppt_x"/>
                          </p:val>
                        </p:tav>
                      </p:tavLst>
                    </p:anim>
                    <p:anim calcmode="lin" valueType="num">
                      <p:cBhvr>
                        <p:cTn dur="500" fill="hold"/>
                        <p:tgtEl>
                          <p:spTgt spid="11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Four steeps">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64" name="Text Placeholder 2"/>
          <p:cNvSpPr>
            <a:spLocks noGrp="1"/>
          </p:cNvSpPr>
          <p:nvPr>
            <p:ph type="body" sz="quarter" idx="64" hasCustomPrompt="1"/>
          </p:nvPr>
        </p:nvSpPr>
        <p:spPr>
          <a:xfrm>
            <a:off x="475548" y="5666096"/>
            <a:ext cx="2347384" cy="551825"/>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65" name="Text Placeholder 7"/>
          <p:cNvSpPr>
            <a:spLocks noGrp="1"/>
          </p:cNvSpPr>
          <p:nvPr>
            <p:ph type="body" sz="quarter" idx="18" hasCustomPrompt="1"/>
          </p:nvPr>
        </p:nvSpPr>
        <p:spPr>
          <a:xfrm>
            <a:off x="475548" y="5028008"/>
            <a:ext cx="2347384" cy="3453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50000"/>
                    <a:lumOff val="50000"/>
                  </a:schemeClr>
                </a:solidFill>
                <a:latin typeface="Lato Light"/>
                <a:cs typeface="Lato Light"/>
              </a:defRPr>
            </a:lvl1pPr>
          </a:lstStyle>
          <a:p>
            <a:pPr lvl="0"/>
            <a:r>
              <a:rPr lang="es-ES_tradnl" dirty="0" smtClean="0"/>
              <a:t>RESULT 1</a:t>
            </a:r>
          </a:p>
        </p:txBody>
      </p:sp>
      <p:sp>
        <p:nvSpPr>
          <p:cNvPr id="66" name="Text Placeholder 7"/>
          <p:cNvSpPr>
            <a:spLocks noGrp="1"/>
          </p:cNvSpPr>
          <p:nvPr>
            <p:ph type="body" sz="quarter" idx="65" hasCustomPrompt="1"/>
          </p:nvPr>
        </p:nvSpPr>
        <p:spPr>
          <a:xfrm>
            <a:off x="475548" y="5419278"/>
            <a:ext cx="2347384"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85" name="Text Placeholder 2"/>
          <p:cNvSpPr>
            <a:spLocks noGrp="1"/>
          </p:cNvSpPr>
          <p:nvPr>
            <p:ph type="body" sz="quarter" idx="66" hasCustomPrompt="1"/>
          </p:nvPr>
        </p:nvSpPr>
        <p:spPr>
          <a:xfrm>
            <a:off x="3342921" y="5666096"/>
            <a:ext cx="2347384" cy="551825"/>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86" name="Text Placeholder 7"/>
          <p:cNvSpPr>
            <a:spLocks noGrp="1"/>
          </p:cNvSpPr>
          <p:nvPr>
            <p:ph type="body" sz="quarter" idx="67" hasCustomPrompt="1"/>
          </p:nvPr>
        </p:nvSpPr>
        <p:spPr>
          <a:xfrm>
            <a:off x="3342921" y="5028008"/>
            <a:ext cx="2347384" cy="3453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50000"/>
                    <a:lumOff val="50000"/>
                  </a:schemeClr>
                </a:solidFill>
                <a:latin typeface="Lato Light"/>
                <a:cs typeface="Lato Light"/>
              </a:defRPr>
            </a:lvl1pPr>
          </a:lstStyle>
          <a:p>
            <a:pPr lvl="0"/>
            <a:r>
              <a:rPr lang="es-ES_tradnl" dirty="0" smtClean="0"/>
              <a:t>RESULT 1</a:t>
            </a:r>
          </a:p>
        </p:txBody>
      </p:sp>
      <p:sp>
        <p:nvSpPr>
          <p:cNvPr id="87" name="Text Placeholder 7"/>
          <p:cNvSpPr>
            <a:spLocks noGrp="1"/>
          </p:cNvSpPr>
          <p:nvPr>
            <p:ph type="body" sz="quarter" idx="68" hasCustomPrompt="1"/>
          </p:nvPr>
        </p:nvSpPr>
        <p:spPr>
          <a:xfrm>
            <a:off x="3342921" y="5419278"/>
            <a:ext cx="2347384"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100" name="Text Placeholder 2"/>
          <p:cNvSpPr>
            <a:spLocks noGrp="1"/>
          </p:cNvSpPr>
          <p:nvPr>
            <p:ph type="body" sz="quarter" idx="69" hasCustomPrompt="1"/>
          </p:nvPr>
        </p:nvSpPr>
        <p:spPr>
          <a:xfrm>
            <a:off x="6311893" y="5666096"/>
            <a:ext cx="2347384" cy="551825"/>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101" name="Text Placeholder 7"/>
          <p:cNvSpPr>
            <a:spLocks noGrp="1"/>
          </p:cNvSpPr>
          <p:nvPr>
            <p:ph type="body" sz="quarter" idx="70" hasCustomPrompt="1"/>
          </p:nvPr>
        </p:nvSpPr>
        <p:spPr>
          <a:xfrm>
            <a:off x="6311893" y="5028008"/>
            <a:ext cx="2347384" cy="3453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50000"/>
                    <a:lumOff val="50000"/>
                  </a:schemeClr>
                </a:solidFill>
                <a:latin typeface="Lato Light"/>
                <a:cs typeface="Lato Light"/>
              </a:defRPr>
            </a:lvl1pPr>
          </a:lstStyle>
          <a:p>
            <a:pPr lvl="0"/>
            <a:r>
              <a:rPr lang="es-ES_tradnl" dirty="0" smtClean="0"/>
              <a:t>RESULT 1</a:t>
            </a:r>
          </a:p>
        </p:txBody>
      </p:sp>
      <p:sp>
        <p:nvSpPr>
          <p:cNvPr id="102" name="Text Placeholder 7"/>
          <p:cNvSpPr>
            <a:spLocks noGrp="1"/>
          </p:cNvSpPr>
          <p:nvPr>
            <p:ph type="body" sz="quarter" idx="71" hasCustomPrompt="1"/>
          </p:nvPr>
        </p:nvSpPr>
        <p:spPr>
          <a:xfrm>
            <a:off x="6311893" y="5419278"/>
            <a:ext cx="2347384"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109" name="Text Placeholder 2"/>
          <p:cNvSpPr>
            <a:spLocks noGrp="1"/>
          </p:cNvSpPr>
          <p:nvPr>
            <p:ph type="body" sz="quarter" idx="72" hasCustomPrompt="1"/>
          </p:nvPr>
        </p:nvSpPr>
        <p:spPr>
          <a:xfrm>
            <a:off x="9228668" y="5666096"/>
            <a:ext cx="2347384" cy="551825"/>
          </a:xfrm>
          <a:prstGeom prst="rect">
            <a:avLst/>
          </a:prstGeom>
        </p:spPr>
        <p:txBody>
          <a:bodyPr vert="horz" lIns="0" tIns="0" rIns="0" bIns="0"/>
          <a:lstStyle>
            <a:lvl1pPr marL="0" indent="0" algn="ctr">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110" name="Text Placeholder 7"/>
          <p:cNvSpPr>
            <a:spLocks noGrp="1"/>
          </p:cNvSpPr>
          <p:nvPr>
            <p:ph type="body" sz="quarter" idx="73" hasCustomPrompt="1"/>
          </p:nvPr>
        </p:nvSpPr>
        <p:spPr>
          <a:xfrm>
            <a:off x="9228668" y="5028008"/>
            <a:ext cx="2347384" cy="345380"/>
          </a:xfrm>
          <a:prstGeom prst="rect">
            <a:avLst/>
          </a:prstGeom>
        </p:spPr>
        <p:txBody>
          <a:bodyPr vert="horz" lIns="0" tIns="40504" rIns="0" bIns="40504" anchor="ctr"/>
          <a:lstStyle>
            <a:lvl1pPr marL="0" indent="0" algn="ctr">
              <a:lnSpc>
                <a:spcPct val="100000"/>
              </a:lnSpc>
              <a:spcBef>
                <a:spcPts val="0"/>
              </a:spcBef>
              <a:buNone/>
              <a:defRPr sz="1920" b="1" baseline="0">
                <a:solidFill>
                  <a:schemeClr val="tx1">
                    <a:lumMod val="50000"/>
                    <a:lumOff val="50000"/>
                  </a:schemeClr>
                </a:solidFill>
                <a:latin typeface="Lato Light"/>
                <a:cs typeface="Lato Light"/>
              </a:defRPr>
            </a:lvl1pPr>
          </a:lstStyle>
          <a:p>
            <a:pPr lvl="0"/>
            <a:r>
              <a:rPr lang="es-ES_tradnl" dirty="0" smtClean="0"/>
              <a:t>RESULT 1</a:t>
            </a:r>
          </a:p>
        </p:txBody>
      </p:sp>
      <p:sp>
        <p:nvSpPr>
          <p:cNvPr id="111" name="Text Placeholder 7"/>
          <p:cNvSpPr>
            <a:spLocks noGrp="1"/>
          </p:cNvSpPr>
          <p:nvPr>
            <p:ph type="body" sz="quarter" idx="74" hasCustomPrompt="1"/>
          </p:nvPr>
        </p:nvSpPr>
        <p:spPr>
          <a:xfrm>
            <a:off x="9228668" y="5419278"/>
            <a:ext cx="2347384" cy="228451"/>
          </a:xfrm>
          <a:prstGeom prst="rect">
            <a:avLst/>
          </a:prstGeom>
        </p:spPr>
        <p:txBody>
          <a:bodyPr vert="horz" lIns="0" tIns="40504" rIns="0" bIns="40504" anchor="ctr"/>
          <a:lstStyle>
            <a:lvl1pPr marL="0" indent="0" algn="ctr">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Tree>
    <p:extLst>
      <p:ext uri="{BB962C8B-B14F-4D97-AF65-F5344CB8AC3E}">
        <p14:creationId xmlns:p14="http://schemas.microsoft.com/office/powerpoint/2010/main" val="37138582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64">
                                            <p:txEl>
                                              <p:pRg st="0" end="0"/>
                                            </p:txEl>
                                          </p:spTgt>
                                        </p:tgtEl>
                                        <p:attrNameLst>
                                          <p:attrName>style.visibility</p:attrName>
                                        </p:attrNameLst>
                                      </p:cBhvr>
                                      <p:to>
                                        <p:strVal val="visible"/>
                                      </p:to>
                                    </p:set>
                                    <p:animEffect transition="in" filter="fade">
                                      <p:cBhvr>
                                        <p:cTn id="17" dur="500"/>
                                        <p:tgtEl>
                                          <p:spTgt spid="64">
                                            <p:txEl>
                                              <p:pRg st="0" end="0"/>
                                            </p:txEl>
                                          </p:spTgt>
                                        </p:tgtEl>
                                      </p:cBhvr>
                                    </p:animEffect>
                                  </p:childTnLst>
                                </p:cTn>
                              </p:par>
                              <p:par>
                                <p:cTn id="18" presetID="42" presetClass="entr" presetSubtype="0" fill="hold" grpId="0" nodeType="withEffect">
                                  <p:stCondLst>
                                    <p:cond delay="200"/>
                                  </p:stCondLst>
                                  <p:childTnLst>
                                    <p:set>
                                      <p:cBhvr>
                                        <p:cTn id="19" dur="1" fill="hold">
                                          <p:stCondLst>
                                            <p:cond delay="0"/>
                                          </p:stCondLst>
                                        </p:cTn>
                                        <p:tgtEl>
                                          <p:spTgt spid="65">
                                            <p:txEl>
                                              <p:pRg st="0" end="0"/>
                                            </p:txEl>
                                          </p:spTgt>
                                        </p:tgtEl>
                                        <p:attrNameLst>
                                          <p:attrName>style.visibility</p:attrName>
                                        </p:attrNameLst>
                                      </p:cBhvr>
                                      <p:to>
                                        <p:strVal val="visible"/>
                                      </p:to>
                                    </p:set>
                                    <p:animEffect transition="in" filter="fade">
                                      <p:cBhvr>
                                        <p:cTn id="20" dur="400"/>
                                        <p:tgtEl>
                                          <p:spTgt spid="65">
                                            <p:txEl>
                                              <p:pRg st="0" end="0"/>
                                            </p:txEl>
                                          </p:spTgt>
                                        </p:tgtEl>
                                      </p:cBhvr>
                                    </p:animEffect>
                                    <p:anim calcmode="lin" valueType="num">
                                      <p:cBhvr>
                                        <p:cTn id="21" dur="400" fill="hold"/>
                                        <p:tgtEl>
                                          <p:spTgt spid="65">
                                            <p:txEl>
                                              <p:pRg st="0" end="0"/>
                                            </p:txEl>
                                          </p:spTgt>
                                        </p:tgtEl>
                                        <p:attrNameLst>
                                          <p:attrName>ppt_x</p:attrName>
                                        </p:attrNameLst>
                                      </p:cBhvr>
                                      <p:tavLst>
                                        <p:tav tm="0">
                                          <p:val>
                                            <p:strVal val="#ppt_x"/>
                                          </p:val>
                                        </p:tav>
                                        <p:tav tm="100000">
                                          <p:val>
                                            <p:strVal val="#ppt_x"/>
                                          </p:val>
                                        </p:tav>
                                      </p:tavLst>
                                    </p:anim>
                                    <p:anim calcmode="lin" valueType="num">
                                      <p:cBhvr>
                                        <p:cTn id="22" dur="400" fill="hold"/>
                                        <p:tgtEl>
                                          <p:spTgt spid="65">
                                            <p:txEl>
                                              <p:pRg st="0" end="0"/>
                                            </p:txEl>
                                          </p:spTgt>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200"/>
                                  </p:stCondLst>
                                  <p:childTnLst>
                                    <p:set>
                                      <p:cBhvr>
                                        <p:cTn id="24" dur="1" fill="hold">
                                          <p:stCondLst>
                                            <p:cond delay="0"/>
                                          </p:stCondLst>
                                        </p:cTn>
                                        <p:tgtEl>
                                          <p:spTgt spid="66">
                                            <p:txEl>
                                              <p:pRg st="0" end="0"/>
                                            </p:txEl>
                                          </p:spTgt>
                                        </p:tgtEl>
                                        <p:attrNameLst>
                                          <p:attrName>style.visibility</p:attrName>
                                        </p:attrNameLst>
                                      </p:cBhvr>
                                      <p:to>
                                        <p:strVal val="visible"/>
                                      </p:to>
                                    </p:set>
                                    <p:animEffect transition="in" filter="fade">
                                      <p:cBhvr>
                                        <p:cTn id="25" dur="500"/>
                                        <p:tgtEl>
                                          <p:spTgt spid="66">
                                            <p:txEl>
                                              <p:pRg st="0" end="0"/>
                                            </p:txEl>
                                          </p:spTgt>
                                        </p:tgtEl>
                                      </p:cBhvr>
                                    </p:animEffect>
                                    <p:anim calcmode="lin" valueType="num">
                                      <p:cBhvr>
                                        <p:cTn id="26" dur="500" fill="hold"/>
                                        <p:tgtEl>
                                          <p:spTgt spid="66">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66">
                                            <p:txEl>
                                              <p:pRg st="0" end="0"/>
                                            </p:txEl>
                                          </p:spTgt>
                                        </p:tgtEl>
                                        <p:attrNameLst>
                                          <p:attrName>ppt_y</p:attrName>
                                        </p:attrNameLst>
                                      </p:cBhvr>
                                      <p:tavLst>
                                        <p:tav tm="0">
                                          <p:val>
                                            <p:strVal val="#ppt_y+.1"/>
                                          </p:val>
                                        </p:tav>
                                        <p:tav tm="100000">
                                          <p:val>
                                            <p:strVal val="#ppt_y"/>
                                          </p:val>
                                        </p:tav>
                                      </p:tavLst>
                                    </p:anim>
                                  </p:childTnLst>
                                </p:cTn>
                              </p:par>
                              <p:par>
                                <p:cTn id="28" presetID="10" presetClass="entr" presetSubtype="0" fill="hold" grpId="0" nodeType="withEffect">
                                  <p:stCondLst>
                                    <p:cond delay="800"/>
                                  </p:stCondLst>
                                  <p:childTnLst>
                                    <p:set>
                                      <p:cBhvr>
                                        <p:cTn id="29" dur="1" fill="hold">
                                          <p:stCondLst>
                                            <p:cond delay="0"/>
                                          </p:stCondLst>
                                        </p:cTn>
                                        <p:tgtEl>
                                          <p:spTgt spid="85">
                                            <p:txEl>
                                              <p:pRg st="0" end="0"/>
                                            </p:txEl>
                                          </p:spTgt>
                                        </p:tgtEl>
                                        <p:attrNameLst>
                                          <p:attrName>style.visibility</p:attrName>
                                        </p:attrNameLst>
                                      </p:cBhvr>
                                      <p:to>
                                        <p:strVal val="visible"/>
                                      </p:to>
                                    </p:set>
                                    <p:animEffect transition="in" filter="fade">
                                      <p:cBhvr>
                                        <p:cTn id="30" dur="500"/>
                                        <p:tgtEl>
                                          <p:spTgt spid="85">
                                            <p:txEl>
                                              <p:pRg st="0" end="0"/>
                                            </p:txEl>
                                          </p:spTgt>
                                        </p:tgtEl>
                                      </p:cBhvr>
                                    </p:animEffect>
                                  </p:childTnLst>
                                </p:cTn>
                              </p:par>
                              <p:par>
                                <p:cTn id="31" presetID="42" presetClass="entr" presetSubtype="0" fill="hold" grpId="0" nodeType="withEffect">
                                  <p:stCondLst>
                                    <p:cond delay="200"/>
                                  </p:stCondLst>
                                  <p:childTnLst>
                                    <p:set>
                                      <p:cBhvr>
                                        <p:cTn id="32" dur="1" fill="hold">
                                          <p:stCondLst>
                                            <p:cond delay="0"/>
                                          </p:stCondLst>
                                        </p:cTn>
                                        <p:tgtEl>
                                          <p:spTgt spid="86">
                                            <p:txEl>
                                              <p:pRg st="0" end="0"/>
                                            </p:txEl>
                                          </p:spTgt>
                                        </p:tgtEl>
                                        <p:attrNameLst>
                                          <p:attrName>style.visibility</p:attrName>
                                        </p:attrNameLst>
                                      </p:cBhvr>
                                      <p:to>
                                        <p:strVal val="visible"/>
                                      </p:to>
                                    </p:set>
                                    <p:animEffect transition="in" filter="fade">
                                      <p:cBhvr>
                                        <p:cTn id="33" dur="400"/>
                                        <p:tgtEl>
                                          <p:spTgt spid="86">
                                            <p:txEl>
                                              <p:pRg st="0" end="0"/>
                                            </p:txEl>
                                          </p:spTgt>
                                        </p:tgtEl>
                                      </p:cBhvr>
                                    </p:animEffect>
                                    <p:anim calcmode="lin" valueType="num">
                                      <p:cBhvr>
                                        <p:cTn id="34" dur="400" fill="hold"/>
                                        <p:tgtEl>
                                          <p:spTgt spid="86">
                                            <p:txEl>
                                              <p:pRg st="0" end="0"/>
                                            </p:txEl>
                                          </p:spTgt>
                                        </p:tgtEl>
                                        <p:attrNameLst>
                                          <p:attrName>ppt_x</p:attrName>
                                        </p:attrNameLst>
                                      </p:cBhvr>
                                      <p:tavLst>
                                        <p:tav tm="0">
                                          <p:val>
                                            <p:strVal val="#ppt_x"/>
                                          </p:val>
                                        </p:tav>
                                        <p:tav tm="100000">
                                          <p:val>
                                            <p:strVal val="#ppt_x"/>
                                          </p:val>
                                        </p:tav>
                                      </p:tavLst>
                                    </p:anim>
                                    <p:anim calcmode="lin" valueType="num">
                                      <p:cBhvr>
                                        <p:cTn id="35" dur="400" fill="hold"/>
                                        <p:tgtEl>
                                          <p:spTgt spid="86">
                                            <p:txEl>
                                              <p:pRg st="0" end="0"/>
                                            </p:txEl>
                                          </p:spTgt>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200"/>
                                  </p:stCondLst>
                                  <p:childTnLst>
                                    <p:set>
                                      <p:cBhvr>
                                        <p:cTn id="37" dur="1" fill="hold">
                                          <p:stCondLst>
                                            <p:cond delay="0"/>
                                          </p:stCondLst>
                                        </p:cTn>
                                        <p:tgtEl>
                                          <p:spTgt spid="87">
                                            <p:txEl>
                                              <p:pRg st="0" end="0"/>
                                            </p:txEl>
                                          </p:spTgt>
                                        </p:tgtEl>
                                        <p:attrNameLst>
                                          <p:attrName>style.visibility</p:attrName>
                                        </p:attrNameLst>
                                      </p:cBhvr>
                                      <p:to>
                                        <p:strVal val="visible"/>
                                      </p:to>
                                    </p:set>
                                    <p:animEffect transition="in" filter="fade">
                                      <p:cBhvr>
                                        <p:cTn id="38" dur="500"/>
                                        <p:tgtEl>
                                          <p:spTgt spid="87">
                                            <p:txEl>
                                              <p:pRg st="0" end="0"/>
                                            </p:txEl>
                                          </p:spTgt>
                                        </p:tgtEl>
                                      </p:cBhvr>
                                    </p:animEffect>
                                    <p:anim calcmode="lin" valueType="num">
                                      <p:cBhvr>
                                        <p:cTn id="39" dur="500" fill="hold"/>
                                        <p:tgtEl>
                                          <p:spTgt spid="87">
                                            <p:txEl>
                                              <p:pRg st="0" end="0"/>
                                            </p:txEl>
                                          </p:spTgt>
                                        </p:tgtEl>
                                        <p:attrNameLst>
                                          <p:attrName>ppt_x</p:attrName>
                                        </p:attrNameLst>
                                      </p:cBhvr>
                                      <p:tavLst>
                                        <p:tav tm="0">
                                          <p:val>
                                            <p:strVal val="#ppt_x"/>
                                          </p:val>
                                        </p:tav>
                                        <p:tav tm="100000">
                                          <p:val>
                                            <p:strVal val="#ppt_x"/>
                                          </p:val>
                                        </p:tav>
                                      </p:tavLst>
                                    </p:anim>
                                    <p:anim calcmode="lin" valueType="num">
                                      <p:cBhvr>
                                        <p:cTn id="40" dur="500" fill="hold"/>
                                        <p:tgtEl>
                                          <p:spTgt spid="87">
                                            <p:txEl>
                                              <p:pRg st="0" end="0"/>
                                            </p:txEl>
                                          </p:spTgt>
                                        </p:tgtEl>
                                        <p:attrNameLst>
                                          <p:attrName>ppt_y</p:attrName>
                                        </p:attrNameLst>
                                      </p:cBhvr>
                                      <p:tavLst>
                                        <p:tav tm="0">
                                          <p:val>
                                            <p:strVal val="#ppt_y+.1"/>
                                          </p:val>
                                        </p:tav>
                                        <p:tav tm="100000">
                                          <p:val>
                                            <p:strVal val="#ppt_y"/>
                                          </p:val>
                                        </p:tav>
                                      </p:tavLst>
                                    </p:anim>
                                  </p:childTnLst>
                                </p:cTn>
                              </p:par>
                              <p:par>
                                <p:cTn id="41" presetID="10" presetClass="entr" presetSubtype="0" fill="hold" grpId="0" nodeType="withEffect">
                                  <p:stCondLst>
                                    <p:cond delay="800"/>
                                  </p:stCondLst>
                                  <p:childTnLst>
                                    <p:set>
                                      <p:cBhvr>
                                        <p:cTn id="42" dur="1" fill="hold">
                                          <p:stCondLst>
                                            <p:cond delay="0"/>
                                          </p:stCondLst>
                                        </p:cTn>
                                        <p:tgtEl>
                                          <p:spTgt spid="100">
                                            <p:txEl>
                                              <p:pRg st="0" end="0"/>
                                            </p:txEl>
                                          </p:spTgt>
                                        </p:tgtEl>
                                        <p:attrNameLst>
                                          <p:attrName>style.visibility</p:attrName>
                                        </p:attrNameLst>
                                      </p:cBhvr>
                                      <p:to>
                                        <p:strVal val="visible"/>
                                      </p:to>
                                    </p:set>
                                    <p:animEffect transition="in" filter="fade">
                                      <p:cBhvr>
                                        <p:cTn id="43" dur="500"/>
                                        <p:tgtEl>
                                          <p:spTgt spid="100">
                                            <p:txEl>
                                              <p:pRg st="0" end="0"/>
                                            </p:txEl>
                                          </p:spTgt>
                                        </p:tgtEl>
                                      </p:cBhvr>
                                    </p:animEffect>
                                  </p:childTnLst>
                                </p:cTn>
                              </p:par>
                              <p:par>
                                <p:cTn id="44" presetID="42" presetClass="entr" presetSubtype="0" fill="hold" grpId="0" nodeType="withEffect">
                                  <p:stCondLst>
                                    <p:cond delay="200"/>
                                  </p:stCondLst>
                                  <p:childTnLst>
                                    <p:set>
                                      <p:cBhvr>
                                        <p:cTn id="45" dur="1" fill="hold">
                                          <p:stCondLst>
                                            <p:cond delay="0"/>
                                          </p:stCondLst>
                                        </p:cTn>
                                        <p:tgtEl>
                                          <p:spTgt spid="101">
                                            <p:txEl>
                                              <p:pRg st="0" end="0"/>
                                            </p:txEl>
                                          </p:spTgt>
                                        </p:tgtEl>
                                        <p:attrNameLst>
                                          <p:attrName>style.visibility</p:attrName>
                                        </p:attrNameLst>
                                      </p:cBhvr>
                                      <p:to>
                                        <p:strVal val="visible"/>
                                      </p:to>
                                    </p:set>
                                    <p:animEffect transition="in" filter="fade">
                                      <p:cBhvr>
                                        <p:cTn id="46" dur="400"/>
                                        <p:tgtEl>
                                          <p:spTgt spid="101">
                                            <p:txEl>
                                              <p:pRg st="0" end="0"/>
                                            </p:txEl>
                                          </p:spTgt>
                                        </p:tgtEl>
                                      </p:cBhvr>
                                    </p:animEffect>
                                    <p:anim calcmode="lin" valueType="num">
                                      <p:cBhvr>
                                        <p:cTn id="47" dur="400" fill="hold"/>
                                        <p:tgtEl>
                                          <p:spTgt spid="101">
                                            <p:txEl>
                                              <p:pRg st="0" end="0"/>
                                            </p:txEl>
                                          </p:spTgt>
                                        </p:tgtEl>
                                        <p:attrNameLst>
                                          <p:attrName>ppt_x</p:attrName>
                                        </p:attrNameLst>
                                      </p:cBhvr>
                                      <p:tavLst>
                                        <p:tav tm="0">
                                          <p:val>
                                            <p:strVal val="#ppt_x"/>
                                          </p:val>
                                        </p:tav>
                                        <p:tav tm="100000">
                                          <p:val>
                                            <p:strVal val="#ppt_x"/>
                                          </p:val>
                                        </p:tav>
                                      </p:tavLst>
                                    </p:anim>
                                    <p:anim calcmode="lin" valueType="num">
                                      <p:cBhvr>
                                        <p:cTn id="48" dur="400" fill="hold"/>
                                        <p:tgtEl>
                                          <p:spTgt spid="101">
                                            <p:txEl>
                                              <p:pRg st="0" end="0"/>
                                            </p:txEl>
                                          </p:spTgt>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200"/>
                                  </p:stCondLst>
                                  <p:childTnLst>
                                    <p:set>
                                      <p:cBhvr>
                                        <p:cTn id="50" dur="1" fill="hold">
                                          <p:stCondLst>
                                            <p:cond delay="0"/>
                                          </p:stCondLst>
                                        </p:cTn>
                                        <p:tgtEl>
                                          <p:spTgt spid="102">
                                            <p:txEl>
                                              <p:pRg st="0" end="0"/>
                                            </p:txEl>
                                          </p:spTgt>
                                        </p:tgtEl>
                                        <p:attrNameLst>
                                          <p:attrName>style.visibility</p:attrName>
                                        </p:attrNameLst>
                                      </p:cBhvr>
                                      <p:to>
                                        <p:strVal val="visible"/>
                                      </p:to>
                                    </p:set>
                                    <p:animEffect transition="in" filter="fade">
                                      <p:cBhvr>
                                        <p:cTn id="51" dur="500"/>
                                        <p:tgtEl>
                                          <p:spTgt spid="102">
                                            <p:txEl>
                                              <p:pRg st="0" end="0"/>
                                            </p:txEl>
                                          </p:spTgt>
                                        </p:tgtEl>
                                      </p:cBhvr>
                                    </p:animEffect>
                                    <p:anim calcmode="lin" valueType="num">
                                      <p:cBhvr>
                                        <p:cTn id="52" dur="500" fill="hold"/>
                                        <p:tgtEl>
                                          <p:spTgt spid="102">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102">
                                            <p:txEl>
                                              <p:pRg st="0" end="0"/>
                                            </p:txEl>
                                          </p:spTgt>
                                        </p:tgtEl>
                                        <p:attrNameLst>
                                          <p:attrName>ppt_y</p:attrName>
                                        </p:attrNameLst>
                                      </p:cBhvr>
                                      <p:tavLst>
                                        <p:tav tm="0">
                                          <p:val>
                                            <p:strVal val="#ppt_y+.1"/>
                                          </p:val>
                                        </p:tav>
                                        <p:tav tm="100000">
                                          <p:val>
                                            <p:strVal val="#ppt_y"/>
                                          </p:val>
                                        </p:tav>
                                      </p:tavLst>
                                    </p:anim>
                                  </p:childTnLst>
                                </p:cTn>
                              </p:par>
                              <p:par>
                                <p:cTn id="54" presetID="10" presetClass="entr" presetSubtype="0" fill="hold" grpId="0" nodeType="withEffect">
                                  <p:stCondLst>
                                    <p:cond delay="800"/>
                                  </p:stCondLst>
                                  <p:childTnLst>
                                    <p:set>
                                      <p:cBhvr>
                                        <p:cTn id="55" dur="1" fill="hold">
                                          <p:stCondLst>
                                            <p:cond delay="0"/>
                                          </p:stCondLst>
                                        </p:cTn>
                                        <p:tgtEl>
                                          <p:spTgt spid="109">
                                            <p:txEl>
                                              <p:pRg st="0" end="0"/>
                                            </p:txEl>
                                          </p:spTgt>
                                        </p:tgtEl>
                                        <p:attrNameLst>
                                          <p:attrName>style.visibility</p:attrName>
                                        </p:attrNameLst>
                                      </p:cBhvr>
                                      <p:to>
                                        <p:strVal val="visible"/>
                                      </p:to>
                                    </p:set>
                                    <p:animEffect transition="in" filter="fade">
                                      <p:cBhvr>
                                        <p:cTn id="56" dur="500"/>
                                        <p:tgtEl>
                                          <p:spTgt spid="109">
                                            <p:txEl>
                                              <p:pRg st="0" end="0"/>
                                            </p:txEl>
                                          </p:spTgt>
                                        </p:tgtEl>
                                      </p:cBhvr>
                                    </p:animEffect>
                                  </p:childTnLst>
                                </p:cTn>
                              </p:par>
                              <p:par>
                                <p:cTn id="57" presetID="42" presetClass="entr" presetSubtype="0" fill="hold" grpId="0" nodeType="withEffect">
                                  <p:stCondLst>
                                    <p:cond delay="200"/>
                                  </p:stCondLst>
                                  <p:childTnLst>
                                    <p:set>
                                      <p:cBhvr>
                                        <p:cTn id="58" dur="1" fill="hold">
                                          <p:stCondLst>
                                            <p:cond delay="0"/>
                                          </p:stCondLst>
                                        </p:cTn>
                                        <p:tgtEl>
                                          <p:spTgt spid="110">
                                            <p:txEl>
                                              <p:pRg st="0" end="0"/>
                                            </p:txEl>
                                          </p:spTgt>
                                        </p:tgtEl>
                                        <p:attrNameLst>
                                          <p:attrName>style.visibility</p:attrName>
                                        </p:attrNameLst>
                                      </p:cBhvr>
                                      <p:to>
                                        <p:strVal val="visible"/>
                                      </p:to>
                                    </p:set>
                                    <p:animEffect transition="in" filter="fade">
                                      <p:cBhvr>
                                        <p:cTn id="59" dur="400"/>
                                        <p:tgtEl>
                                          <p:spTgt spid="110">
                                            <p:txEl>
                                              <p:pRg st="0" end="0"/>
                                            </p:txEl>
                                          </p:spTgt>
                                        </p:tgtEl>
                                      </p:cBhvr>
                                    </p:animEffect>
                                    <p:anim calcmode="lin" valueType="num">
                                      <p:cBhvr>
                                        <p:cTn id="60" dur="400" fill="hold"/>
                                        <p:tgtEl>
                                          <p:spTgt spid="110">
                                            <p:txEl>
                                              <p:pRg st="0" end="0"/>
                                            </p:txEl>
                                          </p:spTgt>
                                        </p:tgtEl>
                                        <p:attrNameLst>
                                          <p:attrName>ppt_x</p:attrName>
                                        </p:attrNameLst>
                                      </p:cBhvr>
                                      <p:tavLst>
                                        <p:tav tm="0">
                                          <p:val>
                                            <p:strVal val="#ppt_x"/>
                                          </p:val>
                                        </p:tav>
                                        <p:tav tm="100000">
                                          <p:val>
                                            <p:strVal val="#ppt_x"/>
                                          </p:val>
                                        </p:tav>
                                      </p:tavLst>
                                    </p:anim>
                                    <p:anim calcmode="lin" valueType="num">
                                      <p:cBhvr>
                                        <p:cTn id="61" dur="400" fill="hold"/>
                                        <p:tgtEl>
                                          <p:spTgt spid="110">
                                            <p:txEl>
                                              <p:pRg st="0" end="0"/>
                                            </p:txEl>
                                          </p:spTgt>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200"/>
                                  </p:stCondLst>
                                  <p:childTnLst>
                                    <p:set>
                                      <p:cBhvr>
                                        <p:cTn id="63" dur="1" fill="hold">
                                          <p:stCondLst>
                                            <p:cond delay="0"/>
                                          </p:stCondLst>
                                        </p:cTn>
                                        <p:tgtEl>
                                          <p:spTgt spid="111">
                                            <p:txEl>
                                              <p:pRg st="0" end="0"/>
                                            </p:txEl>
                                          </p:spTgt>
                                        </p:tgtEl>
                                        <p:attrNameLst>
                                          <p:attrName>style.visibility</p:attrName>
                                        </p:attrNameLst>
                                      </p:cBhvr>
                                      <p:to>
                                        <p:strVal val="visible"/>
                                      </p:to>
                                    </p:set>
                                    <p:animEffect transition="in" filter="fade">
                                      <p:cBhvr>
                                        <p:cTn id="64" dur="500"/>
                                        <p:tgtEl>
                                          <p:spTgt spid="111">
                                            <p:txEl>
                                              <p:pRg st="0" end="0"/>
                                            </p:txEl>
                                          </p:spTgt>
                                        </p:tgtEl>
                                      </p:cBhvr>
                                    </p:animEffect>
                                    <p:anim calcmode="lin" valueType="num">
                                      <p:cBhvr>
                                        <p:cTn id="65" dur="500" fill="hold"/>
                                        <p:tgtEl>
                                          <p:spTgt spid="111">
                                            <p:txEl>
                                              <p:pRg st="0" end="0"/>
                                            </p:txEl>
                                          </p:spTgt>
                                        </p:tgtEl>
                                        <p:attrNameLst>
                                          <p:attrName>ppt_x</p:attrName>
                                        </p:attrNameLst>
                                      </p:cBhvr>
                                      <p:tavLst>
                                        <p:tav tm="0">
                                          <p:val>
                                            <p:strVal val="#ppt_x"/>
                                          </p:val>
                                        </p:tav>
                                        <p:tav tm="100000">
                                          <p:val>
                                            <p:strVal val="#ppt_x"/>
                                          </p:val>
                                        </p:tav>
                                      </p:tavLst>
                                    </p:anim>
                                    <p:anim calcmode="lin" valueType="num">
                                      <p:cBhvr>
                                        <p:cTn id="66" dur="500" fill="hold"/>
                                        <p:tgtEl>
                                          <p:spTgt spid="11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P spid="64" grpId="0" build="p">
        <p:tmplLst>
          <p:tmpl lvl="1">
            <p:tnLst>
              <p:par>
                <p:cTn presetID="10" presetClass="entr" presetSubtype="0" fill="hold" nodeType="withEffect">
                  <p:stCondLst>
                    <p:cond delay="800"/>
                  </p:st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42" presetClass="entr" presetSubtype="0" fill="hold" nodeType="withEffect">
                  <p:stCondLst>
                    <p:cond delay="200"/>
                  </p:stCondLst>
                  <p:childTnLst>
                    <p:set>
                      <p:cBhvr>
                        <p:cTn dur="1" fill="hold">
                          <p:stCondLst>
                            <p:cond delay="0"/>
                          </p:stCondLst>
                        </p:cTn>
                        <p:tgtEl>
                          <p:spTgt spid="65"/>
                        </p:tgtEl>
                        <p:attrNameLst>
                          <p:attrName>style.visibility</p:attrName>
                        </p:attrNameLst>
                      </p:cBhvr>
                      <p:to>
                        <p:strVal val="visible"/>
                      </p:to>
                    </p:set>
                    <p:animEffect transition="in" filter="fade">
                      <p:cBhvr>
                        <p:cTn dur="400"/>
                        <p:tgtEl>
                          <p:spTgt spid="65"/>
                        </p:tgtEl>
                      </p:cBhvr>
                    </p:animEffect>
                    <p:anim calcmode="lin" valueType="num">
                      <p:cBhvr>
                        <p:cTn dur="400" fill="hold"/>
                        <p:tgtEl>
                          <p:spTgt spid="65"/>
                        </p:tgtEl>
                        <p:attrNameLst>
                          <p:attrName>ppt_x</p:attrName>
                        </p:attrNameLst>
                      </p:cBhvr>
                      <p:tavLst>
                        <p:tav tm="0">
                          <p:val>
                            <p:strVal val="#ppt_x"/>
                          </p:val>
                        </p:tav>
                        <p:tav tm="100000">
                          <p:val>
                            <p:strVal val="#ppt_x"/>
                          </p:val>
                        </p:tav>
                      </p:tavLst>
                    </p:anim>
                    <p:anim calcmode="lin" valueType="num">
                      <p:cBhvr>
                        <p:cTn dur="400" fill="hold"/>
                        <p:tgtEl>
                          <p:spTgt spid="65"/>
                        </p:tgtEl>
                        <p:attrNameLst>
                          <p:attrName>ppt_y</p:attrName>
                        </p:attrNameLst>
                      </p:cBhvr>
                      <p:tavLst>
                        <p:tav tm="0">
                          <p:val>
                            <p:strVal val="#ppt_y+.1"/>
                          </p:val>
                        </p:tav>
                        <p:tav tm="100000">
                          <p:val>
                            <p:strVal val="#ppt_y"/>
                          </p:val>
                        </p:tav>
                      </p:tavLst>
                    </p:anim>
                  </p:childTnLst>
                </p:cTn>
              </p:par>
            </p:tnLst>
          </p:tmpl>
        </p:tmplLst>
      </p:bldP>
      <p:bldP spid="66" grpId="0" build="p">
        <p:tmplLst>
          <p:tmpl lvl="1">
            <p:tnLst>
              <p:par>
                <p:cTn presetID="42" presetClass="entr" presetSubtype="0" fill="hold" nodeType="withEffect">
                  <p:stCondLst>
                    <p:cond delay="200"/>
                  </p:stCondLst>
                  <p:childTnLst>
                    <p:set>
                      <p:cBhvr>
                        <p:cTn dur="1" fill="hold">
                          <p:stCondLst>
                            <p:cond delay="0"/>
                          </p:stCondLst>
                        </p:cTn>
                        <p:tgtEl>
                          <p:spTgt spid="66"/>
                        </p:tgtEl>
                        <p:attrNameLst>
                          <p:attrName>style.visibility</p:attrName>
                        </p:attrNameLst>
                      </p:cBhvr>
                      <p:to>
                        <p:strVal val="visible"/>
                      </p:to>
                    </p:set>
                    <p:animEffect transition="in" filter="fade">
                      <p:cBhvr>
                        <p:cTn dur="500"/>
                        <p:tgtEl>
                          <p:spTgt spid="66"/>
                        </p:tgtEl>
                      </p:cBhvr>
                    </p:animEffect>
                    <p:anim calcmode="lin" valueType="num">
                      <p:cBhvr>
                        <p:cTn dur="500" fill="hold"/>
                        <p:tgtEl>
                          <p:spTgt spid="66"/>
                        </p:tgtEl>
                        <p:attrNameLst>
                          <p:attrName>ppt_x</p:attrName>
                        </p:attrNameLst>
                      </p:cBhvr>
                      <p:tavLst>
                        <p:tav tm="0">
                          <p:val>
                            <p:strVal val="#ppt_x"/>
                          </p:val>
                        </p:tav>
                        <p:tav tm="100000">
                          <p:val>
                            <p:strVal val="#ppt_x"/>
                          </p:val>
                        </p:tav>
                      </p:tavLst>
                    </p:anim>
                    <p:anim calcmode="lin" valueType="num">
                      <p:cBhvr>
                        <p:cTn dur="500" fill="hold"/>
                        <p:tgtEl>
                          <p:spTgt spid="66"/>
                        </p:tgtEl>
                        <p:attrNameLst>
                          <p:attrName>ppt_y</p:attrName>
                        </p:attrNameLst>
                      </p:cBhvr>
                      <p:tavLst>
                        <p:tav tm="0">
                          <p:val>
                            <p:strVal val="#ppt_y+.1"/>
                          </p:val>
                        </p:tav>
                        <p:tav tm="100000">
                          <p:val>
                            <p:strVal val="#ppt_y"/>
                          </p:val>
                        </p:tav>
                      </p:tavLst>
                    </p:anim>
                  </p:childTnLst>
                </p:cTn>
              </p:par>
            </p:tnLst>
          </p:tmpl>
        </p:tmplLst>
      </p:bldP>
      <p:bldP spid="85" grpId="0" build="p">
        <p:tmplLst>
          <p:tmpl lvl="1">
            <p:tnLst>
              <p:par>
                <p:cTn presetID="10" presetClass="entr" presetSubtype="0" fill="hold" nodeType="withEffect">
                  <p:stCondLst>
                    <p:cond delay="800"/>
                  </p:stCondLst>
                  <p:childTnLst>
                    <p:set>
                      <p:cBhvr>
                        <p:cTn dur="1" fill="hold">
                          <p:stCondLst>
                            <p:cond delay="0"/>
                          </p:stCondLst>
                        </p:cTn>
                        <p:tgtEl>
                          <p:spTgt spid="85"/>
                        </p:tgtEl>
                        <p:attrNameLst>
                          <p:attrName>style.visibility</p:attrName>
                        </p:attrNameLst>
                      </p:cBhvr>
                      <p:to>
                        <p:strVal val="visible"/>
                      </p:to>
                    </p:set>
                    <p:animEffect transition="in" filter="fade">
                      <p:cBhvr>
                        <p:cTn dur="500"/>
                        <p:tgtEl>
                          <p:spTgt spid="85"/>
                        </p:tgtEl>
                      </p:cBhvr>
                    </p:animEffect>
                  </p:childTnLst>
                </p:cTn>
              </p:par>
            </p:tnLst>
          </p:tmpl>
        </p:tmplLst>
      </p:bldP>
      <p:bldP spid="86" grpId="0" build="p">
        <p:tmplLst>
          <p:tmpl lvl="1">
            <p:tnLst>
              <p:par>
                <p:cTn presetID="42" presetClass="entr" presetSubtype="0" fill="hold" nodeType="withEffect">
                  <p:stCondLst>
                    <p:cond delay="200"/>
                  </p:stCondLst>
                  <p:childTnLst>
                    <p:set>
                      <p:cBhvr>
                        <p:cTn dur="1" fill="hold">
                          <p:stCondLst>
                            <p:cond delay="0"/>
                          </p:stCondLst>
                        </p:cTn>
                        <p:tgtEl>
                          <p:spTgt spid="86"/>
                        </p:tgtEl>
                        <p:attrNameLst>
                          <p:attrName>style.visibility</p:attrName>
                        </p:attrNameLst>
                      </p:cBhvr>
                      <p:to>
                        <p:strVal val="visible"/>
                      </p:to>
                    </p:set>
                    <p:animEffect transition="in" filter="fade">
                      <p:cBhvr>
                        <p:cTn dur="400"/>
                        <p:tgtEl>
                          <p:spTgt spid="86"/>
                        </p:tgtEl>
                      </p:cBhvr>
                    </p:animEffect>
                    <p:anim calcmode="lin" valueType="num">
                      <p:cBhvr>
                        <p:cTn dur="400" fill="hold"/>
                        <p:tgtEl>
                          <p:spTgt spid="86"/>
                        </p:tgtEl>
                        <p:attrNameLst>
                          <p:attrName>ppt_x</p:attrName>
                        </p:attrNameLst>
                      </p:cBhvr>
                      <p:tavLst>
                        <p:tav tm="0">
                          <p:val>
                            <p:strVal val="#ppt_x"/>
                          </p:val>
                        </p:tav>
                        <p:tav tm="100000">
                          <p:val>
                            <p:strVal val="#ppt_x"/>
                          </p:val>
                        </p:tav>
                      </p:tavLst>
                    </p:anim>
                    <p:anim calcmode="lin" valueType="num">
                      <p:cBhvr>
                        <p:cTn dur="400" fill="hold"/>
                        <p:tgtEl>
                          <p:spTgt spid="86"/>
                        </p:tgtEl>
                        <p:attrNameLst>
                          <p:attrName>ppt_y</p:attrName>
                        </p:attrNameLst>
                      </p:cBhvr>
                      <p:tavLst>
                        <p:tav tm="0">
                          <p:val>
                            <p:strVal val="#ppt_y+.1"/>
                          </p:val>
                        </p:tav>
                        <p:tav tm="100000">
                          <p:val>
                            <p:strVal val="#ppt_y"/>
                          </p:val>
                        </p:tav>
                      </p:tavLst>
                    </p:anim>
                  </p:childTnLst>
                </p:cTn>
              </p:par>
            </p:tnLst>
          </p:tmpl>
        </p:tmplLst>
      </p:bldP>
      <p:bldP spid="87" grpId="0" build="p">
        <p:tmplLst>
          <p:tmpl lvl="1">
            <p:tnLst>
              <p:par>
                <p:cTn presetID="42" presetClass="entr" presetSubtype="0" fill="hold" nodeType="withEffect">
                  <p:stCondLst>
                    <p:cond delay="200"/>
                  </p:stCondLst>
                  <p:childTnLst>
                    <p:set>
                      <p:cBhvr>
                        <p:cTn dur="1" fill="hold">
                          <p:stCondLst>
                            <p:cond delay="0"/>
                          </p:stCondLst>
                        </p:cTn>
                        <p:tgtEl>
                          <p:spTgt spid="87"/>
                        </p:tgtEl>
                        <p:attrNameLst>
                          <p:attrName>style.visibility</p:attrName>
                        </p:attrNameLst>
                      </p:cBhvr>
                      <p:to>
                        <p:strVal val="visible"/>
                      </p:to>
                    </p:set>
                    <p:animEffect transition="in" filter="fade">
                      <p:cBhvr>
                        <p:cTn dur="500"/>
                        <p:tgtEl>
                          <p:spTgt spid="87"/>
                        </p:tgtEl>
                      </p:cBhvr>
                    </p:animEffect>
                    <p:anim calcmode="lin" valueType="num">
                      <p:cBhvr>
                        <p:cTn dur="500" fill="hold"/>
                        <p:tgtEl>
                          <p:spTgt spid="87"/>
                        </p:tgtEl>
                        <p:attrNameLst>
                          <p:attrName>ppt_x</p:attrName>
                        </p:attrNameLst>
                      </p:cBhvr>
                      <p:tavLst>
                        <p:tav tm="0">
                          <p:val>
                            <p:strVal val="#ppt_x"/>
                          </p:val>
                        </p:tav>
                        <p:tav tm="100000">
                          <p:val>
                            <p:strVal val="#ppt_x"/>
                          </p:val>
                        </p:tav>
                      </p:tavLst>
                    </p:anim>
                    <p:anim calcmode="lin" valueType="num">
                      <p:cBhvr>
                        <p:cTn dur="500" fill="hold"/>
                        <p:tgtEl>
                          <p:spTgt spid="87"/>
                        </p:tgtEl>
                        <p:attrNameLst>
                          <p:attrName>ppt_y</p:attrName>
                        </p:attrNameLst>
                      </p:cBhvr>
                      <p:tavLst>
                        <p:tav tm="0">
                          <p:val>
                            <p:strVal val="#ppt_y+.1"/>
                          </p:val>
                        </p:tav>
                        <p:tav tm="100000">
                          <p:val>
                            <p:strVal val="#ppt_y"/>
                          </p:val>
                        </p:tav>
                      </p:tavLst>
                    </p:anim>
                  </p:childTnLst>
                </p:cTn>
              </p:par>
            </p:tnLst>
          </p:tmpl>
        </p:tmplLst>
      </p:bldP>
      <p:bldP spid="100" grpId="0" build="p">
        <p:tmplLst>
          <p:tmpl lvl="1">
            <p:tnLst>
              <p:par>
                <p:cTn presetID="10" presetClass="entr" presetSubtype="0" fill="hold" nodeType="withEffect">
                  <p:stCondLst>
                    <p:cond delay="800"/>
                  </p:stCondLst>
                  <p:childTnLst>
                    <p:set>
                      <p:cBhvr>
                        <p:cTn dur="1" fill="hold">
                          <p:stCondLst>
                            <p:cond delay="0"/>
                          </p:stCondLst>
                        </p:cTn>
                        <p:tgtEl>
                          <p:spTgt spid="100"/>
                        </p:tgtEl>
                        <p:attrNameLst>
                          <p:attrName>style.visibility</p:attrName>
                        </p:attrNameLst>
                      </p:cBhvr>
                      <p:to>
                        <p:strVal val="visible"/>
                      </p:to>
                    </p:set>
                    <p:animEffect transition="in" filter="fade">
                      <p:cBhvr>
                        <p:cTn dur="500"/>
                        <p:tgtEl>
                          <p:spTgt spid="100"/>
                        </p:tgtEl>
                      </p:cBhvr>
                    </p:animEffect>
                  </p:childTnLst>
                </p:cTn>
              </p:par>
            </p:tnLst>
          </p:tmpl>
        </p:tmplLst>
      </p:bldP>
      <p:bldP spid="101" grpId="0" build="p">
        <p:tmplLst>
          <p:tmpl lvl="1">
            <p:tnLst>
              <p:par>
                <p:cTn presetID="42" presetClass="entr" presetSubtype="0" fill="hold" nodeType="withEffect">
                  <p:stCondLst>
                    <p:cond delay="200"/>
                  </p:stCondLst>
                  <p:childTnLst>
                    <p:set>
                      <p:cBhvr>
                        <p:cTn dur="1" fill="hold">
                          <p:stCondLst>
                            <p:cond delay="0"/>
                          </p:stCondLst>
                        </p:cTn>
                        <p:tgtEl>
                          <p:spTgt spid="101"/>
                        </p:tgtEl>
                        <p:attrNameLst>
                          <p:attrName>style.visibility</p:attrName>
                        </p:attrNameLst>
                      </p:cBhvr>
                      <p:to>
                        <p:strVal val="visible"/>
                      </p:to>
                    </p:set>
                    <p:animEffect transition="in" filter="fade">
                      <p:cBhvr>
                        <p:cTn dur="400"/>
                        <p:tgtEl>
                          <p:spTgt spid="101"/>
                        </p:tgtEl>
                      </p:cBhvr>
                    </p:animEffect>
                    <p:anim calcmode="lin" valueType="num">
                      <p:cBhvr>
                        <p:cTn dur="400" fill="hold"/>
                        <p:tgtEl>
                          <p:spTgt spid="101"/>
                        </p:tgtEl>
                        <p:attrNameLst>
                          <p:attrName>ppt_x</p:attrName>
                        </p:attrNameLst>
                      </p:cBhvr>
                      <p:tavLst>
                        <p:tav tm="0">
                          <p:val>
                            <p:strVal val="#ppt_x"/>
                          </p:val>
                        </p:tav>
                        <p:tav tm="100000">
                          <p:val>
                            <p:strVal val="#ppt_x"/>
                          </p:val>
                        </p:tav>
                      </p:tavLst>
                    </p:anim>
                    <p:anim calcmode="lin" valueType="num">
                      <p:cBhvr>
                        <p:cTn dur="400" fill="hold"/>
                        <p:tgtEl>
                          <p:spTgt spid="101"/>
                        </p:tgtEl>
                        <p:attrNameLst>
                          <p:attrName>ppt_y</p:attrName>
                        </p:attrNameLst>
                      </p:cBhvr>
                      <p:tavLst>
                        <p:tav tm="0">
                          <p:val>
                            <p:strVal val="#ppt_y+.1"/>
                          </p:val>
                        </p:tav>
                        <p:tav tm="100000">
                          <p:val>
                            <p:strVal val="#ppt_y"/>
                          </p:val>
                        </p:tav>
                      </p:tavLst>
                    </p:anim>
                  </p:childTnLst>
                </p:cTn>
              </p:par>
            </p:tnLst>
          </p:tmpl>
        </p:tmplLst>
      </p:bldP>
      <p:bldP spid="102" grpId="0" build="p">
        <p:tmplLst>
          <p:tmpl lvl="1">
            <p:tnLst>
              <p:par>
                <p:cTn presetID="42" presetClass="entr" presetSubtype="0" fill="hold" nodeType="withEffect">
                  <p:stCondLst>
                    <p:cond delay="200"/>
                  </p:stCondLst>
                  <p:childTnLst>
                    <p:set>
                      <p:cBhvr>
                        <p:cTn dur="1" fill="hold">
                          <p:stCondLst>
                            <p:cond delay="0"/>
                          </p:stCondLst>
                        </p:cTn>
                        <p:tgtEl>
                          <p:spTgt spid="102"/>
                        </p:tgtEl>
                        <p:attrNameLst>
                          <p:attrName>style.visibility</p:attrName>
                        </p:attrNameLst>
                      </p:cBhvr>
                      <p:to>
                        <p:strVal val="visible"/>
                      </p:to>
                    </p:set>
                    <p:animEffect transition="in" filter="fade">
                      <p:cBhvr>
                        <p:cTn dur="500"/>
                        <p:tgtEl>
                          <p:spTgt spid="102"/>
                        </p:tgtEl>
                      </p:cBhvr>
                    </p:animEffect>
                    <p:anim calcmode="lin" valueType="num">
                      <p:cBhvr>
                        <p:cTn dur="500" fill="hold"/>
                        <p:tgtEl>
                          <p:spTgt spid="102"/>
                        </p:tgtEl>
                        <p:attrNameLst>
                          <p:attrName>ppt_x</p:attrName>
                        </p:attrNameLst>
                      </p:cBhvr>
                      <p:tavLst>
                        <p:tav tm="0">
                          <p:val>
                            <p:strVal val="#ppt_x"/>
                          </p:val>
                        </p:tav>
                        <p:tav tm="100000">
                          <p:val>
                            <p:strVal val="#ppt_x"/>
                          </p:val>
                        </p:tav>
                      </p:tavLst>
                    </p:anim>
                    <p:anim calcmode="lin" valueType="num">
                      <p:cBhvr>
                        <p:cTn dur="500" fill="hold"/>
                        <p:tgtEl>
                          <p:spTgt spid="102"/>
                        </p:tgtEl>
                        <p:attrNameLst>
                          <p:attrName>ppt_y</p:attrName>
                        </p:attrNameLst>
                      </p:cBhvr>
                      <p:tavLst>
                        <p:tav tm="0">
                          <p:val>
                            <p:strVal val="#ppt_y+.1"/>
                          </p:val>
                        </p:tav>
                        <p:tav tm="100000">
                          <p:val>
                            <p:strVal val="#ppt_y"/>
                          </p:val>
                        </p:tav>
                      </p:tavLst>
                    </p:anim>
                  </p:childTnLst>
                </p:cTn>
              </p:par>
            </p:tnLst>
          </p:tmpl>
        </p:tmplLst>
      </p:bldP>
      <p:bldP spid="109" grpId="0" build="p">
        <p:tmplLst>
          <p:tmpl lvl="1">
            <p:tnLst>
              <p:par>
                <p:cTn presetID="10" presetClass="entr" presetSubtype="0" fill="hold" nodeType="withEffect">
                  <p:stCondLst>
                    <p:cond delay="800"/>
                  </p:stCondLst>
                  <p:childTnLst>
                    <p:set>
                      <p:cBhvr>
                        <p:cTn dur="1" fill="hold">
                          <p:stCondLst>
                            <p:cond delay="0"/>
                          </p:stCondLst>
                        </p:cTn>
                        <p:tgtEl>
                          <p:spTgt spid="109"/>
                        </p:tgtEl>
                        <p:attrNameLst>
                          <p:attrName>style.visibility</p:attrName>
                        </p:attrNameLst>
                      </p:cBhvr>
                      <p:to>
                        <p:strVal val="visible"/>
                      </p:to>
                    </p:set>
                    <p:animEffect transition="in" filter="fade">
                      <p:cBhvr>
                        <p:cTn dur="500"/>
                        <p:tgtEl>
                          <p:spTgt spid="109"/>
                        </p:tgtEl>
                      </p:cBhvr>
                    </p:animEffect>
                  </p:childTnLst>
                </p:cTn>
              </p:par>
            </p:tnLst>
          </p:tmpl>
        </p:tmplLst>
      </p:bldP>
      <p:bldP spid="110" grpId="0" build="p">
        <p:tmplLst>
          <p:tmpl lvl="1">
            <p:tnLst>
              <p:par>
                <p:cTn presetID="42" presetClass="entr" presetSubtype="0" fill="hold" nodeType="withEffect">
                  <p:stCondLst>
                    <p:cond delay="200"/>
                  </p:stCondLst>
                  <p:childTnLst>
                    <p:set>
                      <p:cBhvr>
                        <p:cTn dur="1" fill="hold">
                          <p:stCondLst>
                            <p:cond delay="0"/>
                          </p:stCondLst>
                        </p:cTn>
                        <p:tgtEl>
                          <p:spTgt spid="110"/>
                        </p:tgtEl>
                        <p:attrNameLst>
                          <p:attrName>style.visibility</p:attrName>
                        </p:attrNameLst>
                      </p:cBhvr>
                      <p:to>
                        <p:strVal val="visible"/>
                      </p:to>
                    </p:set>
                    <p:animEffect transition="in" filter="fade">
                      <p:cBhvr>
                        <p:cTn dur="400"/>
                        <p:tgtEl>
                          <p:spTgt spid="110"/>
                        </p:tgtEl>
                      </p:cBhvr>
                    </p:animEffect>
                    <p:anim calcmode="lin" valueType="num">
                      <p:cBhvr>
                        <p:cTn dur="400" fill="hold"/>
                        <p:tgtEl>
                          <p:spTgt spid="110"/>
                        </p:tgtEl>
                        <p:attrNameLst>
                          <p:attrName>ppt_x</p:attrName>
                        </p:attrNameLst>
                      </p:cBhvr>
                      <p:tavLst>
                        <p:tav tm="0">
                          <p:val>
                            <p:strVal val="#ppt_x"/>
                          </p:val>
                        </p:tav>
                        <p:tav tm="100000">
                          <p:val>
                            <p:strVal val="#ppt_x"/>
                          </p:val>
                        </p:tav>
                      </p:tavLst>
                    </p:anim>
                    <p:anim calcmode="lin" valueType="num">
                      <p:cBhvr>
                        <p:cTn dur="400" fill="hold"/>
                        <p:tgtEl>
                          <p:spTgt spid="110"/>
                        </p:tgtEl>
                        <p:attrNameLst>
                          <p:attrName>ppt_y</p:attrName>
                        </p:attrNameLst>
                      </p:cBhvr>
                      <p:tavLst>
                        <p:tav tm="0">
                          <p:val>
                            <p:strVal val="#ppt_y+.1"/>
                          </p:val>
                        </p:tav>
                        <p:tav tm="100000">
                          <p:val>
                            <p:strVal val="#ppt_y"/>
                          </p:val>
                        </p:tav>
                      </p:tavLst>
                    </p:anim>
                  </p:childTnLst>
                </p:cTn>
              </p:par>
            </p:tnLst>
          </p:tmpl>
        </p:tmplLst>
      </p:bldP>
      <p:bldP spid="111" grpId="0" build="p">
        <p:tmplLst>
          <p:tmpl lvl="1">
            <p:tnLst>
              <p:par>
                <p:cTn presetID="42" presetClass="entr" presetSubtype="0" fill="hold" nodeType="withEffect">
                  <p:stCondLst>
                    <p:cond delay="200"/>
                  </p:stCondLst>
                  <p:childTnLst>
                    <p:set>
                      <p:cBhvr>
                        <p:cTn dur="1" fill="hold">
                          <p:stCondLst>
                            <p:cond delay="0"/>
                          </p:stCondLst>
                        </p:cTn>
                        <p:tgtEl>
                          <p:spTgt spid="111"/>
                        </p:tgtEl>
                        <p:attrNameLst>
                          <p:attrName>style.visibility</p:attrName>
                        </p:attrNameLst>
                      </p:cBhvr>
                      <p:to>
                        <p:strVal val="visible"/>
                      </p:to>
                    </p:set>
                    <p:animEffect transition="in" filter="fade">
                      <p:cBhvr>
                        <p:cTn dur="500"/>
                        <p:tgtEl>
                          <p:spTgt spid="111"/>
                        </p:tgtEl>
                      </p:cBhvr>
                    </p:animEffect>
                    <p:anim calcmode="lin" valueType="num">
                      <p:cBhvr>
                        <p:cTn dur="500" fill="hold"/>
                        <p:tgtEl>
                          <p:spTgt spid="111"/>
                        </p:tgtEl>
                        <p:attrNameLst>
                          <p:attrName>ppt_x</p:attrName>
                        </p:attrNameLst>
                      </p:cBhvr>
                      <p:tavLst>
                        <p:tav tm="0">
                          <p:val>
                            <p:strVal val="#ppt_x"/>
                          </p:val>
                        </p:tav>
                        <p:tav tm="100000">
                          <p:val>
                            <p:strVal val="#ppt_x"/>
                          </p:val>
                        </p:tav>
                      </p:tavLst>
                    </p:anim>
                    <p:anim calcmode="lin" valueType="num">
                      <p:cBhvr>
                        <p:cTn dur="500" fill="hold"/>
                        <p:tgtEl>
                          <p:spTgt spid="11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One images with caption">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371166" y="324580"/>
            <a:ext cx="5204884"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371166" y="827103"/>
            <a:ext cx="5204884"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2" name="Picture Placeholder 2"/>
          <p:cNvSpPr>
            <a:spLocks noGrp="1"/>
          </p:cNvSpPr>
          <p:nvPr>
            <p:ph type="pic" sz="quarter" idx="48"/>
          </p:nvPr>
        </p:nvSpPr>
        <p:spPr>
          <a:xfrm>
            <a:off x="0" y="1"/>
            <a:ext cx="5808133" cy="6857999"/>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12" name="Text Placeholder 7"/>
          <p:cNvSpPr>
            <a:spLocks noGrp="1"/>
          </p:cNvSpPr>
          <p:nvPr>
            <p:ph type="body" sz="quarter" idx="40" hasCustomPrompt="1"/>
          </p:nvPr>
        </p:nvSpPr>
        <p:spPr>
          <a:xfrm>
            <a:off x="6350705" y="1467758"/>
            <a:ext cx="5233353" cy="431780"/>
          </a:xfrm>
          <a:prstGeom prst="rect">
            <a:avLst/>
          </a:prstGeom>
        </p:spPr>
        <p:txBody>
          <a:bodyPr vert="horz" lIns="0" tIns="40504" rIns="0" bIns="40504" anchor="ctr"/>
          <a:lstStyle>
            <a:lvl1pPr marL="0" indent="0" algn="l">
              <a:lnSpc>
                <a:spcPct val="100000"/>
              </a:lnSpc>
              <a:spcBef>
                <a:spcPts val="0"/>
              </a:spcBef>
              <a:buNone/>
              <a:defRPr sz="1920" b="1">
                <a:solidFill>
                  <a:schemeClr val="tx1">
                    <a:lumMod val="75000"/>
                    <a:lumOff val="25000"/>
                  </a:schemeClr>
                </a:solidFill>
                <a:latin typeface="Lato Light"/>
                <a:cs typeface="Lato Light"/>
              </a:defRPr>
            </a:lvl1pPr>
          </a:lstStyle>
          <a:p>
            <a:pPr lvl="0"/>
            <a:r>
              <a:rPr lang="es-ES_tradnl" dirty="0" err="1" smtClean="0"/>
              <a:t>Title</a:t>
            </a:r>
            <a:r>
              <a:rPr lang="es-ES_tradnl" dirty="0" smtClean="0"/>
              <a:t> </a:t>
            </a:r>
            <a:r>
              <a:rPr lang="es-ES_tradnl" dirty="0" err="1" smtClean="0"/>
              <a:t>example</a:t>
            </a:r>
            <a:r>
              <a:rPr lang="es-ES_tradnl" dirty="0" smtClean="0"/>
              <a:t> </a:t>
            </a:r>
            <a:r>
              <a:rPr lang="es-ES_tradnl" dirty="0" err="1" smtClean="0"/>
              <a:t>here</a:t>
            </a:r>
            <a:endParaRPr lang="es-ES_tradnl" dirty="0" smtClean="0"/>
          </a:p>
        </p:txBody>
      </p:sp>
      <p:sp>
        <p:nvSpPr>
          <p:cNvPr id="13" name="Text Placeholder 7"/>
          <p:cNvSpPr>
            <a:spLocks noGrp="1"/>
          </p:cNvSpPr>
          <p:nvPr>
            <p:ph type="body" sz="quarter" idx="41" hasCustomPrompt="1"/>
          </p:nvPr>
        </p:nvSpPr>
        <p:spPr>
          <a:xfrm>
            <a:off x="6350705" y="1949956"/>
            <a:ext cx="5233356"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r>
              <a:rPr lang="es-ES_tradnl" dirty="0" smtClean="0"/>
              <a:t> </a:t>
            </a:r>
            <a:r>
              <a:rPr lang="es-ES_tradnl" dirty="0" err="1" smtClean="0"/>
              <a:t>Here</a:t>
            </a:r>
            <a:endParaRPr lang="es-ES_tradnl" dirty="0" smtClean="0"/>
          </a:p>
        </p:txBody>
      </p:sp>
      <p:sp>
        <p:nvSpPr>
          <p:cNvPr id="14" name="Text Placeholder 2"/>
          <p:cNvSpPr>
            <a:spLocks noGrp="1"/>
          </p:cNvSpPr>
          <p:nvPr>
            <p:ph type="body" sz="quarter" idx="42" hasCustomPrompt="1"/>
          </p:nvPr>
        </p:nvSpPr>
        <p:spPr>
          <a:xfrm>
            <a:off x="6371166" y="2280931"/>
            <a:ext cx="5204884" cy="2152280"/>
          </a:xfrm>
          <a:prstGeom prst="rect">
            <a:avLst/>
          </a:prstGeom>
        </p:spPr>
        <p:txBody>
          <a:bodyPr vert="horz" lIns="0" tIns="0" rIns="0" bIns="0"/>
          <a:lstStyle>
            <a:lvl1pPr marL="0" marR="0" indent="0" algn="just" defTabSz="486044" rtl="0" eaLnBrk="1" fontAlgn="auto" latinLnBrk="0" hangingPunct="1">
              <a:lnSpc>
                <a:spcPct val="130000"/>
              </a:lnSpc>
              <a:spcBef>
                <a:spcPct val="20000"/>
              </a:spcBef>
              <a:spcAft>
                <a:spcPts val="0"/>
              </a:spcAft>
              <a:buClrTx/>
              <a:buSzTx/>
              <a:buFont typeface="Arial"/>
              <a:buNone/>
              <a:tabLst/>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a:p>
            <a:pPr lvl="0"/>
            <a:endParaRPr lang="en-US" dirty="0" smtClean="0"/>
          </a:p>
          <a:p>
            <a:pPr lvl="0"/>
            <a:r>
              <a:rPr lang="en-US" dirty="0" err="1" smtClean="0"/>
              <a:t>Duis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fringillascipit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 </a:t>
            </a:r>
            <a:r>
              <a:rPr lang="en-US" dirty="0" err="1" smtClean="0"/>
              <a:t>Duis</a:t>
            </a:r>
            <a:r>
              <a:rPr lang="en-US" dirty="0" smtClean="0"/>
              <a:t> </a:t>
            </a:r>
            <a:r>
              <a:rPr lang="en-US" dirty="0" err="1" smtClean="0"/>
              <a:t>quis</a:t>
            </a:r>
            <a:r>
              <a:rPr lang="en-US" dirty="0" smtClean="0"/>
              <a:t> </a:t>
            </a:r>
            <a:r>
              <a:rPr lang="en-US" dirty="0" err="1" smtClean="0"/>
              <a:t>viverra</a:t>
            </a:r>
            <a:r>
              <a:rPr lang="en-US" dirty="0" smtClean="0"/>
              <a:t> </a:t>
            </a:r>
            <a:r>
              <a:rPr lang="en-US" dirty="0" err="1" smtClean="0"/>
              <a:t>urna</a:t>
            </a:r>
            <a:r>
              <a:rPr lang="en-US" dirty="0" smtClean="0"/>
              <a:t>, in </a:t>
            </a:r>
            <a:r>
              <a:rPr lang="en-US" dirty="0" err="1" smtClean="0"/>
              <a:t>ultricies</a:t>
            </a:r>
            <a:r>
              <a:rPr lang="en-US" dirty="0" smtClean="0"/>
              <a:t> diam. </a:t>
            </a:r>
          </a:p>
        </p:txBody>
      </p:sp>
      <p:sp>
        <p:nvSpPr>
          <p:cNvPr id="15" name="Text Placeholder 2"/>
          <p:cNvSpPr>
            <a:spLocks noGrp="1"/>
          </p:cNvSpPr>
          <p:nvPr>
            <p:ph type="body" sz="quarter" idx="64" hasCustomPrompt="1"/>
          </p:nvPr>
        </p:nvSpPr>
        <p:spPr>
          <a:xfrm>
            <a:off x="6371165" y="5427907"/>
            <a:ext cx="5204884" cy="841393"/>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17" name="Text Placeholder 7"/>
          <p:cNvSpPr>
            <a:spLocks noGrp="1"/>
          </p:cNvSpPr>
          <p:nvPr>
            <p:ph type="body" sz="quarter" idx="18" hasCustomPrompt="1"/>
          </p:nvPr>
        </p:nvSpPr>
        <p:spPr>
          <a:xfrm>
            <a:off x="6371165" y="4769499"/>
            <a:ext cx="5204884" cy="345380"/>
          </a:xfrm>
          <a:prstGeom prst="rect">
            <a:avLst/>
          </a:prstGeom>
        </p:spPr>
        <p:txBody>
          <a:bodyPr vert="horz" lIns="0" tIns="40504" rIns="0" bIns="40504" anchor="ctr"/>
          <a:lstStyle>
            <a:lvl1pPr marL="0" indent="0" algn="l">
              <a:lnSpc>
                <a:spcPct val="100000"/>
              </a:lnSpc>
              <a:spcBef>
                <a:spcPts val="0"/>
              </a:spcBef>
              <a:buNone/>
              <a:defRPr sz="2400" b="1" baseline="0">
                <a:solidFill>
                  <a:schemeClr val="tx1">
                    <a:lumMod val="50000"/>
                    <a:lumOff val="50000"/>
                  </a:schemeClr>
                </a:solidFill>
                <a:latin typeface="Lato Regular"/>
                <a:cs typeface="Lato Regular"/>
              </a:defRPr>
            </a:lvl1pPr>
          </a:lstStyle>
          <a:p>
            <a:pPr lvl="0"/>
            <a:r>
              <a:rPr lang="es-ES_tradnl" dirty="0" smtClean="0"/>
              <a:t>RESULT 1</a:t>
            </a:r>
          </a:p>
        </p:txBody>
      </p:sp>
      <p:sp>
        <p:nvSpPr>
          <p:cNvPr id="24" name="Text Placeholder 7"/>
          <p:cNvSpPr>
            <a:spLocks noGrp="1"/>
          </p:cNvSpPr>
          <p:nvPr>
            <p:ph type="body" sz="quarter" idx="65" hasCustomPrompt="1"/>
          </p:nvPr>
        </p:nvSpPr>
        <p:spPr>
          <a:xfrm>
            <a:off x="6371165" y="5181089"/>
            <a:ext cx="5204884"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Tree>
    <p:extLst>
      <p:ext uri="{BB962C8B-B14F-4D97-AF65-F5344CB8AC3E}">
        <p14:creationId xmlns:p14="http://schemas.microsoft.com/office/powerpoint/2010/main" val="9535902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par>
                                <p:cTn id="15" presetID="53" presetClass="entr" presetSubtype="16" fill="hold" grpId="0" nodeType="withEffect" nodePh="1">
                                  <p:stCondLst>
                                    <p:cond delay="800"/>
                                  </p:stCondLst>
                                  <p:endCondLst>
                                    <p:cond evt="begin" delay="0">
                                      <p:tn val="15"/>
                                    </p:cond>
                                  </p:endCondLst>
                                  <p:childTnLst>
                                    <p:set>
                                      <p:cBhvr>
                                        <p:cTn id="16" dur="1" fill="hold">
                                          <p:stCondLst>
                                            <p:cond delay="0"/>
                                          </p:stCondLst>
                                        </p:cTn>
                                        <p:tgtEl>
                                          <p:spTgt spid="22"/>
                                        </p:tgtEl>
                                        <p:attrNameLst>
                                          <p:attrName>style.visibility</p:attrName>
                                        </p:attrNameLst>
                                      </p:cBhvr>
                                      <p:to>
                                        <p:strVal val="visible"/>
                                      </p:to>
                                    </p:set>
                                    <p:anim calcmode="lin" valueType="num">
                                      <p:cBhvr>
                                        <p:cTn id="17" dur="1000" fill="hold"/>
                                        <p:tgtEl>
                                          <p:spTgt spid="22"/>
                                        </p:tgtEl>
                                        <p:attrNameLst>
                                          <p:attrName>ppt_w</p:attrName>
                                        </p:attrNameLst>
                                      </p:cBhvr>
                                      <p:tavLst>
                                        <p:tav tm="0">
                                          <p:val>
                                            <p:fltVal val="0"/>
                                          </p:val>
                                        </p:tav>
                                        <p:tav tm="100000">
                                          <p:val>
                                            <p:strVal val="#ppt_w"/>
                                          </p:val>
                                        </p:tav>
                                      </p:tavLst>
                                    </p:anim>
                                    <p:anim calcmode="lin" valueType="num">
                                      <p:cBhvr>
                                        <p:cTn id="18" dur="1000" fill="hold"/>
                                        <p:tgtEl>
                                          <p:spTgt spid="22"/>
                                        </p:tgtEl>
                                        <p:attrNameLst>
                                          <p:attrName>ppt_h</p:attrName>
                                        </p:attrNameLst>
                                      </p:cBhvr>
                                      <p:tavLst>
                                        <p:tav tm="0">
                                          <p:val>
                                            <p:fltVal val="0"/>
                                          </p:val>
                                        </p:tav>
                                        <p:tav tm="100000">
                                          <p:val>
                                            <p:strVal val="#ppt_h"/>
                                          </p:val>
                                        </p:tav>
                                      </p:tavLst>
                                    </p:anim>
                                    <p:animEffect transition="in" filter="fade">
                                      <p:cBhvr>
                                        <p:cTn id="19" dur="1000"/>
                                        <p:tgtEl>
                                          <p:spTgt spid="22"/>
                                        </p:tgtEl>
                                      </p:cBhvr>
                                    </p:animEffect>
                                  </p:childTnLst>
                                </p:cTn>
                              </p:par>
                              <p:par>
                                <p:cTn id="20" presetID="42" presetClass="entr" presetSubtype="0" fill="hold" grpId="0" nodeType="withEffect">
                                  <p:stCondLst>
                                    <p:cond delay="200"/>
                                  </p:stCondLst>
                                  <p:childTnLst>
                                    <p:set>
                                      <p:cBhvr>
                                        <p:cTn id="21" dur="1" fill="hold">
                                          <p:stCondLst>
                                            <p:cond delay="0"/>
                                          </p:stCondLst>
                                        </p:cTn>
                                        <p:tgtEl>
                                          <p:spTgt spid="12">
                                            <p:txEl>
                                              <p:pRg st="0" end="0"/>
                                            </p:txEl>
                                          </p:spTgt>
                                        </p:tgtEl>
                                        <p:attrNameLst>
                                          <p:attrName>style.visibility</p:attrName>
                                        </p:attrNameLst>
                                      </p:cBhvr>
                                      <p:to>
                                        <p:strVal val="visible"/>
                                      </p:to>
                                    </p:set>
                                    <p:animEffect transition="in" filter="fade">
                                      <p:cBhvr>
                                        <p:cTn id="22" dur="400"/>
                                        <p:tgtEl>
                                          <p:spTgt spid="12">
                                            <p:txEl>
                                              <p:pRg st="0" end="0"/>
                                            </p:txEl>
                                          </p:spTgt>
                                        </p:tgtEl>
                                      </p:cBhvr>
                                    </p:animEffect>
                                    <p:anim calcmode="lin" valueType="num">
                                      <p:cBhvr>
                                        <p:cTn id="23" dur="400" fill="hold"/>
                                        <p:tgtEl>
                                          <p:spTgt spid="12">
                                            <p:txEl>
                                              <p:pRg st="0" end="0"/>
                                            </p:txEl>
                                          </p:spTgt>
                                        </p:tgtEl>
                                        <p:attrNameLst>
                                          <p:attrName>ppt_x</p:attrName>
                                        </p:attrNameLst>
                                      </p:cBhvr>
                                      <p:tavLst>
                                        <p:tav tm="0">
                                          <p:val>
                                            <p:strVal val="#ppt_x"/>
                                          </p:val>
                                        </p:tav>
                                        <p:tav tm="100000">
                                          <p:val>
                                            <p:strVal val="#ppt_x"/>
                                          </p:val>
                                        </p:tav>
                                      </p:tavLst>
                                    </p:anim>
                                    <p:anim calcmode="lin" valueType="num">
                                      <p:cBhvr>
                                        <p:cTn id="24" dur="400" fill="hold"/>
                                        <p:tgtEl>
                                          <p:spTgt spid="12">
                                            <p:txEl>
                                              <p:pRg st="0" end="0"/>
                                            </p:txEl>
                                          </p:spTgt>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200"/>
                                  </p:stCondLst>
                                  <p:childTnLst>
                                    <p:set>
                                      <p:cBhvr>
                                        <p:cTn id="26" dur="1" fill="hold">
                                          <p:stCondLst>
                                            <p:cond delay="0"/>
                                          </p:stCondLst>
                                        </p:cTn>
                                        <p:tgtEl>
                                          <p:spTgt spid="13">
                                            <p:txEl>
                                              <p:pRg st="0" end="0"/>
                                            </p:txEl>
                                          </p:spTgt>
                                        </p:tgtEl>
                                        <p:attrNameLst>
                                          <p:attrName>style.visibility</p:attrName>
                                        </p:attrNameLst>
                                      </p:cBhvr>
                                      <p:to>
                                        <p:strVal val="visible"/>
                                      </p:to>
                                    </p:set>
                                    <p:animEffect transition="in" filter="fade">
                                      <p:cBhvr>
                                        <p:cTn id="27" dur="500"/>
                                        <p:tgtEl>
                                          <p:spTgt spid="13">
                                            <p:txEl>
                                              <p:pRg st="0" end="0"/>
                                            </p:txEl>
                                          </p:spTgt>
                                        </p:tgtEl>
                                      </p:cBhvr>
                                    </p:animEffect>
                                    <p:anim calcmode="lin" valueType="num">
                                      <p:cBhvr>
                                        <p:cTn id="28" dur="50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29" dur="500" fill="hold"/>
                                        <p:tgtEl>
                                          <p:spTgt spid="13">
                                            <p:txEl>
                                              <p:pRg st="0" end="0"/>
                                            </p:txEl>
                                          </p:spTgt>
                                        </p:tgtEl>
                                        <p:attrNameLst>
                                          <p:attrName>ppt_y</p:attrName>
                                        </p:attrNameLst>
                                      </p:cBhvr>
                                      <p:tavLst>
                                        <p:tav tm="0">
                                          <p:val>
                                            <p:strVal val="#ppt_y+.1"/>
                                          </p:val>
                                        </p:tav>
                                        <p:tav tm="100000">
                                          <p:val>
                                            <p:strVal val="#ppt_y"/>
                                          </p:val>
                                        </p:tav>
                                      </p:tavLst>
                                    </p:anim>
                                  </p:childTnLst>
                                </p:cTn>
                              </p:par>
                              <p:par>
                                <p:cTn id="30" presetID="10" presetClass="entr" presetSubtype="0" fill="hold" grpId="0" nodeType="withEffect">
                                  <p:stCondLst>
                                    <p:cond delay="800"/>
                                  </p:stCondLst>
                                  <p:childTnLst>
                                    <p:set>
                                      <p:cBhvr>
                                        <p:cTn id="31" dur="1" fill="hold">
                                          <p:stCondLst>
                                            <p:cond delay="0"/>
                                          </p:stCondLst>
                                        </p:cTn>
                                        <p:tgtEl>
                                          <p:spTgt spid="14">
                                            <p:txEl>
                                              <p:pRg st="0" end="0"/>
                                            </p:txEl>
                                          </p:spTgt>
                                        </p:tgtEl>
                                        <p:attrNameLst>
                                          <p:attrName>style.visibility</p:attrName>
                                        </p:attrNameLst>
                                      </p:cBhvr>
                                      <p:to>
                                        <p:strVal val="visible"/>
                                      </p:to>
                                    </p:set>
                                    <p:animEffect transition="in" filter="fade">
                                      <p:cBhvr>
                                        <p:cTn id="32" dur="500"/>
                                        <p:tgtEl>
                                          <p:spTgt spid="14">
                                            <p:txEl>
                                              <p:pRg st="0" end="0"/>
                                            </p:txEl>
                                          </p:spTgt>
                                        </p:tgtEl>
                                      </p:cBhvr>
                                    </p:animEffect>
                                  </p:childTnLst>
                                </p:cTn>
                              </p:par>
                              <p:par>
                                <p:cTn id="33" presetID="10" presetClass="entr" presetSubtype="0" fill="hold" grpId="0" nodeType="withEffect">
                                  <p:stCondLst>
                                    <p:cond delay="800"/>
                                  </p:stCondLst>
                                  <p:childTnLst>
                                    <p:set>
                                      <p:cBhvr>
                                        <p:cTn id="34" dur="1" fill="hold">
                                          <p:stCondLst>
                                            <p:cond delay="0"/>
                                          </p:stCondLst>
                                        </p:cTn>
                                        <p:tgtEl>
                                          <p:spTgt spid="14">
                                            <p:txEl>
                                              <p:pRg st="2" end="2"/>
                                            </p:txEl>
                                          </p:spTgt>
                                        </p:tgtEl>
                                        <p:attrNameLst>
                                          <p:attrName>style.visibility</p:attrName>
                                        </p:attrNameLst>
                                      </p:cBhvr>
                                      <p:to>
                                        <p:strVal val="visible"/>
                                      </p:to>
                                    </p:set>
                                    <p:animEffect transition="in" filter="fade">
                                      <p:cBhvr>
                                        <p:cTn id="35" dur="500"/>
                                        <p:tgtEl>
                                          <p:spTgt spid="14">
                                            <p:txEl>
                                              <p:pRg st="2" end="2"/>
                                            </p:txEl>
                                          </p:spTgt>
                                        </p:tgtEl>
                                      </p:cBhvr>
                                    </p:animEffect>
                                  </p:childTnLst>
                                </p:cTn>
                              </p:par>
                              <p:par>
                                <p:cTn id="36" presetID="10" presetClass="entr" presetSubtype="0" fill="hold" grpId="0" nodeType="withEffect">
                                  <p:stCondLst>
                                    <p:cond delay="800"/>
                                  </p:stCondLst>
                                  <p:childTnLst>
                                    <p:set>
                                      <p:cBhvr>
                                        <p:cTn id="37" dur="1" fill="hold">
                                          <p:stCondLst>
                                            <p:cond delay="0"/>
                                          </p:stCondLst>
                                        </p:cTn>
                                        <p:tgtEl>
                                          <p:spTgt spid="15">
                                            <p:txEl>
                                              <p:pRg st="0" end="0"/>
                                            </p:txEl>
                                          </p:spTgt>
                                        </p:tgtEl>
                                        <p:attrNameLst>
                                          <p:attrName>style.visibility</p:attrName>
                                        </p:attrNameLst>
                                      </p:cBhvr>
                                      <p:to>
                                        <p:strVal val="visible"/>
                                      </p:to>
                                    </p:set>
                                    <p:animEffect transition="in" filter="fade">
                                      <p:cBhvr>
                                        <p:cTn id="38" dur="500"/>
                                        <p:tgtEl>
                                          <p:spTgt spid="15">
                                            <p:txEl>
                                              <p:pRg st="0" end="0"/>
                                            </p:txEl>
                                          </p:spTgt>
                                        </p:tgtEl>
                                      </p:cBhvr>
                                    </p:animEffect>
                                  </p:childTnLst>
                                </p:cTn>
                              </p:par>
                              <p:par>
                                <p:cTn id="39" presetID="42" presetClass="entr" presetSubtype="0" fill="hold" grpId="0" nodeType="withEffect">
                                  <p:stCondLst>
                                    <p:cond delay="200"/>
                                  </p:stCondLst>
                                  <p:childTnLst>
                                    <p:set>
                                      <p:cBhvr>
                                        <p:cTn id="40" dur="1" fill="hold">
                                          <p:stCondLst>
                                            <p:cond delay="0"/>
                                          </p:stCondLst>
                                        </p:cTn>
                                        <p:tgtEl>
                                          <p:spTgt spid="17">
                                            <p:txEl>
                                              <p:pRg st="0" end="0"/>
                                            </p:txEl>
                                          </p:spTgt>
                                        </p:tgtEl>
                                        <p:attrNameLst>
                                          <p:attrName>style.visibility</p:attrName>
                                        </p:attrNameLst>
                                      </p:cBhvr>
                                      <p:to>
                                        <p:strVal val="visible"/>
                                      </p:to>
                                    </p:set>
                                    <p:animEffect transition="in" filter="fade">
                                      <p:cBhvr>
                                        <p:cTn id="41" dur="400"/>
                                        <p:tgtEl>
                                          <p:spTgt spid="17">
                                            <p:txEl>
                                              <p:pRg st="0" end="0"/>
                                            </p:txEl>
                                          </p:spTgt>
                                        </p:tgtEl>
                                      </p:cBhvr>
                                    </p:animEffect>
                                    <p:anim calcmode="lin" valueType="num">
                                      <p:cBhvr>
                                        <p:cTn id="42" dur="40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43" dur="400" fill="hold"/>
                                        <p:tgtEl>
                                          <p:spTgt spid="17">
                                            <p:txEl>
                                              <p:pRg st="0" end="0"/>
                                            </p:txEl>
                                          </p:spTgt>
                                        </p:tgtEl>
                                        <p:attrNameLst>
                                          <p:attrName>ppt_y</p:attrName>
                                        </p:attrNameLst>
                                      </p:cBhvr>
                                      <p:tavLst>
                                        <p:tav tm="0">
                                          <p:val>
                                            <p:strVal val="#ppt_y+.1"/>
                                          </p:val>
                                        </p:tav>
                                        <p:tav tm="100000">
                                          <p:val>
                                            <p:strVal val="#ppt_y"/>
                                          </p:val>
                                        </p:tav>
                                      </p:tavLst>
                                    </p:anim>
                                  </p:childTnLst>
                                </p:cTn>
                              </p:par>
                              <p:par>
                                <p:cTn id="44" presetID="42" presetClass="entr" presetSubtype="0" fill="hold" grpId="0" nodeType="withEffect">
                                  <p:stCondLst>
                                    <p:cond delay="200"/>
                                  </p:stCondLst>
                                  <p:childTnLst>
                                    <p:set>
                                      <p:cBhvr>
                                        <p:cTn id="45" dur="1" fill="hold">
                                          <p:stCondLst>
                                            <p:cond delay="0"/>
                                          </p:stCondLst>
                                        </p:cTn>
                                        <p:tgtEl>
                                          <p:spTgt spid="24">
                                            <p:txEl>
                                              <p:pRg st="0" end="0"/>
                                            </p:txEl>
                                          </p:spTgt>
                                        </p:tgtEl>
                                        <p:attrNameLst>
                                          <p:attrName>style.visibility</p:attrName>
                                        </p:attrNameLst>
                                      </p:cBhvr>
                                      <p:to>
                                        <p:strVal val="visible"/>
                                      </p:to>
                                    </p:set>
                                    <p:animEffect transition="in" filter="fade">
                                      <p:cBhvr>
                                        <p:cTn id="46" dur="500"/>
                                        <p:tgtEl>
                                          <p:spTgt spid="24">
                                            <p:txEl>
                                              <p:pRg st="0" end="0"/>
                                            </p:txEl>
                                          </p:spTgt>
                                        </p:tgtEl>
                                      </p:cBhvr>
                                    </p:animEffect>
                                    <p:anim calcmode="lin" valueType="num">
                                      <p:cBhvr>
                                        <p:cTn id="47"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48"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P spid="22" grpId="0"/>
      <p:bldP spid="12" grpId="0" build="p">
        <p:tmplLst>
          <p:tmpl lvl="1">
            <p:tnLst>
              <p:par>
                <p:cTn presetID="42" presetClass="entr" presetSubtype="0" fill="hold" nodeType="withEffect">
                  <p:stCondLst>
                    <p:cond delay="200"/>
                  </p:stCondLst>
                  <p:childTnLst>
                    <p:set>
                      <p:cBhvr>
                        <p:cTn dur="1" fill="hold">
                          <p:stCondLst>
                            <p:cond delay="0"/>
                          </p:stCondLst>
                        </p:cTn>
                        <p:tgtEl>
                          <p:spTgt spid="12"/>
                        </p:tgtEl>
                        <p:attrNameLst>
                          <p:attrName>style.visibility</p:attrName>
                        </p:attrNameLst>
                      </p:cBhvr>
                      <p:to>
                        <p:strVal val="visible"/>
                      </p:to>
                    </p:set>
                    <p:animEffect transition="in" filter="fade">
                      <p:cBhvr>
                        <p:cTn dur="400"/>
                        <p:tgtEl>
                          <p:spTgt spid="12"/>
                        </p:tgtEl>
                      </p:cBhvr>
                    </p:animEffect>
                    <p:anim calcmode="lin" valueType="num">
                      <p:cBhvr>
                        <p:cTn dur="400" fill="hold"/>
                        <p:tgtEl>
                          <p:spTgt spid="12"/>
                        </p:tgtEl>
                        <p:attrNameLst>
                          <p:attrName>ppt_x</p:attrName>
                        </p:attrNameLst>
                      </p:cBhvr>
                      <p:tavLst>
                        <p:tav tm="0">
                          <p:val>
                            <p:strVal val="#ppt_x"/>
                          </p:val>
                        </p:tav>
                        <p:tav tm="100000">
                          <p:val>
                            <p:strVal val="#ppt_x"/>
                          </p:val>
                        </p:tav>
                      </p:tavLst>
                    </p:anim>
                    <p:anim calcmode="lin" valueType="num">
                      <p:cBhvr>
                        <p:cTn dur="400" fill="hold"/>
                        <p:tgtEl>
                          <p:spTgt spid="12"/>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42" presetClass="entr" presetSubtype="0" fill="hold" nodeType="withEffect">
                  <p:stCondLst>
                    <p:cond delay="20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anim calcmode="lin" valueType="num">
                      <p:cBhvr>
                        <p:cTn dur="500" fill="hold"/>
                        <p:tgtEl>
                          <p:spTgt spid="13"/>
                        </p:tgtEl>
                        <p:attrNameLst>
                          <p:attrName>ppt_x</p:attrName>
                        </p:attrNameLst>
                      </p:cBhvr>
                      <p:tavLst>
                        <p:tav tm="0">
                          <p:val>
                            <p:strVal val="#ppt_x"/>
                          </p:val>
                        </p:tav>
                        <p:tav tm="100000">
                          <p:val>
                            <p:strVal val="#ppt_x"/>
                          </p:val>
                        </p:tav>
                      </p:tavLst>
                    </p:anim>
                    <p:anim calcmode="lin" valueType="num">
                      <p:cBhvr>
                        <p:cTn dur="500" fill="hold"/>
                        <p:tgtEl>
                          <p:spTgt spid="13"/>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10" presetClass="entr" presetSubtype="0" fill="hold" nodeType="withEffect">
                  <p:stCondLst>
                    <p:cond delay="80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5" grpId="0" build="p">
        <p:tmplLst>
          <p:tmpl lvl="1">
            <p:tnLst>
              <p:par>
                <p:cTn presetID="10" presetClass="entr" presetSubtype="0" fill="hold" nodeType="withEffect">
                  <p:stCondLst>
                    <p:cond delay="80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7" grpId="0" build="p">
        <p:tmplLst>
          <p:tmpl lvl="1">
            <p:tnLst>
              <p:par>
                <p:cTn presetID="42" presetClass="entr" presetSubtype="0" fill="hold" nodeType="withEffect">
                  <p:stCondLst>
                    <p:cond delay="200"/>
                  </p:stCondLst>
                  <p:childTnLst>
                    <p:set>
                      <p:cBhvr>
                        <p:cTn dur="1" fill="hold">
                          <p:stCondLst>
                            <p:cond delay="0"/>
                          </p:stCondLst>
                        </p:cTn>
                        <p:tgtEl>
                          <p:spTgt spid="17"/>
                        </p:tgtEl>
                        <p:attrNameLst>
                          <p:attrName>style.visibility</p:attrName>
                        </p:attrNameLst>
                      </p:cBhvr>
                      <p:to>
                        <p:strVal val="visible"/>
                      </p:to>
                    </p:set>
                    <p:animEffect transition="in" filter="fade">
                      <p:cBhvr>
                        <p:cTn dur="400"/>
                        <p:tgtEl>
                          <p:spTgt spid="17"/>
                        </p:tgtEl>
                      </p:cBhvr>
                    </p:animEffect>
                    <p:anim calcmode="lin" valueType="num">
                      <p:cBhvr>
                        <p:cTn dur="400" fill="hold"/>
                        <p:tgtEl>
                          <p:spTgt spid="17"/>
                        </p:tgtEl>
                        <p:attrNameLst>
                          <p:attrName>ppt_x</p:attrName>
                        </p:attrNameLst>
                      </p:cBhvr>
                      <p:tavLst>
                        <p:tav tm="0">
                          <p:val>
                            <p:strVal val="#ppt_x"/>
                          </p:val>
                        </p:tav>
                        <p:tav tm="100000">
                          <p:val>
                            <p:strVal val="#ppt_x"/>
                          </p:val>
                        </p:tav>
                      </p:tavLst>
                    </p:anim>
                    <p:anim calcmode="lin" valueType="num">
                      <p:cBhvr>
                        <p:cTn dur="400" fill="hold"/>
                        <p:tgtEl>
                          <p:spTgt spid="17"/>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withEffect">
                  <p:stCondLst>
                    <p:cond delay="20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Two images with caption">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2" name="Picture Placeholder 2"/>
          <p:cNvSpPr>
            <a:spLocks noGrp="1"/>
          </p:cNvSpPr>
          <p:nvPr>
            <p:ph type="pic" sz="quarter" idx="48"/>
          </p:nvPr>
        </p:nvSpPr>
        <p:spPr>
          <a:xfrm>
            <a:off x="603251" y="1381764"/>
            <a:ext cx="5204883" cy="4119877"/>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23" name="Rectangle 22"/>
          <p:cNvSpPr/>
          <p:nvPr userDrawn="1"/>
        </p:nvSpPr>
        <p:spPr>
          <a:xfrm>
            <a:off x="603250" y="5501640"/>
            <a:ext cx="5204884" cy="106680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40" name="Text Placeholder 7"/>
          <p:cNvSpPr>
            <a:spLocks noGrp="1"/>
          </p:cNvSpPr>
          <p:nvPr>
            <p:ph type="body" sz="quarter" idx="65" hasCustomPrompt="1"/>
          </p:nvPr>
        </p:nvSpPr>
        <p:spPr>
          <a:xfrm>
            <a:off x="785283" y="5599567"/>
            <a:ext cx="4870451" cy="259199"/>
          </a:xfrm>
          <a:prstGeom prst="rect">
            <a:avLst/>
          </a:prstGeom>
        </p:spPr>
        <p:txBody>
          <a:bodyPr vert="horz" lIns="0" tIns="40504" rIns="0" bIns="40504" anchor="ctr"/>
          <a:lstStyle>
            <a:lvl1pPr marL="0" indent="0" algn="l">
              <a:lnSpc>
                <a:spcPct val="100000"/>
              </a:lnSpc>
              <a:spcBef>
                <a:spcPts val="0"/>
              </a:spcBef>
              <a:spcAft>
                <a:spcPts val="0"/>
              </a:spcAft>
              <a:buNone/>
              <a:defRPr sz="1920" b="0">
                <a:solidFill>
                  <a:schemeClr val="bg1"/>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16" name="Text Placeholder 2"/>
          <p:cNvSpPr>
            <a:spLocks noGrp="1"/>
          </p:cNvSpPr>
          <p:nvPr>
            <p:ph type="body" sz="quarter" idx="64" hasCustomPrompt="1"/>
          </p:nvPr>
        </p:nvSpPr>
        <p:spPr>
          <a:xfrm>
            <a:off x="785283" y="5894348"/>
            <a:ext cx="4870451" cy="613133"/>
          </a:xfrm>
          <a:prstGeom prst="rect">
            <a:avLst/>
          </a:prstGeom>
        </p:spPr>
        <p:txBody>
          <a:bodyPr vert="horz" lIns="0" tIns="0" rIns="0" bIns="0"/>
          <a:lstStyle>
            <a:lvl1pPr marL="0" indent="0" algn="just">
              <a:lnSpc>
                <a:spcPct val="130000"/>
              </a:lnSpc>
              <a:buNone/>
              <a:defRPr sz="1080">
                <a:solidFill>
                  <a:schemeClr val="bg1"/>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18" name="Picture Placeholder 2"/>
          <p:cNvSpPr>
            <a:spLocks noGrp="1"/>
          </p:cNvSpPr>
          <p:nvPr>
            <p:ph type="pic" sz="quarter" idx="66"/>
          </p:nvPr>
        </p:nvSpPr>
        <p:spPr>
          <a:xfrm>
            <a:off x="6371168" y="1381764"/>
            <a:ext cx="5204883" cy="4119877"/>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19" name="Rectangle 18"/>
          <p:cNvSpPr/>
          <p:nvPr userDrawn="1"/>
        </p:nvSpPr>
        <p:spPr>
          <a:xfrm>
            <a:off x="6371167" y="5501640"/>
            <a:ext cx="5204884" cy="106680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20" name="Text Placeholder 7"/>
          <p:cNvSpPr>
            <a:spLocks noGrp="1"/>
          </p:cNvSpPr>
          <p:nvPr>
            <p:ph type="body" sz="quarter" idx="67" hasCustomPrompt="1"/>
          </p:nvPr>
        </p:nvSpPr>
        <p:spPr>
          <a:xfrm>
            <a:off x="6553200" y="5599567"/>
            <a:ext cx="4870451" cy="259199"/>
          </a:xfrm>
          <a:prstGeom prst="rect">
            <a:avLst/>
          </a:prstGeom>
        </p:spPr>
        <p:txBody>
          <a:bodyPr vert="horz" lIns="0" tIns="40504" rIns="0" bIns="40504" anchor="ctr"/>
          <a:lstStyle>
            <a:lvl1pPr marL="0" indent="0" algn="l">
              <a:lnSpc>
                <a:spcPct val="100000"/>
              </a:lnSpc>
              <a:spcBef>
                <a:spcPts val="0"/>
              </a:spcBef>
              <a:spcAft>
                <a:spcPts val="0"/>
              </a:spcAft>
              <a:buNone/>
              <a:defRPr sz="1920" b="0">
                <a:solidFill>
                  <a:schemeClr val="bg1"/>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1" name="Text Placeholder 2"/>
          <p:cNvSpPr>
            <a:spLocks noGrp="1"/>
          </p:cNvSpPr>
          <p:nvPr>
            <p:ph type="body" sz="quarter" idx="68" hasCustomPrompt="1"/>
          </p:nvPr>
        </p:nvSpPr>
        <p:spPr>
          <a:xfrm>
            <a:off x="6553200" y="5894348"/>
            <a:ext cx="4870451" cy="613133"/>
          </a:xfrm>
          <a:prstGeom prst="rect">
            <a:avLst/>
          </a:prstGeom>
        </p:spPr>
        <p:txBody>
          <a:bodyPr vert="horz" lIns="0" tIns="0" rIns="0" bIns="0"/>
          <a:lstStyle>
            <a:lvl1pPr marL="0" indent="0" algn="just">
              <a:lnSpc>
                <a:spcPct val="130000"/>
              </a:lnSpc>
              <a:buNone/>
              <a:defRPr sz="1080">
                <a:solidFill>
                  <a:schemeClr val="bg1"/>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Tree>
    <p:extLst>
      <p:ext uri="{BB962C8B-B14F-4D97-AF65-F5344CB8AC3E}">
        <p14:creationId xmlns:p14="http://schemas.microsoft.com/office/powerpoint/2010/main" val="10597679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par>
                                <p:cTn id="15" presetID="53" presetClass="entr" presetSubtype="16" fill="hold" grpId="0" nodeType="withEffect" nodePh="1">
                                  <p:stCondLst>
                                    <p:cond delay="800"/>
                                  </p:stCondLst>
                                  <p:endCondLst>
                                    <p:cond evt="begin" delay="0">
                                      <p:tn val="15"/>
                                    </p:cond>
                                  </p:endCondLst>
                                  <p:childTnLst>
                                    <p:set>
                                      <p:cBhvr>
                                        <p:cTn id="16" dur="1" fill="hold">
                                          <p:stCondLst>
                                            <p:cond delay="0"/>
                                          </p:stCondLst>
                                        </p:cTn>
                                        <p:tgtEl>
                                          <p:spTgt spid="22"/>
                                        </p:tgtEl>
                                        <p:attrNameLst>
                                          <p:attrName>style.visibility</p:attrName>
                                        </p:attrNameLst>
                                      </p:cBhvr>
                                      <p:to>
                                        <p:strVal val="visible"/>
                                      </p:to>
                                    </p:set>
                                    <p:anim calcmode="lin" valueType="num">
                                      <p:cBhvr>
                                        <p:cTn id="17" dur="1000" fill="hold"/>
                                        <p:tgtEl>
                                          <p:spTgt spid="22"/>
                                        </p:tgtEl>
                                        <p:attrNameLst>
                                          <p:attrName>ppt_w</p:attrName>
                                        </p:attrNameLst>
                                      </p:cBhvr>
                                      <p:tavLst>
                                        <p:tav tm="0">
                                          <p:val>
                                            <p:fltVal val="0"/>
                                          </p:val>
                                        </p:tav>
                                        <p:tav tm="100000">
                                          <p:val>
                                            <p:strVal val="#ppt_w"/>
                                          </p:val>
                                        </p:tav>
                                      </p:tavLst>
                                    </p:anim>
                                    <p:anim calcmode="lin" valueType="num">
                                      <p:cBhvr>
                                        <p:cTn id="18" dur="1000" fill="hold"/>
                                        <p:tgtEl>
                                          <p:spTgt spid="22"/>
                                        </p:tgtEl>
                                        <p:attrNameLst>
                                          <p:attrName>ppt_h</p:attrName>
                                        </p:attrNameLst>
                                      </p:cBhvr>
                                      <p:tavLst>
                                        <p:tav tm="0">
                                          <p:val>
                                            <p:fltVal val="0"/>
                                          </p:val>
                                        </p:tav>
                                        <p:tav tm="100000">
                                          <p:val>
                                            <p:strVal val="#ppt_h"/>
                                          </p:val>
                                        </p:tav>
                                      </p:tavLst>
                                    </p:anim>
                                    <p:animEffect transition="in" filter="fade">
                                      <p:cBhvr>
                                        <p:cTn id="19" dur="1000"/>
                                        <p:tgtEl>
                                          <p:spTgt spid="22"/>
                                        </p:tgtEl>
                                      </p:cBhvr>
                                    </p:animEffect>
                                  </p:childTnLst>
                                </p:cTn>
                              </p:par>
                            </p:childTnLst>
                          </p:cTn>
                        </p:par>
                        <p:par>
                          <p:cTn id="20" fill="hold">
                            <p:stCondLst>
                              <p:cond delay="1800"/>
                            </p:stCondLst>
                            <p:childTnLst>
                              <p:par>
                                <p:cTn id="21" presetID="22" presetClass="entr" presetSubtype="8" fill="hold" grpId="0" nodeType="after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wipe(left)">
                                      <p:cBhvr>
                                        <p:cTn id="23" dur="500"/>
                                        <p:tgtEl>
                                          <p:spTgt spid="23"/>
                                        </p:tgtEl>
                                      </p:cBhvr>
                                    </p:animEffect>
                                  </p:childTnLst>
                                </p:cTn>
                              </p:par>
                              <p:par>
                                <p:cTn id="24" presetID="42" presetClass="entr" presetSubtype="0" fill="hold" grpId="0" nodeType="withEffect">
                                  <p:stCondLst>
                                    <p:cond delay="200"/>
                                  </p:stCondLst>
                                  <p:childTnLst>
                                    <p:set>
                                      <p:cBhvr>
                                        <p:cTn id="25" dur="1" fill="hold">
                                          <p:stCondLst>
                                            <p:cond delay="0"/>
                                          </p:stCondLst>
                                        </p:cTn>
                                        <p:tgtEl>
                                          <p:spTgt spid="40">
                                            <p:txEl>
                                              <p:pRg st="0" end="0"/>
                                            </p:txEl>
                                          </p:spTgt>
                                        </p:tgtEl>
                                        <p:attrNameLst>
                                          <p:attrName>style.visibility</p:attrName>
                                        </p:attrNameLst>
                                      </p:cBhvr>
                                      <p:to>
                                        <p:strVal val="visible"/>
                                      </p:to>
                                    </p:set>
                                    <p:animEffect transition="in" filter="fade">
                                      <p:cBhvr>
                                        <p:cTn id="26" dur="500"/>
                                        <p:tgtEl>
                                          <p:spTgt spid="40">
                                            <p:txEl>
                                              <p:pRg st="0" end="0"/>
                                            </p:txEl>
                                          </p:spTgt>
                                        </p:tgtEl>
                                      </p:cBhvr>
                                    </p:animEffect>
                                    <p:anim calcmode="lin" valueType="num">
                                      <p:cBhvr>
                                        <p:cTn id="27"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p:cTn id="28" dur="500" fill="hold"/>
                                        <p:tgtEl>
                                          <p:spTgt spid="40">
                                            <p:txEl>
                                              <p:pRg st="0" end="0"/>
                                            </p:txEl>
                                          </p:spTgt>
                                        </p:tgtEl>
                                        <p:attrNameLst>
                                          <p:attrName>ppt_y</p:attrName>
                                        </p:attrNameLst>
                                      </p:cBhvr>
                                      <p:tavLst>
                                        <p:tav tm="0">
                                          <p:val>
                                            <p:strVal val="#ppt_y+.1"/>
                                          </p:val>
                                        </p:tav>
                                        <p:tav tm="100000">
                                          <p:val>
                                            <p:strVal val="#ppt_y"/>
                                          </p:val>
                                        </p:tav>
                                      </p:tavLst>
                                    </p:anim>
                                  </p:childTnLst>
                                </p:cTn>
                              </p:par>
                              <p:par>
                                <p:cTn id="29" presetID="10" presetClass="entr" presetSubtype="0" fill="hold" grpId="0" nodeType="withEffect">
                                  <p:stCondLst>
                                    <p:cond delay="800"/>
                                  </p:stCondLst>
                                  <p:childTnLst>
                                    <p:set>
                                      <p:cBhvr>
                                        <p:cTn id="30" dur="1" fill="hold">
                                          <p:stCondLst>
                                            <p:cond delay="0"/>
                                          </p:stCondLst>
                                        </p:cTn>
                                        <p:tgtEl>
                                          <p:spTgt spid="16">
                                            <p:txEl>
                                              <p:pRg st="0" end="0"/>
                                            </p:txEl>
                                          </p:spTgt>
                                        </p:tgtEl>
                                        <p:attrNameLst>
                                          <p:attrName>style.visibility</p:attrName>
                                        </p:attrNameLst>
                                      </p:cBhvr>
                                      <p:to>
                                        <p:strVal val="visible"/>
                                      </p:to>
                                    </p:set>
                                    <p:animEffect transition="in" filter="fade">
                                      <p:cBhvr>
                                        <p:cTn id="31" dur="500"/>
                                        <p:tgtEl>
                                          <p:spTgt spid="16">
                                            <p:txEl>
                                              <p:pRg st="0" end="0"/>
                                            </p:txEl>
                                          </p:spTgt>
                                        </p:tgtEl>
                                      </p:cBhvr>
                                    </p:animEffect>
                                  </p:childTnLst>
                                </p:cTn>
                              </p:par>
                              <p:par>
                                <p:cTn id="32" presetID="53" presetClass="entr" presetSubtype="16" fill="hold" grpId="0" nodeType="withEffect" nodePh="1">
                                  <p:stCondLst>
                                    <p:cond delay="800"/>
                                  </p:stCondLst>
                                  <p:endCondLst>
                                    <p:cond evt="begin" delay="0">
                                      <p:tn val="32"/>
                                    </p:cond>
                                  </p:endCondLst>
                                  <p:childTnLst>
                                    <p:set>
                                      <p:cBhvr>
                                        <p:cTn id="33" dur="1" fill="hold">
                                          <p:stCondLst>
                                            <p:cond delay="0"/>
                                          </p:stCondLst>
                                        </p:cTn>
                                        <p:tgtEl>
                                          <p:spTgt spid="18"/>
                                        </p:tgtEl>
                                        <p:attrNameLst>
                                          <p:attrName>style.visibility</p:attrName>
                                        </p:attrNameLst>
                                      </p:cBhvr>
                                      <p:to>
                                        <p:strVal val="visible"/>
                                      </p:to>
                                    </p:set>
                                    <p:anim calcmode="lin" valueType="num">
                                      <p:cBhvr>
                                        <p:cTn id="34" dur="1000" fill="hold"/>
                                        <p:tgtEl>
                                          <p:spTgt spid="18"/>
                                        </p:tgtEl>
                                        <p:attrNameLst>
                                          <p:attrName>ppt_w</p:attrName>
                                        </p:attrNameLst>
                                      </p:cBhvr>
                                      <p:tavLst>
                                        <p:tav tm="0">
                                          <p:val>
                                            <p:fltVal val="0"/>
                                          </p:val>
                                        </p:tav>
                                        <p:tav tm="100000">
                                          <p:val>
                                            <p:strVal val="#ppt_w"/>
                                          </p:val>
                                        </p:tav>
                                      </p:tavLst>
                                    </p:anim>
                                    <p:anim calcmode="lin" valueType="num">
                                      <p:cBhvr>
                                        <p:cTn id="35" dur="1000" fill="hold"/>
                                        <p:tgtEl>
                                          <p:spTgt spid="18"/>
                                        </p:tgtEl>
                                        <p:attrNameLst>
                                          <p:attrName>ppt_h</p:attrName>
                                        </p:attrNameLst>
                                      </p:cBhvr>
                                      <p:tavLst>
                                        <p:tav tm="0">
                                          <p:val>
                                            <p:fltVal val="0"/>
                                          </p:val>
                                        </p:tav>
                                        <p:tav tm="100000">
                                          <p:val>
                                            <p:strVal val="#ppt_h"/>
                                          </p:val>
                                        </p:tav>
                                      </p:tavLst>
                                    </p:anim>
                                    <p:animEffect transition="in" filter="fade">
                                      <p:cBhvr>
                                        <p:cTn id="36" dur="1000"/>
                                        <p:tgtEl>
                                          <p:spTgt spid="18"/>
                                        </p:tgtEl>
                                      </p:cBhvr>
                                    </p:animEffect>
                                  </p:childTnLst>
                                </p:cTn>
                              </p:par>
                            </p:childTnLst>
                          </p:cTn>
                        </p:par>
                        <p:par>
                          <p:cTn id="37" fill="hold">
                            <p:stCondLst>
                              <p:cond delay="3600"/>
                            </p:stCondLst>
                            <p:childTnLst>
                              <p:par>
                                <p:cTn id="38" presetID="22" presetClass="entr" presetSubtype="8" fill="hold" grpId="0" nodeType="after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42" presetClass="entr" presetSubtype="0" fill="hold" grpId="0" nodeType="withEffect">
                                  <p:stCondLst>
                                    <p:cond delay="200"/>
                                  </p:stCondLst>
                                  <p:childTnLst>
                                    <p:set>
                                      <p:cBhvr>
                                        <p:cTn id="42" dur="1" fill="hold">
                                          <p:stCondLst>
                                            <p:cond delay="0"/>
                                          </p:stCondLst>
                                        </p:cTn>
                                        <p:tgtEl>
                                          <p:spTgt spid="20">
                                            <p:txEl>
                                              <p:pRg st="0" end="0"/>
                                            </p:txEl>
                                          </p:spTgt>
                                        </p:tgtEl>
                                        <p:attrNameLst>
                                          <p:attrName>style.visibility</p:attrName>
                                        </p:attrNameLst>
                                      </p:cBhvr>
                                      <p:to>
                                        <p:strVal val="visible"/>
                                      </p:to>
                                    </p:set>
                                    <p:animEffect transition="in" filter="fade">
                                      <p:cBhvr>
                                        <p:cTn id="43" dur="500"/>
                                        <p:tgtEl>
                                          <p:spTgt spid="20">
                                            <p:txEl>
                                              <p:pRg st="0" end="0"/>
                                            </p:txEl>
                                          </p:spTgt>
                                        </p:tgtEl>
                                      </p:cBhvr>
                                    </p:animEffect>
                                    <p:anim calcmode="lin" valueType="num">
                                      <p:cBhvr>
                                        <p:cTn id="44"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45" dur="500" fill="hold"/>
                                        <p:tgtEl>
                                          <p:spTgt spid="20">
                                            <p:txEl>
                                              <p:pRg st="0" end="0"/>
                                            </p:txEl>
                                          </p:spTgt>
                                        </p:tgtEl>
                                        <p:attrNameLst>
                                          <p:attrName>ppt_y</p:attrName>
                                        </p:attrNameLst>
                                      </p:cBhvr>
                                      <p:tavLst>
                                        <p:tav tm="0">
                                          <p:val>
                                            <p:strVal val="#ppt_y+.1"/>
                                          </p:val>
                                        </p:tav>
                                        <p:tav tm="100000">
                                          <p:val>
                                            <p:strVal val="#ppt_y"/>
                                          </p:val>
                                        </p:tav>
                                      </p:tavLst>
                                    </p:anim>
                                  </p:childTnLst>
                                </p:cTn>
                              </p:par>
                              <p:par>
                                <p:cTn id="46" presetID="10" presetClass="entr" presetSubtype="0" fill="hold" grpId="0" nodeType="withEffect">
                                  <p:stCondLst>
                                    <p:cond delay="800"/>
                                  </p:stCondLst>
                                  <p:childTnLst>
                                    <p:set>
                                      <p:cBhvr>
                                        <p:cTn id="47" dur="1" fill="hold">
                                          <p:stCondLst>
                                            <p:cond delay="0"/>
                                          </p:stCondLst>
                                        </p:cTn>
                                        <p:tgtEl>
                                          <p:spTgt spid="21">
                                            <p:txEl>
                                              <p:pRg st="0" end="0"/>
                                            </p:txEl>
                                          </p:spTgt>
                                        </p:tgtEl>
                                        <p:attrNameLst>
                                          <p:attrName>style.visibility</p:attrName>
                                        </p:attrNameLst>
                                      </p:cBhvr>
                                      <p:to>
                                        <p:strVal val="visible"/>
                                      </p:to>
                                    </p:set>
                                    <p:animEffect transition="in" filter="fade">
                                      <p:cBhvr>
                                        <p:cTn id="48" dur="500"/>
                                        <p:tgtEl>
                                          <p:spTgt spid="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P spid="22" grpId="0"/>
      <p:bldP spid="23" grpId="0" animBg="1"/>
      <p:bldP spid="40" grpId="0" build="p">
        <p:tmplLst>
          <p:tmpl lvl="1">
            <p:tnLst>
              <p:par>
                <p:cTn presetID="42" presetClass="entr" presetSubtype="0" fill="hold" nodeType="withEffect">
                  <p:stCondLst>
                    <p:cond delay="20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anim calcmode="lin" valueType="num">
                      <p:cBhvr>
                        <p:cTn dur="500" fill="hold"/>
                        <p:tgtEl>
                          <p:spTgt spid="40"/>
                        </p:tgtEl>
                        <p:attrNameLst>
                          <p:attrName>ppt_x</p:attrName>
                        </p:attrNameLst>
                      </p:cBhvr>
                      <p:tavLst>
                        <p:tav tm="0">
                          <p:val>
                            <p:strVal val="#ppt_x"/>
                          </p:val>
                        </p:tav>
                        <p:tav tm="100000">
                          <p:val>
                            <p:strVal val="#ppt_x"/>
                          </p:val>
                        </p:tav>
                      </p:tavLst>
                    </p:anim>
                    <p:anim calcmode="lin" valueType="num">
                      <p:cBhvr>
                        <p:cTn dur="500" fill="hold"/>
                        <p:tgtEl>
                          <p:spTgt spid="40"/>
                        </p:tgtEl>
                        <p:attrNameLst>
                          <p:attrName>ppt_y</p:attrName>
                        </p:attrNameLst>
                      </p:cBhvr>
                      <p:tavLst>
                        <p:tav tm="0">
                          <p:val>
                            <p:strVal val="#ppt_y+.1"/>
                          </p:val>
                        </p:tav>
                        <p:tav tm="100000">
                          <p:val>
                            <p:strVal val="#ppt_y"/>
                          </p:val>
                        </p:tav>
                      </p:tavLst>
                    </p:anim>
                  </p:childTnLst>
                </p:cTn>
              </p:par>
            </p:tnLst>
          </p:tmpl>
        </p:tmplLst>
      </p:bldP>
      <p:bldP spid="16" grpId="0" build="p">
        <p:tmplLst>
          <p:tmpl lvl="1">
            <p:tnLst>
              <p:par>
                <p:cTn presetID="10" presetClass="entr" presetSubtype="0" fill="hold" nodeType="withEffect">
                  <p:stCondLst>
                    <p:cond delay="80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8" grpId="0"/>
      <p:bldP spid="19" grpId="0" animBg="1"/>
      <p:bldP spid="20" grpId="0" build="p">
        <p:tmplLst>
          <p:tmpl lvl="1">
            <p:tnLst>
              <p:par>
                <p:cTn presetID="42" presetClass="entr" presetSubtype="0" fill="hold" nodeType="withEffect">
                  <p:stCondLst>
                    <p:cond delay="20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10" presetClass="entr" presetSubtype="0" fill="hold" nodeType="withEffect">
                  <p:stCondLst>
                    <p:cond delay="80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Lst>
  </p:timing>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Three images with results">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5" name="Picture Placeholder 2"/>
          <p:cNvSpPr>
            <a:spLocks noGrp="1"/>
          </p:cNvSpPr>
          <p:nvPr>
            <p:ph type="pic" sz="quarter" idx="48"/>
          </p:nvPr>
        </p:nvSpPr>
        <p:spPr>
          <a:xfrm>
            <a:off x="603250" y="1503681"/>
            <a:ext cx="3196175" cy="2946400"/>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55" name="Rectangle 54"/>
          <p:cNvSpPr/>
          <p:nvPr userDrawn="1"/>
        </p:nvSpPr>
        <p:spPr>
          <a:xfrm>
            <a:off x="603251" y="4450081"/>
            <a:ext cx="3196173" cy="1219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58" name="Picture Placeholder 2"/>
          <p:cNvSpPr>
            <a:spLocks noGrp="1"/>
          </p:cNvSpPr>
          <p:nvPr>
            <p:ph type="pic" sz="quarter" idx="74"/>
          </p:nvPr>
        </p:nvSpPr>
        <p:spPr>
          <a:xfrm>
            <a:off x="4509201" y="1503681"/>
            <a:ext cx="3196175" cy="2946400"/>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68" name="Rectangle 67"/>
          <p:cNvSpPr/>
          <p:nvPr userDrawn="1"/>
        </p:nvSpPr>
        <p:spPr>
          <a:xfrm>
            <a:off x="4509200" y="4450081"/>
            <a:ext cx="3196173" cy="1219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76" name="Text Placeholder 2"/>
          <p:cNvSpPr>
            <a:spLocks noGrp="1"/>
          </p:cNvSpPr>
          <p:nvPr>
            <p:ph type="body" sz="quarter" idx="64" hasCustomPrompt="1"/>
          </p:nvPr>
        </p:nvSpPr>
        <p:spPr>
          <a:xfrm>
            <a:off x="1296814" y="5518790"/>
            <a:ext cx="2502612" cy="841393"/>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77" name="Text Placeholder 7"/>
          <p:cNvSpPr>
            <a:spLocks noGrp="1"/>
          </p:cNvSpPr>
          <p:nvPr>
            <p:ph type="body" sz="quarter" idx="18" hasCustomPrompt="1"/>
          </p:nvPr>
        </p:nvSpPr>
        <p:spPr>
          <a:xfrm>
            <a:off x="1296814" y="4860382"/>
            <a:ext cx="2502612" cy="345380"/>
          </a:xfrm>
          <a:prstGeom prst="rect">
            <a:avLst/>
          </a:prstGeom>
        </p:spPr>
        <p:txBody>
          <a:bodyPr vert="horz" lIns="0" tIns="40504" rIns="0" bIns="40504" anchor="ctr"/>
          <a:lstStyle>
            <a:lvl1pPr marL="0" indent="0" algn="l">
              <a:lnSpc>
                <a:spcPct val="100000"/>
              </a:lnSpc>
              <a:spcBef>
                <a:spcPts val="0"/>
              </a:spcBef>
              <a:buNone/>
              <a:defRPr sz="2400" b="1" baseline="0">
                <a:solidFill>
                  <a:schemeClr val="tx1">
                    <a:lumMod val="50000"/>
                    <a:lumOff val="50000"/>
                  </a:schemeClr>
                </a:solidFill>
                <a:latin typeface="Lato Regular"/>
                <a:cs typeface="Lato Regular"/>
              </a:defRPr>
            </a:lvl1pPr>
          </a:lstStyle>
          <a:p>
            <a:pPr lvl="0"/>
            <a:r>
              <a:rPr lang="es-ES_tradnl" dirty="0" smtClean="0"/>
              <a:t>RESULT 1</a:t>
            </a:r>
          </a:p>
        </p:txBody>
      </p:sp>
      <p:sp>
        <p:nvSpPr>
          <p:cNvPr id="78" name="Text Placeholder 7"/>
          <p:cNvSpPr>
            <a:spLocks noGrp="1"/>
          </p:cNvSpPr>
          <p:nvPr>
            <p:ph type="body" sz="quarter" idx="65" hasCustomPrompt="1"/>
          </p:nvPr>
        </p:nvSpPr>
        <p:spPr>
          <a:xfrm>
            <a:off x="1296814" y="5271972"/>
            <a:ext cx="2502612"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79" name="Text Placeholder 7"/>
          <p:cNvSpPr>
            <a:spLocks noGrp="1"/>
          </p:cNvSpPr>
          <p:nvPr>
            <p:ph type="body" sz="quarter" idx="39" hasCustomPrompt="1"/>
          </p:nvPr>
        </p:nvSpPr>
        <p:spPr>
          <a:xfrm>
            <a:off x="603251" y="4927504"/>
            <a:ext cx="648408" cy="560681"/>
          </a:xfrm>
          <a:prstGeom prst="rect">
            <a:avLst/>
          </a:prstGeom>
        </p:spPr>
        <p:txBody>
          <a:bodyPr vert="horz" lIns="0" tIns="103884" rIns="0" bIns="103884" anchor="b"/>
          <a:lstStyle>
            <a:lvl1pPr marL="0" indent="0" algn="l">
              <a:lnSpc>
                <a:spcPct val="100000"/>
              </a:lnSpc>
              <a:spcBef>
                <a:spcPts val="0"/>
              </a:spcBef>
              <a:buNone/>
              <a:defRPr sz="3600" b="0">
                <a:solidFill>
                  <a:schemeClr val="bg1">
                    <a:lumMod val="65000"/>
                  </a:schemeClr>
                </a:solidFill>
                <a:latin typeface="FontAwesome"/>
                <a:cs typeface="FontAwesome"/>
              </a:defRPr>
            </a:lvl1pPr>
          </a:lstStyle>
          <a:p>
            <a:pPr lvl="0"/>
            <a:r>
              <a:rPr lang="es-ES_tradnl" dirty="0" err="1" smtClean="0"/>
              <a:t>ico</a:t>
            </a:r>
            <a:endParaRPr lang="es-ES_tradnl" dirty="0" smtClean="0"/>
          </a:p>
        </p:txBody>
      </p:sp>
      <p:sp>
        <p:nvSpPr>
          <p:cNvPr id="80" name="Text Placeholder 2"/>
          <p:cNvSpPr>
            <a:spLocks noGrp="1"/>
          </p:cNvSpPr>
          <p:nvPr>
            <p:ph type="body" sz="quarter" idx="66" hasCustomPrompt="1"/>
          </p:nvPr>
        </p:nvSpPr>
        <p:spPr>
          <a:xfrm>
            <a:off x="5202763" y="5518790"/>
            <a:ext cx="2502612" cy="841393"/>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81" name="Text Placeholder 7"/>
          <p:cNvSpPr>
            <a:spLocks noGrp="1"/>
          </p:cNvSpPr>
          <p:nvPr>
            <p:ph type="body" sz="quarter" idx="67" hasCustomPrompt="1"/>
          </p:nvPr>
        </p:nvSpPr>
        <p:spPr>
          <a:xfrm>
            <a:off x="5202763" y="4860382"/>
            <a:ext cx="2502612" cy="345380"/>
          </a:xfrm>
          <a:prstGeom prst="rect">
            <a:avLst/>
          </a:prstGeom>
        </p:spPr>
        <p:txBody>
          <a:bodyPr vert="horz" lIns="0" tIns="40504" rIns="0" bIns="40504" anchor="ctr"/>
          <a:lstStyle>
            <a:lvl1pPr marL="0" indent="0" algn="l">
              <a:lnSpc>
                <a:spcPct val="100000"/>
              </a:lnSpc>
              <a:spcBef>
                <a:spcPts val="0"/>
              </a:spcBef>
              <a:buNone/>
              <a:defRPr sz="2400" b="1" baseline="0">
                <a:solidFill>
                  <a:schemeClr val="tx1">
                    <a:lumMod val="50000"/>
                    <a:lumOff val="50000"/>
                  </a:schemeClr>
                </a:solidFill>
                <a:latin typeface="Lato Regular"/>
                <a:cs typeface="Lato Regular"/>
              </a:defRPr>
            </a:lvl1pPr>
          </a:lstStyle>
          <a:p>
            <a:pPr lvl="0"/>
            <a:r>
              <a:rPr lang="es-ES_tradnl" dirty="0" smtClean="0"/>
              <a:t>RESULT 1</a:t>
            </a:r>
          </a:p>
        </p:txBody>
      </p:sp>
      <p:sp>
        <p:nvSpPr>
          <p:cNvPr id="82" name="Text Placeholder 7"/>
          <p:cNvSpPr>
            <a:spLocks noGrp="1"/>
          </p:cNvSpPr>
          <p:nvPr>
            <p:ph type="body" sz="quarter" idx="68" hasCustomPrompt="1"/>
          </p:nvPr>
        </p:nvSpPr>
        <p:spPr>
          <a:xfrm>
            <a:off x="5202763" y="5271972"/>
            <a:ext cx="2502612"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83" name="Text Placeholder 7"/>
          <p:cNvSpPr>
            <a:spLocks noGrp="1"/>
          </p:cNvSpPr>
          <p:nvPr>
            <p:ph type="body" sz="quarter" idx="69" hasCustomPrompt="1"/>
          </p:nvPr>
        </p:nvSpPr>
        <p:spPr>
          <a:xfrm>
            <a:off x="4509200" y="4927504"/>
            <a:ext cx="648408" cy="560681"/>
          </a:xfrm>
          <a:prstGeom prst="rect">
            <a:avLst/>
          </a:prstGeom>
        </p:spPr>
        <p:txBody>
          <a:bodyPr vert="horz" lIns="0" tIns="103884" rIns="0" bIns="103884" anchor="b"/>
          <a:lstStyle>
            <a:lvl1pPr marL="0" indent="0" algn="l">
              <a:lnSpc>
                <a:spcPct val="100000"/>
              </a:lnSpc>
              <a:spcBef>
                <a:spcPts val="0"/>
              </a:spcBef>
              <a:buNone/>
              <a:defRPr sz="3600" b="0">
                <a:solidFill>
                  <a:schemeClr val="bg1">
                    <a:lumMod val="65000"/>
                  </a:schemeClr>
                </a:solidFill>
                <a:latin typeface="FontAwesome"/>
                <a:cs typeface="FontAwesome"/>
              </a:defRPr>
            </a:lvl1pPr>
          </a:lstStyle>
          <a:p>
            <a:pPr lvl="0"/>
            <a:r>
              <a:rPr lang="es-ES_tradnl" dirty="0" err="1" smtClean="0"/>
              <a:t>ico</a:t>
            </a:r>
            <a:endParaRPr lang="es-ES_tradnl" dirty="0" smtClean="0"/>
          </a:p>
        </p:txBody>
      </p:sp>
      <p:sp>
        <p:nvSpPr>
          <p:cNvPr id="100" name="Picture Placeholder 2"/>
          <p:cNvSpPr>
            <a:spLocks noGrp="1"/>
          </p:cNvSpPr>
          <p:nvPr>
            <p:ph type="pic" sz="quarter" idx="75"/>
          </p:nvPr>
        </p:nvSpPr>
        <p:spPr>
          <a:xfrm>
            <a:off x="8386229" y="1503681"/>
            <a:ext cx="3196175" cy="2946400"/>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101" name="Rectangle 100"/>
          <p:cNvSpPr/>
          <p:nvPr userDrawn="1"/>
        </p:nvSpPr>
        <p:spPr>
          <a:xfrm>
            <a:off x="8379876" y="4450081"/>
            <a:ext cx="3196173" cy="1219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02" name="Text Placeholder 2"/>
          <p:cNvSpPr>
            <a:spLocks noGrp="1"/>
          </p:cNvSpPr>
          <p:nvPr>
            <p:ph type="body" sz="quarter" idx="70" hasCustomPrompt="1"/>
          </p:nvPr>
        </p:nvSpPr>
        <p:spPr>
          <a:xfrm>
            <a:off x="9073439" y="5518790"/>
            <a:ext cx="2502612" cy="841393"/>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p>
        </p:txBody>
      </p:sp>
      <p:sp>
        <p:nvSpPr>
          <p:cNvPr id="103" name="Text Placeholder 7"/>
          <p:cNvSpPr>
            <a:spLocks noGrp="1"/>
          </p:cNvSpPr>
          <p:nvPr>
            <p:ph type="body" sz="quarter" idx="71" hasCustomPrompt="1"/>
          </p:nvPr>
        </p:nvSpPr>
        <p:spPr>
          <a:xfrm>
            <a:off x="9073439" y="4860382"/>
            <a:ext cx="2502612" cy="345380"/>
          </a:xfrm>
          <a:prstGeom prst="rect">
            <a:avLst/>
          </a:prstGeom>
        </p:spPr>
        <p:txBody>
          <a:bodyPr vert="horz" lIns="0" tIns="40504" rIns="0" bIns="40504" anchor="ctr"/>
          <a:lstStyle>
            <a:lvl1pPr marL="0" indent="0" algn="l">
              <a:lnSpc>
                <a:spcPct val="100000"/>
              </a:lnSpc>
              <a:spcBef>
                <a:spcPts val="0"/>
              </a:spcBef>
              <a:buNone/>
              <a:defRPr sz="2400" b="1" baseline="0">
                <a:solidFill>
                  <a:schemeClr val="tx1">
                    <a:lumMod val="50000"/>
                    <a:lumOff val="50000"/>
                  </a:schemeClr>
                </a:solidFill>
                <a:latin typeface="Lato Regular"/>
                <a:cs typeface="Lato Regular"/>
              </a:defRPr>
            </a:lvl1pPr>
          </a:lstStyle>
          <a:p>
            <a:pPr lvl="0"/>
            <a:r>
              <a:rPr lang="es-ES_tradnl" dirty="0" smtClean="0"/>
              <a:t>RESULT 1</a:t>
            </a:r>
          </a:p>
        </p:txBody>
      </p:sp>
      <p:sp>
        <p:nvSpPr>
          <p:cNvPr id="104" name="Text Placeholder 7"/>
          <p:cNvSpPr>
            <a:spLocks noGrp="1"/>
          </p:cNvSpPr>
          <p:nvPr>
            <p:ph type="body" sz="quarter" idx="72" hasCustomPrompt="1"/>
          </p:nvPr>
        </p:nvSpPr>
        <p:spPr>
          <a:xfrm>
            <a:off x="9073439" y="5271972"/>
            <a:ext cx="2502612"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105" name="Text Placeholder 7"/>
          <p:cNvSpPr>
            <a:spLocks noGrp="1"/>
          </p:cNvSpPr>
          <p:nvPr>
            <p:ph type="body" sz="quarter" idx="73" hasCustomPrompt="1"/>
          </p:nvPr>
        </p:nvSpPr>
        <p:spPr>
          <a:xfrm>
            <a:off x="8379876" y="4927504"/>
            <a:ext cx="648408" cy="560681"/>
          </a:xfrm>
          <a:prstGeom prst="rect">
            <a:avLst/>
          </a:prstGeom>
        </p:spPr>
        <p:txBody>
          <a:bodyPr vert="horz" lIns="0" tIns="103884" rIns="0" bIns="103884" anchor="b"/>
          <a:lstStyle>
            <a:lvl1pPr marL="0" indent="0" algn="l">
              <a:lnSpc>
                <a:spcPct val="100000"/>
              </a:lnSpc>
              <a:spcBef>
                <a:spcPts val="0"/>
              </a:spcBef>
              <a:buNone/>
              <a:defRPr sz="3600" b="0">
                <a:solidFill>
                  <a:schemeClr val="bg1">
                    <a:lumMod val="65000"/>
                  </a:schemeClr>
                </a:solidFill>
                <a:latin typeface="FontAwesome"/>
                <a:cs typeface="FontAwesome"/>
              </a:defRPr>
            </a:lvl1pPr>
          </a:lstStyle>
          <a:p>
            <a:pPr lvl="0"/>
            <a:r>
              <a:rPr lang="es-ES_tradnl" dirty="0" err="1" smtClean="0"/>
              <a:t>ico</a:t>
            </a:r>
            <a:endParaRPr lang="es-ES_tradnl" dirty="0" smtClean="0"/>
          </a:p>
        </p:txBody>
      </p:sp>
    </p:spTree>
    <p:extLst>
      <p:ext uri="{BB962C8B-B14F-4D97-AF65-F5344CB8AC3E}">
        <p14:creationId xmlns:p14="http://schemas.microsoft.com/office/powerpoint/2010/main" val="40994886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par>
                                <p:cTn id="15" presetID="53" presetClass="entr" presetSubtype="16" fill="hold" grpId="0" nodeType="withEffect" nodePh="1">
                                  <p:stCondLst>
                                    <p:cond delay="800"/>
                                  </p:stCondLst>
                                  <p:endCondLst>
                                    <p:cond evt="begin" delay="0">
                                      <p:tn val="15"/>
                                    </p:cond>
                                  </p:endCondLst>
                                  <p:childTnLst>
                                    <p:set>
                                      <p:cBhvr>
                                        <p:cTn id="16" dur="1" fill="hold">
                                          <p:stCondLst>
                                            <p:cond delay="0"/>
                                          </p:stCondLst>
                                        </p:cTn>
                                        <p:tgtEl>
                                          <p:spTgt spid="25"/>
                                        </p:tgtEl>
                                        <p:attrNameLst>
                                          <p:attrName>style.visibility</p:attrName>
                                        </p:attrNameLst>
                                      </p:cBhvr>
                                      <p:to>
                                        <p:strVal val="visible"/>
                                      </p:to>
                                    </p:set>
                                    <p:anim calcmode="lin" valueType="num">
                                      <p:cBhvr>
                                        <p:cTn id="17" dur="1000" fill="hold"/>
                                        <p:tgtEl>
                                          <p:spTgt spid="25"/>
                                        </p:tgtEl>
                                        <p:attrNameLst>
                                          <p:attrName>ppt_w</p:attrName>
                                        </p:attrNameLst>
                                      </p:cBhvr>
                                      <p:tavLst>
                                        <p:tav tm="0">
                                          <p:val>
                                            <p:fltVal val="0"/>
                                          </p:val>
                                        </p:tav>
                                        <p:tav tm="100000">
                                          <p:val>
                                            <p:strVal val="#ppt_w"/>
                                          </p:val>
                                        </p:tav>
                                      </p:tavLst>
                                    </p:anim>
                                    <p:anim calcmode="lin" valueType="num">
                                      <p:cBhvr>
                                        <p:cTn id="18" dur="1000" fill="hold"/>
                                        <p:tgtEl>
                                          <p:spTgt spid="25"/>
                                        </p:tgtEl>
                                        <p:attrNameLst>
                                          <p:attrName>ppt_h</p:attrName>
                                        </p:attrNameLst>
                                      </p:cBhvr>
                                      <p:tavLst>
                                        <p:tav tm="0">
                                          <p:val>
                                            <p:fltVal val="0"/>
                                          </p:val>
                                        </p:tav>
                                        <p:tav tm="100000">
                                          <p:val>
                                            <p:strVal val="#ppt_h"/>
                                          </p:val>
                                        </p:tav>
                                      </p:tavLst>
                                    </p:anim>
                                    <p:animEffect transition="in" filter="fade">
                                      <p:cBhvr>
                                        <p:cTn id="19" dur="1000"/>
                                        <p:tgtEl>
                                          <p:spTgt spid="25"/>
                                        </p:tgtEl>
                                      </p:cBhvr>
                                    </p:animEffect>
                                  </p:childTnLst>
                                </p:cTn>
                              </p:par>
                            </p:childTnLst>
                          </p:cTn>
                        </p:par>
                        <p:par>
                          <p:cTn id="20" fill="hold">
                            <p:stCondLst>
                              <p:cond delay="1800"/>
                            </p:stCondLst>
                            <p:childTnLst>
                              <p:par>
                                <p:cTn id="21" presetID="22" presetClass="entr" presetSubtype="8" fill="hold" grpId="0" nodeType="afterEffect">
                                  <p:stCondLst>
                                    <p:cond delay="0"/>
                                  </p:stCondLst>
                                  <p:childTnLst>
                                    <p:set>
                                      <p:cBhvr>
                                        <p:cTn id="22" dur="1" fill="hold">
                                          <p:stCondLst>
                                            <p:cond delay="0"/>
                                          </p:stCondLst>
                                        </p:cTn>
                                        <p:tgtEl>
                                          <p:spTgt spid="55"/>
                                        </p:tgtEl>
                                        <p:attrNameLst>
                                          <p:attrName>style.visibility</p:attrName>
                                        </p:attrNameLst>
                                      </p:cBhvr>
                                      <p:to>
                                        <p:strVal val="visible"/>
                                      </p:to>
                                    </p:set>
                                    <p:animEffect transition="in" filter="wipe(left)">
                                      <p:cBhvr>
                                        <p:cTn id="23" dur="500"/>
                                        <p:tgtEl>
                                          <p:spTgt spid="55"/>
                                        </p:tgtEl>
                                      </p:cBhvr>
                                    </p:animEffect>
                                  </p:childTnLst>
                                </p:cTn>
                              </p:par>
                              <p:par>
                                <p:cTn id="24" presetID="53" presetClass="entr" presetSubtype="16" fill="hold" grpId="0" nodeType="withEffect" nodePh="1">
                                  <p:stCondLst>
                                    <p:cond delay="800"/>
                                  </p:stCondLst>
                                  <p:endCondLst>
                                    <p:cond evt="begin" delay="0">
                                      <p:tn val="24"/>
                                    </p:cond>
                                  </p:endCondLst>
                                  <p:childTnLst>
                                    <p:set>
                                      <p:cBhvr>
                                        <p:cTn id="25" dur="1" fill="hold">
                                          <p:stCondLst>
                                            <p:cond delay="0"/>
                                          </p:stCondLst>
                                        </p:cTn>
                                        <p:tgtEl>
                                          <p:spTgt spid="58"/>
                                        </p:tgtEl>
                                        <p:attrNameLst>
                                          <p:attrName>style.visibility</p:attrName>
                                        </p:attrNameLst>
                                      </p:cBhvr>
                                      <p:to>
                                        <p:strVal val="visible"/>
                                      </p:to>
                                    </p:set>
                                    <p:anim calcmode="lin" valueType="num">
                                      <p:cBhvr>
                                        <p:cTn id="26" dur="1000" fill="hold"/>
                                        <p:tgtEl>
                                          <p:spTgt spid="58"/>
                                        </p:tgtEl>
                                        <p:attrNameLst>
                                          <p:attrName>ppt_w</p:attrName>
                                        </p:attrNameLst>
                                      </p:cBhvr>
                                      <p:tavLst>
                                        <p:tav tm="0">
                                          <p:val>
                                            <p:fltVal val="0"/>
                                          </p:val>
                                        </p:tav>
                                        <p:tav tm="100000">
                                          <p:val>
                                            <p:strVal val="#ppt_w"/>
                                          </p:val>
                                        </p:tav>
                                      </p:tavLst>
                                    </p:anim>
                                    <p:anim calcmode="lin" valueType="num">
                                      <p:cBhvr>
                                        <p:cTn id="27" dur="1000" fill="hold"/>
                                        <p:tgtEl>
                                          <p:spTgt spid="58"/>
                                        </p:tgtEl>
                                        <p:attrNameLst>
                                          <p:attrName>ppt_h</p:attrName>
                                        </p:attrNameLst>
                                      </p:cBhvr>
                                      <p:tavLst>
                                        <p:tav tm="0">
                                          <p:val>
                                            <p:fltVal val="0"/>
                                          </p:val>
                                        </p:tav>
                                        <p:tav tm="100000">
                                          <p:val>
                                            <p:strVal val="#ppt_h"/>
                                          </p:val>
                                        </p:tav>
                                      </p:tavLst>
                                    </p:anim>
                                    <p:animEffect transition="in" filter="fade">
                                      <p:cBhvr>
                                        <p:cTn id="28" dur="1000"/>
                                        <p:tgtEl>
                                          <p:spTgt spid="58"/>
                                        </p:tgtEl>
                                      </p:cBhvr>
                                    </p:animEffect>
                                  </p:childTnLst>
                                </p:cTn>
                              </p:par>
                            </p:childTnLst>
                          </p:cTn>
                        </p:par>
                        <p:par>
                          <p:cTn id="29" fill="hold">
                            <p:stCondLst>
                              <p:cond delay="3600"/>
                            </p:stCondLst>
                            <p:childTnLst>
                              <p:par>
                                <p:cTn id="30" presetID="22" presetClass="entr" presetSubtype="8" fill="hold" grpId="0" nodeType="afterEffect">
                                  <p:stCondLst>
                                    <p:cond delay="0"/>
                                  </p:stCondLst>
                                  <p:childTnLst>
                                    <p:set>
                                      <p:cBhvr>
                                        <p:cTn id="31" dur="1" fill="hold">
                                          <p:stCondLst>
                                            <p:cond delay="0"/>
                                          </p:stCondLst>
                                        </p:cTn>
                                        <p:tgtEl>
                                          <p:spTgt spid="68"/>
                                        </p:tgtEl>
                                        <p:attrNameLst>
                                          <p:attrName>style.visibility</p:attrName>
                                        </p:attrNameLst>
                                      </p:cBhvr>
                                      <p:to>
                                        <p:strVal val="visible"/>
                                      </p:to>
                                    </p:set>
                                    <p:animEffect transition="in" filter="wipe(left)">
                                      <p:cBhvr>
                                        <p:cTn id="32" dur="500"/>
                                        <p:tgtEl>
                                          <p:spTgt spid="68"/>
                                        </p:tgtEl>
                                      </p:cBhvr>
                                    </p:animEffect>
                                  </p:childTnLst>
                                </p:cTn>
                              </p:par>
                              <p:par>
                                <p:cTn id="33" presetID="10" presetClass="entr" presetSubtype="0" fill="hold" grpId="0" nodeType="withEffect">
                                  <p:stCondLst>
                                    <p:cond delay="800"/>
                                  </p:stCondLst>
                                  <p:childTnLst>
                                    <p:set>
                                      <p:cBhvr>
                                        <p:cTn id="34" dur="1" fill="hold">
                                          <p:stCondLst>
                                            <p:cond delay="0"/>
                                          </p:stCondLst>
                                        </p:cTn>
                                        <p:tgtEl>
                                          <p:spTgt spid="76">
                                            <p:txEl>
                                              <p:pRg st="0" end="0"/>
                                            </p:txEl>
                                          </p:spTgt>
                                        </p:tgtEl>
                                        <p:attrNameLst>
                                          <p:attrName>style.visibility</p:attrName>
                                        </p:attrNameLst>
                                      </p:cBhvr>
                                      <p:to>
                                        <p:strVal val="visible"/>
                                      </p:to>
                                    </p:set>
                                    <p:animEffect transition="in" filter="fade">
                                      <p:cBhvr>
                                        <p:cTn id="35" dur="500"/>
                                        <p:tgtEl>
                                          <p:spTgt spid="76">
                                            <p:txEl>
                                              <p:pRg st="0" end="0"/>
                                            </p:txEl>
                                          </p:spTgt>
                                        </p:tgtEl>
                                      </p:cBhvr>
                                    </p:animEffect>
                                  </p:childTnLst>
                                </p:cTn>
                              </p:par>
                              <p:par>
                                <p:cTn id="36" presetID="42" presetClass="entr" presetSubtype="0" fill="hold" grpId="0" nodeType="withEffect">
                                  <p:stCondLst>
                                    <p:cond delay="200"/>
                                  </p:stCondLst>
                                  <p:childTnLst>
                                    <p:set>
                                      <p:cBhvr>
                                        <p:cTn id="37" dur="1" fill="hold">
                                          <p:stCondLst>
                                            <p:cond delay="0"/>
                                          </p:stCondLst>
                                        </p:cTn>
                                        <p:tgtEl>
                                          <p:spTgt spid="77">
                                            <p:txEl>
                                              <p:pRg st="0" end="0"/>
                                            </p:txEl>
                                          </p:spTgt>
                                        </p:tgtEl>
                                        <p:attrNameLst>
                                          <p:attrName>style.visibility</p:attrName>
                                        </p:attrNameLst>
                                      </p:cBhvr>
                                      <p:to>
                                        <p:strVal val="visible"/>
                                      </p:to>
                                    </p:set>
                                    <p:animEffect transition="in" filter="fade">
                                      <p:cBhvr>
                                        <p:cTn id="38" dur="400"/>
                                        <p:tgtEl>
                                          <p:spTgt spid="77">
                                            <p:txEl>
                                              <p:pRg st="0" end="0"/>
                                            </p:txEl>
                                          </p:spTgt>
                                        </p:tgtEl>
                                      </p:cBhvr>
                                    </p:animEffect>
                                    <p:anim calcmode="lin" valueType="num">
                                      <p:cBhvr>
                                        <p:cTn id="39" dur="400" fill="hold"/>
                                        <p:tgtEl>
                                          <p:spTgt spid="77">
                                            <p:txEl>
                                              <p:pRg st="0" end="0"/>
                                            </p:txEl>
                                          </p:spTgt>
                                        </p:tgtEl>
                                        <p:attrNameLst>
                                          <p:attrName>ppt_x</p:attrName>
                                        </p:attrNameLst>
                                      </p:cBhvr>
                                      <p:tavLst>
                                        <p:tav tm="0">
                                          <p:val>
                                            <p:strVal val="#ppt_x"/>
                                          </p:val>
                                        </p:tav>
                                        <p:tav tm="100000">
                                          <p:val>
                                            <p:strVal val="#ppt_x"/>
                                          </p:val>
                                        </p:tav>
                                      </p:tavLst>
                                    </p:anim>
                                    <p:anim calcmode="lin" valueType="num">
                                      <p:cBhvr>
                                        <p:cTn id="40" dur="400" fill="hold"/>
                                        <p:tgtEl>
                                          <p:spTgt spid="77">
                                            <p:txEl>
                                              <p:pRg st="0" end="0"/>
                                            </p:txEl>
                                          </p:spTgt>
                                        </p:tgtEl>
                                        <p:attrNameLst>
                                          <p:attrName>ppt_y</p:attrName>
                                        </p:attrNameLst>
                                      </p:cBhvr>
                                      <p:tavLst>
                                        <p:tav tm="0">
                                          <p:val>
                                            <p:strVal val="#ppt_y+.1"/>
                                          </p:val>
                                        </p:tav>
                                        <p:tav tm="100000">
                                          <p:val>
                                            <p:strVal val="#ppt_y"/>
                                          </p:val>
                                        </p:tav>
                                      </p:tavLst>
                                    </p:anim>
                                  </p:childTnLst>
                                </p:cTn>
                              </p:par>
                              <p:par>
                                <p:cTn id="41" presetID="42" presetClass="entr" presetSubtype="0" fill="hold" grpId="0" nodeType="withEffect">
                                  <p:stCondLst>
                                    <p:cond delay="200"/>
                                  </p:stCondLst>
                                  <p:childTnLst>
                                    <p:set>
                                      <p:cBhvr>
                                        <p:cTn id="42" dur="1" fill="hold">
                                          <p:stCondLst>
                                            <p:cond delay="0"/>
                                          </p:stCondLst>
                                        </p:cTn>
                                        <p:tgtEl>
                                          <p:spTgt spid="78">
                                            <p:txEl>
                                              <p:pRg st="0" end="0"/>
                                            </p:txEl>
                                          </p:spTgt>
                                        </p:tgtEl>
                                        <p:attrNameLst>
                                          <p:attrName>style.visibility</p:attrName>
                                        </p:attrNameLst>
                                      </p:cBhvr>
                                      <p:to>
                                        <p:strVal val="visible"/>
                                      </p:to>
                                    </p:set>
                                    <p:animEffect transition="in" filter="fade">
                                      <p:cBhvr>
                                        <p:cTn id="43" dur="500"/>
                                        <p:tgtEl>
                                          <p:spTgt spid="78">
                                            <p:txEl>
                                              <p:pRg st="0" end="0"/>
                                            </p:txEl>
                                          </p:spTgt>
                                        </p:tgtEl>
                                      </p:cBhvr>
                                    </p:animEffect>
                                    <p:anim calcmode="lin" valueType="num">
                                      <p:cBhvr>
                                        <p:cTn id="44" dur="500" fill="hold"/>
                                        <p:tgtEl>
                                          <p:spTgt spid="78">
                                            <p:txEl>
                                              <p:pRg st="0" end="0"/>
                                            </p:txEl>
                                          </p:spTgt>
                                        </p:tgtEl>
                                        <p:attrNameLst>
                                          <p:attrName>ppt_x</p:attrName>
                                        </p:attrNameLst>
                                      </p:cBhvr>
                                      <p:tavLst>
                                        <p:tav tm="0">
                                          <p:val>
                                            <p:strVal val="#ppt_x"/>
                                          </p:val>
                                        </p:tav>
                                        <p:tav tm="100000">
                                          <p:val>
                                            <p:strVal val="#ppt_x"/>
                                          </p:val>
                                        </p:tav>
                                      </p:tavLst>
                                    </p:anim>
                                    <p:anim calcmode="lin" valueType="num">
                                      <p:cBhvr>
                                        <p:cTn id="45" dur="500" fill="hold"/>
                                        <p:tgtEl>
                                          <p:spTgt spid="78">
                                            <p:txEl>
                                              <p:pRg st="0" end="0"/>
                                            </p:txEl>
                                          </p:spTgt>
                                        </p:tgtEl>
                                        <p:attrNameLst>
                                          <p:attrName>ppt_y</p:attrName>
                                        </p:attrNameLst>
                                      </p:cBhvr>
                                      <p:tavLst>
                                        <p:tav tm="0">
                                          <p:val>
                                            <p:strVal val="#ppt_y+.1"/>
                                          </p:val>
                                        </p:tav>
                                        <p:tav tm="100000">
                                          <p:val>
                                            <p:strVal val="#ppt_y"/>
                                          </p:val>
                                        </p:tav>
                                      </p:tavLst>
                                    </p:anim>
                                  </p:childTnLst>
                                </p:cTn>
                              </p:par>
                            </p:childTnLst>
                          </p:cTn>
                        </p:par>
                        <p:par>
                          <p:cTn id="46" fill="hold">
                            <p:stCondLst>
                              <p:cond delay="4900"/>
                            </p:stCondLst>
                            <p:childTnLst>
                              <p:par>
                                <p:cTn id="47" presetID="53" presetClass="entr" presetSubtype="16" fill="hold" grpId="0" nodeType="afterEffect">
                                  <p:stCondLst>
                                    <p:cond delay="0"/>
                                  </p:stCondLst>
                                  <p:childTnLst>
                                    <p:set>
                                      <p:cBhvr>
                                        <p:cTn id="48" dur="1" fill="hold">
                                          <p:stCondLst>
                                            <p:cond delay="0"/>
                                          </p:stCondLst>
                                        </p:cTn>
                                        <p:tgtEl>
                                          <p:spTgt spid="79">
                                            <p:txEl>
                                              <p:pRg st="0" end="0"/>
                                            </p:txEl>
                                          </p:spTgt>
                                        </p:tgtEl>
                                        <p:attrNameLst>
                                          <p:attrName>style.visibility</p:attrName>
                                        </p:attrNameLst>
                                      </p:cBhvr>
                                      <p:to>
                                        <p:strVal val="visible"/>
                                      </p:to>
                                    </p:set>
                                    <p:anim calcmode="lin" valueType="num">
                                      <p:cBhvr>
                                        <p:cTn id="49" dur="300" fill="hold"/>
                                        <p:tgtEl>
                                          <p:spTgt spid="79">
                                            <p:txEl>
                                              <p:pRg st="0" end="0"/>
                                            </p:txEl>
                                          </p:spTgt>
                                        </p:tgtEl>
                                        <p:attrNameLst>
                                          <p:attrName>ppt_w</p:attrName>
                                        </p:attrNameLst>
                                      </p:cBhvr>
                                      <p:tavLst>
                                        <p:tav tm="0">
                                          <p:val>
                                            <p:fltVal val="0"/>
                                          </p:val>
                                        </p:tav>
                                        <p:tav tm="100000">
                                          <p:val>
                                            <p:strVal val="#ppt_w"/>
                                          </p:val>
                                        </p:tav>
                                      </p:tavLst>
                                    </p:anim>
                                    <p:anim calcmode="lin" valueType="num">
                                      <p:cBhvr>
                                        <p:cTn id="50" dur="300" fill="hold"/>
                                        <p:tgtEl>
                                          <p:spTgt spid="79">
                                            <p:txEl>
                                              <p:pRg st="0" end="0"/>
                                            </p:txEl>
                                          </p:spTgt>
                                        </p:tgtEl>
                                        <p:attrNameLst>
                                          <p:attrName>ppt_h</p:attrName>
                                        </p:attrNameLst>
                                      </p:cBhvr>
                                      <p:tavLst>
                                        <p:tav tm="0">
                                          <p:val>
                                            <p:fltVal val="0"/>
                                          </p:val>
                                        </p:tav>
                                        <p:tav tm="100000">
                                          <p:val>
                                            <p:strVal val="#ppt_h"/>
                                          </p:val>
                                        </p:tav>
                                      </p:tavLst>
                                    </p:anim>
                                    <p:animEffect transition="in" filter="fade">
                                      <p:cBhvr>
                                        <p:cTn id="51" dur="300"/>
                                        <p:tgtEl>
                                          <p:spTgt spid="79">
                                            <p:txEl>
                                              <p:pRg st="0" end="0"/>
                                            </p:txEl>
                                          </p:spTgt>
                                        </p:tgtEl>
                                      </p:cBhvr>
                                    </p:animEffect>
                                  </p:childTnLst>
                                </p:cTn>
                              </p:par>
                              <p:par>
                                <p:cTn id="52" presetID="10" presetClass="entr" presetSubtype="0" fill="hold" grpId="0" nodeType="withEffect">
                                  <p:stCondLst>
                                    <p:cond delay="800"/>
                                  </p:stCondLst>
                                  <p:childTnLst>
                                    <p:set>
                                      <p:cBhvr>
                                        <p:cTn id="53" dur="1" fill="hold">
                                          <p:stCondLst>
                                            <p:cond delay="0"/>
                                          </p:stCondLst>
                                        </p:cTn>
                                        <p:tgtEl>
                                          <p:spTgt spid="80">
                                            <p:txEl>
                                              <p:pRg st="0" end="0"/>
                                            </p:txEl>
                                          </p:spTgt>
                                        </p:tgtEl>
                                        <p:attrNameLst>
                                          <p:attrName>style.visibility</p:attrName>
                                        </p:attrNameLst>
                                      </p:cBhvr>
                                      <p:to>
                                        <p:strVal val="visible"/>
                                      </p:to>
                                    </p:set>
                                    <p:animEffect transition="in" filter="fade">
                                      <p:cBhvr>
                                        <p:cTn id="54" dur="500"/>
                                        <p:tgtEl>
                                          <p:spTgt spid="80">
                                            <p:txEl>
                                              <p:pRg st="0" end="0"/>
                                            </p:txEl>
                                          </p:spTgt>
                                        </p:tgtEl>
                                      </p:cBhvr>
                                    </p:animEffect>
                                  </p:childTnLst>
                                </p:cTn>
                              </p:par>
                              <p:par>
                                <p:cTn id="55" presetID="42" presetClass="entr" presetSubtype="0" fill="hold" grpId="0" nodeType="withEffect">
                                  <p:stCondLst>
                                    <p:cond delay="200"/>
                                  </p:stCondLst>
                                  <p:childTnLst>
                                    <p:set>
                                      <p:cBhvr>
                                        <p:cTn id="56" dur="1" fill="hold">
                                          <p:stCondLst>
                                            <p:cond delay="0"/>
                                          </p:stCondLst>
                                        </p:cTn>
                                        <p:tgtEl>
                                          <p:spTgt spid="81">
                                            <p:txEl>
                                              <p:pRg st="0" end="0"/>
                                            </p:txEl>
                                          </p:spTgt>
                                        </p:tgtEl>
                                        <p:attrNameLst>
                                          <p:attrName>style.visibility</p:attrName>
                                        </p:attrNameLst>
                                      </p:cBhvr>
                                      <p:to>
                                        <p:strVal val="visible"/>
                                      </p:to>
                                    </p:set>
                                    <p:animEffect transition="in" filter="fade">
                                      <p:cBhvr>
                                        <p:cTn id="57" dur="400"/>
                                        <p:tgtEl>
                                          <p:spTgt spid="81">
                                            <p:txEl>
                                              <p:pRg st="0" end="0"/>
                                            </p:txEl>
                                          </p:spTgt>
                                        </p:tgtEl>
                                      </p:cBhvr>
                                    </p:animEffect>
                                    <p:anim calcmode="lin" valueType="num">
                                      <p:cBhvr>
                                        <p:cTn id="58" dur="400" fill="hold"/>
                                        <p:tgtEl>
                                          <p:spTgt spid="81">
                                            <p:txEl>
                                              <p:pRg st="0" end="0"/>
                                            </p:txEl>
                                          </p:spTgt>
                                        </p:tgtEl>
                                        <p:attrNameLst>
                                          <p:attrName>ppt_x</p:attrName>
                                        </p:attrNameLst>
                                      </p:cBhvr>
                                      <p:tavLst>
                                        <p:tav tm="0">
                                          <p:val>
                                            <p:strVal val="#ppt_x"/>
                                          </p:val>
                                        </p:tav>
                                        <p:tav tm="100000">
                                          <p:val>
                                            <p:strVal val="#ppt_x"/>
                                          </p:val>
                                        </p:tav>
                                      </p:tavLst>
                                    </p:anim>
                                    <p:anim calcmode="lin" valueType="num">
                                      <p:cBhvr>
                                        <p:cTn id="59" dur="400" fill="hold"/>
                                        <p:tgtEl>
                                          <p:spTgt spid="81">
                                            <p:txEl>
                                              <p:pRg st="0" end="0"/>
                                            </p:txEl>
                                          </p:spTgt>
                                        </p:tgtEl>
                                        <p:attrNameLst>
                                          <p:attrName>ppt_y</p:attrName>
                                        </p:attrNameLst>
                                      </p:cBhvr>
                                      <p:tavLst>
                                        <p:tav tm="0">
                                          <p:val>
                                            <p:strVal val="#ppt_y+.1"/>
                                          </p:val>
                                        </p:tav>
                                        <p:tav tm="100000">
                                          <p:val>
                                            <p:strVal val="#ppt_y"/>
                                          </p:val>
                                        </p:tav>
                                      </p:tavLst>
                                    </p:anim>
                                  </p:childTnLst>
                                </p:cTn>
                              </p:par>
                              <p:par>
                                <p:cTn id="60" presetID="42" presetClass="entr" presetSubtype="0" fill="hold" grpId="0" nodeType="withEffect">
                                  <p:stCondLst>
                                    <p:cond delay="200"/>
                                  </p:stCondLst>
                                  <p:childTnLst>
                                    <p:set>
                                      <p:cBhvr>
                                        <p:cTn id="61" dur="1" fill="hold">
                                          <p:stCondLst>
                                            <p:cond delay="0"/>
                                          </p:stCondLst>
                                        </p:cTn>
                                        <p:tgtEl>
                                          <p:spTgt spid="82">
                                            <p:txEl>
                                              <p:pRg st="0" end="0"/>
                                            </p:txEl>
                                          </p:spTgt>
                                        </p:tgtEl>
                                        <p:attrNameLst>
                                          <p:attrName>style.visibility</p:attrName>
                                        </p:attrNameLst>
                                      </p:cBhvr>
                                      <p:to>
                                        <p:strVal val="visible"/>
                                      </p:to>
                                    </p:set>
                                    <p:animEffect transition="in" filter="fade">
                                      <p:cBhvr>
                                        <p:cTn id="62" dur="500"/>
                                        <p:tgtEl>
                                          <p:spTgt spid="82">
                                            <p:txEl>
                                              <p:pRg st="0" end="0"/>
                                            </p:txEl>
                                          </p:spTgt>
                                        </p:tgtEl>
                                      </p:cBhvr>
                                    </p:animEffect>
                                    <p:anim calcmode="lin" valueType="num">
                                      <p:cBhvr>
                                        <p:cTn id="63" dur="500" fill="hold"/>
                                        <p:tgtEl>
                                          <p:spTgt spid="82">
                                            <p:txEl>
                                              <p:pRg st="0" end="0"/>
                                            </p:txEl>
                                          </p:spTgt>
                                        </p:tgtEl>
                                        <p:attrNameLst>
                                          <p:attrName>ppt_x</p:attrName>
                                        </p:attrNameLst>
                                      </p:cBhvr>
                                      <p:tavLst>
                                        <p:tav tm="0">
                                          <p:val>
                                            <p:strVal val="#ppt_x"/>
                                          </p:val>
                                        </p:tav>
                                        <p:tav tm="100000">
                                          <p:val>
                                            <p:strVal val="#ppt_x"/>
                                          </p:val>
                                        </p:tav>
                                      </p:tavLst>
                                    </p:anim>
                                    <p:anim calcmode="lin" valueType="num">
                                      <p:cBhvr>
                                        <p:cTn id="64" dur="500" fill="hold"/>
                                        <p:tgtEl>
                                          <p:spTgt spid="82">
                                            <p:txEl>
                                              <p:pRg st="0" end="0"/>
                                            </p:txEl>
                                          </p:spTgt>
                                        </p:tgtEl>
                                        <p:attrNameLst>
                                          <p:attrName>ppt_y</p:attrName>
                                        </p:attrNameLst>
                                      </p:cBhvr>
                                      <p:tavLst>
                                        <p:tav tm="0">
                                          <p:val>
                                            <p:strVal val="#ppt_y+.1"/>
                                          </p:val>
                                        </p:tav>
                                        <p:tav tm="100000">
                                          <p:val>
                                            <p:strVal val="#ppt_y"/>
                                          </p:val>
                                        </p:tav>
                                      </p:tavLst>
                                    </p:anim>
                                  </p:childTnLst>
                                </p:cTn>
                              </p:par>
                            </p:childTnLst>
                          </p:cTn>
                        </p:par>
                        <p:par>
                          <p:cTn id="65" fill="hold">
                            <p:stCondLst>
                              <p:cond delay="6200"/>
                            </p:stCondLst>
                            <p:childTnLst>
                              <p:par>
                                <p:cTn id="66" presetID="53" presetClass="entr" presetSubtype="16" fill="hold" grpId="0" nodeType="afterEffect">
                                  <p:stCondLst>
                                    <p:cond delay="0"/>
                                  </p:stCondLst>
                                  <p:childTnLst>
                                    <p:set>
                                      <p:cBhvr>
                                        <p:cTn id="67" dur="1" fill="hold">
                                          <p:stCondLst>
                                            <p:cond delay="0"/>
                                          </p:stCondLst>
                                        </p:cTn>
                                        <p:tgtEl>
                                          <p:spTgt spid="83">
                                            <p:txEl>
                                              <p:pRg st="0" end="0"/>
                                            </p:txEl>
                                          </p:spTgt>
                                        </p:tgtEl>
                                        <p:attrNameLst>
                                          <p:attrName>style.visibility</p:attrName>
                                        </p:attrNameLst>
                                      </p:cBhvr>
                                      <p:to>
                                        <p:strVal val="visible"/>
                                      </p:to>
                                    </p:set>
                                    <p:anim calcmode="lin" valueType="num">
                                      <p:cBhvr>
                                        <p:cTn id="68" dur="300" fill="hold"/>
                                        <p:tgtEl>
                                          <p:spTgt spid="83">
                                            <p:txEl>
                                              <p:pRg st="0" end="0"/>
                                            </p:txEl>
                                          </p:spTgt>
                                        </p:tgtEl>
                                        <p:attrNameLst>
                                          <p:attrName>ppt_w</p:attrName>
                                        </p:attrNameLst>
                                      </p:cBhvr>
                                      <p:tavLst>
                                        <p:tav tm="0">
                                          <p:val>
                                            <p:fltVal val="0"/>
                                          </p:val>
                                        </p:tav>
                                        <p:tav tm="100000">
                                          <p:val>
                                            <p:strVal val="#ppt_w"/>
                                          </p:val>
                                        </p:tav>
                                      </p:tavLst>
                                    </p:anim>
                                    <p:anim calcmode="lin" valueType="num">
                                      <p:cBhvr>
                                        <p:cTn id="69" dur="300" fill="hold"/>
                                        <p:tgtEl>
                                          <p:spTgt spid="83">
                                            <p:txEl>
                                              <p:pRg st="0" end="0"/>
                                            </p:txEl>
                                          </p:spTgt>
                                        </p:tgtEl>
                                        <p:attrNameLst>
                                          <p:attrName>ppt_h</p:attrName>
                                        </p:attrNameLst>
                                      </p:cBhvr>
                                      <p:tavLst>
                                        <p:tav tm="0">
                                          <p:val>
                                            <p:fltVal val="0"/>
                                          </p:val>
                                        </p:tav>
                                        <p:tav tm="100000">
                                          <p:val>
                                            <p:strVal val="#ppt_h"/>
                                          </p:val>
                                        </p:tav>
                                      </p:tavLst>
                                    </p:anim>
                                    <p:animEffect transition="in" filter="fade">
                                      <p:cBhvr>
                                        <p:cTn id="70" dur="300"/>
                                        <p:tgtEl>
                                          <p:spTgt spid="83">
                                            <p:txEl>
                                              <p:pRg st="0" end="0"/>
                                            </p:txEl>
                                          </p:spTgt>
                                        </p:tgtEl>
                                      </p:cBhvr>
                                    </p:animEffect>
                                  </p:childTnLst>
                                </p:cTn>
                              </p:par>
                              <p:par>
                                <p:cTn id="71" presetID="53" presetClass="entr" presetSubtype="16" fill="hold" grpId="0" nodeType="withEffect" nodePh="1">
                                  <p:stCondLst>
                                    <p:cond delay="800"/>
                                  </p:stCondLst>
                                  <p:endCondLst>
                                    <p:cond evt="begin" delay="0">
                                      <p:tn val="71"/>
                                    </p:cond>
                                  </p:endCondLst>
                                  <p:childTnLst>
                                    <p:set>
                                      <p:cBhvr>
                                        <p:cTn id="72" dur="1" fill="hold">
                                          <p:stCondLst>
                                            <p:cond delay="0"/>
                                          </p:stCondLst>
                                        </p:cTn>
                                        <p:tgtEl>
                                          <p:spTgt spid="100"/>
                                        </p:tgtEl>
                                        <p:attrNameLst>
                                          <p:attrName>style.visibility</p:attrName>
                                        </p:attrNameLst>
                                      </p:cBhvr>
                                      <p:to>
                                        <p:strVal val="visible"/>
                                      </p:to>
                                    </p:set>
                                    <p:anim calcmode="lin" valueType="num">
                                      <p:cBhvr>
                                        <p:cTn id="73" dur="1000" fill="hold"/>
                                        <p:tgtEl>
                                          <p:spTgt spid="100"/>
                                        </p:tgtEl>
                                        <p:attrNameLst>
                                          <p:attrName>ppt_w</p:attrName>
                                        </p:attrNameLst>
                                      </p:cBhvr>
                                      <p:tavLst>
                                        <p:tav tm="0">
                                          <p:val>
                                            <p:fltVal val="0"/>
                                          </p:val>
                                        </p:tav>
                                        <p:tav tm="100000">
                                          <p:val>
                                            <p:strVal val="#ppt_w"/>
                                          </p:val>
                                        </p:tav>
                                      </p:tavLst>
                                    </p:anim>
                                    <p:anim calcmode="lin" valueType="num">
                                      <p:cBhvr>
                                        <p:cTn id="74" dur="1000" fill="hold"/>
                                        <p:tgtEl>
                                          <p:spTgt spid="100"/>
                                        </p:tgtEl>
                                        <p:attrNameLst>
                                          <p:attrName>ppt_h</p:attrName>
                                        </p:attrNameLst>
                                      </p:cBhvr>
                                      <p:tavLst>
                                        <p:tav tm="0">
                                          <p:val>
                                            <p:fltVal val="0"/>
                                          </p:val>
                                        </p:tav>
                                        <p:tav tm="100000">
                                          <p:val>
                                            <p:strVal val="#ppt_h"/>
                                          </p:val>
                                        </p:tav>
                                      </p:tavLst>
                                    </p:anim>
                                    <p:animEffect transition="in" filter="fade">
                                      <p:cBhvr>
                                        <p:cTn id="75" dur="1000"/>
                                        <p:tgtEl>
                                          <p:spTgt spid="100"/>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101"/>
                                        </p:tgtEl>
                                        <p:attrNameLst>
                                          <p:attrName>style.visibility</p:attrName>
                                        </p:attrNameLst>
                                      </p:cBhvr>
                                      <p:to>
                                        <p:strVal val="visible"/>
                                      </p:to>
                                    </p:set>
                                    <p:animEffect transition="in" filter="wipe(left)">
                                      <p:cBhvr>
                                        <p:cTn id="79" dur="500"/>
                                        <p:tgtEl>
                                          <p:spTgt spid="101"/>
                                        </p:tgtEl>
                                      </p:cBhvr>
                                    </p:animEffect>
                                  </p:childTnLst>
                                </p:cTn>
                              </p:par>
                              <p:par>
                                <p:cTn id="80" presetID="10" presetClass="entr" presetSubtype="0" fill="hold" grpId="0" nodeType="withEffect">
                                  <p:stCondLst>
                                    <p:cond delay="800"/>
                                  </p:stCondLst>
                                  <p:childTnLst>
                                    <p:set>
                                      <p:cBhvr>
                                        <p:cTn id="81" dur="1" fill="hold">
                                          <p:stCondLst>
                                            <p:cond delay="0"/>
                                          </p:stCondLst>
                                        </p:cTn>
                                        <p:tgtEl>
                                          <p:spTgt spid="102">
                                            <p:txEl>
                                              <p:pRg st="0" end="0"/>
                                            </p:txEl>
                                          </p:spTgt>
                                        </p:tgtEl>
                                        <p:attrNameLst>
                                          <p:attrName>style.visibility</p:attrName>
                                        </p:attrNameLst>
                                      </p:cBhvr>
                                      <p:to>
                                        <p:strVal val="visible"/>
                                      </p:to>
                                    </p:set>
                                    <p:animEffect transition="in" filter="fade">
                                      <p:cBhvr>
                                        <p:cTn id="82" dur="500"/>
                                        <p:tgtEl>
                                          <p:spTgt spid="102">
                                            <p:txEl>
                                              <p:pRg st="0" end="0"/>
                                            </p:txEl>
                                          </p:spTgt>
                                        </p:tgtEl>
                                      </p:cBhvr>
                                    </p:animEffect>
                                  </p:childTnLst>
                                </p:cTn>
                              </p:par>
                              <p:par>
                                <p:cTn id="83" presetID="42" presetClass="entr" presetSubtype="0" fill="hold" grpId="0" nodeType="withEffect">
                                  <p:stCondLst>
                                    <p:cond delay="200"/>
                                  </p:stCondLst>
                                  <p:childTnLst>
                                    <p:set>
                                      <p:cBhvr>
                                        <p:cTn id="84" dur="1" fill="hold">
                                          <p:stCondLst>
                                            <p:cond delay="0"/>
                                          </p:stCondLst>
                                        </p:cTn>
                                        <p:tgtEl>
                                          <p:spTgt spid="103">
                                            <p:txEl>
                                              <p:pRg st="0" end="0"/>
                                            </p:txEl>
                                          </p:spTgt>
                                        </p:tgtEl>
                                        <p:attrNameLst>
                                          <p:attrName>style.visibility</p:attrName>
                                        </p:attrNameLst>
                                      </p:cBhvr>
                                      <p:to>
                                        <p:strVal val="visible"/>
                                      </p:to>
                                    </p:set>
                                    <p:animEffect transition="in" filter="fade">
                                      <p:cBhvr>
                                        <p:cTn id="85" dur="400"/>
                                        <p:tgtEl>
                                          <p:spTgt spid="103">
                                            <p:txEl>
                                              <p:pRg st="0" end="0"/>
                                            </p:txEl>
                                          </p:spTgt>
                                        </p:tgtEl>
                                      </p:cBhvr>
                                    </p:animEffect>
                                    <p:anim calcmode="lin" valueType="num">
                                      <p:cBhvr>
                                        <p:cTn id="86" dur="400" fill="hold"/>
                                        <p:tgtEl>
                                          <p:spTgt spid="103">
                                            <p:txEl>
                                              <p:pRg st="0" end="0"/>
                                            </p:txEl>
                                          </p:spTgt>
                                        </p:tgtEl>
                                        <p:attrNameLst>
                                          <p:attrName>ppt_x</p:attrName>
                                        </p:attrNameLst>
                                      </p:cBhvr>
                                      <p:tavLst>
                                        <p:tav tm="0">
                                          <p:val>
                                            <p:strVal val="#ppt_x"/>
                                          </p:val>
                                        </p:tav>
                                        <p:tav tm="100000">
                                          <p:val>
                                            <p:strVal val="#ppt_x"/>
                                          </p:val>
                                        </p:tav>
                                      </p:tavLst>
                                    </p:anim>
                                    <p:anim calcmode="lin" valueType="num">
                                      <p:cBhvr>
                                        <p:cTn id="87" dur="400" fill="hold"/>
                                        <p:tgtEl>
                                          <p:spTgt spid="103">
                                            <p:txEl>
                                              <p:pRg st="0" end="0"/>
                                            </p:txEl>
                                          </p:spTgt>
                                        </p:tgtEl>
                                        <p:attrNameLst>
                                          <p:attrName>ppt_y</p:attrName>
                                        </p:attrNameLst>
                                      </p:cBhvr>
                                      <p:tavLst>
                                        <p:tav tm="0">
                                          <p:val>
                                            <p:strVal val="#ppt_y+.1"/>
                                          </p:val>
                                        </p:tav>
                                        <p:tav tm="100000">
                                          <p:val>
                                            <p:strVal val="#ppt_y"/>
                                          </p:val>
                                        </p:tav>
                                      </p:tavLst>
                                    </p:anim>
                                  </p:childTnLst>
                                </p:cTn>
                              </p:par>
                              <p:par>
                                <p:cTn id="88" presetID="42" presetClass="entr" presetSubtype="0" fill="hold" grpId="0" nodeType="withEffect">
                                  <p:stCondLst>
                                    <p:cond delay="200"/>
                                  </p:stCondLst>
                                  <p:childTnLst>
                                    <p:set>
                                      <p:cBhvr>
                                        <p:cTn id="89" dur="1" fill="hold">
                                          <p:stCondLst>
                                            <p:cond delay="0"/>
                                          </p:stCondLst>
                                        </p:cTn>
                                        <p:tgtEl>
                                          <p:spTgt spid="104">
                                            <p:txEl>
                                              <p:pRg st="0" end="0"/>
                                            </p:txEl>
                                          </p:spTgt>
                                        </p:tgtEl>
                                        <p:attrNameLst>
                                          <p:attrName>style.visibility</p:attrName>
                                        </p:attrNameLst>
                                      </p:cBhvr>
                                      <p:to>
                                        <p:strVal val="visible"/>
                                      </p:to>
                                    </p:set>
                                    <p:animEffect transition="in" filter="fade">
                                      <p:cBhvr>
                                        <p:cTn id="90" dur="500"/>
                                        <p:tgtEl>
                                          <p:spTgt spid="104">
                                            <p:txEl>
                                              <p:pRg st="0" end="0"/>
                                            </p:txEl>
                                          </p:spTgt>
                                        </p:tgtEl>
                                      </p:cBhvr>
                                    </p:animEffect>
                                    <p:anim calcmode="lin" valueType="num">
                                      <p:cBhvr>
                                        <p:cTn id="91" dur="500" fill="hold"/>
                                        <p:tgtEl>
                                          <p:spTgt spid="104">
                                            <p:txEl>
                                              <p:pRg st="0" end="0"/>
                                            </p:txEl>
                                          </p:spTgt>
                                        </p:tgtEl>
                                        <p:attrNameLst>
                                          <p:attrName>ppt_x</p:attrName>
                                        </p:attrNameLst>
                                      </p:cBhvr>
                                      <p:tavLst>
                                        <p:tav tm="0">
                                          <p:val>
                                            <p:strVal val="#ppt_x"/>
                                          </p:val>
                                        </p:tav>
                                        <p:tav tm="100000">
                                          <p:val>
                                            <p:strVal val="#ppt_x"/>
                                          </p:val>
                                        </p:tav>
                                      </p:tavLst>
                                    </p:anim>
                                    <p:anim calcmode="lin" valueType="num">
                                      <p:cBhvr>
                                        <p:cTn id="92" dur="500" fill="hold"/>
                                        <p:tgtEl>
                                          <p:spTgt spid="104">
                                            <p:txEl>
                                              <p:pRg st="0" end="0"/>
                                            </p:txEl>
                                          </p:spTgt>
                                        </p:tgtEl>
                                        <p:attrNameLst>
                                          <p:attrName>ppt_y</p:attrName>
                                        </p:attrNameLst>
                                      </p:cBhvr>
                                      <p:tavLst>
                                        <p:tav tm="0">
                                          <p:val>
                                            <p:strVal val="#ppt_y+.1"/>
                                          </p:val>
                                        </p:tav>
                                        <p:tav tm="100000">
                                          <p:val>
                                            <p:strVal val="#ppt_y"/>
                                          </p:val>
                                        </p:tav>
                                      </p:tavLst>
                                    </p:anim>
                                  </p:childTnLst>
                                </p:cTn>
                              </p:par>
                            </p:childTnLst>
                          </p:cTn>
                        </p:par>
                        <p:par>
                          <p:cTn id="93" fill="hold">
                            <p:stCondLst>
                              <p:cond delay="9300"/>
                            </p:stCondLst>
                            <p:childTnLst>
                              <p:par>
                                <p:cTn id="94" presetID="53" presetClass="entr" presetSubtype="16" fill="hold" grpId="0" nodeType="afterEffect">
                                  <p:stCondLst>
                                    <p:cond delay="0"/>
                                  </p:stCondLst>
                                  <p:childTnLst>
                                    <p:set>
                                      <p:cBhvr>
                                        <p:cTn id="95" dur="1" fill="hold">
                                          <p:stCondLst>
                                            <p:cond delay="0"/>
                                          </p:stCondLst>
                                        </p:cTn>
                                        <p:tgtEl>
                                          <p:spTgt spid="105">
                                            <p:txEl>
                                              <p:pRg st="0" end="0"/>
                                            </p:txEl>
                                          </p:spTgt>
                                        </p:tgtEl>
                                        <p:attrNameLst>
                                          <p:attrName>style.visibility</p:attrName>
                                        </p:attrNameLst>
                                      </p:cBhvr>
                                      <p:to>
                                        <p:strVal val="visible"/>
                                      </p:to>
                                    </p:set>
                                    <p:anim calcmode="lin" valueType="num">
                                      <p:cBhvr>
                                        <p:cTn id="96" dur="300" fill="hold"/>
                                        <p:tgtEl>
                                          <p:spTgt spid="105">
                                            <p:txEl>
                                              <p:pRg st="0" end="0"/>
                                            </p:txEl>
                                          </p:spTgt>
                                        </p:tgtEl>
                                        <p:attrNameLst>
                                          <p:attrName>ppt_w</p:attrName>
                                        </p:attrNameLst>
                                      </p:cBhvr>
                                      <p:tavLst>
                                        <p:tav tm="0">
                                          <p:val>
                                            <p:fltVal val="0"/>
                                          </p:val>
                                        </p:tav>
                                        <p:tav tm="100000">
                                          <p:val>
                                            <p:strVal val="#ppt_w"/>
                                          </p:val>
                                        </p:tav>
                                      </p:tavLst>
                                    </p:anim>
                                    <p:anim calcmode="lin" valueType="num">
                                      <p:cBhvr>
                                        <p:cTn id="97" dur="300" fill="hold"/>
                                        <p:tgtEl>
                                          <p:spTgt spid="105">
                                            <p:txEl>
                                              <p:pRg st="0" end="0"/>
                                            </p:txEl>
                                          </p:spTgt>
                                        </p:tgtEl>
                                        <p:attrNameLst>
                                          <p:attrName>ppt_h</p:attrName>
                                        </p:attrNameLst>
                                      </p:cBhvr>
                                      <p:tavLst>
                                        <p:tav tm="0">
                                          <p:val>
                                            <p:fltVal val="0"/>
                                          </p:val>
                                        </p:tav>
                                        <p:tav tm="100000">
                                          <p:val>
                                            <p:strVal val="#ppt_h"/>
                                          </p:val>
                                        </p:tav>
                                      </p:tavLst>
                                    </p:anim>
                                    <p:animEffect transition="in" filter="fade">
                                      <p:cBhvr>
                                        <p:cTn id="98" dur="300"/>
                                        <p:tgtEl>
                                          <p:spTgt spid="10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P spid="25" grpId="0"/>
      <p:bldP spid="55" grpId="0" animBg="1"/>
      <p:bldP spid="58" grpId="0"/>
      <p:bldP spid="68" grpId="0" animBg="1"/>
      <p:bldP spid="76" grpId="0" build="p">
        <p:tmplLst>
          <p:tmpl lvl="1">
            <p:tnLst>
              <p:par>
                <p:cTn presetID="10" presetClass="entr" presetSubtype="0" fill="hold" nodeType="withEffect">
                  <p:stCondLst>
                    <p:cond delay="800"/>
                  </p:stCondLst>
                  <p:childTnLst>
                    <p:set>
                      <p:cBhvr>
                        <p:cTn dur="1" fill="hold">
                          <p:stCondLst>
                            <p:cond delay="0"/>
                          </p:stCondLst>
                        </p:cTn>
                        <p:tgtEl>
                          <p:spTgt spid="76"/>
                        </p:tgtEl>
                        <p:attrNameLst>
                          <p:attrName>style.visibility</p:attrName>
                        </p:attrNameLst>
                      </p:cBhvr>
                      <p:to>
                        <p:strVal val="visible"/>
                      </p:to>
                    </p:set>
                    <p:animEffect transition="in" filter="fade">
                      <p:cBhvr>
                        <p:cTn dur="500"/>
                        <p:tgtEl>
                          <p:spTgt spid="76"/>
                        </p:tgtEl>
                      </p:cBhvr>
                    </p:animEffect>
                  </p:childTnLst>
                </p:cTn>
              </p:par>
            </p:tnLst>
          </p:tmpl>
        </p:tmplLst>
      </p:bldP>
      <p:bldP spid="77" grpId="0" build="p">
        <p:tmplLst>
          <p:tmpl lvl="1">
            <p:tnLst>
              <p:par>
                <p:cTn presetID="42" presetClass="entr" presetSubtype="0" fill="hold" nodeType="withEffect">
                  <p:stCondLst>
                    <p:cond delay="200"/>
                  </p:stCondLst>
                  <p:childTnLst>
                    <p:set>
                      <p:cBhvr>
                        <p:cTn dur="1" fill="hold">
                          <p:stCondLst>
                            <p:cond delay="0"/>
                          </p:stCondLst>
                        </p:cTn>
                        <p:tgtEl>
                          <p:spTgt spid="77"/>
                        </p:tgtEl>
                        <p:attrNameLst>
                          <p:attrName>style.visibility</p:attrName>
                        </p:attrNameLst>
                      </p:cBhvr>
                      <p:to>
                        <p:strVal val="visible"/>
                      </p:to>
                    </p:set>
                    <p:animEffect transition="in" filter="fade">
                      <p:cBhvr>
                        <p:cTn dur="400"/>
                        <p:tgtEl>
                          <p:spTgt spid="77"/>
                        </p:tgtEl>
                      </p:cBhvr>
                    </p:animEffect>
                    <p:anim calcmode="lin" valueType="num">
                      <p:cBhvr>
                        <p:cTn dur="400" fill="hold"/>
                        <p:tgtEl>
                          <p:spTgt spid="77"/>
                        </p:tgtEl>
                        <p:attrNameLst>
                          <p:attrName>ppt_x</p:attrName>
                        </p:attrNameLst>
                      </p:cBhvr>
                      <p:tavLst>
                        <p:tav tm="0">
                          <p:val>
                            <p:strVal val="#ppt_x"/>
                          </p:val>
                        </p:tav>
                        <p:tav tm="100000">
                          <p:val>
                            <p:strVal val="#ppt_x"/>
                          </p:val>
                        </p:tav>
                      </p:tavLst>
                    </p:anim>
                    <p:anim calcmode="lin" valueType="num">
                      <p:cBhvr>
                        <p:cTn dur="400" fill="hold"/>
                        <p:tgtEl>
                          <p:spTgt spid="77"/>
                        </p:tgtEl>
                        <p:attrNameLst>
                          <p:attrName>ppt_y</p:attrName>
                        </p:attrNameLst>
                      </p:cBhvr>
                      <p:tavLst>
                        <p:tav tm="0">
                          <p:val>
                            <p:strVal val="#ppt_y+.1"/>
                          </p:val>
                        </p:tav>
                        <p:tav tm="100000">
                          <p:val>
                            <p:strVal val="#ppt_y"/>
                          </p:val>
                        </p:tav>
                      </p:tavLst>
                    </p:anim>
                  </p:childTnLst>
                </p:cTn>
              </p:par>
            </p:tnLst>
          </p:tmpl>
        </p:tmplLst>
      </p:bldP>
      <p:bldP spid="78" grpId="0" build="p">
        <p:tmplLst>
          <p:tmpl lvl="1">
            <p:tnLst>
              <p:par>
                <p:cTn presetID="42" presetClass="entr" presetSubtype="0" fill="hold" nodeType="withEffect">
                  <p:stCondLst>
                    <p:cond delay="200"/>
                  </p:stCondLst>
                  <p:childTnLst>
                    <p:set>
                      <p:cBhvr>
                        <p:cTn dur="1" fill="hold">
                          <p:stCondLst>
                            <p:cond delay="0"/>
                          </p:stCondLst>
                        </p:cTn>
                        <p:tgtEl>
                          <p:spTgt spid="78"/>
                        </p:tgtEl>
                        <p:attrNameLst>
                          <p:attrName>style.visibility</p:attrName>
                        </p:attrNameLst>
                      </p:cBhvr>
                      <p:to>
                        <p:strVal val="visible"/>
                      </p:to>
                    </p:set>
                    <p:animEffect transition="in" filter="fade">
                      <p:cBhvr>
                        <p:cTn dur="500"/>
                        <p:tgtEl>
                          <p:spTgt spid="78"/>
                        </p:tgtEl>
                      </p:cBhvr>
                    </p:animEffect>
                    <p:anim calcmode="lin" valueType="num">
                      <p:cBhvr>
                        <p:cTn dur="500" fill="hold"/>
                        <p:tgtEl>
                          <p:spTgt spid="78"/>
                        </p:tgtEl>
                        <p:attrNameLst>
                          <p:attrName>ppt_x</p:attrName>
                        </p:attrNameLst>
                      </p:cBhvr>
                      <p:tavLst>
                        <p:tav tm="0">
                          <p:val>
                            <p:strVal val="#ppt_x"/>
                          </p:val>
                        </p:tav>
                        <p:tav tm="100000">
                          <p:val>
                            <p:strVal val="#ppt_x"/>
                          </p:val>
                        </p:tav>
                      </p:tavLst>
                    </p:anim>
                    <p:anim calcmode="lin" valueType="num">
                      <p:cBhvr>
                        <p:cTn dur="500" fill="hold"/>
                        <p:tgtEl>
                          <p:spTgt spid="78"/>
                        </p:tgtEl>
                        <p:attrNameLst>
                          <p:attrName>ppt_y</p:attrName>
                        </p:attrNameLst>
                      </p:cBhvr>
                      <p:tavLst>
                        <p:tav tm="0">
                          <p:val>
                            <p:strVal val="#ppt_y+.1"/>
                          </p:val>
                        </p:tav>
                        <p:tav tm="100000">
                          <p:val>
                            <p:strVal val="#ppt_y"/>
                          </p:val>
                        </p:tav>
                      </p:tavLst>
                    </p:anim>
                  </p:childTnLst>
                </p:cTn>
              </p:par>
            </p:tnLst>
          </p:tmpl>
        </p:tmplLst>
      </p:bldP>
      <p:bldP spid="79" grpId="0" build="p">
        <p:tmplLst>
          <p:tmpl lvl="1">
            <p:tnLst>
              <p:par>
                <p:cTn presetID="53" presetClass="entr" presetSubtype="16" fill="hold" nodeType="afterEffect">
                  <p:stCondLst>
                    <p:cond delay="0"/>
                  </p:stCondLst>
                  <p:childTnLst>
                    <p:set>
                      <p:cBhvr>
                        <p:cTn dur="1" fill="hold">
                          <p:stCondLst>
                            <p:cond delay="0"/>
                          </p:stCondLst>
                        </p:cTn>
                        <p:tgtEl>
                          <p:spTgt spid="79"/>
                        </p:tgtEl>
                        <p:attrNameLst>
                          <p:attrName>style.visibility</p:attrName>
                        </p:attrNameLst>
                      </p:cBhvr>
                      <p:to>
                        <p:strVal val="visible"/>
                      </p:to>
                    </p:set>
                    <p:anim calcmode="lin" valueType="num">
                      <p:cBhvr>
                        <p:cTn dur="300" fill="hold"/>
                        <p:tgtEl>
                          <p:spTgt spid="79"/>
                        </p:tgtEl>
                        <p:attrNameLst>
                          <p:attrName>ppt_w</p:attrName>
                        </p:attrNameLst>
                      </p:cBhvr>
                      <p:tavLst>
                        <p:tav tm="0">
                          <p:val>
                            <p:fltVal val="0"/>
                          </p:val>
                        </p:tav>
                        <p:tav tm="100000">
                          <p:val>
                            <p:strVal val="#ppt_w"/>
                          </p:val>
                        </p:tav>
                      </p:tavLst>
                    </p:anim>
                    <p:anim calcmode="lin" valueType="num">
                      <p:cBhvr>
                        <p:cTn dur="300" fill="hold"/>
                        <p:tgtEl>
                          <p:spTgt spid="79"/>
                        </p:tgtEl>
                        <p:attrNameLst>
                          <p:attrName>ppt_h</p:attrName>
                        </p:attrNameLst>
                      </p:cBhvr>
                      <p:tavLst>
                        <p:tav tm="0">
                          <p:val>
                            <p:fltVal val="0"/>
                          </p:val>
                        </p:tav>
                        <p:tav tm="100000">
                          <p:val>
                            <p:strVal val="#ppt_h"/>
                          </p:val>
                        </p:tav>
                      </p:tavLst>
                    </p:anim>
                    <p:animEffect transition="in" filter="fade">
                      <p:cBhvr>
                        <p:cTn dur="300"/>
                        <p:tgtEl>
                          <p:spTgt spid="79"/>
                        </p:tgtEl>
                      </p:cBhvr>
                    </p:animEffect>
                  </p:childTnLst>
                </p:cTn>
              </p:par>
            </p:tnLst>
          </p:tmpl>
        </p:tmplLst>
      </p:bldP>
      <p:bldP spid="80" grpId="0" build="p">
        <p:tmplLst>
          <p:tmpl lvl="1">
            <p:tnLst>
              <p:par>
                <p:cTn presetID="10" presetClass="entr" presetSubtype="0" fill="hold" nodeType="withEffect">
                  <p:stCondLst>
                    <p:cond delay="800"/>
                  </p:stCondLst>
                  <p:childTnLst>
                    <p:set>
                      <p:cBhvr>
                        <p:cTn dur="1" fill="hold">
                          <p:stCondLst>
                            <p:cond delay="0"/>
                          </p:stCondLst>
                        </p:cTn>
                        <p:tgtEl>
                          <p:spTgt spid="80"/>
                        </p:tgtEl>
                        <p:attrNameLst>
                          <p:attrName>style.visibility</p:attrName>
                        </p:attrNameLst>
                      </p:cBhvr>
                      <p:to>
                        <p:strVal val="visible"/>
                      </p:to>
                    </p:set>
                    <p:animEffect transition="in" filter="fade">
                      <p:cBhvr>
                        <p:cTn dur="500"/>
                        <p:tgtEl>
                          <p:spTgt spid="80"/>
                        </p:tgtEl>
                      </p:cBhvr>
                    </p:animEffect>
                  </p:childTnLst>
                </p:cTn>
              </p:par>
            </p:tnLst>
          </p:tmpl>
        </p:tmplLst>
      </p:bldP>
      <p:bldP spid="81" grpId="0" build="p">
        <p:tmplLst>
          <p:tmpl lvl="1">
            <p:tnLst>
              <p:par>
                <p:cTn presetID="42" presetClass="entr" presetSubtype="0" fill="hold" nodeType="withEffect">
                  <p:stCondLst>
                    <p:cond delay="200"/>
                  </p:stCondLst>
                  <p:childTnLst>
                    <p:set>
                      <p:cBhvr>
                        <p:cTn dur="1" fill="hold">
                          <p:stCondLst>
                            <p:cond delay="0"/>
                          </p:stCondLst>
                        </p:cTn>
                        <p:tgtEl>
                          <p:spTgt spid="81"/>
                        </p:tgtEl>
                        <p:attrNameLst>
                          <p:attrName>style.visibility</p:attrName>
                        </p:attrNameLst>
                      </p:cBhvr>
                      <p:to>
                        <p:strVal val="visible"/>
                      </p:to>
                    </p:set>
                    <p:animEffect transition="in" filter="fade">
                      <p:cBhvr>
                        <p:cTn dur="400"/>
                        <p:tgtEl>
                          <p:spTgt spid="81"/>
                        </p:tgtEl>
                      </p:cBhvr>
                    </p:animEffect>
                    <p:anim calcmode="lin" valueType="num">
                      <p:cBhvr>
                        <p:cTn dur="400" fill="hold"/>
                        <p:tgtEl>
                          <p:spTgt spid="81"/>
                        </p:tgtEl>
                        <p:attrNameLst>
                          <p:attrName>ppt_x</p:attrName>
                        </p:attrNameLst>
                      </p:cBhvr>
                      <p:tavLst>
                        <p:tav tm="0">
                          <p:val>
                            <p:strVal val="#ppt_x"/>
                          </p:val>
                        </p:tav>
                        <p:tav tm="100000">
                          <p:val>
                            <p:strVal val="#ppt_x"/>
                          </p:val>
                        </p:tav>
                      </p:tavLst>
                    </p:anim>
                    <p:anim calcmode="lin" valueType="num">
                      <p:cBhvr>
                        <p:cTn dur="400" fill="hold"/>
                        <p:tgtEl>
                          <p:spTgt spid="81"/>
                        </p:tgtEl>
                        <p:attrNameLst>
                          <p:attrName>ppt_y</p:attrName>
                        </p:attrNameLst>
                      </p:cBhvr>
                      <p:tavLst>
                        <p:tav tm="0">
                          <p:val>
                            <p:strVal val="#ppt_y+.1"/>
                          </p:val>
                        </p:tav>
                        <p:tav tm="100000">
                          <p:val>
                            <p:strVal val="#ppt_y"/>
                          </p:val>
                        </p:tav>
                      </p:tavLst>
                    </p:anim>
                  </p:childTnLst>
                </p:cTn>
              </p:par>
            </p:tnLst>
          </p:tmpl>
        </p:tmplLst>
      </p:bldP>
      <p:bldP spid="82" grpId="0" build="p">
        <p:tmplLst>
          <p:tmpl lvl="1">
            <p:tnLst>
              <p:par>
                <p:cTn presetID="42" presetClass="entr" presetSubtype="0" fill="hold" nodeType="withEffect">
                  <p:stCondLst>
                    <p:cond delay="200"/>
                  </p:stCondLst>
                  <p:childTnLst>
                    <p:set>
                      <p:cBhvr>
                        <p:cTn dur="1" fill="hold">
                          <p:stCondLst>
                            <p:cond delay="0"/>
                          </p:stCondLst>
                        </p:cTn>
                        <p:tgtEl>
                          <p:spTgt spid="82"/>
                        </p:tgtEl>
                        <p:attrNameLst>
                          <p:attrName>style.visibility</p:attrName>
                        </p:attrNameLst>
                      </p:cBhvr>
                      <p:to>
                        <p:strVal val="visible"/>
                      </p:to>
                    </p:set>
                    <p:animEffect transition="in" filter="fade">
                      <p:cBhvr>
                        <p:cTn dur="500"/>
                        <p:tgtEl>
                          <p:spTgt spid="82"/>
                        </p:tgtEl>
                      </p:cBhvr>
                    </p:animEffect>
                    <p:anim calcmode="lin" valueType="num">
                      <p:cBhvr>
                        <p:cTn dur="500" fill="hold"/>
                        <p:tgtEl>
                          <p:spTgt spid="82"/>
                        </p:tgtEl>
                        <p:attrNameLst>
                          <p:attrName>ppt_x</p:attrName>
                        </p:attrNameLst>
                      </p:cBhvr>
                      <p:tavLst>
                        <p:tav tm="0">
                          <p:val>
                            <p:strVal val="#ppt_x"/>
                          </p:val>
                        </p:tav>
                        <p:tav tm="100000">
                          <p:val>
                            <p:strVal val="#ppt_x"/>
                          </p:val>
                        </p:tav>
                      </p:tavLst>
                    </p:anim>
                    <p:anim calcmode="lin" valueType="num">
                      <p:cBhvr>
                        <p:cTn dur="500" fill="hold"/>
                        <p:tgtEl>
                          <p:spTgt spid="82"/>
                        </p:tgtEl>
                        <p:attrNameLst>
                          <p:attrName>ppt_y</p:attrName>
                        </p:attrNameLst>
                      </p:cBhvr>
                      <p:tavLst>
                        <p:tav tm="0">
                          <p:val>
                            <p:strVal val="#ppt_y+.1"/>
                          </p:val>
                        </p:tav>
                        <p:tav tm="100000">
                          <p:val>
                            <p:strVal val="#ppt_y"/>
                          </p:val>
                        </p:tav>
                      </p:tavLst>
                    </p:anim>
                  </p:childTnLst>
                </p:cTn>
              </p:par>
            </p:tnLst>
          </p:tmpl>
        </p:tmplLst>
      </p:bldP>
      <p:bldP spid="83" grpId="0" build="p">
        <p:tmplLst>
          <p:tmpl lvl="1">
            <p:tnLst>
              <p:par>
                <p:cTn presetID="53" presetClass="entr" presetSubtype="16" fill="hold" nodeType="afterEffect">
                  <p:stCondLst>
                    <p:cond delay="0"/>
                  </p:stCondLst>
                  <p:childTnLst>
                    <p:set>
                      <p:cBhvr>
                        <p:cTn dur="1" fill="hold">
                          <p:stCondLst>
                            <p:cond delay="0"/>
                          </p:stCondLst>
                        </p:cTn>
                        <p:tgtEl>
                          <p:spTgt spid="83"/>
                        </p:tgtEl>
                        <p:attrNameLst>
                          <p:attrName>style.visibility</p:attrName>
                        </p:attrNameLst>
                      </p:cBhvr>
                      <p:to>
                        <p:strVal val="visible"/>
                      </p:to>
                    </p:set>
                    <p:anim calcmode="lin" valueType="num">
                      <p:cBhvr>
                        <p:cTn dur="300" fill="hold"/>
                        <p:tgtEl>
                          <p:spTgt spid="83"/>
                        </p:tgtEl>
                        <p:attrNameLst>
                          <p:attrName>ppt_w</p:attrName>
                        </p:attrNameLst>
                      </p:cBhvr>
                      <p:tavLst>
                        <p:tav tm="0">
                          <p:val>
                            <p:fltVal val="0"/>
                          </p:val>
                        </p:tav>
                        <p:tav tm="100000">
                          <p:val>
                            <p:strVal val="#ppt_w"/>
                          </p:val>
                        </p:tav>
                      </p:tavLst>
                    </p:anim>
                    <p:anim calcmode="lin" valueType="num">
                      <p:cBhvr>
                        <p:cTn dur="300" fill="hold"/>
                        <p:tgtEl>
                          <p:spTgt spid="83"/>
                        </p:tgtEl>
                        <p:attrNameLst>
                          <p:attrName>ppt_h</p:attrName>
                        </p:attrNameLst>
                      </p:cBhvr>
                      <p:tavLst>
                        <p:tav tm="0">
                          <p:val>
                            <p:fltVal val="0"/>
                          </p:val>
                        </p:tav>
                        <p:tav tm="100000">
                          <p:val>
                            <p:strVal val="#ppt_h"/>
                          </p:val>
                        </p:tav>
                      </p:tavLst>
                    </p:anim>
                    <p:animEffect transition="in" filter="fade">
                      <p:cBhvr>
                        <p:cTn dur="300"/>
                        <p:tgtEl>
                          <p:spTgt spid="83"/>
                        </p:tgtEl>
                      </p:cBhvr>
                    </p:animEffect>
                  </p:childTnLst>
                </p:cTn>
              </p:par>
            </p:tnLst>
          </p:tmpl>
        </p:tmplLst>
      </p:bldP>
      <p:bldP spid="100" grpId="0"/>
      <p:bldP spid="101" grpId="0" animBg="1"/>
      <p:bldP spid="102" grpId="0" build="p">
        <p:tmplLst>
          <p:tmpl lvl="1">
            <p:tnLst>
              <p:par>
                <p:cTn presetID="10" presetClass="entr" presetSubtype="0" fill="hold" nodeType="withEffect">
                  <p:stCondLst>
                    <p:cond delay="800"/>
                  </p:stCondLst>
                  <p:childTnLst>
                    <p:set>
                      <p:cBhvr>
                        <p:cTn dur="1" fill="hold">
                          <p:stCondLst>
                            <p:cond delay="0"/>
                          </p:stCondLst>
                        </p:cTn>
                        <p:tgtEl>
                          <p:spTgt spid="102"/>
                        </p:tgtEl>
                        <p:attrNameLst>
                          <p:attrName>style.visibility</p:attrName>
                        </p:attrNameLst>
                      </p:cBhvr>
                      <p:to>
                        <p:strVal val="visible"/>
                      </p:to>
                    </p:set>
                    <p:animEffect transition="in" filter="fade">
                      <p:cBhvr>
                        <p:cTn dur="500"/>
                        <p:tgtEl>
                          <p:spTgt spid="102"/>
                        </p:tgtEl>
                      </p:cBhvr>
                    </p:animEffect>
                  </p:childTnLst>
                </p:cTn>
              </p:par>
            </p:tnLst>
          </p:tmpl>
        </p:tmplLst>
      </p:bldP>
      <p:bldP spid="103" grpId="0" build="p">
        <p:tmplLst>
          <p:tmpl lvl="1">
            <p:tnLst>
              <p:par>
                <p:cTn presetID="42" presetClass="entr" presetSubtype="0" fill="hold" nodeType="withEffect">
                  <p:stCondLst>
                    <p:cond delay="200"/>
                  </p:stCondLst>
                  <p:childTnLst>
                    <p:set>
                      <p:cBhvr>
                        <p:cTn dur="1" fill="hold">
                          <p:stCondLst>
                            <p:cond delay="0"/>
                          </p:stCondLst>
                        </p:cTn>
                        <p:tgtEl>
                          <p:spTgt spid="103"/>
                        </p:tgtEl>
                        <p:attrNameLst>
                          <p:attrName>style.visibility</p:attrName>
                        </p:attrNameLst>
                      </p:cBhvr>
                      <p:to>
                        <p:strVal val="visible"/>
                      </p:to>
                    </p:set>
                    <p:animEffect transition="in" filter="fade">
                      <p:cBhvr>
                        <p:cTn dur="400"/>
                        <p:tgtEl>
                          <p:spTgt spid="103"/>
                        </p:tgtEl>
                      </p:cBhvr>
                    </p:animEffect>
                    <p:anim calcmode="lin" valueType="num">
                      <p:cBhvr>
                        <p:cTn dur="400" fill="hold"/>
                        <p:tgtEl>
                          <p:spTgt spid="103"/>
                        </p:tgtEl>
                        <p:attrNameLst>
                          <p:attrName>ppt_x</p:attrName>
                        </p:attrNameLst>
                      </p:cBhvr>
                      <p:tavLst>
                        <p:tav tm="0">
                          <p:val>
                            <p:strVal val="#ppt_x"/>
                          </p:val>
                        </p:tav>
                        <p:tav tm="100000">
                          <p:val>
                            <p:strVal val="#ppt_x"/>
                          </p:val>
                        </p:tav>
                      </p:tavLst>
                    </p:anim>
                    <p:anim calcmode="lin" valueType="num">
                      <p:cBhvr>
                        <p:cTn dur="400" fill="hold"/>
                        <p:tgtEl>
                          <p:spTgt spid="103"/>
                        </p:tgtEl>
                        <p:attrNameLst>
                          <p:attrName>ppt_y</p:attrName>
                        </p:attrNameLst>
                      </p:cBhvr>
                      <p:tavLst>
                        <p:tav tm="0">
                          <p:val>
                            <p:strVal val="#ppt_y+.1"/>
                          </p:val>
                        </p:tav>
                        <p:tav tm="100000">
                          <p:val>
                            <p:strVal val="#ppt_y"/>
                          </p:val>
                        </p:tav>
                      </p:tavLst>
                    </p:anim>
                  </p:childTnLst>
                </p:cTn>
              </p:par>
            </p:tnLst>
          </p:tmpl>
        </p:tmplLst>
      </p:bldP>
      <p:bldP spid="104" grpId="0" build="p">
        <p:tmplLst>
          <p:tmpl lvl="1">
            <p:tnLst>
              <p:par>
                <p:cTn presetID="42" presetClass="entr" presetSubtype="0" fill="hold" nodeType="withEffect">
                  <p:stCondLst>
                    <p:cond delay="200"/>
                  </p:stCondLst>
                  <p:childTnLst>
                    <p:set>
                      <p:cBhvr>
                        <p:cTn dur="1" fill="hold">
                          <p:stCondLst>
                            <p:cond delay="0"/>
                          </p:stCondLst>
                        </p:cTn>
                        <p:tgtEl>
                          <p:spTgt spid="104"/>
                        </p:tgtEl>
                        <p:attrNameLst>
                          <p:attrName>style.visibility</p:attrName>
                        </p:attrNameLst>
                      </p:cBhvr>
                      <p:to>
                        <p:strVal val="visible"/>
                      </p:to>
                    </p:set>
                    <p:animEffect transition="in" filter="fade">
                      <p:cBhvr>
                        <p:cTn dur="500"/>
                        <p:tgtEl>
                          <p:spTgt spid="104"/>
                        </p:tgtEl>
                      </p:cBhvr>
                    </p:animEffect>
                    <p:anim calcmode="lin" valueType="num">
                      <p:cBhvr>
                        <p:cTn dur="500" fill="hold"/>
                        <p:tgtEl>
                          <p:spTgt spid="104"/>
                        </p:tgtEl>
                        <p:attrNameLst>
                          <p:attrName>ppt_x</p:attrName>
                        </p:attrNameLst>
                      </p:cBhvr>
                      <p:tavLst>
                        <p:tav tm="0">
                          <p:val>
                            <p:strVal val="#ppt_x"/>
                          </p:val>
                        </p:tav>
                        <p:tav tm="100000">
                          <p:val>
                            <p:strVal val="#ppt_x"/>
                          </p:val>
                        </p:tav>
                      </p:tavLst>
                    </p:anim>
                    <p:anim calcmode="lin" valueType="num">
                      <p:cBhvr>
                        <p:cTn dur="500" fill="hold"/>
                        <p:tgtEl>
                          <p:spTgt spid="104"/>
                        </p:tgtEl>
                        <p:attrNameLst>
                          <p:attrName>ppt_y</p:attrName>
                        </p:attrNameLst>
                      </p:cBhvr>
                      <p:tavLst>
                        <p:tav tm="0">
                          <p:val>
                            <p:strVal val="#ppt_y+.1"/>
                          </p:val>
                        </p:tav>
                        <p:tav tm="100000">
                          <p:val>
                            <p:strVal val="#ppt_y"/>
                          </p:val>
                        </p:tav>
                      </p:tavLst>
                    </p:anim>
                  </p:childTnLst>
                </p:cTn>
              </p:par>
            </p:tnLst>
          </p:tmpl>
        </p:tmplLst>
      </p:bldP>
      <p:bldP spid="105" grpId="0" build="p">
        <p:tmplLst>
          <p:tmpl lvl="1">
            <p:tnLst>
              <p:par>
                <p:cTn presetID="53" presetClass="entr" presetSubtype="16" fill="hold" nodeType="afterEffect">
                  <p:stCondLst>
                    <p:cond delay="0"/>
                  </p:stCondLst>
                  <p:childTnLst>
                    <p:set>
                      <p:cBhvr>
                        <p:cTn dur="1" fill="hold">
                          <p:stCondLst>
                            <p:cond delay="0"/>
                          </p:stCondLst>
                        </p:cTn>
                        <p:tgtEl>
                          <p:spTgt spid="105"/>
                        </p:tgtEl>
                        <p:attrNameLst>
                          <p:attrName>style.visibility</p:attrName>
                        </p:attrNameLst>
                      </p:cBhvr>
                      <p:to>
                        <p:strVal val="visible"/>
                      </p:to>
                    </p:set>
                    <p:anim calcmode="lin" valueType="num">
                      <p:cBhvr>
                        <p:cTn dur="300" fill="hold"/>
                        <p:tgtEl>
                          <p:spTgt spid="105"/>
                        </p:tgtEl>
                        <p:attrNameLst>
                          <p:attrName>ppt_w</p:attrName>
                        </p:attrNameLst>
                      </p:cBhvr>
                      <p:tavLst>
                        <p:tav tm="0">
                          <p:val>
                            <p:fltVal val="0"/>
                          </p:val>
                        </p:tav>
                        <p:tav tm="100000">
                          <p:val>
                            <p:strVal val="#ppt_w"/>
                          </p:val>
                        </p:tav>
                      </p:tavLst>
                    </p:anim>
                    <p:anim calcmode="lin" valueType="num">
                      <p:cBhvr>
                        <p:cTn dur="300" fill="hold"/>
                        <p:tgtEl>
                          <p:spTgt spid="105"/>
                        </p:tgtEl>
                        <p:attrNameLst>
                          <p:attrName>ppt_h</p:attrName>
                        </p:attrNameLst>
                      </p:cBhvr>
                      <p:tavLst>
                        <p:tav tm="0">
                          <p:val>
                            <p:fltVal val="0"/>
                          </p:val>
                        </p:tav>
                        <p:tav tm="100000">
                          <p:val>
                            <p:strVal val="#ppt_h"/>
                          </p:val>
                        </p:tav>
                      </p:tavLst>
                    </p:anim>
                    <p:animEffect transition="in" filter="fade">
                      <p:cBhvr>
                        <p:cTn dur="300"/>
                        <p:tgtEl>
                          <p:spTgt spid="105"/>
                        </p:tgtEl>
                      </p:cBhvr>
                    </p:animEffect>
                  </p:childTnLst>
                </p:cTn>
              </p:par>
            </p:tnLst>
          </p:tmpl>
        </p:tmplLst>
      </p:bldP>
    </p:bldLst>
  </p:timing>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Three images with caption">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2" name="Picture Placeholder 2"/>
          <p:cNvSpPr>
            <a:spLocks noGrp="1"/>
          </p:cNvSpPr>
          <p:nvPr>
            <p:ph type="pic" sz="quarter" idx="48"/>
          </p:nvPr>
        </p:nvSpPr>
        <p:spPr>
          <a:xfrm>
            <a:off x="603251" y="1381763"/>
            <a:ext cx="3476980" cy="3921761"/>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23" name="Rectangle 22"/>
          <p:cNvSpPr/>
          <p:nvPr userDrawn="1"/>
        </p:nvSpPr>
        <p:spPr>
          <a:xfrm>
            <a:off x="603250" y="5303524"/>
            <a:ext cx="3476980" cy="107695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24" name="Text Placeholder 7"/>
          <p:cNvSpPr>
            <a:spLocks noGrp="1"/>
          </p:cNvSpPr>
          <p:nvPr>
            <p:ph type="body" sz="quarter" idx="18" hasCustomPrompt="1"/>
          </p:nvPr>
        </p:nvSpPr>
        <p:spPr>
          <a:xfrm>
            <a:off x="795162" y="5371348"/>
            <a:ext cx="2531548" cy="519804"/>
          </a:xfrm>
          <a:prstGeom prst="rect">
            <a:avLst/>
          </a:prstGeom>
        </p:spPr>
        <p:txBody>
          <a:bodyPr vert="horz" lIns="0" tIns="40504" rIns="0" bIns="40504" anchor="ctr"/>
          <a:lstStyle>
            <a:lvl1pPr marL="0" indent="0" algn="l">
              <a:lnSpc>
                <a:spcPct val="100000"/>
              </a:lnSpc>
              <a:spcBef>
                <a:spcPts val="0"/>
              </a:spcBef>
              <a:buNone/>
              <a:defRPr sz="2400" b="1" baseline="0">
                <a:solidFill>
                  <a:schemeClr val="bg1"/>
                </a:solidFill>
                <a:latin typeface="Lato Regular"/>
                <a:cs typeface="Lato Regular"/>
              </a:defRPr>
            </a:lvl1pPr>
          </a:lstStyle>
          <a:p>
            <a:pPr lvl="0"/>
            <a:r>
              <a:rPr lang="es-ES_tradnl" dirty="0" smtClean="0"/>
              <a:t>2015</a:t>
            </a:r>
          </a:p>
        </p:txBody>
      </p:sp>
      <p:sp>
        <p:nvSpPr>
          <p:cNvPr id="25" name="Text Placeholder 7"/>
          <p:cNvSpPr>
            <a:spLocks noGrp="1"/>
          </p:cNvSpPr>
          <p:nvPr>
            <p:ph type="body" sz="quarter" idx="65" hasCustomPrompt="1"/>
          </p:nvPr>
        </p:nvSpPr>
        <p:spPr>
          <a:xfrm>
            <a:off x="783874" y="6013070"/>
            <a:ext cx="3099505" cy="261346"/>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bg1"/>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cxnSp>
        <p:nvCxnSpPr>
          <p:cNvPr id="26" name="Straight Connector 25"/>
          <p:cNvCxnSpPr/>
          <p:nvPr userDrawn="1"/>
        </p:nvCxnSpPr>
        <p:spPr>
          <a:xfrm>
            <a:off x="795162" y="5936870"/>
            <a:ext cx="3119695" cy="0"/>
          </a:xfrm>
          <a:prstGeom prst="line">
            <a:avLst/>
          </a:prstGeom>
          <a:ln>
            <a:solidFill>
              <a:schemeClr val="accent1">
                <a:lumMod val="75000"/>
              </a:schemeClr>
            </a:solidFill>
          </a:ln>
          <a:effectLst/>
        </p:spPr>
        <p:style>
          <a:lnRef idx="2">
            <a:schemeClr val="accent1"/>
          </a:lnRef>
          <a:fillRef idx="0">
            <a:schemeClr val="accent1"/>
          </a:fillRef>
          <a:effectRef idx="1">
            <a:schemeClr val="accent1"/>
          </a:effectRef>
          <a:fontRef idx="minor">
            <a:schemeClr val="tx1"/>
          </a:fontRef>
        </p:style>
      </p:cxnSp>
      <p:sp>
        <p:nvSpPr>
          <p:cNvPr id="27" name="Text Placeholder 7"/>
          <p:cNvSpPr>
            <a:spLocks noGrp="1"/>
          </p:cNvSpPr>
          <p:nvPr>
            <p:ph type="body" sz="quarter" idx="39" hasCustomPrompt="1"/>
          </p:nvPr>
        </p:nvSpPr>
        <p:spPr>
          <a:xfrm>
            <a:off x="3326709" y="5371348"/>
            <a:ext cx="588147" cy="519804"/>
          </a:xfrm>
          <a:prstGeom prst="rect">
            <a:avLst/>
          </a:prstGeom>
        </p:spPr>
        <p:txBody>
          <a:bodyPr vert="horz" lIns="0" tIns="103884" rIns="0" bIns="103884" anchor="ctr"/>
          <a:lstStyle>
            <a:lvl1pPr marL="0" indent="0" algn="r">
              <a:lnSpc>
                <a:spcPct val="100000"/>
              </a:lnSpc>
              <a:spcBef>
                <a:spcPts val="0"/>
              </a:spcBef>
              <a:buNone/>
              <a:defRPr sz="2400" b="0">
                <a:solidFill>
                  <a:schemeClr val="bg1"/>
                </a:solidFill>
                <a:latin typeface="FontAwesome"/>
                <a:cs typeface="FontAwesome"/>
              </a:defRPr>
            </a:lvl1pPr>
          </a:lstStyle>
          <a:p>
            <a:pPr lvl="0"/>
            <a:r>
              <a:rPr lang="es-ES_tradnl" dirty="0" err="1" smtClean="0"/>
              <a:t>ico</a:t>
            </a:r>
            <a:endParaRPr lang="es-ES_tradnl" dirty="0" smtClean="0"/>
          </a:p>
        </p:txBody>
      </p:sp>
      <p:sp>
        <p:nvSpPr>
          <p:cNvPr id="28" name="Picture Placeholder 2"/>
          <p:cNvSpPr>
            <a:spLocks noGrp="1"/>
          </p:cNvSpPr>
          <p:nvPr>
            <p:ph type="pic" sz="quarter" idx="74"/>
          </p:nvPr>
        </p:nvSpPr>
        <p:spPr>
          <a:xfrm>
            <a:off x="4341282" y="1381763"/>
            <a:ext cx="3476980" cy="3921761"/>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29" name="Rectangle 28"/>
          <p:cNvSpPr/>
          <p:nvPr userDrawn="1"/>
        </p:nvSpPr>
        <p:spPr>
          <a:xfrm>
            <a:off x="4341281" y="5303524"/>
            <a:ext cx="3476980" cy="1076957"/>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30" name="Text Placeholder 7"/>
          <p:cNvSpPr>
            <a:spLocks noGrp="1"/>
          </p:cNvSpPr>
          <p:nvPr>
            <p:ph type="body" sz="quarter" idx="76" hasCustomPrompt="1"/>
          </p:nvPr>
        </p:nvSpPr>
        <p:spPr>
          <a:xfrm>
            <a:off x="4517947" y="5371348"/>
            <a:ext cx="2531548" cy="519804"/>
          </a:xfrm>
          <a:prstGeom prst="rect">
            <a:avLst/>
          </a:prstGeom>
        </p:spPr>
        <p:txBody>
          <a:bodyPr vert="horz" lIns="0" tIns="40504" rIns="0" bIns="40504" anchor="ctr"/>
          <a:lstStyle>
            <a:lvl1pPr marL="0" indent="0" algn="l">
              <a:lnSpc>
                <a:spcPct val="100000"/>
              </a:lnSpc>
              <a:spcBef>
                <a:spcPts val="0"/>
              </a:spcBef>
              <a:buNone/>
              <a:defRPr sz="2400" b="1" baseline="0">
                <a:solidFill>
                  <a:schemeClr val="bg1"/>
                </a:solidFill>
                <a:latin typeface="Lato Regular"/>
                <a:cs typeface="Lato Regular"/>
              </a:defRPr>
            </a:lvl1pPr>
          </a:lstStyle>
          <a:p>
            <a:pPr lvl="0"/>
            <a:r>
              <a:rPr lang="es-ES_tradnl" dirty="0" smtClean="0"/>
              <a:t>2015</a:t>
            </a:r>
          </a:p>
        </p:txBody>
      </p:sp>
      <p:sp>
        <p:nvSpPr>
          <p:cNvPr id="31" name="Text Placeholder 7"/>
          <p:cNvSpPr>
            <a:spLocks noGrp="1"/>
          </p:cNvSpPr>
          <p:nvPr>
            <p:ph type="body" sz="quarter" idx="77" hasCustomPrompt="1"/>
          </p:nvPr>
        </p:nvSpPr>
        <p:spPr>
          <a:xfrm>
            <a:off x="4506660" y="6013070"/>
            <a:ext cx="3099505" cy="261346"/>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bg1"/>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cxnSp>
        <p:nvCxnSpPr>
          <p:cNvPr id="32" name="Straight Connector 31"/>
          <p:cNvCxnSpPr/>
          <p:nvPr userDrawn="1"/>
        </p:nvCxnSpPr>
        <p:spPr>
          <a:xfrm>
            <a:off x="4506659" y="5936870"/>
            <a:ext cx="3119695" cy="0"/>
          </a:xfrm>
          <a:prstGeom prst="line">
            <a:avLst/>
          </a:prstGeom>
          <a:ln>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sp>
        <p:nvSpPr>
          <p:cNvPr id="33" name="Text Placeholder 7"/>
          <p:cNvSpPr>
            <a:spLocks noGrp="1"/>
          </p:cNvSpPr>
          <p:nvPr>
            <p:ph type="body" sz="quarter" idx="80" hasCustomPrompt="1"/>
          </p:nvPr>
        </p:nvSpPr>
        <p:spPr>
          <a:xfrm>
            <a:off x="7018017" y="5371348"/>
            <a:ext cx="588147" cy="519804"/>
          </a:xfrm>
          <a:prstGeom prst="rect">
            <a:avLst/>
          </a:prstGeom>
        </p:spPr>
        <p:txBody>
          <a:bodyPr vert="horz" lIns="0" tIns="103884" rIns="0" bIns="103884" anchor="ctr"/>
          <a:lstStyle>
            <a:lvl1pPr marL="0" indent="0" algn="r">
              <a:lnSpc>
                <a:spcPct val="100000"/>
              </a:lnSpc>
              <a:spcBef>
                <a:spcPts val="0"/>
              </a:spcBef>
              <a:buNone/>
              <a:defRPr sz="2400" b="0">
                <a:solidFill>
                  <a:schemeClr val="bg1"/>
                </a:solidFill>
                <a:latin typeface="FontAwesome"/>
                <a:cs typeface="FontAwesome"/>
              </a:defRPr>
            </a:lvl1pPr>
          </a:lstStyle>
          <a:p>
            <a:pPr lvl="0"/>
            <a:r>
              <a:rPr lang="es-ES_tradnl" dirty="0" err="1" smtClean="0"/>
              <a:t>ico</a:t>
            </a:r>
            <a:endParaRPr lang="es-ES_tradnl" dirty="0" smtClean="0"/>
          </a:p>
        </p:txBody>
      </p:sp>
      <p:sp>
        <p:nvSpPr>
          <p:cNvPr id="41" name="Picture Placeholder 2"/>
          <p:cNvSpPr>
            <a:spLocks noGrp="1"/>
          </p:cNvSpPr>
          <p:nvPr>
            <p:ph type="pic" sz="quarter" idx="75"/>
          </p:nvPr>
        </p:nvSpPr>
        <p:spPr>
          <a:xfrm>
            <a:off x="8057435" y="1381763"/>
            <a:ext cx="3476980" cy="3921761"/>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42" name="Rectangle 41"/>
          <p:cNvSpPr/>
          <p:nvPr userDrawn="1"/>
        </p:nvSpPr>
        <p:spPr>
          <a:xfrm>
            <a:off x="8057434" y="5303524"/>
            <a:ext cx="3476980" cy="1076957"/>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45" name="Text Placeholder 7"/>
          <p:cNvSpPr>
            <a:spLocks noGrp="1"/>
          </p:cNvSpPr>
          <p:nvPr>
            <p:ph type="body" sz="quarter" idx="78" hasCustomPrompt="1"/>
          </p:nvPr>
        </p:nvSpPr>
        <p:spPr>
          <a:xfrm>
            <a:off x="8238053" y="5371348"/>
            <a:ext cx="2531548" cy="519804"/>
          </a:xfrm>
          <a:prstGeom prst="rect">
            <a:avLst/>
          </a:prstGeom>
        </p:spPr>
        <p:txBody>
          <a:bodyPr vert="horz" lIns="0" tIns="40504" rIns="0" bIns="40504" anchor="ctr"/>
          <a:lstStyle>
            <a:lvl1pPr marL="0" indent="0" algn="l">
              <a:lnSpc>
                <a:spcPct val="100000"/>
              </a:lnSpc>
              <a:spcBef>
                <a:spcPts val="0"/>
              </a:spcBef>
              <a:buNone/>
              <a:defRPr sz="2400" b="1" baseline="0">
                <a:solidFill>
                  <a:schemeClr val="bg1"/>
                </a:solidFill>
                <a:latin typeface="Lato Regular"/>
                <a:cs typeface="Lato Regular"/>
              </a:defRPr>
            </a:lvl1pPr>
          </a:lstStyle>
          <a:p>
            <a:pPr lvl="0"/>
            <a:r>
              <a:rPr lang="es-ES_tradnl" dirty="0" smtClean="0"/>
              <a:t>2015</a:t>
            </a:r>
          </a:p>
        </p:txBody>
      </p:sp>
      <p:sp>
        <p:nvSpPr>
          <p:cNvPr id="46" name="Text Placeholder 7"/>
          <p:cNvSpPr>
            <a:spLocks noGrp="1"/>
          </p:cNvSpPr>
          <p:nvPr>
            <p:ph type="body" sz="quarter" idx="79" hasCustomPrompt="1"/>
          </p:nvPr>
        </p:nvSpPr>
        <p:spPr>
          <a:xfrm>
            <a:off x="8226765" y="6013070"/>
            <a:ext cx="3099505" cy="261346"/>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bg1"/>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cxnSp>
        <p:nvCxnSpPr>
          <p:cNvPr id="48" name="Straight Connector 47"/>
          <p:cNvCxnSpPr/>
          <p:nvPr userDrawn="1"/>
        </p:nvCxnSpPr>
        <p:spPr>
          <a:xfrm>
            <a:off x="8238053" y="5936870"/>
            <a:ext cx="3119695" cy="0"/>
          </a:xfrm>
          <a:prstGeom prst="line">
            <a:avLst/>
          </a:prstGeom>
          <a:ln>
            <a:solidFill>
              <a:schemeClr val="accent3">
                <a:lumMod val="75000"/>
              </a:schemeClr>
            </a:solidFill>
          </a:ln>
          <a:effectLst/>
        </p:spPr>
        <p:style>
          <a:lnRef idx="2">
            <a:schemeClr val="accent1"/>
          </a:lnRef>
          <a:fillRef idx="0">
            <a:schemeClr val="accent1"/>
          </a:fillRef>
          <a:effectRef idx="1">
            <a:schemeClr val="accent1"/>
          </a:effectRef>
          <a:fontRef idx="minor">
            <a:schemeClr val="tx1"/>
          </a:fontRef>
        </p:style>
      </p:cxnSp>
      <p:sp>
        <p:nvSpPr>
          <p:cNvPr id="55" name="Text Placeholder 7"/>
          <p:cNvSpPr>
            <a:spLocks noGrp="1"/>
          </p:cNvSpPr>
          <p:nvPr>
            <p:ph type="body" sz="quarter" idx="81" hasCustomPrompt="1"/>
          </p:nvPr>
        </p:nvSpPr>
        <p:spPr>
          <a:xfrm>
            <a:off x="10789631" y="5371348"/>
            <a:ext cx="588147" cy="519804"/>
          </a:xfrm>
          <a:prstGeom prst="rect">
            <a:avLst/>
          </a:prstGeom>
        </p:spPr>
        <p:txBody>
          <a:bodyPr vert="horz" lIns="0" tIns="103884" rIns="0" bIns="103884" anchor="ctr"/>
          <a:lstStyle>
            <a:lvl1pPr marL="0" indent="0" algn="r">
              <a:lnSpc>
                <a:spcPct val="100000"/>
              </a:lnSpc>
              <a:spcBef>
                <a:spcPts val="0"/>
              </a:spcBef>
              <a:buNone/>
              <a:defRPr sz="2400" b="0">
                <a:solidFill>
                  <a:schemeClr val="bg1"/>
                </a:solidFill>
                <a:latin typeface="FontAwesome"/>
                <a:cs typeface="FontAwesome"/>
              </a:defRPr>
            </a:lvl1pPr>
          </a:lstStyle>
          <a:p>
            <a:pPr lvl="0"/>
            <a:r>
              <a:rPr lang="es-ES_tradnl" dirty="0" err="1" smtClean="0"/>
              <a:t>ico</a:t>
            </a:r>
            <a:endParaRPr lang="es-ES_tradnl" dirty="0" smtClean="0"/>
          </a:p>
        </p:txBody>
      </p:sp>
    </p:spTree>
    <p:extLst>
      <p:ext uri="{BB962C8B-B14F-4D97-AF65-F5344CB8AC3E}">
        <p14:creationId xmlns:p14="http://schemas.microsoft.com/office/powerpoint/2010/main" val="17300287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par>
                                <p:cTn id="15" presetID="53" presetClass="entr" presetSubtype="16" fill="hold" grpId="0" nodeType="withEffect" nodePh="1">
                                  <p:stCondLst>
                                    <p:cond delay="800"/>
                                  </p:stCondLst>
                                  <p:endCondLst>
                                    <p:cond evt="begin" delay="0">
                                      <p:tn val="15"/>
                                    </p:cond>
                                  </p:endCondLst>
                                  <p:childTnLst>
                                    <p:set>
                                      <p:cBhvr>
                                        <p:cTn id="16" dur="1" fill="hold">
                                          <p:stCondLst>
                                            <p:cond delay="0"/>
                                          </p:stCondLst>
                                        </p:cTn>
                                        <p:tgtEl>
                                          <p:spTgt spid="22"/>
                                        </p:tgtEl>
                                        <p:attrNameLst>
                                          <p:attrName>style.visibility</p:attrName>
                                        </p:attrNameLst>
                                      </p:cBhvr>
                                      <p:to>
                                        <p:strVal val="visible"/>
                                      </p:to>
                                    </p:set>
                                    <p:anim calcmode="lin" valueType="num">
                                      <p:cBhvr>
                                        <p:cTn id="17" dur="1000" fill="hold"/>
                                        <p:tgtEl>
                                          <p:spTgt spid="22"/>
                                        </p:tgtEl>
                                        <p:attrNameLst>
                                          <p:attrName>ppt_w</p:attrName>
                                        </p:attrNameLst>
                                      </p:cBhvr>
                                      <p:tavLst>
                                        <p:tav tm="0">
                                          <p:val>
                                            <p:fltVal val="0"/>
                                          </p:val>
                                        </p:tav>
                                        <p:tav tm="100000">
                                          <p:val>
                                            <p:strVal val="#ppt_w"/>
                                          </p:val>
                                        </p:tav>
                                      </p:tavLst>
                                    </p:anim>
                                    <p:anim calcmode="lin" valueType="num">
                                      <p:cBhvr>
                                        <p:cTn id="18" dur="1000" fill="hold"/>
                                        <p:tgtEl>
                                          <p:spTgt spid="22"/>
                                        </p:tgtEl>
                                        <p:attrNameLst>
                                          <p:attrName>ppt_h</p:attrName>
                                        </p:attrNameLst>
                                      </p:cBhvr>
                                      <p:tavLst>
                                        <p:tav tm="0">
                                          <p:val>
                                            <p:fltVal val="0"/>
                                          </p:val>
                                        </p:tav>
                                        <p:tav tm="100000">
                                          <p:val>
                                            <p:strVal val="#ppt_h"/>
                                          </p:val>
                                        </p:tav>
                                      </p:tavLst>
                                    </p:anim>
                                    <p:animEffect transition="in" filter="fade">
                                      <p:cBhvr>
                                        <p:cTn id="19" dur="1000"/>
                                        <p:tgtEl>
                                          <p:spTgt spid="22"/>
                                        </p:tgtEl>
                                      </p:cBhvr>
                                    </p:animEffect>
                                  </p:childTnLst>
                                </p:cTn>
                              </p:par>
                            </p:childTnLst>
                          </p:cTn>
                        </p:par>
                        <p:par>
                          <p:cTn id="20" fill="hold">
                            <p:stCondLst>
                              <p:cond delay="1800"/>
                            </p:stCondLst>
                            <p:childTnLst>
                              <p:par>
                                <p:cTn id="21" presetID="22" presetClass="entr" presetSubtype="8" fill="hold" grpId="0" nodeType="after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wipe(left)">
                                      <p:cBhvr>
                                        <p:cTn id="23" dur="500"/>
                                        <p:tgtEl>
                                          <p:spTgt spid="23"/>
                                        </p:tgtEl>
                                      </p:cBhvr>
                                    </p:animEffect>
                                  </p:childTnLst>
                                </p:cTn>
                              </p:par>
                              <p:par>
                                <p:cTn id="24" presetID="42" presetClass="entr" presetSubtype="0" fill="hold" grpId="0" nodeType="withEffect">
                                  <p:stCondLst>
                                    <p:cond delay="200"/>
                                  </p:stCondLst>
                                  <p:childTnLst>
                                    <p:set>
                                      <p:cBhvr>
                                        <p:cTn id="25" dur="1" fill="hold">
                                          <p:stCondLst>
                                            <p:cond delay="0"/>
                                          </p:stCondLst>
                                        </p:cTn>
                                        <p:tgtEl>
                                          <p:spTgt spid="24">
                                            <p:txEl>
                                              <p:pRg st="0" end="0"/>
                                            </p:txEl>
                                          </p:spTgt>
                                        </p:tgtEl>
                                        <p:attrNameLst>
                                          <p:attrName>style.visibility</p:attrName>
                                        </p:attrNameLst>
                                      </p:cBhvr>
                                      <p:to>
                                        <p:strVal val="visible"/>
                                      </p:to>
                                    </p:set>
                                    <p:animEffect transition="in" filter="fade">
                                      <p:cBhvr>
                                        <p:cTn id="26" dur="400"/>
                                        <p:tgtEl>
                                          <p:spTgt spid="24">
                                            <p:txEl>
                                              <p:pRg st="0" end="0"/>
                                            </p:txEl>
                                          </p:spTgt>
                                        </p:tgtEl>
                                      </p:cBhvr>
                                    </p:animEffect>
                                    <p:anim calcmode="lin" valueType="num">
                                      <p:cBhvr>
                                        <p:cTn id="27" dur="4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28" dur="400" fill="hold"/>
                                        <p:tgtEl>
                                          <p:spTgt spid="24">
                                            <p:txEl>
                                              <p:pRg st="0" end="0"/>
                                            </p:txEl>
                                          </p:spTgt>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200"/>
                                  </p:stCondLst>
                                  <p:childTnLst>
                                    <p:set>
                                      <p:cBhvr>
                                        <p:cTn id="30" dur="1" fill="hold">
                                          <p:stCondLst>
                                            <p:cond delay="0"/>
                                          </p:stCondLst>
                                        </p:cTn>
                                        <p:tgtEl>
                                          <p:spTgt spid="25">
                                            <p:txEl>
                                              <p:pRg st="0" end="0"/>
                                            </p:txEl>
                                          </p:spTgt>
                                        </p:tgtEl>
                                        <p:attrNameLst>
                                          <p:attrName>style.visibility</p:attrName>
                                        </p:attrNameLst>
                                      </p:cBhvr>
                                      <p:to>
                                        <p:strVal val="visible"/>
                                      </p:to>
                                    </p:set>
                                    <p:animEffect transition="in" filter="fade">
                                      <p:cBhvr>
                                        <p:cTn id="31" dur="500"/>
                                        <p:tgtEl>
                                          <p:spTgt spid="25">
                                            <p:txEl>
                                              <p:pRg st="0" end="0"/>
                                            </p:txEl>
                                          </p:spTgt>
                                        </p:tgtEl>
                                      </p:cBhvr>
                                    </p:animEffect>
                                    <p:anim calcmode="lin" valueType="num">
                                      <p:cBhvr>
                                        <p:cTn id="32"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33" dur="500" fill="hold"/>
                                        <p:tgtEl>
                                          <p:spTgt spid="25">
                                            <p:txEl>
                                              <p:pRg st="0" end="0"/>
                                            </p:txEl>
                                          </p:spTgt>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22" presetClass="entr" presetSubtype="8" fill="hold" nodeType="after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wipe(left)">
                                      <p:cBhvr>
                                        <p:cTn id="37" dur="500"/>
                                        <p:tgtEl>
                                          <p:spTgt spid="26"/>
                                        </p:tgtEl>
                                      </p:cBhvr>
                                    </p:animEffect>
                                  </p:childTnLst>
                                </p:cTn>
                              </p:par>
                            </p:childTnLst>
                          </p:cTn>
                        </p:par>
                        <p:par>
                          <p:cTn id="38" fill="hold">
                            <p:stCondLst>
                              <p:cond delay="3000"/>
                            </p:stCondLst>
                            <p:childTnLst>
                              <p:par>
                                <p:cTn id="39" presetID="53" presetClass="entr" presetSubtype="16" fill="hold" grpId="0" nodeType="afterEffect">
                                  <p:stCondLst>
                                    <p:cond delay="0"/>
                                  </p:stCondLst>
                                  <p:childTnLst>
                                    <p:set>
                                      <p:cBhvr>
                                        <p:cTn id="40" dur="1" fill="hold">
                                          <p:stCondLst>
                                            <p:cond delay="0"/>
                                          </p:stCondLst>
                                        </p:cTn>
                                        <p:tgtEl>
                                          <p:spTgt spid="27">
                                            <p:txEl>
                                              <p:pRg st="0" end="0"/>
                                            </p:txEl>
                                          </p:spTgt>
                                        </p:tgtEl>
                                        <p:attrNameLst>
                                          <p:attrName>style.visibility</p:attrName>
                                        </p:attrNameLst>
                                      </p:cBhvr>
                                      <p:to>
                                        <p:strVal val="visible"/>
                                      </p:to>
                                    </p:set>
                                    <p:anim calcmode="lin" valueType="num">
                                      <p:cBhvr>
                                        <p:cTn id="41" dur="3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42" dur="3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43" dur="300"/>
                                        <p:tgtEl>
                                          <p:spTgt spid="27">
                                            <p:txEl>
                                              <p:pRg st="0" end="0"/>
                                            </p:txEl>
                                          </p:spTgt>
                                        </p:tgtEl>
                                      </p:cBhvr>
                                    </p:animEffect>
                                  </p:childTnLst>
                                </p:cTn>
                              </p:par>
                              <p:par>
                                <p:cTn id="44" presetID="53" presetClass="entr" presetSubtype="16" fill="hold" grpId="0" nodeType="withEffect" nodePh="1">
                                  <p:stCondLst>
                                    <p:cond delay="800"/>
                                  </p:stCondLst>
                                  <p:endCondLst>
                                    <p:cond evt="begin" delay="0">
                                      <p:tn val="44"/>
                                    </p:cond>
                                  </p:endCondLst>
                                  <p:childTnLst>
                                    <p:set>
                                      <p:cBhvr>
                                        <p:cTn id="45" dur="1" fill="hold">
                                          <p:stCondLst>
                                            <p:cond delay="0"/>
                                          </p:stCondLst>
                                        </p:cTn>
                                        <p:tgtEl>
                                          <p:spTgt spid="28"/>
                                        </p:tgtEl>
                                        <p:attrNameLst>
                                          <p:attrName>style.visibility</p:attrName>
                                        </p:attrNameLst>
                                      </p:cBhvr>
                                      <p:to>
                                        <p:strVal val="visible"/>
                                      </p:to>
                                    </p:set>
                                    <p:anim calcmode="lin" valueType="num">
                                      <p:cBhvr>
                                        <p:cTn id="46" dur="1000" fill="hold"/>
                                        <p:tgtEl>
                                          <p:spTgt spid="28"/>
                                        </p:tgtEl>
                                        <p:attrNameLst>
                                          <p:attrName>ppt_w</p:attrName>
                                        </p:attrNameLst>
                                      </p:cBhvr>
                                      <p:tavLst>
                                        <p:tav tm="0">
                                          <p:val>
                                            <p:fltVal val="0"/>
                                          </p:val>
                                        </p:tav>
                                        <p:tav tm="100000">
                                          <p:val>
                                            <p:strVal val="#ppt_w"/>
                                          </p:val>
                                        </p:tav>
                                      </p:tavLst>
                                    </p:anim>
                                    <p:anim calcmode="lin" valueType="num">
                                      <p:cBhvr>
                                        <p:cTn id="47" dur="1000" fill="hold"/>
                                        <p:tgtEl>
                                          <p:spTgt spid="28"/>
                                        </p:tgtEl>
                                        <p:attrNameLst>
                                          <p:attrName>ppt_h</p:attrName>
                                        </p:attrNameLst>
                                      </p:cBhvr>
                                      <p:tavLst>
                                        <p:tav tm="0">
                                          <p:val>
                                            <p:fltVal val="0"/>
                                          </p:val>
                                        </p:tav>
                                        <p:tav tm="100000">
                                          <p:val>
                                            <p:strVal val="#ppt_h"/>
                                          </p:val>
                                        </p:tav>
                                      </p:tavLst>
                                    </p:anim>
                                    <p:animEffect transition="in" filter="fade">
                                      <p:cBhvr>
                                        <p:cTn id="48" dur="1000"/>
                                        <p:tgtEl>
                                          <p:spTgt spid="28"/>
                                        </p:tgtEl>
                                      </p:cBhvr>
                                    </p:animEffect>
                                  </p:childTnLst>
                                </p:cTn>
                              </p:par>
                            </p:childTnLst>
                          </p:cTn>
                        </p:par>
                        <p:par>
                          <p:cTn id="49" fill="hold">
                            <p:stCondLst>
                              <p:cond delay="4800"/>
                            </p:stCondLst>
                            <p:childTnLst>
                              <p:par>
                                <p:cTn id="50" presetID="22" presetClass="entr" presetSubtype="8" fill="hold" grpId="0" nodeType="afterEffect">
                                  <p:stCondLst>
                                    <p:cond delay="0"/>
                                  </p:stCondLst>
                                  <p:childTnLst>
                                    <p:set>
                                      <p:cBhvr>
                                        <p:cTn id="51" dur="1" fill="hold">
                                          <p:stCondLst>
                                            <p:cond delay="0"/>
                                          </p:stCondLst>
                                        </p:cTn>
                                        <p:tgtEl>
                                          <p:spTgt spid="29"/>
                                        </p:tgtEl>
                                        <p:attrNameLst>
                                          <p:attrName>style.visibility</p:attrName>
                                        </p:attrNameLst>
                                      </p:cBhvr>
                                      <p:to>
                                        <p:strVal val="visible"/>
                                      </p:to>
                                    </p:set>
                                    <p:animEffect transition="in" filter="wipe(left)">
                                      <p:cBhvr>
                                        <p:cTn id="52" dur="500"/>
                                        <p:tgtEl>
                                          <p:spTgt spid="29"/>
                                        </p:tgtEl>
                                      </p:cBhvr>
                                    </p:animEffect>
                                  </p:childTnLst>
                                </p:cTn>
                              </p:par>
                              <p:par>
                                <p:cTn id="53" presetID="42" presetClass="entr" presetSubtype="0" fill="hold" grpId="0" nodeType="withEffect">
                                  <p:stCondLst>
                                    <p:cond delay="200"/>
                                  </p:stCondLst>
                                  <p:childTnLst>
                                    <p:set>
                                      <p:cBhvr>
                                        <p:cTn id="54" dur="1" fill="hold">
                                          <p:stCondLst>
                                            <p:cond delay="0"/>
                                          </p:stCondLst>
                                        </p:cTn>
                                        <p:tgtEl>
                                          <p:spTgt spid="30">
                                            <p:txEl>
                                              <p:pRg st="0" end="0"/>
                                            </p:txEl>
                                          </p:spTgt>
                                        </p:tgtEl>
                                        <p:attrNameLst>
                                          <p:attrName>style.visibility</p:attrName>
                                        </p:attrNameLst>
                                      </p:cBhvr>
                                      <p:to>
                                        <p:strVal val="visible"/>
                                      </p:to>
                                    </p:set>
                                    <p:animEffect transition="in" filter="fade">
                                      <p:cBhvr>
                                        <p:cTn id="55" dur="400"/>
                                        <p:tgtEl>
                                          <p:spTgt spid="30">
                                            <p:txEl>
                                              <p:pRg st="0" end="0"/>
                                            </p:txEl>
                                          </p:spTgt>
                                        </p:tgtEl>
                                      </p:cBhvr>
                                    </p:animEffect>
                                    <p:anim calcmode="lin" valueType="num">
                                      <p:cBhvr>
                                        <p:cTn id="56" dur="4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57" dur="400" fill="hold"/>
                                        <p:tgtEl>
                                          <p:spTgt spid="30">
                                            <p:txEl>
                                              <p:pRg st="0" end="0"/>
                                            </p:txEl>
                                          </p:spTgt>
                                        </p:tgtEl>
                                        <p:attrNameLst>
                                          <p:attrName>ppt_y</p:attrName>
                                        </p:attrNameLst>
                                      </p:cBhvr>
                                      <p:tavLst>
                                        <p:tav tm="0">
                                          <p:val>
                                            <p:strVal val="#ppt_y+.1"/>
                                          </p:val>
                                        </p:tav>
                                        <p:tav tm="100000">
                                          <p:val>
                                            <p:strVal val="#ppt_y"/>
                                          </p:val>
                                        </p:tav>
                                      </p:tavLst>
                                    </p:anim>
                                  </p:childTnLst>
                                </p:cTn>
                              </p:par>
                              <p:par>
                                <p:cTn id="58" presetID="42" presetClass="entr" presetSubtype="0" fill="hold" grpId="0" nodeType="withEffect">
                                  <p:stCondLst>
                                    <p:cond delay="200"/>
                                  </p:stCondLst>
                                  <p:childTnLst>
                                    <p:set>
                                      <p:cBhvr>
                                        <p:cTn id="59" dur="1" fill="hold">
                                          <p:stCondLst>
                                            <p:cond delay="0"/>
                                          </p:stCondLst>
                                        </p:cTn>
                                        <p:tgtEl>
                                          <p:spTgt spid="31">
                                            <p:txEl>
                                              <p:pRg st="0" end="0"/>
                                            </p:txEl>
                                          </p:spTgt>
                                        </p:tgtEl>
                                        <p:attrNameLst>
                                          <p:attrName>style.visibility</p:attrName>
                                        </p:attrNameLst>
                                      </p:cBhvr>
                                      <p:to>
                                        <p:strVal val="visible"/>
                                      </p:to>
                                    </p:set>
                                    <p:animEffect transition="in" filter="fade">
                                      <p:cBhvr>
                                        <p:cTn id="60" dur="500"/>
                                        <p:tgtEl>
                                          <p:spTgt spid="31">
                                            <p:txEl>
                                              <p:pRg st="0" end="0"/>
                                            </p:txEl>
                                          </p:spTgt>
                                        </p:tgtEl>
                                      </p:cBhvr>
                                    </p:animEffect>
                                    <p:anim calcmode="lin" valueType="num">
                                      <p:cBhvr>
                                        <p:cTn id="61"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62"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63" fill="hold">
                            <p:stCondLst>
                              <p:cond delay="5500"/>
                            </p:stCondLst>
                            <p:childTnLst>
                              <p:par>
                                <p:cTn id="64" presetID="22" presetClass="entr" presetSubtype="8" fill="hold" nodeType="afterEffect">
                                  <p:stCondLst>
                                    <p:cond delay="0"/>
                                  </p:stCondLst>
                                  <p:childTnLst>
                                    <p:set>
                                      <p:cBhvr>
                                        <p:cTn id="65" dur="1" fill="hold">
                                          <p:stCondLst>
                                            <p:cond delay="0"/>
                                          </p:stCondLst>
                                        </p:cTn>
                                        <p:tgtEl>
                                          <p:spTgt spid="32"/>
                                        </p:tgtEl>
                                        <p:attrNameLst>
                                          <p:attrName>style.visibility</p:attrName>
                                        </p:attrNameLst>
                                      </p:cBhvr>
                                      <p:to>
                                        <p:strVal val="visible"/>
                                      </p:to>
                                    </p:set>
                                    <p:animEffect transition="in" filter="wipe(left)">
                                      <p:cBhvr>
                                        <p:cTn id="66" dur="500"/>
                                        <p:tgtEl>
                                          <p:spTgt spid="32"/>
                                        </p:tgtEl>
                                      </p:cBhvr>
                                    </p:animEffect>
                                  </p:childTnLst>
                                </p:cTn>
                              </p:par>
                            </p:childTnLst>
                          </p:cTn>
                        </p:par>
                        <p:par>
                          <p:cTn id="67" fill="hold">
                            <p:stCondLst>
                              <p:cond delay="6000"/>
                            </p:stCondLst>
                            <p:childTnLst>
                              <p:par>
                                <p:cTn id="68" presetID="53" presetClass="entr" presetSubtype="16" fill="hold" grpId="0" nodeType="afterEffect">
                                  <p:stCondLst>
                                    <p:cond delay="0"/>
                                  </p:stCondLst>
                                  <p:childTnLst>
                                    <p:set>
                                      <p:cBhvr>
                                        <p:cTn id="69" dur="1" fill="hold">
                                          <p:stCondLst>
                                            <p:cond delay="0"/>
                                          </p:stCondLst>
                                        </p:cTn>
                                        <p:tgtEl>
                                          <p:spTgt spid="33">
                                            <p:txEl>
                                              <p:pRg st="0" end="0"/>
                                            </p:txEl>
                                          </p:spTgt>
                                        </p:tgtEl>
                                        <p:attrNameLst>
                                          <p:attrName>style.visibility</p:attrName>
                                        </p:attrNameLst>
                                      </p:cBhvr>
                                      <p:to>
                                        <p:strVal val="visible"/>
                                      </p:to>
                                    </p:set>
                                    <p:anim calcmode="lin" valueType="num">
                                      <p:cBhvr>
                                        <p:cTn id="70" dur="3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71" dur="3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72" dur="300"/>
                                        <p:tgtEl>
                                          <p:spTgt spid="33">
                                            <p:txEl>
                                              <p:pRg st="0" end="0"/>
                                            </p:txEl>
                                          </p:spTgt>
                                        </p:tgtEl>
                                      </p:cBhvr>
                                    </p:animEffect>
                                  </p:childTnLst>
                                </p:cTn>
                              </p:par>
                              <p:par>
                                <p:cTn id="73" presetID="53" presetClass="entr" presetSubtype="16" fill="hold" grpId="0" nodeType="withEffect" nodePh="1">
                                  <p:stCondLst>
                                    <p:cond delay="800"/>
                                  </p:stCondLst>
                                  <p:endCondLst>
                                    <p:cond evt="begin" delay="0">
                                      <p:tn val="73"/>
                                    </p:cond>
                                  </p:endCondLst>
                                  <p:childTnLst>
                                    <p:set>
                                      <p:cBhvr>
                                        <p:cTn id="74" dur="1" fill="hold">
                                          <p:stCondLst>
                                            <p:cond delay="0"/>
                                          </p:stCondLst>
                                        </p:cTn>
                                        <p:tgtEl>
                                          <p:spTgt spid="41"/>
                                        </p:tgtEl>
                                        <p:attrNameLst>
                                          <p:attrName>style.visibility</p:attrName>
                                        </p:attrNameLst>
                                      </p:cBhvr>
                                      <p:to>
                                        <p:strVal val="visible"/>
                                      </p:to>
                                    </p:set>
                                    <p:anim calcmode="lin" valueType="num">
                                      <p:cBhvr>
                                        <p:cTn id="75" dur="1000" fill="hold"/>
                                        <p:tgtEl>
                                          <p:spTgt spid="41"/>
                                        </p:tgtEl>
                                        <p:attrNameLst>
                                          <p:attrName>ppt_w</p:attrName>
                                        </p:attrNameLst>
                                      </p:cBhvr>
                                      <p:tavLst>
                                        <p:tav tm="0">
                                          <p:val>
                                            <p:fltVal val="0"/>
                                          </p:val>
                                        </p:tav>
                                        <p:tav tm="100000">
                                          <p:val>
                                            <p:strVal val="#ppt_w"/>
                                          </p:val>
                                        </p:tav>
                                      </p:tavLst>
                                    </p:anim>
                                    <p:anim calcmode="lin" valueType="num">
                                      <p:cBhvr>
                                        <p:cTn id="76" dur="1000" fill="hold"/>
                                        <p:tgtEl>
                                          <p:spTgt spid="41"/>
                                        </p:tgtEl>
                                        <p:attrNameLst>
                                          <p:attrName>ppt_h</p:attrName>
                                        </p:attrNameLst>
                                      </p:cBhvr>
                                      <p:tavLst>
                                        <p:tav tm="0">
                                          <p:val>
                                            <p:fltVal val="0"/>
                                          </p:val>
                                        </p:tav>
                                        <p:tav tm="100000">
                                          <p:val>
                                            <p:strVal val="#ppt_h"/>
                                          </p:val>
                                        </p:tav>
                                      </p:tavLst>
                                    </p:anim>
                                    <p:animEffect transition="in" filter="fade">
                                      <p:cBhvr>
                                        <p:cTn id="77" dur="1000"/>
                                        <p:tgtEl>
                                          <p:spTgt spid="41"/>
                                        </p:tgtEl>
                                      </p:cBhvr>
                                    </p:animEffect>
                                  </p:childTnLst>
                                </p:cTn>
                              </p:par>
                            </p:childTnLst>
                          </p:cTn>
                        </p:par>
                        <p:par>
                          <p:cTn id="78" fill="hold">
                            <p:stCondLst>
                              <p:cond delay="7800"/>
                            </p:stCondLst>
                            <p:childTnLst>
                              <p:par>
                                <p:cTn id="79" presetID="22" presetClass="entr" presetSubtype="8" fill="hold" grpId="0" nodeType="afterEffect">
                                  <p:stCondLst>
                                    <p:cond delay="0"/>
                                  </p:stCondLst>
                                  <p:childTnLst>
                                    <p:set>
                                      <p:cBhvr>
                                        <p:cTn id="80" dur="1" fill="hold">
                                          <p:stCondLst>
                                            <p:cond delay="0"/>
                                          </p:stCondLst>
                                        </p:cTn>
                                        <p:tgtEl>
                                          <p:spTgt spid="42"/>
                                        </p:tgtEl>
                                        <p:attrNameLst>
                                          <p:attrName>style.visibility</p:attrName>
                                        </p:attrNameLst>
                                      </p:cBhvr>
                                      <p:to>
                                        <p:strVal val="visible"/>
                                      </p:to>
                                    </p:set>
                                    <p:animEffect transition="in" filter="wipe(left)">
                                      <p:cBhvr>
                                        <p:cTn id="81" dur="500"/>
                                        <p:tgtEl>
                                          <p:spTgt spid="42"/>
                                        </p:tgtEl>
                                      </p:cBhvr>
                                    </p:animEffect>
                                  </p:childTnLst>
                                </p:cTn>
                              </p:par>
                              <p:par>
                                <p:cTn id="82" presetID="42" presetClass="entr" presetSubtype="0" fill="hold" grpId="0" nodeType="withEffect">
                                  <p:stCondLst>
                                    <p:cond delay="200"/>
                                  </p:stCondLst>
                                  <p:childTnLst>
                                    <p:set>
                                      <p:cBhvr>
                                        <p:cTn id="83" dur="1" fill="hold">
                                          <p:stCondLst>
                                            <p:cond delay="0"/>
                                          </p:stCondLst>
                                        </p:cTn>
                                        <p:tgtEl>
                                          <p:spTgt spid="45">
                                            <p:txEl>
                                              <p:pRg st="0" end="0"/>
                                            </p:txEl>
                                          </p:spTgt>
                                        </p:tgtEl>
                                        <p:attrNameLst>
                                          <p:attrName>style.visibility</p:attrName>
                                        </p:attrNameLst>
                                      </p:cBhvr>
                                      <p:to>
                                        <p:strVal val="visible"/>
                                      </p:to>
                                    </p:set>
                                    <p:animEffect transition="in" filter="fade">
                                      <p:cBhvr>
                                        <p:cTn id="84" dur="400"/>
                                        <p:tgtEl>
                                          <p:spTgt spid="45">
                                            <p:txEl>
                                              <p:pRg st="0" end="0"/>
                                            </p:txEl>
                                          </p:spTgt>
                                        </p:tgtEl>
                                      </p:cBhvr>
                                    </p:animEffect>
                                    <p:anim calcmode="lin" valueType="num">
                                      <p:cBhvr>
                                        <p:cTn id="85" dur="4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86" dur="400" fill="hold"/>
                                        <p:tgtEl>
                                          <p:spTgt spid="45">
                                            <p:txEl>
                                              <p:pRg st="0" end="0"/>
                                            </p:txEl>
                                          </p:spTgt>
                                        </p:tgtEl>
                                        <p:attrNameLst>
                                          <p:attrName>ppt_y</p:attrName>
                                        </p:attrNameLst>
                                      </p:cBhvr>
                                      <p:tavLst>
                                        <p:tav tm="0">
                                          <p:val>
                                            <p:strVal val="#ppt_y+.1"/>
                                          </p:val>
                                        </p:tav>
                                        <p:tav tm="100000">
                                          <p:val>
                                            <p:strVal val="#ppt_y"/>
                                          </p:val>
                                        </p:tav>
                                      </p:tavLst>
                                    </p:anim>
                                  </p:childTnLst>
                                </p:cTn>
                              </p:par>
                              <p:par>
                                <p:cTn id="87" presetID="42" presetClass="entr" presetSubtype="0" fill="hold" grpId="0" nodeType="withEffect">
                                  <p:stCondLst>
                                    <p:cond delay="200"/>
                                  </p:stCondLst>
                                  <p:childTnLst>
                                    <p:set>
                                      <p:cBhvr>
                                        <p:cTn id="88" dur="1" fill="hold">
                                          <p:stCondLst>
                                            <p:cond delay="0"/>
                                          </p:stCondLst>
                                        </p:cTn>
                                        <p:tgtEl>
                                          <p:spTgt spid="46">
                                            <p:txEl>
                                              <p:pRg st="0" end="0"/>
                                            </p:txEl>
                                          </p:spTgt>
                                        </p:tgtEl>
                                        <p:attrNameLst>
                                          <p:attrName>style.visibility</p:attrName>
                                        </p:attrNameLst>
                                      </p:cBhvr>
                                      <p:to>
                                        <p:strVal val="visible"/>
                                      </p:to>
                                    </p:set>
                                    <p:animEffect transition="in" filter="fade">
                                      <p:cBhvr>
                                        <p:cTn id="89" dur="500"/>
                                        <p:tgtEl>
                                          <p:spTgt spid="46">
                                            <p:txEl>
                                              <p:pRg st="0" end="0"/>
                                            </p:txEl>
                                          </p:spTgt>
                                        </p:tgtEl>
                                      </p:cBhvr>
                                    </p:animEffect>
                                    <p:anim calcmode="lin" valueType="num">
                                      <p:cBhvr>
                                        <p:cTn id="90"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p:cTn id="91" dur="500" fill="hold"/>
                                        <p:tgtEl>
                                          <p:spTgt spid="46">
                                            <p:txEl>
                                              <p:pRg st="0" end="0"/>
                                            </p:txEl>
                                          </p:spTgt>
                                        </p:tgtEl>
                                        <p:attrNameLst>
                                          <p:attrName>ppt_y</p:attrName>
                                        </p:attrNameLst>
                                      </p:cBhvr>
                                      <p:tavLst>
                                        <p:tav tm="0">
                                          <p:val>
                                            <p:strVal val="#ppt_y+.1"/>
                                          </p:val>
                                        </p:tav>
                                        <p:tav tm="100000">
                                          <p:val>
                                            <p:strVal val="#ppt_y"/>
                                          </p:val>
                                        </p:tav>
                                      </p:tavLst>
                                    </p:anim>
                                  </p:childTnLst>
                                </p:cTn>
                              </p:par>
                            </p:childTnLst>
                          </p:cTn>
                        </p:par>
                        <p:par>
                          <p:cTn id="92" fill="hold">
                            <p:stCondLst>
                              <p:cond delay="8500"/>
                            </p:stCondLst>
                            <p:childTnLst>
                              <p:par>
                                <p:cTn id="93" presetID="22" presetClass="entr" presetSubtype="8" fill="hold" nodeType="afterEffect">
                                  <p:stCondLst>
                                    <p:cond delay="0"/>
                                  </p:stCondLst>
                                  <p:childTnLst>
                                    <p:set>
                                      <p:cBhvr>
                                        <p:cTn id="94" dur="1" fill="hold">
                                          <p:stCondLst>
                                            <p:cond delay="0"/>
                                          </p:stCondLst>
                                        </p:cTn>
                                        <p:tgtEl>
                                          <p:spTgt spid="48"/>
                                        </p:tgtEl>
                                        <p:attrNameLst>
                                          <p:attrName>style.visibility</p:attrName>
                                        </p:attrNameLst>
                                      </p:cBhvr>
                                      <p:to>
                                        <p:strVal val="visible"/>
                                      </p:to>
                                    </p:set>
                                    <p:animEffect transition="in" filter="wipe(left)">
                                      <p:cBhvr>
                                        <p:cTn id="95" dur="500"/>
                                        <p:tgtEl>
                                          <p:spTgt spid="48"/>
                                        </p:tgtEl>
                                      </p:cBhvr>
                                    </p:animEffect>
                                  </p:childTnLst>
                                </p:cTn>
                              </p:par>
                            </p:childTnLst>
                          </p:cTn>
                        </p:par>
                        <p:par>
                          <p:cTn id="96" fill="hold">
                            <p:stCondLst>
                              <p:cond delay="9000"/>
                            </p:stCondLst>
                            <p:childTnLst>
                              <p:par>
                                <p:cTn id="97" presetID="53" presetClass="entr" presetSubtype="16" fill="hold" grpId="0" nodeType="afterEffect">
                                  <p:stCondLst>
                                    <p:cond delay="0"/>
                                  </p:stCondLst>
                                  <p:childTnLst>
                                    <p:set>
                                      <p:cBhvr>
                                        <p:cTn id="98" dur="1" fill="hold">
                                          <p:stCondLst>
                                            <p:cond delay="0"/>
                                          </p:stCondLst>
                                        </p:cTn>
                                        <p:tgtEl>
                                          <p:spTgt spid="55">
                                            <p:txEl>
                                              <p:pRg st="0" end="0"/>
                                            </p:txEl>
                                          </p:spTgt>
                                        </p:tgtEl>
                                        <p:attrNameLst>
                                          <p:attrName>style.visibility</p:attrName>
                                        </p:attrNameLst>
                                      </p:cBhvr>
                                      <p:to>
                                        <p:strVal val="visible"/>
                                      </p:to>
                                    </p:set>
                                    <p:anim calcmode="lin" valueType="num">
                                      <p:cBhvr>
                                        <p:cTn id="99" dur="300" fill="hold"/>
                                        <p:tgtEl>
                                          <p:spTgt spid="55">
                                            <p:txEl>
                                              <p:pRg st="0" end="0"/>
                                            </p:txEl>
                                          </p:spTgt>
                                        </p:tgtEl>
                                        <p:attrNameLst>
                                          <p:attrName>ppt_w</p:attrName>
                                        </p:attrNameLst>
                                      </p:cBhvr>
                                      <p:tavLst>
                                        <p:tav tm="0">
                                          <p:val>
                                            <p:fltVal val="0"/>
                                          </p:val>
                                        </p:tav>
                                        <p:tav tm="100000">
                                          <p:val>
                                            <p:strVal val="#ppt_w"/>
                                          </p:val>
                                        </p:tav>
                                      </p:tavLst>
                                    </p:anim>
                                    <p:anim calcmode="lin" valueType="num">
                                      <p:cBhvr>
                                        <p:cTn id="100" dur="300" fill="hold"/>
                                        <p:tgtEl>
                                          <p:spTgt spid="55">
                                            <p:txEl>
                                              <p:pRg st="0" end="0"/>
                                            </p:txEl>
                                          </p:spTgt>
                                        </p:tgtEl>
                                        <p:attrNameLst>
                                          <p:attrName>ppt_h</p:attrName>
                                        </p:attrNameLst>
                                      </p:cBhvr>
                                      <p:tavLst>
                                        <p:tav tm="0">
                                          <p:val>
                                            <p:fltVal val="0"/>
                                          </p:val>
                                        </p:tav>
                                        <p:tav tm="100000">
                                          <p:val>
                                            <p:strVal val="#ppt_h"/>
                                          </p:val>
                                        </p:tav>
                                      </p:tavLst>
                                    </p:anim>
                                    <p:animEffect transition="in" filter="fade">
                                      <p:cBhvr>
                                        <p:cTn id="101" dur="300"/>
                                        <p:tgtEl>
                                          <p:spTgt spid="5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P spid="22" grpId="0"/>
      <p:bldP spid="23" grpId="0" animBg="1"/>
      <p:bldP spid="24" grpId="0" build="p">
        <p:tmplLst>
          <p:tmpl lvl="1">
            <p:tnLst>
              <p:par>
                <p:cTn presetID="42" presetClass="entr" presetSubtype="0" fill="hold" nodeType="withEffect">
                  <p:stCondLst>
                    <p:cond delay="200"/>
                  </p:stCondLst>
                  <p:childTnLst>
                    <p:set>
                      <p:cBhvr>
                        <p:cTn dur="1" fill="hold">
                          <p:stCondLst>
                            <p:cond delay="0"/>
                          </p:stCondLst>
                        </p:cTn>
                        <p:tgtEl>
                          <p:spTgt spid="24"/>
                        </p:tgtEl>
                        <p:attrNameLst>
                          <p:attrName>style.visibility</p:attrName>
                        </p:attrNameLst>
                      </p:cBhvr>
                      <p:to>
                        <p:strVal val="visible"/>
                      </p:to>
                    </p:set>
                    <p:animEffect transition="in" filter="fade">
                      <p:cBhvr>
                        <p:cTn dur="400"/>
                        <p:tgtEl>
                          <p:spTgt spid="24"/>
                        </p:tgtEl>
                      </p:cBhvr>
                    </p:animEffect>
                    <p:anim calcmode="lin" valueType="num">
                      <p:cBhvr>
                        <p:cTn dur="400" fill="hold"/>
                        <p:tgtEl>
                          <p:spTgt spid="24"/>
                        </p:tgtEl>
                        <p:attrNameLst>
                          <p:attrName>ppt_x</p:attrName>
                        </p:attrNameLst>
                      </p:cBhvr>
                      <p:tavLst>
                        <p:tav tm="0">
                          <p:val>
                            <p:strVal val="#ppt_x"/>
                          </p:val>
                        </p:tav>
                        <p:tav tm="100000">
                          <p:val>
                            <p:strVal val="#ppt_x"/>
                          </p:val>
                        </p:tav>
                      </p:tavLst>
                    </p:anim>
                    <p:anim calcmode="lin" valueType="num">
                      <p:cBhvr>
                        <p:cTn dur="400" fill="hold"/>
                        <p:tgtEl>
                          <p:spTgt spid="24"/>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42" presetClass="entr" presetSubtype="0" fill="hold" nodeType="withEffect">
                  <p:stCondLst>
                    <p:cond delay="20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anim calcmode="lin" valueType="num">
                      <p:cBhvr>
                        <p:cTn dur="500" fill="hold"/>
                        <p:tgtEl>
                          <p:spTgt spid="25"/>
                        </p:tgtEl>
                        <p:attrNameLst>
                          <p:attrName>ppt_x</p:attrName>
                        </p:attrNameLst>
                      </p:cBhvr>
                      <p:tavLst>
                        <p:tav tm="0">
                          <p:val>
                            <p:strVal val="#ppt_x"/>
                          </p:val>
                        </p:tav>
                        <p:tav tm="100000">
                          <p:val>
                            <p:strVal val="#ppt_x"/>
                          </p:val>
                        </p:tav>
                      </p:tavLst>
                    </p:anim>
                    <p:anim calcmode="lin" valueType="num">
                      <p:cBhvr>
                        <p:cTn dur="500" fill="hold"/>
                        <p:tgtEl>
                          <p:spTgt spid="25"/>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53" presetClass="entr" presetSubtype="16"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p:cTn dur="300" fill="hold"/>
                        <p:tgtEl>
                          <p:spTgt spid="27"/>
                        </p:tgtEl>
                        <p:attrNameLst>
                          <p:attrName>ppt_w</p:attrName>
                        </p:attrNameLst>
                      </p:cBhvr>
                      <p:tavLst>
                        <p:tav tm="0">
                          <p:val>
                            <p:fltVal val="0"/>
                          </p:val>
                        </p:tav>
                        <p:tav tm="100000">
                          <p:val>
                            <p:strVal val="#ppt_w"/>
                          </p:val>
                        </p:tav>
                      </p:tavLst>
                    </p:anim>
                    <p:anim calcmode="lin" valueType="num">
                      <p:cBhvr>
                        <p:cTn dur="300" fill="hold"/>
                        <p:tgtEl>
                          <p:spTgt spid="27"/>
                        </p:tgtEl>
                        <p:attrNameLst>
                          <p:attrName>ppt_h</p:attrName>
                        </p:attrNameLst>
                      </p:cBhvr>
                      <p:tavLst>
                        <p:tav tm="0">
                          <p:val>
                            <p:fltVal val="0"/>
                          </p:val>
                        </p:tav>
                        <p:tav tm="100000">
                          <p:val>
                            <p:strVal val="#ppt_h"/>
                          </p:val>
                        </p:tav>
                      </p:tavLst>
                    </p:anim>
                    <p:animEffect transition="in" filter="fade">
                      <p:cBhvr>
                        <p:cTn dur="300"/>
                        <p:tgtEl>
                          <p:spTgt spid="27"/>
                        </p:tgtEl>
                      </p:cBhvr>
                    </p:animEffect>
                  </p:childTnLst>
                </p:cTn>
              </p:par>
            </p:tnLst>
          </p:tmpl>
        </p:tmplLst>
      </p:bldP>
      <p:bldP spid="28" grpId="0"/>
      <p:bldP spid="29" grpId="0" animBg="1"/>
      <p:bldP spid="30" grpId="0" build="p">
        <p:tmplLst>
          <p:tmpl lvl="1">
            <p:tnLst>
              <p:par>
                <p:cTn presetID="42" presetClass="entr" presetSubtype="0" fill="hold" nodeType="withEffect">
                  <p:stCondLst>
                    <p:cond delay="200"/>
                  </p:stCondLst>
                  <p:childTnLst>
                    <p:set>
                      <p:cBhvr>
                        <p:cTn dur="1" fill="hold">
                          <p:stCondLst>
                            <p:cond delay="0"/>
                          </p:stCondLst>
                        </p:cTn>
                        <p:tgtEl>
                          <p:spTgt spid="30"/>
                        </p:tgtEl>
                        <p:attrNameLst>
                          <p:attrName>style.visibility</p:attrName>
                        </p:attrNameLst>
                      </p:cBhvr>
                      <p:to>
                        <p:strVal val="visible"/>
                      </p:to>
                    </p:set>
                    <p:animEffect transition="in" filter="fade">
                      <p:cBhvr>
                        <p:cTn dur="400"/>
                        <p:tgtEl>
                          <p:spTgt spid="30"/>
                        </p:tgtEl>
                      </p:cBhvr>
                    </p:animEffect>
                    <p:anim calcmode="lin" valueType="num">
                      <p:cBhvr>
                        <p:cTn dur="400" fill="hold"/>
                        <p:tgtEl>
                          <p:spTgt spid="30"/>
                        </p:tgtEl>
                        <p:attrNameLst>
                          <p:attrName>ppt_x</p:attrName>
                        </p:attrNameLst>
                      </p:cBhvr>
                      <p:tavLst>
                        <p:tav tm="0">
                          <p:val>
                            <p:strVal val="#ppt_x"/>
                          </p:val>
                        </p:tav>
                        <p:tav tm="100000">
                          <p:val>
                            <p:strVal val="#ppt_x"/>
                          </p:val>
                        </p:tav>
                      </p:tavLst>
                    </p:anim>
                    <p:anim calcmode="lin" valueType="num">
                      <p:cBhvr>
                        <p:cTn dur="400" fill="hold"/>
                        <p:tgtEl>
                          <p:spTgt spid="30"/>
                        </p:tgtEl>
                        <p:attrNameLst>
                          <p:attrName>ppt_y</p:attrName>
                        </p:attrNameLst>
                      </p:cBhvr>
                      <p:tavLst>
                        <p:tav tm="0">
                          <p:val>
                            <p:strVal val="#ppt_y+.1"/>
                          </p:val>
                        </p:tav>
                        <p:tav tm="100000">
                          <p:val>
                            <p:strVal val="#ppt_y"/>
                          </p:val>
                        </p:tav>
                      </p:tavLst>
                    </p:anim>
                  </p:childTnLst>
                </p:cTn>
              </p:par>
            </p:tnLst>
          </p:tmpl>
        </p:tmplLst>
      </p:bldP>
      <p:bldP spid="31" grpId="0" build="p">
        <p:tmplLst>
          <p:tmpl lvl="1">
            <p:tnLst>
              <p:par>
                <p:cTn presetID="42" presetClass="entr" presetSubtype="0" fill="hold" nodeType="withEffect">
                  <p:stCondLst>
                    <p:cond delay="20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P spid="33" grpId="0" build="p">
        <p:tmplLst>
          <p:tmpl lvl="1">
            <p:tnLst>
              <p:par>
                <p:cTn presetID="53" presetClass="entr" presetSubtype="16"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 calcmode="lin" valueType="num">
                      <p:cBhvr>
                        <p:cTn dur="300" fill="hold"/>
                        <p:tgtEl>
                          <p:spTgt spid="33"/>
                        </p:tgtEl>
                        <p:attrNameLst>
                          <p:attrName>ppt_w</p:attrName>
                        </p:attrNameLst>
                      </p:cBhvr>
                      <p:tavLst>
                        <p:tav tm="0">
                          <p:val>
                            <p:fltVal val="0"/>
                          </p:val>
                        </p:tav>
                        <p:tav tm="100000">
                          <p:val>
                            <p:strVal val="#ppt_w"/>
                          </p:val>
                        </p:tav>
                      </p:tavLst>
                    </p:anim>
                    <p:anim calcmode="lin" valueType="num">
                      <p:cBhvr>
                        <p:cTn dur="300" fill="hold"/>
                        <p:tgtEl>
                          <p:spTgt spid="33"/>
                        </p:tgtEl>
                        <p:attrNameLst>
                          <p:attrName>ppt_h</p:attrName>
                        </p:attrNameLst>
                      </p:cBhvr>
                      <p:tavLst>
                        <p:tav tm="0">
                          <p:val>
                            <p:fltVal val="0"/>
                          </p:val>
                        </p:tav>
                        <p:tav tm="100000">
                          <p:val>
                            <p:strVal val="#ppt_h"/>
                          </p:val>
                        </p:tav>
                      </p:tavLst>
                    </p:anim>
                    <p:animEffect transition="in" filter="fade">
                      <p:cBhvr>
                        <p:cTn dur="300"/>
                        <p:tgtEl>
                          <p:spTgt spid="33"/>
                        </p:tgtEl>
                      </p:cBhvr>
                    </p:animEffect>
                  </p:childTnLst>
                </p:cTn>
              </p:par>
            </p:tnLst>
          </p:tmpl>
        </p:tmplLst>
      </p:bldP>
      <p:bldP spid="41" grpId="0"/>
      <p:bldP spid="42" grpId="0" animBg="1"/>
      <p:bldP spid="45" grpId="0" build="p">
        <p:tmplLst>
          <p:tmpl lvl="1">
            <p:tnLst>
              <p:par>
                <p:cTn presetID="42" presetClass="entr" presetSubtype="0" fill="hold" nodeType="withEffect">
                  <p:stCondLst>
                    <p:cond delay="200"/>
                  </p:stCondLst>
                  <p:childTnLst>
                    <p:set>
                      <p:cBhvr>
                        <p:cTn dur="1" fill="hold">
                          <p:stCondLst>
                            <p:cond delay="0"/>
                          </p:stCondLst>
                        </p:cTn>
                        <p:tgtEl>
                          <p:spTgt spid="45"/>
                        </p:tgtEl>
                        <p:attrNameLst>
                          <p:attrName>style.visibility</p:attrName>
                        </p:attrNameLst>
                      </p:cBhvr>
                      <p:to>
                        <p:strVal val="visible"/>
                      </p:to>
                    </p:set>
                    <p:animEffect transition="in" filter="fade">
                      <p:cBhvr>
                        <p:cTn dur="400"/>
                        <p:tgtEl>
                          <p:spTgt spid="45"/>
                        </p:tgtEl>
                      </p:cBhvr>
                    </p:animEffect>
                    <p:anim calcmode="lin" valueType="num">
                      <p:cBhvr>
                        <p:cTn dur="400" fill="hold"/>
                        <p:tgtEl>
                          <p:spTgt spid="45"/>
                        </p:tgtEl>
                        <p:attrNameLst>
                          <p:attrName>ppt_x</p:attrName>
                        </p:attrNameLst>
                      </p:cBhvr>
                      <p:tavLst>
                        <p:tav tm="0">
                          <p:val>
                            <p:strVal val="#ppt_x"/>
                          </p:val>
                        </p:tav>
                        <p:tav tm="100000">
                          <p:val>
                            <p:strVal val="#ppt_x"/>
                          </p:val>
                        </p:tav>
                      </p:tavLst>
                    </p:anim>
                    <p:anim calcmode="lin" valueType="num">
                      <p:cBhvr>
                        <p:cTn dur="4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42" presetClass="entr" presetSubtype="0" fill="hold" nodeType="withEffect">
                  <p:stCondLst>
                    <p:cond delay="200"/>
                  </p:stCondLst>
                  <p:childTnLst>
                    <p:set>
                      <p:cBhvr>
                        <p:cTn dur="1" fill="hold">
                          <p:stCondLst>
                            <p:cond delay="0"/>
                          </p:stCondLst>
                        </p:cTn>
                        <p:tgtEl>
                          <p:spTgt spid="46"/>
                        </p:tgtEl>
                        <p:attrNameLst>
                          <p:attrName>style.visibility</p:attrName>
                        </p:attrNameLst>
                      </p:cBhvr>
                      <p:to>
                        <p:strVal val="visible"/>
                      </p:to>
                    </p:set>
                    <p:animEffect transition="in" filter="fade">
                      <p:cBhvr>
                        <p:cTn dur="500"/>
                        <p:tgtEl>
                          <p:spTgt spid="46"/>
                        </p:tgtEl>
                      </p:cBhvr>
                    </p:animEffect>
                    <p:anim calcmode="lin" valueType="num">
                      <p:cBhvr>
                        <p:cTn dur="500" fill="hold"/>
                        <p:tgtEl>
                          <p:spTgt spid="46"/>
                        </p:tgtEl>
                        <p:attrNameLst>
                          <p:attrName>ppt_x</p:attrName>
                        </p:attrNameLst>
                      </p:cBhvr>
                      <p:tavLst>
                        <p:tav tm="0">
                          <p:val>
                            <p:strVal val="#ppt_x"/>
                          </p:val>
                        </p:tav>
                        <p:tav tm="100000">
                          <p:val>
                            <p:strVal val="#ppt_x"/>
                          </p:val>
                        </p:tav>
                      </p:tavLst>
                    </p:anim>
                    <p:anim calcmode="lin" valueType="num">
                      <p:cBhvr>
                        <p:cTn dur="500" fill="hold"/>
                        <p:tgtEl>
                          <p:spTgt spid="46"/>
                        </p:tgtEl>
                        <p:attrNameLst>
                          <p:attrName>ppt_y</p:attrName>
                        </p:attrNameLst>
                      </p:cBhvr>
                      <p:tavLst>
                        <p:tav tm="0">
                          <p:val>
                            <p:strVal val="#ppt_y+.1"/>
                          </p:val>
                        </p:tav>
                        <p:tav tm="100000">
                          <p:val>
                            <p:strVal val="#ppt_y"/>
                          </p:val>
                        </p:tav>
                      </p:tavLst>
                    </p:anim>
                  </p:childTnLst>
                </p:cTn>
              </p:par>
            </p:tnLst>
          </p:tmpl>
        </p:tmplLst>
      </p:bldP>
      <p:bldP spid="55" grpId="0" build="p">
        <p:tmplLst>
          <p:tmpl lvl="1">
            <p:tnLst>
              <p:par>
                <p:cTn presetID="53" presetClass="entr" presetSubtype="16"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 calcmode="lin" valueType="num">
                      <p:cBhvr>
                        <p:cTn dur="300" fill="hold"/>
                        <p:tgtEl>
                          <p:spTgt spid="55"/>
                        </p:tgtEl>
                        <p:attrNameLst>
                          <p:attrName>ppt_w</p:attrName>
                        </p:attrNameLst>
                      </p:cBhvr>
                      <p:tavLst>
                        <p:tav tm="0">
                          <p:val>
                            <p:fltVal val="0"/>
                          </p:val>
                        </p:tav>
                        <p:tav tm="100000">
                          <p:val>
                            <p:strVal val="#ppt_w"/>
                          </p:val>
                        </p:tav>
                      </p:tavLst>
                    </p:anim>
                    <p:anim calcmode="lin" valueType="num">
                      <p:cBhvr>
                        <p:cTn dur="300" fill="hold"/>
                        <p:tgtEl>
                          <p:spTgt spid="55"/>
                        </p:tgtEl>
                        <p:attrNameLst>
                          <p:attrName>ppt_h</p:attrName>
                        </p:attrNameLst>
                      </p:cBhvr>
                      <p:tavLst>
                        <p:tav tm="0">
                          <p:val>
                            <p:fltVal val="0"/>
                          </p:val>
                        </p:tav>
                        <p:tav tm="100000">
                          <p:val>
                            <p:strVal val="#ppt_h"/>
                          </p:val>
                        </p:tav>
                      </p:tavLst>
                    </p:anim>
                    <p:animEffect transition="in" filter="fade">
                      <p:cBhvr>
                        <p:cTn dur="300"/>
                        <p:tgtEl>
                          <p:spTgt spid="55"/>
                        </p:tgtEl>
                      </p:cBhvr>
                    </p:animEffect>
                  </p:childTnLst>
                </p:cTn>
              </p:par>
            </p:tnLst>
          </p:tmpl>
        </p:tmplLst>
      </p:bldP>
    </p:bldLst>
  </p:timing>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Four images with caption">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2" name="Picture Placeholder 2"/>
          <p:cNvSpPr>
            <a:spLocks noGrp="1"/>
          </p:cNvSpPr>
          <p:nvPr>
            <p:ph type="pic" sz="quarter" idx="48"/>
          </p:nvPr>
        </p:nvSpPr>
        <p:spPr>
          <a:xfrm>
            <a:off x="603251" y="1259844"/>
            <a:ext cx="5204883" cy="2062477"/>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23" name="Rectangle 22"/>
          <p:cNvSpPr/>
          <p:nvPr userDrawn="1"/>
        </p:nvSpPr>
        <p:spPr>
          <a:xfrm>
            <a:off x="603250" y="3322321"/>
            <a:ext cx="5204884" cy="38867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40" name="Text Placeholder 7"/>
          <p:cNvSpPr>
            <a:spLocks noGrp="1"/>
          </p:cNvSpPr>
          <p:nvPr>
            <p:ph type="body" sz="quarter" idx="65" hasCustomPrompt="1"/>
          </p:nvPr>
        </p:nvSpPr>
        <p:spPr>
          <a:xfrm>
            <a:off x="699208" y="3374527"/>
            <a:ext cx="4990393" cy="259199"/>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bg1"/>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43" name="Picture Placeholder 2"/>
          <p:cNvSpPr>
            <a:spLocks noGrp="1"/>
          </p:cNvSpPr>
          <p:nvPr>
            <p:ph type="pic" sz="quarter" idx="66"/>
          </p:nvPr>
        </p:nvSpPr>
        <p:spPr>
          <a:xfrm>
            <a:off x="6371168" y="1259844"/>
            <a:ext cx="5204883" cy="2062477"/>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44" name="Rectangle 43"/>
          <p:cNvSpPr/>
          <p:nvPr userDrawn="1"/>
        </p:nvSpPr>
        <p:spPr>
          <a:xfrm>
            <a:off x="6371167" y="3322321"/>
            <a:ext cx="5204884" cy="38867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47" name="Text Placeholder 7"/>
          <p:cNvSpPr>
            <a:spLocks noGrp="1"/>
          </p:cNvSpPr>
          <p:nvPr>
            <p:ph type="body" sz="quarter" idx="67" hasCustomPrompt="1"/>
          </p:nvPr>
        </p:nvSpPr>
        <p:spPr>
          <a:xfrm>
            <a:off x="6467125" y="3374527"/>
            <a:ext cx="4990393" cy="259199"/>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bg1"/>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54" name="Picture Placeholder 2"/>
          <p:cNvSpPr>
            <a:spLocks noGrp="1"/>
          </p:cNvSpPr>
          <p:nvPr>
            <p:ph type="pic" sz="quarter" idx="68"/>
          </p:nvPr>
        </p:nvSpPr>
        <p:spPr>
          <a:xfrm>
            <a:off x="603251" y="3896364"/>
            <a:ext cx="5204883" cy="2062477"/>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56" name="Rectangle 55"/>
          <p:cNvSpPr/>
          <p:nvPr userDrawn="1"/>
        </p:nvSpPr>
        <p:spPr>
          <a:xfrm>
            <a:off x="603250" y="5958841"/>
            <a:ext cx="5204884" cy="38867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57" name="Text Placeholder 7"/>
          <p:cNvSpPr>
            <a:spLocks noGrp="1"/>
          </p:cNvSpPr>
          <p:nvPr>
            <p:ph type="body" sz="quarter" idx="69" hasCustomPrompt="1"/>
          </p:nvPr>
        </p:nvSpPr>
        <p:spPr>
          <a:xfrm>
            <a:off x="699208" y="6011047"/>
            <a:ext cx="4990393" cy="259199"/>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bg1"/>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58" name="Picture Placeholder 2"/>
          <p:cNvSpPr>
            <a:spLocks noGrp="1"/>
          </p:cNvSpPr>
          <p:nvPr>
            <p:ph type="pic" sz="quarter" idx="70"/>
          </p:nvPr>
        </p:nvSpPr>
        <p:spPr>
          <a:xfrm>
            <a:off x="6371168" y="3896364"/>
            <a:ext cx="5204883" cy="2062477"/>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59" name="Rectangle 58"/>
          <p:cNvSpPr/>
          <p:nvPr userDrawn="1"/>
        </p:nvSpPr>
        <p:spPr>
          <a:xfrm>
            <a:off x="6371167" y="5958841"/>
            <a:ext cx="5204884" cy="38867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60" name="Text Placeholder 7"/>
          <p:cNvSpPr>
            <a:spLocks noGrp="1"/>
          </p:cNvSpPr>
          <p:nvPr>
            <p:ph type="body" sz="quarter" idx="71" hasCustomPrompt="1"/>
          </p:nvPr>
        </p:nvSpPr>
        <p:spPr>
          <a:xfrm>
            <a:off x="6467125" y="6011047"/>
            <a:ext cx="4990393" cy="259199"/>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bg1"/>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Tree>
    <p:extLst>
      <p:ext uri="{BB962C8B-B14F-4D97-AF65-F5344CB8AC3E}">
        <p14:creationId xmlns:p14="http://schemas.microsoft.com/office/powerpoint/2010/main" val="17605831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par>
                                <p:cTn id="15" presetID="53" presetClass="entr" presetSubtype="16" fill="hold" grpId="0" nodeType="withEffect" nodePh="1">
                                  <p:stCondLst>
                                    <p:cond delay="800"/>
                                  </p:stCondLst>
                                  <p:endCondLst>
                                    <p:cond evt="begin" delay="0">
                                      <p:tn val="15"/>
                                    </p:cond>
                                  </p:endCondLst>
                                  <p:childTnLst>
                                    <p:set>
                                      <p:cBhvr>
                                        <p:cTn id="16" dur="1" fill="hold">
                                          <p:stCondLst>
                                            <p:cond delay="0"/>
                                          </p:stCondLst>
                                        </p:cTn>
                                        <p:tgtEl>
                                          <p:spTgt spid="22"/>
                                        </p:tgtEl>
                                        <p:attrNameLst>
                                          <p:attrName>style.visibility</p:attrName>
                                        </p:attrNameLst>
                                      </p:cBhvr>
                                      <p:to>
                                        <p:strVal val="visible"/>
                                      </p:to>
                                    </p:set>
                                    <p:anim calcmode="lin" valueType="num">
                                      <p:cBhvr>
                                        <p:cTn id="17" dur="1000" fill="hold"/>
                                        <p:tgtEl>
                                          <p:spTgt spid="22"/>
                                        </p:tgtEl>
                                        <p:attrNameLst>
                                          <p:attrName>ppt_w</p:attrName>
                                        </p:attrNameLst>
                                      </p:cBhvr>
                                      <p:tavLst>
                                        <p:tav tm="0">
                                          <p:val>
                                            <p:fltVal val="0"/>
                                          </p:val>
                                        </p:tav>
                                        <p:tav tm="100000">
                                          <p:val>
                                            <p:strVal val="#ppt_w"/>
                                          </p:val>
                                        </p:tav>
                                      </p:tavLst>
                                    </p:anim>
                                    <p:anim calcmode="lin" valueType="num">
                                      <p:cBhvr>
                                        <p:cTn id="18" dur="1000" fill="hold"/>
                                        <p:tgtEl>
                                          <p:spTgt spid="22"/>
                                        </p:tgtEl>
                                        <p:attrNameLst>
                                          <p:attrName>ppt_h</p:attrName>
                                        </p:attrNameLst>
                                      </p:cBhvr>
                                      <p:tavLst>
                                        <p:tav tm="0">
                                          <p:val>
                                            <p:fltVal val="0"/>
                                          </p:val>
                                        </p:tav>
                                        <p:tav tm="100000">
                                          <p:val>
                                            <p:strVal val="#ppt_h"/>
                                          </p:val>
                                        </p:tav>
                                      </p:tavLst>
                                    </p:anim>
                                    <p:animEffect transition="in" filter="fade">
                                      <p:cBhvr>
                                        <p:cTn id="19" dur="1000"/>
                                        <p:tgtEl>
                                          <p:spTgt spid="22"/>
                                        </p:tgtEl>
                                      </p:cBhvr>
                                    </p:animEffect>
                                  </p:childTnLst>
                                </p:cTn>
                              </p:par>
                            </p:childTnLst>
                          </p:cTn>
                        </p:par>
                        <p:par>
                          <p:cTn id="20" fill="hold">
                            <p:stCondLst>
                              <p:cond delay="1800"/>
                            </p:stCondLst>
                            <p:childTnLst>
                              <p:par>
                                <p:cTn id="21" presetID="22" presetClass="entr" presetSubtype="8" fill="hold" grpId="0" nodeType="after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wipe(left)">
                                      <p:cBhvr>
                                        <p:cTn id="23" dur="500"/>
                                        <p:tgtEl>
                                          <p:spTgt spid="23"/>
                                        </p:tgtEl>
                                      </p:cBhvr>
                                    </p:animEffect>
                                  </p:childTnLst>
                                </p:cTn>
                              </p:par>
                              <p:par>
                                <p:cTn id="24" presetID="42" presetClass="entr" presetSubtype="0" fill="hold" grpId="0" nodeType="withEffect">
                                  <p:stCondLst>
                                    <p:cond delay="200"/>
                                  </p:stCondLst>
                                  <p:childTnLst>
                                    <p:set>
                                      <p:cBhvr>
                                        <p:cTn id="25" dur="1" fill="hold">
                                          <p:stCondLst>
                                            <p:cond delay="0"/>
                                          </p:stCondLst>
                                        </p:cTn>
                                        <p:tgtEl>
                                          <p:spTgt spid="40">
                                            <p:txEl>
                                              <p:pRg st="0" end="0"/>
                                            </p:txEl>
                                          </p:spTgt>
                                        </p:tgtEl>
                                        <p:attrNameLst>
                                          <p:attrName>style.visibility</p:attrName>
                                        </p:attrNameLst>
                                      </p:cBhvr>
                                      <p:to>
                                        <p:strVal val="visible"/>
                                      </p:to>
                                    </p:set>
                                    <p:animEffect transition="in" filter="fade">
                                      <p:cBhvr>
                                        <p:cTn id="26" dur="500"/>
                                        <p:tgtEl>
                                          <p:spTgt spid="40">
                                            <p:txEl>
                                              <p:pRg st="0" end="0"/>
                                            </p:txEl>
                                          </p:spTgt>
                                        </p:tgtEl>
                                      </p:cBhvr>
                                    </p:animEffect>
                                    <p:anim calcmode="lin" valueType="num">
                                      <p:cBhvr>
                                        <p:cTn id="27"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p:cTn id="28" dur="500" fill="hold"/>
                                        <p:tgtEl>
                                          <p:spTgt spid="40">
                                            <p:txEl>
                                              <p:pRg st="0" end="0"/>
                                            </p:txEl>
                                          </p:spTgt>
                                        </p:tgtEl>
                                        <p:attrNameLst>
                                          <p:attrName>ppt_y</p:attrName>
                                        </p:attrNameLst>
                                      </p:cBhvr>
                                      <p:tavLst>
                                        <p:tav tm="0">
                                          <p:val>
                                            <p:strVal val="#ppt_y+.1"/>
                                          </p:val>
                                        </p:tav>
                                        <p:tav tm="100000">
                                          <p:val>
                                            <p:strVal val="#ppt_y"/>
                                          </p:val>
                                        </p:tav>
                                      </p:tavLst>
                                    </p:anim>
                                  </p:childTnLst>
                                </p:cTn>
                              </p:par>
                              <p:par>
                                <p:cTn id="29" presetID="53" presetClass="entr" presetSubtype="16" fill="hold" grpId="0" nodeType="withEffect" nodePh="1">
                                  <p:stCondLst>
                                    <p:cond delay="800"/>
                                  </p:stCondLst>
                                  <p:endCondLst>
                                    <p:cond evt="begin" delay="0">
                                      <p:tn val="29"/>
                                    </p:cond>
                                  </p:endCondLst>
                                  <p:childTnLst>
                                    <p:set>
                                      <p:cBhvr>
                                        <p:cTn id="30" dur="1" fill="hold">
                                          <p:stCondLst>
                                            <p:cond delay="0"/>
                                          </p:stCondLst>
                                        </p:cTn>
                                        <p:tgtEl>
                                          <p:spTgt spid="43"/>
                                        </p:tgtEl>
                                        <p:attrNameLst>
                                          <p:attrName>style.visibility</p:attrName>
                                        </p:attrNameLst>
                                      </p:cBhvr>
                                      <p:to>
                                        <p:strVal val="visible"/>
                                      </p:to>
                                    </p:set>
                                    <p:anim calcmode="lin" valueType="num">
                                      <p:cBhvr>
                                        <p:cTn id="31" dur="1000" fill="hold"/>
                                        <p:tgtEl>
                                          <p:spTgt spid="43"/>
                                        </p:tgtEl>
                                        <p:attrNameLst>
                                          <p:attrName>ppt_w</p:attrName>
                                        </p:attrNameLst>
                                      </p:cBhvr>
                                      <p:tavLst>
                                        <p:tav tm="0">
                                          <p:val>
                                            <p:fltVal val="0"/>
                                          </p:val>
                                        </p:tav>
                                        <p:tav tm="100000">
                                          <p:val>
                                            <p:strVal val="#ppt_w"/>
                                          </p:val>
                                        </p:tav>
                                      </p:tavLst>
                                    </p:anim>
                                    <p:anim calcmode="lin" valueType="num">
                                      <p:cBhvr>
                                        <p:cTn id="32" dur="1000" fill="hold"/>
                                        <p:tgtEl>
                                          <p:spTgt spid="43"/>
                                        </p:tgtEl>
                                        <p:attrNameLst>
                                          <p:attrName>ppt_h</p:attrName>
                                        </p:attrNameLst>
                                      </p:cBhvr>
                                      <p:tavLst>
                                        <p:tav tm="0">
                                          <p:val>
                                            <p:fltVal val="0"/>
                                          </p:val>
                                        </p:tav>
                                        <p:tav tm="100000">
                                          <p:val>
                                            <p:strVal val="#ppt_h"/>
                                          </p:val>
                                        </p:tav>
                                      </p:tavLst>
                                    </p:anim>
                                    <p:animEffect transition="in" filter="fade">
                                      <p:cBhvr>
                                        <p:cTn id="33" dur="1000"/>
                                        <p:tgtEl>
                                          <p:spTgt spid="43"/>
                                        </p:tgtEl>
                                      </p:cBhvr>
                                    </p:animEffect>
                                  </p:childTnLst>
                                </p:cTn>
                              </p:par>
                            </p:childTnLst>
                          </p:cTn>
                        </p:par>
                        <p:par>
                          <p:cTn id="34" fill="hold">
                            <p:stCondLst>
                              <p:cond delay="3600"/>
                            </p:stCondLst>
                            <p:childTnLst>
                              <p:par>
                                <p:cTn id="35" presetID="22" presetClass="entr" presetSubtype="8" fill="hold" grpId="0" nodeType="afterEffect">
                                  <p:stCondLst>
                                    <p:cond delay="0"/>
                                  </p:stCondLst>
                                  <p:childTnLst>
                                    <p:set>
                                      <p:cBhvr>
                                        <p:cTn id="36" dur="1" fill="hold">
                                          <p:stCondLst>
                                            <p:cond delay="0"/>
                                          </p:stCondLst>
                                        </p:cTn>
                                        <p:tgtEl>
                                          <p:spTgt spid="44"/>
                                        </p:tgtEl>
                                        <p:attrNameLst>
                                          <p:attrName>style.visibility</p:attrName>
                                        </p:attrNameLst>
                                      </p:cBhvr>
                                      <p:to>
                                        <p:strVal val="visible"/>
                                      </p:to>
                                    </p:set>
                                    <p:animEffect transition="in" filter="wipe(left)">
                                      <p:cBhvr>
                                        <p:cTn id="37" dur="500"/>
                                        <p:tgtEl>
                                          <p:spTgt spid="44"/>
                                        </p:tgtEl>
                                      </p:cBhvr>
                                    </p:animEffect>
                                  </p:childTnLst>
                                </p:cTn>
                              </p:par>
                              <p:par>
                                <p:cTn id="38" presetID="42" presetClass="entr" presetSubtype="0" fill="hold" grpId="0" nodeType="withEffect">
                                  <p:stCondLst>
                                    <p:cond delay="200"/>
                                  </p:stCondLst>
                                  <p:childTnLst>
                                    <p:set>
                                      <p:cBhvr>
                                        <p:cTn id="39" dur="1" fill="hold">
                                          <p:stCondLst>
                                            <p:cond delay="0"/>
                                          </p:stCondLst>
                                        </p:cTn>
                                        <p:tgtEl>
                                          <p:spTgt spid="47">
                                            <p:txEl>
                                              <p:pRg st="0" end="0"/>
                                            </p:txEl>
                                          </p:spTgt>
                                        </p:tgtEl>
                                        <p:attrNameLst>
                                          <p:attrName>style.visibility</p:attrName>
                                        </p:attrNameLst>
                                      </p:cBhvr>
                                      <p:to>
                                        <p:strVal val="visible"/>
                                      </p:to>
                                    </p:set>
                                    <p:animEffect transition="in" filter="fade">
                                      <p:cBhvr>
                                        <p:cTn id="40" dur="500"/>
                                        <p:tgtEl>
                                          <p:spTgt spid="47">
                                            <p:txEl>
                                              <p:pRg st="0" end="0"/>
                                            </p:txEl>
                                          </p:spTgt>
                                        </p:tgtEl>
                                      </p:cBhvr>
                                    </p:animEffect>
                                    <p:anim calcmode="lin" valueType="num">
                                      <p:cBhvr>
                                        <p:cTn id="41"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42" dur="500" fill="hold"/>
                                        <p:tgtEl>
                                          <p:spTgt spid="47">
                                            <p:txEl>
                                              <p:pRg st="0" end="0"/>
                                            </p:txEl>
                                          </p:spTgt>
                                        </p:tgtEl>
                                        <p:attrNameLst>
                                          <p:attrName>ppt_y</p:attrName>
                                        </p:attrNameLst>
                                      </p:cBhvr>
                                      <p:tavLst>
                                        <p:tav tm="0">
                                          <p:val>
                                            <p:strVal val="#ppt_y+.1"/>
                                          </p:val>
                                        </p:tav>
                                        <p:tav tm="100000">
                                          <p:val>
                                            <p:strVal val="#ppt_y"/>
                                          </p:val>
                                        </p:tav>
                                      </p:tavLst>
                                    </p:anim>
                                  </p:childTnLst>
                                </p:cTn>
                              </p:par>
                              <p:par>
                                <p:cTn id="43" presetID="53" presetClass="entr" presetSubtype="16" fill="hold" grpId="0" nodeType="withEffect" nodePh="1">
                                  <p:stCondLst>
                                    <p:cond delay="800"/>
                                  </p:stCondLst>
                                  <p:endCondLst>
                                    <p:cond evt="begin" delay="0">
                                      <p:tn val="43"/>
                                    </p:cond>
                                  </p:endCondLst>
                                  <p:childTnLst>
                                    <p:set>
                                      <p:cBhvr>
                                        <p:cTn id="44" dur="1" fill="hold">
                                          <p:stCondLst>
                                            <p:cond delay="0"/>
                                          </p:stCondLst>
                                        </p:cTn>
                                        <p:tgtEl>
                                          <p:spTgt spid="54"/>
                                        </p:tgtEl>
                                        <p:attrNameLst>
                                          <p:attrName>style.visibility</p:attrName>
                                        </p:attrNameLst>
                                      </p:cBhvr>
                                      <p:to>
                                        <p:strVal val="visible"/>
                                      </p:to>
                                    </p:set>
                                    <p:anim calcmode="lin" valueType="num">
                                      <p:cBhvr>
                                        <p:cTn id="45" dur="1000" fill="hold"/>
                                        <p:tgtEl>
                                          <p:spTgt spid="54"/>
                                        </p:tgtEl>
                                        <p:attrNameLst>
                                          <p:attrName>ppt_w</p:attrName>
                                        </p:attrNameLst>
                                      </p:cBhvr>
                                      <p:tavLst>
                                        <p:tav tm="0">
                                          <p:val>
                                            <p:fltVal val="0"/>
                                          </p:val>
                                        </p:tav>
                                        <p:tav tm="100000">
                                          <p:val>
                                            <p:strVal val="#ppt_w"/>
                                          </p:val>
                                        </p:tav>
                                      </p:tavLst>
                                    </p:anim>
                                    <p:anim calcmode="lin" valueType="num">
                                      <p:cBhvr>
                                        <p:cTn id="46" dur="1000" fill="hold"/>
                                        <p:tgtEl>
                                          <p:spTgt spid="54"/>
                                        </p:tgtEl>
                                        <p:attrNameLst>
                                          <p:attrName>ppt_h</p:attrName>
                                        </p:attrNameLst>
                                      </p:cBhvr>
                                      <p:tavLst>
                                        <p:tav tm="0">
                                          <p:val>
                                            <p:fltVal val="0"/>
                                          </p:val>
                                        </p:tav>
                                        <p:tav tm="100000">
                                          <p:val>
                                            <p:strVal val="#ppt_h"/>
                                          </p:val>
                                        </p:tav>
                                      </p:tavLst>
                                    </p:anim>
                                    <p:animEffect transition="in" filter="fade">
                                      <p:cBhvr>
                                        <p:cTn id="47" dur="1000"/>
                                        <p:tgtEl>
                                          <p:spTgt spid="54"/>
                                        </p:tgtEl>
                                      </p:cBhvr>
                                    </p:animEffect>
                                  </p:childTnLst>
                                </p:cTn>
                              </p:par>
                            </p:childTnLst>
                          </p:cTn>
                        </p:par>
                        <p:par>
                          <p:cTn id="48" fill="hold">
                            <p:stCondLst>
                              <p:cond delay="5400"/>
                            </p:stCondLst>
                            <p:childTnLst>
                              <p:par>
                                <p:cTn id="49" presetID="22" presetClass="entr" presetSubtype="8" fill="hold" grpId="0" nodeType="afterEffect">
                                  <p:stCondLst>
                                    <p:cond delay="0"/>
                                  </p:stCondLst>
                                  <p:childTnLst>
                                    <p:set>
                                      <p:cBhvr>
                                        <p:cTn id="50" dur="1" fill="hold">
                                          <p:stCondLst>
                                            <p:cond delay="0"/>
                                          </p:stCondLst>
                                        </p:cTn>
                                        <p:tgtEl>
                                          <p:spTgt spid="56"/>
                                        </p:tgtEl>
                                        <p:attrNameLst>
                                          <p:attrName>style.visibility</p:attrName>
                                        </p:attrNameLst>
                                      </p:cBhvr>
                                      <p:to>
                                        <p:strVal val="visible"/>
                                      </p:to>
                                    </p:set>
                                    <p:animEffect transition="in" filter="wipe(left)">
                                      <p:cBhvr>
                                        <p:cTn id="51" dur="500"/>
                                        <p:tgtEl>
                                          <p:spTgt spid="56"/>
                                        </p:tgtEl>
                                      </p:cBhvr>
                                    </p:animEffect>
                                  </p:childTnLst>
                                </p:cTn>
                              </p:par>
                              <p:par>
                                <p:cTn id="52" presetID="42" presetClass="entr" presetSubtype="0" fill="hold" grpId="0" nodeType="withEffect">
                                  <p:stCondLst>
                                    <p:cond delay="200"/>
                                  </p:stCondLst>
                                  <p:childTnLst>
                                    <p:set>
                                      <p:cBhvr>
                                        <p:cTn id="53" dur="1" fill="hold">
                                          <p:stCondLst>
                                            <p:cond delay="0"/>
                                          </p:stCondLst>
                                        </p:cTn>
                                        <p:tgtEl>
                                          <p:spTgt spid="57">
                                            <p:txEl>
                                              <p:pRg st="0" end="0"/>
                                            </p:txEl>
                                          </p:spTgt>
                                        </p:tgtEl>
                                        <p:attrNameLst>
                                          <p:attrName>style.visibility</p:attrName>
                                        </p:attrNameLst>
                                      </p:cBhvr>
                                      <p:to>
                                        <p:strVal val="visible"/>
                                      </p:to>
                                    </p:set>
                                    <p:animEffect transition="in" filter="fade">
                                      <p:cBhvr>
                                        <p:cTn id="54" dur="500"/>
                                        <p:tgtEl>
                                          <p:spTgt spid="57">
                                            <p:txEl>
                                              <p:pRg st="0" end="0"/>
                                            </p:txEl>
                                          </p:spTgt>
                                        </p:tgtEl>
                                      </p:cBhvr>
                                    </p:animEffect>
                                    <p:anim calcmode="lin" valueType="num">
                                      <p:cBhvr>
                                        <p:cTn id="55" dur="500" fill="hold"/>
                                        <p:tgtEl>
                                          <p:spTgt spid="57">
                                            <p:txEl>
                                              <p:pRg st="0" end="0"/>
                                            </p:txEl>
                                          </p:spTgt>
                                        </p:tgtEl>
                                        <p:attrNameLst>
                                          <p:attrName>ppt_x</p:attrName>
                                        </p:attrNameLst>
                                      </p:cBhvr>
                                      <p:tavLst>
                                        <p:tav tm="0">
                                          <p:val>
                                            <p:strVal val="#ppt_x"/>
                                          </p:val>
                                        </p:tav>
                                        <p:tav tm="100000">
                                          <p:val>
                                            <p:strVal val="#ppt_x"/>
                                          </p:val>
                                        </p:tav>
                                      </p:tavLst>
                                    </p:anim>
                                    <p:anim calcmode="lin" valueType="num">
                                      <p:cBhvr>
                                        <p:cTn id="56" dur="500" fill="hold"/>
                                        <p:tgtEl>
                                          <p:spTgt spid="57">
                                            <p:txEl>
                                              <p:pRg st="0" end="0"/>
                                            </p:txEl>
                                          </p:spTgt>
                                        </p:tgtEl>
                                        <p:attrNameLst>
                                          <p:attrName>ppt_y</p:attrName>
                                        </p:attrNameLst>
                                      </p:cBhvr>
                                      <p:tavLst>
                                        <p:tav tm="0">
                                          <p:val>
                                            <p:strVal val="#ppt_y+.1"/>
                                          </p:val>
                                        </p:tav>
                                        <p:tav tm="100000">
                                          <p:val>
                                            <p:strVal val="#ppt_y"/>
                                          </p:val>
                                        </p:tav>
                                      </p:tavLst>
                                    </p:anim>
                                  </p:childTnLst>
                                </p:cTn>
                              </p:par>
                              <p:par>
                                <p:cTn id="57" presetID="53" presetClass="entr" presetSubtype="16" fill="hold" grpId="0" nodeType="withEffect" nodePh="1">
                                  <p:stCondLst>
                                    <p:cond delay="800"/>
                                  </p:stCondLst>
                                  <p:endCondLst>
                                    <p:cond evt="begin" delay="0">
                                      <p:tn val="57"/>
                                    </p:cond>
                                  </p:endCondLst>
                                  <p:childTnLst>
                                    <p:set>
                                      <p:cBhvr>
                                        <p:cTn id="58" dur="1" fill="hold">
                                          <p:stCondLst>
                                            <p:cond delay="0"/>
                                          </p:stCondLst>
                                        </p:cTn>
                                        <p:tgtEl>
                                          <p:spTgt spid="58"/>
                                        </p:tgtEl>
                                        <p:attrNameLst>
                                          <p:attrName>style.visibility</p:attrName>
                                        </p:attrNameLst>
                                      </p:cBhvr>
                                      <p:to>
                                        <p:strVal val="visible"/>
                                      </p:to>
                                    </p:set>
                                    <p:anim calcmode="lin" valueType="num">
                                      <p:cBhvr>
                                        <p:cTn id="59" dur="1000" fill="hold"/>
                                        <p:tgtEl>
                                          <p:spTgt spid="58"/>
                                        </p:tgtEl>
                                        <p:attrNameLst>
                                          <p:attrName>ppt_w</p:attrName>
                                        </p:attrNameLst>
                                      </p:cBhvr>
                                      <p:tavLst>
                                        <p:tav tm="0">
                                          <p:val>
                                            <p:fltVal val="0"/>
                                          </p:val>
                                        </p:tav>
                                        <p:tav tm="100000">
                                          <p:val>
                                            <p:strVal val="#ppt_w"/>
                                          </p:val>
                                        </p:tav>
                                      </p:tavLst>
                                    </p:anim>
                                    <p:anim calcmode="lin" valueType="num">
                                      <p:cBhvr>
                                        <p:cTn id="60" dur="1000" fill="hold"/>
                                        <p:tgtEl>
                                          <p:spTgt spid="58"/>
                                        </p:tgtEl>
                                        <p:attrNameLst>
                                          <p:attrName>ppt_h</p:attrName>
                                        </p:attrNameLst>
                                      </p:cBhvr>
                                      <p:tavLst>
                                        <p:tav tm="0">
                                          <p:val>
                                            <p:fltVal val="0"/>
                                          </p:val>
                                        </p:tav>
                                        <p:tav tm="100000">
                                          <p:val>
                                            <p:strVal val="#ppt_h"/>
                                          </p:val>
                                        </p:tav>
                                      </p:tavLst>
                                    </p:anim>
                                    <p:animEffect transition="in" filter="fade">
                                      <p:cBhvr>
                                        <p:cTn id="61" dur="1000"/>
                                        <p:tgtEl>
                                          <p:spTgt spid="58"/>
                                        </p:tgtEl>
                                      </p:cBhvr>
                                    </p:animEffect>
                                  </p:childTnLst>
                                </p:cTn>
                              </p:par>
                            </p:childTnLst>
                          </p:cTn>
                        </p:par>
                        <p:par>
                          <p:cTn id="62" fill="hold">
                            <p:stCondLst>
                              <p:cond delay="7200"/>
                            </p:stCondLst>
                            <p:childTnLst>
                              <p:par>
                                <p:cTn id="63" presetID="22" presetClass="entr" presetSubtype="8" fill="hold" grpId="0" nodeType="afterEffect">
                                  <p:stCondLst>
                                    <p:cond delay="0"/>
                                  </p:stCondLst>
                                  <p:childTnLst>
                                    <p:set>
                                      <p:cBhvr>
                                        <p:cTn id="64" dur="1" fill="hold">
                                          <p:stCondLst>
                                            <p:cond delay="0"/>
                                          </p:stCondLst>
                                        </p:cTn>
                                        <p:tgtEl>
                                          <p:spTgt spid="59"/>
                                        </p:tgtEl>
                                        <p:attrNameLst>
                                          <p:attrName>style.visibility</p:attrName>
                                        </p:attrNameLst>
                                      </p:cBhvr>
                                      <p:to>
                                        <p:strVal val="visible"/>
                                      </p:to>
                                    </p:set>
                                    <p:animEffect transition="in" filter="wipe(left)">
                                      <p:cBhvr>
                                        <p:cTn id="65" dur="500"/>
                                        <p:tgtEl>
                                          <p:spTgt spid="59"/>
                                        </p:tgtEl>
                                      </p:cBhvr>
                                    </p:animEffect>
                                  </p:childTnLst>
                                </p:cTn>
                              </p:par>
                              <p:par>
                                <p:cTn id="66" presetID="42" presetClass="entr" presetSubtype="0" fill="hold" grpId="0" nodeType="withEffect">
                                  <p:stCondLst>
                                    <p:cond delay="200"/>
                                  </p:stCondLst>
                                  <p:childTnLst>
                                    <p:set>
                                      <p:cBhvr>
                                        <p:cTn id="67" dur="1" fill="hold">
                                          <p:stCondLst>
                                            <p:cond delay="0"/>
                                          </p:stCondLst>
                                        </p:cTn>
                                        <p:tgtEl>
                                          <p:spTgt spid="60">
                                            <p:txEl>
                                              <p:pRg st="0" end="0"/>
                                            </p:txEl>
                                          </p:spTgt>
                                        </p:tgtEl>
                                        <p:attrNameLst>
                                          <p:attrName>style.visibility</p:attrName>
                                        </p:attrNameLst>
                                      </p:cBhvr>
                                      <p:to>
                                        <p:strVal val="visible"/>
                                      </p:to>
                                    </p:set>
                                    <p:animEffect transition="in" filter="fade">
                                      <p:cBhvr>
                                        <p:cTn id="68" dur="500"/>
                                        <p:tgtEl>
                                          <p:spTgt spid="60">
                                            <p:txEl>
                                              <p:pRg st="0" end="0"/>
                                            </p:txEl>
                                          </p:spTgt>
                                        </p:tgtEl>
                                      </p:cBhvr>
                                    </p:animEffect>
                                    <p:anim calcmode="lin" valueType="num">
                                      <p:cBhvr>
                                        <p:cTn id="69" dur="500" fill="hold"/>
                                        <p:tgtEl>
                                          <p:spTgt spid="60">
                                            <p:txEl>
                                              <p:pRg st="0" end="0"/>
                                            </p:txEl>
                                          </p:spTgt>
                                        </p:tgtEl>
                                        <p:attrNameLst>
                                          <p:attrName>ppt_x</p:attrName>
                                        </p:attrNameLst>
                                      </p:cBhvr>
                                      <p:tavLst>
                                        <p:tav tm="0">
                                          <p:val>
                                            <p:strVal val="#ppt_x"/>
                                          </p:val>
                                        </p:tav>
                                        <p:tav tm="100000">
                                          <p:val>
                                            <p:strVal val="#ppt_x"/>
                                          </p:val>
                                        </p:tav>
                                      </p:tavLst>
                                    </p:anim>
                                    <p:anim calcmode="lin" valueType="num">
                                      <p:cBhvr>
                                        <p:cTn id="70" dur="500" fill="hold"/>
                                        <p:tgtEl>
                                          <p:spTgt spid="6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P spid="22" grpId="0"/>
      <p:bldP spid="23" grpId="0" animBg="1"/>
      <p:bldP spid="40" grpId="0" build="p">
        <p:tmplLst>
          <p:tmpl lvl="1">
            <p:tnLst>
              <p:par>
                <p:cTn presetID="42" presetClass="entr" presetSubtype="0" fill="hold" nodeType="withEffect">
                  <p:stCondLst>
                    <p:cond delay="20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anim calcmode="lin" valueType="num">
                      <p:cBhvr>
                        <p:cTn dur="500" fill="hold"/>
                        <p:tgtEl>
                          <p:spTgt spid="40"/>
                        </p:tgtEl>
                        <p:attrNameLst>
                          <p:attrName>ppt_x</p:attrName>
                        </p:attrNameLst>
                      </p:cBhvr>
                      <p:tavLst>
                        <p:tav tm="0">
                          <p:val>
                            <p:strVal val="#ppt_x"/>
                          </p:val>
                        </p:tav>
                        <p:tav tm="100000">
                          <p:val>
                            <p:strVal val="#ppt_x"/>
                          </p:val>
                        </p:tav>
                      </p:tavLst>
                    </p:anim>
                    <p:anim calcmode="lin" valueType="num">
                      <p:cBhvr>
                        <p:cTn dur="500" fill="hold"/>
                        <p:tgtEl>
                          <p:spTgt spid="40"/>
                        </p:tgtEl>
                        <p:attrNameLst>
                          <p:attrName>ppt_y</p:attrName>
                        </p:attrNameLst>
                      </p:cBhvr>
                      <p:tavLst>
                        <p:tav tm="0">
                          <p:val>
                            <p:strVal val="#ppt_y+.1"/>
                          </p:val>
                        </p:tav>
                        <p:tav tm="100000">
                          <p:val>
                            <p:strVal val="#ppt_y"/>
                          </p:val>
                        </p:tav>
                      </p:tavLst>
                    </p:anim>
                  </p:childTnLst>
                </p:cTn>
              </p:par>
            </p:tnLst>
          </p:tmpl>
        </p:tmplLst>
      </p:bldP>
      <p:bldP spid="43" grpId="0"/>
      <p:bldP spid="44" grpId="0" animBg="1"/>
      <p:bldP spid="47" grpId="0" build="p">
        <p:tmplLst>
          <p:tmpl lvl="1">
            <p:tnLst>
              <p:par>
                <p:cTn presetID="42" presetClass="entr" presetSubtype="0" fill="hold" nodeType="withEffect">
                  <p:stCondLst>
                    <p:cond delay="200"/>
                  </p:st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anim calcmode="lin" valueType="num">
                      <p:cBhvr>
                        <p:cTn dur="500" fill="hold"/>
                        <p:tgtEl>
                          <p:spTgt spid="47"/>
                        </p:tgtEl>
                        <p:attrNameLst>
                          <p:attrName>ppt_x</p:attrName>
                        </p:attrNameLst>
                      </p:cBhvr>
                      <p:tavLst>
                        <p:tav tm="0">
                          <p:val>
                            <p:strVal val="#ppt_x"/>
                          </p:val>
                        </p:tav>
                        <p:tav tm="100000">
                          <p:val>
                            <p:strVal val="#ppt_x"/>
                          </p:val>
                        </p:tav>
                      </p:tavLst>
                    </p:anim>
                    <p:anim calcmode="lin" valueType="num">
                      <p:cBhvr>
                        <p:cTn dur="500" fill="hold"/>
                        <p:tgtEl>
                          <p:spTgt spid="47"/>
                        </p:tgtEl>
                        <p:attrNameLst>
                          <p:attrName>ppt_y</p:attrName>
                        </p:attrNameLst>
                      </p:cBhvr>
                      <p:tavLst>
                        <p:tav tm="0">
                          <p:val>
                            <p:strVal val="#ppt_y+.1"/>
                          </p:val>
                        </p:tav>
                        <p:tav tm="100000">
                          <p:val>
                            <p:strVal val="#ppt_y"/>
                          </p:val>
                        </p:tav>
                      </p:tavLst>
                    </p:anim>
                  </p:childTnLst>
                </p:cTn>
              </p:par>
            </p:tnLst>
          </p:tmpl>
        </p:tmplLst>
      </p:bldP>
      <p:bldP spid="54" grpId="0"/>
      <p:bldP spid="56" grpId="0" animBg="1"/>
      <p:bldP spid="57" grpId="0" build="p">
        <p:tmplLst>
          <p:tmpl lvl="1">
            <p:tnLst>
              <p:par>
                <p:cTn presetID="42" presetClass="entr" presetSubtype="0" fill="hold" nodeType="withEffect">
                  <p:stCondLst>
                    <p:cond delay="20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anim calcmode="lin" valueType="num">
                      <p:cBhvr>
                        <p:cTn dur="500" fill="hold"/>
                        <p:tgtEl>
                          <p:spTgt spid="57"/>
                        </p:tgtEl>
                        <p:attrNameLst>
                          <p:attrName>ppt_x</p:attrName>
                        </p:attrNameLst>
                      </p:cBhvr>
                      <p:tavLst>
                        <p:tav tm="0">
                          <p:val>
                            <p:strVal val="#ppt_x"/>
                          </p:val>
                        </p:tav>
                        <p:tav tm="100000">
                          <p:val>
                            <p:strVal val="#ppt_x"/>
                          </p:val>
                        </p:tav>
                      </p:tavLst>
                    </p:anim>
                    <p:anim calcmode="lin" valueType="num">
                      <p:cBhvr>
                        <p:cTn dur="500" fill="hold"/>
                        <p:tgtEl>
                          <p:spTgt spid="57"/>
                        </p:tgtEl>
                        <p:attrNameLst>
                          <p:attrName>ppt_y</p:attrName>
                        </p:attrNameLst>
                      </p:cBhvr>
                      <p:tavLst>
                        <p:tav tm="0">
                          <p:val>
                            <p:strVal val="#ppt_y+.1"/>
                          </p:val>
                        </p:tav>
                        <p:tav tm="100000">
                          <p:val>
                            <p:strVal val="#ppt_y"/>
                          </p:val>
                        </p:tav>
                      </p:tavLst>
                    </p:anim>
                  </p:childTnLst>
                </p:cTn>
              </p:par>
            </p:tnLst>
          </p:tmpl>
        </p:tmplLst>
      </p:bldP>
      <p:bldP spid="58" grpId="0"/>
      <p:bldP spid="59" grpId="0" animBg="1"/>
      <p:bldP spid="60" grpId="0" build="p">
        <p:tmplLst>
          <p:tmpl lvl="1">
            <p:tnLst>
              <p:par>
                <p:cTn presetID="42" presetClass="entr" presetSubtype="0" fill="hold" nodeType="withEffect">
                  <p:stCondLst>
                    <p:cond delay="20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anim calcmode="lin" valueType="num">
                      <p:cBhvr>
                        <p:cTn dur="500" fill="hold"/>
                        <p:tgtEl>
                          <p:spTgt spid="60"/>
                        </p:tgtEl>
                        <p:attrNameLst>
                          <p:attrName>ppt_x</p:attrName>
                        </p:attrNameLst>
                      </p:cBhvr>
                      <p:tavLst>
                        <p:tav tm="0">
                          <p:val>
                            <p:strVal val="#ppt_x"/>
                          </p:val>
                        </p:tav>
                        <p:tav tm="100000">
                          <p:val>
                            <p:strVal val="#ppt_x"/>
                          </p:val>
                        </p:tav>
                      </p:tavLst>
                    </p:anim>
                    <p:anim calcmode="lin" valueType="num">
                      <p:cBhvr>
                        <p:cTn dur="500" fill="hold"/>
                        <p:tgtEl>
                          <p:spTgt spid="6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Five images with description">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5" name="Picture Placeholder 2"/>
          <p:cNvSpPr>
            <a:spLocks noGrp="1"/>
          </p:cNvSpPr>
          <p:nvPr>
            <p:ph type="pic" sz="quarter" idx="48"/>
          </p:nvPr>
        </p:nvSpPr>
        <p:spPr>
          <a:xfrm>
            <a:off x="603250" y="1371601"/>
            <a:ext cx="1943103" cy="3383280"/>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55" name="Rectangle 54"/>
          <p:cNvSpPr/>
          <p:nvPr userDrawn="1"/>
        </p:nvSpPr>
        <p:spPr>
          <a:xfrm>
            <a:off x="603251" y="4754881"/>
            <a:ext cx="1943101" cy="1219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58" name="Picture Placeholder 2"/>
          <p:cNvSpPr>
            <a:spLocks noGrp="1"/>
          </p:cNvSpPr>
          <p:nvPr>
            <p:ph type="pic" sz="quarter" idx="74"/>
          </p:nvPr>
        </p:nvSpPr>
        <p:spPr>
          <a:xfrm>
            <a:off x="2832801" y="1371601"/>
            <a:ext cx="1943103" cy="3383280"/>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68" name="Rectangle 67"/>
          <p:cNvSpPr/>
          <p:nvPr userDrawn="1"/>
        </p:nvSpPr>
        <p:spPr>
          <a:xfrm>
            <a:off x="2832800" y="4754881"/>
            <a:ext cx="1943101" cy="1219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100" name="Picture Placeholder 2"/>
          <p:cNvSpPr>
            <a:spLocks noGrp="1"/>
          </p:cNvSpPr>
          <p:nvPr>
            <p:ph type="pic" sz="quarter" idx="75"/>
          </p:nvPr>
        </p:nvSpPr>
        <p:spPr>
          <a:xfrm>
            <a:off x="5084229" y="1371601"/>
            <a:ext cx="1943103" cy="3383280"/>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101" name="Rectangle 100"/>
          <p:cNvSpPr/>
          <p:nvPr userDrawn="1"/>
        </p:nvSpPr>
        <p:spPr>
          <a:xfrm>
            <a:off x="5077876" y="4754881"/>
            <a:ext cx="1943101" cy="1219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22" name="Picture Placeholder 2"/>
          <p:cNvSpPr>
            <a:spLocks noGrp="1"/>
          </p:cNvSpPr>
          <p:nvPr>
            <p:ph type="pic" sz="quarter" idx="76"/>
          </p:nvPr>
        </p:nvSpPr>
        <p:spPr>
          <a:xfrm>
            <a:off x="7336362" y="1371601"/>
            <a:ext cx="1943103" cy="3383280"/>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23" name="Rectangle 22"/>
          <p:cNvSpPr/>
          <p:nvPr userDrawn="1"/>
        </p:nvSpPr>
        <p:spPr>
          <a:xfrm>
            <a:off x="7330009" y="4754881"/>
            <a:ext cx="1943101" cy="1219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24" name="Picture Placeholder 2"/>
          <p:cNvSpPr>
            <a:spLocks noGrp="1"/>
          </p:cNvSpPr>
          <p:nvPr>
            <p:ph type="pic" sz="quarter" idx="77"/>
          </p:nvPr>
        </p:nvSpPr>
        <p:spPr>
          <a:xfrm>
            <a:off x="9622365" y="1371601"/>
            <a:ext cx="1943103" cy="3383280"/>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26" name="Rectangle 25"/>
          <p:cNvSpPr/>
          <p:nvPr userDrawn="1"/>
        </p:nvSpPr>
        <p:spPr>
          <a:xfrm>
            <a:off x="9616012" y="4754881"/>
            <a:ext cx="1943101" cy="1219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27" name="Text Placeholder 2"/>
          <p:cNvSpPr>
            <a:spLocks noGrp="1"/>
          </p:cNvSpPr>
          <p:nvPr>
            <p:ph type="body" sz="quarter" idx="64" hasCustomPrompt="1"/>
          </p:nvPr>
        </p:nvSpPr>
        <p:spPr>
          <a:xfrm>
            <a:off x="591962" y="5563771"/>
            <a:ext cx="10973505" cy="779972"/>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a:t>
            </a:r>
          </a:p>
        </p:txBody>
      </p:sp>
      <p:sp>
        <p:nvSpPr>
          <p:cNvPr id="28" name="Text Placeholder 7"/>
          <p:cNvSpPr>
            <a:spLocks noGrp="1"/>
          </p:cNvSpPr>
          <p:nvPr>
            <p:ph type="body" sz="quarter" idx="18" hasCustomPrompt="1"/>
          </p:nvPr>
        </p:nvSpPr>
        <p:spPr>
          <a:xfrm>
            <a:off x="569384" y="5109392"/>
            <a:ext cx="10996083" cy="431780"/>
          </a:xfrm>
          <a:prstGeom prst="rect">
            <a:avLst/>
          </a:prstGeom>
        </p:spPr>
        <p:txBody>
          <a:bodyPr vert="horz" lIns="0" tIns="40504" rIns="0" bIns="40504" anchor="ctr"/>
          <a:lstStyle>
            <a:lvl1pPr marL="0" indent="0" algn="l">
              <a:lnSpc>
                <a:spcPct val="100000"/>
              </a:lnSpc>
              <a:spcBef>
                <a:spcPts val="0"/>
              </a:spcBef>
              <a:buNone/>
              <a:defRPr sz="1920" b="1" baseline="0">
                <a:solidFill>
                  <a:schemeClr val="tx1">
                    <a:lumMod val="75000"/>
                    <a:lumOff val="25000"/>
                  </a:schemeClr>
                </a:solidFill>
                <a:latin typeface="Lato Light"/>
                <a:cs typeface="Lato Light"/>
              </a:defRPr>
            </a:lvl1pPr>
          </a:lstStyle>
          <a:p>
            <a:pPr lvl="0"/>
            <a:r>
              <a:rPr lang="es-ES_tradnl" dirty="0" err="1" smtClean="0"/>
              <a:t>Put</a:t>
            </a:r>
            <a:r>
              <a:rPr lang="es-ES_tradnl" dirty="0" smtClean="0"/>
              <a:t> </a:t>
            </a:r>
            <a:r>
              <a:rPr lang="es-ES_tradnl" dirty="0" err="1" smtClean="0"/>
              <a:t>your</a:t>
            </a:r>
            <a:r>
              <a:rPr lang="es-ES_tradnl" dirty="0" smtClean="0"/>
              <a:t> </a:t>
            </a:r>
            <a:r>
              <a:rPr lang="es-ES_tradnl" dirty="0" err="1" smtClean="0"/>
              <a:t>title</a:t>
            </a:r>
            <a:r>
              <a:rPr lang="es-ES_tradnl" dirty="0" smtClean="0"/>
              <a:t> </a:t>
            </a:r>
            <a:r>
              <a:rPr lang="es-ES_tradnl" dirty="0" err="1" smtClean="0"/>
              <a:t>here</a:t>
            </a:r>
            <a:endParaRPr lang="es-ES_tradnl" dirty="0" smtClean="0"/>
          </a:p>
        </p:txBody>
      </p:sp>
    </p:spTree>
    <p:extLst>
      <p:ext uri="{BB962C8B-B14F-4D97-AF65-F5344CB8AC3E}">
        <p14:creationId xmlns:p14="http://schemas.microsoft.com/office/powerpoint/2010/main" val="32812601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par>
                                <p:cTn id="15" presetID="53" presetClass="entr" presetSubtype="16" fill="hold" grpId="0" nodeType="withEffect" nodePh="1">
                                  <p:stCondLst>
                                    <p:cond delay="800"/>
                                  </p:stCondLst>
                                  <p:endCondLst>
                                    <p:cond evt="begin" delay="0">
                                      <p:tn val="15"/>
                                    </p:cond>
                                  </p:endCondLst>
                                  <p:childTnLst>
                                    <p:set>
                                      <p:cBhvr>
                                        <p:cTn id="16" dur="1" fill="hold">
                                          <p:stCondLst>
                                            <p:cond delay="0"/>
                                          </p:stCondLst>
                                        </p:cTn>
                                        <p:tgtEl>
                                          <p:spTgt spid="25"/>
                                        </p:tgtEl>
                                        <p:attrNameLst>
                                          <p:attrName>style.visibility</p:attrName>
                                        </p:attrNameLst>
                                      </p:cBhvr>
                                      <p:to>
                                        <p:strVal val="visible"/>
                                      </p:to>
                                    </p:set>
                                    <p:anim calcmode="lin" valueType="num">
                                      <p:cBhvr>
                                        <p:cTn id="17" dur="1000" fill="hold"/>
                                        <p:tgtEl>
                                          <p:spTgt spid="25"/>
                                        </p:tgtEl>
                                        <p:attrNameLst>
                                          <p:attrName>ppt_w</p:attrName>
                                        </p:attrNameLst>
                                      </p:cBhvr>
                                      <p:tavLst>
                                        <p:tav tm="0">
                                          <p:val>
                                            <p:fltVal val="0"/>
                                          </p:val>
                                        </p:tav>
                                        <p:tav tm="100000">
                                          <p:val>
                                            <p:strVal val="#ppt_w"/>
                                          </p:val>
                                        </p:tav>
                                      </p:tavLst>
                                    </p:anim>
                                    <p:anim calcmode="lin" valueType="num">
                                      <p:cBhvr>
                                        <p:cTn id="18" dur="1000" fill="hold"/>
                                        <p:tgtEl>
                                          <p:spTgt spid="25"/>
                                        </p:tgtEl>
                                        <p:attrNameLst>
                                          <p:attrName>ppt_h</p:attrName>
                                        </p:attrNameLst>
                                      </p:cBhvr>
                                      <p:tavLst>
                                        <p:tav tm="0">
                                          <p:val>
                                            <p:fltVal val="0"/>
                                          </p:val>
                                        </p:tav>
                                        <p:tav tm="100000">
                                          <p:val>
                                            <p:strVal val="#ppt_h"/>
                                          </p:val>
                                        </p:tav>
                                      </p:tavLst>
                                    </p:anim>
                                    <p:animEffect transition="in" filter="fade">
                                      <p:cBhvr>
                                        <p:cTn id="19" dur="1000"/>
                                        <p:tgtEl>
                                          <p:spTgt spid="25"/>
                                        </p:tgtEl>
                                      </p:cBhvr>
                                    </p:animEffect>
                                  </p:childTnLst>
                                </p:cTn>
                              </p:par>
                            </p:childTnLst>
                          </p:cTn>
                        </p:par>
                        <p:par>
                          <p:cTn id="20" fill="hold">
                            <p:stCondLst>
                              <p:cond delay="1800"/>
                            </p:stCondLst>
                            <p:childTnLst>
                              <p:par>
                                <p:cTn id="21" presetID="22" presetClass="entr" presetSubtype="8" fill="hold" grpId="0" nodeType="afterEffect">
                                  <p:stCondLst>
                                    <p:cond delay="0"/>
                                  </p:stCondLst>
                                  <p:childTnLst>
                                    <p:set>
                                      <p:cBhvr>
                                        <p:cTn id="22" dur="1" fill="hold">
                                          <p:stCondLst>
                                            <p:cond delay="0"/>
                                          </p:stCondLst>
                                        </p:cTn>
                                        <p:tgtEl>
                                          <p:spTgt spid="55"/>
                                        </p:tgtEl>
                                        <p:attrNameLst>
                                          <p:attrName>style.visibility</p:attrName>
                                        </p:attrNameLst>
                                      </p:cBhvr>
                                      <p:to>
                                        <p:strVal val="visible"/>
                                      </p:to>
                                    </p:set>
                                    <p:animEffect transition="in" filter="wipe(left)">
                                      <p:cBhvr>
                                        <p:cTn id="23" dur="500"/>
                                        <p:tgtEl>
                                          <p:spTgt spid="55"/>
                                        </p:tgtEl>
                                      </p:cBhvr>
                                    </p:animEffect>
                                  </p:childTnLst>
                                </p:cTn>
                              </p:par>
                              <p:par>
                                <p:cTn id="24" presetID="53" presetClass="entr" presetSubtype="16" fill="hold" grpId="0" nodeType="withEffect" nodePh="1">
                                  <p:stCondLst>
                                    <p:cond delay="800"/>
                                  </p:stCondLst>
                                  <p:endCondLst>
                                    <p:cond evt="begin" delay="0">
                                      <p:tn val="24"/>
                                    </p:cond>
                                  </p:endCondLst>
                                  <p:childTnLst>
                                    <p:set>
                                      <p:cBhvr>
                                        <p:cTn id="25" dur="1" fill="hold">
                                          <p:stCondLst>
                                            <p:cond delay="0"/>
                                          </p:stCondLst>
                                        </p:cTn>
                                        <p:tgtEl>
                                          <p:spTgt spid="58"/>
                                        </p:tgtEl>
                                        <p:attrNameLst>
                                          <p:attrName>style.visibility</p:attrName>
                                        </p:attrNameLst>
                                      </p:cBhvr>
                                      <p:to>
                                        <p:strVal val="visible"/>
                                      </p:to>
                                    </p:set>
                                    <p:anim calcmode="lin" valueType="num">
                                      <p:cBhvr>
                                        <p:cTn id="26" dur="1000" fill="hold"/>
                                        <p:tgtEl>
                                          <p:spTgt spid="58"/>
                                        </p:tgtEl>
                                        <p:attrNameLst>
                                          <p:attrName>ppt_w</p:attrName>
                                        </p:attrNameLst>
                                      </p:cBhvr>
                                      <p:tavLst>
                                        <p:tav tm="0">
                                          <p:val>
                                            <p:fltVal val="0"/>
                                          </p:val>
                                        </p:tav>
                                        <p:tav tm="100000">
                                          <p:val>
                                            <p:strVal val="#ppt_w"/>
                                          </p:val>
                                        </p:tav>
                                      </p:tavLst>
                                    </p:anim>
                                    <p:anim calcmode="lin" valueType="num">
                                      <p:cBhvr>
                                        <p:cTn id="27" dur="1000" fill="hold"/>
                                        <p:tgtEl>
                                          <p:spTgt spid="58"/>
                                        </p:tgtEl>
                                        <p:attrNameLst>
                                          <p:attrName>ppt_h</p:attrName>
                                        </p:attrNameLst>
                                      </p:cBhvr>
                                      <p:tavLst>
                                        <p:tav tm="0">
                                          <p:val>
                                            <p:fltVal val="0"/>
                                          </p:val>
                                        </p:tav>
                                        <p:tav tm="100000">
                                          <p:val>
                                            <p:strVal val="#ppt_h"/>
                                          </p:val>
                                        </p:tav>
                                      </p:tavLst>
                                    </p:anim>
                                    <p:animEffect transition="in" filter="fade">
                                      <p:cBhvr>
                                        <p:cTn id="28" dur="1000"/>
                                        <p:tgtEl>
                                          <p:spTgt spid="58"/>
                                        </p:tgtEl>
                                      </p:cBhvr>
                                    </p:animEffect>
                                  </p:childTnLst>
                                </p:cTn>
                              </p:par>
                            </p:childTnLst>
                          </p:cTn>
                        </p:par>
                        <p:par>
                          <p:cTn id="29" fill="hold">
                            <p:stCondLst>
                              <p:cond delay="3600"/>
                            </p:stCondLst>
                            <p:childTnLst>
                              <p:par>
                                <p:cTn id="30" presetID="22" presetClass="entr" presetSubtype="8" fill="hold" grpId="0" nodeType="afterEffect">
                                  <p:stCondLst>
                                    <p:cond delay="0"/>
                                  </p:stCondLst>
                                  <p:childTnLst>
                                    <p:set>
                                      <p:cBhvr>
                                        <p:cTn id="31" dur="1" fill="hold">
                                          <p:stCondLst>
                                            <p:cond delay="0"/>
                                          </p:stCondLst>
                                        </p:cTn>
                                        <p:tgtEl>
                                          <p:spTgt spid="68"/>
                                        </p:tgtEl>
                                        <p:attrNameLst>
                                          <p:attrName>style.visibility</p:attrName>
                                        </p:attrNameLst>
                                      </p:cBhvr>
                                      <p:to>
                                        <p:strVal val="visible"/>
                                      </p:to>
                                    </p:set>
                                    <p:animEffect transition="in" filter="wipe(left)">
                                      <p:cBhvr>
                                        <p:cTn id="32" dur="500"/>
                                        <p:tgtEl>
                                          <p:spTgt spid="68"/>
                                        </p:tgtEl>
                                      </p:cBhvr>
                                    </p:animEffect>
                                  </p:childTnLst>
                                </p:cTn>
                              </p:par>
                              <p:par>
                                <p:cTn id="33" presetID="53" presetClass="entr" presetSubtype="16" fill="hold" grpId="0" nodeType="withEffect" nodePh="1">
                                  <p:stCondLst>
                                    <p:cond delay="800"/>
                                  </p:stCondLst>
                                  <p:endCondLst>
                                    <p:cond evt="begin" delay="0">
                                      <p:tn val="33"/>
                                    </p:cond>
                                  </p:endCondLst>
                                  <p:childTnLst>
                                    <p:set>
                                      <p:cBhvr>
                                        <p:cTn id="34" dur="1" fill="hold">
                                          <p:stCondLst>
                                            <p:cond delay="0"/>
                                          </p:stCondLst>
                                        </p:cTn>
                                        <p:tgtEl>
                                          <p:spTgt spid="100"/>
                                        </p:tgtEl>
                                        <p:attrNameLst>
                                          <p:attrName>style.visibility</p:attrName>
                                        </p:attrNameLst>
                                      </p:cBhvr>
                                      <p:to>
                                        <p:strVal val="visible"/>
                                      </p:to>
                                    </p:set>
                                    <p:anim calcmode="lin" valueType="num">
                                      <p:cBhvr>
                                        <p:cTn id="35" dur="1000" fill="hold"/>
                                        <p:tgtEl>
                                          <p:spTgt spid="100"/>
                                        </p:tgtEl>
                                        <p:attrNameLst>
                                          <p:attrName>ppt_w</p:attrName>
                                        </p:attrNameLst>
                                      </p:cBhvr>
                                      <p:tavLst>
                                        <p:tav tm="0">
                                          <p:val>
                                            <p:fltVal val="0"/>
                                          </p:val>
                                        </p:tav>
                                        <p:tav tm="100000">
                                          <p:val>
                                            <p:strVal val="#ppt_w"/>
                                          </p:val>
                                        </p:tav>
                                      </p:tavLst>
                                    </p:anim>
                                    <p:anim calcmode="lin" valueType="num">
                                      <p:cBhvr>
                                        <p:cTn id="36" dur="1000" fill="hold"/>
                                        <p:tgtEl>
                                          <p:spTgt spid="100"/>
                                        </p:tgtEl>
                                        <p:attrNameLst>
                                          <p:attrName>ppt_h</p:attrName>
                                        </p:attrNameLst>
                                      </p:cBhvr>
                                      <p:tavLst>
                                        <p:tav tm="0">
                                          <p:val>
                                            <p:fltVal val="0"/>
                                          </p:val>
                                        </p:tav>
                                        <p:tav tm="100000">
                                          <p:val>
                                            <p:strVal val="#ppt_h"/>
                                          </p:val>
                                        </p:tav>
                                      </p:tavLst>
                                    </p:anim>
                                    <p:animEffect transition="in" filter="fade">
                                      <p:cBhvr>
                                        <p:cTn id="37" dur="1000"/>
                                        <p:tgtEl>
                                          <p:spTgt spid="100"/>
                                        </p:tgtEl>
                                      </p:cBhvr>
                                    </p:animEffect>
                                  </p:childTnLst>
                                </p:cTn>
                              </p:par>
                            </p:childTnLst>
                          </p:cTn>
                        </p:par>
                        <p:par>
                          <p:cTn id="38" fill="hold">
                            <p:stCondLst>
                              <p:cond delay="5400"/>
                            </p:stCondLst>
                            <p:childTnLst>
                              <p:par>
                                <p:cTn id="39" presetID="22" presetClass="entr" presetSubtype="8" fill="hold" grpId="0" nodeType="afterEffect">
                                  <p:stCondLst>
                                    <p:cond delay="0"/>
                                  </p:stCondLst>
                                  <p:childTnLst>
                                    <p:set>
                                      <p:cBhvr>
                                        <p:cTn id="40" dur="1" fill="hold">
                                          <p:stCondLst>
                                            <p:cond delay="0"/>
                                          </p:stCondLst>
                                        </p:cTn>
                                        <p:tgtEl>
                                          <p:spTgt spid="101"/>
                                        </p:tgtEl>
                                        <p:attrNameLst>
                                          <p:attrName>style.visibility</p:attrName>
                                        </p:attrNameLst>
                                      </p:cBhvr>
                                      <p:to>
                                        <p:strVal val="visible"/>
                                      </p:to>
                                    </p:set>
                                    <p:animEffect transition="in" filter="wipe(left)">
                                      <p:cBhvr>
                                        <p:cTn id="41" dur="500"/>
                                        <p:tgtEl>
                                          <p:spTgt spid="101"/>
                                        </p:tgtEl>
                                      </p:cBhvr>
                                    </p:animEffect>
                                  </p:childTnLst>
                                </p:cTn>
                              </p:par>
                              <p:par>
                                <p:cTn id="42" presetID="53" presetClass="entr" presetSubtype="16" fill="hold" grpId="0" nodeType="withEffect" nodePh="1">
                                  <p:stCondLst>
                                    <p:cond delay="800"/>
                                  </p:stCondLst>
                                  <p:endCondLst>
                                    <p:cond evt="begin" delay="0">
                                      <p:tn val="42"/>
                                    </p:cond>
                                  </p:endCondLst>
                                  <p:childTnLst>
                                    <p:set>
                                      <p:cBhvr>
                                        <p:cTn id="43" dur="1" fill="hold">
                                          <p:stCondLst>
                                            <p:cond delay="0"/>
                                          </p:stCondLst>
                                        </p:cTn>
                                        <p:tgtEl>
                                          <p:spTgt spid="22"/>
                                        </p:tgtEl>
                                        <p:attrNameLst>
                                          <p:attrName>style.visibility</p:attrName>
                                        </p:attrNameLst>
                                      </p:cBhvr>
                                      <p:to>
                                        <p:strVal val="visible"/>
                                      </p:to>
                                    </p:set>
                                    <p:anim calcmode="lin" valueType="num">
                                      <p:cBhvr>
                                        <p:cTn id="44" dur="1000" fill="hold"/>
                                        <p:tgtEl>
                                          <p:spTgt spid="22"/>
                                        </p:tgtEl>
                                        <p:attrNameLst>
                                          <p:attrName>ppt_w</p:attrName>
                                        </p:attrNameLst>
                                      </p:cBhvr>
                                      <p:tavLst>
                                        <p:tav tm="0">
                                          <p:val>
                                            <p:fltVal val="0"/>
                                          </p:val>
                                        </p:tav>
                                        <p:tav tm="100000">
                                          <p:val>
                                            <p:strVal val="#ppt_w"/>
                                          </p:val>
                                        </p:tav>
                                      </p:tavLst>
                                    </p:anim>
                                    <p:anim calcmode="lin" valueType="num">
                                      <p:cBhvr>
                                        <p:cTn id="45" dur="1000" fill="hold"/>
                                        <p:tgtEl>
                                          <p:spTgt spid="22"/>
                                        </p:tgtEl>
                                        <p:attrNameLst>
                                          <p:attrName>ppt_h</p:attrName>
                                        </p:attrNameLst>
                                      </p:cBhvr>
                                      <p:tavLst>
                                        <p:tav tm="0">
                                          <p:val>
                                            <p:fltVal val="0"/>
                                          </p:val>
                                        </p:tav>
                                        <p:tav tm="100000">
                                          <p:val>
                                            <p:strVal val="#ppt_h"/>
                                          </p:val>
                                        </p:tav>
                                      </p:tavLst>
                                    </p:anim>
                                    <p:animEffect transition="in" filter="fade">
                                      <p:cBhvr>
                                        <p:cTn id="46" dur="1000"/>
                                        <p:tgtEl>
                                          <p:spTgt spid="22"/>
                                        </p:tgtEl>
                                      </p:cBhvr>
                                    </p:animEffect>
                                  </p:childTnLst>
                                </p:cTn>
                              </p:par>
                            </p:childTnLst>
                          </p:cTn>
                        </p:par>
                        <p:par>
                          <p:cTn id="47" fill="hold">
                            <p:stCondLst>
                              <p:cond delay="7200"/>
                            </p:stCondLst>
                            <p:childTnLst>
                              <p:par>
                                <p:cTn id="48" presetID="22" presetClass="entr" presetSubtype="8" fill="hold" grpId="0" nodeType="afterEffect">
                                  <p:stCondLst>
                                    <p:cond delay="0"/>
                                  </p:stCondLst>
                                  <p:childTnLst>
                                    <p:set>
                                      <p:cBhvr>
                                        <p:cTn id="49" dur="1" fill="hold">
                                          <p:stCondLst>
                                            <p:cond delay="0"/>
                                          </p:stCondLst>
                                        </p:cTn>
                                        <p:tgtEl>
                                          <p:spTgt spid="23"/>
                                        </p:tgtEl>
                                        <p:attrNameLst>
                                          <p:attrName>style.visibility</p:attrName>
                                        </p:attrNameLst>
                                      </p:cBhvr>
                                      <p:to>
                                        <p:strVal val="visible"/>
                                      </p:to>
                                    </p:set>
                                    <p:animEffect transition="in" filter="wipe(left)">
                                      <p:cBhvr>
                                        <p:cTn id="50" dur="500"/>
                                        <p:tgtEl>
                                          <p:spTgt spid="23"/>
                                        </p:tgtEl>
                                      </p:cBhvr>
                                    </p:animEffect>
                                  </p:childTnLst>
                                </p:cTn>
                              </p:par>
                              <p:par>
                                <p:cTn id="51" presetID="53" presetClass="entr" presetSubtype="16" fill="hold" grpId="0" nodeType="withEffect" nodePh="1">
                                  <p:stCondLst>
                                    <p:cond delay="800"/>
                                  </p:stCondLst>
                                  <p:endCondLst>
                                    <p:cond evt="begin" delay="0">
                                      <p:tn val="51"/>
                                    </p:cond>
                                  </p:endCondLst>
                                  <p:childTnLst>
                                    <p:set>
                                      <p:cBhvr>
                                        <p:cTn id="52" dur="1" fill="hold">
                                          <p:stCondLst>
                                            <p:cond delay="0"/>
                                          </p:stCondLst>
                                        </p:cTn>
                                        <p:tgtEl>
                                          <p:spTgt spid="24"/>
                                        </p:tgtEl>
                                        <p:attrNameLst>
                                          <p:attrName>style.visibility</p:attrName>
                                        </p:attrNameLst>
                                      </p:cBhvr>
                                      <p:to>
                                        <p:strVal val="visible"/>
                                      </p:to>
                                    </p:set>
                                    <p:anim calcmode="lin" valueType="num">
                                      <p:cBhvr>
                                        <p:cTn id="53" dur="1000" fill="hold"/>
                                        <p:tgtEl>
                                          <p:spTgt spid="24"/>
                                        </p:tgtEl>
                                        <p:attrNameLst>
                                          <p:attrName>ppt_w</p:attrName>
                                        </p:attrNameLst>
                                      </p:cBhvr>
                                      <p:tavLst>
                                        <p:tav tm="0">
                                          <p:val>
                                            <p:fltVal val="0"/>
                                          </p:val>
                                        </p:tav>
                                        <p:tav tm="100000">
                                          <p:val>
                                            <p:strVal val="#ppt_w"/>
                                          </p:val>
                                        </p:tav>
                                      </p:tavLst>
                                    </p:anim>
                                    <p:anim calcmode="lin" valueType="num">
                                      <p:cBhvr>
                                        <p:cTn id="54" dur="1000" fill="hold"/>
                                        <p:tgtEl>
                                          <p:spTgt spid="24"/>
                                        </p:tgtEl>
                                        <p:attrNameLst>
                                          <p:attrName>ppt_h</p:attrName>
                                        </p:attrNameLst>
                                      </p:cBhvr>
                                      <p:tavLst>
                                        <p:tav tm="0">
                                          <p:val>
                                            <p:fltVal val="0"/>
                                          </p:val>
                                        </p:tav>
                                        <p:tav tm="100000">
                                          <p:val>
                                            <p:strVal val="#ppt_h"/>
                                          </p:val>
                                        </p:tav>
                                      </p:tavLst>
                                    </p:anim>
                                    <p:animEffect transition="in" filter="fade">
                                      <p:cBhvr>
                                        <p:cTn id="55" dur="1000"/>
                                        <p:tgtEl>
                                          <p:spTgt spid="24"/>
                                        </p:tgtEl>
                                      </p:cBhvr>
                                    </p:animEffect>
                                  </p:childTnLst>
                                </p:cTn>
                              </p:par>
                            </p:childTnLst>
                          </p:cTn>
                        </p:par>
                        <p:par>
                          <p:cTn id="56" fill="hold">
                            <p:stCondLst>
                              <p:cond delay="9000"/>
                            </p:stCondLst>
                            <p:childTnLst>
                              <p:par>
                                <p:cTn id="57" presetID="22" presetClass="entr" presetSubtype="8" fill="hold" grpId="0" nodeType="afterEffect">
                                  <p:stCondLst>
                                    <p:cond delay="0"/>
                                  </p:stCondLst>
                                  <p:childTnLst>
                                    <p:set>
                                      <p:cBhvr>
                                        <p:cTn id="58" dur="1" fill="hold">
                                          <p:stCondLst>
                                            <p:cond delay="0"/>
                                          </p:stCondLst>
                                        </p:cTn>
                                        <p:tgtEl>
                                          <p:spTgt spid="26"/>
                                        </p:tgtEl>
                                        <p:attrNameLst>
                                          <p:attrName>style.visibility</p:attrName>
                                        </p:attrNameLst>
                                      </p:cBhvr>
                                      <p:to>
                                        <p:strVal val="visible"/>
                                      </p:to>
                                    </p:set>
                                    <p:animEffect transition="in" filter="wipe(left)">
                                      <p:cBhvr>
                                        <p:cTn id="59" dur="500"/>
                                        <p:tgtEl>
                                          <p:spTgt spid="26"/>
                                        </p:tgtEl>
                                      </p:cBhvr>
                                    </p:animEffect>
                                  </p:childTnLst>
                                </p:cTn>
                              </p:par>
                              <p:par>
                                <p:cTn id="60" presetID="10" presetClass="entr" presetSubtype="0" fill="hold" grpId="0" nodeType="withEffect">
                                  <p:stCondLst>
                                    <p:cond delay="800"/>
                                  </p:stCondLst>
                                  <p:childTnLst>
                                    <p:set>
                                      <p:cBhvr>
                                        <p:cTn id="61" dur="1" fill="hold">
                                          <p:stCondLst>
                                            <p:cond delay="0"/>
                                          </p:stCondLst>
                                        </p:cTn>
                                        <p:tgtEl>
                                          <p:spTgt spid="27">
                                            <p:txEl>
                                              <p:pRg st="0" end="0"/>
                                            </p:txEl>
                                          </p:spTgt>
                                        </p:tgtEl>
                                        <p:attrNameLst>
                                          <p:attrName>style.visibility</p:attrName>
                                        </p:attrNameLst>
                                      </p:cBhvr>
                                      <p:to>
                                        <p:strVal val="visible"/>
                                      </p:to>
                                    </p:set>
                                    <p:animEffect transition="in" filter="fade">
                                      <p:cBhvr>
                                        <p:cTn id="62" dur="500"/>
                                        <p:tgtEl>
                                          <p:spTgt spid="27">
                                            <p:txEl>
                                              <p:pRg st="0" end="0"/>
                                            </p:txEl>
                                          </p:spTgt>
                                        </p:tgtEl>
                                      </p:cBhvr>
                                    </p:animEffect>
                                  </p:childTnLst>
                                </p:cTn>
                              </p:par>
                              <p:par>
                                <p:cTn id="63" presetID="42" presetClass="entr" presetSubtype="0" fill="hold" grpId="0" nodeType="withEffect">
                                  <p:stCondLst>
                                    <p:cond delay="200"/>
                                  </p:stCondLst>
                                  <p:childTnLst>
                                    <p:set>
                                      <p:cBhvr>
                                        <p:cTn id="64" dur="1" fill="hold">
                                          <p:stCondLst>
                                            <p:cond delay="0"/>
                                          </p:stCondLst>
                                        </p:cTn>
                                        <p:tgtEl>
                                          <p:spTgt spid="28">
                                            <p:txEl>
                                              <p:pRg st="0" end="0"/>
                                            </p:txEl>
                                          </p:spTgt>
                                        </p:tgtEl>
                                        <p:attrNameLst>
                                          <p:attrName>style.visibility</p:attrName>
                                        </p:attrNameLst>
                                      </p:cBhvr>
                                      <p:to>
                                        <p:strVal val="visible"/>
                                      </p:to>
                                    </p:set>
                                    <p:animEffect transition="in" filter="fade">
                                      <p:cBhvr>
                                        <p:cTn id="65" dur="400"/>
                                        <p:tgtEl>
                                          <p:spTgt spid="28">
                                            <p:txEl>
                                              <p:pRg st="0" end="0"/>
                                            </p:txEl>
                                          </p:spTgt>
                                        </p:tgtEl>
                                      </p:cBhvr>
                                    </p:animEffect>
                                    <p:anim calcmode="lin" valueType="num">
                                      <p:cBhvr>
                                        <p:cTn id="66" dur="40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67" dur="400" fill="hold"/>
                                        <p:tgtEl>
                                          <p:spTgt spid="2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P spid="25" grpId="0"/>
      <p:bldP spid="55" grpId="0" animBg="1"/>
      <p:bldP spid="58" grpId="0"/>
      <p:bldP spid="68" grpId="0" animBg="1"/>
      <p:bldP spid="100" grpId="0"/>
      <p:bldP spid="101" grpId="0" animBg="1"/>
      <p:bldP spid="22" grpId="0"/>
      <p:bldP spid="23" grpId="0" animBg="1"/>
      <p:bldP spid="24" grpId="0"/>
      <p:bldP spid="26" grpId="0" animBg="1"/>
      <p:bldP spid="27" grpId="0" build="p">
        <p:tmplLst>
          <p:tmpl lvl="1">
            <p:tnLst>
              <p:par>
                <p:cTn presetID="10" presetClass="entr" presetSubtype="0" fill="hold" nodeType="withEffect">
                  <p:stCondLst>
                    <p:cond delay="80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8" grpId="0" build="p">
        <p:tmplLst>
          <p:tmpl lvl="1">
            <p:tnLst>
              <p:par>
                <p:cTn presetID="42" presetClass="entr" presetSubtype="0" fill="hold" nodeType="withEffect">
                  <p:stCondLst>
                    <p:cond delay="200"/>
                  </p:stCondLst>
                  <p:childTnLst>
                    <p:set>
                      <p:cBhvr>
                        <p:cTn dur="1" fill="hold">
                          <p:stCondLst>
                            <p:cond delay="0"/>
                          </p:stCondLst>
                        </p:cTn>
                        <p:tgtEl>
                          <p:spTgt spid="28"/>
                        </p:tgtEl>
                        <p:attrNameLst>
                          <p:attrName>style.visibility</p:attrName>
                        </p:attrNameLst>
                      </p:cBhvr>
                      <p:to>
                        <p:strVal val="visible"/>
                      </p:to>
                    </p:set>
                    <p:animEffect transition="in" filter="fade">
                      <p:cBhvr>
                        <p:cTn dur="400"/>
                        <p:tgtEl>
                          <p:spTgt spid="28"/>
                        </p:tgtEl>
                      </p:cBhvr>
                    </p:animEffect>
                    <p:anim calcmode="lin" valueType="num">
                      <p:cBhvr>
                        <p:cTn dur="400" fill="hold"/>
                        <p:tgtEl>
                          <p:spTgt spid="28"/>
                        </p:tgtEl>
                        <p:attrNameLst>
                          <p:attrName>ppt_x</p:attrName>
                        </p:attrNameLst>
                      </p:cBhvr>
                      <p:tavLst>
                        <p:tav tm="0">
                          <p:val>
                            <p:strVal val="#ppt_x"/>
                          </p:val>
                        </p:tav>
                        <p:tav tm="100000">
                          <p:val>
                            <p:strVal val="#ppt_x"/>
                          </p:val>
                        </p:tav>
                      </p:tavLst>
                    </p:anim>
                    <p:anim calcmode="lin" valueType="num">
                      <p:cBhvr>
                        <p:cTn dur="400" fill="hold"/>
                        <p:tgtEl>
                          <p:spTgt spid="2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Six images with caption">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2" name="Picture Placeholder 2"/>
          <p:cNvSpPr>
            <a:spLocks noGrp="1"/>
          </p:cNvSpPr>
          <p:nvPr>
            <p:ph type="pic" sz="quarter" idx="48"/>
          </p:nvPr>
        </p:nvSpPr>
        <p:spPr>
          <a:xfrm>
            <a:off x="603251" y="1386841"/>
            <a:ext cx="3476980" cy="1844042"/>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23" name="Rectangle 22"/>
          <p:cNvSpPr/>
          <p:nvPr userDrawn="1"/>
        </p:nvSpPr>
        <p:spPr>
          <a:xfrm>
            <a:off x="603250" y="3230884"/>
            <a:ext cx="3476980" cy="57911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25" name="Text Placeholder 7"/>
          <p:cNvSpPr>
            <a:spLocks noGrp="1"/>
          </p:cNvSpPr>
          <p:nvPr>
            <p:ph type="body" sz="quarter" idx="65" hasCustomPrompt="1"/>
          </p:nvPr>
        </p:nvSpPr>
        <p:spPr>
          <a:xfrm>
            <a:off x="783875" y="3390147"/>
            <a:ext cx="2562867" cy="261346"/>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bg1"/>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27" name="Text Placeholder 7"/>
          <p:cNvSpPr>
            <a:spLocks noGrp="1"/>
          </p:cNvSpPr>
          <p:nvPr>
            <p:ph type="body" sz="quarter" idx="39" hasCustomPrompt="1"/>
          </p:nvPr>
        </p:nvSpPr>
        <p:spPr>
          <a:xfrm>
            <a:off x="3326709" y="3298708"/>
            <a:ext cx="588147" cy="389372"/>
          </a:xfrm>
          <a:prstGeom prst="rect">
            <a:avLst/>
          </a:prstGeom>
        </p:spPr>
        <p:txBody>
          <a:bodyPr vert="horz" lIns="0" tIns="103884" rIns="0" bIns="103884" anchor="ctr"/>
          <a:lstStyle>
            <a:lvl1pPr marL="0" indent="0" algn="r">
              <a:lnSpc>
                <a:spcPct val="100000"/>
              </a:lnSpc>
              <a:spcBef>
                <a:spcPts val="0"/>
              </a:spcBef>
              <a:buNone/>
              <a:defRPr sz="2160" b="0">
                <a:solidFill>
                  <a:schemeClr val="bg1"/>
                </a:solidFill>
                <a:latin typeface="FontAwesome"/>
                <a:cs typeface="FontAwesome"/>
              </a:defRPr>
            </a:lvl1pPr>
          </a:lstStyle>
          <a:p>
            <a:pPr lvl="0"/>
            <a:r>
              <a:rPr lang="es-ES_tradnl" dirty="0" err="1" smtClean="0"/>
              <a:t>ico</a:t>
            </a:r>
            <a:endParaRPr lang="es-ES_tradnl" dirty="0" smtClean="0"/>
          </a:p>
        </p:txBody>
      </p:sp>
      <p:sp>
        <p:nvSpPr>
          <p:cNvPr id="28" name="Picture Placeholder 2"/>
          <p:cNvSpPr>
            <a:spLocks noGrp="1"/>
          </p:cNvSpPr>
          <p:nvPr>
            <p:ph type="pic" sz="quarter" idx="74"/>
          </p:nvPr>
        </p:nvSpPr>
        <p:spPr>
          <a:xfrm>
            <a:off x="4341282" y="1386841"/>
            <a:ext cx="3476980" cy="1844042"/>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29" name="Rectangle 28"/>
          <p:cNvSpPr/>
          <p:nvPr userDrawn="1"/>
        </p:nvSpPr>
        <p:spPr>
          <a:xfrm>
            <a:off x="4341281" y="3230884"/>
            <a:ext cx="3476980" cy="579116"/>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31" name="Text Placeholder 7"/>
          <p:cNvSpPr>
            <a:spLocks noGrp="1"/>
          </p:cNvSpPr>
          <p:nvPr>
            <p:ph type="body" sz="quarter" idx="77" hasCustomPrompt="1"/>
          </p:nvPr>
        </p:nvSpPr>
        <p:spPr>
          <a:xfrm>
            <a:off x="4506660" y="3390147"/>
            <a:ext cx="2562867" cy="261346"/>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bg1"/>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3" name="Text Placeholder 7"/>
          <p:cNvSpPr>
            <a:spLocks noGrp="1"/>
          </p:cNvSpPr>
          <p:nvPr>
            <p:ph type="body" sz="quarter" idx="80" hasCustomPrompt="1"/>
          </p:nvPr>
        </p:nvSpPr>
        <p:spPr>
          <a:xfrm>
            <a:off x="7018017" y="3298708"/>
            <a:ext cx="588147" cy="389372"/>
          </a:xfrm>
          <a:prstGeom prst="rect">
            <a:avLst/>
          </a:prstGeom>
        </p:spPr>
        <p:txBody>
          <a:bodyPr vert="horz" lIns="0" tIns="103884" rIns="0" bIns="103884" anchor="ctr"/>
          <a:lstStyle>
            <a:lvl1pPr marL="0" indent="0" algn="r">
              <a:lnSpc>
                <a:spcPct val="100000"/>
              </a:lnSpc>
              <a:spcBef>
                <a:spcPts val="0"/>
              </a:spcBef>
              <a:buNone/>
              <a:defRPr sz="2160" b="0">
                <a:solidFill>
                  <a:schemeClr val="bg1"/>
                </a:solidFill>
                <a:latin typeface="FontAwesome"/>
                <a:cs typeface="FontAwesome"/>
              </a:defRPr>
            </a:lvl1pPr>
          </a:lstStyle>
          <a:p>
            <a:pPr lvl="0"/>
            <a:r>
              <a:rPr lang="es-ES_tradnl" dirty="0" err="1" smtClean="0"/>
              <a:t>ico</a:t>
            </a:r>
            <a:endParaRPr lang="es-ES_tradnl" dirty="0" smtClean="0"/>
          </a:p>
        </p:txBody>
      </p:sp>
      <p:sp>
        <p:nvSpPr>
          <p:cNvPr id="41" name="Picture Placeholder 2"/>
          <p:cNvSpPr>
            <a:spLocks noGrp="1"/>
          </p:cNvSpPr>
          <p:nvPr>
            <p:ph type="pic" sz="quarter" idx="75"/>
          </p:nvPr>
        </p:nvSpPr>
        <p:spPr>
          <a:xfrm>
            <a:off x="8057435" y="1386841"/>
            <a:ext cx="3476980" cy="1844042"/>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42" name="Rectangle 41"/>
          <p:cNvSpPr/>
          <p:nvPr userDrawn="1"/>
        </p:nvSpPr>
        <p:spPr>
          <a:xfrm>
            <a:off x="8057434" y="3230884"/>
            <a:ext cx="3476980" cy="579116"/>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46" name="Text Placeholder 7"/>
          <p:cNvSpPr>
            <a:spLocks noGrp="1"/>
          </p:cNvSpPr>
          <p:nvPr>
            <p:ph type="body" sz="quarter" idx="79" hasCustomPrompt="1"/>
          </p:nvPr>
        </p:nvSpPr>
        <p:spPr>
          <a:xfrm>
            <a:off x="8226765" y="3390147"/>
            <a:ext cx="2562867" cy="261346"/>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bg1"/>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55" name="Text Placeholder 7"/>
          <p:cNvSpPr>
            <a:spLocks noGrp="1"/>
          </p:cNvSpPr>
          <p:nvPr>
            <p:ph type="body" sz="quarter" idx="81" hasCustomPrompt="1"/>
          </p:nvPr>
        </p:nvSpPr>
        <p:spPr>
          <a:xfrm>
            <a:off x="10789631" y="3298708"/>
            <a:ext cx="588147" cy="389372"/>
          </a:xfrm>
          <a:prstGeom prst="rect">
            <a:avLst/>
          </a:prstGeom>
        </p:spPr>
        <p:txBody>
          <a:bodyPr vert="horz" lIns="0" tIns="103884" rIns="0" bIns="103884" anchor="ctr"/>
          <a:lstStyle>
            <a:lvl1pPr marL="0" indent="0" algn="r">
              <a:lnSpc>
                <a:spcPct val="100000"/>
              </a:lnSpc>
              <a:spcBef>
                <a:spcPts val="0"/>
              </a:spcBef>
              <a:buNone/>
              <a:defRPr sz="2160" b="0">
                <a:solidFill>
                  <a:schemeClr val="bg1"/>
                </a:solidFill>
                <a:latin typeface="FontAwesome"/>
                <a:cs typeface="FontAwesome"/>
              </a:defRPr>
            </a:lvl1pPr>
          </a:lstStyle>
          <a:p>
            <a:pPr lvl="0"/>
            <a:r>
              <a:rPr lang="es-ES_tradnl" dirty="0" err="1" smtClean="0"/>
              <a:t>ico</a:t>
            </a:r>
            <a:endParaRPr lang="es-ES_tradnl" dirty="0" smtClean="0"/>
          </a:p>
        </p:txBody>
      </p:sp>
      <p:sp>
        <p:nvSpPr>
          <p:cNvPr id="51" name="Picture Placeholder 2"/>
          <p:cNvSpPr>
            <a:spLocks noGrp="1"/>
          </p:cNvSpPr>
          <p:nvPr>
            <p:ph type="pic" sz="quarter" idx="82"/>
          </p:nvPr>
        </p:nvSpPr>
        <p:spPr>
          <a:xfrm>
            <a:off x="603251" y="4023361"/>
            <a:ext cx="3476980" cy="1844042"/>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52" name="Rectangle 51"/>
          <p:cNvSpPr/>
          <p:nvPr userDrawn="1"/>
        </p:nvSpPr>
        <p:spPr>
          <a:xfrm>
            <a:off x="603250" y="5867404"/>
            <a:ext cx="3476980" cy="579116"/>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53" name="Text Placeholder 7"/>
          <p:cNvSpPr>
            <a:spLocks noGrp="1"/>
          </p:cNvSpPr>
          <p:nvPr>
            <p:ph type="body" sz="quarter" idx="83" hasCustomPrompt="1"/>
          </p:nvPr>
        </p:nvSpPr>
        <p:spPr>
          <a:xfrm>
            <a:off x="783875" y="6026667"/>
            <a:ext cx="2562867" cy="261346"/>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bg1"/>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54" name="Text Placeholder 7"/>
          <p:cNvSpPr>
            <a:spLocks noGrp="1"/>
          </p:cNvSpPr>
          <p:nvPr>
            <p:ph type="body" sz="quarter" idx="84" hasCustomPrompt="1"/>
          </p:nvPr>
        </p:nvSpPr>
        <p:spPr>
          <a:xfrm>
            <a:off x="3326709" y="5935228"/>
            <a:ext cx="588147" cy="389372"/>
          </a:xfrm>
          <a:prstGeom prst="rect">
            <a:avLst/>
          </a:prstGeom>
        </p:spPr>
        <p:txBody>
          <a:bodyPr vert="horz" lIns="0" tIns="103884" rIns="0" bIns="103884" anchor="ctr"/>
          <a:lstStyle>
            <a:lvl1pPr marL="0" indent="0" algn="r">
              <a:lnSpc>
                <a:spcPct val="100000"/>
              </a:lnSpc>
              <a:spcBef>
                <a:spcPts val="0"/>
              </a:spcBef>
              <a:buNone/>
              <a:defRPr sz="2160" b="0">
                <a:solidFill>
                  <a:schemeClr val="bg1"/>
                </a:solidFill>
                <a:latin typeface="FontAwesome"/>
                <a:cs typeface="FontAwesome"/>
              </a:defRPr>
            </a:lvl1pPr>
          </a:lstStyle>
          <a:p>
            <a:pPr lvl="0"/>
            <a:r>
              <a:rPr lang="es-ES_tradnl" dirty="0" err="1" smtClean="0"/>
              <a:t>ico</a:t>
            </a:r>
            <a:endParaRPr lang="es-ES_tradnl" dirty="0" smtClean="0"/>
          </a:p>
        </p:txBody>
      </p:sp>
      <p:sp>
        <p:nvSpPr>
          <p:cNvPr id="56" name="Picture Placeholder 2"/>
          <p:cNvSpPr>
            <a:spLocks noGrp="1"/>
          </p:cNvSpPr>
          <p:nvPr>
            <p:ph type="pic" sz="quarter" idx="85"/>
          </p:nvPr>
        </p:nvSpPr>
        <p:spPr>
          <a:xfrm>
            <a:off x="4341282" y="4023361"/>
            <a:ext cx="3476980" cy="1844042"/>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57" name="Rectangle 56"/>
          <p:cNvSpPr/>
          <p:nvPr userDrawn="1"/>
        </p:nvSpPr>
        <p:spPr>
          <a:xfrm>
            <a:off x="4341281" y="5867404"/>
            <a:ext cx="3476980" cy="579116"/>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58" name="Text Placeholder 7"/>
          <p:cNvSpPr>
            <a:spLocks noGrp="1"/>
          </p:cNvSpPr>
          <p:nvPr>
            <p:ph type="body" sz="quarter" idx="86" hasCustomPrompt="1"/>
          </p:nvPr>
        </p:nvSpPr>
        <p:spPr>
          <a:xfrm>
            <a:off x="4506660" y="6026667"/>
            <a:ext cx="2562867" cy="261346"/>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bg1"/>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59" name="Text Placeholder 7"/>
          <p:cNvSpPr>
            <a:spLocks noGrp="1"/>
          </p:cNvSpPr>
          <p:nvPr>
            <p:ph type="body" sz="quarter" idx="87" hasCustomPrompt="1"/>
          </p:nvPr>
        </p:nvSpPr>
        <p:spPr>
          <a:xfrm>
            <a:off x="7018017" y="5935228"/>
            <a:ext cx="588147" cy="389372"/>
          </a:xfrm>
          <a:prstGeom prst="rect">
            <a:avLst/>
          </a:prstGeom>
        </p:spPr>
        <p:txBody>
          <a:bodyPr vert="horz" lIns="0" tIns="103884" rIns="0" bIns="103884" anchor="ctr"/>
          <a:lstStyle>
            <a:lvl1pPr marL="0" indent="0" algn="r">
              <a:lnSpc>
                <a:spcPct val="100000"/>
              </a:lnSpc>
              <a:spcBef>
                <a:spcPts val="0"/>
              </a:spcBef>
              <a:buNone/>
              <a:defRPr sz="2160" b="0">
                <a:solidFill>
                  <a:schemeClr val="bg1"/>
                </a:solidFill>
                <a:latin typeface="FontAwesome"/>
                <a:cs typeface="FontAwesome"/>
              </a:defRPr>
            </a:lvl1pPr>
          </a:lstStyle>
          <a:p>
            <a:pPr lvl="0"/>
            <a:r>
              <a:rPr lang="es-ES_tradnl" dirty="0" err="1" smtClean="0"/>
              <a:t>ico</a:t>
            </a:r>
            <a:endParaRPr lang="es-ES_tradnl" dirty="0" smtClean="0"/>
          </a:p>
        </p:txBody>
      </p:sp>
      <p:sp>
        <p:nvSpPr>
          <p:cNvPr id="60" name="Picture Placeholder 2"/>
          <p:cNvSpPr>
            <a:spLocks noGrp="1"/>
          </p:cNvSpPr>
          <p:nvPr>
            <p:ph type="pic" sz="quarter" idx="88"/>
          </p:nvPr>
        </p:nvSpPr>
        <p:spPr>
          <a:xfrm>
            <a:off x="8057435" y="4023361"/>
            <a:ext cx="3476980" cy="1844042"/>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61" name="Rectangle 60"/>
          <p:cNvSpPr/>
          <p:nvPr userDrawn="1"/>
        </p:nvSpPr>
        <p:spPr>
          <a:xfrm>
            <a:off x="8057434" y="5867404"/>
            <a:ext cx="3476980" cy="579116"/>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62" name="Text Placeholder 7"/>
          <p:cNvSpPr>
            <a:spLocks noGrp="1"/>
          </p:cNvSpPr>
          <p:nvPr>
            <p:ph type="body" sz="quarter" idx="89" hasCustomPrompt="1"/>
          </p:nvPr>
        </p:nvSpPr>
        <p:spPr>
          <a:xfrm>
            <a:off x="8226765" y="6026667"/>
            <a:ext cx="2562867" cy="261346"/>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bg1"/>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63" name="Text Placeholder 7"/>
          <p:cNvSpPr>
            <a:spLocks noGrp="1"/>
          </p:cNvSpPr>
          <p:nvPr>
            <p:ph type="body" sz="quarter" idx="90" hasCustomPrompt="1"/>
          </p:nvPr>
        </p:nvSpPr>
        <p:spPr>
          <a:xfrm>
            <a:off x="10789631" y="5935228"/>
            <a:ext cx="588147" cy="389372"/>
          </a:xfrm>
          <a:prstGeom prst="rect">
            <a:avLst/>
          </a:prstGeom>
        </p:spPr>
        <p:txBody>
          <a:bodyPr vert="horz" lIns="0" tIns="103884" rIns="0" bIns="103884" anchor="ctr"/>
          <a:lstStyle>
            <a:lvl1pPr marL="0" indent="0" algn="r">
              <a:lnSpc>
                <a:spcPct val="100000"/>
              </a:lnSpc>
              <a:spcBef>
                <a:spcPts val="0"/>
              </a:spcBef>
              <a:buNone/>
              <a:defRPr sz="2160" b="0">
                <a:solidFill>
                  <a:schemeClr val="bg1"/>
                </a:solidFill>
                <a:latin typeface="FontAwesome"/>
                <a:cs typeface="FontAwesome"/>
              </a:defRPr>
            </a:lvl1pPr>
          </a:lstStyle>
          <a:p>
            <a:pPr lvl="0"/>
            <a:r>
              <a:rPr lang="es-ES_tradnl" dirty="0" err="1" smtClean="0"/>
              <a:t>ico</a:t>
            </a:r>
            <a:endParaRPr lang="es-ES_tradnl" dirty="0" smtClean="0"/>
          </a:p>
        </p:txBody>
      </p:sp>
    </p:spTree>
    <p:extLst>
      <p:ext uri="{BB962C8B-B14F-4D97-AF65-F5344CB8AC3E}">
        <p14:creationId xmlns:p14="http://schemas.microsoft.com/office/powerpoint/2010/main" val="29484621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par>
                                <p:cTn id="15" presetID="53" presetClass="entr" presetSubtype="16" fill="hold" grpId="0" nodeType="withEffect" nodePh="1">
                                  <p:stCondLst>
                                    <p:cond delay="800"/>
                                  </p:stCondLst>
                                  <p:endCondLst>
                                    <p:cond evt="begin" delay="0">
                                      <p:tn val="15"/>
                                    </p:cond>
                                  </p:endCondLst>
                                  <p:childTnLst>
                                    <p:set>
                                      <p:cBhvr>
                                        <p:cTn id="16" dur="1" fill="hold">
                                          <p:stCondLst>
                                            <p:cond delay="0"/>
                                          </p:stCondLst>
                                        </p:cTn>
                                        <p:tgtEl>
                                          <p:spTgt spid="22"/>
                                        </p:tgtEl>
                                        <p:attrNameLst>
                                          <p:attrName>style.visibility</p:attrName>
                                        </p:attrNameLst>
                                      </p:cBhvr>
                                      <p:to>
                                        <p:strVal val="visible"/>
                                      </p:to>
                                    </p:set>
                                    <p:anim calcmode="lin" valueType="num">
                                      <p:cBhvr>
                                        <p:cTn id="17" dur="1000" fill="hold"/>
                                        <p:tgtEl>
                                          <p:spTgt spid="22"/>
                                        </p:tgtEl>
                                        <p:attrNameLst>
                                          <p:attrName>ppt_w</p:attrName>
                                        </p:attrNameLst>
                                      </p:cBhvr>
                                      <p:tavLst>
                                        <p:tav tm="0">
                                          <p:val>
                                            <p:fltVal val="0"/>
                                          </p:val>
                                        </p:tav>
                                        <p:tav tm="100000">
                                          <p:val>
                                            <p:strVal val="#ppt_w"/>
                                          </p:val>
                                        </p:tav>
                                      </p:tavLst>
                                    </p:anim>
                                    <p:anim calcmode="lin" valueType="num">
                                      <p:cBhvr>
                                        <p:cTn id="18" dur="1000" fill="hold"/>
                                        <p:tgtEl>
                                          <p:spTgt spid="22"/>
                                        </p:tgtEl>
                                        <p:attrNameLst>
                                          <p:attrName>ppt_h</p:attrName>
                                        </p:attrNameLst>
                                      </p:cBhvr>
                                      <p:tavLst>
                                        <p:tav tm="0">
                                          <p:val>
                                            <p:fltVal val="0"/>
                                          </p:val>
                                        </p:tav>
                                        <p:tav tm="100000">
                                          <p:val>
                                            <p:strVal val="#ppt_h"/>
                                          </p:val>
                                        </p:tav>
                                      </p:tavLst>
                                    </p:anim>
                                    <p:animEffect transition="in" filter="fade">
                                      <p:cBhvr>
                                        <p:cTn id="19" dur="1000"/>
                                        <p:tgtEl>
                                          <p:spTgt spid="22"/>
                                        </p:tgtEl>
                                      </p:cBhvr>
                                    </p:animEffect>
                                  </p:childTnLst>
                                </p:cTn>
                              </p:par>
                            </p:childTnLst>
                          </p:cTn>
                        </p:par>
                        <p:par>
                          <p:cTn id="20" fill="hold">
                            <p:stCondLst>
                              <p:cond delay="1800"/>
                            </p:stCondLst>
                            <p:childTnLst>
                              <p:par>
                                <p:cTn id="21" presetID="22" presetClass="entr" presetSubtype="8" fill="hold" grpId="0" nodeType="after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wipe(left)">
                                      <p:cBhvr>
                                        <p:cTn id="23" dur="500"/>
                                        <p:tgtEl>
                                          <p:spTgt spid="23"/>
                                        </p:tgtEl>
                                      </p:cBhvr>
                                    </p:animEffect>
                                  </p:childTnLst>
                                </p:cTn>
                              </p:par>
                              <p:par>
                                <p:cTn id="24" presetID="42" presetClass="entr" presetSubtype="0" fill="hold" grpId="0" nodeType="withEffect">
                                  <p:stCondLst>
                                    <p:cond delay="200"/>
                                  </p:stCondLst>
                                  <p:childTnLst>
                                    <p:set>
                                      <p:cBhvr>
                                        <p:cTn id="25" dur="1" fill="hold">
                                          <p:stCondLst>
                                            <p:cond delay="0"/>
                                          </p:stCondLst>
                                        </p:cTn>
                                        <p:tgtEl>
                                          <p:spTgt spid="25">
                                            <p:txEl>
                                              <p:pRg st="0" end="0"/>
                                            </p:txEl>
                                          </p:spTgt>
                                        </p:tgtEl>
                                        <p:attrNameLst>
                                          <p:attrName>style.visibility</p:attrName>
                                        </p:attrNameLst>
                                      </p:cBhvr>
                                      <p:to>
                                        <p:strVal val="visible"/>
                                      </p:to>
                                    </p:set>
                                    <p:animEffect transition="in" filter="fade">
                                      <p:cBhvr>
                                        <p:cTn id="26" dur="500"/>
                                        <p:tgtEl>
                                          <p:spTgt spid="25">
                                            <p:txEl>
                                              <p:pRg st="0" end="0"/>
                                            </p:txEl>
                                          </p:spTgt>
                                        </p:tgtEl>
                                      </p:cBhvr>
                                    </p:animEffect>
                                    <p:anim calcmode="lin" valueType="num">
                                      <p:cBhvr>
                                        <p:cTn id="27"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28" dur="500" fill="hold"/>
                                        <p:tgtEl>
                                          <p:spTgt spid="25">
                                            <p:txEl>
                                              <p:pRg st="0" end="0"/>
                                            </p:txEl>
                                          </p:spTgt>
                                        </p:tgtEl>
                                        <p:attrNameLst>
                                          <p:attrName>ppt_y</p:attrName>
                                        </p:attrNameLst>
                                      </p:cBhvr>
                                      <p:tavLst>
                                        <p:tav tm="0">
                                          <p:val>
                                            <p:strVal val="#ppt_y+.1"/>
                                          </p:val>
                                        </p:tav>
                                        <p:tav tm="100000">
                                          <p:val>
                                            <p:strVal val="#ppt_y"/>
                                          </p:val>
                                        </p:tav>
                                      </p:tavLst>
                                    </p:anim>
                                  </p:childTnLst>
                                </p:cTn>
                              </p:par>
                            </p:childTnLst>
                          </p:cTn>
                        </p:par>
                        <p:par>
                          <p:cTn id="29" fill="hold">
                            <p:stCondLst>
                              <p:cond delay="2500"/>
                            </p:stCondLst>
                            <p:childTnLst>
                              <p:par>
                                <p:cTn id="30" presetID="53" presetClass="entr" presetSubtype="16" fill="hold" grpId="0" nodeType="afterEffect">
                                  <p:stCondLst>
                                    <p:cond delay="0"/>
                                  </p:stCondLst>
                                  <p:childTnLst>
                                    <p:set>
                                      <p:cBhvr>
                                        <p:cTn id="31" dur="1" fill="hold">
                                          <p:stCondLst>
                                            <p:cond delay="0"/>
                                          </p:stCondLst>
                                        </p:cTn>
                                        <p:tgtEl>
                                          <p:spTgt spid="27">
                                            <p:txEl>
                                              <p:pRg st="0" end="0"/>
                                            </p:txEl>
                                          </p:spTgt>
                                        </p:tgtEl>
                                        <p:attrNameLst>
                                          <p:attrName>style.visibility</p:attrName>
                                        </p:attrNameLst>
                                      </p:cBhvr>
                                      <p:to>
                                        <p:strVal val="visible"/>
                                      </p:to>
                                    </p:set>
                                    <p:anim calcmode="lin" valueType="num">
                                      <p:cBhvr>
                                        <p:cTn id="32" dur="3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33" dur="3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34" dur="300"/>
                                        <p:tgtEl>
                                          <p:spTgt spid="27">
                                            <p:txEl>
                                              <p:pRg st="0" end="0"/>
                                            </p:txEl>
                                          </p:spTgt>
                                        </p:tgtEl>
                                      </p:cBhvr>
                                    </p:animEffect>
                                  </p:childTnLst>
                                </p:cTn>
                              </p:par>
                              <p:par>
                                <p:cTn id="35" presetID="53" presetClass="entr" presetSubtype="16" fill="hold" grpId="0" nodeType="withEffect" nodePh="1">
                                  <p:stCondLst>
                                    <p:cond delay="800"/>
                                  </p:stCondLst>
                                  <p:endCondLst>
                                    <p:cond evt="begin" delay="0">
                                      <p:tn val="35"/>
                                    </p:cond>
                                  </p:endCondLst>
                                  <p:childTnLst>
                                    <p:set>
                                      <p:cBhvr>
                                        <p:cTn id="36" dur="1" fill="hold">
                                          <p:stCondLst>
                                            <p:cond delay="0"/>
                                          </p:stCondLst>
                                        </p:cTn>
                                        <p:tgtEl>
                                          <p:spTgt spid="28"/>
                                        </p:tgtEl>
                                        <p:attrNameLst>
                                          <p:attrName>style.visibility</p:attrName>
                                        </p:attrNameLst>
                                      </p:cBhvr>
                                      <p:to>
                                        <p:strVal val="visible"/>
                                      </p:to>
                                    </p:set>
                                    <p:anim calcmode="lin" valueType="num">
                                      <p:cBhvr>
                                        <p:cTn id="37" dur="1000" fill="hold"/>
                                        <p:tgtEl>
                                          <p:spTgt spid="28"/>
                                        </p:tgtEl>
                                        <p:attrNameLst>
                                          <p:attrName>ppt_w</p:attrName>
                                        </p:attrNameLst>
                                      </p:cBhvr>
                                      <p:tavLst>
                                        <p:tav tm="0">
                                          <p:val>
                                            <p:fltVal val="0"/>
                                          </p:val>
                                        </p:tav>
                                        <p:tav tm="100000">
                                          <p:val>
                                            <p:strVal val="#ppt_w"/>
                                          </p:val>
                                        </p:tav>
                                      </p:tavLst>
                                    </p:anim>
                                    <p:anim calcmode="lin" valueType="num">
                                      <p:cBhvr>
                                        <p:cTn id="38" dur="1000" fill="hold"/>
                                        <p:tgtEl>
                                          <p:spTgt spid="28"/>
                                        </p:tgtEl>
                                        <p:attrNameLst>
                                          <p:attrName>ppt_h</p:attrName>
                                        </p:attrNameLst>
                                      </p:cBhvr>
                                      <p:tavLst>
                                        <p:tav tm="0">
                                          <p:val>
                                            <p:fltVal val="0"/>
                                          </p:val>
                                        </p:tav>
                                        <p:tav tm="100000">
                                          <p:val>
                                            <p:strVal val="#ppt_h"/>
                                          </p:val>
                                        </p:tav>
                                      </p:tavLst>
                                    </p:anim>
                                    <p:animEffect transition="in" filter="fade">
                                      <p:cBhvr>
                                        <p:cTn id="39" dur="1000"/>
                                        <p:tgtEl>
                                          <p:spTgt spid="28"/>
                                        </p:tgtEl>
                                      </p:cBhvr>
                                    </p:animEffect>
                                  </p:childTnLst>
                                </p:cTn>
                              </p:par>
                            </p:childTnLst>
                          </p:cTn>
                        </p:par>
                        <p:par>
                          <p:cTn id="40" fill="hold">
                            <p:stCondLst>
                              <p:cond delay="4300"/>
                            </p:stCondLst>
                            <p:childTnLst>
                              <p:par>
                                <p:cTn id="41" presetID="22" presetClass="entr" presetSubtype="8" fill="hold" grpId="0" nodeType="after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wipe(left)">
                                      <p:cBhvr>
                                        <p:cTn id="43" dur="500"/>
                                        <p:tgtEl>
                                          <p:spTgt spid="29"/>
                                        </p:tgtEl>
                                      </p:cBhvr>
                                    </p:animEffect>
                                  </p:childTnLst>
                                </p:cTn>
                              </p:par>
                              <p:par>
                                <p:cTn id="44" presetID="42" presetClass="entr" presetSubtype="0" fill="hold" grpId="0" nodeType="withEffect">
                                  <p:stCondLst>
                                    <p:cond delay="200"/>
                                  </p:stCondLst>
                                  <p:childTnLst>
                                    <p:set>
                                      <p:cBhvr>
                                        <p:cTn id="45" dur="1" fill="hold">
                                          <p:stCondLst>
                                            <p:cond delay="0"/>
                                          </p:stCondLst>
                                        </p:cTn>
                                        <p:tgtEl>
                                          <p:spTgt spid="31">
                                            <p:txEl>
                                              <p:pRg st="0" end="0"/>
                                            </p:txEl>
                                          </p:spTgt>
                                        </p:tgtEl>
                                        <p:attrNameLst>
                                          <p:attrName>style.visibility</p:attrName>
                                        </p:attrNameLst>
                                      </p:cBhvr>
                                      <p:to>
                                        <p:strVal val="visible"/>
                                      </p:to>
                                    </p:set>
                                    <p:animEffect transition="in" filter="fade">
                                      <p:cBhvr>
                                        <p:cTn id="46" dur="500"/>
                                        <p:tgtEl>
                                          <p:spTgt spid="31">
                                            <p:txEl>
                                              <p:pRg st="0" end="0"/>
                                            </p:txEl>
                                          </p:spTgt>
                                        </p:tgtEl>
                                      </p:cBhvr>
                                    </p:animEffect>
                                    <p:anim calcmode="lin" valueType="num">
                                      <p:cBhvr>
                                        <p:cTn id="47"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48"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49" fill="hold">
                            <p:stCondLst>
                              <p:cond delay="5000"/>
                            </p:stCondLst>
                            <p:childTnLst>
                              <p:par>
                                <p:cTn id="50" presetID="53" presetClass="entr" presetSubtype="16" fill="hold" grpId="0" nodeType="afterEffect">
                                  <p:stCondLst>
                                    <p:cond delay="0"/>
                                  </p:stCondLst>
                                  <p:childTnLst>
                                    <p:set>
                                      <p:cBhvr>
                                        <p:cTn id="51" dur="1" fill="hold">
                                          <p:stCondLst>
                                            <p:cond delay="0"/>
                                          </p:stCondLst>
                                        </p:cTn>
                                        <p:tgtEl>
                                          <p:spTgt spid="33">
                                            <p:txEl>
                                              <p:pRg st="0" end="0"/>
                                            </p:txEl>
                                          </p:spTgt>
                                        </p:tgtEl>
                                        <p:attrNameLst>
                                          <p:attrName>style.visibility</p:attrName>
                                        </p:attrNameLst>
                                      </p:cBhvr>
                                      <p:to>
                                        <p:strVal val="visible"/>
                                      </p:to>
                                    </p:set>
                                    <p:anim calcmode="lin" valueType="num">
                                      <p:cBhvr>
                                        <p:cTn id="52" dur="3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53" dur="3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54" dur="300"/>
                                        <p:tgtEl>
                                          <p:spTgt spid="33">
                                            <p:txEl>
                                              <p:pRg st="0" end="0"/>
                                            </p:txEl>
                                          </p:spTgt>
                                        </p:tgtEl>
                                      </p:cBhvr>
                                    </p:animEffect>
                                  </p:childTnLst>
                                </p:cTn>
                              </p:par>
                              <p:par>
                                <p:cTn id="55" presetID="53" presetClass="entr" presetSubtype="16" fill="hold" grpId="0" nodeType="withEffect" nodePh="1">
                                  <p:stCondLst>
                                    <p:cond delay="800"/>
                                  </p:stCondLst>
                                  <p:endCondLst>
                                    <p:cond evt="begin" delay="0">
                                      <p:tn val="55"/>
                                    </p:cond>
                                  </p:endCondLst>
                                  <p:childTnLst>
                                    <p:set>
                                      <p:cBhvr>
                                        <p:cTn id="56" dur="1" fill="hold">
                                          <p:stCondLst>
                                            <p:cond delay="0"/>
                                          </p:stCondLst>
                                        </p:cTn>
                                        <p:tgtEl>
                                          <p:spTgt spid="41"/>
                                        </p:tgtEl>
                                        <p:attrNameLst>
                                          <p:attrName>style.visibility</p:attrName>
                                        </p:attrNameLst>
                                      </p:cBhvr>
                                      <p:to>
                                        <p:strVal val="visible"/>
                                      </p:to>
                                    </p:set>
                                    <p:anim calcmode="lin" valueType="num">
                                      <p:cBhvr>
                                        <p:cTn id="57" dur="1000" fill="hold"/>
                                        <p:tgtEl>
                                          <p:spTgt spid="41"/>
                                        </p:tgtEl>
                                        <p:attrNameLst>
                                          <p:attrName>ppt_w</p:attrName>
                                        </p:attrNameLst>
                                      </p:cBhvr>
                                      <p:tavLst>
                                        <p:tav tm="0">
                                          <p:val>
                                            <p:fltVal val="0"/>
                                          </p:val>
                                        </p:tav>
                                        <p:tav tm="100000">
                                          <p:val>
                                            <p:strVal val="#ppt_w"/>
                                          </p:val>
                                        </p:tav>
                                      </p:tavLst>
                                    </p:anim>
                                    <p:anim calcmode="lin" valueType="num">
                                      <p:cBhvr>
                                        <p:cTn id="58" dur="1000" fill="hold"/>
                                        <p:tgtEl>
                                          <p:spTgt spid="41"/>
                                        </p:tgtEl>
                                        <p:attrNameLst>
                                          <p:attrName>ppt_h</p:attrName>
                                        </p:attrNameLst>
                                      </p:cBhvr>
                                      <p:tavLst>
                                        <p:tav tm="0">
                                          <p:val>
                                            <p:fltVal val="0"/>
                                          </p:val>
                                        </p:tav>
                                        <p:tav tm="100000">
                                          <p:val>
                                            <p:strVal val="#ppt_h"/>
                                          </p:val>
                                        </p:tav>
                                      </p:tavLst>
                                    </p:anim>
                                    <p:animEffect transition="in" filter="fade">
                                      <p:cBhvr>
                                        <p:cTn id="59" dur="1000"/>
                                        <p:tgtEl>
                                          <p:spTgt spid="41"/>
                                        </p:tgtEl>
                                      </p:cBhvr>
                                    </p:animEffect>
                                  </p:childTnLst>
                                </p:cTn>
                              </p:par>
                            </p:childTnLst>
                          </p:cTn>
                        </p:par>
                        <p:par>
                          <p:cTn id="60" fill="hold">
                            <p:stCondLst>
                              <p:cond delay="6800"/>
                            </p:stCondLst>
                            <p:childTnLst>
                              <p:par>
                                <p:cTn id="61" presetID="22" presetClass="entr" presetSubtype="8" fill="hold" grpId="0" nodeType="after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wipe(left)">
                                      <p:cBhvr>
                                        <p:cTn id="63" dur="500"/>
                                        <p:tgtEl>
                                          <p:spTgt spid="42"/>
                                        </p:tgtEl>
                                      </p:cBhvr>
                                    </p:animEffect>
                                  </p:childTnLst>
                                </p:cTn>
                              </p:par>
                              <p:par>
                                <p:cTn id="64" presetID="42" presetClass="entr" presetSubtype="0" fill="hold" grpId="0" nodeType="withEffect">
                                  <p:stCondLst>
                                    <p:cond delay="200"/>
                                  </p:stCondLst>
                                  <p:childTnLst>
                                    <p:set>
                                      <p:cBhvr>
                                        <p:cTn id="65" dur="1" fill="hold">
                                          <p:stCondLst>
                                            <p:cond delay="0"/>
                                          </p:stCondLst>
                                        </p:cTn>
                                        <p:tgtEl>
                                          <p:spTgt spid="46">
                                            <p:txEl>
                                              <p:pRg st="0" end="0"/>
                                            </p:txEl>
                                          </p:spTgt>
                                        </p:tgtEl>
                                        <p:attrNameLst>
                                          <p:attrName>style.visibility</p:attrName>
                                        </p:attrNameLst>
                                      </p:cBhvr>
                                      <p:to>
                                        <p:strVal val="visible"/>
                                      </p:to>
                                    </p:set>
                                    <p:animEffect transition="in" filter="fade">
                                      <p:cBhvr>
                                        <p:cTn id="66" dur="500"/>
                                        <p:tgtEl>
                                          <p:spTgt spid="46">
                                            <p:txEl>
                                              <p:pRg st="0" end="0"/>
                                            </p:txEl>
                                          </p:spTgt>
                                        </p:tgtEl>
                                      </p:cBhvr>
                                    </p:animEffect>
                                    <p:anim calcmode="lin" valueType="num">
                                      <p:cBhvr>
                                        <p:cTn id="67"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p:cTn id="68" dur="500" fill="hold"/>
                                        <p:tgtEl>
                                          <p:spTgt spid="46">
                                            <p:txEl>
                                              <p:pRg st="0" end="0"/>
                                            </p:txEl>
                                          </p:spTgt>
                                        </p:tgtEl>
                                        <p:attrNameLst>
                                          <p:attrName>ppt_y</p:attrName>
                                        </p:attrNameLst>
                                      </p:cBhvr>
                                      <p:tavLst>
                                        <p:tav tm="0">
                                          <p:val>
                                            <p:strVal val="#ppt_y+.1"/>
                                          </p:val>
                                        </p:tav>
                                        <p:tav tm="100000">
                                          <p:val>
                                            <p:strVal val="#ppt_y"/>
                                          </p:val>
                                        </p:tav>
                                      </p:tavLst>
                                    </p:anim>
                                  </p:childTnLst>
                                </p:cTn>
                              </p:par>
                            </p:childTnLst>
                          </p:cTn>
                        </p:par>
                        <p:par>
                          <p:cTn id="69" fill="hold">
                            <p:stCondLst>
                              <p:cond delay="7500"/>
                            </p:stCondLst>
                            <p:childTnLst>
                              <p:par>
                                <p:cTn id="70" presetID="53" presetClass="entr" presetSubtype="16" fill="hold" grpId="0" nodeType="afterEffect">
                                  <p:stCondLst>
                                    <p:cond delay="0"/>
                                  </p:stCondLst>
                                  <p:childTnLst>
                                    <p:set>
                                      <p:cBhvr>
                                        <p:cTn id="71" dur="1" fill="hold">
                                          <p:stCondLst>
                                            <p:cond delay="0"/>
                                          </p:stCondLst>
                                        </p:cTn>
                                        <p:tgtEl>
                                          <p:spTgt spid="55">
                                            <p:txEl>
                                              <p:pRg st="0" end="0"/>
                                            </p:txEl>
                                          </p:spTgt>
                                        </p:tgtEl>
                                        <p:attrNameLst>
                                          <p:attrName>style.visibility</p:attrName>
                                        </p:attrNameLst>
                                      </p:cBhvr>
                                      <p:to>
                                        <p:strVal val="visible"/>
                                      </p:to>
                                    </p:set>
                                    <p:anim calcmode="lin" valueType="num">
                                      <p:cBhvr>
                                        <p:cTn id="72" dur="300" fill="hold"/>
                                        <p:tgtEl>
                                          <p:spTgt spid="55">
                                            <p:txEl>
                                              <p:pRg st="0" end="0"/>
                                            </p:txEl>
                                          </p:spTgt>
                                        </p:tgtEl>
                                        <p:attrNameLst>
                                          <p:attrName>ppt_w</p:attrName>
                                        </p:attrNameLst>
                                      </p:cBhvr>
                                      <p:tavLst>
                                        <p:tav tm="0">
                                          <p:val>
                                            <p:fltVal val="0"/>
                                          </p:val>
                                        </p:tav>
                                        <p:tav tm="100000">
                                          <p:val>
                                            <p:strVal val="#ppt_w"/>
                                          </p:val>
                                        </p:tav>
                                      </p:tavLst>
                                    </p:anim>
                                    <p:anim calcmode="lin" valueType="num">
                                      <p:cBhvr>
                                        <p:cTn id="73" dur="300" fill="hold"/>
                                        <p:tgtEl>
                                          <p:spTgt spid="55">
                                            <p:txEl>
                                              <p:pRg st="0" end="0"/>
                                            </p:txEl>
                                          </p:spTgt>
                                        </p:tgtEl>
                                        <p:attrNameLst>
                                          <p:attrName>ppt_h</p:attrName>
                                        </p:attrNameLst>
                                      </p:cBhvr>
                                      <p:tavLst>
                                        <p:tav tm="0">
                                          <p:val>
                                            <p:fltVal val="0"/>
                                          </p:val>
                                        </p:tav>
                                        <p:tav tm="100000">
                                          <p:val>
                                            <p:strVal val="#ppt_h"/>
                                          </p:val>
                                        </p:tav>
                                      </p:tavLst>
                                    </p:anim>
                                    <p:animEffect transition="in" filter="fade">
                                      <p:cBhvr>
                                        <p:cTn id="74" dur="300"/>
                                        <p:tgtEl>
                                          <p:spTgt spid="55">
                                            <p:txEl>
                                              <p:pRg st="0" end="0"/>
                                            </p:txEl>
                                          </p:spTgt>
                                        </p:tgtEl>
                                      </p:cBhvr>
                                    </p:animEffect>
                                  </p:childTnLst>
                                </p:cTn>
                              </p:par>
                              <p:par>
                                <p:cTn id="75" presetID="53" presetClass="entr" presetSubtype="16" fill="hold" grpId="0" nodeType="withEffect" nodePh="1">
                                  <p:stCondLst>
                                    <p:cond delay="800"/>
                                  </p:stCondLst>
                                  <p:endCondLst>
                                    <p:cond evt="begin" delay="0">
                                      <p:tn val="75"/>
                                    </p:cond>
                                  </p:endCondLst>
                                  <p:childTnLst>
                                    <p:set>
                                      <p:cBhvr>
                                        <p:cTn id="76" dur="1" fill="hold">
                                          <p:stCondLst>
                                            <p:cond delay="0"/>
                                          </p:stCondLst>
                                        </p:cTn>
                                        <p:tgtEl>
                                          <p:spTgt spid="51"/>
                                        </p:tgtEl>
                                        <p:attrNameLst>
                                          <p:attrName>style.visibility</p:attrName>
                                        </p:attrNameLst>
                                      </p:cBhvr>
                                      <p:to>
                                        <p:strVal val="visible"/>
                                      </p:to>
                                    </p:set>
                                    <p:anim calcmode="lin" valueType="num">
                                      <p:cBhvr>
                                        <p:cTn id="77" dur="1000" fill="hold"/>
                                        <p:tgtEl>
                                          <p:spTgt spid="51"/>
                                        </p:tgtEl>
                                        <p:attrNameLst>
                                          <p:attrName>ppt_w</p:attrName>
                                        </p:attrNameLst>
                                      </p:cBhvr>
                                      <p:tavLst>
                                        <p:tav tm="0">
                                          <p:val>
                                            <p:fltVal val="0"/>
                                          </p:val>
                                        </p:tav>
                                        <p:tav tm="100000">
                                          <p:val>
                                            <p:strVal val="#ppt_w"/>
                                          </p:val>
                                        </p:tav>
                                      </p:tavLst>
                                    </p:anim>
                                    <p:anim calcmode="lin" valueType="num">
                                      <p:cBhvr>
                                        <p:cTn id="78" dur="1000" fill="hold"/>
                                        <p:tgtEl>
                                          <p:spTgt spid="51"/>
                                        </p:tgtEl>
                                        <p:attrNameLst>
                                          <p:attrName>ppt_h</p:attrName>
                                        </p:attrNameLst>
                                      </p:cBhvr>
                                      <p:tavLst>
                                        <p:tav tm="0">
                                          <p:val>
                                            <p:fltVal val="0"/>
                                          </p:val>
                                        </p:tav>
                                        <p:tav tm="100000">
                                          <p:val>
                                            <p:strVal val="#ppt_h"/>
                                          </p:val>
                                        </p:tav>
                                      </p:tavLst>
                                    </p:anim>
                                    <p:animEffect transition="in" filter="fade">
                                      <p:cBhvr>
                                        <p:cTn id="79" dur="1000"/>
                                        <p:tgtEl>
                                          <p:spTgt spid="51"/>
                                        </p:tgtEl>
                                      </p:cBhvr>
                                    </p:animEffect>
                                  </p:childTnLst>
                                </p:cTn>
                              </p:par>
                            </p:childTnLst>
                          </p:cTn>
                        </p:par>
                        <p:par>
                          <p:cTn id="80" fill="hold">
                            <p:stCondLst>
                              <p:cond delay="9300"/>
                            </p:stCondLst>
                            <p:childTnLst>
                              <p:par>
                                <p:cTn id="81" presetID="22" presetClass="entr" presetSubtype="8" fill="hold" grpId="0" nodeType="afterEffect">
                                  <p:stCondLst>
                                    <p:cond delay="0"/>
                                  </p:stCondLst>
                                  <p:childTnLst>
                                    <p:set>
                                      <p:cBhvr>
                                        <p:cTn id="82" dur="1" fill="hold">
                                          <p:stCondLst>
                                            <p:cond delay="0"/>
                                          </p:stCondLst>
                                        </p:cTn>
                                        <p:tgtEl>
                                          <p:spTgt spid="52"/>
                                        </p:tgtEl>
                                        <p:attrNameLst>
                                          <p:attrName>style.visibility</p:attrName>
                                        </p:attrNameLst>
                                      </p:cBhvr>
                                      <p:to>
                                        <p:strVal val="visible"/>
                                      </p:to>
                                    </p:set>
                                    <p:animEffect transition="in" filter="wipe(left)">
                                      <p:cBhvr>
                                        <p:cTn id="83" dur="500"/>
                                        <p:tgtEl>
                                          <p:spTgt spid="52"/>
                                        </p:tgtEl>
                                      </p:cBhvr>
                                    </p:animEffect>
                                  </p:childTnLst>
                                </p:cTn>
                              </p:par>
                              <p:par>
                                <p:cTn id="84" presetID="42" presetClass="entr" presetSubtype="0" fill="hold" grpId="0" nodeType="withEffect">
                                  <p:stCondLst>
                                    <p:cond delay="200"/>
                                  </p:stCondLst>
                                  <p:childTnLst>
                                    <p:set>
                                      <p:cBhvr>
                                        <p:cTn id="85" dur="1" fill="hold">
                                          <p:stCondLst>
                                            <p:cond delay="0"/>
                                          </p:stCondLst>
                                        </p:cTn>
                                        <p:tgtEl>
                                          <p:spTgt spid="53">
                                            <p:txEl>
                                              <p:pRg st="0" end="0"/>
                                            </p:txEl>
                                          </p:spTgt>
                                        </p:tgtEl>
                                        <p:attrNameLst>
                                          <p:attrName>style.visibility</p:attrName>
                                        </p:attrNameLst>
                                      </p:cBhvr>
                                      <p:to>
                                        <p:strVal val="visible"/>
                                      </p:to>
                                    </p:set>
                                    <p:animEffect transition="in" filter="fade">
                                      <p:cBhvr>
                                        <p:cTn id="86" dur="500"/>
                                        <p:tgtEl>
                                          <p:spTgt spid="53">
                                            <p:txEl>
                                              <p:pRg st="0" end="0"/>
                                            </p:txEl>
                                          </p:spTgt>
                                        </p:tgtEl>
                                      </p:cBhvr>
                                    </p:animEffect>
                                    <p:anim calcmode="lin" valueType="num">
                                      <p:cBhvr>
                                        <p:cTn id="87" dur="500" fill="hold"/>
                                        <p:tgtEl>
                                          <p:spTgt spid="53">
                                            <p:txEl>
                                              <p:pRg st="0" end="0"/>
                                            </p:txEl>
                                          </p:spTgt>
                                        </p:tgtEl>
                                        <p:attrNameLst>
                                          <p:attrName>ppt_x</p:attrName>
                                        </p:attrNameLst>
                                      </p:cBhvr>
                                      <p:tavLst>
                                        <p:tav tm="0">
                                          <p:val>
                                            <p:strVal val="#ppt_x"/>
                                          </p:val>
                                        </p:tav>
                                        <p:tav tm="100000">
                                          <p:val>
                                            <p:strVal val="#ppt_x"/>
                                          </p:val>
                                        </p:tav>
                                      </p:tavLst>
                                    </p:anim>
                                    <p:anim calcmode="lin" valueType="num">
                                      <p:cBhvr>
                                        <p:cTn id="88" dur="500" fill="hold"/>
                                        <p:tgtEl>
                                          <p:spTgt spid="53">
                                            <p:txEl>
                                              <p:pRg st="0" end="0"/>
                                            </p:txEl>
                                          </p:spTgt>
                                        </p:tgtEl>
                                        <p:attrNameLst>
                                          <p:attrName>ppt_y</p:attrName>
                                        </p:attrNameLst>
                                      </p:cBhvr>
                                      <p:tavLst>
                                        <p:tav tm="0">
                                          <p:val>
                                            <p:strVal val="#ppt_y+.1"/>
                                          </p:val>
                                        </p:tav>
                                        <p:tav tm="100000">
                                          <p:val>
                                            <p:strVal val="#ppt_y"/>
                                          </p:val>
                                        </p:tav>
                                      </p:tavLst>
                                    </p:anim>
                                  </p:childTnLst>
                                </p:cTn>
                              </p:par>
                            </p:childTnLst>
                          </p:cTn>
                        </p:par>
                        <p:par>
                          <p:cTn id="89" fill="hold">
                            <p:stCondLst>
                              <p:cond delay="10000"/>
                            </p:stCondLst>
                            <p:childTnLst>
                              <p:par>
                                <p:cTn id="90" presetID="53" presetClass="entr" presetSubtype="16" fill="hold" grpId="0" nodeType="afterEffect">
                                  <p:stCondLst>
                                    <p:cond delay="0"/>
                                  </p:stCondLst>
                                  <p:childTnLst>
                                    <p:set>
                                      <p:cBhvr>
                                        <p:cTn id="91" dur="1" fill="hold">
                                          <p:stCondLst>
                                            <p:cond delay="0"/>
                                          </p:stCondLst>
                                        </p:cTn>
                                        <p:tgtEl>
                                          <p:spTgt spid="54">
                                            <p:txEl>
                                              <p:pRg st="0" end="0"/>
                                            </p:txEl>
                                          </p:spTgt>
                                        </p:tgtEl>
                                        <p:attrNameLst>
                                          <p:attrName>style.visibility</p:attrName>
                                        </p:attrNameLst>
                                      </p:cBhvr>
                                      <p:to>
                                        <p:strVal val="visible"/>
                                      </p:to>
                                    </p:set>
                                    <p:anim calcmode="lin" valueType="num">
                                      <p:cBhvr>
                                        <p:cTn id="92" dur="300" fill="hold"/>
                                        <p:tgtEl>
                                          <p:spTgt spid="54">
                                            <p:txEl>
                                              <p:pRg st="0" end="0"/>
                                            </p:txEl>
                                          </p:spTgt>
                                        </p:tgtEl>
                                        <p:attrNameLst>
                                          <p:attrName>ppt_w</p:attrName>
                                        </p:attrNameLst>
                                      </p:cBhvr>
                                      <p:tavLst>
                                        <p:tav tm="0">
                                          <p:val>
                                            <p:fltVal val="0"/>
                                          </p:val>
                                        </p:tav>
                                        <p:tav tm="100000">
                                          <p:val>
                                            <p:strVal val="#ppt_w"/>
                                          </p:val>
                                        </p:tav>
                                      </p:tavLst>
                                    </p:anim>
                                    <p:anim calcmode="lin" valueType="num">
                                      <p:cBhvr>
                                        <p:cTn id="93" dur="300" fill="hold"/>
                                        <p:tgtEl>
                                          <p:spTgt spid="54">
                                            <p:txEl>
                                              <p:pRg st="0" end="0"/>
                                            </p:txEl>
                                          </p:spTgt>
                                        </p:tgtEl>
                                        <p:attrNameLst>
                                          <p:attrName>ppt_h</p:attrName>
                                        </p:attrNameLst>
                                      </p:cBhvr>
                                      <p:tavLst>
                                        <p:tav tm="0">
                                          <p:val>
                                            <p:fltVal val="0"/>
                                          </p:val>
                                        </p:tav>
                                        <p:tav tm="100000">
                                          <p:val>
                                            <p:strVal val="#ppt_h"/>
                                          </p:val>
                                        </p:tav>
                                      </p:tavLst>
                                    </p:anim>
                                    <p:animEffect transition="in" filter="fade">
                                      <p:cBhvr>
                                        <p:cTn id="94" dur="300"/>
                                        <p:tgtEl>
                                          <p:spTgt spid="54">
                                            <p:txEl>
                                              <p:pRg st="0" end="0"/>
                                            </p:txEl>
                                          </p:spTgt>
                                        </p:tgtEl>
                                      </p:cBhvr>
                                    </p:animEffect>
                                  </p:childTnLst>
                                </p:cTn>
                              </p:par>
                              <p:par>
                                <p:cTn id="95" presetID="53" presetClass="entr" presetSubtype="16" fill="hold" grpId="0" nodeType="withEffect" nodePh="1">
                                  <p:stCondLst>
                                    <p:cond delay="800"/>
                                  </p:stCondLst>
                                  <p:endCondLst>
                                    <p:cond evt="begin" delay="0">
                                      <p:tn val="95"/>
                                    </p:cond>
                                  </p:endCondLst>
                                  <p:childTnLst>
                                    <p:set>
                                      <p:cBhvr>
                                        <p:cTn id="96" dur="1" fill="hold">
                                          <p:stCondLst>
                                            <p:cond delay="0"/>
                                          </p:stCondLst>
                                        </p:cTn>
                                        <p:tgtEl>
                                          <p:spTgt spid="56"/>
                                        </p:tgtEl>
                                        <p:attrNameLst>
                                          <p:attrName>style.visibility</p:attrName>
                                        </p:attrNameLst>
                                      </p:cBhvr>
                                      <p:to>
                                        <p:strVal val="visible"/>
                                      </p:to>
                                    </p:set>
                                    <p:anim calcmode="lin" valueType="num">
                                      <p:cBhvr>
                                        <p:cTn id="97" dur="1000" fill="hold"/>
                                        <p:tgtEl>
                                          <p:spTgt spid="56"/>
                                        </p:tgtEl>
                                        <p:attrNameLst>
                                          <p:attrName>ppt_w</p:attrName>
                                        </p:attrNameLst>
                                      </p:cBhvr>
                                      <p:tavLst>
                                        <p:tav tm="0">
                                          <p:val>
                                            <p:fltVal val="0"/>
                                          </p:val>
                                        </p:tav>
                                        <p:tav tm="100000">
                                          <p:val>
                                            <p:strVal val="#ppt_w"/>
                                          </p:val>
                                        </p:tav>
                                      </p:tavLst>
                                    </p:anim>
                                    <p:anim calcmode="lin" valueType="num">
                                      <p:cBhvr>
                                        <p:cTn id="98" dur="1000" fill="hold"/>
                                        <p:tgtEl>
                                          <p:spTgt spid="56"/>
                                        </p:tgtEl>
                                        <p:attrNameLst>
                                          <p:attrName>ppt_h</p:attrName>
                                        </p:attrNameLst>
                                      </p:cBhvr>
                                      <p:tavLst>
                                        <p:tav tm="0">
                                          <p:val>
                                            <p:fltVal val="0"/>
                                          </p:val>
                                        </p:tav>
                                        <p:tav tm="100000">
                                          <p:val>
                                            <p:strVal val="#ppt_h"/>
                                          </p:val>
                                        </p:tav>
                                      </p:tavLst>
                                    </p:anim>
                                    <p:animEffect transition="in" filter="fade">
                                      <p:cBhvr>
                                        <p:cTn id="99" dur="1000"/>
                                        <p:tgtEl>
                                          <p:spTgt spid="56"/>
                                        </p:tgtEl>
                                      </p:cBhvr>
                                    </p:animEffect>
                                  </p:childTnLst>
                                </p:cTn>
                              </p:par>
                            </p:childTnLst>
                          </p:cTn>
                        </p:par>
                        <p:par>
                          <p:cTn id="100" fill="hold">
                            <p:stCondLst>
                              <p:cond delay="11800"/>
                            </p:stCondLst>
                            <p:childTnLst>
                              <p:par>
                                <p:cTn id="101" presetID="22" presetClass="entr" presetSubtype="8" fill="hold" grpId="0" nodeType="afterEffect">
                                  <p:stCondLst>
                                    <p:cond delay="0"/>
                                  </p:stCondLst>
                                  <p:childTnLst>
                                    <p:set>
                                      <p:cBhvr>
                                        <p:cTn id="102" dur="1" fill="hold">
                                          <p:stCondLst>
                                            <p:cond delay="0"/>
                                          </p:stCondLst>
                                        </p:cTn>
                                        <p:tgtEl>
                                          <p:spTgt spid="57"/>
                                        </p:tgtEl>
                                        <p:attrNameLst>
                                          <p:attrName>style.visibility</p:attrName>
                                        </p:attrNameLst>
                                      </p:cBhvr>
                                      <p:to>
                                        <p:strVal val="visible"/>
                                      </p:to>
                                    </p:set>
                                    <p:animEffect transition="in" filter="wipe(left)">
                                      <p:cBhvr>
                                        <p:cTn id="103" dur="500"/>
                                        <p:tgtEl>
                                          <p:spTgt spid="57"/>
                                        </p:tgtEl>
                                      </p:cBhvr>
                                    </p:animEffect>
                                  </p:childTnLst>
                                </p:cTn>
                              </p:par>
                              <p:par>
                                <p:cTn id="104" presetID="42" presetClass="entr" presetSubtype="0" fill="hold" grpId="0" nodeType="withEffect">
                                  <p:stCondLst>
                                    <p:cond delay="200"/>
                                  </p:stCondLst>
                                  <p:childTnLst>
                                    <p:set>
                                      <p:cBhvr>
                                        <p:cTn id="105" dur="1" fill="hold">
                                          <p:stCondLst>
                                            <p:cond delay="0"/>
                                          </p:stCondLst>
                                        </p:cTn>
                                        <p:tgtEl>
                                          <p:spTgt spid="58">
                                            <p:txEl>
                                              <p:pRg st="0" end="0"/>
                                            </p:txEl>
                                          </p:spTgt>
                                        </p:tgtEl>
                                        <p:attrNameLst>
                                          <p:attrName>style.visibility</p:attrName>
                                        </p:attrNameLst>
                                      </p:cBhvr>
                                      <p:to>
                                        <p:strVal val="visible"/>
                                      </p:to>
                                    </p:set>
                                    <p:animEffect transition="in" filter="fade">
                                      <p:cBhvr>
                                        <p:cTn id="106" dur="500"/>
                                        <p:tgtEl>
                                          <p:spTgt spid="58">
                                            <p:txEl>
                                              <p:pRg st="0" end="0"/>
                                            </p:txEl>
                                          </p:spTgt>
                                        </p:tgtEl>
                                      </p:cBhvr>
                                    </p:animEffect>
                                    <p:anim calcmode="lin" valueType="num">
                                      <p:cBhvr>
                                        <p:cTn id="107" dur="500" fill="hold"/>
                                        <p:tgtEl>
                                          <p:spTgt spid="58">
                                            <p:txEl>
                                              <p:pRg st="0" end="0"/>
                                            </p:txEl>
                                          </p:spTgt>
                                        </p:tgtEl>
                                        <p:attrNameLst>
                                          <p:attrName>ppt_x</p:attrName>
                                        </p:attrNameLst>
                                      </p:cBhvr>
                                      <p:tavLst>
                                        <p:tav tm="0">
                                          <p:val>
                                            <p:strVal val="#ppt_x"/>
                                          </p:val>
                                        </p:tav>
                                        <p:tav tm="100000">
                                          <p:val>
                                            <p:strVal val="#ppt_x"/>
                                          </p:val>
                                        </p:tav>
                                      </p:tavLst>
                                    </p:anim>
                                    <p:anim calcmode="lin" valueType="num">
                                      <p:cBhvr>
                                        <p:cTn id="108" dur="500" fill="hold"/>
                                        <p:tgtEl>
                                          <p:spTgt spid="58">
                                            <p:txEl>
                                              <p:pRg st="0" end="0"/>
                                            </p:txEl>
                                          </p:spTgt>
                                        </p:tgtEl>
                                        <p:attrNameLst>
                                          <p:attrName>ppt_y</p:attrName>
                                        </p:attrNameLst>
                                      </p:cBhvr>
                                      <p:tavLst>
                                        <p:tav tm="0">
                                          <p:val>
                                            <p:strVal val="#ppt_y+.1"/>
                                          </p:val>
                                        </p:tav>
                                        <p:tav tm="100000">
                                          <p:val>
                                            <p:strVal val="#ppt_y"/>
                                          </p:val>
                                        </p:tav>
                                      </p:tavLst>
                                    </p:anim>
                                  </p:childTnLst>
                                </p:cTn>
                              </p:par>
                            </p:childTnLst>
                          </p:cTn>
                        </p:par>
                        <p:par>
                          <p:cTn id="109" fill="hold">
                            <p:stCondLst>
                              <p:cond delay="12500"/>
                            </p:stCondLst>
                            <p:childTnLst>
                              <p:par>
                                <p:cTn id="110" presetID="53" presetClass="entr" presetSubtype="16" fill="hold" grpId="0" nodeType="afterEffect">
                                  <p:stCondLst>
                                    <p:cond delay="0"/>
                                  </p:stCondLst>
                                  <p:childTnLst>
                                    <p:set>
                                      <p:cBhvr>
                                        <p:cTn id="111" dur="1" fill="hold">
                                          <p:stCondLst>
                                            <p:cond delay="0"/>
                                          </p:stCondLst>
                                        </p:cTn>
                                        <p:tgtEl>
                                          <p:spTgt spid="59">
                                            <p:txEl>
                                              <p:pRg st="0" end="0"/>
                                            </p:txEl>
                                          </p:spTgt>
                                        </p:tgtEl>
                                        <p:attrNameLst>
                                          <p:attrName>style.visibility</p:attrName>
                                        </p:attrNameLst>
                                      </p:cBhvr>
                                      <p:to>
                                        <p:strVal val="visible"/>
                                      </p:to>
                                    </p:set>
                                    <p:anim calcmode="lin" valueType="num">
                                      <p:cBhvr>
                                        <p:cTn id="112" dur="300" fill="hold"/>
                                        <p:tgtEl>
                                          <p:spTgt spid="59">
                                            <p:txEl>
                                              <p:pRg st="0" end="0"/>
                                            </p:txEl>
                                          </p:spTgt>
                                        </p:tgtEl>
                                        <p:attrNameLst>
                                          <p:attrName>ppt_w</p:attrName>
                                        </p:attrNameLst>
                                      </p:cBhvr>
                                      <p:tavLst>
                                        <p:tav tm="0">
                                          <p:val>
                                            <p:fltVal val="0"/>
                                          </p:val>
                                        </p:tav>
                                        <p:tav tm="100000">
                                          <p:val>
                                            <p:strVal val="#ppt_w"/>
                                          </p:val>
                                        </p:tav>
                                      </p:tavLst>
                                    </p:anim>
                                    <p:anim calcmode="lin" valueType="num">
                                      <p:cBhvr>
                                        <p:cTn id="113" dur="300" fill="hold"/>
                                        <p:tgtEl>
                                          <p:spTgt spid="59">
                                            <p:txEl>
                                              <p:pRg st="0" end="0"/>
                                            </p:txEl>
                                          </p:spTgt>
                                        </p:tgtEl>
                                        <p:attrNameLst>
                                          <p:attrName>ppt_h</p:attrName>
                                        </p:attrNameLst>
                                      </p:cBhvr>
                                      <p:tavLst>
                                        <p:tav tm="0">
                                          <p:val>
                                            <p:fltVal val="0"/>
                                          </p:val>
                                        </p:tav>
                                        <p:tav tm="100000">
                                          <p:val>
                                            <p:strVal val="#ppt_h"/>
                                          </p:val>
                                        </p:tav>
                                      </p:tavLst>
                                    </p:anim>
                                    <p:animEffect transition="in" filter="fade">
                                      <p:cBhvr>
                                        <p:cTn id="114" dur="300"/>
                                        <p:tgtEl>
                                          <p:spTgt spid="59">
                                            <p:txEl>
                                              <p:pRg st="0" end="0"/>
                                            </p:txEl>
                                          </p:spTgt>
                                        </p:tgtEl>
                                      </p:cBhvr>
                                    </p:animEffect>
                                  </p:childTnLst>
                                </p:cTn>
                              </p:par>
                              <p:par>
                                <p:cTn id="115" presetID="53" presetClass="entr" presetSubtype="16" fill="hold" grpId="0" nodeType="withEffect" nodePh="1">
                                  <p:stCondLst>
                                    <p:cond delay="800"/>
                                  </p:stCondLst>
                                  <p:endCondLst>
                                    <p:cond evt="begin" delay="0">
                                      <p:tn val="115"/>
                                    </p:cond>
                                  </p:endCondLst>
                                  <p:childTnLst>
                                    <p:set>
                                      <p:cBhvr>
                                        <p:cTn id="116" dur="1" fill="hold">
                                          <p:stCondLst>
                                            <p:cond delay="0"/>
                                          </p:stCondLst>
                                        </p:cTn>
                                        <p:tgtEl>
                                          <p:spTgt spid="60"/>
                                        </p:tgtEl>
                                        <p:attrNameLst>
                                          <p:attrName>style.visibility</p:attrName>
                                        </p:attrNameLst>
                                      </p:cBhvr>
                                      <p:to>
                                        <p:strVal val="visible"/>
                                      </p:to>
                                    </p:set>
                                    <p:anim calcmode="lin" valueType="num">
                                      <p:cBhvr>
                                        <p:cTn id="117" dur="1000" fill="hold"/>
                                        <p:tgtEl>
                                          <p:spTgt spid="60"/>
                                        </p:tgtEl>
                                        <p:attrNameLst>
                                          <p:attrName>ppt_w</p:attrName>
                                        </p:attrNameLst>
                                      </p:cBhvr>
                                      <p:tavLst>
                                        <p:tav tm="0">
                                          <p:val>
                                            <p:fltVal val="0"/>
                                          </p:val>
                                        </p:tav>
                                        <p:tav tm="100000">
                                          <p:val>
                                            <p:strVal val="#ppt_w"/>
                                          </p:val>
                                        </p:tav>
                                      </p:tavLst>
                                    </p:anim>
                                    <p:anim calcmode="lin" valueType="num">
                                      <p:cBhvr>
                                        <p:cTn id="118" dur="1000" fill="hold"/>
                                        <p:tgtEl>
                                          <p:spTgt spid="60"/>
                                        </p:tgtEl>
                                        <p:attrNameLst>
                                          <p:attrName>ppt_h</p:attrName>
                                        </p:attrNameLst>
                                      </p:cBhvr>
                                      <p:tavLst>
                                        <p:tav tm="0">
                                          <p:val>
                                            <p:fltVal val="0"/>
                                          </p:val>
                                        </p:tav>
                                        <p:tav tm="100000">
                                          <p:val>
                                            <p:strVal val="#ppt_h"/>
                                          </p:val>
                                        </p:tav>
                                      </p:tavLst>
                                    </p:anim>
                                    <p:animEffect transition="in" filter="fade">
                                      <p:cBhvr>
                                        <p:cTn id="119" dur="1000"/>
                                        <p:tgtEl>
                                          <p:spTgt spid="60"/>
                                        </p:tgtEl>
                                      </p:cBhvr>
                                    </p:animEffect>
                                  </p:childTnLst>
                                </p:cTn>
                              </p:par>
                            </p:childTnLst>
                          </p:cTn>
                        </p:par>
                        <p:par>
                          <p:cTn id="120" fill="hold">
                            <p:stCondLst>
                              <p:cond delay="14300"/>
                            </p:stCondLst>
                            <p:childTnLst>
                              <p:par>
                                <p:cTn id="121" presetID="22" presetClass="entr" presetSubtype="8" fill="hold" grpId="0" nodeType="afterEffect">
                                  <p:stCondLst>
                                    <p:cond delay="0"/>
                                  </p:stCondLst>
                                  <p:childTnLst>
                                    <p:set>
                                      <p:cBhvr>
                                        <p:cTn id="122" dur="1" fill="hold">
                                          <p:stCondLst>
                                            <p:cond delay="0"/>
                                          </p:stCondLst>
                                        </p:cTn>
                                        <p:tgtEl>
                                          <p:spTgt spid="61"/>
                                        </p:tgtEl>
                                        <p:attrNameLst>
                                          <p:attrName>style.visibility</p:attrName>
                                        </p:attrNameLst>
                                      </p:cBhvr>
                                      <p:to>
                                        <p:strVal val="visible"/>
                                      </p:to>
                                    </p:set>
                                    <p:animEffect transition="in" filter="wipe(left)">
                                      <p:cBhvr>
                                        <p:cTn id="123" dur="500"/>
                                        <p:tgtEl>
                                          <p:spTgt spid="61"/>
                                        </p:tgtEl>
                                      </p:cBhvr>
                                    </p:animEffect>
                                  </p:childTnLst>
                                </p:cTn>
                              </p:par>
                              <p:par>
                                <p:cTn id="124" presetID="42" presetClass="entr" presetSubtype="0" fill="hold" grpId="0" nodeType="withEffect">
                                  <p:stCondLst>
                                    <p:cond delay="200"/>
                                  </p:stCondLst>
                                  <p:childTnLst>
                                    <p:set>
                                      <p:cBhvr>
                                        <p:cTn id="125" dur="1" fill="hold">
                                          <p:stCondLst>
                                            <p:cond delay="0"/>
                                          </p:stCondLst>
                                        </p:cTn>
                                        <p:tgtEl>
                                          <p:spTgt spid="62">
                                            <p:txEl>
                                              <p:pRg st="0" end="0"/>
                                            </p:txEl>
                                          </p:spTgt>
                                        </p:tgtEl>
                                        <p:attrNameLst>
                                          <p:attrName>style.visibility</p:attrName>
                                        </p:attrNameLst>
                                      </p:cBhvr>
                                      <p:to>
                                        <p:strVal val="visible"/>
                                      </p:to>
                                    </p:set>
                                    <p:animEffect transition="in" filter="fade">
                                      <p:cBhvr>
                                        <p:cTn id="126" dur="500"/>
                                        <p:tgtEl>
                                          <p:spTgt spid="62">
                                            <p:txEl>
                                              <p:pRg st="0" end="0"/>
                                            </p:txEl>
                                          </p:spTgt>
                                        </p:tgtEl>
                                      </p:cBhvr>
                                    </p:animEffect>
                                    <p:anim calcmode="lin" valueType="num">
                                      <p:cBhvr>
                                        <p:cTn id="127" dur="500" fill="hold"/>
                                        <p:tgtEl>
                                          <p:spTgt spid="62">
                                            <p:txEl>
                                              <p:pRg st="0" end="0"/>
                                            </p:txEl>
                                          </p:spTgt>
                                        </p:tgtEl>
                                        <p:attrNameLst>
                                          <p:attrName>ppt_x</p:attrName>
                                        </p:attrNameLst>
                                      </p:cBhvr>
                                      <p:tavLst>
                                        <p:tav tm="0">
                                          <p:val>
                                            <p:strVal val="#ppt_x"/>
                                          </p:val>
                                        </p:tav>
                                        <p:tav tm="100000">
                                          <p:val>
                                            <p:strVal val="#ppt_x"/>
                                          </p:val>
                                        </p:tav>
                                      </p:tavLst>
                                    </p:anim>
                                    <p:anim calcmode="lin" valueType="num">
                                      <p:cBhvr>
                                        <p:cTn id="128" dur="500" fill="hold"/>
                                        <p:tgtEl>
                                          <p:spTgt spid="62">
                                            <p:txEl>
                                              <p:pRg st="0" end="0"/>
                                            </p:txEl>
                                          </p:spTgt>
                                        </p:tgtEl>
                                        <p:attrNameLst>
                                          <p:attrName>ppt_y</p:attrName>
                                        </p:attrNameLst>
                                      </p:cBhvr>
                                      <p:tavLst>
                                        <p:tav tm="0">
                                          <p:val>
                                            <p:strVal val="#ppt_y+.1"/>
                                          </p:val>
                                        </p:tav>
                                        <p:tav tm="100000">
                                          <p:val>
                                            <p:strVal val="#ppt_y"/>
                                          </p:val>
                                        </p:tav>
                                      </p:tavLst>
                                    </p:anim>
                                  </p:childTnLst>
                                </p:cTn>
                              </p:par>
                            </p:childTnLst>
                          </p:cTn>
                        </p:par>
                        <p:par>
                          <p:cTn id="129" fill="hold">
                            <p:stCondLst>
                              <p:cond delay="15000"/>
                            </p:stCondLst>
                            <p:childTnLst>
                              <p:par>
                                <p:cTn id="130" presetID="53" presetClass="entr" presetSubtype="16" fill="hold" grpId="0" nodeType="afterEffect">
                                  <p:stCondLst>
                                    <p:cond delay="0"/>
                                  </p:stCondLst>
                                  <p:childTnLst>
                                    <p:set>
                                      <p:cBhvr>
                                        <p:cTn id="131" dur="1" fill="hold">
                                          <p:stCondLst>
                                            <p:cond delay="0"/>
                                          </p:stCondLst>
                                        </p:cTn>
                                        <p:tgtEl>
                                          <p:spTgt spid="63">
                                            <p:txEl>
                                              <p:pRg st="0" end="0"/>
                                            </p:txEl>
                                          </p:spTgt>
                                        </p:tgtEl>
                                        <p:attrNameLst>
                                          <p:attrName>style.visibility</p:attrName>
                                        </p:attrNameLst>
                                      </p:cBhvr>
                                      <p:to>
                                        <p:strVal val="visible"/>
                                      </p:to>
                                    </p:set>
                                    <p:anim calcmode="lin" valueType="num">
                                      <p:cBhvr>
                                        <p:cTn id="132" dur="300" fill="hold"/>
                                        <p:tgtEl>
                                          <p:spTgt spid="63">
                                            <p:txEl>
                                              <p:pRg st="0" end="0"/>
                                            </p:txEl>
                                          </p:spTgt>
                                        </p:tgtEl>
                                        <p:attrNameLst>
                                          <p:attrName>ppt_w</p:attrName>
                                        </p:attrNameLst>
                                      </p:cBhvr>
                                      <p:tavLst>
                                        <p:tav tm="0">
                                          <p:val>
                                            <p:fltVal val="0"/>
                                          </p:val>
                                        </p:tav>
                                        <p:tav tm="100000">
                                          <p:val>
                                            <p:strVal val="#ppt_w"/>
                                          </p:val>
                                        </p:tav>
                                      </p:tavLst>
                                    </p:anim>
                                    <p:anim calcmode="lin" valueType="num">
                                      <p:cBhvr>
                                        <p:cTn id="133" dur="300" fill="hold"/>
                                        <p:tgtEl>
                                          <p:spTgt spid="63">
                                            <p:txEl>
                                              <p:pRg st="0" end="0"/>
                                            </p:txEl>
                                          </p:spTgt>
                                        </p:tgtEl>
                                        <p:attrNameLst>
                                          <p:attrName>ppt_h</p:attrName>
                                        </p:attrNameLst>
                                      </p:cBhvr>
                                      <p:tavLst>
                                        <p:tav tm="0">
                                          <p:val>
                                            <p:fltVal val="0"/>
                                          </p:val>
                                        </p:tav>
                                        <p:tav tm="100000">
                                          <p:val>
                                            <p:strVal val="#ppt_h"/>
                                          </p:val>
                                        </p:tav>
                                      </p:tavLst>
                                    </p:anim>
                                    <p:animEffect transition="in" filter="fade">
                                      <p:cBhvr>
                                        <p:cTn id="134" dur="300"/>
                                        <p:tgtEl>
                                          <p:spTgt spid="6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P spid="22" grpId="0"/>
      <p:bldP spid="23" grpId="0" animBg="1"/>
      <p:bldP spid="25" grpId="0" build="p">
        <p:tmplLst>
          <p:tmpl lvl="1">
            <p:tnLst>
              <p:par>
                <p:cTn presetID="42" presetClass="entr" presetSubtype="0" fill="hold" nodeType="withEffect">
                  <p:stCondLst>
                    <p:cond delay="20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anim calcmode="lin" valueType="num">
                      <p:cBhvr>
                        <p:cTn dur="500" fill="hold"/>
                        <p:tgtEl>
                          <p:spTgt spid="25"/>
                        </p:tgtEl>
                        <p:attrNameLst>
                          <p:attrName>ppt_x</p:attrName>
                        </p:attrNameLst>
                      </p:cBhvr>
                      <p:tavLst>
                        <p:tav tm="0">
                          <p:val>
                            <p:strVal val="#ppt_x"/>
                          </p:val>
                        </p:tav>
                        <p:tav tm="100000">
                          <p:val>
                            <p:strVal val="#ppt_x"/>
                          </p:val>
                        </p:tav>
                      </p:tavLst>
                    </p:anim>
                    <p:anim calcmode="lin" valueType="num">
                      <p:cBhvr>
                        <p:cTn dur="500" fill="hold"/>
                        <p:tgtEl>
                          <p:spTgt spid="25"/>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53" presetClass="entr" presetSubtype="16"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p:cTn dur="300" fill="hold"/>
                        <p:tgtEl>
                          <p:spTgt spid="27"/>
                        </p:tgtEl>
                        <p:attrNameLst>
                          <p:attrName>ppt_w</p:attrName>
                        </p:attrNameLst>
                      </p:cBhvr>
                      <p:tavLst>
                        <p:tav tm="0">
                          <p:val>
                            <p:fltVal val="0"/>
                          </p:val>
                        </p:tav>
                        <p:tav tm="100000">
                          <p:val>
                            <p:strVal val="#ppt_w"/>
                          </p:val>
                        </p:tav>
                      </p:tavLst>
                    </p:anim>
                    <p:anim calcmode="lin" valueType="num">
                      <p:cBhvr>
                        <p:cTn dur="300" fill="hold"/>
                        <p:tgtEl>
                          <p:spTgt spid="27"/>
                        </p:tgtEl>
                        <p:attrNameLst>
                          <p:attrName>ppt_h</p:attrName>
                        </p:attrNameLst>
                      </p:cBhvr>
                      <p:tavLst>
                        <p:tav tm="0">
                          <p:val>
                            <p:fltVal val="0"/>
                          </p:val>
                        </p:tav>
                        <p:tav tm="100000">
                          <p:val>
                            <p:strVal val="#ppt_h"/>
                          </p:val>
                        </p:tav>
                      </p:tavLst>
                    </p:anim>
                    <p:animEffect transition="in" filter="fade">
                      <p:cBhvr>
                        <p:cTn dur="300"/>
                        <p:tgtEl>
                          <p:spTgt spid="27"/>
                        </p:tgtEl>
                      </p:cBhvr>
                    </p:animEffect>
                  </p:childTnLst>
                </p:cTn>
              </p:par>
            </p:tnLst>
          </p:tmpl>
        </p:tmplLst>
      </p:bldP>
      <p:bldP spid="28" grpId="0"/>
      <p:bldP spid="29" grpId="0" animBg="1"/>
      <p:bldP spid="31" grpId="0" build="p">
        <p:tmplLst>
          <p:tmpl lvl="1">
            <p:tnLst>
              <p:par>
                <p:cTn presetID="42" presetClass="entr" presetSubtype="0" fill="hold" nodeType="withEffect">
                  <p:stCondLst>
                    <p:cond delay="20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P spid="33" grpId="0" build="p">
        <p:tmplLst>
          <p:tmpl lvl="1">
            <p:tnLst>
              <p:par>
                <p:cTn presetID="53" presetClass="entr" presetSubtype="16"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 calcmode="lin" valueType="num">
                      <p:cBhvr>
                        <p:cTn dur="300" fill="hold"/>
                        <p:tgtEl>
                          <p:spTgt spid="33"/>
                        </p:tgtEl>
                        <p:attrNameLst>
                          <p:attrName>ppt_w</p:attrName>
                        </p:attrNameLst>
                      </p:cBhvr>
                      <p:tavLst>
                        <p:tav tm="0">
                          <p:val>
                            <p:fltVal val="0"/>
                          </p:val>
                        </p:tav>
                        <p:tav tm="100000">
                          <p:val>
                            <p:strVal val="#ppt_w"/>
                          </p:val>
                        </p:tav>
                      </p:tavLst>
                    </p:anim>
                    <p:anim calcmode="lin" valueType="num">
                      <p:cBhvr>
                        <p:cTn dur="300" fill="hold"/>
                        <p:tgtEl>
                          <p:spTgt spid="33"/>
                        </p:tgtEl>
                        <p:attrNameLst>
                          <p:attrName>ppt_h</p:attrName>
                        </p:attrNameLst>
                      </p:cBhvr>
                      <p:tavLst>
                        <p:tav tm="0">
                          <p:val>
                            <p:fltVal val="0"/>
                          </p:val>
                        </p:tav>
                        <p:tav tm="100000">
                          <p:val>
                            <p:strVal val="#ppt_h"/>
                          </p:val>
                        </p:tav>
                      </p:tavLst>
                    </p:anim>
                    <p:animEffect transition="in" filter="fade">
                      <p:cBhvr>
                        <p:cTn dur="300"/>
                        <p:tgtEl>
                          <p:spTgt spid="33"/>
                        </p:tgtEl>
                      </p:cBhvr>
                    </p:animEffect>
                  </p:childTnLst>
                </p:cTn>
              </p:par>
            </p:tnLst>
          </p:tmpl>
        </p:tmplLst>
      </p:bldP>
      <p:bldP spid="41" grpId="0"/>
      <p:bldP spid="42" grpId="0" animBg="1"/>
      <p:bldP spid="46" grpId="0" build="p">
        <p:tmplLst>
          <p:tmpl lvl="1">
            <p:tnLst>
              <p:par>
                <p:cTn presetID="42" presetClass="entr" presetSubtype="0" fill="hold" nodeType="withEffect">
                  <p:stCondLst>
                    <p:cond delay="200"/>
                  </p:stCondLst>
                  <p:childTnLst>
                    <p:set>
                      <p:cBhvr>
                        <p:cTn dur="1" fill="hold">
                          <p:stCondLst>
                            <p:cond delay="0"/>
                          </p:stCondLst>
                        </p:cTn>
                        <p:tgtEl>
                          <p:spTgt spid="46"/>
                        </p:tgtEl>
                        <p:attrNameLst>
                          <p:attrName>style.visibility</p:attrName>
                        </p:attrNameLst>
                      </p:cBhvr>
                      <p:to>
                        <p:strVal val="visible"/>
                      </p:to>
                    </p:set>
                    <p:animEffect transition="in" filter="fade">
                      <p:cBhvr>
                        <p:cTn dur="500"/>
                        <p:tgtEl>
                          <p:spTgt spid="46"/>
                        </p:tgtEl>
                      </p:cBhvr>
                    </p:animEffect>
                    <p:anim calcmode="lin" valueType="num">
                      <p:cBhvr>
                        <p:cTn dur="500" fill="hold"/>
                        <p:tgtEl>
                          <p:spTgt spid="46"/>
                        </p:tgtEl>
                        <p:attrNameLst>
                          <p:attrName>ppt_x</p:attrName>
                        </p:attrNameLst>
                      </p:cBhvr>
                      <p:tavLst>
                        <p:tav tm="0">
                          <p:val>
                            <p:strVal val="#ppt_x"/>
                          </p:val>
                        </p:tav>
                        <p:tav tm="100000">
                          <p:val>
                            <p:strVal val="#ppt_x"/>
                          </p:val>
                        </p:tav>
                      </p:tavLst>
                    </p:anim>
                    <p:anim calcmode="lin" valueType="num">
                      <p:cBhvr>
                        <p:cTn dur="500" fill="hold"/>
                        <p:tgtEl>
                          <p:spTgt spid="46"/>
                        </p:tgtEl>
                        <p:attrNameLst>
                          <p:attrName>ppt_y</p:attrName>
                        </p:attrNameLst>
                      </p:cBhvr>
                      <p:tavLst>
                        <p:tav tm="0">
                          <p:val>
                            <p:strVal val="#ppt_y+.1"/>
                          </p:val>
                        </p:tav>
                        <p:tav tm="100000">
                          <p:val>
                            <p:strVal val="#ppt_y"/>
                          </p:val>
                        </p:tav>
                      </p:tavLst>
                    </p:anim>
                  </p:childTnLst>
                </p:cTn>
              </p:par>
            </p:tnLst>
          </p:tmpl>
        </p:tmplLst>
      </p:bldP>
      <p:bldP spid="55" grpId="0" build="p">
        <p:tmplLst>
          <p:tmpl lvl="1">
            <p:tnLst>
              <p:par>
                <p:cTn presetID="53" presetClass="entr" presetSubtype="16"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 calcmode="lin" valueType="num">
                      <p:cBhvr>
                        <p:cTn dur="300" fill="hold"/>
                        <p:tgtEl>
                          <p:spTgt spid="55"/>
                        </p:tgtEl>
                        <p:attrNameLst>
                          <p:attrName>ppt_w</p:attrName>
                        </p:attrNameLst>
                      </p:cBhvr>
                      <p:tavLst>
                        <p:tav tm="0">
                          <p:val>
                            <p:fltVal val="0"/>
                          </p:val>
                        </p:tav>
                        <p:tav tm="100000">
                          <p:val>
                            <p:strVal val="#ppt_w"/>
                          </p:val>
                        </p:tav>
                      </p:tavLst>
                    </p:anim>
                    <p:anim calcmode="lin" valueType="num">
                      <p:cBhvr>
                        <p:cTn dur="300" fill="hold"/>
                        <p:tgtEl>
                          <p:spTgt spid="55"/>
                        </p:tgtEl>
                        <p:attrNameLst>
                          <p:attrName>ppt_h</p:attrName>
                        </p:attrNameLst>
                      </p:cBhvr>
                      <p:tavLst>
                        <p:tav tm="0">
                          <p:val>
                            <p:fltVal val="0"/>
                          </p:val>
                        </p:tav>
                        <p:tav tm="100000">
                          <p:val>
                            <p:strVal val="#ppt_h"/>
                          </p:val>
                        </p:tav>
                      </p:tavLst>
                    </p:anim>
                    <p:animEffect transition="in" filter="fade">
                      <p:cBhvr>
                        <p:cTn dur="300"/>
                        <p:tgtEl>
                          <p:spTgt spid="55"/>
                        </p:tgtEl>
                      </p:cBhvr>
                    </p:animEffect>
                  </p:childTnLst>
                </p:cTn>
              </p:par>
            </p:tnLst>
          </p:tmpl>
        </p:tmplLst>
      </p:bldP>
      <p:bldP spid="51" grpId="0"/>
      <p:bldP spid="52" grpId="0" animBg="1"/>
      <p:bldP spid="53" grpId="0" build="p">
        <p:tmplLst>
          <p:tmpl lvl="1">
            <p:tnLst>
              <p:par>
                <p:cTn presetID="42" presetClass="entr" presetSubtype="0" fill="hold" nodeType="withEffect">
                  <p:stCondLst>
                    <p:cond delay="20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anim calcmode="lin" valueType="num">
                      <p:cBhvr>
                        <p:cTn dur="500" fill="hold"/>
                        <p:tgtEl>
                          <p:spTgt spid="53"/>
                        </p:tgtEl>
                        <p:attrNameLst>
                          <p:attrName>ppt_x</p:attrName>
                        </p:attrNameLst>
                      </p:cBhvr>
                      <p:tavLst>
                        <p:tav tm="0">
                          <p:val>
                            <p:strVal val="#ppt_x"/>
                          </p:val>
                        </p:tav>
                        <p:tav tm="100000">
                          <p:val>
                            <p:strVal val="#ppt_x"/>
                          </p:val>
                        </p:tav>
                      </p:tavLst>
                    </p:anim>
                    <p:anim calcmode="lin" valueType="num">
                      <p:cBhvr>
                        <p:cTn dur="500" fill="hold"/>
                        <p:tgtEl>
                          <p:spTgt spid="53"/>
                        </p:tgtEl>
                        <p:attrNameLst>
                          <p:attrName>ppt_y</p:attrName>
                        </p:attrNameLst>
                      </p:cBhvr>
                      <p:tavLst>
                        <p:tav tm="0">
                          <p:val>
                            <p:strVal val="#ppt_y+.1"/>
                          </p:val>
                        </p:tav>
                        <p:tav tm="100000">
                          <p:val>
                            <p:strVal val="#ppt_y"/>
                          </p:val>
                        </p:tav>
                      </p:tavLst>
                    </p:anim>
                  </p:childTnLst>
                </p:cTn>
              </p:par>
            </p:tnLst>
          </p:tmpl>
        </p:tmplLst>
      </p:bldP>
      <p:bldP spid="54" grpId="0" build="p">
        <p:tmplLst>
          <p:tmpl lvl="1">
            <p:tnLst>
              <p:par>
                <p:cTn presetID="53" presetClass="entr" presetSubtype="16"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 calcmode="lin" valueType="num">
                      <p:cBhvr>
                        <p:cTn dur="300" fill="hold"/>
                        <p:tgtEl>
                          <p:spTgt spid="54"/>
                        </p:tgtEl>
                        <p:attrNameLst>
                          <p:attrName>ppt_w</p:attrName>
                        </p:attrNameLst>
                      </p:cBhvr>
                      <p:tavLst>
                        <p:tav tm="0">
                          <p:val>
                            <p:fltVal val="0"/>
                          </p:val>
                        </p:tav>
                        <p:tav tm="100000">
                          <p:val>
                            <p:strVal val="#ppt_w"/>
                          </p:val>
                        </p:tav>
                      </p:tavLst>
                    </p:anim>
                    <p:anim calcmode="lin" valueType="num">
                      <p:cBhvr>
                        <p:cTn dur="300" fill="hold"/>
                        <p:tgtEl>
                          <p:spTgt spid="54"/>
                        </p:tgtEl>
                        <p:attrNameLst>
                          <p:attrName>ppt_h</p:attrName>
                        </p:attrNameLst>
                      </p:cBhvr>
                      <p:tavLst>
                        <p:tav tm="0">
                          <p:val>
                            <p:fltVal val="0"/>
                          </p:val>
                        </p:tav>
                        <p:tav tm="100000">
                          <p:val>
                            <p:strVal val="#ppt_h"/>
                          </p:val>
                        </p:tav>
                      </p:tavLst>
                    </p:anim>
                    <p:animEffect transition="in" filter="fade">
                      <p:cBhvr>
                        <p:cTn dur="300"/>
                        <p:tgtEl>
                          <p:spTgt spid="54"/>
                        </p:tgtEl>
                      </p:cBhvr>
                    </p:animEffect>
                  </p:childTnLst>
                </p:cTn>
              </p:par>
            </p:tnLst>
          </p:tmpl>
        </p:tmplLst>
      </p:bldP>
      <p:bldP spid="56" grpId="0"/>
      <p:bldP spid="57" grpId="0" animBg="1"/>
      <p:bldP spid="58" grpId="0" build="p">
        <p:tmplLst>
          <p:tmpl lvl="1">
            <p:tnLst>
              <p:par>
                <p:cTn presetID="42" presetClass="entr" presetSubtype="0" fill="hold" nodeType="withEffect">
                  <p:stCondLst>
                    <p:cond delay="20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anim calcmode="lin" valueType="num">
                      <p:cBhvr>
                        <p:cTn dur="500" fill="hold"/>
                        <p:tgtEl>
                          <p:spTgt spid="58"/>
                        </p:tgtEl>
                        <p:attrNameLst>
                          <p:attrName>ppt_x</p:attrName>
                        </p:attrNameLst>
                      </p:cBhvr>
                      <p:tavLst>
                        <p:tav tm="0">
                          <p:val>
                            <p:strVal val="#ppt_x"/>
                          </p:val>
                        </p:tav>
                        <p:tav tm="100000">
                          <p:val>
                            <p:strVal val="#ppt_x"/>
                          </p:val>
                        </p:tav>
                      </p:tavLst>
                    </p:anim>
                    <p:anim calcmode="lin" valueType="num">
                      <p:cBhvr>
                        <p:cTn dur="500" fill="hold"/>
                        <p:tgtEl>
                          <p:spTgt spid="58"/>
                        </p:tgtEl>
                        <p:attrNameLst>
                          <p:attrName>ppt_y</p:attrName>
                        </p:attrNameLst>
                      </p:cBhvr>
                      <p:tavLst>
                        <p:tav tm="0">
                          <p:val>
                            <p:strVal val="#ppt_y+.1"/>
                          </p:val>
                        </p:tav>
                        <p:tav tm="100000">
                          <p:val>
                            <p:strVal val="#ppt_y"/>
                          </p:val>
                        </p:tav>
                      </p:tavLst>
                    </p:anim>
                  </p:childTnLst>
                </p:cTn>
              </p:par>
            </p:tnLst>
          </p:tmpl>
        </p:tmplLst>
      </p:bldP>
      <p:bldP spid="59" grpId="0" build="p">
        <p:tmplLst>
          <p:tmpl lvl="1">
            <p:tnLst>
              <p:par>
                <p:cTn presetID="53" presetClass="entr" presetSubtype="16"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 calcmode="lin" valueType="num">
                      <p:cBhvr>
                        <p:cTn dur="300" fill="hold"/>
                        <p:tgtEl>
                          <p:spTgt spid="59"/>
                        </p:tgtEl>
                        <p:attrNameLst>
                          <p:attrName>ppt_w</p:attrName>
                        </p:attrNameLst>
                      </p:cBhvr>
                      <p:tavLst>
                        <p:tav tm="0">
                          <p:val>
                            <p:fltVal val="0"/>
                          </p:val>
                        </p:tav>
                        <p:tav tm="100000">
                          <p:val>
                            <p:strVal val="#ppt_w"/>
                          </p:val>
                        </p:tav>
                      </p:tavLst>
                    </p:anim>
                    <p:anim calcmode="lin" valueType="num">
                      <p:cBhvr>
                        <p:cTn dur="300" fill="hold"/>
                        <p:tgtEl>
                          <p:spTgt spid="59"/>
                        </p:tgtEl>
                        <p:attrNameLst>
                          <p:attrName>ppt_h</p:attrName>
                        </p:attrNameLst>
                      </p:cBhvr>
                      <p:tavLst>
                        <p:tav tm="0">
                          <p:val>
                            <p:fltVal val="0"/>
                          </p:val>
                        </p:tav>
                        <p:tav tm="100000">
                          <p:val>
                            <p:strVal val="#ppt_h"/>
                          </p:val>
                        </p:tav>
                      </p:tavLst>
                    </p:anim>
                    <p:animEffect transition="in" filter="fade">
                      <p:cBhvr>
                        <p:cTn dur="300"/>
                        <p:tgtEl>
                          <p:spTgt spid="59"/>
                        </p:tgtEl>
                      </p:cBhvr>
                    </p:animEffect>
                  </p:childTnLst>
                </p:cTn>
              </p:par>
            </p:tnLst>
          </p:tmpl>
        </p:tmplLst>
      </p:bldP>
      <p:bldP spid="60" grpId="0"/>
      <p:bldP spid="61" grpId="0" animBg="1"/>
      <p:bldP spid="62" grpId="0" build="p">
        <p:tmplLst>
          <p:tmpl lvl="1">
            <p:tnLst>
              <p:par>
                <p:cTn presetID="42" presetClass="entr" presetSubtype="0" fill="hold" nodeType="withEffect">
                  <p:stCondLst>
                    <p:cond delay="200"/>
                  </p:stCondLst>
                  <p:childTnLst>
                    <p:set>
                      <p:cBhvr>
                        <p:cTn dur="1" fill="hold">
                          <p:stCondLst>
                            <p:cond delay="0"/>
                          </p:stCondLst>
                        </p:cTn>
                        <p:tgtEl>
                          <p:spTgt spid="62"/>
                        </p:tgtEl>
                        <p:attrNameLst>
                          <p:attrName>style.visibility</p:attrName>
                        </p:attrNameLst>
                      </p:cBhvr>
                      <p:to>
                        <p:strVal val="visible"/>
                      </p:to>
                    </p:set>
                    <p:animEffect transition="in" filter="fade">
                      <p:cBhvr>
                        <p:cTn dur="500"/>
                        <p:tgtEl>
                          <p:spTgt spid="62"/>
                        </p:tgtEl>
                      </p:cBhvr>
                    </p:animEffect>
                    <p:anim calcmode="lin" valueType="num">
                      <p:cBhvr>
                        <p:cTn dur="500" fill="hold"/>
                        <p:tgtEl>
                          <p:spTgt spid="62"/>
                        </p:tgtEl>
                        <p:attrNameLst>
                          <p:attrName>ppt_x</p:attrName>
                        </p:attrNameLst>
                      </p:cBhvr>
                      <p:tavLst>
                        <p:tav tm="0">
                          <p:val>
                            <p:strVal val="#ppt_x"/>
                          </p:val>
                        </p:tav>
                        <p:tav tm="100000">
                          <p:val>
                            <p:strVal val="#ppt_x"/>
                          </p:val>
                        </p:tav>
                      </p:tavLst>
                    </p:anim>
                    <p:anim calcmode="lin" valueType="num">
                      <p:cBhvr>
                        <p:cTn dur="500" fill="hold"/>
                        <p:tgtEl>
                          <p:spTgt spid="62"/>
                        </p:tgtEl>
                        <p:attrNameLst>
                          <p:attrName>ppt_y</p:attrName>
                        </p:attrNameLst>
                      </p:cBhvr>
                      <p:tavLst>
                        <p:tav tm="0">
                          <p:val>
                            <p:strVal val="#ppt_y+.1"/>
                          </p:val>
                        </p:tav>
                        <p:tav tm="100000">
                          <p:val>
                            <p:strVal val="#ppt_y"/>
                          </p:val>
                        </p:tav>
                      </p:tavLst>
                    </p:anim>
                  </p:childTnLst>
                </p:cTn>
              </p:par>
            </p:tnLst>
          </p:tmpl>
        </p:tmplLst>
      </p:bldP>
      <p:bldP spid="63" grpId="0" build="p">
        <p:tmplLst>
          <p:tmpl lvl="1">
            <p:tnLst>
              <p:par>
                <p:cTn presetID="53" presetClass="entr" presetSubtype="16"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 calcmode="lin" valueType="num">
                      <p:cBhvr>
                        <p:cTn dur="300" fill="hold"/>
                        <p:tgtEl>
                          <p:spTgt spid="63"/>
                        </p:tgtEl>
                        <p:attrNameLst>
                          <p:attrName>ppt_w</p:attrName>
                        </p:attrNameLst>
                      </p:cBhvr>
                      <p:tavLst>
                        <p:tav tm="0">
                          <p:val>
                            <p:fltVal val="0"/>
                          </p:val>
                        </p:tav>
                        <p:tav tm="100000">
                          <p:val>
                            <p:strVal val="#ppt_w"/>
                          </p:val>
                        </p:tav>
                      </p:tavLst>
                    </p:anim>
                    <p:anim calcmode="lin" valueType="num">
                      <p:cBhvr>
                        <p:cTn dur="300" fill="hold"/>
                        <p:tgtEl>
                          <p:spTgt spid="63"/>
                        </p:tgtEl>
                        <p:attrNameLst>
                          <p:attrName>ppt_h</p:attrName>
                        </p:attrNameLst>
                      </p:cBhvr>
                      <p:tavLst>
                        <p:tav tm="0">
                          <p:val>
                            <p:fltVal val="0"/>
                          </p:val>
                        </p:tav>
                        <p:tav tm="100000">
                          <p:val>
                            <p:strVal val="#ppt_h"/>
                          </p:val>
                        </p:tav>
                      </p:tavLst>
                    </p:anim>
                    <p:animEffect transition="in" filter="fade">
                      <p:cBhvr>
                        <p:cTn dur="300"/>
                        <p:tgtEl>
                          <p:spTgt spid="63"/>
                        </p:tgtEl>
                      </p:cBhvr>
                    </p:animEffect>
                  </p:childTnLst>
                </p:cTn>
              </p:par>
            </p:tnLst>
          </p:tmpl>
        </p:tmplLst>
      </p:bldP>
    </p:bldLst>
  </p:timing>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Tiles images slide">
    <p:spTree>
      <p:nvGrpSpPr>
        <p:cNvPr id="1" name=""/>
        <p:cNvGrpSpPr/>
        <p:nvPr/>
      </p:nvGrpSpPr>
      <p:grpSpPr>
        <a:xfrm>
          <a:off x="0" y="0"/>
          <a:ext cx="0" cy="0"/>
          <a:chOff x="0" y="0"/>
          <a:chExt cx="0" cy="0"/>
        </a:xfrm>
      </p:grpSpPr>
      <p:sp>
        <p:nvSpPr>
          <p:cNvPr id="22" name="Picture Placeholder 2"/>
          <p:cNvSpPr>
            <a:spLocks noGrp="1" noChangeAspect="1"/>
          </p:cNvSpPr>
          <p:nvPr>
            <p:ph type="pic" sz="quarter" idx="48"/>
          </p:nvPr>
        </p:nvSpPr>
        <p:spPr>
          <a:xfrm>
            <a:off x="0" y="0"/>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73" name="Picture Placeholder 2"/>
          <p:cNvSpPr>
            <a:spLocks noGrp="1" noChangeAspect="1"/>
          </p:cNvSpPr>
          <p:nvPr>
            <p:ph type="pic" sz="quarter" idx="49"/>
          </p:nvPr>
        </p:nvSpPr>
        <p:spPr>
          <a:xfrm>
            <a:off x="1727996" y="0"/>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74" name="Picture Placeholder 2"/>
          <p:cNvSpPr>
            <a:spLocks noGrp="1" noChangeAspect="1"/>
          </p:cNvSpPr>
          <p:nvPr>
            <p:ph type="pic" sz="quarter" idx="50"/>
          </p:nvPr>
        </p:nvSpPr>
        <p:spPr>
          <a:xfrm>
            <a:off x="3455992" y="0"/>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75" name="Picture Placeholder 2"/>
          <p:cNvSpPr>
            <a:spLocks noGrp="1" noChangeAspect="1"/>
          </p:cNvSpPr>
          <p:nvPr>
            <p:ph type="pic" sz="quarter" idx="51"/>
          </p:nvPr>
        </p:nvSpPr>
        <p:spPr>
          <a:xfrm>
            <a:off x="5183988" y="0"/>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76" name="Picture Placeholder 2"/>
          <p:cNvSpPr>
            <a:spLocks noGrp="1" noChangeAspect="1"/>
          </p:cNvSpPr>
          <p:nvPr>
            <p:ph type="pic" sz="quarter" idx="52"/>
          </p:nvPr>
        </p:nvSpPr>
        <p:spPr>
          <a:xfrm>
            <a:off x="6911984" y="0"/>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77" name="Picture Placeholder 2"/>
          <p:cNvSpPr>
            <a:spLocks noGrp="1" noChangeAspect="1"/>
          </p:cNvSpPr>
          <p:nvPr>
            <p:ph type="pic" sz="quarter" idx="53"/>
          </p:nvPr>
        </p:nvSpPr>
        <p:spPr>
          <a:xfrm>
            <a:off x="8639980" y="0"/>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78" name="Picture Placeholder 2"/>
          <p:cNvSpPr>
            <a:spLocks noGrp="1" noChangeAspect="1"/>
          </p:cNvSpPr>
          <p:nvPr>
            <p:ph type="pic" sz="quarter" idx="54"/>
          </p:nvPr>
        </p:nvSpPr>
        <p:spPr>
          <a:xfrm>
            <a:off x="10367976" y="0"/>
            <a:ext cx="1824024"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79" name="Picture Placeholder 2"/>
          <p:cNvSpPr>
            <a:spLocks noGrp="1" noChangeAspect="1"/>
          </p:cNvSpPr>
          <p:nvPr>
            <p:ph type="pic" sz="quarter" idx="55"/>
          </p:nvPr>
        </p:nvSpPr>
        <p:spPr>
          <a:xfrm>
            <a:off x="0" y="1555195"/>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0" name="Picture Placeholder 2"/>
          <p:cNvSpPr>
            <a:spLocks noGrp="1" noChangeAspect="1"/>
          </p:cNvSpPr>
          <p:nvPr>
            <p:ph type="pic" sz="quarter" idx="56"/>
          </p:nvPr>
        </p:nvSpPr>
        <p:spPr>
          <a:xfrm>
            <a:off x="1727996" y="1555195"/>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1" name="Picture Placeholder 2"/>
          <p:cNvSpPr>
            <a:spLocks noGrp="1" noChangeAspect="1"/>
          </p:cNvSpPr>
          <p:nvPr>
            <p:ph type="pic" sz="quarter" idx="57"/>
          </p:nvPr>
        </p:nvSpPr>
        <p:spPr>
          <a:xfrm>
            <a:off x="3455992" y="1555195"/>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2" name="Picture Placeholder 2"/>
          <p:cNvSpPr>
            <a:spLocks noGrp="1" noChangeAspect="1"/>
          </p:cNvSpPr>
          <p:nvPr>
            <p:ph type="pic" sz="quarter" idx="58"/>
          </p:nvPr>
        </p:nvSpPr>
        <p:spPr>
          <a:xfrm>
            <a:off x="5183988" y="1555195"/>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3" name="Picture Placeholder 2"/>
          <p:cNvSpPr>
            <a:spLocks noGrp="1" noChangeAspect="1"/>
          </p:cNvSpPr>
          <p:nvPr>
            <p:ph type="pic" sz="quarter" idx="59"/>
          </p:nvPr>
        </p:nvSpPr>
        <p:spPr>
          <a:xfrm>
            <a:off x="6911984" y="1555195"/>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4" name="Picture Placeholder 2"/>
          <p:cNvSpPr>
            <a:spLocks noGrp="1" noChangeAspect="1"/>
          </p:cNvSpPr>
          <p:nvPr>
            <p:ph type="pic" sz="quarter" idx="60"/>
          </p:nvPr>
        </p:nvSpPr>
        <p:spPr>
          <a:xfrm>
            <a:off x="8639980" y="1555195"/>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5" name="Picture Placeholder 2"/>
          <p:cNvSpPr>
            <a:spLocks noGrp="1" noChangeAspect="1"/>
          </p:cNvSpPr>
          <p:nvPr>
            <p:ph type="pic" sz="quarter" idx="61"/>
          </p:nvPr>
        </p:nvSpPr>
        <p:spPr>
          <a:xfrm>
            <a:off x="10367976" y="1555195"/>
            <a:ext cx="1824024"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6" name="Picture Placeholder 2"/>
          <p:cNvSpPr>
            <a:spLocks noGrp="1" noChangeAspect="1"/>
          </p:cNvSpPr>
          <p:nvPr>
            <p:ph type="pic" sz="quarter" idx="62"/>
          </p:nvPr>
        </p:nvSpPr>
        <p:spPr>
          <a:xfrm>
            <a:off x="0" y="3110391"/>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7" name="Picture Placeholder 2"/>
          <p:cNvSpPr>
            <a:spLocks noGrp="1" noChangeAspect="1"/>
          </p:cNvSpPr>
          <p:nvPr>
            <p:ph type="pic" sz="quarter" idx="63"/>
          </p:nvPr>
        </p:nvSpPr>
        <p:spPr>
          <a:xfrm>
            <a:off x="1727996" y="3110391"/>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8" name="Picture Placeholder 2"/>
          <p:cNvSpPr>
            <a:spLocks noGrp="1" noChangeAspect="1"/>
          </p:cNvSpPr>
          <p:nvPr>
            <p:ph type="pic" sz="quarter" idx="64"/>
          </p:nvPr>
        </p:nvSpPr>
        <p:spPr>
          <a:xfrm>
            <a:off x="3455992" y="3110391"/>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9" name="Picture Placeholder 2"/>
          <p:cNvSpPr>
            <a:spLocks noGrp="1" noChangeAspect="1"/>
          </p:cNvSpPr>
          <p:nvPr>
            <p:ph type="pic" sz="quarter" idx="65"/>
          </p:nvPr>
        </p:nvSpPr>
        <p:spPr>
          <a:xfrm>
            <a:off x="5183988" y="3110391"/>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90" name="Picture Placeholder 2"/>
          <p:cNvSpPr>
            <a:spLocks noGrp="1" noChangeAspect="1"/>
          </p:cNvSpPr>
          <p:nvPr>
            <p:ph type="pic" sz="quarter" idx="66"/>
          </p:nvPr>
        </p:nvSpPr>
        <p:spPr>
          <a:xfrm>
            <a:off x="6911984" y="3110391"/>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91" name="Picture Placeholder 2"/>
          <p:cNvSpPr>
            <a:spLocks noGrp="1" noChangeAspect="1"/>
          </p:cNvSpPr>
          <p:nvPr>
            <p:ph type="pic" sz="quarter" idx="67"/>
          </p:nvPr>
        </p:nvSpPr>
        <p:spPr>
          <a:xfrm>
            <a:off x="8639980" y="3110391"/>
            <a:ext cx="1727995"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92" name="Picture Placeholder 2"/>
          <p:cNvSpPr>
            <a:spLocks noGrp="1" noChangeAspect="1"/>
          </p:cNvSpPr>
          <p:nvPr>
            <p:ph type="pic" sz="quarter" idx="68"/>
          </p:nvPr>
        </p:nvSpPr>
        <p:spPr>
          <a:xfrm>
            <a:off x="10367976" y="3110391"/>
            <a:ext cx="1824024" cy="1555195"/>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93" name="Text Placeholder 2"/>
          <p:cNvSpPr>
            <a:spLocks noGrp="1"/>
          </p:cNvSpPr>
          <p:nvPr>
            <p:ph type="body" sz="quarter" idx="69" hasCustomPrompt="1"/>
          </p:nvPr>
        </p:nvSpPr>
        <p:spPr>
          <a:xfrm>
            <a:off x="591962" y="5563771"/>
            <a:ext cx="10973505" cy="779972"/>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a:t>
            </a:r>
          </a:p>
        </p:txBody>
      </p:sp>
      <p:sp>
        <p:nvSpPr>
          <p:cNvPr id="94" name="Text Placeholder 7"/>
          <p:cNvSpPr>
            <a:spLocks noGrp="1"/>
          </p:cNvSpPr>
          <p:nvPr>
            <p:ph type="body" sz="quarter" idx="18" hasCustomPrompt="1"/>
          </p:nvPr>
        </p:nvSpPr>
        <p:spPr>
          <a:xfrm>
            <a:off x="569384" y="5109392"/>
            <a:ext cx="10996083" cy="431780"/>
          </a:xfrm>
          <a:prstGeom prst="rect">
            <a:avLst/>
          </a:prstGeom>
        </p:spPr>
        <p:txBody>
          <a:bodyPr vert="horz" lIns="0" tIns="40504" rIns="0" bIns="40504" anchor="ctr"/>
          <a:lstStyle>
            <a:lvl1pPr marL="0" indent="0" algn="l">
              <a:lnSpc>
                <a:spcPct val="100000"/>
              </a:lnSpc>
              <a:spcBef>
                <a:spcPts val="0"/>
              </a:spcBef>
              <a:buNone/>
              <a:defRPr sz="1920" b="1" baseline="0">
                <a:solidFill>
                  <a:schemeClr val="tx1">
                    <a:lumMod val="75000"/>
                    <a:lumOff val="25000"/>
                  </a:schemeClr>
                </a:solidFill>
                <a:latin typeface="Lato Light"/>
                <a:cs typeface="Lato Light"/>
              </a:defRPr>
            </a:lvl1pPr>
          </a:lstStyle>
          <a:p>
            <a:pPr lvl="0"/>
            <a:r>
              <a:rPr lang="es-ES_tradnl" dirty="0" err="1" smtClean="0"/>
              <a:t>Put</a:t>
            </a:r>
            <a:r>
              <a:rPr lang="es-ES_tradnl" dirty="0" smtClean="0"/>
              <a:t> </a:t>
            </a:r>
            <a:r>
              <a:rPr lang="es-ES_tradnl" dirty="0" err="1" smtClean="0"/>
              <a:t>your</a:t>
            </a:r>
            <a:r>
              <a:rPr lang="es-ES_tradnl" dirty="0" smtClean="0"/>
              <a:t> </a:t>
            </a:r>
            <a:r>
              <a:rPr lang="es-ES_tradnl" dirty="0" err="1" smtClean="0"/>
              <a:t>title</a:t>
            </a:r>
            <a:r>
              <a:rPr lang="es-ES_tradnl" dirty="0" smtClean="0"/>
              <a:t> </a:t>
            </a:r>
            <a:r>
              <a:rPr lang="es-ES_tradnl" dirty="0" err="1" smtClean="0"/>
              <a:t>here</a:t>
            </a:r>
            <a:endParaRPr lang="es-ES_tradnl" dirty="0" smtClean="0"/>
          </a:p>
        </p:txBody>
      </p:sp>
    </p:spTree>
    <p:extLst>
      <p:ext uri="{BB962C8B-B14F-4D97-AF65-F5344CB8AC3E}">
        <p14:creationId xmlns:p14="http://schemas.microsoft.com/office/powerpoint/2010/main" val="32365321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nodePh="1">
                                  <p:stCondLst>
                                    <p:cond delay="800"/>
                                  </p:stCondLst>
                                  <p:endCondLst>
                                    <p:cond evt="begin" delay="0">
                                      <p:tn val="5"/>
                                    </p:cond>
                                  </p:endCondLst>
                                  <p:childTnLst>
                                    <p:set>
                                      <p:cBhvr>
                                        <p:cTn id="6" dur="1" fill="hold">
                                          <p:stCondLst>
                                            <p:cond delay="0"/>
                                          </p:stCondLst>
                                        </p:cTn>
                                        <p:tgtEl>
                                          <p:spTgt spid="22"/>
                                        </p:tgtEl>
                                        <p:attrNameLst>
                                          <p:attrName>style.visibility</p:attrName>
                                        </p:attrNameLst>
                                      </p:cBhvr>
                                      <p:to>
                                        <p:strVal val="visible"/>
                                      </p:to>
                                    </p:set>
                                    <p:anim calcmode="lin" valueType="num">
                                      <p:cBhvr>
                                        <p:cTn id="7" dur="1000" fill="hold"/>
                                        <p:tgtEl>
                                          <p:spTgt spid="22"/>
                                        </p:tgtEl>
                                        <p:attrNameLst>
                                          <p:attrName>ppt_w</p:attrName>
                                        </p:attrNameLst>
                                      </p:cBhvr>
                                      <p:tavLst>
                                        <p:tav tm="0">
                                          <p:val>
                                            <p:fltVal val="0"/>
                                          </p:val>
                                        </p:tav>
                                        <p:tav tm="100000">
                                          <p:val>
                                            <p:strVal val="#ppt_w"/>
                                          </p:val>
                                        </p:tav>
                                      </p:tavLst>
                                    </p:anim>
                                    <p:anim calcmode="lin" valueType="num">
                                      <p:cBhvr>
                                        <p:cTn id="8" dur="1000" fill="hold"/>
                                        <p:tgtEl>
                                          <p:spTgt spid="22"/>
                                        </p:tgtEl>
                                        <p:attrNameLst>
                                          <p:attrName>ppt_h</p:attrName>
                                        </p:attrNameLst>
                                      </p:cBhvr>
                                      <p:tavLst>
                                        <p:tav tm="0">
                                          <p:val>
                                            <p:fltVal val="0"/>
                                          </p:val>
                                        </p:tav>
                                        <p:tav tm="100000">
                                          <p:val>
                                            <p:strVal val="#ppt_h"/>
                                          </p:val>
                                        </p:tav>
                                      </p:tavLst>
                                    </p:anim>
                                    <p:animEffect transition="in" filter="fade">
                                      <p:cBhvr>
                                        <p:cTn id="9" dur="1000"/>
                                        <p:tgtEl>
                                          <p:spTgt spid="22"/>
                                        </p:tgtEl>
                                      </p:cBhvr>
                                    </p:animEffect>
                                  </p:childTnLst>
                                </p:cTn>
                              </p:par>
                              <p:par>
                                <p:cTn id="10" presetID="53" presetClass="entr" presetSubtype="16" fill="hold" grpId="0" nodeType="withEffect" nodePh="1">
                                  <p:stCondLst>
                                    <p:cond delay="800"/>
                                  </p:stCondLst>
                                  <p:endCondLst>
                                    <p:cond evt="begin" delay="0">
                                      <p:tn val="10"/>
                                    </p:cond>
                                  </p:endCondLst>
                                  <p:childTnLst>
                                    <p:set>
                                      <p:cBhvr>
                                        <p:cTn id="11" dur="1" fill="hold">
                                          <p:stCondLst>
                                            <p:cond delay="0"/>
                                          </p:stCondLst>
                                        </p:cTn>
                                        <p:tgtEl>
                                          <p:spTgt spid="73"/>
                                        </p:tgtEl>
                                        <p:attrNameLst>
                                          <p:attrName>style.visibility</p:attrName>
                                        </p:attrNameLst>
                                      </p:cBhvr>
                                      <p:to>
                                        <p:strVal val="visible"/>
                                      </p:to>
                                    </p:set>
                                    <p:anim calcmode="lin" valueType="num">
                                      <p:cBhvr>
                                        <p:cTn id="12" dur="1000" fill="hold"/>
                                        <p:tgtEl>
                                          <p:spTgt spid="73"/>
                                        </p:tgtEl>
                                        <p:attrNameLst>
                                          <p:attrName>ppt_w</p:attrName>
                                        </p:attrNameLst>
                                      </p:cBhvr>
                                      <p:tavLst>
                                        <p:tav tm="0">
                                          <p:val>
                                            <p:fltVal val="0"/>
                                          </p:val>
                                        </p:tav>
                                        <p:tav tm="100000">
                                          <p:val>
                                            <p:strVal val="#ppt_w"/>
                                          </p:val>
                                        </p:tav>
                                      </p:tavLst>
                                    </p:anim>
                                    <p:anim calcmode="lin" valueType="num">
                                      <p:cBhvr>
                                        <p:cTn id="13" dur="1000" fill="hold"/>
                                        <p:tgtEl>
                                          <p:spTgt spid="73"/>
                                        </p:tgtEl>
                                        <p:attrNameLst>
                                          <p:attrName>ppt_h</p:attrName>
                                        </p:attrNameLst>
                                      </p:cBhvr>
                                      <p:tavLst>
                                        <p:tav tm="0">
                                          <p:val>
                                            <p:fltVal val="0"/>
                                          </p:val>
                                        </p:tav>
                                        <p:tav tm="100000">
                                          <p:val>
                                            <p:strVal val="#ppt_h"/>
                                          </p:val>
                                        </p:tav>
                                      </p:tavLst>
                                    </p:anim>
                                    <p:animEffect transition="in" filter="fade">
                                      <p:cBhvr>
                                        <p:cTn id="14" dur="1000"/>
                                        <p:tgtEl>
                                          <p:spTgt spid="73"/>
                                        </p:tgtEl>
                                      </p:cBhvr>
                                    </p:animEffect>
                                  </p:childTnLst>
                                </p:cTn>
                              </p:par>
                              <p:par>
                                <p:cTn id="15" presetID="53" presetClass="entr" presetSubtype="16" fill="hold" grpId="0" nodeType="withEffect" nodePh="1">
                                  <p:stCondLst>
                                    <p:cond delay="800"/>
                                  </p:stCondLst>
                                  <p:endCondLst>
                                    <p:cond evt="begin" delay="0">
                                      <p:tn val="15"/>
                                    </p:cond>
                                  </p:endCondLst>
                                  <p:childTnLst>
                                    <p:set>
                                      <p:cBhvr>
                                        <p:cTn id="16" dur="1" fill="hold">
                                          <p:stCondLst>
                                            <p:cond delay="0"/>
                                          </p:stCondLst>
                                        </p:cTn>
                                        <p:tgtEl>
                                          <p:spTgt spid="74"/>
                                        </p:tgtEl>
                                        <p:attrNameLst>
                                          <p:attrName>style.visibility</p:attrName>
                                        </p:attrNameLst>
                                      </p:cBhvr>
                                      <p:to>
                                        <p:strVal val="visible"/>
                                      </p:to>
                                    </p:set>
                                    <p:anim calcmode="lin" valueType="num">
                                      <p:cBhvr>
                                        <p:cTn id="17" dur="1000" fill="hold"/>
                                        <p:tgtEl>
                                          <p:spTgt spid="74"/>
                                        </p:tgtEl>
                                        <p:attrNameLst>
                                          <p:attrName>ppt_w</p:attrName>
                                        </p:attrNameLst>
                                      </p:cBhvr>
                                      <p:tavLst>
                                        <p:tav tm="0">
                                          <p:val>
                                            <p:fltVal val="0"/>
                                          </p:val>
                                        </p:tav>
                                        <p:tav tm="100000">
                                          <p:val>
                                            <p:strVal val="#ppt_w"/>
                                          </p:val>
                                        </p:tav>
                                      </p:tavLst>
                                    </p:anim>
                                    <p:anim calcmode="lin" valueType="num">
                                      <p:cBhvr>
                                        <p:cTn id="18" dur="1000" fill="hold"/>
                                        <p:tgtEl>
                                          <p:spTgt spid="74"/>
                                        </p:tgtEl>
                                        <p:attrNameLst>
                                          <p:attrName>ppt_h</p:attrName>
                                        </p:attrNameLst>
                                      </p:cBhvr>
                                      <p:tavLst>
                                        <p:tav tm="0">
                                          <p:val>
                                            <p:fltVal val="0"/>
                                          </p:val>
                                        </p:tav>
                                        <p:tav tm="100000">
                                          <p:val>
                                            <p:strVal val="#ppt_h"/>
                                          </p:val>
                                        </p:tav>
                                      </p:tavLst>
                                    </p:anim>
                                    <p:animEffect transition="in" filter="fade">
                                      <p:cBhvr>
                                        <p:cTn id="19" dur="1000"/>
                                        <p:tgtEl>
                                          <p:spTgt spid="74"/>
                                        </p:tgtEl>
                                      </p:cBhvr>
                                    </p:animEffect>
                                  </p:childTnLst>
                                </p:cTn>
                              </p:par>
                              <p:par>
                                <p:cTn id="20" presetID="53" presetClass="entr" presetSubtype="16" fill="hold" grpId="0" nodeType="withEffect" nodePh="1">
                                  <p:stCondLst>
                                    <p:cond delay="800"/>
                                  </p:stCondLst>
                                  <p:endCondLst>
                                    <p:cond evt="begin" delay="0">
                                      <p:tn val="20"/>
                                    </p:cond>
                                  </p:endCondLst>
                                  <p:childTnLst>
                                    <p:set>
                                      <p:cBhvr>
                                        <p:cTn id="21" dur="1" fill="hold">
                                          <p:stCondLst>
                                            <p:cond delay="0"/>
                                          </p:stCondLst>
                                        </p:cTn>
                                        <p:tgtEl>
                                          <p:spTgt spid="75"/>
                                        </p:tgtEl>
                                        <p:attrNameLst>
                                          <p:attrName>style.visibility</p:attrName>
                                        </p:attrNameLst>
                                      </p:cBhvr>
                                      <p:to>
                                        <p:strVal val="visible"/>
                                      </p:to>
                                    </p:set>
                                    <p:anim calcmode="lin" valueType="num">
                                      <p:cBhvr>
                                        <p:cTn id="22" dur="1000" fill="hold"/>
                                        <p:tgtEl>
                                          <p:spTgt spid="75"/>
                                        </p:tgtEl>
                                        <p:attrNameLst>
                                          <p:attrName>ppt_w</p:attrName>
                                        </p:attrNameLst>
                                      </p:cBhvr>
                                      <p:tavLst>
                                        <p:tav tm="0">
                                          <p:val>
                                            <p:fltVal val="0"/>
                                          </p:val>
                                        </p:tav>
                                        <p:tav tm="100000">
                                          <p:val>
                                            <p:strVal val="#ppt_w"/>
                                          </p:val>
                                        </p:tav>
                                      </p:tavLst>
                                    </p:anim>
                                    <p:anim calcmode="lin" valueType="num">
                                      <p:cBhvr>
                                        <p:cTn id="23" dur="1000" fill="hold"/>
                                        <p:tgtEl>
                                          <p:spTgt spid="75"/>
                                        </p:tgtEl>
                                        <p:attrNameLst>
                                          <p:attrName>ppt_h</p:attrName>
                                        </p:attrNameLst>
                                      </p:cBhvr>
                                      <p:tavLst>
                                        <p:tav tm="0">
                                          <p:val>
                                            <p:fltVal val="0"/>
                                          </p:val>
                                        </p:tav>
                                        <p:tav tm="100000">
                                          <p:val>
                                            <p:strVal val="#ppt_h"/>
                                          </p:val>
                                        </p:tav>
                                      </p:tavLst>
                                    </p:anim>
                                    <p:animEffect transition="in" filter="fade">
                                      <p:cBhvr>
                                        <p:cTn id="24" dur="1000"/>
                                        <p:tgtEl>
                                          <p:spTgt spid="75"/>
                                        </p:tgtEl>
                                      </p:cBhvr>
                                    </p:animEffect>
                                  </p:childTnLst>
                                </p:cTn>
                              </p:par>
                              <p:par>
                                <p:cTn id="25" presetID="53" presetClass="entr" presetSubtype="16" fill="hold" grpId="0" nodeType="withEffect" nodePh="1">
                                  <p:stCondLst>
                                    <p:cond delay="800"/>
                                  </p:stCondLst>
                                  <p:endCondLst>
                                    <p:cond evt="begin" delay="0">
                                      <p:tn val="25"/>
                                    </p:cond>
                                  </p:endCondLst>
                                  <p:childTnLst>
                                    <p:set>
                                      <p:cBhvr>
                                        <p:cTn id="26" dur="1" fill="hold">
                                          <p:stCondLst>
                                            <p:cond delay="0"/>
                                          </p:stCondLst>
                                        </p:cTn>
                                        <p:tgtEl>
                                          <p:spTgt spid="76"/>
                                        </p:tgtEl>
                                        <p:attrNameLst>
                                          <p:attrName>style.visibility</p:attrName>
                                        </p:attrNameLst>
                                      </p:cBhvr>
                                      <p:to>
                                        <p:strVal val="visible"/>
                                      </p:to>
                                    </p:set>
                                    <p:anim calcmode="lin" valueType="num">
                                      <p:cBhvr>
                                        <p:cTn id="27" dur="1000" fill="hold"/>
                                        <p:tgtEl>
                                          <p:spTgt spid="76"/>
                                        </p:tgtEl>
                                        <p:attrNameLst>
                                          <p:attrName>ppt_w</p:attrName>
                                        </p:attrNameLst>
                                      </p:cBhvr>
                                      <p:tavLst>
                                        <p:tav tm="0">
                                          <p:val>
                                            <p:fltVal val="0"/>
                                          </p:val>
                                        </p:tav>
                                        <p:tav tm="100000">
                                          <p:val>
                                            <p:strVal val="#ppt_w"/>
                                          </p:val>
                                        </p:tav>
                                      </p:tavLst>
                                    </p:anim>
                                    <p:anim calcmode="lin" valueType="num">
                                      <p:cBhvr>
                                        <p:cTn id="28" dur="1000" fill="hold"/>
                                        <p:tgtEl>
                                          <p:spTgt spid="76"/>
                                        </p:tgtEl>
                                        <p:attrNameLst>
                                          <p:attrName>ppt_h</p:attrName>
                                        </p:attrNameLst>
                                      </p:cBhvr>
                                      <p:tavLst>
                                        <p:tav tm="0">
                                          <p:val>
                                            <p:fltVal val="0"/>
                                          </p:val>
                                        </p:tav>
                                        <p:tav tm="100000">
                                          <p:val>
                                            <p:strVal val="#ppt_h"/>
                                          </p:val>
                                        </p:tav>
                                      </p:tavLst>
                                    </p:anim>
                                    <p:animEffect transition="in" filter="fade">
                                      <p:cBhvr>
                                        <p:cTn id="29" dur="1000"/>
                                        <p:tgtEl>
                                          <p:spTgt spid="76"/>
                                        </p:tgtEl>
                                      </p:cBhvr>
                                    </p:animEffect>
                                  </p:childTnLst>
                                </p:cTn>
                              </p:par>
                              <p:par>
                                <p:cTn id="30" presetID="53" presetClass="entr" presetSubtype="16" fill="hold" grpId="0" nodeType="withEffect" nodePh="1">
                                  <p:stCondLst>
                                    <p:cond delay="800"/>
                                  </p:stCondLst>
                                  <p:endCondLst>
                                    <p:cond evt="begin" delay="0">
                                      <p:tn val="30"/>
                                    </p:cond>
                                  </p:endCondLst>
                                  <p:childTnLst>
                                    <p:set>
                                      <p:cBhvr>
                                        <p:cTn id="31" dur="1" fill="hold">
                                          <p:stCondLst>
                                            <p:cond delay="0"/>
                                          </p:stCondLst>
                                        </p:cTn>
                                        <p:tgtEl>
                                          <p:spTgt spid="77"/>
                                        </p:tgtEl>
                                        <p:attrNameLst>
                                          <p:attrName>style.visibility</p:attrName>
                                        </p:attrNameLst>
                                      </p:cBhvr>
                                      <p:to>
                                        <p:strVal val="visible"/>
                                      </p:to>
                                    </p:set>
                                    <p:anim calcmode="lin" valueType="num">
                                      <p:cBhvr>
                                        <p:cTn id="32" dur="1000" fill="hold"/>
                                        <p:tgtEl>
                                          <p:spTgt spid="77"/>
                                        </p:tgtEl>
                                        <p:attrNameLst>
                                          <p:attrName>ppt_w</p:attrName>
                                        </p:attrNameLst>
                                      </p:cBhvr>
                                      <p:tavLst>
                                        <p:tav tm="0">
                                          <p:val>
                                            <p:fltVal val="0"/>
                                          </p:val>
                                        </p:tav>
                                        <p:tav tm="100000">
                                          <p:val>
                                            <p:strVal val="#ppt_w"/>
                                          </p:val>
                                        </p:tav>
                                      </p:tavLst>
                                    </p:anim>
                                    <p:anim calcmode="lin" valueType="num">
                                      <p:cBhvr>
                                        <p:cTn id="33" dur="1000" fill="hold"/>
                                        <p:tgtEl>
                                          <p:spTgt spid="77"/>
                                        </p:tgtEl>
                                        <p:attrNameLst>
                                          <p:attrName>ppt_h</p:attrName>
                                        </p:attrNameLst>
                                      </p:cBhvr>
                                      <p:tavLst>
                                        <p:tav tm="0">
                                          <p:val>
                                            <p:fltVal val="0"/>
                                          </p:val>
                                        </p:tav>
                                        <p:tav tm="100000">
                                          <p:val>
                                            <p:strVal val="#ppt_h"/>
                                          </p:val>
                                        </p:tav>
                                      </p:tavLst>
                                    </p:anim>
                                    <p:animEffect transition="in" filter="fade">
                                      <p:cBhvr>
                                        <p:cTn id="34" dur="1000"/>
                                        <p:tgtEl>
                                          <p:spTgt spid="77"/>
                                        </p:tgtEl>
                                      </p:cBhvr>
                                    </p:animEffect>
                                  </p:childTnLst>
                                </p:cTn>
                              </p:par>
                              <p:par>
                                <p:cTn id="35" presetID="53" presetClass="entr" presetSubtype="16" fill="hold" grpId="0" nodeType="withEffect" nodePh="1">
                                  <p:stCondLst>
                                    <p:cond delay="800"/>
                                  </p:stCondLst>
                                  <p:endCondLst>
                                    <p:cond evt="begin" delay="0">
                                      <p:tn val="35"/>
                                    </p:cond>
                                  </p:endCondLst>
                                  <p:childTnLst>
                                    <p:set>
                                      <p:cBhvr>
                                        <p:cTn id="36" dur="1" fill="hold">
                                          <p:stCondLst>
                                            <p:cond delay="0"/>
                                          </p:stCondLst>
                                        </p:cTn>
                                        <p:tgtEl>
                                          <p:spTgt spid="78"/>
                                        </p:tgtEl>
                                        <p:attrNameLst>
                                          <p:attrName>style.visibility</p:attrName>
                                        </p:attrNameLst>
                                      </p:cBhvr>
                                      <p:to>
                                        <p:strVal val="visible"/>
                                      </p:to>
                                    </p:set>
                                    <p:anim calcmode="lin" valueType="num">
                                      <p:cBhvr>
                                        <p:cTn id="37" dur="1000" fill="hold"/>
                                        <p:tgtEl>
                                          <p:spTgt spid="78"/>
                                        </p:tgtEl>
                                        <p:attrNameLst>
                                          <p:attrName>ppt_w</p:attrName>
                                        </p:attrNameLst>
                                      </p:cBhvr>
                                      <p:tavLst>
                                        <p:tav tm="0">
                                          <p:val>
                                            <p:fltVal val="0"/>
                                          </p:val>
                                        </p:tav>
                                        <p:tav tm="100000">
                                          <p:val>
                                            <p:strVal val="#ppt_w"/>
                                          </p:val>
                                        </p:tav>
                                      </p:tavLst>
                                    </p:anim>
                                    <p:anim calcmode="lin" valueType="num">
                                      <p:cBhvr>
                                        <p:cTn id="38" dur="1000" fill="hold"/>
                                        <p:tgtEl>
                                          <p:spTgt spid="78"/>
                                        </p:tgtEl>
                                        <p:attrNameLst>
                                          <p:attrName>ppt_h</p:attrName>
                                        </p:attrNameLst>
                                      </p:cBhvr>
                                      <p:tavLst>
                                        <p:tav tm="0">
                                          <p:val>
                                            <p:fltVal val="0"/>
                                          </p:val>
                                        </p:tav>
                                        <p:tav tm="100000">
                                          <p:val>
                                            <p:strVal val="#ppt_h"/>
                                          </p:val>
                                        </p:tav>
                                      </p:tavLst>
                                    </p:anim>
                                    <p:animEffect transition="in" filter="fade">
                                      <p:cBhvr>
                                        <p:cTn id="39" dur="1000"/>
                                        <p:tgtEl>
                                          <p:spTgt spid="78"/>
                                        </p:tgtEl>
                                      </p:cBhvr>
                                    </p:animEffect>
                                  </p:childTnLst>
                                </p:cTn>
                              </p:par>
                              <p:par>
                                <p:cTn id="40" presetID="53" presetClass="entr" presetSubtype="16" fill="hold" grpId="0" nodeType="withEffect" nodePh="1">
                                  <p:stCondLst>
                                    <p:cond delay="800"/>
                                  </p:stCondLst>
                                  <p:endCondLst>
                                    <p:cond evt="begin" delay="0">
                                      <p:tn val="40"/>
                                    </p:cond>
                                  </p:endCondLst>
                                  <p:childTnLst>
                                    <p:set>
                                      <p:cBhvr>
                                        <p:cTn id="41" dur="1" fill="hold">
                                          <p:stCondLst>
                                            <p:cond delay="0"/>
                                          </p:stCondLst>
                                        </p:cTn>
                                        <p:tgtEl>
                                          <p:spTgt spid="79"/>
                                        </p:tgtEl>
                                        <p:attrNameLst>
                                          <p:attrName>style.visibility</p:attrName>
                                        </p:attrNameLst>
                                      </p:cBhvr>
                                      <p:to>
                                        <p:strVal val="visible"/>
                                      </p:to>
                                    </p:set>
                                    <p:anim calcmode="lin" valueType="num">
                                      <p:cBhvr>
                                        <p:cTn id="42" dur="1000" fill="hold"/>
                                        <p:tgtEl>
                                          <p:spTgt spid="79"/>
                                        </p:tgtEl>
                                        <p:attrNameLst>
                                          <p:attrName>ppt_w</p:attrName>
                                        </p:attrNameLst>
                                      </p:cBhvr>
                                      <p:tavLst>
                                        <p:tav tm="0">
                                          <p:val>
                                            <p:fltVal val="0"/>
                                          </p:val>
                                        </p:tav>
                                        <p:tav tm="100000">
                                          <p:val>
                                            <p:strVal val="#ppt_w"/>
                                          </p:val>
                                        </p:tav>
                                      </p:tavLst>
                                    </p:anim>
                                    <p:anim calcmode="lin" valueType="num">
                                      <p:cBhvr>
                                        <p:cTn id="43" dur="1000" fill="hold"/>
                                        <p:tgtEl>
                                          <p:spTgt spid="79"/>
                                        </p:tgtEl>
                                        <p:attrNameLst>
                                          <p:attrName>ppt_h</p:attrName>
                                        </p:attrNameLst>
                                      </p:cBhvr>
                                      <p:tavLst>
                                        <p:tav tm="0">
                                          <p:val>
                                            <p:fltVal val="0"/>
                                          </p:val>
                                        </p:tav>
                                        <p:tav tm="100000">
                                          <p:val>
                                            <p:strVal val="#ppt_h"/>
                                          </p:val>
                                        </p:tav>
                                      </p:tavLst>
                                    </p:anim>
                                    <p:animEffect transition="in" filter="fade">
                                      <p:cBhvr>
                                        <p:cTn id="44" dur="1000"/>
                                        <p:tgtEl>
                                          <p:spTgt spid="79"/>
                                        </p:tgtEl>
                                      </p:cBhvr>
                                    </p:animEffect>
                                  </p:childTnLst>
                                </p:cTn>
                              </p:par>
                              <p:par>
                                <p:cTn id="45" presetID="53" presetClass="entr" presetSubtype="16" fill="hold" grpId="0" nodeType="withEffect" nodePh="1">
                                  <p:stCondLst>
                                    <p:cond delay="800"/>
                                  </p:stCondLst>
                                  <p:endCondLst>
                                    <p:cond evt="begin" delay="0">
                                      <p:tn val="45"/>
                                    </p:cond>
                                  </p:endCondLst>
                                  <p:childTnLst>
                                    <p:set>
                                      <p:cBhvr>
                                        <p:cTn id="46" dur="1" fill="hold">
                                          <p:stCondLst>
                                            <p:cond delay="0"/>
                                          </p:stCondLst>
                                        </p:cTn>
                                        <p:tgtEl>
                                          <p:spTgt spid="80"/>
                                        </p:tgtEl>
                                        <p:attrNameLst>
                                          <p:attrName>style.visibility</p:attrName>
                                        </p:attrNameLst>
                                      </p:cBhvr>
                                      <p:to>
                                        <p:strVal val="visible"/>
                                      </p:to>
                                    </p:set>
                                    <p:anim calcmode="lin" valueType="num">
                                      <p:cBhvr>
                                        <p:cTn id="47" dur="1000" fill="hold"/>
                                        <p:tgtEl>
                                          <p:spTgt spid="80"/>
                                        </p:tgtEl>
                                        <p:attrNameLst>
                                          <p:attrName>ppt_w</p:attrName>
                                        </p:attrNameLst>
                                      </p:cBhvr>
                                      <p:tavLst>
                                        <p:tav tm="0">
                                          <p:val>
                                            <p:fltVal val="0"/>
                                          </p:val>
                                        </p:tav>
                                        <p:tav tm="100000">
                                          <p:val>
                                            <p:strVal val="#ppt_w"/>
                                          </p:val>
                                        </p:tav>
                                      </p:tavLst>
                                    </p:anim>
                                    <p:anim calcmode="lin" valueType="num">
                                      <p:cBhvr>
                                        <p:cTn id="48" dur="1000" fill="hold"/>
                                        <p:tgtEl>
                                          <p:spTgt spid="80"/>
                                        </p:tgtEl>
                                        <p:attrNameLst>
                                          <p:attrName>ppt_h</p:attrName>
                                        </p:attrNameLst>
                                      </p:cBhvr>
                                      <p:tavLst>
                                        <p:tav tm="0">
                                          <p:val>
                                            <p:fltVal val="0"/>
                                          </p:val>
                                        </p:tav>
                                        <p:tav tm="100000">
                                          <p:val>
                                            <p:strVal val="#ppt_h"/>
                                          </p:val>
                                        </p:tav>
                                      </p:tavLst>
                                    </p:anim>
                                    <p:animEffect transition="in" filter="fade">
                                      <p:cBhvr>
                                        <p:cTn id="49" dur="1000"/>
                                        <p:tgtEl>
                                          <p:spTgt spid="80"/>
                                        </p:tgtEl>
                                      </p:cBhvr>
                                    </p:animEffect>
                                  </p:childTnLst>
                                </p:cTn>
                              </p:par>
                              <p:par>
                                <p:cTn id="50" presetID="53" presetClass="entr" presetSubtype="16" fill="hold" grpId="0" nodeType="withEffect" nodePh="1">
                                  <p:stCondLst>
                                    <p:cond delay="800"/>
                                  </p:stCondLst>
                                  <p:endCondLst>
                                    <p:cond evt="begin" delay="0">
                                      <p:tn val="50"/>
                                    </p:cond>
                                  </p:endCondLst>
                                  <p:childTnLst>
                                    <p:set>
                                      <p:cBhvr>
                                        <p:cTn id="51" dur="1" fill="hold">
                                          <p:stCondLst>
                                            <p:cond delay="0"/>
                                          </p:stCondLst>
                                        </p:cTn>
                                        <p:tgtEl>
                                          <p:spTgt spid="81"/>
                                        </p:tgtEl>
                                        <p:attrNameLst>
                                          <p:attrName>style.visibility</p:attrName>
                                        </p:attrNameLst>
                                      </p:cBhvr>
                                      <p:to>
                                        <p:strVal val="visible"/>
                                      </p:to>
                                    </p:set>
                                    <p:anim calcmode="lin" valueType="num">
                                      <p:cBhvr>
                                        <p:cTn id="52" dur="1000" fill="hold"/>
                                        <p:tgtEl>
                                          <p:spTgt spid="81"/>
                                        </p:tgtEl>
                                        <p:attrNameLst>
                                          <p:attrName>ppt_w</p:attrName>
                                        </p:attrNameLst>
                                      </p:cBhvr>
                                      <p:tavLst>
                                        <p:tav tm="0">
                                          <p:val>
                                            <p:fltVal val="0"/>
                                          </p:val>
                                        </p:tav>
                                        <p:tav tm="100000">
                                          <p:val>
                                            <p:strVal val="#ppt_w"/>
                                          </p:val>
                                        </p:tav>
                                      </p:tavLst>
                                    </p:anim>
                                    <p:anim calcmode="lin" valueType="num">
                                      <p:cBhvr>
                                        <p:cTn id="53" dur="1000" fill="hold"/>
                                        <p:tgtEl>
                                          <p:spTgt spid="81"/>
                                        </p:tgtEl>
                                        <p:attrNameLst>
                                          <p:attrName>ppt_h</p:attrName>
                                        </p:attrNameLst>
                                      </p:cBhvr>
                                      <p:tavLst>
                                        <p:tav tm="0">
                                          <p:val>
                                            <p:fltVal val="0"/>
                                          </p:val>
                                        </p:tav>
                                        <p:tav tm="100000">
                                          <p:val>
                                            <p:strVal val="#ppt_h"/>
                                          </p:val>
                                        </p:tav>
                                      </p:tavLst>
                                    </p:anim>
                                    <p:animEffect transition="in" filter="fade">
                                      <p:cBhvr>
                                        <p:cTn id="54" dur="1000"/>
                                        <p:tgtEl>
                                          <p:spTgt spid="81"/>
                                        </p:tgtEl>
                                      </p:cBhvr>
                                    </p:animEffect>
                                  </p:childTnLst>
                                </p:cTn>
                              </p:par>
                              <p:par>
                                <p:cTn id="55" presetID="53" presetClass="entr" presetSubtype="16" fill="hold" grpId="0" nodeType="withEffect" nodePh="1">
                                  <p:stCondLst>
                                    <p:cond delay="800"/>
                                  </p:stCondLst>
                                  <p:endCondLst>
                                    <p:cond evt="begin" delay="0">
                                      <p:tn val="55"/>
                                    </p:cond>
                                  </p:endCondLst>
                                  <p:childTnLst>
                                    <p:set>
                                      <p:cBhvr>
                                        <p:cTn id="56" dur="1" fill="hold">
                                          <p:stCondLst>
                                            <p:cond delay="0"/>
                                          </p:stCondLst>
                                        </p:cTn>
                                        <p:tgtEl>
                                          <p:spTgt spid="82"/>
                                        </p:tgtEl>
                                        <p:attrNameLst>
                                          <p:attrName>style.visibility</p:attrName>
                                        </p:attrNameLst>
                                      </p:cBhvr>
                                      <p:to>
                                        <p:strVal val="visible"/>
                                      </p:to>
                                    </p:set>
                                    <p:anim calcmode="lin" valueType="num">
                                      <p:cBhvr>
                                        <p:cTn id="57" dur="1000" fill="hold"/>
                                        <p:tgtEl>
                                          <p:spTgt spid="82"/>
                                        </p:tgtEl>
                                        <p:attrNameLst>
                                          <p:attrName>ppt_w</p:attrName>
                                        </p:attrNameLst>
                                      </p:cBhvr>
                                      <p:tavLst>
                                        <p:tav tm="0">
                                          <p:val>
                                            <p:fltVal val="0"/>
                                          </p:val>
                                        </p:tav>
                                        <p:tav tm="100000">
                                          <p:val>
                                            <p:strVal val="#ppt_w"/>
                                          </p:val>
                                        </p:tav>
                                      </p:tavLst>
                                    </p:anim>
                                    <p:anim calcmode="lin" valueType="num">
                                      <p:cBhvr>
                                        <p:cTn id="58" dur="1000" fill="hold"/>
                                        <p:tgtEl>
                                          <p:spTgt spid="82"/>
                                        </p:tgtEl>
                                        <p:attrNameLst>
                                          <p:attrName>ppt_h</p:attrName>
                                        </p:attrNameLst>
                                      </p:cBhvr>
                                      <p:tavLst>
                                        <p:tav tm="0">
                                          <p:val>
                                            <p:fltVal val="0"/>
                                          </p:val>
                                        </p:tav>
                                        <p:tav tm="100000">
                                          <p:val>
                                            <p:strVal val="#ppt_h"/>
                                          </p:val>
                                        </p:tav>
                                      </p:tavLst>
                                    </p:anim>
                                    <p:animEffect transition="in" filter="fade">
                                      <p:cBhvr>
                                        <p:cTn id="59" dur="1000"/>
                                        <p:tgtEl>
                                          <p:spTgt spid="82"/>
                                        </p:tgtEl>
                                      </p:cBhvr>
                                    </p:animEffect>
                                  </p:childTnLst>
                                </p:cTn>
                              </p:par>
                              <p:par>
                                <p:cTn id="60" presetID="53" presetClass="entr" presetSubtype="16" fill="hold" grpId="0" nodeType="withEffect" nodePh="1">
                                  <p:stCondLst>
                                    <p:cond delay="800"/>
                                  </p:stCondLst>
                                  <p:endCondLst>
                                    <p:cond evt="begin" delay="0">
                                      <p:tn val="60"/>
                                    </p:cond>
                                  </p:endCondLst>
                                  <p:childTnLst>
                                    <p:set>
                                      <p:cBhvr>
                                        <p:cTn id="61" dur="1" fill="hold">
                                          <p:stCondLst>
                                            <p:cond delay="0"/>
                                          </p:stCondLst>
                                        </p:cTn>
                                        <p:tgtEl>
                                          <p:spTgt spid="83"/>
                                        </p:tgtEl>
                                        <p:attrNameLst>
                                          <p:attrName>style.visibility</p:attrName>
                                        </p:attrNameLst>
                                      </p:cBhvr>
                                      <p:to>
                                        <p:strVal val="visible"/>
                                      </p:to>
                                    </p:set>
                                    <p:anim calcmode="lin" valueType="num">
                                      <p:cBhvr>
                                        <p:cTn id="62" dur="1000" fill="hold"/>
                                        <p:tgtEl>
                                          <p:spTgt spid="83"/>
                                        </p:tgtEl>
                                        <p:attrNameLst>
                                          <p:attrName>ppt_w</p:attrName>
                                        </p:attrNameLst>
                                      </p:cBhvr>
                                      <p:tavLst>
                                        <p:tav tm="0">
                                          <p:val>
                                            <p:fltVal val="0"/>
                                          </p:val>
                                        </p:tav>
                                        <p:tav tm="100000">
                                          <p:val>
                                            <p:strVal val="#ppt_w"/>
                                          </p:val>
                                        </p:tav>
                                      </p:tavLst>
                                    </p:anim>
                                    <p:anim calcmode="lin" valueType="num">
                                      <p:cBhvr>
                                        <p:cTn id="63" dur="1000" fill="hold"/>
                                        <p:tgtEl>
                                          <p:spTgt spid="83"/>
                                        </p:tgtEl>
                                        <p:attrNameLst>
                                          <p:attrName>ppt_h</p:attrName>
                                        </p:attrNameLst>
                                      </p:cBhvr>
                                      <p:tavLst>
                                        <p:tav tm="0">
                                          <p:val>
                                            <p:fltVal val="0"/>
                                          </p:val>
                                        </p:tav>
                                        <p:tav tm="100000">
                                          <p:val>
                                            <p:strVal val="#ppt_h"/>
                                          </p:val>
                                        </p:tav>
                                      </p:tavLst>
                                    </p:anim>
                                    <p:animEffect transition="in" filter="fade">
                                      <p:cBhvr>
                                        <p:cTn id="64" dur="1000"/>
                                        <p:tgtEl>
                                          <p:spTgt spid="83"/>
                                        </p:tgtEl>
                                      </p:cBhvr>
                                    </p:animEffect>
                                  </p:childTnLst>
                                </p:cTn>
                              </p:par>
                              <p:par>
                                <p:cTn id="65" presetID="53" presetClass="entr" presetSubtype="16" fill="hold" grpId="0" nodeType="withEffect" nodePh="1">
                                  <p:stCondLst>
                                    <p:cond delay="800"/>
                                  </p:stCondLst>
                                  <p:endCondLst>
                                    <p:cond evt="begin" delay="0">
                                      <p:tn val="65"/>
                                    </p:cond>
                                  </p:endCondLst>
                                  <p:childTnLst>
                                    <p:set>
                                      <p:cBhvr>
                                        <p:cTn id="66" dur="1" fill="hold">
                                          <p:stCondLst>
                                            <p:cond delay="0"/>
                                          </p:stCondLst>
                                        </p:cTn>
                                        <p:tgtEl>
                                          <p:spTgt spid="84"/>
                                        </p:tgtEl>
                                        <p:attrNameLst>
                                          <p:attrName>style.visibility</p:attrName>
                                        </p:attrNameLst>
                                      </p:cBhvr>
                                      <p:to>
                                        <p:strVal val="visible"/>
                                      </p:to>
                                    </p:set>
                                    <p:anim calcmode="lin" valueType="num">
                                      <p:cBhvr>
                                        <p:cTn id="67" dur="1000" fill="hold"/>
                                        <p:tgtEl>
                                          <p:spTgt spid="84"/>
                                        </p:tgtEl>
                                        <p:attrNameLst>
                                          <p:attrName>ppt_w</p:attrName>
                                        </p:attrNameLst>
                                      </p:cBhvr>
                                      <p:tavLst>
                                        <p:tav tm="0">
                                          <p:val>
                                            <p:fltVal val="0"/>
                                          </p:val>
                                        </p:tav>
                                        <p:tav tm="100000">
                                          <p:val>
                                            <p:strVal val="#ppt_w"/>
                                          </p:val>
                                        </p:tav>
                                      </p:tavLst>
                                    </p:anim>
                                    <p:anim calcmode="lin" valueType="num">
                                      <p:cBhvr>
                                        <p:cTn id="68" dur="1000" fill="hold"/>
                                        <p:tgtEl>
                                          <p:spTgt spid="84"/>
                                        </p:tgtEl>
                                        <p:attrNameLst>
                                          <p:attrName>ppt_h</p:attrName>
                                        </p:attrNameLst>
                                      </p:cBhvr>
                                      <p:tavLst>
                                        <p:tav tm="0">
                                          <p:val>
                                            <p:fltVal val="0"/>
                                          </p:val>
                                        </p:tav>
                                        <p:tav tm="100000">
                                          <p:val>
                                            <p:strVal val="#ppt_h"/>
                                          </p:val>
                                        </p:tav>
                                      </p:tavLst>
                                    </p:anim>
                                    <p:animEffect transition="in" filter="fade">
                                      <p:cBhvr>
                                        <p:cTn id="69" dur="1000"/>
                                        <p:tgtEl>
                                          <p:spTgt spid="84"/>
                                        </p:tgtEl>
                                      </p:cBhvr>
                                    </p:animEffect>
                                  </p:childTnLst>
                                </p:cTn>
                              </p:par>
                              <p:par>
                                <p:cTn id="70" presetID="53" presetClass="entr" presetSubtype="16" fill="hold" grpId="0" nodeType="withEffect" nodePh="1">
                                  <p:stCondLst>
                                    <p:cond delay="800"/>
                                  </p:stCondLst>
                                  <p:endCondLst>
                                    <p:cond evt="begin" delay="0">
                                      <p:tn val="70"/>
                                    </p:cond>
                                  </p:endCondLst>
                                  <p:childTnLst>
                                    <p:set>
                                      <p:cBhvr>
                                        <p:cTn id="71" dur="1" fill="hold">
                                          <p:stCondLst>
                                            <p:cond delay="0"/>
                                          </p:stCondLst>
                                        </p:cTn>
                                        <p:tgtEl>
                                          <p:spTgt spid="85"/>
                                        </p:tgtEl>
                                        <p:attrNameLst>
                                          <p:attrName>style.visibility</p:attrName>
                                        </p:attrNameLst>
                                      </p:cBhvr>
                                      <p:to>
                                        <p:strVal val="visible"/>
                                      </p:to>
                                    </p:set>
                                    <p:anim calcmode="lin" valueType="num">
                                      <p:cBhvr>
                                        <p:cTn id="72" dur="1000" fill="hold"/>
                                        <p:tgtEl>
                                          <p:spTgt spid="85"/>
                                        </p:tgtEl>
                                        <p:attrNameLst>
                                          <p:attrName>ppt_w</p:attrName>
                                        </p:attrNameLst>
                                      </p:cBhvr>
                                      <p:tavLst>
                                        <p:tav tm="0">
                                          <p:val>
                                            <p:fltVal val="0"/>
                                          </p:val>
                                        </p:tav>
                                        <p:tav tm="100000">
                                          <p:val>
                                            <p:strVal val="#ppt_w"/>
                                          </p:val>
                                        </p:tav>
                                      </p:tavLst>
                                    </p:anim>
                                    <p:anim calcmode="lin" valueType="num">
                                      <p:cBhvr>
                                        <p:cTn id="73" dur="1000" fill="hold"/>
                                        <p:tgtEl>
                                          <p:spTgt spid="85"/>
                                        </p:tgtEl>
                                        <p:attrNameLst>
                                          <p:attrName>ppt_h</p:attrName>
                                        </p:attrNameLst>
                                      </p:cBhvr>
                                      <p:tavLst>
                                        <p:tav tm="0">
                                          <p:val>
                                            <p:fltVal val="0"/>
                                          </p:val>
                                        </p:tav>
                                        <p:tav tm="100000">
                                          <p:val>
                                            <p:strVal val="#ppt_h"/>
                                          </p:val>
                                        </p:tav>
                                      </p:tavLst>
                                    </p:anim>
                                    <p:animEffect transition="in" filter="fade">
                                      <p:cBhvr>
                                        <p:cTn id="74" dur="1000"/>
                                        <p:tgtEl>
                                          <p:spTgt spid="85"/>
                                        </p:tgtEl>
                                      </p:cBhvr>
                                    </p:animEffect>
                                  </p:childTnLst>
                                </p:cTn>
                              </p:par>
                              <p:par>
                                <p:cTn id="75" presetID="53" presetClass="entr" presetSubtype="16" fill="hold" grpId="0" nodeType="withEffect" nodePh="1">
                                  <p:stCondLst>
                                    <p:cond delay="800"/>
                                  </p:stCondLst>
                                  <p:endCondLst>
                                    <p:cond evt="begin" delay="0">
                                      <p:tn val="75"/>
                                    </p:cond>
                                  </p:endCondLst>
                                  <p:childTnLst>
                                    <p:set>
                                      <p:cBhvr>
                                        <p:cTn id="76" dur="1" fill="hold">
                                          <p:stCondLst>
                                            <p:cond delay="0"/>
                                          </p:stCondLst>
                                        </p:cTn>
                                        <p:tgtEl>
                                          <p:spTgt spid="86"/>
                                        </p:tgtEl>
                                        <p:attrNameLst>
                                          <p:attrName>style.visibility</p:attrName>
                                        </p:attrNameLst>
                                      </p:cBhvr>
                                      <p:to>
                                        <p:strVal val="visible"/>
                                      </p:to>
                                    </p:set>
                                    <p:anim calcmode="lin" valueType="num">
                                      <p:cBhvr>
                                        <p:cTn id="77" dur="1000" fill="hold"/>
                                        <p:tgtEl>
                                          <p:spTgt spid="86"/>
                                        </p:tgtEl>
                                        <p:attrNameLst>
                                          <p:attrName>ppt_w</p:attrName>
                                        </p:attrNameLst>
                                      </p:cBhvr>
                                      <p:tavLst>
                                        <p:tav tm="0">
                                          <p:val>
                                            <p:fltVal val="0"/>
                                          </p:val>
                                        </p:tav>
                                        <p:tav tm="100000">
                                          <p:val>
                                            <p:strVal val="#ppt_w"/>
                                          </p:val>
                                        </p:tav>
                                      </p:tavLst>
                                    </p:anim>
                                    <p:anim calcmode="lin" valueType="num">
                                      <p:cBhvr>
                                        <p:cTn id="78" dur="1000" fill="hold"/>
                                        <p:tgtEl>
                                          <p:spTgt spid="86"/>
                                        </p:tgtEl>
                                        <p:attrNameLst>
                                          <p:attrName>ppt_h</p:attrName>
                                        </p:attrNameLst>
                                      </p:cBhvr>
                                      <p:tavLst>
                                        <p:tav tm="0">
                                          <p:val>
                                            <p:fltVal val="0"/>
                                          </p:val>
                                        </p:tav>
                                        <p:tav tm="100000">
                                          <p:val>
                                            <p:strVal val="#ppt_h"/>
                                          </p:val>
                                        </p:tav>
                                      </p:tavLst>
                                    </p:anim>
                                    <p:animEffect transition="in" filter="fade">
                                      <p:cBhvr>
                                        <p:cTn id="79" dur="1000"/>
                                        <p:tgtEl>
                                          <p:spTgt spid="86"/>
                                        </p:tgtEl>
                                      </p:cBhvr>
                                    </p:animEffect>
                                  </p:childTnLst>
                                </p:cTn>
                              </p:par>
                              <p:par>
                                <p:cTn id="80" presetID="53" presetClass="entr" presetSubtype="16" fill="hold" grpId="0" nodeType="withEffect" nodePh="1">
                                  <p:stCondLst>
                                    <p:cond delay="800"/>
                                  </p:stCondLst>
                                  <p:endCondLst>
                                    <p:cond evt="begin" delay="0">
                                      <p:tn val="80"/>
                                    </p:cond>
                                  </p:endCondLst>
                                  <p:childTnLst>
                                    <p:set>
                                      <p:cBhvr>
                                        <p:cTn id="81" dur="1" fill="hold">
                                          <p:stCondLst>
                                            <p:cond delay="0"/>
                                          </p:stCondLst>
                                        </p:cTn>
                                        <p:tgtEl>
                                          <p:spTgt spid="87"/>
                                        </p:tgtEl>
                                        <p:attrNameLst>
                                          <p:attrName>style.visibility</p:attrName>
                                        </p:attrNameLst>
                                      </p:cBhvr>
                                      <p:to>
                                        <p:strVal val="visible"/>
                                      </p:to>
                                    </p:set>
                                    <p:anim calcmode="lin" valueType="num">
                                      <p:cBhvr>
                                        <p:cTn id="82" dur="1000" fill="hold"/>
                                        <p:tgtEl>
                                          <p:spTgt spid="87"/>
                                        </p:tgtEl>
                                        <p:attrNameLst>
                                          <p:attrName>ppt_w</p:attrName>
                                        </p:attrNameLst>
                                      </p:cBhvr>
                                      <p:tavLst>
                                        <p:tav tm="0">
                                          <p:val>
                                            <p:fltVal val="0"/>
                                          </p:val>
                                        </p:tav>
                                        <p:tav tm="100000">
                                          <p:val>
                                            <p:strVal val="#ppt_w"/>
                                          </p:val>
                                        </p:tav>
                                      </p:tavLst>
                                    </p:anim>
                                    <p:anim calcmode="lin" valueType="num">
                                      <p:cBhvr>
                                        <p:cTn id="83" dur="1000" fill="hold"/>
                                        <p:tgtEl>
                                          <p:spTgt spid="87"/>
                                        </p:tgtEl>
                                        <p:attrNameLst>
                                          <p:attrName>ppt_h</p:attrName>
                                        </p:attrNameLst>
                                      </p:cBhvr>
                                      <p:tavLst>
                                        <p:tav tm="0">
                                          <p:val>
                                            <p:fltVal val="0"/>
                                          </p:val>
                                        </p:tav>
                                        <p:tav tm="100000">
                                          <p:val>
                                            <p:strVal val="#ppt_h"/>
                                          </p:val>
                                        </p:tav>
                                      </p:tavLst>
                                    </p:anim>
                                    <p:animEffect transition="in" filter="fade">
                                      <p:cBhvr>
                                        <p:cTn id="84" dur="1000"/>
                                        <p:tgtEl>
                                          <p:spTgt spid="87"/>
                                        </p:tgtEl>
                                      </p:cBhvr>
                                    </p:animEffect>
                                  </p:childTnLst>
                                </p:cTn>
                              </p:par>
                              <p:par>
                                <p:cTn id="85" presetID="53" presetClass="entr" presetSubtype="16" fill="hold" grpId="0" nodeType="withEffect" nodePh="1">
                                  <p:stCondLst>
                                    <p:cond delay="800"/>
                                  </p:stCondLst>
                                  <p:endCondLst>
                                    <p:cond evt="begin" delay="0">
                                      <p:tn val="85"/>
                                    </p:cond>
                                  </p:endCondLst>
                                  <p:childTnLst>
                                    <p:set>
                                      <p:cBhvr>
                                        <p:cTn id="86" dur="1" fill="hold">
                                          <p:stCondLst>
                                            <p:cond delay="0"/>
                                          </p:stCondLst>
                                        </p:cTn>
                                        <p:tgtEl>
                                          <p:spTgt spid="88"/>
                                        </p:tgtEl>
                                        <p:attrNameLst>
                                          <p:attrName>style.visibility</p:attrName>
                                        </p:attrNameLst>
                                      </p:cBhvr>
                                      <p:to>
                                        <p:strVal val="visible"/>
                                      </p:to>
                                    </p:set>
                                    <p:anim calcmode="lin" valueType="num">
                                      <p:cBhvr>
                                        <p:cTn id="87" dur="1000" fill="hold"/>
                                        <p:tgtEl>
                                          <p:spTgt spid="88"/>
                                        </p:tgtEl>
                                        <p:attrNameLst>
                                          <p:attrName>ppt_w</p:attrName>
                                        </p:attrNameLst>
                                      </p:cBhvr>
                                      <p:tavLst>
                                        <p:tav tm="0">
                                          <p:val>
                                            <p:fltVal val="0"/>
                                          </p:val>
                                        </p:tav>
                                        <p:tav tm="100000">
                                          <p:val>
                                            <p:strVal val="#ppt_w"/>
                                          </p:val>
                                        </p:tav>
                                      </p:tavLst>
                                    </p:anim>
                                    <p:anim calcmode="lin" valueType="num">
                                      <p:cBhvr>
                                        <p:cTn id="88" dur="1000" fill="hold"/>
                                        <p:tgtEl>
                                          <p:spTgt spid="88"/>
                                        </p:tgtEl>
                                        <p:attrNameLst>
                                          <p:attrName>ppt_h</p:attrName>
                                        </p:attrNameLst>
                                      </p:cBhvr>
                                      <p:tavLst>
                                        <p:tav tm="0">
                                          <p:val>
                                            <p:fltVal val="0"/>
                                          </p:val>
                                        </p:tav>
                                        <p:tav tm="100000">
                                          <p:val>
                                            <p:strVal val="#ppt_h"/>
                                          </p:val>
                                        </p:tav>
                                      </p:tavLst>
                                    </p:anim>
                                    <p:animEffect transition="in" filter="fade">
                                      <p:cBhvr>
                                        <p:cTn id="89" dur="1000"/>
                                        <p:tgtEl>
                                          <p:spTgt spid="88"/>
                                        </p:tgtEl>
                                      </p:cBhvr>
                                    </p:animEffect>
                                  </p:childTnLst>
                                </p:cTn>
                              </p:par>
                              <p:par>
                                <p:cTn id="90" presetID="53" presetClass="entr" presetSubtype="16" fill="hold" grpId="0" nodeType="withEffect" nodePh="1">
                                  <p:stCondLst>
                                    <p:cond delay="800"/>
                                  </p:stCondLst>
                                  <p:endCondLst>
                                    <p:cond evt="begin" delay="0">
                                      <p:tn val="90"/>
                                    </p:cond>
                                  </p:endCondLst>
                                  <p:childTnLst>
                                    <p:set>
                                      <p:cBhvr>
                                        <p:cTn id="91" dur="1" fill="hold">
                                          <p:stCondLst>
                                            <p:cond delay="0"/>
                                          </p:stCondLst>
                                        </p:cTn>
                                        <p:tgtEl>
                                          <p:spTgt spid="89"/>
                                        </p:tgtEl>
                                        <p:attrNameLst>
                                          <p:attrName>style.visibility</p:attrName>
                                        </p:attrNameLst>
                                      </p:cBhvr>
                                      <p:to>
                                        <p:strVal val="visible"/>
                                      </p:to>
                                    </p:set>
                                    <p:anim calcmode="lin" valueType="num">
                                      <p:cBhvr>
                                        <p:cTn id="92" dur="1000" fill="hold"/>
                                        <p:tgtEl>
                                          <p:spTgt spid="89"/>
                                        </p:tgtEl>
                                        <p:attrNameLst>
                                          <p:attrName>ppt_w</p:attrName>
                                        </p:attrNameLst>
                                      </p:cBhvr>
                                      <p:tavLst>
                                        <p:tav tm="0">
                                          <p:val>
                                            <p:fltVal val="0"/>
                                          </p:val>
                                        </p:tav>
                                        <p:tav tm="100000">
                                          <p:val>
                                            <p:strVal val="#ppt_w"/>
                                          </p:val>
                                        </p:tav>
                                      </p:tavLst>
                                    </p:anim>
                                    <p:anim calcmode="lin" valueType="num">
                                      <p:cBhvr>
                                        <p:cTn id="93" dur="1000" fill="hold"/>
                                        <p:tgtEl>
                                          <p:spTgt spid="89"/>
                                        </p:tgtEl>
                                        <p:attrNameLst>
                                          <p:attrName>ppt_h</p:attrName>
                                        </p:attrNameLst>
                                      </p:cBhvr>
                                      <p:tavLst>
                                        <p:tav tm="0">
                                          <p:val>
                                            <p:fltVal val="0"/>
                                          </p:val>
                                        </p:tav>
                                        <p:tav tm="100000">
                                          <p:val>
                                            <p:strVal val="#ppt_h"/>
                                          </p:val>
                                        </p:tav>
                                      </p:tavLst>
                                    </p:anim>
                                    <p:animEffect transition="in" filter="fade">
                                      <p:cBhvr>
                                        <p:cTn id="94" dur="1000"/>
                                        <p:tgtEl>
                                          <p:spTgt spid="89"/>
                                        </p:tgtEl>
                                      </p:cBhvr>
                                    </p:animEffect>
                                  </p:childTnLst>
                                </p:cTn>
                              </p:par>
                              <p:par>
                                <p:cTn id="95" presetID="53" presetClass="entr" presetSubtype="16" fill="hold" grpId="0" nodeType="withEffect" nodePh="1">
                                  <p:stCondLst>
                                    <p:cond delay="800"/>
                                  </p:stCondLst>
                                  <p:endCondLst>
                                    <p:cond evt="begin" delay="0">
                                      <p:tn val="95"/>
                                    </p:cond>
                                  </p:endCondLst>
                                  <p:childTnLst>
                                    <p:set>
                                      <p:cBhvr>
                                        <p:cTn id="96" dur="1" fill="hold">
                                          <p:stCondLst>
                                            <p:cond delay="0"/>
                                          </p:stCondLst>
                                        </p:cTn>
                                        <p:tgtEl>
                                          <p:spTgt spid="90"/>
                                        </p:tgtEl>
                                        <p:attrNameLst>
                                          <p:attrName>style.visibility</p:attrName>
                                        </p:attrNameLst>
                                      </p:cBhvr>
                                      <p:to>
                                        <p:strVal val="visible"/>
                                      </p:to>
                                    </p:set>
                                    <p:anim calcmode="lin" valueType="num">
                                      <p:cBhvr>
                                        <p:cTn id="97" dur="1000" fill="hold"/>
                                        <p:tgtEl>
                                          <p:spTgt spid="90"/>
                                        </p:tgtEl>
                                        <p:attrNameLst>
                                          <p:attrName>ppt_w</p:attrName>
                                        </p:attrNameLst>
                                      </p:cBhvr>
                                      <p:tavLst>
                                        <p:tav tm="0">
                                          <p:val>
                                            <p:fltVal val="0"/>
                                          </p:val>
                                        </p:tav>
                                        <p:tav tm="100000">
                                          <p:val>
                                            <p:strVal val="#ppt_w"/>
                                          </p:val>
                                        </p:tav>
                                      </p:tavLst>
                                    </p:anim>
                                    <p:anim calcmode="lin" valueType="num">
                                      <p:cBhvr>
                                        <p:cTn id="98" dur="1000" fill="hold"/>
                                        <p:tgtEl>
                                          <p:spTgt spid="90"/>
                                        </p:tgtEl>
                                        <p:attrNameLst>
                                          <p:attrName>ppt_h</p:attrName>
                                        </p:attrNameLst>
                                      </p:cBhvr>
                                      <p:tavLst>
                                        <p:tav tm="0">
                                          <p:val>
                                            <p:fltVal val="0"/>
                                          </p:val>
                                        </p:tav>
                                        <p:tav tm="100000">
                                          <p:val>
                                            <p:strVal val="#ppt_h"/>
                                          </p:val>
                                        </p:tav>
                                      </p:tavLst>
                                    </p:anim>
                                    <p:animEffect transition="in" filter="fade">
                                      <p:cBhvr>
                                        <p:cTn id="99" dur="1000"/>
                                        <p:tgtEl>
                                          <p:spTgt spid="90"/>
                                        </p:tgtEl>
                                      </p:cBhvr>
                                    </p:animEffect>
                                  </p:childTnLst>
                                </p:cTn>
                              </p:par>
                              <p:par>
                                <p:cTn id="100" presetID="53" presetClass="entr" presetSubtype="16" fill="hold" grpId="0" nodeType="withEffect" nodePh="1">
                                  <p:stCondLst>
                                    <p:cond delay="800"/>
                                  </p:stCondLst>
                                  <p:endCondLst>
                                    <p:cond evt="begin" delay="0">
                                      <p:tn val="100"/>
                                    </p:cond>
                                  </p:endCondLst>
                                  <p:childTnLst>
                                    <p:set>
                                      <p:cBhvr>
                                        <p:cTn id="101" dur="1" fill="hold">
                                          <p:stCondLst>
                                            <p:cond delay="0"/>
                                          </p:stCondLst>
                                        </p:cTn>
                                        <p:tgtEl>
                                          <p:spTgt spid="91"/>
                                        </p:tgtEl>
                                        <p:attrNameLst>
                                          <p:attrName>style.visibility</p:attrName>
                                        </p:attrNameLst>
                                      </p:cBhvr>
                                      <p:to>
                                        <p:strVal val="visible"/>
                                      </p:to>
                                    </p:set>
                                    <p:anim calcmode="lin" valueType="num">
                                      <p:cBhvr>
                                        <p:cTn id="102" dur="1000" fill="hold"/>
                                        <p:tgtEl>
                                          <p:spTgt spid="91"/>
                                        </p:tgtEl>
                                        <p:attrNameLst>
                                          <p:attrName>ppt_w</p:attrName>
                                        </p:attrNameLst>
                                      </p:cBhvr>
                                      <p:tavLst>
                                        <p:tav tm="0">
                                          <p:val>
                                            <p:fltVal val="0"/>
                                          </p:val>
                                        </p:tav>
                                        <p:tav tm="100000">
                                          <p:val>
                                            <p:strVal val="#ppt_w"/>
                                          </p:val>
                                        </p:tav>
                                      </p:tavLst>
                                    </p:anim>
                                    <p:anim calcmode="lin" valueType="num">
                                      <p:cBhvr>
                                        <p:cTn id="103" dur="1000" fill="hold"/>
                                        <p:tgtEl>
                                          <p:spTgt spid="91"/>
                                        </p:tgtEl>
                                        <p:attrNameLst>
                                          <p:attrName>ppt_h</p:attrName>
                                        </p:attrNameLst>
                                      </p:cBhvr>
                                      <p:tavLst>
                                        <p:tav tm="0">
                                          <p:val>
                                            <p:fltVal val="0"/>
                                          </p:val>
                                        </p:tav>
                                        <p:tav tm="100000">
                                          <p:val>
                                            <p:strVal val="#ppt_h"/>
                                          </p:val>
                                        </p:tav>
                                      </p:tavLst>
                                    </p:anim>
                                    <p:animEffect transition="in" filter="fade">
                                      <p:cBhvr>
                                        <p:cTn id="104" dur="1000"/>
                                        <p:tgtEl>
                                          <p:spTgt spid="91"/>
                                        </p:tgtEl>
                                      </p:cBhvr>
                                    </p:animEffect>
                                  </p:childTnLst>
                                </p:cTn>
                              </p:par>
                              <p:par>
                                <p:cTn id="105" presetID="53" presetClass="entr" presetSubtype="16" fill="hold" grpId="0" nodeType="withEffect" nodePh="1">
                                  <p:stCondLst>
                                    <p:cond delay="800"/>
                                  </p:stCondLst>
                                  <p:endCondLst>
                                    <p:cond evt="begin" delay="0">
                                      <p:tn val="105"/>
                                    </p:cond>
                                  </p:endCondLst>
                                  <p:childTnLst>
                                    <p:set>
                                      <p:cBhvr>
                                        <p:cTn id="106" dur="1" fill="hold">
                                          <p:stCondLst>
                                            <p:cond delay="0"/>
                                          </p:stCondLst>
                                        </p:cTn>
                                        <p:tgtEl>
                                          <p:spTgt spid="92"/>
                                        </p:tgtEl>
                                        <p:attrNameLst>
                                          <p:attrName>style.visibility</p:attrName>
                                        </p:attrNameLst>
                                      </p:cBhvr>
                                      <p:to>
                                        <p:strVal val="visible"/>
                                      </p:to>
                                    </p:set>
                                    <p:anim calcmode="lin" valueType="num">
                                      <p:cBhvr>
                                        <p:cTn id="107" dur="1000" fill="hold"/>
                                        <p:tgtEl>
                                          <p:spTgt spid="92"/>
                                        </p:tgtEl>
                                        <p:attrNameLst>
                                          <p:attrName>ppt_w</p:attrName>
                                        </p:attrNameLst>
                                      </p:cBhvr>
                                      <p:tavLst>
                                        <p:tav tm="0">
                                          <p:val>
                                            <p:fltVal val="0"/>
                                          </p:val>
                                        </p:tav>
                                        <p:tav tm="100000">
                                          <p:val>
                                            <p:strVal val="#ppt_w"/>
                                          </p:val>
                                        </p:tav>
                                      </p:tavLst>
                                    </p:anim>
                                    <p:anim calcmode="lin" valueType="num">
                                      <p:cBhvr>
                                        <p:cTn id="108" dur="1000" fill="hold"/>
                                        <p:tgtEl>
                                          <p:spTgt spid="92"/>
                                        </p:tgtEl>
                                        <p:attrNameLst>
                                          <p:attrName>ppt_h</p:attrName>
                                        </p:attrNameLst>
                                      </p:cBhvr>
                                      <p:tavLst>
                                        <p:tav tm="0">
                                          <p:val>
                                            <p:fltVal val="0"/>
                                          </p:val>
                                        </p:tav>
                                        <p:tav tm="100000">
                                          <p:val>
                                            <p:strVal val="#ppt_h"/>
                                          </p:val>
                                        </p:tav>
                                      </p:tavLst>
                                    </p:anim>
                                    <p:animEffect transition="in" filter="fade">
                                      <p:cBhvr>
                                        <p:cTn id="109" dur="1000"/>
                                        <p:tgtEl>
                                          <p:spTgt spid="92"/>
                                        </p:tgtEl>
                                      </p:cBhvr>
                                    </p:animEffect>
                                  </p:childTnLst>
                                </p:cTn>
                              </p:par>
                              <p:par>
                                <p:cTn id="110" presetID="10" presetClass="entr" presetSubtype="0" fill="hold" grpId="0" nodeType="withEffect">
                                  <p:stCondLst>
                                    <p:cond delay="800"/>
                                  </p:stCondLst>
                                  <p:childTnLst>
                                    <p:set>
                                      <p:cBhvr>
                                        <p:cTn id="111" dur="1" fill="hold">
                                          <p:stCondLst>
                                            <p:cond delay="0"/>
                                          </p:stCondLst>
                                        </p:cTn>
                                        <p:tgtEl>
                                          <p:spTgt spid="93">
                                            <p:txEl>
                                              <p:pRg st="0" end="0"/>
                                            </p:txEl>
                                          </p:spTgt>
                                        </p:tgtEl>
                                        <p:attrNameLst>
                                          <p:attrName>style.visibility</p:attrName>
                                        </p:attrNameLst>
                                      </p:cBhvr>
                                      <p:to>
                                        <p:strVal val="visible"/>
                                      </p:to>
                                    </p:set>
                                    <p:animEffect transition="in" filter="fade">
                                      <p:cBhvr>
                                        <p:cTn id="112" dur="500"/>
                                        <p:tgtEl>
                                          <p:spTgt spid="93">
                                            <p:txEl>
                                              <p:pRg st="0" end="0"/>
                                            </p:txEl>
                                          </p:spTgt>
                                        </p:tgtEl>
                                      </p:cBhvr>
                                    </p:animEffect>
                                  </p:childTnLst>
                                </p:cTn>
                              </p:par>
                              <p:par>
                                <p:cTn id="113" presetID="42" presetClass="entr" presetSubtype="0" fill="hold" grpId="0" nodeType="withEffect">
                                  <p:stCondLst>
                                    <p:cond delay="200"/>
                                  </p:stCondLst>
                                  <p:childTnLst>
                                    <p:set>
                                      <p:cBhvr>
                                        <p:cTn id="114" dur="1" fill="hold">
                                          <p:stCondLst>
                                            <p:cond delay="0"/>
                                          </p:stCondLst>
                                        </p:cTn>
                                        <p:tgtEl>
                                          <p:spTgt spid="94">
                                            <p:txEl>
                                              <p:pRg st="0" end="0"/>
                                            </p:txEl>
                                          </p:spTgt>
                                        </p:tgtEl>
                                        <p:attrNameLst>
                                          <p:attrName>style.visibility</p:attrName>
                                        </p:attrNameLst>
                                      </p:cBhvr>
                                      <p:to>
                                        <p:strVal val="visible"/>
                                      </p:to>
                                    </p:set>
                                    <p:animEffect transition="in" filter="fade">
                                      <p:cBhvr>
                                        <p:cTn id="115" dur="400"/>
                                        <p:tgtEl>
                                          <p:spTgt spid="94">
                                            <p:txEl>
                                              <p:pRg st="0" end="0"/>
                                            </p:txEl>
                                          </p:spTgt>
                                        </p:tgtEl>
                                      </p:cBhvr>
                                    </p:animEffect>
                                    <p:anim calcmode="lin" valueType="num">
                                      <p:cBhvr>
                                        <p:cTn id="116" dur="400" fill="hold"/>
                                        <p:tgtEl>
                                          <p:spTgt spid="94">
                                            <p:txEl>
                                              <p:pRg st="0" end="0"/>
                                            </p:txEl>
                                          </p:spTgt>
                                        </p:tgtEl>
                                        <p:attrNameLst>
                                          <p:attrName>ppt_x</p:attrName>
                                        </p:attrNameLst>
                                      </p:cBhvr>
                                      <p:tavLst>
                                        <p:tav tm="0">
                                          <p:val>
                                            <p:strVal val="#ppt_x"/>
                                          </p:val>
                                        </p:tav>
                                        <p:tav tm="100000">
                                          <p:val>
                                            <p:strVal val="#ppt_x"/>
                                          </p:val>
                                        </p:tav>
                                      </p:tavLst>
                                    </p:anim>
                                    <p:anim calcmode="lin" valueType="num">
                                      <p:cBhvr>
                                        <p:cTn id="117" dur="400" fill="hold"/>
                                        <p:tgtEl>
                                          <p:spTgt spid="94">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73" grpId="0"/>
      <p:bldP spid="74" grpId="0"/>
      <p:bldP spid="75" grpId="0"/>
      <p:bldP spid="76" grpId="0"/>
      <p:bldP spid="77" grpId="0"/>
      <p:bldP spid="78" grpId="0"/>
      <p:bldP spid="79" grpId="0"/>
      <p:bldP spid="80" grpId="0"/>
      <p:bldP spid="81" grpId="0"/>
      <p:bldP spid="82" grpId="0"/>
      <p:bldP spid="83" grpId="0"/>
      <p:bldP spid="84" grpId="0"/>
      <p:bldP spid="85" grpId="0"/>
      <p:bldP spid="86" grpId="0"/>
      <p:bldP spid="87" grpId="0"/>
      <p:bldP spid="88" grpId="0"/>
      <p:bldP spid="89" grpId="0"/>
      <p:bldP spid="90" grpId="0"/>
      <p:bldP spid="91" grpId="0"/>
      <p:bldP spid="92" grpId="0"/>
      <p:bldP spid="93" grpId="0" build="p">
        <p:tmplLst>
          <p:tmpl lvl="1">
            <p:tnLst>
              <p:par>
                <p:cTn presetID="10" presetClass="entr" presetSubtype="0" fill="hold" nodeType="withEffect">
                  <p:stCondLst>
                    <p:cond delay="800"/>
                  </p:stCondLst>
                  <p:childTnLst>
                    <p:set>
                      <p:cBhvr>
                        <p:cTn dur="1" fill="hold">
                          <p:stCondLst>
                            <p:cond delay="0"/>
                          </p:stCondLst>
                        </p:cTn>
                        <p:tgtEl>
                          <p:spTgt spid="93"/>
                        </p:tgtEl>
                        <p:attrNameLst>
                          <p:attrName>style.visibility</p:attrName>
                        </p:attrNameLst>
                      </p:cBhvr>
                      <p:to>
                        <p:strVal val="visible"/>
                      </p:to>
                    </p:set>
                    <p:animEffect transition="in" filter="fade">
                      <p:cBhvr>
                        <p:cTn dur="500"/>
                        <p:tgtEl>
                          <p:spTgt spid="93"/>
                        </p:tgtEl>
                      </p:cBhvr>
                    </p:animEffect>
                  </p:childTnLst>
                </p:cTn>
              </p:par>
            </p:tnLst>
          </p:tmpl>
        </p:tmplLst>
      </p:bldP>
      <p:bldP spid="94" grpId="0" build="p">
        <p:tmplLst>
          <p:tmpl lvl="1">
            <p:tnLst>
              <p:par>
                <p:cTn presetID="42" presetClass="entr" presetSubtype="0" fill="hold" nodeType="withEffect">
                  <p:stCondLst>
                    <p:cond delay="200"/>
                  </p:stCondLst>
                  <p:childTnLst>
                    <p:set>
                      <p:cBhvr>
                        <p:cTn dur="1" fill="hold">
                          <p:stCondLst>
                            <p:cond delay="0"/>
                          </p:stCondLst>
                        </p:cTn>
                        <p:tgtEl>
                          <p:spTgt spid="94"/>
                        </p:tgtEl>
                        <p:attrNameLst>
                          <p:attrName>style.visibility</p:attrName>
                        </p:attrNameLst>
                      </p:cBhvr>
                      <p:to>
                        <p:strVal val="visible"/>
                      </p:to>
                    </p:set>
                    <p:animEffect transition="in" filter="fade">
                      <p:cBhvr>
                        <p:cTn dur="400"/>
                        <p:tgtEl>
                          <p:spTgt spid="94"/>
                        </p:tgtEl>
                      </p:cBhvr>
                    </p:animEffect>
                    <p:anim calcmode="lin" valueType="num">
                      <p:cBhvr>
                        <p:cTn dur="400" fill="hold"/>
                        <p:tgtEl>
                          <p:spTgt spid="94"/>
                        </p:tgtEl>
                        <p:attrNameLst>
                          <p:attrName>ppt_x</p:attrName>
                        </p:attrNameLst>
                      </p:cBhvr>
                      <p:tavLst>
                        <p:tav tm="0">
                          <p:val>
                            <p:strVal val="#ppt_x"/>
                          </p:val>
                        </p:tav>
                        <p:tav tm="100000">
                          <p:val>
                            <p:strVal val="#ppt_x"/>
                          </p:val>
                        </p:tav>
                      </p:tavLst>
                    </p:anim>
                    <p:anim calcmode="lin" valueType="num">
                      <p:cBhvr>
                        <p:cTn dur="400" fill="hold"/>
                        <p:tgtEl>
                          <p:spTgt spid="9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Tiles images slide 2">
    <p:spTree>
      <p:nvGrpSpPr>
        <p:cNvPr id="1" name=""/>
        <p:cNvGrpSpPr/>
        <p:nvPr/>
      </p:nvGrpSpPr>
      <p:grpSpPr>
        <a:xfrm>
          <a:off x="0" y="0"/>
          <a:ext cx="0" cy="0"/>
          <a:chOff x="0" y="0"/>
          <a:chExt cx="0" cy="0"/>
        </a:xfrm>
      </p:grpSpPr>
      <p:sp>
        <p:nvSpPr>
          <p:cNvPr id="22" name="Picture Placeholder 2"/>
          <p:cNvSpPr>
            <a:spLocks noGrp="1" noChangeAspect="1"/>
          </p:cNvSpPr>
          <p:nvPr>
            <p:ph type="pic" sz="quarter" idx="48"/>
          </p:nvPr>
        </p:nvSpPr>
        <p:spPr>
          <a:xfrm>
            <a:off x="220133" y="228600"/>
            <a:ext cx="1776408" cy="1457914"/>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73" name="Picture Placeholder 2"/>
          <p:cNvSpPr>
            <a:spLocks noGrp="1" noChangeAspect="1"/>
          </p:cNvSpPr>
          <p:nvPr>
            <p:ph type="pic" sz="quarter" idx="49"/>
          </p:nvPr>
        </p:nvSpPr>
        <p:spPr>
          <a:xfrm>
            <a:off x="2219063" y="228600"/>
            <a:ext cx="1776408" cy="1457914"/>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74" name="Picture Placeholder 2"/>
          <p:cNvSpPr>
            <a:spLocks noGrp="1" noChangeAspect="1"/>
          </p:cNvSpPr>
          <p:nvPr>
            <p:ph type="pic" sz="quarter" idx="50"/>
          </p:nvPr>
        </p:nvSpPr>
        <p:spPr>
          <a:xfrm>
            <a:off x="4217992" y="228600"/>
            <a:ext cx="1776408" cy="1457914"/>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79" name="Picture Placeholder 2"/>
          <p:cNvSpPr>
            <a:spLocks noGrp="1" noChangeAspect="1"/>
          </p:cNvSpPr>
          <p:nvPr>
            <p:ph type="pic" sz="quarter" idx="55"/>
          </p:nvPr>
        </p:nvSpPr>
        <p:spPr>
          <a:xfrm>
            <a:off x="220133" y="1875235"/>
            <a:ext cx="1776408" cy="1457914"/>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0" name="Picture Placeholder 2"/>
          <p:cNvSpPr>
            <a:spLocks noGrp="1" noChangeAspect="1"/>
          </p:cNvSpPr>
          <p:nvPr>
            <p:ph type="pic" sz="quarter" idx="56"/>
          </p:nvPr>
        </p:nvSpPr>
        <p:spPr>
          <a:xfrm>
            <a:off x="2219063" y="1875235"/>
            <a:ext cx="1776408" cy="1457914"/>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1" name="Picture Placeholder 2"/>
          <p:cNvSpPr>
            <a:spLocks noGrp="1" noChangeAspect="1"/>
          </p:cNvSpPr>
          <p:nvPr>
            <p:ph type="pic" sz="quarter" idx="57"/>
          </p:nvPr>
        </p:nvSpPr>
        <p:spPr>
          <a:xfrm>
            <a:off x="4217992" y="1875235"/>
            <a:ext cx="1776408" cy="1457914"/>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6" name="Picture Placeholder 2"/>
          <p:cNvSpPr>
            <a:spLocks noGrp="1" noChangeAspect="1"/>
          </p:cNvSpPr>
          <p:nvPr>
            <p:ph type="pic" sz="quarter" idx="62"/>
          </p:nvPr>
        </p:nvSpPr>
        <p:spPr>
          <a:xfrm>
            <a:off x="220133" y="3521870"/>
            <a:ext cx="1776408" cy="1457914"/>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7" name="Picture Placeholder 2"/>
          <p:cNvSpPr>
            <a:spLocks noGrp="1" noChangeAspect="1"/>
          </p:cNvSpPr>
          <p:nvPr>
            <p:ph type="pic" sz="quarter" idx="63"/>
          </p:nvPr>
        </p:nvSpPr>
        <p:spPr>
          <a:xfrm>
            <a:off x="2219063" y="3521870"/>
            <a:ext cx="1776408" cy="1457914"/>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88" name="Picture Placeholder 2"/>
          <p:cNvSpPr>
            <a:spLocks noGrp="1" noChangeAspect="1"/>
          </p:cNvSpPr>
          <p:nvPr>
            <p:ph type="pic" sz="quarter" idx="64"/>
          </p:nvPr>
        </p:nvSpPr>
        <p:spPr>
          <a:xfrm>
            <a:off x="4217992" y="3521870"/>
            <a:ext cx="1776408" cy="1457914"/>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25" name="Picture Placeholder 2"/>
          <p:cNvSpPr>
            <a:spLocks noGrp="1" noChangeAspect="1"/>
          </p:cNvSpPr>
          <p:nvPr>
            <p:ph type="pic" sz="quarter" idx="70"/>
          </p:nvPr>
        </p:nvSpPr>
        <p:spPr>
          <a:xfrm>
            <a:off x="220133" y="5183745"/>
            <a:ext cx="1776408" cy="1457914"/>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26" name="Picture Placeholder 2"/>
          <p:cNvSpPr>
            <a:spLocks noGrp="1" noChangeAspect="1"/>
          </p:cNvSpPr>
          <p:nvPr>
            <p:ph type="pic" sz="quarter" idx="71"/>
          </p:nvPr>
        </p:nvSpPr>
        <p:spPr>
          <a:xfrm>
            <a:off x="2219063" y="5183745"/>
            <a:ext cx="1776408" cy="1457914"/>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27" name="Picture Placeholder 2"/>
          <p:cNvSpPr>
            <a:spLocks noGrp="1" noChangeAspect="1"/>
          </p:cNvSpPr>
          <p:nvPr>
            <p:ph type="pic" sz="quarter" idx="72"/>
          </p:nvPr>
        </p:nvSpPr>
        <p:spPr>
          <a:xfrm>
            <a:off x="4217992" y="5183745"/>
            <a:ext cx="1776408" cy="1457914"/>
          </a:xfrm>
          <a:prstGeom prst="rect">
            <a:avLst/>
          </a:prstGeom>
          <a:effectLst/>
        </p:spPr>
        <p:txBody>
          <a:bodyPr vert="horz" lIns="95057" tIns="47529" rIns="95057" bIns="47529"/>
          <a:lstStyle>
            <a:lvl1pPr marL="0" indent="0" algn="ctr">
              <a:buNone/>
              <a:defRPr sz="1080">
                <a:solidFill>
                  <a:srgbClr val="7F7F7F"/>
                </a:solidFill>
                <a:latin typeface="Lato Regular"/>
                <a:cs typeface="Lato Regular"/>
              </a:defRPr>
            </a:lvl1pPr>
          </a:lstStyle>
          <a:p>
            <a:endParaRPr lang="en-US" dirty="0"/>
          </a:p>
        </p:txBody>
      </p:sp>
      <p:sp>
        <p:nvSpPr>
          <p:cNvPr id="32" name="Text Placeholder 7"/>
          <p:cNvSpPr>
            <a:spLocks noGrp="1"/>
          </p:cNvSpPr>
          <p:nvPr>
            <p:ph type="body" sz="quarter" idx="10" hasCustomPrompt="1"/>
          </p:nvPr>
        </p:nvSpPr>
        <p:spPr>
          <a:xfrm>
            <a:off x="6371166" y="300658"/>
            <a:ext cx="5204884"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33" name="Text Placeholder 7"/>
          <p:cNvSpPr>
            <a:spLocks noGrp="1"/>
          </p:cNvSpPr>
          <p:nvPr>
            <p:ph type="body" sz="quarter" idx="11" hasCustomPrompt="1"/>
          </p:nvPr>
        </p:nvSpPr>
        <p:spPr>
          <a:xfrm>
            <a:off x="6371166" y="803181"/>
            <a:ext cx="5204884"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34" name="Text Placeholder 7"/>
          <p:cNvSpPr>
            <a:spLocks noGrp="1"/>
          </p:cNvSpPr>
          <p:nvPr>
            <p:ph type="body" sz="quarter" idx="40" hasCustomPrompt="1"/>
          </p:nvPr>
        </p:nvSpPr>
        <p:spPr>
          <a:xfrm>
            <a:off x="6350705" y="1443836"/>
            <a:ext cx="5233353" cy="431780"/>
          </a:xfrm>
          <a:prstGeom prst="rect">
            <a:avLst/>
          </a:prstGeom>
        </p:spPr>
        <p:txBody>
          <a:bodyPr vert="horz" lIns="0" tIns="40504" rIns="0" bIns="40504" anchor="ctr"/>
          <a:lstStyle>
            <a:lvl1pPr marL="0" indent="0" algn="l">
              <a:lnSpc>
                <a:spcPct val="100000"/>
              </a:lnSpc>
              <a:spcBef>
                <a:spcPts val="0"/>
              </a:spcBef>
              <a:buNone/>
              <a:defRPr sz="1920" b="1">
                <a:solidFill>
                  <a:schemeClr val="tx1">
                    <a:lumMod val="75000"/>
                    <a:lumOff val="25000"/>
                  </a:schemeClr>
                </a:solidFill>
                <a:latin typeface="Lato Light"/>
                <a:cs typeface="Lato Light"/>
              </a:defRPr>
            </a:lvl1pPr>
          </a:lstStyle>
          <a:p>
            <a:pPr lvl="0"/>
            <a:r>
              <a:rPr lang="es-ES_tradnl" dirty="0" err="1" smtClean="0"/>
              <a:t>Title</a:t>
            </a:r>
            <a:r>
              <a:rPr lang="es-ES_tradnl" dirty="0" smtClean="0"/>
              <a:t> </a:t>
            </a:r>
            <a:r>
              <a:rPr lang="es-ES_tradnl" dirty="0" err="1" smtClean="0"/>
              <a:t>example</a:t>
            </a:r>
            <a:r>
              <a:rPr lang="es-ES_tradnl" dirty="0" smtClean="0"/>
              <a:t> </a:t>
            </a:r>
            <a:r>
              <a:rPr lang="es-ES_tradnl" dirty="0" err="1" smtClean="0"/>
              <a:t>here</a:t>
            </a:r>
            <a:endParaRPr lang="es-ES_tradnl" dirty="0" smtClean="0"/>
          </a:p>
        </p:txBody>
      </p:sp>
      <p:sp>
        <p:nvSpPr>
          <p:cNvPr id="35" name="Text Placeholder 7"/>
          <p:cNvSpPr>
            <a:spLocks noGrp="1"/>
          </p:cNvSpPr>
          <p:nvPr>
            <p:ph type="body" sz="quarter" idx="41" hasCustomPrompt="1"/>
          </p:nvPr>
        </p:nvSpPr>
        <p:spPr>
          <a:xfrm>
            <a:off x="6350705" y="1926034"/>
            <a:ext cx="5233356"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r>
              <a:rPr lang="es-ES_tradnl" dirty="0" smtClean="0"/>
              <a:t> </a:t>
            </a:r>
            <a:r>
              <a:rPr lang="es-ES_tradnl" dirty="0" err="1" smtClean="0"/>
              <a:t>Here</a:t>
            </a:r>
            <a:endParaRPr lang="es-ES_tradnl" dirty="0" smtClean="0"/>
          </a:p>
        </p:txBody>
      </p:sp>
      <p:sp>
        <p:nvSpPr>
          <p:cNvPr id="36" name="Text Placeholder 2"/>
          <p:cNvSpPr>
            <a:spLocks noGrp="1"/>
          </p:cNvSpPr>
          <p:nvPr>
            <p:ph type="body" sz="quarter" idx="42" hasCustomPrompt="1"/>
          </p:nvPr>
        </p:nvSpPr>
        <p:spPr>
          <a:xfrm>
            <a:off x="6371166" y="2257008"/>
            <a:ext cx="5204884" cy="4384651"/>
          </a:xfrm>
          <a:prstGeom prst="rect">
            <a:avLst/>
          </a:prstGeom>
        </p:spPr>
        <p:txBody>
          <a:bodyPr vert="horz" lIns="0" tIns="0" rIns="0" bIns="0"/>
          <a:lstStyle>
            <a:lvl1pPr marL="0" marR="0" indent="0" algn="just" defTabSz="486044" rtl="0" eaLnBrk="1" fontAlgn="auto" latinLnBrk="0" hangingPunct="1">
              <a:lnSpc>
                <a:spcPct val="130000"/>
              </a:lnSpc>
              <a:spcBef>
                <a:spcPct val="20000"/>
              </a:spcBef>
              <a:spcAft>
                <a:spcPts val="0"/>
              </a:spcAft>
              <a:buClrTx/>
              <a:buSzTx/>
              <a:buFont typeface="Arial"/>
              <a:buNone/>
              <a:tabLst/>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a:p>
            <a:pPr lvl="0"/>
            <a:endParaRPr lang="en-US" dirty="0" smtClean="0"/>
          </a:p>
          <a:p>
            <a:pPr lvl="0"/>
            <a:r>
              <a:rPr lang="en-US" dirty="0" err="1" smtClean="0"/>
              <a:t>Duis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fringillascipit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 </a:t>
            </a:r>
            <a:r>
              <a:rPr lang="en-US" dirty="0" err="1" smtClean="0"/>
              <a:t>Duis</a:t>
            </a:r>
            <a:r>
              <a:rPr lang="en-US" dirty="0" smtClean="0"/>
              <a:t> </a:t>
            </a:r>
            <a:r>
              <a:rPr lang="en-US" dirty="0" err="1" smtClean="0"/>
              <a:t>quis</a:t>
            </a:r>
            <a:r>
              <a:rPr lang="en-US" dirty="0" smtClean="0"/>
              <a:t> </a:t>
            </a:r>
            <a:r>
              <a:rPr lang="en-US" dirty="0" err="1" smtClean="0"/>
              <a:t>viverra</a:t>
            </a:r>
            <a:r>
              <a:rPr lang="en-US" dirty="0" smtClean="0"/>
              <a:t> </a:t>
            </a:r>
            <a:r>
              <a:rPr lang="en-US" dirty="0" err="1" smtClean="0"/>
              <a:t>urna</a:t>
            </a:r>
            <a:r>
              <a:rPr lang="en-US" dirty="0" smtClean="0"/>
              <a:t>, in </a:t>
            </a:r>
            <a:r>
              <a:rPr lang="en-US" dirty="0" err="1" smtClean="0"/>
              <a:t>ultricies</a:t>
            </a:r>
            <a:r>
              <a:rPr lang="en-US" dirty="0" smtClean="0"/>
              <a:t> diam. </a:t>
            </a:r>
          </a:p>
        </p:txBody>
      </p:sp>
    </p:spTree>
    <p:extLst>
      <p:ext uri="{BB962C8B-B14F-4D97-AF65-F5344CB8AC3E}">
        <p14:creationId xmlns:p14="http://schemas.microsoft.com/office/powerpoint/2010/main" val="31704958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nodePh="1">
                                  <p:stCondLst>
                                    <p:cond delay="800"/>
                                  </p:stCondLst>
                                  <p:endCondLst>
                                    <p:cond evt="begin" delay="0">
                                      <p:tn val="5"/>
                                    </p:cond>
                                  </p:endCondLst>
                                  <p:childTnLst>
                                    <p:set>
                                      <p:cBhvr>
                                        <p:cTn id="6" dur="1" fill="hold">
                                          <p:stCondLst>
                                            <p:cond delay="0"/>
                                          </p:stCondLst>
                                        </p:cTn>
                                        <p:tgtEl>
                                          <p:spTgt spid="22"/>
                                        </p:tgtEl>
                                        <p:attrNameLst>
                                          <p:attrName>style.visibility</p:attrName>
                                        </p:attrNameLst>
                                      </p:cBhvr>
                                      <p:to>
                                        <p:strVal val="visible"/>
                                      </p:to>
                                    </p:set>
                                    <p:anim calcmode="lin" valueType="num">
                                      <p:cBhvr>
                                        <p:cTn id="7" dur="1000" fill="hold"/>
                                        <p:tgtEl>
                                          <p:spTgt spid="22"/>
                                        </p:tgtEl>
                                        <p:attrNameLst>
                                          <p:attrName>ppt_w</p:attrName>
                                        </p:attrNameLst>
                                      </p:cBhvr>
                                      <p:tavLst>
                                        <p:tav tm="0">
                                          <p:val>
                                            <p:fltVal val="0"/>
                                          </p:val>
                                        </p:tav>
                                        <p:tav tm="100000">
                                          <p:val>
                                            <p:strVal val="#ppt_w"/>
                                          </p:val>
                                        </p:tav>
                                      </p:tavLst>
                                    </p:anim>
                                    <p:anim calcmode="lin" valueType="num">
                                      <p:cBhvr>
                                        <p:cTn id="8" dur="1000" fill="hold"/>
                                        <p:tgtEl>
                                          <p:spTgt spid="22"/>
                                        </p:tgtEl>
                                        <p:attrNameLst>
                                          <p:attrName>ppt_h</p:attrName>
                                        </p:attrNameLst>
                                      </p:cBhvr>
                                      <p:tavLst>
                                        <p:tav tm="0">
                                          <p:val>
                                            <p:fltVal val="0"/>
                                          </p:val>
                                        </p:tav>
                                        <p:tav tm="100000">
                                          <p:val>
                                            <p:strVal val="#ppt_h"/>
                                          </p:val>
                                        </p:tav>
                                      </p:tavLst>
                                    </p:anim>
                                    <p:animEffect transition="in" filter="fade">
                                      <p:cBhvr>
                                        <p:cTn id="9" dur="1000"/>
                                        <p:tgtEl>
                                          <p:spTgt spid="22"/>
                                        </p:tgtEl>
                                      </p:cBhvr>
                                    </p:animEffect>
                                  </p:childTnLst>
                                </p:cTn>
                              </p:par>
                              <p:par>
                                <p:cTn id="10" presetID="53" presetClass="entr" presetSubtype="16" fill="hold" grpId="0" nodeType="withEffect" nodePh="1">
                                  <p:stCondLst>
                                    <p:cond delay="800"/>
                                  </p:stCondLst>
                                  <p:endCondLst>
                                    <p:cond evt="begin" delay="0">
                                      <p:tn val="10"/>
                                    </p:cond>
                                  </p:endCondLst>
                                  <p:childTnLst>
                                    <p:set>
                                      <p:cBhvr>
                                        <p:cTn id="11" dur="1" fill="hold">
                                          <p:stCondLst>
                                            <p:cond delay="0"/>
                                          </p:stCondLst>
                                        </p:cTn>
                                        <p:tgtEl>
                                          <p:spTgt spid="73"/>
                                        </p:tgtEl>
                                        <p:attrNameLst>
                                          <p:attrName>style.visibility</p:attrName>
                                        </p:attrNameLst>
                                      </p:cBhvr>
                                      <p:to>
                                        <p:strVal val="visible"/>
                                      </p:to>
                                    </p:set>
                                    <p:anim calcmode="lin" valueType="num">
                                      <p:cBhvr>
                                        <p:cTn id="12" dur="1000" fill="hold"/>
                                        <p:tgtEl>
                                          <p:spTgt spid="73"/>
                                        </p:tgtEl>
                                        <p:attrNameLst>
                                          <p:attrName>ppt_w</p:attrName>
                                        </p:attrNameLst>
                                      </p:cBhvr>
                                      <p:tavLst>
                                        <p:tav tm="0">
                                          <p:val>
                                            <p:fltVal val="0"/>
                                          </p:val>
                                        </p:tav>
                                        <p:tav tm="100000">
                                          <p:val>
                                            <p:strVal val="#ppt_w"/>
                                          </p:val>
                                        </p:tav>
                                      </p:tavLst>
                                    </p:anim>
                                    <p:anim calcmode="lin" valueType="num">
                                      <p:cBhvr>
                                        <p:cTn id="13" dur="1000" fill="hold"/>
                                        <p:tgtEl>
                                          <p:spTgt spid="73"/>
                                        </p:tgtEl>
                                        <p:attrNameLst>
                                          <p:attrName>ppt_h</p:attrName>
                                        </p:attrNameLst>
                                      </p:cBhvr>
                                      <p:tavLst>
                                        <p:tav tm="0">
                                          <p:val>
                                            <p:fltVal val="0"/>
                                          </p:val>
                                        </p:tav>
                                        <p:tav tm="100000">
                                          <p:val>
                                            <p:strVal val="#ppt_h"/>
                                          </p:val>
                                        </p:tav>
                                      </p:tavLst>
                                    </p:anim>
                                    <p:animEffect transition="in" filter="fade">
                                      <p:cBhvr>
                                        <p:cTn id="14" dur="1000"/>
                                        <p:tgtEl>
                                          <p:spTgt spid="73"/>
                                        </p:tgtEl>
                                      </p:cBhvr>
                                    </p:animEffect>
                                  </p:childTnLst>
                                </p:cTn>
                              </p:par>
                              <p:par>
                                <p:cTn id="15" presetID="53" presetClass="entr" presetSubtype="16" fill="hold" grpId="0" nodeType="withEffect" nodePh="1">
                                  <p:stCondLst>
                                    <p:cond delay="800"/>
                                  </p:stCondLst>
                                  <p:endCondLst>
                                    <p:cond evt="begin" delay="0">
                                      <p:tn val="15"/>
                                    </p:cond>
                                  </p:endCondLst>
                                  <p:childTnLst>
                                    <p:set>
                                      <p:cBhvr>
                                        <p:cTn id="16" dur="1" fill="hold">
                                          <p:stCondLst>
                                            <p:cond delay="0"/>
                                          </p:stCondLst>
                                        </p:cTn>
                                        <p:tgtEl>
                                          <p:spTgt spid="74"/>
                                        </p:tgtEl>
                                        <p:attrNameLst>
                                          <p:attrName>style.visibility</p:attrName>
                                        </p:attrNameLst>
                                      </p:cBhvr>
                                      <p:to>
                                        <p:strVal val="visible"/>
                                      </p:to>
                                    </p:set>
                                    <p:anim calcmode="lin" valueType="num">
                                      <p:cBhvr>
                                        <p:cTn id="17" dur="1000" fill="hold"/>
                                        <p:tgtEl>
                                          <p:spTgt spid="74"/>
                                        </p:tgtEl>
                                        <p:attrNameLst>
                                          <p:attrName>ppt_w</p:attrName>
                                        </p:attrNameLst>
                                      </p:cBhvr>
                                      <p:tavLst>
                                        <p:tav tm="0">
                                          <p:val>
                                            <p:fltVal val="0"/>
                                          </p:val>
                                        </p:tav>
                                        <p:tav tm="100000">
                                          <p:val>
                                            <p:strVal val="#ppt_w"/>
                                          </p:val>
                                        </p:tav>
                                      </p:tavLst>
                                    </p:anim>
                                    <p:anim calcmode="lin" valueType="num">
                                      <p:cBhvr>
                                        <p:cTn id="18" dur="1000" fill="hold"/>
                                        <p:tgtEl>
                                          <p:spTgt spid="74"/>
                                        </p:tgtEl>
                                        <p:attrNameLst>
                                          <p:attrName>ppt_h</p:attrName>
                                        </p:attrNameLst>
                                      </p:cBhvr>
                                      <p:tavLst>
                                        <p:tav tm="0">
                                          <p:val>
                                            <p:fltVal val="0"/>
                                          </p:val>
                                        </p:tav>
                                        <p:tav tm="100000">
                                          <p:val>
                                            <p:strVal val="#ppt_h"/>
                                          </p:val>
                                        </p:tav>
                                      </p:tavLst>
                                    </p:anim>
                                    <p:animEffect transition="in" filter="fade">
                                      <p:cBhvr>
                                        <p:cTn id="19" dur="1000"/>
                                        <p:tgtEl>
                                          <p:spTgt spid="74"/>
                                        </p:tgtEl>
                                      </p:cBhvr>
                                    </p:animEffect>
                                  </p:childTnLst>
                                </p:cTn>
                              </p:par>
                              <p:par>
                                <p:cTn id="20" presetID="53" presetClass="entr" presetSubtype="16" fill="hold" grpId="0" nodeType="withEffect" nodePh="1">
                                  <p:stCondLst>
                                    <p:cond delay="800"/>
                                  </p:stCondLst>
                                  <p:endCondLst>
                                    <p:cond evt="begin" delay="0">
                                      <p:tn val="20"/>
                                    </p:cond>
                                  </p:endCondLst>
                                  <p:childTnLst>
                                    <p:set>
                                      <p:cBhvr>
                                        <p:cTn id="21" dur="1" fill="hold">
                                          <p:stCondLst>
                                            <p:cond delay="0"/>
                                          </p:stCondLst>
                                        </p:cTn>
                                        <p:tgtEl>
                                          <p:spTgt spid="79"/>
                                        </p:tgtEl>
                                        <p:attrNameLst>
                                          <p:attrName>style.visibility</p:attrName>
                                        </p:attrNameLst>
                                      </p:cBhvr>
                                      <p:to>
                                        <p:strVal val="visible"/>
                                      </p:to>
                                    </p:set>
                                    <p:anim calcmode="lin" valueType="num">
                                      <p:cBhvr>
                                        <p:cTn id="22" dur="1000" fill="hold"/>
                                        <p:tgtEl>
                                          <p:spTgt spid="79"/>
                                        </p:tgtEl>
                                        <p:attrNameLst>
                                          <p:attrName>ppt_w</p:attrName>
                                        </p:attrNameLst>
                                      </p:cBhvr>
                                      <p:tavLst>
                                        <p:tav tm="0">
                                          <p:val>
                                            <p:fltVal val="0"/>
                                          </p:val>
                                        </p:tav>
                                        <p:tav tm="100000">
                                          <p:val>
                                            <p:strVal val="#ppt_w"/>
                                          </p:val>
                                        </p:tav>
                                      </p:tavLst>
                                    </p:anim>
                                    <p:anim calcmode="lin" valueType="num">
                                      <p:cBhvr>
                                        <p:cTn id="23" dur="1000" fill="hold"/>
                                        <p:tgtEl>
                                          <p:spTgt spid="79"/>
                                        </p:tgtEl>
                                        <p:attrNameLst>
                                          <p:attrName>ppt_h</p:attrName>
                                        </p:attrNameLst>
                                      </p:cBhvr>
                                      <p:tavLst>
                                        <p:tav tm="0">
                                          <p:val>
                                            <p:fltVal val="0"/>
                                          </p:val>
                                        </p:tav>
                                        <p:tav tm="100000">
                                          <p:val>
                                            <p:strVal val="#ppt_h"/>
                                          </p:val>
                                        </p:tav>
                                      </p:tavLst>
                                    </p:anim>
                                    <p:animEffect transition="in" filter="fade">
                                      <p:cBhvr>
                                        <p:cTn id="24" dur="1000"/>
                                        <p:tgtEl>
                                          <p:spTgt spid="79"/>
                                        </p:tgtEl>
                                      </p:cBhvr>
                                    </p:animEffect>
                                  </p:childTnLst>
                                </p:cTn>
                              </p:par>
                              <p:par>
                                <p:cTn id="25" presetID="53" presetClass="entr" presetSubtype="16" fill="hold" grpId="0" nodeType="withEffect" nodePh="1">
                                  <p:stCondLst>
                                    <p:cond delay="800"/>
                                  </p:stCondLst>
                                  <p:endCondLst>
                                    <p:cond evt="begin" delay="0">
                                      <p:tn val="25"/>
                                    </p:cond>
                                  </p:endCondLst>
                                  <p:childTnLst>
                                    <p:set>
                                      <p:cBhvr>
                                        <p:cTn id="26" dur="1" fill="hold">
                                          <p:stCondLst>
                                            <p:cond delay="0"/>
                                          </p:stCondLst>
                                        </p:cTn>
                                        <p:tgtEl>
                                          <p:spTgt spid="80"/>
                                        </p:tgtEl>
                                        <p:attrNameLst>
                                          <p:attrName>style.visibility</p:attrName>
                                        </p:attrNameLst>
                                      </p:cBhvr>
                                      <p:to>
                                        <p:strVal val="visible"/>
                                      </p:to>
                                    </p:set>
                                    <p:anim calcmode="lin" valueType="num">
                                      <p:cBhvr>
                                        <p:cTn id="27" dur="1000" fill="hold"/>
                                        <p:tgtEl>
                                          <p:spTgt spid="80"/>
                                        </p:tgtEl>
                                        <p:attrNameLst>
                                          <p:attrName>ppt_w</p:attrName>
                                        </p:attrNameLst>
                                      </p:cBhvr>
                                      <p:tavLst>
                                        <p:tav tm="0">
                                          <p:val>
                                            <p:fltVal val="0"/>
                                          </p:val>
                                        </p:tav>
                                        <p:tav tm="100000">
                                          <p:val>
                                            <p:strVal val="#ppt_w"/>
                                          </p:val>
                                        </p:tav>
                                      </p:tavLst>
                                    </p:anim>
                                    <p:anim calcmode="lin" valueType="num">
                                      <p:cBhvr>
                                        <p:cTn id="28" dur="1000" fill="hold"/>
                                        <p:tgtEl>
                                          <p:spTgt spid="80"/>
                                        </p:tgtEl>
                                        <p:attrNameLst>
                                          <p:attrName>ppt_h</p:attrName>
                                        </p:attrNameLst>
                                      </p:cBhvr>
                                      <p:tavLst>
                                        <p:tav tm="0">
                                          <p:val>
                                            <p:fltVal val="0"/>
                                          </p:val>
                                        </p:tav>
                                        <p:tav tm="100000">
                                          <p:val>
                                            <p:strVal val="#ppt_h"/>
                                          </p:val>
                                        </p:tav>
                                      </p:tavLst>
                                    </p:anim>
                                    <p:animEffect transition="in" filter="fade">
                                      <p:cBhvr>
                                        <p:cTn id="29" dur="1000"/>
                                        <p:tgtEl>
                                          <p:spTgt spid="80"/>
                                        </p:tgtEl>
                                      </p:cBhvr>
                                    </p:animEffect>
                                  </p:childTnLst>
                                </p:cTn>
                              </p:par>
                              <p:par>
                                <p:cTn id="30" presetID="53" presetClass="entr" presetSubtype="16" fill="hold" grpId="0" nodeType="withEffect" nodePh="1">
                                  <p:stCondLst>
                                    <p:cond delay="800"/>
                                  </p:stCondLst>
                                  <p:endCondLst>
                                    <p:cond evt="begin" delay="0">
                                      <p:tn val="30"/>
                                    </p:cond>
                                  </p:endCondLst>
                                  <p:childTnLst>
                                    <p:set>
                                      <p:cBhvr>
                                        <p:cTn id="31" dur="1" fill="hold">
                                          <p:stCondLst>
                                            <p:cond delay="0"/>
                                          </p:stCondLst>
                                        </p:cTn>
                                        <p:tgtEl>
                                          <p:spTgt spid="81"/>
                                        </p:tgtEl>
                                        <p:attrNameLst>
                                          <p:attrName>style.visibility</p:attrName>
                                        </p:attrNameLst>
                                      </p:cBhvr>
                                      <p:to>
                                        <p:strVal val="visible"/>
                                      </p:to>
                                    </p:set>
                                    <p:anim calcmode="lin" valueType="num">
                                      <p:cBhvr>
                                        <p:cTn id="32" dur="1000" fill="hold"/>
                                        <p:tgtEl>
                                          <p:spTgt spid="81"/>
                                        </p:tgtEl>
                                        <p:attrNameLst>
                                          <p:attrName>ppt_w</p:attrName>
                                        </p:attrNameLst>
                                      </p:cBhvr>
                                      <p:tavLst>
                                        <p:tav tm="0">
                                          <p:val>
                                            <p:fltVal val="0"/>
                                          </p:val>
                                        </p:tav>
                                        <p:tav tm="100000">
                                          <p:val>
                                            <p:strVal val="#ppt_w"/>
                                          </p:val>
                                        </p:tav>
                                      </p:tavLst>
                                    </p:anim>
                                    <p:anim calcmode="lin" valueType="num">
                                      <p:cBhvr>
                                        <p:cTn id="33" dur="1000" fill="hold"/>
                                        <p:tgtEl>
                                          <p:spTgt spid="81"/>
                                        </p:tgtEl>
                                        <p:attrNameLst>
                                          <p:attrName>ppt_h</p:attrName>
                                        </p:attrNameLst>
                                      </p:cBhvr>
                                      <p:tavLst>
                                        <p:tav tm="0">
                                          <p:val>
                                            <p:fltVal val="0"/>
                                          </p:val>
                                        </p:tav>
                                        <p:tav tm="100000">
                                          <p:val>
                                            <p:strVal val="#ppt_h"/>
                                          </p:val>
                                        </p:tav>
                                      </p:tavLst>
                                    </p:anim>
                                    <p:animEffect transition="in" filter="fade">
                                      <p:cBhvr>
                                        <p:cTn id="34" dur="1000"/>
                                        <p:tgtEl>
                                          <p:spTgt spid="81"/>
                                        </p:tgtEl>
                                      </p:cBhvr>
                                    </p:animEffect>
                                  </p:childTnLst>
                                </p:cTn>
                              </p:par>
                              <p:par>
                                <p:cTn id="35" presetID="53" presetClass="entr" presetSubtype="16" fill="hold" grpId="0" nodeType="withEffect" nodePh="1">
                                  <p:stCondLst>
                                    <p:cond delay="800"/>
                                  </p:stCondLst>
                                  <p:endCondLst>
                                    <p:cond evt="begin" delay="0">
                                      <p:tn val="35"/>
                                    </p:cond>
                                  </p:endCondLst>
                                  <p:childTnLst>
                                    <p:set>
                                      <p:cBhvr>
                                        <p:cTn id="36" dur="1" fill="hold">
                                          <p:stCondLst>
                                            <p:cond delay="0"/>
                                          </p:stCondLst>
                                        </p:cTn>
                                        <p:tgtEl>
                                          <p:spTgt spid="86"/>
                                        </p:tgtEl>
                                        <p:attrNameLst>
                                          <p:attrName>style.visibility</p:attrName>
                                        </p:attrNameLst>
                                      </p:cBhvr>
                                      <p:to>
                                        <p:strVal val="visible"/>
                                      </p:to>
                                    </p:set>
                                    <p:anim calcmode="lin" valueType="num">
                                      <p:cBhvr>
                                        <p:cTn id="37" dur="1000" fill="hold"/>
                                        <p:tgtEl>
                                          <p:spTgt spid="86"/>
                                        </p:tgtEl>
                                        <p:attrNameLst>
                                          <p:attrName>ppt_w</p:attrName>
                                        </p:attrNameLst>
                                      </p:cBhvr>
                                      <p:tavLst>
                                        <p:tav tm="0">
                                          <p:val>
                                            <p:fltVal val="0"/>
                                          </p:val>
                                        </p:tav>
                                        <p:tav tm="100000">
                                          <p:val>
                                            <p:strVal val="#ppt_w"/>
                                          </p:val>
                                        </p:tav>
                                      </p:tavLst>
                                    </p:anim>
                                    <p:anim calcmode="lin" valueType="num">
                                      <p:cBhvr>
                                        <p:cTn id="38" dur="1000" fill="hold"/>
                                        <p:tgtEl>
                                          <p:spTgt spid="86"/>
                                        </p:tgtEl>
                                        <p:attrNameLst>
                                          <p:attrName>ppt_h</p:attrName>
                                        </p:attrNameLst>
                                      </p:cBhvr>
                                      <p:tavLst>
                                        <p:tav tm="0">
                                          <p:val>
                                            <p:fltVal val="0"/>
                                          </p:val>
                                        </p:tav>
                                        <p:tav tm="100000">
                                          <p:val>
                                            <p:strVal val="#ppt_h"/>
                                          </p:val>
                                        </p:tav>
                                      </p:tavLst>
                                    </p:anim>
                                    <p:animEffect transition="in" filter="fade">
                                      <p:cBhvr>
                                        <p:cTn id="39" dur="1000"/>
                                        <p:tgtEl>
                                          <p:spTgt spid="86"/>
                                        </p:tgtEl>
                                      </p:cBhvr>
                                    </p:animEffect>
                                  </p:childTnLst>
                                </p:cTn>
                              </p:par>
                              <p:par>
                                <p:cTn id="40" presetID="53" presetClass="entr" presetSubtype="16" fill="hold" grpId="0" nodeType="withEffect" nodePh="1">
                                  <p:stCondLst>
                                    <p:cond delay="800"/>
                                  </p:stCondLst>
                                  <p:endCondLst>
                                    <p:cond evt="begin" delay="0">
                                      <p:tn val="40"/>
                                    </p:cond>
                                  </p:endCondLst>
                                  <p:childTnLst>
                                    <p:set>
                                      <p:cBhvr>
                                        <p:cTn id="41" dur="1" fill="hold">
                                          <p:stCondLst>
                                            <p:cond delay="0"/>
                                          </p:stCondLst>
                                        </p:cTn>
                                        <p:tgtEl>
                                          <p:spTgt spid="87"/>
                                        </p:tgtEl>
                                        <p:attrNameLst>
                                          <p:attrName>style.visibility</p:attrName>
                                        </p:attrNameLst>
                                      </p:cBhvr>
                                      <p:to>
                                        <p:strVal val="visible"/>
                                      </p:to>
                                    </p:set>
                                    <p:anim calcmode="lin" valueType="num">
                                      <p:cBhvr>
                                        <p:cTn id="42" dur="1000" fill="hold"/>
                                        <p:tgtEl>
                                          <p:spTgt spid="87"/>
                                        </p:tgtEl>
                                        <p:attrNameLst>
                                          <p:attrName>ppt_w</p:attrName>
                                        </p:attrNameLst>
                                      </p:cBhvr>
                                      <p:tavLst>
                                        <p:tav tm="0">
                                          <p:val>
                                            <p:fltVal val="0"/>
                                          </p:val>
                                        </p:tav>
                                        <p:tav tm="100000">
                                          <p:val>
                                            <p:strVal val="#ppt_w"/>
                                          </p:val>
                                        </p:tav>
                                      </p:tavLst>
                                    </p:anim>
                                    <p:anim calcmode="lin" valueType="num">
                                      <p:cBhvr>
                                        <p:cTn id="43" dur="1000" fill="hold"/>
                                        <p:tgtEl>
                                          <p:spTgt spid="87"/>
                                        </p:tgtEl>
                                        <p:attrNameLst>
                                          <p:attrName>ppt_h</p:attrName>
                                        </p:attrNameLst>
                                      </p:cBhvr>
                                      <p:tavLst>
                                        <p:tav tm="0">
                                          <p:val>
                                            <p:fltVal val="0"/>
                                          </p:val>
                                        </p:tav>
                                        <p:tav tm="100000">
                                          <p:val>
                                            <p:strVal val="#ppt_h"/>
                                          </p:val>
                                        </p:tav>
                                      </p:tavLst>
                                    </p:anim>
                                    <p:animEffect transition="in" filter="fade">
                                      <p:cBhvr>
                                        <p:cTn id="44" dur="1000"/>
                                        <p:tgtEl>
                                          <p:spTgt spid="87"/>
                                        </p:tgtEl>
                                      </p:cBhvr>
                                    </p:animEffect>
                                  </p:childTnLst>
                                </p:cTn>
                              </p:par>
                              <p:par>
                                <p:cTn id="45" presetID="53" presetClass="entr" presetSubtype="16" fill="hold" grpId="0" nodeType="withEffect" nodePh="1">
                                  <p:stCondLst>
                                    <p:cond delay="800"/>
                                  </p:stCondLst>
                                  <p:endCondLst>
                                    <p:cond evt="begin" delay="0">
                                      <p:tn val="45"/>
                                    </p:cond>
                                  </p:endCondLst>
                                  <p:childTnLst>
                                    <p:set>
                                      <p:cBhvr>
                                        <p:cTn id="46" dur="1" fill="hold">
                                          <p:stCondLst>
                                            <p:cond delay="0"/>
                                          </p:stCondLst>
                                        </p:cTn>
                                        <p:tgtEl>
                                          <p:spTgt spid="88"/>
                                        </p:tgtEl>
                                        <p:attrNameLst>
                                          <p:attrName>style.visibility</p:attrName>
                                        </p:attrNameLst>
                                      </p:cBhvr>
                                      <p:to>
                                        <p:strVal val="visible"/>
                                      </p:to>
                                    </p:set>
                                    <p:anim calcmode="lin" valueType="num">
                                      <p:cBhvr>
                                        <p:cTn id="47" dur="1000" fill="hold"/>
                                        <p:tgtEl>
                                          <p:spTgt spid="88"/>
                                        </p:tgtEl>
                                        <p:attrNameLst>
                                          <p:attrName>ppt_w</p:attrName>
                                        </p:attrNameLst>
                                      </p:cBhvr>
                                      <p:tavLst>
                                        <p:tav tm="0">
                                          <p:val>
                                            <p:fltVal val="0"/>
                                          </p:val>
                                        </p:tav>
                                        <p:tav tm="100000">
                                          <p:val>
                                            <p:strVal val="#ppt_w"/>
                                          </p:val>
                                        </p:tav>
                                      </p:tavLst>
                                    </p:anim>
                                    <p:anim calcmode="lin" valueType="num">
                                      <p:cBhvr>
                                        <p:cTn id="48" dur="1000" fill="hold"/>
                                        <p:tgtEl>
                                          <p:spTgt spid="88"/>
                                        </p:tgtEl>
                                        <p:attrNameLst>
                                          <p:attrName>ppt_h</p:attrName>
                                        </p:attrNameLst>
                                      </p:cBhvr>
                                      <p:tavLst>
                                        <p:tav tm="0">
                                          <p:val>
                                            <p:fltVal val="0"/>
                                          </p:val>
                                        </p:tav>
                                        <p:tav tm="100000">
                                          <p:val>
                                            <p:strVal val="#ppt_h"/>
                                          </p:val>
                                        </p:tav>
                                      </p:tavLst>
                                    </p:anim>
                                    <p:animEffect transition="in" filter="fade">
                                      <p:cBhvr>
                                        <p:cTn id="49" dur="1000"/>
                                        <p:tgtEl>
                                          <p:spTgt spid="88"/>
                                        </p:tgtEl>
                                      </p:cBhvr>
                                    </p:animEffect>
                                  </p:childTnLst>
                                </p:cTn>
                              </p:par>
                              <p:par>
                                <p:cTn id="50" presetID="53" presetClass="entr" presetSubtype="16" fill="hold" grpId="0" nodeType="withEffect" nodePh="1">
                                  <p:stCondLst>
                                    <p:cond delay="800"/>
                                  </p:stCondLst>
                                  <p:endCondLst>
                                    <p:cond evt="begin" delay="0">
                                      <p:tn val="50"/>
                                    </p:cond>
                                  </p:endCondLst>
                                  <p:childTnLst>
                                    <p:set>
                                      <p:cBhvr>
                                        <p:cTn id="51" dur="1" fill="hold">
                                          <p:stCondLst>
                                            <p:cond delay="0"/>
                                          </p:stCondLst>
                                        </p:cTn>
                                        <p:tgtEl>
                                          <p:spTgt spid="25"/>
                                        </p:tgtEl>
                                        <p:attrNameLst>
                                          <p:attrName>style.visibility</p:attrName>
                                        </p:attrNameLst>
                                      </p:cBhvr>
                                      <p:to>
                                        <p:strVal val="visible"/>
                                      </p:to>
                                    </p:set>
                                    <p:anim calcmode="lin" valueType="num">
                                      <p:cBhvr>
                                        <p:cTn id="52" dur="1000" fill="hold"/>
                                        <p:tgtEl>
                                          <p:spTgt spid="25"/>
                                        </p:tgtEl>
                                        <p:attrNameLst>
                                          <p:attrName>ppt_w</p:attrName>
                                        </p:attrNameLst>
                                      </p:cBhvr>
                                      <p:tavLst>
                                        <p:tav tm="0">
                                          <p:val>
                                            <p:fltVal val="0"/>
                                          </p:val>
                                        </p:tav>
                                        <p:tav tm="100000">
                                          <p:val>
                                            <p:strVal val="#ppt_w"/>
                                          </p:val>
                                        </p:tav>
                                      </p:tavLst>
                                    </p:anim>
                                    <p:anim calcmode="lin" valueType="num">
                                      <p:cBhvr>
                                        <p:cTn id="53" dur="1000" fill="hold"/>
                                        <p:tgtEl>
                                          <p:spTgt spid="25"/>
                                        </p:tgtEl>
                                        <p:attrNameLst>
                                          <p:attrName>ppt_h</p:attrName>
                                        </p:attrNameLst>
                                      </p:cBhvr>
                                      <p:tavLst>
                                        <p:tav tm="0">
                                          <p:val>
                                            <p:fltVal val="0"/>
                                          </p:val>
                                        </p:tav>
                                        <p:tav tm="100000">
                                          <p:val>
                                            <p:strVal val="#ppt_h"/>
                                          </p:val>
                                        </p:tav>
                                      </p:tavLst>
                                    </p:anim>
                                    <p:animEffect transition="in" filter="fade">
                                      <p:cBhvr>
                                        <p:cTn id="54" dur="1000"/>
                                        <p:tgtEl>
                                          <p:spTgt spid="25"/>
                                        </p:tgtEl>
                                      </p:cBhvr>
                                    </p:animEffect>
                                  </p:childTnLst>
                                </p:cTn>
                              </p:par>
                              <p:par>
                                <p:cTn id="55" presetID="53" presetClass="entr" presetSubtype="16" fill="hold" grpId="0" nodeType="withEffect" nodePh="1">
                                  <p:stCondLst>
                                    <p:cond delay="800"/>
                                  </p:stCondLst>
                                  <p:endCondLst>
                                    <p:cond evt="begin" delay="0">
                                      <p:tn val="55"/>
                                    </p:cond>
                                  </p:endCondLst>
                                  <p:childTnLst>
                                    <p:set>
                                      <p:cBhvr>
                                        <p:cTn id="56" dur="1" fill="hold">
                                          <p:stCondLst>
                                            <p:cond delay="0"/>
                                          </p:stCondLst>
                                        </p:cTn>
                                        <p:tgtEl>
                                          <p:spTgt spid="26"/>
                                        </p:tgtEl>
                                        <p:attrNameLst>
                                          <p:attrName>style.visibility</p:attrName>
                                        </p:attrNameLst>
                                      </p:cBhvr>
                                      <p:to>
                                        <p:strVal val="visible"/>
                                      </p:to>
                                    </p:set>
                                    <p:anim calcmode="lin" valueType="num">
                                      <p:cBhvr>
                                        <p:cTn id="57" dur="1000" fill="hold"/>
                                        <p:tgtEl>
                                          <p:spTgt spid="26"/>
                                        </p:tgtEl>
                                        <p:attrNameLst>
                                          <p:attrName>ppt_w</p:attrName>
                                        </p:attrNameLst>
                                      </p:cBhvr>
                                      <p:tavLst>
                                        <p:tav tm="0">
                                          <p:val>
                                            <p:fltVal val="0"/>
                                          </p:val>
                                        </p:tav>
                                        <p:tav tm="100000">
                                          <p:val>
                                            <p:strVal val="#ppt_w"/>
                                          </p:val>
                                        </p:tav>
                                      </p:tavLst>
                                    </p:anim>
                                    <p:anim calcmode="lin" valueType="num">
                                      <p:cBhvr>
                                        <p:cTn id="58" dur="1000" fill="hold"/>
                                        <p:tgtEl>
                                          <p:spTgt spid="26"/>
                                        </p:tgtEl>
                                        <p:attrNameLst>
                                          <p:attrName>ppt_h</p:attrName>
                                        </p:attrNameLst>
                                      </p:cBhvr>
                                      <p:tavLst>
                                        <p:tav tm="0">
                                          <p:val>
                                            <p:fltVal val="0"/>
                                          </p:val>
                                        </p:tav>
                                        <p:tav tm="100000">
                                          <p:val>
                                            <p:strVal val="#ppt_h"/>
                                          </p:val>
                                        </p:tav>
                                      </p:tavLst>
                                    </p:anim>
                                    <p:animEffect transition="in" filter="fade">
                                      <p:cBhvr>
                                        <p:cTn id="59" dur="1000"/>
                                        <p:tgtEl>
                                          <p:spTgt spid="26"/>
                                        </p:tgtEl>
                                      </p:cBhvr>
                                    </p:animEffect>
                                  </p:childTnLst>
                                </p:cTn>
                              </p:par>
                              <p:par>
                                <p:cTn id="60" presetID="53" presetClass="entr" presetSubtype="16" fill="hold" grpId="0" nodeType="withEffect" nodePh="1">
                                  <p:stCondLst>
                                    <p:cond delay="800"/>
                                  </p:stCondLst>
                                  <p:endCondLst>
                                    <p:cond evt="begin" delay="0">
                                      <p:tn val="60"/>
                                    </p:cond>
                                  </p:endCondLst>
                                  <p:childTnLst>
                                    <p:set>
                                      <p:cBhvr>
                                        <p:cTn id="61" dur="1" fill="hold">
                                          <p:stCondLst>
                                            <p:cond delay="0"/>
                                          </p:stCondLst>
                                        </p:cTn>
                                        <p:tgtEl>
                                          <p:spTgt spid="27"/>
                                        </p:tgtEl>
                                        <p:attrNameLst>
                                          <p:attrName>style.visibility</p:attrName>
                                        </p:attrNameLst>
                                      </p:cBhvr>
                                      <p:to>
                                        <p:strVal val="visible"/>
                                      </p:to>
                                    </p:set>
                                    <p:anim calcmode="lin" valueType="num">
                                      <p:cBhvr>
                                        <p:cTn id="62" dur="1000" fill="hold"/>
                                        <p:tgtEl>
                                          <p:spTgt spid="27"/>
                                        </p:tgtEl>
                                        <p:attrNameLst>
                                          <p:attrName>ppt_w</p:attrName>
                                        </p:attrNameLst>
                                      </p:cBhvr>
                                      <p:tavLst>
                                        <p:tav tm="0">
                                          <p:val>
                                            <p:fltVal val="0"/>
                                          </p:val>
                                        </p:tav>
                                        <p:tav tm="100000">
                                          <p:val>
                                            <p:strVal val="#ppt_w"/>
                                          </p:val>
                                        </p:tav>
                                      </p:tavLst>
                                    </p:anim>
                                    <p:anim calcmode="lin" valueType="num">
                                      <p:cBhvr>
                                        <p:cTn id="63" dur="1000" fill="hold"/>
                                        <p:tgtEl>
                                          <p:spTgt spid="27"/>
                                        </p:tgtEl>
                                        <p:attrNameLst>
                                          <p:attrName>ppt_h</p:attrName>
                                        </p:attrNameLst>
                                      </p:cBhvr>
                                      <p:tavLst>
                                        <p:tav tm="0">
                                          <p:val>
                                            <p:fltVal val="0"/>
                                          </p:val>
                                        </p:tav>
                                        <p:tav tm="100000">
                                          <p:val>
                                            <p:strVal val="#ppt_h"/>
                                          </p:val>
                                        </p:tav>
                                      </p:tavLst>
                                    </p:anim>
                                    <p:animEffect transition="in" filter="fade">
                                      <p:cBhvr>
                                        <p:cTn id="64" dur="1000"/>
                                        <p:tgtEl>
                                          <p:spTgt spid="27"/>
                                        </p:tgtEl>
                                      </p:cBhvr>
                                    </p:animEffect>
                                  </p:childTnLst>
                                </p:cTn>
                              </p:par>
                              <p:par>
                                <p:cTn id="65" presetID="42" presetClass="entr" presetSubtype="0" fill="hold" grpId="0" nodeType="withEffect">
                                  <p:stCondLst>
                                    <p:cond delay="200"/>
                                  </p:stCondLst>
                                  <p:childTnLst>
                                    <p:set>
                                      <p:cBhvr>
                                        <p:cTn id="66" dur="1" fill="hold">
                                          <p:stCondLst>
                                            <p:cond delay="0"/>
                                          </p:stCondLst>
                                        </p:cTn>
                                        <p:tgtEl>
                                          <p:spTgt spid="32">
                                            <p:txEl>
                                              <p:pRg st="0" end="0"/>
                                            </p:txEl>
                                          </p:spTgt>
                                        </p:tgtEl>
                                        <p:attrNameLst>
                                          <p:attrName>style.visibility</p:attrName>
                                        </p:attrNameLst>
                                      </p:cBhvr>
                                      <p:to>
                                        <p:strVal val="visible"/>
                                      </p:to>
                                    </p:set>
                                    <p:animEffect transition="in" filter="fade">
                                      <p:cBhvr>
                                        <p:cTn id="67" dur="400"/>
                                        <p:tgtEl>
                                          <p:spTgt spid="32">
                                            <p:txEl>
                                              <p:pRg st="0" end="0"/>
                                            </p:txEl>
                                          </p:spTgt>
                                        </p:tgtEl>
                                      </p:cBhvr>
                                    </p:animEffect>
                                    <p:anim calcmode="lin" valueType="num">
                                      <p:cBhvr>
                                        <p:cTn id="68" dur="40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69" dur="400" fill="hold"/>
                                        <p:tgtEl>
                                          <p:spTgt spid="32">
                                            <p:txEl>
                                              <p:pRg st="0" end="0"/>
                                            </p:txEl>
                                          </p:spTgt>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200"/>
                                  </p:stCondLst>
                                  <p:childTnLst>
                                    <p:set>
                                      <p:cBhvr>
                                        <p:cTn id="71" dur="1" fill="hold">
                                          <p:stCondLst>
                                            <p:cond delay="0"/>
                                          </p:stCondLst>
                                        </p:cTn>
                                        <p:tgtEl>
                                          <p:spTgt spid="33">
                                            <p:txEl>
                                              <p:pRg st="0" end="0"/>
                                            </p:txEl>
                                          </p:spTgt>
                                        </p:tgtEl>
                                        <p:attrNameLst>
                                          <p:attrName>style.visibility</p:attrName>
                                        </p:attrNameLst>
                                      </p:cBhvr>
                                      <p:to>
                                        <p:strVal val="visible"/>
                                      </p:to>
                                    </p:set>
                                    <p:animEffect transition="in" filter="fade">
                                      <p:cBhvr>
                                        <p:cTn id="72" dur="500"/>
                                        <p:tgtEl>
                                          <p:spTgt spid="33">
                                            <p:txEl>
                                              <p:pRg st="0" end="0"/>
                                            </p:txEl>
                                          </p:spTgt>
                                        </p:tgtEl>
                                      </p:cBhvr>
                                    </p:animEffect>
                                    <p:anim calcmode="lin" valueType="num">
                                      <p:cBhvr>
                                        <p:cTn id="73"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p:cTn id="74" dur="500" fill="hold"/>
                                        <p:tgtEl>
                                          <p:spTgt spid="33">
                                            <p:txEl>
                                              <p:pRg st="0" end="0"/>
                                            </p:txEl>
                                          </p:spTgt>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200"/>
                                  </p:stCondLst>
                                  <p:childTnLst>
                                    <p:set>
                                      <p:cBhvr>
                                        <p:cTn id="76" dur="1" fill="hold">
                                          <p:stCondLst>
                                            <p:cond delay="0"/>
                                          </p:stCondLst>
                                        </p:cTn>
                                        <p:tgtEl>
                                          <p:spTgt spid="34">
                                            <p:txEl>
                                              <p:pRg st="0" end="0"/>
                                            </p:txEl>
                                          </p:spTgt>
                                        </p:tgtEl>
                                        <p:attrNameLst>
                                          <p:attrName>style.visibility</p:attrName>
                                        </p:attrNameLst>
                                      </p:cBhvr>
                                      <p:to>
                                        <p:strVal val="visible"/>
                                      </p:to>
                                    </p:set>
                                    <p:animEffect transition="in" filter="fade">
                                      <p:cBhvr>
                                        <p:cTn id="77" dur="400"/>
                                        <p:tgtEl>
                                          <p:spTgt spid="34">
                                            <p:txEl>
                                              <p:pRg st="0" end="0"/>
                                            </p:txEl>
                                          </p:spTgt>
                                        </p:tgtEl>
                                      </p:cBhvr>
                                    </p:animEffect>
                                    <p:anim calcmode="lin" valueType="num">
                                      <p:cBhvr>
                                        <p:cTn id="78" dur="400" fill="hold"/>
                                        <p:tgtEl>
                                          <p:spTgt spid="34">
                                            <p:txEl>
                                              <p:pRg st="0" end="0"/>
                                            </p:txEl>
                                          </p:spTgt>
                                        </p:tgtEl>
                                        <p:attrNameLst>
                                          <p:attrName>ppt_x</p:attrName>
                                        </p:attrNameLst>
                                      </p:cBhvr>
                                      <p:tavLst>
                                        <p:tav tm="0">
                                          <p:val>
                                            <p:strVal val="#ppt_x"/>
                                          </p:val>
                                        </p:tav>
                                        <p:tav tm="100000">
                                          <p:val>
                                            <p:strVal val="#ppt_x"/>
                                          </p:val>
                                        </p:tav>
                                      </p:tavLst>
                                    </p:anim>
                                    <p:anim calcmode="lin" valueType="num">
                                      <p:cBhvr>
                                        <p:cTn id="79" dur="400" fill="hold"/>
                                        <p:tgtEl>
                                          <p:spTgt spid="34">
                                            <p:txEl>
                                              <p:pRg st="0" end="0"/>
                                            </p:txEl>
                                          </p:spTgt>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200"/>
                                  </p:stCondLst>
                                  <p:childTnLst>
                                    <p:set>
                                      <p:cBhvr>
                                        <p:cTn id="81" dur="1" fill="hold">
                                          <p:stCondLst>
                                            <p:cond delay="0"/>
                                          </p:stCondLst>
                                        </p:cTn>
                                        <p:tgtEl>
                                          <p:spTgt spid="35">
                                            <p:txEl>
                                              <p:pRg st="0" end="0"/>
                                            </p:txEl>
                                          </p:spTgt>
                                        </p:tgtEl>
                                        <p:attrNameLst>
                                          <p:attrName>style.visibility</p:attrName>
                                        </p:attrNameLst>
                                      </p:cBhvr>
                                      <p:to>
                                        <p:strVal val="visible"/>
                                      </p:to>
                                    </p:set>
                                    <p:animEffect transition="in" filter="fade">
                                      <p:cBhvr>
                                        <p:cTn id="82" dur="500"/>
                                        <p:tgtEl>
                                          <p:spTgt spid="35">
                                            <p:txEl>
                                              <p:pRg st="0" end="0"/>
                                            </p:txEl>
                                          </p:spTgt>
                                        </p:tgtEl>
                                      </p:cBhvr>
                                    </p:animEffect>
                                    <p:anim calcmode="lin" valueType="num">
                                      <p:cBhvr>
                                        <p:cTn id="83"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p:cTn id="84" dur="500" fill="hold"/>
                                        <p:tgtEl>
                                          <p:spTgt spid="35">
                                            <p:txEl>
                                              <p:pRg st="0" end="0"/>
                                            </p:txEl>
                                          </p:spTgt>
                                        </p:tgtEl>
                                        <p:attrNameLst>
                                          <p:attrName>ppt_y</p:attrName>
                                        </p:attrNameLst>
                                      </p:cBhvr>
                                      <p:tavLst>
                                        <p:tav tm="0">
                                          <p:val>
                                            <p:strVal val="#ppt_y+.1"/>
                                          </p:val>
                                        </p:tav>
                                        <p:tav tm="100000">
                                          <p:val>
                                            <p:strVal val="#ppt_y"/>
                                          </p:val>
                                        </p:tav>
                                      </p:tavLst>
                                    </p:anim>
                                  </p:childTnLst>
                                </p:cTn>
                              </p:par>
                              <p:par>
                                <p:cTn id="85" presetID="10" presetClass="entr" presetSubtype="0" fill="hold" grpId="0" nodeType="withEffect">
                                  <p:stCondLst>
                                    <p:cond delay="800"/>
                                  </p:stCondLst>
                                  <p:childTnLst>
                                    <p:set>
                                      <p:cBhvr>
                                        <p:cTn id="86" dur="1" fill="hold">
                                          <p:stCondLst>
                                            <p:cond delay="0"/>
                                          </p:stCondLst>
                                        </p:cTn>
                                        <p:tgtEl>
                                          <p:spTgt spid="36">
                                            <p:txEl>
                                              <p:pRg st="0" end="0"/>
                                            </p:txEl>
                                          </p:spTgt>
                                        </p:tgtEl>
                                        <p:attrNameLst>
                                          <p:attrName>style.visibility</p:attrName>
                                        </p:attrNameLst>
                                      </p:cBhvr>
                                      <p:to>
                                        <p:strVal val="visible"/>
                                      </p:to>
                                    </p:set>
                                    <p:animEffect transition="in" filter="fade">
                                      <p:cBhvr>
                                        <p:cTn id="87" dur="500"/>
                                        <p:tgtEl>
                                          <p:spTgt spid="36">
                                            <p:txEl>
                                              <p:pRg st="0" end="0"/>
                                            </p:txEl>
                                          </p:spTgt>
                                        </p:tgtEl>
                                      </p:cBhvr>
                                    </p:animEffect>
                                  </p:childTnLst>
                                </p:cTn>
                              </p:par>
                              <p:par>
                                <p:cTn id="88" presetID="10" presetClass="entr" presetSubtype="0" fill="hold" grpId="0" nodeType="withEffect">
                                  <p:stCondLst>
                                    <p:cond delay="800"/>
                                  </p:stCondLst>
                                  <p:childTnLst>
                                    <p:set>
                                      <p:cBhvr>
                                        <p:cTn id="89" dur="1" fill="hold">
                                          <p:stCondLst>
                                            <p:cond delay="0"/>
                                          </p:stCondLst>
                                        </p:cTn>
                                        <p:tgtEl>
                                          <p:spTgt spid="36">
                                            <p:txEl>
                                              <p:pRg st="2" end="2"/>
                                            </p:txEl>
                                          </p:spTgt>
                                        </p:tgtEl>
                                        <p:attrNameLst>
                                          <p:attrName>style.visibility</p:attrName>
                                        </p:attrNameLst>
                                      </p:cBhvr>
                                      <p:to>
                                        <p:strVal val="visible"/>
                                      </p:to>
                                    </p:set>
                                    <p:animEffect transition="in" filter="fade">
                                      <p:cBhvr>
                                        <p:cTn id="90" dur="500"/>
                                        <p:tgtEl>
                                          <p:spTgt spid="3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73" grpId="0"/>
      <p:bldP spid="74" grpId="0"/>
      <p:bldP spid="79" grpId="0"/>
      <p:bldP spid="80" grpId="0"/>
      <p:bldP spid="81" grpId="0"/>
      <p:bldP spid="86" grpId="0"/>
      <p:bldP spid="87" grpId="0"/>
      <p:bldP spid="88" grpId="0"/>
      <p:bldP spid="25" grpId="0"/>
      <p:bldP spid="26" grpId="0"/>
      <p:bldP spid="27" grpId="0"/>
      <p:bldP spid="32" grpId="0" build="p">
        <p:tmplLst>
          <p:tmpl lvl="1">
            <p:tnLst>
              <p:par>
                <p:cTn presetID="42" presetClass="entr" presetSubtype="0" fill="hold" nodeType="withEffect">
                  <p:stCondLst>
                    <p:cond delay="200"/>
                  </p:stCondLst>
                  <p:childTnLst>
                    <p:set>
                      <p:cBhvr>
                        <p:cTn dur="1" fill="hold">
                          <p:stCondLst>
                            <p:cond delay="0"/>
                          </p:stCondLst>
                        </p:cTn>
                        <p:tgtEl>
                          <p:spTgt spid="32"/>
                        </p:tgtEl>
                        <p:attrNameLst>
                          <p:attrName>style.visibility</p:attrName>
                        </p:attrNameLst>
                      </p:cBhvr>
                      <p:to>
                        <p:strVal val="visible"/>
                      </p:to>
                    </p:set>
                    <p:animEffect transition="in" filter="fade">
                      <p:cBhvr>
                        <p:cTn dur="400"/>
                        <p:tgtEl>
                          <p:spTgt spid="32"/>
                        </p:tgtEl>
                      </p:cBhvr>
                    </p:animEffect>
                    <p:anim calcmode="lin" valueType="num">
                      <p:cBhvr>
                        <p:cTn dur="400" fill="hold"/>
                        <p:tgtEl>
                          <p:spTgt spid="32"/>
                        </p:tgtEl>
                        <p:attrNameLst>
                          <p:attrName>ppt_x</p:attrName>
                        </p:attrNameLst>
                      </p:cBhvr>
                      <p:tavLst>
                        <p:tav tm="0">
                          <p:val>
                            <p:strVal val="#ppt_x"/>
                          </p:val>
                        </p:tav>
                        <p:tav tm="100000">
                          <p:val>
                            <p:strVal val="#ppt_x"/>
                          </p:val>
                        </p:tav>
                      </p:tavLst>
                    </p:anim>
                    <p:anim calcmode="lin" valueType="num">
                      <p:cBhvr>
                        <p:cTn dur="400" fill="hold"/>
                        <p:tgtEl>
                          <p:spTgt spid="32"/>
                        </p:tgtEl>
                        <p:attrNameLst>
                          <p:attrName>ppt_y</p:attrName>
                        </p:attrNameLst>
                      </p:cBhvr>
                      <p:tavLst>
                        <p:tav tm="0">
                          <p:val>
                            <p:strVal val="#ppt_y+.1"/>
                          </p:val>
                        </p:tav>
                        <p:tav tm="100000">
                          <p:val>
                            <p:strVal val="#ppt_y"/>
                          </p:val>
                        </p:tav>
                      </p:tavLst>
                    </p:anim>
                  </p:childTnLst>
                </p:cTn>
              </p:par>
            </p:tnLst>
          </p:tmpl>
        </p:tmplLst>
      </p:bldP>
      <p:bldP spid="33" grpId="0" build="p">
        <p:tmplLst>
          <p:tmpl lvl="1">
            <p:tnLst>
              <p:par>
                <p:cTn presetID="42" presetClass="entr" presetSubtype="0" fill="hold" nodeType="withEffect">
                  <p:stCondLst>
                    <p:cond delay="200"/>
                  </p:stCondLst>
                  <p:childTnLst>
                    <p:set>
                      <p:cBhvr>
                        <p:cTn dur="1" fill="hold">
                          <p:stCondLst>
                            <p:cond delay="0"/>
                          </p:stCondLst>
                        </p:cTn>
                        <p:tgtEl>
                          <p:spTgt spid="33"/>
                        </p:tgtEl>
                        <p:attrNameLst>
                          <p:attrName>style.visibility</p:attrName>
                        </p:attrNameLst>
                      </p:cBhvr>
                      <p:to>
                        <p:strVal val="visible"/>
                      </p:to>
                    </p:set>
                    <p:animEffect transition="in" filter="fade">
                      <p:cBhvr>
                        <p:cTn dur="500"/>
                        <p:tgtEl>
                          <p:spTgt spid="33"/>
                        </p:tgtEl>
                      </p:cBhvr>
                    </p:animEffect>
                    <p:anim calcmode="lin" valueType="num">
                      <p:cBhvr>
                        <p:cTn dur="500" fill="hold"/>
                        <p:tgtEl>
                          <p:spTgt spid="33"/>
                        </p:tgtEl>
                        <p:attrNameLst>
                          <p:attrName>ppt_x</p:attrName>
                        </p:attrNameLst>
                      </p:cBhvr>
                      <p:tavLst>
                        <p:tav tm="0">
                          <p:val>
                            <p:strVal val="#ppt_x"/>
                          </p:val>
                        </p:tav>
                        <p:tav tm="100000">
                          <p:val>
                            <p:strVal val="#ppt_x"/>
                          </p:val>
                        </p:tav>
                      </p:tavLst>
                    </p:anim>
                    <p:anim calcmode="lin" valueType="num">
                      <p:cBhvr>
                        <p:cTn dur="500" fill="hold"/>
                        <p:tgtEl>
                          <p:spTgt spid="33"/>
                        </p:tgtEl>
                        <p:attrNameLst>
                          <p:attrName>ppt_y</p:attrName>
                        </p:attrNameLst>
                      </p:cBhvr>
                      <p:tavLst>
                        <p:tav tm="0">
                          <p:val>
                            <p:strVal val="#ppt_y+.1"/>
                          </p:val>
                        </p:tav>
                        <p:tav tm="100000">
                          <p:val>
                            <p:strVal val="#ppt_y"/>
                          </p:val>
                        </p:tav>
                      </p:tavLst>
                    </p:anim>
                  </p:childTnLst>
                </p:cTn>
              </p:par>
            </p:tnLst>
          </p:tmpl>
        </p:tmplLst>
      </p:bldP>
      <p:bldP spid="34" grpId="0" build="p">
        <p:tmplLst>
          <p:tmpl lvl="1">
            <p:tnLst>
              <p:par>
                <p:cTn presetID="42" presetClass="entr" presetSubtype="0" fill="hold" nodeType="withEffect">
                  <p:stCondLst>
                    <p:cond delay="200"/>
                  </p:stCondLst>
                  <p:childTnLst>
                    <p:set>
                      <p:cBhvr>
                        <p:cTn dur="1" fill="hold">
                          <p:stCondLst>
                            <p:cond delay="0"/>
                          </p:stCondLst>
                        </p:cTn>
                        <p:tgtEl>
                          <p:spTgt spid="34"/>
                        </p:tgtEl>
                        <p:attrNameLst>
                          <p:attrName>style.visibility</p:attrName>
                        </p:attrNameLst>
                      </p:cBhvr>
                      <p:to>
                        <p:strVal val="visible"/>
                      </p:to>
                    </p:set>
                    <p:animEffect transition="in" filter="fade">
                      <p:cBhvr>
                        <p:cTn dur="400"/>
                        <p:tgtEl>
                          <p:spTgt spid="34"/>
                        </p:tgtEl>
                      </p:cBhvr>
                    </p:animEffect>
                    <p:anim calcmode="lin" valueType="num">
                      <p:cBhvr>
                        <p:cTn dur="400" fill="hold"/>
                        <p:tgtEl>
                          <p:spTgt spid="34"/>
                        </p:tgtEl>
                        <p:attrNameLst>
                          <p:attrName>ppt_x</p:attrName>
                        </p:attrNameLst>
                      </p:cBhvr>
                      <p:tavLst>
                        <p:tav tm="0">
                          <p:val>
                            <p:strVal val="#ppt_x"/>
                          </p:val>
                        </p:tav>
                        <p:tav tm="100000">
                          <p:val>
                            <p:strVal val="#ppt_x"/>
                          </p:val>
                        </p:tav>
                      </p:tavLst>
                    </p:anim>
                    <p:anim calcmode="lin" valueType="num">
                      <p:cBhvr>
                        <p:cTn dur="400" fill="hold"/>
                        <p:tgtEl>
                          <p:spTgt spid="34"/>
                        </p:tgtEl>
                        <p:attrNameLst>
                          <p:attrName>ppt_y</p:attrName>
                        </p:attrNameLst>
                      </p:cBhvr>
                      <p:tavLst>
                        <p:tav tm="0">
                          <p:val>
                            <p:strVal val="#ppt_y+.1"/>
                          </p:val>
                        </p:tav>
                        <p:tav tm="100000">
                          <p:val>
                            <p:strVal val="#ppt_y"/>
                          </p:val>
                        </p:tav>
                      </p:tavLst>
                    </p:anim>
                  </p:childTnLst>
                </p:cTn>
              </p:par>
            </p:tnLst>
          </p:tmpl>
        </p:tmplLst>
      </p:bldP>
      <p:bldP spid="35" grpId="0" build="p">
        <p:tmplLst>
          <p:tmpl lvl="1">
            <p:tnLst>
              <p:par>
                <p:cTn presetID="42" presetClass="entr" presetSubtype="0" fill="hold" nodeType="withEffect">
                  <p:stCondLst>
                    <p:cond delay="200"/>
                  </p:stCondLst>
                  <p:childTnLst>
                    <p:set>
                      <p:cBhvr>
                        <p:cTn dur="1" fill="hold">
                          <p:stCondLst>
                            <p:cond delay="0"/>
                          </p:stCondLst>
                        </p:cTn>
                        <p:tgtEl>
                          <p:spTgt spid="35"/>
                        </p:tgtEl>
                        <p:attrNameLst>
                          <p:attrName>style.visibility</p:attrName>
                        </p:attrNameLst>
                      </p:cBhvr>
                      <p:to>
                        <p:strVal val="visible"/>
                      </p:to>
                    </p:set>
                    <p:animEffect transition="in" filter="fade">
                      <p:cBhvr>
                        <p:cTn dur="500"/>
                        <p:tgtEl>
                          <p:spTgt spid="35"/>
                        </p:tgtEl>
                      </p:cBhvr>
                    </p:animEffect>
                    <p:anim calcmode="lin" valueType="num">
                      <p:cBhvr>
                        <p:cTn dur="500" fill="hold"/>
                        <p:tgtEl>
                          <p:spTgt spid="35"/>
                        </p:tgtEl>
                        <p:attrNameLst>
                          <p:attrName>ppt_x</p:attrName>
                        </p:attrNameLst>
                      </p:cBhvr>
                      <p:tavLst>
                        <p:tav tm="0">
                          <p:val>
                            <p:strVal val="#ppt_x"/>
                          </p:val>
                        </p:tav>
                        <p:tav tm="100000">
                          <p:val>
                            <p:strVal val="#ppt_x"/>
                          </p:val>
                        </p:tav>
                      </p:tavLst>
                    </p:anim>
                    <p:anim calcmode="lin" valueType="num">
                      <p:cBhvr>
                        <p:cTn dur="500" fill="hold"/>
                        <p:tgtEl>
                          <p:spTgt spid="35"/>
                        </p:tgtEl>
                        <p:attrNameLst>
                          <p:attrName>ppt_y</p:attrName>
                        </p:attrNameLst>
                      </p:cBhvr>
                      <p:tavLst>
                        <p:tav tm="0">
                          <p:val>
                            <p:strVal val="#ppt_y+.1"/>
                          </p:val>
                        </p:tav>
                        <p:tav tm="100000">
                          <p:val>
                            <p:strVal val="#ppt_y"/>
                          </p:val>
                        </p:tav>
                      </p:tavLst>
                    </p:anim>
                  </p:childTnLst>
                </p:cTn>
              </p:par>
            </p:tnLst>
          </p:tmpl>
        </p:tmplLst>
      </p:bldP>
      <p:bldP spid="36" grpId="0" build="p">
        <p:tmplLst>
          <p:tmpl lvl="1">
            <p:tnLst>
              <p:par>
                <p:cTn presetID="10" presetClass="entr" presetSubtype="0" fill="hold" nodeType="withEffect">
                  <p:stCondLst>
                    <p:cond delay="80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Lst>
  </p:timing>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1_Text Slide">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6"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7" name="Text Placeholder 2"/>
          <p:cNvSpPr>
            <a:spLocks noGrp="1"/>
          </p:cNvSpPr>
          <p:nvPr>
            <p:ph type="body" sz="quarter" idx="16" hasCustomPrompt="1"/>
          </p:nvPr>
        </p:nvSpPr>
        <p:spPr>
          <a:xfrm>
            <a:off x="603251" y="1394297"/>
            <a:ext cx="10972800" cy="4574704"/>
          </a:xfrm>
          <a:prstGeom prst="rect">
            <a:avLst/>
          </a:prstGeom>
        </p:spPr>
        <p:txBody>
          <a:bodyPr vert="horz" lIns="95057" tIns="47529" rIns="95057" bIns="47529"/>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r>
              <a:rPr lang="en-US" dirty="0" err="1" smtClean="0"/>
              <a:t>Duis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 </a:t>
            </a:r>
            <a:r>
              <a:rPr lang="en-US" dirty="0" err="1" smtClean="0"/>
              <a:t>Duis</a:t>
            </a:r>
            <a:r>
              <a:rPr lang="en-US" dirty="0" smtClean="0"/>
              <a:t> </a:t>
            </a:r>
            <a:r>
              <a:rPr lang="en-US" dirty="0" err="1" smtClean="0"/>
              <a:t>quis</a:t>
            </a:r>
            <a:r>
              <a:rPr lang="en-US" dirty="0" smtClean="0"/>
              <a:t> </a:t>
            </a:r>
            <a:r>
              <a:rPr lang="en-US" dirty="0" err="1" smtClean="0"/>
              <a:t>viverra</a:t>
            </a:r>
            <a:r>
              <a:rPr lang="en-US" dirty="0" smtClean="0"/>
              <a:t> </a:t>
            </a:r>
            <a:r>
              <a:rPr lang="en-US" dirty="0" err="1" smtClean="0"/>
              <a:t>urna</a:t>
            </a:r>
            <a:r>
              <a:rPr lang="en-US" dirty="0" smtClean="0"/>
              <a:t>, in </a:t>
            </a:r>
            <a:r>
              <a:rPr lang="en-US" dirty="0" err="1" smtClean="0"/>
              <a:t>ultricies</a:t>
            </a:r>
            <a:r>
              <a:rPr lang="en-US" dirty="0" smtClean="0"/>
              <a:t> diam. </a:t>
            </a:r>
            <a:r>
              <a:rPr lang="en-US" dirty="0" err="1" smtClean="0"/>
              <a:t>Morbi</a:t>
            </a:r>
            <a:r>
              <a:rPr lang="en-US" dirty="0" smtClean="0"/>
              <a:t> </a:t>
            </a:r>
            <a:r>
              <a:rPr lang="en-US" dirty="0" err="1" smtClean="0"/>
              <a:t>sodales</a:t>
            </a:r>
            <a:r>
              <a:rPr lang="en-US" dirty="0" smtClean="0"/>
              <a:t> </a:t>
            </a:r>
            <a:r>
              <a:rPr lang="en-US" dirty="0" err="1" smtClean="0"/>
              <a:t>volutpat</a:t>
            </a:r>
            <a:r>
              <a:rPr lang="en-US" dirty="0" smtClean="0"/>
              <a:t> </a:t>
            </a:r>
            <a:r>
              <a:rPr lang="en-US" dirty="0" err="1" smtClean="0"/>
              <a:t>tellus</a:t>
            </a:r>
            <a:r>
              <a:rPr lang="en-US" dirty="0" smtClean="0"/>
              <a:t>, </a:t>
            </a:r>
            <a:r>
              <a:rPr lang="en-US" dirty="0" err="1" smtClean="0"/>
              <a:t>quis</a:t>
            </a:r>
            <a:r>
              <a:rPr lang="en-US" dirty="0" smtClean="0"/>
              <a:t> </a:t>
            </a:r>
            <a:r>
              <a:rPr lang="en-US" dirty="0" err="1" smtClean="0"/>
              <a:t>aliquam</a:t>
            </a:r>
            <a:r>
              <a:rPr lang="en-US" dirty="0" smtClean="0"/>
              <a:t> </a:t>
            </a:r>
            <a:r>
              <a:rPr lang="en-US" dirty="0" err="1" smtClean="0"/>
              <a:t>urna</a:t>
            </a:r>
            <a:r>
              <a:rPr lang="en-US" dirty="0" smtClean="0"/>
              <a:t> </a:t>
            </a:r>
            <a:r>
              <a:rPr lang="en-US" dirty="0" err="1" smtClean="0"/>
              <a:t>cursus</a:t>
            </a:r>
            <a:r>
              <a:rPr lang="en-US" dirty="0" smtClean="0"/>
              <a:t> et. </a:t>
            </a:r>
            <a:r>
              <a:rPr lang="en-US" dirty="0" err="1" smtClean="0"/>
              <a:t>Proin</a:t>
            </a:r>
            <a:r>
              <a:rPr lang="en-US" dirty="0" smtClean="0"/>
              <a:t> </a:t>
            </a:r>
            <a:r>
              <a:rPr lang="en-US" dirty="0" err="1" smtClean="0"/>
              <a:t>commodo</a:t>
            </a:r>
            <a:r>
              <a:rPr lang="en-US" dirty="0" smtClean="0"/>
              <a:t> </a:t>
            </a:r>
            <a:r>
              <a:rPr lang="en-US" dirty="0" err="1" smtClean="0"/>
              <a:t>arcu</a:t>
            </a:r>
            <a:r>
              <a:rPr lang="en-US" dirty="0" smtClean="0"/>
              <a:t> </a:t>
            </a:r>
            <a:r>
              <a:rPr lang="en-US" dirty="0" err="1" smtClean="0"/>
              <a:t>nec</a:t>
            </a:r>
            <a:r>
              <a:rPr lang="en-US" dirty="0" smtClean="0"/>
              <a:t> nisi </a:t>
            </a:r>
            <a:r>
              <a:rPr lang="en-US" dirty="0" err="1" smtClean="0"/>
              <a:t>rhoncus</a:t>
            </a:r>
            <a:r>
              <a:rPr lang="en-US" dirty="0" smtClean="0"/>
              <a:t> </a:t>
            </a:r>
            <a:r>
              <a:rPr lang="en-US" dirty="0" err="1" smtClean="0"/>
              <a:t>dapibus</a:t>
            </a:r>
            <a:r>
              <a:rPr lang="en-US" dirty="0" smtClean="0"/>
              <a:t>. </a:t>
            </a:r>
            <a:r>
              <a:rPr lang="en-US" dirty="0" err="1" smtClean="0"/>
              <a:t>Praesent</a:t>
            </a:r>
            <a:r>
              <a:rPr lang="en-US" dirty="0" smtClean="0"/>
              <a:t> </a:t>
            </a:r>
            <a:r>
              <a:rPr lang="en-US" dirty="0" err="1" smtClean="0"/>
              <a:t>nec</a:t>
            </a:r>
            <a:r>
              <a:rPr lang="en-US" dirty="0" smtClean="0"/>
              <a:t> </a:t>
            </a:r>
            <a:r>
              <a:rPr lang="en-US" dirty="0" err="1" smtClean="0"/>
              <a:t>elit</a:t>
            </a:r>
            <a:r>
              <a:rPr lang="en-US" dirty="0" smtClean="0"/>
              <a:t> non </a:t>
            </a:r>
            <a:r>
              <a:rPr lang="en-US" dirty="0" err="1" smtClean="0"/>
              <a:t>metus</a:t>
            </a:r>
            <a:r>
              <a:rPr lang="en-US" dirty="0" smtClean="0"/>
              <a:t> </a:t>
            </a:r>
            <a:r>
              <a:rPr lang="en-US" dirty="0" err="1" smtClean="0"/>
              <a:t>mollis</a:t>
            </a:r>
            <a:r>
              <a:rPr lang="en-US" dirty="0" smtClean="0"/>
              <a:t> </a:t>
            </a:r>
            <a:r>
              <a:rPr lang="en-US" dirty="0" err="1" smtClean="0"/>
              <a:t>placerat</a:t>
            </a:r>
            <a:r>
              <a:rPr lang="en-US" dirty="0" smtClean="0"/>
              <a:t>. </a:t>
            </a:r>
            <a:r>
              <a:rPr lang="en-US" dirty="0" err="1" smtClean="0"/>
              <a:t>Vivamus</a:t>
            </a:r>
            <a:r>
              <a:rPr lang="en-US" dirty="0" smtClean="0"/>
              <a:t> </a:t>
            </a:r>
            <a:r>
              <a:rPr lang="en-US" dirty="0" err="1" smtClean="0"/>
              <a:t>porta</a:t>
            </a:r>
            <a:r>
              <a:rPr lang="en-US" dirty="0" smtClean="0"/>
              <a:t> </a:t>
            </a:r>
            <a:r>
              <a:rPr lang="en-US" dirty="0" err="1" smtClean="0"/>
              <a:t>pulvinar</a:t>
            </a:r>
            <a:r>
              <a:rPr lang="en-US" dirty="0" smtClean="0"/>
              <a:t> </a:t>
            </a:r>
            <a:r>
              <a:rPr lang="en-US" dirty="0" err="1" smtClean="0"/>
              <a:t>iaculis</a:t>
            </a:r>
            <a:r>
              <a:rPr lang="en-US" dirty="0" smtClean="0"/>
              <a:t>. </a:t>
            </a:r>
            <a:r>
              <a:rPr lang="en-US" dirty="0" err="1" smtClean="0"/>
              <a:t>Donec</a:t>
            </a:r>
            <a:r>
              <a:rPr lang="en-US" dirty="0" smtClean="0"/>
              <a:t> </a:t>
            </a:r>
            <a:r>
              <a:rPr lang="en-US" dirty="0" err="1" smtClean="0"/>
              <a:t>augue</a:t>
            </a:r>
            <a:r>
              <a:rPr lang="en-US" dirty="0" smtClean="0"/>
              <a:t> </a:t>
            </a:r>
            <a:r>
              <a:rPr lang="en-US" dirty="0" err="1" smtClean="0"/>
              <a:t>arcu</a:t>
            </a:r>
            <a:r>
              <a:rPr lang="en-US" dirty="0" smtClean="0"/>
              <a:t>, </a:t>
            </a:r>
            <a:r>
              <a:rPr lang="en-US" dirty="0" err="1" smtClean="0"/>
              <a:t>volutpat</a:t>
            </a:r>
            <a:r>
              <a:rPr lang="en-US" dirty="0" smtClean="0"/>
              <a:t> </a:t>
            </a:r>
            <a:r>
              <a:rPr lang="en-US" dirty="0" err="1" smtClean="0"/>
              <a:t>nec</a:t>
            </a:r>
            <a:r>
              <a:rPr lang="en-US" dirty="0" smtClean="0"/>
              <a:t> </a:t>
            </a:r>
            <a:r>
              <a:rPr lang="en-US" dirty="0" err="1" smtClean="0"/>
              <a:t>risus</a:t>
            </a:r>
            <a:r>
              <a:rPr lang="en-US" dirty="0" smtClean="0"/>
              <a:t> </a:t>
            </a:r>
            <a:r>
              <a:rPr lang="en-US" dirty="0" err="1" smtClean="0"/>
              <a:t>eget</a:t>
            </a:r>
            <a:r>
              <a:rPr lang="en-US" dirty="0" smtClean="0"/>
              <a:t>, </a:t>
            </a:r>
            <a:r>
              <a:rPr lang="en-US" dirty="0" err="1" smtClean="0"/>
              <a:t>finibus</a:t>
            </a:r>
            <a:r>
              <a:rPr lang="en-US" dirty="0" smtClean="0"/>
              <a:t> </a:t>
            </a:r>
            <a:r>
              <a:rPr lang="en-US" dirty="0" err="1" smtClean="0"/>
              <a:t>lacinia</a:t>
            </a:r>
            <a:r>
              <a:rPr lang="en-US" dirty="0" smtClean="0"/>
              <a:t> ligula. </a:t>
            </a:r>
            <a:r>
              <a:rPr lang="en-US" dirty="0" err="1" smtClean="0"/>
              <a:t>Curabitur</a:t>
            </a:r>
            <a:r>
              <a:rPr lang="en-US" dirty="0" smtClean="0"/>
              <a:t> </a:t>
            </a:r>
            <a:r>
              <a:rPr lang="en-US" dirty="0" err="1" smtClean="0"/>
              <a:t>bibendum</a:t>
            </a:r>
            <a:r>
              <a:rPr lang="en-US" dirty="0" smtClean="0"/>
              <a:t> </a:t>
            </a:r>
            <a:r>
              <a:rPr lang="en-US" dirty="0" err="1" smtClean="0"/>
              <a:t>arcu</a:t>
            </a:r>
            <a:r>
              <a:rPr lang="en-US" dirty="0" smtClean="0"/>
              <a:t> sit </a:t>
            </a:r>
            <a:r>
              <a:rPr lang="en-US" dirty="0" err="1" smtClean="0"/>
              <a:t>amet</a:t>
            </a:r>
            <a:r>
              <a:rPr lang="en-US" dirty="0" smtClean="0"/>
              <a:t> </a:t>
            </a:r>
            <a:r>
              <a:rPr lang="en-US" dirty="0" err="1" smtClean="0"/>
              <a:t>faucibus</a:t>
            </a:r>
            <a:r>
              <a:rPr lang="en-US" dirty="0" smtClean="0"/>
              <a:t> </a:t>
            </a:r>
            <a:r>
              <a:rPr lang="en-US" dirty="0" err="1" smtClean="0"/>
              <a:t>posuere</a:t>
            </a:r>
            <a:r>
              <a:rPr lang="en-US" dirty="0" smtClean="0"/>
              <a:t>. </a:t>
            </a:r>
            <a:r>
              <a:rPr lang="en-US" dirty="0" err="1" smtClean="0"/>
              <a:t>Donec</a:t>
            </a:r>
            <a:r>
              <a:rPr lang="en-US" dirty="0" smtClean="0"/>
              <a:t> a </a:t>
            </a:r>
            <a:r>
              <a:rPr lang="en-US" dirty="0" err="1" smtClean="0"/>
              <a:t>est</a:t>
            </a:r>
            <a:r>
              <a:rPr lang="en-US" dirty="0" smtClean="0"/>
              <a:t> at </a:t>
            </a:r>
            <a:r>
              <a:rPr lang="en-US" dirty="0" err="1" smtClean="0"/>
              <a:t>arcu</a:t>
            </a:r>
            <a:r>
              <a:rPr lang="en-US" dirty="0" smtClean="0"/>
              <a:t> </a:t>
            </a:r>
            <a:r>
              <a:rPr lang="en-US" dirty="0" err="1" smtClean="0"/>
              <a:t>congue</a:t>
            </a:r>
            <a:r>
              <a:rPr lang="en-US" dirty="0" smtClean="0"/>
              <a:t> </a:t>
            </a:r>
            <a:r>
              <a:rPr lang="en-US" dirty="0" err="1" smtClean="0"/>
              <a:t>congue</a:t>
            </a:r>
            <a:r>
              <a:rPr lang="en-US" dirty="0" smtClean="0"/>
              <a:t> </a:t>
            </a:r>
            <a:r>
              <a:rPr lang="en-US" dirty="0" err="1" smtClean="0"/>
              <a:t>vel</a:t>
            </a:r>
            <a:r>
              <a:rPr lang="en-US" dirty="0" smtClean="0"/>
              <a:t> </a:t>
            </a:r>
            <a:r>
              <a:rPr lang="en-US" dirty="0" err="1" smtClean="0"/>
              <a:t>eget</a:t>
            </a:r>
            <a:r>
              <a:rPr lang="en-US" dirty="0" smtClean="0"/>
              <a:t> ex. </a:t>
            </a:r>
            <a:r>
              <a:rPr lang="en-US" dirty="0" err="1" smtClean="0"/>
              <a:t>Duis</a:t>
            </a:r>
            <a:r>
              <a:rPr lang="en-US" dirty="0" smtClean="0"/>
              <a:t> </a:t>
            </a:r>
            <a:r>
              <a:rPr lang="en-US" dirty="0" err="1" smtClean="0"/>
              <a:t>auctor</a:t>
            </a:r>
            <a:r>
              <a:rPr lang="en-US" dirty="0" smtClean="0"/>
              <a:t> </a:t>
            </a:r>
            <a:r>
              <a:rPr lang="en-US" dirty="0" err="1" smtClean="0"/>
              <a:t>lectus</a:t>
            </a:r>
            <a:r>
              <a:rPr lang="en-US" dirty="0" smtClean="0"/>
              <a:t> </a:t>
            </a:r>
            <a:r>
              <a:rPr lang="en-US" dirty="0" err="1" smtClean="0"/>
              <a:t>maximus</a:t>
            </a:r>
            <a:r>
              <a:rPr lang="en-US" dirty="0" smtClean="0"/>
              <a:t> </a:t>
            </a:r>
            <a:r>
              <a:rPr lang="en-US" dirty="0" err="1" smtClean="0"/>
              <a:t>sapien</a:t>
            </a:r>
            <a:r>
              <a:rPr lang="en-US" dirty="0" smtClean="0"/>
              <a:t> </a:t>
            </a:r>
            <a:r>
              <a:rPr lang="en-US" dirty="0" err="1" smtClean="0"/>
              <a:t>suscipit</a:t>
            </a:r>
            <a:r>
              <a:rPr lang="en-US" dirty="0" smtClean="0"/>
              <a:t> </a:t>
            </a:r>
            <a:r>
              <a:rPr lang="en-US" dirty="0" err="1" smtClean="0"/>
              <a:t>interdum</a:t>
            </a:r>
            <a:r>
              <a:rPr lang="en-US" dirty="0" smtClean="0"/>
              <a:t>.</a:t>
            </a:r>
          </a:p>
          <a:p>
            <a:pPr lvl="0"/>
            <a:endParaRPr lang="en-US" dirty="0" smtClean="0"/>
          </a:p>
          <a:p>
            <a:pPr lvl="0"/>
            <a:r>
              <a:rPr lang="en-US" dirty="0" err="1" smtClean="0"/>
              <a:t>Curabitur</a:t>
            </a:r>
            <a:r>
              <a:rPr lang="en-US" dirty="0" smtClean="0"/>
              <a:t> </a:t>
            </a:r>
            <a:r>
              <a:rPr lang="en-US" dirty="0" err="1" smtClean="0"/>
              <a:t>rhoncus</a:t>
            </a:r>
            <a:r>
              <a:rPr lang="en-US" dirty="0" smtClean="0"/>
              <a:t>, </a:t>
            </a:r>
            <a:r>
              <a:rPr lang="en-US" dirty="0" err="1" smtClean="0"/>
              <a:t>diam</a:t>
            </a:r>
            <a:r>
              <a:rPr lang="en-US" dirty="0" smtClean="0"/>
              <a:t> </a:t>
            </a:r>
            <a:r>
              <a:rPr lang="en-US" dirty="0" err="1" smtClean="0"/>
              <a:t>vel</a:t>
            </a:r>
            <a:r>
              <a:rPr lang="en-US" dirty="0" smtClean="0"/>
              <a:t> </a:t>
            </a:r>
            <a:r>
              <a:rPr lang="en-US" dirty="0" err="1" smtClean="0"/>
              <a:t>congue</a:t>
            </a:r>
            <a:r>
              <a:rPr lang="en-US" dirty="0" smtClean="0"/>
              <a:t> </a:t>
            </a:r>
            <a:r>
              <a:rPr lang="en-US" dirty="0" err="1" smtClean="0"/>
              <a:t>pulvinar</a:t>
            </a:r>
            <a:r>
              <a:rPr lang="en-US" dirty="0" smtClean="0"/>
              <a:t>, </a:t>
            </a:r>
            <a:r>
              <a:rPr lang="en-US" dirty="0" err="1" smtClean="0"/>
              <a:t>erat</a:t>
            </a:r>
            <a:r>
              <a:rPr lang="en-US" dirty="0" smtClean="0"/>
              <a:t> </a:t>
            </a:r>
            <a:r>
              <a:rPr lang="en-US" dirty="0" err="1" smtClean="0"/>
              <a:t>massa</a:t>
            </a:r>
            <a:r>
              <a:rPr lang="en-US" dirty="0" smtClean="0"/>
              <a:t> </a:t>
            </a:r>
            <a:r>
              <a:rPr lang="en-US" dirty="0" err="1" smtClean="0"/>
              <a:t>lacinia</a:t>
            </a:r>
            <a:r>
              <a:rPr lang="en-US" dirty="0" smtClean="0"/>
              <a:t> </a:t>
            </a:r>
            <a:r>
              <a:rPr lang="en-US" dirty="0" err="1" smtClean="0"/>
              <a:t>purus</a:t>
            </a:r>
            <a:r>
              <a:rPr lang="en-US" dirty="0" smtClean="0"/>
              <a:t>, in </a:t>
            </a:r>
            <a:r>
              <a:rPr lang="en-US" dirty="0" err="1" smtClean="0"/>
              <a:t>laoreet</a:t>
            </a:r>
            <a:r>
              <a:rPr lang="en-US" dirty="0" smtClean="0"/>
              <a:t> </a:t>
            </a:r>
            <a:r>
              <a:rPr lang="en-US" dirty="0" err="1" smtClean="0"/>
              <a:t>purus</a:t>
            </a:r>
            <a:r>
              <a:rPr lang="en-US" dirty="0" smtClean="0"/>
              <a:t> </a:t>
            </a:r>
            <a:r>
              <a:rPr lang="en-US" dirty="0" err="1" smtClean="0"/>
              <a:t>massa</a:t>
            </a:r>
            <a:r>
              <a:rPr lang="en-US" dirty="0" smtClean="0"/>
              <a:t> in </a:t>
            </a:r>
            <a:r>
              <a:rPr lang="en-US" dirty="0" err="1" smtClean="0"/>
              <a:t>nunc</a:t>
            </a:r>
            <a:r>
              <a:rPr lang="en-US" dirty="0" smtClean="0"/>
              <a:t>. </a:t>
            </a:r>
            <a:r>
              <a:rPr lang="en-US" dirty="0" err="1" smtClean="0"/>
              <a:t>Phasellus</a:t>
            </a:r>
            <a:r>
              <a:rPr lang="en-US" dirty="0" smtClean="0"/>
              <a:t> </a:t>
            </a:r>
            <a:r>
              <a:rPr lang="en-US" dirty="0" err="1" smtClean="0"/>
              <a:t>finibus</a:t>
            </a:r>
            <a:r>
              <a:rPr lang="en-US" dirty="0" smtClean="0"/>
              <a:t> </a:t>
            </a:r>
            <a:r>
              <a:rPr lang="en-US" dirty="0" err="1" smtClean="0"/>
              <a:t>malesuada</a:t>
            </a:r>
            <a:r>
              <a:rPr lang="en-US" dirty="0" smtClean="0"/>
              <a:t> </a:t>
            </a:r>
            <a:r>
              <a:rPr lang="en-US" dirty="0" err="1" smtClean="0"/>
              <a:t>lobortis</a:t>
            </a:r>
            <a:r>
              <a:rPr lang="en-US" dirty="0" smtClean="0"/>
              <a:t>. </a:t>
            </a:r>
            <a:r>
              <a:rPr lang="en-US" dirty="0" err="1" smtClean="0"/>
              <a:t>Sed</a:t>
            </a:r>
            <a:r>
              <a:rPr lang="en-US" dirty="0" smtClean="0"/>
              <a:t> </a:t>
            </a:r>
            <a:r>
              <a:rPr lang="en-US" dirty="0" err="1" smtClean="0"/>
              <a:t>quis</a:t>
            </a:r>
            <a:r>
              <a:rPr lang="en-US" dirty="0" smtClean="0"/>
              <a:t> </a:t>
            </a:r>
            <a:r>
              <a:rPr lang="en-US" dirty="0" err="1" smtClean="0"/>
              <a:t>tellus</a:t>
            </a:r>
            <a:r>
              <a:rPr lang="en-US" dirty="0" smtClean="0"/>
              <a:t> id </a:t>
            </a:r>
            <a:r>
              <a:rPr lang="en-US" dirty="0" err="1" smtClean="0"/>
              <a:t>nulla</a:t>
            </a:r>
            <a:r>
              <a:rPr lang="en-US" dirty="0" smtClean="0"/>
              <a:t> </a:t>
            </a:r>
            <a:r>
              <a:rPr lang="en-US" dirty="0" err="1" smtClean="0"/>
              <a:t>mollis</a:t>
            </a:r>
            <a:r>
              <a:rPr lang="en-US" dirty="0" smtClean="0"/>
              <a:t> </a:t>
            </a:r>
            <a:r>
              <a:rPr lang="en-US" dirty="0" err="1" smtClean="0"/>
              <a:t>iaculis</a:t>
            </a:r>
            <a:r>
              <a:rPr lang="en-US" dirty="0" smtClean="0"/>
              <a:t>. Nam </a:t>
            </a:r>
            <a:r>
              <a:rPr lang="en-US" dirty="0" err="1" smtClean="0"/>
              <a:t>nec</a:t>
            </a:r>
            <a:r>
              <a:rPr lang="en-US" dirty="0" smtClean="0"/>
              <a:t> </a:t>
            </a:r>
            <a:r>
              <a:rPr lang="en-US" dirty="0" err="1" smtClean="0"/>
              <a:t>auctor</a:t>
            </a:r>
            <a:r>
              <a:rPr lang="en-US" dirty="0" smtClean="0"/>
              <a:t> </a:t>
            </a:r>
            <a:r>
              <a:rPr lang="en-US" dirty="0" err="1" smtClean="0"/>
              <a:t>arcu</a:t>
            </a:r>
            <a:r>
              <a:rPr lang="en-US" dirty="0" smtClean="0"/>
              <a:t>. </a:t>
            </a:r>
            <a:r>
              <a:rPr lang="en-US" dirty="0" err="1" smtClean="0"/>
              <a:t>Aenean</a:t>
            </a:r>
            <a:r>
              <a:rPr lang="en-US" dirty="0" smtClean="0"/>
              <a:t> </a:t>
            </a:r>
            <a:r>
              <a:rPr lang="en-US" dirty="0" err="1" smtClean="0"/>
              <a:t>molestie</a:t>
            </a:r>
            <a:r>
              <a:rPr lang="en-US" dirty="0" smtClean="0"/>
              <a:t> lacus </a:t>
            </a:r>
            <a:r>
              <a:rPr lang="en-US" dirty="0" err="1" smtClean="0"/>
              <a:t>ut</a:t>
            </a:r>
            <a:r>
              <a:rPr lang="en-US" dirty="0" smtClean="0"/>
              <a:t> </a:t>
            </a:r>
            <a:r>
              <a:rPr lang="en-US" dirty="0" err="1" smtClean="0"/>
              <a:t>urna</a:t>
            </a:r>
            <a:r>
              <a:rPr lang="en-US" dirty="0" smtClean="0"/>
              <a:t> </a:t>
            </a:r>
            <a:r>
              <a:rPr lang="en-US" dirty="0" err="1" smtClean="0"/>
              <a:t>accumsan</a:t>
            </a:r>
            <a:r>
              <a:rPr lang="en-US" dirty="0" smtClean="0"/>
              <a:t>, a </a:t>
            </a:r>
            <a:r>
              <a:rPr lang="en-US" dirty="0" err="1" smtClean="0"/>
              <a:t>rhoncus</a:t>
            </a:r>
            <a:r>
              <a:rPr lang="en-US" dirty="0" smtClean="0"/>
              <a:t> </a:t>
            </a:r>
            <a:r>
              <a:rPr lang="en-US" dirty="0" err="1" smtClean="0"/>
              <a:t>orci</a:t>
            </a:r>
            <a:r>
              <a:rPr lang="en-US" dirty="0" smtClean="0"/>
              <a:t> </a:t>
            </a:r>
            <a:r>
              <a:rPr lang="en-US" dirty="0" err="1" smtClean="0"/>
              <a:t>rhoncus</a:t>
            </a:r>
            <a:r>
              <a:rPr lang="en-US" dirty="0" smtClean="0"/>
              <a:t>. </a:t>
            </a:r>
            <a:r>
              <a:rPr lang="en-US" dirty="0" err="1" smtClean="0"/>
              <a:t>Fusce</a:t>
            </a:r>
            <a:r>
              <a:rPr lang="en-US" dirty="0" smtClean="0"/>
              <a:t> </a:t>
            </a:r>
            <a:r>
              <a:rPr lang="en-US" dirty="0" err="1" smtClean="0"/>
              <a:t>orci</a:t>
            </a:r>
            <a:r>
              <a:rPr lang="en-US" dirty="0" smtClean="0"/>
              <a:t> </a:t>
            </a:r>
            <a:r>
              <a:rPr lang="en-US" dirty="0" err="1" smtClean="0"/>
              <a:t>velit</a:t>
            </a:r>
            <a:r>
              <a:rPr lang="en-US" dirty="0" smtClean="0"/>
              <a:t>, </a:t>
            </a:r>
            <a:r>
              <a:rPr lang="en-US" dirty="0" err="1" smtClean="0"/>
              <a:t>euismod</a:t>
            </a:r>
            <a:r>
              <a:rPr lang="en-US" dirty="0" smtClean="0"/>
              <a:t> </a:t>
            </a:r>
            <a:r>
              <a:rPr lang="en-US" dirty="0" err="1" smtClean="0"/>
              <a:t>quis</a:t>
            </a:r>
            <a:r>
              <a:rPr lang="en-US" dirty="0" smtClean="0"/>
              <a:t> </a:t>
            </a:r>
            <a:r>
              <a:rPr lang="en-US" dirty="0" err="1" smtClean="0"/>
              <a:t>pulvinar</a:t>
            </a:r>
            <a:r>
              <a:rPr lang="en-US" dirty="0" smtClean="0"/>
              <a:t> ac, </a:t>
            </a:r>
            <a:r>
              <a:rPr lang="en-US" dirty="0" err="1" smtClean="0"/>
              <a:t>ultrices</a:t>
            </a:r>
            <a:r>
              <a:rPr lang="en-US" dirty="0" smtClean="0"/>
              <a:t> </a:t>
            </a:r>
            <a:r>
              <a:rPr lang="en-US" dirty="0" err="1" smtClean="0"/>
              <a:t>vel</a:t>
            </a:r>
            <a:r>
              <a:rPr lang="en-US" dirty="0" smtClean="0"/>
              <a:t> dui. </a:t>
            </a:r>
            <a:r>
              <a:rPr lang="en-US" dirty="0" err="1" smtClean="0"/>
              <a:t>Praesent</a:t>
            </a:r>
            <a:r>
              <a:rPr lang="en-US" dirty="0" smtClean="0"/>
              <a:t> </a:t>
            </a:r>
            <a:r>
              <a:rPr lang="en-US" dirty="0" err="1" smtClean="0"/>
              <a:t>commodo</a:t>
            </a:r>
            <a:r>
              <a:rPr lang="en-US" dirty="0" smtClean="0"/>
              <a:t>, </a:t>
            </a:r>
            <a:r>
              <a:rPr lang="en-US" dirty="0" err="1" smtClean="0"/>
              <a:t>odio</a:t>
            </a:r>
            <a:r>
              <a:rPr lang="en-US" dirty="0" smtClean="0"/>
              <a:t> </a:t>
            </a:r>
            <a:r>
              <a:rPr lang="en-US" dirty="0" err="1" smtClean="0"/>
              <a:t>eu</a:t>
            </a:r>
            <a:r>
              <a:rPr lang="en-US" dirty="0" smtClean="0"/>
              <a:t> </a:t>
            </a:r>
            <a:r>
              <a:rPr lang="en-US" dirty="0" err="1" smtClean="0"/>
              <a:t>ullamcorper</a:t>
            </a:r>
            <a:r>
              <a:rPr lang="en-US" dirty="0" smtClean="0"/>
              <a:t> </a:t>
            </a:r>
            <a:r>
              <a:rPr lang="en-US" dirty="0" err="1" smtClean="0"/>
              <a:t>eleifend</a:t>
            </a:r>
            <a:r>
              <a:rPr lang="en-US" dirty="0" smtClean="0"/>
              <a:t>, magna </a:t>
            </a:r>
            <a:r>
              <a:rPr lang="en-US" dirty="0" err="1" smtClean="0"/>
              <a:t>metus</a:t>
            </a:r>
            <a:r>
              <a:rPr lang="en-US" dirty="0" smtClean="0"/>
              <a:t> </a:t>
            </a:r>
            <a:r>
              <a:rPr lang="en-US" dirty="0" err="1" smtClean="0"/>
              <a:t>euismod</a:t>
            </a:r>
            <a:r>
              <a:rPr lang="en-US" dirty="0" smtClean="0"/>
              <a:t> </a:t>
            </a:r>
            <a:r>
              <a:rPr lang="en-US" dirty="0" err="1" smtClean="0"/>
              <a:t>elit</a:t>
            </a:r>
            <a:r>
              <a:rPr lang="en-US" dirty="0" smtClean="0"/>
              <a:t>, in </a:t>
            </a:r>
            <a:r>
              <a:rPr lang="en-US" dirty="0" err="1" smtClean="0"/>
              <a:t>porttitor</a:t>
            </a:r>
            <a:r>
              <a:rPr lang="en-US" dirty="0" smtClean="0"/>
              <a:t> </a:t>
            </a:r>
            <a:r>
              <a:rPr lang="en-US" dirty="0" err="1" smtClean="0"/>
              <a:t>urna</a:t>
            </a:r>
            <a:r>
              <a:rPr lang="en-US" dirty="0" smtClean="0"/>
              <a:t> </a:t>
            </a:r>
            <a:r>
              <a:rPr lang="en-US" dirty="0" err="1" smtClean="0"/>
              <a:t>nisl</a:t>
            </a:r>
            <a:r>
              <a:rPr lang="en-US" dirty="0" smtClean="0"/>
              <a:t> </a:t>
            </a:r>
            <a:r>
              <a:rPr lang="en-US" dirty="0" err="1" smtClean="0"/>
              <a:t>ut</a:t>
            </a:r>
            <a:r>
              <a:rPr lang="en-US" dirty="0" smtClean="0"/>
              <a:t> </a:t>
            </a:r>
            <a:r>
              <a:rPr lang="en-US" dirty="0" err="1" smtClean="0"/>
              <a:t>nulla</a:t>
            </a:r>
            <a:r>
              <a:rPr lang="en-US" dirty="0" smtClean="0"/>
              <a:t>. </a:t>
            </a:r>
            <a:r>
              <a:rPr lang="en-US" dirty="0" err="1" smtClean="0"/>
              <a:t>Donec</a:t>
            </a:r>
            <a:r>
              <a:rPr lang="en-US" dirty="0" smtClean="0"/>
              <a:t> </a:t>
            </a:r>
            <a:r>
              <a:rPr lang="en-US" dirty="0" err="1" smtClean="0"/>
              <a:t>accumsan</a:t>
            </a:r>
            <a:r>
              <a:rPr lang="en-US" dirty="0" smtClean="0"/>
              <a:t> </a:t>
            </a:r>
            <a:r>
              <a:rPr lang="en-US" dirty="0" err="1" smtClean="0"/>
              <a:t>egestas</a:t>
            </a:r>
            <a:r>
              <a:rPr lang="en-US" dirty="0" smtClean="0"/>
              <a:t> </a:t>
            </a:r>
            <a:r>
              <a:rPr lang="en-US" dirty="0" err="1" smtClean="0"/>
              <a:t>nulla</a:t>
            </a:r>
            <a:r>
              <a:rPr lang="en-US" dirty="0" smtClean="0"/>
              <a:t>, </a:t>
            </a:r>
            <a:r>
              <a:rPr lang="en-US" dirty="0" err="1" smtClean="0"/>
              <a:t>ut</a:t>
            </a:r>
            <a:r>
              <a:rPr lang="en-US" dirty="0" smtClean="0"/>
              <a:t> </a:t>
            </a:r>
            <a:r>
              <a:rPr lang="en-US" dirty="0" err="1" smtClean="0"/>
              <a:t>sollicitudin</a:t>
            </a:r>
            <a:r>
              <a:rPr lang="en-US" dirty="0" smtClean="0"/>
              <a:t> </a:t>
            </a:r>
            <a:r>
              <a:rPr lang="en-US" dirty="0" err="1" smtClean="0"/>
              <a:t>nulla</a:t>
            </a:r>
            <a:r>
              <a:rPr lang="en-US" dirty="0" smtClean="0"/>
              <a:t> </a:t>
            </a:r>
            <a:r>
              <a:rPr lang="en-US" dirty="0" err="1" smtClean="0"/>
              <a:t>lacinia</a:t>
            </a:r>
            <a:r>
              <a:rPr lang="en-US" dirty="0" smtClean="0"/>
              <a:t> ac. </a:t>
            </a:r>
            <a:r>
              <a:rPr lang="en-US" dirty="0" err="1" smtClean="0"/>
              <a:t>Pellentesque</a:t>
            </a:r>
            <a:r>
              <a:rPr lang="en-US" dirty="0" smtClean="0"/>
              <a:t> </a:t>
            </a:r>
            <a:r>
              <a:rPr lang="en-US" dirty="0" err="1" smtClean="0"/>
              <a:t>felis</a:t>
            </a:r>
            <a:r>
              <a:rPr lang="en-US" dirty="0" smtClean="0"/>
              <a:t> </a:t>
            </a:r>
            <a:r>
              <a:rPr lang="en-US" dirty="0" err="1" smtClean="0"/>
              <a:t>est</a:t>
            </a:r>
            <a:r>
              <a:rPr lang="en-US" dirty="0" smtClean="0"/>
              <a:t>, </a:t>
            </a:r>
            <a:r>
              <a:rPr lang="en-US" dirty="0" err="1" smtClean="0"/>
              <a:t>tincidunt</a:t>
            </a:r>
            <a:r>
              <a:rPr lang="en-US" dirty="0" smtClean="0"/>
              <a:t> et </a:t>
            </a:r>
            <a:r>
              <a:rPr lang="en-US" dirty="0" err="1" smtClean="0"/>
              <a:t>suscipit</a:t>
            </a:r>
            <a:r>
              <a:rPr lang="en-US" dirty="0" smtClean="0"/>
              <a:t> id, </a:t>
            </a:r>
            <a:r>
              <a:rPr lang="en-US" dirty="0" err="1" smtClean="0"/>
              <a:t>rutrum</a:t>
            </a:r>
            <a:r>
              <a:rPr lang="en-US" dirty="0" smtClean="0"/>
              <a:t> at </a:t>
            </a:r>
            <a:r>
              <a:rPr lang="en-US" dirty="0" err="1" smtClean="0"/>
              <a:t>odio</a:t>
            </a:r>
            <a:r>
              <a:rPr lang="en-US" dirty="0" smtClean="0"/>
              <a:t>. </a:t>
            </a:r>
            <a:r>
              <a:rPr lang="en-US" dirty="0" err="1" smtClean="0"/>
              <a:t>Sed</a:t>
            </a:r>
            <a:r>
              <a:rPr lang="en-US" dirty="0" smtClean="0"/>
              <a:t> </a:t>
            </a:r>
            <a:r>
              <a:rPr lang="en-US" dirty="0" err="1" smtClean="0"/>
              <a:t>fringilla</a:t>
            </a:r>
            <a:r>
              <a:rPr lang="en-US" dirty="0" smtClean="0"/>
              <a:t> </a:t>
            </a:r>
            <a:r>
              <a:rPr lang="en-US" dirty="0" err="1" smtClean="0"/>
              <a:t>porttitor</a:t>
            </a:r>
            <a:r>
              <a:rPr lang="en-US" dirty="0" smtClean="0"/>
              <a:t> </a:t>
            </a:r>
            <a:r>
              <a:rPr lang="en-US" dirty="0" err="1" smtClean="0"/>
              <a:t>ipsum</a:t>
            </a:r>
            <a:r>
              <a:rPr lang="en-US" dirty="0" smtClean="0"/>
              <a:t>. </a:t>
            </a:r>
            <a:r>
              <a:rPr lang="en-US" dirty="0" err="1" smtClean="0"/>
              <a:t>Morbi</a:t>
            </a:r>
            <a:r>
              <a:rPr lang="en-US" dirty="0" smtClean="0"/>
              <a:t> </a:t>
            </a:r>
            <a:r>
              <a:rPr lang="en-US" dirty="0" err="1" smtClean="0"/>
              <a:t>cursus</a:t>
            </a:r>
            <a:r>
              <a:rPr lang="en-US" dirty="0" smtClean="0"/>
              <a:t> </a:t>
            </a:r>
            <a:r>
              <a:rPr lang="en-US" dirty="0" err="1" smtClean="0"/>
              <a:t>massa</a:t>
            </a:r>
            <a:r>
              <a:rPr lang="en-US" dirty="0" smtClean="0"/>
              <a:t> </a:t>
            </a:r>
            <a:r>
              <a:rPr lang="en-US" dirty="0" err="1" smtClean="0"/>
              <a:t>eget</a:t>
            </a:r>
            <a:r>
              <a:rPr lang="en-US" dirty="0" smtClean="0"/>
              <a:t> </a:t>
            </a:r>
            <a:r>
              <a:rPr lang="en-US" dirty="0" err="1" smtClean="0"/>
              <a:t>arcu</a:t>
            </a:r>
            <a:r>
              <a:rPr lang="en-US" dirty="0" smtClean="0"/>
              <a:t> </a:t>
            </a:r>
            <a:r>
              <a:rPr lang="en-US" dirty="0" err="1" smtClean="0"/>
              <a:t>hendrerit</a:t>
            </a:r>
            <a:r>
              <a:rPr lang="en-US" dirty="0" smtClean="0"/>
              <a:t> </a:t>
            </a:r>
            <a:r>
              <a:rPr lang="en-US" dirty="0" err="1" smtClean="0"/>
              <a:t>eleifend</a:t>
            </a:r>
            <a:r>
              <a:rPr lang="en-US" dirty="0" smtClean="0"/>
              <a:t>. </a:t>
            </a:r>
            <a:r>
              <a:rPr lang="en-US" dirty="0" err="1" smtClean="0"/>
              <a:t>Morbi</a:t>
            </a:r>
            <a:r>
              <a:rPr lang="en-US" dirty="0" smtClean="0"/>
              <a:t> sit </a:t>
            </a:r>
            <a:r>
              <a:rPr lang="en-US" dirty="0" err="1" smtClean="0"/>
              <a:t>amet</a:t>
            </a:r>
            <a:r>
              <a:rPr lang="en-US" dirty="0" smtClean="0"/>
              <a:t> </a:t>
            </a:r>
            <a:r>
              <a:rPr lang="en-US" dirty="0" err="1" smtClean="0"/>
              <a:t>accumsan</a:t>
            </a:r>
            <a:r>
              <a:rPr lang="en-US" dirty="0" smtClean="0"/>
              <a:t> dui, </a:t>
            </a:r>
            <a:r>
              <a:rPr lang="en-US" dirty="0" err="1" smtClean="0"/>
              <a:t>vel</a:t>
            </a:r>
            <a:r>
              <a:rPr lang="en-US" dirty="0" smtClean="0"/>
              <a:t> tempus </a:t>
            </a:r>
            <a:r>
              <a:rPr lang="en-US" dirty="0" err="1" smtClean="0"/>
              <a:t>urna</a:t>
            </a:r>
            <a:r>
              <a:rPr lang="en-US" dirty="0" smtClean="0"/>
              <a:t>. </a:t>
            </a:r>
            <a:r>
              <a:rPr lang="en-US" dirty="0" err="1" smtClean="0"/>
              <a:t>Cras</a:t>
            </a:r>
            <a:r>
              <a:rPr lang="en-US" dirty="0" smtClean="0"/>
              <a:t> in </a:t>
            </a:r>
            <a:r>
              <a:rPr lang="en-US" dirty="0" err="1" smtClean="0"/>
              <a:t>sapien</a:t>
            </a:r>
            <a:r>
              <a:rPr lang="en-US" dirty="0" smtClean="0"/>
              <a:t> at </a:t>
            </a:r>
            <a:r>
              <a:rPr lang="en-US" dirty="0" err="1" smtClean="0"/>
              <a:t>justo</a:t>
            </a:r>
            <a:r>
              <a:rPr lang="en-US" dirty="0" smtClean="0"/>
              <a:t> </a:t>
            </a:r>
            <a:r>
              <a:rPr lang="en-US" dirty="0" err="1" smtClean="0"/>
              <a:t>convallis</a:t>
            </a:r>
            <a:r>
              <a:rPr lang="en-US" dirty="0" smtClean="0"/>
              <a:t> </a:t>
            </a:r>
            <a:r>
              <a:rPr lang="en-US" dirty="0" err="1" smtClean="0"/>
              <a:t>lacinia</a:t>
            </a:r>
            <a:r>
              <a:rPr lang="en-US" dirty="0" smtClean="0"/>
              <a:t> et in </a:t>
            </a:r>
            <a:r>
              <a:rPr lang="en-US" dirty="0" err="1" smtClean="0"/>
              <a:t>felis</a:t>
            </a:r>
            <a:r>
              <a:rPr lang="en-US" dirty="0" smtClean="0"/>
              <a:t>. </a:t>
            </a:r>
            <a:r>
              <a:rPr lang="en-US" dirty="0" err="1" smtClean="0"/>
              <a:t>Vestibulum</a:t>
            </a:r>
            <a:r>
              <a:rPr lang="en-US" dirty="0" smtClean="0"/>
              <a:t> </a:t>
            </a:r>
            <a:r>
              <a:rPr lang="en-US" dirty="0" err="1" smtClean="0"/>
              <a:t>luctus</a:t>
            </a:r>
            <a:r>
              <a:rPr lang="en-US" dirty="0" smtClean="0"/>
              <a:t>, </a:t>
            </a:r>
            <a:r>
              <a:rPr lang="en-US" dirty="0" err="1" smtClean="0"/>
              <a:t>odio</a:t>
            </a:r>
            <a:r>
              <a:rPr lang="en-US" dirty="0" smtClean="0"/>
              <a:t> non </a:t>
            </a:r>
            <a:r>
              <a:rPr lang="en-US" dirty="0" err="1" smtClean="0"/>
              <a:t>accumsan</a:t>
            </a:r>
            <a:r>
              <a:rPr lang="en-US" dirty="0" smtClean="0"/>
              <a:t> </a:t>
            </a:r>
            <a:r>
              <a:rPr lang="en-US" dirty="0" err="1" smtClean="0"/>
              <a:t>eleifend</a:t>
            </a:r>
            <a:r>
              <a:rPr lang="en-US" dirty="0" smtClean="0"/>
              <a:t>, </a:t>
            </a:r>
            <a:r>
              <a:rPr lang="en-US" dirty="0" err="1" smtClean="0"/>
              <a:t>lectus</a:t>
            </a:r>
            <a:r>
              <a:rPr lang="en-US" dirty="0" smtClean="0"/>
              <a:t> </a:t>
            </a:r>
            <a:r>
              <a:rPr lang="en-US" dirty="0" err="1" smtClean="0"/>
              <a:t>metus</a:t>
            </a:r>
            <a:r>
              <a:rPr lang="en-US" dirty="0" smtClean="0"/>
              <a:t> </a:t>
            </a:r>
            <a:r>
              <a:rPr lang="en-US" dirty="0" err="1" smtClean="0"/>
              <a:t>rutrum</a:t>
            </a:r>
            <a:r>
              <a:rPr lang="en-US" dirty="0" smtClean="0"/>
              <a:t> </a:t>
            </a:r>
            <a:r>
              <a:rPr lang="en-US" dirty="0" err="1" smtClean="0"/>
              <a:t>orci</a:t>
            </a:r>
            <a:r>
              <a:rPr lang="en-US" dirty="0" smtClean="0"/>
              <a:t>, </a:t>
            </a:r>
            <a:r>
              <a:rPr lang="en-US" dirty="0" err="1" smtClean="0"/>
              <a:t>quis</a:t>
            </a:r>
            <a:r>
              <a:rPr lang="en-US" dirty="0" smtClean="0"/>
              <a:t> </a:t>
            </a:r>
            <a:r>
              <a:rPr lang="en-US" dirty="0" err="1" smtClean="0"/>
              <a:t>molestie</a:t>
            </a:r>
            <a:r>
              <a:rPr lang="en-US" dirty="0" smtClean="0"/>
              <a:t> </a:t>
            </a:r>
            <a:r>
              <a:rPr lang="en-US" dirty="0" err="1" smtClean="0"/>
              <a:t>enim</a:t>
            </a:r>
            <a:r>
              <a:rPr lang="en-US" dirty="0" smtClean="0"/>
              <a:t> </a:t>
            </a:r>
            <a:r>
              <a:rPr lang="en-US" dirty="0" err="1" smtClean="0"/>
              <a:t>augue</a:t>
            </a:r>
            <a:r>
              <a:rPr lang="en-US" dirty="0" smtClean="0"/>
              <a:t> in </a:t>
            </a:r>
            <a:r>
              <a:rPr lang="en-US" dirty="0" err="1" smtClean="0"/>
              <a:t>lorem</a:t>
            </a:r>
            <a:r>
              <a:rPr lang="en-US" dirty="0" smtClean="0"/>
              <a:t>. </a:t>
            </a:r>
            <a:r>
              <a:rPr lang="en-US" dirty="0" err="1" smtClean="0"/>
              <a:t>Vestibulum</a:t>
            </a:r>
            <a:r>
              <a:rPr lang="en-US" dirty="0" smtClean="0"/>
              <a:t> </a:t>
            </a:r>
            <a:r>
              <a:rPr lang="en-US" dirty="0" err="1" smtClean="0"/>
              <a:t>volutpat</a:t>
            </a:r>
            <a:r>
              <a:rPr lang="en-US" dirty="0" smtClean="0"/>
              <a:t> </a:t>
            </a:r>
            <a:r>
              <a:rPr lang="en-US" dirty="0" err="1" smtClean="0"/>
              <a:t>sagittis</a:t>
            </a:r>
            <a:r>
              <a:rPr lang="en-US" dirty="0" smtClean="0"/>
              <a:t> quam </a:t>
            </a:r>
            <a:r>
              <a:rPr lang="en-US" dirty="0" err="1" smtClean="0"/>
              <a:t>varius</a:t>
            </a:r>
            <a:r>
              <a:rPr lang="en-US" dirty="0" smtClean="0"/>
              <a:t> </a:t>
            </a:r>
            <a:r>
              <a:rPr lang="en-US" dirty="0" err="1" smtClean="0"/>
              <a:t>facilisis</a:t>
            </a:r>
            <a:r>
              <a:rPr lang="en-US" dirty="0" smtClean="0"/>
              <a:t>.</a:t>
            </a:r>
          </a:p>
          <a:p>
            <a:pPr lvl="0"/>
            <a:endParaRPr lang="en-US" dirty="0" smtClean="0"/>
          </a:p>
          <a:p>
            <a:pPr lvl="0"/>
            <a:r>
              <a:rPr lang="en-US" dirty="0" err="1" smtClean="0"/>
              <a:t>Donec</a:t>
            </a:r>
            <a:r>
              <a:rPr lang="en-US" dirty="0" smtClean="0"/>
              <a:t> ligula </a:t>
            </a:r>
            <a:r>
              <a:rPr lang="en-US" dirty="0" err="1" smtClean="0"/>
              <a:t>diam</a:t>
            </a:r>
            <a:r>
              <a:rPr lang="en-US" dirty="0" smtClean="0"/>
              <a:t>, </a:t>
            </a:r>
            <a:r>
              <a:rPr lang="en-US" dirty="0" err="1" smtClean="0"/>
              <a:t>tincidunt</a:t>
            </a:r>
            <a:r>
              <a:rPr lang="en-US" dirty="0" smtClean="0"/>
              <a:t> id </a:t>
            </a:r>
            <a:r>
              <a:rPr lang="en-US" dirty="0" err="1" smtClean="0"/>
              <a:t>nisl</a:t>
            </a:r>
            <a:r>
              <a:rPr lang="en-US" dirty="0" smtClean="0"/>
              <a:t> </a:t>
            </a:r>
            <a:r>
              <a:rPr lang="en-US" dirty="0" err="1" smtClean="0"/>
              <a:t>vel</a:t>
            </a:r>
            <a:r>
              <a:rPr lang="en-US" dirty="0" smtClean="0"/>
              <a:t>, </a:t>
            </a:r>
            <a:r>
              <a:rPr lang="en-US" dirty="0" err="1" smtClean="0"/>
              <a:t>accumsan</a:t>
            </a:r>
            <a:r>
              <a:rPr lang="en-US" dirty="0" smtClean="0"/>
              <a:t> </a:t>
            </a:r>
            <a:r>
              <a:rPr lang="en-US" dirty="0" err="1" smtClean="0"/>
              <a:t>placerat</a:t>
            </a:r>
            <a:r>
              <a:rPr lang="en-US" dirty="0" smtClean="0"/>
              <a:t> </a:t>
            </a:r>
            <a:r>
              <a:rPr lang="en-US" dirty="0" err="1" smtClean="0"/>
              <a:t>velit</a:t>
            </a:r>
            <a:r>
              <a:rPr lang="en-US" dirty="0" smtClean="0"/>
              <a:t>. </a:t>
            </a:r>
            <a:r>
              <a:rPr lang="en-US" dirty="0" err="1" smtClean="0"/>
              <a:t>Nullam</a:t>
            </a:r>
            <a:r>
              <a:rPr lang="en-US" dirty="0" smtClean="0"/>
              <a:t> </a:t>
            </a:r>
            <a:r>
              <a:rPr lang="en-US" dirty="0" err="1" smtClean="0"/>
              <a:t>sagittis</a:t>
            </a:r>
            <a:r>
              <a:rPr lang="en-US" dirty="0" smtClean="0"/>
              <a:t> </a:t>
            </a:r>
            <a:r>
              <a:rPr lang="en-US" dirty="0" err="1" smtClean="0"/>
              <a:t>feugiat</a:t>
            </a:r>
            <a:r>
              <a:rPr lang="en-US" dirty="0" smtClean="0"/>
              <a:t> </a:t>
            </a:r>
            <a:r>
              <a:rPr lang="en-US" dirty="0" err="1" smtClean="0"/>
              <a:t>erat</a:t>
            </a:r>
            <a:r>
              <a:rPr lang="en-US" dirty="0" smtClean="0"/>
              <a:t>, </a:t>
            </a:r>
            <a:r>
              <a:rPr lang="en-US" dirty="0" err="1" smtClean="0"/>
              <a:t>vel</a:t>
            </a:r>
            <a:r>
              <a:rPr lang="en-US" dirty="0" smtClean="0"/>
              <a:t> </a:t>
            </a:r>
            <a:r>
              <a:rPr lang="en-US" dirty="0" err="1" smtClean="0"/>
              <a:t>vestibulum</a:t>
            </a:r>
            <a:r>
              <a:rPr lang="en-US" dirty="0" smtClean="0"/>
              <a:t> </a:t>
            </a:r>
            <a:r>
              <a:rPr lang="en-US" dirty="0" err="1" smtClean="0"/>
              <a:t>lorem</a:t>
            </a:r>
            <a:r>
              <a:rPr lang="en-US" dirty="0" smtClean="0"/>
              <a:t> </a:t>
            </a:r>
            <a:r>
              <a:rPr lang="en-US" dirty="0" err="1" smtClean="0"/>
              <a:t>facilisis</a:t>
            </a:r>
            <a:r>
              <a:rPr lang="en-US" dirty="0" smtClean="0"/>
              <a:t> vitae. </a:t>
            </a:r>
            <a:r>
              <a:rPr lang="en-US" dirty="0" err="1" smtClean="0"/>
              <a:t>Duis</a:t>
            </a:r>
            <a:r>
              <a:rPr lang="en-US" dirty="0" smtClean="0"/>
              <a:t> </a:t>
            </a:r>
            <a:r>
              <a:rPr lang="en-US" dirty="0" err="1" smtClean="0"/>
              <a:t>molestie</a:t>
            </a:r>
            <a:r>
              <a:rPr lang="en-US" dirty="0" smtClean="0"/>
              <a:t> </a:t>
            </a:r>
            <a:r>
              <a:rPr lang="en-US" dirty="0" err="1" smtClean="0"/>
              <a:t>urna</a:t>
            </a:r>
            <a:r>
              <a:rPr lang="en-US" dirty="0" smtClean="0"/>
              <a:t> </a:t>
            </a:r>
            <a:r>
              <a:rPr lang="en-US" dirty="0" err="1" smtClean="0"/>
              <a:t>enim</a:t>
            </a:r>
            <a:r>
              <a:rPr lang="en-US" dirty="0" smtClean="0"/>
              <a:t>, </a:t>
            </a:r>
            <a:r>
              <a:rPr lang="en-US" dirty="0" err="1" smtClean="0"/>
              <a:t>vel</a:t>
            </a:r>
            <a:r>
              <a:rPr lang="en-US" dirty="0" smtClean="0"/>
              <a:t> </a:t>
            </a:r>
            <a:r>
              <a:rPr lang="en-US" dirty="0" err="1" smtClean="0"/>
              <a:t>scelerisque</a:t>
            </a:r>
            <a:r>
              <a:rPr lang="en-US" dirty="0" smtClean="0"/>
              <a:t> </a:t>
            </a:r>
            <a:r>
              <a:rPr lang="en-US" dirty="0" err="1" smtClean="0"/>
              <a:t>arcu</a:t>
            </a:r>
            <a:r>
              <a:rPr lang="en-US" dirty="0" smtClean="0"/>
              <a:t> </a:t>
            </a:r>
            <a:r>
              <a:rPr lang="en-US" dirty="0" err="1" smtClean="0"/>
              <a:t>feugiat</a:t>
            </a:r>
            <a:r>
              <a:rPr lang="en-US" dirty="0" smtClean="0"/>
              <a:t> </a:t>
            </a:r>
            <a:r>
              <a:rPr lang="en-US" dirty="0" err="1" smtClean="0"/>
              <a:t>eget</a:t>
            </a:r>
            <a:r>
              <a:rPr lang="en-US" dirty="0" smtClean="0"/>
              <a:t>. </a:t>
            </a:r>
            <a:r>
              <a:rPr lang="en-US" dirty="0" err="1" smtClean="0"/>
              <a:t>Curabitur</a:t>
            </a:r>
            <a:r>
              <a:rPr lang="en-US" dirty="0" smtClean="0"/>
              <a:t> </a:t>
            </a:r>
            <a:r>
              <a:rPr lang="en-US" dirty="0" err="1" smtClean="0"/>
              <a:t>lobortis</a:t>
            </a:r>
            <a:r>
              <a:rPr lang="en-US" dirty="0" smtClean="0"/>
              <a:t>, </a:t>
            </a:r>
            <a:r>
              <a:rPr lang="en-US" dirty="0" err="1" smtClean="0"/>
              <a:t>nulla</a:t>
            </a:r>
            <a:r>
              <a:rPr lang="en-US" dirty="0" smtClean="0"/>
              <a:t> </a:t>
            </a:r>
            <a:r>
              <a:rPr lang="en-US" dirty="0" err="1" smtClean="0"/>
              <a:t>vel</a:t>
            </a:r>
            <a:r>
              <a:rPr lang="en-US" dirty="0" smtClean="0"/>
              <a:t> </a:t>
            </a:r>
            <a:r>
              <a:rPr lang="en-US" dirty="0" err="1" smtClean="0"/>
              <a:t>dignissim</a:t>
            </a:r>
            <a:r>
              <a:rPr lang="en-US" dirty="0" smtClean="0"/>
              <a:t> </a:t>
            </a:r>
            <a:r>
              <a:rPr lang="en-US" dirty="0" err="1" smtClean="0"/>
              <a:t>consequat</a:t>
            </a:r>
            <a:r>
              <a:rPr lang="en-US" dirty="0" smtClean="0"/>
              <a:t>, </a:t>
            </a:r>
            <a:r>
              <a:rPr lang="en-US" dirty="0" err="1" smtClean="0"/>
              <a:t>odio</a:t>
            </a:r>
            <a:r>
              <a:rPr lang="en-US" dirty="0" smtClean="0"/>
              <a:t> </a:t>
            </a:r>
            <a:r>
              <a:rPr lang="en-US" dirty="0" err="1" smtClean="0"/>
              <a:t>libero</a:t>
            </a:r>
            <a:r>
              <a:rPr lang="en-US" dirty="0" smtClean="0"/>
              <a:t> </a:t>
            </a:r>
            <a:r>
              <a:rPr lang="en-US" dirty="0" err="1" smtClean="0"/>
              <a:t>pellentesque</a:t>
            </a:r>
            <a:r>
              <a:rPr lang="en-US" dirty="0" smtClean="0"/>
              <a:t> </a:t>
            </a:r>
            <a:r>
              <a:rPr lang="en-US" dirty="0" err="1" smtClean="0"/>
              <a:t>nunc</a:t>
            </a:r>
            <a:r>
              <a:rPr lang="en-US" dirty="0" smtClean="0"/>
              <a:t>, sit </a:t>
            </a:r>
            <a:r>
              <a:rPr lang="en-US" dirty="0" err="1" smtClean="0"/>
              <a:t>amet</a:t>
            </a:r>
            <a:r>
              <a:rPr lang="en-US" dirty="0" smtClean="0"/>
              <a:t> </a:t>
            </a:r>
            <a:r>
              <a:rPr lang="en-US" dirty="0" err="1" smtClean="0"/>
              <a:t>feugiat</a:t>
            </a:r>
            <a:r>
              <a:rPr lang="en-US" dirty="0" smtClean="0"/>
              <a:t> </a:t>
            </a:r>
            <a:r>
              <a:rPr lang="en-US" dirty="0" err="1" smtClean="0"/>
              <a:t>justo</a:t>
            </a:r>
            <a:r>
              <a:rPr lang="en-US" dirty="0" smtClean="0"/>
              <a:t> </a:t>
            </a:r>
            <a:r>
              <a:rPr lang="en-US" dirty="0" err="1" smtClean="0"/>
              <a:t>metus</a:t>
            </a:r>
            <a:r>
              <a:rPr lang="en-US" dirty="0" smtClean="0"/>
              <a:t> </a:t>
            </a:r>
            <a:r>
              <a:rPr lang="en-US" dirty="0" err="1" smtClean="0"/>
              <a:t>nec</a:t>
            </a:r>
            <a:r>
              <a:rPr lang="en-US" dirty="0" smtClean="0"/>
              <a:t> </a:t>
            </a:r>
            <a:r>
              <a:rPr lang="en-US" dirty="0" err="1" smtClean="0"/>
              <a:t>neque</a:t>
            </a:r>
            <a:r>
              <a:rPr lang="en-US" dirty="0" smtClean="0"/>
              <a:t>. </a:t>
            </a:r>
            <a:r>
              <a:rPr lang="en-US" dirty="0" err="1" smtClean="0"/>
              <a:t>Donec</a:t>
            </a:r>
            <a:r>
              <a:rPr lang="en-US" dirty="0" smtClean="0"/>
              <a:t> non ante ac </a:t>
            </a:r>
            <a:r>
              <a:rPr lang="en-US" dirty="0" err="1" smtClean="0"/>
              <a:t>orci</a:t>
            </a:r>
            <a:r>
              <a:rPr lang="en-US" dirty="0" smtClean="0"/>
              <a:t> </a:t>
            </a:r>
            <a:r>
              <a:rPr lang="en-US" dirty="0" err="1" smtClean="0"/>
              <a:t>elementum</a:t>
            </a:r>
            <a:r>
              <a:rPr lang="en-US" dirty="0" smtClean="0"/>
              <a:t> </a:t>
            </a:r>
            <a:r>
              <a:rPr lang="en-US" dirty="0" err="1" smtClean="0"/>
              <a:t>iaculis</a:t>
            </a:r>
            <a:r>
              <a:rPr lang="en-US" dirty="0" smtClean="0"/>
              <a:t> </a:t>
            </a:r>
            <a:r>
              <a:rPr lang="en-US" dirty="0" err="1" smtClean="0"/>
              <a:t>consequat</a:t>
            </a:r>
            <a:r>
              <a:rPr lang="en-US" dirty="0" smtClean="0"/>
              <a:t> in </a:t>
            </a:r>
            <a:r>
              <a:rPr lang="en-US" dirty="0" err="1" smtClean="0"/>
              <a:t>metus</a:t>
            </a:r>
            <a:r>
              <a:rPr lang="en-US" dirty="0" smtClean="0"/>
              <a:t>. </a:t>
            </a:r>
            <a:r>
              <a:rPr lang="en-US" dirty="0" err="1" smtClean="0"/>
              <a:t>Interdum</a:t>
            </a:r>
            <a:r>
              <a:rPr lang="en-US" dirty="0" smtClean="0"/>
              <a:t> et </a:t>
            </a:r>
            <a:r>
              <a:rPr lang="en-US" dirty="0" err="1" smtClean="0"/>
              <a:t>malesuada</a:t>
            </a:r>
            <a:r>
              <a:rPr lang="en-US" dirty="0" smtClean="0"/>
              <a:t> fames ac ante </a:t>
            </a:r>
            <a:r>
              <a:rPr lang="en-US" dirty="0" err="1" smtClean="0"/>
              <a:t>ipsum</a:t>
            </a:r>
            <a:r>
              <a:rPr lang="en-US" dirty="0" smtClean="0"/>
              <a:t> </a:t>
            </a:r>
            <a:r>
              <a:rPr lang="en-US" dirty="0" err="1" smtClean="0"/>
              <a:t>primis</a:t>
            </a:r>
            <a:r>
              <a:rPr lang="en-US" dirty="0" smtClean="0"/>
              <a:t> in </a:t>
            </a:r>
            <a:r>
              <a:rPr lang="en-US" dirty="0" err="1" smtClean="0"/>
              <a:t>faucibus</a:t>
            </a:r>
            <a:r>
              <a:rPr lang="en-US" dirty="0" smtClean="0"/>
              <a:t>. </a:t>
            </a:r>
            <a:r>
              <a:rPr lang="en-US" dirty="0" err="1" smtClean="0"/>
              <a:t>Mauris</a:t>
            </a:r>
            <a:r>
              <a:rPr lang="en-US" dirty="0" smtClean="0"/>
              <a:t> </a:t>
            </a:r>
            <a:r>
              <a:rPr lang="en-US" dirty="0" err="1" smtClean="0"/>
              <a:t>volutpat</a:t>
            </a:r>
            <a:r>
              <a:rPr lang="en-US" dirty="0" smtClean="0"/>
              <a:t> </a:t>
            </a:r>
            <a:r>
              <a:rPr lang="en-US" dirty="0" err="1" smtClean="0"/>
              <a:t>aliquet</a:t>
            </a:r>
            <a:r>
              <a:rPr lang="en-US" dirty="0" smtClean="0"/>
              <a:t> </a:t>
            </a:r>
            <a:r>
              <a:rPr lang="en-US" dirty="0" err="1" smtClean="0"/>
              <a:t>imperdiet</a:t>
            </a:r>
            <a:r>
              <a:rPr lang="en-US" dirty="0" smtClean="0"/>
              <a:t>. </a:t>
            </a:r>
            <a:r>
              <a:rPr lang="en-US" dirty="0" err="1" smtClean="0"/>
              <a:t>Suspendisse</a:t>
            </a:r>
            <a:r>
              <a:rPr lang="en-US" dirty="0" smtClean="0"/>
              <a:t> </a:t>
            </a:r>
            <a:r>
              <a:rPr lang="en-US" dirty="0" err="1" smtClean="0"/>
              <a:t>ultrices</a:t>
            </a:r>
            <a:r>
              <a:rPr lang="en-US" dirty="0" smtClean="0"/>
              <a:t> lacus id </a:t>
            </a:r>
            <a:r>
              <a:rPr lang="en-US" dirty="0" err="1" smtClean="0"/>
              <a:t>est</a:t>
            </a:r>
            <a:r>
              <a:rPr lang="en-US" dirty="0" smtClean="0"/>
              <a:t> </a:t>
            </a:r>
            <a:r>
              <a:rPr lang="en-US" dirty="0" err="1" smtClean="0"/>
              <a:t>viverra</a:t>
            </a:r>
            <a:r>
              <a:rPr lang="en-US" dirty="0" smtClean="0"/>
              <a:t>, at </a:t>
            </a:r>
            <a:r>
              <a:rPr lang="en-US" dirty="0" err="1" smtClean="0"/>
              <a:t>porttitor</a:t>
            </a:r>
            <a:r>
              <a:rPr lang="en-US" dirty="0" smtClean="0"/>
              <a:t> </a:t>
            </a:r>
            <a:r>
              <a:rPr lang="en-US" dirty="0" err="1" smtClean="0"/>
              <a:t>metus</a:t>
            </a:r>
            <a:r>
              <a:rPr lang="en-US" dirty="0" smtClean="0"/>
              <a:t> </a:t>
            </a:r>
            <a:r>
              <a:rPr lang="en-US" dirty="0" err="1" smtClean="0"/>
              <a:t>facilisis</a:t>
            </a:r>
            <a:r>
              <a:rPr lang="en-US" dirty="0" smtClean="0"/>
              <a:t>. </a:t>
            </a:r>
            <a:r>
              <a:rPr lang="en-US" dirty="0" err="1" smtClean="0"/>
              <a:t>Nullam</a:t>
            </a:r>
            <a:r>
              <a:rPr lang="en-US" dirty="0" smtClean="0"/>
              <a:t> dolor </a:t>
            </a:r>
            <a:r>
              <a:rPr lang="en-US" dirty="0" err="1" smtClean="0"/>
              <a:t>sapien</a:t>
            </a:r>
            <a:r>
              <a:rPr lang="en-US" dirty="0" smtClean="0"/>
              <a:t>, </a:t>
            </a:r>
            <a:r>
              <a:rPr lang="en-US" dirty="0" err="1" smtClean="0"/>
              <a:t>hendrerit</a:t>
            </a:r>
            <a:r>
              <a:rPr lang="en-US" dirty="0" smtClean="0"/>
              <a:t> sit </a:t>
            </a:r>
            <a:r>
              <a:rPr lang="en-US" dirty="0" err="1" smtClean="0"/>
              <a:t>amet</a:t>
            </a:r>
            <a:r>
              <a:rPr lang="en-US" dirty="0" smtClean="0"/>
              <a:t> </a:t>
            </a:r>
            <a:r>
              <a:rPr lang="en-US" dirty="0" err="1" smtClean="0"/>
              <a:t>tellus</a:t>
            </a:r>
            <a:r>
              <a:rPr lang="en-US" dirty="0" smtClean="0"/>
              <a:t> </a:t>
            </a:r>
            <a:r>
              <a:rPr lang="en-US" dirty="0" err="1" smtClean="0"/>
              <a:t>tristique</a:t>
            </a:r>
            <a:r>
              <a:rPr lang="en-US" dirty="0" smtClean="0"/>
              <a:t>, </a:t>
            </a:r>
            <a:r>
              <a:rPr lang="en-US" dirty="0" err="1" smtClean="0"/>
              <a:t>tempor</a:t>
            </a:r>
            <a:r>
              <a:rPr lang="en-US" dirty="0" smtClean="0"/>
              <a:t> </a:t>
            </a:r>
            <a:r>
              <a:rPr lang="en-US" dirty="0" err="1" smtClean="0"/>
              <a:t>iaculis</a:t>
            </a:r>
            <a:r>
              <a:rPr lang="en-US" dirty="0" smtClean="0"/>
              <a:t> </a:t>
            </a:r>
            <a:r>
              <a:rPr lang="en-US" dirty="0" err="1" smtClean="0"/>
              <a:t>urna</a:t>
            </a:r>
            <a:r>
              <a:rPr lang="en-US" dirty="0" smtClean="0"/>
              <a:t>. </a:t>
            </a:r>
            <a:r>
              <a:rPr lang="en-US" dirty="0" err="1" smtClean="0"/>
              <a:t>Nulla</a:t>
            </a:r>
            <a:r>
              <a:rPr lang="en-US" dirty="0" smtClean="0"/>
              <a:t> a </a:t>
            </a:r>
            <a:r>
              <a:rPr lang="en-US" dirty="0" err="1" smtClean="0"/>
              <a:t>aliquam</a:t>
            </a:r>
            <a:r>
              <a:rPr lang="en-US" dirty="0" smtClean="0"/>
              <a:t> magna. </a:t>
            </a:r>
            <a:r>
              <a:rPr lang="en-US" dirty="0" err="1" smtClean="0"/>
              <a:t>Donec</a:t>
            </a:r>
            <a:r>
              <a:rPr lang="en-US" dirty="0" smtClean="0"/>
              <a:t> </a:t>
            </a:r>
            <a:r>
              <a:rPr lang="en-US" dirty="0" err="1" smtClean="0"/>
              <a:t>eget</a:t>
            </a:r>
            <a:r>
              <a:rPr lang="en-US" dirty="0" smtClean="0"/>
              <a:t> </a:t>
            </a:r>
            <a:r>
              <a:rPr lang="en-US" dirty="0" err="1" smtClean="0"/>
              <a:t>felis</a:t>
            </a:r>
            <a:r>
              <a:rPr lang="en-US" dirty="0" smtClean="0"/>
              <a:t> in </a:t>
            </a:r>
            <a:r>
              <a:rPr lang="en-US" dirty="0" err="1" smtClean="0"/>
              <a:t>felis</a:t>
            </a:r>
            <a:r>
              <a:rPr lang="en-US" dirty="0" smtClean="0"/>
              <a:t> </a:t>
            </a:r>
            <a:r>
              <a:rPr lang="en-US" dirty="0" err="1" smtClean="0"/>
              <a:t>lacinia</a:t>
            </a:r>
            <a:r>
              <a:rPr lang="en-US" dirty="0" smtClean="0"/>
              <a:t> </a:t>
            </a:r>
            <a:r>
              <a:rPr lang="en-US" dirty="0" err="1" smtClean="0"/>
              <a:t>porttitor</a:t>
            </a:r>
            <a:r>
              <a:rPr lang="en-US" dirty="0" smtClean="0"/>
              <a:t>. </a:t>
            </a:r>
            <a:r>
              <a:rPr lang="en-US" dirty="0" err="1" smtClean="0"/>
              <a:t>Proin</a:t>
            </a:r>
            <a:r>
              <a:rPr lang="en-US" dirty="0" smtClean="0"/>
              <a:t> </a:t>
            </a:r>
            <a:r>
              <a:rPr lang="en-US" dirty="0" err="1" smtClean="0"/>
              <a:t>sollicitudin</a:t>
            </a:r>
            <a:r>
              <a:rPr lang="en-US" dirty="0" smtClean="0"/>
              <a:t> ante id </a:t>
            </a:r>
            <a:r>
              <a:rPr lang="en-US" dirty="0" err="1" smtClean="0"/>
              <a:t>nisl</a:t>
            </a:r>
            <a:r>
              <a:rPr lang="en-US" dirty="0" smtClean="0"/>
              <a:t> </a:t>
            </a:r>
            <a:r>
              <a:rPr lang="en-US" dirty="0" err="1" smtClean="0"/>
              <a:t>imperdiet</a:t>
            </a:r>
            <a:r>
              <a:rPr lang="en-US" dirty="0" smtClean="0"/>
              <a:t> </a:t>
            </a:r>
            <a:r>
              <a:rPr lang="en-US" dirty="0" err="1" smtClean="0"/>
              <a:t>euismod</a:t>
            </a:r>
            <a:r>
              <a:rPr lang="en-US" dirty="0" smtClean="0"/>
              <a:t>. </a:t>
            </a:r>
            <a:r>
              <a:rPr lang="en-US" dirty="0" err="1" smtClean="0"/>
              <a:t>Aenean</a:t>
            </a:r>
            <a:r>
              <a:rPr lang="en-US" dirty="0" smtClean="0"/>
              <a:t> </a:t>
            </a:r>
            <a:r>
              <a:rPr lang="en-US" dirty="0" err="1" smtClean="0"/>
              <a:t>vestibulum</a:t>
            </a:r>
            <a:r>
              <a:rPr lang="en-US" dirty="0" smtClean="0"/>
              <a:t> non </a:t>
            </a:r>
            <a:r>
              <a:rPr lang="en-US" dirty="0" err="1" smtClean="0"/>
              <a:t>metus</a:t>
            </a:r>
            <a:r>
              <a:rPr lang="en-US" dirty="0" smtClean="0"/>
              <a:t> vitae </a:t>
            </a:r>
            <a:r>
              <a:rPr lang="en-US" dirty="0" err="1" smtClean="0"/>
              <a:t>rutrum</a:t>
            </a:r>
            <a:r>
              <a:rPr lang="en-US" dirty="0" smtClean="0"/>
              <a:t>. </a:t>
            </a:r>
            <a:r>
              <a:rPr lang="en-US" dirty="0" err="1" smtClean="0"/>
              <a:t>Cras</a:t>
            </a:r>
            <a:r>
              <a:rPr lang="en-US" dirty="0" smtClean="0"/>
              <a:t> </a:t>
            </a:r>
            <a:r>
              <a:rPr lang="en-US" dirty="0" err="1" smtClean="0"/>
              <a:t>varius</a:t>
            </a:r>
            <a:r>
              <a:rPr lang="en-US" dirty="0" smtClean="0"/>
              <a:t> </a:t>
            </a:r>
            <a:r>
              <a:rPr lang="en-US" dirty="0" err="1" smtClean="0"/>
              <a:t>condimentum</a:t>
            </a:r>
            <a:r>
              <a:rPr lang="en-US" dirty="0" smtClean="0"/>
              <a:t> </a:t>
            </a:r>
            <a:r>
              <a:rPr lang="en-US" dirty="0" err="1" smtClean="0"/>
              <a:t>diam</a:t>
            </a:r>
            <a:r>
              <a:rPr lang="en-US" dirty="0" smtClean="0"/>
              <a:t>, </a:t>
            </a:r>
            <a:r>
              <a:rPr lang="en-US" dirty="0" err="1" smtClean="0"/>
              <a:t>quis</a:t>
            </a:r>
            <a:r>
              <a:rPr lang="en-US" dirty="0" smtClean="0"/>
              <a:t> </a:t>
            </a:r>
            <a:r>
              <a:rPr lang="en-US" dirty="0" err="1" smtClean="0"/>
              <a:t>euismod</a:t>
            </a:r>
            <a:r>
              <a:rPr lang="en-US" dirty="0" smtClean="0"/>
              <a:t> </a:t>
            </a:r>
            <a:r>
              <a:rPr lang="en-US" dirty="0" err="1" smtClean="0"/>
              <a:t>erat</a:t>
            </a:r>
            <a:r>
              <a:rPr lang="en-US" dirty="0" smtClean="0"/>
              <a:t> </a:t>
            </a:r>
            <a:r>
              <a:rPr lang="en-US" dirty="0" err="1" smtClean="0"/>
              <a:t>pharetra</a:t>
            </a:r>
            <a:r>
              <a:rPr lang="en-US" dirty="0" smtClean="0"/>
              <a:t> non. </a:t>
            </a:r>
            <a:r>
              <a:rPr lang="en-US" dirty="0" err="1" smtClean="0"/>
              <a:t>Sed</a:t>
            </a:r>
            <a:r>
              <a:rPr lang="en-US" dirty="0" smtClean="0"/>
              <a:t> </a:t>
            </a:r>
            <a:r>
              <a:rPr lang="en-US" dirty="0" err="1" smtClean="0"/>
              <a:t>eget</a:t>
            </a:r>
            <a:r>
              <a:rPr lang="en-US" dirty="0" smtClean="0"/>
              <a:t> </a:t>
            </a:r>
            <a:r>
              <a:rPr lang="en-US" dirty="0" err="1" smtClean="0"/>
              <a:t>blandit</a:t>
            </a:r>
            <a:r>
              <a:rPr lang="en-US" dirty="0" smtClean="0"/>
              <a:t> sem.</a:t>
            </a:r>
          </a:p>
        </p:txBody>
      </p:sp>
    </p:spTree>
    <p:extLst>
      <p:ext uri="{BB962C8B-B14F-4D97-AF65-F5344CB8AC3E}">
        <p14:creationId xmlns:p14="http://schemas.microsoft.com/office/powerpoint/2010/main" val="2090695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anim calcmode="lin" valueType="num">
                                      <p:cBhvr>
                                        <p:cTn id="13"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fade">
                                      <p:cBhvr>
                                        <p:cTn id="17" dur="500"/>
                                        <p:tgtEl>
                                          <p:spTgt spid="7">
                                            <p:txEl>
                                              <p:pRg st="0" end="0"/>
                                            </p:txEl>
                                          </p:spTgt>
                                        </p:tgtEl>
                                      </p:cBhvr>
                                    </p:animEffect>
                                  </p:childTnLst>
                                </p:cTn>
                              </p:par>
                              <p:par>
                                <p:cTn id="18" presetID="10" presetClass="entr" presetSubtype="0" fill="hold" grpId="0" nodeType="withEffect">
                                  <p:stCondLst>
                                    <p:cond delay="800"/>
                                  </p:stCondLst>
                                  <p:childTnLst>
                                    <p:set>
                                      <p:cBhvr>
                                        <p:cTn id="19" dur="1" fill="hold">
                                          <p:stCondLst>
                                            <p:cond delay="0"/>
                                          </p:stCondLst>
                                        </p:cTn>
                                        <p:tgtEl>
                                          <p:spTgt spid="7">
                                            <p:txEl>
                                              <p:pRg st="2" end="2"/>
                                            </p:txEl>
                                          </p:spTgt>
                                        </p:tgtEl>
                                        <p:attrNameLst>
                                          <p:attrName>style.visibility</p:attrName>
                                        </p:attrNameLst>
                                      </p:cBhvr>
                                      <p:to>
                                        <p:strVal val="visible"/>
                                      </p:to>
                                    </p:set>
                                    <p:animEffect transition="in" filter="fade">
                                      <p:cBhvr>
                                        <p:cTn id="20" dur="500"/>
                                        <p:tgtEl>
                                          <p:spTgt spid="7">
                                            <p:txEl>
                                              <p:pRg st="2" end="2"/>
                                            </p:txEl>
                                          </p:spTgt>
                                        </p:tgtEl>
                                      </p:cBhvr>
                                    </p:animEffect>
                                  </p:childTnLst>
                                </p:cTn>
                              </p:par>
                              <p:par>
                                <p:cTn id="21" presetID="10" presetClass="entr" presetSubtype="0" fill="hold" grpId="0" nodeType="withEffect">
                                  <p:stCondLst>
                                    <p:cond delay="800"/>
                                  </p:stCondLst>
                                  <p:childTnLst>
                                    <p:set>
                                      <p:cBhvr>
                                        <p:cTn id="22" dur="1" fill="hold">
                                          <p:stCondLst>
                                            <p:cond delay="0"/>
                                          </p:stCondLst>
                                        </p:cTn>
                                        <p:tgtEl>
                                          <p:spTgt spid="7">
                                            <p:txEl>
                                              <p:pRg st="4" end="4"/>
                                            </p:txEl>
                                          </p:spTgt>
                                        </p:tgtEl>
                                        <p:attrNameLst>
                                          <p:attrName>style.visibility</p:attrName>
                                        </p:attrNameLst>
                                      </p:cBhvr>
                                      <p:to>
                                        <p:strVal val="visible"/>
                                      </p:to>
                                    </p:set>
                                    <p:animEffect transition="in" filter="fade">
                                      <p:cBhvr>
                                        <p:cTn id="23" dur="500"/>
                                        <p:tgtEl>
                                          <p:spTgt spid="7">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anim calcmode="lin" valueType="num">
                      <p:cBhvr>
                        <p:cTn dur="500" fill="hold"/>
                        <p:tgtEl>
                          <p:spTgt spid="6"/>
                        </p:tgtEl>
                        <p:attrNameLst>
                          <p:attrName>ppt_x</p:attrName>
                        </p:attrNameLst>
                      </p:cBhvr>
                      <p:tavLst>
                        <p:tav tm="0">
                          <p:val>
                            <p:strVal val="#ppt_x"/>
                          </p:val>
                        </p:tav>
                        <p:tav tm="100000">
                          <p:val>
                            <p:strVal val="#ppt_x"/>
                          </p:val>
                        </p:tav>
                      </p:tavLst>
                    </p:anim>
                    <p:anim calcmode="lin" valueType="num">
                      <p:cBhvr>
                        <p:cTn dur="500" fill="hold"/>
                        <p:tgtEl>
                          <p:spTgt spid="6"/>
                        </p:tgtEl>
                        <p:attrNameLst>
                          <p:attrName>ppt_y</p:attrName>
                        </p:attrNameLst>
                      </p:cBhvr>
                      <p:tavLst>
                        <p:tav tm="0">
                          <p:val>
                            <p:strVal val="#ppt_y+.1"/>
                          </p:val>
                        </p:tav>
                        <p:tav tm="100000">
                          <p:val>
                            <p:strVal val="#ppt_y"/>
                          </p:val>
                        </p:tav>
                      </p:tavLst>
                    </p:anim>
                  </p:childTnLst>
                </p:cTn>
              </p:par>
            </p:tnLst>
          </p:tmpl>
        </p:tmplLst>
      </p:bldP>
      <p:bldP spid="7" grpId="0" build="p">
        <p:tmplLst>
          <p:tmpl lvl="1">
            <p:tnLst>
              <p:par>
                <p:cTn presetID="10" presetClass="entr" presetSubtype="0" fill="hold" nodeType="withEffect" nodePh="1">
                  <p:stCondLst>
                    <p:cond delay="80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Two Columns Text">
    <p:spTree>
      <p:nvGrpSpPr>
        <p:cNvPr id="1" name=""/>
        <p:cNvGrpSpPr/>
        <p:nvPr/>
      </p:nvGrpSpPr>
      <p:grpSpPr>
        <a:xfrm>
          <a:off x="0" y="0"/>
          <a:ext cx="0" cy="0"/>
          <a:chOff x="0" y="0"/>
          <a:chExt cx="0" cy="0"/>
        </a:xfrm>
      </p:grpSpPr>
      <p:sp>
        <p:nvSpPr>
          <p:cNvPr id="5" name="Text Placeholder 2"/>
          <p:cNvSpPr>
            <a:spLocks noGrp="1"/>
          </p:cNvSpPr>
          <p:nvPr>
            <p:ph type="body" sz="quarter" idx="16" hasCustomPrompt="1"/>
          </p:nvPr>
        </p:nvSpPr>
        <p:spPr>
          <a:xfrm>
            <a:off x="603251" y="1368898"/>
            <a:ext cx="10972800" cy="4889664"/>
          </a:xfrm>
          <a:prstGeom prst="rect">
            <a:avLst/>
          </a:prstGeom>
        </p:spPr>
        <p:txBody>
          <a:bodyPr vert="horz" lIns="95057" tIns="47529" rIns="95057" bIns="47529" numCol="2" spcCol="280728"/>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r>
              <a:rPr lang="en-US" dirty="0" err="1" smtClean="0"/>
              <a:t>Duis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 </a:t>
            </a:r>
            <a:r>
              <a:rPr lang="en-US" dirty="0" err="1" smtClean="0"/>
              <a:t>Duis</a:t>
            </a:r>
            <a:r>
              <a:rPr lang="en-US" dirty="0" smtClean="0"/>
              <a:t> </a:t>
            </a:r>
            <a:r>
              <a:rPr lang="en-US" dirty="0" err="1" smtClean="0"/>
              <a:t>quis</a:t>
            </a:r>
            <a:r>
              <a:rPr lang="en-US" dirty="0" smtClean="0"/>
              <a:t> </a:t>
            </a:r>
            <a:r>
              <a:rPr lang="en-US" dirty="0" err="1" smtClean="0"/>
              <a:t>viverra</a:t>
            </a:r>
            <a:r>
              <a:rPr lang="en-US" dirty="0" smtClean="0"/>
              <a:t> </a:t>
            </a:r>
            <a:r>
              <a:rPr lang="en-US" dirty="0" err="1" smtClean="0"/>
              <a:t>urna</a:t>
            </a:r>
            <a:r>
              <a:rPr lang="en-US" dirty="0" smtClean="0"/>
              <a:t>, in </a:t>
            </a:r>
            <a:r>
              <a:rPr lang="en-US" dirty="0" err="1" smtClean="0"/>
              <a:t>ultricies</a:t>
            </a:r>
            <a:r>
              <a:rPr lang="en-US" dirty="0" smtClean="0"/>
              <a:t> diam. </a:t>
            </a:r>
            <a:r>
              <a:rPr lang="en-US" dirty="0" err="1" smtClean="0"/>
              <a:t>Morbi</a:t>
            </a:r>
            <a:r>
              <a:rPr lang="en-US" dirty="0" smtClean="0"/>
              <a:t> </a:t>
            </a:r>
            <a:r>
              <a:rPr lang="en-US" dirty="0" err="1" smtClean="0"/>
              <a:t>sodales</a:t>
            </a:r>
            <a:r>
              <a:rPr lang="en-US" dirty="0" smtClean="0"/>
              <a:t> </a:t>
            </a:r>
            <a:r>
              <a:rPr lang="en-US" dirty="0" err="1" smtClean="0"/>
              <a:t>volutpat</a:t>
            </a:r>
            <a:r>
              <a:rPr lang="en-US" dirty="0" smtClean="0"/>
              <a:t> </a:t>
            </a:r>
            <a:r>
              <a:rPr lang="en-US" dirty="0" err="1" smtClean="0"/>
              <a:t>tellus</a:t>
            </a:r>
            <a:r>
              <a:rPr lang="en-US" dirty="0" smtClean="0"/>
              <a:t>, </a:t>
            </a:r>
            <a:r>
              <a:rPr lang="en-US" dirty="0" err="1" smtClean="0"/>
              <a:t>quis</a:t>
            </a:r>
            <a:r>
              <a:rPr lang="en-US" dirty="0" smtClean="0"/>
              <a:t> </a:t>
            </a:r>
            <a:r>
              <a:rPr lang="en-US" dirty="0" err="1" smtClean="0"/>
              <a:t>aliquam</a:t>
            </a:r>
            <a:r>
              <a:rPr lang="en-US" dirty="0" smtClean="0"/>
              <a:t> </a:t>
            </a:r>
            <a:r>
              <a:rPr lang="en-US" dirty="0" err="1" smtClean="0"/>
              <a:t>urna</a:t>
            </a:r>
            <a:r>
              <a:rPr lang="en-US" dirty="0" smtClean="0"/>
              <a:t> </a:t>
            </a:r>
            <a:r>
              <a:rPr lang="en-US" dirty="0" err="1" smtClean="0"/>
              <a:t>cursus</a:t>
            </a:r>
            <a:r>
              <a:rPr lang="en-US" dirty="0" smtClean="0"/>
              <a:t> et. </a:t>
            </a:r>
            <a:r>
              <a:rPr lang="en-US" dirty="0" err="1" smtClean="0"/>
              <a:t>Proin</a:t>
            </a:r>
            <a:r>
              <a:rPr lang="en-US" dirty="0" smtClean="0"/>
              <a:t> </a:t>
            </a:r>
            <a:r>
              <a:rPr lang="en-US" dirty="0" err="1" smtClean="0"/>
              <a:t>commodo</a:t>
            </a:r>
            <a:r>
              <a:rPr lang="en-US" dirty="0" smtClean="0"/>
              <a:t> </a:t>
            </a:r>
            <a:r>
              <a:rPr lang="en-US" dirty="0" err="1" smtClean="0"/>
              <a:t>arcu</a:t>
            </a:r>
            <a:r>
              <a:rPr lang="en-US" dirty="0" smtClean="0"/>
              <a:t> </a:t>
            </a:r>
            <a:r>
              <a:rPr lang="en-US" dirty="0" err="1" smtClean="0"/>
              <a:t>nec</a:t>
            </a:r>
            <a:r>
              <a:rPr lang="en-US" dirty="0" smtClean="0"/>
              <a:t> nisi </a:t>
            </a:r>
            <a:r>
              <a:rPr lang="en-US" dirty="0" err="1" smtClean="0"/>
              <a:t>rhoncus</a:t>
            </a:r>
            <a:r>
              <a:rPr lang="en-US" dirty="0" smtClean="0"/>
              <a:t> </a:t>
            </a:r>
            <a:r>
              <a:rPr lang="en-US" dirty="0" err="1" smtClean="0"/>
              <a:t>dapibus</a:t>
            </a:r>
            <a:r>
              <a:rPr lang="en-US" dirty="0" smtClean="0"/>
              <a:t>. </a:t>
            </a:r>
            <a:r>
              <a:rPr lang="en-US" dirty="0" err="1" smtClean="0"/>
              <a:t>Praesent</a:t>
            </a:r>
            <a:r>
              <a:rPr lang="en-US" dirty="0" smtClean="0"/>
              <a:t> </a:t>
            </a:r>
            <a:r>
              <a:rPr lang="en-US" dirty="0" err="1" smtClean="0"/>
              <a:t>nec</a:t>
            </a:r>
            <a:r>
              <a:rPr lang="en-US" dirty="0" smtClean="0"/>
              <a:t> </a:t>
            </a:r>
            <a:r>
              <a:rPr lang="en-US" dirty="0" err="1" smtClean="0"/>
              <a:t>elit</a:t>
            </a:r>
            <a:r>
              <a:rPr lang="en-US" dirty="0" smtClean="0"/>
              <a:t> non </a:t>
            </a:r>
            <a:r>
              <a:rPr lang="en-US" dirty="0" err="1" smtClean="0"/>
              <a:t>metus</a:t>
            </a:r>
            <a:r>
              <a:rPr lang="en-US" dirty="0" smtClean="0"/>
              <a:t> </a:t>
            </a:r>
            <a:r>
              <a:rPr lang="en-US" dirty="0" err="1" smtClean="0"/>
              <a:t>mollis</a:t>
            </a:r>
            <a:r>
              <a:rPr lang="en-US" dirty="0" smtClean="0"/>
              <a:t> </a:t>
            </a:r>
            <a:r>
              <a:rPr lang="en-US" dirty="0" err="1" smtClean="0"/>
              <a:t>placerat</a:t>
            </a:r>
            <a:r>
              <a:rPr lang="en-US" dirty="0" smtClean="0"/>
              <a:t>. </a:t>
            </a:r>
            <a:r>
              <a:rPr lang="en-US" dirty="0" err="1" smtClean="0"/>
              <a:t>Vivamus</a:t>
            </a:r>
            <a:r>
              <a:rPr lang="en-US" dirty="0" smtClean="0"/>
              <a:t> </a:t>
            </a:r>
            <a:r>
              <a:rPr lang="en-US" dirty="0" err="1" smtClean="0"/>
              <a:t>porta</a:t>
            </a:r>
            <a:r>
              <a:rPr lang="en-US" dirty="0" smtClean="0"/>
              <a:t> </a:t>
            </a:r>
            <a:r>
              <a:rPr lang="en-US" dirty="0" err="1" smtClean="0"/>
              <a:t>pulvinar</a:t>
            </a:r>
            <a:r>
              <a:rPr lang="en-US" dirty="0" smtClean="0"/>
              <a:t> </a:t>
            </a:r>
            <a:r>
              <a:rPr lang="en-US" dirty="0" err="1" smtClean="0"/>
              <a:t>iaculis</a:t>
            </a:r>
            <a:r>
              <a:rPr lang="en-US" dirty="0" smtClean="0"/>
              <a:t>. </a:t>
            </a:r>
            <a:r>
              <a:rPr lang="en-US" dirty="0" err="1" smtClean="0"/>
              <a:t>Donec</a:t>
            </a:r>
            <a:r>
              <a:rPr lang="en-US" dirty="0" smtClean="0"/>
              <a:t> </a:t>
            </a:r>
            <a:r>
              <a:rPr lang="en-US" dirty="0" err="1" smtClean="0"/>
              <a:t>augue</a:t>
            </a:r>
            <a:r>
              <a:rPr lang="en-US" dirty="0" smtClean="0"/>
              <a:t> </a:t>
            </a:r>
            <a:r>
              <a:rPr lang="en-US" dirty="0" err="1" smtClean="0"/>
              <a:t>arcu</a:t>
            </a:r>
            <a:r>
              <a:rPr lang="en-US" dirty="0" smtClean="0"/>
              <a:t>, </a:t>
            </a:r>
            <a:r>
              <a:rPr lang="en-US" dirty="0" err="1" smtClean="0"/>
              <a:t>volutpat</a:t>
            </a:r>
            <a:r>
              <a:rPr lang="en-US" dirty="0" smtClean="0"/>
              <a:t> </a:t>
            </a:r>
            <a:r>
              <a:rPr lang="en-US" dirty="0" err="1" smtClean="0"/>
              <a:t>nec</a:t>
            </a:r>
            <a:r>
              <a:rPr lang="en-US" dirty="0" smtClean="0"/>
              <a:t> </a:t>
            </a:r>
            <a:r>
              <a:rPr lang="en-US" dirty="0" err="1" smtClean="0"/>
              <a:t>risus</a:t>
            </a:r>
            <a:r>
              <a:rPr lang="en-US" dirty="0" smtClean="0"/>
              <a:t> </a:t>
            </a:r>
            <a:r>
              <a:rPr lang="en-US" dirty="0" err="1" smtClean="0"/>
              <a:t>eget</a:t>
            </a:r>
            <a:r>
              <a:rPr lang="en-US" dirty="0" smtClean="0"/>
              <a:t>, </a:t>
            </a:r>
            <a:r>
              <a:rPr lang="en-US" dirty="0" err="1" smtClean="0"/>
              <a:t>finibus</a:t>
            </a:r>
            <a:r>
              <a:rPr lang="en-US" dirty="0" smtClean="0"/>
              <a:t> </a:t>
            </a:r>
            <a:r>
              <a:rPr lang="en-US" dirty="0" err="1" smtClean="0"/>
              <a:t>lacinia</a:t>
            </a:r>
            <a:r>
              <a:rPr lang="en-US" dirty="0" smtClean="0"/>
              <a:t> ligula. </a:t>
            </a:r>
            <a:r>
              <a:rPr lang="en-US" dirty="0" err="1" smtClean="0"/>
              <a:t>Curabitur</a:t>
            </a:r>
            <a:r>
              <a:rPr lang="en-US" dirty="0" smtClean="0"/>
              <a:t> </a:t>
            </a:r>
            <a:r>
              <a:rPr lang="en-US" dirty="0" err="1" smtClean="0"/>
              <a:t>bibendum</a:t>
            </a:r>
            <a:r>
              <a:rPr lang="en-US" dirty="0" smtClean="0"/>
              <a:t> </a:t>
            </a:r>
            <a:r>
              <a:rPr lang="en-US" dirty="0" err="1" smtClean="0"/>
              <a:t>arcu</a:t>
            </a:r>
            <a:r>
              <a:rPr lang="en-US" dirty="0" smtClean="0"/>
              <a:t> sit </a:t>
            </a:r>
            <a:r>
              <a:rPr lang="en-US" dirty="0" err="1" smtClean="0"/>
              <a:t>amet</a:t>
            </a:r>
            <a:r>
              <a:rPr lang="en-US" dirty="0" smtClean="0"/>
              <a:t> </a:t>
            </a:r>
            <a:r>
              <a:rPr lang="en-US" dirty="0" err="1" smtClean="0"/>
              <a:t>faucibus</a:t>
            </a:r>
            <a:r>
              <a:rPr lang="en-US" dirty="0" smtClean="0"/>
              <a:t> </a:t>
            </a:r>
            <a:r>
              <a:rPr lang="en-US" dirty="0" err="1" smtClean="0"/>
              <a:t>posuere</a:t>
            </a:r>
            <a:r>
              <a:rPr lang="en-US" dirty="0" smtClean="0"/>
              <a:t>. </a:t>
            </a:r>
            <a:r>
              <a:rPr lang="en-US" dirty="0" err="1" smtClean="0"/>
              <a:t>Donec</a:t>
            </a:r>
            <a:r>
              <a:rPr lang="en-US" dirty="0" smtClean="0"/>
              <a:t> a </a:t>
            </a:r>
            <a:r>
              <a:rPr lang="en-US" dirty="0" err="1" smtClean="0"/>
              <a:t>est</a:t>
            </a:r>
            <a:r>
              <a:rPr lang="en-US" dirty="0" smtClean="0"/>
              <a:t> at </a:t>
            </a:r>
            <a:r>
              <a:rPr lang="en-US" dirty="0" err="1" smtClean="0"/>
              <a:t>arcu</a:t>
            </a:r>
            <a:r>
              <a:rPr lang="en-US" dirty="0" smtClean="0"/>
              <a:t> </a:t>
            </a:r>
            <a:r>
              <a:rPr lang="en-US" dirty="0" err="1" smtClean="0"/>
              <a:t>congue</a:t>
            </a:r>
            <a:r>
              <a:rPr lang="en-US" dirty="0" smtClean="0"/>
              <a:t> </a:t>
            </a:r>
            <a:r>
              <a:rPr lang="en-US" dirty="0" err="1" smtClean="0"/>
              <a:t>congue</a:t>
            </a:r>
            <a:r>
              <a:rPr lang="en-US" dirty="0" smtClean="0"/>
              <a:t> </a:t>
            </a:r>
            <a:r>
              <a:rPr lang="en-US" dirty="0" err="1" smtClean="0"/>
              <a:t>vel</a:t>
            </a:r>
            <a:r>
              <a:rPr lang="en-US" dirty="0" smtClean="0"/>
              <a:t> </a:t>
            </a:r>
            <a:r>
              <a:rPr lang="en-US" dirty="0" err="1" smtClean="0"/>
              <a:t>eget</a:t>
            </a:r>
            <a:r>
              <a:rPr lang="en-US" dirty="0" smtClean="0"/>
              <a:t> ex. </a:t>
            </a:r>
            <a:r>
              <a:rPr lang="en-US" dirty="0" err="1" smtClean="0"/>
              <a:t>Duis</a:t>
            </a:r>
            <a:r>
              <a:rPr lang="en-US" dirty="0" smtClean="0"/>
              <a:t> </a:t>
            </a:r>
            <a:r>
              <a:rPr lang="en-US" dirty="0" err="1" smtClean="0"/>
              <a:t>auctor</a:t>
            </a:r>
            <a:r>
              <a:rPr lang="en-US" dirty="0" smtClean="0"/>
              <a:t> </a:t>
            </a:r>
            <a:r>
              <a:rPr lang="en-US" dirty="0" err="1" smtClean="0"/>
              <a:t>lectus</a:t>
            </a:r>
            <a:r>
              <a:rPr lang="en-US" dirty="0" smtClean="0"/>
              <a:t> </a:t>
            </a:r>
            <a:r>
              <a:rPr lang="en-US" dirty="0" err="1" smtClean="0"/>
              <a:t>maximus</a:t>
            </a:r>
            <a:r>
              <a:rPr lang="en-US" dirty="0" smtClean="0"/>
              <a:t> </a:t>
            </a:r>
            <a:r>
              <a:rPr lang="en-US" dirty="0" err="1" smtClean="0"/>
              <a:t>sapien</a:t>
            </a:r>
            <a:r>
              <a:rPr lang="en-US" dirty="0" smtClean="0"/>
              <a:t> </a:t>
            </a:r>
            <a:r>
              <a:rPr lang="en-US" dirty="0" err="1" smtClean="0"/>
              <a:t>suscipit</a:t>
            </a:r>
            <a:r>
              <a:rPr lang="en-US" dirty="0" smtClean="0"/>
              <a:t> </a:t>
            </a:r>
            <a:r>
              <a:rPr lang="en-US" dirty="0" err="1" smtClean="0"/>
              <a:t>interdum</a:t>
            </a:r>
            <a:r>
              <a:rPr lang="en-US" dirty="0" smtClean="0"/>
              <a:t>.</a:t>
            </a:r>
          </a:p>
          <a:p>
            <a:pPr lvl="0"/>
            <a:endParaRPr lang="en-US" dirty="0" smtClean="0"/>
          </a:p>
          <a:p>
            <a:pPr lvl="0"/>
            <a:r>
              <a:rPr lang="en-US" dirty="0" err="1" smtClean="0"/>
              <a:t>Curabitur</a:t>
            </a:r>
            <a:r>
              <a:rPr lang="en-US" dirty="0" smtClean="0"/>
              <a:t> </a:t>
            </a:r>
            <a:r>
              <a:rPr lang="en-US" dirty="0" err="1" smtClean="0"/>
              <a:t>rhoncus</a:t>
            </a:r>
            <a:r>
              <a:rPr lang="en-US" dirty="0" smtClean="0"/>
              <a:t>, </a:t>
            </a:r>
            <a:r>
              <a:rPr lang="en-US" dirty="0" err="1" smtClean="0"/>
              <a:t>diam</a:t>
            </a:r>
            <a:r>
              <a:rPr lang="en-US" dirty="0" smtClean="0"/>
              <a:t> </a:t>
            </a:r>
            <a:r>
              <a:rPr lang="en-US" dirty="0" err="1" smtClean="0"/>
              <a:t>vel</a:t>
            </a:r>
            <a:r>
              <a:rPr lang="en-US" dirty="0" smtClean="0"/>
              <a:t> </a:t>
            </a:r>
            <a:r>
              <a:rPr lang="en-US" dirty="0" err="1" smtClean="0"/>
              <a:t>congue</a:t>
            </a:r>
            <a:r>
              <a:rPr lang="en-US" dirty="0" smtClean="0"/>
              <a:t> </a:t>
            </a:r>
            <a:r>
              <a:rPr lang="en-US" dirty="0" err="1" smtClean="0"/>
              <a:t>pulvinar</a:t>
            </a:r>
            <a:r>
              <a:rPr lang="en-US" dirty="0" smtClean="0"/>
              <a:t>, </a:t>
            </a:r>
            <a:r>
              <a:rPr lang="en-US" dirty="0" err="1" smtClean="0"/>
              <a:t>erat</a:t>
            </a:r>
            <a:r>
              <a:rPr lang="en-US" dirty="0" smtClean="0"/>
              <a:t> </a:t>
            </a:r>
            <a:r>
              <a:rPr lang="en-US" dirty="0" err="1" smtClean="0"/>
              <a:t>massa</a:t>
            </a:r>
            <a:r>
              <a:rPr lang="en-US" dirty="0" smtClean="0"/>
              <a:t> </a:t>
            </a:r>
            <a:r>
              <a:rPr lang="en-US" dirty="0" err="1" smtClean="0"/>
              <a:t>lacinia</a:t>
            </a:r>
            <a:r>
              <a:rPr lang="en-US" dirty="0" smtClean="0"/>
              <a:t> </a:t>
            </a:r>
            <a:r>
              <a:rPr lang="en-US" dirty="0" err="1" smtClean="0"/>
              <a:t>purus</a:t>
            </a:r>
            <a:r>
              <a:rPr lang="en-US" dirty="0" smtClean="0"/>
              <a:t>, in </a:t>
            </a:r>
            <a:r>
              <a:rPr lang="en-US" dirty="0" err="1" smtClean="0"/>
              <a:t>laoreet</a:t>
            </a:r>
            <a:r>
              <a:rPr lang="en-US" dirty="0" smtClean="0"/>
              <a:t> </a:t>
            </a:r>
            <a:r>
              <a:rPr lang="en-US" dirty="0" err="1" smtClean="0"/>
              <a:t>purus</a:t>
            </a:r>
            <a:r>
              <a:rPr lang="en-US" dirty="0" smtClean="0"/>
              <a:t> </a:t>
            </a:r>
            <a:r>
              <a:rPr lang="en-US" dirty="0" err="1" smtClean="0"/>
              <a:t>massa</a:t>
            </a:r>
            <a:r>
              <a:rPr lang="en-US" dirty="0" smtClean="0"/>
              <a:t> in </a:t>
            </a:r>
            <a:r>
              <a:rPr lang="en-US" dirty="0" err="1" smtClean="0"/>
              <a:t>nunc</a:t>
            </a:r>
            <a:r>
              <a:rPr lang="en-US" dirty="0" smtClean="0"/>
              <a:t>. </a:t>
            </a:r>
            <a:r>
              <a:rPr lang="en-US" dirty="0" err="1" smtClean="0"/>
              <a:t>Phasellus</a:t>
            </a:r>
            <a:r>
              <a:rPr lang="en-US" dirty="0" smtClean="0"/>
              <a:t> </a:t>
            </a:r>
            <a:r>
              <a:rPr lang="en-US" dirty="0" err="1" smtClean="0"/>
              <a:t>finibus</a:t>
            </a:r>
            <a:r>
              <a:rPr lang="en-US" dirty="0" smtClean="0"/>
              <a:t> </a:t>
            </a:r>
            <a:r>
              <a:rPr lang="en-US" dirty="0" err="1" smtClean="0"/>
              <a:t>malesuada</a:t>
            </a:r>
            <a:r>
              <a:rPr lang="en-US" dirty="0" smtClean="0"/>
              <a:t> </a:t>
            </a:r>
            <a:r>
              <a:rPr lang="en-US" dirty="0" err="1" smtClean="0"/>
              <a:t>lobortis</a:t>
            </a:r>
            <a:r>
              <a:rPr lang="en-US" dirty="0" smtClean="0"/>
              <a:t>. </a:t>
            </a:r>
            <a:r>
              <a:rPr lang="en-US" dirty="0" err="1" smtClean="0"/>
              <a:t>Sed</a:t>
            </a:r>
            <a:r>
              <a:rPr lang="en-US" dirty="0" smtClean="0"/>
              <a:t> </a:t>
            </a:r>
            <a:r>
              <a:rPr lang="en-US" dirty="0" err="1" smtClean="0"/>
              <a:t>quis</a:t>
            </a:r>
            <a:r>
              <a:rPr lang="en-US" dirty="0" smtClean="0"/>
              <a:t> </a:t>
            </a:r>
            <a:r>
              <a:rPr lang="en-US" dirty="0" err="1" smtClean="0"/>
              <a:t>tellus</a:t>
            </a:r>
            <a:r>
              <a:rPr lang="en-US" dirty="0" smtClean="0"/>
              <a:t> id </a:t>
            </a:r>
            <a:r>
              <a:rPr lang="en-US" dirty="0" err="1" smtClean="0"/>
              <a:t>nulla</a:t>
            </a:r>
            <a:r>
              <a:rPr lang="en-US" dirty="0" smtClean="0"/>
              <a:t> </a:t>
            </a:r>
            <a:r>
              <a:rPr lang="en-US" dirty="0" err="1" smtClean="0"/>
              <a:t>mollis</a:t>
            </a:r>
            <a:r>
              <a:rPr lang="en-US" dirty="0" smtClean="0"/>
              <a:t> </a:t>
            </a:r>
            <a:r>
              <a:rPr lang="en-US" dirty="0" err="1" smtClean="0"/>
              <a:t>iaculis</a:t>
            </a:r>
            <a:r>
              <a:rPr lang="en-US" dirty="0" smtClean="0"/>
              <a:t>. Nam </a:t>
            </a:r>
            <a:r>
              <a:rPr lang="en-US" dirty="0" err="1" smtClean="0"/>
              <a:t>nec</a:t>
            </a:r>
            <a:r>
              <a:rPr lang="en-US" dirty="0" smtClean="0"/>
              <a:t> </a:t>
            </a:r>
            <a:r>
              <a:rPr lang="en-US" dirty="0" err="1" smtClean="0"/>
              <a:t>auctor</a:t>
            </a:r>
            <a:r>
              <a:rPr lang="en-US" dirty="0" smtClean="0"/>
              <a:t> </a:t>
            </a:r>
            <a:r>
              <a:rPr lang="en-US" dirty="0" err="1" smtClean="0"/>
              <a:t>arcu</a:t>
            </a:r>
            <a:r>
              <a:rPr lang="en-US" dirty="0" smtClean="0"/>
              <a:t>. </a:t>
            </a:r>
            <a:r>
              <a:rPr lang="en-US" dirty="0" err="1" smtClean="0"/>
              <a:t>Aenean</a:t>
            </a:r>
            <a:r>
              <a:rPr lang="en-US" dirty="0" smtClean="0"/>
              <a:t> </a:t>
            </a:r>
            <a:r>
              <a:rPr lang="en-US" dirty="0" err="1" smtClean="0"/>
              <a:t>molestie</a:t>
            </a:r>
            <a:r>
              <a:rPr lang="en-US" dirty="0" smtClean="0"/>
              <a:t> lacus </a:t>
            </a:r>
            <a:r>
              <a:rPr lang="en-US" dirty="0" err="1" smtClean="0"/>
              <a:t>ut</a:t>
            </a:r>
            <a:r>
              <a:rPr lang="en-US" dirty="0" smtClean="0"/>
              <a:t> </a:t>
            </a:r>
            <a:r>
              <a:rPr lang="en-US" dirty="0" err="1" smtClean="0"/>
              <a:t>urna</a:t>
            </a:r>
            <a:r>
              <a:rPr lang="en-US" dirty="0" smtClean="0"/>
              <a:t> </a:t>
            </a:r>
            <a:r>
              <a:rPr lang="en-US" dirty="0" err="1" smtClean="0"/>
              <a:t>accumsan</a:t>
            </a:r>
            <a:r>
              <a:rPr lang="en-US" dirty="0" smtClean="0"/>
              <a:t>, a </a:t>
            </a:r>
            <a:r>
              <a:rPr lang="en-US" dirty="0" err="1" smtClean="0"/>
              <a:t>rhoncus</a:t>
            </a:r>
            <a:r>
              <a:rPr lang="en-US" dirty="0" smtClean="0"/>
              <a:t> </a:t>
            </a:r>
            <a:r>
              <a:rPr lang="en-US" dirty="0" err="1" smtClean="0"/>
              <a:t>orci</a:t>
            </a:r>
            <a:r>
              <a:rPr lang="en-US" dirty="0" smtClean="0"/>
              <a:t> </a:t>
            </a:r>
            <a:r>
              <a:rPr lang="en-US" dirty="0" err="1" smtClean="0"/>
              <a:t>rhoncus</a:t>
            </a:r>
            <a:r>
              <a:rPr lang="en-US" dirty="0" smtClean="0"/>
              <a:t>. </a:t>
            </a:r>
            <a:r>
              <a:rPr lang="en-US" dirty="0" err="1" smtClean="0"/>
              <a:t>Fusce</a:t>
            </a:r>
            <a:r>
              <a:rPr lang="en-US" dirty="0" smtClean="0"/>
              <a:t> </a:t>
            </a:r>
            <a:r>
              <a:rPr lang="en-US" dirty="0" err="1" smtClean="0"/>
              <a:t>orci</a:t>
            </a:r>
            <a:r>
              <a:rPr lang="en-US" dirty="0" smtClean="0"/>
              <a:t> </a:t>
            </a:r>
            <a:r>
              <a:rPr lang="en-US" dirty="0" err="1" smtClean="0"/>
              <a:t>velit</a:t>
            </a:r>
            <a:r>
              <a:rPr lang="en-US" dirty="0" smtClean="0"/>
              <a:t>, </a:t>
            </a:r>
            <a:r>
              <a:rPr lang="en-US" dirty="0" err="1" smtClean="0"/>
              <a:t>euismod</a:t>
            </a:r>
            <a:r>
              <a:rPr lang="en-US" dirty="0" smtClean="0"/>
              <a:t> </a:t>
            </a:r>
            <a:r>
              <a:rPr lang="en-US" dirty="0" err="1" smtClean="0"/>
              <a:t>quis</a:t>
            </a:r>
            <a:r>
              <a:rPr lang="en-US" dirty="0" smtClean="0"/>
              <a:t> </a:t>
            </a:r>
            <a:r>
              <a:rPr lang="en-US" dirty="0" err="1" smtClean="0"/>
              <a:t>pulvinar</a:t>
            </a:r>
            <a:r>
              <a:rPr lang="en-US" dirty="0" smtClean="0"/>
              <a:t> ac, </a:t>
            </a:r>
            <a:r>
              <a:rPr lang="en-US" dirty="0" err="1" smtClean="0"/>
              <a:t>ultrices</a:t>
            </a:r>
            <a:r>
              <a:rPr lang="en-US" dirty="0" smtClean="0"/>
              <a:t> </a:t>
            </a:r>
            <a:r>
              <a:rPr lang="en-US" dirty="0" err="1" smtClean="0"/>
              <a:t>vel</a:t>
            </a:r>
            <a:r>
              <a:rPr lang="en-US" dirty="0" smtClean="0"/>
              <a:t> dui. </a:t>
            </a:r>
            <a:r>
              <a:rPr lang="en-US" dirty="0" err="1" smtClean="0"/>
              <a:t>Praesent</a:t>
            </a:r>
            <a:r>
              <a:rPr lang="en-US" dirty="0" smtClean="0"/>
              <a:t> </a:t>
            </a:r>
            <a:r>
              <a:rPr lang="en-US" dirty="0" err="1" smtClean="0"/>
              <a:t>commodo</a:t>
            </a:r>
            <a:r>
              <a:rPr lang="en-US" dirty="0" smtClean="0"/>
              <a:t>, </a:t>
            </a:r>
            <a:r>
              <a:rPr lang="en-US" dirty="0" err="1" smtClean="0"/>
              <a:t>odio</a:t>
            </a:r>
            <a:r>
              <a:rPr lang="en-US" dirty="0" smtClean="0"/>
              <a:t> </a:t>
            </a:r>
            <a:r>
              <a:rPr lang="en-US" dirty="0" err="1" smtClean="0"/>
              <a:t>eu</a:t>
            </a:r>
            <a:r>
              <a:rPr lang="en-US" dirty="0" smtClean="0"/>
              <a:t> </a:t>
            </a:r>
            <a:r>
              <a:rPr lang="en-US" dirty="0" err="1" smtClean="0"/>
              <a:t>ullamcorper</a:t>
            </a:r>
            <a:r>
              <a:rPr lang="en-US" dirty="0" smtClean="0"/>
              <a:t> </a:t>
            </a:r>
            <a:r>
              <a:rPr lang="en-US" dirty="0" err="1" smtClean="0"/>
              <a:t>eleifend</a:t>
            </a:r>
            <a:r>
              <a:rPr lang="en-US" dirty="0" smtClean="0"/>
              <a:t>, magna </a:t>
            </a:r>
            <a:r>
              <a:rPr lang="en-US" dirty="0" err="1" smtClean="0"/>
              <a:t>metus</a:t>
            </a:r>
            <a:r>
              <a:rPr lang="en-US" dirty="0" smtClean="0"/>
              <a:t> </a:t>
            </a:r>
            <a:r>
              <a:rPr lang="en-US" dirty="0" err="1" smtClean="0"/>
              <a:t>euismod</a:t>
            </a:r>
            <a:r>
              <a:rPr lang="en-US" dirty="0" smtClean="0"/>
              <a:t> </a:t>
            </a:r>
            <a:r>
              <a:rPr lang="en-US" dirty="0" err="1" smtClean="0"/>
              <a:t>elit</a:t>
            </a:r>
            <a:r>
              <a:rPr lang="en-US" dirty="0" smtClean="0"/>
              <a:t>, in </a:t>
            </a:r>
            <a:r>
              <a:rPr lang="en-US" dirty="0" err="1" smtClean="0"/>
              <a:t>porttitor</a:t>
            </a:r>
            <a:r>
              <a:rPr lang="en-US" dirty="0" smtClean="0"/>
              <a:t> </a:t>
            </a:r>
            <a:r>
              <a:rPr lang="en-US" dirty="0" err="1" smtClean="0"/>
              <a:t>urna</a:t>
            </a:r>
            <a:r>
              <a:rPr lang="en-US" dirty="0" smtClean="0"/>
              <a:t> </a:t>
            </a:r>
            <a:r>
              <a:rPr lang="en-US" dirty="0" err="1" smtClean="0"/>
              <a:t>nisl</a:t>
            </a:r>
            <a:r>
              <a:rPr lang="en-US" dirty="0" smtClean="0"/>
              <a:t> </a:t>
            </a:r>
            <a:r>
              <a:rPr lang="en-US" dirty="0" err="1" smtClean="0"/>
              <a:t>ut</a:t>
            </a:r>
            <a:r>
              <a:rPr lang="en-US" dirty="0" smtClean="0"/>
              <a:t> </a:t>
            </a:r>
            <a:r>
              <a:rPr lang="en-US" dirty="0" err="1" smtClean="0"/>
              <a:t>nulla</a:t>
            </a:r>
            <a:r>
              <a:rPr lang="en-US" dirty="0" smtClean="0"/>
              <a:t>. </a:t>
            </a:r>
            <a:r>
              <a:rPr lang="en-US" dirty="0" err="1" smtClean="0"/>
              <a:t>Donec</a:t>
            </a:r>
            <a:r>
              <a:rPr lang="en-US" dirty="0" smtClean="0"/>
              <a:t> </a:t>
            </a:r>
            <a:r>
              <a:rPr lang="en-US" dirty="0" err="1" smtClean="0"/>
              <a:t>accumsan</a:t>
            </a:r>
            <a:r>
              <a:rPr lang="en-US" dirty="0" smtClean="0"/>
              <a:t> </a:t>
            </a:r>
            <a:r>
              <a:rPr lang="en-US" dirty="0" err="1" smtClean="0"/>
              <a:t>egestas</a:t>
            </a:r>
            <a:r>
              <a:rPr lang="en-US" dirty="0" smtClean="0"/>
              <a:t> </a:t>
            </a:r>
            <a:r>
              <a:rPr lang="en-US" dirty="0" err="1" smtClean="0"/>
              <a:t>nulla</a:t>
            </a:r>
            <a:r>
              <a:rPr lang="en-US" dirty="0" smtClean="0"/>
              <a:t>, </a:t>
            </a:r>
            <a:r>
              <a:rPr lang="en-US" dirty="0" err="1" smtClean="0"/>
              <a:t>ut</a:t>
            </a:r>
            <a:r>
              <a:rPr lang="en-US" dirty="0" smtClean="0"/>
              <a:t> </a:t>
            </a:r>
            <a:r>
              <a:rPr lang="en-US" dirty="0" err="1" smtClean="0"/>
              <a:t>sollicitudin</a:t>
            </a:r>
            <a:r>
              <a:rPr lang="en-US" dirty="0" smtClean="0"/>
              <a:t> </a:t>
            </a:r>
            <a:r>
              <a:rPr lang="en-US" dirty="0" err="1" smtClean="0"/>
              <a:t>nulla</a:t>
            </a:r>
            <a:r>
              <a:rPr lang="en-US" dirty="0" smtClean="0"/>
              <a:t> </a:t>
            </a:r>
            <a:r>
              <a:rPr lang="en-US" dirty="0" err="1" smtClean="0"/>
              <a:t>lacinia</a:t>
            </a:r>
            <a:r>
              <a:rPr lang="en-US" dirty="0" smtClean="0"/>
              <a:t> ac. </a:t>
            </a:r>
            <a:r>
              <a:rPr lang="en-US" dirty="0" err="1" smtClean="0"/>
              <a:t>Pellentesque</a:t>
            </a:r>
            <a:r>
              <a:rPr lang="en-US" dirty="0" smtClean="0"/>
              <a:t> </a:t>
            </a:r>
            <a:r>
              <a:rPr lang="en-US" dirty="0" err="1" smtClean="0"/>
              <a:t>felis</a:t>
            </a:r>
            <a:r>
              <a:rPr lang="en-US" dirty="0" smtClean="0"/>
              <a:t> </a:t>
            </a:r>
            <a:r>
              <a:rPr lang="en-US" dirty="0" err="1" smtClean="0"/>
              <a:t>est</a:t>
            </a:r>
            <a:r>
              <a:rPr lang="en-US" dirty="0" smtClean="0"/>
              <a:t>, </a:t>
            </a:r>
            <a:r>
              <a:rPr lang="en-US" dirty="0" err="1" smtClean="0"/>
              <a:t>tincidunt</a:t>
            </a:r>
            <a:r>
              <a:rPr lang="en-US" dirty="0" smtClean="0"/>
              <a:t> et </a:t>
            </a:r>
            <a:r>
              <a:rPr lang="en-US" dirty="0" err="1" smtClean="0"/>
              <a:t>suscipit</a:t>
            </a:r>
            <a:r>
              <a:rPr lang="en-US" dirty="0" smtClean="0"/>
              <a:t> id, </a:t>
            </a:r>
            <a:r>
              <a:rPr lang="en-US" dirty="0" err="1" smtClean="0"/>
              <a:t>rutrum</a:t>
            </a:r>
            <a:r>
              <a:rPr lang="en-US" dirty="0" smtClean="0"/>
              <a:t> at </a:t>
            </a:r>
            <a:r>
              <a:rPr lang="en-US" dirty="0" err="1" smtClean="0"/>
              <a:t>odio</a:t>
            </a:r>
            <a:r>
              <a:rPr lang="en-US" dirty="0" smtClean="0"/>
              <a:t>. </a:t>
            </a:r>
            <a:r>
              <a:rPr lang="en-US" dirty="0" err="1" smtClean="0"/>
              <a:t>Sed</a:t>
            </a:r>
            <a:r>
              <a:rPr lang="en-US" dirty="0" smtClean="0"/>
              <a:t> </a:t>
            </a:r>
            <a:r>
              <a:rPr lang="en-US" dirty="0" err="1" smtClean="0"/>
              <a:t>fringilla</a:t>
            </a:r>
            <a:r>
              <a:rPr lang="en-US" dirty="0" smtClean="0"/>
              <a:t> </a:t>
            </a:r>
            <a:r>
              <a:rPr lang="en-US" dirty="0" err="1" smtClean="0"/>
              <a:t>porttitor</a:t>
            </a:r>
            <a:r>
              <a:rPr lang="en-US" dirty="0" smtClean="0"/>
              <a:t> </a:t>
            </a:r>
            <a:r>
              <a:rPr lang="en-US" dirty="0" err="1" smtClean="0"/>
              <a:t>ipsum</a:t>
            </a:r>
            <a:r>
              <a:rPr lang="en-US" dirty="0" smtClean="0"/>
              <a:t>. </a:t>
            </a:r>
            <a:r>
              <a:rPr lang="en-US" dirty="0" err="1" smtClean="0"/>
              <a:t>Morbi</a:t>
            </a:r>
            <a:r>
              <a:rPr lang="en-US" dirty="0" smtClean="0"/>
              <a:t> </a:t>
            </a:r>
            <a:r>
              <a:rPr lang="en-US" dirty="0" err="1" smtClean="0"/>
              <a:t>cursus</a:t>
            </a:r>
            <a:r>
              <a:rPr lang="en-US" dirty="0" smtClean="0"/>
              <a:t> </a:t>
            </a:r>
            <a:r>
              <a:rPr lang="en-US" dirty="0" err="1" smtClean="0"/>
              <a:t>massa</a:t>
            </a:r>
            <a:r>
              <a:rPr lang="en-US" dirty="0" smtClean="0"/>
              <a:t> </a:t>
            </a:r>
            <a:r>
              <a:rPr lang="en-US" dirty="0" err="1" smtClean="0"/>
              <a:t>eget</a:t>
            </a:r>
            <a:r>
              <a:rPr lang="en-US" dirty="0" smtClean="0"/>
              <a:t> </a:t>
            </a:r>
            <a:r>
              <a:rPr lang="en-US" dirty="0" err="1" smtClean="0"/>
              <a:t>arcu</a:t>
            </a:r>
            <a:r>
              <a:rPr lang="en-US" dirty="0" smtClean="0"/>
              <a:t> </a:t>
            </a:r>
            <a:r>
              <a:rPr lang="en-US" dirty="0" err="1" smtClean="0"/>
              <a:t>hendrerit</a:t>
            </a:r>
            <a:r>
              <a:rPr lang="en-US" dirty="0" smtClean="0"/>
              <a:t> </a:t>
            </a:r>
            <a:r>
              <a:rPr lang="en-US" dirty="0" err="1" smtClean="0"/>
              <a:t>eleifend</a:t>
            </a:r>
            <a:r>
              <a:rPr lang="en-US" dirty="0" smtClean="0"/>
              <a:t>. </a:t>
            </a:r>
            <a:r>
              <a:rPr lang="en-US" dirty="0" err="1" smtClean="0"/>
              <a:t>Morbi</a:t>
            </a:r>
            <a:r>
              <a:rPr lang="en-US" dirty="0" smtClean="0"/>
              <a:t> sit </a:t>
            </a:r>
            <a:r>
              <a:rPr lang="en-US" dirty="0" err="1" smtClean="0"/>
              <a:t>amet</a:t>
            </a:r>
            <a:r>
              <a:rPr lang="en-US" dirty="0" smtClean="0"/>
              <a:t> </a:t>
            </a:r>
            <a:r>
              <a:rPr lang="en-US" dirty="0" err="1" smtClean="0"/>
              <a:t>accumsan</a:t>
            </a:r>
            <a:r>
              <a:rPr lang="en-US" dirty="0" smtClean="0"/>
              <a:t> dui, </a:t>
            </a:r>
            <a:r>
              <a:rPr lang="en-US" dirty="0" err="1" smtClean="0"/>
              <a:t>vel</a:t>
            </a:r>
            <a:r>
              <a:rPr lang="en-US" dirty="0" smtClean="0"/>
              <a:t> tempus </a:t>
            </a:r>
            <a:r>
              <a:rPr lang="en-US" dirty="0" err="1" smtClean="0"/>
              <a:t>urna</a:t>
            </a:r>
            <a:r>
              <a:rPr lang="en-US" dirty="0" smtClean="0"/>
              <a:t>. </a:t>
            </a:r>
            <a:r>
              <a:rPr lang="en-US" dirty="0" err="1" smtClean="0"/>
              <a:t>Cras</a:t>
            </a:r>
            <a:r>
              <a:rPr lang="en-US" dirty="0" smtClean="0"/>
              <a:t> in </a:t>
            </a:r>
            <a:r>
              <a:rPr lang="en-US" dirty="0" err="1" smtClean="0"/>
              <a:t>sapien</a:t>
            </a:r>
            <a:r>
              <a:rPr lang="en-US" dirty="0" smtClean="0"/>
              <a:t> at </a:t>
            </a:r>
            <a:r>
              <a:rPr lang="en-US" dirty="0" err="1" smtClean="0"/>
              <a:t>justo</a:t>
            </a:r>
            <a:r>
              <a:rPr lang="en-US" dirty="0" smtClean="0"/>
              <a:t> </a:t>
            </a:r>
            <a:r>
              <a:rPr lang="en-US" dirty="0" err="1" smtClean="0"/>
              <a:t>convallis</a:t>
            </a:r>
            <a:r>
              <a:rPr lang="en-US" dirty="0" smtClean="0"/>
              <a:t> </a:t>
            </a:r>
            <a:r>
              <a:rPr lang="en-US" dirty="0" err="1" smtClean="0"/>
              <a:t>lacinia</a:t>
            </a:r>
            <a:r>
              <a:rPr lang="en-US" dirty="0" smtClean="0"/>
              <a:t> et in </a:t>
            </a:r>
            <a:r>
              <a:rPr lang="en-US" dirty="0" err="1" smtClean="0"/>
              <a:t>felis</a:t>
            </a:r>
            <a:r>
              <a:rPr lang="en-US" dirty="0" smtClean="0"/>
              <a:t>. </a:t>
            </a:r>
            <a:r>
              <a:rPr lang="en-US" dirty="0" err="1" smtClean="0"/>
              <a:t>Vestibulum</a:t>
            </a:r>
            <a:r>
              <a:rPr lang="en-US" dirty="0" smtClean="0"/>
              <a:t> </a:t>
            </a:r>
            <a:r>
              <a:rPr lang="en-US" dirty="0" err="1" smtClean="0"/>
              <a:t>luctus</a:t>
            </a:r>
            <a:r>
              <a:rPr lang="en-US" dirty="0" smtClean="0"/>
              <a:t>, </a:t>
            </a:r>
            <a:r>
              <a:rPr lang="en-US" dirty="0" err="1" smtClean="0"/>
              <a:t>odio</a:t>
            </a:r>
            <a:r>
              <a:rPr lang="en-US" dirty="0" smtClean="0"/>
              <a:t> non </a:t>
            </a:r>
            <a:r>
              <a:rPr lang="en-US" dirty="0" err="1" smtClean="0"/>
              <a:t>accumsan</a:t>
            </a:r>
            <a:r>
              <a:rPr lang="en-US" dirty="0" smtClean="0"/>
              <a:t> </a:t>
            </a:r>
            <a:r>
              <a:rPr lang="en-US" dirty="0" err="1" smtClean="0"/>
              <a:t>eleifend</a:t>
            </a:r>
            <a:r>
              <a:rPr lang="en-US" dirty="0" smtClean="0"/>
              <a:t>, </a:t>
            </a:r>
            <a:r>
              <a:rPr lang="en-US" dirty="0" err="1" smtClean="0"/>
              <a:t>lectus</a:t>
            </a:r>
            <a:r>
              <a:rPr lang="en-US" dirty="0" smtClean="0"/>
              <a:t> </a:t>
            </a:r>
            <a:r>
              <a:rPr lang="en-US" dirty="0" err="1" smtClean="0"/>
              <a:t>metus</a:t>
            </a:r>
            <a:r>
              <a:rPr lang="en-US" dirty="0" smtClean="0"/>
              <a:t> </a:t>
            </a:r>
            <a:r>
              <a:rPr lang="en-US" dirty="0" err="1" smtClean="0"/>
              <a:t>rutrum</a:t>
            </a:r>
            <a:r>
              <a:rPr lang="en-US" dirty="0" smtClean="0"/>
              <a:t> </a:t>
            </a:r>
            <a:r>
              <a:rPr lang="en-US" dirty="0" err="1" smtClean="0"/>
              <a:t>orci</a:t>
            </a:r>
            <a:r>
              <a:rPr lang="en-US" dirty="0" smtClean="0"/>
              <a:t>, </a:t>
            </a:r>
            <a:r>
              <a:rPr lang="en-US" dirty="0" err="1" smtClean="0"/>
              <a:t>quis</a:t>
            </a:r>
            <a:r>
              <a:rPr lang="en-US" dirty="0" smtClean="0"/>
              <a:t> </a:t>
            </a:r>
            <a:r>
              <a:rPr lang="en-US" dirty="0" err="1" smtClean="0"/>
              <a:t>molestie</a:t>
            </a:r>
            <a:r>
              <a:rPr lang="en-US" dirty="0" smtClean="0"/>
              <a:t> </a:t>
            </a:r>
            <a:r>
              <a:rPr lang="en-US" dirty="0" err="1" smtClean="0"/>
              <a:t>enim</a:t>
            </a:r>
            <a:r>
              <a:rPr lang="en-US" dirty="0" smtClean="0"/>
              <a:t> </a:t>
            </a:r>
            <a:r>
              <a:rPr lang="en-US" dirty="0" err="1" smtClean="0"/>
              <a:t>augue</a:t>
            </a:r>
            <a:r>
              <a:rPr lang="en-US" dirty="0" smtClean="0"/>
              <a:t> in </a:t>
            </a:r>
            <a:r>
              <a:rPr lang="en-US" dirty="0" err="1" smtClean="0"/>
              <a:t>lorem</a:t>
            </a:r>
            <a:r>
              <a:rPr lang="en-US" dirty="0" smtClean="0"/>
              <a:t>. </a:t>
            </a:r>
            <a:r>
              <a:rPr lang="en-US" dirty="0" err="1" smtClean="0"/>
              <a:t>Vestibulum</a:t>
            </a:r>
            <a:r>
              <a:rPr lang="en-US" dirty="0" smtClean="0"/>
              <a:t> </a:t>
            </a:r>
            <a:r>
              <a:rPr lang="en-US" dirty="0" err="1" smtClean="0"/>
              <a:t>volutpat</a:t>
            </a:r>
            <a:r>
              <a:rPr lang="en-US" dirty="0" smtClean="0"/>
              <a:t> </a:t>
            </a:r>
            <a:r>
              <a:rPr lang="en-US" dirty="0" err="1" smtClean="0"/>
              <a:t>sagittis</a:t>
            </a:r>
            <a:r>
              <a:rPr lang="en-US" dirty="0" smtClean="0"/>
              <a:t> quam </a:t>
            </a:r>
            <a:r>
              <a:rPr lang="en-US" dirty="0" err="1" smtClean="0"/>
              <a:t>varius</a:t>
            </a:r>
            <a:r>
              <a:rPr lang="en-US" dirty="0" smtClean="0"/>
              <a:t> </a:t>
            </a:r>
            <a:r>
              <a:rPr lang="en-US" dirty="0" err="1" smtClean="0"/>
              <a:t>facilisis</a:t>
            </a:r>
            <a:r>
              <a:rPr lang="en-US" dirty="0" smtClean="0"/>
              <a:t>.</a:t>
            </a:r>
          </a:p>
          <a:p>
            <a:pPr lvl="0"/>
            <a:endParaRPr lang="en-US" dirty="0" smtClean="0"/>
          </a:p>
          <a:p>
            <a:pPr lvl="0"/>
            <a:r>
              <a:rPr lang="en-US" dirty="0" err="1" smtClean="0"/>
              <a:t>Donec</a:t>
            </a:r>
            <a:r>
              <a:rPr lang="en-US" dirty="0" smtClean="0"/>
              <a:t> ligula </a:t>
            </a:r>
            <a:r>
              <a:rPr lang="en-US" dirty="0" err="1" smtClean="0"/>
              <a:t>diam</a:t>
            </a:r>
            <a:r>
              <a:rPr lang="en-US" dirty="0" smtClean="0"/>
              <a:t>, </a:t>
            </a:r>
            <a:r>
              <a:rPr lang="en-US" dirty="0" err="1" smtClean="0"/>
              <a:t>tincidunt</a:t>
            </a:r>
            <a:r>
              <a:rPr lang="en-US" dirty="0" smtClean="0"/>
              <a:t> id </a:t>
            </a:r>
            <a:r>
              <a:rPr lang="en-US" dirty="0" err="1" smtClean="0"/>
              <a:t>nisl</a:t>
            </a:r>
            <a:r>
              <a:rPr lang="en-US" dirty="0" smtClean="0"/>
              <a:t> </a:t>
            </a:r>
            <a:r>
              <a:rPr lang="en-US" dirty="0" err="1" smtClean="0"/>
              <a:t>vel</a:t>
            </a:r>
            <a:r>
              <a:rPr lang="en-US" dirty="0" smtClean="0"/>
              <a:t>, </a:t>
            </a:r>
            <a:r>
              <a:rPr lang="en-US" dirty="0" err="1" smtClean="0"/>
              <a:t>accumsan</a:t>
            </a:r>
            <a:r>
              <a:rPr lang="en-US" dirty="0" smtClean="0"/>
              <a:t> </a:t>
            </a:r>
            <a:r>
              <a:rPr lang="en-US" dirty="0" err="1" smtClean="0"/>
              <a:t>placerat</a:t>
            </a:r>
            <a:r>
              <a:rPr lang="en-US" dirty="0" smtClean="0"/>
              <a:t> </a:t>
            </a:r>
            <a:r>
              <a:rPr lang="en-US" dirty="0" err="1" smtClean="0"/>
              <a:t>velit</a:t>
            </a:r>
            <a:r>
              <a:rPr lang="en-US" dirty="0" smtClean="0"/>
              <a:t>. </a:t>
            </a:r>
            <a:r>
              <a:rPr lang="en-US" dirty="0" err="1" smtClean="0"/>
              <a:t>Nullam</a:t>
            </a:r>
            <a:r>
              <a:rPr lang="en-US" dirty="0" smtClean="0"/>
              <a:t> </a:t>
            </a:r>
            <a:r>
              <a:rPr lang="en-US" dirty="0" err="1" smtClean="0"/>
              <a:t>sagittis</a:t>
            </a:r>
            <a:r>
              <a:rPr lang="en-US" dirty="0" smtClean="0"/>
              <a:t> </a:t>
            </a:r>
            <a:r>
              <a:rPr lang="en-US" dirty="0" err="1" smtClean="0"/>
              <a:t>feugiat</a:t>
            </a:r>
            <a:r>
              <a:rPr lang="en-US" dirty="0" smtClean="0"/>
              <a:t> </a:t>
            </a:r>
            <a:r>
              <a:rPr lang="en-US" dirty="0" err="1" smtClean="0"/>
              <a:t>erat</a:t>
            </a:r>
            <a:r>
              <a:rPr lang="en-US" dirty="0" smtClean="0"/>
              <a:t>, </a:t>
            </a:r>
            <a:r>
              <a:rPr lang="en-US" dirty="0" err="1" smtClean="0"/>
              <a:t>vel</a:t>
            </a:r>
            <a:r>
              <a:rPr lang="en-US" dirty="0" smtClean="0"/>
              <a:t> </a:t>
            </a:r>
            <a:r>
              <a:rPr lang="en-US" dirty="0" err="1" smtClean="0"/>
              <a:t>vestibulum</a:t>
            </a:r>
            <a:r>
              <a:rPr lang="en-US" dirty="0" smtClean="0"/>
              <a:t> </a:t>
            </a:r>
            <a:r>
              <a:rPr lang="en-US" dirty="0" err="1" smtClean="0"/>
              <a:t>lorem</a:t>
            </a:r>
            <a:r>
              <a:rPr lang="en-US" dirty="0" smtClean="0"/>
              <a:t> </a:t>
            </a:r>
            <a:r>
              <a:rPr lang="en-US" dirty="0" err="1" smtClean="0"/>
              <a:t>facilisis</a:t>
            </a:r>
            <a:r>
              <a:rPr lang="en-US" dirty="0" smtClean="0"/>
              <a:t> vitae. </a:t>
            </a:r>
            <a:r>
              <a:rPr lang="en-US" dirty="0" err="1" smtClean="0"/>
              <a:t>Duis</a:t>
            </a:r>
            <a:r>
              <a:rPr lang="en-US" dirty="0" smtClean="0"/>
              <a:t> </a:t>
            </a:r>
            <a:r>
              <a:rPr lang="en-US" dirty="0" err="1" smtClean="0"/>
              <a:t>molestie</a:t>
            </a:r>
            <a:r>
              <a:rPr lang="en-US" dirty="0" smtClean="0"/>
              <a:t> </a:t>
            </a:r>
            <a:r>
              <a:rPr lang="en-US" dirty="0" err="1" smtClean="0"/>
              <a:t>urna</a:t>
            </a:r>
            <a:r>
              <a:rPr lang="en-US" dirty="0" smtClean="0"/>
              <a:t> </a:t>
            </a:r>
            <a:r>
              <a:rPr lang="en-US" dirty="0" err="1" smtClean="0"/>
              <a:t>enim</a:t>
            </a:r>
            <a:r>
              <a:rPr lang="en-US" dirty="0" smtClean="0"/>
              <a:t>, </a:t>
            </a:r>
            <a:r>
              <a:rPr lang="en-US" dirty="0" err="1" smtClean="0"/>
              <a:t>vel</a:t>
            </a:r>
            <a:r>
              <a:rPr lang="en-US" dirty="0" smtClean="0"/>
              <a:t> </a:t>
            </a:r>
            <a:r>
              <a:rPr lang="en-US" dirty="0" err="1" smtClean="0"/>
              <a:t>scelerisque</a:t>
            </a:r>
            <a:r>
              <a:rPr lang="en-US" dirty="0" smtClean="0"/>
              <a:t> </a:t>
            </a:r>
            <a:r>
              <a:rPr lang="en-US" dirty="0" err="1" smtClean="0"/>
              <a:t>arcu</a:t>
            </a:r>
            <a:r>
              <a:rPr lang="en-US" dirty="0" smtClean="0"/>
              <a:t> </a:t>
            </a:r>
            <a:r>
              <a:rPr lang="en-US" dirty="0" err="1" smtClean="0"/>
              <a:t>feugiat</a:t>
            </a:r>
            <a:r>
              <a:rPr lang="en-US" dirty="0" smtClean="0"/>
              <a:t> </a:t>
            </a:r>
            <a:r>
              <a:rPr lang="en-US" dirty="0" err="1" smtClean="0"/>
              <a:t>eget</a:t>
            </a:r>
            <a:r>
              <a:rPr lang="en-US" dirty="0" smtClean="0"/>
              <a:t>. </a:t>
            </a:r>
            <a:r>
              <a:rPr lang="en-US" dirty="0" err="1" smtClean="0"/>
              <a:t>Curabitur</a:t>
            </a:r>
            <a:r>
              <a:rPr lang="en-US" dirty="0" smtClean="0"/>
              <a:t> </a:t>
            </a:r>
            <a:r>
              <a:rPr lang="en-US" dirty="0" err="1" smtClean="0"/>
              <a:t>lobortis</a:t>
            </a:r>
            <a:r>
              <a:rPr lang="en-US" dirty="0" smtClean="0"/>
              <a:t>, </a:t>
            </a:r>
            <a:r>
              <a:rPr lang="en-US" dirty="0" err="1" smtClean="0"/>
              <a:t>nulla</a:t>
            </a:r>
            <a:r>
              <a:rPr lang="en-US" dirty="0" smtClean="0"/>
              <a:t> </a:t>
            </a:r>
            <a:r>
              <a:rPr lang="en-US" dirty="0" err="1" smtClean="0"/>
              <a:t>vel</a:t>
            </a:r>
            <a:r>
              <a:rPr lang="en-US" dirty="0" smtClean="0"/>
              <a:t> </a:t>
            </a:r>
            <a:r>
              <a:rPr lang="en-US" dirty="0" err="1" smtClean="0"/>
              <a:t>dignissim</a:t>
            </a:r>
            <a:r>
              <a:rPr lang="en-US" dirty="0" smtClean="0"/>
              <a:t> </a:t>
            </a:r>
            <a:r>
              <a:rPr lang="en-US" dirty="0" err="1" smtClean="0"/>
              <a:t>consequat</a:t>
            </a:r>
            <a:r>
              <a:rPr lang="en-US" dirty="0" smtClean="0"/>
              <a:t>, </a:t>
            </a:r>
            <a:r>
              <a:rPr lang="en-US" dirty="0" err="1" smtClean="0"/>
              <a:t>odio</a:t>
            </a:r>
            <a:r>
              <a:rPr lang="en-US" dirty="0" smtClean="0"/>
              <a:t> </a:t>
            </a:r>
            <a:r>
              <a:rPr lang="en-US" dirty="0" err="1" smtClean="0"/>
              <a:t>libero</a:t>
            </a:r>
            <a:r>
              <a:rPr lang="en-US" dirty="0" smtClean="0"/>
              <a:t> </a:t>
            </a:r>
            <a:r>
              <a:rPr lang="en-US" dirty="0" err="1" smtClean="0"/>
              <a:t>pellentesque</a:t>
            </a:r>
            <a:r>
              <a:rPr lang="en-US" dirty="0" smtClean="0"/>
              <a:t> </a:t>
            </a:r>
            <a:r>
              <a:rPr lang="en-US" dirty="0" err="1" smtClean="0"/>
              <a:t>nunc</a:t>
            </a:r>
            <a:r>
              <a:rPr lang="en-US" dirty="0" smtClean="0"/>
              <a:t>, sit </a:t>
            </a:r>
            <a:r>
              <a:rPr lang="en-US" dirty="0" err="1" smtClean="0"/>
              <a:t>amet</a:t>
            </a:r>
            <a:r>
              <a:rPr lang="en-US" dirty="0" smtClean="0"/>
              <a:t> </a:t>
            </a:r>
            <a:r>
              <a:rPr lang="en-US" dirty="0" err="1" smtClean="0"/>
              <a:t>feugiat</a:t>
            </a:r>
            <a:r>
              <a:rPr lang="en-US" dirty="0" smtClean="0"/>
              <a:t> </a:t>
            </a:r>
            <a:r>
              <a:rPr lang="en-US" dirty="0" err="1" smtClean="0"/>
              <a:t>justo</a:t>
            </a:r>
            <a:r>
              <a:rPr lang="en-US" dirty="0" smtClean="0"/>
              <a:t> </a:t>
            </a:r>
            <a:r>
              <a:rPr lang="en-US" dirty="0" err="1" smtClean="0"/>
              <a:t>metus</a:t>
            </a:r>
            <a:r>
              <a:rPr lang="en-US" dirty="0" smtClean="0"/>
              <a:t> </a:t>
            </a:r>
            <a:r>
              <a:rPr lang="en-US" dirty="0" err="1" smtClean="0"/>
              <a:t>nec</a:t>
            </a:r>
            <a:r>
              <a:rPr lang="en-US" dirty="0" smtClean="0"/>
              <a:t> </a:t>
            </a:r>
            <a:r>
              <a:rPr lang="en-US" dirty="0" err="1" smtClean="0"/>
              <a:t>neque</a:t>
            </a:r>
            <a:r>
              <a:rPr lang="en-US" dirty="0" smtClean="0"/>
              <a:t>. </a:t>
            </a:r>
            <a:r>
              <a:rPr lang="en-US" dirty="0" err="1" smtClean="0"/>
              <a:t>Donec</a:t>
            </a:r>
            <a:r>
              <a:rPr lang="en-US" dirty="0" smtClean="0"/>
              <a:t> non ante ac </a:t>
            </a:r>
            <a:r>
              <a:rPr lang="en-US" dirty="0" err="1" smtClean="0"/>
              <a:t>orci</a:t>
            </a:r>
            <a:r>
              <a:rPr lang="en-US" dirty="0" smtClean="0"/>
              <a:t> </a:t>
            </a:r>
            <a:r>
              <a:rPr lang="en-US" dirty="0" err="1" smtClean="0"/>
              <a:t>elementum</a:t>
            </a:r>
            <a:r>
              <a:rPr lang="en-US" dirty="0" smtClean="0"/>
              <a:t> </a:t>
            </a:r>
            <a:r>
              <a:rPr lang="en-US" dirty="0" err="1" smtClean="0"/>
              <a:t>iaculis</a:t>
            </a:r>
            <a:r>
              <a:rPr lang="en-US" dirty="0" smtClean="0"/>
              <a:t> </a:t>
            </a:r>
            <a:r>
              <a:rPr lang="en-US" dirty="0" err="1" smtClean="0"/>
              <a:t>consequat</a:t>
            </a:r>
            <a:r>
              <a:rPr lang="en-US" dirty="0" smtClean="0"/>
              <a:t> in </a:t>
            </a:r>
            <a:r>
              <a:rPr lang="en-US" dirty="0" err="1" smtClean="0"/>
              <a:t>metus</a:t>
            </a:r>
            <a:r>
              <a:rPr lang="en-US" dirty="0" smtClean="0"/>
              <a:t>. </a:t>
            </a:r>
            <a:r>
              <a:rPr lang="en-US" dirty="0" err="1" smtClean="0"/>
              <a:t>Interdum</a:t>
            </a:r>
            <a:r>
              <a:rPr lang="en-US" dirty="0" smtClean="0"/>
              <a:t> et </a:t>
            </a:r>
            <a:r>
              <a:rPr lang="en-US" dirty="0" err="1" smtClean="0"/>
              <a:t>malesuada</a:t>
            </a:r>
            <a:r>
              <a:rPr lang="en-US" dirty="0" smtClean="0"/>
              <a:t> fames ac ante </a:t>
            </a:r>
            <a:r>
              <a:rPr lang="en-US" dirty="0" err="1" smtClean="0"/>
              <a:t>ipsum</a:t>
            </a:r>
            <a:r>
              <a:rPr lang="en-US" dirty="0" smtClean="0"/>
              <a:t> </a:t>
            </a:r>
            <a:r>
              <a:rPr lang="en-US" dirty="0" err="1" smtClean="0"/>
              <a:t>primis</a:t>
            </a:r>
            <a:r>
              <a:rPr lang="en-US" dirty="0" smtClean="0"/>
              <a:t> in </a:t>
            </a:r>
            <a:r>
              <a:rPr lang="en-US" dirty="0" err="1" smtClean="0"/>
              <a:t>faucibus</a:t>
            </a:r>
            <a:r>
              <a:rPr lang="en-US" dirty="0" smtClean="0"/>
              <a:t>. </a:t>
            </a:r>
            <a:r>
              <a:rPr lang="en-US" dirty="0" err="1" smtClean="0"/>
              <a:t>Mauris</a:t>
            </a:r>
            <a:r>
              <a:rPr lang="en-US" dirty="0" smtClean="0"/>
              <a:t> </a:t>
            </a:r>
            <a:r>
              <a:rPr lang="en-US" dirty="0" err="1" smtClean="0"/>
              <a:t>volutpat</a:t>
            </a:r>
            <a:r>
              <a:rPr lang="en-US" dirty="0" smtClean="0"/>
              <a:t> </a:t>
            </a:r>
            <a:r>
              <a:rPr lang="en-US" dirty="0" err="1" smtClean="0"/>
              <a:t>aliquet</a:t>
            </a:r>
            <a:r>
              <a:rPr lang="en-US" dirty="0" smtClean="0"/>
              <a:t> </a:t>
            </a:r>
            <a:r>
              <a:rPr lang="en-US" dirty="0" err="1" smtClean="0"/>
              <a:t>imperdiet</a:t>
            </a:r>
            <a:r>
              <a:rPr lang="en-US" dirty="0" smtClean="0"/>
              <a:t>. </a:t>
            </a:r>
            <a:r>
              <a:rPr lang="en-US" dirty="0" err="1" smtClean="0"/>
              <a:t>Suspendisse</a:t>
            </a:r>
            <a:r>
              <a:rPr lang="en-US" dirty="0" smtClean="0"/>
              <a:t> </a:t>
            </a:r>
            <a:r>
              <a:rPr lang="en-US" dirty="0" err="1" smtClean="0"/>
              <a:t>ultrices</a:t>
            </a:r>
            <a:r>
              <a:rPr lang="en-US" dirty="0" smtClean="0"/>
              <a:t> lacus id </a:t>
            </a:r>
            <a:r>
              <a:rPr lang="en-US" dirty="0" err="1" smtClean="0"/>
              <a:t>est</a:t>
            </a:r>
            <a:r>
              <a:rPr lang="en-US" dirty="0" smtClean="0"/>
              <a:t> </a:t>
            </a:r>
            <a:r>
              <a:rPr lang="en-US" dirty="0" err="1" smtClean="0"/>
              <a:t>viverra</a:t>
            </a:r>
            <a:r>
              <a:rPr lang="en-US" dirty="0" smtClean="0"/>
              <a:t>, at </a:t>
            </a:r>
            <a:r>
              <a:rPr lang="en-US" dirty="0" err="1" smtClean="0"/>
              <a:t>porttitor</a:t>
            </a:r>
            <a:r>
              <a:rPr lang="en-US" dirty="0" smtClean="0"/>
              <a:t> </a:t>
            </a:r>
            <a:r>
              <a:rPr lang="en-US" dirty="0" err="1" smtClean="0"/>
              <a:t>metus</a:t>
            </a:r>
            <a:r>
              <a:rPr lang="en-US" dirty="0" smtClean="0"/>
              <a:t> </a:t>
            </a:r>
            <a:r>
              <a:rPr lang="en-US" dirty="0" err="1" smtClean="0"/>
              <a:t>facilisis</a:t>
            </a:r>
            <a:r>
              <a:rPr lang="en-US" dirty="0" smtClean="0"/>
              <a:t>. </a:t>
            </a:r>
            <a:r>
              <a:rPr lang="en-US" dirty="0" err="1" smtClean="0"/>
              <a:t>Nullam</a:t>
            </a:r>
            <a:r>
              <a:rPr lang="en-US" dirty="0" smtClean="0"/>
              <a:t> dolor </a:t>
            </a:r>
            <a:r>
              <a:rPr lang="en-US" dirty="0" err="1" smtClean="0"/>
              <a:t>sapien</a:t>
            </a:r>
            <a:r>
              <a:rPr lang="en-US" dirty="0" smtClean="0"/>
              <a:t>, </a:t>
            </a:r>
            <a:r>
              <a:rPr lang="en-US" dirty="0" err="1" smtClean="0"/>
              <a:t>hendrerit</a:t>
            </a:r>
            <a:r>
              <a:rPr lang="en-US" dirty="0" smtClean="0"/>
              <a:t> sit </a:t>
            </a:r>
            <a:r>
              <a:rPr lang="en-US" dirty="0" err="1" smtClean="0"/>
              <a:t>amet</a:t>
            </a:r>
            <a:r>
              <a:rPr lang="en-US" dirty="0" smtClean="0"/>
              <a:t> </a:t>
            </a:r>
            <a:r>
              <a:rPr lang="en-US" dirty="0" err="1" smtClean="0"/>
              <a:t>tellus</a:t>
            </a:r>
            <a:r>
              <a:rPr lang="en-US" dirty="0" smtClean="0"/>
              <a:t> </a:t>
            </a:r>
            <a:r>
              <a:rPr lang="en-US" dirty="0" err="1" smtClean="0"/>
              <a:t>tristique</a:t>
            </a:r>
            <a:r>
              <a:rPr lang="en-US" dirty="0" smtClean="0"/>
              <a:t>, </a:t>
            </a:r>
            <a:r>
              <a:rPr lang="en-US" dirty="0" err="1" smtClean="0"/>
              <a:t>tempor</a:t>
            </a:r>
            <a:r>
              <a:rPr lang="en-US" dirty="0" smtClean="0"/>
              <a:t> </a:t>
            </a:r>
            <a:r>
              <a:rPr lang="en-US" dirty="0" err="1" smtClean="0"/>
              <a:t>iaculis</a:t>
            </a:r>
            <a:r>
              <a:rPr lang="en-US" dirty="0" smtClean="0"/>
              <a:t> </a:t>
            </a:r>
            <a:r>
              <a:rPr lang="en-US" dirty="0" err="1" smtClean="0"/>
              <a:t>urna</a:t>
            </a:r>
            <a:r>
              <a:rPr lang="en-US" dirty="0" smtClean="0"/>
              <a:t>. </a:t>
            </a:r>
            <a:r>
              <a:rPr lang="en-US" dirty="0" err="1" smtClean="0"/>
              <a:t>Nulla</a:t>
            </a:r>
            <a:r>
              <a:rPr lang="en-US" dirty="0" smtClean="0"/>
              <a:t> a </a:t>
            </a:r>
            <a:r>
              <a:rPr lang="en-US" dirty="0" err="1" smtClean="0"/>
              <a:t>aliquam</a:t>
            </a:r>
            <a:r>
              <a:rPr lang="en-US" dirty="0" smtClean="0"/>
              <a:t> magna. </a:t>
            </a:r>
            <a:r>
              <a:rPr lang="en-US" dirty="0" err="1" smtClean="0"/>
              <a:t>Donec</a:t>
            </a:r>
            <a:r>
              <a:rPr lang="en-US" dirty="0" smtClean="0"/>
              <a:t> </a:t>
            </a:r>
            <a:r>
              <a:rPr lang="en-US" dirty="0" err="1" smtClean="0"/>
              <a:t>eget</a:t>
            </a:r>
            <a:r>
              <a:rPr lang="en-US" dirty="0" smtClean="0"/>
              <a:t> </a:t>
            </a:r>
            <a:r>
              <a:rPr lang="en-US" dirty="0" err="1" smtClean="0"/>
              <a:t>felis</a:t>
            </a:r>
            <a:r>
              <a:rPr lang="en-US" dirty="0" smtClean="0"/>
              <a:t> in </a:t>
            </a:r>
            <a:r>
              <a:rPr lang="en-US" dirty="0" err="1" smtClean="0"/>
              <a:t>felis</a:t>
            </a:r>
            <a:r>
              <a:rPr lang="en-US" dirty="0" smtClean="0"/>
              <a:t> </a:t>
            </a:r>
            <a:r>
              <a:rPr lang="en-US" dirty="0" err="1" smtClean="0"/>
              <a:t>lacinia</a:t>
            </a:r>
            <a:r>
              <a:rPr lang="en-US" dirty="0" smtClean="0"/>
              <a:t> </a:t>
            </a:r>
            <a:r>
              <a:rPr lang="en-US" dirty="0" err="1" smtClean="0"/>
              <a:t>porttitor</a:t>
            </a:r>
            <a:r>
              <a:rPr lang="en-US" dirty="0" smtClean="0"/>
              <a:t>. </a:t>
            </a:r>
            <a:r>
              <a:rPr lang="en-US" dirty="0" err="1" smtClean="0"/>
              <a:t>Proin</a:t>
            </a:r>
            <a:r>
              <a:rPr lang="en-US" dirty="0" smtClean="0"/>
              <a:t> </a:t>
            </a:r>
            <a:r>
              <a:rPr lang="en-US" dirty="0" err="1" smtClean="0"/>
              <a:t>sollicitudin</a:t>
            </a:r>
            <a:r>
              <a:rPr lang="en-US" dirty="0" smtClean="0"/>
              <a:t> ante id </a:t>
            </a:r>
            <a:r>
              <a:rPr lang="en-US" dirty="0" err="1" smtClean="0"/>
              <a:t>nisl</a:t>
            </a:r>
            <a:r>
              <a:rPr lang="en-US" dirty="0" smtClean="0"/>
              <a:t> </a:t>
            </a:r>
            <a:r>
              <a:rPr lang="en-US" dirty="0" err="1" smtClean="0"/>
              <a:t>imperdiet</a:t>
            </a:r>
            <a:r>
              <a:rPr lang="en-US" dirty="0" smtClean="0"/>
              <a:t> </a:t>
            </a:r>
            <a:r>
              <a:rPr lang="en-US" dirty="0" err="1" smtClean="0"/>
              <a:t>euismod</a:t>
            </a:r>
            <a:r>
              <a:rPr lang="en-US" dirty="0" smtClean="0"/>
              <a:t>. </a:t>
            </a:r>
            <a:r>
              <a:rPr lang="en-US" dirty="0" err="1" smtClean="0"/>
              <a:t>Aenean</a:t>
            </a:r>
            <a:r>
              <a:rPr lang="en-US" dirty="0" smtClean="0"/>
              <a:t> </a:t>
            </a:r>
            <a:r>
              <a:rPr lang="en-US" dirty="0" err="1" smtClean="0"/>
              <a:t>vestibulum</a:t>
            </a:r>
            <a:r>
              <a:rPr lang="en-US" dirty="0" smtClean="0"/>
              <a:t> non </a:t>
            </a:r>
            <a:r>
              <a:rPr lang="en-US" dirty="0" err="1" smtClean="0"/>
              <a:t>metus</a:t>
            </a:r>
            <a:r>
              <a:rPr lang="en-US" dirty="0" smtClean="0"/>
              <a:t> vitae </a:t>
            </a:r>
            <a:r>
              <a:rPr lang="en-US" dirty="0" err="1" smtClean="0"/>
              <a:t>rutrum</a:t>
            </a:r>
            <a:r>
              <a:rPr lang="en-US" dirty="0" smtClean="0"/>
              <a:t>. </a:t>
            </a:r>
            <a:r>
              <a:rPr lang="en-US" dirty="0" err="1" smtClean="0"/>
              <a:t>Cras</a:t>
            </a:r>
            <a:r>
              <a:rPr lang="en-US" dirty="0" smtClean="0"/>
              <a:t> </a:t>
            </a:r>
            <a:r>
              <a:rPr lang="en-US" dirty="0" err="1" smtClean="0"/>
              <a:t>varius</a:t>
            </a:r>
            <a:r>
              <a:rPr lang="en-US" dirty="0" smtClean="0"/>
              <a:t> </a:t>
            </a:r>
            <a:r>
              <a:rPr lang="en-US" dirty="0" err="1" smtClean="0"/>
              <a:t>condimentum</a:t>
            </a:r>
            <a:r>
              <a:rPr lang="en-US" dirty="0" smtClean="0"/>
              <a:t> </a:t>
            </a:r>
            <a:r>
              <a:rPr lang="en-US" dirty="0" err="1" smtClean="0"/>
              <a:t>diam</a:t>
            </a:r>
            <a:r>
              <a:rPr lang="en-US" dirty="0" smtClean="0"/>
              <a:t>, </a:t>
            </a:r>
            <a:r>
              <a:rPr lang="en-US" dirty="0" err="1" smtClean="0"/>
              <a:t>quis</a:t>
            </a:r>
            <a:r>
              <a:rPr lang="en-US" dirty="0" smtClean="0"/>
              <a:t> </a:t>
            </a:r>
            <a:r>
              <a:rPr lang="en-US" dirty="0" err="1" smtClean="0"/>
              <a:t>euismod</a:t>
            </a:r>
            <a:r>
              <a:rPr lang="en-US" dirty="0" smtClean="0"/>
              <a:t> </a:t>
            </a:r>
            <a:r>
              <a:rPr lang="en-US" dirty="0" err="1" smtClean="0"/>
              <a:t>erat</a:t>
            </a:r>
            <a:r>
              <a:rPr lang="en-US" dirty="0" smtClean="0"/>
              <a:t> </a:t>
            </a:r>
            <a:r>
              <a:rPr lang="en-US" dirty="0" err="1" smtClean="0"/>
              <a:t>pharetra</a:t>
            </a:r>
            <a:r>
              <a:rPr lang="en-US" dirty="0" smtClean="0"/>
              <a:t> non. </a:t>
            </a:r>
            <a:r>
              <a:rPr lang="en-US" dirty="0" err="1" smtClean="0"/>
              <a:t>Sed</a:t>
            </a:r>
            <a:r>
              <a:rPr lang="en-US" dirty="0" smtClean="0"/>
              <a:t> </a:t>
            </a:r>
            <a:r>
              <a:rPr lang="en-US" dirty="0" err="1" smtClean="0"/>
              <a:t>eget</a:t>
            </a:r>
            <a:r>
              <a:rPr lang="en-US" dirty="0" smtClean="0"/>
              <a:t> </a:t>
            </a:r>
            <a:r>
              <a:rPr lang="en-US" dirty="0" err="1" smtClean="0"/>
              <a:t>blandit</a:t>
            </a:r>
            <a:r>
              <a:rPr lang="en-US" dirty="0" smtClean="0"/>
              <a:t> sem.</a:t>
            </a:r>
          </a:p>
        </p:txBody>
      </p:sp>
      <p:sp>
        <p:nvSpPr>
          <p:cNvPr id="6"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8"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Tree>
    <p:extLst>
      <p:ext uri="{BB962C8B-B14F-4D97-AF65-F5344CB8AC3E}">
        <p14:creationId xmlns:p14="http://schemas.microsoft.com/office/powerpoint/2010/main" val="36677738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80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500"/>
                                        <p:tgtEl>
                                          <p:spTgt spid="5">
                                            <p:txEl>
                                              <p:pRg st="0" end="0"/>
                                            </p:txEl>
                                          </p:spTgt>
                                        </p:tgtEl>
                                      </p:cBhvr>
                                    </p:animEffect>
                                  </p:childTnLst>
                                </p:cTn>
                              </p:par>
                              <p:par>
                                <p:cTn id="8" presetID="10" presetClass="entr" presetSubtype="0" fill="hold" grpId="0" nodeType="withEffect">
                                  <p:stCondLst>
                                    <p:cond delay="800"/>
                                  </p:stCondLst>
                                  <p:childTnLst>
                                    <p:set>
                                      <p:cBhvr>
                                        <p:cTn id="9" dur="1" fill="hold">
                                          <p:stCondLst>
                                            <p:cond delay="0"/>
                                          </p:stCondLst>
                                        </p:cTn>
                                        <p:tgtEl>
                                          <p:spTgt spid="5">
                                            <p:txEl>
                                              <p:pRg st="2" end="2"/>
                                            </p:txEl>
                                          </p:spTgt>
                                        </p:tgtEl>
                                        <p:attrNameLst>
                                          <p:attrName>style.visibility</p:attrName>
                                        </p:attrNameLst>
                                      </p:cBhvr>
                                      <p:to>
                                        <p:strVal val="visible"/>
                                      </p:to>
                                    </p:set>
                                    <p:animEffect transition="in" filter="fade">
                                      <p:cBhvr>
                                        <p:cTn id="10" dur="500"/>
                                        <p:tgtEl>
                                          <p:spTgt spid="5">
                                            <p:txEl>
                                              <p:pRg st="2" end="2"/>
                                            </p:txEl>
                                          </p:spTgt>
                                        </p:tgtEl>
                                      </p:cBhvr>
                                    </p:animEffect>
                                  </p:childTnLst>
                                </p:cTn>
                              </p:par>
                              <p:par>
                                <p:cTn id="11" presetID="10" presetClass="entr" presetSubtype="0" fill="hold" grpId="0" nodeType="withEffect">
                                  <p:stCondLst>
                                    <p:cond delay="800"/>
                                  </p:stCondLst>
                                  <p:childTnLst>
                                    <p:set>
                                      <p:cBhvr>
                                        <p:cTn id="12" dur="1" fill="hold">
                                          <p:stCondLst>
                                            <p:cond delay="0"/>
                                          </p:stCondLst>
                                        </p:cTn>
                                        <p:tgtEl>
                                          <p:spTgt spid="5">
                                            <p:txEl>
                                              <p:pRg st="4" end="4"/>
                                            </p:txEl>
                                          </p:spTgt>
                                        </p:tgtEl>
                                        <p:attrNameLst>
                                          <p:attrName>style.visibility</p:attrName>
                                        </p:attrNameLst>
                                      </p:cBhvr>
                                      <p:to>
                                        <p:strVal val="visible"/>
                                      </p:to>
                                    </p:set>
                                    <p:animEffect transition="in" filter="fade">
                                      <p:cBhvr>
                                        <p:cTn id="13" dur="500"/>
                                        <p:tgtEl>
                                          <p:spTgt spid="5">
                                            <p:txEl>
                                              <p:pRg st="4" end="4"/>
                                            </p:txEl>
                                          </p:spTgt>
                                        </p:tgtEl>
                                      </p:cBhvr>
                                    </p:animEffect>
                                  </p:childTnLst>
                                </p:cTn>
                              </p:par>
                              <p:par>
                                <p:cTn id="14" presetID="42" presetClass="entr" presetSubtype="0" fill="hold" grpId="0" nodeType="withEffect">
                                  <p:stCondLst>
                                    <p:cond delay="200"/>
                                  </p:stCondLst>
                                  <p:childTnLst>
                                    <p:set>
                                      <p:cBhvr>
                                        <p:cTn id="15" dur="1" fill="hold">
                                          <p:stCondLst>
                                            <p:cond delay="0"/>
                                          </p:stCondLst>
                                        </p:cTn>
                                        <p:tgtEl>
                                          <p:spTgt spid="6">
                                            <p:txEl>
                                              <p:pRg st="0" end="0"/>
                                            </p:txEl>
                                          </p:spTgt>
                                        </p:tgtEl>
                                        <p:attrNameLst>
                                          <p:attrName>style.visibility</p:attrName>
                                        </p:attrNameLst>
                                      </p:cBhvr>
                                      <p:to>
                                        <p:strVal val="visible"/>
                                      </p:to>
                                    </p:set>
                                    <p:animEffect transition="in" filter="fade">
                                      <p:cBhvr>
                                        <p:cTn id="16" dur="400"/>
                                        <p:tgtEl>
                                          <p:spTgt spid="6">
                                            <p:txEl>
                                              <p:pRg st="0" end="0"/>
                                            </p:txEl>
                                          </p:spTgt>
                                        </p:tgtEl>
                                      </p:cBhvr>
                                    </p:animEffect>
                                    <p:anim calcmode="lin" valueType="num">
                                      <p:cBhvr>
                                        <p:cTn id="17" dur="4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8" dur="400" fill="hold"/>
                                        <p:tgtEl>
                                          <p:spTgt spid="6">
                                            <p:txEl>
                                              <p:pRg st="0" end="0"/>
                                            </p:txEl>
                                          </p:spTgt>
                                        </p:tgtEl>
                                        <p:attrNameLst>
                                          <p:attrName>ppt_y</p:attrName>
                                        </p:attrNameLst>
                                      </p:cBhvr>
                                      <p:tavLst>
                                        <p:tav tm="0">
                                          <p:val>
                                            <p:strVal val="#ppt_y+.1"/>
                                          </p:val>
                                        </p:tav>
                                        <p:tav tm="100000">
                                          <p:val>
                                            <p:strVal val="#ppt_y"/>
                                          </p:val>
                                        </p:tav>
                                      </p:tavLst>
                                    </p:anim>
                                  </p:childTnLst>
                                </p:cTn>
                              </p:par>
                              <p:par>
                                <p:cTn id="19" presetID="42" presetClass="entr" presetSubtype="0" fill="hold" grpId="0" nodeType="withEffect">
                                  <p:stCondLst>
                                    <p:cond delay="200"/>
                                  </p:stCondLst>
                                  <p:childTnLst>
                                    <p:set>
                                      <p:cBhvr>
                                        <p:cTn id="20" dur="1" fill="hold">
                                          <p:stCondLst>
                                            <p:cond delay="0"/>
                                          </p:stCondLst>
                                        </p:cTn>
                                        <p:tgtEl>
                                          <p:spTgt spid="8">
                                            <p:txEl>
                                              <p:pRg st="0" end="0"/>
                                            </p:txEl>
                                          </p:spTgt>
                                        </p:tgtEl>
                                        <p:attrNameLst>
                                          <p:attrName>style.visibility</p:attrName>
                                        </p:attrNameLst>
                                      </p:cBhvr>
                                      <p:to>
                                        <p:strVal val="visible"/>
                                      </p:to>
                                    </p:set>
                                    <p:animEffect transition="in" filter="fade">
                                      <p:cBhvr>
                                        <p:cTn id="21" dur="500"/>
                                        <p:tgtEl>
                                          <p:spTgt spid="8">
                                            <p:txEl>
                                              <p:pRg st="0" end="0"/>
                                            </p:txEl>
                                          </p:spTgt>
                                        </p:tgtEl>
                                      </p:cBhvr>
                                    </p:animEffect>
                                    <p:anim calcmode="lin" valueType="num">
                                      <p:cBhvr>
                                        <p:cTn id="2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2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10" presetClass="entr" presetSubtype="0" fill="hold" nodeType="withEffect" nodePh="1">
                  <p:stCondLst>
                    <p:cond delay="800"/>
                  </p:stCondLst>
                  <p:childTnLst>
                    <p:set>
                      <p:cBhvr>
                        <p:cTn dur="1" fill="hold">
                          <p:stCondLst>
                            <p:cond delay="0"/>
                          </p:stCondLst>
                        </p:cTn>
                        <p:tgtEl>
                          <p:spTgt spid="5"/>
                        </p:tgtEl>
                        <p:attrNameLst>
                          <p:attrName>style.visibility</p:attrName>
                        </p:attrNameLst>
                      </p:cBhvr>
                      <p:to>
                        <p:strVal val="visible"/>
                      </p:to>
                    </p:set>
                    <p:animEffect transition="in" filter="fade">
                      <p:cBhvr>
                        <p:cTn dur="500"/>
                        <p:tgtEl>
                          <p:spTgt spid="5"/>
                        </p:tgtEl>
                      </p:cBhvr>
                    </p:animEffect>
                  </p:childTnLst>
                </p:cTn>
              </p:par>
            </p:tnLst>
          </p:tmpl>
        </p:tmplLst>
      </p:bldP>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400"/>
                        <p:tgtEl>
                          <p:spTgt spid="6"/>
                        </p:tgtEl>
                      </p:cBhvr>
                    </p:animEffect>
                    <p:anim calcmode="lin" valueType="num">
                      <p:cBhvr>
                        <p:cTn dur="400" fill="hold"/>
                        <p:tgtEl>
                          <p:spTgt spid="6"/>
                        </p:tgtEl>
                        <p:attrNameLst>
                          <p:attrName>ppt_x</p:attrName>
                        </p:attrNameLst>
                      </p:cBhvr>
                      <p:tavLst>
                        <p:tav tm="0">
                          <p:val>
                            <p:strVal val="#ppt_x"/>
                          </p:val>
                        </p:tav>
                        <p:tav tm="100000">
                          <p:val>
                            <p:strVal val="#ppt_x"/>
                          </p:val>
                        </p:tav>
                      </p:tavLst>
                    </p:anim>
                    <p:anim calcmode="lin" valueType="num">
                      <p:cBhvr>
                        <p:cTn dur="400" fill="hold"/>
                        <p:tgtEl>
                          <p:spTgt spid="6"/>
                        </p:tgtEl>
                        <p:attrNameLst>
                          <p:attrName>ppt_y</p:attrName>
                        </p:attrNameLst>
                      </p:cBhvr>
                      <p:tavLst>
                        <p:tav tm="0">
                          <p:val>
                            <p:strVal val="#ppt_y+.1"/>
                          </p:val>
                        </p:tav>
                        <p:tav tm="100000">
                          <p:val>
                            <p:strVal val="#ppt_y"/>
                          </p:val>
                        </p:tav>
                      </p:tavLst>
                    </p:anim>
                  </p:childTnLst>
                </p:cTn>
              </p:par>
            </p:tnLst>
          </p:tmpl>
        </p:tmplLst>
      </p:bldP>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Three Columns Text">
    <p:spTree>
      <p:nvGrpSpPr>
        <p:cNvPr id="1" name=""/>
        <p:cNvGrpSpPr/>
        <p:nvPr/>
      </p:nvGrpSpPr>
      <p:grpSpPr>
        <a:xfrm>
          <a:off x="0" y="0"/>
          <a:ext cx="0" cy="0"/>
          <a:chOff x="0" y="0"/>
          <a:chExt cx="0" cy="0"/>
        </a:xfrm>
      </p:grpSpPr>
      <p:sp>
        <p:nvSpPr>
          <p:cNvPr id="6" name="Text Placeholder 7"/>
          <p:cNvSpPr>
            <a:spLocks noGrp="1"/>
          </p:cNvSpPr>
          <p:nvPr>
            <p:ph type="body" sz="quarter" idx="10" hasCustomPrompt="1"/>
          </p:nvPr>
        </p:nvSpPr>
        <p:spPr>
          <a:xfrm>
            <a:off x="603251" y="324580"/>
            <a:ext cx="109728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Text </a:t>
            </a:r>
            <a:r>
              <a:rPr lang="es-ES_tradnl" dirty="0" err="1" smtClean="0"/>
              <a:t>slide</a:t>
            </a:r>
            <a:r>
              <a:rPr lang="es-ES_tradnl" dirty="0" smtClean="0"/>
              <a:t> </a:t>
            </a:r>
            <a:r>
              <a:rPr lang="es-ES_tradnl" dirty="0" err="1" smtClean="0"/>
              <a:t>example</a:t>
            </a:r>
            <a:endParaRPr lang="es-ES_tradnl" dirty="0" smtClean="0"/>
          </a:p>
        </p:txBody>
      </p:sp>
      <p:sp>
        <p:nvSpPr>
          <p:cNvPr id="8" name="Text Placeholder 7"/>
          <p:cNvSpPr>
            <a:spLocks noGrp="1"/>
          </p:cNvSpPr>
          <p:nvPr>
            <p:ph type="body" sz="quarter" idx="11" hasCustomPrompt="1"/>
          </p:nvPr>
        </p:nvSpPr>
        <p:spPr>
          <a:xfrm>
            <a:off x="603251" y="827103"/>
            <a:ext cx="109728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endParaRPr lang="es-ES_tradnl" dirty="0" smtClean="0"/>
          </a:p>
        </p:txBody>
      </p:sp>
      <p:sp>
        <p:nvSpPr>
          <p:cNvPr id="9" name="Text Placeholder 2"/>
          <p:cNvSpPr>
            <a:spLocks noGrp="1"/>
          </p:cNvSpPr>
          <p:nvPr>
            <p:ph type="body" sz="quarter" idx="16" hasCustomPrompt="1"/>
          </p:nvPr>
        </p:nvSpPr>
        <p:spPr>
          <a:xfrm>
            <a:off x="603251" y="1406998"/>
            <a:ext cx="10972800" cy="4912524"/>
          </a:xfrm>
          <a:prstGeom prst="rect">
            <a:avLst/>
          </a:prstGeom>
        </p:spPr>
        <p:txBody>
          <a:bodyPr vert="horz" lIns="95057" tIns="47529" rIns="95057" bIns="47529" numCol="3" spcCol="280728"/>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r>
              <a:rPr lang="en-US" dirty="0" err="1" smtClean="0"/>
              <a:t>Duis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 </a:t>
            </a:r>
            <a:r>
              <a:rPr lang="en-US" dirty="0" err="1" smtClean="0"/>
              <a:t>Duis</a:t>
            </a:r>
            <a:r>
              <a:rPr lang="en-US" dirty="0" smtClean="0"/>
              <a:t> </a:t>
            </a:r>
            <a:r>
              <a:rPr lang="en-US" dirty="0" err="1" smtClean="0"/>
              <a:t>quis</a:t>
            </a:r>
            <a:r>
              <a:rPr lang="en-US" dirty="0" smtClean="0"/>
              <a:t> </a:t>
            </a:r>
            <a:r>
              <a:rPr lang="en-US" dirty="0" err="1" smtClean="0"/>
              <a:t>viverra</a:t>
            </a:r>
            <a:r>
              <a:rPr lang="en-US" dirty="0" smtClean="0"/>
              <a:t> </a:t>
            </a:r>
            <a:r>
              <a:rPr lang="en-US" dirty="0" err="1" smtClean="0"/>
              <a:t>urna</a:t>
            </a:r>
            <a:r>
              <a:rPr lang="en-US" dirty="0" smtClean="0"/>
              <a:t>, in </a:t>
            </a:r>
            <a:r>
              <a:rPr lang="en-US" dirty="0" err="1" smtClean="0"/>
              <a:t>ultricies</a:t>
            </a:r>
            <a:r>
              <a:rPr lang="en-US" dirty="0" smtClean="0"/>
              <a:t> diam. </a:t>
            </a:r>
            <a:r>
              <a:rPr lang="en-US" dirty="0" err="1" smtClean="0"/>
              <a:t>Morbi</a:t>
            </a:r>
            <a:r>
              <a:rPr lang="en-US" dirty="0" smtClean="0"/>
              <a:t> </a:t>
            </a:r>
            <a:r>
              <a:rPr lang="en-US" dirty="0" err="1" smtClean="0"/>
              <a:t>sodales</a:t>
            </a:r>
            <a:r>
              <a:rPr lang="en-US" dirty="0" smtClean="0"/>
              <a:t> </a:t>
            </a:r>
            <a:r>
              <a:rPr lang="en-US" dirty="0" err="1" smtClean="0"/>
              <a:t>volutpat</a:t>
            </a:r>
            <a:r>
              <a:rPr lang="en-US" dirty="0" smtClean="0"/>
              <a:t> </a:t>
            </a:r>
            <a:r>
              <a:rPr lang="en-US" dirty="0" err="1" smtClean="0"/>
              <a:t>tellus</a:t>
            </a:r>
            <a:r>
              <a:rPr lang="en-US" dirty="0" smtClean="0"/>
              <a:t>, </a:t>
            </a:r>
            <a:r>
              <a:rPr lang="en-US" dirty="0" err="1" smtClean="0"/>
              <a:t>quis</a:t>
            </a:r>
            <a:r>
              <a:rPr lang="en-US" dirty="0" smtClean="0"/>
              <a:t> </a:t>
            </a:r>
            <a:r>
              <a:rPr lang="en-US" dirty="0" err="1" smtClean="0"/>
              <a:t>aliquam</a:t>
            </a:r>
            <a:r>
              <a:rPr lang="en-US" dirty="0" smtClean="0"/>
              <a:t> </a:t>
            </a:r>
            <a:r>
              <a:rPr lang="en-US" dirty="0" err="1" smtClean="0"/>
              <a:t>urna</a:t>
            </a:r>
            <a:r>
              <a:rPr lang="en-US" dirty="0" smtClean="0"/>
              <a:t> </a:t>
            </a:r>
            <a:r>
              <a:rPr lang="en-US" dirty="0" err="1" smtClean="0"/>
              <a:t>cursus</a:t>
            </a:r>
            <a:r>
              <a:rPr lang="en-US" dirty="0" smtClean="0"/>
              <a:t> et. </a:t>
            </a:r>
            <a:r>
              <a:rPr lang="en-US" dirty="0" err="1" smtClean="0"/>
              <a:t>Proin</a:t>
            </a:r>
            <a:r>
              <a:rPr lang="en-US" dirty="0" smtClean="0"/>
              <a:t> </a:t>
            </a:r>
            <a:r>
              <a:rPr lang="en-US" dirty="0" err="1" smtClean="0"/>
              <a:t>commodo</a:t>
            </a:r>
            <a:r>
              <a:rPr lang="en-US" dirty="0" smtClean="0"/>
              <a:t> </a:t>
            </a:r>
            <a:r>
              <a:rPr lang="en-US" dirty="0" err="1" smtClean="0"/>
              <a:t>arcu</a:t>
            </a:r>
            <a:r>
              <a:rPr lang="en-US" dirty="0" smtClean="0"/>
              <a:t> </a:t>
            </a:r>
            <a:r>
              <a:rPr lang="en-US" dirty="0" err="1" smtClean="0"/>
              <a:t>nec</a:t>
            </a:r>
            <a:r>
              <a:rPr lang="en-US" dirty="0" smtClean="0"/>
              <a:t> nisi </a:t>
            </a:r>
            <a:r>
              <a:rPr lang="en-US" dirty="0" err="1" smtClean="0"/>
              <a:t>rhoncus</a:t>
            </a:r>
            <a:r>
              <a:rPr lang="en-US" dirty="0" smtClean="0"/>
              <a:t> </a:t>
            </a:r>
            <a:r>
              <a:rPr lang="en-US" dirty="0" err="1" smtClean="0"/>
              <a:t>dapibus</a:t>
            </a:r>
            <a:r>
              <a:rPr lang="en-US" dirty="0" smtClean="0"/>
              <a:t>. </a:t>
            </a:r>
          </a:p>
          <a:p>
            <a:pPr lvl="0"/>
            <a:endParaRPr lang="en-US" dirty="0" smtClean="0"/>
          </a:p>
          <a:p>
            <a:pPr lvl="0"/>
            <a:r>
              <a:rPr lang="en-US" dirty="0" err="1" smtClean="0"/>
              <a:t>Praesent</a:t>
            </a:r>
            <a:r>
              <a:rPr lang="en-US" dirty="0" smtClean="0"/>
              <a:t> </a:t>
            </a:r>
            <a:r>
              <a:rPr lang="en-US" dirty="0" err="1" smtClean="0"/>
              <a:t>nec</a:t>
            </a:r>
            <a:r>
              <a:rPr lang="en-US" dirty="0" smtClean="0"/>
              <a:t> </a:t>
            </a:r>
            <a:r>
              <a:rPr lang="en-US" dirty="0" err="1" smtClean="0"/>
              <a:t>elit</a:t>
            </a:r>
            <a:r>
              <a:rPr lang="en-US" dirty="0" smtClean="0"/>
              <a:t> non </a:t>
            </a:r>
            <a:r>
              <a:rPr lang="en-US" dirty="0" err="1" smtClean="0"/>
              <a:t>metus</a:t>
            </a:r>
            <a:r>
              <a:rPr lang="en-US" dirty="0" smtClean="0"/>
              <a:t> </a:t>
            </a:r>
            <a:r>
              <a:rPr lang="en-US" dirty="0" err="1" smtClean="0"/>
              <a:t>mollis</a:t>
            </a:r>
            <a:r>
              <a:rPr lang="en-US" dirty="0" smtClean="0"/>
              <a:t> </a:t>
            </a:r>
            <a:r>
              <a:rPr lang="en-US" dirty="0" err="1" smtClean="0"/>
              <a:t>placerat</a:t>
            </a:r>
            <a:r>
              <a:rPr lang="en-US" dirty="0" smtClean="0"/>
              <a:t>. </a:t>
            </a:r>
            <a:r>
              <a:rPr lang="en-US" dirty="0" err="1" smtClean="0"/>
              <a:t>Vivamus</a:t>
            </a:r>
            <a:r>
              <a:rPr lang="en-US" dirty="0" smtClean="0"/>
              <a:t> </a:t>
            </a:r>
            <a:r>
              <a:rPr lang="en-US" dirty="0" err="1" smtClean="0"/>
              <a:t>porta</a:t>
            </a:r>
            <a:r>
              <a:rPr lang="en-US" dirty="0" smtClean="0"/>
              <a:t> </a:t>
            </a:r>
            <a:r>
              <a:rPr lang="en-US" dirty="0" err="1" smtClean="0"/>
              <a:t>pulvinar</a:t>
            </a:r>
            <a:r>
              <a:rPr lang="en-US" dirty="0" smtClean="0"/>
              <a:t> </a:t>
            </a:r>
            <a:r>
              <a:rPr lang="en-US" dirty="0" err="1" smtClean="0"/>
              <a:t>iaculis</a:t>
            </a:r>
            <a:r>
              <a:rPr lang="en-US" dirty="0" smtClean="0"/>
              <a:t>. </a:t>
            </a:r>
            <a:r>
              <a:rPr lang="en-US" dirty="0" err="1" smtClean="0"/>
              <a:t>Donec</a:t>
            </a:r>
            <a:r>
              <a:rPr lang="en-US" dirty="0" smtClean="0"/>
              <a:t> </a:t>
            </a:r>
            <a:r>
              <a:rPr lang="en-US" dirty="0" err="1" smtClean="0"/>
              <a:t>augue</a:t>
            </a:r>
            <a:r>
              <a:rPr lang="en-US" dirty="0" smtClean="0"/>
              <a:t> </a:t>
            </a:r>
            <a:r>
              <a:rPr lang="en-US" dirty="0" err="1" smtClean="0"/>
              <a:t>arcu</a:t>
            </a:r>
            <a:r>
              <a:rPr lang="en-US" dirty="0" smtClean="0"/>
              <a:t>, </a:t>
            </a:r>
            <a:r>
              <a:rPr lang="en-US" dirty="0" err="1" smtClean="0"/>
              <a:t>volutpat</a:t>
            </a:r>
            <a:r>
              <a:rPr lang="en-US" dirty="0" smtClean="0"/>
              <a:t> </a:t>
            </a:r>
            <a:r>
              <a:rPr lang="en-US" dirty="0" err="1" smtClean="0"/>
              <a:t>nec</a:t>
            </a:r>
            <a:r>
              <a:rPr lang="en-US" dirty="0" smtClean="0"/>
              <a:t> </a:t>
            </a:r>
            <a:r>
              <a:rPr lang="en-US" dirty="0" err="1" smtClean="0"/>
              <a:t>risus</a:t>
            </a:r>
            <a:r>
              <a:rPr lang="en-US" dirty="0" smtClean="0"/>
              <a:t> </a:t>
            </a:r>
            <a:r>
              <a:rPr lang="en-US" dirty="0" err="1" smtClean="0"/>
              <a:t>eget</a:t>
            </a:r>
            <a:r>
              <a:rPr lang="en-US" dirty="0" smtClean="0"/>
              <a:t>, </a:t>
            </a:r>
            <a:r>
              <a:rPr lang="en-US" dirty="0" err="1" smtClean="0"/>
              <a:t>finibus</a:t>
            </a:r>
            <a:r>
              <a:rPr lang="en-US" dirty="0" smtClean="0"/>
              <a:t> </a:t>
            </a:r>
            <a:r>
              <a:rPr lang="en-US" dirty="0" err="1" smtClean="0"/>
              <a:t>lacinia</a:t>
            </a:r>
            <a:r>
              <a:rPr lang="en-US" dirty="0" smtClean="0"/>
              <a:t> ligula. </a:t>
            </a:r>
            <a:r>
              <a:rPr lang="en-US" dirty="0" err="1" smtClean="0"/>
              <a:t>Curabitur</a:t>
            </a:r>
            <a:r>
              <a:rPr lang="en-US" dirty="0" smtClean="0"/>
              <a:t> </a:t>
            </a:r>
            <a:r>
              <a:rPr lang="en-US" dirty="0" err="1" smtClean="0"/>
              <a:t>bibendum</a:t>
            </a:r>
            <a:r>
              <a:rPr lang="en-US" dirty="0" smtClean="0"/>
              <a:t> </a:t>
            </a:r>
            <a:r>
              <a:rPr lang="en-US" dirty="0" err="1" smtClean="0"/>
              <a:t>arcu</a:t>
            </a:r>
            <a:r>
              <a:rPr lang="en-US" dirty="0" smtClean="0"/>
              <a:t> sit </a:t>
            </a:r>
            <a:r>
              <a:rPr lang="en-US" dirty="0" err="1" smtClean="0"/>
              <a:t>amet</a:t>
            </a:r>
            <a:r>
              <a:rPr lang="en-US" dirty="0" smtClean="0"/>
              <a:t> </a:t>
            </a:r>
            <a:r>
              <a:rPr lang="en-US" dirty="0" err="1" smtClean="0"/>
              <a:t>faucibus</a:t>
            </a:r>
            <a:r>
              <a:rPr lang="en-US" dirty="0" smtClean="0"/>
              <a:t> </a:t>
            </a:r>
            <a:r>
              <a:rPr lang="en-US" dirty="0" err="1" smtClean="0"/>
              <a:t>posuere</a:t>
            </a:r>
            <a:r>
              <a:rPr lang="en-US" dirty="0" smtClean="0"/>
              <a:t>. </a:t>
            </a:r>
            <a:r>
              <a:rPr lang="en-US" dirty="0" err="1" smtClean="0"/>
              <a:t>Donec</a:t>
            </a:r>
            <a:r>
              <a:rPr lang="en-US" dirty="0" smtClean="0"/>
              <a:t> a </a:t>
            </a:r>
            <a:r>
              <a:rPr lang="en-US" dirty="0" err="1" smtClean="0"/>
              <a:t>est</a:t>
            </a:r>
            <a:r>
              <a:rPr lang="en-US" dirty="0" smtClean="0"/>
              <a:t> at </a:t>
            </a:r>
            <a:r>
              <a:rPr lang="en-US" dirty="0" err="1" smtClean="0"/>
              <a:t>arcu</a:t>
            </a:r>
            <a:r>
              <a:rPr lang="en-US" dirty="0" smtClean="0"/>
              <a:t> </a:t>
            </a:r>
            <a:r>
              <a:rPr lang="en-US" dirty="0" err="1" smtClean="0"/>
              <a:t>congue</a:t>
            </a:r>
            <a:r>
              <a:rPr lang="en-US" dirty="0" smtClean="0"/>
              <a:t> </a:t>
            </a:r>
            <a:r>
              <a:rPr lang="en-US" dirty="0" err="1" smtClean="0"/>
              <a:t>congue</a:t>
            </a:r>
            <a:r>
              <a:rPr lang="en-US" dirty="0" smtClean="0"/>
              <a:t> </a:t>
            </a:r>
            <a:r>
              <a:rPr lang="en-US" dirty="0" err="1" smtClean="0"/>
              <a:t>vel</a:t>
            </a:r>
            <a:r>
              <a:rPr lang="en-US" dirty="0" smtClean="0"/>
              <a:t> </a:t>
            </a:r>
            <a:r>
              <a:rPr lang="en-US" dirty="0" err="1" smtClean="0"/>
              <a:t>eget</a:t>
            </a:r>
            <a:r>
              <a:rPr lang="en-US" dirty="0" smtClean="0"/>
              <a:t> ex. </a:t>
            </a:r>
            <a:r>
              <a:rPr lang="en-US" dirty="0" err="1" smtClean="0"/>
              <a:t>Duis</a:t>
            </a:r>
            <a:r>
              <a:rPr lang="en-US" dirty="0" smtClean="0"/>
              <a:t> </a:t>
            </a:r>
            <a:r>
              <a:rPr lang="en-US" dirty="0" err="1" smtClean="0"/>
              <a:t>auctor</a:t>
            </a:r>
            <a:r>
              <a:rPr lang="en-US" dirty="0" smtClean="0"/>
              <a:t> </a:t>
            </a:r>
            <a:r>
              <a:rPr lang="en-US" dirty="0" err="1" smtClean="0"/>
              <a:t>lectus</a:t>
            </a:r>
            <a:r>
              <a:rPr lang="en-US" dirty="0" smtClean="0"/>
              <a:t> </a:t>
            </a:r>
            <a:r>
              <a:rPr lang="en-US" dirty="0" err="1" smtClean="0"/>
              <a:t>maximus</a:t>
            </a:r>
            <a:r>
              <a:rPr lang="en-US" dirty="0" smtClean="0"/>
              <a:t> </a:t>
            </a:r>
            <a:r>
              <a:rPr lang="en-US" dirty="0" err="1" smtClean="0"/>
              <a:t>sapien</a:t>
            </a:r>
            <a:r>
              <a:rPr lang="en-US" dirty="0" smtClean="0"/>
              <a:t> </a:t>
            </a:r>
            <a:r>
              <a:rPr lang="en-US" dirty="0" err="1" smtClean="0"/>
              <a:t>suscipit</a:t>
            </a:r>
            <a:r>
              <a:rPr lang="en-US" dirty="0" smtClean="0"/>
              <a:t> </a:t>
            </a:r>
            <a:r>
              <a:rPr lang="en-US" dirty="0" err="1" smtClean="0"/>
              <a:t>interdum</a:t>
            </a:r>
            <a:r>
              <a:rPr lang="en-US" dirty="0" smtClean="0"/>
              <a:t>.</a:t>
            </a:r>
          </a:p>
          <a:p>
            <a:pPr lvl="0"/>
            <a:endParaRPr lang="en-US" dirty="0" smtClean="0"/>
          </a:p>
          <a:p>
            <a:pPr lvl="0"/>
            <a:r>
              <a:rPr lang="en-US" dirty="0" err="1" smtClean="0"/>
              <a:t>Curabitur</a:t>
            </a:r>
            <a:r>
              <a:rPr lang="en-US" dirty="0" smtClean="0"/>
              <a:t> </a:t>
            </a:r>
            <a:r>
              <a:rPr lang="en-US" dirty="0" err="1" smtClean="0"/>
              <a:t>rhoncus</a:t>
            </a:r>
            <a:r>
              <a:rPr lang="en-US" dirty="0" smtClean="0"/>
              <a:t>, </a:t>
            </a:r>
            <a:r>
              <a:rPr lang="en-US" dirty="0" err="1" smtClean="0"/>
              <a:t>diam</a:t>
            </a:r>
            <a:r>
              <a:rPr lang="en-US" dirty="0" smtClean="0"/>
              <a:t> </a:t>
            </a:r>
            <a:r>
              <a:rPr lang="en-US" dirty="0" err="1" smtClean="0"/>
              <a:t>vel</a:t>
            </a:r>
            <a:r>
              <a:rPr lang="en-US" dirty="0" smtClean="0"/>
              <a:t> </a:t>
            </a:r>
            <a:r>
              <a:rPr lang="en-US" dirty="0" err="1" smtClean="0"/>
              <a:t>congue</a:t>
            </a:r>
            <a:r>
              <a:rPr lang="en-US" dirty="0" smtClean="0"/>
              <a:t> </a:t>
            </a:r>
            <a:r>
              <a:rPr lang="en-US" dirty="0" err="1" smtClean="0"/>
              <a:t>pulvinar</a:t>
            </a:r>
            <a:r>
              <a:rPr lang="en-US" dirty="0" smtClean="0"/>
              <a:t>, </a:t>
            </a:r>
            <a:r>
              <a:rPr lang="en-US" dirty="0" err="1" smtClean="0"/>
              <a:t>erat</a:t>
            </a:r>
            <a:r>
              <a:rPr lang="en-US" dirty="0" smtClean="0"/>
              <a:t> </a:t>
            </a:r>
            <a:r>
              <a:rPr lang="en-US" dirty="0" err="1" smtClean="0"/>
              <a:t>massa</a:t>
            </a:r>
            <a:r>
              <a:rPr lang="en-US" dirty="0" smtClean="0"/>
              <a:t> </a:t>
            </a:r>
            <a:r>
              <a:rPr lang="en-US" dirty="0" err="1" smtClean="0"/>
              <a:t>lacinia</a:t>
            </a:r>
            <a:r>
              <a:rPr lang="en-US" dirty="0" smtClean="0"/>
              <a:t> </a:t>
            </a:r>
            <a:r>
              <a:rPr lang="en-US" dirty="0" err="1" smtClean="0"/>
              <a:t>purus</a:t>
            </a:r>
            <a:r>
              <a:rPr lang="en-US" dirty="0" smtClean="0"/>
              <a:t>, in </a:t>
            </a:r>
            <a:r>
              <a:rPr lang="en-US" dirty="0" err="1" smtClean="0"/>
              <a:t>laoreet</a:t>
            </a:r>
            <a:r>
              <a:rPr lang="en-US" dirty="0" smtClean="0"/>
              <a:t> </a:t>
            </a:r>
            <a:r>
              <a:rPr lang="en-US" dirty="0" err="1" smtClean="0"/>
              <a:t>purus</a:t>
            </a:r>
            <a:r>
              <a:rPr lang="en-US" dirty="0" smtClean="0"/>
              <a:t> </a:t>
            </a:r>
            <a:r>
              <a:rPr lang="en-US" dirty="0" err="1" smtClean="0"/>
              <a:t>massa</a:t>
            </a:r>
            <a:r>
              <a:rPr lang="en-US" dirty="0" smtClean="0"/>
              <a:t> in </a:t>
            </a:r>
            <a:r>
              <a:rPr lang="en-US" dirty="0" err="1" smtClean="0"/>
              <a:t>nunc</a:t>
            </a:r>
            <a:r>
              <a:rPr lang="en-US" dirty="0" smtClean="0"/>
              <a:t>. </a:t>
            </a:r>
            <a:r>
              <a:rPr lang="en-US" dirty="0" err="1" smtClean="0"/>
              <a:t>Phasellus</a:t>
            </a:r>
            <a:r>
              <a:rPr lang="en-US" dirty="0" smtClean="0"/>
              <a:t> </a:t>
            </a:r>
            <a:r>
              <a:rPr lang="en-US" dirty="0" err="1" smtClean="0"/>
              <a:t>finibus</a:t>
            </a:r>
            <a:r>
              <a:rPr lang="en-US" dirty="0" smtClean="0"/>
              <a:t> </a:t>
            </a:r>
            <a:r>
              <a:rPr lang="en-US" dirty="0" err="1" smtClean="0"/>
              <a:t>malesuada</a:t>
            </a:r>
            <a:r>
              <a:rPr lang="en-US" dirty="0" smtClean="0"/>
              <a:t> </a:t>
            </a:r>
            <a:r>
              <a:rPr lang="en-US" dirty="0" err="1" smtClean="0"/>
              <a:t>lobortis</a:t>
            </a:r>
            <a:r>
              <a:rPr lang="en-US" dirty="0" smtClean="0"/>
              <a:t>. </a:t>
            </a:r>
            <a:r>
              <a:rPr lang="en-US" dirty="0" err="1" smtClean="0"/>
              <a:t>Sed</a:t>
            </a:r>
            <a:r>
              <a:rPr lang="en-US" dirty="0" smtClean="0"/>
              <a:t> </a:t>
            </a:r>
            <a:r>
              <a:rPr lang="en-US" dirty="0" err="1" smtClean="0"/>
              <a:t>quis</a:t>
            </a:r>
            <a:r>
              <a:rPr lang="en-US" dirty="0" smtClean="0"/>
              <a:t> </a:t>
            </a:r>
            <a:r>
              <a:rPr lang="en-US" dirty="0" err="1" smtClean="0"/>
              <a:t>tellus</a:t>
            </a:r>
            <a:r>
              <a:rPr lang="en-US" dirty="0" smtClean="0"/>
              <a:t> id </a:t>
            </a:r>
            <a:r>
              <a:rPr lang="en-US" dirty="0" err="1" smtClean="0"/>
              <a:t>nulla</a:t>
            </a:r>
            <a:r>
              <a:rPr lang="en-US" dirty="0" smtClean="0"/>
              <a:t> </a:t>
            </a:r>
            <a:r>
              <a:rPr lang="en-US" dirty="0" err="1" smtClean="0"/>
              <a:t>mollis</a:t>
            </a:r>
            <a:r>
              <a:rPr lang="en-US" dirty="0" smtClean="0"/>
              <a:t> </a:t>
            </a:r>
            <a:r>
              <a:rPr lang="en-US" dirty="0" err="1" smtClean="0"/>
              <a:t>iaculis</a:t>
            </a:r>
            <a:r>
              <a:rPr lang="en-US" dirty="0" smtClean="0"/>
              <a:t>. Nam </a:t>
            </a:r>
            <a:r>
              <a:rPr lang="en-US" dirty="0" err="1" smtClean="0"/>
              <a:t>nec</a:t>
            </a:r>
            <a:r>
              <a:rPr lang="en-US" dirty="0" smtClean="0"/>
              <a:t> </a:t>
            </a:r>
            <a:r>
              <a:rPr lang="en-US" dirty="0" err="1" smtClean="0"/>
              <a:t>auctor</a:t>
            </a:r>
            <a:r>
              <a:rPr lang="en-US" dirty="0" smtClean="0"/>
              <a:t> </a:t>
            </a:r>
            <a:r>
              <a:rPr lang="en-US" dirty="0" err="1" smtClean="0"/>
              <a:t>arcu</a:t>
            </a:r>
            <a:r>
              <a:rPr lang="en-US" dirty="0" smtClean="0"/>
              <a:t>. </a:t>
            </a:r>
            <a:r>
              <a:rPr lang="en-US" dirty="0" err="1" smtClean="0"/>
              <a:t>Aenean</a:t>
            </a:r>
            <a:r>
              <a:rPr lang="en-US" dirty="0" smtClean="0"/>
              <a:t> </a:t>
            </a:r>
            <a:r>
              <a:rPr lang="en-US" dirty="0" err="1" smtClean="0"/>
              <a:t>molestie</a:t>
            </a:r>
            <a:r>
              <a:rPr lang="en-US" dirty="0" smtClean="0"/>
              <a:t> lacus </a:t>
            </a:r>
            <a:r>
              <a:rPr lang="en-US" dirty="0" err="1" smtClean="0"/>
              <a:t>ut</a:t>
            </a:r>
            <a:r>
              <a:rPr lang="en-US" dirty="0" smtClean="0"/>
              <a:t> </a:t>
            </a:r>
            <a:r>
              <a:rPr lang="en-US" dirty="0" err="1" smtClean="0"/>
              <a:t>urna</a:t>
            </a:r>
            <a:r>
              <a:rPr lang="en-US" dirty="0" smtClean="0"/>
              <a:t> </a:t>
            </a:r>
            <a:r>
              <a:rPr lang="en-US" dirty="0" err="1" smtClean="0"/>
              <a:t>accumsan</a:t>
            </a:r>
            <a:r>
              <a:rPr lang="en-US" dirty="0" smtClean="0"/>
              <a:t>, a </a:t>
            </a:r>
            <a:r>
              <a:rPr lang="en-US" dirty="0" err="1" smtClean="0"/>
              <a:t>rhoncus</a:t>
            </a:r>
            <a:r>
              <a:rPr lang="en-US" dirty="0" smtClean="0"/>
              <a:t> </a:t>
            </a:r>
            <a:r>
              <a:rPr lang="en-US" dirty="0" err="1" smtClean="0"/>
              <a:t>orci</a:t>
            </a:r>
            <a:r>
              <a:rPr lang="en-US" dirty="0" smtClean="0"/>
              <a:t> </a:t>
            </a:r>
            <a:r>
              <a:rPr lang="en-US" dirty="0" err="1" smtClean="0"/>
              <a:t>rhoncus</a:t>
            </a:r>
            <a:r>
              <a:rPr lang="en-US" dirty="0" smtClean="0"/>
              <a:t>. </a:t>
            </a:r>
            <a:r>
              <a:rPr lang="en-US" dirty="0" err="1" smtClean="0"/>
              <a:t>Fusce</a:t>
            </a:r>
            <a:r>
              <a:rPr lang="en-US" dirty="0" smtClean="0"/>
              <a:t> </a:t>
            </a:r>
            <a:r>
              <a:rPr lang="en-US" dirty="0" err="1" smtClean="0"/>
              <a:t>orci</a:t>
            </a:r>
            <a:r>
              <a:rPr lang="en-US" dirty="0" smtClean="0"/>
              <a:t> </a:t>
            </a:r>
            <a:r>
              <a:rPr lang="en-US" dirty="0" err="1" smtClean="0"/>
              <a:t>velit</a:t>
            </a:r>
            <a:r>
              <a:rPr lang="en-US" dirty="0" smtClean="0"/>
              <a:t>, </a:t>
            </a:r>
            <a:r>
              <a:rPr lang="en-US" dirty="0" err="1" smtClean="0"/>
              <a:t>euismod</a:t>
            </a:r>
            <a:r>
              <a:rPr lang="en-US" dirty="0" smtClean="0"/>
              <a:t> </a:t>
            </a:r>
            <a:r>
              <a:rPr lang="en-US" dirty="0" err="1" smtClean="0"/>
              <a:t>quis</a:t>
            </a:r>
            <a:r>
              <a:rPr lang="en-US" dirty="0" smtClean="0"/>
              <a:t> </a:t>
            </a:r>
            <a:r>
              <a:rPr lang="en-US" dirty="0" err="1" smtClean="0"/>
              <a:t>pulvinar</a:t>
            </a:r>
            <a:r>
              <a:rPr lang="en-US" dirty="0" smtClean="0"/>
              <a:t> ac, </a:t>
            </a:r>
            <a:r>
              <a:rPr lang="en-US" dirty="0" err="1" smtClean="0"/>
              <a:t>ultrices</a:t>
            </a:r>
            <a:r>
              <a:rPr lang="en-US" dirty="0" smtClean="0"/>
              <a:t> </a:t>
            </a:r>
            <a:r>
              <a:rPr lang="en-US" dirty="0" err="1" smtClean="0"/>
              <a:t>vel</a:t>
            </a:r>
            <a:r>
              <a:rPr lang="en-US" dirty="0" smtClean="0"/>
              <a:t> dui. </a:t>
            </a:r>
            <a:r>
              <a:rPr lang="en-US" dirty="0" err="1" smtClean="0"/>
              <a:t>Praesent</a:t>
            </a:r>
            <a:r>
              <a:rPr lang="en-US" dirty="0" smtClean="0"/>
              <a:t> </a:t>
            </a:r>
            <a:r>
              <a:rPr lang="en-US" dirty="0" err="1" smtClean="0"/>
              <a:t>commodo</a:t>
            </a:r>
            <a:r>
              <a:rPr lang="en-US" dirty="0" smtClean="0"/>
              <a:t>, </a:t>
            </a:r>
            <a:r>
              <a:rPr lang="en-US" dirty="0" err="1" smtClean="0"/>
              <a:t>odio</a:t>
            </a:r>
            <a:r>
              <a:rPr lang="en-US" dirty="0" smtClean="0"/>
              <a:t> </a:t>
            </a:r>
            <a:r>
              <a:rPr lang="en-US" dirty="0" err="1" smtClean="0"/>
              <a:t>eu</a:t>
            </a:r>
            <a:r>
              <a:rPr lang="en-US" dirty="0" smtClean="0"/>
              <a:t> </a:t>
            </a:r>
            <a:r>
              <a:rPr lang="en-US" dirty="0" err="1" smtClean="0"/>
              <a:t>ullamcorper</a:t>
            </a:r>
            <a:r>
              <a:rPr lang="en-US" dirty="0" smtClean="0"/>
              <a:t> </a:t>
            </a:r>
            <a:r>
              <a:rPr lang="en-US" dirty="0" err="1" smtClean="0"/>
              <a:t>eleifend</a:t>
            </a:r>
            <a:r>
              <a:rPr lang="en-US" dirty="0" smtClean="0"/>
              <a:t>, magna </a:t>
            </a:r>
            <a:r>
              <a:rPr lang="en-US" dirty="0" err="1" smtClean="0"/>
              <a:t>metus</a:t>
            </a:r>
            <a:r>
              <a:rPr lang="en-US" dirty="0" smtClean="0"/>
              <a:t> </a:t>
            </a:r>
            <a:r>
              <a:rPr lang="en-US" dirty="0" err="1" smtClean="0"/>
              <a:t>euismod</a:t>
            </a:r>
            <a:r>
              <a:rPr lang="en-US" dirty="0" smtClean="0"/>
              <a:t> </a:t>
            </a:r>
            <a:r>
              <a:rPr lang="en-US" dirty="0" err="1" smtClean="0"/>
              <a:t>elit</a:t>
            </a:r>
            <a:r>
              <a:rPr lang="en-US" dirty="0" smtClean="0"/>
              <a:t>, in </a:t>
            </a:r>
            <a:r>
              <a:rPr lang="en-US" dirty="0" err="1" smtClean="0"/>
              <a:t>porttitor</a:t>
            </a:r>
            <a:r>
              <a:rPr lang="en-US" dirty="0" smtClean="0"/>
              <a:t> </a:t>
            </a:r>
            <a:r>
              <a:rPr lang="en-US" dirty="0" err="1" smtClean="0"/>
              <a:t>urna</a:t>
            </a:r>
            <a:r>
              <a:rPr lang="en-US" dirty="0" smtClean="0"/>
              <a:t> </a:t>
            </a:r>
            <a:r>
              <a:rPr lang="en-US" dirty="0" err="1" smtClean="0"/>
              <a:t>nisl</a:t>
            </a:r>
            <a:r>
              <a:rPr lang="en-US" dirty="0" smtClean="0"/>
              <a:t> </a:t>
            </a:r>
            <a:r>
              <a:rPr lang="en-US" dirty="0" err="1" smtClean="0"/>
              <a:t>ut</a:t>
            </a:r>
            <a:r>
              <a:rPr lang="en-US" dirty="0" smtClean="0"/>
              <a:t> </a:t>
            </a:r>
            <a:r>
              <a:rPr lang="en-US" dirty="0" err="1" smtClean="0"/>
              <a:t>nulla</a:t>
            </a:r>
            <a:r>
              <a:rPr lang="en-US" dirty="0" smtClean="0"/>
              <a:t>. </a:t>
            </a:r>
            <a:r>
              <a:rPr lang="en-US" dirty="0" err="1" smtClean="0"/>
              <a:t>Donec</a:t>
            </a:r>
            <a:r>
              <a:rPr lang="en-US" dirty="0" smtClean="0"/>
              <a:t> </a:t>
            </a:r>
            <a:r>
              <a:rPr lang="en-US" dirty="0" err="1" smtClean="0"/>
              <a:t>accumsan</a:t>
            </a:r>
            <a:r>
              <a:rPr lang="en-US" dirty="0" smtClean="0"/>
              <a:t> </a:t>
            </a:r>
            <a:r>
              <a:rPr lang="en-US" dirty="0" err="1" smtClean="0"/>
              <a:t>egestas</a:t>
            </a:r>
            <a:r>
              <a:rPr lang="en-US" dirty="0" smtClean="0"/>
              <a:t> </a:t>
            </a:r>
            <a:r>
              <a:rPr lang="en-US" dirty="0" err="1" smtClean="0"/>
              <a:t>nulla</a:t>
            </a:r>
            <a:r>
              <a:rPr lang="en-US" dirty="0" smtClean="0"/>
              <a:t>, </a:t>
            </a:r>
            <a:r>
              <a:rPr lang="en-US" dirty="0" err="1" smtClean="0"/>
              <a:t>ut</a:t>
            </a:r>
            <a:r>
              <a:rPr lang="en-US" dirty="0" smtClean="0"/>
              <a:t> </a:t>
            </a:r>
            <a:r>
              <a:rPr lang="en-US" dirty="0" err="1" smtClean="0"/>
              <a:t>sollicitudin</a:t>
            </a:r>
            <a:r>
              <a:rPr lang="en-US" dirty="0" smtClean="0"/>
              <a:t> </a:t>
            </a:r>
            <a:r>
              <a:rPr lang="en-US" dirty="0" err="1" smtClean="0"/>
              <a:t>nulla</a:t>
            </a:r>
            <a:r>
              <a:rPr lang="en-US" dirty="0" smtClean="0"/>
              <a:t> </a:t>
            </a:r>
            <a:r>
              <a:rPr lang="en-US" dirty="0" err="1" smtClean="0"/>
              <a:t>lacinia</a:t>
            </a:r>
            <a:r>
              <a:rPr lang="en-US" dirty="0" smtClean="0"/>
              <a:t> ac. </a:t>
            </a:r>
            <a:r>
              <a:rPr lang="en-US" dirty="0" err="1" smtClean="0"/>
              <a:t>Pellentesque</a:t>
            </a:r>
            <a:r>
              <a:rPr lang="en-US" dirty="0" smtClean="0"/>
              <a:t> </a:t>
            </a:r>
            <a:r>
              <a:rPr lang="en-US" dirty="0" err="1" smtClean="0"/>
              <a:t>felis</a:t>
            </a:r>
            <a:r>
              <a:rPr lang="en-US" dirty="0" smtClean="0"/>
              <a:t> </a:t>
            </a:r>
            <a:r>
              <a:rPr lang="en-US" dirty="0" err="1" smtClean="0"/>
              <a:t>est</a:t>
            </a:r>
            <a:r>
              <a:rPr lang="en-US" dirty="0" smtClean="0"/>
              <a:t>, </a:t>
            </a:r>
            <a:r>
              <a:rPr lang="en-US" dirty="0" err="1" smtClean="0"/>
              <a:t>tincidunt</a:t>
            </a:r>
            <a:r>
              <a:rPr lang="en-US" dirty="0" smtClean="0"/>
              <a:t> et </a:t>
            </a:r>
            <a:r>
              <a:rPr lang="en-US" dirty="0" err="1" smtClean="0"/>
              <a:t>suscipit</a:t>
            </a:r>
            <a:r>
              <a:rPr lang="en-US" dirty="0" smtClean="0"/>
              <a:t> id, </a:t>
            </a:r>
            <a:r>
              <a:rPr lang="en-US" dirty="0" err="1" smtClean="0"/>
              <a:t>rutrum</a:t>
            </a:r>
            <a:r>
              <a:rPr lang="en-US" dirty="0" smtClean="0"/>
              <a:t> at </a:t>
            </a:r>
            <a:r>
              <a:rPr lang="en-US" dirty="0" err="1" smtClean="0"/>
              <a:t>odio</a:t>
            </a:r>
            <a:r>
              <a:rPr lang="en-US" dirty="0" smtClean="0"/>
              <a:t>. </a:t>
            </a:r>
            <a:r>
              <a:rPr lang="en-US" dirty="0" err="1" smtClean="0"/>
              <a:t>Sed</a:t>
            </a:r>
            <a:r>
              <a:rPr lang="en-US" dirty="0" smtClean="0"/>
              <a:t> </a:t>
            </a:r>
            <a:r>
              <a:rPr lang="en-US" dirty="0" err="1" smtClean="0"/>
              <a:t>fringilla</a:t>
            </a:r>
            <a:r>
              <a:rPr lang="en-US" dirty="0" smtClean="0"/>
              <a:t> </a:t>
            </a:r>
            <a:r>
              <a:rPr lang="en-US" dirty="0" err="1" smtClean="0"/>
              <a:t>porttitor</a:t>
            </a:r>
            <a:r>
              <a:rPr lang="en-US" dirty="0" smtClean="0"/>
              <a:t> </a:t>
            </a:r>
            <a:r>
              <a:rPr lang="en-US" dirty="0" err="1" smtClean="0"/>
              <a:t>ipsum</a:t>
            </a:r>
            <a:r>
              <a:rPr lang="en-US" dirty="0" smtClean="0"/>
              <a:t>. </a:t>
            </a:r>
          </a:p>
          <a:p>
            <a:pPr lvl="0"/>
            <a:endParaRPr lang="en-US" dirty="0" smtClean="0"/>
          </a:p>
          <a:p>
            <a:pPr lvl="0"/>
            <a:r>
              <a:rPr lang="en-US" dirty="0" err="1" smtClean="0"/>
              <a:t>Morbi</a:t>
            </a:r>
            <a:r>
              <a:rPr lang="en-US" dirty="0" smtClean="0"/>
              <a:t> </a:t>
            </a:r>
            <a:r>
              <a:rPr lang="en-US" dirty="0" err="1" smtClean="0"/>
              <a:t>cursus</a:t>
            </a:r>
            <a:r>
              <a:rPr lang="en-US" dirty="0" smtClean="0"/>
              <a:t> </a:t>
            </a:r>
            <a:r>
              <a:rPr lang="en-US" dirty="0" err="1" smtClean="0"/>
              <a:t>massa</a:t>
            </a:r>
            <a:r>
              <a:rPr lang="en-US" dirty="0" smtClean="0"/>
              <a:t> </a:t>
            </a:r>
            <a:r>
              <a:rPr lang="en-US" dirty="0" err="1" smtClean="0"/>
              <a:t>eget</a:t>
            </a:r>
            <a:r>
              <a:rPr lang="en-US" dirty="0" smtClean="0"/>
              <a:t> </a:t>
            </a:r>
            <a:r>
              <a:rPr lang="en-US" dirty="0" err="1" smtClean="0"/>
              <a:t>arcu</a:t>
            </a:r>
            <a:r>
              <a:rPr lang="en-US" dirty="0" smtClean="0"/>
              <a:t> </a:t>
            </a:r>
            <a:r>
              <a:rPr lang="en-US" dirty="0" err="1" smtClean="0"/>
              <a:t>hendrerit</a:t>
            </a:r>
            <a:r>
              <a:rPr lang="en-US" dirty="0" smtClean="0"/>
              <a:t> </a:t>
            </a:r>
            <a:r>
              <a:rPr lang="en-US" dirty="0" err="1" smtClean="0"/>
              <a:t>eleifend</a:t>
            </a:r>
            <a:r>
              <a:rPr lang="en-US" dirty="0" smtClean="0"/>
              <a:t>. </a:t>
            </a:r>
            <a:r>
              <a:rPr lang="en-US" dirty="0" err="1" smtClean="0"/>
              <a:t>Morbi</a:t>
            </a:r>
            <a:r>
              <a:rPr lang="en-US" dirty="0" smtClean="0"/>
              <a:t> sit </a:t>
            </a:r>
            <a:r>
              <a:rPr lang="en-US" dirty="0" err="1" smtClean="0"/>
              <a:t>amet</a:t>
            </a:r>
            <a:r>
              <a:rPr lang="en-US" dirty="0" smtClean="0"/>
              <a:t> </a:t>
            </a:r>
            <a:r>
              <a:rPr lang="en-US" dirty="0" err="1" smtClean="0"/>
              <a:t>accumsan</a:t>
            </a:r>
            <a:r>
              <a:rPr lang="en-US" dirty="0" smtClean="0"/>
              <a:t> dui, </a:t>
            </a:r>
            <a:r>
              <a:rPr lang="en-US" dirty="0" err="1" smtClean="0"/>
              <a:t>vel</a:t>
            </a:r>
            <a:r>
              <a:rPr lang="en-US" dirty="0" smtClean="0"/>
              <a:t> tempus </a:t>
            </a:r>
            <a:r>
              <a:rPr lang="en-US" dirty="0" err="1" smtClean="0"/>
              <a:t>urna</a:t>
            </a:r>
            <a:r>
              <a:rPr lang="en-US" dirty="0" smtClean="0"/>
              <a:t>. </a:t>
            </a:r>
            <a:r>
              <a:rPr lang="en-US" dirty="0" err="1" smtClean="0"/>
              <a:t>Cras</a:t>
            </a:r>
            <a:r>
              <a:rPr lang="en-US" dirty="0" smtClean="0"/>
              <a:t> in </a:t>
            </a:r>
            <a:r>
              <a:rPr lang="en-US" dirty="0" err="1" smtClean="0"/>
              <a:t>sapien</a:t>
            </a:r>
            <a:r>
              <a:rPr lang="en-US" dirty="0" smtClean="0"/>
              <a:t> at </a:t>
            </a:r>
            <a:r>
              <a:rPr lang="en-US" dirty="0" err="1" smtClean="0"/>
              <a:t>justo</a:t>
            </a:r>
            <a:r>
              <a:rPr lang="en-US" dirty="0" smtClean="0"/>
              <a:t> </a:t>
            </a:r>
            <a:r>
              <a:rPr lang="en-US" dirty="0" err="1" smtClean="0"/>
              <a:t>convallis</a:t>
            </a:r>
            <a:r>
              <a:rPr lang="en-US" dirty="0" smtClean="0"/>
              <a:t> </a:t>
            </a:r>
            <a:r>
              <a:rPr lang="en-US" dirty="0" err="1" smtClean="0"/>
              <a:t>lacinia</a:t>
            </a:r>
            <a:r>
              <a:rPr lang="en-US" dirty="0" smtClean="0"/>
              <a:t> et in </a:t>
            </a:r>
            <a:r>
              <a:rPr lang="en-US" dirty="0" err="1" smtClean="0"/>
              <a:t>felis</a:t>
            </a:r>
            <a:r>
              <a:rPr lang="en-US" dirty="0" smtClean="0"/>
              <a:t>. </a:t>
            </a:r>
            <a:r>
              <a:rPr lang="en-US" dirty="0" err="1" smtClean="0"/>
              <a:t>Vestibulum</a:t>
            </a:r>
            <a:r>
              <a:rPr lang="en-US" dirty="0" smtClean="0"/>
              <a:t> </a:t>
            </a:r>
            <a:r>
              <a:rPr lang="en-US" dirty="0" err="1" smtClean="0"/>
              <a:t>luctus</a:t>
            </a:r>
            <a:r>
              <a:rPr lang="en-US" dirty="0" smtClean="0"/>
              <a:t>, </a:t>
            </a:r>
            <a:r>
              <a:rPr lang="en-US" dirty="0" err="1" smtClean="0"/>
              <a:t>odio</a:t>
            </a:r>
            <a:r>
              <a:rPr lang="en-US" dirty="0" smtClean="0"/>
              <a:t> non </a:t>
            </a:r>
            <a:r>
              <a:rPr lang="en-US" dirty="0" err="1" smtClean="0"/>
              <a:t>accumsan</a:t>
            </a:r>
            <a:r>
              <a:rPr lang="en-US" dirty="0" smtClean="0"/>
              <a:t> </a:t>
            </a:r>
            <a:r>
              <a:rPr lang="en-US" dirty="0" err="1" smtClean="0"/>
              <a:t>eleifend</a:t>
            </a:r>
            <a:r>
              <a:rPr lang="en-US" dirty="0" smtClean="0"/>
              <a:t>, </a:t>
            </a:r>
            <a:r>
              <a:rPr lang="en-US" dirty="0" err="1" smtClean="0"/>
              <a:t>lectus</a:t>
            </a:r>
            <a:r>
              <a:rPr lang="en-US" dirty="0" smtClean="0"/>
              <a:t> </a:t>
            </a:r>
            <a:r>
              <a:rPr lang="en-US" dirty="0" err="1" smtClean="0"/>
              <a:t>metus</a:t>
            </a:r>
            <a:r>
              <a:rPr lang="en-US" dirty="0" smtClean="0"/>
              <a:t> </a:t>
            </a:r>
            <a:r>
              <a:rPr lang="en-US" dirty="0" err="1" smtClean="0"/>
              <a:t>rutrum</a:t>
            </a:r>
            <a:r>
              <a:rPr lang="en-US" dirty="0" smtClean="0"/>
              <a:t> </a:t>
            </a:r>
            <a:r>
              <a:rPr lang="en-US" dirty="0" err="1" smtClean="0"/>
              <a:t>orci</a:t>
            </a:r>
            <a:r>
              <a:rPr lang="en-US" dirty="0" smtClean="0"/>
              <a:t>, </a:t>
            </a:r>
            <a:r>
              <a:rPr lang="en-US" dirty="0" err="1" smtClean="0"/>
              <a:t>quis</a:t>
            </a:r>
            <a:r>
              <a:rPr lang="en-US" dirty="0" smtClean="0"/>
              <a:t> </a:t>
            </a:r>
            <a:r>
              <a:rPr lang="en-US" dirty="0" err="1" smtClean="0"/>
              <a:t>molestie</a:t>
            </a:r>
            <a:r>
              <a:rPr lang="en-US" dirty="0" smtClean="0"/>
              <a:t> </a:t>
            </a:r>
            <a:r>
              <a:rPr lang="en-US" dirty="0" err="1" smtClean="0"/>
              <a:t>enim</a:t>
            </a:r>
            <a:r>
              <a:rPr lang="en-US" dirty="0" smtClean="0"/>
              <a:t> </a:t>
            </a:r>
            <a:r>
              <a:rPr lang="en-US" dirty="0" err="1" smtClean="0"/>
              <a:t>augue</a:t>
            </a:r>
            <a:r>
              <a:rPr lang="en-US" dirty="0" smtClean="0"/>
              <a:t> in </a:t>
            </a:r>
            <a:r>
              <a:rPr lang="en-US" dirty="0" err="1" smtClean="0"/>
              <a:t>lorem</a:t>
            </a:r>
            <a:r>
              <a:rPr lang="en-US" dirty="0" smtClean="0"/>
              <a:t>. </a:t>
            </a:r>
            <a:r>
              <a:rPr lang="en-US" dirty="0" err="1" smtClean="0"/>
              <a:t>Vestibulum</a:t>
            </a:r>
            <a:r>
              <a:rPr lang="en-US" dirty="0" smtClean="0"/>
              <a:t> </a:t>
            </a:r>
            <a:r>
              <a:rPr lang="en-US" dirty="0" err="1" smtClean="0"/>
              <a:t>volutpat</a:t>
            </a:r>
            <a:r>
              <a:rPr lang="en-US" dirty="0" smtClean="0"/>
              <a:t> </a:t>
            </a:r>
            <a:r>
              <a:rPr lang="en-US" dirty="0" err="1" smtClean="0"/>
              <a:t>sagittis</a:t>
            </a:r>
            <a:r>
              <a:rPr lang="en-US" dirty="0" smtClean="0"/>
              <a:t> quam </a:t>
            </a:r>
            <a:r>
              <a:rPr lang="en-US" dirty="0" err="1" smtClean="0"/>
              <a:t>varius</a:t>
            </a:r>
            <a:r>
              <a:rPr lang="en-US" dirty="0" smtClean="0"/>
              <a:t> </a:t>
            </a:r>
            <a:r>
              <a:rPr lang="en-US" dirty="0" err="1" smtClean="0"/>
              <a:t>facilisis</a:t>
            </a:r>
            <a:r>
              <a:rPr lang="en-US" dirty="0" smtClean="0"/>
              <a:t>.</a:t>
            </a:r>
          </a:p>
          <a:p>
            <a:pPr lvl="0"/>
            <a:r>
              <a:rPr lang="en-US" dirty="0" err="1" smtClean="0"/>
              <a:t>Donec</a:t>
            </a:r>
            <a:r>
              <a:rPr lang="en-US" dirty="0" smtClean="0"/>
              <a:t> ligula </a:t>
            </a:r>
            <a:r>
              <a:rPr lang="en-US" dirty="0" err="1" smtClean="0"/>
              <a:t>diam</a:t>
            </a:r>
            <a:r>
              <a:rPr lang="en-US" dirty="0" smtClean="0"/>
              <a:t>, </a:t>
            </a:r>
            <a:r>
              <a:rPr lang="en-US" dirty="0" err="1" smtClean="0"/>
              <a:t>tincidunt</a:t>
            </a:r>
            <a:r>
              <a:rPr lang="en-US" dirty="0" smtClean="0"/>
              <a:t> id </a:t>
            </a:r>
            <a:r>
              <a:rPr lang="en-US" dirty="0" err="1" smtClean="0"/>
              <a:t>nisl</a:t>
            </a:r>
            <a:r>
              <a:rPr lang="en-US" dirty="0" smtClean="0"/>
              <a:t> </a:t>
            </a:r>
            <a:r>
              <a:rPr lang="en-US" dirty="0" err="1" smtClean="0"/>
              <a:t>vel</a:t>
            </a:r>
            <a:r>
              <a:rPr lang="en-US" dirty="0" smtClean="0"/>
              <a:t>, </a:t>
            </a:r>
            <a:r>
              <a:rPr lang="en-US" dirty="0" err="1" smtClean="0"/>
              <a:t>accumsan</a:t>
            </a:r>
            <a:r>
              <a:rPr lang="en-US" dirty="0" smtClean="0"/>
              <a:t> </a:t>
            </a:r>
            <a:r>
              <a:rPr lang="en-US" dirty="0" err="1" smtClean="0"/>
              <a:t>placerat</a:t>
            </a:r>
            <a:r>
              <a:rPr lang="en-US" dirty="0" smtClean="0"/>
              <a:t> </a:t>
            </a:r>
            <a:r>
              <a:rPr lang="en-US" dirty="0" err="1" smtClean="0"/>
              <a:t>velit</a:t>
            </a:r>
            <a:r>
              <a:rPr lang="en-US" dirty="0" smtClean="0"/>
              <a:t>. </a:t>
            </a:r>
            <a:r>
              <a:rPr lang="en-US" dirty="0" err="1" smtClean="0"/>
              <a:t>Nullam</a:t>
            </a:r>
            <a:r>
              <a:rPr lang="en-US" dirty="0" smtClean="0"/>
              <a:t> </a:t>
            </a:r>
            <a:r>
              <a:rPr lang="en-US" dirty="0" err="1" smtClean="0"/>
              <a:t>sagittis</a:t>
            </a:r>
            <a:r>
              <a:rPr lang="en-US" dirty="0" smtClean="0"/>
              <a:t> </a:t>
            </a:r>
            <a:r>
              <a:rPr lang="en-US" dirty="0" err="1" smtClean="0"/>
              <a:t>feugiat</a:t>
            </a:r>
            <a:r>
              <a:rPr lang="en-US" dirty="0" smtClean="0"/>
              <a:t> </a:t>
            </a:r>
            <a:r>
              <a:rPr lang="en-US" dirty="0" err="1" smtClean="0"/>
              <a:t>erat</a:t>
            </a:r>
            <a:r>
              <a:rPr lang="en-US" dirty="0" smtClean="0"/>
              <a:t>, </a:t>
            </a:r>
            <a:r>
              <a:rPr lang="en-US" dirty="0" err="1" smtClean="0"/>
              <a:t>vel</a:t>
            </a:r>
            <a:r>
              <a:rPr lang="en-US" dirty="0" smtClean="0"/>
              <a:t> </a:t>
            </a:r>
            <a:r>
              <a:rPr lang="en-US" dirty="0" err="1" smtClean="0"/>
              <a:t>vestibulum</a:t>
            </a:r>
            <a:r>
              <a:rPr lang="en-US" dirty="0" smtClean="0"/>
              <a:t> </a:t>
            </a:r>
            <a:r>
              <a:rPr lang="en-US" dirty="0" err="1" smtClean="0"/>
              <a:t>lorem</a:t>
            </a:r>
            <a:r>
              <a:rPr lang="en-US" dirty="0" smtClean="0"/>
              <a:t> </a:t>
            </a:r>
            <a:r>
              <a:rPr lang="en-US" dirty="0" err="1" smtClean="0"/>
              <a:t>facilisis</a:t>
            </a:r>
            <a:r>
              <a:rPr lang="en-US" dirty="0" smtClean="0"/>
              <a:t> vitae. </a:t>
            </a:r>
            <a:r>
              <a:rPr lang="en-US" dirty="0" err="1" smtClean="0"/>
              <a:t>Duis</a:t>
            </a:r>
            <a:r>
              <a:rPr lang="en-US" dirty="0" smtClean="0"/>
              <a:t> </a:t>
            </a:r>
            <a:r>
              <a:rPr lang="en-US" dirty="0" err="1" smtClean="0"/>
              <a:t>molestie</a:t>
            </a:r>
            <a:r>
              <a:rPr lang="en-US" dirty="0" smtClean="0"/>
              <a:t> </a:t>
            </a:r>
            <a:r>
              <a:rPr lang="en-US" dirty="0" err="1" smtClean="0"/>
              <a:t>urna</a:t>
            </a:r>
            <a:r>
              <a:rPr lang="en-US" dirty="0" smtClean="0"/>
              <a:t> </a:t>
            </a:r>
            <a:r>
              <a:rPr lang="en-US" dirty="0" err="1" smtClean="0"/>
              <a:t>enim</a:t>
            </a:r>
            <a:r>
              <a:rPr lang="en-US" dirty="0" smtClean="0"/>
              <a:t>, </a:t>
            </a:r>
            <a:r>
              <a:rPr lang="en-US" dirty="0" err="1" smtClean="0"/>
              <a:t>vel</a:t>
            </a:r>
            <a:r>
              <a:rPr lang="en-US" dirty="0" smtClean="0"/>
              <a:t> </a:t>
            </a:r>
            <a:r>
              <a:rPr lang="en-US" dirty="0" err="1" smtClean="0"/>
              <a:t>scelerisque</a:t>
            </a:r>
            <a:r>
              <a:rPr lang="en-US" dirty="0" smtClean="0"/>
              <a:t> </a:t>
            </a:r>
            <a:r>
              <a:rPr lang="en-US" dirty="0" err="1" smtClean="0"/>
              <a:t>arcu</a:t>
            </a:r>
            <a:r>
              <a:rPr lang="en-US" dirty="0" smtClean="0"/>
              <a:t> </a:t>
            </a:r>
            <a:r>
              <a:rPr lang="en-US" dirty="0" err="1" smtClean="0"/>
              <a:t>feugiat</a:t>
            </a:r>
            <a:r>
              <a:rPr lang="en-US" dirty="0" smtClean="0"/>
              <a:t> </a:t>
            </a:r>
            <a:r>
              <a:rPr lang="en-US" dirty="0" err="1" smtClean="0"/>
              <a:t>eget</a:t>
            </a:r>
            <a:r>
              <a:rPr lang="en-US" dirty="0" smtClean="0"/>
              <a:t>. </a:t>
            </a:r>
            <a:r>
              <a:rPr lang="en-US" dirty="0" err="1" smtClean="0"/>
              <a:t>Curabitur</a:t>
            </a:r>
            <a:r>
              <a:rPr lang="en-US" dirty="0" smtClean="0"/>
              <a:t> </a:t>
            </a:r>
            <a:r>
              <a:rPr lang="en-US" dirty="0" err="1" smtClean="0"/>
              <a:t>lobortis</a:t>
            </a:r>
            <a:r>
              <a:rPr lang="en-US" dirty="0" smtClean="0"/>
              <a:t>, </a:t>
            </a:r>
            <a:r>
              <a:rPr lang="en-US" dirty="0" err="1" smtClean="0"/>
              <a:t>nulla</a:t>
            </a:r>
            <a:r>
              <a:rPr lang="en-US" dirty="0" smtClean="0"/>
              <a:t> </a:t>
            </a:r>
            <a:r>
              <a:rPr lang="en-US" dirty="0" err="1" smtClean="0"/>
              <a:t>vel</a:t>
            </a:r>
            <a:r>
              <a:rPr lang="en-US" dirty="0" smtClean="0"/>
              <a:t> </a:t>
            </a:r>
            <a:r>
              <a:rPr lang="en-US" dirty="0" err="1" smtClean="0"/>
              <a:t>dignissim</a:t>
            </a:r>
            <a:r>
              <a:rPr lang="en-US" dirty="0" smtClean="0"/>
              <a:t> </a:t>
            </a:r>
            <a:r>
              <a:rPr lang="en-US" dirty="0" err="1" smtClean="0"/>
              <a:t>consequat</a:t>
            </a:r>
            <a:r>
              <a:rPr lang="en-US" dirty="0" smtClean="0"/>
              <a:t>, </a:t>
            </a:r>
            <a:r>
              <a:rPr lang="en-US" dirty="0" err="1" smtClean="0"/>
              <a:t>odio</a:t>
            </a:r>
            <a:r>
              <a:rPr lang="en-US" dirty="0" smtClean="0"/>
              <a:t> </a:t>
            </a:r>
            <a:r>
              <a:rPr lang="en-US" dirty="0" err="1" smtClean="0"/>
              <a:t>libero</a:t>
            </a:r>
            <a:r>
              <a:rPr lang="en-US" dirty="0" smtClean="0"/>
              <a:t> </a:t>
            </a:r>
            <a:r>
              <a:rPr lang="en-US" dirty="0" err="1" smtClean="0"/>
              <a:t>pellentesque</a:t>
            </a:r>
            <a:r>
              <a:rPr lang="en-US" dirty="0" smtClean="0"/>
              <a:t> </a:t>
            </a:r>
            <a:r>
              <a:rPr lang="en-US" dirty="0" err="1" smtClean="0"/>
              <a:t>nunc</a:t>
            </a:r>
            <a:r>
              <a:rPr lang="en-US" dirty="0" smtClean="0"/>
              <a:t>, sit </a:t>
            </a:r>
            <a:r>
              <a:rPr lang="en-US" dirty="0" err="1" smtClean="0"/>
              <a:t>amet</a:t>
            </a:r>
            <a:r>
              <a:rPr lang="en-US" dirty="0" smtClean="0"/>
              <a:t> </a:t>
            </a:r>
            <a:r>
              <a:rPr lang="en-US" dirty="0" err="1" smtClean="0"/>
              <a:t>feugiat</a:t>
            </a:r>
            <a:r>
              <a:rPr lang="en-US" dirty="0" smtClean="0"/>
              <a:t> </a:t>
            </a:r>
            <a:r>
              <a:rPr lang="en-US" dirty="0" err="1" smtClean="0"/>
              <a:t>justo</a:t>
            </a:r>
            <a:r>
              <a:rPr lang="en-US" dirty="0" smtClean="0"/>
              <a:t> </a:t>
            </a:r>
            <a:r>
              <a:rPr lang="en-US" dirty="0" err="1" smtClean="0"/>
              <a:t>metus</a:t>
            </a:r>
            <a:r>
              <a:rPr lang="en-US" dirty="0" smtClean="0"/>
              <a:t> </a:t>
            </a:r>
            <a:r>
              <a:rPr lang="en-US" dirty="0" err="1" smtClean="0"/>
              <a:t>nec</a:t>
            </a:r>
            <a:r>
              <a:rPr lang="en-US" dirty="0" smtClean="0"/>
              <a:t> </a:t>
            </a:r>
            <a:r>
              <a:rPr lang="en-US" dirty="0" err="1" smtClean="0"/>
              <a:t>neque</a:t>
            </a:r>
            <a:r>
              <a:rPr lang="en-US" dirty="0" smtClean="0"/>
              <a:t>. </a:t>
            </a:r>
            <a:r>
              <a:rPr lang="en-US" dirty="0" err="1" smtClean="0"/>
              <a:t>Donec</a:t>
            </a:r>
            <a:r>
              <a:rPr lang="en-US" dirty="0" smtClean="0"/>
              <a:t> non ante ac </a:t>
            </a:r>
            <a:r>
              <a:rPr lang="en-US" dirty="0" err="1" smtClean="0"/>
              <a:t>orci</a:t>
            </a:r>
            <a:r>
              <a:rPr lang="en-US" dirty="0" smtClean="0"/>
              <a:t> </a:t>
            </a:r>
            <a:r>
              <a:rPr lang="en-US" dirty="0" err="1" smtClean="0"/>
              <a:t>elementum</a:t>
            </a:r>
            <a:r>
              <a:rPr lang="en-US" dirty="0" smtClean="0"/>
              <a:t> </a:t>
            </a:r>
            <a:r>
              <a:rPr lang="en-US" dirty="0" err="1" smtClean="0"/>
              <a:t>iaculis</a:t>
            </a:r>
            <a:r>
              <a:rPr lang="en-US" dirty="0" smtClean="0"/>
              <a:t> </a:t>
            </a:r>
            <a:r>
              <a:rPr lang="en-US" dirty="0" err="1" smtClean="0"/>
              <a:t>consequat</a:t>
            </a:r>
            <a:r>
              <a:rPr lang="en-US" dirty="0" smtClean="0"/>
              <a:t> in </a:t>
            </a:r>
            <a:r>
              <a:rPr lang="en-US" dirty="0" err="1" smtClean="0"/>
              <a:t>metus</a:t>
            </a:r>
            <a:r>
              <a:rPr lang="en-US" dirty="0" smtClean="0"/>
              <a:t>. </a:t>
            </a:r>
            <a:r>
              <a:rPr lang="en-US" dirty="0" err="1" smtClean="0"/>
              <a:t>Interdum</a:t>
            </a:r>
            <a:r>
              <a:rPr lang="en-US" dirty="0" smtClean="0"/>
              <a:t> et </a:t>
            </a:r>
            <a:r>
              <a:rPr lang="en-US" dirty="0" err="1" smtClean="0"/>
              <a:t>malesuada</a:t>
            </a:r>
            <a:r>
              <a:rPr lang="en-US" dirty="0" smtClean="0"/>
              <a:t> fames ac ante </a:t>
            </a:r>
            <a:r>
              <a:rPr lang="en-US" dirty="0" err="1" smtClean="0"/>
              <a:t>ipsum</a:t>
            </a:r>
            <a:r>
              <a:rPr lang="en-US" dirty="0" smtClean="0"/>
              <a:t> </a:t>
            </a:r>
            <a:r>
              <a:rPr lang="en-US" dirty="0" err="1" smtClean="0"/>
              <a:t>primis</a:t>
            </a:r>
            <a:r>
              <a:rPr lang="en-US" dirty="0" smtClean="0"/>
              <a:t> in </a:t>
            </a:r>
            <a:r>
              <a:rPr lang="en-US" dirty="0" err="1" smtClean="0"/>
              <a:t>faucibus</a:t>
            </a:r>
            <a:r>
              <a:rPr lang="en-US" dirty="0" smtClean="0"/>
              <a:t>. </a:t>
            </a:r>
            <a:r>
              <a:rPr lang="en-US" dirty="0" err="1" smtClean="0"/>
              <a:t>Mauris</a:t>
            </a:r>
            <a:r>
              <a:rPr lang="en-US" dirty="0" smtClean="0"/>
              <a:t> </a:t>
            </a:r>
            <a:r>
              <a:rPr lang="en-US" dirty="0" err="1" smtClean="0"/>
              <a:t>volutpat</a:t>
            </a:r>
            <a:r>
              <a:rPr lang="en-US" dirty="0" smtClean="0"/>
              <a:t> </a:t>
            </a:r>
            <a:r>
              <a:rPr lang="en-US" dirty="0" err="1" smtClean="0"/>
              <a:t>aliquet</a:t>
            </a:r>
            <a:r>
              <a:rPr lang="en-US" dirty="0" smtClean="0"/>
              <a:t> </a:t>
            </a:r>
            <a:r>
              <a:rPr lang="en-US" dirty="0" err="1" smtClean="0"/>
              <a:t>imperdiet</a:t>
            </a:r>
            <a:r>
              <a:rPr lang="en-US" dirty="0" smtClean="0"/>
              <a:t>. </a:t>
            </a:r>
            <a:r>
              <a:rPr lang="en-US" dirty="0" err="1" smtClean="0"/>
              <a:t>Suspendisse</a:t>
            </a:r>
            <a:r>
              <a:rPr lang="en-US" dirty="0" smtClean="0"/>
              <a:t> </a:t>
            </a:r>
            <a:r>
              <a:rPr lang="en-US" dirty="0" err="1" smtClean="0"/>
              <a:t>ultrices</a:t>
            </a:r>
            <a:r>
              <a:rPr lang="en-US" dirty="0" smtClean="0"/>
              <a:t> lacus id </a:t>
            </a:r>
            <a:r>
              <a:rPr lang="en-US" dirty="0" err="1" smtClean="0"/>
              <a:t>est</a:t>
            </a:r>
            <a:r>
              <a:rPr lang="en-US" dirty="0" smtClean="0"/>
              <a:t> </a:t>
            </a:r>
            <a:r>
              <a:rPr lang="en-US" dirty="0" err="1" smtClean="0"/>
              <a:t>viverra</a:t>
            </a:r>
            <a:r>
              <a:rPr lang="en-US" dirty="0" smtClean="0"/>
              <a:t>, at </a:t>
            </a:r>
            <a:r>
              <a:rPr lang="en-US" dirty="0" err="1" smtClean="0"/>
              <a:t>porttitor</a:t>
            </a:r>
            <a:r>
              <a:rPr lang="en-US" dirty="0" smtClean="0"/>
              <a:t> </a:t>
            </a:r>
            <a:r>
              <a:rPr lang="en-US" dirty="0" err="1" smtClean="0"/>
              <a:t>metus</a:t>
            </a:r>
            <a:r>
              <a:rPr lang="en-US" dirty="0" smtClean="0"/>
              <a:t> </a:t>
            </a:r>
            <a:r>
              <a:rPr lang="en-US" dirty="0" err="1" smtClean="0"/>
              <a:t>facilisis</a:t>
            </a:r>
            <a:r>
              <a:rPr lang="en-US" dirty="0" smtClean="0"/>
              <a:t>. </a:t>
            </a:r>
            <a:r>
              <a:rPr lang="en-US" dirty="0" err="1" smtClean="0"/>
              <a:t>Nullam</a:t>
            </a:r>
            <a:r>
              <a:rPr lang="en-US" dirty="0" smtClean="0"/>
              <a:t> dolor </a:t>
            </a:r>
            <a:r>
              <a:rPr lang="en-US" dirty="0" err="1" smtClean="0"/>
              <a:t>sapien</a:t>
            </a:r>
            <a:r>
              <a:rPr lang="en-US" dirty="0" smtClean="0"/>
              <a:t>, </a:t>
            </a:r>
            <a:r>
              <a:rPr lang="en-US" dirty="0" err="1" smtClean="0"/>
              <a:t>hendrerit</a:t>
            </a:r>
            <a:r>
              <a:rPr lang="en-US" dirty="0" smtClean="0"/>
              <a:t> sit </a:t>
            </a:r>
            <a:r>
              <a:rPr lang="en-US" dirty="0" err="1" smtClean="0"/>
              <a:t>amet</a:t>
            </a:r>
            <a:r>
              <a:rPr lang="en-US" dirty="0" smtClean="0"/>
              <a:t> </a:t>
            </a:r>
            <a:r>
              <a:rPr lang="en-US" dirty="0" err="1" smtClean="0"/>
              <a:t>tellus</a:t>
            </a:r>
            <a:r>
              <a:rPr lang="en-US" dirty="0" smtClean="0"/>
              <a:t> </a:t>
            </a:r>
            <a:r>
              <a:rPr lang="en-US" dirty="0" err="1" smtClean="0"/>
              <a:t>tristique</a:t>
            </a:r>
            <a:r>
              <a:rPr lang="en-US" dirty="0" smtClean="0"/>
              <a:t>, </a:t>
            </a:r>
            <a:r>
              <a:rPr lang="en-US" dirty="0" err="1" smtClean="0"/>
              <a:t>tempor</a:t>
            </a:r>
            <a:r>
              <a:rPr lang="en-US" dirty="0" smtClean="0"/>
              <a:t> </a:t>
            </a:r>
            <a:r>
              <a:rPr lang="en-US" dirty="0" err="1" smtClean="0"/>
              <a:t>iaculis</a:t>
            </a:r>
            <a:r>
              <a:rPr lang="en-US" dirty="0" smtClean="0"/>
              <a:t> </a:t>
            </a:r>
            <a:r>
              <a:rPr lang="en-US" dirty="0" err="1" smtClean="0"/>
              <a:t>urna</a:t>
            </a:r>
            <a:r>
              <a:rPr lang="en-US" dirty="0" smtClean="0"/>
              <a:t>. </a:t>
            </a:r>
            <a:r>
              <a:rPr lang="en-US" dirty="0" err="1" smtClean="0"/>
              <a:t>Nulla</a:t>
            </a:r>
            <a:r>
              <a:rPr lang="en-US" dirty="0" smtClean="0"/>
              <a:t> a </a:t>
            </a:r>
            <a:r>
              <a:rPr lang="en-US" dirty="0" err="1" smtClean="0"/>
              <a:t>aliquam</a:t>
            </a:r>
            <a:r>
              <a:rPr lang="en-US" dirty="0" smtClean="0"/>
              <a:t> magna. </a:t>
            </a:r>
            <a:r>
              <a:rPr lang="en-US" dirty="0" err="1" smtClean="0"/>
              <a:t>Donec</a:t>
            </a:r>
            <a:r>
              <a:rPr lang="en-US" dirty="0" smtClean="0"/>
              <a:t> </a:t>
            </a:r>
            <a:r>
              <a:rPr lang="en-US" dirty="0" err="1" smtClean="0"/>
              <a:t>eget</a:t>
            </a:r>
            <a:r>
              <a:rPr lang="en-US" dirty="0" smtClean="0"/>
              <a:t> </a:t>
            </a:r>
            <a:r>
              <a:rPr lang="en-US" dirty="0" err="1" smtClean="0"/>
              <a:t>felis</a:t>
            </a:r>
            <a:r>
              <a:rPr lang="en-US" dirty="0" smtClean="0"/>
              <a:t> in </a:t>
            </a:r>
            <a:r>
              <a:rPr lang="en-US" dirty="0" err="1" smtClean="0"/>
              <a:t>felis</a:t>
            </a:r>
            <a:r>
              <a:rPr lang="en-US" dirty="0" smtClean="0"/>
              <a:t> </a:t>
            </a:r>
            <a:r>
              <a:rPr lang="en-US" dirty="0" err="1" smtClean="0"/>
              <a:t>lacinia</a:t>
            </a:r>
            <a:r>
              <a:rPr lang="en-US" dirty="0" smtClean="0"/>
              <a:t> </a:t>
            </a:r>
            <a:r>
              <a:rPr lang="en-US" dirty="0" err="1" smtClean="0"/>
              <a:t>porttitor</a:t>
            </a:r>
            <a:r>
              <a:rPr lang="en-US" dirty="0" smtClean="0"/>
              <a:t>. </a:t>
            </a:r>
            <a:r>
              <a:rPr lang="en-US" dirty="0" err="1" smtClean="0"/>
              <a:t>Proin</a:t>
            </a:r>
            <a:r>
              <a:rPr lang="en-US" dirty="0" smtClean="0"/>
              <a:t> </a:t>
            </a:r>
            <a:r>
              <a:rPr lang="en-US" dirty="0" err="1" smtClean="0"/>
              <a:t>sollicitudin</a:t>
            </a:r>
            <a:r>
              <a:rPr lang="en-US" dirty="0" smtClean="0"/>
              <a:t> ante id </a:t>
            </a:r>
            <a:r>
              <a:rPr lang="en-US" dirty="0" err="1" smtClean="0"/>
              <a:t>nisl</a:t>
            </a:r>
            <a:r>
              <a:rPr lang="en-US" dirty="0" smtClean="0"/>
              <a:t> </a:t>
            </a:r>
            <a:r>
              <a:rPr lang="en-US" dirty="0" err="1" smtClean="0"/>
              <a:t>imperdiet</a:t>
            </a:r>
            <a:r>
              <a:rPr lang="en-US" dirty="0" smtClean="0"/>
              <a:t> </a:t>
            </a:r>
            <a:r>
              <a:rPr lang="en-US" dirty="0" err="1" smtClean="0"/>
              <a:t>euismod</a:t>
            </a:r>
            <a:r>
              <a:rPr lang="en-US" dirty="0" smtClean="0"/>
              <a:t>. </a:t>
            </a:r>
            <a:r>
              <a:rPr lang="en-US" dirty="0" err="1" smtClean="0"/>
              <a:t>Aenean</a:t>
            </a:r>
            <a:r>
              <a:rPr lang="en-US" dirty="0" smtClean="0"/>
              <a:t> </a:t>
            </a:r>
            <a:r>
              <a:rPr lang="en-US" dirty="0" err="1" smtClean="0"/>
              <a:t>vestibulum</a:t>
            </a:r>
            <a:r>
              <a:rPr lang="en-US" dirty="0" smtClean="0"/>
              <a:t> non </a:t>
            </a:r>
            <a:r>
              <a:rPr lang="en-US" dirty="0" err="1" smtClean="0"/>
              <a:t>metus</a:t>
            </a:r>
            <a:r>
              <a:rPr lang="en-US" dirty="0" smtClean="0"/>
              <a:t> vitae </a:t>
            </a:r>
            <a:r>
              <a:rPr lang="en-US" dirty="0" err="1" smtClean="0"/>
              <a:t>rutrum</a:t>
            </a:r>
            <a:r>
              <a:rPr lang="en-US" dirty="0" smtClean="0"/>
              <a:t>. </a:t>
            </a:r>
            <a:r>
              <a:rPr lang="en-US" dirty="0" err="1" smtClean="0"/>
              <a:t>Cras</a:t>
            </a:r>
            <a:r>
              <a:rPr lang="en-US" dirty="0" smtClean="0"/>
              <a:t> </a:t>
            </a:r>
            <a:r>
              <a:rPr lang="en-US" dirty="0" err="1" smtClean="0"/>
              <a:t>varius</a:t>
            </a:r>
            <a:r>
              <a:rPr lang="en-US" dirty="0" smtClean="0"/>
              <a:t> </a:t>
            </a:r>
            <a:r>
              <a:rPr lang="en-US" dirty="0" err="1" smtClean="0"/>
              <a:t>condimentum</a:t>
            </a:r>
            <a:r>
              <a:rPr lang="en-US" dirty="0" smtClean="0"/>
              <a:t> </a:t>
            </a:r>
            <a:r>
              <a:rPr lang="en-US" dirty="0" err="1" smtClean="0"/>
              <a:t>diam</a:t>
            </a:r>
            <a:r>
              <a:rPr lang="en-US" dirty="0" smtClean="0"/>
              <a:t>, </a:t>
            </a:r>
            <a:r>
              <a:rPr lang="en-US" dirty="0" err="1" smtClean="0"/>
              <a:t>quis</a:t>
            </a:r>
            <a:r>
              <a:rPr lang="en-US" dirty="0" smtClean="0"/>
              <a:t> </a:t>
            </a:r>
            <a:r>
              <a:rPr lang="en-US" dirty="0" err="1" smtClean="0"/>
              <a:t>euismod</a:t>
            </a:r>
            <a:r>
              <a:rPr lang="en-US" dirty="0" smtClean="0"/>
              <a:t> </a:t>
            </a:r>
            <a:r>
              <a:rPr lang="en-US" dirty="0" err="1" smtClean="0"/>
              <a:t>erat</a:t>
            </a:r>
            <a:r>
              <a:rPr lang="en-US" dirty="0" smtClean="0"/>
              <a:t> </a:t>
            </a:r>
            <a:r>
              <a:rPr lang="en-US" dirty="0" err="1" smtClean="0"/>
              <a:t>pharetra</a:t>
            </a:r>
            <a:r>
              <a:rPr lang="en-US" dirty="0" smtClean="0"/>
              <a:t> non. </a:t>
            </a:r>
            <a:r>
              <a:rPr lang="en-US" dirty="0" err="1" smtClean="0"/>
              <a:t>Sed</a:t>
            </a:r>
            <a:r>
              <a:rPr lang="en-US" dirty="0" smtClean="0"/>
              <a:t> </a:t>
            </a:r>
            <a:r>
              <a:rPr lang="en-US" dirty="0" err="1" smtClean="0"/>
              <a:t>eget</a:t>
            </a:r>
            <a:r>
              <a:rPr lang="en-US" dirty="0" smtClean="0"/>
              <a:t> </a:t>
            </a:r>
            <a:r>
              <a:rPr lang="en-US" dirty="0" err="1" smtClean="0"/>
              <a:t>blandit</a:t>
            </a:r>
            <a:r>
              <a:rPr lang="en-US" dirty="0" smtClean="0"/>
              <a:t> sem.</a:t>
            </a:r>
          </a:p>
        </p:txBody>
      </p:sp>
    </p:spTree>
    <p:extLst>
      <p:ext uri="{BB962C8B-B14F-4D97-AF65-F5344CB8AC3E}">
        <p14:creationId xmlns:p14="http://schemas.microsoft.com/office/powerpoint/2010/main" val="22782390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fade">
                                      <p:cBhvr>
                                        <p:cTn id="7" dur="400"/>
                                        <p:tgtEl>
                                          <p:spTgt spid="6">
                                            <p:txEl>
                                              <p:pRg st="0" end="0"/>
                                            </p:txEl>
                                          </p:spTgt>
                                        </p:tgtEl>
                                      </p:cBhvr>
                                    </p:animEffect>
                                    <p:anim calcmode="lin" valueType="num">
                                      <p:cBhvr>
                                        <p:cTn id="8" dur="4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6">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00"/>
                                  </p:stCondLst>
                                  <p:childTnLst>
                                    <p:set>
                                      <p:cBhvr>
                                        <p:cTn id="11" dur="1" fill="hold">
                                          <p:stCondLst>
                                            <p:cond delay="0"/>
                                          </p:stCondLst>
                                        </p:cTn>
                                        <p:tgtEl>
                                          <p:spTgt spid="8">
                                            <p:txEl>
                                              <p:pRg st="0" end="0"/>
                                            </p:txEl>
                                          </p:spTgt>
                                        </p:tgtEl>
                                        <p:attrNameLst>
                                          <p:attrName>style.visibility</p:attrName>
                                        </p:attrNameLst>
                                      </p:cBhvr>
                                      <p:to>
                                        <p:strVal val="visible"/>
                                      </p:to>
                                    </p:set>
                                    <p:animEffect transition="in" filter="fade">
                                      <p:cBhvr>
                                        <p:cTn id="12" dur="500"/>
                                        <p:tgtEl>
                                          <p:spTgt spid="8">
                                            <p:txEl>
                                              <p:pRg st="0" end="0"/>
                                            </p:txEl>
                                          </p:spTgt>
                                        </p:tgtEl>
                                      </p:cBhvr>
                                    </p:animEffect>
                                    <p:anim calcmode="lin" valueType="num">
                                      <p:cBhvr>
                                        <p:cTn id="13"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8">
                                            <p:txEl>
                                              <p:pRg st="0" end="0"/>
                                            </p:txEl>
                                          </p:spTgt>
                                        </p:tgtEl>
                                        <p:attrNameLst>
                                          <p:attrName>ppt_y</p:attrName>
                                        </p:attrNameLst>
                                      </p:cBhvr>
                                      <p:tavLst>
                                        <p:tav tm="0">
                                          <p:val>
                                            <p:strVal val="#ppt_y+.1"/>
                                          </p:val>
                                        </p:tav>
                                        <p:tav tm="100000">
                                          <p:val>
                                            <p:strVal val="#ppt_y"/>
                                          </p:val>
                                        </p:tav>
                                      </p:tavLst>
                                    </p:anim>
                                  </p:childTnLst>
                                </p:cTn>
                              </p:par>
                              <p:par>
                                <p:cTn id="15" presetID="10" presetClass="entr" presetSubtype="0" fill="hold" grpId="0" nodeType="withEffect">
                                  <p:stCondLst>
                                    <p:cond delay="800"/>
                                  </p:stCondLst>
                                  <p:childTnLst>
                                    <p:set>
                                      <p:cBhvr>
                                        <p:cTn id="16" dur="1" fill="hold">
                                          <p:stCondLst>
                                            <p:cond delay="0"/>
                                          </p:stCondLst>
                                        </p:cTn>
                                        <p:tgtEl>
                                          <p:spTgt spid="9">
                                            <p:txEl>
                                              <p:pRg st="0" end="0"/>
                                            </p:txEl>
                                          </p:spTgt>
                                        </p:tgtEl>
                                        <p:attrNameLst>
                                          <p:attrName>style.visibility</p:attrName>
                                        </p:attrNameLst>
                                      </p:cBhvr>
                                      <p:to>
                                        <p:strVal val="visible"/>
                                      </p:to>
                                    </p:set>
                                    <p:animEffect transition="in" filter="fade">
                                      <p:cBhvr>
                                        <p:cTn id="17" dur="500"/>
                                        <p:tgtEl>
                                          <p:spTgt spid="9">
                                            <p:txEl>
                                              <p:pRg st="0" end="0"/>
                                            </p:txEl>
                                          </p:spTgt>
                                        </p:tgtEl>
                                      </p:cBhvr>
                                    </p:animEffect>
                                  </p:childTnLst>
                                </p:cTn>
                              </p:par>
                              <p:par>
                                <p:cTn id="18" presetID="10" presetClass="entr" presetSubtype="0" fill="hold" grpId="0" nodeType="withEffect">
                                  <p:stCondLst>
                                    <p:cond delay="800"/>
                                  </p:stCondLst>
                                  <p:childTnLst>
                                    <p:set>
                                      <p:cBhvr>
                                        <p:cTn id="19" dur="1" fill="hold">
                                          <p:stCondLst>
                                            <p:cond delay="0"/>
                                          </p:stCondLst>
                                        </p:cTn>
                                        <p:tgtEl>
                                          <p:spTgt spid="9">
                                            <p:txEl>
                                              <p:pRg st="2" end="2"/>
                                            </p:txEl>
                                          </p:spTgt>
                                        </p:tgtEl>
                                        <p:attrNameLst>
                                          <p:attrName>style.visibility</p:attrName>
                                        </p:attrNameLst>
                                      </p:cBhvr>
                                      <p:to>
                                        <p:strVal val="visible"/>
                                      </p:to>
                                    </p:set>
                                    <p:animEffect transition="in" filter="fade">
                                      <p:cBhvr>
                                        <p:cTn id="20" dur="500"/>
                                        <p:tgtEl>
                                          <p:spTgt spid="9">
                                            <p:txEl>
                                              <p:pRg st="2" end="2"/>
                                            </p:txEl>
                                          </p:spTgt>
                                        </p:tgtEl>
                                      </p:cBhvr>
                                    </p:animEffect>
                                  </p:childTnLst>
                                </p:cTn>
                              </p:par>
                              <p:par>
                                <p:cTn id="21" presetID="10" presetClass="entr" presetSubtype="0" fill="hold" grpId="0" nodeType="withEffect">
                                  <p:stCondLst>
                                    <p:cond delay="800"/>
                                  </p:stCondLst>
                                  <p:childTnLst>
                                    <p:set>
                                      <p:cBhvr>
                                        <p:cTn id="22" dur="1" fill="hold">
                                          <p:stCondLst>
                                            <p:cond delay="0"/>
                                          </p:stCondLst>
                                        </p:cTn>
                                        <p:tgtEl>
                                          <p:spTgt spid="9">
                                            <p:txEl>
                                              <p:pRg st="4" end="4"/>
                                            </p:txEl>
                                          </p:spTgt>
                                        </p:tgtEl>
                                        <p:attrNameLst>
                                          <p:attrName>style.visibility</p:attrName>
                                        </p:attrNameLst>
                                      </p:cBhvr>
                                      <p:to>
                                        <p:strVal val="visible"/>
                                      </p:to>
                                    </p:set>
                                    <p:animEffect transition="in" filter="fade">
                                      <p:cBhvr>
                                        <p:cTn id="23" dur="500"/>
                                        <p:tgtEl>
                                          <p:spTgt spid="9">
                                            <p:txEl>
                                              <p:pRg st="4" end="4"/>
                                            </p:txEl>
                                          </p:spTgt>
                                        </p:tgtEl>
                                      </p:cBhvr>
                                    </p:animEffect>
                                  </p:childTnLst>
                                </p:cTn>
                              </p:par>
                              <p:par>
                                <p:cTn id="24" presetID="10" presetClass="entr" presetSubtype="0" fill="hold" grpId="0" nodeType="withEffect">
                                  <p:stCondLst>
                                    <p:cond delay="800"/>
                                  </p:stCondLst>
                                  <p:childTnLst>
                                    <p:set>
                                      <p:cBhvr>
                                        <p:cTn id="25" dur="1" fill="hold">
                                          <p:stCondLst>
                                            <p:cond delay="0"/>
                                          </p:stCondLst>
                                        </p:cTn>
                                        <p:tgtEl>
                                          <p:spTgt spid="9">
                                            <p:txEl>
                                              <p:pRg st="6" end="6"/>
                                            </p:txEl>
                                          </p:spTgt>
                                        </p:tgtEl>
                                        <p:attrNameLst>
                                          <p:attrName>style.visibility</p:attrName>
                                        </p:attrNameLst>
                                      </p:cBhvr>
                                      <p:to>
                                        <p:strVal val="visible"/>
                                      </p:to>
                                    </p:set>
                                    <p:animEffect transition="in" filter="fade">
                                      <p:cBhvr>
                                        <p:cTn id="26" dur="500"/>
                                        <p:tgtEl>
                                          <p:spTgt spid="9">
                                            <p:txEl>
                                              <p:pRg st="6" end="6"/>
                                            </p:txEl>
                                          </p:spTgt>
                                        </p:tgtEl>
                                      </p:cBhvr>
                                    </p:animEffect>
                                  </p:childTnLst>
                                </p:cTn>
                              </p:par>
                              <p:par>
                                <p:cTn id="27" presetID="10" presetClass="entr" presetSubtype="0" fill="hold" grpId="0" nodeType="withEffect">
                                  <p:stCondLst>
                                    <p:cond delay="800"/>
                                  </p:stCondLst>
                                  <p:childTnLst>
                                    <p:set>
                                      <p:cBhvr>
                                        <p:cTn id="28" dur="1" fill="hold">
                                          <p:stCondLst>
                                            <p:cond delay="0"/>
                                          </p:stCondLst>
                                        </p:cTn>
                                        <p:tgtEl>
                                          <p:spTgt spid="9">
                                            <p:txEl>
                                              <p:pRg st="7" end="7"/>
                                            </p:txEl>
                                          </p:spTgt>
                                        </p:tgtEl>
                                        <p:attrNameLst>
                                          <p:attrName>style.visibility</p:attrName>
                                        </p:attrNameLst>
                                      </p:cBhvr>
                                      <p:to>
                                        <p:strVal val="visible"/>
                                      </p:to>
                                    </p:set>
                                    <p:animEffect transition="in" filter="fade">
                                      <p:cBhvr>
                                        <p:cTn id="29" dur="500"/>
                                        <p:tgtEl>
                                          <p:spTgt spid="9">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tmplLst>
          <p:tmpl lvl="1">
            <p:tnLst>
              <p:par>
                <p:cTn presetID="42" presetClass="entr" presetSubtype="0" fill="hold" nodeType="withEffect">
                  <p:stCondLst>
                    <p:cond delay="200"/>
                  </p:stCondLst>
                  <p:childTnLst>
                    <p:set>
                      <p:cBhvr>
                        <p:cTn dur="1" fill="hold">
                          <p:stCondLst>
                            <p:cond delay="0"/>
                          </p:stCondLst>
                        </p:cTn>
                        <p:tgtEl>
                          <p:spTgt spid="6"/>
                        </p:tgtEl>
                        <p:attrNameLst>
                          <p:attrName>style.visibility</p:attrName>
                        </p:attrNameLst>
                      </p:cBhvr>
                      <p:to>
                        <p:strVal val="visible"/>
                      </p:to>
                    </p:set>
                    <p:animEffect transition="in" filter="fade">
                      <p:cBhvr>
                        <p:cTn dur="400"/>
                        <p:tgtEl>
                          <p:spTgt spid="6"/>
                        </p:tgtEl>
                      </p:cBhvr>
                    </p:animEffect>
                    <p:anim calcmode="lin" valueType="num">
                      <p:cBhvr>
                        <p:cTn dur="400" fill="hold"/>
                        <p:tgtEl>
                          <p:spTgt spid="6"/>
                        </p:tgtEl>
                        <p:attrNameLst>
                          <p:attrName>ppt_x</p:attrName>
                        </p:attrNameLst>
                      </p:cBhvr>
                      <p:tavLst>
                        <p:tav tm="0">
                          <p:val>
                            <p:strVal val="#ppt_x"/>
                          </p:val>
                        </p:tav>
                        <p:tav tm="100000">
                          <p:val>
                            <p:strVal val="#ppt_x"/>
                          </p:val>
                        </p:tav>
                      </p:tavLst>
                    </p:anim>
                    <p:anim calcmode="lin" valueType="num">
                      <p:cBhvr>
                        <p:cTn dur="400" fill="hold"/>
                        <p:tgtEl>
                          <p:spTgt spid="6"/>
                        </p:tgtEl>
                        <p:attrNameLst>
                          <p:attrName>ppt_y</p:attrName>
                        </p:attrNameLst>
                      </p:cBhvr>
                      <p:tavLst>
                        <p:tav tm="0">
                          <p:val>
                            <p:strVal val="#ppt_y+.1"/>
                          </p:val>
                        </p:tav>
                        <p:tav tm="100000">
                          <p:val>
                            <p:strVal val="#ppt_y"/>
                          </p:val>
                        </p:tav>
                      </p:tavLst>
                    </p:anim>
                  </p:childTnLst>
                </p:cTn>
              </p:par>
            </p:tnLst>
          </p:tmpl>
        </p:tmplLst>
      </p:bldP>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10" presetClass="entr" presetSubtype="0" fill="hold" nodeType="withEffect">
                  <p:stCondLst>
                    <p:cond delay="8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childTnLst>
                </p:cTn>
              </p:par>
            </p:tnLst>
          </p:tmpl>
        </p:tmplLst>
      </p:bldP>
    </p:bldLst>
  </p:timing>
</p:sldLayout>
</file>

<file path=ppt/slideLayouts/slideLayout20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DBBF0029-439F-CE46-B446-75F071330130}"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8073356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662782"/>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9F872B9E-2FF0-3E47-BD1F-B830E13DE312}"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38650742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5763B6B8-890C-C340-95D0-EB458428BFAA}"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20079940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242D6543-FF21-574B-B541-5F660A7843AC}"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40387378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19B1344F-D25C-8A42-BBCB-B13CF3A34B2F}"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8323532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1114D18C-73F4-9545-94A2-8E00A9B0A791}"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19260333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389461CE-9E62-F84B-8FBD-F55304E14E1A}"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39450354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18C83FC5-50A8-D04B-97B7-C8C1403DD858}"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34871967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29EB42D8-539C-B94C-848B-46653AFB418B}"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28077871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3FD81365-2D3B-BB48-8A39-AA005751B805}"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42683257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52F09022-47F3-A74C-92F8-50FBD9698AF0}"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27860025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Title and Footer">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38200" y="365125"/>
            <a:ext cx="10515600" cy="1325563"/>
          </a:xfrm>
          <a:prstGeom prst="rect">
            <a:avLst/>
          </a:prstGeom>
        </p:spPr>
        <p:txBody>
          <a:bodyPr/>
          <a:lstStyle/>
          <a:p>
            <a:r>
              <a:rPr lang="en-US" dirty="0" smtClean="0"/>
              <a:t>CLICK TO EDIT MASTER TITLE STYLE</a:t>
            </a:r>
            <a:endParaRPr lang="en-US" dirty="0"/>
          </a:p>
        </p:txBody>
      </p:sp>
      <p:sp>
        <p:nvSpPr>
          <p:cNvPr id="4" name="Date Placeholder 3"/>
          <p:cNvSpPr>
            <a:spLocks noGrp="1"/>
          </p:cNvSpPr>
          <p:nvPr>
            <p:ph type="dt" sz="half" idx="10"/>
          </p:nvPr>
        </p:nvSpPr>
        <p:spPr>
          <a:xfrm>
            <a:off x="609600" y="8333734"/>
            <a:ext cx="2844800" cy="365125"/>
          </a:xfrm>
          <a:prstGeom prst="rect">
            <a:avLst/>
          </a:prstGeom>
        </p:spPr>
        <p:txBody>
          <a:bodyPr/>
          <a:lstStyle/>
          <a:p>
            <a:pPr fontAlgn="auto">
              <a:spcBef>
                <a:spcPts val="0"/>
              </a:spcBef>
              <a:spcAft>
                <a:spcPts val="0"/>
              </a:spcAft>
            </a:pPr>
            <a:fld id="{48E72090-A0F5-D64D-89B1-9D03EFF28C6E}" type="datetime1">
              <a:rPr lang="en-US" smtClean="0">
                <a:solidFill>
                  <a:prstClr val="black"/>
                </a:solidFill>
                <a:latin typeface="Calibri" panose="020F0502020204030204"/>
                <a:cs typeface="+mn-cs"/>
              </a:rPr>
              <a:t>9/22/16</a:t>
            </a:fld>
            <a:endParaRPr lang="en-US" dirty="0">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0D1EDE-7116-2443-9BDD-368CE5B37660}" type="slidenum">
              <a:rPr lang="en-US" smtClean="0">
                <a:solidFill>
                  <a:prstClr val="black"/>
                </a:solidFill>
                <a:latin typeface="Calibri" panose="020F0502020204030204"/>
                <a:cs typeface="+mn-cs"/>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34485699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4083299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42E30EC5-328D-034B-B875-622A895A9551}" type="datetime1">
              <a:rPr lang="en-US" smtClean="0">
                <a:solidFill>
                  <a:prstClr val="black"/>
                </a:solidFill>
                <a:latin typeface="Calibri" panose="020F0502020204030204"/>
                <a:cs typeface="+mn-cs"/>
              </a:rPr>
              <a:t>9/22/16</a:t>
            </a:fld>
            <a:endParaRPr lang="id-ID">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id-ID">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12575550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id-ID"/>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89B59F54-1FE2-0749-A331-148F55C100E8}" type="datetime1">
              <a:rPr lang="en-US" smtClean="0">
                <a:solidFill>
                  <a:prstClr val="black"/>
                </a:solidFill>
                <a:latin typeface="Calibri" panose="020F0502020204030204"/>
                <a:cs typeface="+mn-cs"/>
              </a:rPr>
              <a:t>9/22/16</a:t>
            </a:fld>
            <a:endParaRPr lang="id-ID">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id-ID">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13650897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B2DB428E-06EB-AB43-9987-6FC8D4EDE982}" type="datetime1">
              <a:rPr lang="en-US" smtClean="0">
                <a:solidFill>
                  <a:prstClr val="black"/>
                </a:solidFill>
                <a:latin typeface="Calibri" panose="020F0502020204030204"/>
                <a:cs typeface="+mn-cs"/>
              </a:rPr>
              <a:t>9/22/16</a:t>
            </a:fld>
            <a:endParaRPr lang="id-ID">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id-ID">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7251740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id-ID"/>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7" name="Date Placeholder 6"/>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664291F2-9BE7-324E-9FED-2EFA79DFEE45}" type="datetime1">
              <a:rPr lang="en-US" smtClean="0">
                <a:solidFill>
                  <a:prstClr val="black"/>
                </a:solidFill>
                <a:latin typeface="Calibri" panose="020F0502020204030204"/>
                <a:cs typeface="+mn-cs"/>
              </a:rPr>
              <a:t>9/22/16</a:t>
            </a:fld>
            <a:endParaRPr lang="id-ID">
              <a:solidFill>
                <a:prstClr val="black"/>
              </a:solidFill>
              <a:latin typeface="Calibri" panose="020F0502020204030204"/>
              <a:cs typeface="+mn-cs"/>
            </a:endParaRPr>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id-ID">
              <a:solidFill>
                <a:prstClr val="black"/>
              </a:solidFill>
              <a:latin typeface="Calibri" panose="020F0502020204030204"/>
              <a:cs typeface="+mn-cs"/>
            </a:endParaRPr>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29827483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Date Placeholder 2"/>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135F012-3EAE-D548-B51B-21167C793976}" type="datetime1">
              <a:rPr lang="en-US" smtClean="0">
                <a:solidFill>
                  <a:prstClr val="black"/>
                </a:solidFill>
                <a:latin typeface="Calibri" panose="020F0502020204030204"/>
                <a:cs typeface="+mn-cs"/>
              </a:rPr>
              <a:t>9/22/16</a:t>
            </a:fld>
            <a:endParaRPr lang="id-ID">
              <a:solidFill>
                <a:prstClr val="black"/>
              </a:solidFill>
              <a:latin typeface="Calibri" panose="020F0502020204030204"/>
              <a:cs typeface="+mn-cs"/>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id-ID">
              <a:solidFill>
                <a:prstClr val="black"/>
              </a:solidFill>
              <a:latin typeface="Calibri" panose="020F0502020204030204"/>
              <a:cs typeface="+mn-cs"/>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1898363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3F66D1BF-EDE9-1C45-8960-D26B6F55A0DF}" type="datetime1">
              <a:rPr lang="en-US" smtClean="0">
                <a:solidFill>
                  <a:prstClr val="black"/>
                </a:solidFill>
                <a:latin typeface="Calibri" panose="020F0502020204030204"/>
                <a:cs typeface="+mn-cs"/>
              </a:rPr>
              <a:t>9/22/16</a:t>
            </a:fld>
            <a:endParaRPr lang="id-ID">
              <a:solidFill>
                <a:prstClr val="black"/>
              </a:solidFill>
              <a:latin typeface="Calibri" panose="020F0502020204030204"/>
              <a:cs typeface="+mn-cs"/>
            </a:endParaRPr>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id-ID">
              <a:solidFill>
                <a:prstClr val="black"/>
              </a:solidFill>
              <a:latin typeface="Calibri" panose="020F0502020204030204"/>
              <a:cs typeface="+mn-cs"/>
            </a:endParaRPr>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29019617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id-ID"/>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325EB039-2084-0949-939A-CF703E98C0D7}" type="datetime1">
              <a:rPr lang="en-US" smtClean="0">
                <a:solidFill>
                  <a:prstClr val="black"/>
                </a:solidFill>
                <a:latin typeface="Calibri" panose="020F0502020204030204"/>
                <a:cs typeface="+mn-cs"/>
              </a:rPr>
              <a:t>9/22/16</a:t>
            </a:fld>
            <a:endParaRPr lang="id-ID">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id-ID">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18334763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id-ID"/>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id-ID"/>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662041A4-6143-A446-8CC9-DD7497571F78}" type="datetime1">
              <a:rPr lang="en-US" smtClean="0">
                <a:solidFill>
                  <a:prstClr val="black"/>
                </a:solidFill>
                <a:latin typeface="Calibri" panose="020F0502020204030204"/>
                <a:cs typeface="+mn-cs"/>
              </a:rPr>
              <a:t>9/22/16</a:t>
            </a:fld>
            <a:endParaRPr lang="id-ID">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id-ID">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29453729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73B9C38C-A5D0-3940-93FD-D214788B4465}" type="datetime1">
              <a:rPr lang="en-US" smtClean="0">
                <a:solidFill>
                  <a:prstClr val="black"/>
                </a:solidFill>
                <a:latin typeface="Calibri" panose="020F0502020204030204"/>
                <a:cs typeface="+mn-cs"/>
              </a:rPr>
              <a:t>9/22/16</a:t>
            </a:fld>
            <a:endParaRPr lang="id-ID">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id-ID">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26174180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id-ID"/>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5D014B49-F526-7341-9C59-939AA350B7D5}" type="datetime1">
              <a:rPr lang="en-US" smtClean="0">
                <a:solidFill>
                  <a:prstClr val="black"/>
                </a:solidFill>
                <a:latin typeface="Calibri" panose="020F0502020204030204"/>
                <a:cs typeface="+mn-cs"/>
              </a:rPr>
              <a:t>9/22/16</a:t>
            </a:fld>
            <a:endParaRPr lang="id-ID">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id-ID">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6A3C11-AD56-4BB5-ABF6-05866C35BEE0}" type="slidenum">
              <a:rPr lang="id-ID" smtClean="0">
                <a:solidFill>
                  <a:prstClr val="black"/>
                </a:solidFill>
                <a:latin typeface="Calibri" panose="020F0502020204030204"/>
                <a:cs typeface="+mn-cs"/>
              </a:rPr>
              <a:pPr fontAlgn="auto">
                <a:spcBef>
                  <a:spcPts val="0"/>
                </a:spcBef>
                <a:spcAft>
                  <a:spcPts val="0"/>
                </a:spcAft>
              </a:pPr>
              <a:t>‹#›</a:t>
            </a:fld>
            <a:endParaRPr lang="id-ID">
              <a:solidFill>
                <a:prstClr val="black"/>
              </a:solidFill>
              <a:latin typeface="Calibri" panose="020F0502020204030204"/>
              <a:cs typeface="+mn-cs"/>
            </a:endParaRPr>
          </a:p>
        </p:txBody>
      </p:sp>
    </p:spTree>
    <p:extLst>
      <p:ext uri="{BB962C8B-B14F-4D97-AF65-F5344CB8AC3E}">
        <p14:creationId xmlns:p14="http://schemas.microsoft.com/office/powerpoint/2010/main" val="36298144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IN"/>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IN"/>
          </a:p>
        </p:txBody>
      </p:sp>
      <p:sp>
        <p:nvSpPr>
          <p:cNvPr id="4" name="Date Placeholder 3"/>
          <p:cNvSpPr>
            <a:spLocks noGrp="1"/>
          </p:cNvSpPr>
          <p:nvPr>
            <p:ph type="dt" sz="half" idx="10"/>
          </p:nvPr>
        </p:nvSpPr>
        <p:spPr/>
        <p:txBody>
          <a:bodyPr/>
          <a:lstStyle/>
          <a:p>
            <a:fld id="{83FEBF10-D598-7040-B291-8F71163A4C48}" type="datetime1">
              <a:rPr lang="en-US" smtClean="0">
                <a:solidFill>
                  <a:prstClr val="black">
                    <a:tint val="75000"/>
                  </a:prstClr>
                </a:solidFill>
              </a:rPr>
              <a:t>9/22/16</a:t>
            </a:fld>
            <a:endParaRPr lang="en-IN">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IN">
              <a:solidFill>
                <a:prstClr val="black">
                  <a:tint val="75000"/>
                </a:prstClr>
              </a:solidFill>
            </a:endParaRPr>
          </a:p>
        </p:txBody>
      </p:sp>
      <p:sp>
        <p:nvSpPr>
          <p:cNvPr id="6" name="Slide Number Placeholder 5"/>
          <p:cNvSpPr>
            <a:spLocks noGrp="1"/>
          </p:cNvSpPr>
          <p:nvPr>
            <p:ph type="sldNum" sz="quarter" idx="12"/>
          </p:nvPr>
        </p:nvSpPr>
        <p:spPr/>
        <p:txBody>
          <a:body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26451090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IN"/>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N"/>
          </a:p>
        </p:txBody>
      </p:sp>
      <p:sp>
        <p:nvSpPr>
          <p:cNvPr id="4" name="Date Placeholder 3"/>
          <p:cNvSpPr>
            <a:spLocks noGrp="1"/>
          </p:cNvSpPr>
          <p:nvPr>
            <p:ph type="dt" sz="half" idx="10"/>
          </p:nvPr>
        </p:nvSpPr>
        <p:spPr/>
        <p:txBody>
          <a:bodyPr/>
          <a:lstStyle/>
          <a:p>
            <a:fld id="{9988CAE9-3203-F44E-8CBC-CAB68E475803}" type="datetime1">
              <a:rPr lang="en-US" smtClean="0">
                <a:solidFill>
                  <a:prstClr val="black">
                    <a:tint val="75000"/>
                  </a:prstClr>
                </a:solidFill>
              </a:rPr>
              <a:t>9/22/16</a:t>
            </a:fld>
            <a:endParaRPr lang="en-IN">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IN">
              <a:solidFill>
                <a:prstClr val="black">
                  <a:tint val="75000"/>
                </a:prstClr>
              </a:solidFill>
            </a:endParaRPr>
          </a:p>
        </p:txBody>
      </p:sp>
      <p:sp>
        <p:nvSpPr>
          <p:cNvPr id="6" name="Slide Number Placeholder 5"/>
          <p:cNvSpPr>
            <a:spLocks noGrp="1"/>
          </p:cNvSpPr>
          <p:nvPr>
            <p:ph type="sldNum" sz="quarter" idx="12"/>
          </p:nvPr>
        </p:nvSpPr>
        <p:spPr/>
        <p:txBody>
          <a:body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27319214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IN"/>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F6851B84-EB64-9940-AC77-C413D3D281D4}" type="datetime1">
              <a:rPr lang="en-US" smtClean="0">
                <a:solidFill>
                  <a:prstClr val="black">
                    <a:tint val="75000"/>
                  </a:prstClr>
                </a:solidFill>
              </a:rPr>
              <a:t>9/22/16</a:t>
            </a:fld>
            <a:endParaRPr lang="en-IN">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IN">
              <a:solidFill>
                <a:prstClr val="black">
                  <a:tint val="75000"/>
                </a:prstClr>
              </a:solidFill>
            </a:endParaRPr>
          </a:p>
        </p:txBody>
      </p:sp>
      <p:sp>
        <p:nvSpPr>
          <p:cNvPr id="6" name="Slide Number Placeholder 5"/>
          <p:cNvSpPr>
            <a:spLocks noGrp="1"/>
          </p:cNvSpPr>
          <p:nvPr>
            <p:ph type="sldNum" sz="quarter" idx="12"/>
          </p:nvPr>
        </p:nvSpPr>
        <p:spPr/>
        <p:txBody>
          <a:body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35881231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IN"/>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N"/>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N"/>
          </a:p>
        </p:txBody>
      </p:sp>
      <p:sp>
        <p:nvSpPr>
          <p:cNvPr id="5" name="Date Placeholder 4"/>
          <p:cNvSpPr>
            <a:spLocks noGrp="1"/>
          </p:cNvSpPr>
          <p:nvPr>
            <p:ph type="dt" sz="half" idx="10"/>
          </p:nvPr>
        </p:nvSpPr>
        <p:spPr/>
        <p:txBody>
          <a:bodyPr/>
          <a:lstStyle/>
          <a:p>
            <a:fld id="{919D60EB-8A53-0547-A512-18ED1B3B796F}" type="datetime1">
              <a:rPr lang="en-US" smtClean="0">
                <a:solidFill>
                  <a:prstClr val="black">
                    <a:tint val="75000"/>
                  </a:prstClr>
                </a:solidFill>
              </a:rPr>
              <a:t>9/22/16</a:t>
            </a:fld>
            <a:endParaRPr lang="en-IN">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IN">
              <a:solidFill>
                <a:prstClr val="black">
                  <a:tint val="75000"/>
                </a:prstClr>
              </a:solidFill>
            </a:endParaRPr>
          </a:p>
        </p:txBody>
      </p:sp>
      <p:sp>
        <p:nvSpPr>
          <p:cNvPr id="7" name="Slide Number Placeholder 6"/>
          <p:cNvSpPr>
            <a:spLocks noGrp="1"/>
          </p:cNvSpPr>
          <p:nvPr>
            <p:ph type="sldNum" sz="quarter" idx="12"/>
          </p:nvPr>
        </p:nvSpPr>
        <p:spPr/>
        <p:txBody>
          <a:body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34246189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IN"/>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N"/>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N"/>
          </a:p>
        </p:txBody>
      </p:sp>
      <p:sp>
        <p:nvSpPr>
          <p:cNvPr id="7" name="Date Placeholder 6"/>
          <p:cNvSpPr>
            <a:spLocks noGrp="1"/>
          </p:cNvSpPr>
          <p:nvPr>
            <p:ph type="dt" sz="half" idx="10"/>
          </p:nvPr>
        </p:nvSpPr>
        <p:spPr/>
        <p:txBody>
          <a:bodyPr/>
          <a:lstStyle/>
          <a:p>
            <a:fld id="{FD1A7F94-DE4F-004E-847D-64F33D810358}" type="datetime1">
              <a:rPr lang="en-US" smtClean="0">
                <a:solidFill>
                  <a:prstClr val="black">
                    <a:tint val="75000"/>
                  </a:prstClr>
                </a:solidFill>
              </a:rPr>
              <a:t>9/22/16</a:t>
            </a:fld>
            <a:endParaRPr lang="en-IN">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IN">
              <a:solidFill>
                <a:prstClr val="black">
                  <a:tint val="75000"/>
                </a:prstClr>
              </a:solidFill>
            </a:endParaRPr>
          </a:p>
        </p:txBody>
      </p:sp>
      <p:sp>
        <p:nvSpPr>
          <p:cNvPr id="9" name="Slide Number Placeholder 8"/>
          <p:cNvSpPr>
            <a:spLocks noGrp="1"/>
          </p:cNvSpPr>
          <p:nvPr>
            <p:ph type="sldNum" sz="quarter" idx="12"/>
          </p:nvPr>
        </p:nvSpPr>
        <p:spPr/>
        <p:txBody>
          <a:body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8383058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IN"/>
          </a:p>
        </p:txBody>
      </p:sp>
      <p:sp>
        <p:nvSpPr>
          <p:cNvPr id="3" name="Date Placeholder 2"/>
          <p:cNvSpPr>
            <a:spLocks noGrp="1"/>
          </p:cNvSpPr>
          <p:nvPr>
            <p:ph type="dt" sz="half" idx="10"/>
          </p:nvPr>
        </p:nvSpPr>
        <p:spPr/>
        <p:txBody>
          <a:bodyPr/>
          <a:lstStyle/>
          <a:p>
            <a:fld id="{1169F411-BDC5-9D45-A3F3-63DEFB4FFD6C}" type="datetime1">
              <a:rPr lang="en-US" smtClean="0">
                <a:solidFill>
                  <a:prstClr val="black">
                    <a:tint val="75000"/>
                  </a:prstClr>
                </a:solidFill>
              </a:rPr>
              <a:t>9/22/16</a:t>
            </a:fld>
            <a:endParaRPr lang="en-IN">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IN">
              <a:solidFill>
                <a:prstClr val="black">
                  <a:tint val="75000"/>
                </a:prstClr>
              </a:solidFill>
            </a:endParaRPr>
          </a:p>
        </p:txBody>
      </p:sp>
      <p:sp>
        <p:nvSpPr>
          <p:cNvPr id="5" name="Slide Number Placeholder 4"/>
          <p:cNvSpPr>
            <a:spLocks noGrp="1"/>
          </p:cNvSpPr>
          <p:nvPr>
            <p:ph type="sldNum" sz="quarter" idx="12"/>
          </p:nvPr>
        </p:nvSpPr>
        <p:spPr/>
        <p:txBody>
          <a:body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5929134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0" y="0"/>
            <a:ext cx="6819900" cy="6858000"/>
          </a:xfrm>
        </p:spPr>
        <p:txBody>
          <a:bodyPr/>
          <a:lstStyle/>
          <a:p>
            <a:endParaRPr lang="en-IN"/>
          </a:p>
        </p:txBody>
      </p:sp>
      <p:sp>
        <p:nvSpPr>
          <p:cNvPr id="3" name="Slide Number Placeholder 5"/>
          <p:cNvSpPr>
            <a:spLocks noGrp="1"/>
          </p:cNvSpPr>
          <p:nvPr>
            <p:ph type="sldNum" sz="quarter" idx="4"/>
          </p:nvPr>
        </p:nvSpPr>
        <p:spPr>
          <a:xfrm>
            <a:off x="11841956" y="80168"/>
            <a:ext cx="273050" cy="182563"/>
          </a:xfrm>
          <a:prstGeom prst="rect">
            <a:avLst/>
          </a:prstGeom>
          <a:solidFill>
            <a:schemeClr val="accent6">
              <a:lumMod val="50000"/>
            </a:schemeClr>
          </a:solidFill>
        </p:spPr>
        <p:txBody>
          <a:bodyPr vert="horz" lIns="0" tIns="0" rIns="0" bIns="0" rtlCol="0" anchor="ctr"/>
          <a:lstStyle>
            <a:lvl1pPr algn="ctr">
              <a:defRPr sz="10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39478208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IN"/>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N"/>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C0F5ABA-94C5-8540-96A6-F4D2FA5B9AB9}" type="datetime1">
              <a:rPr lang="en-US" smtClean="0">
                <a:solidFill>
                  <a:prstClr val="black">
                    <a:tint val="75000"/>
                  </a:prstClr>
                </a:solidFill>
              </a:rPr>
              <a:t>9/22/16</a:t>
            </a:fld>
            <a:endParaRPr lang="en-IN">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IN">
              <a:solidFill>
                <a:prstClr val="black">
                  <a:tint val="75000"/>
                </a:prstClr>
              </a:solidFill>
            </a:endParaRPr>
          </a:p>
        </p:txBody>
      </p:sp>
      <p:sp>
        <p:nvSpPr>
          <p:cNvPr id="7" name="Slide Number Placeholder 6"/>
          <p:cNvSpPr>
            <a:spLocks noGrp="1"/>
          </p:cNvSpPr>
          <p:nvPr>
            <p:ph type="sldNum" sz="quarter" idx="12"/>
          </p:nvPr>
        </p:nvSpPr>
        <p:spPr/>
        <p:txBody>
          <a:body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42729542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IN"/>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IN"/>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C0333BE-5DA4-664A-88BF-5CF9D4988A47}" type="datetime1">
              <a:rPr lang="en-US" smtClean="0">
                <a:solidFill>
                  <a:prstClr val="black">
                    <a:tint val="75000"/>
                  </a:prstClr>
                </a:solidFill>
              </a:rPr>
              <a:t>9/22/16</a:t>
            </a:fld>
            <a:endParaRPr lang="en-IN">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IN">
              <a:solidFill>
                <a:prstClr val="black">
                  <a:tint val="75000"/>
                </a:prstClr>
              </a:solidFill>
            </a:endParaRPr>
          </a:p>
        </p:txBody>
      </p:sp>
      <p:sp>
        <p:nvSpPr>
          <p:cNvPr id="7" name="Slide Number Placeholder 6"/>
          <p:cNvSpPr>
            <a:spLocks noGrp="1"/>
          </p:cNvSpPr>
          <p:nvPr>
            <p:ph type="sldNum" sz="quarter" idx="12"/>
          </p:nvPr>
        </p:nvSpPr>
        <p:spPr/>
        <p:txBody>
          <a:body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23604102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IN"/>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N"/>
          </a:p>
        </p:txBody>
      </p:sp>
      <p:sp>
        <p:nvSpPr>
          <p:cNvPr id="4" name="Date Placeholder 3"/>
          <p:cNvSpPr>
            <a:spLocks noGrp="1"/>
          </p:cNvSpPr>
          <p:nvPr>
            <p:ph type="dt" sz="half" idx="10"/>
          </p:nvPr>
        </p:nvSpPr>
        <p:spPr/>
        <p:txBody>
          <a:bodyPr/>
          <a:lstStyle/>
          <a:p>
            <a:fld id="{4424FA98-DE2B-D240-9702-24F60AB4B5A3}" type="datetime1">
              <a:rPr lang="en-US" smtClean="0">
                <a:solidFill>
                  <a:prstClr val="black">
                    <a:tint val="75000"/>
                  </a:prstClr>
                </a:solidFill>
              </a:rPr>
              <a:t>9/22/16</a:t>
            </a:fld>
            <a:endParaRPr lang="en-IN">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IN">
              <a:solidFill>
                <a:prstClr val="black">
                  <a:tint val="75000"/>
                </a:prstClr>
              </a:solidFill>
            </a:endParaRPr>
          </a:p>
        </p:txBody>
      </p:sp>
      <p:sp>
        <p:nvSpPr>
          <p:cNvPr id="6" name="Slide Number Placeholder 5"/>
          <p:cNvSpPr>
            <a:spLocks noGrp="1"/>
          </p:cNvSpPr>
          <p:nvPr>
            <p:ph type="sldNum" sz="quarter" idx="12"/>
          </p:nvPr>
        </p:nvSpPr>
        <p:spPr/>
        <p:txBody>
          <a:body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37132044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IN"/>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N"/>
          </a:p>
        </p:txBody>
      </p:sp>
      <p:sp>
        <p:nvSpPr>
          <p:cNvPr id="4" name="Date Placeholder 3"/>
          <p:cNvSpPr>
            <a:spLocks noGrp="1"/>
          </p:cNvSpPr>
          <p:nvPr>
            <p:ph type="dt" sz="half" idx="10"/>
          </p:nvPr>
        </p:nvSpPr>
        <p:spPr/>
        <p:txBody>
          <a:bodyPr/>
          <a:lstStyle/>
          <a:p>
            <a:fld id="{FF090F58-457E-854E-9472-95B4E48C74E3}" type="datetime1">
              <a:rPr lang="en-US" smtClean="0">
                <a:solidFill>
                  <a:prstClr val="black">
                    <a:tint val="75000"/>
                  </a:prstClr>
                </a:solidFill>
              </a:rPr>
              <a:t>9/22/16</a:t>
            </a:fld>
            <a:endParaRPr lang="en-IN">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IN">
              <a:solidFill>
                <a:prstClr val="black">
                  <a:tint val="75000"/>
                </a:prstClr>
              </a:solidFill>
            </a:endParaRPr>
          </a:p>
        </p:txBody>
      </p:sp>
      <p:sp>
        <p:nvSpPr>
          <p:cNvPr id="6" name="Slide Number Placeholder 5"/>
          <p:cNvSpPr>
            <a:spLocks noGrp="1"/>
          </p:cNvSpPr>
          <p:nvPr>
            <p:ph type="sldNum" sz="quarter" idx="12"/>
          </p:nvPr>
        </p:nvSpPr>
        <p:spPr/>
        <p:txBody>
          <a:body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5558675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3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269DD032-71E0-A344-AF01-67C6AFA203FC}"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5751067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D6E6218F-C01C-D34D-9767-63E2047AE409}"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7277720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0E3A3E7E-B027-D442-B285-89DE69401E52}"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5264703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F4F6BA68-3ED0-5346-A392-439D65AAAD9E}"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5228480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0BEBCC82-F150-924C-B0E5-0A9EBA01F990}" type="datetime1">
              <a:rPr lang="en-US" smtClean="0">
                <a:solidFill>
                  <a:prstClr val="black">
                    <a:tint val="75000"/>
                  </a:prstClr>
                </a:solidFill>
              </a:rPr>
              <a:t>9/22/16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7219939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E5C7A263-B43E-624F-B6E2-2C9001189355}" type="datetime1">
              <a:rPr lang="en-US" smtClean="0">
                <a:solidFill>
                  <a:prstClr val="black">
                    <a:tint val="75000"/>
                  </a:prstClr>
                </a:solidFill>
              </a:rPr>
              <a:t>9/22/16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677246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D7D46AB6-85AC-B146-96A8-153E52544DB7}" type="datetime1">
              <a:rPr lang="en-US" smtClean="0">
                <a:solidFill>
                  <a:prstClr val="black">
                    <a:tint val="75000"/>
                  </a:prstClr>
                </a:solidFill>
              </a:rPr>
              <a:t>9/22/16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300112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366333B-1338-7442-97A0-9D0C5F6AF467}"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0559406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CA9EABE7-50B7-3241-B697-9C56E55E92E1}"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2745866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2F22848B-5BF9-914A-A9AB-DDFB50ADC334}"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8278376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1633ACF4-E8C5-AB4D-9B80-BE41ADBC36B2}"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3019952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E1A264B6-302F-ED49-A2AD-6FCE0874EBF1}"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11679494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44E40F21-F4B6-B341-99E7-564609FDA6C8}"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18256714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1" y="1709740"/>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1" y="4589465"/>
            <a:ext cx="10515600" cy="1500187"/>
          </a:xfrm>
        </p:spPr>
        <p:txBody>
          <a:bodyPr/>
          <a:lstStyle>
            <a:lvl1pPr marL="0" indent="0">
              <a:buNone/>
              <a:defRPr sz="2400">
                <a:solidFill>
                  <a:schemeClr val="tx1">
                    <a:tint val="75000"/>
                  </a:schemeClr>
                </a:solidFill>
              </a:defRPr>
            </a:lvl1pPr>
            <a:lvl2pPr marL="457189" indent="0">
              <a:buNone/>
              <a:defRPr sz="2000">
                <a:solidFill>
                  <a:schemeClr val="tx1">
                    <a:tint val="75000"/>
                  </a:schemeClr>
                </a:solidFill>
              </a:defRPr>
            </a:lvl2pPr>
            <a:lvl3pPr marL="914377"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1"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35EA1869-2993-4348-9169-61A451575146}"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37377727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C7753B81-3888-FB43-B6B7-0BF9CD4E6163}" type="datetime1">
              <a:rPr lang="en-US" smtClean="0">
                <a:solidFill>
                  <a:srgbClr val="7E7E7E">
                    <a:tint val="75000"/>
                  </a:srgbClr>
                </a:solidFill>
              </a:rPr>
              <a:t>9/22/16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31184474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7"/>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9" y="1681163"/>
            <a:ext cx="5157787"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9"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1" y="1681163"/>
            <a:ext cx="5183188"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1"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6D47667B-A6B3-8F4F-BF41-0AA421B4413E}" type="datetime1">
              <a:rPr lang="en-US" smtClean="0">
                <a:solidFill>
                  <a:srgbClr val="7E7E7E">
                    <a:tint val="75000"/>
                  </a:srgbClr>
                </a:solidFill>
              </a:rPr>
              <a:t>9/22/16</a:t>
            </a:fld>
            <a:endParaRPr lang="en-US">
              <a:solidFill>
                <a:srgbClr val="7E7E7E">
                  <a:tint val="75000"/>
                </a:srgbClr>
              </a:solidFill>
            </a:endParaRPr>
          </a:p>
        </p:txBody>
      </p:sp>
      <p:sp>
        <p:nvSpPr>
          <p:cNvPr id="8" name="Footer Placeholder 7"/>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9" name="Slide Number Placeholder 8"/>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11684432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D8DACB3E-0073-E04F-8679-276AC7CB69A5}" type="datetime1">
              <a:rPr lang="en-US" smtClean="0">
                <a:solidFill>
                  <a:srgbClr val="7E7E7E">
                    <a:tint val="75000"/>
                  </a:srgbClr>
                </a:solidFill>
              </a:rPr>
              <a:t>9/22/16</a:t>
            </a:fld>
            <a:endParaRPr lang="en-US">
              <a:solidFill>
                <a:srgbClr val="7E7E7E">
                  <a:tint val="75000"/>
                </a:srgbClr>
              </a:solidFill>
            </a:endParaRPr>
          </a:p>
        </p:txBody>
      </p:sp>
      <p:sp>
        <p:nvSpPr>
          <p:cNvPr id="4" name="Footer Placeholder 3"/>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5" name="Slide Number Placeholder 4"/>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1798061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288192D-5AA2-1E4A-8EA4-634781C3EC78}" type="datetime1">
              <a:rPr lang="en-US" smtClean="0">
                <a:solidFill>
                  <a:srgbClr val="7E7E7E">
                    <a:tint val="75000"/>
                  </a:srgbClr>
                </a:solidFill>
              </a:rPr>
              <a:t>9/22/16</a:t>
            </a:fld>
            <a:endParaRPr lang="en-US">
              <a:solidFill>
                <a:srgbClr val="7E7E7E">
                  <a:tint val="75000"/>
                </a:srgbClr>
              </a:solidFill>
            </a:endParaRPr>
          </a:p>
        </p:txBody>
      </p:sp>
      <p:sp>
        <p:nvSpPr>
          <p:cNvPr id="3" name="Footer Placeholder 2"/>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4" name="Slide Number Placeholder 3"/>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3189291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7"/>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1A380FB-720F-B240-9921-783DFB39A1C6}" type="datetime1">
              <a:rPr lang="en-US" smtClean="0">
                <a:solidFill>
                  <a:srgbClr val="7E7E7E">
                    <a:tint val="75000"/>
                  </a:srgbClr>
                </a:solidFill>
              </a:rPr>
              <a:t>9/22/16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40866553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7"/>
            <a:ext cx="6172200" cy="4873625"/>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3EACAAA-5894-8446-BEE6-CBB49E8A7E86}" type="datetime1">
              <a:rPr lang="en-US" smtClean="0">
                <a:solidFill>
                  <a:srgbClr val="7E7E7E">
                    <a:tint val="75000"/>
                  </a:srgbClr>
                </a:solidFill>
              </a:rPr>
              <a:t>9/22/16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2052654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775D320-AA48-9F46-8FC3-E86ECBEB0577}"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115371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1"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1"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FB53744-96CA-3B4F-A3EE-68E400DA194F}"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4101710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CEA4EE4-2124-2247-B5D1-228F3F319DCE}"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4830299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3505B11B-C1E7-5F42-80DB-4FB20AB478FA}"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4565982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C129B2BD-FC6D-C24A-B262-2FE5F998D74D}"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9964707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1F85244F-3D5C-3F4D-9CED-D516500A2CDD}"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1695655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7"/>
            <a:ext cx="109728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74513586-D7CB-DA49-A967-5A1426F751A6}" type="datetime1">
              <a:rPr lang="en-US" smtClean="0">
                <a:solidFill>
                  <a:srgbClr val="000000">
                    <a:tint val="75000"/>
                  </a:srgbClr>
                </a:solidFill>
              </a:rPr>
              <a:t>9/22/16</a:t>
            </a:fld>
            <a:endParaRPr lang="en-US">
              <a:solidFill>
                <a:srgbClr val="000000">
                  <a:tint val="75000"/>
                </a:srgbClr>
              </a:solidFill>
            </a:endParaRPr>
          </a:p>
        </p:txBody>
      </p:sp>
      <p:sp>
        <p:nvSpPr>
          <p:cNvPr id="8" name="Footer Placeholder 7"/>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9" name="Slide Number Placeholder 8"/>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5651007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4F12B9BC-9E71-7F4C-9333-D00A88809878}" type="datetime1">
              <a:rPr lang="en-US" smtClean="0">
                <a:solidFill>
                  <a:srgbClr val="000000">
                    <a:tint val="75000"/>
                  </a:srgbClr>
                </a:solidFill>
              </a:rPr>
              <a:t>9/22/16</a:t>
            </a:fld>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5" name="Slide Number Placeholder 4"/>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3730573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B383C80-46AD-8D4F-BD67-7124A2155DAB}" type="datetime1">
              <a:rPr lang="en-US" smtClean="0">
                <a:solidFill>
                  <a:srgbClr val="000000">
                    <a:tint val="75000"/>
                  </a:srgbClr>
                </a:solidFill>
              </a:rPr>
              <a:t>9/22/16</a:t>
            </a:fld>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9972952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smtClean="0"/>
              <a:t>Click to edit Master title style</a:t>
            </a:r>
            <a:endParaRPr lang="en-US"/>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DF7A5B4E-3D61-674A-BDC8-D1CBFBBFBCC4}"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5754124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A47695CF-D15A-BC45-9605-3686A1D9C099}"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5129645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9C0FBB3-3755-5F40-BFDB-395C712F1A84}"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2913162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6375"/>
            <a:ext cx="2743200" cy="4387851"/>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206375"/>
            <a:ext cx="8026400" cy="4387851"/>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43A67B43-C334-6B42-9F59-A762D4ED9A03}"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9984268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E5E39C8D-E83C-2543-8519-4907A521607D}"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5378575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E81BD03F-6179-994F-A556-FCD93F8EA091}"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9560263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1838E5CB-34C9-BD48-81C8-48F3B31779D1}"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5272891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2203CA9A-CDBC-9040-B1AD-B6C9A1C4149F}"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9301430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7"/>
            <a:ext cx="109728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A691DDB7-4FCA-9F4D-AC10-B48558274AB3}" type="datetime1">
              <a:rPr lang="en-US" smtClean="0">
                <a:solidFill>
                  <a:srgbClr val="000000">
                    <a:tint val="75000"/>
                  </a:srgbClr>
                </a:solidFill>
              </a:rPr>
              <a:t>9/22/16</a:t>
            </a:fld>
            <a:endParaRPr lang="en-US">
              <a:solidFill>
                <a:srgbClr val="000000">
                  <a:tint val="75000"/>
                </a:srgbClr>
              </a:solidFill>
            </a:endParaRPr>
          </a:p>
        </p:txBody>
      </p:sp>
      <p:sp>
        <p:nvSpPr>
          <p:cNvPr id="8" name="Footer Placeholder 7"/>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9" name="Slide Number Placeholder 8"/>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5345638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AC9A33C6-6764-394B-8634-49D03F8DCD1D}" type="datetime1">
              <a:rPr lang="en-US" smtClean="0">
                <a:solidFill>
                  <a:srgbClr val="000000">
                    <a:tint val="75000"/>
                  </a:srgbClr>
                </a:solidFill>
              </a:rPr>
              <a:t>9/22/16</a:t>
            </a:fld>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5" name="Slide Number Placeholder 4"/>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2365606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B95DE2E-1A6B-CE4F-A4C4-E59C6180408E}" type="datetime1">
              <a:rPr lang="en-US" smtClean="0">
                <a:solidFill>
                  <a:srgbClr val="000000">
                    <a:tint val="75000"/>
                  </a:srgbClr>
                </a:solidFill>
              </a:rPr>
              <a:t>9/22/16</a:t>
            </a:fld>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9852221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smtClean="0"/>
              <a:t>Click to edit Master title style</a:t>
            </a:r>
            <a:endParaRPr lang="en-US"/>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835B54E-F566-9543-9726-36B1C72D43E0}"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2074936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72297262-C1A5-F04B-96DC-32B31F7E6B4E}"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4162842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3F48EF4-DD8E-9845-8FDF-28C069A3E65B}"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6507165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6375"/>
            <a:ext cx="2743200" cy="4387851"/>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206375"/>
            <a:ext cx="8026400" cy="4387851"/>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83C54EE-B59B-BE40-933C-DFB11BB9B5ED}"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6368848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7B8F2F9E-D4A2-7847-A79B-54A54E345394}" type="datetime1">
              <a:rPr lang="en-US" smtClean="0">
                <a:solidFill>
                  <a:srgbClr val="95A5A6">
                    <a:tint val="75000"/>
                  </a:srgbClr>
                </a:solidFill>
              </a:rPr>
              <a:t>9/22/16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1063650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931DFD3-C942-6048-8325-58027BE8891D}" type="datetime1">
              <a:rPr lang="en-US" smtClean="0">
                <a:solidFill>
                  <a:srgbClr val="95A5A6">
                    <a:tint val="75000"/>
                  </a:srgbClr>
                </a:solidFill>
              </a:rPr>
              <a:t>9/22/16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7599080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ED53DA76-1E2B-6A44-85CA-7EAB7EC0C376}" type="datetime1">
              <a:rPr lang="en-US" smtClean="0">
                <a:solidFill>
                  <a:srgbClr val="95A5A6">
                    <a:tint val="75000"/>
                  </a:srgbClr>
                </a:solidFill>
              </a:rPr>
              <a:t>9/22/16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5532768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DE2067A3-2001-0743-B33D-DBE491E8302C}" type="datetime1">
              <a:rPr lang="en-US" smtClean="0">
                <a:solidFill>
                  <a:srgbClr val="95A5A6">
                    <a:tint val="75000"/>
                  </a:srgbClr>
                </a:solidFill>
              </a:rPr>
              <a:t>9/22/16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6993852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D02D80E5-5D6D-5B4D-80AF-D05F7CA1AE7F}" type="datetime1">
              <a:rPr lang="en-US" smtClean="0">
                <a:solidFill>
                  <a:srgbClr val="95A5A6">
                    <a:tint val="75000"/>
                  </a:srgbClr>
                </a:solidFill>
              </a:rPr>
              <a:t>9/22/16</a:t>
            </a:fld>
            <a:endParaRPr lang="en-US">
              <a:solidFill>
                <a:srgbClr val="95A5A6">
                  <a:tint val="75000"/>
                </a:srgbClr>
              </a:solidFill>
            </a:endParaRPr>
          </a:p>
        </p:txBody>
      </p:sp>
      <p:sp>
        <p:nvSpPr>
          <p:cNvPr id="8" name="Footer Placeholder 7"/>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9" name="Slide Number Placeholder 8"/>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102244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487A971D-80B1-7444-AB1B-BC203CD4AD0A}" type="datetime1">
              <a:rPr lang="en-US" smtClean="0">
                <a:solidFill>
                  <a:srgbClr val="95A5A6">
                    <a:tint val="75000"/>
                  </a:srgbClr>
                </a:solidFill>
              </a:rPr>
              <a:t>9/22/16</a:t>
            </a:fld>
            <a:endParaRPr lang="en-US">
              <a:solidFill>
                <a:srgbClr val="95A5A6">
                  <a:tint val="75000"/>
                </a:srgbClr>
              </a:solidFill>
            </a:endParaRPr>
          </a:p>
        </p:txBody>
      </p:sp>
      <p:sp>
        <p:nvSpPr>
          <p:cNvPr id="4" name="Footer Placeholder 3"/>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5" name="Slide Number Placeholder 4"/>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0915119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E49E8B94-DDEE-E04D-9CFF-2F6BA8F6260A}" type="datetime1">
              <a:rPr lang="en-US" smtClean="0">
                <a:solidFill>
                  <a:srgbClr val="95A5A6">
                    <a:tint val="75000"/>
                  </a:srgbClr>
                </a:solidFill>
              </a:rPr>
              <a:t>9/22/16</a:t>
            </a:fld>
            <a:endParaRPr lang="en-US">
              <a:solidFill>
                <a:srgbClr val="95A5A6">
                  <a:tint val="75000"/>
                </a:srgbClr>
              </a:solidFill>
            </a:endParaRPr>
          </a:p>
        </p:txBody>
      </p:sp>
      <p:sp>
        <p:nvSpPr>
          <p:cNvPr id="3" name="Footer Placeholder 2"/>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4" name="Slide Number Placeholder 3"/>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38847429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A9E2A638-00D2-0A47-9C3F-5DB7D919250B}" type="datetime1">
              <a:rPr lang="en-US" smtClean="0">
                <a:solidFill>
                  <a:srgbClr val="95A5A6">
                    <a:tint val="75000"/>
                  </a:srgbClr>
                </a:solidFill>
              </a:rPr>
              <a:t>9/22/16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42000526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771CE8B2-5B82-6C42-83A5-D1C6AAAA34A3}" type="datetime1">
              <a:rPr lang="en-US" smtClean="0">
                <a:solidFill>
                  <a:srgbClr val="95A5A6">
                    <a:tint val="75000"/>
                  </a:srgbClr>
                </a:solidFill>
              </a:rPr>
              <a:t>9/22/16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695541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8BB58FD9-1E41-474B-864A-90EBAE7BDC48}" type="datetime1">
              <a:rPr lang="en-US" smtClean="0">
                <a:solidFill>
                  <a:srgbClr val="95A5A6">
                    <a:tint val="75000"/>
                  </a:srgbClr>
                </a:solidFill>
              </a:rPr>
              <a:t>9/22/16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2045529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357B890-5C97-8C4D-99B6-09717F912BC2}" type="datetime1">
              <a:rPr lang="en-US" smtClean="0">
                <a:solidFill>
                  <a:srgbClr val="95A5A6">
                    <a:tint val="75000"/>
                  </a:srgbClr>
                </a:solidFill>
              </a:rPr>
              <a:t>9/22/16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42659667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8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05C72A0E-65CF-324A-A181-FA2680D77143}"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4630557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48B3CE0-13DB-5548-A46E-E760195D4F85}"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6483596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33EC8021-5C2E-B445-906D-6ECC76907123}"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6446334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114847CB-AB1C-2E4F-B553-4443CE42047B}"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0121897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7"/>
            <a:ext cx="109728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BD8862F6-C93E-D944-86BC-0CEC6767AD12}" type="datetime1">
              <a:rPr lang="en-US" smtClean="0">
                <a:solidFill>
                  <a:srgbClr val="000000">
                    <a:tint val="75000"/>
                  </a:srgbClr>
                </a:solidFill>
              </a:rPr>
              <a:t>9/22/16</a:t>
            </a:fld>
            <a:endParaRPr lang="en-US">
              <a:solidFill>
                <a:srgbClr val="000000">
                  <a:tint val="75000"/>
                </a:srgbClr>
              </a:solidFill>
            </a:endParaRPr>
          </a:p>
        </p:txBody>
      </p:sp>
      <p:sp>
        <p:nvSpPr>
          <p:cNvPr id="8" name="Footer Placeholder 7"/>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9" name="Slide Number Placeholder 8"/>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1910291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4443CB8-E11F-E043-B881-406810C96BB4}" type="datetime1">
              <a:rPr lang="en-US" smtClean="0">
                <a:solidFill>
                  <a:srgbClr val="000000">
                    <a:tint val="75000"/>
                  </a:srgbClr>
                </a:solidFill>
              </a:rPr>
              <a:t>9/22/16</a:t>
            </a:fld>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5" name="Slide Number Placeholder 4"/>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6800517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395CE0A-3FFC-694E-ACE2-506A441AA33B}" type="datetime1">
              <a:rPr lang="en-US" smtClean="0">
                <a:solidFill>
                  <a:srgbClr val="000000">
                    <a:tint val="75000"/>
                  </a:srgbClr>
                </a:solidFill>
              </a:rPr>
              <a:t>9/22/16</a:t>
            </a:fld>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9630411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smtClean="0"/>
              <a:t>Click to edit Master title style</a:t>
            </a:r>
            <a:endParaRPr lang="en-US"/>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DE23E4CB-B69C-2D44-B8D9-E9AF28C11B55}"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2789906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370AA41-2795-B341-8AB0-DBDE758B35A7}"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2442880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9F5548E0-99CA-FF40-8361-BD69BC3F0E51}"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0740302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6375"/>
            <a:ext cx="2743200" cy="4387851"/>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206375"/>
            <a:ext cx="8026400" cy="4387851"/>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86F18D0-E5FC-0449-8CFA-C705F8ED034D}"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2604481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0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4ECEDBA8-A52B-254F-8D46-105BA5D8D48B}"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1087557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6" name="Rectangle 5"/>
          <p:cNvSpPr/>
          <p:nvPr userDrawn="1"/>
        </p:nvSpPr>
        <p:spPr>
          <a:xfrm>
            <a:off x="0" y="0"/>
            <a:ext cx="12192000" cy="5095569"/>
          </a:xfrm>
          <a:prstGeom prst="rect">
            <a:avLst/>
          </a:prstGeom>
          <a:solidFill>
            <a:schemeClr val="accent1"/>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pic>
        <p:nvPicPr>
          <p:cNvPr id="29" name="Picture 28"/>
          <p:cNvPicPr>
            <a:picLocks noChangeAspect="1"/>
          </p:cNvPicPr>
          <p:nvPr userDrawn="1"/>
        </p:nvPicPr>
        <p:blipFill rotWithShape="1">
          <a:blip r:embed="rId2" cstate="print">
            <a:extLst>
              <a:ext uri="{28A0092B-C50C-407E-A947-70E740481C1C}">
                <a14:useLocalDpi xmlns:a14="http://schemas.microsoft.com/office/drawing/2010/main" val="0"/>
              </a:ext>
            </a:extLst>
          </a:blip>
          <a:srcRect l="5354" t="8440" r="6203" b="10137"/>
          <a:stretch/>
        </p:blipFill>
        <p:spPr>
          <a:xfrm rot="16200000">
            <a:off x="1972459" y="1093844"/>
            <a:ext cx="3478736" cy="4423114"/>
          </a:xfrm>
          <a:prstGeom prst="rect">
            <a:avLst/>
          </a:prstGeom>
          <a:effectLst/>
        </p:spPr>
      </p:pic>
      <p:sp>
        <p:nvSpPr>
          <p:cNvPr id="30" name="Rectangle 29"/>
          <p:cNvSpPr>
            <a:spLocks noChangeAspect="1"/>
          </p:cNvSpPr>
          <p:nvPr userDrawn="1"/>
        </p:nvSpPr>
        <p:spPr>
          <a:xfrm>
            <a:off x="2002971" y="2061576"/>
            <a:ext cx="3341481" cy="244511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1" name="Picture Placeholder 40"/>
          <p:cNvSpPr>
            <a:spLocks noGrp="1"/>
          </p:cNvSpPr>
          <p:nvPr>
            <p:ph type="pic" sz="quarter" idx="10"/>
          </p:nvPr>
        </p:nvSpPr>
        <p:spPr>
          <a:xfrm>
            <a:off x="2002971" y="2061576"/>
            <a:ext cx="3341481" cy="2445110"/>
          </a:xfrm>
        </p:spPr>
        <p:txBody>
          <a:bodyPr/>
          <a:lstStyle/>
          <a:p>
            <a:endParaRPr lang="en-US"/>
          </a:p>
        </p:txBody>
      </p:sp>
    </p:spTree>
    <p:extLst>
      <p:ext uri="{BB962C8B-B14F-4D97-AF65-F5344CB8AC3E}">
        <p14:creationId xmlns:p14="http://schemas.microsoft.com/office/powerpoint/2010/main" val="31418992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randombar(horizontal)">
                                      <p:cBhvr>
                                        <p:cTn id="7" dur="500"/>
                                        <p:tgtEl>
                                          <p:spTgt spid="6"/>
                                        </p:tgtEl>
                                      </p:cBhvr>
                                    </p:animEffect>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29"/>
                                        </p:tgtEl>
                                        <p:attrNameLst>
                                          <p:attrName>style.visibility</p:attrName>
                                        </p:attrNameLst>
                                      </p:cBhvr>
                                      <p:to>
                                        <p:strVal val="visible"/>
                                      </p:to>
                                    </p:set>
                                    <p:anim calcmode="lin" valueType="num">
                                      <p:cBhvr additive="base">
                                        <p:cTn id="11" dur="250" fill="hold"/>
                                        <p:tgtEl>
                                          <p:spTgt spid="29"/>
                                        </p:tgtEl>
                                        <p:attrNameLst>
                                          <p:attrName>ppt_x</p:attrName>
                                        </p:attrNameLst>
                                      </p:cBhvr>
                                      <p:tavLst>
                                        <p:tav tm="0">
                                          <p:val>
                                            <p:strVal val="#ppt_x"/>
                                          </p:val>
                                        </p:tav>
                                        <p:tav tm="100000">
                                          <p:val>
                                            <p:strVal val="#ppt_x"/>
                                          </p:val>
                                        </p:tav>
                                      </p:tavLst>
                                    </p:anim>
                                    <p:anim calcmode="lin" valueType="num">
                                      <p:cBhvr additive="base">
                                        <p:cTn id="12" dur="250" fill="hold"/>
                                        <p:tgtEl>
                                          <p:spTgt spid="29"/>
                                        </p:tgtEl>
                                        <p:attrNameLst>
                                          <p:attrName>ppt_y</p:attrName>
                                        </p:attrNameLst>
                                      </p:cBhvr>
                                      <p:tavLst>
                                        <p:tav tm="0">
                                          <p:val>
                                            <p:strVal val="1+#ppt_h/2"/>
                                          </p:val>
                                        </p:tav>
                                        <p:tav tm="100000">
                                          <p:val>
                                            <p:strVal val="#ppt_y"/>
                                          </p:val>
                                        </p:tav>
                                      </p:tavLst>
                                    </p:anim>
                                  </p:childTnLst>
                                </p:cTn>
                              </p:par>
                            </p:childTnLst>
                          </p:cTn>
                        </p:par>
                        <p:par>
                          <p:cTn id="13" fill="hold">
                            <p:stCondLst>
                              <p:cond delay="750"/>
                            </p:stCondLst>
                            <p:childTnLst>
                              <p:par>
                                <p:cTn id="14" presetID="2" presetClass="entr" presetSubtype="4" fill="hold" grpId="0" nodeType="afterEffect">
                                  <p:stCondLst>
                                    <p:cond delay="0"/>
                                  </p:stCondLst>
                                  <p:childTnLst>
                                    <p:set>
                                      <p:cBhvr>
                                        <p:cTn id="15" dur="1" fill="hold">
                                          <p:stCondLst>
                                            <p:cond delay="0"/>
                                          </p:stCondLst>
                                        </p:cTn>
                                        <p:tgtEl>
                                          <p:spTgt spid="30"/>
                                        </p:tgtEl>
                                        <p:attrNameLst>
                                          <p:attrName>style.visibility</p:attrName>
                                        </p:attrNameLst>
                                      </p:cBhvr>
                                      <p:to>
                                        <p:strVal val="visible"/>
                                      </p:to>
                                    </p:set>
                                    <p:anim calcmode="lin" valueType="num">
                                      <p:cBhvr additive="base">
                                        <p:cTn id="16" dur="250" fill="hold"/>
                                        <p:tgtEl>
                                          <p:spTgt spid="30"/>
                                        </p:tgtEl>
                                        <p:attrNameLst>
                                          <p:attrName>ppt_x</p:attrName>
                                        </p:attrNameLst>
                                      </p:cBhvr>
                                      <p:tavLst>
                                        <p:tav tm="0">
                                          <p:val>
                                            <p:strVal val="#ppt_x"/>
                                          </p:val>
                                        </p:tav>
                                        <p:tav tm="100000">
                                          <p:val>
                                            <p:strVal val="#ppt_x"/>
                                          </p:val>
                                        </p:tav>
                                      </p:tavLst>
                                    </p:anim>
                                    <p:anim calcmode="lin" valueType="num">
                                      <p:cBhvr additive="base">
                                        <p:cTn id="17" dur="25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0" grpId="0" animBg="1"/>
    </p:bldLst>
  </p:timing>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6" name="Rectangle 5"/>
          <p:cNvSpPr/>
          <p:nvPr userDrawn="1"/>
        </p:nvSpPr>
        <p:spPr>
          <a:xfrm flipH="1">
            <a:off x="0" y="-1"/>
            <a:ext cx="12192000" cy="50452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7" name="Rectangle 6"/>
          <p:cNvSpPr/>
          <p:nvPr userDrawn="1"/>
        </p:nvSpPr>
        <p:spPr>
          <a:xfrm>
            <a:off x="0" y="0"/>
            <a:ext cx="12191999" cy="5045294"/>
          </a:xfrm>
          <a:prstGeom prst="rect">
            <a:avLst/>
          </a:prstGeom>
          <a:solidFill>
            <a:schemeClr val="tx2">
              <a:lumMod val="50000"/>
              <a:alpha val="7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pic>
        <p:nvPicPr>
          <p:cNvPr id="33" name="Picture 32"/>
          <p:cNvPicPr>
            <a:picLocks noChangeAspect="1"/>
          </p:cNvPicPr>
          <p:nvPr userDrawn="1"/>
        </p:nvPicPr>
        <p:blipFill rotWithShape="1">
          <a:blip r:embed="rId2" cstate="print">
            <a:extLst>
              <a:ext uri="{28A0092B-C50C-407E-A947-70E740481C1C}">
                <a14:useLocalDpi xmlns:a14="http://schemas.microsoft.com/office/drawing/2010/main" val="0"/>
              </a:ext>
            </a:extLst>
          </a:blip>
          <a:srcRect l="19221" t="29398" r="17922" b="13718"/>
          <a:stretch/>
        </p:blipFill>
        <p:spPr>
          <a:xfrm>
            <a:off x="509714" y="1572550"/>
            <a:ext cx="5617574" cy="3389114"/>
          </a:xfrm>
          <a:prstGeom prst="rect">
            <a:avLst/>
          </a:prstGeom>
        </p:spPr>
      </p:pic>
      <p:sp>
        <p:nvSpPr>
          <p:cNvPr id="34" name="Rectangle 33"/>
          <p:cNvSpPr/>
          <p:nvPr userDrawn="1"/>
        </p:nvSpPr>
        <p:spPr>
          <a:xfrm>
            <a:off x="1328639" y="1971593"/>
            <a:ext cx="3892642" cy="244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Picture Placeholder 43"/>
          <p:cNvSpPr>
            <a:spLocks noGrp="1"/>
          </p:cNvSpPr>
          <p:nvPr>
            <p:ph type="pic" sz="quarter" idx="10"/>
          </p:nvPr>
        </p:nvSpPr>
        <p:spPr>
          <a:xfrm>
            <a:off x="1328637" y="1959007"/>
            <a:ext cx="3892643" cy="2460586"/>
          </a:xfrm>
        </p:spPr>
        <p:txBody>
          <a:bodyPr/>
          <a:lstStyle/>
          <a:p>
            <a:endParaRPr lang="en-US"/>
          </a:p>
        </p:txBody>
      </p:sp>
    </p:spTree>
    <p:extLst>
      <p:ext uri="{BB962C8B-B14F-4D97-AF65-F5344CB8AC3E}">
        <p14:creationId xmlns:p14="http://schemas.microsoft.com/office/powerpoint/2010/main" val="2250510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31" name="Picture Placeholder 30"/>
          <p:cNvSpPr>
            <a:spLocks noGrp="1"/>
          </p:cNvSpPr>
          <p:nvPr>
            <p:ph type="pic" sz="quarter" idx="10"/>
          </p:nvPr>
        </p:nvSpPr>
        <p:spPr>
          <a:xfrm>
            <a:off x="0" y="-9591"/>
            <a:ext cx="2290067" cy="2458632"/>
          </a:xfrm>
        </p:spPr>
        <p:txBody>
          <a:bodyPr>
            <a:normAutofit/>
          </a:bodyPr>
          <a:lstStyle>
            <a:lvl1pPr marL="0" indent="0">
              <a:buNone/>
              <a:defRPr sz="1400"/>
            </a:lvl1pPr>
          </a:lstStyle>
          <a:p>
            <a:endParaRPr lang="en-US"/>
          </a:p>
        </p:txBody>
      </p:sp>
      <p:sp>
        <p:nvSpPr>
          <p:cNvPr id="32" name="Picture Placeholder 30"/>
          <p:cNvSpPr>
            <a:spLocks noGrp="1"/>
          </p:cNvSpPr>
          <p:nvPr>
            <p:ph type="pic" sz="quarter" idx="11"/>
          </p:nvPr>
        </p:nvSpPr>
        <p:spPr>
          <a:xfrm>
            <a:off x="4792386" y="-9591"/>
            <a:ext cx="2501330" cy="2458632"/>
          </a:xfrm>
        </p:spPr>
        <p:txBody>
          <a:bodyPr>
            <a:normAutofit/>
          </a:bodyPr>
          <a:lstStyle>
            <a:lvl1pPr marL="0" indent="0">
              <a:buNone/>
              <a:defRPr sz="1400"/>
            </a:lvl1pPr>
          </a:lstStyle>
          <a:p>
            <a:endParaRPr lang="en-US"/>
          </a:p>
        </p:txBody>
      </p:sp>
      <p:sp>
        <p:nvSpPr>
          <p:cNvPr id="33" name="Picture Placeholder 30"/>
          <p:cNvSpPr>
            <a:spLocks noGrp="1"/>
          </p:cNvSpPr>
          <p:nvPr>
            <p:ph type="pic" sz="quarter" idx="12"/>
          </p:nvPr>
        </p:nvSpPr>
        <p:spPr>
          <a:xfrm>
            <a:off x="2299120" y="2449041"/>
            <a:ext cx="2489332" cy="2458633"/>
          </a:xfrm>
        </p:spPr>
        <p:txBody>
          <a:bodyPr>
            <a:normAutofit/>
          </a:bodyPr>
          <a:lstStyle>
            <a:lvl1pPr marL="0" indent="0">
              <a:buNone/>
              <a:defRPr sz="1400"/>
            </a:lvl1pPr>
          </a:lstStyle>
          <a:p>
            <a:endParaRPr lang="en-US"/>
          </a:p>
        </p:txBody>
      </p:sp>
      <p:sp>
        <p:nvSpPr>
          <p:cNvPr id="34" name="Picture Placeholder 30"/>
          <p:cNvSpPr>
            <a:spLocks noGrp="1"/>
          </p:cNvSpPr>
          <p:nvPr>
            <p:ph type="pic" sz="quarter" idx="13"/>
          </p:nvPr>
        </p:nvSpPr>
        <p:spPr>
          <a:xfrm>
            <a:off x="7285651" y="2449041"/>
            <a:ext cx="2504782" cy="2458633"/>
          </a:xfrm>
        </p:spPr>
        <p:txBody>
          <a:bodyPr>
            <a:normAutofit/>
          </a:bodyPr>
          <a:lstStyle>
            <a:lvl1pPr marL="0" indent="0">
              <a:buNone/>
              <a:defRPr sz="1400"/>
            </a:lvl1pPr>
          </a:lstStyle>
          <a:p>
            <a:endParaRPr lang="en-US" dirty="0"/>
          </a:p>
        </p:txBody>
      </p:sp>
      <p:sp>
        <p:nvSpPr>
          <p:cNvPr id="35" name="Picture Placeholder 30"/>
          <p:cNvSpPr>
            <a:spLocks noGrp="1"/>
          </p:cNvSpPr>
          <p:nvPr>
            <p:ph type="pic" sz="quarter" idx="14"/>
          </p:nvPr>
        </p:nvSpPr>
        <p:spPr>
          <a:xfrm>
            <a:off x="9782368" y="-9591"/>
            <a:ext cx="2409632" cy="2458631"/>
          </a:xfrm>
        </p:spPr>
        <p:txBody>
          <a:bodyPr>
            <a:normAutofit/>
          </a:bodyPr>
          <a:lstStyle>
            <a:lvl1pPr marL="0" indent="0">
              <a:buNone/>
              <a:defRPr sz="1400"/>
            </a:lvl1pPr>
          </a:lstStyle>
          <a:p>
            <a:endParaRPr lang="en-US"/>
          </a:p>
        </p:txBody>
      </p:sp>
      <p:sp>
        <p:nvSpPr>
          <p:cNvPr id="8" name="Rectangle 7"/>
          <p:cNvSpPr/>
          <p:nvPr/>
        </p:nvSpPr>
        <p:spPr>
          <a:xfrm>
            <a:off x="7285651" y="-9590"/>
            <a:ext cx="2500839" cy="245863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3" name="Rectangle 12"/>
          <p:cNvSpPr/>
          <p:nvPr userDrawn="1"/>
        </p:nvSpPr>
        <p:spPr>
          <a:xfrm>
            <a:off x="0" y="2449044"/>
            <a:ext cx="2297644" cy="245863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7" name="Rectangle 16"/>
          <p:cNvSpPr/>
          <p:nvPr userDrawn="1"/>
        </p:nvSpPr>
        <p:spPr>
          <a:xfrm>
            <a:off x="4790722" y="2449044"/>
            <a:ext cx="2500839" cy="245863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1" name="Rectangle 20"/>
          <p:cNvSpPr/>
          <p:nvPr userDrawn="1"/>
        </p:nvSpPr>
        <p:spPr>
          <a:xfrm>
            <a:off x="9782368" y="2449041"/>
            <a:ext cx="2409632" cy="24731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5" name="Rectangle 24"/>
          <p:cNvSpPr/>
          <p:nvPr/>
        </p:nvSpPr>
        <p:spPr>
          <a:xfrm>
            <a:off x="2290069" y="-9590"/>
            <a:ext cx="2500840" cy="245863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Tree>
    <p:extLst>
      <p:ext uri="{BB962C8B-B14F-4D97-AF65-F5344CB8AC3E}">
        <p14:creationId xmlns:p14="http://schemas.microsoft.com/office/powerpoint/2010/main" val="2121079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1055402" y="1783041"/>
            <a:ext cx="4779646" cy="3883456"/>
          </a:xfrm>
        </p:spPr>
        <p:txBody>
          <a:bodyPr/>
          <a:lstStyle/>
          <a:p>
            <a:endParaRPr lang="en-US"/>
          </a:p>
        </p:txBody>
      </p:sp>
    </p:spTree>
    <p:extLst>
      <p:ext uri="{BB962C8B-B14F-4D97-AF65-F5344CB8AC3E}">
        <p14:creationId xmlns:p14="http://schemas.microsoft.com/office/powerpoint/2010/main" val="33808553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1" y="1683839"/>
            <a:ext cx="8052887" cy="3883456"/>
          </a:xfrm>
        </p:spPr>
        <p:txBody>
          <a:bodyPr/>
          <a:lstStyle/>
          <a:p>
            <a:endParaRPr lang="en-US"/>
          </a:p>
        </p:txBody>
      </p:sp>
    </p:spTree>
    <p:extLst>
      <p:ext uri="{BB962C8B-B14F-4D97-AF65-F5344CB8AC3E}">
        <p14:creationId xmlns:p14="http://schemas.microsoft.com/office/powerpoint/2010/main" val="35503951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9" name="Picture Placeholder 17"/>
          <p:cNvSpPr>
            <a:spLocks noGrp="1"/>
          </p:cNvSpPr>
          <p:nvPr>
            <p:ph type="pic" sz="quarter" idx="11"/>
          </p:nvPr>
        </p:nvSpPr>
        <p:spPr>
          <a:xfrm>
            <a:off x="6135624" y="1883664"/>
            <a:ext cx="1847088" cy="2542032"/>
          </a:xfrm>
        </p:spPr>
        <p:txBody>
          <a:bodyPr/>
          <a:lstStyle/>
          <a:p>
            <a:endParaRPr lang="en-US" dirty="0"/>
          </a:p>
        </p:txBody>
      </p:sp>
      <p:sp>
        <p:nvSpPr>
          <p:cNvPr id="20" name="Picture Placeholder 17"/>
          <p:cNvSpPr>
            <a:spLocks noGrp="1"/>
          </p:cNvSpPr>
          <p:nvPr>
            <p:ph type="pic" sz="quarter" idx="12"/>
          </p:nvPr>
        </p:nvSpPr>
        <p:spPr>
          <a:xfrm>
            <a:off x="4123944" y="1883664"/>
            <a:ext cx="1499616" cy="2542032"/>
          </a:xfrm>
        </p:spPr>
        <p:txBody>
          <a:bodyPr/>
          <a:lstStyle/>
          <a:p>
            <a:endParaRPr lang="en-US" dirty="0"/>
          </a:p>
        </p:txBody>
      </p:sp>
      <p:sp>
        <p:nvSpPr>
          <p:cNvPr id="18" name="Picture Placeholder 17"/>
          <p:cNvSpPr>
            <a:spLocks noGrp="1"/>
          </p:cNvSpPr>
          <p:nvPr>
            <p:ph type="pic" sz="quarter" idx="10"/>
          </p:nvPr>
        </p:nvSpPr>
        <p:spPr>
          <a:xfrm>
            <a:off x="5212080" y="1773936"/>
            <a:ext cx="1636776" cy="2843784"/>
          </a:xfrm>
        </p:spPr>
        <p:txBody>
          <a:bodyPr/>
          <a:lstStyle/>
          <a:p>
            <a:endParaRPr lang="en-US" dirty="0"/>
          </a:p>
        </p:txBody>
      </p:sp>
    </p:spTree>
    <p:extLst>
      <p:ext uri="{BB962C8B-B14F-4D97-AF65-F5344CB8AC3E}">
        <p14:creationId xmlns:p14="http://schemas.microsoft.com/office/powerpoint/2010/main" val="40369126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724211" y="2086084"/>
            <a:ext cx="3098385" cy="3046095"/>
          </a:xfrm>
        </p:spPr>
        <p:txBody>
          <a:bodyPr/>
          <a:lstStyle>
            <a:lvl1pPr marL="0" indent="0">
              <a:buNone/>
              <a:defRPr/>
            </a:lvl1pPr>
          </a:lstStyle>
          <a:p>
            <a:endParaRPr lang="en-US"/>
          </a:p>
        </p:txBody>
      </p:sp>
      <p:sp>
        <p:nvSpPr>
          <p:cNvPr id="18" name="Picture Placeholder 2"/>
          <p:cNvSpPr>
            <a:spLocks noGrp="1"/>
          </p:cNvSpPr>
          <p:nvPr>
            <p:ph type="pic" sz="quarter" idx="11"/>
          </p:nvPr>
        </p:nvSpPr>
        <p:spPr>
          <a:xfrm>
            <a:off x="4546808" y="2086084"/>
            <a:ext cx="3098385" cy="3046095"/>
          </a:xfrm>
        </p:spPr>
        <p:txBody>
          <a:bodyPr/>
          <a:lstStyle>
            <a:lvl1pPr marL="0" indent="0">
              <a:buNone/>
              <a:defRPr/>
            </a:lvl1pPr>
          </a:lstStyle>
          <a:p>
            <a:endParaRPr lang="en-US"/>
          </a:p>
        </p:txBody>
      </p:sp>
      <p:sp>
        <p:nvSpPr>
          <p:cNvPr id="19" name="Picture Placeholder 2"/>
          <p:cNvSpPr>
            <a:spLocks noGrp="1"/>
          </p:cNvSpPr>
          <p:nvPr>
            <p:ph type="pic" sz="quarter" idx="12"/>
          </p:nvPr>
        </p:nvSpPr>
        <p:spPr>
          <a:xfrm>
            <a:off x="8369403" y="2086084"/>
            <a:ext cx="3098385" cy="3046095"/>
          </a:xfrm>
        </p:spPr>
        <p:txBody>
          <a:bodyPr/>
          <a:lstStyle>
            <a:lvl1pPr marL="0" indent="0">
              <a:buNone/>
              <a:defRPr/>
            </a:lvl1pPr>
          </a:lstStyle>
          <a:p>
            <a:endParaRPr lang="en-US"/>
          </a:p>
        </p:txBody>
      </p:sp>
    </p:spTree>
    <p:extLst>
      <p:ext uri="{BB962C8B-B14F-4D97-AF65-F5344CB8AC3E}">
        <p14:creationId xmlns:p14="http://schemas.microsoft.com/office/powerpoint/2010/main" val="29907614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p:spPr>
        <p:txBody>
          <a:bodyPr/>
          <a:lstStyle/>
          <a:p>
            <a:endParaRPr lang="en-US"/>
          </a:p>
        </p:txBody>
      </p:sp>
    </p:spTree>
    <p:extLst>
      <p:ext uri="{BB962C8B-B14F-4D97-AF65-F5344CB8AC3E}">
        <p14:creationId xmlns:p14="http://schemas.microsoft.com/office/powerpoint/2010/main" val="42593190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4E84254C-3CCC-9F49-BE5E-260179616B9C}"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0809969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8EF5B6E6-97E7-244A-BA2E-18E0D9384358}"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8834172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A91FF5C5-0D7A-F249-9248-CA4A15643630}"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8070733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8C8B00FA-9155-9A4A-8AF6-4AD01FBA0FD8}" type="datetime1">
              <a:rPr lang="en-US" smtClean="0">
                <a:solidFill>
                  <a:prstClr val="black">
                    <a:tint val="75000"/>
                  </a:prstClr>
                </a:solidFill>
              </a:rPr>
              <a:t>9/22/16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008595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C27F139C-BAA6-254C-AE86-E896CFFE6F0C}" type="datetime1">
              <a:rPr lang="en-US" smtClean="0">
                <a:solidFill>
                  <a:prstClr val="black">
                    <a:tint val="75000"/>
                  </a:prstClr>
                </a:solidFill>
              </a:rPr>
              <a:t>9/22/16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4718319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74FF787E-90E6-5A42-BDB9-73215C23C6CE}" type="datetime1">
              <a:rPr lang="en-US" smtClean="0">
                <a:solidFill>
                  <a:prstClr val="black">
                    <a:tint val="75000"/>
                  </a:prstClr>
                </a:solidFill>
              </a:rPr>
              <a:t>9/22/16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9267866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32" name="Oval 31"/>
          <p:cNvSpPr/>
          <p:nvPr userDrawn="1"/>
        </p:nvSpPr>
        <p:spPr>
          <a:xfrm>
            <a:off x="8749343" y="4405387"/>
            <a:ext cx="1666608" cy="166660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34" name="Oval 33"/>
          <p:cNvSpPr/>
          <p:nvPr userDrawn="1"/>
        </p:nvSpPr>
        <p:spPr>
          <a:xfrm>
            <a:off x="8832080" y="4478599"/>
            <a:ext cx="1522962" cy="152296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35" name="Picture Placeholder 8"/>
          <p:cNvSpPr>
            <a:spLocks noGrp="1"/>
          </p:cNvSpPr>
          <p:nvPr userDrawn="1">
            <p:ph type="pic" sz="quarter" idx="34"/>
          </p:nvPr>
        </p:nvSpPr>
        <p:spPr>
          <a:xfrm>
            <a:off x="8904825" y="4561147"/>
            <a:ext cx="1378814" cy="1378814"/>
          </a:xfrm>
          <a:prstGeom prst="ellipse">
            <a:avLst/>
          </a:prstGeom>
        </p:spPr>
        <p:txBody>
          <a:bodyPr/>
          <a:lstStyle>
            <a:lvl1pPr>
              <a:defRPr sz="1200">
                <a:solidFill>
                  <a:schemeClr val="bg1"/>
                </a:solidFill>
              </a:defRPr>
            </a:lvl1pPr>
          </a:lstStyle>
          <a:p>
            <a:endParaRPr lang="id-ID" dirty="0"/>
          </a:p>
        </p:txBody>
      </p:sp>
      <p:sp>
        <p:nvSpPr>
          <p:cNvPr id="19" name="Oval 18"/>
          <p:cNvSpPr/>
          <p:nvPr userDrawn="1"/>
        </p:nvSpPr>
        <p:spPr>
          <a:xfrm>
            <a:off x="1506715" y="4405387"/>
            <a:ext cx="1666608" cy="16666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24" name="Oval 23"/>
          <p:cNvSpPr/>
          <p:nvPr userDrawn="1"/>
        </p:nvSpPr>
        <p:spPr>
          <a:xfrm>
            <a:off x="1589452" y="4478599"/>
            <a:ext cx="1522962" cy="152296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25" name="Picture Placeholder 8"/>
          <p:cNvSpPr>
            <a:spLocks noGrp="1"/>
          </p:cNvSpPr>
          <p:nvPr userDrawn="1">
            <p:ph type="pic" sz="quarter" idx="10"/>
          </p:nvPr>
        </p:nvSpPr>
        <p:spPr>
          <a:xfrm>
            <a:off x="1662197" y="4561147"/>
            <a:ext cx="1378814" cy="1378814"/>
          </a:xfrm>
          <a:prstGeom prst="ellipse">
            <a:avLst/>
          </a:prstGeom>
        </p:spPr>
        <p:txBody>
          <a:bodyPr/>
          <a:lstStyle>
            <a:lvl1pPr>
              <a:defRPr sz="1200">
                <a:solidFill>
                  <a:schemeClr val="bg1"/>
                </a:solidFill>
              </a:defRPr>
            </a:lvl1pPr>
          </a:lstStyle>
          <a:p>
            <a:endParaRPr lang="id-ID" dirty="0"/>
          </a:p>
        </p:txBody>
      </p:sp>
      <p:sp>
        <p:nvSpPr>
          <p:cNvPr id="27" name="Oval 26"/>
          <p:cNvSpPr/>
          <p:nvPr userDrawn="1"/>
        </p:nvSpPr>
        <p:spPr>
          <a:xfrm>
            <a:off x="5186087" y="4405387"/>
            <a:ext cx="1666608" cy="16666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29" name="Oval 28"/>
          <p:cNvSpPr/>
          <p:nvPr userDrawn="1"/>
        </p:nvSpPr>
        <p:spPr>
          <a:xfrm>
            <a:off x="5268823" y="4478599"/>
            <a:ext cx="1522962" cy="152296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299">
              <a:solidFill>
                <a:prstClr val="white"/>
              </a:solidFill>
            </a:endParaRPr>
          </a:p>
        </p:txBody>
      </p:sp>
      <p:sp>
        <p:nvSpPr>
          <p:cNvPr id="30" name="Picture Placeholder 8"/>
          <p:cNvSpPr>
            <a:spLocks noGrp="1"/>
          </p:cNvSpPr>
          <p:nvPr userDrawn="1">
            <p:ph type="pic" sz="quarter" idx="33"/>
          </p:nvPr>
        </p:nvSpPr>
        <p:spPr>
          <a:xfrm>
            <a:off x="5341569" y="4561147"/>
            <a:ext cx="1378814" cy="1378814"/>
          </a:xfrm>
          <a:prstGeom prst="ellipse">
            <a:avLst/>
          </a:prstGeom>
        </p:spPr>
        <p:txBody>
          <a:bodyPr/>
          <a:lstStyle>
            <a:lvl1pPr>
              <a:defRPr sz="1200">
                <a:solidFill>
                  <a:schemeClr val="bg1"/>
                </a:solidFill>
              </a:defRPr>
            </a:lvl1pPr>
          </a:lstStyle>
          <a:p>
            <a:endParaRPr lang="id-ID" dirty="0"/>
          </a:p>
        </p:txBody>
      </p:sp>
    </p:spTree>
    <p:extLst>
      <p:ext uri="{BB962C8B-B14F-4D97-AF65-F5344CB8AC3E}">
        <p14:creationId xmlns:p14="http://schemas.microsoft.com/office/powerpoint/2010/main" val="31521296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nodePh="1">
                                  <p:stCondLst>
                                    <p:cond delay="0"/>
                                  </p:stCondLst>
                                  <p:endCondLst>
                                    <p:cond evt="begin" delay="0">
                                      <p:tn val="5"/>
                                    </p:cond>
                                  </p:endCondLst>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ppt_w</p:attrName>
                                        </p:attrNameLst>
                                      </p:cBhvr>
                                      <p:tavLst>
                                        <p:tav tm="0">
                                          <p:val>
                                            <p:fltVal val="0"/>
                                          </p:val>
                                        </p:tav>
                                        <p:tav tm="100000">
                                          <p:val>
                                            <p:strVal val="#ppt_w"/>
                                          </p:val>
                                        </p:tav>
                                      </p:tavLst>
                                    </p:anim>
                                    <p:anim calcmode="lin" valueType="num">
                                      <p:cBhvr>
                                        <p:cTn id="8" dur="500" fill="hold"/>
                                        <p:tgtEl>
                                          <p:spTgt spid="25"/>
                                        </p:tgtEl>
                                        <p:attrNameLst>
                                          <p:attrName>ppt_h</p:attrName>
                                        </p:attrNameLst>
                                      </p:cBhvr>
                                      <p:tavLst>
                                        <p:tav tm="0">
                                          <p:val>
                                            <p:fltVal val="0"/>
                                          </p:val>
                                        </p:tav>
                                        <p:tav tm="100000">
                                          <p:val>
                                            <p:strVal val="#ppt_h"/>
                                          </p:val>
                                        </p:tav>
                                      </p:tavLst>
                                    </p:anim>
                                    <p:animEffect transition="in" filter="fade">
                                      <p:cBhvr>
                                        <p:cTn id="9" dur="500"/>
                                        <p:tgtEl>
                                          <p:spTgt spid="25"/>
                                        </p:tgtEl>
                                      </p:cBhvr>
                                    </p:animEffect>
                                  </p:childTnLst>
                                </p:cTn>
                              </p:par>
                              <p:par>
                                <p:cTn id="10" presetID="53" presetClass="entr" presetSubtype="16" fill="hold" grpId="0" nodeType="withEffect" nodePh="1">
                                  <p:stCondLst>
                                    <p:cond delay="0"/>
                                  </p:stCondLst>
                                  <p:endCondLst>
                                    <p:cond evt="begin" delay="0">
                                      <p:tn val="10"/>
                                    </p:cond>
                                  </p:endCondLst>
                                  <p:childTnLst>
                                    <p:set>
                                      <p:cBhvr>
                                        <p:cTn id="11" dur="1" fill="hold">
                                          <p:stCondLst>
                                            <p:cond delay="0"/>
                                          </p:stCondLst>
                                        </p:cTn>
                                        <p:tgtEl>
                                          <p:spTgt spid="30"/>
                                        </p:tgtEl>
                                        <p:attrNameLst>
                                          <p:attrName>style.visibility</p:attrName>
                                        </p:attrNameLst>
                                      </p:cBhvr>
                                      <p:to>
                                        <p:strVal val="visible"/>
                                      </p:to>
                                    </p:set>
                                    <p:anim calcmode="lin" valueType="num">
                                      <p:cBhvr>
                                        <p:cTn id="12" dur="500" fill="hold"/>
                                        <p:tgtEl>
                                          <p:spTgt spid="30"/>
                                        </p:tgtEl>
                                        <p:attrNameLst>
                                          <p:attrName>ppt_w</p:attrName>
                                        </p:attrNameLst>
                                      </p:cBhvr>
                                      <p:tavLst>
                                        <p:tav tm="0">
                                          <p:val>
                                            <p:fltVal val="0"/>
                                          </p:val>
                                        </p:tav>
                                        <p:tav tm="100000">
                                          <p:val>
                                            <p:strVal val="#ppt_w"/>
                                          </p:val>
                                        </p:tav>
                                      </p:tavLst>
                                    </p:anim>
                                    <p:anim calcmode="lin" valueType="num">
                                      <p:cBhvr>
                                        <p:cTn id="13" dur="500" fill="hold"/>
                                        <p:tgtEl>
                                          <p:spTgt spid="30"/>
                                        </p:tgtEl>
                                        <p:attrNameLst>
                                          <p:attrName>ppt_h</p:attrName>
                                        </p:attrNameLst>
                                      </p:cBhvr>
                                      <p:tavLst>
                                        <p:tav tm="0">
                                          <p:val>
                                            <p:fltVal val="0"/>
                                          </p:val>
                                        </p:tav>
                                        <p:tav tm="100000">
                                          <p:val>
                                            <p:strVal val="#ppt_h"/>
                                          </p:val>
                                        </p:tav>
                                      </p:tavLst>
                                    </p:anim>
                                    <p:animEffect transition="in" filter="fade">
                                      <p:cBhvr>
                                        <p:cTn id="14" dur="500"/>
                                        <p:tgtEl>
                                          <p:spTgt spid="30"/>
                                        </p:tgtEl>
                                      </p:cBhvr>
                                    </p:animEffect>
                                  </p:childTnLst>
                                </p:cTn>
                              </p:par>
                              <p:par>
                                <p:cTn id="15" presetID="53" presetClass="entr" presetSubtype="16" fill="hold" grpId="0" nodeType="withEffect" nodePh="1">
                                  <p:stCondLst>
                                    <p:cond delay="0"/>
                                  </p:stCondLst>
                                  <p:endCondLst>
                                    <p:cond evt="begin" delay="0">
                                      <p:tn val="15"/>
                                    </p:cond>
                                  </p:endCondLst>
                                  <p:childTnLst>
                                    <p:set>
                                      <p:cBhvr>
                                        <p:cTn id="16" dur="1" fill="hold">
                                          <p:stCondLst>
                                            <p:cond delay="0"/>
                                          </p:stCondLst>
                                        </p:cTn>
                                        <p:tgtEl>
                                          <p:spTgt spid="35"/>
                                        </p:tgtEl>
                                        <p:attrNameLst>
                                          <p:attrName>style.visibility</p:attrName>
                                        </p:attrNameLst>
                                      </p:cBhvr>
                                      <p:to>
                                        <p:strVal val="visible"/>
                                      </p:to>
                                    </p:set>
                                    <p:anim calcmode="lin" valueType="num">
                                      <p:cBhvr>
                                        <p:cTn id="17" dur="500" fill="hold"/>
                                        <p:tgtEl>
                                          <p:spTgt spid="35"/>
                                        </p:tgtEl>
                                        <p:attrNameLst>
                                          <p:attrName>ppt_w</p:attrName>
                                        </p:attrNameLst>
                                      </p:cBhvr>
                                      <p:tavLst>
                                        <p:tav tm="0">
                                          <p:val>
                                            <p:fltVal val="0"/>
                                          </p:val>
                                        </p:tav>
                                        <p:tav tm="100000">
                                          <p:val>
                                            <p:strVal val="#ppt_w"/>
                                          </p:val>
                                        </p:tav>
                                      </p:tavLst>
                                    </p:anim>
                                    <p:anim calcmode="lin" valueType="num">
                                      <p:cBhvr>
                                        <p:cTn id="18" dur="500" fill="hold"/>
                                        <p:tgtEl>
                                          <p:spTgt spid="35"/>
                                        </p:tgtEl>
                                        <p:attrNameLst>
                                          <p:attrName>ppt_h</p:attrName>
                                        </p:attrNameLst>
                                      </p:cBhvr>
                                      <p:tavLst>
                                        <p:tav tm="0">
                                          <p:val>
                                            <p:fltVal val="0"/>
                                          </p:val>
                                        </p:tav>
                                        <p:tav tm="100000">
                                          <p:val>
                                            <p:strVal val="#ppt_h"/>
                                          </p:val>
                                        </p:tav>
                                      </p:tavLst>
                                    </p:anim>
                                    <p:animEffect transition="in" filter="fade">
                                      <p:cBhvr>
                                        <p:cTn id="19"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25" grpId="0"/>
      <p:bldP spid="30" grpId="0"/>
    </p:bldLst>
  </p:timing>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2044700" y="2603500"/>
            <a:ext cx="4038600" cy="2895600"/>
          </a:xfrm>
        </p:spPr>
        <p:txBody>
          <a:bodyPr/>
          <a:lstStyle/>
          <a:p>
            <a:endParaRPr lang="en-US"/>
          </a:p>
        </p:txBody>
      </p:sp>
    </p:spTree>
    <p:extLst>
      <p:ext uri="{BB962C8B-B14F-4D97-AF65-F5344CB8AC3E}">
        <p14:creationId xmlns:p14="http://schemas.microsoft.com/office/powerpoint/2010/main" val="19652022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2_Blank">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930999" y="1463724"/>
            <a:ext cx="4751343" cy="4020845"/>
          </a:xfrm>
        </p:spPr>
        <p:txBody>
          <a:bodyPr/>
          <a:lstStyle/>
          <a:p>
            <a:endParaRPr lang="en-US"/>
          </a:p>
        </p:txBody>
      </p:sp>
      <p:sp>
        <p:nvSpPr>
          <p:cNvPr id="7" name="Picture Placeholder 4"/>
          <p:cNvSpPr>
            <a:spLocks noGrp="1"/>
          </p:cNvSpPr>
          <p:nvPr>
            <p:ph type="pic" sz="quarter" idx="11"/>
          </p:nvPr>
        </p:nvSpPr>
        <p:spPr>
          <a:xfrm>
            <a:off x="6417278" y="1463724"/>
            <a:ext cx="4751343" cy="4020845"/>
          </a:xfrm>
        </p:spPr>
        <p:txBody>
          <a:bodyPr/>
          <a:lstStyle/>
          <a:p>
            <a:endParaRPr lang="en-US"/>
          </a:p>
        </p:txBody>
      </p:sp>
    </p:spTree>
    <p:extLst>
      <p:ext uri="{BB962C8B-B14F-4D97-AF65-F5344CB8AC3E}">
        <p14:creationId xmlns:p14="http://schemas.microsoft.com/office/powerpoint/2010/main" val="29994137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D6E93598-4BBA-C045-AB3B-243FE5644BAE}"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1342601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1E2C076B-9C78-6D48-B3E6-71C9C2E8F64E}"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5939879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7ED01AC0-2067-C144-858B-3CCD7D41397C}"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3696502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9F0168D-B033-B140-B3C3-7AE7829BE3DF}"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1342112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22.xml><?xml version="1.0" encoding="utf-8"?>
<p:sldLayout xmlns:a="http://schemas.openxmlformats.org/drawingml/2006/main" xmlns:r="http://schemas.openxmlformats.org/officeDocument/2006/relationships" xmlns:p="http://schemas.openxmlformats.org/presentationml/2006/main" userDrawn="1">
  <p:cSld name="5_Custom Layout">
    <p:spTree>
      <p:nvGrpSpPr>
        <p:cNvPr id="1" name=""/>
        <p:cNvGrpSpPr/>
        <p:nvPr/>
      </p:nvGrpSpPr>
      <p:grpSpPr>
        <a:xfrm>
          <a:off x="0" y="0"/>
          <a:ext cx="0" cy="0"/>
          <a:chOff x="0" y="0"/>
          <a:chExt cx="0" cy="0"/>
        </a:xfrm>
      </p:grpSpPr>
      <p:sp>
        <p:nvSpPr>
          <p:cNvPr id="15" name="Picture Placeholder 11"/>
          <p:cNvSpPr>
            <a:spLocks noGrp="1"/>
          </p:cNvSpPr>
          <p:nvPr>
            <p:ph type="pic" sz="quarter" idx="13"/>
          </p:nvPr>
        </p:nvSpPr>
        <p:spPr>
          <a:xfrm>
            <a:off x="8688948" y="2179782"/>
            <a:ext cx="2209954" cy="2789382"/>
          </a:xfrm>
        </p:spPr>
        <p:txBody>
          <a:bodyPr/>
          <a:lstStyle/>
          <a:p>
            <a:endParaRPr lang="en-US"/>
          </a:p>
        </p:txBody>
      </p:sp>
      <p:sp>
        <p:nvSpPr>
          <p:cNvPr id="12" name="Picture Placeholder 11"/>
          <p:cNvSpPr>
            <a:spLocks noGrp="1"/>
          </p:cNvSpPr>
          <p:nvPr>
            <p:ph type="pic" sz="quarter" idx="10"/>
          </p:nvPr>
        </p:nvSpPr>
        <p:spPr>
          <a:xfrm>
            <a:off x="1293092" y="2179782"/>
            <a:ext cx="2209954" cy="2789382"/>
          </a:xfrm>
        </p:spPr>
        <p:txBody>
          <a:bodyPr/>
          <a:lstStyle/>
          <a:p>
            <a:endParaRPr lang="en-US"/>
          </a:p>
        </p:txBody>
      </p:sp>
      <p:sp>
        <p:nvSpPr>
          <p:cNvPr id="13" name="Picture Placeholder 11"/>
          <p:cNvSpPr>
            <a:spLocks noGrp="1"/>
          </p:cNvSpPr>
          <p:nvPr>
            <p:ph type="pic" sz="quarter" idx="11"/>
          </p:nvPr>
        </p:nvSpPr>
        <p:spPr>
          <a:xfrm>
            <a:off x="3758378" y="2179782"/>
            <a:ext cx="2209954" cy="2789382"/>
          </a:xfrm>
        </p:spPr>
        <p:txBody>
          <a:bodyPr/>
          <a:lstStyle/>
          <a:p>
            <a:endParaRPr lang="en-US"/>
          </a:p>
        </p:txBody>
      </p:sp>
      <p:sp>
        <p:nvSpPr>
          <p:cNvPr id="14" name="Picture Placeholder 11"/>
          <p:cNvSpPr>
            <a:spLocks noGrp="1"/>
          </p:cNvSpPr>
          <p:nvPr>
            <p:ph type="pic" sz="quarter" idx="12"/>
          </p:nvPr>
        </p:nvSpPr>
        <p:spPr>
          <a:xfrm>
            <a:off x="6223664" y="2179782"/>
            <a:ext cx="2209954" cy="2789382"/>
          </a:xfrm>
        </p:spPr>
        <p:txBody>
          <a:bodyPr/>
          <a:lstStyle/>
          <a:p>
            <a:endParaRPr lang="en-US"/>
          </a:p>
        </p:txBody>
      </p:sp>
    </p:spTree>
    <p:extLst>
      <p:ext uri="{BB962C8B-B14F-4D97-AF65-F5344CB8AC3E}">
        <p14:creationId xmlns:p14="http://schemas.microsoft.com/office/powerpoint/2010/main" val="41366839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23.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p:spPr>
        <p:txBody>
          <a:bodyPr/>
          <a:lstStyle/>
          <a:p>
            <a:endParaRPr lang="en-US"/>
          </a:p>
        </p:txBody>
      </p:sp>
    </p:spTree>
    <p:extLst>
      <p:ext uri="{BB962C8B-B14F-4D97-AF65-F5344CB8AC3E}">
        <p14:creationId xmlns:p14="http://schemas.microsoft.com/office/powerpoint/2010/main" val="29379538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24.xml><?xml version="1.0" encoding="utf-8"?>
<p:sldLayout xmlns:a="http://schemas.openxmlformats.org/drawingml/2006/main" xmlns:r="http://schemas.openxmlformats.org/officeDocument/2006/relationships" xmlns:p="http://schemas.openxmlformats.org/presentationml/2006/main" userDrawn="1">
  <p:cSld name="3_Meet_the_team">
    <p:spTree>
      <p:nvGrpSpPr>
        <p:cNvPr id="1" name=""/>
        <p:cNvGrpSpPr/>
        <p:nvPr/>
      </p:nvGrpSpPr>
      <p:grpSpPr>
        <a:xfrm>
          <a:off x="0" y="0"/>
          <a:ext cx="0" cy="0"/>
          <a:chOff x="0" y="0"/>
          <a:chExt cx="0" cy="0"/>
        </a:xfrm>
      </p:grpSpPr>
      <p:sp>
        <p:nvSpPr>
          <p:cNvPr id="5" name="Picture Placeholder 22"/>
          <p:cNvSpPr>
            <a:spLocks noGrp="1"/>
          </p:cNvSpPr>
          <p:nvPr>
            <p:ph type="pic" sz="quarter" idx="14"/>
          </p:nvPr>
        </p:nvSpPr>
        <p:spPr>
          <a:xfrm>
            <a:off x="988485" y="1821006"/>
            <a:ext cx="1822449" cy="1824566"/>
          </a:xfrm>
        </p:spPr>
        <p:txBody>
          <a:bodyPr>
            <a:normAutofit/>
          </a:bodyPr>
          <a:lstStyle>
            <a:lvl1pPr marL="0" indent="0">
              <a:buNone/>
              <a:defRPr sz="1440">
                <a:solidFill>
                  <a:schemeClr val="bg1"/>
                </a:solidFill>
                <a:latin typeface="Calibri Light"/>
                <a:cs typeface="Calibri Light"/>
              </a:defRPr>
            </a:lvl1pPr>
          </a:lstStyle>
          <a:p>
            <a:endParaRPr lang="id-ID" dirty="0"/>
          </a:p>
        </p:txBody>
      </p:sp>
    </p:spTree>
    <p:extLst>
      <p:ext uri="{BB962C8B-B14F-4D97-AF65-F5344CB8AC3E}">
        <p14:creationId xmlns:p14="http://schemas.microsoft.com/office/powerpoint/2010/main" val="6949211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25.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p:spPr>
        <p:txBody>
          <a:bodyPr/>
          <a:lstStyle/>
          <a:p>
            <a:endParaRPr lang="en-US"/>
          </a:p>
        </p:txBody>
      </p:sp>
    </p:spTree>
    <p:extLst>
      <p:ext uri="{BB962C8B-B14F-4D97-AF65-F5344CB8AC3E}">
        <p14:creationId xmlns:p14="http://schemas.microsoft.com/office/powerpoint/2010/main" val="22766884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26.xml><?xml version="1.0" encoding="utf-8"?>
<p:sldLayout xmlns:a="http://schemas.openxmlformats.org/drawingml/2006/main" xmlns:r="http://schemas.openxmlformats.org/officeDocument/2006/relationships" xmlns:p="http://schemas.openxmlformats.org/presentationml/2006/main" userDrawn="1">
  <p:cSld name="17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209968" y="2133600"/>
            <a:ext cx="1761019" cy="1925230"/>
          </a:xfrm>
        </p:spPr>
        <p:txBody>
          <a:bodyPr/>
          <a:lstStyle/>
          <a:p>
            <a:endParaRPr lang="en-US" dirty="0"/>
          </a:p>
        </p:txBody>
      </p:sp>
    </p:spTree>
    <p:extLst>
      <p:ext uri="{BB962C8B-B14F-4D97-AF65-F5344CB8AC3E}">
        <p14:creationId xmlns:p14="http://schemas.microsoft.com/office/powerpoint/2010/main" val="12604822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27.xml><?xml version="1.0" encoding="utf-8"?>
<p:sldLayout xmlns:a="http://schemas.openxmlformats.org/drawingml/2006/main" xmlns:r="http://schemas.openxmlformats.org/officeDocument/2006/relationships" xmlns:p="http://schemas.openxmlformats.org/presentationml/2006/main" userDrawn="1">
  <p:cSld name="28_Title Slide">
    <p:spTree>
      <p:nvGrpSpPr>
        <p:cNvPr id="1" name=""/>
        <p:cNvGrpSpPr/>
        <p:nvPr/>
      </p:nvGrpSpPr>
      <p:grpSpPr>
        <a:xfrm>
          <a:off x="0" y="0"/>
          <a:ext cx="0" cy="0"/>
          <a:chOff x="0" y="0"/>
          <a:chExt cx="0" cy="0"/>
        </a:xfrm>
      </p:grpSpPr>
      <p:sp>
        <p:nvSpPr>
          <p:cNvPr id="86" name="Picture Placeholder 2"/>
          <p:cNvSpPr>
            <a:spLocks noGrp="1"/>
          </p:cNvSpPr>
          <p:nvPr>
            <p:ph type="pic" sz="quarter" idx="36"/>
          </p:nvPr>
        </p:nvSpPr>
        <p:spPr>
          <a:xfrm>
            <a:off x="6304844" y="2133600"/>
            <a:ext cx="853440" cy="850392"/>
          </a:xfrm>
          <a:prstGeom prst="ellipse">
            <a:avLst/>
          </a:prstGeo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87" name="Picture Placeholder 2"/>
          <p:cNvSpPr>
            <a:spLocks noGrp="1"/>
          </p:cNvSpPr>
          <p:nvPr>
            <p:ph type="pic" sz="quarter" idx="37"/>
          </p:nvPr>
        </p:nvSpPr>
        <p:spPr>
          <a:xfrm>
            <a:off x="6302356" y="4062132"/>
            <a:ext cx="853440" cy="850392"/>
          </a:xfrm>
          <a:prstGeom prst="ellipse">
            <a:avLst/>
          </a:prstGeo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64" name="Picture Placeholder 2"/>
          <p:cNvSpPr>
            <a:spLocks noGrp="1"/>
          </p:cNvSpPr>
          <p:nvPr>
            <p:ph type="pic" sz="quarter" idx="29"/>
          </p:nvPr>
        </p:nvSpPr>
        <p:spPr>
          <a:xfrm>
            <a:off x="1248628" y="2133600"/>
            <a:ext cx="853440" cy="850392"/>
          </a:xfrm>
          <a:prstGeom prst="ellipse">
            <a:avLst/>
          </a:prstGeo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26" name="Picture Placeholder 2"/>
          <p:cNvSpPr>
            <a:spLocks noGrp="1"/>
          </p:cNvSpPr>
          <p:nvPr>
            <p:ph type="pic" sz="quarter" idx="24"/>
          </p:nvPr>
        </p:nvSpPr>
        <p:spPr>
          <a:xfrm>
            <a:off x="1246140" y="4060545"/>
            <a:ext cx="853440" cy="850392"/>
          </a:xfrm>
          <a:prstGeom prst="ellipse">
            <a:avLst/>
          </a:prstGeo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39501284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64"/>
                                        </p:tgtEl>
                                        <p:attrNameLst>
                                          <p:attrName>style.visibility</p:attrName>
                                        </p:attrNameLst>
                                      </p:cBhvr>
                                      <p:to>
                                        <p:strVal val="visible"/>
                                      </p:to>
                                    </p:set>
                                    <p:animEffect transition="in" filter="fade">
                                      <p:cBhvr>
                                        <p:cTn id="7" dur="500"/>
                                        <p:tgtEl>
                                          <p:spTgt spid="64"/>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86"/>
                                        </p:tgtEl>
                                        <p:attrNameLst>
                                          <p:attrName>style.visibility</p:attrName>
                                        </p:attrNameLst>
                                      </p:cBhvr>
                                      <p:to>
                                        <p:strVal val="visible"/>
                                      </p:to>
                                    </p:set>
                                    <p:animEffect transition="in" filter="fade">
                                      <p:cBhvr>
                                        <p:cTn id="11" dur="500"/>
                                        <p:tgtEl>
                                          <p:spTgt spid="86"/>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87"/>
                                        </p:tgtEl>
                                        <p:attrNameLst>
                                          <p:attrName>style.visibility</p:attrName>
                                        </p:attrNameLst>
                                      </p:cBhvr>
                                      <p:to>
                                        <p:strVal val="visible"/>
                                      </p:to>
                                    </p:set>
                                    <p:animEffect transition="in" filter="fade">
                                      <p:cBhvr>
                                        <p:cTn id="19" dur="5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P spid="87" grpId="0"/>
      <p:bldP spid="64" grpId="0"/>
      <p:bldP spid="26" grpId="0"/>
    </p:bldLst>
  </p:timing>
</p:sldLayout>
</file>

<file path=ppt/slideLayouts/slideLayout328.xml><?xml version="1.0" encoding="utf-8"?>
<p:sldLayout xmlns:a="http://schemas.openxmlformats.org/drawingml/2006/main" xmlns:r="http://schemas.openxmlformats.org/officeDocument/2006/relationships" xmlns:p="http://schemas.openxmlformats.org/presentationml/2006/main" userDrawn="1">
  <p:cSld name="13_Custom Layout">
    <p:spTree>
      <p:nvGrpSpPr>
        <p:cNvPr id="1" name=""/>
        <p:cNvGrpSpPr/>
        <p:nvPr/>
      </p:nvGrpSpPr>
      <p:grpSpPr>
        <a:xfrm>
          <a:off x="0" y="0"/>
          <a:ext cx="0" cy="0"/>
          <a:chOff x="0" y="0"/>
          <a:chExt cx="0" cy="0"/>
        </a:xfrm>
      </p:grpSpPr>
      <p:sp>
        <p:nvSpPr>
          <p:cNvPr id="6" name="Picture Placeholder 10"/>
          <p:cNvSpPr>
            <a:spLocks noGrp="1"/>
          </p:cNvSpPr>
          <p:nvPr>
            <p:ph type="pic" sz="quarter" idx="12"/>
          </p:nvPr>
        </p:nvSpPr>
        <p:spPr>
          <a:xfrm>
            <a:off x="8272578" y="4343400"/>
            <a:ext cx="731521" cy="658368"/>
          </a:xfrm>
          <a:prstGeom prst="ellipse">
            <a:avLst/>
          </a:prstGeom>
        </p:spPr>
        <p:txBody>
          <a:bodyPr/>
          <a:lstStyle/>
          <a:p>
            <a:endParaRPr lang="en-US" dirty="0"/>
          </a:p>
        </p:txBody>
      </p:sp>
      <p:sp>
        <p:nvSpPr>
          <p:cNvPr id="7" name="Picture Placeholder 10"/>
          <p:cNvSpPr>
            <a:spLocks noGrp="1"/>
          </p:cNvSpPr>
          <p:nvPr>
            <p:ph type="pic" sz="quarter" idx="10"/>
          </p:nvPr>
        </p:nvSpPr>
        <p:spPr>
          <a:xfrm>
            <a:off x="1518535" y="4343400"/>
            <a:ext cx="731521" cy="658368"/>
          </a:xfrm>
          <a:prstGeom prst="ellipse">
            <a:avLst/>
          </a:prstGeom>
        </p:spPr>
        <p:txBody>
          <a:bodyPr/>
          <a:lstStyle/>
          <a:p>
            <a:endParaRPr lang="en-US"/>
          </a:p>
        </p:txBody>
      </p:sp>
      <p:sp>
        <p:nvSpPr>
          <p:cNvPr id="8" name="Picture Placeholder 10"/>
          <p:cNvSpPr>
            <a:spLocks noGrp="1"/>
          </p:cNvSpPr>
          <p:nvPr>
            <p:ph type="pic" sz="quarter" idx="11"/>
          </p:nvPr>
        </p:nvSpPr>
        <p:spPr>
          <a:xfrm>
            <a:off x="4896004" y="4343400"/>
            <a:ext cx="731521" cy="658368"/>
          </a:xfrm>
          <a:prstGeom prst="ellipse">
            <a:avLst/>
          </a:prstGeom>
        </p:spPr>
        <p:txBody>
          <a:bodyPr/>
          <a:lstStyle/>
          <a:p>
            <a:endParaRPr lang="en-US"/>
          </a:p>
        </p:txBody>
      </p:sp>
    </p:spTree>
    <p:extLst>
      <p:ext uri="{BB962C8B-B14F-4D97-AF65-F5344CB8AC3E}">
        <p14:creationId xmlns:p14="http://schemas.microsoft.com/office/powerpoint/2010/main" val="1507813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29.xml><?xml version="1.0" encoding="utf-8"?>
<p:sldLayout xmlns:a="http://schemas.openxmlformats.org/drawingml/2006/main" xmlns:r="http://schemas.openxmlformats.org/officeDocument/2006/relationships" xmlns:p="http://schemas.openxmlformats.org/presentationml/2006/main" userDrawn="1">
  <p:cSld name="3_Custom Layout">
    <p:spTree>
      <p:nvGrpSpPr>
        <p:cNvPr id="1" name=""/>
        <p:cNvGrpSpPr/>
        <p:nvPr/>
      </p:nvGrpSpPr>
      <p:grpSpPr>
        <a:xfrm>
          <a:off x="0" y="0"/>
          <a:ext cx="0" cy="0"/>
          <a:chOff x="0" y="0"/>
          <a:chExt cx="0" cy="0"/>
        </a:xfrm>
      </p:grpSpPr>
      <p:sp>
        <p:nvSpPr>
          <p:cNvPr id="13" name="Picture Placeholder 10"/>
          <p:cNvSpPr>
            <a:spLocks noGrp="1"/>
          </p:cNvSpPr>
          <p:nvPr>
            <p:ph type="pic" sz="quarter" idx="12"/>
          </p:nvPr>
        </p:nvSpPr>
        <p:spPr>
          <a:xfrm>
            <a:off x="7730836" y="1970810"/>
            <a:ext cx="2401455" cy="2401455"/>
          </a:xfrm>
        </p:spPr>
        <p:txBody>
          <a:bodyPr/>
          <a:lstStyle/>
          <a:p>
            <a:endParaRPr lang="en-US"/>
          </a:p>
        </p:txBody>
      </p:sp>
      <p:sp>
        <p:nvSpPr>
          <p:cNvPr id="11" name="Picture Placeholder 10"/>
          <p:cNvSpPr>
            <a:spLocks noGrp="1"/>
          </p:cNvSpPr>
          <p:nvPr>
            <p:ph type="pic" sz="quarter" idx="10"/>
          </p:nvPr>
        </p:nvSpPr>
        <p:spPr>
          <a:xfrm>
            <a:off x="2059710" y="1970810"/>
            <a:ext cx="2401455" cy="2401455"/>
          </a:xfrm>
        </p:spPr>
        <p:txBody>
          <a:bodyPr/>
          <a:lstStyle/>
          <a:p>
            <a:endParaRPr lang="en-US"/>
          </a:p>
        </p:txBody>
      </p:sp>
      <p:sp>
        <p:nvSpPr>
          <p:cNvPr id="12" name="Picture Placeholder 10"/>
          <p:cNvSpPr>
            <a:spLocks noGrp="1"/>
          </p:cNvSpPr>
          <p:nvPr>
            <p:ph type="pic" sz="quarter" idx="11"/>
          </p:nvPr>
        </p:nvSpPr>
        <p:spPr>
          <a:xfrm>
            <a:off x="4895273" y="1970810"/>
            <a:ext cx="2401455" cy="2401455"/>
          </a:xfrm>
        </p:spPr>
        <p:txBody>
          <a:bodyPr/>
          <a:lstStyle/>
          <a:p>
            <a:endParaRPr lang="en-US"/>
          </a:p>
        </p:txBody>
      </p:sp>
    </p:spTree>
    <p:extLst>
      <p:ext uri="{BB962C8B-B14F-4D97-AF65-F5344CB8AC3E}">
        <p14:creationId xmlns:p14="http://schemas.microsoft.com/office/powerpoint/2010/main" val="15006042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13" name="Picture Placeholder 10"/>
          <p:cNvSpPr>
            <a:spLocks noGrp="1"/>
          </p:cNvSpPr>
          <p:nvPr>
            <p:ph type="pic" sz="quarter" idx="12"/>
          </p:nvPr>
        </p:nvSpPr>
        <p:spPr>
          <a:xfrm>
            <a:off x="7946737" y="1856511"/>
            <a:ext cx="1984664" cy="1984664"/>
          </a:xfrm>
          <a:prstGeom prst="ellipse">
            <a:avLst/>
          </a:prstGeom>
        </p:spPr>
        <p:txBody>
          <a:bodyPr/>
          <a:lstStyle>
            <a:lvl1pPr marL="0" indent="0">
              <a:buNone/>
              <a:defRPr/>
            </a:lvl1pPr>
          </a:lstStyle>
          <a:p>
            <a:endParaRPr lang="en-US"/>
          </a:p>
        </p:txBody>
      </p:sp>
      <p:sp>
        <p:nvSpPr>
          <p:cNvPr id="11" name="Picture Placeholder 10"/>
          <p:cNvSpPr>
            <a:spLocks noGrp="1"/>
          </p:cNvSpPr>
          <p:nvPr>
            <p:ph type="pic" sz="quarter" idx="10"/>
          </p:nvPr>
        </p:nvSpPr>
        <p:spPr>
          <a:xfrm>
            <a:off x="2275611" y="1856511"/>
            <a:ext cx="1984664" cy="1984664"/>
          </a:xfrm>
          <a:prstGeom prst="ellipse">
            <a:avLst/>
          </a:prstGeom>
        </p:spPr>
        <p:txBody>
          <a:bodyPr/>
          <a:lstStyle>
            <a:lvl1pPr marL="0" indent="0">
              <a:buNone/>
              <a:defRPr/>
            </a:lvl1pPr>
          </a:lstStyle>
          <a:p>
            <a:endParaRPr lang="en-US" dirty="0"/>
          </a:p>
        </p:txBody>
      </p:sp>
      <p:sp>
        <p:nvSpPr>
          <p:cNvPr id="12" name="Picture Placeholder 10"/>
          <p:cNvSpPr>
            <a:spLocks noGrp="1"/>
          </p:cNvSpPr>
          <p:nvPr>
            <p:ph type="pic" sz="quarter" idx="11"/>
          </p:nvPr>
        </p:nvSpPr>
        <p:spPr>
          <a:xfrm>
            <a:off x="5111174" y="1856511"/>
            <a:ext cx="1984664" cy="1984664"/>
          </a:xfrm>
          <a:prstGeom prst="ellipse">
            <a:avLst/>
          </a:prstGeom>
        </p:spPr>
        <p:txBody>
          <a:bodyPr/>
          <a:lstStyle>
            <a:lvl1pPr marL="0" indent="0">
              <a:buNone/>
              <a:defRPr/>
            </a:lvl1pPr>
          </a:lstStyle>
          <a:p>
            <a:endParaRPr lang="en-US"/>
          </a:p>
        </p:txBody>
      </p:sp>
    </p:spTree>
    <p:extLst>
      <p:ext uri="{BB962C8B-B14F-4D97-AF65-F5344CB8AC3E}">
        <p14:creationId xmlns:p14="http://schemas.microsoft.com/office/powerpoint/2010/main" val="28784850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13" name="Picture Placeholder 10"/>
          <p:cNvSpPr>
            <a:spLocks noGrp="1"/>
          </p:cNvSpPr>
          <p:nvPr>
            <p:ph type="pic" sz="quarter" idx="12"/>
          </p:nvPr>
        </p:nvSpPr>
        <p:spPr>
          <a:xfrm>
            <a:off x="5317837" y="2021611"/>
            <a:ext cx="1565564" cy="1565564"/>
          </a:xfrm>
        </p:spPr>
        <p:txBody>
          <a:bodyPr/>
          <a:lstStyle>
            <a:lvl1pPr marL="0" indent="0">
              <a:buNone/>
              <a:defRPr/>
            </a:lvl1pPr>
          </a:lstStyle>
          <a:p>
            <a:endParaRPr lang="en-US"/>
          </a:p>
        </p:txBody>
      </p:sp>
      <p:sp>
        <p:nvSpPr>
          <p:cNvPr id="11" name="Picture Placeholder 10"/>
          <p:cNvSpPr>
            <a:spLocks noGrp="1"/>
          </p:cNvSpPr>
          <p:nvPr>
            <p:ph type="pic" sz="quarter" idx="10"/>
          </p:nvPr>
        </p:nvSpPr>
        <p:spPr>
          <a:xfrm>
            <a:off x="1323111" y="2021611"/>
            <a:ext cx="1565564" cy="1565564"/>
          </a:xfrm>
        </p:spPr>
        <p:txBody>
          <a:bodyPr/>
          <a:lstStyle>
            <a:lvl1pPr marL="0" indent="0">
              <a:buNone/>
              <a:defRPr/>
            </a:lvl1pPr>
          </a:lstStyle>
          <a:p>
            <a:endParaRPr lang="en-US" dirty="0"/>
          </a:p>
        </p:txBody>
      </p:sp>
      <p:sp>
        <p:nvSpPr>
          <p:cNvPr id="12" name="Picture Placeholder 10"/>
          <p:cNvSpPr>
            <a:spLocks noGrp="1"/>
          </p:cNvSpPr>
          <p:nvPr>
            <p:ph type="pic" sz="quarter" idx="11"/>
          </p:nvPr>
        </p:nvSpPr>
        <p:spPr>
          <a:xfrm>
            <a:off x="3320474" y="2021611"/>
            <a:ext cx="1565564" cy="1565564"/>
          </a:xfrm>
        </p:spPr>
        <p:txBody>
          <a:bodyPr/>
          <a:lstStyle>
            <a:lvl1pPr marL="0" indent="0">
              <a:buNone/>
              <a:defRPr/>
            </a:lvl1pPr>
          </a:lstStyle>
          <a:p>
            <a:endParaRPr lang="en-US"/>
          </a:p>
        </p:txBody>
      </p:sp>
      <p:sp>
        <p:nvSpPr>
          <p:cNvPr id="5" name="Picture Placeholder 10"/>
          <p:cNvSpPr>
            <a:spLocks noGrp="1"/>
          </p:cNvSpPr>
          <p:nvPr>
            <p:ph type="pic" sz="quarter" idx="13"/>
          </p:nvPr>
        </p:nvSpPr>
        <p:spPr>
          <a:xfrm>
            <a:off x="7315200" y="2021611"/>
            <a:ext cx="1565564" cy="1565564"/>
          </a:xfrm>
        </p:spPr>
        <p:txBody>
          <a:bodyPr/>
          <a:lstStyle>
            <a:lvl1pPr marL="0" indent="0">
              <a:buNone/>
              <a:defRPr/>
            </a:lvl1pPr>
          </a:lstStyle>
          <a:p>
            <a:endParaRPr lang="en-US"/>
          </a:p>
        </p:txBody>
      </p:sp>
      <p:sp>
        <p:nvSpPr>
          <p:cNvPr id="6" name="Picture Placeholder 10"/>
          <p:cNvSpPr>
            <a:spLocks noGrp="1"/>
          </p:cNvSpPr>
          <p:nvPr>
            <p:ph type="pic" sz="quarter" idx="14"/>
          </p:nvPr>
        </p:nvSpPr>
        <p:spPr>
          <a:xfrm>
            <a:off x="9312563" y="2021611"/>
            <a:ext cx="1565564" cy="1565564"/>
          </a:xfrm>
        </p:spPr>
        <p:txBody>
          <a:bodyPr/>
          <a:lstStyle>
            <a:lvl1pPr marL="0" indent="0">
              <a:buNone/>
              <a:defRPr/>
            </a:lvl1pPr>
          </a:lstStyle>
          <a:p>
            <a:endParaRPr lang="en-US"/>
          </a:p>
        </p:txBody>
      </p:sp>
    </p:spTree>
    <p:extLst>
      <p:ext uri="{BB962C8B-B14F-4D97-AF65-F5344CB8AC3E}">
        <p14:creationId xmlns:p14="http://schemas.microsoft.com/office/powerpoint/2010/main" val="15063221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32.xml><?xml version="1.0" encoding="utf-8"?>
<p:sldLayout xmlns:a="http://schemas.openxmlformats.org/drawingml/2006/main" xmlns:r="http://schemas.openxmlformats.org/officeDocument/2006/relationships" xmlns:p="http://schemas.openxmlformats.org/presentationml/2006/main" userDrawn="1">
  <p:cSld name="32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0553197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33.xml><?xml version="1.0" encoding="utf-8"?>
<p:sldLayout xmlns:a="http://schemas.openxmlformats.org/drawingml/2006/main" xmlns:r="http://schemas.openxmlformats.org/officeDocument/2006/relationships" xmlns:p="http://schemas.openxmlformats.org/presentationml/2006/main" userDrawn="1">
  <p:cSld name="9_Custom Layout">
    <p:spTree>
      <p:nvGrpSpPr>
        <p:cNvPr id="1" name=""/>
        <p:cNvGrpSpPr/>
        <p:nvPr/>
      </p:nvGrpSpPr>
      <p:grpSpPr>
        <a:xfrm>
          <a:off x="0" y="0"/>
          <a:ext cx="0" cy="0"/>
          <a:chOff x="0" y="0"/>
          <a:chExt cx="0" cy="0"/>
        </a:xfrm>
      </p:grpSpPr>
      <p:sp>
        <p:nvSpPr>
          <p:cNvPr id="17" name="Picture Placeholder 16"/>
          <p:cNvSpPr>
            <a:spLocks noGrp="1"/>
          </p:cNvSpPr>
          <p:nvPr>
            <p:ph type="pic" sz="quarter" idx="11"/>
          </p:nvPr>
        </p:nvSpPr>
        <p:spPr>
          <a:xfrm>
            <a:off x="6421521" y="2251765"/>
            <a:ext cx="4493161" cy="3145736"/>
          </a:xfrm>
        </p:spPr>
        <p:txBody>
          <a:bodyPr/>
          <a:lstStyle/>
          <a:p>
            <a:endParaRPr lang="en-US"/>
          </a:p>
        </p:txBody>
      </p:sp>
      <p:sp>
        <p:nvSpPr>
          <p:cNvPr id="3" name="Picture Placeholder 2"/>
          <p:cNvSpPr>
            <a:spLocks noGrp="1"/>
          </p:cNvSpPr>
          <p:nvPr>
            <p:ph type="pic" sz="quarter" idx="10"/>
          </p:nvPr>
        </p:nvSpPr>
        <p:spPr>
          <a:xfrm>
            <a:off x="1285035" y="2235200"/>
            <a:ext cx="4484807" cy="3162300"/>
          </a:xfrm>
        </p:spPr>
        <p:txBody>
          <a:bodyPr/>
          <a:lstStyle/>
          <a:p>
            <a:endParaRPr lang="en-US"/>
          </a:p>
        </p:txBody>
      </p:sp>
    </p:spTree>
    <p:extLst>
      <p:ext uri="{BB962C8B-B14F-4D97-AF65-F5344CB8AC3E}">
        <p14:creationId xmlns:p14="http://schemas.microsoft.com/office/powerpoint/2010/main" val="5346951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34.xml><?xml version="1.0" encoding="utf-8"?>
<p:sldLayout xmlns:a="http://schemas.openxmlformats.org/drawingml/2006/main" xmlns:r="http://schemas.openxmlformats.org/officeDocument/2006/relationships" xmlns:p="http://schemas.openxmlformats.org/presentationml/2006/main" userDrawn="1">
  <p:cSld name="5_Meet_the_team1">
    <p:spTree>
      <p:nvGrpSpPr>
        <p:cNvPr id="1" name=""/>
        <p:cNvGrpSpPr/>
        <p:nvPr/>
      </p:nvGrpSpPr>
      <p:grpSpPr>
        <a:xfrm>
          <a:off x="0" y="0"/>
          <a:ext cx="0" cy="0"/>
          <a:chOff x="0" y="0"/>
          <a:chExt cx="0" cy="0"/>
        </a:xfrm>
      </p:grpSpPr>
      <p:sp>
        <p:nvSpPr>
          <p:cNvPr id="26" name="Picture Placeholder 25"/>
          <p:cNvSpPr>
            <a:spLocks noGrp="1"/>
          </p:cNvSpPr>
          <p:nvPr>
            <p:ph type="pic" sz="quarter" idx="10"/>
          </p:nvPr>
        </p:nvSpPr>
        <p:spPr>
          <a:xfrm>
            <a:off x="614836" y="2001032"/>
            <a:ext cx="2103668" cy="2880142"/>
          </a:xfrm>
        </p:spPr>
        <p:txBody>
          <a:bodyPr>
            <a:normAutofit/>
          </a:bodyPr>
          <a:lstStyle>
            <a:lvl1pPr marL="0" indent="0">
              <a:buNone/>
              <a:defRPr sz="1400"/>
            </a:lvl1pPr>
          </a:lstStyle>
          <a:p>
            <a:endParaRPr lang="en-US" dirty="0"/>
          </a:p>
        </p:txBody>
      </p:sp>
      <p:sp>
        <p:nvSpPr>
          <p:cNvPr id="30" name="Picture Placeholder 25"/>
          <p:cNvSpPr>
            <a:spLocks noGrp="1"/>
          </p:cNvSpPr>
          <p:nvPr>
            <p:ph type="pic" sz="quarter" idx="11"/>
          </p:nvPr>
        </p:nvSpPr>
        <p:spPr>
          <a:xfrm>
            <a:off x="2815428" y="2001032"/>
            <a:ext cx="2103668" cy="2880142"/>
          </a:xfrm>
        </p:spPr>
        <p:txBody>
          <a:bodyPr>
            <a:normAutofit/>
          </a:bodyPr>
          <a:lstStyle>
            <a:lvl1pPr marL="0" indent="0">
              <a:buNone/>
              <a:defRPr sz="1400"/>
            </a:lvl1pPr>
          </a:lstStyle>
          <a:p>
            <a:endParaRPr lang="en-US" dirty="0"/>
          </a:p>
        </p:txBody>
      </p:sp>
      <p:sp>
        <p:nvSpPr>
          <p:cNvPr id="31" name="Picture Placeholder 25"/>
          <p:cNvSpPr>
            <a:spLocks noGrp="1"/>
          </p:cNvSpPr>
          <p:nvPr>
            <p:ph type="pic" sz="quarter" idx="12"/>
          </p:nvPr>
        </p:nvSpPr>
        <p:spPr>
          <a:xfrm>
            <a:off x="5016019" y="2001032"/>
            <a:ext cx="2103668" cy="2880142"/>
          </a:xfrm>
        </p:spPr>
        <p:txBody>
          <a:bodyPr>
            <a:normAutofit/>
          </a:bodyPr>
          <a:lstStyle>
            <a:lvl1pPr marL="0" indent="0">
              <a:buNone/>
              <a:defRPr sz="1400"/>
            </a:lvl1pPr>
          </a:lstStyle>
          <a:p>
            <a:endParaRPr lang="en-US" dirty="0"/>
          </a:p>
        </p:txBody>
      </p:sp>
      <p:sp>
        <p:nvSpPr>
          <p:cNvPr id="32" name="Picture Placeholder 25"/>
          <p:cNvSpPr>
            <a:spLocks noGrp="1"/>
          </p:cNvSpPr>
          <p:nvPr>
            <p:ph type="pic" sz="quarter" idx="13"/>
          </p:nvPr>
        </p:nvSpPr>
        <p:spPr>
          <a:xfrm>
            <a:off x="9478422" y="2001032"/>
            <a:ext cx="2103668" cy="2880142"/>
          </a:xfrm>
        </p:spPr>
        <p:txBody>
          <a:bodyPr>
            <a:normAutofit/>
          </a:bodyPr>
          <a:lstStyle>
            <a:lvl1pPr marL="0" indent="0">
              <a:buNone/>
              <a:defRPr sz="1400"/>
            </a:lvl1pPr>
          </a:lstStyle>
          <a:p>
            <a:endParaRPr lang="en-US" dirty="0"/>
          </a:p>
        </p:txBody>
      </p:sp>
      <p:sp>
        <p:nvSpPr>
          <p:cNvPr id="6" name="Rectángulo 30"/>
          <p:cNvSpPr/>
          <p:nvPr userDrawn="1"/>
        </p:nvSpPr>
        <p:spPr>
          <a:xfrm>
            <a:off x="7207667" y="2001374"/>
            <a:ext cx="2200990" cy="288014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black"/>
              </a:solidFill>
            </a:endParaRPr>
          </a:p>
        </p:txBody>
      </p:sp>
    </p:spTree>
    <p:extLst>
      <p:ext uri="{BB962C8B-B14F-4D97-AF65-F5344CB8AC3E}">
        <p14:creationId xmlns:p14="http://schemas.microsoft.com/office/powerpoint/2010/main" val="27371341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35.xml><?xml version="1.0" encoding="utf-8"?>
<p:sldLayout xmlns:a="http://schemas.openxmlformats.org/drawingml/2006/main" xmlns:r="http://schemas.openxmlformats.org/officeDocument/2006/relationships" xmlns:p="http://schemas.openxmlformats.org/presentationml/2006/main" userDrawn="1">
  <p:cSld name="79_Title Slide">
    <p:spTree>
      <p:nvGrpSpPr>
        <p:cNvPr id="1" name=""/>
        <p:cNvGrpSpPr/>
        <p:nvPr/>
      </p:nvGrpSpPr>
      <p:grpSpPr>
        <a:xfrm>
          <a:off x="0" y="0"/>
          <a:ext cx="0" cy="0"/>
          <a:chOff x="0" y="0"/>
          <a:chExt cx="0" cy="0"/>
        </a:xfrm>
      </p:grpSpPr>
      <p:sp>
        <p:nvSpPr>
          <p:cNvPr id="28" name="Title 1"/>
          <p:cNvSpPr>
            <a:spLocks noGrp="1"/>
          </p:cNvSpPr>
          <p:nvPr>
            <p:ph type="title" hasCustomPrompt="1"/>
          </p:nvPr>
        </p:nvSpPr>
        <p:spPr>
          <a:xfrm>
            <a:off x="2080134" y="516468"/>
            <a:ext cx="7518400" cy="471365"/>
          </a:xfrm>
          <a:prstGeom prst="rect">
            <a:avLst/>
          </a:prstGeom>
        </p:spPr>
        <p:txBody>
          <a:bodyPr wrap="none" lIns="0" tIns="0" rIns="0" bIns="0" anchor="ctr">
            <a:noAutofit/>
          </a:bodyPr>
          <a:lstStyle>
            <a:lvl1pPr algn="ctr">
              <a:defRPr sz="3732" b="1" baseline="0">
                <a:solidFill>
                  <a:schemeClr val="tx1">
                    <a:lumMod val="50000"/>
                    <a:lumOff val="50000"/>
                  </a:schemeClr>
                </a:solidFill>
              </a:defRPr>
            </a:lvl1pPr>
          </a:lstStyle>
          <a:p>
            <a:r>
              <a:rPr lang="en-US" dirty="0" smtClean="0"/>
              <a:t>Click To Edit Master Title Style</a:t>
            </a:r>
            <a:endParaRPr lang="en-US" dirty="0"/>
          </a:p>
        </p:txBody>
      </p:sp>
      <p:sp>
        <p:nvSpPr>
          <p:cNvPr id="29" name="Text Placeholder 3"/>
          <p:cNvSpPr>
            <a:spLocks noGrp="1"/>
          </p:cNvSpPr>
          <p:nvPr>
            <p:ph type="body" sz="half" idx="2" hasCustomPrompt="1"/>
          </p:nvPr>
        </p:nvSpPr>
        <p:spPr>
          <a:xfrm>
            <a:off x="3096134" y="985789"/>
            <a:ext cx="5486400" cy="267661"/>
          </a:xfrm>
          <a:prstGeom prst="rect">
            <a:avLst/>
          </a:prstGeom>
        </p:spPr>
        <p:txBody>
          <a:bodyPr wrap="none" lIns="0" tIns="0" rIns="0" bIns="0" anchor="ctr">
            <a:noAutofit/>
          </a:bodyPr>
          <a:lstStyle>
            <a:lvl1pPr marL="0" indent="0" algn="ctr">
              <a:buNone/>
              <a:defRPr sz="1466" b="1" baseline="0">
                <a:solidFill>
                  <a:schemeClr val="bg1">
                    <a:lumMod val="75000"/>
                  </a:schemeClr>
                </a:solidFill>
              </a:defRPr>
            </a:lvl1pPr>
            <a:lvl2pPr marL="609448" indent="0">
              <a:buNone/>
              <a:defRPr sz="1600"/>
            </a:lvl2pPr>
            <a:lvl3pPr marL="1218895" indent="0">
              <a:buNone/>
              <a:defRPr sz="1333"/>
            </a:lvl3pPr>
            <a:lvl4pPr marL="1828343" indent="0">
              <a:buNone/>
              <a:defRPr sz="1200"/>
            </a:lvl4pPr>
            <a:lvl5pPr marL="2437790" indent="0">
              <a:buNone/>
              <a:defRPr sz="1200"/>
            </a:lvl5pPr>
            <a:lvl6pPr marL="3047238" indent="0">
              <a:buNone/>
              <a:defRPr sz="1200"/>
            </a:lvl6pPr>
            <a:lvl7pPr marL="3656686" indent="0">
              <a:buNone/>
              <a:defRPr sz="1200"/>
            </a:lvl7pPr>
            <a:lvl8pPr marL="4266133" indent="0">
              <a:buNone/>
              <a:defRPr sz="1200"/>
            </a:lvl8pPr>
            <a:lvl9pPr marL="4875581" indent="0">
              <a:buNone/>
              <a:defRPr sz="1200"/>
            </a:lvl9pPr>
          </a:lstStyle>
          <a:p>
            <a:pPr lvl="0"/>
            <a:r>
              <a:rPr lang="en-US" dirty="0" smtClean="0"/>
              <a:t>Subtext Goes Here</a:t>
            </a:r>
          </a:p>
        </p:txBody>
      </p:sp>
      <p:sp>
        <p:nvSpPr>
          <p:cNvPr id="23" name="Picture Placeholder 7"/>
          <p:cNvSpPr>
            <a:spLocks noGrp="1"/>
          </p:cNvSpPr>
          <p:nvPr>
            <p:ph type="pic" sz="quarter" idx="18" hasCustomPrompt="1"/>
          </p:nvPr>
        </p:nvSpPr>
        <p:spPr>
          <a:xfrm>
            <a:off x="712891" y="1801442"/>
            <a:ext cx="2597629" cy="1745583"/>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
        <p:nvSpPr>
          <p:cNvPr id="26" name="Picture Placeholder 7"/>
          <p:cNvSpPr>
            <a:spLocks noGrp="1"/>
          </p:cNvSpPr>
          <p:nvPr>
            <p:ph type="pic" sz="quarter" idx="34" hasCustomPrompt="1"/>
          </p:nvPr>
        </p:nvSpPr>
        <p:spPr>
          <a:xfrm>
            <a:off x="3419350" y="1801442"/>
            <a:ext cx="2597629" cy="1745583"/>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38" hasCustomPrompt="1"/>
          </p:nvPr>
        </p:nvSpPr>
        <p:spPr>
          <a:xfrm>
            <a:off x="6135817" y="1801442"/>
            <a:ext cx="2597629" cy="1745583"/>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
        <p:nvSpPr>
          <p:cNvPr id="34" name="Picture Placeholder 7"/>
          <p:cNvSpPr>
            <a:spLocks noGrp="1"/>
          </p:cNvSpPr>
          <p:nvPr>
            <p:ph type="pic" sz="quarter" idx="42" hasCustomPrompt="1"/>
          </p:nvPr>
        </p:nvSpPr>
        <p:spPr>
          <a:xfrm>
            <a:off x="8827684" y="1801442"/>
            <a:ext cx="2597629" cy="1745583"/>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
        <p:nvSpPr>
          <p:cNvPr id="49" name="Picture Placeholder 7"/>
          <p:cNvSpPr>
            <a:spLocks noGrp="1"/>
          </p:cNvSpPr>
          <p:nvPr>
            <p:ph type="pic" sz="quarter" idx="32" hasCustomPrompt="1"/>
          </p:nvPr>
        </p:nvSpPr>
        <p:spPr>
          <a:xfrm>
            <a:off x="712891" y="3657600"/>
            <a:ext cx="10767909" cy="2703140"/>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7915022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up)">
                                      <p:cBhvr>
                                        <p:cTn id="7" dur="500"/>
                                        <p:tgtEl>
                                          <p:spTgt spid="28"/>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29">
                                            <p:txEl>
                                              <p:pRg st="0" end="0"/>
                                            </p:txEl>
                                          </p:spTgt>
                                        </p:tgtEl>
                                        <p:attrNameLst>
                                          <p:attrName>style.visibility</p:attrName>
                                        </p:attrNameLst>
                                      </p:cBhvr>
                                      <p:to>
                                        <p:strVal val="visible"/>
                                      </p:to>
                                    </p:set>
                                    <p:animEffect transition="in" filter="wipe(up)">
                                      <p:cBhvr>
                                        <p:cTn id="11" dur="500"/>
                                        <p:tgtEl>
                                          <p:spTgt spid="29">
                                            <p:txEl>
                                              <p:pRg st="0" end="0"/>
                                            </p:txEl>
                                          </p:spTgt>
                                        </p:tgtEl>
                                      </p:cBhvr>
                                    </p:animEffect>
                                  </p:childTnLst>
                                </p:cTn>
                              </p:par>
                            </p:childTnLst>
                          </p:cTn>
                        </p:par>
                        <p:par>
                          <p:cTn id="12" fill="hold">
                            <p:stCondLst>
                              <p:cond delay="1000"/>
                            </p:stCondLst>
                            <p:childTnLst>
                              <p:par>
                                <p:cTn id="13" presetID="2" presetClass="entr" presetSubtype="4" accel="50000" decel="50000" fill="hold" grpId="0" nodeType="afterEffect">
                                  <p:stCondLst>
                                    <p:cond delay="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500" fill="hold"/>
                                        <p:tgtEl>
                                          <p:spTgt spid="23"/>
                                        </p:tgtEl>
                                        <p:attrNameLst>
                                          <p:attrName>ppt_x</p:attrName>
                                        </p:attrNameLst>
                                      </p:cBhvr>
                                      <p:tavLst>
                                        <p:tav tm="0">
                                          <p:val>
                                            <p:strVal val="#ppt_x"/>
                                          </p:val>
                                        </p:tav>
                                        <p:tav tm="100000">
                                          <p:val>
                                            <p:strVal val="#ppt_x"/>
                                          </p:val>
                                        </p:tav>
                                      </p:tavLst>
                                    </p:anim>
                                    <p:anim calcmode="lin" valueType="num">
                                      <p:cBhvr additive="base">
                                        <p:cTn id="16" dur="500" fill="hold"/>
                                        <p:tgtEl>
                                          <p:spTgt spid="23"/>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2" presetClass="entr" presetSubtype="4" accel="50000" decel="50000" fill="hold" grpId="0" nodeType="afterEffect">
                                  <p:stCondLst>
                                    <p:cond delay="0"/>
                                  </p:stCondLst>
                                  <p:childTnLst>
                                    <p:set>
                                      <p:cBhvr>
                                        <p:cTn id="19" dur="1" fill="hold">
                                          <p:stCondLst>
                                            <p:cond delay="0"/>
                                          </p:stCondLst>
                                        </p:cTn>
                                        <p:tgtEl>
                                          <p:spTgt spid="26"/>
                                        </p:tgtEl>
                                        <p:attrNameLst>
                                          <p:attrName>style.visibility</p:attrName>
                                        </p:attrNameLst>
                                      </p:cBhvr>
                                      <p:to>
                                        <p:strVal val="visible"/>
                                      </p:to>
                                    </p:set>
                                    <p:anim calcmode="lin" valueType="num">
                                      <p:cBhvr additive="base">
                                        <p:cTn id="20" dur="500" fill="hold"/>
                                        <p:tgtEl>
                                          <p:spTgt spid="26"/>
                                        </p:tgtEl>
                                        <p:attrNameLst>
                                          <p:attrName>ppt_x</p:attrName>
                                        </p:attrNameLst>
                                      </p:cBhvr>
                                      <p:tavLst>
                                        <p:tav tm="0">
                                          <p:val>
                                            <p:strVal val="#ppt_x"/>
                                          </p:val>
                                        </p:tav>
                                        <p:tav tm="100000">
                                          <p:val>
                                            <p:strVal val="#ppt_x"/>
                                          </p:val>
                                        </p:tav>
                                      </p:tavLst>
                                    </p:anim>
                                    <p:anim calcmode="lin" valueType="num">
                                      <p:cBhvr additive="base">
                                        <p:cTn id="21" dur="500" fill="hold"/>
                                        <p:tgtEl>
                                          <p:spTgt spid="26"/>
                                        </p:tgtEl>
                                        <p:attrNameLst>
                                          <p:attrName>ppt_y</p:attrName>
                                        </p:attrNameLst>
                                      </p:cBhvr>
                                      <p:tavLst>
                                        <p:tav tm="0">
                                          <p:val>
                                            <p:strVal val="1+#ppt_h/2"/>
                                          </p:val>
                                        </p:tav>
                                        <p:tav tm="100000">
                                          <p:val>
                                            <p:strVal val="#ppt_y"/>
                                          </p:val>
                                        </p:tav>
                                      </p:tavLst>
                                    </p:anim>
                                  </p:childTnLst>
                                </p:cTn>
                              </p:par>
                            </p:childTnLst>
                          </p:cTn>
                        </p:par>
                        <p:par>
                          <p:cTn id="22" fill="hold">
                            <p:stCondLst>
                              <p:cond delay="2000"/>
                            </p:stCondLst>
                            <p:childTnLst>
                              <p:par>
                                <p:cTn id="23" presetID="2" presetClass="entr" presetSubtype="4" accel="50000" decel="50000" fill="hold" grpId="0" nodeType="afterEffect">
                                  <p:stCondLst>
                                    <p:cond delay="0"/>
                                  </p:stCondLst>
                                  <p:childTnLst>
                                    <p:set>
                                      <p:cBhvr>
                                        <p:cTn id="24" dur="1" fill="hold">
                                          <p:stCondLst>
                                            <p:cond delay="0"/>
                                          </p:stCondLst>
                                        </p:cTn>
                                        <p:tgtEl>
                                          <p:spTgt spid="31"/>
                                        </p:tgtEl>
                                        <p:attrNameLst>
                                          <p:attrName>style.visibility</p:attrName>
                                        </p:attrNameLst>
                                      </p:cBhvr>
                                      <p:to>
                                        <p:strVal val="visible"/>
                                      </p:to>
                                    </p:set>
                                    <p:anim calcmode="lin" valueType="num">
                                      <p:cBhvr additive="base">
                                        <p:cTn id="25" dur="500" fill="hold"/>
                                        <p:tgtEl>
                                          <p:spTgt spid="31"/>
                                        </p:tgtEl>
                                        <p:attrNameLst>
                                          <p:attrName>ppt_x</p:attrName>
                                        </p:attrNameLst>
                                      </p:cBhvr>
                                      <p:tavLst>
                                        <p:tav tm="0">
                                          <p:val>
                                            <p:strVal val="#ppt_x"/>
                                          </p:val>
                                        </p:tav>
                                        <p:tav tm="100000">
                                          <p:val>
                                            <p:strVal val="#ppt_x"/>
                                          </p:val>
                                        </p:tav>
                                      </p:tavLst>
                                    </p:anim>
                                    <p:anim calcmode="lin" valueType="num">
                                      <p:cBhvr additive="base">
                                        <p:cTn id="26" dur="500" fill="hold"/>
                                        <p:tgtEl>
                                          <p:spTgt spid="31"/>
                                        </p:tgtEl>
                                        <p:attrNameLst>
                                          <p:attrName>ppt_y</p:attrName>
                                        </p:attrNameLst>
                                      </p:cBhvr>
                                      <p:tavLst>
                                        <p:tav tm="0">
                                          <p:val>
                                            <p:strVal val="1+#ppt_h/2"/>
                                          </p:val>
                                        </p:tav>
                                        <p:tav tm="100000">
                                          <p:val>
                                            <p:strVal val="#ppt_y"/>
                                          </p:val>
                                        </p:tav>
                                      </p:tavLst>
                                    </p:anim>
                                  </p:childTnLst>
                                </p:cTn>
                              </p:par>
                            </p:childTnLst>
                          </p:cTn>
                        </p:par>
                        <p:par>
                          <p:cTn id="27" fill="hold">
                            <p:stCondLst>
                              <p:cond delay="2500"/>
                            </p:stCondLst>
                            <p:childTnLst>
                              <p:par>
                                <p:cTn id="28" presetID="2" presetClass="entr" presetSubtype="4" accel="50000" decel="50000" fill="hold" grpId="0" nodeType="afterEffect">
                                  <p:stCondLst>
                                    <p:cond delay="0"/>
                                  </p:stCondLst>
                                  <p:childTnLst>
                                    <p:set>
                                      <p:cBhvr>
                                        <p:cTn id="29" dur="1" fill="hold">
                                          <p:stCondLst>
                                            <p:cond delay="0"/>
                                          </p:stCondLst>
                                        </p:cTn>
                                        <p:tgtEl>
                                          <p:spTgt spid="34"/>
                                        </p:tgtEl>
                                        <p:attrNameLst>
                                          <p:attrName>style.visibility</p:attrName>
                                        </p:attrNameLst>
                                      </p:cBhvr>
                                      <p:to>
                                        <p:strVal val="visible"/>
                                      </p:to>
                                    </p:set>
                                    <p:anim calcmode="lin" valueType="num">
                                      <p:cBhvr additive="base">
                                        <p:cTn id="30" dur="500" fill="hold"/>
                                        <p:tgtEl>
                                          <p:spTgt spid="34"/>
                                        </p:tgtEl>
                                        <p:attrNameLst>
                                          <p:attrName>ppt_x</p:attrName>
                                        </p:attrNameLst>
                                      </p:cBhvr>
                                      <p:tavLst>
                                        <p:tav tm="0">
                                          <p:val>
                                            <p:strVal val="#ppt_x"/>
                                          </p:val>
                                        </p:tav>
                                        <p:tav tm="100000">
                                          <p:val>
                                            <p:strVal val="#ppt_x"/>
                                          </p:val>
                                        </p:tav>
                                      </p:tavLst>
                                    </p:anim>
                                    <p:anim calcmode="lin" valueType="num">
                                      <p:cBhvr additive="base">
                                        <p:cTn id="31" dur="500" fill="hold"/>
                                        <p:tgtEl>
                                          <p:spTgt spid="34"/>
                                        </p:tgtEl>
                                        <p:attrNameLst>
                                          <p:attrName>ppt_y</p:attrName>
                                        </p:attrNameLst>
                                      </p:cBhvr>
                                      <p:tavLst>
                                        <p:tav tm="0">
                                          <p:val>
                                            <p:strVal val="1+#ppt_h/2"/>
                                          </p:val>
                                        </p:tav>
                                        <p:tav tm="100000">
                                          <p:val>
                                            <p:strVal val="#ppt_y"/>
                                          </p:val>
                                        </p:tav>
                                      </p:tavLst>
                                    </p:anim>
                                  </p:childTnLst>
                                </p:cTn>
                              </p:par>
                            </p:childTnLst>
                          </p:cTn>
                        </p:par>
                        <p:par>
                          <p:cTn id="32" fill="hold">
                            <p:stCondLst>
                              <p:cond delay="3000"/>
                            </p:stCondLst>
                            <p:childTnLst>
                              <p:par>
                                <p:cTn id="33" presetID="2" presetClass="entr" presetSubtype="4" accel="50000" decel="50000" fill="hold" grpId="0" nodeType="afterEffect">
                                  <p:stCondLst>
                                    <p:cond delay="0"/>
                                  </p:stCondLst>
                                  <p:childTnLst>
                                    <p:set>
                                      <p:cBhvr>
                                        <p:cTn id="34" dur="1" fill="hold">
                                          <p:stCondLst>
                                            <p:cond delay="0"/>
                                          </p:stCondLst>
                                        </p:cTn>
                                        <p:tgtEl>
                                          <p:spTgt spid="49"/>
                                        </p:tgtEl>
                                        <p:attrNameLst>
                                          <p:attrName>style.visibility</p:attrName>
                                        </p:attrNameLst>
                                      </p:cBhvr>
                                      <p:to>
                                        <p:strVal val="visible"/>
                                      </p:to>
                                    </p:set>
                                    <p:anim calcmode="lin" valueType="num">
                                      <p:cBhvr additive="base">
                                        <p:cTn id="35" dur="500" fill="hold"/>
                                        <p:tgtEl>
                                          <p:spTgt spid="49"/>
                                        </p:tgtEl>
                                        <p:attrNameLst>
                                          <p:attrName>ppt_x</p:attrName>
                                        </p:attrNameLst>
                                      </p:cBhvr>
                                      <p:tavLst>
                                        <p:tav tm="0">
                                          <p:val>
                                            <p:strVal val="#ppt_x"/>
                                          </p:val>
                                        </p:tav>
                                        <p:tav tm="100000">
                                          <p:val>
                                            <p:strVal val="#ppt_x"/>
                                          </p:val>
                                        </p:tav>
                                      </p:tavLst>
                                    </p:anim>
                                    <p:anim calcmode="lin" valueType="num">
                                      <p:cBhvr additive="base">
                                        <p:cTn id="36"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build="p">
        <p:tmplLst>
          <p:tmpl lvl="1">
            <p:tnLst>
              <p:par>
                <p:cTn presetID="22" presetClass="entr" presetSubtype="1"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up)">
                      <p:cBhvr>
                        <p:cTn dur="500"/>
                        <p:tgtEl>
                          <p:spTgt spid="29"/>
                        </p:tgtEl>
                      </p:cBhvr>
                    </p:animEffect>
                  </p:childTnLst>
                </p:cTn>
              </p:par>
            </p:tnLst>
          </p:tmpl>
        </p:tmplLst>
      </p:bldP>
      <p:bldP spid="23" grpId="0" animBg="1"/>
      <p:bldP spid="26" grpId="0" animBg="1"/>
      <p:bldP spid="31" grpId="0" animBg="1"/>
      <p:bldP spid="34" grpId="0" animBg="1"/>
      <p:bldP spid="49" grpId="0" animBg="1"/>
    </p:bldLst>
  </p:timing>
</p:sldLayout>
</file>

<file path=ppt/slideLayouts/slideLayout336.xml><?xml version="1.0" encoding="utf-8"?>
<p:sldLayout xmlns:a="http://schemas.openxmlformats.org/drawingml/2006/main" xmlns:r="http://schemas.openxmlformats.org/officeDocument/2006/relationships" xmlns:p="http://schemas.openxmlformats.org/presentationml/2006/main" userDrawn="1">
  <p:cSld name="8_Custom Layout">
    <p:spTree>
      <p:nvGrpSpPr>
        <p:cNvPr id="1" name=""/>
        <p:cNvGrpSpPr/>
        <p:nvPr/>
      </p:nvGrpSpPr>
      <p:grpSpPr>
        <a:xfrm>
          <a:off x="0" y="0"/>
          <a:ext cx="0" cy="0"/>
          <a:chOff x="0" y="0"/>
          <a:chExt cx="0" cy="0"/>
        </a:xfrm>
      </p:grpSpPr>
      <p:sp>
        <p:nvSpPr>
          <p:cNvPr id="6" name="Picture Placeholder 3"/>
          <p:cNvSpPr>
            <a:spLocks noGrp="1"/>
          </p:cNvSpPr>
          <p:nvPr>
            <p:ph type="pic" sz="quarter" idx="10"/>
          </p:nvPr>
        </p:nvSpPr>
        <p:spPr>
          <a:xfrm>
            <a:off x="750627" y="2006224"/>
            <a:ext cx="5345373" cy="4163820"/>
          </a:xfrm>
        </p:spPr>
        <p:txBody>
          <a:bodyPr/>
          <a:lstStyle/>
          <a:p>
            <a:endParaRPr lang="en-US"/>
          </a:p>
        </p:txBody>
      </p:sp>
      <p:sp>
        <p:nvSpPr>
          <p:cNvPr id="4" name="Picture Placeholder 3"/>
          <p:cNvSpPr>
            <a:spLocks noGrp="1"/>
          </p:cNvSpPr>
          <p:nvPr>
            <p:ph type="pic" sz="quarter" idx="11"/>
          </p:nvPr>
        </p:nvSpPr>
        <p:spPr>
          <a:xfrm>
            <a:off x="6324660" y="2008496"/>
            <a:ext cx="5182950" cy="1953904"/>
          </a:xfrm>
        </p:spPr>
        <p:txBody>
          <a:bodyPr/>
          <a:lstStyle/>
          <a:p>
            <a:endParaRPr lang="en-US"/>
          </a:p>
        </p:txBody>
      </p:sp>
      <p:sp>
        <p:nvSpPr>
          <p:cNvPr id="7" name="Picture Placeholder 3"/>
          <p:cNvSpPr>
            <a:spLocks noGrp="1"/>
          </p:cNvSpPr>
          <p:nvPr>
            <p:ph type="pic" sz="quarter" idx="12"/>
          </p:nvPr>
        </p:nvSpPr>
        <p:spPr>
          <a:xfrm>
            <a:off x="6324660" y="4205785"/>
            <a:ext cx="5182950" cy="1953904"/>
          </a:xfrm>
        </p:spPr>
        <p:txBody>
          <a:bodyPr/>
          <a:lstStyle/>
          <a:p>
            <a:endParaRPr lang="en-US"/>
          </a:p>
        </p:txBody>
      </p:sp>
    </p:spTree>
    <p:extLst>
      <p:ext uri="{BB962C8B-B14F-4D97-AF65-F5344CB8AC3E}">
        <p14:creationId xmlns:p14="http://schemas.microsoft.com/office/powerpoint/2010/main" val="11519816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37.xml><?xml version="1.0" encoding="utf-8"?>
<p:sldLayout xmlns:a="http://schemas.openxmlformats.org/drawingml/2006/main" xmlns:r="http://schemas.openxmlformats.org/officeDocument/2006/relationships" xmlns:p="http://schemas.openxmlformats.org/presentationml/2006/main" userDrawn="1">
  <p:cSld name="6_Meet_the_team1">
    <p:spTree>
      <p:nvGrpSpPr>
        <p:cNvPr id="1" name=""/>
        <p:cNvGrpSpPr/>
        <p:nvPr/>
      </p:nvGrpSpPr>
      <p:grpSpPr>
        <a:xfrm>
          <a:off x="0" y="0"/>
          <a:ext cx="0" cy="0"/>
          <a:chOff x="0" y="0"/>
          <a:chExt cx="0" cy="0"/>
        </a:xfrm>
      </p:grpSpPr>
      <p:sp>
        <p:nvSpPr>
          <p:cNvPr id="26" name="Picture Placeholder 25"/>
          <p:cNvSpPr>
            <a:spLocks noGrp="1"/>
          </p:cNvSpPr>
          <p:nvPr>
            <p:ph type="pic" sz="quarter" idx="10"/>
          </p:nvPr>
        </p:nvSpPr>
        <p:spPr>
          <a:xfrm>
            <a:off x="614836" y="2001032"/>
            <a:ext cx="2103668" cy="2880142"/>
          </a:xfrm>
        </p:spPr>
        <p:txBody>
          <a:bodyPr>
            <a:normAutofit/>
          </a:bodyPr>
          <a:lstStyle>
            <a:lvl1pPr marL="0" indent="0">
              <a:buNone/>
              <a:defRPr sz="1400"/>
            </a:lvl1pPr>
          </a:lstStyle>
          <a:p>
            <a:endParaRPr lang="en-US" dirty="0"/>
          </a:p>
        </p:txBody>
      </p:sp>
      <p:sp>
        <p:nvSpPr>
          <p:cNvPr id="30" name="Picture Placeholder 25"/>
          <p:cNvSpPr>
            <a:spLocks noGrp="1"/>
          </p:cNvSpPr>
          <p:nvPr>
            <p:ph type="pic" sz="quarter" idx="11"/>
          </p:nvPr>
        </p:nvSpPr>
        <p:spPr>
          <a:xfrm>
            <a:off x="2815428" y="2001032"/>
            <a:ext cx="2103668" cy="2880142"/>
          </a:xfrm>
        </p:spPr>
        <p:txBody>
          <a:bodyPr>
            <a:normAutofit/>
          </a:bodyPr>
          <a:lstStyle>
            <a:lvl1pPr marL="0" indent="0">
              <a:buNone/>
              <a:defRPr sz="1400"/>
            </a:lvl1pPr>
          </a:lstStyle>
          <a:p>
            <a:endParaRPr lang="en-US" dirty="0"/>
          </a:p>
        </p:txBody>
      </p:sp>
      <p:sp>
        <p:nvSpPr>
          <p:cNvPr id="31" name="Picture Placeholder 25"/>
          <p:cNvSpPr>
            <a:spLocks noGrp="1"/>
          </p:cNvSpPr>
          <p:nvPr>
            <p:ph type="pic" sz="quarter" idx="12"/>
          </p:nvPr>
        </p:nvSpPr>
        <p:spPr>
          <a:xfrm>
            <a:off x="5016019" y="2001032"/>
            <a:ext cx="2103668" cy="2880142"/>
          </a:xfrm>
        </p:spPr>
        <p:txBody>
          <a:bodyPr>
            <a:normAutofit/>
          </a:bodyPr>
          <a:lstStyle>
            <a:lvl1pPr marL="0" indent="0">
              <a:buNone/>
              <a:defRPr sz="1400"/>
            </a:lvl1pPr>
          </a:lstStyle>
          <a:p>
            <a:endParaRPr lang="en-US" dirty="0"/>
          </a:p>
        </p:txBody>
      </p:sp>
    </p:spTree>
    <p:extLst>
      <p:ext uri="{BB962C8B-B14F-4D97-AF65-F5344CB8AC3E}">
        <p14:creationId xmlns:p14="http://schemas.microsoft.com/office/powerpoint/2010/main" val="32022753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38.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
        <p:nvSpPr>
          <p:cNvPr id="59" name="Picture Placeholder 2"/>
          <p:cNvSpPr>
            <a:spLocks noGrp="1"/>
          </p:cNvSpPr>
          <p:nvPr>
            <p:ph type="pic" sz="quarter" idx="33"/>
          </p:nvPr>
        </p:nvSpPr>
        <p:spPr>
          <a:xfrm>
            <a:off x="6163075" y="2721049"/>
            <a:ext cx="6028925" cy="3268275"/>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57" name="Picture Placeholder 2"/>
          <p:cNvSpPr>
            <a:spLocks noGrp="1"/>
          </p:cNvSpPr>
          <p:nvPr>
            <p:ph type="pic" sz="quarter" idx="31"/>
          </p:nvPr>
        </p:nvSpPr>
        <p:spPr>
          <a:xfrm>
            <a:off x="3369378" y="4400735"/>
            <a:ext cx="2668841" cy="1588588"/>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 name="Picture Placeholder 2"/>
          <p:cNvSpPr>
            <a:spLocks noGrp="1"/>
          </p:cNvSpPr>
          <p:nvPr>
            <p:ph type="pic" sz="quarter" idx="22"/>
          </p:nvPr>
        </p:nvSpPr>
        <p:spPr>
          <a:xfrm>
            <a:off x="3366203" y="2721048"/>
            <a:ext cx="2675196" cy="1588588"/>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16" name="Title 15"/>
          <p:cNvSpPr>
            <a:spLocks noGrp="1"/>
          </p:cNvSpPr>
          <p:nvPr>
            <p:ph type="title"/>
          </p:nvPr>
        </p:nvSpPr>
        <p:spPr>
          <a:xfrm>
            <a:off x="1524001" y="381001"/>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19" name="Picture Placeholder 2"/>
          <p:cNvSpPr>
            <a:spLocks noGrp="1"/>
          </p:cNvSpPr>
          <p:nvPr>
            <p:ph type="pic" sz="quarter" idx="34"/>
          </p:nvPr>
        </p:nvSpPr>
        <p:spPr>
          <a:xfrm>
            <a:off x="625464" y="4400735"/>
            <a:ext cx="2668841" cy="1588588"/>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20" name="Picture Placeholder 2"/>
          <p:cNvSpPr>
            <a:spLocks noGrp="1"/>
          </p:cNvSpPr>
          <p:nvPr>
            <p:ph type="pic" sz="quarter" idx="35"/>
          </p:nvPr>
        </p:nvSpPr>
        <p:spPr>
          <a:xfrm>
            <a:off x="622288" y="2721048"/>
            <a:ext cx="2675196" cy="1588588"/>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10630721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nodePh="1">
                                  <p:stCondLst>
                                    <p:cond delay="0"/>
                                  </p:stCondLst>
                                  <p:endCondLst>
                                    <p:cond evt="begin" delay="0">
                                      <p:tn val="9"/>
                                    </p:cond>
                                  </p:endCondLst>
                                  <p:childTnLst>
                                    <p:set>
                                      <p:cBhvr>
                                        <p:cTn id="10" dur="1" fill="hold">
                                          <p:stCondLst>
                                            <p:cond delay="0"/>
                                          </p:stCondLst>
                                        </p:cTn>
                                        <p:tgtEl>
                                          <p:spTgt spid="3"/>
                                        </p:tgtEl>
                                        <p:attrNameLst>
                                          <p:attrName>style.visibility</p:attrName>
                                        </p:attrNameLst>
                                      </p:cBhvr>
                                      <p:to>
                                        <p:strVal val="visible"/>
                                      </p:to>
                                    </p:set>
                                    <p:animEffect transition="in" filter="dissolve">
                                      <p:cBhvr>
                                        <p:cTn id="11" dur="500"/>
                                        <p:tgtEl>
                                          <p:spTgt spid="3"/>
                                        </p:tgtEl>
                                      </p:cBhvr>
                                    </p:animEffect>
                                  </p:childTnLst>
                                </p:cTn>
                              </p:par>
                            </p:childTnLst>
                          </p:cTn>
                        </p:par>
                        <p:par>
                          <p:cTn id="12" fill="hold">
                            <p:stCondLst>
                              <p:cond delay="1000"/>
                            </p:stCondLst>
                            <p:childTnLst>
                              <p:par>
                                <p:cTn id="13" presetID="9" presetClass="entr" presetSubtype="0" fill="hold" grpId="0" nodeType="afterEffect" nodePh="1">
                                  <p:stCondLst>
                                    <p:cond delay="0"/>
                                  </p:stCondLst>
                                  <p:endCondLst>
                                    <p:cond evt="begin" delay="0">
                                      <p:tn val="13"/>
                                    </p:cond>
                                  </p:endCondLst>
                                  <p:childTnLst>
                                    <p:set>
                                      <p:cBhvr>
                                        <p:cTn id="14" dur="1" fill="hold">
                                          <p:stCondLst>
                                            <p:cond delay="0"/>
                                          </p:stCondLst>
                                        </p:cTn>
                                        <p:tgtEl>
                                          <p:spTgt spid="59"/>
                                        </p:tgtEl>
                                        <p:attrNameLst>
                                          <p:attrName>style.visibility</p:attrName>
                                        </p:attrNameLst>
                                      </p:cBhvr>
                                      <p:to>
                                        <p:strVal val="visible"/>
                                      </p:to>
                                    </p:set>
                                    <p:animEffect transition="in" filter="dissolve">
                                      <p:cBhvr>
                                        <p:cTn id="15" dur="500"/>
                                        <p:tgtEl>
                                          <p:spTgt spid="59"/>
                                        </p:tgtEl>
                                      </p:cBhvr>
                                    </p:animEffect>
                                  </p:childTnLst>
                                </p:cTn>
                              </p:par>
                            </p:childTnLst>
                          </p:cTn>
                        </p:par>
                        <p:par>
                          <p:cTn id="16" fill="hold">
                            <p:stCondLst>
                              <p:cond delay="1500"/>
                            </p:stCondLst>
                            <p:childTnLst>
                              <p:par>
                                <p:cTn id="17" presetID="9"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dissolve">
                                      <p:cBhvr>
                                        <p:cTn id="19" dur="500"/>
                                        <p:tgtEl>
                                          <p:spTgt spid="57"/>
                                        </p:tgtEl>
                                      </p:cBhvr>
                                    </p:animEffect>
                                  </p:childTnLst>
                                </p:cTn>
                              </p:par>
                            </p:childTnLst>
                          </p:cTn>
                        </p:par>
                        <p:par>
                          <p:cTn id="20" fill="hold">
                            <p:stCondLst>
                              <p:cond delay="2000"/>
                            </p:stCondLst>
                            <p:childTnLst>
                              <p:par>
                                <p:cTn id="21" presetID="9" presetClass="entr" presetSubtype="0" fill="hold" grpId="0" nodeType="afterEffect" nodePh="1">
                                  <p:stCondLst>
                                    <p:cond delay="0"/>
                                  </p:stCondLst>
                                  <p:endCondLst>
                                    <p:cond evt="begin" delay="0">
                                      <p:tn val="21"/>
                                    </p:cond>
                                  </p:endCondLst>
                                  <p:childTnLst>
                                    <p:set>
                                      <p:cBhvr>
                                        <p:cTn id="22" dur="1" fill="hold">
                                          <p:stCondLst>
                                            <p:cond delay="0"/>
                                          </p:stCondLst>
                                        </p:cTn>
                                        <p:tgtEl>
                                          <p:spTgt spid="20"/>
                                        </p:tgtEl>
                                        <p:attrNameLst>
                                          <p:attrName>style.visibility</p:attrName>
                                        </p:attrNameLst>
                                      </p:cBhvr>
                                      <p:to>
                                        <p:strVal val="visible"/>
                                      </p:to>
                                    </p:set>
                                    <p:animEffect transition="in" filter="dissolve">
                                      <p:cBhvr>
                                        <p:cTn id="23" dur="500"/>
                                        <p:tgtEl>
                                          <p:spTgt spid="20"/>
                                        </p:tgtEl>
                                      </p:cBhvr>
                                    </p:animEffect>
                                  </p:childTnLst>
                                </p:cTn>
                              </p:par>
                            </p:childTnLst>
                          </p:cTn>
                        </p:par>
                        <p:par>
                          <p:cTn id="24" fill="hold">
                            <p:stCondLst>
                              <p:cond delay="2500"/>
                            </p:stCondLst>
                            <p:childTnLst>
                              <p:par>
                                <p:cTn id="25" presetID="9" presetClass="entr" presetSubtype="0" fill="hold" grpId="0" nodeType="afterEffect" nodePh="1">
                                  <p:stCondLst>
                                    <p:cond delay="0"/>
                                  </p:stCondLst>
                                  <p:endCondLst>
                                    <p:cond evt="begin" delay="0">
                                      <p:tn val="25"/>
                                    </p:cond>
                                  </p:endCondLst>
                                  <p:childTnLst>
                                    <p:set>
                                      <p:cBhvr>
                                        <p:cTn id="26" dur="1" fill="hold">
                                          <p:stCondLst>
                                            <p:cond delay="0"/>
                                          </p:stCondLst>
                                        </p:cTn>
                                        <p:tgtEl>
                                          <p:spTgt spid="19"/>
                                        </p:tgtEl>
                                        <p:attrNameLst>
                                          <p:attrName>style.visibility</p:attrName>
                                        </p:attrNameLst>
                                      </p:cBhvr>
                                      <p:to>
                                        <p:strVal val="visible"/>
                                      </p:to>
                                    </p:set>
                                    <p:animEffect transition="in" filter="dissolv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P spid="57" grpId="0"/>
      <p:bldP spid="3" grpId="0"/>
      <p:bldP spid="16" grpId="0"/>
      <p:bldP spid="19" grpId="0"/>
      <p:bldP spid="20" grpId="0"/>
    </p:bldLst>
  </p:timing>
</p:sldLayout>
</file>

<file path=ppt/slideLayouts/slideLayout339.xml><?xml version="1.0" encoding="utf-8"?>
<p:sldLayout xmlns:a="http://schemas.openxmlformats.org/drawingml/2006/main" xmlns:r="http://schemas.openxmlformats.org/officeDocument/2006/relationships" xmlns:p="http://schemas.openxmlformats.org/presentationml/2006/main" userDrawn="1">
  <p:cSld name="Portfolio 4">
    <p:spTree>
      <p:nvGrpSpPr>
        <p:cNvPr id="1" name=""/>
        <p:cNvGrpSpPr/>
        <p:nvPr/>
      </p:nvGrpSpPr>
      <p:grpSpPr>
        <a:xfrm>
          <a:off x="0" y="0"/>
          <a:ext cx="0" cy="0"/>
          <a:chOff x="0" y="0"/>
          <a:chExt cx="0" cy="0"/>
        </a:xfrm>
      </p:grpSpPr>
      <p:sp>
        <p:nvSpPr>
          <p:cNvPr id="15" name="Picture Placeholder 13"/>
          <p:cNvSpPr>
            <a:spLocks noGrp="1"/>
          </p:cNvSpPr>
          <p:nvPr>
            <p:ph type="pic" sz="quarter" idx="11"/>
          </p:nvPr>
        </p:nvSpPr>
        <p:spPr>
          <a:xfrm>
            <a:off x="3758353" y="1699657"/>
            <a:ext cx="2286595" cy="2286000"/>
          </a:xfrm>
          <a:effectLst/>
        </p:spPr>
        <p:txBody>
          <a:bodyPr>
            <a:normAutofit/>
          </a:bodyPr>
          <a:lstStyle>
            <a:lvl1pPr marL="0" indent="0">
              <a:buNone/>
              <a:defRPr sz="2100">
                <a:ln>
                  <a:noFill/>
                </a:ln>
                <a:solidFill>
                  <a:schemeClr val="bg1">
                    <a:lumMod val="85000"/>
                  </a:schemeClr>
                </a:solidFill>
              </a:defRPr>
            </a:lvl1pPr>
          </a:lstStyle>
          <a:p>
            <a:endParaRPr lang="en-US"/>
          </a:p>
        </p:txBody>
      </p:sp>
      <p:sp>
        <p:nvSpPr>
          <p:cNvPr id="17" name="Picture Placeholder 13"/>
          <p:cNvSpPr>
            <a:spLocks noGrp="1"/>
          </p:cNvSpPr>
          <p:nvPr>
            <p:ph type="pic" sz="quarter" idx="13"/>
          </p:nvPr>
        </p:nvSpPr>
        <p:spPr>
          <a:xfrm>
            <a:off x="6169718" y="1709921"/>
            <a:ext cx="4695167" cy="4690877"/>
          </a:xfrm>
          <a:effectLst/>
        </p:spPr>
        <p:txBody>
          <a:bodyPr>
            <a:normAutofit/>
          </a:bodyPr>
          <a:lstStyle>
            <a:lvl1pPr marL="0" indent="0">
              <a:buNone/>
              <a:defRPr sz="2100">
                <a:ln>
                  <a:noFill/>
                </a:ln>
                <a:solidFill>
                  <a:schemeClr val="bg1">
                    <a:lumMod val="85000"/>
                  </a:schemeClr>
                </a:solidFill>
              </a:defRPr>
            </a:lvl1pPr>
          </a:lstStyle>
          <a:p>
            <a:endParaRPr lang="en-US"/>
          </a:p>
        </p:txBody>
      </p:sp>
      <p:sp>
        <p:nvSpPr>
          <p:cNvPr id="13" name="Picture Placeholder 13"/>
          <p:cNvSpPr>
            <a:spLocks noGrp="1"/>
          </p:cNvSpPr>
          <p:nvPr>
            <p:ph type="pic" sz="quarter" idx="16"/>
          </p:nvPr>
        </p:nvSpPr>
        <p:spPr>
          <a:xfrm>
            <a:off x="1397692" y="4085505"/>
            <a:ext cx="2286595" cy="2286000"/>
          </a:xfrm>
          <a:effectLst/>
        </p:spPr>
        <p:txBody>
          <a:bodyPr>
            <a:normAutofit/>
          </a:bodyPr>
          <a:lstStyle>
            <a:lvl1pPr marL="0" indent="0">
              <a:buNone/>
              <a:defRPr sz="2100">
                <a:ln>
                  <a:noFill/>
                </a:ln>
                <a:solidFill>
                  <a:schemeClr val="bg1">
                    <a:lumMod val="85000"/>
                  </a:schemeClr>
                </a:solidFill>
              </a:defRPr>
            </a:lvl1pPr>
          </a:lstStyle>
          <a:p>
            <a:endParaRPr lang="en-US"/>
          </a:p>
        </p:txBody>
      </p:sp>
      <p:sp>
        <p:nvSpPr>
          <p:cNvPr id="11" name="Rectangle 10"/>
          <p:cNvSpPr/>
          <p:nvPr userDrawn="1"/>
        </p:nvSpPr>
        <p:spPr>
          <a:xfrm>
            <a:off x="1398086" y="1683330"/>
            <a:ext cx="2286595" cy="228600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Rectangle 11"/>
          <p:cNvSpPr/>
          <p:nvPr userDrawn="1"/>
        </p:nvSpPr>
        <p:spPr>
          <a:xfrm>
            <a:off x="3781687" y="4100945"/>
            <a:ext cx="2286595" cy="2286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Tree>
    <p:extLst>
      <p:ext uri="{BB962C8B-B14F-4D97-AF65-F5344CB8AC3E}">
        <p14:creationId xmlns:p14="http://schemas.microsoft.com/office/powerpoint/2010/main" val="20566813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Lst>
  </p:timing>
</p:sldLayout>
</file>

<file path=ppt/slideLayouts/slideLayout340.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35" name="Picture Placeholder 2"/>
          <p:cNvSpPr>
            <a:spLocks noGrp="1"/>
          </p:cNvSpPr>
          <p:nvPr>
            <p:ph type="pic" sz="quarter" idx="27"/>
          </p:nvPr>
        </p:nvSpPr>
        <p:spPr>
          <a:xfrm>
            <a:off x="7756699" y="405823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6" name="Picture Placeholder 2"/>
          <p:cNvSpPr>
            <a:spLocks noGrp="1"/>
          </p:cNvSpPr>
          <p:nvPr>
            <p:ph type="pic" sz="quarter" idx="28"/>
          </p:nvPr>
        </p:nvSpPr>
        <p:spPr>
          <a:xfrm>
            <a:off x="7756699" y="225548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3" name="Picture Placeholder 2"/>
          <p:cNvSpPr>
            <a:spLocks noGrp="1"/>
          </p:cNvSpPr>
          <p:nvPr>
            <p:ph type="pic" sz="quarter" idx="25"/>
          </p:nvPr>
        </p:nvSpPr>
        <p:spPr>
          <a:xfrm>
            <a:off x="4489942" y="405823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4" name="Picture Placeholder 2"/>
          <p:cNvSpPr>
            <a:spLocks noGrp="1"/>
          </p:cNvSpPr>
          <p:nvPr>
            <p:ph type="pic" sz="quarter" idx="26"/>
          </p:nvPr>
        </p:nvSpPr>
        <p:spPr>
          <a:xfrm>
            <a:off x="4489942" y="225548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2" name="Picture Placeholder 2"/>
          <p:cNvSpPr>
            <a:spLocks noGrp="1"/>
          </p:cNvSpPr>
          <p:nvPr>
            <p:ph type="pic" sz="quarter" idx="24"/>
          </p:nvPr>
        </p:nvSpPr>
        <p:spPr>
          <a:xfrm>
            <a:off x="1225906" y="405823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 name="Picture Placeholder 2"/>
          <p:cNvSpPr>
            <a:spLocks noGrp="1"/>
          </p:cNvSpPr>
          <p:nvPr>
            <p:ph type="pic" sz="quarter" idx="22"/>
          </p:nvPr>
        </p:nvSpPr>
        <p:spPr>
          <a:xfrm>
            <a:off x="1225906" y="225548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16" name="Title 15"/>
          <p:cNvSpPr>
            <a:spLocks noGrp="1"/>
          </p:cNvSpPr>
          <p:nvPr>
            <p:ph type="title"/>
          </p:nvPr>
        </p:nvSpPr>
        <p:spPr>
          <a:xfrm>
            <a:off x="1524001" y="381001"/>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10" name="Text Placeholder 17"/>
          <p:cNvSpPr>
            <a:spLocks noGrp="1"/>
          </p:cNvSpPr>
          <p:nvPr>
            <p:ph type="body" sz="quarter" idx="21"/>
          </p:nvPr>
        </p:nvSpPr>
        <p:spPr>
          <a:xfrm>
            <a:off x="4939605" y="1828801"/>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24" name="Shape 575"/>
          <p:cNvSpPr/>
          <p:nvPr userDrawn="1"/>
        </p:nvSpPr>
        <p:spPr>
          <a:xfrm>
            <a:off x="1232323" y="1940009"/>
            <a:ext cx="232169" cy="111343"/>
          </a:xfrm>
          <a:prstGeom prst="rect">
            <a:avLst/>
          </a:prstGeom>
          <a:solidFill>
            <a:schemeClr val="accent2"/>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5" name="Shape 576"/>
          <p:cNvSpPr/>
          <p:nvPr userDrawn="1"/>
        </p:nvSpPr>
        <p:spPr>
          <a:xfrm>
            <a:off x="4491788" y="1940009"/>
            <a:ext cx="232169" cy="111343"/>
          </a:xfrm>
          <a:prstGeom prst="rect">
            <a:avLst/>
          </a:prstGeom>
          <a:solidFill>
            <a:schemeClr val="accent1"/>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6" name="Shape 577"/>
          <p:cNvSpPr/>
          <p:nvPr userDrawn="1"/>
        </p:nvSpPr>
        <p:spPr>
          <a:xfrm>
            <a:off x="7763650" y="1940009"/>
            <a:ext cx="232169" cy="111343"/>
          </a:xfrm>
          <a:prstGeom prst="rect">
            <a:avLst/>
          </a:prstGeom>
          <a:solidFill>
            <a:schemeClr val="accent3"/>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7" name="Shape 578"/>
          <p:cNvSpPr/>
          <p:nvPr userDrawn="1"/>
        </p:nvSpPr>
        <p:spPr>
          <a:xfrm>
            <a:off x="1232323" y="5969729"/>
            <a:ext cx="232169" cy="134714"/>
          </a:xfrm>
          <a:prstGeom prst="rect">
            <a:avLst/>
          </a:prstGeom>
          <a:solidFill>
            <a:schemeClr val="accent4"/>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8" name="Shape 579"/>
          <p:cNvSpPr/>
          <p:nvPr userDrawn="1"/>
        </p:nvSpPr>
        <p:spPr>
          <a:xfrm>
            <a:off x="4491788" y="5969729"/>
            <a:ext cx="232169" cy="134714"/>
          </a:xfrm>
          <a:prstGeom prst="rect">
            <a:avLst/>
          </a:prstGeom>
          <a:solidFill>
            <a:schemeClr val="accent5"/>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9" name="Shape 580"/>
          <p:cNvSpPr/>
          <p:nvPr userDrawn="1"/>
        </p:nvSpPr>
        <p:spPr>
          <a:xfrm>
            <a:off x="7763650" y="5969729"/>
            <a:ext cx="232169" cy="134714"/>
          </a:xfrm>
          <a:prstGeom prst="rect">
            <a:avLst/>
          </a:prstGeom>
          <a:solidFill>
            <a:schemeClr val="accent6"/>
          </a:solidFill>
          <a:ln w="12700">
            <a:miter lim="400000"/>
          </a:ln>
        </p:spPr>
        <p:txBody>
          <a:bodyPr lIns="25394" tIns="25394" rIns="25394" bIns="25394" anchor="ctr"/>
          <a:lstStyle/>
          <a:p>
            <a:pPr defTabSz="228539"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30" name="Text Placeholder 17"/>
          <p:cNvSpPr>
            <a:spLocks noGrp="1"/>
          </p:cNvSpPr>
          <p:nvPr>
            <p:ph type="body" sz="quarter" idx="23"/>
          </p:nvPr>
        </p:nvSpPr>
        <p:spPr>
          <a:xfrm>
            <a:off x="1675252" y="1828801"/>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37" name="Text Placeholder 17"/>
          <p:cNvSpPr>
            <a:spLocks noGrp="1"/>
          </p:cNvSpPr>
          <p:nvPr>
            <p:ph type="body" sz="quarter" idx="29"/>
          </p:nvPr>
        </p:nvSpPr>
        <p:spPr>
          <a:xfrm>
            <a:off x="4939605" y="5891090"/>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38" name="Text Placeholder 17"/>
          <p:cNvSpPr>
            <a:spLocks noGrp="1"/>
          </p:cNvSpPr>
          <p:nvPr>
            <p:ph type="body" sz="quarter" idx="30"/>
          </p:nvPr>
        </p:nvSpPr>
        <p:spPr>
          <a:xfrm>
            <a:off x="1675252" y="5891090"/>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39" name="Text Placeholder 17"/>
          <p:cNvSpPr>
            <a:spLocks noGrp="1"/>
          </p:cNvSpPr>
          <p:nvPr>
            <p:ph type="body" sz="quarter" idx="31"/>
          </p:nvPr>
        </p:nvSpPr>
        <p:spPr>
          <a:xfrm>
            <a:off x="8191064" y="1828801"/>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40" name="Text Placeholder 17"/>
          <p:cNvSpPr>
            <a:spLocks noGrp="1"/>
          </p:cNvSpPr>
          <p:nvPr>
            <p:ph type="body" sz="quarter" idx="32"/>
          </p:nvPr>
        </p:nvSpPr>
        <p:spPr>
          <a:xfrm>
            <a:off x="8191064" y="5891090"/>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Tree>
    <p:extLst>
      <p:ext uri="{BB962C8B-B14F-4D97-AF65-F5344CB8AC3E}">
        <p14:creationId xmlns:p14="http://schemas.microsoft.com/office/powerpoint/2010/main" val="39411911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wipe(down)">
                                      <p:cBhvr>
                                        <p:cTn id="15" dur="500"/>
                                        <p:tgtEl>
                                          <p:spTgt spid="24"/>
                                        </p:tgtEl>
                                      </p:cBhvr>
                                    </p:animEffect>
                                  </p:childTnLst>
                                </p:cTn>
                              </p:par>
                            </p:childTnLst>
                          </p:cTn>
                        </p:par>
                        <p:par>
                          <p:cTn id="16" fill="hold">
                            <p:stCondLst>
                              <p:cond delay="1500"/>
                            </p:stCondLst>
                            <p:childTnLst>
                              <p:par>
                                <p:cTn id="17" presetID="9" presetClass="entr" presetSubtype="0" fill="hold" grpId="0" nodeType="afterEffect" nodePh="1">
                                  <p:stCondLst>
                                    <p:cond delay="0"/>
                                  </p:stCondLst>
                                  <p:endCondLst>
                                    <p:cond evt="begin" delay="0">
                                      <p:tn val="17"/>
                                    </p:cond>
                                  </p:endCondLst>
                                  <p:childTnLst>
                                    <p:set>
                                      <p:cBhvr>
                                        <p:cTn id="18" dur="1" fill="hold">
                                          <p:stCondLst>
                                            <p:cond delay="0"/>
                                          </p:stCondLst>
                                        </p:cTn>
                                        <p:tgtEl>
                                          <p:spTgt spid="30">
                                            <p:txEl>
                                              <p:pRg st="0" end="0"/>
                                            </p:txEl>
                                          </p:spTgt>
                                        </p:tgtEl>
                                        <p:attrNameLst>
                                          <p:attrName>style.visibility</p:attrName>
                                        </p:attrNameLst>
                                      </p:cBhvr>
                                      <p:to>
                                        <p:strVal val="visible"/>
                                      </p:to>
                                    </p:set>
                                    <p:animEffect transition="in" filter="dissolve">
                                      <p:cBhvr>
                                        <p:cTn id="19" dur="500"/>
                                        <p:tgtEl>
                                          <p:spTgt spid="30">
                                            <p:txEl>
                                              <p:pRg st="0" end="0"/>
                                            </p:txEl>
                                          </p:spTgt>
                                        </p:tgtEl>
                                      </p:cBhvr>
                                    </p:animEffect>
                                  </p:childTnLst>
                                </p:cTn>
                              </p:par>
                            </p:childTnLst>
                          </p:cTn>
                        </p:par>
                        <p:par>
                          <p:cTn id="20" fill="hold">
                            <p:stCondLst>
                              <p:cond delay="2000"/>
                            </p:stCondLst>
                            <p:childTnLst>
                              <p:par>
                                <p:cTn id="21" presetID="10" presetClass="entr" presetSubtype="0" fill="hold" grpId="0" nodeType="afterEffect" nodePh="1">
                                  <p:stCondLst>
                                    <p:cond delay="0"/>
                                  </p:stCondLst>
                                  <p:endCondLst>
                                    <p:cond evt="begin" delay="0">
                                      <p:tn val="21"/>
                                    </p:cond>
                                  </p:endCondLst>
                                  <p:childTnLst>
                                    <p:set>
                                      <p:cBhvr>
                                        <p:cTn id="22" dur="1" fill="hold">
                                          <p:stCondLst>
                                            <p:cond delay="0"/>
                                          </p:stCondLst>
                                        </p:cTn>
                                        <p:tgtEl>
                                          <p:spTgt spid="34"/>
                                        </p:tgtEl>
                                        <p:attrNameLst>
                                          <p:attrName>style.visibility</p:attrName>
                                        </p:attrNameLst>
                                      </p:cBhvr>
                                      <p:to>
                                        <p:strVal val="visible"/>
                                      </p:to>
                                    </p:set>
                                    <p:animEffect transition="in" filter="fade">
                                      <p:cBhvr>
                                        <p:cTn id="23" dur="500"/>
                                        <p:tgtEl>
                                          <p:spTgt spid="34"/>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wipe(down)">
                                      <p:cBhvr>
                                        <p:cTn id="27" dur="500"/>
                                        <p:tgtEl>
                                          <p:spTgt spid="25"/>
                                        </p:tgtEl>
                                      </p:cBhvr>
                                    </p:animEffect>
                                  </p:childTnLst>
                                </p:cTn>
                              </p:par>
                            </p:childTnLst>
                          </p:cTn>
                        </p:par>
                        <p:par>
                          <p:cTn id="28" fill="hold">
                            <p:stCondLst>
                              <p:cond delay="3000"/>
                            </p:stCondLst>
                            <p:childTnLst>
                              <p:par>
                                <p:cTn id="29" presetID="9" presetClass="entr" presetSubtype="0" fill="hold" grpId="0" nodeType="afterEffect" nodePh="1">
                                  <p:stCondLst>
                                    <p:cond delay="0"/>
                                  </p:stCondLst>
                                  <p:endCondLst>
                                    <p:cond evt="begin" delay="0">
                                      <p:tn val="29"/>
                                    </p:cond>
                                  </p:endCondLst>
                                  <p:childTnLst>
                                    <p:set>
                                      <p:cBhvr>
                                        <p:cTn id="30" dur="1" fill="hold">
                                          <p:stCondLst>
                                            <p:cond delay="0"/>
                                          </p:stCondLst>
                                        </p:cTn>
                                        <p:tgtEl>
                                          <p:spTgt spid="10">
                                            <p:txEl>
                                              <p:pRg st="0" end="0"/>
                                            </p:txEl>
                                          </p:spTgt>
                                        </p:tgtEl>
                                        <p:attrNameLst>
                                          <p:attrName>style.visibility</p:attrName>
                                        </p:attrNameLst>
                                      </p:cBhvr>
                                      <p:to>
                                        <p:strVal val="visible"/>
                                      </p:to>
                                    </p:set>
                                    <p:animEffect transition="in" filter="dissolve">
                                      <p:cBhvr>
                                        <p:cTn id="31" dur="500"/>
                                        <p:tgtEl>
                                          <p:spTgt spid="10">
                                            <p:txEl>
                                              <p:pRg st="0" end="0"/>
                                            </p:txEl>
                                          </p:spTgt>
                                        </p:tgtEl>
                                      </p:cBhvr>
                                    </p:animEffect>
                                  </p:childTnLst>
                                </p:cTn>
                              </p:par>
                            </p:childTnLst>
                          </p:cTn>
                        </p:par>
                        <p:par>
                          <p:cTn id="32" fill="hold">
                            <p:stCondLst>
                              <p:cond delay="3500"/>
                            </p:stCondLst>
                            <p:childTnLst>
                              <p:par>
                                <p:cTn id="33" presetID="10" presetClass="entr" presetSubtype="0" fill="hold" grpId="0" nodeType="afterEffect" nodePh="1">
                                  <p:stCondLst>
                                    <p:cond delay="0"/>
                                  </p:stCondLst>
                                  <p:endCondLst>
                                    <p:cond evt="begin" delay="0">
                                      <p:tn val="33"/>
                                    </p:cond>
                                  </p:endCondLst>
                                  <p:childTnLst>
                                    <p:set>
                                      <p:cBhvr>
                                        <p:cTn id="34" dur="1" fill="hold">
                                          <p:stCondLst>
                                            <p:cond delay="0"/>
                                          </p:stCondLst>
                                        </p:cTn>
                                        <p:tgtEl>
                                          <p:spTgt spid="36"/>
                                        </p:tgtEl>
                                        <p:attrNameLst>
                                          <p:attrName>style.visibility</p:attrName>
                                        </p:attrNameLst>
                                      </p:cBhvr>
                                      <p:to>
                                        <p:strVal val="visible"/>
                                      </p:to>
                                    </p:set>
                                    <p:animEffect transition="in" filter="fade">
                                      <p:cBhvr>
                                        <p:cTn id="35" dur="500"/>
                                        <p:tgtEl>
                                          <p:spTgt spid="36"/>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26"/>
                                        </p:tgtEl>
                                        <p:attrNameLst>
                                          <p:attrName>style.visibility</p:attrName>
                                        </p:attrNameLst>
                                      </p:cBhvr>
                                      <p:to>
                                        <p:strVal val="visible"/>
                                      </p:to>
                                    </p:set>
                                    <p:animEffect transition="in" filter="wipe(down)">
                                      <p:cBhvr>
                                        <p:cTn id="39" dur="500"/>
                                        <p:tgtEl>
                                          <p:spTgt spid="26"/>
                                        </p:tgtEl>
                                      </p:cBhvr>
                                    </p:animEffect>
                                  </p:childTnLst>
                                </p:cTn>
                              </p:par>
                            </p:childTnLst>
                          </p:cTn>
                        </p:par>
                        <p:par>
                          <p:cTn id="40" fill="hold">
                            <p:stCondLst>
                              <p:cond delay="4500"/>
                            </p:stCondLst>
                            <p:childTnLst>
                              <p:par>
                                <p:cTn id="41" presetID="9" presetClass="entr" presetSubtype="0" fill="hold" grpId="0" nodeType="afterEffect" nodePh="1">
                                  <p:stCondLst>
                                    <p:cond delay="0"/>
                                  </p:stCondLst>
                                  <p:endCondLst>
                                    <p:cond evt="begin" delay="0">
                                      <p:tn val="41"/>
                                    </p:cond>
                                  </p:endCondLst>
                                  <p:childTnLst>
                                    <p:set>
                                      <p:cBhvr>
                                        <p:cTn id="42" dur="1" fill="hold">
                                          <p:stCondLst>
                                            <p:cond delay="0"/>
                                          </p:stCondLst>
                                        </p:cTn>
                                        <p:tgtEl>
                                          <p:spTgt spid="39">
                                            <p:txEl>
                                              <p:pRg st="0" end="0"/>
                                            </p:txEl>
                                          </p:spTgt>
                                        </p:tgtEl>
                                        <p:attrNameLst>
                                          <p:attrName>style.visibility</p:attrName>
                                        </p:attrNameLst>
                                      </p:cBhvr>
                                      <p:to>
                                        <p:strVal val="visible"/>
                                      </p:to>
                                    </p:set>
                                    <p:animEffect transition="in" filter="dissolve">
                                      <p:cBhvr>
                                        <p:cTn id="43" dur="500"/>
                                        <p:tgtEl>
                                          <p:spTgt spid="39">
                                            <p:txEl>
                                              <p:pRg st="0" end="0"/>
                                            </p:txEl>
                                          </p:spTgt>
                                        </p:tgtEl>
                                      </p:cBhvr>
                                    </p:animEffect>
                                  </p:childTnLst>
                                </p:cTn>
                              </p:par>
                            </p:childTnLst>
                          </p:cTn>
                        </p:par>
                        <p:par>
                          <p:cTn id="44" fill="hold">
                            <p:stCondLst>
                              <p:cond delay="5000"/>
                            </p:stCondLst>
                            <p:childTnLst>
                              <p:par>
                                <p:cTn id="45" presetID="10" presetClass="entr" presetSubtype="0" fill="hold" grpId="0" nodeType="afterEffect" nodePh="1">
                                  <p:stCondLst>
                                    <p:cond delay="0"/>
                                  </p:stCondLst>
                                  <p:endCondLst>
                                    <p:cond evt="begin" delay="0">
                                      <p:tn val="45"/>
                                    </p:cond>
                                  </p:endCondLst>
                                  <p:childTnLst>
                                    <p:set>
                                      <p:cBhvr>
                                        <p:cTn id="46" dur="1" fill="hold">
                                          <p:stCondLst>
                                            <p:cond delay="0"/>
                                          </p:stCondLst>
                                        </p:cTn>
                                        <p:tgtEl>
                                          <p:spTgt spid="32"/>
                                        </p:tgtEl>
                                        <p:attrNameLst>
                                          <p:attrName>style.visibility</p:attrName>
                                        </p:attrNameLst>
                                      </p:cBhvr>
                                      <p:to>
                                        <p:strVal val="visible"/>
                                      </p:to>
                                    </p:set>
                                    <p:animEffect transition="in" filter="fade">
                                      <p:cBhvr>
                                        <p:cTn id="47" dur="500"/>
                                        <p:tgtEl>
                                          <p:spTgt spid="32"/>
                                        </p:tgtEl>
                                      </p:cBhvr>
                                    </p:animEffect>
                                  </p:childTnLst>
                                </p:cTn>
                              </p:par>
                            </p:childTnLst>
                          </p:cTn>
                        </p:par>
                        <p:par>
                          <p:cTn id="48" fill="hold">
                            <p:stCondLst>
                              <p:cond delay="5500"/>
                            </p:stCondLst>
                            <p:childTnLst>
                              <p:par>
                                <p:cTn id="49" presetID="22" presetClass="entr" presetSubtype="1" fill="hold" grpId="0" nodeType="after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wipe(up)">
                                      <p:cBhvr>
                                        <p:cTn id="51" dur="500"/>
                                        <p:tgtEl>
                                          <p:spTgt spid="27"/>
                                        </p:tgtEl>
                                      </p:cBhvr>
                                    </p:animEffect>
                                  </p:childTnLst>
                                </p:cTn>
                              </p:par>
                            </p:childTnLst>
                          </p:cTn>
                        </p:par>
                        <p:par>
                          <p:cTn id="52" fill="hold">
                            <p:stCondLst>
                              <p:cond delay="6000"/>
                            </p:stCondLst>
                            <p:childTnLst>
                              <p:par>
                                <p:cTn id="53" presetID="9" presetClass="entr" presetSubtype="0" fill="hold" grpId="0" nodeType="afterEffect" nodePh="1">
                                  <p:stCondLst>
                                    <p:cond delay="0"/>
                                  </p:stCondLst>
                                  <p:endCondLst>
                                    <p:cond evt="begin" delay="0">
                                      <p:tn val="53"/>
                                    </p:cond>
                                  </p:endCondLst>
                                  <p:childTnLst>
                                    <p:set>
                                      <p:cBhvr>
                                        <p:cTn id="54" dur="1" fill="hold">
                                          <p:stCondLst>
                                            <p:cond delay="0"/>
                                          </p:stCondLst>
                                        </p:cTn>
                                        <p:tgtEl>
                                          <p:spTgt spid="38">
                                            <p:txEl>
                                              <p:pRg st="0" end="0"/>
                                            </p:txEl>
                                          </p:spTgt>
                                        </p:tgtEl>
                                        <p:attrNameLst>
                                          <p:attrName>style.visibility</p:attrName>
                                        </p:attrNameLst>
                                      </p:cBhvr>
                                      <p:to>
                                        <p:strVal val="visible"/>
                                      </p:to>
                                    </p:set>
                                    <p:animEffect transition="in" filter="dissolve">
                                      <p:cBhvr>
                                        <p:cTn id="55" dur="500"/>
                                        <p:tgtEl>
                                          <p:spTgt spid="38">
                                            <p:txEl>
                                              <p:pRg st="0" end="0"/>
                                            </p:txEl>
                                          </p:spTgt>
                                        </p:tgtEl>
                                      </p:cBhvr>
                                    </p:animEffect>
                                  </p:childTnLst>
                                </p:cTn>
                              </p:par>
                            </p:childTnLst>
                          </p:cTn>
                        </p:par>
                        <p:par>
                          <p:cTn id="56" fill="hold">
                            <p:stCondLst>
                              <p:cond delay="6500"/>
                            </p:stCondLst>
                            <p:childTnLst>
                              <p:par>
                                <p:cTn id="57" presetID="10" presetClass="entr" presetSubtype="0" fill="hold" grpId="0" nodeType="afterEffect" nodePh="1">
                                  <p:stCondLst>
                                    <p:cond delay="0"/>
                                  </p:stCondLst>
                                  <p:endCondLst>
                                    <p:cond evt="begin" delay="0">
                                      <p:tn val="57"/>
                                    </p:cond>
                                  </p:endCondLst>
                                  <p:childTnLst>
                                    <p:set>
                                      <p:cBhvr>
                                        <p:cTn id="58" dur="1" fill="hold">
                                          <p:stCondLst>
                                            <p:cond delay="0"/>
                                          </p:stCondLst>
                                        </p:cTn>
                                        <p:tgtEl>
                                          <p:spTgt spid="33"/>
                                        </p:tgtEl>
                                        <p:attrNameLst>
                                          <p:attrName>style.visibility</p:attrName>
                                        </p:attrNameLst>
                                      </p:cBhvr>
                                      <p:to>
                                        <p:strVal val="visible"/>
                                      </p:to>
                                    </p:set>
                                    <p:animEffect transition="in" filter="fade">
                                      <p:cBhvr>
                                        <p:cTn id="59" dur="500"/>
                                        <p:tgtEl>
                                          <p:spTgt spid="33"/>
                                        </p:tgtEl>
                                      </p:cBhvr>
                                    </p:animEffect>
                                  </p:childTnLst>
                                </p:cTn>
                              </p:par>
                            </p:childTnLst>
                          </p:cTn>
                        </p:par>
                        <p:par>
                          <p:cTn id="60" fill="hold">
                            <p:stCondLst>
                              <p:cond delay="7000"/>
                            </p:stCondLst>
                            <p:childTnLst>
                              <p:par>
                                <p:cTn id="61" presetID="22" presetClass="entr" presetSubtype="1" fill="hold" grpId="0" nodeType="afterEffect">
                                  <p:stCondLst>
                                    <p:cond delay="0"/>
                                  </p:stCondLst>
                                  <p:childTnLst>
                                    <p:set>
                                      <p:cBhvr>
                                        <p:cTn id="62" dur="1" fill="hold">
                                          <p:stCondLst>
                                            <p:cond delay="0"/>
                                          </p:stCondLst>
                                        </p:cTn>
                                        <p:tgtEl>
                                          <p:spTgt spid="28"/>
                                        </p:tgtEl>
                                        <p:attrNameLst>
                                          <p:attrName>style.visibility</p:attrName>
                                        </p:attrNameLst>
                                      </p:cBhvr>
                                      <p:to>
                                        <p:strVal val="visible"/>
                                      </p:to>
                                    </p:set>
                                    <p:animEffect transition="in" filter="wipe(up)">
                                      <p:cBhvr>
                                        <p:cTn id="63" dur="500"/>
                                        <p:tgtEl>
                                          <p:spTgt spid="28"/>
                                        </p:tgtEl>
                                      </p:cBhvr>
                                    </p:animEffect>
                                  </p:childTnLst>
                                </p:cTn>
                              </p:par>
                            </p:childTnLst>
                          </p:cTn>
                        </p:par>
                        <p:par>
                          <p:cTn id="64" fill="hold">
                            <p:stCondLst>
                              <p:cond delay="7500"/>
                            </p:stCondLst>
                            <p:childTnLst>
                              <p:par>
                                <p:cTn id="65" presetID="9" presetClass="entr" presetSubtype="0" fill="hold" grpId="0" nodeType="afterEffect" nodePh="1">
                                  <p:stCondLst>
                                    <p:cond delay="0"/>
                                  </p:stCondLst>
                                  <p:endCondLst>
                                    <p:cond evt="begin" delay="0">
                                      <p:tn val="65"/>
                                    </p:cond>
                                  </p:endCondLst>
                                  <p:childTnLst>
                                    <p:set>
                                      <p:cBhvr>
                                        <p:cTn id="66" dur="1" fill="hold">
                                          <p:stCondLst>
                                            <p:cond delay="0"/>
                                          </p:stCondLst>
                                        </p:cTn>
                                        <p:tgtEl>
                                          <p:spTgt spid="37">
                                            <p:txEl>
                                              <p:pRg st="0" end="0"/>
                                            </p:txEl>
                                          </p:spTgt>
                                        </p:tgtEl>
                                        <p:attrNameLst>
                                          <p:attrName>style.visibility</p:attrName>
                                        </p:attrNameLst>
                                      </p:cBhvr>
                                      <p:to>
                                        <p:strVal val="visible"/>
                                      </p:to>
                                    </p:set>
                                    <p:animEffect transition="in" filter="dissolve">
                                      <p:cBhvr>
                                        <p:cTn id="67" dur="500"/>
                                        <p:tgtEl>
                                          <p:spTgt spid="37">
                                            <p:txEl>
                                              <p:pRg st="0" end="0"/>
                                            </p:txEl>
                                          </p:spTgt>
                                        </p:tgtEl>
                                      </p:cBhvr>
                                    </p:animEffect>
                                  </p:childTnLst>
                                </p:cTn>
                              </p:par>
                            </p:childTnLst>
                          </p:cTn>
                        </p:par>
                        <p:par>
                          <p:cTn id="68" fill="hold">
                            <p:stCondLst>
                              <p:cond delay="8000"/>
                            </p:stCondLst>
                            <p:childTnLst>
                              <p:par>
                                <p:cTn id="69" presetID="10" presetClass="entr" presetSubtype="0" fill="hold" grpId="0" nodeType="afterEffect" nodePh="1">
                                  <p:stCondLst>
                                    <p:cond delay="0"/>
                                  </p:stCondLst>
                                  <p:endCondLst>
                                    <p:cond evt="begin" delay="0">
                                      <p:tn val="69"/>
                                    </p:cond>
                                  </p:endCondLst>
                                  <p:childTnLst>
                                    <p:set>
                                      <p:cBhvr>
                                        <p:cTn id="70" dur="1" fill="hold">
                                          <p:stCondLst>
                                            <p:cond delay="0"/>
                                          </p:stCondLst>
                                        </p:cTn>
                                        <p:tgtEl>
                                          <p:spTgt spid="35"/>
                                        </p:tgtEl>
                                        <p:attrNameLst>
                                          <p:attrName>style.visibility</p:attrName>
                                        </p:attrNameLst>
                                      </p:cBhvr>
                                      <p:to>
                                        <p:strVal val="visible"/>
                                      </p:to>
                                    </p:set>
                                    <p:animEffect transition="in" filter="fade">
                                      <p:cBhvr>
                                        <p:cTn id="71" dur="500"/>
                                        <p:tgtEl>
                                          <p:spTgt spid="35"/>
                                        </p:tgtEl>
                                      </p:cBhvr>
                                    </p:animEffect>
                                  </p:childTnLst>
                                </p:cTn>
                              </p:par>
                            </p:childTnLst>
                          </p:cTn>
                        </p:par>
                        <p:par>
                          <p:cTn id="72" fill="hold">
                            <p:stCondLst>
                              <p:cond delay="8500"/>
                            </p:stCondLst>
                            <p:childTnLst>
                              <p:par>
                                <p:cTn id="73" presetID="22" presetClass="entr" presetSubtype="1" fill="hold" grpId="0" nodeType="afterEffect">
                                  <p:stCondLst>
                                    <p:cond delay="0"/>
                                  </p:stCondLst>
                                  <p:childTnLst>
                                    <p:set>
                                      <p:cBhvr>
                                        <p:cTn id="74" dur="1" fill="hold">
                                          <p:stCondLst>
                                            <p:cond delay="0"/>
                                          </p:stCondLst>
                                        </p:cTn>
                                        <p:tgtEl>
                                          <p:spTgt spid="29"/>
                                        </p:tgtEl>
                                        <p:attrNameLst>
                                          <p:attrName>style.visibility</p:attrName>
                                        </p:attrNameLst>
                                      </p:cBhvr>
                                      <p:to>
                                        <p:strVal val="visible"/>
                                      </p:to>
                                    </p:set>
                                    <p:animEffect transition="in" filter="wipe(up)">
                                      <p:cBhvr>
                                        <p:cTn id="75" dur="500"/>
                                        <p:tgtEl>
                                          <p:spTgt spid="29"/>
                                        </p:tgtEl>
                                      </p:cBhvr>
                                    </p:animEffect>
                                  </p:childTnLst>
                                </p:cTn>
                              </p:par>
                            </p:childTnLst>
                          </p:cTn>
                        </p:par>
                        <p:par>
                          <p:cTn id="76" fill="hold">
                            <p:stCondLst>
                              <p:cond delay="9000"/>
                            </p:stCondLst>
                            <p:childTnLst>
                              <p:par>
                                <p:cTn id="77" presetID="9" presetClass="entr" presetSubtype="0" fill="hold" grpId="0" nodeType="afterEffect" nodePh="1">
                                  <p:stCondLst>
                                    <p:cond delay="0"/>
                                  </p:stCondLst>
                                  <p:endCondLst>
                                    <p:cond evt="begin" delay="0">
                                      <p:tn val="77"/>
                                    </p:cond>
                                  </p:endCondLst>
                                  <p:childTnLst>
                                    <p:set>
                                      <p:cBhvr>
                                        <p:cTn id="78" dur="1" fill="hold">
                                          <p:stCondLst>
                                            <p:cond delay="0"/>
                                          </p:stCondLst>
                                        </p:cTn>
                                        <p:tgtEl>
                                          <p:spTgt spid="40">
                                            <p:txEl>
                                              <p:pRg st="0" end="0"/>
                                            </p:txEl>
                                          </p:spTgt>
                                        </p:tgtEl>
                                        <p:attrNameLst>
                                          <p:attrName>style.visibility</p:attrName>
                                        </p:attrNameLst>
                                      </p:cBhvr>
                                      <p:to>
                                        <p:strVal val="visible"/>
                                      </p:to>
                                    </p:set>
                                    <p:animEffect transition="in" filter="dissolve">
                                      <p:cBhvr>
                                        <p:cTn id="79" dur="500"/>
                                        <p:tgtEl>
                                          <p:spTgt spid="4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P spid="33" grpId="0"/>
      <p:bldP spid="34" grpId="0"/>
      <p:bldP spid="32" grpId="0"/>
      <p:bldP spid="3" grpId="0"/>
      <p:bldP spid="16" grpId="0"/>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24" grpId="0" animBg="1"/>
      <p:bldP spid="25" grpId="0" animBg="1"/>
      <p:bldP spid="26" grpId="0" animBg="1"/>
      <p:bldP spid="27" grpId="0" animBg="1"/>
      <p:bldP spid="28" grpId="0" animBg="1"/>
      <p:bldP spid="29" grpId="0" animBg="1"/>
      <p:bldP spid="3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dissolve">
                      <p:cBhvr>
                        <p:cTn dur="500"/>
                        <p:tgtEl>
                          <p:spTgt spid="30"/>
                        </p:tgtEl>
                      </p:cBhvr>
                    </p:animEffect>
                  </p:childTnLst>
                </p:cTn>
              </p:par>
            </p:tnLst>
          </p:tmpl>
        </p:tmplLst>
      </p:bldP>
      <p:bldP spid="37"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Effect transition="in" filter="dissolve">
                      <p:cBhvr>
                        <p:cTn dur="500"/>
                        <p:tgtEl>
                          <p:spTgt spid="37"/>
                        </p:tgtEl>
                      </p:cBhvr>
                    </p:animEffect>
                  </p:childTnLst>
                </p:cTn>
              </p:par>
            </p:tnLst>
          </p:tmpl>
        </p:tmplLst>
      </p:bldP>
      <p:bldP spid="38"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38"/>
                        </p:tgtEl>
                        <p:attrNameLst>
                          <p:attrName>style.visibility</p:attrName>
                        </p:attrNameLst>
                      </p:cBhvr>
                      <p:to>
                        <p:strVal val="visible"/>
                      </p:to>
                    </p:set>
                    <p:animEffect transition="in" filter="dissolve">
                      <p:cBhvr>
                        <p:cTn dur="500"/>
                        <p:tgtEl>
                          <p:spTgt spid="38"/>
                        </p:tgtEl>
                      </p:cBhvr>
                    </p:animEffect>
                  </p:childTnLst>
                </p:cTn>
              </p:par>
            </p:tnLst>
          </p:tmpl>
        </p:tmplLst>
      </p:bldP>
      <p:bldP spid="3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39"/>
                        </p:tgtEl>
                        <p:attrNameLst>
                          <p:attrName>style.visibility</p:attrName>
                        </p:attrNameLst>
                      </p:cBhvr>
                      <p:to>
                        <p:strVal val="visible"/>
                      </p:to>
                    </p:set>
                    <p:animEffect transition="in" filter="dissolve">
                      <p:cBhvr>
                        <p:cTn dur="500"/>
                        <p:tgtEl>
                          <p:spTgt spid="39"/>
                        </p:tgtEl>
                      </p:cBhvr>
                    </p:animEffect>
                  </p:childTnLst>
                </p:cTn>
              </p:par>
            </p:tnLst>
          </p:tmpl>
        </p:tmplLst>
      </p:bldP>
      <p:bldP spid="4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40"/>
                        </p:tgtEl>
                        <p:attrNameLst>
                          <p:attrName>style.visibility</p:attrName>
                        </p:attrNameLst>
                      </p:cBhvr>
                      <p:to>
                        <p:strVal val="visible"/>
                      </p:to>
                    </p:set>
                    <p:animEffect transition="in" filter="dissolve">
                      <p:cBhvr>
                        <p:cTn dur="500"/>
                        <p:tgtEl>
                          <p:spTgt spid="40"/>
                        </p:tgtEl>
                      </p:cBhvr>
                    </p:animEffect>
                  </p:childTnLst>
                </p:cTn>
              </p:par>
            </p:tnLst>
          </p:tmpl>
        </p:tmplLst>
      </p:bldP>
    </p:bldLst>
  </p:timing>
</p:sldLayout>
</file>

<file path=ppt/slideLayouts/slideLayout341.xml><?xml version="1.0" encoding="utf-8"?>
<p:sldLayout xmlns:a="http://schemas.openxmlformats.org/drawingml/2006/main" xmlns:r="http://schemas.openxmlformats.org/officeDocument/2006/relationships" xmlns:p="http://schemas.openxmlformats.org/presentationml/2006/main" userDrawn="1">
  <p:cSld name="16_Custom Layout">
    <p:spTree>
      <p:nvGrpSpPr>
        <p:cNvPr id="1" name=""/>
        <p:cNvGrpSpPr/>
        <p:nvPr/>
      </p:nvGrpSpPr>
      <p:grpSpPr>
        <a:xfrm>
          <a:off x="0" y="0"/>
          <a:ext cx="0" cy="0"/>
          <a:chOff x="0" y="0"/>
          <a:chExt cx="0" cy="0"/>
        </a:xfrm>
      </p:grpSpPr>
      <p:sp>
        <p:nvSpPr>
          <p:cNvPr id="19" name="Picture Placeholder 11"/>
          <p:cNvSpPr>
            <a:spLocks noGrp="1"/>
          </p:cNvSpPr>
          <p:nvPr>
            <p:ph type="pic" sz="quarter" idx="13"/>
          </p:nvPr>
        </p:nvSpPr>
        <p:spPr>
          <a:xfrm>
            <a:off x="8829962" y="4442693"/>
            <a:ext cx="2576945" cy="1699491"/>
          </a:xfrm>
        </p:spPr>
        <p:txBody>
          <a:bodyPr/>
          <a:lstStyle/>
          <a:p>
            <a:endParaRPr lang="en-US"/>
          </a:p>
        </p:txBody>
      </p:sp>
      <p:sp>
        <p:nvSpPr>
          <p:cNvPr id="15" name="Picture Placeholder 14"/>
          <p:cNvSpPr>
            <a:spLocks noGrp="1"/>
          </p:cNvSpPr>
          <p:nvPr>
            <p:ph type="pic" sz="quarter" idx="11"/>
          </p:nvPr>
        </p:nvSpPr>
        <p:spPr>
          <a:xfrm>
            <a:off x="6086760" y="2689198"/>
            <a:ext cx="2576945" cy="3452985"/>
          </a:xfrm>
        </p:spPr>
        <p:txBody>
          <a:bodyPr/>
          <a:lstStyle/>
          <a:p>
            <a:endParaRPr lang="en-US"/>
          </a:p>
        </p:txBody>
      </p:sp>
      <p:sp>
        <p:nvSpPr>
          <p:cNvPr id="18" name="Picture Placeholder 14"/>
          <p:cNvSpPr>
            <a:spLocks noGrp="1"/>
          </p:cNvSpPr>
          <p:nvPr>
            <p:ph type="pic" sz="quarter" idx="12"/>
          </p:nvPr>
        </p:nvSpPr>
        <p:spPr>
          <a:xfrm>
            <a:off x="8829963" y="811573"/>
            <a:ext cx="2576945" cy="3452985"/>
          </a:xfrm>
        </p:spPr>
        <p:txBody>
          <a:bodyPr/>
          <a:lstStyle/>
          <a:p>
            <a:endParaRPr lang="en-US"/>
          </a:p>
        </p:txBody>
      </p:sp>
      <p:sp>
        <p:nvSpPr>
          <p:cNvPr id="5" name="Picture Placeholder 11"/>
          <p:cNvSpPr>
            <a:spLocks noGrp="1"/>
          </p:cNvSpPr>
          <p:nvPr>
            <p:ph type="pic" sz="quarter" idx="14"/>
          </p:nvPr>
        </p:nvSpPr>
        <p:spPr>
          <a:xfrm>
            <a:off x="6086760" y="811598"/>
            <a:ext cx="2576945" cy="1699491"/>
          </a:xfrm>
        </p:spPr>
        <p:txBody>
          <a:bodyPr/>
          <a:lstStyle/>
          <a:p>
            <a:endParaRPr lang="en-US"/>
          </a:p>
        </p:txBody>
      </p:sp>
    </p:spTree>
    <p:extLst>
      <p:ext uri="{BB962C8B-B14F-4D97-AF65-F5344CB8AC3E}">
        <p14:creationId xmlns:p14="http://schemas.microsoft.com/office/powerpoint/2010/main" val="41568577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42.xml><?xml version="1.0" encoding="utf-8"?>
<p:sldLayout xmlns:a="http://schemas.openxmlformats.org/drawingml/2006/main" xmlns:r="http://schemas.openxmlformats.org/officeDocument/2006/relationships" xmlns:p="http://schemas.openxmlformats.org/presentationml/2006/main" userDrawn="1">
  <p:cSld name="7_Custom Layout">
    <p:spTree>
      <p:nvGrpSpPr>
        <p:cNvPr id="1" name=""/>
        <p:cNvGrpSpPr/>
        <p:nvPr/>
      </p:nvGrpSpPr>
      <p:grpSpPr>
        <a:xfrm>
          <a:off x="0" y="0"/>
          <a:ext cx="0" cy="0"/>
          <a:chOff x="0" y="0"/>
          <a:chExt cx="0" cy="0"/>
        </a:xfrm>
      </p:grpSpPr>
      <p:sp>
        <p:nvSpPr>
          <p:cNvPr id="8" name="AutoShape 1"/>
          <p:cNvSpPr>
            <a:spLocks/>
          </p:cNvSpPr>
          <p:nvPr userDrawn="1"/>
        </p:nvSpPr>
        <p:spPr bwMode="auto">
          <a:xfrm>
            <a:off x="1141710" y="1792337"/>
            <a:ext cx="5027714" cy="2740448"/>
          </a:xfrm>
          <a:custGeom>
            <a:avLst/>
            <a:gdLst>
              <a:gd name="T0" fmla="*/ 1712119 w 21600"/>
              <a:gd name="T1" fmla="*/ 1022350 h 21600"/>
              <a:gd name="T2" fmla="*/ 1712119 w 21600"/>
              <a:gd name="T3" fmla="*/ 1022350 h 21600"/>
              <a:gd name="T4" fmla="*/ 1712119 w 21600"/>
              <a:gd name="T5" fmla="*/ 1022350 h 21600"/>
              <a:gd name="T6" fmla="*/ 1712119 w 21600"/>
              <a:gd name="T7" fmla="*/ 1022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chemeClr val="accent1"/>
          </a:solidFill>
          <a:ln w="25400" cap="flat" cmpd="sng">
            <a:solidFill>
              <a:srgbClr val="000000">
                <a:alpha val="0"/>
              </a:srgbClr>
            </a:solidFill>
            <a:prstDash val="solid"/>
            <a:miter lim="0"/>
            <a:headEnd/>
            <a:tailEnd/>
          </a:ln>
          <a:effectLs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endParaRPr lang="en-US"/>
          </a:p>
        </p:txBody>
      </p:sp>
      <p:sp>
        <p:nvSpPr>
          <p:cNvPr id="9" name="AutoShape 2"/>
          <p:cNvSpPr>
            <a:spLocks/>
          </p:cNvSpPr>
          <p:nvPr userDrawn="1"/>
        </p:nvSpPr>
        <p:spPr bwMode="auto">
          <a:xfrm>
            <a:off x="6141453" y="1788083"/>
            <a:ext cx="4908837" cy="2738321"/>
          </a:xfrm>
          <a:custGeom>
            <a:avLst/>
            <a:gdLst>
              <a:gd name="T0" fmla="*/ 1671638 w 21600"/>
              <a:gd name="T1" fmla="*/ 1021557 h 21600"/>
              <a:gd name="T2" fmla="*/ 1671638 w 21600"/>
              <a:gd name="T3" fmla="*/ 1021557 h 21600"/>
              <a:gd name="T4" fmla="*/ 1671638 w 21600"/>
              <a:gd name="T5" fmla="*/ 1021557 h 21600"/>
              <a:gd name="T6" fmla="*/ 1671638 w 21600"/>
              <a:gd name="T7" fmla="*/ 10215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chemeClr val="bg1">
              <a:lumMod val="50000"/>
            </a:schemeClr>
          </a:solidFill>
          <a:ln w="25400" cap="flat" cmpd="sng">
            <a:solidFill>
              <a:srgbClr val="000000">
                <a:alpha val="0"/>
              </a:srgbClr>
            </a:solidFill>
            <a:prstDash val="solid"/>
            <a:miter lim="0"/>
            <a:headEnd/>
            <a:tailEnd/>
          </a:ln>
          <a:effectLs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endParaRPr lang="en-US"/>
          </a:p>
        </p:txBody>
      </p:sp>
      <p:sp>
        <p:nvSpPr>
          <p:cNvPr id="3" name="AutoShape 5" descr="image4.png"/>
          <p:cNvSpPr>
            <a:spLocks/>
          </p:cNvSpPr>
          <p:nvPr userDrawn="1"/>
        </p:nvSpPr>
        <p:spPr bwMode="auto">
          <a:xfrm>
            <a:off x="5086155" y="1702976"/>
            <a:ext cx="2019691" cy="4272375"/>
          </a:xfrm>
          <a:custGeom>
            <a:avLst/>
            <a:gdLst>
              <a:gd name="T0" fmla="*/ 753269 w 21600"/>
              <a:gd name="T1" fmla="*/ 1593850 h 21600"/>
              <a:gd name="T2" fmla="*/ 753269 w 21600"/>
              <a:gd name="T3" fmla="*/ 1593850 h 21600"/>
              <a:gd name="T4" fmla="*/ 753269 w 21600"/>
              <a:gd name="T5" fmla="*/ 1593850 h 21600"/>
              <a:gd name="T6" fmla="*/ 753269 w 21600"/>
              <a:gd name="T7" fmla="*/ 1593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blipFill dpi="0" rotWithShape="0">
            <a:blip r:embed="rId2"/>
            <a:srcRect/>
            <a:stretch>
              <a:fillRect/>
            </a:stretch>
          </a:bli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endParaRPr lang="en-US"/>
          </a:p>
        </p:txBody>
      </p:sp>
      <p:sp>
        <p:nvSpPr>
          <p:cNvPr id="7" name="Picture Placeholder 6"/>
          <p:cNvSpPr>
            <a:spLocks noGrp="1"/>
          </p:cNvSpPr>
          <p:nvPr userDrawn="1">
            <p:ph type="pic" sz="quarter" idx="10"/>
          </p:nvPr>
        </p:nvSpPr>
        <p:spPr>
          <a:xfrm>
            <a:off x="5293816" y="2598728"/>
            <a:ext cx="1611975" cy="2502477"/>
          </a:xfrm>
        </p:spPr>
        <p:txBody>
          <a:bodyPr>
            <a:normAutofit/>
          </a:bodyPr>
          <a:lstStyle>
            <a:lvl1pPr marL="0" indent="0">
              <a:buNone/>
              <a:defRPr sz="1600"/>
            </a:lvl1pPr>
          </a:lstStyle>
          <a:p>
            <a:endParaRPr lang="en-US" dirty="0"/>
          </a:p>
        </p:txBody>
      </p:sp>
    </p:spTree>
    <p:extLst>
      <p:ext uri="{BB962C8B-B14F-4D97-AF65-F5344CB8AC3E}">
        <p14:creationId xmlns:p14="http://schemas.microsoft.com/office/powerpoint/2010/main" val="16210825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43.xml><?xml version="1.0" encoding="utf-8"?>
<p:sldLayout xmlns:a="http://schemas.openxmlformats.org/drawingml/2006/main" xmlns:r="http://schemas.openxmlformats.org/officeDocument/2006/relationships" xmlns:p="http://schemas.openxmlformats.org/presentationml/2006/main" userDrawn="1">
  <p:cSld name="7_Meet_the_team1">
    <p:spTree>
      <p:nvGrpSpPr>
        <p:cNvPr id="1" name=""/>
        <p:cNvGrpSpPr/>
        <p:nvPr/>
      </p:nvGrpSpPr>
      <p:grpSpPr>
        <a:xfrm>
          <a:off x="0" y="0"/>
          <a:ext cx="0" cy="0"/>
          <a:chOff x="0" y="0"/>
          <a:chExt cx="0" cy="0"/>
        </a:xfrm>
      </p:grpSpPr>
      <p:pic>
        <p:nvPicPr>
          <p:cNvPr id="2" name="Imagen 3"/>
          <p:cNvPicPr>
            <a:picLocks noChangeAspect="1"/>
          </p:cNvPicPr>
          <p:nvPr userDrawn="1"/>
        </p:nvPicPr>
        <p:blipFill rotWithShape="1">
          <a:blip r:embed="rId2">
            <a:extLst>
              <a:ext uri="{28A0092B-C50C-407E-A947-70E740481C1C}">
                <a14:useLocalDpi xmlns:a14="http://schemas.microsoft.com/office/drawing/2010/main" val="0"/>
              </a:ext>
            </a:extLst>
          </a:blip>
          <a:srcRect l="14342" t="15112" r="13428" b="14458"/>
          <a:stretch/>
        </p:blipFill>
        <p:spPr>
          <a:xfrm>
            <a:off x="3231933" y="1955800"/>
            <a:ext cx="5719097" cy="3244804"/>
          </a:xfrm>
          <a:prstGeom prst="rect">
            <a:avLst/>
          </a:prstGeom>
        </p:spPr>
      </p:pic>
      <p:sp>
        <p:nvSpPr>
          <p:cNvPr id="3" name="Rectángulo 1"/>
          <p:cNvSpPr/>
          <p:nvPr userDrawn="1"/>
        </p:nvSpPr>
        <p:spPr>
          <a:xfrm>
            <a:off x="3951414" y="2113708"/>
            <a:ext cx="4257145" cy="2691809"/>
          </a:xfrm>
          <a:prstGeom prst="rect">
            <a:avLst/>
          </a:prstGeom>
          <a:solidFill>
            <a:srgbClr val="EBEBE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white"/>
              </a:solidFill>
            </a:endParaRPr>
          </a:p>
        </p:txBody>
      </p:sp>
      <p:sp>
        <p:nvSpPr>
          <p:cNvPr id="4" name="Triángulo isósceles 30"/>
          <p:cNvSpPr/>
          <p:nvPr userDrawn="1"/>
        </p:nvSpPr>
        <p:spPr>
          <a:xfrm rot="10800000">
            <a:off x="6700553" y="1976550"/>
            <a:ext cx="1614647" cy="2391080"/>
          </a:xfrm>
          <a:prstGeom prst="triangle">
            <a:avLst>
              <a:gd name="adj" fmla="val 0"/>
            </a:avLst>
          </a:prstGeom>
          <a:solidFill>
            <a:srgbClr val="95A5A5">
              <a:alpha val="10000"/>
            </a:srgbClr>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white"/>
              </a:solidFill>
            </a:endParaRPr>
          </a:p>
        </p:txBody>
      </p:sp>
      <p:sp>
        <p:nvSpPr>
          <p:cNvPr id="6" name="Picture Placeholder 5"/>
          <p:cNvSpPr>
            <a:spLocks noGrp="1"/>
          </p:cNvSpPr>
          <p:nvPr>
            <p:ph type="pic" sz="quarter" idx="10"/>
          </p:nvPr>
        </p:nvSpPr>
        <p:spPr>
          <a:xfrm>
            <a:off x="3951414" y="2113707"/>
            <a:ext cx="4257145" cy="2691809"/>
          </a:xfrm>
        </p:spPr>
        <p:txBody>
          <a:bodyPr/>
          <a:lstStyle/>
          <a:p>
            <a:endParaRPr lang="en-US"/>
          </a:p>
        </p:txBody>
      </p:sp>
    </p:spTree>
    <p:extLst>
      <p:ext uri="{BB962C8B-B14F-4D97-AF65-F5344CB8AC3E}">
        <p14:creationId xmlns:p14="http://schemas.microsoft.com/office/powerpoint/2010/main" val="32884030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44.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
        <p:nvSpPr>
          <p:cNvPr id="8" name="Rectangle 7"/>
          <p:cNvSpPr/>
          <p:nvPr userDrawn="1"/>
        </p:nvSpPr>
        <p:spPr>
          <a:xfrm>
            <a:off x="7128310" y="0"/>
            <a:ext cx="2972199"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15" name="macbook-pro.png"/>
          <p:cNvPicPr/>
          <p:nvPr userDrawn="1"/>
        </p:nvPicPr>
        <p:blipFill>
          <a:blip r:embed="rId2">
            <a:extLst/>
          </a:blip>
          <a:stretch>
            <a:fillRect/>
          </a:stretch>
        </p:blipFill>
        <p:spPr>
          <a:xfrm>
            <a:off x="6172219" y="2341083"/>
            <a:ext cx="4877320" cy="2780420"/>
          </a:xfrm>
          <a:prstGeom prst="rect">
            <a:avLst/>
          </a:prstGeom>
          <a:ln w="12700">
            <a:miter lim="400000"/>
          </a:ln>
        </p:spPr>
      </p:pic>
      <p:sp>
        <p:nvSpPr>
          <p:cNvPr id="9" name="Content Placeholder 20"/>
          <p:cNvSpPr>
            <a:spLocks noGrp="1"/>
          </p:cNvSpPr>
          <p:nvPr>
            <p:ph sz="quarter" idx="16"/>
          </p:nvPr>
        </p:nvSpPr>
        <p:spPr>
          <a:xfrm>
            <a:off x="1217929" y="2802155"/>
            <a:ext cx="297257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1217930" y="3145952"/>
            <a:ext cx="4662855" cy="2035649"/>
          </a:xfrm>
        </p:spPr>
        <p:txBody>
          <a:bodyPr lIns="0" tIns="0" rIns="0" bIns="0">
            <a:normAutofit/>
          </a:bodyPr>
          <a:lstStyle>
            <a:lvl1pPr marL="0" indent="0" algn="l">
              <a:lnSpc>
                <a:spcPts val="16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57" name="Picture Placeholder 2"/>
          <p:cNvSpPr>
            <a:spLocks noGrp="1"/>
          </p:cNvSpPr>
          <p:nvPr>
            <p:ph type="pic" sz="quarter" idx="23"/>
          </p:nvPr>
        </p:nvSpPr>
        <p:spPr>
          <a:xfrm>
            <a:off x="6934043" y="2520069"/>
            <a:ext cx="3353673" cy="2150559"/>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26155060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down)">
                                      <p:cBhvr>
                                        <p:cTn id="7" dur="500"/>
                                        <p:tgtEl>
                                          <p:spTgt spid="15"/>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57"/>
                                        </p:tgtEl>
                                        <p:attrNameLst>
                                          <p:attrName>style.visibility</p:attrName>
                                        </p:attrNameLst>
                                      </p:cBhvr>
                                      <p:to>
                                        <p:strVal val="visible"/>
                                      </p:to>
                                    </p:set>
                                    <p:animEffect transition="in" filter="fade">
                                      <p:cBhvr>
                                        <p:cTn id="11" dur="500"/>
                                        <p:tgtEl>
                                          <p:spTgt spid="57"/>
                                        </p:tgtEl>
                                      </p:cBhvr>
                                    </p:animEffect>
                                  </p:childTnLst>
                                </p:cTn>
                              </p:par>
                            </p:childTnLst>
                          </p:cTn>
                        </p:par>
                        <p:par>
                          <p:cTn id="12" fill="hold">
                            <p:stCondLst>
                              <p:cond delay="1000"/>
                            </p:stCondLst>
                            <p:childTnLst>
                              <p:par>
                                <p:cTn id="13" presetID="9" presetClass="entr" presetSubtype="0" fill="hold" grpId="0" nodeType="afterEffect" nodePh="1">
                                  <p:stCondLst>
                                    <p:cond delay="0"/>
                                  </p:stCondLst>
                                  <p:endCondLst>
                                    <p:cond evt="begin" delay="0">
                                      <p:tn val="13"/>
                                    </p:cond>
                                  </p:endCondLst>
                                  <p:childTnLst>
                                    <p:set>
                                      <p:cBhvr>
                                        <p:cTn id="14" dur="1" fill="hold">
                                          <p:stCondLst>
                                            <p:cond delay="0"/>
                                          </p:stCondLst>
                                        </p:cTn>
                                        <p:tgtEl>
                                          <p:spTgt spid="9">
                                            <p:txEl>
                                              <p:pRg st="0" end="0"/>
                                            </p:txEl>
                                          </p:spTgt>
                                        </p:tgtEl>
                                        <p:attrNameLst>
                                          <p:attrName>style.visibility</p:attrName>
                                        </p:attrNameLst>
                                      </p:cBhvr>
                                      <p:to>
                                        <p:strVal val="visible"/>
                                      </p:to>
                                    </p:set>
                                    <p:animEffect transition="in" filter="dissolve">
                                      <p:cBhvr>
                                        <p:cTn id="15" dur="500"/>
                                        <p:tgtEl>
                                          <p:spTgt spid="9">
                                            <p:txEl>
                                              <p:pRg st="0" end="0"/>
                                            </p:txEl>
                                          </p:spTgt>
                                        </p:tgtEl>
                                      </p:cBhvr>
                                    </p:animEffect>
                                  </p:childTnLst>
                                </p:cTn>
                              </p:par>
                            </p:childTnLst>
                          </p:cTn>
                        </p:par>
                        <p:par>
                          <p:cTn id="16" fill="hold">
                            <p:stCondLst>
                              <p:cond delay="1500"/>
                            </p:stCondLst>
                            <p:childTnLst>
                              <p:par>
                                <p:cTn id="17" presetID="9" presetClass="entr" presetSubtype="0" fill="hold" grpId="0" nodeType="afterEffect" nodePh="1">
                                  <p:stCondLst>
                                    <p:cond delay="0"/>
                                  </p:stCondLst>
                                  <p:endCondLst>
                                    <p:cond evt="begin" delay="0">
                                      <p:tn val="17"/>
                                    </p:cond>
                                  </p:endCondLst>
                                  <p:childTnLst>
                                    <p:set>
                                      <p:cBhvr>
                                        <p:cTn id="18" dur="1" fill="hold">
                                          <p:stCondLst>
                                            <p:cond delay="0"/>
                                          </p:stCondLst>
                                        </p:cTn>
                                        <p:tgtEl>
                                          <p:spTgt spid="10">
                                            <p:txEl>
                                              <p:pRg st="0" end="0"/>
                                            </p:txEl>
                                          </p:spTgt>
                                        </p:tgtEl>
                                        <p:attrNameLst>
                                          <p:attrName>style.visibility</p:attrName>
                                        </p:attrNameLst>
                                      </p:cBhvr>
                                      <p:to>
                                        <p:strVal val="visible"/>
                                      </p:to>
                                    </p:set>
                                    <p:animEffect transition="in" filter="dissolve">
                                      <p:cBhvr>
                                        <p:cTn id="19"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Lst>
  </p:timing>
</p:sldLayout>
</file>

<file path=ppt/slideLayouts/slideLayout345.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pic>
        <p:nvPicPr>
          <p:cNvPr id="93" name="phone-white.png"/>
          <p:cNvPicPr/>
          <p:nvPr userDrawn="1"/>
        </p:nvPicPr>
        <p:blipFill>
          <a:blip r:embed="rId2" cstate="print">
            <a:extLst/>
          </a:blip>
          <a:stretch>
            <a:fillRect/>
          </a:stretch>
        </p:blipFill>
        <p:spPr>
          <a:xfrm>
            <a:off x="1899523" y="1917700"/>
            <a:ext cx="2032000" cy="4019551"/>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9" name="Content Placeholder 20"/>
          <p:cNvSpPr>
            <a:spLocks noGrp="1"/>
          </p:cNvSpPr>
          <p:nvPr>
            <p:ph sz="quarter" idx="16"/>
          </p:nvPr>
        </p:nvSpPr>
        <p:spPr>
          <a:xfrm>
            <a:off x="4526039" y="2292351"/>
            <a:ext cx="297257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4526039" y="2673352"/>
            <a:ext cx="52659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grpSp>
        <p:nvGrpSpPr>
          <p:cNvPr id="2" name="Group 684"/>
          <p:cNvGrpSpPr/>
          <p:nvPr userDrawn="1"/>
        </p:nvGrpSpPr>
        <p:grpSpPr>
          <a:xfrm>
            <a:off x="4529038" y="4335821"/>
            <a:ext cx="455806" cy="455814"/>
            <a:chOff x="0" y="0"/>
            <a:chExt cx="911610" cy="911627"/>
          </a:xfrm>
        </p:grpSpPr>
        <p:sp>
          <p:nvSpPr>
            <p:cNvPr id="46" name="Shape 682"/>
            <p:cNvSpPr/>
            <p:nvPr/>
          </p:nvSpPr>
          <p:spPr>
            <a:xfrm>
              <a:off x="0" y="0"/>
              <a:ext cx="911611" cy="911628"/>
            </a:xfrm>
            <a:custGeom>
              <a:avLst/>
              <a:gdLst/>
              <a:ahLst/>
              <a:cxnLst>
                <a:cxn ang="0">
                  <a:pos x="wd2" y="hd2"/>
                </a:cxn>
                <a:cxn ang="5400000">
                  <a:pos x="wd2" y="hd2"/>
                </a:cxn>
                <a:cxn ang="10800000">
                  <a:pos x="wd2" y="hd2"/>
                </a:cxn>
                <a:cxn ang="16200000">
                  <a:pos x="wd2" y="hd2"/>
                </a:cxn>
              </a:cxnLst>
              <a:rect l="0" t="0" r="r" b="b"/>
              <a:pathLst>
                <a:path w="19806" h="19807" extrusionOk="0">
                  <a:moveTo>
                    <a:pt x="7908" y="205"/>
                  </a:moveTo>
                  <a:cubicBezTo>
                    <a:pt x="13264" y="-897"/>
                    <a:pt x="18499" y="2552"/>
                    <a:pt x="19601" y="7908"/>
                  </a:cubicBezTo>
                  <a:cubicBezTo>
                    <a:pt x="20703" y="13265"/>
                    <a:pt x="17255" y="18500"/>
                    <a:pt x="11899" y="19602"/>
                  </a:cubicBezTo>
                  <a:cubicBezTo>
                    <a:pt x="6545" y="20703"/>
                    <a:pt x="1313" y="17258"/>
                    <a:pt x="207" y="11907"/>
                  </a:cubicBezTo>
                  <a:cubicBezTo>
                    <a:pt x="207" y="11904"/>
                    <a:pt x="206" y="11901"/>
                    <a:pt x="206" y="11899"/>
                  </a:cubicBezTo>
                  <a:cubicBezTo>
                    <a:pt x="-897" y="6543"/>
                    <a:pt x="2552" y="1307"/>
                    <a:pt x="7908" y="205"/>
                  </a:cubicBezTo>
                  <a:close/>
                </a:path>
              </a:pathLst>
            </a:custGeom>
            <a:solidFill>
              <a:schemeClr val="accent4"/>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47" name="Shape 683"/>
            <p:cNvSpPr/>
            <p:nvPr/>
          </p:nvSpPr>
          <p:spPr>
            <a:xfrm>
              <a:off x="291291" y="290673"/>
              <a:ext cx="278230" cy="313031"/>
            </a:xfrm>
            <a:custGeom>
              <a:avLst/>
              <a:gdLst/>
              <a:ahLst/>
              <a:cxnLst>
                <a:cxn ang="0">
                  <a:pos x="wd2" y="hd2"/>
                </a:cxn>
                <a:cxn ang="5400000">
                  <a:pos x="wd2" y="hd2"/>
                </a:cxn>
                <a:cxn ang="10800000">
                  <a:pos x="wd2" y="hd2"/>
                </a:cxn>
                <a:cxn ang="16200000">
                  <a:pos x="wd2" y="hd2"/>
                </a:cxn>
              </a:cxnLst>
              <a:rect l="0" t="0" r="r" b="b"/>
              <a:pathLst>
                <a:path w="21600" h="21600" extrusionOk="0">
                  <a:moveTo>
                    <a:pt x="4049" y="14400"/>
                  </a:moveTo>
                  <a:lnTo>
                    <a:pt x="1079" y="14400"/>
                  </a:lnTo>
                  <a:cubicBezTo>
                    <a:pt x="333" y="14400"/>
                    <a:pt x="0" y="14938"/>
                    <a:pt x="0" y="15599"/>
                  </a:cubicBezTo>
                  <a:lnTo>
                    <a:pt x="0" y="21600"/>
                  </a:lnTo>
                  <a:lnTo>
                    <a:pt x="5400" y="21600"/>
                  </a:lnTo>
                  <a:lnTo>
                    <a:pt x="5400" y="15599"/>
                  </a:lnTo>
                  <a:cubicBezTo>
                    <a:pt x="5400" y="14938"/>
                    <a:pt x="4796" y="14400"/>
                    <a:pt x="4049" y="14400"/>
                  </a:cubicBezTo>
                  <a:close/>
                  <a:moveTo>
                    <a:pt x="12150" y="7200"/>
                  </a:moveTo>
                  <a:lnTo>
                    <a:pt x="9180" y="7200"/>
                  </a:lnTo>
                  <a:cubicBezTo>
                    <a:pt x="8434" y="7200"/>
                    <a:pt x="8099" y="7738"/>
                    <a:pt x="8099" y="8401"/>
                  </a:cubicBezTo>
                  <a:lnTo>
                    <a:pt x="8099" y="21600"/>
                  </a:lnTo>
                  <a:lnTo>
                    <a:pt x="13499" y="21600"/>
                  </a:lnTo>
                  <a:lnTo>
                    <a:pt x="13499" y="8401"/>
                  </a:lnTo>
                  <a:cubicBezTo>
                    <a:pt x="13499" y="7738"/>
                    <a:pt x="12895" y="7200"/>
                    <a:pt x="12150" y="7200"/>
                  </a:cubicBezTo>
                  <a:close/>
                  <a:moveTo>
                    <a:pt x="20251" y="0"/>
                  </a:moveTo>
                  <a:lnTo>
                    <a:pt x="17281" y="0"/>
                  </a:lnTo>
                  <a:cubicBezTo>
                    <a:pt x="16534" y="0"/>
                    <a:pt x="16200" y="538"/>
                    <a:pt x="16200" y="1201"/>
                  </a:cubicBezTo>
                  <a:lnTo>
                    <a:pt x="16200" y="21600"/>
                  </a:lnTo>
                  <a:lnTo>
                    <a:pt x="21600" y="21600"/>
                  </a:lnTo>
                  <a:lnTo>
                    <a:pt x="21600" y="1201"/>
                  </a:lnTo>
                  <a:cubicBezTo>
                    <a:pt x="21600" y="538"/>
                    <a:pt x="20995" y="0"/>
                    <a:pt x="20251" y="0"/>
                  </a:cubicBezTo>
                  <a:close/>
                </a:path>
              </a:pathLst>
            </a:custGeom>
            <a:solidFill>
              <a:srgbClr val="FFFFFF"/>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grpSp>
      <p:sp>
        <p:nvSpPr>
          <p:cNvPr id="49" name="Shape 685"/>
          <p:cNvSpPr/>
          <p:nvPr/>
        </p:nvSpPr>
        <p:spPr>
          <a:xfrm>
            <a:off x="7571957" y="4335821"/>
            <a:ext cx="455820" cy="455815"/>
          </a:xfrm>
          <a:custGeom>
            <a:avLst/>
            <a:gdLst/>
            <a:ahLst/>
            <a:cxnLst>
              <a:cxn ang="0">
                <a:pos x="wd2" y="hd2"/>
              </a:cxn>
              <a:cxn ang="5400000">
                <a:pos x="wd2" y="hd2"/>
              </a:cxn>
              <a:cxn ang="10800000">
                <a:pos x="wd2" y="hd2"/>
              </a:cxn>
              <a:cxn ang="16200000">
                <a:pos x="wd2" y="hd2"/>
              </a:cxn>
            </a:cxnLst>
            <a:rect l="0" t="0" r="r" b="b"/>
            <a:pathLst>
              <a:path w="19807" h="19806" extrusionOk="0">
                <a:moveTo>
                  <a:pt x="7908" y="205"/>
                </a:moveTo>
                <a:cubicBezTo>
                  <a:pt x="13264" y="-897"/>
                  <a:pt x="18500" y="2551"/>
                  <a:pt x="19602" y="7907"/>
                </a:cubicBezTo>
                <a:cubicBezTo>
                  <a:pt x="20703" y="13264"/>
                  <a:pt x="17254" y="18499"/>
                  <a:pt x="11899" y="19601"/>
                </a:cubicBezTo>
                <a:cubicBezTo>
                  <a:pt x="6545" y="20703"/>
                  <a:pt x="1312" y="17258"/>
                  <a:pt x="207" y="11907"/>
                </a:cubicBezTo>
                <a:cubicBezTo>
                  <a:pt x="206" y="11904"/>
                  <a:pt x="206" y="11901"/>
                  <a:pt x="205" y="11898"/>
                </a:cubicBezTo>
                <a:cubicBezTo>
                  <a:pt x="-897" y="6542"/>
                  <a:pt x="2552" y="1307"/>
                  <a:pt x="7908" y="205"/>
                </a:cubicBezTo>
                <a:close/>
              </a:path>
            </a:pathLst>
          </a:custGeom>
          <a:solidFill>
            <a:schemeClr val="accent1"/>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50" name="Shape 686"/>
          <p:cNvSpPr/>
          <p:nvPr/>
        </p:nvSpPr>
        <p:spPr>
          <a:xfrm>
            <a:off x="7701889" y="4488635"/>
            <a:ext cx="195957" cy="156760"/>
          </a:xfrm>
          <a:custGeom>
            <a:avLst/>
            <a:gdLst/>
            <a:ahLst/>
            <a:cxnLst>
              <a:cxn ang="0">
                <a:pos x="wd2" y="hd2"/>
              </a:cxn>
              <a:cxn ang="5400000">
                <a:pos x="wd2" y="hd2"/>
              </a:cxn>
              <a:cxn ang="10800000">
                <a:pos x="wd2" y="hd2"/>
              </a:cxn>
              <a:cxn ang="16200000">
                <a:pos x="wd2" y="hd2"/>
              </a:cxn>
            </a:cxnLst>
            <a:rect l="0" t="0" r="r" b="b"/>
            <a:pathLst>
              <a:path w="21600" h="21600" extrusionOk="0">
                <a:moveTo>
                  <a:pt x="18143" y="10800"/>
                </a:moveTo>
                <a:cubicBezTo>
                  <a:pt x="17065" y="10800"/>
                  <a:pt x="16800" y="11898"/>
                  <a:pt x="16709" y="12419"/>
                </a:cubicBezTo>
                <a:cubicBezTo>
                  <a:pt x="16115" y="15817"/>
                  <a:pt x="13696" y="18359"/>
                  <a:pt x="10800" y="18359"/>
                </a:cubicBezTo>
                <a:cubicBezTo>
                  <a:pt x="9130" y="18359"/>
                  <a:pt x="7618" y="17514"/>
                  <a:pt x="6524" y="16146"/>
                </a:cubicBezTo>
                <a:cubicBezTo>
                  <a:pt x="6018" y="15513"/>
                  <a:pt x="5198" y="15513"/>
                  <a:pt x="4691" y="16146"/>
                </a:cubicBezTo>
                <a:cubicBezTo>
                  <a:pt x="4185" y="16779"/>
                  <a:pt x="4185" y="17804"/>
                  <a:pt x="4691" y="18437"/>
                </a:cubicBezTo>
                <a:cubicBezTo>
                  <a:pt x="6255" y="20391"/>
                  <a:pt x="8415" y="21600"/>
                  <a:pt x="10800" y="21600"/>
                </a:cubicBezTo>
                <a:cubicBezTo>
                  <a:pt x="14669" y="21600"/>
                  <a:pt x="17943" y="18421"/>
                  <a:pt x="19043" y="14039"/>
                </a:cubicBezTo>
                <a:lnTo>
                  <a:pt x="21600" y="14039"/>
                </a:lnTo>
                <a:lnTo>
                  <a:pt x="21600" y="10800"/>
                </a:lnTo>
                <a:cubicBezTo>
                  <a:pt x="21600" y="10800"/>
                  <a:pt x="18143" y="10800"/>
                  <a:pt x="18143" y="10800"/>
                </a:cubicBezTo>
                <a:close/>
                <a:moveTo>
                  <a:pt x="4891" y="9180"/>
                </a:moveTo>
                <a:cubicBezTo>
                  <a:pt x="5484" y="5783"/>
                  <a:pt x="7904" y="3240"/>
                  <a:pt x="10800" y="3240"/>
                </a:cubicBezTo>
                <a:cubicBezTo>
                  <a:pt x="12470" y="3240"/>
                  <a:pt x="13982" y="4086"/>
                  <a:pt x="15076" y="5454"/>
                </a:cubicBezTo>
                <a:cubicBezTo>
                  <a:pt x="15582" y="6086"/>
                  <a:pt x="16404" y="6086"/>
                  <a:pt x="16909" y="5454"/>
                </a:cubicBezTo>
                <a:cubicBezTo>
                  <a:pt x="17415" y="4821"/>
                  <a:pt x="17415" y="3796"/>
                  <a:pt x="16909" y="3163"/>
                </a:cubicBezTo>
                <a:cubicBezTo>
                  <a:pt x="15346" y="1209"/>
                  <a:pt x="13186" y="0"/>
                  <a:pt x="10800" y="0"/>
                </a:cubicBezTo>
                <a:cubicBezTo>
                  <a:pt x="6931" y="0"/>
                  <a:pt x="3658" y="3178"/>
                  <a:pt x="2557" y="7560"/>
                </a:cubicBezTo>
                <a:lnTo>
                  <a:pt x="0" y="7560"/>
                </a:lnTo>
                <a:lnTo>
                  <a:pt x="0" y="10800"/>
                </a:lnTo>
                <a:lnTo>
                  <a:pt x="3457" y="10800"/>
                </a:lnTo>
                <a:cubicBezTo>
                  <a:pt x="4535" y="10800"/>
                  <a:pt x="4800" y="9702"/>
                  <a:pt x="4891" y="9180"/>
                </a:cubicBezTo>
                <a:close/>
                <a:moveTo>
                  <a:pt x="7343" y="10800"/>
                </a:moveTo>
                <a:cubicBezTo>
                  <a:pt x="7343" y="13185"/>
                  <a:pt x="8891" y="15120"/>
                  <a:pt x="10800" y="15120"/>
                </a:cubicBezTo>
                <a:cubicBezTo>
                  <a:pt x="12709" y="15120"/>
                  <a:pt x="14255" y="13185"/>
                  <a:pt x="14255" y="10800"/>
                </a:cubicBezTo>
                <a:cubicBezTo>
                  <a:pt x="14255" y="8415"/>
                  <a:pt x="12709" y="6480"/>
                  <a:pt x="10800" y="6480"/>
                </a:cubicBezTo>
                <a:cubicBezTo>
                  <a:pt x="8891" y="6480"/>
                  <a:pt x="7343" y="8415"/>
                  <a:pt x="7343" y="10800"/>
                </a:cubicBezTo>
                <a:close/>
              </a:path>
            </a:pathLst>
          </a:custGeom>
          <a:solidFill>
            <a:srgbClr val="FFFFFF"/>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52" name="Shape 688"/>
          <p:cNvSpPr/>
          <p:nvPr userDrawn="1"/>
        </p:nvSpPr>
        <p:spPr>
          <a:xfrm>
            <a:off x="4529035" y="5179878"/>
            <a:ext cx="455811" cy="455815"/>
          </a:xfrm>
          <a:custGeom>
            <a:avLst/>
            <a:gdLst/>
            <a:ahLst/>
            <a:cxnLst>
              <a:cxn ang="0">
                <a:pos x="wd2" y="hd2"/>
              </a:cxn>
              <a:cxn ang="5400000">
                <a:pos x="wd2" y="hd2"/>
              </a:cxn>
              <a:cxn ang="10800000">
                <a:pos x="wd2" y="hd2"/>
              </a:cxn>
              <a:cxn ang="16200000">
                <a:pos x="wd2" y="hd2"/>
              </a:cxn>
            </a:cxnLst>
            <a:rect l="0" t="0" r="r" b="b"/>
            <a:pathLst>
              <a:path w="19807" h="19807" extrusionOk="0">
                <a:moveTo>
                  <a:pt x="7907" y="205"/>
                </a:moveTo>
                <a:cubicBezTo>
                  <a:pt x="13264" y="-897"/>
                  <a:pt x="18498" y="2551"/>
                  <a:pt x="19601" y="7908"/>
                </a:cubicBezTo>
                <a:cubicBezTo>
                  <a:pt x="20703" y="13264"/>
                  <a:pt x="17254" y="18500"/>
                  <a:pt x="11898" y="19602"/>
                </a:cubicBezTo>
                <a:cubicBezTo>
                  <a:pt x="6545" y="20703"/>
                  <a:pt x="1312" y="17258"/>
                  <a:pt x="206" y="11907"/>
                </a:cubicBezTo>
                <a:cubicBezTo>
                  <a:pt x="206" y="11904"/>
                  <a:pt x="205" y="11901"/>
                  <a:pt x="204" y="11899"/>
                </a:cubicBezTo>
                <a:cubicBezTo>
                  <a:pt x="-897" y="6542"/>
                  <a:pt x="2551" y="1307"/>
                  <a:pt x="7907" y="205"/>
                </a:cubicBezTo>
                <a:close/>
              </a:path>
            </a:pathLst>
          </a:custGeom>
          <a:solidFill>
            <a:schemeClr val="accent1"/>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53" name="Shape 689"/>
          <p:cNvSpPr/>
          <p:nvPr userDrawn="1"/>
        </p:nvSpPr>
        <p:spPr>
          <a:xfrm>
            <a:off x="4694891" y="5305811"/>
            <a:ext cx="124099" cy="198551"/>
          </a:xfrm>
          <a:custGeom>
            <a:avLst/>
            <a:gdLst/>
            <a:ahLst/>
            <a:cxnLst>
              <a:cxn ang="0">
                <a:pos x="wd2" y="hd2"/>
              </a:cxn>
              <a:cxn ang="5400000">
                <a:pos x="wd2" y="hd2"/>
              </a:cxn>
              <a:cxn ang="10800000">
                <a:pos x="wd2" y="hd2"/>
              </a:cxn>
              <a:cxn ang="16200000">
                <a:pos x="wd2" y="hd2"/>
              </a:cxn>
            </a:cxnLst>
            <a:rect l="0" t="0" r="r" b="b"/>
            <a:pathLst>
              <a:path w="21600" h="21600" extrusionOk="0">
                <a:moveTo>
                  <a:pt x="10801" y="10476"/>
                </a:moveTo>
                <a:cubicBezTo>
                  <a:pt x="7579" y="10476"/>
                  <a:pt x="4968" y="8844"/>
                  <a:pt x="4968" y="6831"/>
                </a:cubicBezTo>
                <a:cubicBezTo>
                  <a:pt x="4968" y="4818"/>
                  <a:pt x="7579" y="3186"/>
                  <a:pt x="10801" y="3186"/>
                </a:cubicBezTo>
                <a:cubicBezTo>
                  <a:pt x="14021" y="3186"/>
                  <a:pt x="16632" y="4818"/>
                  <a:pt x="16632" y="6831"/>
                </a:cubicBezTo>
                <a:cubicBezTo>
                  <a:pt x="16632" y="8844"/>
                  <a:pt x="14021" y="10476"/>
                  <a:pt x="10801" y="10476"/>
                </a:cubicBezTo>
                <a:close/>
                <a:moveTo>
                  <a:pt x="10801" y="0"/>
                </a:moveTo>
                <a:cubicBezTo>
                  <a:pt x="4835" y="0"/>
                  <a:pt x="0" y="3022"/>
                  <a:pt x="0" y="6749"/>
                </a:cubicBezTo>
                <a:cubicBezTo>
                  <a:pt x="0" y="13195"/>
                  <a:pt x="10801" y="21600"/>
                  <a:pt x="10801" y="21600"/>
                </a:cubicBezTo>
                <a:cubicBezTo>
                  <a:pt x="10801" y="21600"/>
                  <a:pt x="21600" y="13195"/>
                  <a:pt x="21600" y="6749"/>
                </a:cubicBezTo>
                <a:cubicBezTo>
                  <a:pt x="21600" y="3022"/>
                  <a:pt x="16765" y="0"/>
                  <a:pt x="10801" y="0"/>
                </a:cubicBezTo>
                <a:close/>
              </a:path>
            </a:pathLst>
          </a:custGeom>
          <a:solidFill>
            <a:srgbClr val="FFFFFF"/>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grpSp>
        <p:nvGrpSpPr>
          <p:cNvPr id="5" name="Group 693"/>
          <p:cNvGrpSpPr/>
          <p:nvPr userDrawn="1"/>
        </p:nvGrpSpPr>
        <p:grpSpPr>
          <a:xfrm>
            <a:off x="7571967" y="5179878"/>
            <a:ext cx="455799" cy="455814"/>
            <a:chOff x="0" y="0"/>
            <a:chExt cx="911596" cy="911627"/>
          </a:xfrm>
        </p:grpSpPr>
        <p:sp>
          <p:nvSpPr>
            <p:cNvPr id="55" name="Shape 691"/>
            <p:cNvSpPr/>
            <p:nvPr/>
          </p:nvSpPr>
          <p:spPr>
            <a:xfrm>
              <a:off x="-1" y="0"/>
              <a:ext cx="911598" cy="911628"/>
            </a:xfrm>
            <a:custGeom>
              <a:avLst/>
              <a:gdLst/>
              <a:ahLst/>
              <a:cxnLst>
                <a:cxn ang="0">
                  <a:pos x="wd2" y="hd2"/>
                </a:cxn>
                <a:cxn ang="5400000">
                  <a:pos x="wd2" y="hd2"/>
                </a:cxn>
                <a:cxn ang="10800000">
                  <a:pos x="wd2" y="hd2"/>
                </a:cxn>
                <a:cxn ang="16200000">
                  <a:pos x="wd2" y="hd2"/>
                </a:cxn>
              </a:cxnLst>
              <a:rect l="0" t="0" r="r" b="b"/>
              <a:pathLst>
                <a:path w="19806" h="19806" extrusionOk="0">
                  <a:moveTo>
                    <a:pt x="11898" y="19600"/>
                  </a:moveTo>
                  <a:cubicBezTo>
                    <a:pt x="6542" y="20703"/>
                    <a:pt x="1307" y="17254"/>
                    <a:pt x="205" y="11898"/>
                  </a:cubicBezTo>
                  <a:cubicBezTo>
                    <a:pt x="-897" y="6542"/>
                    <a:pt x="2551" y="1307"/>
                    <a:pt x="7908" y="205"/>
                  </a:cubicBezTo>
                  <a:cubicBezTo>
                    <a:pt x="13261" y="-897"/>
                    <a:pt x="18494" y="2548"/>
                    <a:pt x="19599" y="7899"/>
                  </a:cubicBezTo>
                  <a:cubicBezTo>
                    <a:pt x="19600" y="7902"/>
                    <a:pt x="19600" y="7905"/>
                    <a:pt x="19600" y="7907"/>
                  </a:cubicBezTo>
                  <a:cubicBezTo>
                    <a:pt x="20703" y="13263"/>
                    <a:pt x="17254" y="18499"/>
                    <a:pt x="11898" y="19600"/>
                  </a:cubicBezTo>
                  <a:close/>
                </a:path>
              </a:pathLst>
            </a:custGeom>
            <a:solidFill>
              <a:schemeClr val="accent3"/>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56" name="Shape 692"/>
            <p:cNvSpPr/>
            <p:nvPr/>
          </p:nvSpPr>
          <p:spPr>
            <a:xfrm>
              <a:off x="295953" y="290581"/>
              <a:ext cx="319690" cy="319667"/>
            </a:xfrm>
            <a:custGeom>
              <a:avLst/>
              <a:gdLst/>
              <a:ahLst/>
              <a:cxnLst>
                <a:cxn ang="0">
                  <a:pos x="wd2" y="hd2"/>
                </a:cxn>
                <a:cxn ang="5400000">
                  <a:pos x="wd2" y="hd2"/>
                </a:cxn>
                <a:cxn ang="10800000">
                  <a:pos x="wd2" y="hd2"/>
                </a:cxn>
                <a:cxn ang="16200000">
                  <a:pos x="wd2" y="hd2"/>
                </a:cxn>
              </a:cxnLst>
              <a:rect l="0" t="0" r="r" b="b"/>
              <a:pathLst>
                <a:path w="21600" h="21600" extrusionOk="0">
                  <a:moveTo>
                    <a:pt x="10800" y="15497"/>
                  </a:moveTo>
                  <a:cubicBezTo>
                    <a:pt x="8207" y="15497"/>
                    <a:pt x="6104" y="13394"/>
                    <a:pt x="6104" y="10801"/>
                  </a:cubicBezTo>
                  <a:cubicBezTo>
                    <a:pt x="6104" y="8206"/>
                    <a:pt x="8207" y="6103"/>
                    <a:pt x="10800" y="6103"/>
                  </a:cubicBezTo>
                  <a:cubicBezTo>
                    <a:pt x="13395" y="6103"/>
                    <a:pt x="15497" y="8206"/>
                    <a:pt x="15497" y="10801"/>
                  </a:cubicBezTo>
                  <a:cubicBezTo>
                    <a:pt x="15497" y="13394"/>
                    <a:pt x="13395" y="15497"/>
                    <a:pt x="10800" y="15497"/>
                  </a:cubicBezTo>
                  <a:close/>
                  <a:moveTo>
                    <a:pt x="19522" y="10801"/>
                  </a:moveTo>
                  <a:cubicBezTo>
                    <a:pt x="19522" y="9454"/>
                    <a:pt x="20352" y="8390"/>
                    <a:pt x="21600" y="7659"/>
                  </a:cubicBezTo>
                  <a:cubicBezTo>
                    <a:pt x="21376" y="6908"/>
                    <a:pt x="21077" y="6187"/>
                    <a:pt x="20711" y="5509"/>
                  </a:cubicBezTo>
                  <a:cubicBezTo>
                    <a:pt x="19310" y="5876"/>
                    <a:pt x="18177" y="5328"/>
                    <a:pt x="17225" y="4375"/>
                  </a:cubicBezTo>
                  <a:cubicBezTo>
                    <a:pt x="16273" y="3423"/>
                    <a:pt x="15982" y="2288"/>
                    <a:pt x="16347" y="889"/>
                  </a:cubicBezTo>
                  <a:cubicBezTo>
                    <a:pt x="15671" y="522"/>
                    <a:pt x="14951" y="225"/>
                    <a:pt x="14198" y="0"/>
                  </a:cubicBezTo>
                  <a:cubicBezTo>
                    <a:pt x="13467" y="1248"/>
                    <a:pt x="12147" y="2078"/>
                    <a:pt x="10800" y="2078"/>
                  </a:cubicBezTo>
                  <a:cubicBezTo>
                    <a:pt x="9453" y="2078"/>
                    <a:pt x="8134" y="1248"/>
                    <a:pt x="7403" y="0"/>
                  </a:cubicBezTo>
                  <a:cubicBezTo>
                    <a:pt x="6651" y="225"/>
                    <a:pt x="5931" y="522"/>
                    <a:pt x="5253" y="889"/>
                  </a:cubicBezTo>
                  <a:cubicBezTo>
                    <a:pt x="5620" y="2288"/>
                    <a:pt x="5329" y="3422"/>
                    <a:pt x="4375" y="4375"/>
                  </a:cubicBezTo>
                  <a:cubicBezTo>
                    <a:pt x="3423" y="5328"/>
                    <a:pt x="2290" y="5876"/>
                    <a:pt x="890" y="5510"/>
                  </a:cubicBezTo>
                  <a:cubicBezTo>
                    <a:pt x="523" y="6187"/>
                    <a:pt x="224" y="6908"/>
                    <a:pt x="0" y="7659"/>
                  </a:cubicBezTo>
                  <a:cubicBezTo>
                    <a:pt x="1249" y="8390"/>
                    <a:pt x="2078" y="9454"/>
                    <a:pt x="2078" y="10801"/>
                  </a:cubicBezTo>
                  <a:cubicBezTo>
                    <a:pt x="2078" y="12146"/>
                    <a:pt x="1249" y="13467"/>
                    <a:pt x="0" y="14198"/>
                  </a:cubicBezTo>
                  <a:cubicBezTo>
                    <a:pt x="224" y="14950"/>
                    <a:pt x="523" y="15670"/>
                    <a:pt x="890" y="16348"/>
                  </a:cubicBezTo>
                  <a:cubicBezTo>
                    <a:pt x="2290" y="15981"/>
                    <a:pt x="3423" y="16272"/>
                    <a:pt x="4375" y="17226"/>
                  </a:cubicBezTo>
                  <a:cubicBezTo>
                    <a:pt x="5327" y="18178"/>
                    <a:pt x="5620" y="19312"/>
                    <a:pt x="5253" y="20711"/>
                  </a:cubicBezTo>
                  <a:cubicBezTo>
                    <a:pt x="5931" y="21078"/>
                    <a:pt x="6651" y="21377"/>
                    <a:pt x="7403" y="21600"/>
                  </a:cubicBezTo>
                  <a:cubicBezTo>
                    <a:pt x="8134" y="20352"/>
                    <a:pt x="9453" y="19524"/>
                    <a:pt x="10800" y="19524"/>
                  </a:cubicBezTo>
                  <a:cubicBezTo>
                    <a:pt x="12147" y="19524"/>
                    <a:pt x="13467" y="20352"/>
                    <a:pt x="14198" y="21600"/>
                  </a:cubicBezTo>
                  <a:cubicBezTo>
                    <a:pt x="14951" y="21376"/>
                    <a:pt x="15671" y="21078"/>
                    <a:pt x="16349" y="20711"/>
                  </a:cubicBezTo>
                  <a:cubicBezTo>
                    <a:pt x="15982" y="19312"/>
                    <a:pt x="16273" y="18178"/>
                    <a:pt x="17225" y="17226"/>
                  </a:cubicBezTo>
                  <a:cubicBezTo>
                    <a:pt x="18177" y="16272"/>
                    <a:pt x="19310" y="15724"/>
                    <a:pt x="20711" y="16091"/>
                  </a:cubicBezTo>
                  <a:cubicBezTo>
                    <a:pt x="21077" y="15413"/>
                    <a:pt x="21376" y="14693"/>
                    <a:pt x="21600" y="13941"/>
                  </a:cubicBezTo>
                  <a:cubicBezTo>
                    <a:pt x="20352" y="13210"/>
                    <a:pt x="19522" y="12146"/>
                    <a:pt x="19522" y="10801"/>
                  </a:cubicBezTo>
                  <a:close/>
                </a:path>
              </a:pathLst>
            </a:custGeom>
            <a:solidFill>
              <a:srgbClr val="FFFFFF"/>
            </a:solidFill>
            <a:ln w="12700" cap="flat">
              <a:noFill/>
              <a:miter lim="400000"/>
            </a:ln>
            <a:effectLst/>
          </p:spPr>
          <p:txBody>
            <a:bodyPr wrap="square" lIns="38100" tIns="38100" rIns="38100" bIns="381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grpSp>
      <p:sp>
        <p:nvSpPr>
          <p:cNvPr id="57" name="Picture Placeholder 2"/>
          <p:cNvSpPr>
            <a:spLocks noGrp="1"/>
          </p:cNvSpPr>
          <p:nvPr userDrawn="1">
            <p:ph type="pic" sz="quarter" idx="23"/>
          </p:nvPr>
        </p:nvSpPr>
        <p:spPr>
          <a:xfrm>
            <a:off x="2140154" y="2513019"/>
            <a:ext cx="1550736" cy="2828912"/>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59" name="Content Placeholder 20"/>
          <p:cNvSpPr>
            <a:spLocks noGrp="1"/>
          </p:cNvSpPr>
          <p:nvPr userDrawn="1">
            <p:ph sz="quarter" idx="25"/>
          </p:nvPr>
        </p:nvSpPr>
        <p:spPr>
          <a:xfrm>
            <a:off x="5257581" y="4360575"/>
            <a:ext cx="1676837"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60" name="Text Placeholder 17"/>
          <p:cNvSpPr>
            <a:spLocks noGrp="1"/>
          </p:cNvSpPr>
          <p:nvPr userDrawn="1">
            <p:ph type="body" sz="quarter" idx="26"/>
          </p:nvPr>
        </p:nvSpPr>
        <p:spPr>
          <a:xfrm>
            <a:off x="5257581" y="4589175"/>
            <a:ext cx="1981716" cy="359306"/>
          </a:xfrm>
        </p:spPr>
        <p:txBody>
          <a:bodyPr lIns="0" tIns="0" rIns="0" bIns="0">
            <a:normAutofit/>
          </a:bodyPr>
          <a:lstStyle>
            <a:lvl1pPr marL="0" indent="0" algn="l">
              <a:lnSpc>
                <a:spcPct val="1500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61" name="Content Placeholder 20"/>
          <p:cNvSpPr>
            <a:spLocks noGrp="1"/>
          </p:cNvSpPr>
          <p:nvPr userDrawn="1">
            <p:ph sz="quarter" idx="27"/>
          </p:nvPr>
        </p:nvSpPr>
        <p:spPr>
          <a:xfrm>
            <a:off x="5257581" y="5204632"/>
            <a:ext cx="1676837"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62" name="Text Placeholder 17"/>
          <p:cNvSpPr>
            <a:spLocks noGrp="1"/>
          </p:cNvSpPr>
          <p:nvPr userDrawn="1">
            <p:ph type="body" sz="quarter" idx="28"/>
          </p:nvPr>
        </p:nvSpPr>
        <p:spPr>
          <a:xfrm>
            <a:off x="5257581" y="5433232"/>
            <a:ext cx="1981716" cy="359306"/>
          </a:xfrm>
        </p:spPr>
        <p:txBody>
          <a:bodyPr lIns="0" tIns="0" rIns="0" bIns="0">
            <a:normAutofit/>
          </a:bodyPr>
          <a:lstStyle>
            <a:lvl1pPr marL="0" indent="0" algn="l">
              <a:lnSpc>
                <a:spcPct val="1500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63" name="Content Placeholder 20"/>
          <p:cNvSpPr>
            <a:spLocks noGrp="1"/>
          </p:cNvSpPr>
          <p:nvPr userDrawn="1">
            <p:ph sz="quarter" idx="29"/>
          </p:nvPr>
        </p:nvSpPr>
        <p:spPr>
          <a:xfrm>
            <a:off x="8230155" y="4365588"/>
            <a:ext cx="1676837"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64" name="Text Placeholder 17"/>
          <p:cNvSpPr>
            <a:spLocks noGrp="1"/>
          </p:cNvSpPr>
          <p:nvPr userDrawn="1">
            <p:ph type="body" sz="quarter" idx="30"/>
          </p:nvPr>
        </p:nvSpPr>
        <p:spPr>
          <a:xfrm>
            <a:off x="8230155" y="4594188"/>
            <a:ext cx="1981716" cy="359306"/>
          </a:xfrm>
        </p:spPr>
        <p:txBody>
          <a:bodyPr lIns="0" tIns="0" rIns="0" bIns="0">
            <a:normAutofit/>
          </a:bodyPr>
          <a:lstStyle>
            <a:lvl1pPr marL="0" indent="0" algn="l">
              <a:lnSpc>
                <a:spcPct val="1500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65" name="Content Placeholder 20"/>
          <p:cNvSpPr>
            <a:spLocks noGrp="1"/>
          </p:cNvSpPr>
          <p:nvPr userDrawn="1">
            <p:ph sz="quarter" idx="31"/>
          </p:nvPr>
        </p:nvSpPr>
        <p:spPr>
          <a:xfrm>
            <a:off x="8230155" y="5209645"/>
            <a:ext cx="1676837"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66" name="Text Placeholder 17"/>
          <p:cNvSpPr>
            <a:spLocks noGrp="1"/>
          </p:cNvSpPr>
          <p:nvPr userDrawn="1">
            <p:ph type="body" sz="quarter" idx="32"/>
          </p:nvPr>
        </p:nvSpPr>
        <p:spPr>
          <a:xfrm>
            <a:off x="8230155" y="5438245"/>
            <a:ext cx="1981716" cy="359306"/>
          </a:xfrm>
        </p:spPr>
        <p:txBody>
          <a:bodyPr lIns="0" tIns="0" rIns="0" bIns="0">
            <a:normAutofit/>
          </a:bodyPr>
          <a:lstStyle>
            <a:lvl1pPr marL="0" indent="0" algn="l">
              <a:lnSpc>
                <a:spcPct val="1500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Tree>
    <p:extLst>
      <p:ext uri="{BB962C8B-B14F-4D97-AF65-F5344CB8AC3E}">
        <p14:creationId xmlns:p14="http://schemas.microsoft.com/office/powerpoint/2010/main" val="3094178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93"/>
                                        </p:tgtEl>
                                        <p:attrNameLst>
                                          <p:attrName>style.visibility</p:attrName>
                                        </p:attrNameLst>
                                      </p:cBhvr>
                                      <p:to>
                                        <p:strVal val="visible"/>
                                      </p:to>
                                    </p:set>
                                    <p:animEffect transition="in" filter="wipe(up)">
                                      <p:cBhvr>
                                        <p:cTn id="15" dur="500"/>
                                        <p:tgtEl>
                                          <p:spTgt spid="93"/>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par>
                          <p:cTn id="20" fill="hold">
                            <p:stCondLst>
                              <p:cond delay="2000"/>
                            </p:stCondLst>
                            <p:childTnLst>
                              <p:par>
                                <p:cTn id="21" presetID="9" presetClass="entr" presetSubtype="0" fill="hold" grpId="0" nodeType="afterEffect" nodePh="1">
                                  <p:stCondLst>
                                    <p:cond delay="0"/>
                                  </p:stCondLst>
                                  <p:endCondLst>
                                    <p:cond evt="begin" delay="0">
                                      <p:tn val="21"/>
                                    </p:cond>
                                  </p:endCondLst>
                                  <p:childTnLst>
                                    <p:set>
                                      <p:cBhvr>
                                        <p:cTn id="22" dur="1" fill="hold">
                                          <p:stCondLst>
                                            <p:cond delay="0"/>
                                          </p:stCondLst>
                                        </p:cTn>
                                        <p:tgtEl>
                                          <p:spTgt spid="9">
                                            <p:txEl>
                                              <p:pRg st="0" end="0"/>
                                            </p:txEl>
                                          </p:spTgt>
                                        </p:tgtEl>
                                        <p:attrNameLst>
                                          <p:attrName>style.visibility</p:attrName>
                                        </p:attrNameLst>
                                      </p:cBhvr>
                                      <p:to>
                                        <p:strVal val="visible"/>
                                      </p:to>
                                    </p:set>
                                    <p:animEffect transition="in" filter="dissolve">
                                      <p:cBhvr>
                                        <p:cTn id="23" dur="500"/>
                                        <p:tgtEl>
                                          <p:spTgt spid="9">
                                            <p:txEl>
                                              <p:pRg st="0" end="0"/>
                                            </p:txEl>
                                          </p:spTgt>
                                        </p:tgtEl>
                                      </p:cBhvr>
                                    </p:animEffect>
                                  </p:childTnLst>
                                </p:cTn>
                              </p:par>
                            </p:childTnLst>
                          </p:cTn>
                        </p:par>
                        <p:par>
                          <p:cTn id="24" fill="hold">
                            <p:stCondLst>
                              <p:cond delay="2500"/>
                            </p:stCondLst>
                            <p:childTnLst>
                              <p:par>
                                <p:cTn id="25" presetID="9" presetClass="entr" presetSubtype="0" fill="hold" grpId="0" nodeType="afterEffect" nodePh="1">
                                  <p:stCondLst>
                                    <p:cond delay="0"/>
                                  </p:stCondLst>
                                  <p:endCondLst>
                                    <p:cond evt="begin" delay="0">
                                      <p:tn val="25"/>
                                    </p:cond>
                                  </p:end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fade">
                                      <p:cBhvr>
                                        <p:cTn id="31" dur="500"/>
                                        <p:tgtEl>
                                          <p:spTgt spid="2"/>
                                        </p:tgtEl>
                                      </p:cBhvr>
                                    </p:animEffect>
                                  </p:childTnLst>
                                </p:cTn>
                              </p:par>
                            </p:childTnLst>
                          </p:cTn>
                        </p:par>
                        <p:par>
                          <p:cTn id="32" fill="hold">
                            <p:stCondLst>
                              <p:cond delay="3500"/>
                            </p:stCondLst>
                            <p:childTnLst>
                              <p:par>
                                <p:cTn id="33" presetID="10" presetClass="entr" presetSubtype="0" fill="hold" grpId="0" nodeType="afterEffect" nodePh="1">
                                  <p:stCondLst>
                                    <p:cond delay="0"/>
                                  </p:stCondLst>
                                  <p:endCondLst>
                                    <p:cond evt="begin" delay="0">
                                      <p:tn val="33"/>
                                    </p:cond>
                                  </p:endCondLst>
                                  <p:childTnLst>
                                    <p:set>
                                      <p:cBhvr>
                                        <p:cTn id="34" dur="1" fill="hold">
                                          <p:stCondLst>
                                            <p:cond delay="0"/>
                                          </p:stCondLst>
                                        </p:cTn>
                                        <p:tgtEl>
                                          <p:spTgt spid="59">
                                            <p:txEl>
                                              <p:pRg st="0" end="0"/>
                                            </p:txEl>
                                          </p:spTgt>
                                        </p:tgtEl>
                                        <p:attrNameLst>
                                          <p:attrName>style.visibility</p:attrName>
                                        </p:attrNameLst>
                                      </p:cBhvr>
                                      <p:to>
                                        <p:strVal val="visible"/>
                                      </p:to>
                                    </p:set>
                                    <p:animEffect transition="in" filter="fade">
                                      <p:cBhvr>
                                        <p:cTn id="35" dur="500"/>
                                        <p:tgtEl>
                                          <p:spTgt spid="59">
                                            <p:txEl>
                                              <p:pRg st="0" end="0"/>
                                            </p:txEl>
                                          </p:spTgt>
                                        </p:tgtEl>
                                      </p:cBhvr>
                                    </p:animEffect>
                                  </p:childTnLst>
                                </p:cTn>
                              </p:par>
                              <p:par>
                                <p:cTn id="36" presetID="10" presetClass="entr" presetSubtype="0" fill="hold" grpId="0" nodeType="withEffect" nodePh="1">
                                  <p:stCondLst>
                                    <p:cond delay="0"/>
                                  </p:stCondLst>
                                  <p:endCondLst>
                                    <p:cond evt="begin" delay="0">
                                      <p:tn val="36"/>
                                    </p:cond>
                                  </p:endCondLst>
                                  <p:childTnLst>
                                    <p:set>
                                      <p:cBhvr>
                                        <p:cTn id="37" dur="1" fill="hold">
                                          <p:stCondLst>
                                            <p:cond delay="0"/>
                                          </p:stCondLst>
                                        </p:cTn>
                                        <p:tgtEl>
                                          <p:spTgt spid="60">
                                            <p:txEl>
                                              <p:pRg st="0" end="0"/>
                                            </p:txEl>
                                          </p:spTgt>
                                        </p:tgtEl>
                                        <p:attrNameLst>
                                          <p:attrName>style.visibility</p:attrName>
                                        </p:attrNameLst>
                                      </p:cBhvr>
                                      <p:to>
                                        <p:strVal val="visible"/>
                                      </p:to>
                                    </p:set>
                                    <p:animEffect transition="in" filter="fade">
                                      <p:cBhvr>
                                        <p:cTn id="38" dur="500"/>
                                        <p:tgtEl>
                                          <p:spTgt spid="60">
                                            <p:txEl>
                                              <p:pRg st="0" end="0"/>
                                            </p:txEl>
                                          </p:spTgt>
                                        </p:tgtEl>
                                      </p:cBhvr>
                                    </p:animEffect>
                                  </p:childTnLst>
                                </p:cTn>
                              </p:par>
                            </p:childTnLst>
                          </p:cTn>
                        </p:par>
                        <p:par>
                          <p:cTn id="39" fill="hold">
                            <p:stCondLst>
                              <p:cond delay="4000"/>
                            </p:stCondLst>
                            <p:childTnLst>
                              <p:par>
                                <p:cTn id="40" presetID="10" presetClass="entr" presetSubtype="0" fill="hold" grpId="0" nodeType="afterEffect" nodePh="1">
                                  <p:stCondLst>
                                    <p:cond delay="0"/>
                                  </p:stCondLst>
                                  <p:endCondLst>
                                    <p:cond evt="begin" delay="0">
                                      <p:tn val="40"/>
                                    </p:cond>
                                  </p:endCondLst>
                                  <p:childTnLst>
                                    <p:set>
                                      <p:cBhvr>
                                        <p:cTn id="41" dur="1" fill="hold">
                                          <p:stCondLst>
                                            <p:cond delay="0"/>
                                          </p:stCondLst>
                                        </p:cTn>
                                        <p:tgtEl>
                                          <p:spTgt spid="63">
                                            <p:txEl>
                                              <p:pRg st="0" end="0"/>
                                            </p:txEl>
                                          </p:spTgt>
                                        </p:tgtEl>
                                        <p:attrNameLst>
                                          <p:attrName>style.visibility</p:attrName>
                                        </p:attrNameLst>
                                      </p:cBhvr>
                                      <p:to>
                                        <p:strVal val="visible"/>
                                      </p:to>
                                    </p:set>
                                    <p:animEffect transition="in" filter="fade">
                                      <p:cBhvr>
                                        <p:cTn id="42" dur="500"/>
                                        <p:tgtEl>
                                          <p:spTgt spid="63">
                                            <p:txEl>
                                              <p:pRg st="0" end="0"/>
                                            </p:txEl>
                                          </p:spTgt>
                                        </p:tgtEl>
                                      </p:cBhvr>
                                    </p:animEffect>
                                  </p:childTnLst>
                                </p:cTn>
                              </p:par>
                              <p:par>
                                <p:cTn id="43" presetID="10" presetClass="entr" presetSubtype="0" fill="hold" grpId="0" nodeType="withEffect" nodePh="1">
                                  <p:stCondLst>
                                    <p:cond delay="0"/>
                                  </p:stCondLst>
                                  <p:endCondLst>
                                    <p:cond evt="begin" delay="0">
                                      <p:tn val="43"/>
                                    </p:cond>
                                  </p:endCondLst>
                                  <p:childTnLst>
                                    <p:set>
                                      <p:cBhvr>
                                        <p:cTn id="44" dur="1" fill="hold">
                                          <p:stCondLst>
                                            <p:cond delay="0"/>
                                          </p:stCondLst>
                                        </p:cTn>
                                        <p:tgtEl>
                                          <p:spTgt spid="64">
                                            <p:txEl>
                                              <p:pRg st="0" end="0"/>
                                            </p:txEl>
                                          </p:spTgt>
                                        </p:tgtEl>
                                        <p:attrNameLst>
                                          <p:attrName>style.visibility</p:attrName>
                                        </p:attrNameLst>
                                      </p:cBhvr>
                                      <p:to>
                                        <p:strVal val="visible"/>
                                      </p:to>
                                    </p:set>
                                    <p:animEffect transition="in" filter="fade">
                                      <p:cBhvr>
                                        <p:cTn id="45" dur="500"/>
                                        <p:tgtEl>
                                          <p:spTgt spid="64">
                                            <p:txEl>
                                              <p:pRg st="0" end="0"/>
                                            </p:txEl>
                                          </p:spTgt>
                                        </p:tgtEl>
                                      </p:cBhvr>
                                    </p:animEffect>
                                  </p:childTnLst>
                                </p:cTn>
                              </p:par>
                            </p:childTnLst>
                          </p:cTn>
                        </p:par>
                        <p:par>
                          <p:cTn id="46" fill="hold">
                            <p:stCondLst>
                              <p:cond delay="4500"/>
                            </p:stCondLst>
                            <p:childTnLst>
                              <p:par>
                                <p:cTn id="47" presetID="10" presetClass="entr" presetSubtype="0" fill="hold" grpId="0" nodeType="afterEffect" nodePh="1">
                                  <p:stCondLst>
                                    <p:cond delay="0"/>
                                  </p:stCondLst>
                                  <p:endCondLst>
                                    <p:cond evt="begin" delay="0">
                                      <p:tn val="47"/>
                                    </p:cond>
                                  </p:endCondLst>
                                  <p:childTnLst>
                                    <p:set>
                                      <p:cBhvr>
                                        <p:cTn id="48" dur="1" fill="hold">
                                          <p:stCondLst>
                                            <p:cond delay="0"/>
                                          </p:stCondLst>
                                        </p:cTn>
                                        <p:tgtEl>
                                          <p:spTgt spid="61">
                                            <p:txEl>
                                              <p:pRg st="0" end="0"/>
                                            </p:txEl>
                                          </p:spTgt>
                                        </p:tgtEl>
                                        <p:attrNameLst>
                                          <p:attrName>style.visibility</p:attrName>
                                        </p:attrNameLst>
                                      </p:cBhvr>
                                      <p:to>
                                        <p:strVal val="visible"/>
                                      </p:to>
                                    </p:set>
                                    <p:animEffect transition="in" filter="fade">
                                      <p:cBhvr>
                                        <p:cTn id="49" dur="500"/>
                                        <p:tgtEl>
                                          <p:spTgt spid="61">
                                            <p:txEl>
                                              <p:pRg st="0" end="0"/>
                                            </p:txEl>
                                          </p:spTgt>
                                        </p:tgtEl>
                                      </p:cBhvr>
                                    </p:animEffect>
                                  </p:childTnLst>
                                </p:cTn>
                              </p:par>
                              <p:par>
                                <p:cTn id="50" presetID="10" presetClass="entr" presetSubtype="0" fill="hold" grpId="0" nodeType="withEffect" nodePh="1">
                                  <p:stCondLst>
                                    <p:cond delay="0"/>
                                  </p:stCondLst>
                                  <p:endCondLst>
                                    <p:cond evt="begin" delay="0">
                                      <p:tn val="50"/>
                                    </p:cond>
                                  </p:endCondLst>
                                  <p:childTnLst>
                                    <p:set>
                                      <p:cBhvr>
                                        <p:cTn id="51" dur="1" fill="hold">
                                          <p:stCondLst>
                                            <p:cond delay="0"/>
                                          </p:stCondLst>
                                        </p:cTn>
                                        <p:tgtEl>
                                          <p:spTgt spid="62">
                                            <p:txEl>
                                              <p:pRg st="0" end="0"/>
                                            </p:txEl>
                                          </p:spTgt>
                                        </p:tgtEl>
                                        <p:attrNameLst>
                                          <p:attrName>style.visibility</p:attrName>
                                        </p:attrNameLst>
                                      </p:cBhvr>
                                      <p:to>
                                        <p:strVal val="visible"/>
                                      </p:to>
                                    </p:set>
                                    <p:animEffect transition="in" filter="fade">
                                      <p:cBhvr>
                                        <p:cTn id="52" dur="500"/>
                                        <p:tgtEl>
                                          <p:spTgt spid="62">
                                            <p:txEl>
                                              <p:pRg st="0" end="0"/>
                                            </p:txEl>
                                          </p:spTgt>
                                        </p:tgtEl>
                                      </p:cBhvr>
                                    </p:animEffect>
                                  </p:childTnLst>
                                </p:cTn>
                              </p:par>
                            </p:childTnLst>
                          </p:cTn>
                        </p:par>
                        <p:par>
                          <p:cTn id="53" fill="hold">
                            <p:stCondLst>
                              <p:cond delay="5000"/>
                            </p:stCondLst>
                            <p:childTnLst>
                              <p:par>
                                <p:cTn id="54" presetID="10" presetClass="entr" presetSubtype="0" fill="hold" nodeType="afterEffect">
                                  <p:stCondLst>
                                    <p:cond delay="0"/>
                                  </p:stCondLst>
                                  <p:childTnLst>
                                    <p:set>
                                      <p:cBhvr>
                                        <p:cTn id="55" dur="1" fill="hold">
                                          <p:stCondLst>
                                            <p:cond delay="0"/>
                                          </p:stCondLst>
                                        </p:cTn>
                                        <p:tgtEl>
                                          <p:spTgt spid="5"/>
                                        </p:tgtEl>
                                        <p:attrNameLst>
                                          <p:attrName>style.visibility</p:attrName>
                                        </p:attrNameLst>
                                      </p:cBhvr>
                                      <p:to>
                                        <p:strVal val="visible"/>
                                      </p:to>
                                    </p:set>
                                    <p:animEffect transition="in" filter="fade">
                                      <p:cBhvr>
                                        <p:cTn id="56" dur="500"/>
                                        <p:tgtEl>
                                          <p:spTgt spid="5"/>
                                        </p:tgtEl>
                                      </p:cBhvr>
                                    </p:animEffect>
                                  </p:childTnLst>
                                </p:cTn>
                              </p:par>
                            </p:childTnLst>
                          </p:cTn>
                        </p:par>
                        <p:par>
                          <p:cTn id="57" fill="hold">
                            <p:stCondLst>
                              <p:cond delay="5500"/>
                            </p:stCondLst>
                            <p:childTnLst>
                              <p:par>
                                <p:cTn id="58" presetID="10" presetClass="entr" presetSubtype="0" fill="hold" grpId="0" nodeType="afterEffect" nodePh="1">
                                  <p:stCondLst>
                                    <p:cond delay="0"/>
                                  </p:stCondLst>
                                  <p:endCondLst>
                                    <p:cond evt="begin" delay="0">
                                      <p:tn val="58"/>
                                    </p:cond>
                                  </p:endCondLst>
                                  <p:childTnLst>
                                    <p:set>
                                      <p:cBhvr>
                                        <p:cTn id="59" dur="1" fill="hold">
                                          <p:stCondLst>
                                            <p:cond delay="0"/>
                                          </p:stCondLst>
                                        </p:cTn>
                                        <p:tgtEl>
                                          <p:spTgt spid="65">
                                            <p:txEl>
                                              <p:pRg st="0" end="0"/>
                                            </p:txEl>
                                          </p:spTgt>
                                        </p:tgtEl>
                                        <p:attrNameLst>
                                          <p:attrName>style.visibility</p:attrName>
                                        </p:attrNameLst>
                                      </p:cBhvr>
                                      <p:to>
                                        <p:strVal val="visible"/>
                                      </p:to>
                                    </p:set>
                                    <p:animEffect transition="in" filter="fade">
                                      <p:cBhvr>
                                        <p:cTn id="60" dur="500"/>
                                        <p:tgtEl>
                                          <p:spTgt spid="65">
                                            <p:txEl>
                                              <p:pRg st="0" end="0"/>
                                            </p:txEl>
                                          </p:spTgt>
                                        </p:tgtEl>
                                      </p:cBhvr>
                                    </p:animEffect>
                                  </p:childTnLst>
                                </p:cTn>
                              </p:par>
                              <p:par>
                                <p:cTn id="61" presetID="10" presetClass="entr" presetSubtype="0" fill="hold" grpId="0" nodeType="withEffect" nodePh="1">
                                  <p:stCondLst>
                                    <p:cond delay="0"/>
                                  </p:stCondLst>
                                  <p:endCondLst>
                                    <p:cond evt="begin" delay="0">
                                      <p:tn val="61"/>
                                    </p:cond>
                                  </p:endCondLst>
                                  <p:childTnLst>
                                    <p:set>
                                      <p:cBhvr>
                                        <p:cTn id="62" dur="1" fill="hold">
                                          <p:stCondLst>
                                            <p:cond delay="0"/>
                                          </p:stCondLst>
                                        </p:cTn>
                                        <p:tgtEl>
                                          <p:spTgt spid="66">
                                            <p:txEl>
                                              <p:pRg st="0" end="0"/>
                                            </p:txEl>
                                          </p:spTgt>
                                        </p:tgtEl>
                                        <p:attrNameLst>
                                          <p:attrName>style.visibility</p:attrName>
                                        </p:attrNameLst>
                                      </p:cBhvr>
                                      <p:to>
                                        <p:strVal val="visible"/>
                                      </p:to>
                                    </p:set>
                                    <p:animEffect transition="in" filter="fade">
                                      <p:cBhvr>
                                        <p:cTn id="63" dur="500"/>
                                        <p:tgtEl>
                                          <p:spTgt spid="6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P spid="59"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build="p">
        <p:tmplLst>
          <p:tmpl lvl="1">
            <p:tnLst>
              <p:par>
                <p:cTn presetID="10" presetClass="entr" presetSubtype="0" fill="hold" nodeType="withEffect" nodePh="1">
                  <p:stCondLst>
                    <p:cond delay="0"/>
                  </p:stCondLst>
                  <p:endCondLst>
                    <p:cond delay="0"/>
                  </p:end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build="p">
        <p:tmplLst>
          <p:tmpl lvl="1">
            <p:tnLst>
              <p:par>
                <p:cTn presetID="10" presetClass="entr" presetSubtype="0" fill="hold" nodeType="withEffect" nodePh="1">
                  <p:stCondLst>
                    <p:cond delay="0"/>
                  </p:stCondLst>
                  <p:endCondLst>
                    <p:cond delay="0"/>
                  </p:endCondLst>
                  <p:childTnLst>
                    <p:set>
                      <p:cBhvr>
                        <p:cTn dur="1" fill="hold">
                          <p:stCondLst>
                            <p:cond delay="0"/>
                          </p:stCondLst>
                        </p:cTn>
                        <p:tgtEl>
                          <p:spTgt spid="62"/>
                        </p:tgtEl>
                        <p:attrNameLst>
                          <p:attrName>style.visibility</p:attrName>
                        </p:attrNameLst>
                      </p:cBhvr>
                      <p:to>
                        <p:strVal val="visible"/>
                      </p:to>
                    </p:set>
                    <p:animEffect transition="in" filter="fade">
                      <p:cBhvr>
                        <p:cTn dur="500"/>
                        <p:tgtEl>
                          <p:spTgt spid="62"/>
                        </p:tgtEl>
                      </p:cBhvr>
                    </p:animEffect>
                  </p:childTnLst>
                </p:cTn>
              </p:par>
            </p:tnLst>
          </p:tmpl>
        </p:tmplLst>
      </p:bldP>
      <p:bldP spid="63"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build="p">
        <p:tmplLst>
          <p:tmpl lvl="1">
            <p:tnLst>
              <p:par>
                <p:cTn presetID="10" presetClass="entr" presetSubtype="0" fill="hold" nodeType="withEffect" nodePh="1">
                  <p:stCondLst>
                    <p:cond delay="0"/>
                  </p:stCondLst>
                  <p:endCondLst>
                    <p:cond delay="0"/>
                  </p:end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6" grpId="0" build="p">
        <p:tmplLst>
          <p:tmpl lvl="1">
            <p:tnLst>
              <p:par>
                <p:cTn presetID="10" presetClass="entr" presetSubtype="0" fill="hold" nodeType="withEffect" nodePh="1">
                  <p:stCondLst>
                    <p:cond delay="0"/>
                  </p:stCondLst>
                  <p:endCondLst>
                    <p:cond delay="0"/>
                  </p:endCondLst>
                  <p:childTnLst>
                    <p:set>
                      <p:cBhvr>
                        <p:cTn dur="1" fill="hold">
                          <p:stCondLst>
                            <p:cond delay="0"/>
                          </p:stCondLst>
                        </p:cTn>
                        <p:tgtEl>
                          <p:spTgt spid="66"/>
                        </p:tgtEl>
                        <p:attrNameLst>
                          <p:attrName>style.visibility</p:attrName>
                        </p:attrNameLst>
                      </p:cBhvr>
                      <p:to>
                        <p:strVal val="visible"/>
                      </p:to>
                    </p:set>
                    <p:animEffect transition="in" filter="fade">
                      <p:cBhvr>
                        <p:cTn dur="500"/>
                        <p:tgtEl>
                          <p:spTgt spid="66"/>
                        </p:tgtEl>
                      </p:cBhvr>
                    </p:animEffect>
                  </p:childTnLst>
                </p:cTn>
              </p:par>
            </p:tnLst>
          </p:tmpl>
        </p:tmplLst>
      </p:bldP>
    </p:bldLst>
  </p:timing>
</p:sldLayout>
</file>

<file path=ppt/slideLayouts/slideLayout346.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pic>
        <p:nvPicPr>
          <p:cNvPr id="93" name="phone-white.png"/>
          <p:cNvPicPr/>
          <p:nvPr userDrawn="1"/>
        </p:nvPicPr>
        <p:blipFill>
          <a:blip r:embed="rId2" cstate="print">
            <a:extLst/>
          </a:blip>
          <a:stretch>
            <a:fillRect/>
          </a:stretch>
        </p:blipFill>
        <p:spPr>
          <a:xfrm>
            <a:off x="1522809" y="1905000"/>
            <a:ext cx="2032000" cy="4019551"/>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57" name="Picture Placeholder 2"/>
          <p:cNvSpPr>
            <a:spLocks noGrp="1"/>
          </p:cNvSpPr>
          <p:nvPr userDrawn="1">
            <p:ph type="pic" sz="quarter" idx="23"/>
          </p:nvPr>
        </p:nvSpPr>
        <p:spPr>
          <a:xfrm>
            <a:off x="1763440" y="2500319"/>
            <a:ext cx="1550736" cy="2828912"/>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16148124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93"/>
                                        </p:tgtEl>
                                        <p:attrNameLst>
                                          <p:attrName>style.visibility</p:attrName>
                                        </p:attrNameLst>
                                      </p:cBhvr>
                                      <p:to>
                                        <p:strVal val="visible"/>
                                      </p:to>
                                    </p:set>
                                    <p:animEffect transition="in" filter="wipe(up)">
                                      <p:cBhvr>
                                        <p:cTn id="15" dur="500"/>
                                        <p:tgtEl>
                                          <p:spTgt spid="93"/>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57" grpId="0"/>
    </p:bldLst>
  </p:timing>
</p:sldLayout>
</file>

<file path=ppt/slideLayouts/slideLayout347.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sp>
        <p:nvSpPr>
          <p:cNvPr id="17" name="Rectangle 16"/>
          <p:cNvSpPr/>
          <p:nvPr userDrawn="1"/>
        </p:nvSpPr>
        <p:spPr>
          <a:xfrm>
            <a:off x="-1" y="4989787"/>
            <a:ext cx="12192000" cy="1143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Shape 985"/>
          <p:cNvSpPr/>
          <p:nvPr/>
        </p:nvSpPr>
        <p:spPr>
          <a:xfrm>
            <a:off x="8496637" y="2743201"/>
            <a:ext cx="562721" cy="586899"/>
          </a:xfrm>
          <a:prstGeom prst="rect">
            <a:avLst/>
          </a:prstGeom>
          <a:solidFill>
            <a:schemeClr val="accent2"/>
          </a:solidFill>
          <a:ln w="12700" cap="flat">
            <a:noFill/>
            <a:miter lim="400000"/>
          </a:ln>
          <a:effectLst/>
        </p:spPr>
        <p:txBody>
          <a:bodyPr wrap="square" lIns="50800" tIns="50800" rIns="50800" bIns="508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1" name="Shape 988"/>
          <p:cNvSpPr/>
          <p:nvPr/>
        </p:nvSpPr>
        <p:spPr>
          <a:xfrm>
            <a:off x="4242089" y="2743201"/>
            <a:ext cx="562721" cy="586899"/>
          </a:xfrm>
          <a:prstGeom prst="rect">
            <a:avLst/>
          </a:prstGeom>
          <a:solidFill>
            <a:schemeClr val="accent3"/>
          </a:solidFill>
          <a:ln w="12700" cap="flat">
            <a:noFill/>
            <a:miter lim="400000"/>
          </a:ln>
          <a:effectLst/>
        </p:spPr>
        <p:txBody>
          <a:bodyPr wrap="square" lIns="50800" tIns="50800" rIns="50800" bIns="508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pic>
        <p:nvPicPr>
          <p:cNvPr id="34" name="phone-black.png"/>
          <p:cNvPicPr/>
          <p:nvPr userDrawn="1"/>
        </p:nvPicPr>
        <p:blipFill>
          <a:blip r:embed="rId2" cstate="print">
            <a:extLst/>
          </a:blip>
          <a:stretch>
            <a:fillRect/>
          </a:stretch>
        </p:blipFill>
        <p:spPr>
          <a:xfrm>
            <a:off x="1940400" y="2076142"/>
            <a:ext cx="1878071" cy="3715059"/>
          </a:xfrm>
          <a:prstGeom prst="rect">
            <a:avLst/>
          </a:prstGeom>
          <a:ln w="12700">
            <a:miter lim="400000"/>
          </a:ln>
        </p:spPr>
      </p:pic>
      <p:pic>
        <p:nvPicPr>
          <p:cNvPr id="36" name="phone-white.png"/>
          <p:cNvPicPr/>
          <p:nvPr userDrawn="1"/>
        </p:nvPicPr>
        <p:blipFill>
          <a:blip r:embed="rId3" cstate="print">
            <a:extLst/>
          </a:blip>
          <a:stretch>
            <a:fillRect/>
          </a:stretch>
        </p:blipFill>
        <p:spPr>
          <a:xfrm>
            <a:off x="6201876" y="2076142"/>
            <a:ext cx="1878071" cy="3715059"/>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9" name="Content Placeholder 20"/>
          <p:cNvSpPr>
            <a:spLocks noGrp="1"/>
          </p:cNvSpPr>
          <p:nvPr>
            <p:ph sz="quarter" idx="16"/>
          </p:nvPr>
        </p:nvSpPr>
        <p:spPr>
          <a:xfrm>
            <a:off x="4235465" y="3585586"/>
            <a:ext cx="122235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4235465" y="3960518"/>
            <a:ext cx="14778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57" name="Picture Placeholder 2"/>
          <p:cNvSpPr>
            <a:spLocks noGrp="1"/>
          </p:cNvSpPr>
          <p:nvPr>
            <p:ph type="pic" sz="quarter" idx="23"/>
          </p:nvPr>
        </p:nvSpPr>
        <p:spPr>
          <a:xfrm>
            <a:off x="2132567" y="2655766"/>
            <a:ext cx="1463421" cy="2590312"/>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42" name="Picture Placeholder 2"/>
          <p:cNvSpPr>
            <a:spLocks noGrp="1"/>
          </p:cNvSpPr>
          <p:nvPr>
            <p:ph type="pic" sz="quarter" idx="24" hasCustomPrompt="1"/>
          </p:nvPr>
        </p:nvSpPr>
        <p:spPr>
          <a:xfrm>
            <a:off x="6416823" y="2655766"/>
            <a:ext cx="1448177" cy="2590312"/>
          </a:xfrm>
          <a:ln w="19050">
            <a:noFill/>
          </a:ln>
        </p:spPr>
        <p:txBody>
          <a:bodyPr>
            <a:normAutofit/>
          </a:bodyPr>
          <a:lstStyle>
            <a:lvl1pPr marL="0" indent="0">
              <a:buNone/>
              <a:defRPr sz="1200">
                <a:solidFill>
                  <a:schemeClr val="bg1">
                    <a:lumMod val="50000"/>
                  </a:schemeClr>
                </a:solidFill>
                <a:latin typeface="Source Sans Pro Light"/>
              </a:defRPr>
            </a:lvl1pPr>
          </a:lstStyle>
          <a:p>
            <a:r>
              <a:rPr lang="en-US" dirty="0" smtClean="0"/>
              <a:t> </a:t>
            </a:r>
            <a:endParaRPr lang="en-US" dirty="0"/>
          </a:p>
        </p:txBody>
      </p:sp>
      <p:sp>
        <p:nvSpPr>
          <p:cNvPr id="69" name="Content Placeholder 20"/>
          <p:cNvSpPr>
            <a:spLocks noGrp="1"/>
          </p:cNvSpPr>
          <p:nvPr>
            <p:ph sz="quarter" idx="25"/>
          </p:nvPr>
        </p:nvSpPr>
        <p:spPr>
          <a:xfrm>
            <a:off x="8569830" y="3585586"/>
            <a:ext cx="122235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70" name="Text Placeholder 17"/>
          <p:cNvSpPr>
            <a:spLocks noGrp="1"/>
          </p:cNvSpPr>
          <p:nvPr>
            <p:ph type="body" sz="quarter" idx="26"/>
          </p:nvPr>
        </p:nvSpPr>
        <p:spPr>
          <a:xfrm>
            <a:off x="8569830" y="3960518"/>
            <a:ext cx="14778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3" name="Content Placeholder 2"/>
          <p:cNvSpPr>
            <a:spLocks noGrp="1"/>
          </p:cNvSpPr>
          <p:nvPr>
            <p:ph sz="quarter" idx="27" hasCustomPrompt="1"/>
          </p:nvPr>
        </p:nvSpPr>
        <p:spPr>
          <a:xfrm>
            <a:off x="4293113" y="2806373"/>
            <a:ext cx="460675" cy="460555"/>
          </a:xfrm>
        </p:spPr>
        <p:txBody>
          <a:bodyPr anchor="ctr">
            <a:normAutofit/>
          </a:bodyPr>
          <a:lstStyle>
            <a:lvl1pPr marL="0" indent="0" algn="ctr">
              <a:buNone/>
              <a:defRPr sz="2700">
                <a:solidFill>
                  <a:schemeClr val="bg1"/>
                </a:solidFill>
                <a:latin typeface="Source Sans Pro Light"/>
              </a:defRPr>
            </a:lvl1pPr>
          </a:lstStyle>
          <a:p>
            <a:pPr lvl="0"/>
            <a:r>
              <a:rPr lang="en-US" dirty="0" smtClean="0"/>
              <a:t>a</a:t>
            </a:r>
            <a:endParaRPr lang="en-US" dirty="0"/>
          </a:p>
        </p:txBody>
      </p:sp>
      <p:sp>
        <p:nvSpPr>
          <p:cNvPr id="26" name="Content Placeholder 2"/>
          <p:cNvSpPr>
            <a:spLocks noGrp="1"/>
          </p:cNvSpPr>
          <p:nvPr>
            <p:ph sz="quarter" idx="28" hasCustomPrompt="1"/>
          </p:nvPr>
        </p:nvSpPr>
        <p:spPr>
          <a:xfrm>
            <a:off x="8547661" y="2806373"/>
            <a:ext cx="460675" cy="460555"/>
          </a:xfrm>
        </p:spPr>
        <p:txBody>
          <a:bodyPr anchor="ctr">
            <a:normAutofit/>
          </a:bodyPr>
          <a:lstStyle>
            <a:lvl1pPr marL="0" indent="0" algn="ctr">
              <a:buNone/>
              <a:defRPr sz="2700">
                <a:solidFill>
                  <a:schemeClr val="bg1"/>
                </a:solidFill>
                <a:latin typeface="Source Sans Pro Light"/>
              </a:defRPr>
            </a:lvl1pPr>
          </a:lstStyle>
          <a:p>
            <a:pPr lvl="0"/>
            <a:r>
              <a:rPr lang="en-US" dirty="0" smtClean="0"/>
              <a:t>a</a:t>
            </a:r>
            <a:endParaRPr lang="en-US" dirty="0"/>
          </a:p>
        </p:txBody>
      </p:sp>
    </p:spTree>
    <p:extLst>
      <p:ext uri="{BB962C8B-B14F-4D97-AF65-F5344CB8AC3E}">
        <p14:creationId xmlns:p14="http://schemas.microsoft.com/office/powerpoint/2010/main" val="15846876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wipe(up)">
                                      <p:cBhvr>
                                        <p:cTn id="15" dur="500"/>
                                        <p:tgtEl>
                                          <p:spTgt spid="34"/>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wipe(left)">
                                      <p:cBhvr>
                                        <p:cTn id="23" dur="500"/>
                                        <p:tgtEl>
                                          <p:spTgt spid="21"/>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3">
                                            <p:txEl>
                                              <p:pRg st="0" end="0"/>
                                            </p:txEl>
                                          </p:spTgt>
                                        </p:tgtEl>
                                        <p:attrNameLst>
                                          <p:attrName>style.visibility</p:attrName>
                                        </p:attrNameLst>
                                      </p:cBhvr>
                                      <p:to>
                                        <p:strVal val="visible"/>
                                      </p:to>
                                    </p:set>
                                    <p:animEffect transition="in" filter="wipe(left)">
                                      <p:cBhvr>
                                        <p:cTn id="26" dur="500"/>
                                        <p:tgtEl>
                                          <p:spTgt spid="3">
                                            <p:txEl>
                                              <p:pRg st="0" end="0"/>
                                            </p:txEl>
                                          </p:spTgt>
                                        </p:tgtEl>
                                      </p:cBhvr>
                                    </p:animEffect>
                                  </p:childTnLst>
                                </p:cTn>
                              </p:par>
                            </p:childTnLst>
                          </p:cTn>
                        </p:par>
                        <p:par>
                          <p:cTn id="27" fill="hold">
                            <p:stCondLst>
                              <p:cond delay="2500"/>
                            </p:stCondLst>
                            <p:childTnLst>
                              <p:par>
                                <p:cTn id="28" presetID="9" presetClass="entr" presetSubtype="0" fill="hold" grpId="0" nodeType="afterEffect" nodePh="1">
                                  <p:stCondLst>
                                    <p:cond delay="0"/>
                                  </p:stCondLst>
                                  <p:endCondLst>
                                    <p:cond evt="begin" delay="0">
                                      <p:tn val="28"/>
                                    </p:cond>
                                  </p:endCondLst>
                                  <p:childTnLst>
                                    <p:set>
                                      <p:cBhvr>
                                        <p:cTn id="29" dur="1" fill="hold">
                                          <p:stCondLst>
                                            <p:cond delay="0"/>
                                          </p:stCondLst>
                                        </p:cTn>
                                        <p:tgtEl>
                                          <p:spTgt spid="9">
                                            <p:txEl>
                                              <p:pRg st="0" end="0"/>
                                            </p:txEl>
                                          </p:spTgt>
                                        </p:tgtEl>
                                        <p:attrNameLst>
                                          <p:attrName>style.visibility</p:attrName>
                                        </p:attrNameLst>
                                      </p:cBhvr>
                                      <p:to>
                                        <p:strVal val="visible"/>
                                      </p:to>
                                    </p:set>
                                    <p:animEffect transition="in" filter="dissolve">
                                      <p:cBhvr>
                                        <p:cTn id="30" dur="500"/>
                                        <p:tgtEl>
                                          <p:spTgt spid="9">
                                            <p:txEl>
                                              <p:pRg st="0" end="0"/>
                                            </p:txEl>
                                          </p:spTgt>
                                        </p:tgtEl>
                                      </p:cBhvr>
                                    </p:animEffect>
                                  </p:childTnLst>
                                </p:cTn>
                              </p:par>
                            </p:childTnLst>
                          </p:cTn>
                        </p:par>
                        <p:par>
                          <p:cTn id="31" fill="hold">
                            <p:stCondLst>
                              <p:cond delay="3000"/>
                            </p:stCondLst>
                            <p:childTnLst>
                              <p:par>
                                <p:cTn id="32" presetID="9" presetClass="entr" presetSubtype="0" fill="hold" grpId="0" nodeType="afterEffect" nodePh="1">
                                  <p:stCondLst>
                                    <p:cond delay="0"/>
                                  </p:stCondLst>
                                  <p:endCondLst>
                                    <p:cond evt="begin" delay="0">
                                      <p:tn val="32"/>
                                    </p:cond>
                                  </p:endCondLst>
                                  <p:childTnLst>
                                    <p:set>
                                      <p:cBhvr>
                                        <p:cTn id="33" dur="1" fill="hold">
                                          <p:stCondLst>
                                            <p:cond delay="0"/>
                                          </p:stCondLst>
                                        </p:cTn>
                                        <p:tgtEl>
                                          <p:spTgt spid="10">
                                            <p:txEl>
                                              <p:pRg st="0" end="0"/>
                                            </p:txEl>
                                          </p:spTgt>
                                        </p:tgtEl>
                                        <p:attrNameLst>
                                          <p:attrName>style.visibility</p:attrName>
                                        </p:attrNameLst>
                                      </p:cBhvr>
                                      <p:to>
                                        <p:strVal val="visible"/>
                                      </p:to>
                                    </p:set>
                                    <p:animEffect transition="in" filter="dissolve">
                                      <p:cBhvr>
                                        <p:cTn id="34" dur="500"/>
                                        <p:tgtEl>
                                          <p:spTgt spid="10">
                                            <p:txEl>
                                              <p:pRg st="0" end="0"/>
                                            </p:txEl>
                                          </p:spTgt>
                                        </p:tgtEl>
                                      </p:cBhvr>
                                    </p:animEffect>
                                  </p:childTnLst>
                                </p:cTn>
                              </p:par>
                            </p:childTnLst>
                          </p:cTn>
                        </p:par>
                        <p:par>
                          <p:cTn id="35" fill="hold">
                            <p:stCondLst>
                              <p:cond delay="3500"/>
                            </p:stCondLst>
                            <p:childTnLst>
                              <p:par>
                                <p:cTn id="36" presetID="22" presetClass="entr" presetSubtype="1" fill="hold" nodeType="afterEffect">
                                  <p:stCondLst>
                                    <p:cond delay="0"/>
                                  </p:stCondLst>
                                  <p:childTnLst>
                                    <p:set>
                                      <p:cBhvr>
                                        <p:cTn id="37" dur="1" fill="hold">
                                          <p:stCondLst>
                                            <p:cond delay="0"/>
                                          </p:stCondLst>
                                        </p:cTn>
                                        <p:tgtEl>
                                          <p:spTgt spid="36"/>
                                        </p:tgtEl>
                                        <p:attrNameLst>
                                          <p:attrName>style.visibility</p:attrName>
                                        </p:attrNameLst>
                                      </p:cBhvr>
                                      <p:to>
                                        <p:strVal val="visible"/>
                                      </p:to>
                                    </p:set>
                                    <p:animEffect transition="in" filter="wipe(up)">
                                      <p:cBhvr>
                                        <p:cTn id="38" dur="500"/>
                                        <p:tgtEl>
                                          <p:spTgt spid="36"/>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fade">
                                      <p:cBhvr>
                                        <p:cTn id="42" dur="500"/>
                                        <p:tgtEl>
                                          <p:spTgt spid="42"/>
                                        </p:tgtEl>
                                      </p:cBhvr>
                                    </p:animEffect>
                                  </p:childTnLst>
                                </p:cTn>
                              </p:par>
                            </p:childTnLst>
                          </p:cTn>
                        </p:par>
                        <p:par>
                          <p:cTn id="43" fill="hold">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wipe(left)">
                                      <p:cBhvr>
                                        <p:cTn id="46" dur="500"/>
                                        <p:tgtEl>
                                          <p:spTgt spid="18"/>
                                        </p:tgtEl>
                                      </p:cBhvr>
                                    </p:animEffect>
                                  </p:childTnLst>
                                </p:cTn>
                              </p:par>
                              <p:par>
                                <p:cTn id="47" presetID="22" presetClass="entr" presetSubtype="8" fill="hold" grpId="0" nodeType="withEffect">
                                  <p:stCondLst>
                                    <p:cond delay="0"/>
                                  </p:stCondLst>
                                  <p:childTnLst>
                                    <p:set>
                                      <p:cBhvr>
                                        <p:cTn id="48" dur="1" fill="hold">
                                          <p:stCondLst>
                                            <p:cond delay="0"/>
                                          </p:stCondLst>
                                        </p:cTn>
                                        <p:tgtEl>
                                          <p:spTgt spid="26">
                                            <p:txEl>
                                              <p:pRg st="0" end="0"/>
                                            </p:txEl>
                                          </p:spTgt>
                                        </p:tgtEl>
                                        <p:attrNameLst>
                                          <p:attrName>style.visibility</p:attrName>
                                        </p:attrNameLst>
                                      </p:cBhvr>
                                      <p:to>
                                        <p:strVal val="visible"/>
                                      </p:to>
                                    </p:set>
                                    <p:animEffect transition="in" filter="wipe(left)">
                                      <p:cBhvr>
                                        <p:cTn id="49" dur="500"/>
                                        <p:tgtEl>
                                          <p:spTgt spid="26">
                                            <p:txEl>
                                              <p:pRg st="0" end="0"/>
                                            </p:txEl>
                                          </p:spTgt>
                                        </p:tgtEl>
                                      </p:cBhvr>
                                    </p:animEffect>
                                  </p:childTnLst>
                                </p:cTn>
                              </p:par>
                            </p:childTnLst>
                          </p:cTn>
                        </p:par>
                        <p:par>
                          <p:cTn id="50" fill="hold">
                            <p:stCondLst>
                              <p:cond delay="5000"/>
                            </p:stCondLst>
                            <p:childTnLst>
                              <p:par>
                                <p:cTn id="51" presetID="9" presetClass="entr" presetSubtype="0" fill="hold" grpId="0" nodeType="afterEffect" nodePh="1">
                                  <p:stCondLst>
                                    <p:cond delay="0"/>
                                  </p:stCondLst>
                                  <p:endCondLst>
                                    <p:cond evt="begin" delay="0">
                                      <p:tn val="51"/>
                                    </p:cond>
                                  </p:endCondLst>
                                  <p:childTnLst>
                                    <p:set>
                                      <p:cBhvr>
                                        <p:cTn id="52" dur="1" fill="hold">
                                          <p:stCondLst>
                                            <p:cond delay="0"/>
                                          </p:stCondLst>
                                        </p:cTn>
                                        <p:tgtEl>
                                          <p:spTgt spid="69">
                                            <p:txEl>
                                              <p:pRg st="0" end="0"/>
                                            </p:txEl>
                                          </p:spTgt>
                                        </p:tgtEl>
                                        <p:attrNameLst>
                                          <p:attrName>style.visibility</p:attrName>
                                        </p:attrNameLst>
                                      </p:cBhvr>
                                      <p:to>
                                        <p:strVal val="visible"/>
                                      </p:to>
                                    </p:set>
                                    <p:animEffect transition="in" filter="dissolve">
                                      <p:cBhvr>
                                        <p:cTn id="53" dur="500"/>
                                        <p:tgtEl>
                                          <p:spTgt spid="69">
                                            <p:txEl>
                                              <p:pRg st="0" end="0"/>
                                            </p:txEl>
                                          </p:spTgt>
                                        </p:tgtEl>
                                      </p:cBhvr>
                                    </p:animEffect>
                                  </p:childTnLst>
                                </p:cTn>
                              </p:par>
                            </p:childTnLst>
                          </p:cTn>
                        </p:par>
                        <p:par>
                          <p:cTn id="54" fill="hold">
                            <p:stCondLst>
                              <p:cond delay="5500"/>
                            </p:stCondLst>
                            <p:childTnLst>
                              <p:par>
                                <p:cTn id="55" presetID="9" presetClass="entr" presetSubtype="0" fill="hold" grpId="0" nodeType="afterEffect" nodePh="1">
                                  <p:stCondLst>
                                    <p:cond delay="0"/>
                                  </p:stCondLst>
                                  <p:endCondLst>
                                    <p:cond evt="begin" delay="0">
                                      <p:tn val="55"/>
                                    </p:cond>
                                  </p:endCondLst>
                                  <p:childTnLst>
                                    <p:set>
                                      <p:cBhvr>
                                        <p:cTn id="56" dur="1" fill="hold">
                                          <p:stCondLst>
                                            <p:cond delay="0"/>
                                          </p:stCondLst>
                                        </p:cTn>
                                        <p:tgtEl>
                                          <p:spTgt spid="70">
                                            <p:txEl>
                                              <p:pRg st="0" end="0"/>
                                            </p:txEl>
                                          </p:spTgt>
                                        </p:tgtEl>
                                        <p:attrNameLst>
                                          <p:attrName>style.visibility</p:attrName>
                                        </p:attrNameLst>
                                      </p:cBhvr>
                                      <p:to>
                                        <p:strVal val="visible"/>
                                      </p:to>
                                    </p:set>
                                    <p:animEffect transition="in" filter="dissolve">
                                      <p:cBhvr>
                                        <p:cTn id="57" dur="500"/>
                                        <p:tgtEl>
                                          <p:spTgt spid="7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P spid="42" grpId="0"/>
      <p:bldP spid="6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69"/>
                        </p:tgtEl>
                        <p:attrNameLst>
                          <p:attrName>style.visibility</p:attrName>
                        </p:attrNameLst>
                      </p:cBhvr>
                      <p:to>
                        <p:strVal val="visible"/>
                      </p:to>
                    </p:set>
                    <p:animEffect transition="in" filter="dissolve">
                      <p:cBhvr>
                        <p:cTn dur="500"/>
                        <p:tgtEl>
                          <p:spTgt spid="69"/>
                        </p:tgtEl>
                      </p:cBhvr>
                    </p:animEffect>
                  </p:childTnLst>
                </p:cTn>
              </p:par>
            </p:tnLst>
          </p:tmpl>
        </p:tmplLst>
      </p:bldP>
      <p:bldP spid="7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70"/>
                        </p:tgtEl>
                        <p:attrNameLst>
                          <p:attrName>style.visibility</p:attrName>
                        </p:attrNameLst>
                      </p:cBhvr>
                      <p:to>
                        <p:strVal val="visible"/>
                      </p:to>
                    </p:set>
                    <p:animEffect transition="in" filter="dissolve">
                      <p:cBhvr>
                        <p:cTn dur="500"/>
                        <p:tgtEl>
                          <p:spTgt spid="70"/>
                        </p:tgtEl>
                      </p:cBhvr>
                    </p:animEffect>
                  </p:childTnLst>
                </p:cTn>
              </p:par>
            </p:tnLst>
          </p:tmpl>
        </p:tmplLst>
      </p:bldP>
      <p:bldP spid="3" grpId="0" build="p">
        <p:tmplLst>
          <p:tmpl lvl="1">
            <p:tnLst>
              <p:par>
                <p:cTn presetID="22" presetClass="entr" presetSubtype="8" fill="hold" nodeType="with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wipe(left)">
                      <p:cBhvr>
                        <p:cTn dur="500"/>
                        <p:tgtEl>
                          <p:spTgt spid="3"/>
                        </p:tgtEl>
                      </p:cBhvr>
                    </p:animEffect>
                  </p:childTnLst>
                </p:cTn>
              </p:par>
            </p:tnLst>
          </p:tmpl>
        </p:tmplLst>
      </p:bldP>
      <p:bldP spid="26" grpId="0" build="p">
        <p:tmplLst>
          <p:tmpl lvl="1">
            <p:tnLst>
              <p:par>
                <p:cTn presetID="22" presetClass="entr" presetSubtype="8"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left)">
                      <p:cBhvr>
                        <p:cTn dur="500"/>
                        <p:tgtEl>
                          <p:spTgt spid="26"/>
                        </p:tgtEl>
                      </p:cBhvr>
                    </p:animEffect>
                  </p:childTnLst>
                </p:cTn>
              </p:par>
            </p:tnLst>
          </p:tmpl>
        </p:tmplLst>
      </p:bldP>
    </p:bldLst>
  </p:timing>
</p:sldLayout>
</file>

<file path=ppt/slideLayouts/slideLayout348.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sp>
        <p:nvSpPr>
          <p:cNvPr id="18" name="Shape 1097"/>
          <p:cNvSpPr/>
          <p:nvPr/>
        </p:nvSpPr>
        <p:spPr>
          <a:xfrm>
            <a:off x="9396843" y="2905800"/>
            <a:ext cx="562722" cy="586899"/>
          </a:xfrm>
          <a:prstGeom prst="rect">
            <a:avLst/>
          </a:prstGeom>
          <a:solidFill>
            <a:schemeClr val="tx1">
              <a:lumMod val="75000"/>
              <a:lumOff val="25000"/>
            </a:schemeClr>
          </a:solidFill>
          <a:ln w="12700" cap="flat">
            <a:noFill/>
            <a:miter lim="400000"/>
          </a:ln>
          <a:effectLst/>
        </p:spPr>
        <p:txBody>
          <a:bodyPr wrap="square" lIns="50800" tIns="50800" rIns="50800" bIns="508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sp>
        <p:nvSpPr>
          <p:cNvPr id="21" name="Shape 1100"/>
          <p:cNvSpPr/>
          <p:nvPr/>
        </p:nvSpPr>
        <p:spPr>
          <a:xfrm>
            <a:off x="4356427" y="2905800"/>
            <a:ext cx="562722" cy="586899"/>
          </a:xfrm>
          <a:prstGeom prst="rect">
            <a:avLst/>
          </a:prstGeom>
          <a:solidFill>
            <a:schemeClr val="accent1"/>
          </a:solidFill>
          <a:ln w="12700" cap="flat">
            <a:noFill/>
            <a:miter lim="400000"/>
          </a:ln>
          <a:effectLst/>
        </p:spPr>
        <p:txBody>
          <a:bodyPr wrap="square" lIns="50800" tIns="50800" rIns="50800" bIns="5080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endParaRPr>
          </a:p>
        </p:txBody>
      </p:sp>
      <p:pic>
        <p:nvPicPr>
          <p:cNvPr id="27" name="tablet-black.png"/>
          <p:cNvPicPr/>
          <p:nvPr userDrawn="1"/>
        </p:nvPicPr>
        <p:blipFill>
          <a:blip r:embed="rId2" cstate="print">
            <a:extLst/>
          </a:blip>
          <a:stretch>
            <a:fillRect/>
          </a:stretch>
        </p:blipFill>
        <p:spPr>
          <a:xfrm>
            <a:off x="6250001" y="2036274"/>
            <a:ext cx="2597011" cy="3666026"/>
          </a:xfrm>
          <a:prstGeom prst="rect">
            <a:avLst/>
          </a:prstGeom>
          <a:ln w="12700">
            <a:miter lim="400000"/>
          </a:ln>
        </p:spPr>
      </p:pic>
      <p:pic>
        <p:nvPicPr>
          <p:cNvPr id="30" name="tablet-white.png"/>
          <p:cNvPicPr/>
          <p:nvPr userDrawn="1"/>
        </p:nvPicPr>
        <p:blipFill>
          <a:blip r:embed="rId3" cstate="print">
            <a:extLst/>
          </a:blip>
          <a:stretch>
            <a:fillRect/>
          </a:stretch>
        </p:blipFill>
        <p:spPr>
          <a:xfrm>
            <a:off x="1270059" y="2029659"/>
            <a:ext cx="2598678" cy="3668379"/>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9" name="Content Placeholder 20"/>
          <p:cNvSpPr>
            <a:spLocks noGrp="1"/>
          </p:cNvSpPr>
          <p:nvPr>
            <p:ph sz="quarter" idx="16"/>
          </p:nvPr>
        </p:nvSpPr>
        <p:spPr>
          <a:xfrm>
            <a:off x="4342943" y="3736249"/>
            <a:ext cx="122235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4342943" y="4111181"/>
            <a:ext cx="14778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57" name="Picture Placeholder 2"/>
          <p:cNvSpPr>
            <a:spLocks noGrp="1"/>
          </p:cNvSpPr>
          <p:nvPr>
            <p:ph type="pic" sz="quarter" idx="23"/>
          </p:nvPr>
        </p:nvSpPr>
        <p:spPr>
          <a:xfrm>
            <a:off x="1502319" y="2420967"/>
            <a:ext cx="2134156" cy="289664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69" name="Content Placeholder 20"/>
          <p:cNvSpPr>
            <a:spLocks noGrp="1"/>
          </p:cNvSpPr>
          <p:nvPr>
            <p:ph sz="quarter" idx="25"/>
          </p:nvPr>
        </p:nvSpPr>
        <p:spPr>
          <a:xfrm>
            <a:off x="9389416" y="3736249"/>
            <a:ext cx="122235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70" name="Text Placeholder 17"/>
          <p:cNvSpPr>
            <a:spLocks noGrp="1"/>
          </p:cNvSpPr>
          <p:nvPr>
            <p:ph type="body" sz="quarter" idx="26"/>
          </p:nvPr>
        </p:nvSpPr>
        <p:spPr>
          <a:xfrm>
            <a:off x="9389416" y="4111181"/>
            <a:ext cx="14778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33" name="Picture Placeholder 2"/>
          <p:cNvSpPr>
            <a:spLocks noGrp="1"/>
          </p:cNvSpPr>
          <p:nvPr>
            <p:ph type="pic" sz="quarter" idx="27"/>
          </p:nvPr>
        </p:nvSpPr>
        <p:spPr>
          <a:xfrm>
            <a:off x="6481428" y="2420967"/>
            <a:ext cx="2134156" cy="289664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 name="Text Placeholder 2"/>
          <p:cNvSpPr>
            <a:spLocks noGrp="1"/>
          </p:cNvSpPr>
          <p:nvPr>
            <p:ph type="body" sz="quarter" idx="28"/>
          </p:nvPr>
        </p:nvSpPr>
        <p:spPr>
          <a:xfrm>
            <a:off x="4447239" y="3008750"/>
            <a:ext cx="381098" cy="380999"/>
          </a:xfrm>
        </p:spPr>
        <p:txBody>
          <a:bodyPr anchor="ctr">
            <a:noAutofit/>
          </a:bodyPr>
          <a:lstStyle>
            <a:lvl1pPr marL="0" indent="0" algn="ctr">
              <a:buFontTx/>
              <a:buNone/>
              <a:defRPr sz="3000">
                <a:solidFill>
                  <a:schemeClr val="bg1"/>
                </a:solidFill>
                <a:latin typeface="Source Sans Pro Light"/>
              </a:defRPr>
            </a:lvl1pPr>
            <a:lvl2pPr>
              <a:defRPr sz="3000">
                <a:latin typeface="Source Sans Pro Light"/>
              </a:defRPr>
            </a:lvl2pPr>
            <a:lvl3pPr>
              <a:defRPr sz="3000">
                <a:latin typeface="Source Sans Pro Light"/>
              </a:defRPr>
            </a:lvl3pPr>
            <a:lvl4pPr>
              <a:defRPr sz="3000">
                <a:latin typeface="Source Sans Pro Light"/>
              </a:defRPr>
            </a:lvl4pPr>
            <a:lvl5pPr>
              <a:defRPr sz="3000">
                <a:latin typeface="Source Sans Pro Light"/>
              </a:defRPr>
            </a:lvl5pPr>
          </a:lstStyle>
          <a:p>
            <a:pPr lvl="0"/>
            <a:endParaRPr lang="en-US" dirty="0"/>
          </a:p>
        </p:txBody>
      </p:sp>
      <p:sp>
        <p:nvSpPr>
          <p:cNvPr id="37" name="Text Placeholder 2"/>
          <p:cNvSpPr>
            <a:spLocks noGrp="1"/>
          </p:cNvSpPr>
          <p:nvPr>
            <p:ph type="body" sz="quarter" idx="29"/>
          </p:nvPr>
        </p:nvSpPr>
        <p:spPr>
          <a:xfrm>
            <a:off x="9487655" y="3008750"/>
            <a:ext cx="381098" cy="380999"/>
          </a:xfrm>
        </p:spPr>
        <p:txBody>
          <a:bodyPr anchor="ctr">
            <a:noAutofit/>
          </a:bodyPr>
          <a:lstStyle>
            <a:lvl1pPr marL="0" indent="0" algn="ctr">
              <a:buFontTx/>
              <a:buNone/>
              <a:defRPr sz="3000">
                <a:solidFill>
                  <a:schemeClr val="bg1"/>
                </a:solidFill>
                <a:latin typeface="Source Sans Pro Light"/>
              </a:defRPr>
            </a:lvl1pPr>
            <a:lvl2pPr>
              <a:defRPr sz="3000">
                <a:latin typeface="Source Sans Pro Light"/>
              </a:defRPr>
            </a:lvl2pPr>
            <a:lvl3pPr>
              <a:defRPr sz="3000">
                <a:latin typeface="Source Sans Pro Light"/>
              </a:defRPr>
            </a:lvl3pPr>
            <a:lvl4pPr>
              <a:defRPr sz="3000">
                <a:latin typeface="Source Sans Pro Light"/>
              </a:defRPr>
            </a:lvl4pPr>
            <a:lvl5pPr>
              <a:defRPr sz="3000">
                <a:latin typeface="Source Sans Pro Light"/>
              </a:defRPr>
            </a:lvl5pPr>
          </a:lstStyle>
          <a:p>
            <a:pPr lvl="0"/>
            <a:endParaRPr lang="en-US" dirty="0"/>
          </a:p>
        </p:txBody>
      </p:sp>
    </p:spTree>
    <p:extLst>
      <p:ext uri="{BB962C8B-B14F-4D97-AF65-F5344CB8AC3E}">
        <p14:creationId xmlns:p14="http://schemas.microsoft.com/office/powerpoint/2010/main" val="20039962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wipe(up)">
                                      <p:cBhvr>
                                        <p:cTn id="15" dur="500"/>
                                        <p:tgtEl>
                                          <p:spTgt spid="30"/>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wipe(left)">
                                      <p:cBhvr>
                                        <p:cTn id="23" dur="500"/>
                                        <p:tgtEl>
                                          <p:spTgt spid="21"/>
                                        </p:tgtEl>
                                      </p:cBhvr>
                                    </p:animEffect>
                                  </p:childTnLst>
                                </p:cTn>
                              </p:par>
                              <p:par>
                                <p:cTn id="24" presetID="22" presetClass="entr" presetSubtype="8" fill="hold" grpId="0" nodeType="withEffect" nodePh="1">
                                  <p:stCondLst>
                                    <p:cond delay="0"/>
                                  </p:stCondLst>
                                  <p:endCondLst>
                                    <p:cond evt="begin" delay="0">
                                      <p:tn val="24"/>
                                    </p:cond>
                                  </p:endCondLst>
                                  <p:childTnLst>
                                    <p:set>
                                      <p:cBhvr>
                                        <p:cTn id="25" dur="1" fill="hold">
                                          <p:stCondLst>
                                            <p:cond delay="0"/>
                                          </p:stCondLst>
                                        </p:cTn>
                                        <p:tgtEl>
                                          <p:spTgt spid="3">
                                            <p:txEl>
                                              <p:pRg st="0" end="0"/>
                                            </p:txEl>
                                          </p:spTgt>
                                        </p:tgtEl>
                                        <p:attrNameLst>
                                          <p:attrName>style.visibility</p:attrName>
                                        </p:attrNameLst>
                                      </p:cBhvr>
                                      <p:to>
                                        <p:strVal val="visible"/>
                                      </p:to>
                                    </p:set>
                                    <p:animEffect transition="in" filter="wipe(left)">
                                      <p:cBhvr>
                                        <p:cTn id="26" dur="500"/>
                                        <p:tgtEl>
                                          <p:spTgt spid="3">
                                            <p:txEl>
                                              <p:pRg st="0" end="0"/>
                                            </p:txEl>
                                          </p:spTgt>
                                        </p:tgtEl>
                                      </p:cBhvr>
                                    </p:animEffect>
                                  </p:childTnLst>
                                </p:cTn>
                              </p:par>
                            </p:childTnLst>
                          </p:cTn>
                        </p:par>
                        <p:par>
                          <p:cTn id="27" fill="hold">
                            <p:stCondLst>
                              <p:cond delay="2500"/>
                            </p:stCondLst>
                            <p:childTnLst>
                              <p:par>
                                <p:cTn id="28" presetID="9" presetClass="entr" presetSubtype="0" fill="hold" grpId="0" nodeType="afterEffect" nodePh="1">
                                  <p:stCondLst>
                                    <p:cond delay="0"/>
                                  </p:stCondLst>
                                  <p:endCondLst>
                                    <p:cond evt="begin" delay="0">
                                      <p:tn val="28"/>
                                    </p:cond>
                                  </p:endCondLst>
                                  <p:childTnLst>
                                    <p:set>
                                      <p:cBhvr>
                                        <p:cTn id="29" dur="1" fill="hold">
                                          <p:stCondLst>
                                            <p:cond delay="0"/>
                                          </p:stCondLst>
                                        </p:cTn>
                                        <p:tgtEl>
                                          <p:spTgt spid="9">
                                            <p:txEl>
                                              <p:pRg st="0" end="0"/>
                                            </p:txEl>
                                          </p:spTgt>
                                        </p:tgtEl>
                                        <p:attrNameLst>
                                          <p:attrName>style.visibility</p:attrName>
                                        </p:attrNameLst>
                                      </p:cBhvr>
                                      <p:to>
                                        <p:strVal val="visible"/>
                                      </p:to>
                                    </p:set>
                                    <p:animEffect transition="in" filter="dissolve">
                                      <p:cBhvr>
                                        <p:cTn id="30" dur="500"/>
                                        <p:tgtEl>
                                          <p:spTgt spid="9">
                                            <p:txEl>
                                              <p:pRg st="0" end="0"/>
                                            </p:txEl>
                                          </p:spTgt>
                                        </p:tgtEl>
                                      </p:cBhvr>
                                    </p:animEffect>
                                  </p:childTnLst>
                                </p:cTn>
                              </p:par>
                            </p:childTnLst>
                          </p:cTn>
                        </p:par>
                        <p:par>
                          <p:cTn id="31" fill="hold">
                            <p:stCondLst>
                              <p:cond delay="3000"/>
                            </p:stCondLst>
                            <p:childTnLst>
                              <p:par>
                                <p:cTn id="32" presetID="9" presetClass="entr" presetSubtype="0" fill="hold" grpId="0" nodeType="afterEffect" nodePh="1">
                                  <p:stCondLst>
                                    <p:cond delay="0"/>
                                  </p:stCondLst>
                                  <p:endCondLst>
                                    <p:cond evt="begin" delay="0">
                                      <p:tn val="32"/>
                                    </p:cond>
                                  </p:endCondLst>
                                  <p:childTnLst>
                                    <p:set>
                                      <p:cBhvr>
                                        <p:cTn id="33" dur="1" fill="hold">
                                          <p:stCondLst>
                                            <p:cond delay="0"/>
                                          </p:stCondLst>
                                        </p:cTn>
                                        <p:tgtEl>
                                          <p:spTgt spid="10">
                                            <p:txEl>
                                              <p:pRg st="0" end="0"/>
                                            </p:txEl>
                                          </p:spTgt>
                                        </p:tgtEl>
                                        <p:attrNameLst>
                                          <p:attrName>style.visibility</p:attrName>
                                        </p:attrNameLst>
                                      </p:cBhvr>
                                      <p:to>
                                        <p:strVal val="visible"/>
                                      </p:to>
                                    </p:set>
                                    <p:animEffect transition="in" filter="dissolve">
                                      <p:cBhvr>
                                        <p:cTn id="34" dur="500"/>
                                        <p:tgtEl>
                                          <p:spTgt spid="10">
                                            <p:txEl>
                                              <p:pRg st="0" end="0"/>
                                            </p:txEl>
                                          </p:spTgt>
                                        </p:tgtEl>
                                      </p:cBhvr>
                                    </p:animEffect>
                                  </p:childTnLst>
                                </p:cTn>
                              </p:par>
                            </p:childTnLst>
                          </p:cTn>
                        </p:par>
                        <p:par>
                          <p:cTn id="35" fill="hold">
                            <p:stCondLst>
                              <p:cond delay="3500"/>
                            </p:stCondLst>
                            <p:childTnLst>
                              <p:par>
                                <p:cTn id="36" presetID="22" presetClass="entr" presetSubtype="1" fill="hold" nodeType="after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wipe(up)">
                                      <p:cBhvr>
                                        <p:cTn id="38" dur="500"/>
                                        <p:tgtEl>
                                          <p:spTgt spid="27"/>
                                        </p:tgtEl>
                                      </p:cBhvr>
                                    </p:animEffect>
                                  </p:childTnLst>
                                </p:cTn>
                              </p:par>
                            </p:childTnLst>
                          </p:cTn>
                        </p:par>
                        <p:par>
                          <p:cTn id="39" fill="hold">
                            <p:stCondLst>
                              <p:cond delay="4000"/>
                            </p:stCondLst>
                            <p:childTnLst>
                              <p:par>
                                <p:cTn id="40" presetID="10" presetClass="entr" presetSubtype="0" fill="hold" grpId="0" nodeType="afterEffect" nodePh="1">
                                  <p:stCondLst>
                                    <p:cond delay="0"/>
                                  </p:stCondLst>
                                  <p:endCondLst>
                                    <p:cond evt="begin" delay="0">
                                      <p:tn val="40"/>
                                    </p:cond>
                                  </p:endCondLst>
                                  <p:childTnLst>
                                    <p:set>
                                      <p:cBhvr>
                                        <p:cTn id="41" dur="1" fill="hold">
                                          <p:stCondLst>
                                            <p:cond delay="0"/>
                                          </p:stCondLst>
                                        </p:cTn>
                                        <p:tgtEl>
                                          <p:spTgt spid="33"/>
                                        </p:tgtEl>
                                        <p:attrNameLst>
                                          <p:attrName>style.visibility</p:attrName>
                                        </p:attrNameLst>
                                      </p:cBhvr>
                                      <p:to>
                                        <p:strVal val="visible"/>
                                      </p:to>
                                    </p:set>
                                    <p:animEffect transition="in" filter="fade">
                                      <p:cBhvr>
                                        <p:cTn id="42" dur="500"/>
                                        <p:tgtEl>
                                          <p:spTgt spid="33"/>
                                        </p:tgtEl>
                                      </p:cBhvr>
                                    </p:animEffect>
                                  </p:childTnLst>
                                </p:cTn>
                              </p:par>
                            </p:childTnLst>
                          </p:cTn>
                        </p:par>
                        <p:par>
                          <p:cTn id="43" fill="hold">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wipe(left)">
                                      <p:cBhvr>
                                        <p:cTn id="46" dur="500"/>
                                        <p:tgtEl>
                                          <p:spTgt spid="18"/>
                                        </p:tgtEl>
                                      </p:cBhvr>
                                    </p:animEffect>
                                  </p:childTnLst>
                                </p:cTn>
                              </p:par>
                              <p:par>
                                <p:cTn id="47" presetID="22" presetClass="entr" presetSubtype="8" fill="hold" grpId="0" nodeType="withEffect" nodePh="1">
                                  <p:stCondLst>
                                    <p:cond delay="0"/>
                                  </p:stCondLst>
                                  <p:endCondLst>
                                    <p:cond evt="begin" delay="0">
                                      <p:tn val="47"/>
                                    </p:cond>
                                  </p:endCondLst>
                                  <p:childTnLst>
                                    <p:set>
                                      <p:cBhvr>
                                        <p:cTn id="48" dur="1" fill="hold">
                                          <p:stCondLst>
                                            <p:cond delay="0"/>
                                          </p:stCondLst>
                                        </p:cTn>
                                        <p:tgtEl>
                                          <p:spTgt spid="37">
                                            <p:txEl>
                                              <p:pRg st="0" end="0"/>
                                            </p:txEl>
                                          </p:spTgt>
                                        </p:tgtEl>
                                        <p:attrNameLst>
                                          <p:attrName>style.visibility</p:attrName>
                                        </p:attrNameLst>
                                      </p:cBhvr>
                                      <p:to>
                                        <p:strVal val="visible"/>
                                      </p:to>
                                    </p:set>
                                    <p:animEffect transition="in" filter="wipe(left)">
                                      <p:cBhvr>
                                        <p:cTn id="49" dur="500"/>
                                        <p:tgtEl>
                                          <p:spTgt spid="37">
                                            <p:txEl>
                                              <p:pRg st="0" end="0"/>
                                            </p:txEl>
                                          </p:spTgt>
                                        </p:tgtEl>
                                      </p:cBhvr>
                                    </p:animEffect>
                                  </p:childTnLst>
                                </p:cTn>
                              </p:par>
                            </p:childTnLst>
                          </p:cTn>
                        </p:par>
                        <p:par>
                          <p:cTn id="50" fill="hold">
                            <p:stCondLst>
                              <p:cond delay="5000"/>
                            </p:stCondLst>
                            <p:childTnLst>
                              <p:par>
                                <p:cTn id="51" presetID="9" presetClass="entr" presetSubtype="0" fill="hold" grpId="0" nodeType="afterEffect" nodePh="1">
                                  <p:stCondLst>
                                    <p:cond delay="0"/>
                                  </p:stCondLst>
                                  <p:endCondLst>
                                    <p:cond evt="begin" delay="0">
                                      <p:tn val="51"/>
                                    </p:cond>
                                  </p:endCondLst>
                                  <p:childTnLst>
                                    <p:set>
                                      <p:cBhvr>
                                        <p:cTn id="52" dur="1" fill="hold">
                                          <p:stCondLst>
                                            <p:cond delay="0"/>
                                          </p:stCondLst>
                                        </p:cTn>
                                        <p:tgtEl>
                                          <p:spTgt spid="69">
                                            <p:txEl>
                                              <p:pRg st="0" end="0"/>
                                            </p:txEl>
                                          </p:spTgt>
                                        </p:tgtEl>
                                        <p:attrNameLst>
                                          <p:attrName>style.visibility</p:attrName>
                                        </p:attrNameLst>
                                      </p:cBhvr>
                                      <p:to>
                                        <p:strVal val="visible"/>
                                      </p:to>
                                    </p:set>
                                    <p:animEffect transition="in" filter="dissolve">
                                      <p:cBhvr>
                                        <p:cTn id="53" dur="500"/>
                                        <p:tgtEl>
                                          <p:spTgt spid="69">
                                            <p:txEl>
                                              <p:pRg st="0" end="0"/>
                                            </p:txEl>
                                          </p:spTgt>
                                        </p:tgtEl>
                                      </p:cBhvr>
                                    </p:animEffect>
                                  </p:childTnLst>
                                </p:cTn>
                              </p:par>
                            </p:childTnLst>
                          </p:cTn>
                        </p:par>
                        <p:par>
                          <p:cTn id="54" fill="hold">
                            <p:stCondLst>
                              <p:cond delay="5500"/>
                            </p:stCondLst>
                            <p:childTnLst>
                              <p:par>
                                <p:cTn id="55" presetID="9" presetClass="entr" presetSubtype="0" fill="hold" grpId="0" nodeType="afterEffect" nodePh="1">
                                  <p:stCondLst>
                                    <p:cond delay="0"/>
                                  </p:stCondLst>
                                  <p:endCondLst>
                                    <p:cond evt="begin" delay="0">
                                      <p:tn val="55"/>
                                    </p:cond>
                                  </p:endCondLst>
                                  <p:childTnLst>
                                    <p:set>
                                      <p:cBhvr>
                                        <p:cTn id="56" dur="1" fill="hold">
                                          <p:stCondLst>
                                            <p:cond delay="0"/>
                                          </p:stCondLst>
                                        </p:cTn>
                                        <p:tgtEl>
                                          <p:spTgt spid="70">
                                            <p:txEl>
                                              <p:pRg st="0" end="0"/>
                                            </p:txEl>
                                          </p:spTgt>
                                        </p:tgtEl>
                                        <p:attrNameLst>
                                          <p:attrName>style.visibility</p:attrName>
                                        </p:attrNameLst>
                                      </p:cBhvr>
                                      <p:to>
                                        <p:strVal val="visible"/>
                                      </p:to>
                                    </p:set>
                                    <p:animEffect transition="in" filter="dissolve">
                                      <p:cBhvr>
                                        <p:cTn id="57" dur="500"/>
                                        <p:tgtEl>
                                          <p:spTgt spid="7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P spid="6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69"/>
                        </p:tgtEl>
                        <p:attrNameLst>
                          <p:attrName>style.visibility</p:attrName>
                        </p:attrNameLst>
                      </p:cBhvr>
                      <p:to>
                        <p:strVal val="visible"/>
                      </p:to>
                    </p:set>
                    <p:animEffect transition="in" filter="dissolve">
                      <p:cBhvr>
                        <p:cTn dur="500"/>
                        <p:tgtEl>
                          <p:spTgt spid="69"/>
                        </p:tgtEl>
                      </p:cBhvr>
                    </p:animEffect>
                  </p:childTnLst>
                </p:cTn>
              </p:par>
            </p:tnLst>
          </p:tmpl>
        </p:tmplLst>
      </p:bldP>
      <p:bldP spid="7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70"/>
                        </p:tgtEl>
                        <p:attrNameLst>
                          <p:attrName>style.visibility</p:attrName>
                        </p:attrNameLst>
                      </p:cBhvr>
                      <p:to>
                        <p:strVal val="visible"/>
                      </p:to>
                    </p:set>
                    <p:animEffect transition="in" filter="dissolve">
                      <p:cBhvr>
                        <p:cTn dur="500"/>
                        <p:tgtEl>
                          <p:spTgt spid="70"/>
                        </p:tgtEl>
                      </p:cBhvr>
                    </p:animEffect>
                  </p:childTnLst>
                </p:cTn>
              </p:par>
            </p:tnLst>
          </p:tmpl>
        </p:tmplLst>
      </p:bldP>
      <p:bldP spid="33" grpId="0"/>
      <p:bldP spid="3" grpId="0" build="p">
        <p:tmplLst>
          <p:tmpl lvl="1">
            <p:tnLst>
              <p:par>
                <p:cTn presetID="22" presetClass="entr" presetSubtype="8" fill="hold" nodeType="withEffect" nodePh="1">
                  <p:stCondLst>
                    <p:cond delay="0"/>
                  </p:stCondLst>
                  <p:endCondLst>
                    <p:cond delay="0"/>
                  </p:endCondLst>
                  <p:childTnLst>
                    <p:set>
                      <p:cBhvr>
                        <p:cTn dur="1" fill="hold">
                          <p:stCondLst>
                            <p:cond delay="0"/>
                          </p:stCondLst>
                        </p:cTn>
                        <p:tgtEl>
                          <p:spTgt spid="3"/>
                        </p:tgtEl>
                        <p:attrNameLst>
                          <p:attrName>style.visibility</p:attrName>
                        </p:attrNameLst>
                      </p:cBhvr>
                      <p:to>
                        <p:strVal val="visible"/>
                      </p:to>
                    </p:set>
                    <p:animEffect transition="in" filter="wipe(left)">
                      <p:cBhvr>
                        <p:cTn dur="500"/>
                        <p:tgtEl>
                          <p:spTgt spid="3"/>
                        </p:tgtEl>
                      </p:cBhvr>
                    </p:animEffect>
                  </p:childTnLst>
                </p:cTn>
              </p:par>
            </p:tnLst>
          </p:tmpl>
        </p:tmplLst>
      </p:bldP>
      <p:bldP spid="37" grpId="0" build="p">
        <p:tmplLst>
          <p:tmpl lvl="1">
            <p:tnLst>
              <p:par>
                <p:cTn presetID="22" presetClass="entr" presetSubtype="8" fill="hold" nodeType="with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Lst>
  </p:timing>
</p:sldLayout>
</file>

<file path=ppt/slideLayouts/slideLayout349.xml><?xml version="1.0" encoding="utf-8"?>
<p:sldLayout xmlns:a="http://schemas.openxmlformats.org/drawingml/2006/main" xmlns:r="http://schemas.openxmlformats.org/officeDocument/2006/relationships" xmlns:p="http://schemas.openxmlformats.org/presentationml/2006/main" userDrawn="1">
  <p:cSld name="25_Title Slide">
    <p:spTree>
      <p:nvGrpSpPr>
        <p:cNvPr id="1" name=""/>
        <p:cNvGrpSpPr/>
        <p:nvPr/>
      </p:nvGrpSpPr>
      <p:grpSpPr>
        <a:xfrm>
          <a:off x="0" y="0"/>
          <a:ext cx="0" cy="0"/>
          <a:chOff x="0" y="0"/>
          <a:chExt cx="0" cy="0"/>
        </a:xfrm>
      </p:grpSpPr>
      <p:grpSp>
        <p:nvGrpSpPr>
          <p:cNvPr id="68" name="Group 67"/>
          <p:cNvGrpSpPr/>
          <p:nvPr userDrawn="1"/>
        </p:nvGrpSpPr>
        <p:grpSpPr>
          <a:xfrm>
            <a:off x="1624758" y="1301630"/>
            <a:ext cx="2260866" cy="4444878"/>
            <a:chOff x="983432" y="329743"/>
            <a:chExt cx="2747755" cy="5403513"/>
          </a:xfrm>
        </p:grpSpPr>
        <p:grpSp>
          <p:nvGrpSpPr>
            <p:cNvPr id="69" name="Group 68"/>
            <p:cNvGrpSpPr/>
            <p:nvPr/>
          </p:nvGrpSpPr>
          <p:grpSpPr>
            <a:xfrm>
              <a:off x="983432" y="329743"/>
              <a:ext cx="2747755" cy="5403513"/>
              <a:chOff x="10007600" y="6019800"/>
              <a:chExt cx="3363917" cy="7113589"/>
            </a:xfrm>
          </p:grpSpPr>
          <p:sp>
            <p:nvSpPr>
              <p:cNvPr id="71" name="AutoShape 12"/>
              <p:cNvSpPr>
                <a:spLocks/>
              </p:cNvSpPr>
              <p:nvPr/>
            </p:nvSpPr>
            <p:spPr bwMode="auto">
              <a:xfrm>
                <a:off x="12496800" y="6019800"/>
                <a:ext cx="427038" cy="571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600"/>
                    </a:moveTo>
                    <a:lnTo>
                      <a:pt x="0" y="21600"/>
                    </a:lnTo>
                    <a:lnTo>
                      <a:pt x="0" y="0"/>
                    </a:lnTo>
                    <a:lnTo>
                      <a:pt x="21599" y="0"/>
                    </a:lnTo>
                    <a:cubicBezTo>
                      <a:pt x="21599" y="0"/>
                      <a:pt x="21599" y="21600"/>
                      <a:pt x="21599" y="21600"/>
                    </a:cubicBezTo>
                    <a:close/>
                  </a:path>
                </a:pathLst>
              </a:custGeom>
              <a:solidFill>
                <a:schemeClr val="bg1">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2" name="AutoShape 13"/>
              <p:cNvSpPr>
                <a:spLocks/>
              </p:cNvSpPr>
              <p:nvPr/>
            </p:nvSpPr>
            <p:spPr bwMode="auto">
              <a:xfrm>
                <a:off x="10007600" y="7658100"/>
                <a:ext cx="44450" cy="2428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600"/>
                    </a:moveTo>
                    <a:lnTo>
                      <a:pt x="0" y="21600"/>
                    </a:lnTo>
                    <a:lnTo>
                      <a:pt x="0" y="0"/>
                    </a:lnTo>
                    <a:lnTo>
                      <a:pt x="21599" y="0"/>
                    </a:lnTo>
                    <a:cubicBezTo>
                      <a:pt x="21599" y="0"/>
                      <a:pt x="21599" y="21600"/>
                      <a:pt x="21599" y="21600"/>
                    </a:cubicBezTo>
                    <a:close/>
                  </a:path>
                </a:pathLst>
              </a:custGeom>
              <a:solidFill>
                <a:schemeClr val="bg1">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3" name="AutoShape 14"/>
              <p:cNvSpPr>
                <a:spLocks/>
              </p:cNvSpPr>
              <p:nvPr/>
            </p:nvSpPr>
            <p:spPr bwMode="auto">
              <a:xfrm>
                <a:off x="10007600" y="7366000"/>
                <a:ext cx="44450" cy="2428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599"/>
                    </a:moveTo>
                    <a:lnTo>
                      <a:pt x="0" y="21599"/>
                    </a:lnTo>
                    <a:lnTo>
                      <a:pt x="0" y="0"/>
                    </a:lnTo>
                    <a:lnTo>
                      <a:pt x="21599" y="0"/>
                    </a:lnTo>
                    <a:cubicBezTo>
                      <a:pt x="21599" y="0"/>
                      <a:pt x="21599" y="21599"/>
                      <a:pt x="21599" y="21599"/>
                    </a:cubicBezTo>
                    <a:close/>
                  </a:path>
                </a:pathLst>
              </a:custGeom>
              <a:solidFill>
                <a:schemeClr val="bg1">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4" name="AutoShape 15"/>
              <p:cNvSpPr>
                <a:spLocks/>
              </p:cNvSpPr>
              <p:nvPr/>
            </p:nvSpPr>
            <p:spPr bwMode="auto">
              <a:xfrm>
                <a:off x="10007600" y="7073900"/>
                <a:ext cx="44450" cy="219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599"/>
                    </a:moveTo>
                    <a:lnTo>
                      <a:pt x="0" y="21599"/>
                    </a:lnTo>
                    <a:lnTo>
                      <a:pt x="0" y="0"/>
                    </a:lnTo>
                    <a:lnTo>
                      <a:pt x="21599" y="0"/>
                    </a:lnTo>
                    <a:cubicBezTo>
                      <a:pt x="21599" y="0"/>
                      <a:pt x="21599" y="21599"/>
                      <a:pt x="21599" y="21599"/>
                    </a:cubicBezTo>
                    <a:close/>
                  </a:path>
                </a:pathLst>
              </a:custGeom>
              <a:solidFill>
                <a:schemeClr val="bg1">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5" name="AutoShape 16"/>
              <p:cNvSpPr>
                <a:spLocks/>
              </p:cNvSpPr>
              <p:nvPr/>
            </p:nvSpPr>
            <p:spPr bwMode="auto">
              <a:xfrm>
                <a:off x="10058403" y="6070600"/>
                <a:ext cx="3313114" cy="7062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20267"/>
                    </a:moveTo>
                    <a:cubicBezTo>
                      <a:pt x="21600" y="20922"/>
                      <a:pt x="21126" y="21599"/>
                      <a:pt x="18834" y="21599"/>
                    </a:cubicBezTo>
                    <a:lnTo>
                      <a:pt x="3537" y="21599"/>
                    </a:lnTo>
                    <a:cubicBezTo>
                      <a:pt x="1644" y="21599"/>
                      <a:pt x="0" y="21272"/>
                      <a:pt x="0" y="20220"/>
                    </a:cubicBezTo>
                    <a:lnTo>
                      <a:pt x="0" y="1402"/>
                    </a:lnTo>
                    <a:cubicBezTo>
                      <a:pt x="0" y="514"/>
                      <a:pt x="1843" y="0"/>
                      <a:pt x="3438" y="0"/>
                    </a:cubicBezTo>
                    <a:lnTo>
                      <a:pt x="18286" y="0"/>
                    </a:lnTo>
                    <a:cubicBezTo>
                      <a:pt x="20130" y="0"/>
                      <a:pt x="21600" y="467"/>
                      <a:pt x="21600" y="1355"/>
                    </a:cubicBezTo>
                    <a:cubicBezTo>
                      <a:pt x="21600" y="1355"/>
                      <a:pt x="21600" y="20267"/>
                      <a:pt x="21600" y="20267"/>
                    </a:cubicBezTo>
                    <a:close/>
                  </a:path>
                </a:pathLst>
              </a:custGeom>
              <a:solidFill>
                <a:schemeClr val="tx1">
                  <a:lumMod val="65000"/>
                  <a:lumOff val="35000"/>
                </a:schemeClr>
              </a:solidFill>
              <a:ln w="38100" cap="flat" cmpd="sng">
                <a:solidFill>
                  <a:schemeClr val="bg1">
                    <a:lumMod val="75000"/>
                  </a:schemeClr>
                </a:solidFill>
                <a:prstDash val="solid"/>
                <a:miter lim="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6" name="AutoShape 18"/>
              <p:cNvSpPr>
                <a:spLocks/>
              </p:cNvSpPr>
              <p:nvPr/>
            </p:nvSpPr>
            <p:spPr bwMode="auto">
              <a:xfrm>
                <a:off x="11455400" y="12382500"/>
                <a:ext cx="542925" cy="5429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799"/>
                    </a:moveTo>
                    <a:cubicBezTo>
                      <a:pt x="21600" y="16763"/>
                      <a:pt x="16764" y="21599"/>
                      <a:pt x="10799" y="21599"/>
                    </a:cubicBezTo>
                    <a:cubicBezTo>
                      <a:pt x="4834" y="21599"/>
                      <a:pt x="0" y="16763"/>
                      <a:pt x="0" y="10799"/>
                    </a:cubicBezTo>
                    <a:cubicBezTo>
                      <a:pt x="0" y="4835"/>
                      <a:pt x="4834" y="0"/>
                      <a:pt x="10799" y="0"/>
                    </a:cubicBezTo>
                    <a:cubicBezTo>
                      <a:pt x="16764" y="0"/>
                      <a:pt x="21600" y="4835"/>
                      <a:pt x="21600" y="10799"/>
                    </a:cubicBezTo>
                    <a:close/>
                  </a:path>
                </a:pathLst>
              </a:custGeom>
              <a:solidFill>
                <a:srgbClr val="484849"/>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7" name="AutoShape 19"/>
              <p:cNvSpPr>
                <a:spLocks/>
              </p:cNvSpPr>
              <p:nvPr/>
            </p:nvSpPr>
            <p:spPr bwMode="auto">
              <a:xfrm>
                <a:off x="11442700" y="12649200"/>
                <a:ext cx="552450" cy="2714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0"/>
                    </a:moveTo>
                    <a:cubicBezTo>
                      <a:pt x="21600" y="11928"/>
                      <a:pt x="16671" y="21600"/>
                      <a:pt x="10806" y="21600"/>
                    </a:cubicBezTo>
                    <a:cubicBezTo>
                      <a:pt x="4942" y="21600"/>
                      <a:pt x="0" y="11928"/>
                      <a:pt x="0" y="0"/>
                    </a:cubicBezTo>
                    <a:cubicBezTo>
                      <a:pt x="9268" y="7540"/>
                      <a:pt x="13298" y="7288"/>
                      <a:pt x="21600" y="0"/>
                    </a:cubicBezTo>
                    <a:close/>
                  </a:path>
                </a:pathLst>
              </a:custGeom>
              <a:solidFill>
                <a:srgbClr val="232323">
                  <a:alpha val="29999"/>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78" name="AutoShape 20"/>
              <p:cNvSpPr>
                <a:spLocks/>
              </p:cNvSpPr>
              <p:nvPr/>
            </p:nvSpPr>
            <p:spPr bwMode="auto">
              <a:xfrm>
                <a:off x="11633200" y="12585700"/>
                <a:ext cx="176213" cy="1762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599"/>
                    </a:moveTo>
                    <a:lnTo>
                      <a:pt x="0" y="21599"/>
                    </a:lnTo>
                    <a:lnTo>
                      <a:pt x="0" y="0"/>
                    </a:lnTo>
                    <a:lnTo>
                      <a:pt x="21599" y="0"/>
                    </a:lnTo>
                    <a:cubicBezTo>
                      <a:pt x="21599" y="0"/>
                      <a:pt x="21599" y="21599"/>
                      <a:pt x="21599" y="21599"/>
                    </a:cubicBezTo>
                    <a:close/>
                  </a:path>
                </a:pathLst>
              </a:custGeom>
              <a:noFill/>
              <a:ln w="12700" cap="flat" cmpd="sng">
                <a:solidFill>
                  <a:srgbClr val="929292"/>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C0C0C0"/>
                    </a:outerShdw>
                  </a:effectLst>
                </a:endParaRPr>
              </a:p>
            </p:txBody>
          </p:sp>
          <p:sp>
            <p:nvSpPr>
              <p:cNvPr id="79" name="AutoShape 21"/>
              <p:cNvSpPr>
                <a:spLocks/>
              </p:cNvSpPr>
              <p:nvPr/>
            </p:nvSpPr>
            <p:spPr bwMode="auto">
              <a:xfrm>
                <a:off x="11684000" y="6350000"/>
                <a:ext cx="79375" cy="793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10798"/>
                    </a:moveTo>
                    <a:cubicBezTo>
                      <a:pt x="21599" y="16761"/>
                      <a:pt x="16768" y="21599"/>
                      <a:pt x="10801" y="21599"/>
                    </a:cubicBezTo>
                    <a:cubicBezTo>
                      <a:pt x="4835" y="21599"/>
                      <a:pt x="0" y="16761"/>
                      <a:pt x="0" y="10798"/>
                    </a:cubicBezTo>
                    <a:cubicBezTo>
                      <a:pt x="0" y="4835"/>
                      <a:pt x="4835" y="0"/>
                      <a:pt x="10801" y="0"/>
                    </a:cubicBezTo>
                    <a:cubicBezTo>
                      <a:pt x="16768" y="0"/>
                      <a:pt x="21599" y="4835"/>
                      <a:pt x="21599" y="10798"/>
                    </a:cubicBezTo>
                    <a:close/>
                  </a:path>
                </a:pathLst>
              </a:custGeom>
              <a:solidFill>
                <a:srgbClr val="232323"/>
              </a:solidFill>
              <a:ln w="12700" cap="flat" cmpd="sng">
                <a:solidFill>
                  <a:srgbClr val="232323"/>
                </a:solidFill>
                <a:prstDash val="solid"/>
                <a:miter lim="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80" name="AutoShape 22"/>
              <p:cNvSpPr>
                <a:spLocks/>
              </p:cNvSpPr>
              <p:nvPr/>
            </p:nvSpPr>
            <p:spPr bwMode="auto">
              <a:xfrm>
                <a:off x="11417300" y="6616700"/>
                <a:ext cx="595313" cy="1031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2"/>
                    </a:moveTo>
                    <a:cubicBezTo>
                      <a:pt x="21600" y="16757"/>
                      <a:pt x="20762" y="21600"/>
                      <a:pt x="19730" y="21600"/>
                    </a:cubicBezTo>
                    <a:lnTo>
                      <a:pt x="1869" y="21600"/>
                    </a:lnTo>
                    <a:cubicBezTo>
                      <a:pt x="836" y="21600"/>
                      <a:pt x="0" y="16757"/>
                      <a:pt x="0" y="10802"/>
                    </a:cubicBezTo>
                    <a:cubicBezTo>
                      <a:pt x="0" y="4842"/>
                      <a:pt x="836" y="0"/>
                      <a:pt x="1869" y="0"/>
                    </a:cubicBezTo>
                    <a:lnTo>
                      <a:pt x="19730" y="0"/>
                    </a:lnTo>
                    <a:cubicBezTo>
                      <a:pt x="20762" y="0"/>
                      <a:pt x="21600" y="4842"/>
                      <a:pt x="21600" y="10802"/>
                    </a:cubicBezTo>
                    <a:cubicBezTo>
                      <a:pt x="21600" y="10802"/>
                      <a:pt x="21600" y="10802"/>
                      <a:pt x="21600" y="10802"/>
                    </a:cubicBezTo>
                    <a:close/>
                  </a:path>
                </a:pathLst>
              </a:custGeom>
              <a:solidFill>
                <a:srgbClr val="232323"/>
              </a:solidFill>
              <a:ln w="12700" cap="flat" cmpd="sng">
                <a:solidFill>
                  <a:srgbClr val="232323"/>
                </a:solidFill>
                <a:prstDash val="solid"/>
                <a:miter lim="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sp>
            <p:nvSpPr>
              <p:cNvPr id="81" name="AutoShape 17"/>
              <p:cNvSpPr>
                <a:spLocks/>
              </p:cNvSpPr>
              <p:nvPr/>
            </p:nvSpPr>
            <p:spPr bwMode="auto">
              <a:xfrm>
                <a:off x="10070492" y="6070600"/>
                <a:ext cx="3298826" cy="704532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0254"/>
                    </a:moveTo>
                    <a:cubicBezTo>
                      <a:pt x="21599" y="20909"/>
                      <a:pt x="21187" y="21600"/>
                      <a:pt x="18888" y="21600"/>
                    </a:cubicBezTo>
                    <a:lnTo>
                      <a:pt x="3547" y="21600"/>
                    </a:lnTo>
                    <a:cubicBezTo>
                      <a:pt x="1648" y="21600"/>
                      <a:pt x="0" y="21272"/>
                      <a:pt x="0" y="20220"/>
                    </a:cubicBezTo>
                    <a:lnTo>
                      <a:pt x="0" y="1402"/>
                    </a:lnTo>
                    <a:cubicBezTo>
                      <a:pt x="0" y="514"/>
                      <a:pt x="1848" y="0"/>
                      <a:pt x="3447" y="0"/>
                    </a:cubicBezTo>
                    <a:lnTo>
                      <a:pt x="6821" y="0"/>
                    </a:lnTo>
                    <a:cubicBezTo>
                      <a:pt x="6821" y="0"/>
                      <a:pt x="21599" y="20254"/>
                      <a:pt x="21599" y="20254"/>
                    </a:cubicBezTo>
                    <a:close/>
                  </a:path>
                </a:pathLst>
              </a:custGeom>
              <a:solidFill>
                <a:srgbClr val="424242">
                  <a:alpha val="23000"/>
                </a:srgbClr>
              </a:solidFill>
              <a:ln>
                <a:noFill/>
              </a:ln>
              <a:effectLs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fontAlgn="auto">
                  <a:spcBef>
                    <a:spcPts val="0"/>
                  </a:spcBef>
                  <a:spcAft>
                    <a:spcPts val="0"/>
                  </a:spcAft>
                  <a:defRPr/>
                </a:pPr>
                <a:endParaRPr lang="en-US" sz="3000" smtClean="0">
                  <a:solidFill>
                    <a:srgbClr val="FFFFFF"/>
                  </a:solidFill>
                  <a:effectLst>
                    <a:outerShdw blurRad="38100" dist="38100" dir="2700000" algn="tl">
                      <a:srgbClr val="000000"/>
                    </a:outerShdw>
                  </a:effectLst>
                </a:endParaRPr>
              </a:p>
            </p:txBody>
          </p:sp>
        </p:grpSp>
        <p:sp>
          <p:nvSpPr>
            <p:cNvPr id="70" name="Rectangle 69"/>
            <p:cNvSpPr/>
            <p:nvPr/>
          </p:nvSpPr>
          <p:spPr>
            <a:xfrm>
              <a:off x="1161051" y="956363"/>
              <a:ext cx="2448272" cy="3891009"/>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vi-VN">
                <a:solidFill>
                  <a:prstClr val="white"/>
                </a:solidFill>
              </a:endParaRPr>
            </a:p>
          </p:txBody>
        </p:sp>
      </p:grpSp>
      <p:sp>
        <p:nvSpPr>
          <p:cNvPr id="21" name="Text Placeholder 17"/>
          <p:cNvSpPr>
            <a:spLocks noGrp="1"/>
          </p:cNvSpPr>
          <p:nvPr>
            <p:ph type="body" sz="quarter" idx="36" hasCustomPrompt="1"/>
          </p:nvPr>
        </p:nvSpPr>
        <p:spPr>
          <a:xfrm>
            <a:off x="7886477" y="2497707"/>
            <a:ext cx="2516480" cy="721552"/>
          </a:xfrm>
        </p:spPr>
        <p:txBody>
          <a:bodyPr lIns="0" tIns="0" rIns="0" bIns="0" anchor="t">
            <a:normAutofit/>
          </a:bodyPr>
          <a:lstStyle>
            <a:lvl1pPr marL="0" indent="0" algn="l">
              <a:lnSpc>
                <a:spcPts val="1700"/>
              </a:lnSpc>
              <a:buNone/>
              <a:defRPr sz="1200">
                <a:solidFill>
                  <a:schemeClr val="tx2"/>
                </a:solidFill>
              </a:defRPr>
            </a:lvl1pPr>
          </a:lstStyle>
          <a:p>
            <a:pPr lvl="0"/>
            <a:r>
              <a:rPr lang="id-ID" dirty="0" smtClean="0"/>
              <a:t>Click to edit Master text  styles lorem ipsum dolor sit amet aleh pue h om alah hai meutuwah ka abeh cara pen</a:t>
            </a:r>
          </a:p>
        </p:txBody>
      </p:sp>
      <p:sp>
        <p:nvSpPr>
          <p:cNvPr id="15" name="Text Placeholder 17"/>
          <p:cNvSpPr>
            <a:spLocks noGrp="1"/>
          </p:cNvSpPr>
          <p:nvPr>
            <p:ph type="body" sz="quarter" idx="39" hasCustomPrompt="1"/>
          </p:nvPr>
        </p:nvSpPr>
        <p:spPr>
          <a:xfrm>
            <a:off x="8413751" y="2046263"/>
            <a:ext cx="1887607" cy="303488"/>
          </a:xfrm>
        </p:spPr>
        <p:txBody>
          <a:bodyPr lIns="0" tIns="0" rIns="0" bIns="0" anchor="ctr">
            <a:normAutofit/>
          </a:bodyPr>
          <a:lstStyle>
            <a:lvl1pPr marL="0" indent="0" algn="l">
              <a:lnSpc>
                <a:spcPts val="1700"/>
              </a:lnSpc>
              <a:buNone/>
              <a:defRPr sz="1600" b="1">
                <a:solidFill>
                  <a:schemeClr val="bg1"/>
                </a:solidFill>
              </a:defRPr>
            </a:lvl1pPr>
          </a:lstStyle>
          <a:p>
            <a:pPr lvl="0"/>
            <a:r>
              <a:rPr lang="id-ID" dirty="0" smtClean="0"/>
              <a:t>Info Portofolio</a:t>
            </a:r>
          </a:p>
        </p:txBody>
      </p:sp>
      <p:sp>
        <p:nvSpPr>
          <p:cNvPr id="20" name="Shape 1716"/>
          <p:cNvSpPr/>
          <p:nvPr/>
        </p:nvSpPr>
        <p:spPr>
          <a:xfrm>
            <a:off x="6822922" y="2030691"/>
            <a:ext cx="346346" cy="346346"/>
          </a:xfrm>
          <a:prstGeom prst="rect">
            <a:avLst/>
          </a:prstGeom>
          <a:solidFill>
            <a:schemeClr val="accent1"/>
          </a:solidFill>
          <a:ln w="12700" cap="flat">
            <a:noFill/>
            <a:miter lim="400000"/>
          </a:ln>
          <a:effectLst/>
        </p:spPr>
        <p:txBody>
          <a:bodyPr wrap="square" lIns="50800" tIns="50800" rIns="50800" bIns="50800"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sp>
        <p:nvSpPr>
          <p:cNvPr id="22" name="Shape 1934"/>
          <p:cNvSpPr/>
          <p:nvPr/>
        </p:nvSpPr>
        <p:spPr>
          <a:xfrm>
            <a:off x="6913248" y="2071029"/>
            <a:ext cx="288013" cy="302101"/>
          </a:xfrm>
          <a:custGeom>
            <a:avLst/>
            <a:gdLst/>
            <a:ahLst/>
            <a:cxnLst>
              <a:cxn ang="0">
                <a:pos x="wd2" y="hd2"/>
              </a:cxn>
              <a:cxn ang="5400000">
                <a:pos x="wd2" y="hd2"/>
              </a:cxn>
              <a:cxn ang="10800000">
                <a:pos x="wd2" y="hd2"/>
              </a:cxn>
              <a:cxn ang="16200000">
                <a:pos x="wd2" y="hd2"/>
              </a:cxn>
            </a:cxnLst>
            <a:rect l="0" t="0" r="r" b="b"/>
            <a:pathLst>
              <a:path w="21004" h="21302" extrusionOk="0">
                <a:moveTo>
                  <a:pt x="7816" y="21302"/>
                </a:moveTo>
                <a:cubicBezTo>
                  <a:pt x="7132" y="21302"/>
                  <a:pt x="6483" y="20993"/>
                  <a:pt x="6068" y="20461"/>
                </a:cubicBezTo>
                <a:lnTo>
                  <a:pt x="445" y="13277"/>
                </a:lnTo>
                <a:cubicBezTo>
                  <a:pt x="-287" y="12344"/>
                  <a:pt x="-97" y="11016"/>
                  <a:pt x="870" y="10308"/>
                </a:cubicBezTo>
                <a:cubicBezTo>
                  <a:pt x="1838" y="9597"/>
                  <a:pt x="3211" y="9785"/>
                  <a:pt x="3943" y="10719"/>
                </a:cubicBezTo>
                <a:lnTo>
                  <a:pt x="7643" y="15442"/>
                </a:lnTo>
                <a:lnTo>
                  <a:pt x="16946" y="999"/>
                </a:lnTo>
                <a:cubicBezTo>
                  <a:pt x="17586" y="6"/>
                  <a:pt x="18940" y="-298"/>
                  <a:pt x="19969" y="321"/>
                </a:cubicBezTo>
                <a:cubicBezTo>
                  <a:pt x="20997" y="939"/>
                  <a:pt x="21313" y="2248"/>
                  <a:pt x="20671" y="3243"/>
                </a:cubicBezTo>
                <a:lnTo>
                  <a:pt x="9680" y="20301"/>
                </a:lnTo>
                <a:cubicBezTo>
                  <a:pt x="9299" y="20896"/>
                  <a:pt x="8639" y="21267"/>
                  <a:pt x="7917" y="21299"/>
                </a:cubicBezTo>
                <a:cubicBezTo>
                  <a:pt x="7882" y="21302"/>
                  <a:pt x="7851" y="21302"/>
                  <a:pt x="7816" y="21302"/>
                </a:cubicBezTo>
                <a:close/>
              </a:path>
            </a:pathLst>
          </a:custGeom>
          <a:solidFill>
            <a:srgbClr val="FFFFFF"/>
          </a:solidFill>
          <a:ln w="12700" cap="flat">
            <a:noFill/>
            <a:miter lim="400000"/>
          </a:ln>
          <a:effectLst/>
        </p:spPr>
        <p:txBody>
          <a:bodyPr wrap="square" lIns="43656" tIns="43656" rIns="43656" bIns="43656"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grpSp>
        <p:nvGrpSpPr>
          <p:cNvPr id="3" name="Group 23"/>
          <p:cNvGrpSpPr/>
          <p:nvPr userDrawn="1"/>
        </p:nvGrpSpPr>
        <p:grpSpPr>
          <a:xfrm>
            <a:off x="6822922" y="3520887"/>
            <a:ext cx="378340" cy="346346"/>
            <a:chOff x="1166868" y="2106605"/>
            <a:chExt cx="780242" cy="714264"/>
          </a:xfrm>
        </p:grpSpPr>
        <p:sp>
          <p:nvSpPr>
            <p:cNvPr id="25" name="Shape 1716"/>
            <p:cNvSpPr/>
            <p:nvPr/>
          </p:nvSpPr>
          <p:spPr>
            <a:xfrm>
              <a:off x="1166868" y="2106605"/>
              <a:ext cx="714263" cy="714264"/>
            </a:xfrm>
            <a:prstGeom prst="rect">
              <a:avLst/>
            </a:prstGeom>
            <a:solidFill>
              <a:schemeClr val="accent3"/>
            </a:solidFill>
            <a:ln w="12700" cap="flat">
              <a:noFill/>
              <a:miter lim="400000"/>
            </a:ln>
            <a:effectLst/>
          </p:spPr>
          <p:txBody>
            <a:bodyPr wrap="square" lIns="50800" tIns="50800" rIns="50800" bIns="50800"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sp>
          <p:nvSpPr>
            <p:cNvPr id="26" name="Shape 1934"/>
            <p:cNvSpPr/>
            <p:nvPr/>
          </p:nvSpPr>
          <p:spPr>
            <a:xfrm>
              <a:off x="1353147" y="2189791"/>
              <a:ext cx="593963" cy="623019"/>
            </a:xfrm>
            <a:custGeom>
              <a:avLst/>
              <a:gdLst/>
              <a:ahLst/>
              <a:cxnLst>
                <a:cxn ang="0">
                  <a:pos x="wd2" y="hd2"/>
                </a:cxn>
                <a:cxn ang="5400000">
                  <a:pos x="wd2" y="hd2"/>
                </a:cxn>
                <a:cxn ang="10800000">
                  <a:pos x="wd2" y="hd2"/>
                </a:cxn>
                <a:cxn ang="16200000">
                  <a:pos x="wd2" y="hd2"/>
                </a:cxn>
              </a:cxnLst>
              <a:rect l="0" t="0" r="r" b="b"/>
              <a:pathLst>
                <a:path w="21004" h="21302" extrusionOk="0">
                  <a:moveTo>
                    <a:pt x="7816" y="21302"/>
                  </a:moveTo>
                  <a:cubicBezTo>
                    <a:pt x="7132" y="21302"/>
                    <a:pt x="6483" y="20993"/>
                    <a:pt x="6068" y="20461"/>
                  </a:cubicBezTo>
                  <a:lnTo>
                    <a:pt x="445" y="13277"/>
                  </a:lnTo>
                  <a:cubicBezTo>
                    <a:pt x="-287" y="12344"/>
                    <a:pt x="-97" y="11016"/>
                    <a:pt x="870" y="10308"/>
                  </a:cubicBezTo>
                  <a:cubicBezTo>
                    <a:pt x="1838" y="9597"/>
                    <a:pt x="3211" y="9785"/>
                    <a:pt x="3943" y="10719"/>
                  </a:cubicBezTo>
                  <a:lnTo>
                    <a:pt x="7643" y="15442"/>
                  </a:lnTo>
                  <a:lnTo>
                    <a:pt x="16946" y="999"/>
                  </a:lnTo>
                  <a:cubicBezTo>
                    <a:pt x="17586" y="6"/>
                    <a:pt x="18940" y="-298"/>
                    <a:pt x="19969" y="321"/>
                  </a:cubicBezTo>
                  <a:cubicBezTo>
                    <a:pt x="20997" y="939"/>
                    <a:pt x="21313" y="2248"/>
                    <a:pt x="20671" y="3243"/>
                  </a:cubicBezTo>
                  <a:lnTo>
                    <a:pt x="9680" y="20301"/>
                  </a:lnTo>
                  <a:cubicBezTo>
                    <a:pt x="9299" y="20896"/>
                    <a:pt x="8639" y="21267"/>
                    <a:pt x="7917" y="21299"/>
                  </a:cubicBezTo>
                  <a:cubicBezTo>
                    <a:pt x="7882" y="21302"/>
                    <a:pt x="7851" y="21302"/>
                    <a:pt x="7816" y="21302"/>
                  </a:cubicBezTo>
                  <a:close/>
                </a:path>
              </a:pathLst>
            </a:custGeom>
            <a:solidFill>
              <a:srgbClr val="FFFFFF"/>
            </a:solidFill>
            <a:ln w="12700" cap="flat">
              <a:noFill/>
              <a:miter lim="400000"/>
            </a:ln>
            <a:effectLst/>
          </p:spPr>
          <p:txBody>
            <a:bodyPr wrap="square" lIns="43656" tIns="43656" rIns="43656" bIns="43656"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grpSp>
      <p:sp>
        <p:nvSpPr>
          <p:cNvPr id="28" name="Shape 1716"/>
          <p:cNvSpPr/>
          <p:nvPr/>
        </p:nvSpPr>
        <p:spPr>
          <a:xfrm>
            <a:off x="7886477" y="2030691"/>
            <a:ext cx="346346" cy="346346"/>
          </a:xfrm>
          <a:prstGeom prst="rect">
            <a:avLst/>
          </a:prstGeom>
          <a:solidFill>
            <a:schemeClr val="accent6"/>
          </a:solidFill>
          <a:ln w="12700" cap="flat">
            <a:noFill/>
            <a:miter lim="400000"/>
          </a:ln>
          <a:effectLst/>
        </p:spPr>
        <p:txBody>
          <a:bodyPr wrap="square" lIns="50800" tIns="50800" rIns="50800" bIns="50800"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sp>
        <p:nvSpPr>
          <p:cNvPr id="29" name="Shape 1934"/>
          <p:cNvSpPr/>
          <p:nvPr/>
        </p:nvSpPr>
        <p:spPr>
          <a:xfrm>
            <a:off x="7976803" y="2071029"/>
            <a:ext cx="288013" cy="302101"/>
          </a:xfrm>
          <a:custGeom>
            <a:avLst/>
            <a:gdLst/>
            <a:ahLst/>
            <a:cxnLst>
              <a:cxn ang="0">
                <a:pos x="wd2" y="hd2"/>
              </a:cxn>
              <a:cxn ang="5400000">
                <a:pos x="wd2" y="hd2"/>
              </a:cxn>
              <a:cxn ang="10800000">
                <a:pos x="wd2" y="hd2"/>
              </a:cxn>
              <a:cxn ang="16200000">
                <a:pos x="wd2" y="hd2"/>
              </a:cxn>
            </a:cxnLst>
            <a:rect l="0" t="0" r="r" b="b"/>
            <a:pathLst>
              <a:path w="21004" h="21302" extrusionOk="0">
                <a:moveTo>
                  <a:pt x="7816" y="21302"/>
                </a:moveTo>
                <a:cubicBezTo>
                  <a:pt x="7132" y="21302"/>
                  <a:pt x="6483" y="20993"/>
                  <a:pt x="6068" y="20461"/>
                </a:cubicBezTo>
                <a:lnTo>
                  <a:pt x="445" y="13277"/>
                </a:lnTo>
                <a:cubicBezTo>
                  <a:pt x="-287" y="12344"/>
                  <a:pt x="-97" y="11016"/>
                  <a:pt x="870" y="10308"/>
                </a:cubicBezTo>
                <a:cubicBezTo>
                  <a:pt x="1838" y="9597"/>
                  <a:pt x="3211" y="9785"/>
                  <a:pt x="3943" y="10719"/>
                </a:cubicBezTo>
                <a:lnTo>
                  <a:pt x="7643" y="15442"/>
                </a:lnTo>
                <a:lnTo>
                  <a:pt x="16946" y="999"/>
                </a:lnTo>
                <a:cubicBezTo>
                  <a:pt x="17586" y="6"/>
                  <a:pt x="18940" y="-298"/>
                  <a:pt x="19969" y="321"/>
                </a:cubicBezTo>
                <a:cubicBezTo>
                  <a:pt x="20997" y="939"/>
                  <a:pt x="21313" y="2248"/>
                  <a:pt x="20671" y="3243"/>
                </a:cubicBezTo>
                <a:lnTo>
                  <a:pt x="9680" y="20301"/>
                </a:lnTo>
                <a:cubicBezTo>
                  <a:pt x="9299" y="20896"/>
                  <a:pt x="8639" y="21267"/>
                  <a:pt x="7917" y="21299"/>
                </a:cubicBezTo>
                <a:cubicBezTo>
                  <a:pt x="7882" y="21302"/>
                  <a:pt x="7851" y="21302"/>
                  <a:pt x="7816" y="21302"/>
                </a:cubicBezTo>
                <a:close/>
              </a:path>
            </a:pathLst>
          </a:custGeom>
          <a:solidFill>
            <a:srgbClr val="FFFFFF"/>
          </a:solidFill>
          <a:ln w="12700" cap="flat">
            <a:noFill/>
            <a:miter lim="400000"/>
          </a:ln>
          <a:effectLst/>
        </p:spPr>
        <p:txBody>
          <a:bodyPr wrap="square" lIns="43656" tIns="43656" rIns="43656" bIns="43656"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grpSp>
        <p:nvGrpSpPr>
          <p:cNvPr id="5" name="Group 29"/>
          <p:cNvGrpSpPr/>
          <p:nvPr userDrawn="1"/>
        </p:nvGrpSpPr>
        <p:grpSpPr>
          <a:xfrm>
            <a:off x="7886477" y="3520887"/>
            <a:ext cx="378340" cy="346346"/>
            <a:chOff x="1166868" y="2106605"/>
            <a:chExt cx="780242" cy="714264"/>
          </a:xfrm>
        </p:grpSpPr>
        <p:sp>
          <p:nvSpPr>
            <p:cNvPr id="31" name="Shape 1716"/>
            <p:cNvSpPr/>
            <p:nvPr/>
          </p:nvSpPr>
          <p:spPr>
            <a:xfrm>
              <a:off x="1166868" y="2106605"/>
              <a:ext cx="714263" cy="714264"/>
            </a:xfrm>
            <a:prstGeom prst="rect">
              <a:avLst/>
            </a:prstGeom>
            <a:solidFill>
              <a:schemeClr val="accent4"/>
            </a:solidFill>
            <a:ln w="12700" cap="flat">
              <a:noFill/>
              <a:miter lim="400000"/>
            </a:ln>
            <a:effectLst/>
          </p:spPr>
          <p:txBody>
            <a:bodyPr wrap="square" lIns="50800" tIns="50800" rIns="50800" bIns="50800"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sp>
          <p:nvSpPr>
            <p:cNvPr id="32" name="Shape 1934"/>
            <p:cNvSpPr/>
            <p:nvPr/>
          </p:nvSpPr>
          <p:spPr>
            <a:xfrm>
              <a:off x="1353147" y="2189791"/>
              <a:ext cx="593963" cy="623019"/>
            </a:xfrm>
            <a:custGeom>
              <a:avLst/>
              <a:gdLst/>
              <a:ahLst/>
              <a:cxnLst>
                <a:cxn ang="0">
                  <a:pos x="wd2" y="hd2"/>
                </a:cxn>
                <a:cxn ang="5400000">
                  <a:pos x="wd2" y="hd2"/>
                </a:cxn>
                <a:cxn ang="10800000">
                  <a:pos x="wd2" y="hd2"/>
                </a:cxn>
                <a:cxn ang="16200000">
                  <a:pos x="wd2" y="hd2"/>
                </a:cxn>
              </a:cxnLst>
              <a:rect l="0" t="0" r="r" b="b"/>
              <a:pathLst>
                <a:path w="21004" h="21302" extrusionOk="0">
                  <a:moveTo>
                    <a:pt x="7816" y="21302"/>
                  </a:moveTo>
                  <a:cubicBezTo>
                    <a:pt x="7132" y="21302"/>
                    <a:pt x="6483" y="20993"/>
                    <a:pt x="6068" y="20461"/>
                  </a:cubicBezTo>
                  <a:lnTo>
                    <a:pt x="445" y="13277"/>
                  </a:lnTo>
                  <a:cubicBezTo>
                    <a:pt x="-287" y="12344"/>
                    <a:pt x="-97" y="11016"/>
                    <a:pt x="870" y="10308"/>
                  </a:cubicBezTo>
                  <a:cubicBezTo>
                    <a:pt x="1838" y="9597"/>
                    <a:pt x="3211" y="9785"/>
                    <a:pt x="3943" y="10719"/>
                  </a:cubicBezTo>
                  <a:lnTo>
                    <a:pt x="7643" y="15442"/>
                  </a:lnTo>
                  <a:lnTo>
                    <a:pt x="16946" y="999"/>
                  </a:lnTo>
                  <a:cubicBezTo>
                    <a:pt x="17586" y="6"/>
                    <a:pt x="18940" y="-298"/>
                    <a:pt x="19969" y="321"/>
                  </a:cubicBezTo>
                  <a:cubicBezTo>
                    <a:pt x="20997" y="939"/>
                    <a:pt x="21313" y="2248"/>
                    <a:pt x="20671" y="3243"/>
                  </a:cubicBezTo>
                  <a:lnTo>
                    <a:pt x="9680" y="20301"/>
                  </a:lnTo>
                  <a:cubicBezTo>
                    <a:pt x="9299" y="20896"/>
                    <a:pt x="8639" y="21267"/>
                    <a:pt x="7917" y="21299"/>
                  </a:cubicBezTo>
                  <a:cubicBezTo>
                    <a:pt x="7882" y="21302"/>
                    <a:pt x="7851" y="21302"/>
                    <a:pt x="7816" y="21302"/>
                  </a:cubicBezTo>
                  <a:close/>
                </a:path>
              </a:pathLst>
            </a:custGeom>
            <a:solidFill>
              <a:srgbClr val="FFFFFF"/>
            </a:solidFill>
            <a:ln w="12700" cap="flat">
              <a:noFill/>
              <a:miter lim="400000"/>
            </a:ln>
            <a:effectLst/>
          </p:spPr>
          <p:txBody>
            <a:bodyPr wrap="square" lIns="43656" tIns="43656" rIns="43656" bIns="43656" numCol="1" anchor="ctr">
              <a:noAutofit/>
            </a:bodyPr>
            <a:lstStyle/>
            <a:p>
              <a:pPr algn="ctr" defTabSz="457200"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endParaRPr>
            </a:p>
          </p:txBody>
        </p:sp>
      </p:grpSp>
      <p:sp>
        <p:nvSpPr>
          <p:cNvPr id="47" name="Picture Placeholder 6"/>
          <p:cNvSpPr>
            <a:spLocks noGrp="1"/>
          </p:cNvSpPr>
          <p:nvPr userDrawn="1">
            <p:ph type="pic" sz="quarter" idx="27"/>
          </p:nvPr>
        </p:nvSpPr>
        <p:spPr>
          <a:xfrm>
            <a:off x="1750108" y="1844318"/>
            <a:ext cx="2012687" cy="3162558"/>
          </a:xfrm>
          <a:prstGeom prst="rect">
            <a:avLst/>
          </a:prstGeom>
          <a:noFill/>
          <a:ln w="6350">
            <a:noFill/>
          </a:ln>
        </p:spPr>
        <p:txBody>
          <a:bodyPr>
            <a:normAutofit/>
          </a:bodyPr>
          <a:lstStyle>
            <a:lvl1pPr>
              <a:defRPr sz="1400"/>
            </a:lvl1pPr>
          </a:lstStyle>
          <a:p>
            <a:endParaRPr lang="en-GB" dirty="0"/>
          </a:p>
        </p:txBody>
      </p:sp>
      <p:sp>
        <p:nvSpPr>
          <p:cNvPr id="46" name="Text Placeholder 17"/>
          <p:cNvSpPr>
            <a:spLocks noGrp="1"/>
          </p:cNvSpPr>
          <p:nvPr userDrawn="1">
            <p:ph type="body" sz="quarter" idx="40" hasCustomPrompt="1"/>
          </p:nvPr>
        </p:nvSpPr>
        <p:spPr>
          <a:xfrm>
            <a:off x="4696239" y="2497707"/>
            <a:ext cx="2473030" cy="721552"/>
          </a:xfrm>
        </p:spPr>
        <p:txBody>
          <a:bodyPr lIns="0" tIns="0" rIns="0" bIns="0" anchor="t">
            <a:normAutofit/>
          </a:bodyPr>
          <a:lstStyle>
            <a:lvl1pPr marL="0" indent="0" algn="r">
              <a:lnSpc>
                <a:spcPts val="1700"/>
              </a:lnSpc>
              <a:buNone/>
              <a:defRPr sz="1200">
                <a:solidFill>
                  <a:schemeClr val="tx2"/>
                </a:solidFill>
              </a:defRPr>
            </a:lvl1pPr>
          </a:lstStyle>
          <a:p>
            <a:pPr lvl="0"/>
            <a:r>
              <a:rPr lang="id-ID" dirty="0" smtClean="0"/>
              <a:t>Click to edit Master text  styles lorem ipsum dolor sit amet aleh pue h om alah hai meutuwah ka</a:t>
            </a:r>
          </a:p>
        </p:txBody>
      </p:sp>
      <p:sp>
        <p:nvSpPr>
          <p:cNvPr id="48" name="Text Placeholder 17"/>
          <p:cNvSpPr>
            <a:spLocks noGrp="1"/>
          </p:cNvSpPr>
          <p:nvPr userDrawn="1">
            <p:ph type="body" sz="quarter" idx="41" hasCustomPrompt="1"/>
          </p:nvPr>
        </p:nvSpPr>
        <p:spPr>
          <a:xfrm>
            <a:off x="4897043" y="2031023"/>
            <a:ext cx="1675347" cy="303488"/>
          </a:xfrm>
        </p:spPr>
        <p:txBody>
          <a:bodyPr lIns="0" tIns="0" rIns="0" bIns="0" anchor="ctr">
            <a:normAutofit/>
          </a:bodyPr>
          <a:lstStyle>
            <a:lvl1pPr marL="0" indent="0" algn="r">
              <a:lnSpc>
                <a:spcPts val="1700"/>
              </a:lnSpc>
              <a:buNone/>
              <a:defRPr sz="1600" b="1">
                <a:solidFill>
                  <a:schemeClr val="bg1"/>
                </a:solidFill>
              </a:defRPr>
            </a:lvl1pPr>
          </a:lstStyle>
          <a:p>
            <a:pPr lvl="0"/>
            <a:r>
              <a:rPr lang="id-ID" dirty="0" smtClean="0"/>
              <a:t>Info Portofolio</a:t>
            </a:r>
          </a:p>
        </p:txBody>
      </p:sp>
      <p:sp>
        <p:nvSpPr>
          <p:cNvPr id="49" name="Text Placeholder 17"/>
          <p:cNvSpPr>
            <a:spLocks noGrp="1"/>
          </p:cNvSpPr>
          <p:nvPr userDrawn="1">
            <p:ph type="body" sz="quarter" idx="42" hasCustomPrompt="1"/>
          </p:nvPr>
        </p:nvSpPr>
        <p:spPr>
          <a:xfrm>
            <a:off x="4696239" y="4067721"/>
            <a:ext cx="2473030" cy="721552"/>
          </a:xfrm>
        </p:spPr>
        <p:txBody>
          <a:bodyPr lIns="0" tIns="0" rIns="0" bIns="0" anchor="t">
            <a:normAutofit/>
          </a:bodyPr>
          <a:lstStyle>
            <a:lvl1pPr marL="0" indent="0" algn="r">
              <a:lnSpc>
                <a:spcPts val="1700"/>
              </a:lnSpc>
              <a:buNone/>
              <a:defRPr sz="1200">
                <a:solidFill>
                  <a:schemeClr val="tx2"/>
                </a:solidFill>
              </a:defRPr>
            </a:lvl1pPr>
          </a:lstStyle>
          <a:p>
            <a:pPr lvl="0"/>
            <a:r>
              <a:rPr lang="id-ID" dirty="0" smtClean="0"/>
              <a:t>Click to edit Master text  styles lorem ipsum dolor sit amet aleh pue h om alah hai meutuwah ka</a:t>
            </a:r>
          </a:p>
        </p:txBody>
      </p:sp>
      <p:sp>
        <p:nvSpPr>
          <p:cNvPr id="50" name="Text Placeholder 17"/>
          <p:cNvSpPr>
            <a:spLocks noGrp="1"/>
          </p:cNvSpPr>
          <p:nvPr userDrawn="1">
            <p:ph type="body" sz="quarter" idx="43" hasCustomPrompt="1"/>
          </p:nvPr>
        </p:nvSpPr>
        <p:spPr>
          <a:xfrm>
            <a:off x="4897043" y="3547697"/>
            <a:ext cx="1675347" cy="303488"/>
          </a:xfrm>
        </p:spPr>
        <p:txBody>
          <a:bodyPr lIns="0" tIns="0" rIns="0" bIns="0" anchor="ctr">
            <a:normAutofit/>
          </a:bodyPr>
          <a:lstStyle>
            <a:lvl1pPr marL="0" indent="0" algn="r">
              <a:lnSpc>
                <a:spcPts val="1700"/>
              </a:lnSpc>
              <a:buNone/>
              <a:defRPr sz="1600" b="1">
                <a:solidFill>
                  <a:schemeClr val="bg1"/>
                </a:solidFill>
              </a:defRPr>
            </a:lvl1pPr>
          </a:lstStyle>
          <a:p>
            <a:pPr lvl="0"/>
            <a:r>
              <a:rPr lang="id-ID" dirty="0" smtClean="0"/>
              <a:t>Info Portofolio</a:t>
            </a:r>
          </a:p>
        </p:txBody>
      </p:sp>
      <p:sp>
        <p:nvSpPr>
          <p:cNvPr id="51" name="Text Placeholder 17"/>
          <p:cNvSpPr>
            <a:spLocks noGrp="1"/>
          </p:cNvSpPr>
          <p:nvPr userDrawn="1">
            <p:ph type="body" sz="quarter" idx="44" hasCustomPrompt="1"/>
          </p:nvPr>
        </p:nvSpPr>
        <p:spPr>
          <a:xfrm>
            <a:off x="7886477" y="4079048"/>
            <a:ext cx="2516480" cy="721552"/>
          </a:xfrm>
        </p:spPr>
        <p:txBody>
          <a:bodyPr lIns="0" tIns="0" rIns="0" bIns="0" anchor="t">
            <a:normAutofit/>
          </a:bodyPr>
          <a:lstStyle>
            <a:lvl1pPr marL="0" indent="0" algn="l">
              <a:lnSpc>
                <a:spcPts val="1700"/>
              </a:lnSpc>
              <a:buNone/>
              <a:defRPr sz="1200">
                <a:solidFill>
                  <a:schemeClr val="tx2"/>
                </a:solidFill>
              </a:defRPr>
            </a:lvl1pPr>
          </a:lstStyle>
          <a:p>
            <a:pPr lvl="0"/>
            <a:r>
              <a:rPr lang="id-ID" dirty="0" smtClean="0"/>
              <a:t>Click to edit Master text  styles lorem ipsum dolor sit amet aleh pue h om alah hai meutuwah ka abeh cara pen</a:t>
            </a:r>
          </a:p>
        </p:txBody>
      </p:sp>
      <p:sp>
        <p:nvSpPr>
          <p:cNvPr id="52" name="Text Placeholder 17"/>
          <p:cNvSpPr>
            <a:spLocks noGrp="1"/>
          </p:cNvSpPr>
          <p:nvPr userDrawn="1">
            <p:ph type="body" sz="quarter" idx="45" hasCustomPrompt="1"/>
          </p:nvPr>
        </p:nvSpPr>
        <p:spPr>
          <a:xfrm>
            <a:off x="8413751" y="3559024"/>
            <a:ext cx="1887607" cy="303488"/>
          </a:xfrm>
        </p:spPr>
        <p:txBody>
          <a:bodyPr lIns="0" tIns="0" rIns="0" bIns="0" anchor="ctr">
            <a:normAutofit/>
          </a:bodyPr>
          <a:lstStyle>
            <a:lvl1pPr marL="0" indent="0" algn="l">
              <a:lnSpc>
                <a:spcPts val="1700"/>
              </a:lnSpc>
              <a:buNone/>
              <a:defRPr sz="1600" b="1">
                <a:solidFill>
                  <a:schemeClr val="bg1"/>
                </a:solidFill>
              </a:defRPr>
            </a:lvl1pPr>
          </a:lstStyle>
          <a:p>
            <a:pPr lvl="0"/>
            <a:r>
              <a:rPr lang="id-ID" dirty="0" smtClean="0"/>
              <a:t>Info Portofolio</a:t>
            </a:r>
          </a:p>
        </p:txBody>
      </p:sp>
      <p:sp>
        <p:nvSpPr>
          <p:cNvPr id="24" name="Rectangle 23"/>
          <p:cNvSpPr/>
          <p:nvPr userDrawn="1"/>
        </p:nvSpPr>
        <p:spPr>
          <a:xfrm>
            <a:off x="-1587" y="5017790"/>
            <a:ext cx="12195176" cy="1840211"/>
          </a:xfrm>
          <a:prstGeom prst="rect">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defPPr>
              <a:defRPr lang="vi-V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fontAlgn="auto">
              <a:spcBef>
                <a:spcPts val="0"/>
              </a:spcBef>
              <a:spcAft>
                <a:spcPts val="0"/>
              </a:spcAft>
            </a:pPr>
            <a:endParaRPr lang="vi-VN">
              <a:solidFill>
                <a:prstClr val="white"/>
              </a:solidFill>
            </a:endParaRPr>
          </a:p>
        </p:txBody>
      </p:sp>
    </p:spTree>
    <p:extLst>
      <p:ext uri="{BB962C8B-B14F-4D97-AF65-F5344CB8AC3E}">
        <p14:creationId xmlns:p14="http://schemas.microsoft.com/office/powerpoint/2010/main" val="5717469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nodePh="1">
                                  <p:stCondLst>
                                    <p:cond delay="0"/>
                                  </p:stCondLst>
                                  <p:endCondLst>
                                    <p:cond evt="begin" delay="0">
                                      <p:tn val="5"/>
                                    </p:cond>
                                  </p:end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500" fill="hold"/>
                                        <p:tgtEl>
                                          <p:spTgt spid="47"/>
                                        </p:tgtEl>
                                        <p:attrNameLst>
                                          <p:attrName>ppt_x</p:attrName>
                                        </p:attrNameLst>
                                      </p:cBhvr>
                                      <p:tavLst>
                                        <p:tav tm="0">
                                          <p:val>
                                            <p:strVal val="0-#ppt_w/2"/>
                                          </p:val>
                                        </p:tav>
                                        <p:tav tm="100000">
                                          <p:val>
                                            <p:strVal val="#ppt_x"/>
                                          </p:val>
                                        </p:tav>
                                      </p:tavLst>
                                    </p:anim>
                                    <p:anim calcmode="lin" valueType="num">
                                      <p:cBhvr additive="base">
                                        <p:cTn id="8" dur="500" fill="hold"/>
                                        <p:tgtEl>
                                          <p:spTgt spid="4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2" fill="hold" grpId="0" nodeType="afterEffect">
                                  <p:stCondLst>
                                    <p:cond delay="0"/>
                                  </p:stCondLst>
                                  <p:childTnLst>
                                    <p:set>
                                      <p:cBhvr>
                                        <p:cTn id="11" dur="1" fill="hold">
                                          <p:stCondLst>
                                            <p:cond delay="0"/>
                                          </p:stCondLst>
                                        </p:cTn>
                                        <p:tgtEl>
                                          <p:spTgt spid="48">
                                            <p:txEl>
                                              <p:pRg st="0" end="0"/>
                                            </p:txEl>
                                          </p:spTgt>
                                        </p:tgtEl>
                                        <p:attrNameLst>
                                          <p:attrName>style.visibility</p:attrName>
                                        </p:attrNameLst>
                                      </p:cBhvr>
                                      <p:to>
                                        <p:strVal val="visible"/>
                                      </p:to>
                                    </p:set>
                                    <p:animEffect transition="in" filter="wipe(right)">
                                      <p:cBhvr>
                                        <p:cTn id="12" dur="500"/>
                                        <p:tgtEl>
                                          <p:spTgt spid="48">
                                            <p:txEl>
                                              <p:pRg st="0" end="0"/>
                                            </p:txEl>
                                          </p:spTgt>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46">
                                            <p:txEl>
                                              <p:pRg st="0" end="0"/>
                                            </p:txEl>
                                          </p:spTgt>
                                        </p:tgtEl>
                                        <p:attrNameLst>
                                          <p:attrName>style.visibility</p:attrName>
                                        </p:attrNameLst>
                                      </p:cBhvr>
                                      <p:to>
                                        <p:strVal val="visible"/>
                                      </p:to>
                                    </p:set>
                                    <p:animEffect transition="in" filter="fade">
                                      <p:cBhvr>
                                        <p:cTn id="16" dur="500"/>
                                        <p:tgtEl>
                                          <p:spTgt spid="46">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ppt_w</p:attrName>
                                        </p:attrNameLst>
                                      </p:cBhvr>
                                      <p:tavLst>
                                        <p:tav tm="0">
                                          <p:val>
                                            <p:fltVal val="0"/>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animEffect transition="in" filter="fade">
                                      <p:cBhvr>
                                        <p:cTn id="22" dur="500"/>
                                        <p:tgtEl>
                                          <p:spTgt spid="3"/>
                                        </p:tgtEl>
                                      </p:cBhvr>
                                    </p:animEffect>
                                  </p:childTnLst>
                                </p:cTn>
                              </p:par>
                            </p:childTnLst>
                          </p:cTn>
                        </p:par>
                        <p:par>
                          <p:cTn id="23" fill="hold">
                            <p:stCondLst>
                              <p:cond delay="2000"/>
                            </p:stCondLst>
                            <p:childTnLst>
                              <p:par>
                                <p:cTn id="24" presetID="22" presetClass="entr" presetSubtype="2" fill="hold" grpId="0" nodeType="afterEffect">
                                  <p:stCondLst>
                                    <p:cond delay="0"/>
                                  </p:stCondLst>
                                  <p:childTnLst>
                                    <p:set>
                                      <p:cBhvr>
                                        <p:cTn id="25" dur="1" fill="hold">
                                          <p:stCondLst>
                                            <p:cond delay="0"/>
                                          </p:stCondLst>
                                        </p:cTn>
                                        <p:tgtEl>
                                          <p:spTgt spid="50">
                                            <p:txEl>
                                              <p:pRg st="0" end="0"/>
                                            </p:txEl>
                                          </p:spTgt>
                                        </p:tgtEl>
                                        <p:attrNameLst>
                                          <p:attrName>style.visibility</p:attrName>
                                        </p:attrNameLst>
                                      </p:cBhvr>
                                      <p:to>
                                        <p:strVal val="visible"/>
                                      </p:to>
                                    </p:set>
                                    <p:animEffect transition="in" filter="wipe(right)">
                                      <p:cBhvr>
                                        <p:cTn id="26" dur="500"/>
                                        <p:tgtEl>
                                          <p:spTgt spid="50">
                                            <p:txEl>
                                              <p:pRg st="0" end="0"/>
                                            </p:txEl>
                                          </p:spTgt>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49">
                                            <p:txEl>
                                              <p:pRg st="0" end="0"/>
                                            </p:txEl>
                                          </p:spTgt>
                                        </p:tgtEl>
                                        <p:attrNameLst>
                                          <p:attrName>style.visibility</p:attrName>
                                        </p:attrNameLst>
                                      </p:cBhvr>
                                      <p:to>
                                        <p:strVal val="visible"/>
                                      </p:to>
                                    </p:set>
                                    <p:animEffect transition="in" filter="fade">
                                      <p:cBhvr>
                                        <p:cTn id="30" dur="500"/>
                                        <p:tgtEl>
                                          <p:spTgt spid="49">
                                            <p:txEl>
                                              <p:pRg st="0" end="0"/>
                                            </p:txEl>
                                          </p:spTgt>
                                        </p:tgtEl>
                                      </p:cBhvr>
                                    </p:animEffect>
                                  </p:childTnLst>
                                </p:cTn>
                              </p:par>
                            </p:childTnLst>
                          </p:cTn>
                        </p:par>
                        <p:par>
                          <p:cTn id="31" fill="hold">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15">
                                            <p:txEl>
                                              <p:pRg st="0" end="0"/>
                                            </p:txEl>
                                          </p:spTgt>
                                        </p:tgtEl>
                                        <p:attrNameLst>
                                          <p:attrName>style.visibility</p:attrName>
                                        </p:attrNameLst>
                                      </p:cBhvr>
                                      <p:to>
                                        <p:strVal val="visible"/>
                                      </p:to>
                                    </p:set>
                                    <p:animEffect transition="in" filter="wipe(left)">
                                      <p:cBhvr>
                                        <p:cTn id="34" dur="500"/>
                                        <p:tgtEl>
                                          <p:spTgt spid="15">
                                            <p:txEl>
                                              <p:pRg st="0" end="0"/>
                                            </p:txEl>
                                          </p:spTgt>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21">
                                            <p:txEl>
                                              <p:pRg st="0" end="0"/>
                                            </p:txEl>
                                          </p:spTgt>
                                        </p:tgtEl>
                                        <p:attrNameLst>
                                          <p:attrName>style.visibility</p:attrName>
                                        </p:attrNameLst>
                                      </p:cBhvr>
                                      <p:to>
                                        <p:strVal val="visible"/>
                                      </p:to>
                                    </p:set>
                                    <p:animEffect transition="in" filter="fade">
                                      <p:cBhvr>
                                        <p:cTn id="38" dur="500"/>
                                        <p:tgtEl>
                                          <p:spTgt spid="21">
                                            <p:txEl>
                                              <p:pRg st="0" end="0"/>
                                            </p:txEl>
                                          </p:spTgt>
                                        </p:tgtEl>
                                      </p:cBhvr>
                                    </p:animEffect>
                                  </p:childTnLst>
                                </p:cTn>
                              </p:par>
                            </p:childTnLst>
                          </p:cTn>
                        </p:par>
                        <p:par>
                          <p:cTn id="39" fill="hold">
                            <p:stCondLst>
                              <p:cond delay="4000"/>
                            </p:stCondLst>
                            <p:childTnLst>
                              <p:par>
                                <p:cTn id="40" presetID="53" presetClass="entr" presetSubtype="16" fill="hold" nodeType="afterEffect">
                                  <p:stCondLst>
                                    <p:cond delay="0"/>
                                  </p:stCondLst>
                                  <p:childTnLst>
                                    <p:set>
                                      <p:cBhvr>
                                        <p:cTn id="41" dur="1" fill="hold">
                                          <p:stCondLst>
                                            <p:cond delay="0"/>
                                          </p:stCondLst>
                                        </p:cTn>
                                        <p:tgtEl>
                                          <p:spTgt spid="5"/>
                                        </p:tgtEl>
                                        <p:attrNameLst>
                                          <p:attrName>style.visibility</p:attrName>
                                        </p:attrNameLst>
                                      </p:cBhvr>
                                      <p:to>
                                        <p:strVal val="visible"/>
                                      </p:to>
                                    </p:set>
                                    <p:anim calcmode="lin" valueType="num">
                                      <p:cBhvr>
                                        <p:cTn id="42" dur="500" fill="hold"/>
                                        <p:tgtEl>
                                          <p:spTgt spid="5"/>
                                        </p:tgtEl>
                                        <p:attrNameLst>
                                          <p:attrName>ppt_w</p:attrName>
                                        </p:attrNameLst>
                                      </p:cBhvr>
                                      <p:tavLst>
                                        <p:tav tm="0">
                                          <p:val>
                                            <p:fltVal val="0"/>
                                          </p:val>
                                        </p:tav>
                                        <p:tav tm="100000">
                                          <p:val>
                                            <p:strVal val="#ppt_w"/>
                                          </p:val>
                                        </p:tav>
                                      </p:tavLst>
                                    </p:anim>
                                    <p:anim calcmode="lin" valueType="num">
                                      <p:cBhvr>
                                        <p:cTn id="43" dur="500" fill="hold"/>
                                        <p:tgtEl>
                                          <p:spTgt spid="5"/>
                                        </p:tgtEl>
                                        <p:attrNameLst>
                                          <p:attrName>ppt_h</p:attrName>
                                        </p:attrNameLst>
                                      </p:cBhvr>
                                      <p:tavLst>
                                        <p:tav tm="0">
                                          <p:val>
                                            <p:fltVal val="0"/>
                                          </p:val>
                                        </p:tav>
                                        <p:tav tm="100000">
                                          <p:val>
                                            <p:strVal val="#ppt_h"/>
                                          </p:val>
                                        </p:tav>
                                      </p:tavLst>
                                    </p:anim>
                                    <p:animEffect transition="in" filter="fade">
                                      <p:cBhvr>
                                        <p:cTn id="44" dur="500"/>
                                        <p:tgtEl>
                                          <p:spTgt spid="5"/>
                                        </p:tgtEl>
                                      </p:cBhvr>
                                    </p:animEffect>
                                  </p:childTnLst>
                                </p:cTn>
                              </p:par>
                            </p:childTnLst>
                          </p:cTn>
                        </p:par>
                        <p:par>
                          <p:cTn id="45" fill="hold">
                            <p:stCondLst>
                              <p:cond delay="4500"/>
                            </p:stCondLst>
                            <p:childTnLst>
                              <p:par>
                                <p:cTn id="46" presetID="22" presetClass="entr" presetSubtype="8" fill="hold" grpId="0" nodeType="afterEffect">
                                  <p:stCondLst>
                                    <p:cond delay="0"/>
                                  </p:stCondLst>
                                  <p:childTnLst>
                                    <p:set>
                                      <p:cBhvr>
                                        <p:cTn id="47" dur="1" fill="hold">
                                          <p:stCondLst>
                                            <p:cond delay="0"/>
                                          </p:stCondLst>
                                        </p:cTn>
                                        <p:tgtEl>
                                          <p:spTgt spid="52">
                                            <p:txEl>
                                              <p:pRg st="0" end="0"/>
                                            </p:txEl>
                                          </p:spTgt>
                                        </p:tgtEl>
                                        <p:attrNameLst>
                                          <p:attrName>style.visibility</p:attrName>
                                        </p:attrNameLst>
                                      </p:cBhvr>
                                      <p:to>
                                        <p:strVal val="visible"/>
                                      </p:to>
                                    </p:set>
                                    <p:animEffect transition="in" filter="wipe(left)">
                                      <p:cBhvr>
                                        <p:cTn id="48" dur="500"/>
                                        <p:tgtEl>
                                          <p:spTgt spid="52">
                                            <p:txEl>
                                              <p:pRg st="0" end="0"/>
                                            </p:txEl>
                                          </p:spTgt>
                                        </p:tgtEl>
                                      </p:cBhvr>
                                    </p:animEffect>
                                  </p:childTnLst>
                                </p:cTn>
                              </p:par>
                            </p:childTnLst>
                          </p:cTn>
                        </p:par>
                        <p:par>
                          <p:cTn id="49" fill="hold">
                            <p:stCondLst>
                              <p:cond delay="5000"/>
                            </p:stCondLst>
                            <p:childTnLst>
                              <p:par>
                                <p:cTn id="50" presetID="10" presetClass="entr" presetSubtype="0" fill="hold" grpId="0" nodeType="afterEffect">
                                  <p:stCondLst>
                                    <p:cond delay="0"/>
                                  </p:stCondLst>
                                  <p:childTnLst>
                                    <p:set>
                                      <p:cBhvr>
                                        <p:cTn id="51" dur="1" fill="hold">
                                          <p:stCondLst>
                                            <p:cond delay="0"/>
                                          </p:stCondLst>
                                        </p:cTn>
                                        <p:tgtEl>
                                          <p:spTgt spid="51">
                                            <p:txEl>
                                              <p:pRg st="0" end="0"/>
                                            </p:txEl>
                                          </p:spTgt>
                                        </p:tgtEl>
                                        <p:attrNameLst>
                                          <p:attrName>style.visibility</p:attrName>
                                        </p:attrNameLst>
                                      </p:cBhvr>
                                      <p:to>
                                        <p:strVal val="visible"/>
                                      </p:to>
                                    </p:set>
                                    <p:animEffect transition="in" filter="fade">
                                      <p:cBhvr>
                                        <p:cTn id="52" dur="500"/>
                                        <p:tgtEl>
                                          <p:spTgt spid="51">
                                            <p:txEl>
                                              <p:pRg st="0" end="0"/>
                                            </p:txEl>
                                          </p:spTgt>
                                        </p:tgtEl>
                                      </p:cBhvr>
                                    </p:animEffect>
                                  </p:childTnLst>
                                </p:cTn>
                              </p:par>
                            </p:childTnLst>
                          </p:cTn>
                        </p:par>
                        <p:par>
                          <p:cTn id="53" fill="hold">
                            <p:stCondLst>
                              <p:cond delay="5500"/>
                            </p:stCondLst>
                            <p:childTnLst>
                              <p:par>
                                <p:cTn id="54" presetID="42" presetClass="entr" presetSubtype="0" fill="hold" nodeType="afterEffect">
                                  <p:stCondLst>
                                    <p:cond delay="0"/>
                                  </p:stCondLst>
                                  <p:childTnLst>
                                    <p:set>
                                      <p:cBhvr>
                                        <p:cTn id="55" dur="1" fill="hold">
                                          <p:stCondLst>
                                            <p:cond delay="0"/>
                                          </p:stCondLst>
                                        </p:cTn>
                                        <p:tgtEl>
                                          <p:spTgt spid="68"/>
                                        </p:tgtEl>
                                        <p:attrNameLst>
                                          <p:attrName>style.visibility</p:attrName>
                                        </p:attrNameLst>
                                      </p:cBhvr>
                                      <p:to>
                                        <p:strVal val="visible"/>
                                      </p:to>
                                    </p:set>
                                    <p:animEffect transition="in" filter="fade">
                                      <p:cBhvr>
                                        <p:cTn id="56" dur="1000"/>
                                        <p:tgtEl>
                                          <p:spTgt spid="68"/>
                                        </p:tgtEl>
                                      </p:cBhvr>
                                    </p:animEffect>
                                    <p:anim calcmode="lin" valueType="num">
                                      <p:cBhvr>
                                        <p:cTn id="57" dur="1000" fill="hold"/>
                                        <p:tgtEl>
                                          <p:spTgt spid="68"/>
                                        </p:tgtEl>
                                        <p:attrNameLst>
                                          <p:attrName>ppt_x</p:attrName>
                                        </p:attrNameLst>
                                      </p:cBhvr>
                                      <p:tavLst>
                                        <p:tav tm="0">
                                          <p:val>
                                            <p:strVal val="#ppt_x"/>
                                          </p:val>
                                        </p:tav>
                                        <p:tav tm="100000">
                                          <p:val>
                                            <p:strVal val="#ppt_x"/>
                                          </p:val>
                                        </p:tav>
                                      </p:tavLst>
                                    </p:anim>
                                    <p:anim calcmode="lin" valueType="num">
                                      <p:cBhvr>
                                        <p:cTn id="58" dur="1000" fill="hold"/>
                                        <p:tgtEl>
                                          <p:spTgt spid="6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10" presetClass="entr" presetSubtype="0"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15" grpId="0" build="p">
        <p:tmplLst>
          <p:tmpl lvl="1">
            <p:tnLst>
              <p:par>
                <p:cTn presetID="22" presetClass="entr" presetSubtype="8"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wipe(left)">
                      <p:cBhvr>
                        <p:cTn dur="500"/>
                        <p:tgtEl>
                          <p:spTgt spid="15"/>
                        </p:tgtEl>
                      </p:cBhvr>
                    </p:animEffect>
                  </p:childTnLst>
                </p:cTn>
              </p:par>
            </p:tnLst>
          </p:tmpl>
        </p:tmplLst>
      </p:bldP>
      <p:bldP spid="47" grpId="0"/>
      <p:bldP spid="46" grpId="0" build="p">
        <p:tmplLst>
          <p:tmpl lvl="1">
            <p:tnLst>
              <p:par>
                <p:cTn presetID="10" presetClass="entr" presetSubtype="0"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fade">
                      <p:cBhvr>
                        <p:cTn dur="500"/>
                        <p:tgtEl>
                          <p:spTgt spid="46"/>
                        </p:tgtEl>
                      </p:cBhvr>
                    </p:animEffect>
                  </p:childTnLst>
                </p:cTn>
              </p:par>
            </p:tnLst>
          </p:tmpl>
        </p:tmplLst>
      </p:bldP>
      <p:bldP spid="48" grpId="0" build="p">
        <p:tmplLst>
          <p:tmpl lvl="1">
            <p:tnLst>
              <p:par>
                <p:cTn presetID="22" presetClass="entr" presetSubtype="2" fill="hold" nodeType="after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wipe(right)">
                      <p:cBhvr>
                        <p:cTn dur="500"/>
                        <p:tgtEl>
                          <p:spTgt spid="48"/>
                        </p:tgtEl>
                      </p:cBhvr>
                    </p:animEffect>
                  </p:childTnLst>
                </p:cTn>
              </p:par>
            </p:tnLst>
          </p:tmpl>
        </p:tmplLst>
      </p:bldP>
      <p:bldP spid="49" grpId="0" build="p">
        <p:tmplLst>
          <p:tmpl lvl="1">
            <p:tnLst>
              <p:par>
                <p:cTn presetID="10" presetClass="entr" presetSubtype="0"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childTnLst>
                </p:cTn>
              </p:par>
            </p:tnLst>
          </p:tmpl>
        </p:tmplLst>
      </p:bldP>
      <p:bldP spid="50" grpId="0" build="p">
        <p:tmplLst>
          <p:tmpl lvl="1">
            <p:tnLst>
              <p:par>
                <p:cTn presetID="22" presetClass="entr" presetSubtype="2"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right)">
                      <p:cBhvr>
                        <p:cTn dur="500"/>
                        <p:tgtEl>
                          <p:spTgt spid="50"/>
                        </p:tgtEl>
                      </p:cBhvr>
                    </p:animEffect>
                  </p:childTnLst>
                </p:cTn>
              </p:par>
            </p:tnLst>
          </p:tmpl>
        </p:tmplLst>
      </p:bldP>
      <p:bldP spid="51" grpId="0" build="p">
        <p:tmplLst>
          <p:tmpl lvl="1">
            <p:tnLst>
              <p:par>
                <p:cTn presetID="10" presetClass="entr" presetSubtype="0"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Lst>
  </p:timing>
</p:sldLayout>
</file>

<file path=ppt/slideLayouts/slideLayout350.xml><?xml version="1.0" encoding="utf-8"?>
<p:sldLayout xmlns:a="http://schemas.openxmlformats.org/drawingml/2006/main" xmlns:r="http://schemas.openxmlformats.org/officeDocument/2006/relationships" xmlns:p="http://schemas.openxmlformats.org/presentationml/2006/main" userDrawn="1">
  <p:cSld name="33_Title Slide">
    <p:spTree>
      <p:nvGrpSpPr>
        <p:cNvPr id="1" name=""/>
        <p:cNvGrpSpPr/>
        <p:nvPr/>
      </p:nvGrpSpPr>
      <p:grpSpPr>
        <a:xfrm>
          <a:off x="0" y="0"/>
          <a:ext cx="0" cy="0"/>
          <a:chOff x="0" y="0"/>
          <a:chExt cx="0" cy="0"/>
        </a:xfrm>
      </p:grpSpPr>
      <p:sp>
        <p:nvSpPr>
          <p:cNvPr id="20" name="Picture Placeholder 7"/>
          <p:cNvSpPr>
            <a:spLocks noGrp="1"/>
          </p:cNvSpPr>
          <p:nvPr>
            <p:ph type="pic" sz="quarter" idx="33"/>
          </p:nvPr>
        </p:nvSpPr>
        <p:spPr>
          <a:xfrm>
            <a:off x="5222196" y="2322445"/>
            <a:ext cx="1779854" cy="2930829"/>
          </a:xfrm>
          <a:prstGeom prst="rect">
            <a:avLst/>
          </a:prstGeom>
        </p:spPr>
        <p:txBody>
          <a:bodyPr/>
          <a:lstStyle>
            <a:lvl1pPr>
              <a:defRPr sz="1799"/>
            </a:lvl1pPr>
          </a:lstStyle>
          <a:p>
            <a:endParaRPr lang="id-ID" dirty="0"/>
          </a:p>
        </p:txBody>
      </p:sp>
    </p:spTree>
    <p:extLst>
      <p:ext uri="{BB962C8B-B14F-4D97-AF65-F5344CB8AC3E}">
        <p14:creationId xmlns:p14="http://schemas.microsoft.com/office/powerpoint/2010/main" val="20908391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51.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42" name="Text Placeholder 17"/>
          <p:cNvSpPr>
            <a:spLocks noGrp="1"/>
          </p:cNvSpPr>
          <p:nvPr>
            <p:ph type="body" sz="quarter" idx="27"/>
          </p:nvPr>
        </p:nvSpPr>
        <p:spPr>
          <a:xfrm>
            <a:off x="1239105" y="5461615"/>
            <a:ext cx="1263968"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43" name="Text Placeholder 17"/>
          <p:cNvSpPr>
            <a:spLocks noGrp="1"/>
          </p:cNvSpPr>
          <p:nvPr>
            <p:ph type="body" sz="quarter" idx="28"/>
          </p:nvPr>
        </p:nvSpPr>
        <p:spPr>
          <a:xfrm>
            <a:off x="1239105" y="5791200"/>
            <a:ext cx="1263968"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40" name="Text Placeholder 17"/>
          <p:cNvSpPr>
            <a:spLocks noGrp="1"/>
          </p:cNvSpPr>
          <p:nvPr>
            <p:ph type="body" sz="quarter" idx="25"/>
          </p:nvPr>
        </p:nvSpPr>
        <p:spPr>
          <a:xfrm>
            <a:off x="1249699" y="4771921"/>
            <a:ext cx="1263968"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41" name="Text Placeholder 17"/>
          <p:cNvSpPr>
            <a:spLocks noGrp="1"/>
          </p:cNvSpPr>
          <p:nvPr>
            <p:ph type="body" sz="quarter" idx="26"/>
          </p:nvPr>
        </p:nvSpPr>
        <p:spPr>
          <a:xfrm>
            <a:off x="1249699" y="5118937"/>
            <a:ext cx="1263968"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pic>
        <p:nvPicPr>
          <p:cNvPr id="8" name="imac.png"/>
          <p:cNvPicPr/>
          <p:nvPr userDrawn="1"/>
        </p:nvPicPr>
        <p:blipFill>
          <a:blip r:embed="rId2" cstate="print">
            <a:extLst/>
          </a:blip>
          <a:stretch>
            <a:fillRect/>
          </a:stretch>
        </p:blipFill>
        <p:spPr>
          <a:xfrm>
            <a:off x="6710785" y="2630220"/>
            <a:ext cx="4339505" cy="3465780"/>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9" name="Content Placeholder 20"/>
          <p:cNvSpPr>
            <a:spLocks noGrp="1"/>
          </p:cNvSpPr>
          <p:nvPr>
            <p:ph sz="quarter" idx="16"/>
          </p:nvPr>
        </p:nvSpPr>
        <p:spPr>
          <a:xfrm>
            <a:off x="1217929" y="3020244"/>
            <a:ext cx="2972574" cy="228600"/>
          </a:xfrm>
        </p:spPr>
        <p:txBody>
          <a:bodyPr lIns="0" tIns="0" rIns="0" bIns="0" anchor="ctr">
            <a:normAutofit/>
          </a:bodyPr>
          <a:lstStyle>
            <a:lvl1pPr marL="0" indent="0" algn="l">
              <a:buNone/>
              <a:defRPr sz="1200" b="1">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GB" dirty="0" smtClean="0"/>
          </a:p>
        </p:txBody>
      </p:sp>
      <p:sp>
        <p:nvSpPr>
          <p:cNvPr id="10" name="Text Placeholder 17"/>
          <p:cNvSpPr>
            <a:spLocks noGrp="1"/>
          </p:cNvSpPr>
          <p:nvPr>
            <p:ph type="body" sz="quarter" idx="21"/>
          </p:nvPr>
        </p:nvSpPr>
        <p:spPr>
          <a:xfrm>
            <a:off x="1217930" y="3364041"/>
            <a:ext cx="4662855" cy="651444"/>
          </a:xfrm>
        </p:spPr>
        <p:txBody>
          <a:bodyPr lIns="0" tIns="0" rIns="0" bIns="0">
            <a:normAutofit/>
          </a:bodyPr>
          <a:lstStyle>
            <a:lvl1pPr marL="0" indent="0" algn="l">
              <a:lnSpc>
                <a:spcPts val="1600"/>
              </a:lnSpc>
              <a:spcBef>
                <a:spcPts val="1500"/>
              </a:spcBef>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57" name="Picture Placeholder 2"/>
          <p:cNvSpPr>
            <a:spLocks noGrp="1"/>
          </p:cNvSpPr>
          <p:nvPr>
            <p:ph type="pic" sz="quarter" idx="23"/>
          </p:nvPr>
        </p:nvSpPr>
        <p:spPr>
          <a:xfrm>
            <a:off x="6898821" y="2796285"/>
            <a:ext cx="3963432" cy="2267895"/>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9" name="Content Placeholder 20"/>
          <p:cNvSpPr>
            <a:spLocks noGrp="1"/>
          </p:cNvSpPr>
          <p:nvPr>
            <p:ph sz="quarter" idx="24"/>
          </p:nvPr>
        </p:nvSpPr>
        <p:spPr>
          <a:xfrm>
            <a:off x="1227522" y="4393647"/>
            <a:ext cx="2972574" cy="228600"/>
          </a:xfrm>
        </p:spPr>
        <p:txBody>
          <a:bodyPr lIns="0" tIns="0" rIns="0" bIns="0" anchor="ctr">
            <a:normAutofit/>
          </a:bodyPr>
          <a:lstStyle>
            <a:lvl1pPr marL="0" indent="0" algn="l">
              <a:buNone/>
              <a:defRPr sz="1200" b="1">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GB" dirty="0" smtClean="0"/>
          </a:p>
        </p:txBody>
      </p:sp>
      <p:sp>
        <p:nvSpPr>
          <p:cNvPr id="44" name="Shape 882"/>
          <p:cNvSpPr/>
          <p:nvPr userDrawn="1"/>
        </p:nvSpPr>
        <p:spPr>
          <a:xfrm>
            <a:off x="2755129" y="5882043"/>
            <a:ext cx="2434764" cy="62726"/>
          </a:xfrm>
          <a:prstGeom prst="rect">
            <a:avLst/>
          </a:prstGeom>
          <a:solidFill>
            <a:schemeClr val="bg1">
              <a:lumMod val="85000"/>
            </a:schemeClr>
          </a:solidFill>
          <a:ln w="12700" cap="flat">
            <a:noFill/>
            <a:miter lim="400000"/>
          </a:ln>
          <a:effectLst/>
        </p:spPr>
        <p:txBody>
          <a:bodyPr wrap="square" lIns="0" tIns="0" rIns="0" bIns="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45" name="Shape 885"/>
          <p:cNvSpPr/>
          <p:nvPr userDrawn="1"/>
        </p:nvSpPr>
        <p:spPr>
          <a:xfrm>
            <a:off x="2755128" y="5544495"/>
            <a:ext cx="2434548" cy="62726"/>
          </a:xfrm>
          <a:prstGeom prst="rect">
            <a:avLst/>
          </a:prstGeom>
          <a:solidFill>
            <a:schemeClr val="bg1">
              <a:lumMod val="85000"/>
            </a:schemeClr>
          </a:solidFill>
          <a:ln w="12700" cap="flat">
            <a:noFill/>
            <a:miter lim="400000"/>
          </a:ln>
          <a:effectLst/>
        </p:spPr>
        <p:txBody>
          <a:bodyPr wrap="square" lIns="0" tIns="0" rIns="0" bIns="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46" name="Shape 888"/>
          <p:cNvSpPr/>
          <p:nvPr userDrawn="1"/>
        </p:nvSpPr>
        <p:spPr>
          <a:xfrm>
            <a:off x="2755127" y="5201874"/>
            <a:ext cx="2434432" cy="62726"/>
          </a:xfrm>
          <a:prstGeom prst="rect">
            <a:avLst/>
          </a:prstGeom>
          <a:solidFill>
            <a:schemeClr val="bg1">
              <a:lumMod val="85000"/>
            </a:schemeClr>
          </a:solidFill>
          <a:ln w="12700" cap="flat">
            <a:noFill/>
            <a:miter lim="400000"/>
          </a:ln>
          <a:effectLst/>
        </p:spPr>
        <p:txBody>
          <a:bodyPr wrap="square" lIns="0" tIns="0" rIns="0" bIns="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47" name="Shape 891"/>
          <p:cNvSpPr/>
          <p:nvPr userDrawn="1"/>
        </p:nvSpPr>
        <p:spPr>
          <a:xfrm>
            <a:off x="2755129" y="4854858"/>
            <a:ext cx="2436474" cy="62726"/>
          </a:xfrm>
          <a:prstGeom prst="rect">
            <a:avLst/>
          </a:prstGeom>
          <a:solidFill>
            <a:schemeClr val="bg1">
              <a:lumMod val="85000"/>
            </a:schemeClr>
          </a:solidFill>
          <a:ln w="12700" cap="flat">
            <a:noFill/>
            <a:miter lim="400000"/>
          </a:ln>
          <a:effectLst/>
        </p:spPr>
        <p:txBody>
          <a:bodyPr wrap="square" lIns="0" tIns="0" rIns="0" bIns="0" numCol="1" anchor="ctr">
            <a:noAutofit/>
          </a:bodyP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48" name="Shape 897"/>
          <p:cNvSpPr/>
          <p:nvPr userDrawn="1"/>
        </p:nvSpPr>
        <p:spPr>
          <a:xfrm>
            <a:off x="2749301" y="4854858"/>
            <a:ext cx="1880864" cy="62726"/>
          </a:xfrm>
          <a:prstGeom prst="rect">
            <a:avLst/>
          </a:prstGeom>
          <a:solidFill>
            <a:schemeClr val="accent3"/>
          </a:solidFill>
          <a:ln w="12700">
            <a:miter lim="400000"/>
          </a:ln>
        </p:spPr>
        <p:txBody>
          <a:bodyPr lIns="0" tIns="0" rIns="0" bIns="0" anchor="ct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49" name="Shape 898"/>
          <p:cNvSpPr/>
          <p:nvPr userDrawn="1"/>
        </p:nvSpPr>
        <p:spPr>
          <a:xfrm>
            <a:off x="2749301" y="5201874"/>
            <a:ext cx="1236240" cy="62726"/>
          </a:xfrm>
          <a:prstGeom prst="rect">
            <a:avLst/>
          </a:prstGeom>
          <a:solidFill>
            <a:schemeClr val="tx1">
              <a:lumMod val="65000"/>
              <a:lumOff val="35000"/>
            </a:schemeClr>
          </a:solidFill>
          <a:ln w="12700">
            <a:miter lim="400000"/>
          </a:ln>
        </p:spPr>
        <p:txBody>
          <a:bodyPr lIns="0" tIns="0" rIns="0" bIns="0" anchor="ct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50" name="Shape 899"/>
          <p:cNvSpPr/>
          <p:nvPr userDrawn="1"/>
        </p:nvSpPr>
        <p:spPr>
          <a:xfrm>
            <a:off x="2749301" y="5544495"/>
            <a:ext cx="2272964" cy="62726"/>
          </a:xfrm>
          <a:prstGeom prst="rect">
            <a:avLst/>
          </a:prstGeom>
          <a:solidFill>
            <a:schemeClr val="accent1"/>
          </a:solidFill>
          <a:ln w="12700">
            <a:miter lim="400000"/>
          </a:ln>
        </p:spPr>
        <p:txBody>
          <a:bodyPr lIns="0" tIns="0" rIns="0" bIns="0" anchor="ct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51" name="Shape 900"/>
          <p:cNvSpPr/>
          <p:nvPr userDrawn="1"/>
        </p:nvSpPr>
        <p:spPr>
          <a:xfrm>
            <a:off x="2749301" y="5882043"/>
            <a:ext cx="1716867" cy="62726"/>
          </a:xfrm>
          <a:prstGeom prst="rect">
            <a:avLst/>
          </a:prstGeom>
          <a:solidFill>
            <a:schemeClr val="tx1">
              <a:lumMod val="65000"/>
              <a:lumOff val="35000"/>
            </a:schemeClr>
          </a:solidFill>
          <a:ln w="12700">
            <a:miter lim="400000"/>
          </a:ln>
        </p:spPr>
        <p:txBody>
          <a:bodyPr lIns="0" tIns="0" rIns="0" bIns="0" anchor="ctr"/>
          <a:lstStyle/>
          <a:p>
            <a:pPr defTabSz="228554" fontAlgn="auto">
              <a:spcBef>
                <a:spcPts val="0"/>
              </a:spcBef>
              <a:spcAft>
                <a:spcPts val="0"/>
              </a:spcAft>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solidFill>
                <a:srgbClr val="FFFFFF"/>
              </a:solidFill>
              <a:effectLst>
                <a:outerShdw blurRad="38100" dist="12700" dir="5400000" rotWithShape="0">
                  <a:srgbClr val="000000">
                    <a:alpha val="50000"/>
                  </a:srgbClr>
                </a:outerShdw>
              </a:effectLst>
              <a:latin typeface="Open Sans Light" pitchFamily="34" charset="0"/>
              <a:ea typeface="Open Sans Light" pitchFamily="34" charset="0"/>
              <a:cs typeface="Open Sans Light" pitchFamily="34" charset="0"/>
              <a:sym typeface="Source Sans Pro Light"/>
            </a:endParaRPr>
          </a:p>
        </p:txBody>
      </p:sp>
      <p:sp>
        <p:nvSpPr>
          <p:cNvPr id="52" name="Text Placeholder 17"/>
          <p:cNvSpPr>
            <a:spLocks noGrp="1"/>
          </p:cNvSpPr>
          <p:nvPr>
            <p:ph type="body" sz="quarter" idx="29"/>
          </p:nvPr>
        </p:nvSpPr>
        <p:spPr>
          <a:xfrm>
            <a:off x="5541875" y="5461615"/>
            <a:ext cx="391092"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53" name="Text Placeholder 17"/>
          <p:cNvSpPr>
            <a:spLocks noGrp="1"/>
          </p:cNvSpPr>
          <p:nvPr>
            <p:ph type="body" sz="quarter" idx="30"/>
          </p:nvPr>
        </p:nvSpPr>
        <p:spPr>
          <a:xfrm>
            <a:off x="5541875" y="5791200"/>
            <a:ext cx="391092"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54" name="Text Placeholder 17"/>
          <p:cNvSpPr>
            <a:spLocks noGrp="1"/>
          </p:cNvSpPr>
          <p:nvPr>
            <p:ph type="body" sz="quarter" idx="31"/>
          </p:nvPr>
        </p:nvSpPr>
        <p:spPr>
          <a:xfrm>
            <a:off x="5552469" y="4771921"/>
            <a:ext cx="391092"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55" name="Text Placeholder 17"/>
          <p:cNvSpPr>
            <a:spLocks noGrp="1"/>
          </p:cNvSpPr>
          <p:nvPr>
            <p:ph type="body" sz="quarter" idx="32"/>
          </p:nvPr>
        </p:nvSpPr>
        <p:spPr>
          <a:xfrm>
            <a:off x="5552469" y="5118937"/>
            <a:ext cx="391092"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Tree>
    <p:extLst>
      <p:ext uri="{BB962C8B-B14F-4D97-AF65-F5344CB8AC3E}">
        <p14:creationId xmlns:p14="http://schemas.microsoft.com/office/powerpoint/2010/main" val="14108805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par>
                          <p:cTn id="20" fill="hold">
                            <p:stCondLst>
                              <p:cond delay="2000"/>
                            </p:stCondLst>
                            <p:childTnLst>
                              <p:par>
                                <p:cTn id="21" presetID="9" presetClass="entr" presetSubtype="0" fill="hold" grpId="0" nodeType="afterEffect" nodePh="1">
                                  <p:stCondLst>
                                    <p:cond delay="0"/>
                                  </p:stCondLst>
                                  <p:endCondLst>
                                    <p:cond evt="begin" delay="0">
                                      <p:tn val="21"/>
                                    </p:cond>
                                  </p:endCondLst>
                                  <p:childTnLst>
                                    <p:set>
                                      <p:cBhvr>
                                        <p:cTn id="22" dur="1" fill="hold">
                                          <p:stCondLst>
                                            <p:cond delay="0"/>
                                          </p:stCondLst>
                                        </p:cTn>
                                        <p:tgtEl>
                                          <p:spTgt spid="9">
                                            <p:txEl>
                                              <p:pRg st="0" end="0"/>
                                            </p:txEl>
                                          </p:spTgt>
                                        </p:tgtEl>
                                        <p:attrNameLst>
                                          <p:attrName>style.visibility</p:attrName>
                                        </p:attrNameLst>
                                      </p:cBhvr>
                                      <p:to>
                                        <p:strVal val="visible"/>
                                      </p:to>
                                    </p:set>
                                    <p:animEffect transition="in" filter="dissolve">
                                      <p:cBhvr>
                                        <p:cTn id="23" dur="500"/>
                                        <p:tgtEl>
                                          <p:spTgt spid="9">
                                            <p:txEl>
                                              <p:pRg st="0" end="0"/>
                                            </p:txEl>
                                          </p:spTgt>
                                        </p:tgtEl>
                                      </p:cBhvr>
                                    </p:animEffect>
                                  </p:childTnLst>
                                </p:cTn>
                              </p:par>
                            </p:childTnLst>
                          </p:cTn>
                        </p:par>
                        <p:par>
                          <p:cTn id="24" fill="hold">
                            <p:stCondLst>
                              <p:cond delay="2500"/>
                            </p:stCondLst>
                            <p:childTnLst>
                              <p:par>
                                <p:cTn id="25" presetID="9" presetClass="entr" presetSubtype="0" fill="hold" grpId="0" nodeType="afterEffect" nodePh="1">
                                  <p:stCondLst>
                                    <p:cond delay="0"/>
                                  </p:stCondLst>
                                  <p:endCondLst>
                                    <p:cond evt="begin" delay="0">
                                      <p:tn val="25"/>
                                    </p:cond>
                                  </p:end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childTnLst>
                          </p:cTn>
                        </p:par>
                        <p:par>
                          <p:cTn id="28" fill="hold">
                            <p:stCondLst>
                              <p:cond delay="3000"/>
                            </p:stCondLst>
                            <p:childTnLst>
                              <p:par>
                                <p:cTn id="29" presetID="10" presetClass="entr" presetSubtype="0" fill="hold" grpId="0" nodeType="afterEffect" nodePh="1">
                                  <p:stCondLst>
                                    <p:cond delay="0"/>
                                  </p:stCondLst>
                                  <p:endCondLst>
                                    <p:cond evt="begin" delay="0">
                                      <p:tn val="29"/>
                                    </p:cond>
                                  </p:endCondLst>
                                  <p:childTnLst>
                                    <p:set>
                                      <p:cBhvr>
                                        <p:cTn id="30" dur="1" fill="hold">
                                          <p:stCondLst>
                                            <p:cond delay="0"/>
                                          </p:stCondLst>
                                        </p:cTn>
                                        <p:tgtEl>
                                          <p:spTgt spid="39">
                                            <p:txEl>
                                              <p:pRg st="0" end="0"/>
                                            </p:txEl>
                                          </p:spTgt>
                                        </p:tgtEl>
                                        <p:attrNameLst>
                                          <p:attrName>style.visibility</p:attrName>
                                        </p:attrNameLst>
                                      </p:cBhvr>
                                      <p:to>
                                        <p:strVal val="visible"/>
                                      </p:to>
                                    </p:set>
                                    <p:animEffect transition="in" filter="fade">
                                      <p:cBhvr>
                                        <p:cTn id="31" dur="500"/>
                                        <p:tgtEl>
                                          <p:spTgt spid="39">
                                            <p:txEl>
                                              <p:pRg st="0" end="0"/>
                                            </p:txEl>
                                          </p:spTgt>
                                        </p:tgtEl>
                                      </p:cBhvr>
                                    </p:animEffect>
                                  </p:childTnLst>
                                </p:cTn>
                              </p:par>
                            </p:childTnLst>
                          </p:cTn>
                        </p:par>
                        <p:par>
                          <p:cTn id="32" fill="hold">
                            <p:stCondLst>
                              <p:cond delay="3500"/>
                            </p:stCondLst>
                            <p:childTnLst>
                              <p:par>
                                <p:cTn id="33" presetID="10" presetClass="entr" presetSubtype="0" fill="hold" grpId="0" nodeType="afterEffect" nodePh="1">
                                  <p:stCondLst>
                                    <p:cond delay="0"/>
                                  </p:stCondLst>
                                  <p:endCondLst>
                                    <p:cond evt="begin" delay="0">
                                      <p:tn val="33"/>
                                    </p:cond>
                                  </p:endCondLst>
                                  <p:childTnLst>
                                    <p:set>
                                      <p:cBhvr>
                                        <p:cTn id="34" dur="1" fill="hold">
                                          <p:stCondLst>
                                            <p:cond delay="0"/>
                                          </p:stCondLst>
                                        </p:cTn>
                                        <p:tgtEl>
                                          <p:spTgt spid="40">
                                            <p:txEl>
                                              <p:pRg st="0" end="0"/>
                                            </p:txEl>
                                          </p:spTgt>
                                        </p:tgtEl>
                                        <p:attrNameLst>
                                          <p:attrName>style.visibility</p:attrName>
                                        </p:attrNameLst>
                                      </p:cBhvr>
                                      <p:to>
                                        <p:strVal val="visible"/>
                                      </p:to>
                                    </p:set>
                                    <p:animEffect transition="in" filter="fade">
                                      <p:cBhvr>
                                        <p:cTn id="35" dur="500"/>
                                        <p:tgtEl>
                                          <p:spTgt spid="40">
                                            <p:txEl>
                                              <p:pRg st="0" end="0"/>
                                            </p:txEl>
                                          </p:spTgt>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47"/>
                                        </p:tgtEl>
                                        <p:attrNameLst>
                                          <p:attrName>style.visibility</p:attrName>
                                        </p:attrNameLst>
                                      </p:cBhvr>
                                      <p:to>
                                        <p:strVal val="visible"/>
                                      </p:to>
                                    </p:set>
                                    <p:animEffect transition="in" filter="fade">
                                      <p:cBhvr>
                                        <p:cTn id="38" dur="500"/>
                                        <p:tgtEl>
                                          <p:spTgt spid="47"/>
                                        </p:tgtEl>
                                      </p:cBhvr>
                                    </p:animEffect>
                                  </p:childTnLst>
                                </p:cTn>
                              </p:par>
                            </p:childTnLst>
                          </p:cTn>
                        </p:par>
                        <p:par>
                          <p:cTn id="39" fill="hold">
                            <p:stCondLst>
                              <p:cond delay="4000"/>
                            </p:stCondLst>
                            <p:childTnLst>
                              <p:par>
                                <p:cTn id="40" presetID="22" presetClass="entr" presetSubtype="8" fill="hold" grpId="0" nodeType="afterEffect">
                                  <p:stCondLst>
                                    <p:cond delay="0"/>
                                  </p:stCondLst>
                                  <p:childTnLst>
                                    <p:set>
                                      <p:cBhvr>
                                        <p:cTn id="41" dur="1" fill="hold">
                                          <p:stCondLst>
                                            <p:cond delay="0"/>
                                          </p:stCondLst>
                                        </p:cTn>
                                        <p:tgtEl>
                                          <p:spTgt spid="48"/>
                                        </p:tgtEl>
                                        <p:attrNameLst>
                                          <p:attrName>style.visibility</p:attrName>
                                        </p:attrNameLst>
                                      </p:cBhvr>
                                      <p:to>
                                        <p:strVal val="visible"/>
                                      </p:to>
                                    </p:set>
                                    <p:animEffect transition="in" filter="wipe(left)">
                                      <p:cBhvr>
                                        <p:cTn id="42" dur="500"/>
                                        <p:tgtEl>
                                          <p:spTgt spid="48"/>
                                        </p:tgtEl>
                                      </p:cBhvr>
                                    </p:animEffect>
                                  </p:childTnLst>
                                </p:cTn>
                              </p:par>
                            </p:childTnLst>
                          </p:cTn>
                        </p:par>
                        <p:par>
                          <p:cTn id="43" fill="hold">
                            <p:stCondLst>
                              <p:cond delay="4500"/>
                            </p:stCondLst>
                            <p:childTnLst>
                              <p:par>
                                <p:cTn id="44" presetID="9" presetClass="entr" presetSubtype="0" fill="hold" grpId="0" nodeType="afterEffect" nodePh="1">
                                  <p:stCondLst>
                                    <p:cond delay="0"/>
                                  </p:stCondLst>
                                  <p:endCondLst>
                                    <p:cond evt="begin" delay="0">
                                      <p:tn val="44"/>
                                    </p:cond>
                                  </p:endCondLst>
                                  <p:childTnLst>
                                    <p:set>
                                      <p:cBhvr>
                                        <p:cTn id="45" dur="1" fill="hold">
                                          <p:stCondLst>
                                            <p:cond delay="0"/>
                                          </p:stCondLst>
                                        </p:cTn>
                                        <p:tgtEl>
                                          <p:spTgt spid="54">
                                            <p:txEl>
                                              <p:pRg st="0" end="0"/>
                                            </p:txEl>
                                          </p:spTgt>
                                        </p:tgtEl>
                                        <p:attrNameLst>
                                          <p:attrName>style.visibility</p:attrName>
                                        </p:attrNameLst>
                                      </p:cBhvr>
                                      <p:to>
                                        <p:strVal val="visible"/>
                                      </p:to>
                                    </p:set>
                                    <p:animEffect transition="in" filter="dissolve">
                                      <p:cBhvr>
                                        <p:cTn id="46" dur="500"/>
                                        <p:tgtEl>
                                          <p:spTgt spid="54">
                                            <p:txEl>
                                              <p:pRg st="0" end="0"/>
                                            </p:txEl>
                                          </p:spTgt>
                                        </p:tgtEl>
                                      </p:cBhvr>
                                    </p:animEffect>
                                  </p:childTnLst>
                                </p:cTn>
                              </p:par>
                            </p:childTnLst>
                          </p:cTn>
                        </p:par>
                        <p:par>
                          <p:cTn id="47" fill="hold">
                            <p:stCondLst>
                              <p:cond delay="5000"/>
                            </p:stCondLst>
                            <p:childTnLst>
                              <p:par>
                                <p:cTn id="48" presetID="10" presetClass="entr" presetSubtype="0" fill="hold" grpId="0" nodeType="afterEffect" nodePh="1">
                                  <p:stCondLst>
                                    <p:cond delay="0"/>
                                  </p:stCondLst>
                                  <p:endCondLst>
                                    <p:cond evt="begin" delay="0">
                                      <p:tn val="48"/>
                                    </p:cond>
                                  </p:endCondLst>
                                  <p:childTnLst>
                                    <p:set>
                                      <p:cBhvr>
                                        <p:cTn id="49" dur="1" fill="hold">
                                          <p:stCondLst>
                                            <p:cond delay="0"/>
                                          </p:stCondLst>
                                        </p:cTn>
                                        <p:tgtEl>
                                          <p:spTgt spid="41">
                                            <p:txEl>
                                              <p:pRg st="0" end="0"/>
                                            </p:txEl>
                                          </p:spTgt>
                                        </p:tgtEl>
                                        <p:attrNameLst>
                                          <p:attrName>style.visibility</p:attrName>
                                        </p:attrNameLst>
                                      </p:cBhvr>
                                      <p:to>
                                        <p:strVal val="visible"/>
                                      </p:to>
                                    </p:set>
                                    <p:animEffect transition="in" filter="fade">
                                      <p:cBhvr>
                                        <p:cTn id="50" dur="500"/>
                                        <p:tgtEl>
                                          <p:spTgt spid="41">
                                            <p:txEl>
                                              <p:pRg st="0" end="0"/>
                                            </p:txEl>
                                          </p:spTgt>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46"/>
                                        </p:tgtEl>
                                        <p:attrNameLst>
                                          <p:attrName>style.visibility</p:attrName>
                                        </p:attrNameLst>
                                      </p:cBhvr>
                                      <p:to>
                                        <p:strVal val="visible"/>
                                      </p:to>
                                    </p:set>
                                    <p:animEffect transition="in" filter="fade">
                                      <p:cBhvr>
                                        <p:cTn id="53" dur="500"/>
                                        <p:tgtEl>
                                          <p:spTgt spid="46"/>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9"/>
                                        </p:tgtEl>
                                        <p:attrNameLst>
                                          <p:attrName>style.visibility</p:attrName>
                                        </p:attrNameLst>
                                      </p:cBhvr>
                                      <p:to>
                                        <p:strVal val="visible"/>
                                      </p:to>
                                    </p:set>
                                    <p:animEffect transition="in" filter="wipe(left)">
                                      <p:cBhvr>
                                        <p:cTn id="57" dur="500"/>
                                        <p:tgtEl>
                                          <p:spTgt spid="49"/>
                                        </p:tgtEl>
                                      </p:cBhvr>
                                    </p:animEffect>
                                  </p:childTnLst>
                                </p:cTn>
                              </p:par>
                            </p:childTnLst>
                          </p:cTn>
                        </p:par>
                        <p:par>
                          <p:cTn id="58" fill="hold">
                            <p:stCondLst>
                              <p:cond delay="6000"/>
                            </p:stCondLst>
                            <p:childTnLst>
                              <p:par>
                                <p:cTn id="59" presetID="9" presetClass="entr" presetSubtype="0" fill="hold" grpId="0" nodeType="afterEffect" nodePh="1">
                                  <p:stCondLst>
                                    <p:cond delay="0"/>
                                  </p:stCondLst>
                                  <p:endCondLst>
                                    <p:cond evt="begin" delay="0">
                                      <p:tn val="59"/>
                                    </p:cond>
                                  </p:endCondLst>
                                  <p:childTnLst>
                                    <p:set>
                                      <p:cBhvr>
                                        <p:cTn id="60" dur="1" fill="hold">
                                          <p:stCondLst>
                                            <p:cond delay="0"/>
                                          </p:stCondLst>
                                        </p:cTn>
                                        <p:tgtEl>
                                          <p:spTgt spid="55">
                                            <p:txEl>
                                              <p:pRg st="0" end="0"/>
                                            </p:txEl>
                                          </p:spTgt>
                                        </p:tgtEl>
                                        <p:attrNameLst>
                                          <p:attrName>style.visibility</p:attrName>
                                        </p:attrNameLst>
                                      </p:cBhvr>
                                      <p:to>
                                        <p:strVal val="visible"/>
                                      </p:to>
                                    </p:set>
                                    <p:animEffect transition="in" filter="dissolve">
                                      <p:cBhvr>
                                        <p:cTn id="61" dur="500"/>
                                        <p:tgtEl>
                                          <p:spTgt spid="55">
                                            <p:txEl>
                                              <p:pRg st="0" end="0"/>
                                            </p:txEl>
                                          </p:spTgt>
                                        </p:tgtEl>
                                      </p:cBhvr>
                                    </p:animEffect>
                                  </p:childTnLst>
                                </p:cTn>
                              </p:par>
                            </p:childTnLst>
                          </p:cTn>
                        </p:par>
                        <p:par>
                          <p:cTn id="62" fill="hold">
                            <p:stCondLst>
                              <p:cond delay="6500"/>
                            </p:stCondLst>
                            <p:childTnLst>
                              <p:par>
                                <p:cTn id="63" presetID="10" presetClass="entr" presetSubtype="0" fill="hold" grpId="0" nodeType="afterEffect" nodePh="1">
                                  <p:stCondLst>
                                    <p:cond delay="0"/>
                                  </p:stCondLst>
                                  <p:endCondLst>
                                    <p:cond evt="begin" delay="0">
                                      <p:tn val="63"/>
                                    </p:cond>
                                  </p:endCondLst>
                                  <p:childTnLst>
                                    <p:set>
                                      <p:cBhvr>
                                        <p:cTn id="64" dur="1" fill="hold">
                                          <p:stCondLst>
                                            <p:cond delay="0"/>
                                          </p:stCondLst>
                                        </p:cTn>
                                        <p:tgtEl>
                                          <p:spTgt spid="42">
                                            <p:txEl>
                                              <p:pRg st="0" end="0"/>
                                            </p:txEl>
                                          </p:spTgt>
                                        </p:tgtEl>
                                        <p:attrNameLst>
                                          <p:attrName>style.visibility</p:attrName>
                                        </p:attrNameLst>
                                      </p:cBhvr>
                                      <p:to>
                                        <p:strVal val="visible"/>
                                      </p:to>
                                    </p:set>
                                    <p:animEffect transition="in" filter="fade">
                                      <p:cBhvr>
                                        <p:cTn id="65" dur="500"/>
                                        <p:tgtEl>
                                          <p:spTgt spid="42">
                                            <p:txEl>
                                              <p:pRg st="0" end="0"/>
                                            </p:txEl>
                                          </p:spTgt>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5"/>
                                        </p:tgtEl>
                                        <p:attrNameLst>
                                          <p:attrName>style.visibility</p:attrName>
                                        </p:attrNameLst>
                                      </p:cBhvr>
                                      <p:to>
                                        <p:strVal val="visible"/>
                                      </p:to>
                                    </p:set>
                                    <p:animEffect transition="in" filter="fade">
                                      <p:cBhvr>
                                        <p:cTn id="68" dur="500"/>
                                        <p:tgtEl>
                                          <p:spTgt spid="45"/>
                                        </p:tgtEl>
                                      </p:cBhvr>
                                    </p:animEffect>
                                  </p:childTnLst>
                                </p:cTn>
                              </p:par>
                            </p:childTnLst>
                          </p:cTn>
                        </p:par>
                        <p:par>
                          <p:cTn id="69" fill="hold">
                            <p:stCondLst>
                              <p:cond delay="7000"/>
                            </p:stCondLst>
                            <p:childTnLst>
                              <p:par>
                                <p:cTn id="70" presetID="22" presetClass="entr" presetSubtype="8" fill="hold" grpId="0" nodeType="afterEffect">
                                  <p:stCondLst>
                                    <p:cond delay="0"/>
                                  </p:stCondLst>
                                  <p:childTnLst>
                                    <p:set>
                                      <p:cBhvr>
                                        <p:cTn id="71" dur="1" fill="hold">
                                          <p:stCondLst>
                                            <p:cond delay="0"/>
                                          </p:stCondLst>
                                        </p:cTn>
                                        <p:tgtEl>
                                          <p:spTgt spid="50"/>
                                        </p:tgtEl>
                                        <p:attrNameLst>
                                          <p:attrName>style.visibility</p:attrName>
                                        </p:attrNameLst>
                                      </p:cBhvr>
                                      <p:to>
                                        <p:strVal val="visible"/>
                                      </p:to>
                                    </p:set>
                                    <p:animEffect transition="in" filter="wipe(left)">
                                      <p:cBhvr>
                                        <p:cTn id="72" dur="500"/>
                                        <p:tgtEl>
                                          <p:spTgt spid="50"/>
                                        </p:tgtEl>
                                      </p:cBhvr>
                                    </p:animEffect>
                                  </p:childTnLst>
                                </p:cTn>
                              </p:par>
                            </p:childTnLst>
                          </p:cTn>
                        </p:par>
                        <p:par>
                          <p:cTn id="73" fill="hold">
                            <p:stCondLst>
                              <p:cond delay="7500"/>
                            </p:stCondLst>
                            <p:childTnLst>
                              <p:par>
                                <p:cTn id="74" presetID="9" presetClass="entr" presetSubtype="0" fill="hold" grpId="0" nodeType="afterEffect" nodePh="1">
                                  <p:stCondLst>
                                    <p:cond delay="0"/>
                                  </p:stCondLst>
                                  <p:endCondLst>
                                    <p:cond evt="begin" delay="0">
                                      <p:tn val="74"/>
                                    </p:cond>
                                  </p:endCondLst>
                                  <p:childTnLst>
                                    <p:set>
                                      <p:cBhvr>
                                        <p:cTn id="75" dur="1" fill="hold">
                                          <p:stCondLst>
                                            <p:cond delay="0"/>
                                          </p:stCondLst>
                                        </p:cTn>
                                        <p:tgtEl>
                                          <p:spTgt spid="52">
                                            <p:txEl>
                                              <p:pRg st="0" end="0"/>
                                            </p:txEl>
                                          </p:spTgt>
                                        </p:tgtEl>
                                        <p:attrNameLst>
                                          <p:attrName>style.visibility</p:attrName>
                                        </p:attrNameLst>
                                      </p:cBhvr>
                                      <p:to>
                                        <p:strVal val="visible"/>
                                      </p:to>
                                    </p:set>
                                    <p:animEffect transition="in" filter="dissolve">
                                      <p:cBhvr>
                                        <p:cTn id="76" dur="500"/>
                                        <p:tgtEl>
                                          <p:spTgt spid="52">
                                            <p:txEl>
                                              <p:pRg st="0" end="0"/>
                                            </p:txEl>
                                          </p:spTgt>
                                        </p:tgtEl>
                                      </p:cBhvr>
                                    </p:animEffect>
                                  </p:childTnLst>
                                </p:cTn>
                              </p:par>
                            </p:childTnLst>
                          </p:cTn>
                        </p:par>
                        <p:par>
                          <p:cTn id="77" fill="hold">
                            <p:stCondLst>
                              <p:cond delay="8000"/>
                            </p:stCondLst>
                            <p:childTnLst>
                              <p:par>
                                <p:cTn id="78" presetID="10" presetClass="entr" presetSubtype="0" fill="hold" grpId="0" nodeType="afterEffect" nodePh="1">
                                  <p:stCondLst>
                                    <p:cond delay="0"/>
                                  </p:stCondLst>
                                  <p:endCondLst>
                                    <p:cond evt="begin" delay="0">
                                      <p:tn val="78"/>
                                    </p:cond>
                                  </p:endCondLst>
                                  <p:childTnLst>
                                    <p:set>
                                      <p:cBhvr>
                                        <p:cTn id="79" dur="1" fill="hold">
                                          <p:stCondLst>
                                            <p:cond delay="0"/>
                                          </p:stCondLst>
                                        </p:cTn>
                                        <p:tgtEl>
                                          <p:spTgt spid="43">
                                            <p:txEl>
                                              <p:pRg st="0" end="0"/>
                                            </p:txEl>
                                          </p:spTgt>
                                        </p:tgtEl>
                                        <p:attrNameLst>
                                          <p:attrName>style.visibility</p:attrName>
                                        </p:attrNameLst>
                                      </p:cBhvr>
                                      <p:to>
                                        <p:strVal val="visible"/>
                                      </p:to>
                                    </p:set>
                                    <p:animEffect transition="in" filter="fade">
                                      <p:cBhvr>
                                        <p:cTn id="80" dur="500"/>
                                        <p:tgtEl>
                                          <p:spTgt spid="43">
                                            <p:txEl>
                                              <p:pRg st="0" end="0"/>
                                            </p:txEl>
                                          </p:spTgt>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44"/>
                                        </p:tgtEl>
                                        <p:attrNameLst>
                                          <p:attrName>style.visibility</p:attrName>
                                        </p:attrNameLst>
                                      </p:cBhvr>
                                      <p:to>
                                        <p:strVal val="visible"/>
                                      </p:to>
                                    </p:set>
                                    <p:animEffect transition="in" filter="fade">
                                      <p:cBhvr>
                                        <p:cTn id="83" dur="500"/>
                                        <p:tgtEl>
                                          <p:spTgt spid="44"/>
                                        </p:tgtEl>
                                      </p:cBhvr>
                                    </p:animEffect>
                                  </p:childTnLst>
                                </p:cTn>
                              </p:par>
                            </p:childTnLst>
                          </p:cTn>
                        </p:par>
                        <p:par>
                          <p:cTn id="84" fill="hold">
                            <p:stCondLst>
                              <p:cond delay="8500"/>
                            </p:stCondLst>
                            <p:childTnLst>
                              <p:par>
                                <p:cTn id="85" presetID="22" presetClass="entr" presetSubtype="8" fill="hold" grpId="0" nodeType="afterEffect">
                                  <p:stCondLst>
                                    <p:cond delay="0"/>
                                  </p:stCondLst>
                                  <p:childTnLst>
                                    <p:set>
                                      <p:cBhvr>
                                        <p:cTn id="86" dur="1" fill="hold">
                                          <p:stCondLst>
                                            <p:cond delay="0"/>
                                          </p:stCondLst>
                                        </p:cTn>
                                        <p:tgtEl>
                                          <p:spTgt spid="51"/>
                                        </p:tgtEl>
                                        <p:attrNameLst>
                                          <p:attrName>style.visibility</p:attrName>
                                        </p:attrNameLst>
                                      </p:cBhvr>
                                      <p:to>
                                        <p:strVal val="visible"/>
                                      </p:to>
                                    </p:set>
                                    <p:animEffect transition="in" filter="wipe(left)">
                                      <p:cBhvr>
                                        <p:cTn id="87" dur="500"/>
                                        <p:tgtEl>
                                          <p:spTgt spid="51"/>
                                        </p:tgtEl>
                                      </p:cBhvr>
                                    </p:animEffect>
                                  </p:childTnLst>
                                </p:cTn>
                              </p:par>
                            </p:childTnLst>
                          </p:cTn>
                        </p:par>
                        <p:par>
                          <p:cTn id="88" fill="hold">
                            <p:stCondLst>
                              <p:cond delay="9000"/>
                            </p:stCondLst>
                            <p:childTnLst>
                              <p:par>
                                <p:cTn id="89" presetID="9" presetClass="entr" presetSubtype="0" fill="hold" grpId="0" nodeType="afterEffect" nodePh="1">
                                  <p:stCondLst>
                                    <p:cond delay="0"/>
                                  </p:stCondLst>
                                  <p:endCondLst>
                                    <p:cond evt="begin" delay="0">
                                      <p:tn val="89"/>
                                    </p:cond>
                                  </p:endCondLst>
                                  <p:childTnLst>
                                    <p:set>
                                      <p:cBhvr>
                                        <p:cTn id="90" dur="1" fill="hold">
                                          <p:stCondLst>
                                            <p:cond delay="0"/>
                                          </p:stCondLst>
                                        </p:cTn>
                                        <p:tgtEl>
                                          <p:spTgt spid="53">
                                            <p:txEl>
                                              <p:pRg st="0" end="0"/>
                                            </p:txEl>
                                          </p:spTgt>
                                        </p:tgtEl>
                                        <p:attrNameLst>
                                          <p:attrName>style.visibility</p:attrName>
                                        </p:attrNameLst>
                                      </p:cBhvr>
                                      <p:to>
                                        <p:strVal val="visible"/>
                                      </p:to>
                                    </p:set>
                                    <p:animEffect transition="in" filter="dissolve">
                                      <p:cBhvr>
                                        <p:cTn id="91" dur="500"/>
                                        <p:tgtEl>
                                          <p:spTgt spid="5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3"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P spid="40"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P spid="39"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4" grpId="0" animBg="1"/>
      <p:bldP spid="45" grpId="0" animBg="1"/>
      <p:bldP spid="46" grpId="0" animBg="1"/>
      <p:bldP spid="47" grpId="0" animBg="1"/>
      <p:bldP spid="48" grpId="0" animBg="1"/>
      <p:bldP spid="49" grpId="0" animBg="1"/>
      <p:bldP spid="50" grpId="0" animBg="1"/>
      <p:bldP spid="51" grpId="0" animBg="1"/>
      <p:bldP spid="52"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52"/>
                        </p:tgtEl>
                        <p:attrNameLst>
                          <p:attrName>style.visibility</p:attrName>
                        </p:attrNameLst>
                      </p:cBhvr>
                      <p:to>
                        <p:strVal val="visible"/>
                      </p:to>
                    </p:set>
                    <p:animEffect transition="in" filter="dissolve">
                      <p:cBhvr>
                        <p:cTn dur="500"/>
                        <p:tgtEl>
                          <p:spTgt spid="52"/>
                        </p:tgtEl>
                      </p:cBhvr>
                    </p:animEffect>
                  </p:childTnLst>
                </p:cTn>
              </p:par>
            </p:tnLst>
          </p:tmpl>
        </p:tmplLst>
      </p:bldP>
      <p:bldP spid="53"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53"/>
                        </p:tgtEl>
                        <p:attrNameLst>
                          <p:attrName>style.visibility</p:attrName>
                        </p:attrNameLst>
                      </p:cBhvr>
                      <p:to>
                        <p:strVal val="visible"/>
                      </p:to>
                    </p:set>
                    <p:animEffect transition="in" filter="dissolve">
                      <p:cBhvr>
                        <p:cTn dur="500"/>
                        <p:tgtEl>
                          <p:spTgt spid="53"/>
                        </p:tgtEl>
                      </p:cBhvr>
                    </p:animEffect>
                  </p:childTnLst>
                </p:cTn>
              </p:par>
            </p:tnLst>
          </p:tmpl>
        </p:tmplLst>
      </p:bldP>
      <p:bldP spid="54"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54"/>
                        </p:tgtEl>
                        <p:attrNameLst>
                          <p:attrName>style.visibility</p:attrName>
                        </p:attrNameLst>
                      </p:cBhvr>
                      <p:to>
                        <p:strVal val="visible"/>
                      </p:to>
                    </p:set>
                    <p:animEffect transition="in" filter="dissolve">
                      <p:cBhvr>
                        <p:cTn dur="500"/>
                        <p:tgtEl>
                          <p:spTgt spid="54"/>
                        </p:tgtEl>
                      </p:cBhvr>
                    </p:animEffect>
                  </p:childTnLst>
                </p:cTn>
              </p:par>
            </p:tnLst>
          </p:tmpl>
        </p:tmplLst>
      </p:bldP>
      <p:bldP spid="55"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55"/>
                        </p:tgtEl>
                        <p:attrNameLst>
                          <p:attrName>style.visibility</p:attrName>
                        </p:attrNameLst>
                      </p:cBhvr>
                      <p:to>
                        <p:strVal val="visible"/>
                      </p:to>
                    </p:set>
                    <p:animEffect transition="in" filter="dissolve">
                      <p:cBhvr>
                        <p:cTn dur="500"/>
                        <p:tgtEl>
                          <p:spTgt spid="55"/>
                        </p:tgtEl>
                      </p:cBhvr>
                    </p:animEffect>
                  </p:childTnLst>
                </p:cTn>
              </p:par>
            </p:tnLst>
          </p:tmpl>
        </p:tmplLst>
      </p:bldP>
    </p:bldLst>
  </p:timing>
</p:sldLayout>
</file>

<file path=ppt/slideLayouts/slideLayout352.xml><?xml version="1.0" encoding="utf-8"?>
<p:sldLayout xmlns:a="http://schemas.openxmlformats.org/drawingml/2006/main" xmlns:r="http://schemas.openxmlformats.org/officeDocument/2006/relationships" xmlns:p="http://schemas.openxmlformats.org/presentationml/2006/main" userDrawn="1">
  <p:cSld name="4_Meet_the_team1">
    <p:spTree>
      <p:nvGrpSpPr>
        <p:cNvPr id="1" name=""/>
        <p:cNvGrpSpPr/>
        <p:nvPr/>
      </p:nvGrpSpPr>
      <p:grpSpPr>
        <a:xfrm>
          <a:off x="0" y="0"/>
          <a:ext cx="0" cy="0"/>
          <a:chOff x="0" y="0"/>
          <a:chExt cx="0" cy="0"/>
        </a:xfrm>
      </p:grpSpPr>
    </p:spTree>
    <p:extLst>
      <p:ext uri="{BB962C8B-B14F-4D97-AF65-F5344CB8AC3E}">
        <p14:creationId xmlns:p14="http://schemas.microsoft.com/office/powerpoint/2010/main" val="8268561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53.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 y="0"/>
            <a:ext cx="12192000" cy="6858000"/>
          </a:xfrm>
        </p:spPr>
        <p:txBody>
          <a:bodyPr/>
          <a:lstStyle/>
          <a:p>
            <a:endParaRPr lang="en-US"/>
          </a:p>
        </p:txBody>
      </p:sp>
    </p:spTree>
    <p:extLst>
      <p:ext uri="{BB962C8B-B14F-4D97-AF65-F5344CB8AC3E}">
        <p14:creationId xmlns:p14="http://schemas.microsoft.com/office/powerpoint/2010/main" val="22472925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54.xml><?xml version="1.0" encoding="utf-8"?>
<p:sldLayout xmlns:a="http://schemas.openxmlformats.org/drawingml/2006/main" xmlns:r="http://schemas.openxmlformats.org/officeDocument/2006/relationships" xmlns:p="http://schemas.openxmlformats.org/presentationml/2006/main" userDrawn="1">
  <p:cSld name="10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2389922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55.xml><?xml version="1.0" encoding="utf-8"?>
<p:sldLayout xmlns:a="http://schemas.openxmlformats.org/drawingml/2006/main" xmlns:r="http://schemas.openxmlformats.org/officeDocument/2006/relationships" xmlns:p="http://schemas.openxmlformats.org/presentationml/2006/main" userDrawn="1">
  <p:cSld name="11_Custom Layout">
    <p:spTree>
      <p:nvGrpSpPr>
        <p:cNvPr id="1" name=""/>
        <p:cNvGrpSpPr/>
        <p:nvPr/>
      </p:nvGrpSpPr>
      <p:grpSpPr>
        <a:xfrm>
          <a:off x="0" y="0"/>
          <a:ext cx="0" cy="0"/>
          <a:chOff x="0" y="0"/>
          <a:chExt cx="0" cy="0"/>
        </a:xfrm>
      </p:grpSpPr>
      <p:sp>
        <p:nvSpPr>
          <p:cNvPr id="7" name="Picture Placeholder 5"/>
          <p:cNvSpPr>
            <a:spLocks noGrp="1"/>
          </p:cNvSpPr>
          <p:nvPr>
            <p:ph type="pic" sz="quarter" idx="11"/>
          </p:nvPr>
        </p:nvSpPr>
        <p:spPr>
          <a:xfrm>
            <a:off x="6315353" y="2178554"/>
            <a:ext cx="4611266" cy="2244435"/>
          </a:xfrm>
        </p:spPr>
        <p:txBody>
          <a:bodyPr/>
          <a:lstStyle/>
          <a:p>
            <a:endParaRPr lang="en-US"/>
          </a:p>
        </p:txBody>
      </p:sp>
      <p:sp>
        <p:nvSpPr>
          <p:cNvPr id="6" name="Picture Placeholder 5"/>
          <p:cNvSpPr>
            <a:spLocks noGrp="1"/>
          </p:cNvSpPr>
          <p:nvPr>
            <p:ph type="pic" sz="quarter" idx="10"/>
          </p:nvPr>
        </p:nvSpPr>
        <p:spPr>
          <a:xfrm>
            <a:off x="1265383" y="2178554"/>
            <a:ext cx="4611266" cy="2244435"/>
          </a:xfrm>
        </p:spPr>
        <p:txBody>
          <a:bodyPr/>
          <a:lstStyle/>
          <a:p>
            <a:endParaRPr lang="en-US"/>
          </a:p>
        </p:txBody>
      </p:sp>
    </p:spTree>
    <p:extLst>
      <p:ext uri="{BB962C8B-B14F-4D97-AF65-F5344CB8AC3E}">
        <p14:creationId xmlns:p14="http://schemas.microsoft.com/office/powerpoint/2010/main" val="10584277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56.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sp>
        <p:nvSpPr>
          <p:cNvPr id="16" name="Title 15"/>
          <p:cNvSpPr>
            <a:spLocks noGrp="1"/>
          </p:cNvSpPr>
          <p:nvPr>
            <p:ph type="title"/>
          </p:nvPr>
        </p:nvSpPr>
        <p:spPr>
          <a:xfrm>
            <a:off x="1524000" y="619126"/>
            <a:ext cx="9144000" cy="535812"/>
          </a:xfrm>
        </p:spPr>
        <p:txBody>
          <a:bodyPr>
            <a:normAutofit/>
          </a:bodyPr>
          <a:lstStyle>
            <a:lvl1pPr algn="ctr">
              <a:defRPr sz="4000" b="0">
                <a:solidFill>
                  <a:srgbClr val="2D3F51"/>
                </a:solidFill>
                <a:latin typeface="Source Sans Pro" panose="020B0503030403020204" pitchFamily="34" charset="0"/>
              </a:defRPr>
            </a:lvl1pPr>
          </a:lstStyle>
          <a:p>
            <a:r>
              <a:rPr lang="en-US" dirty="0" smtClean="0"/>
              <a:t>Click to edit Master title style</a:t>
            </a:r>
            <a:endParaRPr lang="en-GB" dirty="0"/>
          </a:p>
        </p:txBody>
      </p:sp>
      <p:sp>
        <p:nvSpPr>
          <p:cNvPr id="18" name="Text Placeholder 17"/>
          <p:cNvSpPr>
            <a:spLocks noGrp="1"/>
          </p:cNvSpPr>
          <p:nvPr>
            <p:ph type="body" sz="quarter" idx="14" hasCustomPrompt="1"/>
          </p:nvPr>
        </p:nvSpPr>
        <p:spPr>
          <a:xfrm>
            <a:off x="1524000" y="2998769"/>
            <a:ext cx="2971800" cy="1106505"/>
          </a:xfrm>
        </p:spPr>
        <p:txBody>
          <a:bodyPr lIns="0" tIns="0" rIns="0" bIns="0">
            <a:normAutofit/>
          </a:bodyPr>
          <a:lstStyle>
            <a:lvl1pPr marL="0" indent="0">
              <a:lnSpc>
                <a:spcPts val="1700"/>
              </a:lnSpc>
              <a:buNone/>
              <a:defRPr sz="1200">
                <a:solidFill>
                  <a:schemeClr val="tx2"/>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19" name="Text Placeholder 17"/>
          <p:cNvSpPr>
            <a:spLocks noGrp="1"/>
          </p:cNvSpPr>
          <p:nvPr>
            <p:ph type="body" sz="quarter" idx="15" hasCustomPrompt="1"/>
          </p:nvPr>
        </p:nvSpPr>
        <p:spPr>
          <a:xfrm>
            <a:off x="7404100" y="3000339"/>
            <a:ext cx="2971800" cy="1106505"/>
          </a:xfrm>
        </p:spPr>
        <p:txBody>
          <a:bodyPr lIns="0" tIns="0" rIns="0" bIns="0">
            <a:normAutofit/>
          </a:bodyPr>
          <a:lstStyle>
            <a:lvl1pPr marL="0" indent="0">
              <a:lnSpc>
                <a:spcPts val="1700"/>
              </a:lnSpc>
              <a:buNone/>
              <a:defRPr sz="1200">
                <a:solidFill>
                  <a:schemeClr val="bg1"/>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21" name="Content Placeholder 20"/>
          <p:cNvSpPr>
            <a:spLocks noGrp="1"/>
          </p:cNvSpPr>
          <p:nvPr>
            <p:ph sz="quarter" idx="16" hasCustomPrompt="1"/>
          </p:nvPr>
        </p:nvSpPr>
        <p:spPr>
          <a:xfrm>
            <a:off x="1524000" y="2547522"/>
            <a:ext cx="4711700" cy="292100"/>
          </a:xfrm>
        </p:spPr>
        <p:txBody>
          <a:bodyPr lIns="0" tIns="0" rIns="0" bIns="0">
            <a:normAutofit/>
          </a:bodyPr>
          <a:lstStyle>
            <a:lvl1pPr marL="0" indent="0">
              <a:buNone/>
              <a:defRPr sz="1600">
                <a:solidFill>
                  <a:schemeClr val="bg1">
                    <a:lumMod val="50000"/>
                  </a:schemeClr>
                </a:solidFill>
                <a:latin typeface="Source Sans Pro" panose="020B0503030403020204" pitchFamily="34" charset="0"/>
              </a:defRPr>
            </a:lvl1pPr>
          </a:lstStyle>
          <a:p>
            <a:pPr lvl="0"/>
            <a:r>
              <a:rPr lang="en-GB" dirty="0" smtClean="0"/>
              <a:t>Click to edit Content Heading</a:t>
            </a:r>
          </a:p>
        </p:txBody>
      </p:sp>
      <p:sp>
        <p:nvSpPr>
          <p:cNvPr id="22" name="Content Placeholder 20"/>
          <p:cNvSpPr>
            <a:spLocks noGrp="1"/>
          </p:cNvSpPr>
          <p:nvPr>
            <p:ph sz="quarter" idx="17" hasCustomPrompt="1"/>
          </p:nvPr>
        </p:nvSpPr>
        <p:spPr>
          <a:xfrm>
            <a:off x="6534150" y="2547522"/>
            <a:ext cx="4133850" cy="292100"/>
          </a:xfrm>
        </p:spPr>
        <p:txBody>
          <a:bodyPr lIns="0" tIns="0" rIns="0" bIns="0">
            <a:normAutofit/>
          </a:bodyPr>
          <a:lstStyle>
            <a:lvl1pPr marL="0" indent="0">
              <a:buNone/>
              <a:defRPr sz="1600">
                <a:solidFill>
                  <a:schemeClr val="bg1"/>
                </a:solidFill>
                <a:latin typeface="Source Sans Pro" panose="020B0503030403020204" pitchFamily="34" charset="0"/>
              </a:defRPr>
            </a:lvl1pPr>
          </a:lstStyle>
          <a:p>
            <a:pPr lvl="0"/>
            <a:r>
              <a:rPr lang="en-GB" dirty="0" smtClean="0"/>
              <a:t>Click to edit Content Heading</a:t>
            </a:r>
          </a:p>
        </p:txBody>
      </p:sp>
      <p:sp>
        <p:nvSpPr>
          <p:cNvPr id="23" name="Text Placeholder 17"/>
          <p:cNvSpPr>
            <a:spLocks noGrp="1"/>
          </p:cNvSpPr>
          <p:nvPr>
            <p:ph type="body" sz="quarter" idx="18" hasCustomPrompt="1"/>
          </p:nvPr>
        </p:nvSpPr>
        <p:spPr>
          <a:xfrm>
            <a:off x="1524000" y="1285443"/>
            <a:ext cx="9144000" cy="248082"/>
          </a:xfrm>
        </p:spPr>
        <p:txBody>
          <a:bodyPr lIns="0" tIns="0" rIns="0" bIns="0">
            <a:normAutofit/>
          </a:bodyPr>
          <a:lstStyle>
            <a:lvl1pPr marL="0" indent="0" algn="ctr">
              <a:lnSpc>
                <a:spcPts val="1400"/>
              </a:lnSpc>
              <a:buNone/>
              <a:defRPr sz="1050">
                <a:solidFill>
                  <a:schemeClr val="tx2"/>
                </a:solidFill>
                <a:latin typeface="Source Sans Pro Light" panose="020B0403030403020204" pitchFamily="34" charset="0"/>
              </a:defRPr>
            </a:lvl1pPr>
          </a:lstStyle>
          <a:p>
            <a:pPr lvl="0"/>
            <a:r>
              <a:rPr lang="en-GB" dirty="0" smtClean="0"/>
              <a:t>write your relevant text here</a:t>
            </a:r>
          </a:p>
        </p:txBody>
      </p:sp>
    </p:spTree>
    <p:extLst>
      <p:ext uri="{BB962C8B-B14F-4D97-AF65-F5344CB8AC3E}">
        <p14:creationId xmlns:p14="http://schemas.microsoft.com/office/powerpoint/2010/main" val="37421038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57.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
        <p:nvSpPr>
          <p:cNvPr id="16" name="Title 15"/>
          <p:cNvSpPr>
            <a:spLocks noGrp="1"/>
          </p:cNvSpPr>
          <p:nvPr>
            <p:ph type="title"/>
          </p:nvPr>
        </p:nvSpPr>
        <p:spPr>
          <a:xfrm>
            <a:off x="1524000" y="619126"/>
            <a:ext cx="9144000" cy="535812"/>
          </a:xfrm>
        </p:spPr>
        <p:txBody>
          <a:bodyPr>
            <a:normAutofit/>
          </a:bodyPr>
          <a:lstStyle>
            <a:lvl1pPr algn="ctr">
              <a:defRPr sz="4000" b="0">
                <a:solidFill>
                  <a:srgbClr val="2D3F51"/>
                </a:solidFill>
                <a:latin typeface="Source Sans Pro" panose="020B0503030403020204" pitchFamily="34" charset="0"/>
              </a:defRPr>
            </a:lvl1pPr>
          </a:lstStyle>
          <a:p>
            <a:r>
              <a:rPr lang="en-US" dirty="0" smtClean="0"/>
              <a:t>Click to edit Master title style</a:t>
            </a:r>
            <a:endParaRPr lang="en-GB" dirty="0"/>
          </a:p>
        </p:txBody>
      </p:sp>
      <p:sp>
        <p:nvSpPr>
          <p:cNvPr id="18" name="Text Placeholder 17"/>
          <p:cNvSpPr>
            <a:spLocks noGrp="1"/>
          </p:cNvSpPr>
          <p:nvPr>
            <p:ph type="body" sz="quarter" idx="14" hasCustomPrompt="1"/>
          </p:nvPr>
        </p:nvSpPr>
        <p:spPr>
          <a:xfrm>
            <a:off x="1524000" y="2998769"/>
            <a:ext cx="2971800" cy="1106505"/>
          </a:xfrm>
        </p:spPr>
        <p:txBody>
          <a:bodyPr lIns="0" tIns="0" rIns="0" bIns="0">
            <a:normAutofit/>
          </a:bodyPr>
          <a:lstStyle>
            <a:lvl1pPr marL="0" indent="0">
              <a:lnSpc>
                <a:spcPts val="1700"/>
              </a:lnSpc>
              <a:buNone/>
              <a:defRPr sz="1200">
                <a:solidFill>
                  <a:schemeClr val="tx2"/>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19" name="Text Placeholder 17"/>
          <p:cNvSpPr>
            <a:spLocks noGrp="1"/>
          </p:cNvSpPr>
          <p:nvPr>
            <p:ph type="body" sz="quarter" idx="15" hasCustomPrompt="1"/>
          </p:nvPr>
        </p:nvSpPr>
        <p:spPr>
          <a:xfrm>
            <a:off x="7404100" y="3000339"/>
            <a:ext cx="2971800" cy="1106505"/>
          </a:xfrm>
        </p:spPr>
        <p:txBody>
          <a:bodyPr lIns="0" tIns="0" rIns="0" bIns="0">
            <a:normAutofit/>
          </a:bodyPr>
          <a:lstStyle>
            <a:lvl1pPr marL="0" indent="0">
              <a:lnSpc>
                <a:spcPts val="1700"/>
              </a:lnSpc>
              <a:buNone/>
              <a:defRPr sz="1200">
                <a:solidFill>
                  <a:schemeClr val="bg1"/>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21" name="Content Placeholder 20"/>
          <p:cNvSpPr>
            <a:spLocks noGrp="1"/>
          </p:cNvSpPr>
          <p:nvPr>
            <p:ph sz="quarter" idx="16" hasCustomPrompt="1"/>
          </p:nvPr>
        </p:nvSpPr>
        <p:spPr>
          <a:xfrm>
            <a:off x="1524000" y="2547522"/>
            <a:ext cx="4711700" cy="292100"/>
          </a:xfrm>
        </p:spPr>
        <p:txBody>
          <a:bodyPr lIns="0" tIns="0" rIns="0" bIns="0">
            <a:normAutofit/>
          </a:bodyPr>
          <a:lstStyle>
            <a:lvl1pPr marL="0" indent="0">
              <a:buNone/>
              <a:defRPr sz="1600">
                <a:solidFill>
                  <a:schemeClr val="bg1">
                    <a:lumMod val="50000"/>
                  </a:schemeClr>
                </a:solidFill>
                <a:latin typeface="Source Sans Pro" panose="020B0503030403020204" pitchFamily="34" charset="0"/>
              </a:defRPr>
            </a:lvl1pPr>
          </a:lstStyle>
          <a:p>
            <a:pPr lvl="0"/>
            <a:r>
              <a:rPr lang="en-GB" dirty="0" smtClean="0"/>
              <a:t>Click to edit Content Heading</a:t>
            </a:r>
          </a:p>
        </p:txBody>
      </p:sp>
      <p:sp>
        <p:nvSpPr>
          <p:cNvPr id="22" name="Content Placeholder 20"/>
          <p:cNvSpPr>
            <a:spLocks noGrp="1"/>
          </p:cNvSpPr>
          <p:nvPr>
            <p:ph sz="quarter" idx="17" hasCustomPrompt="1"/>
          </p:nvPr>
        </p:nvSpPr>
        <p:spPr>
          <a:xfrm>
            <a:off x="6534150" y="2547522"/>
            <a:ext cx="4133850" cy="292100"/>
          </a:xfrm>
        </p:spPr>
        <p:txBody>
          <a:bodyPr lIns="0" tIns="0" rIns="0" bIns="0">
            <a:normAutofit/>
          </a:bodyPr>
          <a:lstStyle>
            <a:lvl1pPr marL="0" indent="0">
              <a:buNone/>
              <a:defRPr sz="1600">
                <a:solidFill>
                  <a:schemeClr val="bg1"/>
                </a:solidFill>
                <a:latin typeface="Source Sans Pro" panose="020B0503030403020204" pitchFamily="34" charset="0"/>
              </a:defRPr>
            </a:lvl1pPr>
          </a:lstStyle>
          <a:p>
            <a:pPr lvl="0"/>
            <a:r>
              <a:rPr lang="en-GB" dirty="0" smtClean="0"/>
              <a:t>Click to edit Content Heading</a:t>
            </a:r>
          </a:p>
        </p:txBody>
      </p:sp>
      <p:sp>
        <p:nvSpPr>
          <p:cNvPr id="23" name="Text Placeholder 17"/>
          <p:cNvSpPr>
            <a:spLocks noGrp="1"/>
          </p:cNvSpPr>
          <p:nvPr>
            <p:ph type="body" sz="quarter" idx="18" hasCustomPrompt="1"/>
          </p:nvPr>
        </p:nvSpPr>
        <p:spPr>
          <a:xfrm>
            <a:off x="1524000" y="1285443"/>
            <a:ext cx="9144000" cy="248082"/>
          </a:xfrm>
        </p:spPr>
        <p:txBody>
          <a:bodyPr lIns="0" tIns="0" rIns="0" bIns="0">
            <a:normAutofit/>
          </a:bodyPr>
          <a:lstStyle>
            <a:lvl1pPr marL="0" indent="0" algn="ctr">
              <a:lnSpc>
                <a:spcPts val="1400"/>
              </a:lnSpc>
              <a:buNone/>
              <a:defRPr sz="1050">
                <a:solidFill>
                  <a:schemeClr val="tx2"/>
                </a:solidFill>
                <a:latin typeface="Source Sans Pro Light" panose="020B0403030403020204" pitchFamily="34" charset="0"/>
              </a:defRPr>
            </a:lvl1pPr>
          </a:lstStyle>
          <a:p>
            <a:pPr lvl="0"/>
            <a:r>
              <a:rPr lang="en-GB" dirty="0" smtClean="0"/>
              <a:t>write your relevant text here</a:t>
            </a:r>
          </a:p>
        </p:txBody>
      </p:sp>
    </p:spTree>
    <p:extLst>
      <p:ext uri="{BB962C8B-B14F-4D97-AF65-F5344CB8AC3E}">
        <p14:creationId xmlns:p14="http://schemas.microsoft.com/office/powerpoint/2010/main" val="12207326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58.xml><?xml version="1.0" encoding="utf-8"?>
<p:sldLayout xmlns:a="http://schemas.openxmlformats.org/drawingml/2006/main" xmlns:r="http://schemas.openxmlformats.org/officeDocument/2006/relationships" xmlns:p="http://schemas.openxmlformats.org/presentationml/2006/main" userDrawn="1">
  <p:cSld name="12_Title Slide">
    <p:spTree>
      <p:nvGrpSpPr>
        <p:cNvPr id="1" name=""/>
        <p:cNvGrpSpPr/>
        <p:nvPr/>
      </p:nvGrpSpPr>
      <p:grpSpPr>
        <a:xfrm>
          <a:off x="0" y="0"/>
          <a:ext cx="0" cy="0"/>
          <a:chOff x="0" y="0"/>
          <a:chExt cx="0" cy="0"/>
        </a:xfrm>
      </p:grpSpPr>
      <p:sp>
        <p:nvSpPr>
          <p:cNvPr id="16" name="Title 15"/>
          <p:cNvSpPr>
            <a:spLocks noGrp="1"/>
          </p:cNvSpPr>
          <p:nvPr>
            <p:ph type="title"/>
          </p:nvPr>
        </p:nvSpPr>
        <p:spPr>
          <a:xfrm>
            <a:off x="1524000" y="619126"/>
            <a:ext cx="9144000" cy="535812"/>
          </a:xfrm>
        </p:spPr>
        <p:txBody>
          <a:bodyPr>
            <a:normAutofit/>
          </a:bodyPr>
          <a:lstStyle>
            <a:lvl1pPr algn="ctr">
              <a:defRPr sz="4000" b="0">
                <a:solidFill>
                  <a:srgbClr val="2D3F51"/>
                </a:solidFill>
                <a:latin typeface="Source Sans Pro" panose="020B0503030403020204" pitchFamily="34" charset="0"/>
              </a:defRPr>
            </a:lvl1pPr>
          </a:lstStyle>
          <a:p>
            <a:r>
              <a:rPr lang="en-US" dirty="0" smtClean="0"/>
              <a:t>Click to edit Master title style</a:t>
            </a:r>
            <a:endParaRPr lang="en-GB" dirty="0"/>
          </a:p>
        </p:txBody>
      </p:sp>
      <p:sp>
        <p:nvSpPr>
          <p:cNvPr id="18" name="Text Placeholder 17"/>
          <p:cNvSpPr>
            <a:spLocks noGrp="1"/>
          </p:cNvSpPr>
          <p:nvPr>
            <p:ph type="body" sz="quarter" idx="14" hasCustomPrompt="1"/>
          </p:nvPr>
        </p:nvSpPr>
        <p:spPr>
          <a:xfrm>
            <a:off x="1524000" y="2998769"/>
            <a:ext cx="2971800" cy="1106505"/>
          </a:xfrm>
        </p:spPr>
        <p:txBody>
          <a:bodyPr lIns="0" tIns="0" rIns="0" bIns="0">
            <a:normAutofit/>
          </a:bodyPr>
          <a:lstStyle>
            <a:lvl1pPr marL="0" indent="0">
              <a:lnSpc>
                <a:spcPts val="1700"/>
              </a:lnSpc>
              <a:buNone/>
              <a:defRPr sz="1200">
                <a:solidFill>
                  <a:schemeClr val="tx2"/>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19" name="Text Placeholder 17"/>
          <p:cNvSpPr>
            <a:spLocks noGrp="1"/>
          </p:cNvSpPr>
          <p:nvPr>
            <p:ph type="body" sz="quarter" idx="15" hasCustomPrompt="1"/>
          </p:nvPr>
        </p:nvSpPr>
        <p:spPr>
          <a:xfrm>
            <a:off x="7404100" y="3000339"/>
            <a:ext cx="2971800" cy="1106505"/>
          </a:xfrm>
        </p:spPr>
        <p:txBody>
          <a:bodyPr lIns="0" tIns="0" rIns="0" bIns="0">
            <a:normAutofit/>
          </a:bodyPr>
          <a:lstStyle>
            <a:lvl1pPr marL="0" indent="0">
              <a:lnSpc>
                <a:spcPts val="1700"/>
              </a:lnSpc>
              <a:buNone/>
              <a:defRPr sz="1200">
                <a:solidFill>
                  <a:schemeClr val="bg1"/>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21" name="Content Placeholder 20"/>
          <p:cNvSpPr>
            <a:spLocks noGrp="1"/>
          </p:cNvSpPr>
          <p:nvPr>
            <p:ph sz="quarter" idx="16" hasCustomPrompt="1"/>
          </p:nvPr>
        </p:nvSpPr>
        <p:spPr>
          <a:xfrm>
            <a:off x="1524000" y="2547522"/>
            <a:ext cx="4711700" cy="292100"/>
          </a:xfrm>
        </p:spPr>
        <p:txBody>
          <a:bodyPr lIns="0" tIns="0" rIns="0" bIns="0">
            <a:normAutofit/>
          </a:bodyPr>
          <a:lstStyle>
            <a:lvl1pPr marL="0" indent="0">
              <a:buNone/>
              <a:defRPr sz="1600">
                <a:solidFill>
                  <a:schemeClr val="bg1">
                    <a:lumMod val="50000"/>
                  </a:schemeClr>
                </a:solidFill>
                <a:latin typeface="Source Sans Pro" panose="020B0503030403020204" pitchFamily="34" charset="0"/>
              </a:defRPr>
            </a:lvl1pPr>
          </a:lstStyle>
          <a:p>
            <a:pPr lvl="0"/>
            <a:r>
              <a:rPr lang="en-GB" dirty="0" smtClean="0"/>
              <a:t>Click to edit Content Heading</a:t>
            </a:r>
          </a:p>
        </p:txBody>
      </p:sp>
      <p:sp>
        <p:nvSpPr>
          <p:cNvPr id="22" name="Content Placeholder 20"/>
          <p:cNvSpPr>
            <a:spLocks noGrp="1"/>
          </p:cNvSpPr>
          <p:nvPr>
            <p:ph sz="quarter" idx="17" hasCustomPrompt="1"/>
          </p:nvPr>
        </p:nvSpPr>
        <p:spPr>
          <a:xfrm>
            <a:off x="6534150" y="2547522"/>
            <a:ext cx="4133850" cy="292100"/>
          </a:xfrm>
        </p:spPr>
        <p:txBody>
          <a:bodyPr lIns="0" tIns="0" rIns="0" bIns="0">
            <a:normAutofit/>
          </a:bodyPr>
          <a:lstStyle>
            <a:lvl1pPr marL="0" indent="0">
              <a:buNone/>
              <a:defRPr sz="1600">
                <a:solidFill>
                  <a:schemeClr val="bg1"/>
                </a:solidFill>
                <a:latin typeface="Source Sans Pro" panose="020B0503030403020204" pitchFamily="34" charset="0"/>
              </a:defRPr>
            </a:lvl1pPr>
          </a:lstStyle>
          <a:p>
            <a:pPr lvl="0"/>
            <a:r>
              <a:rPr lang="en-GB" dirty="0" smtClean="0"/>
              <a:t>Click to edit Content Heading</a:t>
            </a:r>
          </a:p>
        </p:txBody>
      </p:sp>
      <p:sp>
        <p:nvSpPr>
          <p:cNvPr id="23" name="Text Placeholder 17"/>
          <p:cNvSpPr>
            <a:spLocks noGrp="1"/>
          </p:cNvSpPr>
          <p:nvPr>
            <p:ph type="body" sz="quarter" idx="18" hasCustomPrompt="1"/>
          </p:nvPr>
        </p:nvSpPr>
        <p:spPr>
          <a:xfrm>
            <a:off x="1524000" y="1285443"/>
            <a:ext cx="9144000" cy="248082"/>
          </a:xfrm>
        </p:spPr>
        <p:txBody>
          <a:bodyPr lIns="0" tIns="0" rIns="0" bIns="0">
            <a:normAutofit/>
          </a:bodyPr>
          <a:lstStyle>
            <a:lvl1pPr marL="0" indent="0" algn="ctr">
              <a:lnSpc>
                <a:spcPts val="1400"/>
              </a:lnSpc>
              <a:buNone/>
              <a:defRPr sz="1050">
                <a:solidFill>
                  <a:schemeClr val="tx2"/>
                </a:solidFill>
                <a:latin typeface="Source Sans Pro Light" panose="020B0403030403020204" pitchFamily="34" charset="0"/>
              </a:defRPr>
            </a:lvl1pPr>
          </a:lstStyle>
          <a:p>
            <a:pPr lvl="0"/>
            <a:r>
              <a:rPr lang="en-GB" dirty="0" smtClean="0"/>
              <a:t>write your relevant text here</a:t>
            </a:r>
          </a:p>
        </p:txBody>
      </p:sp>
    </p:spTree>
    <p:extLst>
      <p:ext uri="{BB962C8B-B14F-4D97-AF65-F5344CB8AC3E}">
        <p14:creationId xmlns:p14="http://schemas.microsoft.com/office/powerpoint/2010/main" val="7563087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59.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sp>
        <p:nvSpPr>
          <p:cNvPr id="16" name="Title 15"/>
          <p:cNvSpPr>
            <a:spLocks noGrp="1"/>
          </p:cNvSpPr>
          <p:nvPr>
            <p:ph type="title"/>
          </p:nvPr>
        </p:nvSpPr>
        <p:spPr>
          <a:xfrm>
            <a:off x="1524000" y="619126"/>
            <a:ext cx="9144000" cy="535812"/>
          </a:xfrm>
        </p:spPr>
        <p:txBody>
          <a:bodyPr>
            <a:normAutofit/>
          </a:bodyPr>
          <a:lstStyle>
            <a:lvl1pPr algn="ctr">
              <a:defRPr sz="4000" b="0">
                <a:solidFill>
                  <a:srgbClr val="2D3F51"/>
                </a:solidFill>
                <a:latin typeface="Source Sans Pro" panose="020B0503030403020204" pitchFamily="34" charset="0"/>
              </a:defRPr>
            </a:lvl1pPr>
          </a:lstStyle>
          <a:p>
            <a:r>
              <a:rPr lang="en-US" dirty="0" smtClean="0"/>
              <a:t>Click to edit Master title style</a:t>
            </a:r>
            <a:endParaRPr lang="en-GB" dirty="0"/>
          </a:p>
        </p:txBody>
      </p:sp>
      <p:sp>
        <p:nvSpPr>
          <p:cNvPr id="18" name="Text Placeholder 17"/>
          <p:cNvSpPr>
            <a:spLocks noGrp="1"/>
          </p:cNvSpPr>
          <p:nvPr>
            <p:ph type="body" sz="quarter" idx="14" hasCustomPrompt="1"/>
          </p:nvPr>
        </p:nvSpPr>
        <p:spPr>
          <a:xfrm>
            <a:off x="1524000" y="2998769"/>
            <a:ext cx="2971800" cy="1106505"/>
          </a:xfrm>
        </p:spPr>
        <p:txBody>
          <a:bodyPr lIns="0" tIns="0" rIns="0" bIns="0">
            <a:normAutofit/>
          </a:bodyPr>
          <a:lstStyle>
            <a:lvl1pPr marL="0" indent="0">
              <a:lnSpc>
                <a:spcPts val="1700"/>
              </a:lnSpc>
              <a:buNone/>
              <a:defRPr sz="1200">
                <a:solidFill>
                  <a:schemeClr val="tx2"/>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19" name="Text Placeholder 17"/>
          <p:cNvSpPr>
            <a:spLocks noGrp="1"/>
          </p:cNvSpPr>
          <p:nvPr>
            <p:ph type="body" sz="quarter" idx="15" hasCustomPrompt="1"/>
          </p:nvPr>
        </p:nvSpPr>
        <p:spPr>
          <a:xfrm>
            <a:off x="7404100" y="3000339"/>
            <a:ext cx="2971800" cy="1106505"/>
          </a:xfrm>
        </p:spPr>
        <p:txBody>
          <a:bodyPr lIns="0" tIns="0" rIns="0" bIns="0">
            <a:normAutofit/>
          </a:bodyPr>
          <a:lstStyle>
            <a:lvl1pPr marL="0" indent="0">
              <a:lnSpc>
                <a:spcPts val="1700"/>
              </a:lnSpc>
              <a:buNone/>
              <a:defRPr sz="1200">
                <a:solidFill>
                  <a:schemeClr val="bg1"/>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21" name="Content Placeholder 20"/>
          <p:cNvSpPr>
            <a:spLocks noGrp="1"/>
          </p:cNvSpPr>
          <p:nvPr>
            <p:ph sz="quarter" idx="16" hasCustomPrompt="1"/>
          </p:nvPr>
        </p:nvSpPr>
        <p:spPr>
          <a:xfrm>
            <a:off x="1524000" y="2547522"/>
            <a:ext cx="4711700" cy="292100"/>
          </a:xfrm>
        </p:spPr>
        <p:txBody>
          <a:bodyPr lIns="0" tIns="0" rIns="0" bIns="0">
            <a:normAutofit/>
          </a:bodyPr>
          <a:lstStyle>
            <a:lvl1pPr marL="0" indent="0">
              <a:buNone/>
              <a:defRPr sz="1600">
                <a:solidFill>
                  <a:schemeClr val="bg1">
                    <a:lumMod val="50000"/>
                  </a:schemeClr>
                </a:solidFill>
                <a:latin typeface="Source Sans Pro" panose="020B0503030403020204" pitchFamily="34" charset="0"/>
              </a:defRPr>
            </a:lvl1pPr>
          </a:lstStyle>
          <a:p>
            <a:pPr lvl="0"/>
            <a:r>
              <a:rPr lang="en-GB" dirty="0" smtClean="0"/>
              <a:t>Click to edit Content Heading</a:t>
            </a:r>
          </a:p>
        </p:txBody>
      </p:sp>
      <p:sp>
        <p:nvSpPr>
          <p:cNvPr id="22" name="Content Placeholder 20"/>
          <p:cNvSpPr>
            <a:spLocks noGrp="1"/>
          </p:cNvSpPr>
          <p:nvPr>
            <p:ph sz="quarter" idx="17" hasCustomPrompt="1"/>
          </p:nvPr>
        </p:nvSpPr>
        <p:spPr>
          <a:xfrm>
            <a:off x="6534150" y="2547522"/>
            <a:ext cx="4133850" cy="292100"/>
          </a:xfrm>
        </p:spPr>
        <p:txBody>
          <a:bodyPr lIns="0" tIns="0" rIns="0" bIns="0">
            <a:normAutofit/>
          </a:bodyPr>
          <a:lstStyle>
            <a:lvl1pPr marL="0" indent="0">
              <a:buNone/>
              <a:defRPr sz="1600">
                <a:solidFill>
                  <a:schemeClr val="bg1"/>
                </a:solidFill>
                <a:latin typeface="Source Sans Pro" panose="020B0503030403020204" pitchFamily="34" charset="0"/>
              </a:defRPr>
            </a:lvl1pPr>
          </a:lstStyle>
          <a:p>
            <a:pPr lvl="0"/>
            <a:r>
              <a:rPr lang="en-GB" dirty="0" smtClean="0"/>
              <a:t>Click to edit Content Heading</a:t>
            </a:r>
          </a:p>
        </p:txBody>
      </p:sp>
      <p:sp>
        <p:nvSpPr>
          <p:cNvPr id="23" name="Text Placeholder 17"/>
          <p:cNvSpPr>
            <a:spLocks noGrp="1"/>
          </p:cNvSpPr>
          <p:nvPr>
            <p:ph type="body" sz="quarter" idx="18" hasCustomPrompt="1"/>
          </p:nvPr>
        </p:nvSpPr>
        <p:spPr>
          <a:xfrm>
            <a:off x="1524000" y="1285443"/>
            <a:ext cx="9144000" cy="248082"/>
          </a:xfrm>
        </p:spPr>
        <p:txBody>
          <a:bodyPr lIns="0" tIns="0" rIns="0" bIns="0">
            <a:normAutofit/>
          </a:bodyPr>
          <a:lstStyle>
            <a:lvl1pPr marL="0" indent="0" algn="ctr">
              <a:lnSpc>
                <a:spcPts val="1400"/>
              </a:lnSpc>
              <a:buNone/>
              <a:defRPr sz="1050">
                <a:solidFill>
                  <a:schemeClr val="tx2"/>
                </a:solidFill>
                <a:latin typeface="Source Sans Pro Light" panose="020B0403030403020204" pitchFamily="34" charset="0"/>
              </a:defRPr>
            </a:lvl1pPr>
          </a:lstStyle>
          <a:p>
            <a:pPr lvl="0"/>
            <a:r>
              <a:rPr lang="en-GB" dirty="0" smtClean="0"/>
              <a:t>write your relevant text here</a:t>
            </a:r>
          </a:p>
        </p:txBody>
      </p:sp>
    </p:spTree>
    <p:extLst>
      <p:ext uri="{BB962C8B-B14F-4D97-AF65-F5344CB8AC3E}">
        <p14:creationId xmlns:p14="http://schemas.microsoft.com/office/powerpoint/2010/main" val="33935019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6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1524000" y="1122363"/>
            <a:ext cx="9144000" cy="2387600"/>
          </a:xfrm>
        </p:spPr>
        <p:txBody>
          <a:bodyPr anchor="b">
            <a:normAutofit/>
          </a:bodyPr>
          <a:lstStyle>
            <a:lvl1pPr algn="ctr">
              <a:defRPr sz="6000"/>
            </a:lvl1pPr>
          </a:lstStyle>
          <a:p>
            <a:r>
              <a:rPr lang="en-US" dirty="0" smtClean="0"/>
              <a:t>CLICK TO EDIT MASTER TITLE STYLE</a:t>
            </a:r>
            <a:endParaRPr lang="en-AU" dirty="0"/>
          </a:p>
        </p:txBody>
      </p:sp>
      <p:sp>
        <p:nvSpPr>
          <p:cNvPr id="3" name="Subtitle 2"/>
          <p:cNvSpPr>
            <a:spLocks noGrp="1"/>
          </p:cNvSpPr>
          <p:nvPr>
            <p:ph type="subTitle" idx="1"/>
          </p:nvPr>
        </p:nvSpPr>
        <p:spPr>
          <a:xfrm>
            <a:off x="1524000" y="3602038"/>
            <a:ext cx="9144000" cy="1655762"/>
          </a:xfrm>
        </p:spPr>
        <p:txBody>
          <a:bodyPr>
            <a:normAutofit/>
          </a:bodyPr>
          <a:lstStyle>
            <a:lvl1pPr marL="0" indent="0" algn="ctr">
              <a:buNone/>
              <a:defRPr sz="20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smtClean="0"/>
              <a:t>Click to edit Master subtitle style</a:t>
            </a:r>
            <a:endParaRPr lang="en-AU" dirty="0"/>
          </a:p>
        </p:txBody>
      </p:sp>
      <p:sp>
        <p:nvSpPr>
          <p:cNvPr id="4" name="Date Placeholder 3"/>
          <p:cNvSpPr>
            <a:spLocks noGrp="1"/>
          </p:cNvSpPr>
          <p:nvPr>
            <p:ph type="dt" sz="half" idx="10"/>
          </p:nvPr>
        </p:nvSpPr>
        <p:spPr/>
        <p:txBody>
          <a:bodyPr/>
          <a:lstStyle/>
          <a:p>
            <a:fld id="{EDDE603F-C962-764B-B8E6-73E2DFA746C0}"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7312126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anim calcmode="lin" valueType="num">
                                      <p:cBhvr>
                                        <p:cTn id="12"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42"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anim calcmode="lin" valueType="num">
                      <p:cBhvr>
                        <p:cTn dur="500" fill="hold"/>
                        <p:tgtEl>
                          <p:spTgt spid="3"/>
                        </p:tgtEl>
                        <p:attrNameLst>
                          <p:attrName>ppt_x</p:attrName>
                        </p:attrNameLst>
                      </p:cBhvr>
                      <p:tavLst>
                        <p:tav tm="0">
                          <p:val>
                            <p:strVal val="#ppt_x"/>
                          </p:val>
                        </p:tav>
                        <p:tav tm="100000">
                          <p:val>
                            <p:strVal val="#ppt_x"/>
                          </p:val>
                        </p:tav>
                      </p:tavLst>
                    </p:anim>
                    <p:anim calcmode="lin" valueType="num">
                      <p:cBhvr>
                        <p:cTn dur="500" fill="hold"/>
                        <p:tgtEl>
                          <p:spTgt spid="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4" name="Date Placeholder 3"/>
          <p:cNvSpPr>
            <a:spLocks noGrp="1"/>
          </p:cNvSpPr>
          <p:nvPr>
            <p:ph type="dt" sz="half" idx="10"/>
          </p:nvPr>
        </p:nvSpPr>
        <p:spPr/>
        <p:txBody>
          <a:bodyPr/>
          <a:lstStyle/>
          <a:p>
            <a:fld id="{F53D227E-2C94-ED46-A6E5-E2D3485EA14B}"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949424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55BEE51A-320F-9840-BD5B-4D5EAF48C8D4}"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26602132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4" name="Date Placeholder 3"/>
          <p:cNvSpPr>
            <a:spLocks noGrp="1"/>
          </p:cNvSpPr>
          <p:nvPr>
            <p:ph type="dt" sz="half" idx="10"/>
          </p:nvPr>
        </p:nvSpPr>
        <p:spPr/>
        <p:txBody>
          <a:bodyPr/>
          <a:lstStyle/>
          <a:p>
            <a:fld id="{0585C073-98C4-E64E-B540-C0E509273320}"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7" name="Picture Placeholder 6"/>
          <p:cNvSpPr>
            <a:spLocks noGrp="1"/>
          </p:cNvSpPr>
          <p:nvPr>
            <p:ph type="pic" sz="quarter" idx="13"/>
          </p:nvPr>
        </p:nvSpPr>
        <p:spPr>
          <a:xfrm>
            <a:off x="0" y="1955800"/>
            <a:ext cx="12192000" cy="2254250"/>
          </a:xfrm>
          <a:solidFill>
            <a:schemeClr val="bg1">
              <a:lumMod val="95000"/>
            </a:schemeClr>
          </a:solidFill>
        </p:spPr>
        <p:txBody>
          <a:bodyPr/>
          <a:lstStyle/>
          <a:p>
            <a:endParaRPr lang="en-AU"/>
          </a:p>
        </p:txBody>
      </p:sp>
      <p:cxnSp>
        <p:nvCxnSpPr>
          <p:cNvPr id="9" name="Straight Connector 8"/>
          <p:cNvCxnSpPr/>
          <p:nvPr userDrawn="1"/>
        </p:nvCxnSpPr>
        <p:spPr>
          <a:xfrm>
            <a:off x="4229100" y="1174464"/>
            <a:ext cx="39243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 Placeholder 10"/>
          <p:cNvSpPr>
            <a:spLocks noGrp="1"/>
          </p:cNvSpPr>
          <p:nvPr>
            <p:ph type="body" sz="quarter" idx="14" hasCustomPrompt="1"/>
          </p:nvPr>
        </p:nvSpPr>
        <p:spPr>
          <a:xfrm>
            <a:off x="1903412" y="4484915"/>
            <a:ext cx="8385175" cy="348343"/>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2" name="Text Placeholder 10"/>
          <p:cNvSpPr>
            <a:spLocks noGrp="1"/>
          </p:cNvSpPr>
          <p:nvPr>
            <p:ph type="body" sz="quarter" idx="15" hasCustomPrompt="1"/>
          </p:nvPr>
        </p:nvSpPr>
        <p:spPr>
          <a:xfrm>
            <a:off x="1903412" y="4898121"/>
            <a:ext cx="8385175" cy="820511"/>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36295773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500" fill="hold"/>
                                        <p:tgtEl>
                                          <p:spTgt spid="7"/>
                                        </p:tgtEl>
                                        <p:attrNameLst>
                                          <p:attrName>ppt_w</p:attrName>
                                        </p:attrNameLst>
                                      </p:cBhvr>
                                      <p:tavLst>
                                        <p:tav tm="0">
                                          <p:val>
                                            <p:fltVal val="0"/>
                                          </p:val>
                                        </p:tav>
                                        <p:tav tm="100000">
                                          <p:val>
                                            <p:strVal val="#ppt_w"/>
                                          </p:val>
                                        </p:tav>
                                      </p:tavLst>
                                    </p:anim>
                                    <p:anim calcmode="lin" valueType="num">
                                      <p:cBhvr>
                                        <p:cTn id="16" dur="500" fill="hold"/>
                                        <p:tgtEl>
                                          <p:spTgt spid="7"/>
                                        </p:tgtEl>
                                        <p:attrNameLst>
                                          <p:attrName>ppt_h</p:attrName>
                                        </p:attrNameLst>
                                      </p:cBhvr>
                                      <p:tavLst>
                                        <p:tav tm="0">
                                          <p:val>
                                            <p:fltVal val="0"/>
                                          </p:val>
                                        </p:tav>
                                        <p:tav tm="100000">
                                          <p:val>
                                            <p:strVal val="#ppt_h"/>
                                          </p:val>
                                        </p:tav>
                                      </p:tavLst>
                                    </p:anim>
                                    <p:animEffect transition="in" filter="fade">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1">
                                            <p:txEl>
                                              <p:pRg st="0" end="0"/>
                                            </p:txEl>
                                          </p:spTgt>
                                        </p:tgtEl>
                                        <p:attrNameLst>
                                          <p:attrName>style.visibility</p:attrName>
                                        </p:attrNameLst>
                                      </p:cBhvr>
                                      <p:to>
                                        <p:strVal val="visible"/>
                                      </p:to>
                                    </p:set>
                                    <p:animEffect transition="in" filter="fade">
                                      <p:cBhvr>
                                        <p:cTn id="21" dur="500"/>
                                        <p:tgtEl>
                                          <p:spTgt spid="11">
                                            <p:txEl>
                                              <p:pRg st="0" end="0"/>
                                            </p:txEl>
                                          </p:spTgt>
                                        </p:tgtEl>
                                      </p:cBhvr>
                                    </p:animEffect>
                                  </p:childTnLst>
                                </p:cTn>
                              </p:par>
                              <p:par>
                                <p:cTn id="22" presetID="42" presetClass="entr" presetSubtype="0" fill="hold" grpId="0" nodeType="withEffect">
                                  <p:stCondLst>
                                    <p:cond delay="0"/>
                                  </p:stCondLst>
                                  <p:childTnLst>
                                    <p:set>
                                      <p:cBhvr>
                                        <p:cTn id="23" dur="1" fill="hold">
                                          <p:stCondLst>
                                            <p:cond delay="0"/>
                                          </p:stCondLst>
                                        </p:cTn>
                                        <p:tgtEl>
                                          <p:spTgt spid="12">
                                            <p:txEl>
                                              <p:pRg st="0" end="0"/>
                                            </p:txEl>
                                          </p:spTgt>
                                        </p:tgtEl>
                                        <p:attrNameLst>
                                          <p:attrName>style.visibility</p:attrName>
                                        </p:attrNameLst>
                                      </p:cBhvr>
                                      <p:to>
                                        <p:strVal val="visible"/>
                                      </p:to>
                                    </p:set>
                                    <p:animEffect transition="in" filter="fade">
                                      <p:cBhvr>
                                        <p:cTn id="24" dur="500"/>
                                        <p:tgtEl>
                                          <p:spTgt spid="12">
                                            <p:txEl>
                                              <p:pRg st="0" end="0"/>
                                            </p:txEl>
                                          </p:spTgt>
                                        </p:tgtEl>
                                      </p:cBhvr>
                                    </p:animEffect>
                                    <p:anim calcmode="lin" valueType="num">
                                      <p:cBhvr>
                                        <p:cTn id="25"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p:cTn id="26" dur="500" fill="hold"/>
                                        <p:tgtEl>
                                          <p:spTgt spid="12">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animBg="1"/>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P spid="12" grpId="0" build="p">
        <p:tmplLst>
          <p:tmpl lvl="1">
            <p:tnLst>
              <p:par>
                <p:cTn presetID="42" presetClass="entr" presetSubtype="0" fill="hold" nodeType="with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anim calcmode="lin" valueType="num">
                      <p:cBhvr>
                        <p:cTn dur="500" fill="hold"/>
                        <p:tgtEl>
                          <p:spTgt spid="12"/>
                        </p:tgtEl>
                        <p:attrNameLst>
                          <p:attrName>ppt_x</p:attrName>
                        </p:attrNameLst>
                      </p:cBhvr>
                      <p:tavLst>
                        <p:tav tm="0">
                          <p:val>
                            <p:strVal val="#ppt_x"/>
                          </p:val>
                        </p:tav>
                        <p:tav tm="100000">
                          <p:val>
                            <p:strVal val="#ppt_x"/>
                          </p:val>
                        </p:tav>
                      </p:tavLst>
                    </p:anim>
                    <p:anim calcmode="lin" valueType="num">
                      <p:cBhvr>
                        <p:cTn dur="500" fill="hold"/>
                        <p:tgtEl>
                          <p:spTgt spid="12"/>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BD8FB931-674F-DD4F-9CEE-7284F95D3AAB}"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Picture Placeholder 6"/>
          <p:cNvSpPr>
            <a:spLocks noGrp="1"/>
          </p:cNvSpPr>
          <p:nvPr>
            <p:ph type="pic" sz="quarter" idx="13"/>
          </p:nvPr>
        </p:nvSpPr>
        <p:spPr>
          <a:xfrm>
            <a:off x="0" y="1921790"/>
            <a:ext cx="5430982" cy="3022169"/>
          </a:xfrm>
          <a:solidFill>
            <a:schemeClr val="bg1">
              <a:lumMod val="95000"/>
            </a:schemeClr>
          </a:solidFill>
        </p:spPr>
        <p:txBody>
          <a:bodyPr/>
          <a:lstStyle/>
          <a:p>
            <a:endParaRPr lang="en-AU"/>
          </a:p>
        </p:txBody>
      </p:sp>
    </p:spTree>
    <p:extLst>
      <p:ext uri="{BB962C8B-B14F-4D97-AF65-F5344CB8AC3E}">
        <p14:creationId xmlns:p14="http://schemas.microsoft.com/office/powerpoint/2010/main" val="1925197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Lst>
  </p:timing>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847A3E70-9C9A-8C44-AD82-F1D4341B01B7}"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1" name="Picture Placeholder 10"/>
          <p:cNvSpPr>
            <a:spLocks noGrp="1"/>
          </p:cNvSpPr>
          <p:nvPr>
            <p:ph type="pic" sz="quarter" idx="13"/>
          </p:nvPr>
        </p:nvSpPr>
        <p:spPr>
          <a:xfrm>
            <a:off x="1168938" y="2661653"/>
            <a:ext cx="2375187" cy="2375187"/>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1"/>
            </a:solidFill>
          </a:ln>
        </p:spPr>
        <p:txBody>
          <a:bodyPr wrap="square">
            <a:noAutofit/>
          </a:bodyPr>
          <a:lstStyle/>
          <a:p>
            <a:endParaRPr lang="en-AU"/>
          </a:p>
        </p:txBody>
      </p:sp>
      <p:sp>
        <p:nvSpPr>
          <p:cNvPr id="12" name="Text Placeholder 10"/>
          <p:cNvSpPr>
            <a:spLocks noGrp="1"/>
          </p:cNvSpPr>
          <p:nvPr>
            <p:ph type="body" sz="quarter" idx="14" hasCustomPrompt="1"/>
          </p:nvPr>
        </p:nvSpPr>
        <p:spPr>
          <a:xfrm>
            <a:off x="1288937" y="5131261"/>
            <a:ext cx="2135188" cy="348342"/>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14" name="Straight Connector 13"/>
          <p:cNvCxnSpPr/>
          <p:nvPr userDrawn="1"/>
        </p:nvCxnSpPr>
        <p:spPr>
          <a:xfrm flipV="1">
            <a:off x="3568571" y="3849248"/>
            <a:ext cx="1114555"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a:off x="4673600" y="2320185"/>
            <a:ext cx="0" cy="306461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7" name="Picture Placeholder 16"/>
          <p:cNvSpPr>
            <a:spLocks noGrp="1"/>
          </p:cNvSpPr>
          <p:nvPr>
            <p:ph type="pic" sz="quarter" idx="15"/>
          </p:nvPr>
        </p:nvSpPr>
        <p:spPr>
          <a:xfrm>
            <a:off x="5765800" y="1813721"/>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2"/>
            </a:solidFill>
          </a:ln>
        </p:spPr>
        <p:txBody>
          <a:bodyPr wrap="square">
            <a:noAutofit/>
          </a:bodyPr>
          <a:lstStyle/>
          <a:p>
            <a:endParaRPr lang="en-AU"/>
          </a:p>
        </p:txBody>
      </p:sp>
      <p:cxnSp>
        <p:nvCxnSpPr>
          <p:cNvPr id="18" name="Straight Connector 17"/>
          <p:cNvCxnSpPr/>
          <p:nvPr userDrawn="1"/>
        </p:nvCxnSpPr>
        <p:spPr>
          <a:xfrm flipV="1">
            <a:off x="4673600" y="2320185"/>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a:off x="4677317" y="3847005"/>
            <a:ext cx="1103817"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0" name="Text Placeholder 10"/>
          <p:cNvSpPr>
            <a:spLocks noGrp="1"/>
          </p:cNvSpPr>
          <p:nvPr>
            <p:ph type="body" sz="quarter" idx="16" hasCustomPrompt="1"/>
          </p:nvPr>
        </p:nvSpPr>
        <p:spPr>
          <a:xfrm>
            <a:off x="5321619" y="2953845"/>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21" name="Straight Connector 20"/>
          <p:cNvCxnSpPr/>
          <p:nvPr userDrawn="1"/>
        </p:nvCxnSpPr>
        <p:spPr>
          <a:xfrm flipV="1">
            <a:off x="4673600" y="5378587"/>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7" name="Picture Placeholder 26"/>
          <p:cNvSpPr>
            <a:spLocks noGrp="1"/>
          </p:cNvSpPr>
          <p:nvPr>
            <p:ph type="pic" sz="quarter" idx="17"/>
          </p:nvPr>
        </p:nvSpPr>
        <p:spPr>
          <a:xfrm>
            <a:off x="5765800" y="4835149"/>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4"/>
            </a:solidFill>
          </a:ln>
        </p:spPr>
        <p:txBody>
          <a:bodyPr wrap="square">
            <a:noAutofit/>
          </a:bodyPr>
          <a:lstStyle/>
          <a:p>
            <a:endParaRPr lang="en-AU"/>
          </a:p>
        </p:txBody>
      </p:sp>
      <p:sp>
        <p:nvSpPr>
          <p:cNvPr id="28" name="Text Placeholder 10"/>
          <p:cNvSpPr>
            <a:spLocks noGrp="1"/>
          </p:cNvSpPr>
          <p:nvPr>
            <p:ph type="body" sz="quarter" idx="18" hasCustomPrompt="1"/>
          </p:nvPr>
        </p:nvSpPr>
        <p:spPr>
          <a:xfrm>
            <a:off x="5321619" y="5927648"/>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9" name="Picture Placeholder 28"/>
          <p:cNvSpPr>
            <a:spLocks noGrp="1"/>
          </p:cNvSpPr>
          <p:nvPr>
            <p:ph type="pic" sz="quarter" idx="19"/>
          </p:nvPr>
        </p:nvSpPr>
        <p:spPr>
          <a:xfrm>
            <a:off x="5765800" y="3347071"/>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3"/>
            </a:solidFill>
          </a:ln>
        </p:spPr>
        <p:txBody>
          <a:bodyPr wrap="square">
            <a:noAutofit/>
          </a:bodyPr>
          <a:lstStyle/>
          <a:p>
            <a:endParaRPr lang="en-AU"/>
          </a:p>
        </p:txBody>
      </p:sp>
      <p:sp>
        <p:nvSpPr>
          <p:cNvPr id="30" name="Text Placeholder 10"/>
          <p:cNvSpPr>
            <a:spLocks noGrp="1"/>
          </p:cNvSpPr>
          <p:nvPr>
            <p:ph type="body" sz="quarter" idx="20" hasCustomPrompt="1"/>
          </p:nvPr>
        </p:nvSpPr>
        <p:spPr>
          <a:xfrm>
            <a:off x="5321619" y="4487195"/>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32" name="Straight Connector 31"/>
          <p:cNvCxnSpPr/>
          <p:nvPr userDrawn="1"/>
        </p:nvCxnSpPr>
        <p:spPr>
          <a:xfrm flipV="1">
            <a:off x="6781069" y="3845235"/>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7873269" y="2328206"/>
            <a:ext cx="0" cy="306461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flipV="1">
            <a:off x="7884885" y="2335078"/>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5" name="Picture Placeholder 34"/>
          <p:cNvSpPr>
            <a:spLocks noGrp="1"/>
          </p:cNvSpPr>
          <p:nvPr>
            <p:ph type="pic" sz="quarter" idx="21"/>
          </p:nvPr>
        </p:nvSpPr>
        <p:spPr>
          <a:xfrm>
            <a:off x="8988700" y="1830416"/>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5"/>
            </a:solidFill>
          </a:ln>
        </p:spPr>
        <p:txBody>
          <a:bodyPr wrap="square">
            <a:noAutofit/>
          </a:bodyPr>
          <a:lstStyle/>
          <a:p>
            <a:endParaRPr lang="en-AU"/>
          </a:p>
        </p:txBody>
      </p:sp>
      <p:sp>
        <p:nvSpPr>
          <p:cNvPr id="36" name="Text Placeholder 10"/>
          <p:cNvSpPr>
            <a:spLocks noGrp="1"/>
          </p:cNvSpPr>
          <p:nvPr>
            <p:ph type="body" sz="quarter" idx="22" hasCustomPrompt="1"/>
          </p:nvPr>
        </p:nvSpPr>
        <p:spPr>
          <a:xfrm>
            <a:off x="8521287" y="2953845"/>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37" name="Straight Connector 36"/>
          <p:cNvCxnSpPr/>
          <p:nvPr userDrawn="1"/>
        </p:nvCxnSpPr>
        <p:spPr>
          <a:xfrm flipV="1">
            <a:off x="7840612" y="3845234"/>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Picture Placeholder 37"/>
          <p:cNvSpPr>
            <a:spLocks noGrp="1"/>
          </p:cNvSpPr>
          <p:nvPr>
            <p:ph type="pic" sz="quarter" idx="23"/>
          </p:nvPr>
        </p:nvSpPr>
        <p:spPr>
          <a:xfrm>
            <a:off x="8986509" y="3331791"/>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6"/>
            </a:solidFill>
          </a:ln>
        </p:spPr>
        <p:txBody>
          <a:bodyPr wrap="square">
            <a:noAutofit/>
          </a:bodyPr>
          <a:lstStyle/>
          <a:p>
            <a:endParaRPr lang="en-AU"/>
          </a:p>
        </p:txBody>
      </p:sp>
      <p:sp>
        <p:nvSpPr>
          <p:cNvPr id="39" name="Text Placeholder 10"/>
          <p:cNvSpPr>
            <a:spLocks noGrp="1"/>
          </p:cNvSpPr>
          <p:nvPr>
            <p:ph type="body" sz="quarter" idx="24" hasCustomPrompt="1"/>
          </p:nvPr>
        </p:nvSpPr>
        <p:spPr>
          <a:xfrm>
            <a:off x="8519096" y="4436170"/>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40" name="Picture Placeholder 39"/>
          <p:cNvSpPr>
            <a:spLocks noGrp="1"/>
          </p:cNvSpPr>
          <p:nvPr>
            <p:ph type="pic" sz="quarter" idx="25"/>
          </p:nvPr>
        </p:nvSpPr>
        <p:spPr>
          <a:xfrm>
            <a:off x="8986509" y="4865144"/>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tx2"/>
            </a:solidFill>
          </a:ln>
        </p:spPr>
        <p:txBody>
          <a:bodyPr wrap="square">
            <a:noAutofit/>
          </a:bodyPr>
          <a:lstStyle/>
          <a:p>
            <a:endParaRPr lang="en-AU"/>
          </a:p>
        </p:txBody>
      </p:sp>
      <p:sp>
        <p:nvSpPr>
          <p:cNvPr id="41" name="Text Placeholder 10"/>
          <p:cNvSpPr>
            <a:spLocks noGrp="1"/>
          </p:cNvSpPr>
          <p:nvPr>
            <p:ph type="body" sz="quarter" idx="26" hasCustomPrompt="1"/>
          </p:nvPr>
        </p:nvSpPr>
        <p:spPr>
          <a:xfrm>
            <a:off x="8519096" y="5969523"/>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42" name="Straight Connector 41"/>
          <p:cNvCxnSpPr/>
          <p:nvPr userDrawn="1"/>
        </p:nvCxnSpPr>
        <p:spPr>
          <a:xfrm flipV="1">
            <a:off x="7863744" y="5381212"/>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33790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p:cTn id="15" dur="500" fill="hold"/>
                                        <p:tgtEl>
                                          <p:spTgt spid="11"/>
                                        </p:tgtEl>
                                        <p:attrNameLst>
                                          <p:attrName>ppt_w</p:attrName>
                                        </p:attrNameLst>
                                      </p:cBhvr>
                                      <p:tavLst>
                                        <p:tav tm="0">
                                          <p:val>
                                            <p:fltVal val="0"/>
                                          </p:val>
                                        </p:tav>
                                        <p:tav tm="100000">
                                          <p:val>
                                            <p:strVal val="#ppt_w"/>
                                          </p:val>
                                        </p:tav>
                                      </p:tavLst>
                                    </p:anim>
                                    <p:anim calcmode="lin" valueType="num">
                                      <p:cBhvr>
                                        <p:cTn id="16" dur="500" fill="hold"/>
                                        <p:tgtEl>
                                          <p:spTgt spid="11"/>
                                        </p:tgtEl>
                                        <p:attrNameLst>
                                          <p:attrName>ppt_h</p:attrName>
                                        </p:attrNameLst>
                                      </p:cBhvr>
                                      <p:tavLst>
                                        <p:tav tm="0">
                                          <p:val>
                                            <p:fltVal val="0"/>
                                          </p:val>
                                        </p:tav>
                                        <p:tav tm="100000">
                                          <p:val>
                                            <p:strVal val="#ppt_h"/>
                                          </p:val>
                                        </p:tav>
                                      </p:tavLst>
                                    </p:anim>
                                    <p:animEffect transition="in" filter="fade">
                                      <p:cBhvr>
                                        <p:cTn id="17" dur="500"/>
                                        <p:tgtEl>
                                          <p:spTgt spid="11"/>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2">
                                            <p:txEl>
                                              <p:pRg st="0" end="0"/>
                                            </p:txEl>
                                          </p:spTgt>
                                        </p:tgtEl>
                                        <p:attrNameLst>
                                          <p:attrName>style.visibility</p:attrName>
                                        </p:attrNameLst>
                                      </p:cBhvr>
                                      <p:to>
                                        <p:strVal val="visible"/>
                                      </p:to>
                                    </p:set>
                                    <p:animEffect transition="in" filter="fade">
                                      <p:cBhvr>
                                        <p:cTn id="21" dur="500"/>
                                        <p:tgtEl>
                                          <p:spTgt spid="12">
                                            <p:txEl>
                                              <p:pRg st="0" end="0"/>
                                            </p:txEl>
                                          </p:spTgt>
                                        </p:tgtEl>
                                      </p:cBhvr>
                                    </p:animEffect>
                                  </p:childTnLst>
                                </p:cTn>
                              </p:par>
                            </p:childTnLst>
                          </p:cTn>
                        </p:par>
                        <p:par>
                          <p:cTn id="22" fill="hold">
                            <p:stCondLst>
                              <p:cond delay="2000"/>
                            </p:stCondLst>
                            <p:childTnLst>
                              <p:par>
                                <p:cTn id="23" presetID="22" presetClass="entr" presetSubtype="8" fill="hold" nodeType="after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ipe(left)">
                                      <p:cBhvr>
                                        <p:cTn id="25" dur="500"/>
                                        <p:tgtEl>
                                          <p:spTgt spid="14"/>
                                        </p:tgtEl>
                                      </p:cBhvr>
                                    </p:animEffect>
                                  </p:childTnLst>
                                </p:cTn>
                              </p:par>
                            </p:childTnLst>
                          </p:cTn>
                        </p:par>
                        <p:par>
                          <p:cTn id="26" fill="hold">
                            <p:stCondLst>
                              <p:cond delay="2500"/>
                            </p:stCondLst>
                            <p:childTnLst>
                              <p:par>
                                <p:cTn id="27" presetID="22" presetClass="entr" presetSubtype="4" fill="hold" nodeType="after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wipe(down)">
                                      <p:cBhvr>
                                        <p:cTn id="29" dur="500"/>
                                        <p:tgtEl>
                                          <p:spTgt spid="16"/>
                                        </p:tgtEl>
                                      </p:cBhvr>
                                    </p:animEffect>
                                  </p:childTnLst>
                                </p:cTn>
                              </p:par>
                            </p:childTnLst>
                          </p:cTn>
                        </p:par>
                        <p:par>
                          <p:cTn id="30" fill="hold">
                            <p:stCondLst>
                              <p:cond delay="3000"/>
                            </p:stCondLst>
                            <p:childTnLst>
                              <p:par>
                                <p:cTn id="31" presetID="22" presetClass="entr" presetSubtype="8" fill="hold" nodeType="after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wipe(left)">
                                      <p:cBhvr>
                                        <p:cTn id="33" dur="500"/>
                                        <p:tgtEl>
                                          <p:spTgt spid="18"/>
                                        </p:tgtEl>
                                      </p:cBhvr>
                                    </p:animEffect>
                                  </p:childTnLst>
                                </p:cTn>
                              </p:par>
                              <p:par>
                                <p:cTn id="34" presetID="22" presetClass="entr" presetSubtype="8" fill="hold" nodeType="with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wipe(left)">
                                      <p:cBhvr>
                                        <p:cTn id="36" dur="500"/>
                                        <p:tgtEl>
                                          <p:spTgt spid="19"/>
                                        </p:tgtEl>
                                      </p:cBhvr>
                                    </p:animEffect>
                                  </p:childTnLst>
                                </p:cTn>
                              </p:par>
                              <p:par>
                                <p:cTn id="37" presetID="22" presetClass="entr" presetSubtype="8" fill="hold" nodeType="with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wipe(left)">
                                      <p:cBhvr>
                                        <p:cTn id="39" dur="500"/>
                                        <p:tgtEl>
                                          <p:spTgt spid="21"/>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500" fill="hold"/>
                                        <p:tgtEl>
                                          <p:spTgt spid="17"/>
                                        </p:tgtEl>
                                        <p:attrNameLst>
                                          <p:attrName>ppt_w</p:attrName>
                                        </p:attrNameLst>
                                      </p:cBhvr>
                                      <p:tavLst>
                                        <p:tav tm="0">
                                          <p:val>
                                            <p:fltVal val="0"/>
                                          </p:val>
                                        </p:tav>
                                        <p:tav tm="100000">
                                          <p:val>
                                            <p:strVal val="#ppt_w"/>
                                          </p:val>
                                        </p:tav>
                                      </p:tavLst>
                                    </p:anim>
                                    <p:anim calcmode="lin" valueType="num">
                                      <p:cBhvr>
                                        <p:cTn id="44" dur="500" fill="hold"/>
                                        <p:tgtEl>
                                          <p:spTgt spid="17"/>
                                        </p:tgtEl>
                                        <p:attrNameLst>
                                          <p:attrName>ppt_h</p:attrName>
                                        </p:attrNameLst>
                                      </p:cBhvr>
                                      <p:tavLst>
                                        <p:tav tm="0">
                                          <p:val>
                                            <p:fltVal val="0"/>
                                          </p:val>
                                        </p:tav>
                                        <p:tav tm="100000">
                                          <p:val>
                                            <p:strVal val="#ppt_h"/>
                                          </p:val>
                                        </p:tav>
                                      </p:tavLst>
                                    </p:anim>
                                    <p:animEffect transition="in" filter="fade">
                                      <p:cBhvr>
                                        <p:cTn id="45" dur="500"/>
                                        <p:tgtEl>
                                          <p:spTgt spid="17"/>
                                        </p:tgtEl>
                                      </p:cBhvr>
                                    </p:animEffect>
                                  </p:childTnLst>
                                </p:cTn>
                              </p:par>
                            </p:childTnLst>
                          </p:cTn>
                        </p:par>
                        <p:par>
                          <p:cTn id="46" fill="hold">
                            <p:stCondLst>
                              <p:cond delay="4000"/>
                            </p:stCondLst>
                            <p:childTnLst>
                              <p:par>
                                <p:cTn id="47" presetID="10" presetClass="entr" presetSubtype="0" fill="hold" grpId="0" nodeType="afterEffect">
                                  <p:stCondLst>
                                    <p:cond delay="0"/>
                                  </p:stCondLst>
                                  <p:childTnLst>
                                    <p:set>
                                      <p:cBhvr>
                                        <p:cTn id="48" dur="1" fill="hold">
                                          <p:stCondLst>
                                            <p:cond delay="0"/>
                                          </p:stCondLst>
                                        </p:cTn>
                                        <p:tgtEl>
                                          <p:spTgt spid="20">
                                            <p:txEl>
                                              <p:pRg st="0" end="0"/>
                                            </p:txEl>
                                          </p:spTgt>
                                        </p:tgtEl>
                                        <p:attrNameLst>
                                          <p:attrName>style.visibility</p:attrName>
                                        </p:attrNameLst>
                                      </p:cBhvr>
                                      <p:to>
                                        <p:strVal val="visible"/>
                                      </p:to>
                                    </p:set>
                                    <p:animEffect transition="in" filter="fade">
                                      <p:cBhvr>
                                        <p:cTn id="49" dur="500"/>
                                        <p:tgtEl>
                                          <p:spTgt spid="20">
                                            <p:txEl>
                                              <p:pRg st="0" end="0"/>
                                            </p:txEl>
                                          </p:spTgt>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29"/>
                                        </p:tgtEl>
                                        <p:attrNameLst>
                                          <p:attrName>style.visibility</p:attrName>
                                        </p:attrNameLst>
                                      </p:cBhvr>
                                      <p:to>
                                        <p:strVal val="visible"/>
                                      </p:to>
                                    </p:set>
                                    <p:anim calcmode="lin" valueType="num">
                                      <p:cBhvr>
                                        <p:cTn id="52" dur="500" fill="hold"/>
                                        <p:tgtEl>
                                          <p:spTgt spid="29"/>
                                        </p:tgtEl>
                                        <p:attrNameLst>
                                          <p:attrName>ppt_w</p:attrName>
                                        </p:attrNameLst>
                                      </p:cBhvr>
                                      <p:tavLst>
                                        <p:tav tm="0">
                                          <p:val>
                                            <p:fltVal val="0"/>
                                          </p:val>
                                        </p:tav>
                                        <p:tav tm="100000">
                                          <p:val>
                                            <p:strVal val="#ppt_w"/>
                                          </p:val>
                                        </p:tav>
                                      </p:tavLst>
                                    </p:anim>
                                    <p:anim calcmode="lin" valueType="num">
                                      <p:cBhvr>
                                        <p:cTn id="53" dur="500" fill="hold"/>
                                        <p:tgtEl>
                                          <p:spTgt spid="29"/>
                                        </p:tgtEl>
                                        <p:attrNameLst>
                                          <p:attrName>ppt_h</p:attrName>
                                        </p:attrNameLst>
                                      </p:cBhvr>
                                      <p:tavLst>
                                        <p:tav tm="0">
                                          <p:val>
                                            <p:fltVal val="0"/>
                                          </p:val>
                                        </p:tav>
                                        <p:tav tm="100000">
                                          <p:val>
                                            <p:strVal val="#ppt_h"/>
                                          </p:val>
                                        </p:tav>
                                      </p:tavLst>
                                    </p:anim>
                                    <p:animEffect transition="in" filter="fade">
                                      <p:cBhvr>
                                        <p:cTn id="54" dur="500"/>
                                        <p:tgtEl>
                                          <p:spTgt spid="29"/>
                                        </p:tgtEl>
                                      </p:cBhvr>
                                    </p:animEffect>
                                  </p:childTnLst>
                                </p:cTn>
                              </p:par>
                            </p:childTnLst>
                          </p:cTn>
                        </p:par>
                        <p:par>
                          <p:cTn id="55" fill="hold">
                            <p:stCondLst>
                              <p:cond delay="4500"/>
                            </p:stCondLst>
                            <p:childTnLst>
                              <p:par>
                                <p:cTn id="56" presetID="10" presetClass="entr" presetSubtype="0" fill="hold" grpId="0" nodeType="afterEffect">
                                  <p:stCondLst>
                                    <p:cond delay="0"/>
                                  </p:stCondLst>
                                  <p:childTnLst>
                                    <p:set>
                                      <p:cBhvr>
                                        <p:cTn id="57" dur="1" fill="hold">
                                          <p:stCondLst>
                                            <p:cond delay="0"/>
                                          </p:stCondLst>
                                        </p:cTn>
                                        <p:tgtEl>
                                          <p:spTgt spid="30">
                                            <p:txEl>
                                              <p:pRg st="0" end="0"/>
                                            </p:txEl>
                                          </p:spTgt>
                                        </p:tgtEl>
                                        <p:attrNameLst>
                                          <p:attrName>style.visibility</p:attrName>
                                        </p:attrNameLst>
                                      </p:cBhvr>
                                      <p:to>
                                        <p:strVal val="visible"/>
                                      </p:to>
                                    </p:set>
                                    <p:animEffect transition="in" filter="fade">
                                      <p:cBhvr>
                                        <p:cTn id="58" dur="500"/>
                                        <p:tgtEl>
                                          <p:spTgt spid="30">
                                            <p:txEl>
                                              <p:pRg st="0" end="0"/>
                                            </p:txEl>
                                          </p:spTgt>
                                        </p:tgtEl>
                                      </p:cBhvr>
                                    </p:animEffect>
                                  </p:childTnLst>
                                </p:cTn>
                              </p:par>
                              <p:par>
                                <p:cTn id="59" presetID="53" presetClass="entr" presetSubtype="16" fill="hold" grpId="0" nodeType="withEffect">
                                  <p:stCondLst>
                                    <p:cond delay="0"/>
                                  </p:stCondLst>
                                  <p:childTnLst>
                                    <p:set>
                                      <p:cBhvr>
                                        <p:cTn id="60" dur="1" fill="hold">
                                          <p:stCondLst>
                                            <p:cond delay="0"/>
                                          </p:stCondLst>
                                        </p:cTn>
                                        <p:tgtEl>
                                          <p:spTgt spid="27"/>
                                        </p:tgtEl>
                                        <p:attrNameLst>
                                          <p:attrName>style.visibility</p:attrName>
                                        </p:attrNameLst>
                                      </p:cBhvr>
                                      <p:to>
                                        <p:strVal val="visible"/>
                                      </p:to>
                                    </p:set>
                                    <p:anim calcmode="lin" valueType="num">
                                      <p:cBhvr>
                                        <p:cTn id="61" dur="500" fill="hold"/>
                                        <p:tgtEl>
                                          <p:spTgt spid="27"/>
                                        </p:tgtEl>
                                        <p:attrNameLst>
                                          <p:attrName>ppt_w</p:attrName>
                                        </p:attrNameLst>
                                      </p:cBhvr>
                                      <p:tavLst>
                                        <p:tav tm="0">
                                          <p:val>
                                            <p:fltVal val="0"/>
                                          </p:val>
                                        </p:tav>
                                        <p:tav tm="100000">
                                          <p:val>
                                            <p:strVal val="#ppt_w"/>
                                          </p:val>
                                        </p:tav>
                                      </p:tavLst>
                                    </p:anim>
                                    <p:anim calcmode="lin" valueType="num">
                                      <p:cBhvr>
                                        <p:cTn id="62" dur="500" fill="hold"/>
                                        <p:tgtEl>
                                          <p:spTgt spid="27"/>
                                        </p:tgtEl>
                                        <p:attrNameLst>
                                          <p:attrName>ppt_h</p:attrName>
                                        </p:attrNameLst>
                                      </p:cBhvr>
                                      <p:tavLst>
                                        <p:tav tm="0">
                                          <p:val>
                                            <p:fltVal val="0"/>
                                          </p:val>
                                        </p:tav>
                                        <p:tav tm="100000">
                                          <p:val>
                                            <p:strVal val="#ppt_h"/>
                                          </p:val>
                                        </p:tav>
                                      </p:tavLst>
                                    </p:anim>
                                    <p:animEffect transition="in" filter="fade">
                                      <p:cBhvr>
                                        <p:cTn id="63" dur="500"/>
                                        <p:tgtEl>
                                          <p:spTgt spid="27"/>
                                        </p:tgtEl>
                                      </p:cBhvr>
                                    </p:animEffect>
                                  </p:childTnLst>
                                </p:cTn>
                              </p:par>
                            </p:childTnLst>
                          </p:cTn>
                        </p:par>
                        <p:par>
                          <p:cTn id="64" fill="hold">
                            <p:stCondLst>
                              <p:cond delay="5000"/>
                            </p:stCondLst>
                            <p:childTnLst>
                              <p:par>
                                <p:cTn id="65" presetID="10" presetClass="entr" presetSubtype="0" fill="hold" grpId="0" nodeType="afterEffect">
                                  <p:stCondLst>
                                    <p:cond delay="0"/>
                                  </p:stCondLst>
                                  <p:childTnLst>
                                    <p:set>
                                      <p:cBhvr>
                                        <p:cTn id="66" dur="1" fill="hold">
                                          <p:stCondLst>
                                            <p:cond delay="0"/>
                                          </p:stCondLst>
                                        </p:cTn>
                                        <p:tgtEl>
                                          <p:spTgt spid="28">
                                            <p:txEl>
                                              <p:pRg st="0" end="0"/>
                                            </p:txEl>
                                          </p:spTgt>
                                        </p:tgtEl>
                                        <p:attrNameLst>
                                          <p:attrName>style.visibility</p:attrName>
                                        </p:attrNameLst>
                                      </p:cBhvr>
                                      <p:to>
                                        <p:strVal val="visible"/>
                                      </p:to>
                                    </p:set>
                                    <p:animEffect transition="in" filter="fade">
                                      <p:cBhvr>
                                        <p:cTn id="67" dur="500"/>
                                        <p:tgtEl>
                                          <p:spTgt spid="28">
                                            <p:txEl>
                                              <p:pRg st="0" end="0"/>
                                            </p:txEl>
                                          </p:spTgt>
                                        </p:tgtEl>
                                      </p:cBhvr>
                                    </p:animEffect>
                                  </p:childTnLst>
                                </p:cTn>
                              </p:par>
                            </p:childTnLst>
                          </p:cTn>
                        </p:par>
                        <p:par>
                          <p:cTn id="68" fill="hold">
                            <p:stCondLst>
                              <p:cond delay="5500"/>
                            </p:stCondLst>
                            <p:childTnLst>
                              <p:par>
                                <p:cTn id="69" presetID="22" presetClass="entr" presetSubtype="8" fill="hold" nodeType="afterEffect">
                                  <p:stCondLst>
                                    <p:cond delay="0"/>
                                  </p:stCondLst>
                                  <p:childTnLst>
                                    <p:set>
                                      <p:cBhvr>
                                        <p:cTn id="70" dur="1" fill="hold">
                                          <p:stCondLst>
                                            <p:cond delay="0"/>
                                          </p:stCondLst>
                                        </p:cTn>
                                        <p:tgtEl>
                                          <p:spTgt spid="32"/>
                                        </p:tgtEl>
                                        <p:attrNameLst>
                                          <p:attrName>style.visibility</p:attrName>
                                        </p:attrNameLst>
                                      </p:cBhvr>
                                      <p:to>
                                        <p:strVal val="visible"/>
                                      </p:to>
                                    </p:set>
                                    <p:animEffect transition="in" filter="wipe(left)">
                                      <p:cBhvr>
                                        <p:cTn id="71" dur="500"/>
                                        <p:tgtEl>
                                          <p:spTgt spid="32"/>
                                        </p:tgtEl>
                                      </p:cBhvr>
                                    </p:animEffect>
                                  </p:childTnLst>
                                </p:cTn>
                              </p:par>
                            </p:childTnLst>
                          </p:cTn>
                        </p:par>
                        <p:par>
                          <p:cTn id="72" fill="hold">
                            <p:stCondLst>
                              <p:cond delay="6000"/>
                            </p:stCondLst>
                            <p:childTnLst>
                              <p:par>
                                <p:cTn id="73" presetID="22" presetClass="entr" presetSubtype="4" fill="hold" nodeType="afterEffect">
                                  <p:stCondLst>
                                    <p:cond delay="0"/>
                                  </p:stCondLst>
                                  <p:childTnLst>
                                    <p:set>
                                      <p:cBhvr>
                                        <p:cTn id="74" dur="1" fill="hold">
                                          <p:stCondLst>
                                            <p:cond delay="0"/>
                                          </p:stCondLst>
                                        </p:cTn>
                                        <p:tgtEl>
                                          <p:spTgt spid="33"/>
                                        </p:tgtEl>
                                        <p:attrNameLst>
                                          <p:attrName>style.visibility</p:attrName>
                                        </p:attrNameLst>
                                      </p:cBhvr>
                                      <p:to>
                                        <p:strVal val="visible"/>
                                      </p:to>
                                    </p:set>
                                    <p:animEffect transition="in" filter="wipe(down)">
                                      <p:cBhvr>
                                        <p:cTn id="75" dur="500"/>
                                        <p:tgtEl>
                                          <p:spTgt spid="33"/>
                                        </p:tgtEl>
                                      </p:cBhvr>
                                    </p:animEffect>
                                  </p:childTnLst>
                                </p:cTn>
                              </p:par>
                            </p:childTnLst>
                          </p:cTn>
                        </p:par>
                        <p:par>
                          <p:cTn id="76" fill="hold">
                            <p:stCondLst>
                              <p:cond delay="6500"/>
                            </p:stCondLst>
                            <p:childTnLst>
                              <p:par>
                                <p:cTn id="77" presetID="22" presetClass="entr" presetSubtype="8" fill="hold" nodeType="afterEffect">
                                  <p:stCondLst>
                                    <p:cond delay="0"/>
                                  </p:stCondLst>
                                  <p:childTnLst>
                                    <p:set>
                                      <p:cBhvr>
                                        <p:cTn id="78" dur="1" fill="hold">
                                          <p:stCondLst>
                                            <p:cond delay="0"/>
                                          </p:stCondLst>
                                        </p:cTn>
                                        <p:tgtEl>
                                          <p:spTgt spid="34"/>
                                        </p:tgtEl>
                                        <p:attrNameLst>
                                          <p:attrName>style.visibility</p:attrName>
                                        </p:attrNameLst>
                                      </p:cBhvr>
                                      <p:to>
                                        <p:strVal val="visible"/>
                                      </p:to>
                                    </p:set>
                                    <p:animEffect transition="in" filter="wipe(left)">
                                      <p:cBhvr>
                                        <p:cTn id="79" dur="500"/>
                                        <p:tgtEl>
                                          <p:spTgt spid="34"/>
                                        </p:tgtEl>
                                      </p:cBhvr>
                                    </p:animEffect>
                                  </p:childTnLst>
                                </p:cTn>
                              </p:par>
                              <p:par>
                                <p:cTn id="80" presetID="22" presetClass="entr" presetSubtype="8" fill="hold" nodeType="withEffect">
                                  <p:stCondLst>
                                    <p:cond delay="0"/>
                                  </p:stCondLst>
                                  <p:childTnLst>
                                    <p:set>
                                      <p:cBhvr>
                                        <p:cTn id="81" dur="1" fill="hold">
                                          <p:stCondLst>
                                            <p:cond delay="0"/>
                                          </p:stCondLst>
                                        </p:cTn>
                                        <p:tgtEl>
                                          <p:spTgt spid="37"/>
                                        </p:tgtEl>
                                        <p:attrNameLst>
                                          <p:attrName>style.visibility</p:attrName>
                                        </p:attrNameLst>
                                      </p:cBhvr>
                                      <p:to>
                                        <p:strVal val="visible"/>
                                      </p:to>
                                    </p:set>
                                    <p:animEffect transition="in" filter="wipe(left)">
                                      <p:cBhvr>
                                        <p:cTn id="82" dur="500"/>
                                        <p:tgtEl>
                                          <p:spTgt spid="37"/>
                                        </p:tgtEl>
                                      </p:cBhvr>
                                    </p:animEffect>
                                  </p:childTnLst>
                                </p:cTn>
                              </p:par>
                              <p:par>
                                <p:cTn id="83" presetID="22" presetClass="entr" presetSubtype="8" fill="hold" nodeType="withEffect">
                                  <p:stCondLst>
                                    <p:cond delay="0"/>
                                  </p:stCondLst>
                                  <p:childTnLst>
                                    <p:set>
                                      <p:cBhvr>
                                        <p:cTn id="84" dur="1" fill="hold">
                                          <p:stCondLst>
                                            <p:cond delay="0"/>
                                          </p:stCondLst>
                                        </p:cTn>
                                        <p:tgtEl>
                                          <p:spTgt spid="42"/>
                                        </p:tgtEl>
                                        <p:attrNameLst>
                                          <p:attrName>style.visibility</p:attrName>
                                        </p:attrNameLst>
                                      </p:cBhvr>
                                      <p:to>
                                        <p:strVal val="visible"/>
                                      </p:to>
                                    </p:set>
                                    <p:animEffect transition="in" filter="wipe(left)">
                                      <p:cBhvr>
                                        <p:cTn id="85" dur="500"/>
                                        <p:tgtEl>
                                          <p:spTgt spid="42"/>
                                        </p:tgtEl>
                                      </p:cBhvr>
                                    </p:animEffect>
                                  </p:childTnLst>
                                </p:cTn>
                              </p:par>
                            </p:childTnLst>
                          </p:cTn>
                        </p:par>
                        <p:par>
                          <p:cTn id="86" fill="hold">
                            <p:stCondLst>
                              <p:cond delay="7000"/>
                            </p:stCondLst>
                            <p:childTnLst>
                              <p:par>
                                <p:cTn id="87" presetID="53" presetClass="entr" presetSubtype="16" fill="hold" grpId="0" nodeType="afterEffect">
                                  <p:stCondLst>
                                    <p:cond delay="0"/>
                                  </p:stCondLst>
                                  <p:childTnLst>
                                    <p:set>
                                      <p:cBhvr>
                                        <p:cTn id="88" dur="1" fill="hold">
                                          <p:stCondLst>
                                            <p:cond delay="0"/>
                                          </p:stCondLst>
                                        </p:cTn>
                                        <p:tgtEl>
                                          <p:spTgt spid="35"/>
                                        </p:tgtEl>
                                        <p:attrNameLst>
                                          <p:attrName>style.visibility</p:attrName>
                                        </p:attrNameLst>
                                      </p:cBhvr>
                                      <p:to>
                                        <p:strVal val="visible"/>
                                      </p:to>
                                    </p:set>
                                    <p:anim calcmode="lin" valueType="num">
                                      <p:cBhvr>
                                        <p:cTn id="89" dur="500" fill="hold"/>
                                        <p:tgtEl>
                                          <p:spTgt spid="35"/>
                                        </p:tgtEl>
                                        <p:attrNameLst>
                                          <p:attrName>ppt_w</p:attrName>
                                        </p:attrNameLst>
                                      </p:cBhvr>
                                      <p:tavLst>
                                        <p:tav tm="0">
                                          <p:val>
                                            <p:fltVal val="0"/>
                                          </p:val>
                                        </p:tav>
                                        <p:tav tm="100000">
                                          <p:val>
                                            <p:strVal val="#ppt_w"/>
                                          </p:val>
                                        </p:tav>
                                      </p:tavLst>
                                    </p:anim>
                                    <p:anim calcmode="lin" valueType="num">
                                      <p:cBhvr>
                                        <p:cTn id="90" dur="500" fill="hold"/>
                                        <p:tgtEl>
                                          <p:spTgt spid="35"/>
                                        </p:tgtEl>
                                        <p:attrNameLst>
                                          <p:attrName>ppt_h</p:attrName>
                                        </p:attrNameLst>
                                      </p:cBhvr>
                                      <p:tavLst>
                                        <p:tav tm="0">
                                          <p:val>
                                            <p:fltVal val="0"/>
                                          </p:val>
                                        </p:tav>
                                        <p:tav tm="100000">
                                          <p:val>
                                            <p:strVal val="#ppt_h"/>
                                          </p:val>
                                        </p:tav>
                                      </p:tavLst>
                                    </p:anim>
                                    <p:animEffect transition="in" filter="fade">
                                      <p:cBhvr>
                                        <p:cTn id="91" dur="500"/>
                                        <p:tgtEl>
                                          <p:spTgt spid="35"/>
                                        </p:tgtEl>
                                      </p:cBhvr>
                                    </p:animEffect>
                                  </p:childTnLst>
                                </p:cTn>
                              </p:par>
                            </p:childTnLst>
                          </p:cTn>
                        </p:par>
                        <p:par>
                          <p:cTn id="92" fill="hold">
                            <p:stCondLst>
                              <p:cond delay="7500"/>
                            </p:stCondLst>
                            <p:childTnLst>
                              <p:par>
                                <p:cTn id="93" presetID="10" presetClass="entr" presetSubtype="0" fill="hold" grpId="0" nodeType="afterEffect">
                                  <p:stCondLst>
                                    <p:cond delay="0"/>
                                  </p:stCondLst>
                                  <p:childTnLst>
                                    <p:set>
                                      <p:cBhvr>
                                        <p:cTn id="94" dur="1" fill="hold">
                                          <p:stCondLst>
                                            <p:cond delay="0"/>
                                          </p:stCondLst>
                                        </p:cTn>
                                        <p:tgtEl>
                                          <p:spTgt spid="36">
                                            <p:txEl>
                                              <p:pRg st="0" end="0"/>
                                            </p:txEl>
                                          </p:spTgt>
                                        </p:tgtEl>
                                        <p:attrNameLst>
                                          <p:attrName>style.visibility</p:attrName>
                                        </p:attrNameLst>
                                      </p:cBhvr>
                                      <p:to>
                                        <p:strVal val="visible"/>
                                      </p:to>
                                    </p:set>
                                    <p:animEffect transition="in" filter="fade">
                                      <p:cBhvr>
                                        <p:cTn id="95" dur="500"/>
                                        <p:tgtEl>
                                          <p:spTgt spid="36">
                                            <p:txEl>
                                              <p:pRg st="0" end="0"/>
                                            </p:txEl>
                                          </p:spTgt>
                                        </p:tgtEl>
                                      </p:cBhvr>
                                    </p:animEffect>
                                  </p:childTnLst>
                                </p:cTn>
                              </p:par>
                              <p:par>
                                <p:cTn id="96" presetID="53" presetClass="entr" presetSubtype="16" fill="hold" grpId="0" nodeType="withEffect">
                                  <p:stCondLst>
                                    <p:cond delay="0"/>
                                  </p:stCondLst>
                                  <p:childTnLst>
                                    <p:set>
                                      <p:cBhvr>
                                        <p:cTn id="97" dur="1" fill="hold">
                                          <p:stCondLst>
                                            <p:cond delay="0"/>
                                          </p:stCondLst>
                                        </p:cTn>
                                        <p:tgtEl>
                                          <p:spTgt spid="38"/>
                                        </p:tgtEl>
                                        <p:attrNameLst>
                                          <p:attrName>style.visibility</p:attrName>
                                        </p:attrNameLst>
                                      </p:cBhvr>
                                      <p:to>
                                        <p:strVal val="visible"/>
                                      </p:to>
                                    </p:set>
                                    <p:anim calcmode="lin" valueType="num">
                                      <p:cBhvr>
                                        <p:cTn id="98" dur="500" fill="hold"/>
                                        <p:tgtEl>
                                          <p:spTgt spid="38"/>
                                        </p:tgtEl>
                                        <p:attrNameLst>
                                          <p:attrName>ppt_w</p:attrName>
                                        </p:attrNameLst>
                                      </p:cBhvr>
                                      <p:tavLst>
                                        <p:tav tm="0">
                                          <p:val>
                                            <p:fltVal val="0"/>
                                          </p:val>
                                        </p:tav>
                                        <p:tav tm="100000">
                                          <p:val>
                                            <p:strVal val="#ppt_w"/>
                                          </p:val>
                                        </p:tav>
                                      </p:tavLst>
                                    </p:anim>
                                    <p:anim calcmode="lin" valueType="num">
                                      <p:cBhvr>
                                        <p:cTn id="99" dur="500" fill="hold"/>
                                        <p:tgtEl>
                                          <p:spTgt spid="38"/>
                                        </p:tgtEl>
                                        <p:attrNameLst>
                                          <p:attrName>ppt_h</p:attrName>
                                        </p:attrNameLst>
                                      </p:cBhvr>
                                      <p:tavLst>
                                        <p:tav tm="0">
                                          <p:val>
                                            <p:fltVal val="0"/>
                                          </p:val>
                                        </p:tav>
                                        <p:tav tm="100000">
                                          <p:val>
                                            <p:strVal val="#ppt_h"/>
                                          </p:val>
                                        </p:tav>
                                      </p:tavLst>
                                    </p:anim>
                                    <p:animEffect transition="in" filter="fade">
                                      <p:cBhvr>
                                        <p:cTn id="100" dur="500"/>
                                        <p:tgtEl>
                                          <p:spTgt spid="38"/>
                                        </p:tgtEl>
                                      </p:cBhvr>
                                    </p:animEffect>
                                  </p:childTnLst>
                                </p:cTn>
                              </p:par>
                            </p:childTnLst>
                          </p:cTn>
                        </p:par>
                        <p:par>
                          <p:cTn id="101" fill="hold">
                            <p:stCondLst>
                              <p:cond delay="8000"/>
                            </p:stCondLst>
                            <p:childTnLst>
                              <p:par>
                                <p:cTn id="102" presetID="10" presetClass="entr" presetSubtype="0" fill="hold" grpId="0" nodeType="afterEffect">
                                  <p:stCondLst>
                                    <p:cond delay="0"/>
                                  </p:stCondLst>
                                  <p:childTnLst>
                                    <p:set>
                                      <p:cBhvr>
                                        <p:cTn id="103" dur="1" fill="hold">
                                          <p:stCondLst>
                                            <p:cond delay="0"/>
                                          </p:stCondLst>
                                        </p:cTn>
                                        <p:tgtEl>
                                          <p:spTgt spid="39">
                                            <p:txEl>
                                              <p:pRg st="0" end="0"/>
                                            </p:txEl>
                                          </p:spTgt>
                                        </p:tgtEl>
                                        <p:attrNameLst>
                                          <p:attrName>style.visibility</p:attrName>
                                        </p:attrNameLst>
                                      </p:cBhvr>
                                      <p:to>
                                        <p:strVal val="visible"/>
                                      </p:to>
                                    </p:set>
                                    <p:animEffect transition="in" filter="fade">
                                      <p:cBhvr>
                                        <p:cTn id="104" dur="500"/>
                                        <p:tgtEl>
                                          <p:spTgt spid="39">
                                            <p:txEl>
                                              <p:pRg st="0" end="0"/>
                                            </p:txEl>
                                          </p:spTgt>
                                        </p:tgtEl>
                                      </p:cBhvr>
                                    </p:animEffect>
                                  </p:childTnLst>
                                </p:cTn>
                              </p:par>
                              <p:par>
                                <p:cTn id="105" presetID="53" presetClass="entr" presetSubtype="16" fill="hold" grpId="0" nodeType="withEffect">
                                  <p:stCondLst>
                                    <p:cond delay="0"/>
                                  </p:stCondLst>
                                  <p:childTnLst>
                                    <p:set>
                                      <p:cBhvr>
                                        <p:cTn id="106" dur="1" fill="hold">
                                          <p:stCondLst>
                                            <p:cond delay="0"/>
                                          </p:stCondLst>
                                        </p:cTn>
                                        <p:tgtEl>
                                          <p:spTgt spid="40"/>
                                        </p:tgtEl>
                                        <p:attrNameLst>
                                          <p:attrName>style.visibility</p:attrName>
                                        </p:attrNameLst>
                                      </p:cBhvr>
                                      <p:to>
                                        <p:strVal val="visible"/>
                                      </p:to>
                                    </p:set>
                                    <p:anim calcmode="lin" valueType="num">
                                      <p:cBhvr>
                                        <p:cTn id="107" dur="500" fill="hold"/>
                                        <p:tgtEl>
                                          <p:spTgt spid="40"/>
                                        </p:tgtEl>
                                        <p:attrNameLst>
                                          <p:attrName>ppt_w</p:attrName>
                                        </p:attrNameLst>
                                      </p:cBhvr>
                                      <p:tavLst>
                                        <p:tav tm="0">
                                          <p:val>
                                            <p:fltVal val="0"/>
                                          </p:val>
                                        </p:tav>
                                        <p:tav tm="100000">
                                          <p:val>
                                            <p:strVal val="#ppt_w"/>
                                          </p:val>
                                        </p:tav>
                                      </p:tavLst>
                                    </p:anim>
                                    <p:anim calcmode="lin" valueType="num">
                                      <p:cBhvr>
                                        <p:cTn id="108" dur="500" fill="hold"/>
                                        <p:tgtEl>
                                          <p:spTgt spid="40"/>
                                        </p:tgtEl>
                                        <p:attrNameLst>
                                          <p:attrName>ppt_h</p:attrName>
                                        </p:attrNameLst>
                                      </p:cBhvr>
                                      <p:tavLst>
                                        <p:tav tm="0">
                                          <p:val>
                                            <p:fltVal val="0"/>
                                          </p:val>
                                        </p:tav>
                                        <p:tav tm="100000">
                                          <p:val>
                                            <p:strVal val="#ppt_h"/>
                                          </p:val>
                                        </p:tav>
                                      </p:tavLst>
                                    </p:anim>
                                    <p:animEffect transition="in" filter="fade">
                                      <p:cBhvr>
                                        <p:cTn id="109" dur="500"/>
                                        <p:tgtEl>
                                          <p:spTgt spid="40"/>
                                        </p:tgtEl>
                                      </p:cBhvr>
                                    </p:animEffect>
                                  </p:childTnLst>
                                </p:cTn>
                              </p:par>
                            </p:childTnLst>
                          </p:cTn>
                        </p:par>
                        <p:par>
                          <p:cTn id="110" fill="hold">
                            <p:stCondLst>
                              <p:cond delay="8500"/>
                            </p:stCondLst>
                            <p:childTnLst>
                              <p:par>
                                <p:cTn id="111" presetID="10" presetClass="entr" presetSubtype="0" fill="hold" grpId="0" nodeType="afterEffect">
                                  <p:stCondLst>
                                    <p:cond delay="0"/>
                                  </p:stCondLst>
                                  <p:childTnLst>
                                    <p:set>
                                      <p:cBhvr>
                                        <p:cTn id="112" dur="1" fill="hold">
                                          <p:stCondLst>
                                            <p:cond delay="0"/>
                                          </p:stCondLst>
                                        </p:cTn>
                                        <p:tgtEl>
                                          <p:spTgt spid="41">
                                            <p:txEl>
                                              <p:pRg st="0" end="0"/>
                                            </p:txEl>
                                          </p:spTgt>
                                        </p:tgtEl>
                                        <p:attrNameLst>
                                          <p:attrName>style.visibility</p:attrName>
                                        </p:attrNameLst>
                                      </p:cBhvr>
                                      <p:to>
                                        <p:strVal val="visible"/>
                                      </p:to>
                                    </p:set>
                                    <p:animEffect transition="in" filter="fade">
                                      <p:cBhvr>
                                        <p:cTn id="113" dur="500"/>
                                        <p:tgtEl>
                                          <p:spTgt spid="4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1" grpId="0" animBg="1"/>
      <p:bldP spid="12" grpId="0" build="p">
        <p:tmplLst>
          <p:tmpl lvl="1">
            <p:tnLst>
              <p:par>
                <p:cTn presetID="10" presetClass="entr" presetSubtype="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childTnLst>
                </p:cTn>
              </p:par>
            </p:tnLst>
          </p:tmpl>
        </p:tmplLst>
      </p:bldP>
      <p:bldP spid="17" grpId="0" animBg="1"/>
      <p:bldP spid="20" grpId="0" build="p">
        <p:tmplLst>
          <p:tmpl lvl="1">
            <p:tnLst>
              <p:par>
                <p:cTn presetID="10"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7" grpId="0" animBg="1"/>
      <p:bldP spid="28" grpId="0" build="p">
        <p:tmplLst>
          <p:tmpl lvl="1">
            <p:tnLst>
              <p:par>
                <p:cTn presetID="10" presetClass="entr" presetSubtype="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9" grpId="0" animBg="1"/>
      <p:bldP spid="30" grpId="0" build="p">
        <p:tmplLst>
          <p:tmpl lvl="1">
            <p:tnLst>
              <p:par>
                <p:cTn presetID="10" presetClass="entr" presetSubtype="0"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5" grpId="0" animBg="1"/>
      <p:bldP spid="36" grpId="0" build="p">
        <p:tmplLst>
          <p:tmpl lvl="1">
            <p:tnLst>
              <p:par>
                <p:cTn presetID="10" presetClass="entr" presetSubtype="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8" grpId="0" animBg="1"/>
      <p:bldP spid="39" grpId="0" build="p">
        <p:tmplLst>
          <p:tmpl lvl="1">
            <p:tnLst>
              <p:par>
                <p:cTn presetID="10" presetClass="entr" presetSubtype="0" fill="hold" nodeType="after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0" grpId="0" animBg="1"/>
      <p:bldP spid="41" grpId="0" build="p">
        <p:tmplLst>
          <p:tmpl lvl="1">
            <p:tnLst>
              <p:par>
                <p:cTn presetID="10" presetClass="entr" presetSubtype="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Lst>
  </p:timing>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cxnSp>
        <p:nvCxnSpPr>
          <p:cNvPr id="17" name="Straight Connector 16"/>
          <p:cNvCxnSpPr/>
          <p:nvPr userDrawn="1"/>
        </p:nvCxnSpPr>
        <p:spPr>
          <a:xfrm flipV="1">
            <a:off x="2022475" y="3292186"/>
            <a:ext cx="18161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 name="Date Placeholder 2"/>
          <p:cNvSpPr>
            <a:spLocks noGrp="1"/>
          </p:cNvSpPr>
          <p:nvPr>
            <p:ph type="dt" sz="half" idx="10"/>
          </p:nvPr>
        </p:nvSpPr>
        <p:spPr/>
        <p:txBody>
          <a:bodyPr/>
          <a:lstStyle/>
          <a:p>
            <a:fld id="{34B54EAF-F30C-734E-BA65-13A26B6BC1F5}"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61721"/>
          </a:xfrm>
        </p:spPr>
        <p:txBody>
          <a:bodyPr/>
          <a:lstStyle>
            <a:lvl1pPr algn="l">
              <a:defRPr sz="36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4904"/>
            <a:ext cx="5472112" cy="294121"/>
          </a:xfrm>
        </p:spPr>
        <p:txBody>
          <a:bodyPr/>
          <a:lstStyle>
            <a:lvl1pPr algn="l">
              <a:defRPr/>
            </a:lvl1pPr>
          </a:lstStyle>
          <a:p>
            <a:pPr lvl="0"/>
            <a:r>
              <a:rPr lang="en-US" dirty="0" smtClean="0"/>
              <a:t>Click to edit Master text styles</a:t>
            </a:r>
          </a:p>
        </p:txBody>
      </p:sp>
      <p:sp>
        <p:nvSpPr>
          <p:cNvPr id="10" name="Picture Placeholder 9"/>
          <p:cNvSpPr>
            <a:spLocks noGrp="1"/>
          </p:cNvSpPr>
          <p:nvPr>
            <p:ph type="pic" sz="quarter" idx="13" hasCustomPrompt="1"/>
          </p:nvPr>
        </p:nvSpPr>
        <p:spPr>
          <a:xfrm>
            <a:off x="838200" y="2692400"/>
            <a:ext cx="1206500" cy="120650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5" name="Picture Placeholder 14"/>
          <p:cNvSpPr>
            <a:spLocks noGrp="1"/>
          </p:cNvSpPr>
          <p:nvPr>
            <p:ph type="pic" sz="quarter" idx="14" hasCustomPrompt="1"/>
          </p:nvPr>
        </p:nvSpPr>
        <p:spPr>
          <a:xfrm>
            <a:off x="4746625" y="1574695"/>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20" name="Straight Connector 19"/>
          <p:cNvCxnSpPr/>
          <p:nvPr userDrawn="1"/>
        </p:nvCxnSpPr>
        <p:spPr>
          <a:xfrm>
            <a:off x="3838575" y="2050451"/>
            <a:ext cx="0" cy="3232574"/>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a:xfrm flipV="1">
            <a:off x="3838575" y="2067123"/>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a:xfrm flipV="1">
            <a:off x="3838575" y="3714754"/>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5" name="Picture Placeholder 24"/>
          <p:cNvSpPr>
            <a:spLocks noGrp="1"/>
          </p:cNvSpPr>
          <p:nvPr>
            <p:ph type="pic" sz="quarter" idx="15" hasCustomPrompt="1"/>
          </p:nvPr>
        </p:nvSpPr>
        <p:spPr>
          <a:xfrm>
            <a:off x="4746625" y="3252556"/>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27" name="Picture Placeholder 26"/>
          <p:cNvSpPr>
            <a:spLocks noGrp="1"/>
          </p:cNvSpPr>
          <p:nvPr>
            <p:ph type="pic" sz="quarter" idx="16" hasCustomPrompt="1"/>
          </p:nvPr>
        </p:nvSpPr>
        <p:spPr>
          <a:xfrm>
            <a:off x="4746625" y="4780917"/>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29" name="Straight Connector 28"/>
          <p:cNvCxnSpPr/>
          <p:nvPr userDrawn="1"/>
        </p:nvCxnSpPr>
        <p:spPr>
          <a:xfrm flipV="1">
            <a:off x="3838575" y="5283025"/>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flipV="1">
            <a:off x="5718175" y="2069699"/>
            <a:ext cx="18161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2" name="Picture Placeholder 31"/>
          <p:cNvSpPr>
            <a:spLocks noGrp="1"/>
          </p:cNvSpPr>
          <p:nvPr>
            <p:ph type="pic" sz="quarter" idx="17" hasCustomPrompt="1"/>
          </p:nvPr>
        </p:nvSpPr>
        <p:spPr>
          <a:xfrm>
            <a:off x="8458200" y="124984"/>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34" name="Straight Connector 33"/>
          <p:cNvCxnSpPr/>
          <p:nvPr userDrawn="1"/>
        </p:nvCxnSpPr>
        <p:spPr>
          <a:xfrm>
            <a:off x="7534275" y="558800"/>
            <a:ext cx="0" cy="3232574"/>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a:xfrm flipV="1">
            <a:off x="7531102" y="583773"/>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6" name="Picture Placeholder 35"/>
          <p:cNvSpPr>
            <a:spLocks noGrp="1"/>
          </p:cNvSpPr>
          <p:nvPr>
            <p:ph type="pic" sz="quarter" idx="18" hasCustomPrompt="1"/>
          </p:nvPr>
        </p:nvSpPr>
        <p:spPr>
          <a:xfrm>
            <a:off x="8458200" y="3290656"/>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38" name="Straight Connector 37"/>
          <p:cNvCxnSpPr/>
          <p:nvPr userDrawn="1"/>
        </p:nvCxnSpPr>
        <p:spPr>
          <a:xfrm flipV="1">
            <a:off x="7531102" y="3795802"/>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flipV="1">
            <a:off x="7542213" y="2184041"/>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40" name="Picture Placeholder 39"/>
          <p:cNvSpPr>
            <a:spLocks noGrp="1"/>
          </p:cNvSpPr>
          <p:nvPr>
            <p:ph type="pic" sz="quarter" idx="19" hasCustomPrompt="1"/>
          </p:nvPr>
        </p:nvSpPr>
        <p:spPr>
          <a:xfrm>
            <a:off x="8442324" y="1692743"/>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44" name="Picture Placeholder 43"/>
          <p:cNvSpPr>
            <a:spLocks noGrp="1"/>
          </p:cNvSpPr>
          <p:nvPr>
            <p:ph type="pic" sz="quarter" idx="20" hasCustomPrompt="1"/>
          </p:nvPr>
        </p:nvSpPr>
        <p:spPr>
          <a:xfrm>
            <a:off x="1701799" y="3714755"/>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1"/>
          </a:solidFill>
        </p:spPr>
        <p:txBody>
          <a:bodyPr wrap="square">
            <a:noAutofit/>
          </a:bodyPr>
          <a:lstStyle>
            <a:lvl1pPr>
              <a:defRPr sz="500"/>
            </a:lvl1pPr>
          </a:lstStyle>
          <a:p>
            <a:r>
              <a:rPr lang="id-ID" dirty="0" smtClean="0"/>
              <a:t>-</a:t>
            </a:r>
            <a:endParaRPr lang="en-AU" dirty="0"/>
          </a:p>
        </p:txBody>
      </p:sp>
      <p:sp>
        <p:nvSpPr>
          <p:cNvPr id="51" name="Picture Placeholder 50"/>
          <p:cNvSpPr>
            <a:spLocks noGrp="1"/>
          </p:cNvSpPr>
          <p:nvPr>
            <p:ph type="pic" sz="quarter" idx="21" hasCustomPrompt="1"/>
          </p:nvPr>
        </p:nvSpPr>
        <p:spPr>
          <a:xfrm>
            <a:off x="5476873" y="2355154"/>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2"/>
          </a:solidFill>
        </p:spPr>
        <p:txBody>
          <a:bodyPr wrap="square">
            <a:noAutofit/>
          </a:bodyPr>
          <a:lstStyle>
            <a:lvl1pPr>
              <a:defRPr sz="500"/>
            </a:lvl1pPr>
          </a:lstStyle>
          <a:p>
            <a:r>
              <a:rPr lang="id-ID" dirty="0" smtClean="0"/>
              <a:t>-</a:t>
            </a:r>
            <a:endParaRPr lang="en-AU" dirty="0"/>
          </a:p>
        </p:txBody>
      </p:sp>
      <p:sp>
        <p:nvSpPr>
          <p:cNvPr id="52" name="Picture Placeholder 51"/>
          <p:cNvSpPr>
            <a:spLocks noGrp="1"/>
          </p:cNvSpPr>
          <p:nvPr>
            <p:ph type="pic" sz="quarter" idx="22" hasCustomPrompt="1"/>
          </p:nvPr>
        </p:nvSpPr>
        <p:spPr>
          <a:xfrm>
            <a:off x="5476873" y="4031985"/>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3"/>
          </a:solidFill>
        </p:spPr>
        <p:txBody>
          <a:bodyPr wrap="square">
            <a:noAutofit/>
          </a:bodyPr>
          <a:lstStyle>
            <a:lvl1pPr>
              <a:defRPr sz="500"/>
            </a:lvl1pPr>
          </a:lstStyle>
          <a:p>
            <a:r>
              <a:rPr lang="id-ID" dirty="0" smtClean="0"/>
              <a:t>-</a:t>
            </a:r>
            <a:endParaRPr lang="en-AU" dirty="0"/>
          </a:p>
        </p:txBody>
      </p:sp>
      <p:sp>
        <p:nvSpPr>
          <p:cNvPr id="53" name="Picture Placeholder 52"/>
          <p:cNvSpPr>
            <a:spLocks noGrp="1"/>
          </p:cNvSpPr>
          <p:nvPr>
            <p:ph type="pic" sz="quarter" idx="23" hasCustomPrompt="1"/>
          </p:nvPr>
        </p:nvSpPr>
        <p:spPr>
          <a:xfrm>
            <a:off x="5476873" y="5560346"/>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4"/>
          </a:solidFill>
        </p:spPr>
        <p:txBody>
          <a:bodyPr wrap="square">
            <a:noAutofit/>
          </a:bodyPr>
          <a:lstStyle>
            <a:lvl1pPr>
              <a:defRPr sz="500"/>
            </a:lvl1pPr>
          </a:lstStyle>
          <a:p>
            <a:r>
              <a:rPr lang="id-ID" dirty="0" smtClean="0"/>
              <a:t>-</a:t>
            </a:r>
            <a:endParaRPr lang="en-AU" dirty="0"/>
          </a:p>
        </p:txBody>
      </p:sp>
      <p:sp>
        <p:nvSpPr>
          <p:cNvPr id="54" name="Picture Placeholder 53"/>
          <p:cNvSpPr>
            <a:spLocks noGrp="1"/>
          </p:cNvSpPr>
          <p:nvPr>
            <p:ph type="pic" sz="quarter" idx="24" hasCustomPrompt="1"/>
          </p:nvPr>
        </p:nvSpPr>
        <p:spPr>
          <a:xfrm>
            <a:off x="9188449" y="907403"/>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5"/>
          </a:solidFill>
        </p:spPr>
        <p:txBody>
          <a:bodyPr wrap="square">
            <a:noAutofit/>
          </a:bodyPr>
          <a:lstStyle>
            <a:lvl1pPr>
              <a:defRPr sz="500"/>
            </a:lvl1pPr>
          </a:lstStyle>
          <a:p>
            <a:r>
              <a:rPr lang="id-ID" dirty="0" smtClean="0"/>
              <a:t>-</a:t>
            </a:r>
            <a:endParaRPr lang="en-AU" dirty="0"/>
          </a:p>
        </p:txBody>
      </p:sp>
      <p:sp>
        <p:nvSpPr>
          <p:cNvPr id="55" name="Picture Placeholder 54"/>
          <p:cNvSpPr>
            <a:spLocks noGrp="1"/>
          </p:cNvSpPr>
          <p:nvPr>
            <p:ph type="pic" sz="quarter" idx="25" hasCustomPrompt="1"/>
          </p:nvPr>
        </p:nvSpPr>
        <p:spPr>
          <a:xfrm>
            <a:off x="9172572" y="2475162"/>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6"/>
          </a:solidFill>
        </p:spPr>
        <p:txBody>
          <a:bodyPr wrap="square">
            <a:noAutofit/>
          </a:bodyPr>
          <a:lstStyle>
            <a:lvl1pPr>
              <a:defRPr sz="500"/>
            </a:lvl1pPr>
          </a:lstStyle>
          <a:p>
            <a:r>
              <a:rPr lang="id-ID" dirty="0" smtClean="0"/>
              <a:t>-</a:t>
            </a:r>
            <a:endParaRPr lang="en-AU" dirty="0"/>
          </a:p>
        </p:txBody>
      </p:sp>
      <p:sp>
        <p:nvSpPr>
          <p:cNvPr id="56" name="Picture Placeholder 55"/>
          <p:cNvSpPr>
            <a:spLocks noGrp="1"/>
          </p:cNvSpPr>
          <p:nvPr>
            <p:ph type="pic" sz="quarter" idx="26" hasCustomPrompt="1"/>
          </p:nvPr>
        </p:nvSpPr>
        <p:spPr>
          <a:xfrm>
            <a:off x="9188449" y="4073075"/>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tx2"/>
          </a:solidFill>
        </p:spPr>
        <p:txBody>
          <a:bodyPr wrap="square">
            <a:noAutofit/>
          </a:bodyPr>
          <a:lstStyle>
            <a:lvl1pPr>
              <a:defRPr sz="500"/>
            </a:lvl1pPr>
          </a:lstStyle>
          <a:p>
            <a:r>
              <a:rPr lang="id-ID" dirty="0" smtClean="0"/>
              <a:t>-</a:t>
            </a:r>
            <a:endParaRPr lang="en-AU" dirty="0"/>
          </a:p>
        </p:txBody>
      </p:sp>
      <p:sp>
        <p:nvSpPr>
          <p:cNvPr id="57" name="Text Placeholder 10"/>
          <p:cNvSpPr>
            <a:spLocks noGrp="1"/>
          </p:cNvSpPr>
          <p:nvPr>
            <p:ph type="body" sz="quarter" idx="27" hasCustomPrompt="1"/>
          </p:nvPr>
        </p:nvSpPr>
        <p:spPr>
          <a:xfrm>
            <a:off x="1772877" y="3806231"/>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8" name="Text Placeholder 10"/>
          <p:cNvSpPr>
            <a:spLocks noGrp="1"/>
          </p:cNvSpPr>
          <p:nvPr>
            <p:ph type="body" sz="quarter" idx="28" hasCustomPrompt="1"/>
          </p:nvPr>
        </p:nvSpPr>
        <p:spPr>
          <a:xfrm>
            <a:off x="1772877" y="4192422"/>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59" name="Text Placeholder 10"/>
          <p:cNvSpPr>
            <a:spLocks noGrp="1"/>
          </p:cNvSpPr>
          <p:nvPr>
            <p:ph type="body" sz="quarter" idx="29" hasCustomPrompt="1"/>
          </p:nvPr>
        </p:nvSpPr>
        <p:spPr>
          <a:xfrm>
            <a:off x="5554812" y="2828001"/>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0" name="Text Placeholder 10"/>
          <p:cNvSpPr>
            <a:spLocks noGrp="1"/>
          </p:cNvSpPr>
          <p:nvPr>
            <p:ph type="body" sz="quarter" idx="30" hasCustomPrompt="1"/>
          </p:nvPr>
        </p:nvSpPr>
        <p:spPr>
          <a:xfrm>
            <a:off x="5547951" y="4507946"/>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1" name="Text Placeholder 10"/>
          <p:cNvSpPr>
            <a:spLocks noGrp="1"/>
          </p:cNvSpPr>
          <p:nvPr>
            <p:ph type="body" sz="quarter" idx="31" hasCustomPrompt="1"/>
          </p:nvPr>
        </p:nvSpPr>
        <p:spPr>
          <a:xfrm>
            <a:off x="5523062" y="6012854"/>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2" name="Text Placeholder 10"/>
          <p:cNvSpPr>
            <a:spLocks noGrp="1"/>
          </p:cNvSpPr>
          <p:nvPr>
            <p:ph type="body" sz="quarter" idx="32" hasCustomPrompt="1"/>
          </p:nvPr>
        </p:nvSpPr>
        <p:spPr>
          <a:xfrm>
            <a:off x="9259527" y="1359286"/>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3" name="Text Placeholder 10"/>
          <p:cNvSpPr>
            <a:spLocks noGrp="1"/>
          </p:cNvSpPr>
          <p:nvPr>
            <p:ph type="body" sz="quarter" idx="33" hasCustomPrompt="1"/>
          </p:nvPr>
        </p:nvSpPr>
        <p:spPr>
          <a:xfrm>
            <a:off x="9259527" y="2939682"/>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4" name="Text Placeholder 10"/>
          <p:cNvSpPr>
            <a:spLocks noGrp="1"/>
          </p:cNvSpPr>
          <p:nvPr>
            <p:ph type="body" sz="quarter" idx="34" hasCustomPrompt="1"/>
          </p:nvPr>
        </p:nvSpPr>
        <p:spPr>
          <a:xfrm>
            <a:off x="9243650" y="4516838"/>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5" name="Text Placeholder 10"/>
          <p:cNvSpPr>
            <a:spLocks noGrp="1"/>
          </p:cNvSpPr>
          <p:nvPr>
            <p:ph type="body" sz="quarter" idx="35" hasCustomPrompt="1"/>
          </p:nvPr>
        </p:nvSpPr>
        <p:spPr>
          <a:xfrm>
            <a:off x="5546516" y="2458316"/>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68" name="Text Placeholder 10"/>
          <p:cNvSpPr>
            <a:spLocks noGrp="1"/>
          </p:cNvSpPr>
          <p:nvPr>
            <p:ph type="body" sz="quarter" idx="38" hasCustomPrompt="1"/>
          </p:nvPr>
        </p:nvSpPr>
        <p:spPr>
          <a:xfrm>
            <a:off x="5546516" y="4133855"/>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69" name="Text Placeholder 10"/>
          <p:cNvSpPr>
            <a:spLocks noGrp="1"/>
          </p:cNvSpPr>
          <p:nvPr>
            <p:ph type="body" sz="quarter" idx="39" hasCustomPrompt="1"/>
          </p:nvPr>
        </p:nvSpPr>
        <p:spPr>
          <a:xfrm>
            <a:off x="5523062" y="5664098"/>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70" name="Text Placeholder 10"/>
          <p:cNvSpPr>
            <a:spLocks noGrp="1"/>
          </p:cNvSpPr>
          <p:nvPr>
            <p:ph type="body" sz="quarter" idx="40" hasCustomPrompt="1"/>
          </p:nvPr>
        </p:nvSpPr>
        <p:spPr>
          <a:xfrm>
            <a:off x="9243650" y="1008087"/>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71" name="Text Placeholder 10"/>
          <p:cNvSpPr>
            <a:spLocks noGrp="1"/>
          </p:cNvSpPr>
          <p:nvPr>
            <p:ph type="body" sz="quarter" idx="41" hasCustomPrompt="1"/>
          </p:nvPr>
        </p:nvSpPr>
        <p:spPr>
          <a:xfrm>
            <a:off x="9259527" y="2579639"/>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72" name="Text Placeholder 10"/>
          <p:cNvSpPr>
            <a:spLocks noGrp="1"/>
          </p:cNvSpPr>
          <p:nvPr>
            <p:ph type="body" sz="quarter" idx="42" hasCustomPrompt="1"/>
          </p:nvPr>
        </p:nvSpPr>
        <p:spPr>
          <a:xfrm>
            <a:off x="9259527" y="4177552"/>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Tree>
    <p:extLst>
      <p:ext uri="{BB962C8B-B14F-4D97-AF65-F5344CB8AC3E}">
        <p14:creationId xmlns:p14="http://schemas.microsoft.com/office/powerpoint/2010/main" val="4270464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fltVal val="0"/>
                                          </p:val>
                                        </p:tav>
                                        <p:tav tm="100000">
                                          <p:val>
                                            <p:strVal val="#ppt_w"/>
                                          </p:val>
                                        </p:tav>
                                      </p:tavLst>
                                    </p:anim>
                                    <p:anim calcmode="lin" valueType="num">
                                      <p:cBhvr>
                                        <p:cTn id="16" dur="500" fill="hold"/>
                                        <p:tgtEl>
                                          <p:spTgt spid="10"/>
                                        </p:tgtEl>
                                        <p:attrNameLst>
                                          <p:attrName>ppt_h</p:attrName>
                                        </p:attrNameLst>
                                      </p:cBhvr>
                                      <p:tavLst>
                                        <p:tav tm="0">
                                          <p:val>
                                            <p:fltVal val="0"/>
                                          </p:val>
                                        </p:tav>
                                        <p:tav tm="100000">
                                          <p:val>
                                            <p:strVal val="#ppt_h"/>
                                          </p:val>
                                        </p:tav>
                                      </p:tavLst>
                                    </p:anim>
                                    <p:animEffect transition="in" filter="fade">
                                      <p:cBhvr>
                                        <p:cTn id="17" dur="500"/>
                                        <p:tgtEl>
                                          <p:spTgt spid="10"/>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44"/>
                                        </p:tgtEl>
                                        <p:attrNameLst>
                                          <p:attrName>style.visibility</p:attrName>
                                        </p:attrNameLst>
                                      </p:cBhvr>
                                      <p:to>
                                        <p:strVal val="visible"/>
                                      </p:to>
                                    </p:set>
                                    <p:animEffect transition="in" filter="fade">
                                      <p:cBhvr>
                                        <p:cTn id="21" dur="500"/>
                                        <p:tgtEl>
                                          <p:spTgt spid="44"/>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57">
                                            <p:txEl>
                                              <p:pRg st="0" end="0"/>
                                            </p:txEl>
                                          </p:spTgt>
                                        </p:tgtEl>
                                        <p:attrNameLst>
                                          <p:attrName>style.visibility</p:attrName>
                                        </p:attrNameLst>
                                      </p:cBhvr>
                                      <p:to>
                                        <p:strVal val="visible"/>
                                      </p:to>
                                    </p:set>
                                    <p:animEffect transition="in" filter="fade">
                                      <p:cBhvr>
                                        <p:cTn id="24" dur="500"/>
                                        <p:tgtEl>
                                          <p:spTgt spid="57">
                                            <p:txEl>
                                              <p:pRg st="0" end="0"/>
                                            </p:txEl>
                                          </p:spTgt>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58">
                                            <p:txEl>
                                              <p:pRg st="0" end="0"/>
                                            </p:txEl>
                                          </p:spTgt>
                                        </p:tgtEl>
                                        <p:attrNameLst>
                                          <p:attrName>style.visibility</p:attrName>
                                        </p:attrNameLst>
                                      </p:cBhvr>
                                      <p:to>
                                        <p:strVal val="visible"/>
                                      </p:to>
                                    </p:set>
                                    <p:animEffect transition="in" filter="fade">
                                      <p:cBhvr>
                                        <p:cTn id="27" dur="500"/>
                                        <p:tgtEl>
                                          <p:spTgt spid="58">
                                            <p:txEl>
                                              <p:pRg st="0" end="0"/>
                                            </p:txEl>
                                          </p:spTgt>
                                        </p:tgtEl>
                                      </p:cBhvr>
                                    </p:animEffect>
                                  </p:childTnLst>
                                </p:cTn>
                              </p:par>
                            </p:childTnLst>
                          </p:cTn>
                        </p:par>
                        <p:par>
                          <p:cTn id="28" fill="hold">
                            <p:stCondLst>
                              <p:cond delay="2000"/>
                            </p:stCondLst>
                            <p:childTnLst>
                              <p:par>
                                <p:cTn id="29" presetID="22" presetClass="entr" presetSubtype="8" fill="hold"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left)">
                                      <p:cBhvr>
                                        <p:cTn id="31" dur="500"/>
                                        <p:tgtEl>
                                          <p:spTgt spid="17"/>
                                        </p:tgtEl>
                                      </p:cBhvr>
                                    </p:animEffect>
                                  </p:childTnLst>
                                </p:cTn>
                              </p:par>
                              <p:par>
                                <p:cTn id="32" presetID="16" presetClass="entr" presetSubtype="21" fill="hold" nodeType="with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barn(inVertical)">
                                      <p:cBhvr>
                                        <p:cTn id="34" dur="500"/>
                                        <p:tgtEl>
                                          <p:spTgt spid="20"/>
                                        </p:tgtEl>
                                      </p:cBhvr>
                                    </p:animEffect>
                                  </p:childTnLst>
                                </p:cTn>
                              </p:par>
                            </p:childTnLst>
                          </p:cTn>
                        </p:par>
                        <p:par>
                          <p:cTn id="35" fill="hold">
                            <p:stCondLst>
                              <p:cond delay="2500"/>
                            </p:stCondLst>
                            <p:childTnLst>
                              <p:par>
                                <p:cTn id="36" presetID="22" presetClass="entr" presetSubtype="4" fill="hold" nodeType="after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wipe(down)">
                                      <p:cBhvr>
                                        <p:cTn id="38" dur="500"/>
                                        <p:tgtEl>
                                          <p:spTgt spid="21"/>
                                        </p:tgtEl>
                                      </p:cBhvr>
                                    </p:animEffect>
                                  </p:childTnLst>
                                </p:cTn>
                              </p:par>
                              <p:par>
                                <p:cTn id="39" presetID="22" presetClass="entr" presetSubtype="4" fill="hold" nodeType="with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wipe(down)">
                                      <p:cBhvr>
                                        <p:cTn id="41" dur="500"/>
                                        <p:tgtEl>
                                          <p:spTgt spid="24"/>
                                        </p:tgtEl>
                                      </p:cBhvr>
                                    </p:animEffect>
                                  </p:childTnLst>
                                </p:cTn>
                              </p:par>
                              <p:par>
                                <p:cTn id="42" presetID="22" presetClass="entr" presetSubtype="4" fill="hold" nodeType="withEffect">
                                  <p:stCondLst>
                                    <p:cond delay="0"/>
                                  </p:stCondLst>
                                  <p:childTnLst>
                                    <p:set>
                                      <p:cBhvr>
                                        <p:cTn id="43" dur="1" fill="hold">
                                          <p:stCondLst>
                                            <p:cond delay="0"/>
                                          </p:stCondLst>
                                        </p:cTn>
                                        <p:tgtEl>
                                          <p:spTgt spid="29"/>
                                        </p:tgtEl>
                                        <p:attrNameLst>
                                          <p:attrName>style.visibility</p:attrName>
                                        </p:attrNameLst>
                                      </p:cBhvr>
                                      <p:to>
                                        <p:strVal val="visible"/>
                                      </p:to>
                                    </p:set>
                                    <p:animEffect transition="in" filter="wipe(down)">
                                      <p:cBhvr>
                                        <p:cTn id="44" dur="500"/>
                                        <p:tgtEl>
                                          <p:spTgt spid="29"/>
                                        </p:tgtEl>
                                      </p:cBhvr>
                                    </p:animEffect>
                                  </p:childTnLst>
                                </p:cTn>
                              </p:par>
                            </p:childTnLst>
                          </p:cTn>
                        </p:par>
                        <p:par>
                          <p:cTn id="45" fill="hold">
                            <p:stCondLst>
                              <p:cond delay="3000"/>
                            </p:stCondLst>
                            <p:childTnLst>
                              <p:par>
                                <p:cTn id="46" presetID="53" presetClass="entr" presetSubtype="16" fill="hold" grpId="0" nodeType="afterEffect">
                                  <p:stCondLst>
                                    <p:cond delay="0"/>
                                  </p:stCondLst>
                                  <p:childTnLst>
                                    <p:set>
                                      <p:cBhvr>
                                        <p:cTn id="47" dur="1" fill="hold">
                                          <p:stCondLst>
                                            <p:cond delay="0"/>
                                          </p:stCondLst>
                                        </p:cTn>
                                        <p:tgtEl>
                                          <p:spTgt spid="15"/>
                                        </p:tgtEl>
                                        <p:attrNameLst>
                                          <p:attrName>style.visibility</p:attrName>
                                        </p:attrNameLst>
                                      </p:cBhvr>
                                      <p:to>
                                        <p:strVal val="visible"/>
                                      </p:to>
                                    </p:set>
                                    <p:anim calcmode="lin" valueType="num">
                                      <p:cBhvr>
                                        <p:cTn id="48" dur="500" fill="hold"/>
                                        <p:tgtEl>
                                          <p:spTgt spid="15"/>
                                        </p:tgtEl>
                                        <p:attrNameLst>
                                          <p:attrName>ppt_w</p:attrName>
                                        </p:attrNameLst>
                                      </p:cBhvr>
                                      <p:tavLst>
                                        <p:tav tm="0">
                                          <p:val>
                                            <p:fltVal val="0"/>
                                          </p:val>
                                        </p:tav>
                                        <p:tav tm="100000">
                                          <p:val>
                                            <p:strVal val="#ppt_w"/>
                                          </p:val>
                                        </p:tav>
                                      </p:tavLst>
                                    </p:anim>
                                    <p:anim calcmode="lin" valueType="num">
                                      <p:cBhvr>
                                        <p:cTn id="49" dur="500" fill="hold"/>
                                        <p:tgtEl>
                                          <p:spTgt spid="15"/>
                                        </p:tgtEl>
                                        <p:attrNameLst>
                                          <p:attrName>ppt_h</p:attrName>
                                        </p:attrNameLst>
                                      </p:cBhvr>
                                      <p:tavLst>
                                        <p:tav tm="0">
                                          <p:val>
                                            <p:fltVal val="0"/>
                                          </p:val>
                                        </p:tav>
                                        <p:tav tm="100000">
                                          <p:val>
                                            <p:strVal val="#ppt_h"/>
                                          </p:val>
                                        </p:tav>
                                      </p:tavLst>
                                    </p:anim>
                                    <p:animEffect transition="in" filter="fade">
                                      <p:cBhvr>
                                        <p:cTn id="50" dur="500"/>
                                        <p:tgtEl>
                                          <p:spTgt spid="15"/>
                                        </p:tgtEl>
                                      </p:cBhvr>
                                    </p:animEffect>
                                  </p:childTnLst>
                                </p:cTn>
                              </p:par>
                            </p:childTnLst>
                          </p:cTn>
                        </p:par>
                        <p:par>
                          <p:cTn id="51" fill="hold">
                            <p:stCondLst>
                              <p:cond delay="3500"/>
                            </p:stCondLst>
                            <p:childTnLst>
                              <p:par>
                                <p:cTn id="52" presetID="10" presetClass="entr" presetSubtype="0" fill="hold" grpId="0" nodeType="afterEffect">
                                  <p:stCondLst>
                                    <p:cond delay="0"/>
                                  </p:stCondLst>
                                  <p:childTnLst>
                                    <p:set>
                                      <p:cBhvr>
                                        <p:cTn id="53" dur="1" fill="hold">
                                          <p:stCondLst>
                                            <p:cond delay="0"/>
                                          </p:stCondLst>
                                        </p:cTn>
                                        <p:tgtEl>
                                          <p:spTgt spid="51"/>
                                        </p:tgtEl>
                                        <p:attrNameLst>
                                          <p:attrName>style.visibility</p:attrName>
                                        </p:attrNameLst>
                                      </p:cBhvr>
                                      <p:to>
                                        <p:strVal val="visible"/>
                                      </p:to>
                                    </p:set>
                                    <p:animEffect transition="in" filter="fade">
                                      <p:cBhvr>
                                        <p:cTn id="54" dur="500"/>
                                        <p:tgtEl>
                                          <p:spTgt spid="51"/>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65">
                                            <p:txEl>
                                              <p:pRg st="0" end="0"/>
                                            </p:txEl>
                                          </p:spTgt>
                                        </p:tgtEl>
                                        <p:attrNameLst>
                                          <p:attrName>style.visibility</p:attrName>
                                        </p:attrNameLst>
                                      </p:cBhvr>
                                      <p:to>
                                        <p:strVal val="visible"/>
                                      </p:to>
                                    </p:set>
                                    <p:animEffect transition="in" filter="fade">
                                      <p:cBhvr>
                                        <p:cTn id="57" dur="500"/>
                                        <p:tgtEl>
                                          <p:spTgt spid="65">
                                            <p:txEl>
                                              <p:pRg st="0" end="0"/>
                                            </p:txEl>
                                          </p:spTgt>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59">
                                            <p:txEl>
                                              <p:pRg st="0" end="0"/>
                                            </p:txEl>
                                          </p:spTgt>
                                        </p:tgtEl>
                                        <p:attrNameLst>
                                          <p:attrName>style.visibility</p:attrName>
                                        </p:attrNameLst>
                                      </p:cBhvr>
                                      <p:to>
                                        <p:strVal val="visible"/>
                                      </p:to>
                                    </p:set>
                                    <p:animEffect transition="in" filter="fade">
                                      <p:cBhvr>
                                        <p:cTn id="60" dur="500"/>
                                        <p:tgtEl>
                                          <p:spTgt spid="59">
                                            <p:txEl>
                                              <p:pRg st="0" end="0"/>
                                            </p:txEl>
                                          </p:spTgt>
                                        </p:tgtEl>
                                      </p:cBhvr>
                                    </p:animEffect>
                                  </p:childTnLst>
                                </p:cTn>
                              </p:par>
                            </p:childTnLst>
                          </p:cTn>
                        </p:par>
                        <p:par>
                          <p:cTn id="61" fill="hold">
                            <p:stCondLst>
                              <p:cond delay="4000"/>
                            </p:stCondLst>
                            <p:childTnLst>
                              <p:par>
                                <p:cTn id="62" presetID="53" presetClass="entr" presetSubtype="16" fill="hold" grpId="0" nodeType="afterEffect">
                                  <p:stCondLst>
                                    <p:cond delay="0"/>
                                  </p:stCondLst>
                                  <p:childTnLst>
                                    <p:set>
                                      <p:cBhvr>
                                        <p:cTn id="63" dur="1" fill="hold">
                                          <p:stCondLst>
                                            <p:cond delay="0"/>
                                          </p:stCondLst>
                                        </p:cTn>
                                        <p:tgtEl>
                                          <p:spTgt spid="25"/>
                                        </p:tgtEl>
                                        <p:attrNameLst>
                                          <p:attrName>style.visibility</p:attrName>
                                        </p:attrNameLst>
                                      </p:cBhvr>
                                      <p:to>
                                        <p:strVal val="visible"/>
                                      </p:to>
                                    </p:set>
                                    <p:anim calcmode="lin" valueType="num">
                                      <p:cBhvr>
                                        <p:cTn id="64" dur="500" fill="hold"/>
                                        <p:tgtEl>
                                          <p:spTgt spid="25"/>
                                        </p:tgtEl>
                                        <p:attrNameLst>
                                          <p:attrName>ppt_w</p:attrName>
                                        </p:attrNameLst>
                                      </p:cBhvr>
                                      <p:tavLst>
                                        <p:tav tm="0">
                                          <p:val>
                                            <p:fltVal val="0"/>
                                          </p:val>
                                        </p:tav>
                                        <p:tav tm="100000">
                                          <p:val>
                                            <p:strVal val="#ppt_w"/>
                                          </p:val>
                                        </p:tav>
                                      </p:tavLst>
                                    </p:anim>
                                    <p:anim calcmode="lin" valueType="num">
                                      <p:cBhvr>
                                        <p:cTn id="65" dur="500" fill="hold"/>
                                        <p:tgtEl>
                                          <p:spTgt spid="25"/>
                                        </p:tgtEl>
                                        <p:attrNameLst>
                                          <p:attrName>ppt_h</p:attrName>
                                        </p:attrNameLst>
                                      </p:cBhvr>
                                      <p:tavLst>
                                        <p:tav tm="0">
                                          <p:val>
                                            <p:fltVal val="0"/>
                                          </p:val>
                                        </p:tav>
                                        <p:tav tm="100000">
                                          <p:val>
                                            <p:strVal val="#ppt_h"/>
                                          </p:val>
                                        </p:tav>
                                      </p:tavLst>
                                    </p:anim>
                                    <p:animEffect transition="in" filter="fade">
                                      <p:cBhvr>
                                        <p:cTn id="66" dur="500"/>
                                        <p:tgtEl>
                                          <p:spTgt spid="25"/>
                                        </p:tgtEl>
                                      </p:cBhvr>
                                    </p:animEffect>
                                  </p:childTnLst>
                                </p:cTn>
                              </p:par>
                            </p:childTnLst>
                          </p:cTn>
                        </p:par>
                        <p:par>
                          <p:cTn id="67" fill="hold">
                            <p:stCondLst>
                              <p:cond delay="4500"/>
                            </p:stCondLst>
                            <p:childTnLst>
                              <p:par>
                                <p:cTn id="68" presetID="10" presetClass="entr" presetSubtype="0" fill="hold" grpId="0" nodeType="afterEffect">
                                  <p:stCondLst>
                                    <p:cond delay="0"/>
                                  </p:stCondLst>
                                  <p:childTnLst>
                                    <p:set>
                                      <p:cBhvr>
                                        <p:cTn id="69" dur="1" fill="hold">
                                          <p:stCondLst>
                                            <p:cond delay="0"/>
                                          </p:stCondLst>
                                        </p:cTn>
                                        <p:tgtEl>
                                          <p:spTgt spid="52"/>
                                        </p:tgtEl>
                                        <p:attrNameLst>
                                          <p:attrName>style.visibility</p:attrName>
                                        </p:attrNameLst>
                                      </p:cBhvr>
                                      <p:to>
                                        <p:strVal val="visible"/>
                                      </p:to>
                                    </p:set>
                                    <p:animEffect transition="in" filter="fade">
                                      <p:cBhvr>
                                        <p:cTn id="70" dur="500"/>
                                        <p:tgtEl>
                                          <p:spTgt spid="52"/>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68">
                                            <p:txEl>
                                              <p:pRg st="0" end="0"/>
                                            </p:txEl>
                                          </p:spTgt>
                                        </p:tgtEl>
                                        <p:attrNameLst>
                                          <p:attrName>style.visibility</p:attrName>
                                        </p:attrNameLst>
                                      </p:cBhvr>
                                      <p:to>
                                        <p:strVal val="visible"/>
                                      </p:to>
                                    </p:set>
                                    <p:animEffect transition="in" filter="fade">
                                      <p:cBhvr>
                                        <p:cTn id="73" dur="500"/>
                                        <p:tgtEl>
                                          <p:spTgt spid="68">
                                            <p:txEl>
                                              <p:pRg st="0" end="0"/>
                                            </p:txEl>
                                          </p:spTgt>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60">
                                            <p:txEl>
                                              <p:pRg st="0" end="0"/>
                                            </p:txEl>
                                          </p:spTgt>
                                        </p:tgtEl>
                                        <p:attrNameLst>
                                          <p:attrName>style.visibility</p:attrName>
                                        </p:attrNameLst>
                                      </p:cBhvr>
                                      <p:to>
                                        <p:strVal val="visible"/>
                                      </p:to>
                                    </p:set>
                                    <p:animEffect transition="in" filter="fade">
                                      <p:cBhvr>
                                        <p:cTn id="76" dur="500"/>
                                        <p:tgtEl>
                                          <p:spTgt spid="60">
                                            <p:txEl>
                                              <p:pRg st="0" end="0"/>
                                            </p:txEl>
                                          </p:spTgt>
                                        </p:tgtEl>
                                      </p:cBhvr>
                                    </p:animEffect>
                                  </p:childTnLst>
                                </p:cTn>
                              </p:par>
                            </p:childTnLst>
                          </p:cTn>
                        </p:par>
                        <p:par>
                          <p:cTn id="77" fill="hold">
                            <p:stCondLst>
                              <p:cond delay="5000"/>
                            </p:stCondLst>
                            <p:childTnLst>
                              <p:par>
                                <p:cTn id="78" presetID="53" presetClass="entr" presetSubtype="16" fill="hold" grpId="0" nodeType="afterEffect">
                                  <p:stCondLst>
                                    <p:cond delay="0"/>
                                  </p:stCondLst>
                                  <p:childTnLst>
                                    <p:set>
                                      <p:cBhvr>
                                        <p:cTn id="79" dur="1" fill="hold">
                                          <p:stCondLst>
                                            <p:cond delay="0"/>
                                          </p:stCondLst>
                                        </p:cTn>
                                        <p:tgtEl>
                                          <p:spTgt spid="27"/>
                                        </p:tgtEl>
                                        <p:attrNameLst>
                                          <p:attrName>style.visibility</p:attrName>
                                        </p:attrNameLst>
                                      </p:cBhvr>
                                      <p:to>
                                        <p:strVal val="visible"/>
                                      </p:to>
                                    </p:set>
                                    <p:anim calcmode="lin" valueType="num">
                                      <p:cBhvr>
                                        <p:cTn id="80" dur="500" fill="hold"/>
                                        <p:tgtEl>
                                          <p:spTgt spid="27"/>
                                        </p:tgtEl>
                                        <p:attrNameLst>
                                          <p:attrName>ppt_w</p:attrName>
                                        </p:attrNameLst>
                                      </p:cBhvr>
                                      <p:tavLst>
                                        <p:tav tm="0">
                                          <p:val>
                                            <p:fltVal val="0"/>
                                          </p:val>
                                        </p:tav>
                                        <p:tav tm="100000">
                                          <p:val>
                                            <p:strVal val="#ppt_w"/>
                                          </p:val>
                                        </p:tav>
                                      </p:tavLst>
                                    </p:anim>
                                    <p:anim calcmode="lin" valueType="num">
                                      <p:cBhvr>
                                        <p:cTn id="81" dur="500" fill="hold"/>
                                        <p:tgtEl>
                                          <p:spTgt spid="27"/>
                                        </p:tgtEl>
                                        <p:attrNameLst>
                                          <p:attrName>ppt_h</p:attrName>
                                        </p:attrNameLst>
                                      </p:cBhvr>
                                      <p:tavLst>
                                        <p:tav tm="0">
                                          <p:val>
                                            <p:fltVal val="0"/>
                                          </p:val>
                                        </p:tav>
                                        <p:tav tm="100000">
                                          <p:val>
                                            <p:strVal val="#ppt_h"/>
                                          </p:val>
                                        </p:tav>
                                      </p:tavLst>
                                    </p:anim>
                                    <p:animEffect transition="in" filter="fade">
                                      <p:cBhvr>
                                        <p:cTn id="82" dur="500"/>
                                        <p:tgtEl>
                                          <p:spTgt spid="27"/>
                                        </p:tgtEl>
                                      </p:cBhvr>
                                    </p:animEffect>
                                  </p:childTnLst>
                                </p:cTn>
                              </p:par>
                            </p:childTnLst>
                          </p:cTn>
                        </p:par>
                        <p:par>
                          <p:cTn id="83" fill="hold">
                            <p:stCondLst>
                              <p:cond delay="5500"/>
                            </p:stCondLst>
                            <p:childTnLst>
                              <p:par>
                                <p:cTn id="84" presetID="10" presetClass="entr" presetSubtype="0" fill="hold" grpId="0" nodeType="afterEffect">
                                  <p:stCondLst>
                                    <p:cond delay="0"/>
                                  </p:stCondLst>
                                  <p:childTnLst>
                                    <p:set>
                                      <p:cBhvr>
                                        <p:cTn id="85" dur="1" fill="hold">
                                          <p:stCondLst>
                                            <p:cond delay="0"/>
                                          </p:stCondLst>
                                        </p:cTn>
                                        <p:tgtEl>
                                          <p:spTgt spid="53"/>
                                        </p:tgtEl>
                                        <p:attrNameLst>
                                          <p:attrName>style.visibility</p:attrName>
                                        </p:attrNameLst>
                                      </p:cBhvr>
                                      <p:to>
                                        <p:strVal val="visible"/>
                                      </p:to>
                                    </p:set>
                                    <p:animEffect transition="in" filter="fade">
                                      <p:cBhvr>
                                        <p:cTn id="86" dur="500"/>
                                        <p:tgtEl>
                                          <p:spTgt spid="53"/>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69">
                                            <p:txEl>
                                              <p:pRg st="0" end="0"/>
                                            </p:txEl>
                                          </p:spTgt>
                                        </p:tgtEl>
                                        <p:attrNameLst>
                                          <p:attrName>style.visibility</p:attrName>
                                        </p:attrNameLst>
                                      </p:cBhvr>
                                      <p:to>
                                        <p:strVal val="visible"/>
                                      </p:to>
                                    </p:set>
                                    <p:animEffect transition="in" filter="fade">
                                      <p:cBhvr>
                                        <p:cTn id="89" dur="500"/>
                                        <p:tgtEl>
                                          <p:spTgt spid="69">
                                            <p:txEl>
                                              <p:pRg st="0" end="0"/>
                                            </p:txEl>
                                          </p:spTgt>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61">
                                            <p:txEl>
                                              <p:pRg st="0" end="0"/>
                                            </p:txEl>
                                          </p:spTgt>
                                        </p:tgtEl>
                                        <p:attrNameLst>
                                          <p:attrName>style.visibility</p:attrName>
                                        </p:attrNameLst>
                                      </p:cBhvr>
                                      <p:to>
                                        <p:strVal val="visible"/>
                                      </p:to>
                                    </p:set>
                                    <p:animEffect transition="in" filter="fade">
                                      <p:cBhvr>
                                        <p:cTn id="92" dur="500"/>
                                        <p:tgtEl>
                                          <p:spTgt spid="61">
                                            <p:txEl>
                                              <p:pRg st="0" end="0"/>
                                            </p:txEl>
                                          </p:spTgt>
                                        </p:tgtEl>
                                      </p:cBhvr>
                                    </p:animEffect>
                                  </p:childTnLst>
                                </p:cTn>
                              </p:par>
                            </p:childTnLst>
                          </p:cTn>
                        </p:par>
                        <p:par>
                          <p:cTn id="93" fill="hold">
                            <p:stCondLst>
                              <p:cond delay="6000"/>
                            </p:stCondLst>
                            <p:childTnLst>
                              <p:par>
                                <p:cTn id="94" presetID="22" presetClass="entr" presetSubtype="8" fill="hold" nodeType="afterEffect">
                                  <p:stCondLst>
                                    <p:cond delay="0"/>
                                  </p:stCondLst>
                                  <p:childTnLst>
                                    <p:set>
                                      <p:cBhvr>
                                        <p:cTn id="95" dur="1" fill="hold">
                                          <p:stCondLst>
                                            <p:cond delay="0"/>
                                          </p:stCondLst>
                                        </p:cTn>
                                        <p:tgtEl>
                                          <p:spTgt spid="31"/>
                                        </p:tgtEl>
                                        <p:attrNameLst>
                                          <p:attrName>style.visibility</p:attrName>
                                        </p:attrNameLst>
                                      </p:cBhvr>
                                      <p:to>
                                        <p:strVal val="visible"/>
                                      </p:to>
                                    </p:set>
                                    <p:animEffect transition="in" filter="wipe(left)">
                                      <p:cBhvr>
                                        <p:cTn id="96" dur="500"/>
                                        <p:tgtEl>
                                          <p:spTgt spid="31"/>
                                        </p:tgtEl>
                                      </p:cBhvr>
                                    </p:animEffect>
                                  </p:childTnLst>
                                </p:cTn>
                              </p:par>
                              <p:par>
                                <p:cTn id="97" presetID="16" presetClass="entr" presetSubtype="21" fill="hold" nodeType="withEffect">
                                  <p:stCondLst>
                                    <p:cond delay="0"/>
                                  </p:stCondLst>
                                  <p:childTnLst>
                                    <p:set>
                                      <p:cBhvr>
                                        <p:cTn id="98" dur="1" fill="hold">
                                          <p:stCondLst>
                                            <p:cond delay="0"/>
                                          </p:stCondLst>
                                        </p:cTn>
                                        <p:tgtEl>
                                          <p:spTgt spid="34"/>
                                        </p:tgtEl>
                                        <p:attrNameLst>
                                          <p:attrName>style.visibility</p:attrName>
                                        </p:attrNameLst>
                                      </p:cBhvr>
                                      <p:to>
                                        <p:strVal val="visible"/>
                                      </p:to>
                                    </p:set>
                                    <p:animEffect transition="in" filter="barn(inVertical)">
                                      <p:cBhvr>
                                        <p:cTn id="99" dur="500"/>
                                        <p:tgtEl>
                                          <p:spTgt spid="34"/>
                                        </p:tgtEl>
                                      </p:cBhvr>
                                    </p:animEffect>
                                  </p:childTnLst>
                                </p:cTn>
                              </p:par>
                            </p:childTnLst>
                          </p:cTn>
                        </p:par>
                        <p:par>
                          <p:cTn id="100" fill="hold">
                            <p:stCondLst>
                              <p:cond delay="6500"/>
                            </p:stCondLst>
                            <p:childTnLst>
                              <p:par>
                                <p:cTn id="101" presetID="22" presetClass="entr" presetSubtype="8" fill="hold" nodeType="afterEffect">
                                  <p:stCondLst>
                                    <p:cond delay="0"/>
                                  </p:stCondLst>
                                  <p:childTnLst>
                                    <p:set>
                                      <p:cBhvr>
                                        <p:cTn id="102" dur="1" fill="hold">
                                          <p:stCondLst>
                                            <p:cond delay="0"/>
                                          </p:stCondLst>
                                        </p:cTn>
                                        <p:tgtEl>
                                          <p:spTgt spid="35"/>
                                        </p:tgtEl>
                                        <p:attrNameLst>
                                          <p:attrName>style.visibility</p:attrName>
                                        </p:attrNameLst>
                                      </p:cBhvr>
                                      <p:to>
                                        <p:strVal val="visible"/>
                                      </p:to>
                                    </p:set>
                                    <p:animEffect transition="in" filter="wipe(left)">
                                      <p:cBhvr>
                                        <p:cTn id="103" dur="500"/>
                                        <p:tgtEl>
                                          <p:spTgt spid="35"/>
                                        </p:tgtEl>
                                      </p:cBhvr>
                                    </p:animEffect>
                                  </p:childTnLst>
                                </p:cTn>
                              </p:par>
                              <p:par>
                                <p:cTn id="104" presetID="22" presetClass="entr" presetSubtype="8" fill="hold" nodeType="withEffect">
                                  <p:stCondLst>
                                    <p:cond delay="0"/>
                                  </p:stCondLst>
                                  <p:childTnLst>
                                    <p:set>
                                      <p:cBhvr>
                                        <p:cTn id="105" dur="1" fill="hold">
                                          <p:stCondLst>
                                            <p:cond delay="0"/>
                                          </p:stCondLst>
                                        </p:cTn>
                                        <p:tgtEl>
                                          <p:spTgt spid="39"/>
                                        </p:tgtEl>
                                        <p:attrNameLst>
                                          <p:attrName>style.visibility</p:attrName>
                                        </p:attrNameLst>
                                      </p:cBhvr>
                                      <p:to>
                                        <p:strVal val="visible"/>
                                      </p:to>
                                    </p:set>
                                    <p:animEffect transition="in" filter="wipe(left)">
                                      <p:cBhvr>
                                        <p:cTn id="106" dur="500"/>
                                        <p:tgtEl>
                                          <p:spTgt spid="39"/>
                                        </p:tgtEl>
                                      </p:cBhvr>
                                    </p:animEffect>
                                  </p:childTnLst>
                                </p:cTn>
                              </p:par>
                              <p:par>
                                <p:cTn id="107" presetID="22" presetClass="entr" presetSubtype="8" fill="hold" nodeType="withEffect">
                                  <p:stCondLst>
                                    <p:cond delay="0"/>
                                  </p:stCondLst>
                                  <p:childTnLst>
                                    <p:set>
                                      <p:cBhvr>
                                        <p:cTn id="108" dur="1" fill="hold">
                                          <p:stCondLst>
                                            <p:cond delay="0"/>
                                          </p:stCondLst>
                                        </p:cTn>
                                        <p:tgtEl>
                                          <p:spTgt spid="38"/>
                                        </p:tgtEl>
                                        <p:attrNameLst>
                                          <p:attrName>style.visibility</p:attrName>
                                        </p:attrNameLst>
                                      </p:cBhvr>
                                      <p:to>
                                        <p:strVal val="visible"/>
                                      </p:to>
                                    </p:set>
                                    <p:animEffect transition="in" filter="wipe(left)">
                                      <p:cBhvr>
                                        <p:cTn id="109" dur="500"/>
                                        <p:tgtEl>
                                          <p:spTgt spid="38"/>
                                        </p:tgtEl>
                                      </p:cBhvr>
                                    </p:animEffect>
                                  </p:childTnLst>
                                </p:cTn>
                              </p:par>
                            </p:childTnLst>
                          </p:cTn>
                        </p:par>
                        <p:par>
                          <p:cTn id="110" fill="hold">
                            <p:stCondLst>
                              <p:cond delay="7000"/>
                            </p:stCondLst>
                            <p:childTnLst>
                              <p:par>
                                <p:cTn id="111" presetID="53" presetClass="entr" presetSubtype="16" fill="hold" grpId="0" nodeType="afterEffect">
                                  <p:stCondLst>
                                    <p:cond delay="0"/>
                                  </p:stCondLst>
                                  <p:childTnLst>
                                    <p:set>
                                      <p:cBhvr>
                                        <p:cTn id="112" dur="1" fill="hold">
                                          <p:stCondLst>
                                            <p:cond delay="0"/>
                                          </p:stCondLst>
                                        </p:cTn>
                                        <p:tgtEl>
                                          <p:spTgt spid="32"/>
                                        </p:tgtEl>
                                        <p:attrNameLst>
                                          <p:attrName>style.visibility</p:attrName>
                                        </p:attrNameLst>
                                      </p:cBhvr>
                                      <p:to>
                                        <p:strVal val="visible"/>
                                      </p:to>
                                    </p:set>
                                    <p:anim calcmode="lin" valueType="num">
                                      <p:cBhvr>
                                        <p:cTn id="113" dur="500" fill="hold"/>
                                        <p:tgtEl>
                                          <p:spTgt spid="32"/>
                                        </p:tgtEl>
                                        <p:attrNameLst>
                                          <p:attrName>ppt_w</p:attrName>
                                        </p:attrNameLst>
                                      </p:cBhvr>
                                      <p:tavLst>
                                        <p:tav tm="0">
                                          <p:val>
                                            <p:fltVal val="0"/>
                                          </p:val>
                                        </p:tav>
                                        <p:tav tm="100000">
                                          <p:val>
                                            <p:strVal val="#ppt_w"/>
                                          </p:val>
                                        </p:tav>
                                      </p:tavLst>
                                    </p:anim>
                                    <p:anim calcmode="lin" valueType="num">
                                      <p:cBhvr>
                                        <p:cTn id="114" dur="500" fill="hold"/>
                                        <p:tgtEl>
                                          <p:spTgt spid="32"/>
                                        </p:tgtEl>
                                        <p:attrNameLst>
                                          <p:attrName>ppt_h</p:attrName>
                                        </p:attrNameLst>
                                      </p:cBhvr>
                                      <p:tavLst>
                                        <p:tav tm="0">
                                          <p:val>
                                            <p:fltVal val="0"/>
                                          </p:val>
                                        </p:tav>
                                        <p:tav tm="100000">
                                          <p:val>
                                            <p:strVal val="#ppt_h"/>
                                          </p:val>
                                        </p:tav>
                                      </p:tavLst>
                                    </p:anim>
                                    <p:animEffect transition="in" filter="fade">
                                      <p:cBhvr>
                                        <p:cTn id="115" dur="500"/>
                                        <p:tgtEl>
                                          <p:spTgt spid="32"/>
                                        </p:tgtEl>
                                      </p:cBhvr>
                                    </p:animEffect>
                                  </p:childTnLst>
                                </p:cTn>
                              </p:par>
                            </p:childTnLst>
                          </p:cTn>
                        </p:par>
                        <p:par>
                          <p:cTn id="116" fill="hold">
                            <p:stCondLst>
                              <p:cond delay="7500"/>
                            </p:stCondLst>
                            <p:childTnLst>
                              <p:par>
                                <p:cTn id="117" presetID="10" presetClass="entr" presetSubtype="0" fill="hold" grpId="0" nodeType="afterEffect">
                                  <p:stCondLst>
                                    <p:cond delay="0"/>
                                  </p:stCondLst>
                                  <p:childTnLst>
                                    <p:set>
                                      <p:cBhvr>
                                        <p:cTn id="118" dur="1" fill="hold">
                                          <p:stCondLst>
                                            <p:cond delay="0"/>
                                          </p:stCondLst>
                                        </p:cTn>
                                        <p:tgtEl>
                                          <p:spTgt spid="54"/>
                                        </p:tgtEl>
                                        <p:attrNameLst>
                                          <p:attrName>style.visibility</p:attrName>
                                        </p:attrNameLst>
                                      </p:cBhvr>
                                      <p:to>
                                        <p:strVal val="visible"/>
                                      </p:to>
                                    </p:set>
                                    <p:animEffect transition="in" filter="fade">
                                      <p:cBhvr>
                                        <p:cTn id="119" dur="500"/>
                                        <p:tgtEl>
                                          <p:spTgt spid="54"/>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70">
                                            <p:txEl>
                                              <p:pRg st="0" end="0"/>
                                            </p:txEl>
                                          </p:spTgt>
                                        </p:tgtEl>
                                        <p:attrNameLst>
                                          <p:attrName>style.visibility</p:attrName>
                                        </p:attrNameLst>
                                      </p:cBhvr>
                                      <p:to>
                                        <p:strVal val="visible"/>
                                      </p:to>
                                    </p:set>
                                    <p:animEffect transition="in" filter="fade">
                                      <p:cBhvr>
                                        <p:cTn id="122" dur="500"/>
                                        <p:tgtEl>
                                          <p:spTgt spid="70">
                                            <p:txEl>
                                              <p:pRg st="0" end="0"/>
                                            </p:txEl>
                                          </p:spTgt>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62">
                                            <p:txEl>
                                              <p:pRg st="0" end="0"/>
                                            </p:txEl>
                                          </p:spTgt>
                                        </p:tgtEl>
                                        <p:attrNameLst>
                                          <p:attrName>style.visibility</p:attrName>
                                        </p:attrNameLst>
                                      </p:cBhvr>
                                      <p:to>
                                        <p:strVal val="visible"/>
                                      </p:to>
                                    </p:set>
                                    <p:animEffect transition="in" filter="fade">
                                      <p:cBhvr>
                                        <p:cTn id="125" dur="500"/>
                                        <p:tgtEl>
                                          <p:spTgt spid="62">
                                            <p:txEl>
                                              <p:pRg st="0" end="0"/>
                                            </p:txEl>
                                          </p:spTgt>
                                        </p:tgtEl>
                                      </p:cBhvr>
                                    </p:animEffect>
                                  </p:childTnLst>
                                </p:cTn>
                              </p:par>
                            </p:childTnLst>
                          </p:cTn>
                        </p:par>
                        <p:par>
                          <p:cTn id="126" fill="hold">
                            <p:stCondLst>
                              <p:cond delay="8000"/>
                            </p:stCondLst>
                            <p:childTnLst>
                              <p:par>
                                <p:cTn id="127" presetID="53" presetClass="entr" presetSubtype="16" fill="hold" grpId="0" nodeType="afterEffect">
                                  <p:stCondLst>
                                    <p:cond delay="0"/>
                                  </p:stCondLst>
                                  <p:childTnLst>
                                    <p:set>
                                      <p:cBhvr>
                                        <p:cTn id="128" dur="1" fill="hold">
                                          <p:stCondLst>
                                            <p:cond delay="0"/>
                                          </p:stCondLst>
                                        </p:cTn>
                                        <p:tgtEl>
                                          <p:spTgt spid="40"/>
                                        </p:tgtEl>
                                        <p:attrNameLst>
                                          <p:attrName>style.visibility</p:attrName>
                                        </p:attrNameLst>
                                      </p:cBhvr>
                                      <p:to>
                                        <p:strVal val="visible"/>
                                      </p:to>
                                    </p:set>
                                    <p:anim calcmode="lin" valueType="num">
                                      <p:cBhvr>
                                        <p:cTn id="129" dur="500" fill="hold"/>
                                        <p:tgtEl>
                                          <p:spTgt spid="40"/>
                                        </p:tgtEl>
                                        <p:attrNameLst>
                                          <p:attrName>ppt_w</p:attrName>
                                        </p:attrNameLst>
                                      </p:cBhvr>
                                      <p:tavLst>
                                        <p:tav tm="0">
                                          <p:val>
                                            <p:fltVal val="0"/>
                                          </p:val>
                                        </p:tav>
                                        <p:tav tm="100000">
                                          <p:val>
                                            <p:strVal val="#ppt_w"/>
                                          </p:val>
                                        </p:tav>
                                      </p:tavLst>
                                    </p:anim>
                                    <p:anim calcmode="lin" valueType="num">
                                      <p:cBhvr>
                                        <p:cTn id="130" dur="500" fill="hold"/>
                                        <p:tgtEl>
                                          <p:spTgt spid="40"/>
                                        </p:tgtEl>
                                        <p:attrNameLst>
                                          <p:attrName>ppt_h</p:attrName>
                                        </p:attrNameLst>
                                      </p:cBhvr>
                                      <p:tavLst>
                                        <p:tav tm="0">
                                          <p:val>
                                            <p:fltVal val="0"/>
                                          </p:val>
                                        </p:tav>
                                        <p:tav tm="100000">
                                          <p:val>
                                            <p:strVal val="#ppt_h"/>
                                          </p:val>
                                        </p:tav>
                                      </p:tavLst>
                                    </p:anim>
                                    <p:animEffect transition="in" filter="fade">
                                      <p:cBhvr>
                                        <p:cTn id="131" dur="500"/>
                                        <p:tgtEl>
                                          <p:spTgt spid="40"/>
                                        </p:tgtEl>
                                      </p:cBhvr>
                                    </p:animEffect>
                                  </p:childTnLst>
                                </p:cTn>
                              </p:par>
                            </p:childTnLst>
                          </p:cTn>
                        </p:par>
                        <p:par>
                          <p:cTn id="132" fill="hold">
                            <p:stCondLst>
                              <p:cond delay="8500"/>
                            </p:stCondLst>
                            <p:childTnLst>
                              <p:par>
                                <p:cTn id="133" presetID="10" presetClass="entr" presetSubtype="0" fill="hold" grpId="0" nodeType="afterEffect">
                                  <p:stCondLst>
                                    <p:cond delay="0"/>
                                  </p:stCondLst>
                                  <p:childTnLst>
                                    <p:set>
                                      <p:cBhvr>
                                        <p:cTn id="134" dur="1" fill="hold">
                                          <p:stCondLst>
                                            <p:cond delay="0"/>
                                          </p:stCondLst>
                                        </p:cTn>
                                        <p:tgtEl>
                                          <p:spTgt spid="55"/>
                                        </p:tgtEl>
                                        <p:attrNameLst>
                                          <p:attrName>style.visibility</p:attrName>
                                        </p:attrNameLst>
                                      </p:cBhvr>
                                      <p:to>
                                        <p:strVal val="visible"/>
                                      </p:to>
                                    </p:set>
                                    <p:animEffect transition="in" filter="fade">
                                      <p:cBhvr>
                                        <p:cTn id="135" dur="500"/>
                                        <p:tgtEl>
                                          <p:spTgt spid="55"/>
                                        </p:tgtEl>
                                      </p:cBhvr>
                                    </p:animEffect>
                                  </p:childTnLst>
                                </p:cTn>
                              </p:par>
                              <p:par>
                                <p:cTn id="136" presetID="10" presetClass="entr" presetSubtype="0" fill="hold" grpId="0" nodeType="withEffect">
                                  <p:stCondLst>
                                    <p:cond delay="0"/>
                                  </p:stCondLst>
                                  <p:childTnLst>
                                    <p:set>
                                      <p:cBhvr>
                                        <p:cTn id="137" dur="1" fill="hold">
                                          <p:stCondLst>
                                            <p:cond delay="0"/>
                                          </p:stCondLst>
                                        </p:cTn>
                                        <p:tgtEl>
                                          <p:spTgt spid="71">
                                            <p:txEl>
                                              <p:pRg st="0" end="0"/>
                                            </p:txEl>
                                          </p:spTgt>
                                        </p:tgtEl>
                                        <p:attrNameLst>
                                          <p:attrName>style.visibility</p:attrName>
                                        </p:attrNameLst>
                                      </p:cBhvr>
                                      <p:to>
                                        <p:strVal val="visible"/>
                                      </p:to>
                                    </p:set>
                                    <p:animEffect transition="in" filter="fade">
                                      <p:cBhvr>
                                        <p:cTn id="138" dur="500"/>
                                        <p:tgtEl>
                                          <p:spTgt spid="71">
                                            <p:txEl>
                                              <p:pRg st="0" end="0"/>
                                            </p:txEl>
                                          </p:spTgt>
                                        </p:tgtEl>
                                      </p:cBhvr>
                                    </p:animEffect>
                                  </p:childTnLst>
                                </p:cTn>
                              </p:par>
                              <p:par>
                                <p:cTn id="139" presetID="10" presetClass="entr" presetSubtype="0" fill="hold" grpId="0" nodeType="withEffect">
                                  <p:stCondLst>
                                    <p:cond delay="0"/>
                                  </p:stCondLst>
                                  <p:childTnLst>
                                    <p:set>
                                      <p:cBhvr>
                                        <p:cTn id="140" dur="1" fill="hold">
                                          <p:stCondLst>
                                            <p:cond delay="0"/>
                                          </p:stCondLst>
                                        </p:cTn>
                                        <p:tgtEl>
                                          <p:spTgt spid="63">
                                            <p:txEl>
                                              <p:pRg st="0" end="0"/>
                                            </p:txEl>
                                          </p:spTgt>
                                        </p:tgtEl>
                                        <p:attrNameLst>
                                          <p:attrName>style.visibility</p:attrName>
                                        </p:attrNameLst>
                                      </p:cBhvr>
                                      <p:to>
                                        <p:strVal val="visible"/>
                                      </p:to>
                                    </p:set>
                                    <p:animEffect transition="in" filter="fade">
                                      <p:cBhvr>
                                        <p:cTn id="141" dur="500"/>
                                        <p:tgtEl>
                                          <p:spTgt spid="63">
                                            <p:txEl>
                                              <p:pRg st="0" end="0"/>
                                            </p:txEl>
                                          </p:spTgt>
                                        </p:tgtEl>
                                      </p:cBhvr>
                                    </p:animEffect>
                                  </p:childTnLst>
                                </p:cTn>
                              </p:par>
                            </p:childTnLst>
                          </p:cTn>
                        </p:par>
                        <p:par>
                          <p:cTn id="142" fill="hold">
                            <p:stCondLst>
                              <p:cond delay="9000"/>
                            </p:stCondLst>
                            <p:childTnLst>
                              <p:par>
                                <p:cTn id="143" presetID="53" presetClass="entr" presetSubtype="16" fill="hold" grpId="0" nodeType="afterEffect">
                                  <p:stCondLst>
                                    <p:cond delay="0"/>
                                  </p:stCondLst>
                                  <p:childTnLst>
                                    <p:set>
                                      <p:cBhvr>
                                        <p:cTn id="144" dur="1" fill="hold">
                                          <p:stCondLst>
                                            <p:cond delay="0"/>
                                          </p:stCondLst>
                                        </p:cTn>
                                        <p:tgtEl>
                                          <p:spTgt spid="36"/>
                                        </p:tgtEl>
                                        <p:attrNameLst>
                                          <p:attrName>style.visibility</p:attrName>
                                        </p:attrNameLst>
                                      </p:cBhvr>
                                      <p:to>
                                        <p:strVal val="visible"/>
                                      </p:to>
                                    </p:set>
                                    <p:anim calcmode="lin" valueType="num">
                                      <p:cBhvr>
                                        <p:cTn id="145" dur="500" fill="hold"/>
                                        <p:tgtEl>
                                          <p:spTgt spid="36"/>
                                        </p:tgtEl>
                                        <p:attrNameLst>
                                          <p:attrName>ppt_w</p:attrName>
                                        </p:attrNameLst>
                                      </p:cBhvr>
                                      <p:tavLst>
                                        <p:tav tm="0">
                                          <p:val>
                                            <p:fltVal val="0"/>
                                          </p:val>
                                        </p:tav>
                                        <p:tav tm="100000">
                                          <p:val>
                                            <p:strVal val="#ppt_w"/>
                                          </p:val>
                                        </p:tav>
                                      </p:tavLst>
                                    </p:anim>
                                    <p:anim calcmode="lin" valueType="num">
                                      <p:cBhvr>
                                        <p:cTn id="146" dur="500" fill="hold"/>
                                        <p:tgtEl>
                                          <p:spTgt spid="36"/>
                                        </p:tgtEl>
                                        <p:attrNameLst>
                                          <p:attrName>ppt_h</p:attrName>
                                        </p:attrNameLst>
                                      </p:cBhvr>
                                      <p:tavLst>
                                        <p:tav tm="0">
                                          <p:val>
                                            <p:fltVal val="0"/>
                                          </p:val>
                                        </p:tav>
                                        <p:tav tm="100000">
                                          <p:val>
                                            <p:strVal val="#ppt_h"/>
                                          </p:val>
                                        </p:tav>
                                      </p:tavLst>
                                    </p:anim>
                                    <p:animEffect transition="in" filter="fade">
                                      <p:cBhvr>
                                        <p:cTn id="147" dur="500"/>
                                        <p:tgtEl>
                                          <p:spTgt spid="36"/>
                                        </p:tgtEl>
                                      </p:cBhvr>
                                    </p:animEffect>
                                  </p:childTnLst>
                                </p:cTn>
                              </p:par>
                            </p:childTnLst>
                          </p:cTn>
                        </p:par>
                        <p:par>
                          <p:cTn id="148" fill="hold">
                            <p:stCondLst>
                              <p:cond delay="9500"/>
                            </p:stCondLst>
                            <p:childTnLst>
                              <p:par>
                                <p:cTn id="149" presetID="10" presetClass="entr" presetSubtype="0" fill="hold" grpId="0" nodeType="afterEffect">
                                  <p:stCondLst>
                                    <p:cond delay="0"/>
                                  </p:stCondLst>
                                  <p:childTnLst>
                                    <p:set>
                                      <p:cBhvr>
                                        <p:cTn id="150" dur="1" fill="hold">
                                          <p:stCondLst>
                                            <p:cond delay="0"/>
                                          </p:stCondLst>
                                        </p:cTn>
                                        <p:tgtEl>
                                          <p:spTgt spid="56"/>
                                        </p:tgtEl>
                                        <p:attrNameLst>
                                          <p:attrName>style.visibility</p:attrName>
                                        </p:attrNameLst>
                                      </p:cBhvr>
                                      <p:to>
                                        <p:strVal val="visible"/>
                                      </p:to>
                                    </p:set>
                                    <p:animEffect transition="in" filter="fade">
                                      <p:cBhvr>
                                        <p:cTn id="151" dur="500"/>
                                        <p:tgtEl>
                                          <p:spTgt spid="56"/>
                                        </p:tgtEl>
                                      </p:cBhvr>
                                    </p:animEffect>
                                  </p:childTnLst>
                                </p:cTn>
                              </p:par>
                              <p:par>
                                <p:cTn id="152" presetID="10" presetClass="entr" presetSubtype="0" fill="hold" grpId="0" nodeType="withEffect">
                                  <p:stCondLst>
                                    <p:cond delay="0"/>
                                  </p:stCondLst>
                                  <p:childTnLst>
                                    <p:set>
                                      <p:cBhvr>
                                        <p:cTn id="153" dur="1" fill="hold">
                                          <p:stCondLst>
                                            <p:cond delay="0"/>
                                          </p:stCondLst>
                                        </p:cTn>
                                        <p:tgtEl>
                                          <p:spTgt spid="72">
                                            <p:txEl>
                                              <p:pRg st="0" end="0"/>
                                            </p:txEl>
                                          </p:spTgt>
                                        </p:tgtEl>
                                        <p:attrNameLst>
                                          <p:attrName>style.visibility</p:attrName>
                                        </p:attrNameLst>
                                      </p:cBhvr>
                                      <p:to>
                                        <p:strVal val="visible"/>
                                      </p:to>
                                    </p:set>
                                    <p:animEffect transition="in" filter="fade">
                                      <p:cBhvr>
                                        <p:cTn id="154" dur="500"/>
                                        <p:tgtEl>
                                          <p:spTgt spid="72">
                                            <p:txEl>
                                              <p:pRg st="0" end="0"/>
                                            </p:txEl>
                                          </p:spTgt>
                                        </p:tgtEl>
                                      </p:cBhvr>
                                    </p:animEffect>
                                  </p:childTnLst>
                                </p:cTn>
                              </p:par>
                              <p:par>
                                <p:cTn id="155" presetID="10" presetClass="entr" presetSubtype="0" fill="hold" grpId="0" nodeType="withEffect">
                                  <p:stCondLst>
                                    <p:cond delay="0"/>
                                  </p:stCondLst>
                                  <p:childTnLst>
                                    <p:set>
                                      <p:cBhvr>
                                        <p:cTn id="156" dur="1" fill="hold">
                                          <p:stCondLst>
                                            <p:cond delay="0"/>
                                          </p:stCondLst>
                                        </p:cTn>
                                        <p:tgtEl>
                                          <p:spTgt spid="64">
                                            <p:txEl>
                                              <p:pRg st="0" end="0"/>
                                            </p:txEl>
                                          </p:spTgt>
                                        </p:tgtEl>
                                        <p:attrNameLst>
                                          <p:attrName>style.visibility</p:attrName>
                                        </p:attrNameLst>
                                      </p:cBhvr>
                                      <p:to>
                                        <p:strVal val="visible"/>
                                      </p:to>
                                    </p:set>
                                    <p:animEffect transition="in" filter="fade">
                                      <p:cBhvr>
                                        <p:cTn id="157"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0" grpId="0" animBg="1"/>
      <p:bldP spid="15" grpId="0" animBg="1"/>
      <p:bldP spid="25" grpId="0" animBg="1"/>
      <p:bldP spid="27" grpId="0" animBg="1"/>
      <p:bldP spid="32" grpId="0" animBg="1"/>
      <p:bldP spid="36" grpId="0" animBg="1"/>
      <p:bldP spid="40" grpId="0" animBg="1"/>
      <p:bldP spid="44" grpId="0" animBg="1"/>
      <p:bldP spid="51" grpId="0" animBg="1"/>
      <p:bldP spid="52" grpId="0" animBg="1"/>
      <p:bldP spid="53" grpId="0" animBg="1"/>
      <p:bldP spid="54" grpId="0" animBg="1"/>
      <p:bldP spid="55" grpId="0" animBg="1"/>
      <p:bldP spid="56" grpId="0" animBg="1"/>
      <p:bldP spid="57" grpId="0" build="p">
        <p:tmplLst>
          <p:tmpl lvl="1">
            <p:tnLst>
              <p:par>
                <p:cTn presetID="10" presetClass="entr" presetSubtype="0" fill="hold" nodeType="with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build="p">
        <p:tmplLst>
          <p:tmpl lvl="1">
            <p:tnLst>
              <p:par>
                <p:cTn presetID="10"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build="p">
        <p:tmplLst>
          <p:tmpl lvl="1">
            <p:tnLst>
              <p:par>
                <p:cTn presetID="10" presetClass="entr" presetSubtype="0"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build="p">
        <p:tmplLst>
          <p:tmpl lvl="1">
            <p:tnLst>
              <p:par>
                <p:cTn presetID="10" presetClass="entr" presetSubtype="0" fill="hold" nodeType="with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build="p">
        <p:tmplLst>
          <p:tmpl lvl="1">
            <p:tnLst>
              <p:par>
                <p:cTn presetID="10" presetClass="entr" presetSubtype="0" fill="hold" nodeType="with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build="p">
        <p:tmplLst>
          <p:tmpl lvl="1">
            <p:tnLst>
              <p:par>
                <p:cTn presetID="10" presetClass="entr" presetSubtype="0" fill="hold" nodeType="with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fade">
                      <p:cBhvr>
                        <p:cTn dur="500"/>
                        <p:tgtEl>
                          <p:spTgt spid="62"/>
                        </p:tgtEl>
                      </p:cBhvr>
                    </p:animEffect>
                  </p:childTnLst>
                </p:cTn>
              </p:par>
            </p:tnLst>
          </p:tmpl>
        </p:tmplLst>
      </p:bldP>
      <p:bldP spid="63" grpId="0" build="p">
        <p:tmplLst>
          <p:tmpl lvl="1">
            <p:tnLst>
              <p:par>
                <p:cTn presetID="10" presetClass="entr" presetSubtype="0" fill="hold" nodeType="with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build="p">
        <p:tmplLst>
          <p:tmpl lvl="1">
            <p:tnLst>
              <p:par>
                <p:cTn presetID="10" presetClass="entr" presetSubtype="0" fill="hold" nodeType="with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10"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8" grpId="0" build="p">
        <p:tmplLst>
          <p:tmpl lvl="1">
            <p:tnLst>
              <p:par>
                <p:cTn presetID="10" presetClass="entr" presetSubtype="0" fill="hold" nodeType="with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fade">
                      <p:cBhvr>
                        <p:cTn dur="500"/>
                        <p:tgtEl>
                          <p:spTgt spid="68"/>
                        </p:tgtEl>
                      </p:cBhvr>
                    </p:animEffect>
                  </p:childTnLst>
                </p:cTn>
              </p:par>
            </p:tnLst>
          </p:tmpl>
        </p:tmplLst>
      </p:bldP>
      <p:bldP spid="69" grpId="0" build="p">
        <p:tmplLst>
          <p:tmpl lvl="1">
            <p:tnLst>
              <p:par>
                <p:cTn presetID="10" presetClass="entr" presetSubtype="0" fill="hold" nodeType="with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fade">
                      <p:cBhvr>
                        <p:cTn dur="500"/>
                        <p:tgtEl>
                          <p:spTgt spid="69"/>
                        </p:tgtEl>
                      </p:cBhvr>
                    </p:animEffect>
                  </p:childTnLst>
                </p:cTn>
              </p:par>
            </p:tnLst>
          </p:tmpl>
        </p:tmplLst>
      </p:bldP>
      <p:bldP spid="70" grpId="0" build="p">
        <p:tmplLst>
          <p:tmpl lvl="1">
            <p:tnLst>
              <p:par>
                <p:cTn presetID="10" presetClass="entr" presetSubtype="0" fill="hold" nodeType="withEffect">
                  <p:stCondLst>
                    <p:cond delay="0"/>
                  </p:stCondLst>
                  <p:childTnLst>
                    <p:set>
                      <p:cBhvr>
                        <p:cTn dur="1" fill="hold">
                          <p:stCondLst>
                            <p:cond delay="0"/>
                          </p:stCondLst>
                        </p:cTn>
                        <p:tgtEl>
                          <p:spTgt spid="70"/>
                        </p:tgtEl>
                        <p:attrNameLst>
                          <p:attrName>style.visibility</p:attrName>
                        </p:attrNameLst>
                      </p:cBhvr>
                      <p:to>
                        <p:strVal val="visible"/>
                      </p:to>
                    </p:set>
                    <p:animEffect transition="in" filter="fade">
                      <p:cBhvr>
                        <p:cTn dur="500"/>
                        <p:tgtEl>
                          <p:spTgt spid="70"/>
                        </p:tgtEl>
                      </p:cBhvr>
                    </p:animEffect>
                  </p:childTnLst>
                </p:cTn>
              </p:par>
            </p:tnLst>
          </p:tmpl>
        </p:tmplLst>
      </p:bldP>
      <p:bldP spid="71" grpId="0" build="p">
        <p:tmplLst>
          <p:tmpl lvl="1">
            <p:tnLst>
              <p:par>
                <p:cTn presetID="10" presetClass="entr" presetSubtype="0" fill="hold" nodeType="withEffect">
                  <p:stCondLst>
                    <p:cond delay="0"/>
                  </p:stCondLst>
                  <p:childTnLst>
                    <p:set>
                      <p:cBhvr>
                        <p:cTn dur="1" fill="hold">
                          <p:stCondLst>
                            <p:cond delay="0"/>
                          </p:stCondLst>
                        </p:cTn>
                        <p:tgtEl>
                          <p:spTgt spid="71"/>
                        </p:tgtEl>
                        <p:attrNameLst>
                          <p:attrName>style.visibility</p:attrName>
                        </p:attrNameLst>
                      </p:cBhvr>
                      <p:to>
                        <p:strVal val="visible"/>
                      </p:to>
                    </p:set>
                    <p:animEffect transition="in" filter="fade">
                      <p:cBhvr>
                        <p:cTn dur="500"/>
                        <p:tgtEl>
                          <p:spTgt spid="71"/>
                        </p:tgtEl>
                      </p:cBhvr>
                    </p:animEffect>
                  </p:childTnLst>
                </p:cTn>
              </p:par>
            </p:tnLst>
          </p:tmpl>
        </p:tmplLst>
      </p:bldP>
      <p:bldP spid="72" grpId="0" build="p">
        <p:tmplLst>
          <p:tmpl lvl="1">
            <p:tnLst>
              <p:par>
                <p:cTn presetID="10" presetClass="entr" presetSubtype="0" fill="hold" nodeType="with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fade">
                      <p:cBhvr>
                        <p:cTn dur="500"/>
                        <p:tgtEl>
                          <p:spTgt spid="72"/>
                        </p:tgtEl>
                      </p:cBhvr>
                    </p:animEffect>
                  </p:childTnLst>
                </p:cTn>
              </p:par>
            </p:tnLst>
          </p:tmpl>
        </p:tmplLst>
      </p:bldP>
    </p:bldLst>
  </p:timing>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46A4E2F6-E94E-D042-A278-653D3E92ED5A}"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Rounded Rectangle 7"/>
          <p:cNvSpPr/>
          <p:nvPr userDrawn="1"/>
        </p:nvSpPr>
        <p:spPr>
          <a:xfrm>
            <a:off x="838199" y="5261841"/>
            <a:ext cx="2105891" cy="60353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1" name="Picture Placeholder 10"/>
          <p:cNvSpPr>
            <a:spLocks noGrp="1"/>
          </p:cNvSpPr>
          <p:nvPr>
            <p:ph type="pic" sz="quarter" idx="13"/>
          </p:nvPr>
        </p:nvSpPr>
        <p:spPr>
          <a:xfrm>
            <a:off x="838200" y="1995054"/>
            <a:ext cx="2105891" cy="3158837"/>
          </a:xfrm>
          <a:custGeom>
            <a:avLst/>
            <a:gdLst>
              <a:gd name="connsiteX0" fmla="*/ 226299 w 2105891"/>
              <a:gd name="connsiteY0" fmla="*/ 0 h 3158837"/>
              <a:gd name="connsiteX1" fmla="*/ 1879592 w 2105891"/>
              <a:gd name="connsiteY1" fmla="*/ 0 h 3158837"/>
              <a:gd name="connsiteX2" fmla="*/ 2105891 w 2105891"/>
              <a:gd name="connsiteY2" fmla="*/ 226299 h 3158837"/>
              <a:gd name="connsiteX3" fmla="*/ 2105891 w 2105891"/>
              <a:gd name="connsiteY3" fmla="*/ 2932538 h 3158837"/>
              <a:gd name="connsiteX4" fmla="*/ 1879592 w 2105891"/>
              <a:gd name="connsiteY4" fmla="*/ 3158837 h 3158837"/>
              <a:gd name="connsiteX5" fmla="*/ 226299 w 2105891"/>
              <a:gd name="connsiteY5" fmla="*/ 3158837 h 3158837"/>
              <a:gd name="connsiteX6" fmla="*/ 0 w 2105891"/>
              <a:gd name="connsiteY6" fmla="*/ 2932538 h 3158837"/>
              <a:gd name="connsiteX7" fmla="*/ 0 w 2105891"/>
              <a:gd name="connsiteY7" fmla="*/ 226299 h 3158837"/>
              <a:gd name="connsiteX8" fmla="*/ 226299 w 2105891"/>
              <a:gd name="connsiteY8" fmla="*/ 0 h 315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5891" h="3158837">
                <a:moveTo>
                  <a:pt x="226299" y="0"/>
                </a:moveTo>
                <a:lnTo>
                  <a:pt x="1879592" y="0"/>
                </a:lnTo>
                <a:cubicBezTo>
                  <a:pt x="2004573" y="0"/>
                  <a:pt x="2105891" y="101318"/>
                  <a:pt x="2105891" y="226299"/>
                </a:cubicBezTo>
                <a:lnTo>
                  <a:pt x="2105891" y="2932538"/>
                </a:lnTo>
                <a:cubicBezTo>
                  <a:pt x="2105891" y="3057519"/>
                  <a:pt x="2004573" y="3158837"/>
                  <a:pt x="1879592" y="3158837"/>
                </a:cubicBezTo>
                <a:lnTo>
                  <a:pt x="226299" y="3158837"/>
                </a:lnTo>
                <a:cubicBezTo>
                  <a:pt x="101318" y="3158837"/>
                  <a:pt x="0" y="3057519"/>
                  <a:pt x="0" y="2932538"/>
                </a:cubicBezTo>
                <a:lnTo>
                  <a:pt x="0" y="226299"/>
                </a:lnTo>
                <a:cubicBezTo>
                  <a:pt x="0" y="101318"/>
                  <a:pt x="101318" y="0"/>
                  <a:pt x="226299" y="0"/>
                </a:cubicBezTo>
                <a:close/>
              </a:path>
            </a:pathLst>
          </a:custGeom>
          <a:solidFill>
            <a:schemeClr val="bg1">
              <a:lumMod val="95000"/>
            </a:schemeClr>
          </a:solidFill>
        </p:spPr>
        <p:txBody>
          <a:bodyPr wrap="square">
            <a:noAutofit/>
          </a:bodyPr>
          <a:lstStyle/>
          <a:p>
            <a:endParaRPr lang="en-AU" dirty="0"/>
          </a:p>
        </p:txBody>
      </p:sp>
      <p:sp>
        <p:nvSpPr>
          <p:cNvPr id="12" name="Text Placeholder 10"/>
          <p:cNvSpPr>
            <a:spLocks noGrp="1"/>
          </p:cNvSpPr>
          <p:nvPr>
            <p:ph type="body" sz="quarter" idx="14" hasCustomPrompt="1"/>
          </p:nvPr>
        </p:nvSpPr>
        <p:spPr>
          <a:xfrm>
            <a:off x="3581400" y="1995054"/>
            <a:ext cx="3962400" cy="348342"/>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3" name="Text Placeholder 10"/>
          <p:cNvSpPr>
            <a:spLocks noGrp="1"/>
          </p:cNvSpPr>
          <p:nvPr>
            <p:ph type="body" sz="quarter" idx="15" hasCustomPrompt="1"/>
          </p:nvPr>
        </p:nvSpPr>
        <p:spPr>
          <a:xfrm>
            <a:off x="3581400" y="3766006"/>
            <a:ext cx="3962400" cy="348342"/>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4" name="Text Placeholder 10"/>
          <p:cNvSpPr>
            <a:spLocks noGrp="1"/>
          </p:cNvSpPr>
          <p:nvPr>
            <p:ph type="body" sz="quarter" idx="16" hasCustomPrompt="1"/>
          </p:nvPr>
        </p:nvSpPr>
        <p:spPr>
          <a:xfrm>
            <a:off x="3581401" y="2424114"/>
            <a:ext cx="6837218" cy="762432"/>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8" name="Text Placeholder 10"/>
          <p:cNvSpPr>
            <a:spLocks noGrp="1"/>
          </p:cNvSpPr>
          <p:nvPr>
            <p:ph type="body" sz="quarter" idx="17" hasCustomPrompt="1"/>
          </p:nvPr>
        </p:nvSpPr>
        <p:spPr>
          <a:xfrm>
            <a:off x="838199" y="5406778"/>
            <a:ext cx="2135188" cy="348342"/>
          </a:xfrm>
        </p:spPr>
        <p:txBody>
          <a:bodyPr>
            <a:normAutofit/>
          </a:bodyPr>
          <a:lstStyle>
            <a:lvl1pPr algn="ctr">
              <a:defRPr sz="14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Tree>
    <p:extLst>
      <p:ext uri="{BB962C8B-B14F-4D97-AF65-F5344CB8AC3E}">
        <p14:creationId xmlns:p14="http://schemas.microsoft.com/office/powerpoint/2010/main" val="36975218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p:cTn id="15" dur="500" fill="hold"/>
                                        <p:tgtEl>
                                          <p:spTgt spid="11"/>
                                        </p:tgtEl>
                                        <p:attrNameLst>
                                          <p:attrName>ppt_w</p:attrName>
                                        </p:attrNameLst>
                                      </p:cBhvr>
                                      <p:tavLst>
                                        <p:tav tm="0">
                                          <p:val>
                                            <p:fltVal val="0"/>
                                          </p:val>
                                        </p:tav>
                                        <p:tav tm="100000">
                                          <p:val>
                                            <p:strVal val="#ppt_w"/>
                                          </p:val>
                                        </p:tav>
                                      </p:tavLst>
                                    </p:anim>
                                    <p:anim calcmode="lin" valueType="num">
                                      <p:cBhvr>
                                        <p:cTn id="16" dur="500" fill="hold"/>
                                        <p:tgtEl>
                                          <p:spTgt spid="11"/>
                                        </p:tgtEl>
                                        <p:attrNameLst>
                                          <p:attrName>ppt_h</p:attrName>
                                        </p:attrNameLst>
                                      </p:cBhvr>
                                      <p:tavLst>
                                        <p:tav tm="0">
                                          <p:val>
                                            <p:fltVal val="0"/>
                                          </p:val>
                                        </p:tav>
                                        <p:tav tm="100000">
                                          <p:val>
                                            <p:strVal val="#ppt_h"/>
                                          </p:val>
                                        </p:tav>
                                      </p:tavLst>
                                    </p:anim>
                                    <p:animEffect transition="in" filter="fade">
                                      <p:cBhvr>
                                        <p:cTn id="17" dur="500"/>
                                        <p:tgtEl>
                                          <p:spTgt spid="11"/>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500"/>
                                        <p:tgtEl>
                                          <p:spTgt spid="8"/>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8">
                                            <p:txEl>
                                              <p:pRg st="0" end="0"/>
                                            </p:txEl>
                                          </p:spTgt>
                                        </p:tgtEl>
                                        <p:attrNameLst>
                                          <p:attrName>style.visibility</p:attrName>
                                        </p:attrNameLst>
                                      </p:cBhvr>
                                      <p:to>
                                        <p:strVal val="visible"/>
                                      </p:to>
                                    </p:set>
                                    <p:animEffect transition="in" filter="fade">
                                      <p:cBhvr>
                                        <p:cTn id="24" dur="500"/>
                                        <p:tgtEl>
                                          <p:spTgt spid="28">
                                            <p:txEl>
                                              <p:pRg st="0" end="0"/>
                                            </p:txEl>
                                          </p:spTgt>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12">
                                            <p:txEl>
                                              <p:pRg st="0" end="0"/>
                                            </p:txEl>
                                          </p:spTgt>
                                        </p:tgtEl>
                                        <p:attrNameLst>
                                          <p:attrName>style.visibility</p:attrName>
                                        </p:attrNameLst>
                                      </p:cBhvr>
                                      <p:to>
                                        <p:strVal val="visible"/>
                                      </p:to>
                                    </p:set>
                                    <p:animEffect transition="in" filter="fade">
                                      <p:cBhvr>
                                        <p:cTn id="28" dur="500"/>
                                        <p:tgtEl>
                                          <p:spTgt spid="12">
                                            <p:txEl>
                                              <p:pRg st="0" end="0"/>
                                            </p:txEl>
                                          </p:spTgt>
                                        </p:tgtEl>
                                      </p:cBhvr>
                                    </p:animEffect>
                                  </p:childTnLst>
                                </p:cTn>
                              </p:par>
                              <p:par>
                                <p:cTn id="29" presetID="42" presetClass="entr" presetSubtype="0" fill="hold" grpId="0" nodeType="withEffect">
                                  <p:stCondLst>
                                    <p:cond delay="0"/>
                                  </p:stCondLst>
                                  <p:childTnLst>
                                    <p:set>
                                      <p:cBhvr>
                                        <p:cTn id="30" dur="1" fill="hold">
                                          <p:stCondLst>
                                            <p:cond delay="0"/>
                                          </p:stCondLst>
                                        </p:cTn>
                                        <p:tgtEl>
                                          <p:spTgt spid="14">
                                            <p:txEl>
                                              <p:pRg st="0" end="0"/>
                                            </p:txEl>
                                          </p:spTgt>
                                        </p:tgtEl>
                                        <p:attrNameLst>
                                          <p:attrName>style.visibility</p:attrName>
                                        </p:attrNameLst>
                                      </p:cBhvr>
                                      <p:to>
                                        <p:strVal val="visible"/>
                                      </p:to>
                                    </p:set>
                                    <p:animEffect transition="in" filter="fade">
                                      <p:cBhvr>
                                        <p:cTn id="31" dur="500"/>
                                        <p:tgtEl>
                                          <p:spTgt spid="14">
                                            <p:txEl>
                                              <p:pRg st="0" end="0"/>
                                            </p:txEl>
                                          </p:spTgt>
                                        </p:tgtEl>
                                      </p:cBhvr>
                                    </p:animEffect>
                                    <p:anim calcmode="lin" valueType="num">
                                      <p:cBhvr>
                                        <p:cTn id="3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33" dur="5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10" presetClass="entr" presetSubtype="0" fill="hold" grpId="0" nodeType="afterEffect">
                                  <p:stCondLst>
                                    <p:cond delay="0"/>
                                  </p:stCondLst>
                                  <p:childTnLst>
                                    <p:set>
                                      <p:cBhvr>
                                        <p:cTn id="36" dur="1" fill="hold">
                                          <p:stCondLst>
                                            <p:cond delay="0"/>
                                          </p:stCondLst>
                                        </p:cTn>
                                        <p:tgtEl>
                                          <p:spTgt spid="13">
                                            <p:txEl>
                                              <p:pRg st="0" end="0"/>
                                            </p:txEl>
                                          </p:spTgt>
                                        </p:tgtEl>
                                        <p:attrNameLst>
                                          <p:attrName>style.visibility</p:attrName>
                                        </p:attrNameLst>
                                      </p:cBhvr>
                                      <p:to>
                                        <p:strVal val="visible"/>
                                      </p:to>
                                    </p:set>
                                    <p:animEffect transition="in" filter="fade">
                                      <p:cBhvr>
                                        <p:cTn id="37"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11" grpId="0" animBg="1"/>
      <p:bldP spid="12" grpId="0" build="p">
        <p:tmplLst>
          <p:tmpl lvl="1">
            <p:tnLst>
              <p:par>
                <p:cTn presetID="10" presetClass="entr" presetSubtype="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childTnLst>
                </p:cTn>
              </p:par>
            </p:tnLst>
          </p:tmpl>
        </p:tmplLst>
      </p:bldP>
      <p:bldP spid="13" grpId="0" build="p">
        <p:tmplLst>
          <p:tmpl lvl="1">
            <p:tnLst>
              <p:par>
                <p:cTn presetID="10" presetClass="entr" presetSubtype="0"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14" grpId="0" build="p">
        <p:tmplLst>
          <p:tmpl lvl="1">
            <p:tnLst>
              <p:par>
                <p:cTn presetID="42" presetClass="entr" presetSubtype="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anim calcmode="lin" valueType="num">
                      <p:cBhvr>
                        <p:cTn dur="500" fill="hold"/>
                        <p:tgtEl>
                          <p:spTgt spid="14"/>
                        </p:tgtEl>
                        <p:attrNameLst>
                          <p:attrName>ppt_x</p:attrName>
                        </p:attrNameLst>
                      </p:cBhvr>
                      <p:tavLst>
                        <p:tav tm="0">
                          <p:val>
                            <p:strVal val="#ppt_x"/>
                          </p:val>
                        </p:tav>
                        <p:tav tm="100000">
                          <p:val>
                            <p:strVal val="#ppt_x"/>
                          </p:val>
                        </p:tav>
                      </p:tavLst>
                    </p:anim>
                    <p:anim calcmode="lin" valueType="num">
                      <p:cBhvr>
                        <p:cTn dur="500" fill="hold"/>
                        <p:tgtEl>
                          <p:spTgt spid="14"/>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10"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Lst>
  </p:timing>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5649949E-6098-1143-8544-C29DE087C6AD}"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dirty="0">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5" name="Picture Placeholder 9"/>
          <p:cNvSpPr>
            <a:spLocks noGrp="1"/>
          </p:cNvSpPr>
          <p:nvPr>
            <p:ph type="pic" sz="quarter" idx="13" hasCustomPrompt="1"/>
          </p:nvPr>
        </p:nvSpPr>
        <p:spPr>
          <a:xfrm>
            <a:off x="1146628" y="2100942"/>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7" name="Picture Placeholder 9"/>
          <p:cNvSpPr>
            <a:spLocks noGrp="1"/>
          </p:cNvSpPr>
          <p:nvPr>
            <p:ph type="pic" sz="quarter" idx="14" hasCustomPrompt="1"/>
          </p:nvPr>
        </p:nvSpPr>
        <p:spPr>
          <a:xfrm>
            <a:off x="5032828" y="2100942"/>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8" name="Picture Placeholder 9"/>
          <p:cNvSpPr>
            <a:spLocks noGrp="1"/>
          </p:cNvSpPr>
          <p:nvPr>
            <p:ph type="pic" sz="quarter" idx="15" hasCustomPrompt="1"/>
          </p:nvPr>
        </p:nvSpPr>
        <p:spPr>
          <a:xfrm>
            <a:off x="8919028" y="2100941"/>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9" name="Text Placeholder 10"/>
          <p:cNvSpPr>
            <a:spLocks noGrp="1"/>
          </p:cNvSpPr>
          <p:nvPr>
            <p:ph type="body" sz="quarter" idx="29" hasCustomPrompt="1"/>
          </p:nvPr>
        </p:nvSpPr>
        <p:spPr>
          <a:xfrm>
            <a:off x="1146628" y="4642861"/>
            <a:ext cx="2126343"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20" name="Text Placeholder 10"/>
          <p:cNvSpPr>
            <a:spLocks noGrp="1"/>
          </p:cNvSpPr>
          <p:nvPr>
            <p:ph type="body" sz="quarter" idx="35" hasCustomPrompt="1"/>
          </p:nvPr>
        </p:nvSpPr>
        <p:spPr>
          <a:xfrm>
            <a:off x="1146628" y="4431245"/>
            <a:ext cx="2126343" cy="210146"/>
          </a:xfrm>
        </p:spPr>
        <p:txBody>
          <a:bodyPr>
            <a:normAutofit/>
          </a:bodyPr>
          <a:lstStyle>
            <a:lvl1pPr algn="ctr">
              <a:defRPr sz="1200" baseline="0">
                <a:solidFill>
                  <a:schemeClr val="accent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5" name="Text Placeholder 10"/>
          <p:cNvSpPr>
            <a:spLocks noGrp="1"/>
          </p:cNvSpPr>
          <p:nvPr>
            <p:ph type="body" sz="quarter" idx="16" hasCustomPrompt="1"/>
          </p:nvPr>
        </p:nvSpPr>
        <p:spPr>
          <a:xfrm>
            <a:off x="1146628" y="5233299"/>
            <a:ext cx="2126343" cy="773509"/>
          </a:xfrm>
        </p:spPr>
        <p:txBody>
          <a:bodyPr>
            <a:normAutofit/>
          </a:bodyPr>
          <a:lstStyle>
            <a:lvl1pPr algn="ctr">
              <a:defRPr sz="10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6" name="Text Placeholder 10"/>
          <p:cNvSpPr>
            <a:spLocks noGrp="1"/>
          </p:cNvSpPr>
          <p:nvPr>
            <p:ph type="body" sz="quarter" idx="36" hasCustomPrompt="1"/>
          </p:nvPr>
        </p:nvSpPr>
        <p:spPr>
          <a:xfrm>
            <a:off x="5032828" y="4642861"/>
            <a:ext cx="2126343"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27" name="Text Placeholder 10"/>
          <p:cNvSpPr>
            <a:spLocks noGrp="1"/>
          </p:cNvSpPr>
          <p:nvPr>
            <p:ph type="body" sz="quarter" idx="37" hasCustomPrompt="1"/>
          </p:nvPr>
        </p:nvSpPr>
        <p:spPr>
          <a:xfrm>
            <a:off x="5032828" y="4431245"/>
            <a:ext cx="2126343" cy="210146"/>
          </a:xfrm>
        </p:spPr>
        <p:txBody>
          <a:bodyPr>
            <a:normAutofit/>
          </a:bodyPr>
          <a:lstStyle>
            <a:lvl1pPr algn="ctr">
              <a:defRPr sz="1200" baseline="0">
                <a:solidFill>
                  <a:schemeClr val="accent2"/>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9" name="Text Placeholder 10"/>
          <p:cNvSpPr>
            <a:spLocks noGrp="1"/>
          </p:cNvSpPr>
          <p:nvPr>
            <p:ph type="body" sz="quarter" idx="38" hasCustomPrompt="1"/>
          </p:nvPr>
        </p:nvSpPr>
        <p:spPr>
          <a:xfrm>
            <a:off x="5032828" y="5233299"/>
            <a:ext cx="2126343" cy="773509"/>
          </a:xfrm>
        </p:spPr>
        <p:txBody>
          <a:bodyPr>
            <a:normAutofit/>
          </a:bodyPr>
          <a:lstStyle>
            <a:lvl1pPr algn="ctr">
              <a:defRPr sz="10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30" name="Text Placeholder 10"/>
          <p:cNvSpPr>
            <a:spLocks noGrp="1"/>
          </p:cNvSpPr>
          <p:nvPr>
            <p:ph type="body" sz="quarter" idx="39" hasCustomPrompt="1"/>
          </p:nvPr>
        </p:nvSpPr>
        <p:spPr>
          <a:xfrm>
            <a:off x="8919028" y="4637053"/>
            <a:ext cx="2126343"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31" name="Text Placeholder 10"/>
          <p:cNvSpPr>
            <a:spLocks noGrp="1"/>
          </p:cNvSpPr>
          <p:nvPr>
            <p:ph type="body" sz="quarter" idx="40" hasCustomPrompt="1"/>
          </p:nvPr>
        </p:nvSpPr>
        <p:spPr>
          <a:xfrm>
            <a:off x="8919028" y="4425437"/>
            <a:ext cx="2126343" cy="210146"/>
          </a:xfrm>
        </p:spPr>
        <p:txBody>
          <a:bodyPr>
            <a:normAutofit/>
          </a:bodyPr>
          <a:lstStyle>
            <a:lvl1pPr algn="ctr">
              <a:defRPr sz="1200" baseline="0">
                <a:solidFill>
                  <a:schemeClr val="accent4"/>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2" name="Text Placeholder 10"/>
          <p:cNvSpPr>
            <a:spLocks noGrp="1"/>
          </p:cNvSpPr>
          <p:nvPr>
            <p:ph type="body" sz="quarter" idx="41" hasCustomPrompt="1"/>
          </p:nvPr>
        </p:nvSpPr>
        <p:spPr>
          <a:xfrm>
            <a:off x="8919028" y="5227491"/>
            <a:ext cx="2126343" cy="773509"/>
          </a:xfrm>
        </p:spPr>
        <p:txBody>
          <a:bodyPr>
            <a:normAutofit/>
          </a:bodyPr>
          <a:lstStyle>
            <a:lvl1pPr algn="ctr">
              <a:defRPr sz="10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grpSp>
        <p:nvGrpSpPr>
          <p:cNvPr id="33" name="Group 32"/>
          <p:cNvGrpSpPr/>
          <p:nvPr userDrawn="1"/>
        </p:nvGrpSpPr>
        <p:grpSpPr>
          <a:xfrm>
            <a:off x="1441126" y="4932435"/>
            <a:ext cx="1537345" cy="214571"/>
            <a:chOff x="5317188" y="3092930"/>
            <a:chExt cx="1537345" cy="214571"/>
          </a:xfrm>
          <a:solidFill>
            <a:srgbClr val="FFC000"/>
          </a:solidFill>
        </p:grpSpPr>
        <p:sp>
          <p:nvSpPr>
            <p:cNvPr id="34" name="5-Point Star 33"/>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5-Point Star 34"/>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5-Point Star 35"/>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7" name="5-Point Star 36"/>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8" name="5-Point Star 37"/>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39" name="Group 38"/>
          <p:cNvGrpSpPr/>
          <p:nvPr userDrawn="1"/>
        </p:nvGrpSpPr>
        <p:grpSpPr>
          <a:xfrm>
            <a:off x="5327327" y="4932479"/>
            <a:ext cx="1537345" cy="214571"/>
            <a:chOff x="5317188" y="3092930"/>
            <a:chExt cx="1537345" cy="214571"/>
          </a:xfrm>
          <a:solidFill>
            <a:srgbClr val="FFC000"/>
          </a:solidFill>
        </p:grpSpPr>
        <p:sp>
          <p:nvSpPr>
            <p:cNvPr id="40" name="5-Point Star 39"/>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1" name="5-Point Star 40"/>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2" name="5-Point Star 41"/>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3" name="5-Point Star 42"/>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5-Point Star 43"/>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45" name="Group 44"/>
          <p:cNvGrpSpPr/>
          <p:nvPr userDrawn="1"/>
        </p:nvGrpSpPr>
        <p:grpSpPr>
          <a:xfrm>
            <a:off x="9213526" y="4932435"/>
            <a:ext cx="1537345" cy="214571"/>
            <a:chOff x="5317188" y="3092930"/>
            <a:chExt cx="1537345" cy="214571"/>
          </a:xfrm>
          <a:solidFill>
            <a:srgbClr val="FFC000"/>
          </a:solidFill>
        </p:grpSpPr>
        <p:sp>
          <p:nvSpPr>
            <p:cNvPr id="46" name="5-Point Star 45"/>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7" name="5-Point Star 46"/>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8" name="5-Point Star 47"/>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9" name="5-Point Star 48"/>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0" name="5-Point Star 49"/>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Tree>
    <p:extLst>
      <p:ext uri="{BB962C8B-B14F-4D97-AF65-F5344CB8AC3E}">
        <p14:creationId xmlns:p14="http://schemas.microsoft.com/office/powerpoint/2010/main" val="11278908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p:cTn id="15" dur="500" fill="hold"/>
                                        <p:tgtEl>
                                          <p:spTgt spid="15"/>
                                        </p:tgtEl>
                                        <p:attrNameLst>
                                          <p:attrName>ppt_w</p:attrName>
                                        </p:attrNameLst>
                                      </p:cBhvr>
                                      <p:tavLst>
                                        <p:tav tm="0">
                                          <p:val>
                                            <p:fltVal val="0"/>
                                          </p:val>
                                        </p:tav>
                                        <p:tav tm="100000">
                                          <p:val>
                                            <p:strVal val="#ppt_w"/>
                                          </p:val>
                                        </p:tav>
                                      </p:tavLst>
                                    </p:anim>
                                    <p:anim calcmode="lin" valueType="num">
                                      <p:cBhvr>
                                        <p:cTn id="16" dur="500" fill="hold"/>
                                        <p:tgtEl>
                                          <p:spTgt spid="15"/>
                                        </p:tgtEl>
                                        <p:attrNameLst>
                                          <p:attrName>ppt_h</p:attrName>
                                        </p:attrNameLst>
                                      </p:cBhvr>
                                      <p:tavLst>
                                        <p:tav tm="0">
                                          <p:val>
                                            <p:fltVal val="0"/>
                                          </p:val>
                                        </p:tav>
                                        <p:tav tm="100000">
                                          <p:val>
                                            <p:strVal val="#ppt_h"/>
                                          </p:val>
                                        </p:tav>
                                      </p:tavLst>
                                    </p:anim>
                                    <p:animEffect transition="in" filter="fade">
                                      <p:cBhvr>
                                        <p:cTn id="17" dur="500"/>
                                        <p:tgtEl>
                                          <p:spTgt spid="15"/>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fade">
                                      <p:cBhvr>
                                        <p:cTn id="20" dur="500"/>
                                        <p:tgtEl>
                                          <p:spTgt spid="20">
                                            <p:txEl>
                                              <p:pRg st="0" end="0"/>
                                            </p:txEl>
                                          </p:spTgt>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9">
                                            <p:txEl>
                                              <p:pRg st="0" end="0"/>
                                            </p:txEl>
                                          </p:spTgt>
                                        </p:tgtEl>
                                        <p:attrNameLst>
                                          <p:attrName>style.visibility</p:attrName>
                                        </p:attrNameLst>
                                      </p:cBhvr>
                                      <p:to>
                                        <p:strVal val="visible"/>
                                      </p:to>
                                    </p:set>
                                    <p:animEffect transition="in" filter="fade">
                                      <p:cBhvr>
                                        <p:cTn id="23" dur="500"/>
                                        <p:tgtEl>
                                          <p:spTgt spid="19">
                                            <p:txEl>
                                              <p:pRg st="0" end="0"/>
                                            </p:txEl>
                                          </p:spTgt>
                                        </p:tgtEl>
                                      </p:cBhvr>
                                    </p:animEffect>
                                  </p:childTnLst>
                                </p:cTn>
                              </p:par>
                            </p:childTnLst>
                          </p:cTn>
                        </p:par>
                        <p:par>
                          <p:cTn id="24" fill="hold">
                            <p:stCondLst>
                              <p:cond delay="1500"/>
                            </p:stCondLst>
                            <p:childTnLst>
                              <p:par>
                                <p:cTn id="25" presetID="22" presetClass="entr" presetSubtype="8" fill="hold" nodeType="afterEffect">
                                  <p:stCondLst>
                                    <p:cond delay="0"/>
                                  </p:stCondLst>
                                  <p:childTnLst>
                                    <p:set>
                                      <p:cBhvr>
                                        <p:cTn id="26" dur="1" fill="hold">
                                          <p:stCondLst>
                                            <p:cond delay="0"/>
                                          </p:stCondLst>
                                        </p:cTn>
                                        <p:tgtEl>
                                          <p:spTgt spid="33"/>
                                        </p:tgtEl>
                                        <p:attrNameLst>
                                          <p:attrName>style.visibility</p:attrName>
                                        </p:attrNameLst>
                                      </p:cBhvr>
                                      <p:to>
                                        <p:strVal val="visible"/>
                                      </p:to>
                                    </p:set>
                                    <p:animEffect transition="in" filter="wipe(left)">
                                      <p:cBhvr>
                                        <p:cTn id="27" dur="500"/>
                                        <p:tgtEl>
                                          <p:spTgt spid="33"/>
                                        </p:tgtEl>
                                      </p:cBhvr>
                                    </p:animEffect>
                                  </p:childTnLst>
                                </p:cTn>
                              </p:par>
                              <p:par>
                                <p:cTn id="28" presetID="42" presetClass="entr" presetSubtype="0" fill="hold" grpId="0" nodeType="withEffect">
                                  <p:stCondLst>
                                    <p:cond delay="0"/>
                                  </p:stCondLst>
                                  <p:childTnLst>
                                    <p:set>
                                      <p:cBhvr>
                                        <p:cTn id="29" dur="1" fill="hold">
                                          <p:stCondLst>
                                            <p:cond delay="0"/>
                                          </p:stCondLst>
                                        </p:cTn>
                                        <p:tgtEl>
                                          <p:spTgt spid="25">
                                            <p:txEl>
                                              <p:pRg st="0" end="0"/>
                                            </p:txEl>
                                          </p:spTgt>
                                        </p:tgtEl>
                                        <p:attrNameLst>
                                          <p:attrName>style.visibility</p:attrName>
                                        </p:attrNameLst>
                                      </p:cBhvr>
                                      <p:to>
                                        <p:strVal val="visible"/>
                                      </p:to>
                                    </p:set>
                                    <p:animEffect transition="in" filter="fade">
                                      <p:cBhvr>
                                        <p:cTn id="30" dur="500"/>
                                        <p:tgtEl>
                                          <p:spTgt spid="25">
                                            <p:txEl>
                                              <p:pRg st="0" end="0"/>
                                            </p:txEl>
                                          </p:spTgt>
                                        </p:tgtEl>
                                      </p:cBhvr>
                                    </p:animEffect>
                                    <p:anim calcmode="lin" valueType="num">
                                      <p:cBhvr>
                                        <p:cTn id="31"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32" dur="500" fill="hold"/>
                                        <p:tgtEl>
                                          <p:spTgt spid="25">
                                            <p:txEl>
                                              <p:pRg st="0" end="0"/>
                                            </p:txEl>
                                          </p:spTgt>
                                        </p:tgtEl>
                                        <p:attrNameLst>
                                          <p:attrName>ppt_y</p:attrName>
                                        </p:attrNameLst>
                                      </p:cBhvr>
                                      <p:tavLst>
                                        <p:tav tm="0">
                                          <p:val>
                                            <p:strVal val="#ppt_y+.1"/>
                                          </p:val>
                                        </p:tav>
                                        <p:tav tm="100000">
                                          <p:val>
                                            <p:strVal val="#ppt_y"/>
                                          </p:val>
                                        </p:tav>
                                      </p:tavLst>
                                    </p:anim>
                                  </p:childTnLst>
                                </p:cTn>
                              </p:par>
                            </p:childTnLst>
                          </p:cTn>
                        </p:par>
                        <p:par>
                          <p:cTn id="33" fill="hold">
                            <p:stCondLst>
                              <p:cond delay="2000"/>
                            </p:stCondLst>
                            <p:childTnLst>
                              <p:par>
                                <p:cTn id="34" presetID="53" presetClass="entr" presetSubtype="16" fill="hold" grpId="0" nodeType="afterEffect">
                                  <p:stCondLst>
                                    <p:cond delay="0"/>
                                  </p:stCondLst>
                                  <p:childTnLst>
                                    <p:set>
                                      <p:cBhvr>
                                        <p:cTn id="35" dur="1" fill="hold">
                                          <p:stCondLst>
                                            <p:cond delay="0"/>
                                          </p:stCondLst>
                                        </p:cTn>
                                        <p:tgtEl>
                                          <p:spTgt spid="17"/>
                                        </p:tgtEl>
                                        <p:attrNameLst>
                                          <p:attrName>style.visibility</p:attrName>
                                        </p:attrNameLst>
                                      </p:cBhvr>
                                      <p:to>
                                        <p:strVal val="visible"/>
                                      </p:to>
                                    </p:set>
                                    <p:anim calcmode="lin" valueType="num">
                                      <p:cBhvr>
                                        <p:cTn id="36" dur="500" fill="hold"/>
                                        <p:tgtEl>
                                          <p:spTgt spid="17"/>
                                        </p:tgtEl>
                                        <p:attrNameLst>
                                          <p:attrName>ppt_w</p:attrName>
                                        </p:attrNameLst>
                                      </p:cBhvr>
                                      <p:tavLst>
                                        <p:tav tm="0">
                                          <p:val>
                                            <p:fltVal val="0"/>
                                          </p:val>
                                        </p:tav>
                                        <p:tav tm="100000">
                                          <p:val>
                                            <p:strVal val="#ppt_w"/>
                                          </p:val>
                                        </p:tav>
                                      </p:tavLst>
                                    </p:anim>
                                    <p:anim calcmode="lin" valueType="num">
                                      <p:cBhvr>
                                        <p:cTn id="37" dur="500" fill="hold"/>
                                        <p:tgtEl>
                                          <p:spTgt spid="17"/>
                                        </p:tgtEl>
                                        <p:attrNameLst>
                                          <p:attrName>ppt_h</p:attrName>
                                        </p:attrNameLst>
                                      </p:cBhvr>
                                      <p:tavLst>
                                        <p:tav tm="0">
                                          <p:val>
                                            <p:fltVal val="0"/>
                                          </p:val>
                                        </p:tav>
                                        <p:tav tm="100000">
                                          <p:val>
                                            <p:strVal val="#ppt_h"/>
                                          </p:val>
                                        </p:tav>
                                      </p:tavLst>
                                    </p:anim>
                                    <p:animEffect transition="in" filter="fade">
                                      <p:cBhvr>
                                        <p:cTn id="38" dur="500"/>
                                        <p:tgtEl>
                                          <p:spTgt spid="17"/>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7">
                                            <p:txEl>
                                              <p:pRg st="0" end="0"/>
                                            </p:txEl>
                                          </p:spTgt>
                                        </p:tgtEl>
                                        <p:attrNameLst>
                                          <p:attrName>style.visibility</p:attrName>
                                        </p:attrNameLst>
                                      </p:cBhvr>
                                      <p:to>
                                        <p:strVal val="visible"/>
                                      </p:to>
                                    </p:set>
                                    <p:animEffect transition="in" filter="fade">
                                      <p:cBhvr>
                                        <p:cTn id="41" dur="500"/>
                                        <p:tgtEl>
                                          <p:spTgt spid="27">
                                            <p:txEl>
                                              <p:pRg st="0" end="0"/>
                                            </p:txEl>
                                          </p:spTgt>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6">
                                            <p:txEl>
                                              <p:pRg st="0" end="0"/>
                                            </p:txEl>
                                          </p:spTgt>
                                        </p:tgtEl>
                                        <p:attrNameLst>
                                          <p:attrName>style.visibility</p:attrName>
                                        </p:attrNameLst>
                                      </p:cBhvr>
                                      <p:to>
                                        <p:strVal val="visible"/>
                                      </p:to>
                                    </p:set>
                                    <p:animEffect transition="in" filter="fade">
                                      <p:cBhvr>
                                        <p:cTn id="44" dur="500"/>
                                        <p:tgtEl>
                                          <p:spTgt spid="26">
                                            <p:txEl>
                                              <p:pRg st="0" end="0"/>
                                            </p:txEl>
                                          </p:spTgt>
                                        </p:tgtEl>
                                      </p:cBhvr>
                                    </p:animEffect>
                                  </p:childTnLst>
                                </p:cTn>
                              </p:par>
                            </p:childTnLst>
                          </p:cTn>
                        </p:par>
                        <p:par>
                          <p:cTn id="45" fill="hold">
                            <p:stCondLst>
                              <p:cond delay="2500"/>
                            </p:stCondLst>
                            <p:childTnLst>
                              <p:par>
                                <p:cTn id="46" presetID="22" presetClass="entr" presetSubtype="8" fill="hold" nodeType="afterEffect">
                                  <p:stCondLst>
                                    <p:cond delay="0"/>
                                  </p:stCondLst>
                                  <p:childTnLst>
                                    <p:set>
                                      <p:cBhvr>
                                        <p:cTn id="47" dur="1" fill="hold">
                                          <p:stCondLst>
                                            <p:cond delay="0"/>
                                          </p:stCondLst>
                                        </p:cTn>
                                        <p:tgtEl>
                                          <p:spTgt spid="39"/>
                                        </p:tgtEl>
                                        <p:attrNameLst>
                                          <p:attrName>style.visibility</p:attrName>
                                        </p:attrNameLst>
                                      </p:cBhvr>
                                      <p:to>
                                        <p:strVal val="visible"/>
                                      </p:to>
                                    </p:set>
                                    <p:animEffect transition="in" filter="wipe(left)">
                                      <p:cBhvr>
                                        <p:cTn id="48" dur="500"/>
                                        <p:tgtEl>
                                          <p:spTgt spid="39"/>
                                        </p:tgtEl>
                                      </p:cBhvr>
                                    </p:animEffect>
                                  </p:childTnLst>
                                </p:cTn>
                              </p:par>
                              <p:par>
                                <p:cTn id="49" presetID="42" presetClass="entr" presetSubtype="0" fill="hold" grpId="0" nodeType="withEffect">
                                  <p:stCondLst>
                                    <p:cond delay="0"/>
                                  </p:stCondLst>
                                  <p:childTnLst>
                                    <p:set>
                                      <p:cBhvr>
                                        <p:cTn id="50" dur="1" fill="hold">
                                          <p:stCondLst>
                                            <p:cond delay="0"/>
                                          </p:stCondLst>
                                        </p:cTn>
                                        <p:tgtEl>
                                          <p:spTgt spid="29">
                                            <p:txEl>
                                              <p:pRg st="0" end="0"/>
                                            </p:txEl>
                                          </p:spTgt>
                                        </p:tgtEl>
                                        <p:attrNameLst>
                                          <p:attrName>style.visibility</p:attrName>
                                        </p:attrNameLst>
                                      </p:cBhvr>
                                      <p:to>
                                        <p:strVal val="visible"/>
                                      </p:to>
                                    </p:set>
                                    <p:animEffect transition="in" filter="fade">
                                      <p:cBhvr>
                                        <p:cTn id="51" dur="500"/>
                                        <p:tgtEl>
                                          <p:spTgt spid="29">
                                            <p:txEl>
                                              <p:pRg st="0" end="0"/>
                                            </p:txEl>
                                          </p:spTgt>
                                        </p:tgtEl>
                                      </p:cBhvr>
                                    </p:animEffect>
                                    <p:anim calcmode="lin" valueType="num">
                                      <p:cBhvr>
                                        <p:cTn id="52"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54" fill="hold">
                            <p:stCondLst>
                              <p:cond delay="3000"/>
                            </p:stCondLst>
                            <p:childTnLst>
                              <p:par>
                                <p:cTn id="55" presetID="53" presetClass="entr" presetSubtype="16" fill="hold" grpId="0" nodeType="afterEffect">
                                  <p:stCondLst>
                                    <p:cond delay="0"/>
                                  </p:stCondLst>
                                  <p:childTnLst>
                                    <p:set>
                                      <p:cBhvr>
                                        <p:cTn id="56" dur="1" fill="hold">
                                          <p:stCondLst>
                                            <p:cond delay="0"/>
                                          </p:stCondLst>
                                        </p:cTn>
                                        <p:tgtEl>
                                          <p:spTgt spid="18"/>
                                        </p:tgtEl>
                                        <p:attrNameLst>
                                          <p:attrName>style.visibility</p:attrName>
                                        </p:attrNameLst>
                                      </p:cBhvr>
                                      <p:to>
                                        <p:strVal val="visible"/>
                                      </p:to>
                                    </p:set>
                                    <p:anim calcmode="lin" valueType="num">
                                      <p:cBhvr>
                                        <p:cTn id="57" dur="500" fill="hold"/>
                                        <p:tgtEl>
                                          <p:spTgt spid="18"/>
                                        </p:tgtEl>
                                        <p:attrNameLst>
                                          <p:attrName>ppt_w</p:attrName>
                                        </p:attrNameLst>
                                      </p:cBhvr>
                                      <p:tavLst>
                                        <p:tav tm="0">
                                          <p:val>
                                            <p:fltVal val="0"/>
                                          </p:val>
                                        </p:tav>
                                        <p:tav tm="100000">
                                          <p:val>
                                            <p:strVal val="#ppt_w"/>
                                          </p:val>
                                        </p:tav>
                                      </p:tavLst>
                                    </p:anim>
                                    <p:anim calcmode="lin" valueType="num">
                                      <p:cBhvr>
                                        <p:cTn id="58" dur="500" fill="hold"/>
                                        <p:tgtEl>
                                          <p:spTgt spid="18"/>
                                        </p:tgtEl>
                                        <p:attrNameLst>
                                          <p:attrName>ppt_h</p:attrName>
                                        </p:attrNameLst>
                                      </p:cBhvr>
                                      <p:tavLst>
                                        <p:tav tm="0">
                                          <p:val>
                                            <p:fltVal val="0"/>
                                          </p:val>
                                        </p:tav>
                                        <p:tav tm="100000">
                                          <p:val>
                                            <p:strVal val="#ppt_h"/>
                                          </p:val>
                                        </p:tav>
                                      </p:tavLst>
                                    </p:anim>
                                    <p:animEffect transition="in" filter="fade">
                                      <p:cBhvr>
                                        <p:cTn id="59" dur="500"/>
                                        <p:tgtEl>
                                          <p:spTgt spid="1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1">
                                            <p:txEl>
                                              <p:pRg st="0" end="0"/>
                                            </p:txEl>
                                          </p:spTgt>
                                        </p:tgtEl>
                                        <p:attrNameLst>
                                          <p:attrName>style.visibility</p:attrName>
                                        </p:attrNameLst>
                                      </p:cBhvr>
                                      <p:to>
                                        <p:strVal val="visible"/>
                                      </p:to>
                                    </p:set>
                                    <p:animEffect transition="in" filter="fade">
                                      <p:cBhvr>
                                        <p:cTn id="62" dur="500"/>
                                        <p:tgtEl>
                                          <p:spTgt spid="31">
                                            <p:txEl>
                                              <p:pRg st="0" end="0"/>
                                            </p:txEl>
                                          </p:spTgt>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0">
                                            <p:txEl>
                                              <p:pRg st="0" end="0"/>
                                            </p:txEl>
                                          </p:spTgt>
                                        </p:tgtEl>
                                        <p:attrNameLst>
                                          <p:attrName>style.visibility</p:attrName>
                                        </p:attrNameLst>
                                      </p:cBhvr>
                                      <p:to>
                                        <p:strVal val="visible"/>
                                      </p:to>
                                    </p:set>
                                    <p:animEffect transition="in" filter="fade">
                                      <p:cBhvr>
                                        <p:cTn id="65" dur="500"/>
                                        <p:tgtEl>
                                          <p:spTgt spid="30">
                                            <p:txEl>
                                              <p:pRg st="0" end="0"/>
                                            </p:txEl>
                                          </p:spTgt>
                                        </p:tgtEl>
                                      </p:cBhvr>
                                    </p:animEffect>
                                  </p:childTnLst>
                                </p:cTn>
                              </p:par>
                            </p:childTnLst>
                          </p:cTn>
                        </p:par>
                        <p:par>
                          <p:cTn id="66" fill="hold">
                            <p:stCondLst>
                              <p:cond delay="3500"/>
                            </p:stCondLst>
                            <p:childTnLst>
                              <p:par>
                                <p:cTn id="67" presetID="22" presetClass="entr" presetSubtype="8" fill="hold" nodeType="afterEffect">
                                  <p:stCondLst>
                                    <p:cond delay="0"/>
                                  </p:stCondLst>
                                  <p:childTnLst>
                                    <p:set>
                                      <p:cBhvr>
                                        <p:cTn id="68" dur="1" fill="hold">
                                          <p:stCondLst>
                                            <p:cond delay="0"/>
                                          </p:stCondLst>
                                        </p:cTn>
                                        <p:tgtEl>
                                          <p:spTgt spid="45"/>
                                        </p:tgtEl>
                                        <p:attrNameLst>
                                          <p:attrName>style.visibility</p:attrName>
                                        </p:attrNameLst>
                                      </p:cBhvr>
                                      <p:to>
                                        <p:strVal val="visible"/>
                                      </p:to>
                                    </p:set>
                                    <p:animEffect transition="in" filter="wipe(left)">
                                      <p:cBhvr>
                                        <p:cTn id="69" dur="500"/>
                                        <p:tgtEl>
                                          <p:spTgt spid="45"/>
                                        </p:tgtEl>
                                      </p:cBhvr>
                                    </p:animEffect>
                                  </p:childTnLst>
                                </p:cTn>
                              </p:par>
                              <p:par>
                                <p:cTn id="70" presetID="42" presetClass="entr" presetSubtype="0" fill="hold" grpId="0" nodeType="withEffect">
                                  <p:stCondLst>
                                    <p:cond delay="0"/>
                                  </p:stCondLst>
                                  <p:childTnLst>
                                    <p:set>
                                      <p:cBhvr>
                                        <p:cTn id="71" dur="1" fill="hold">
                                          <p:stCondLst>
                                            <p:cond delay="0"/>
                                          </p:stCondLst>
                                        </p:cTn>
                                        <p:tgtEl>
                                          <p:spTgt spid="32">
                                            <p:txEl>
                                              <p:pRg st="0" end="0"/>
                                            </p:txEl>
                                          </p:spTgt>
                                        </p:tgtEl>
                                        <p:attrNameLst>
                                          <p:attrName>style.visibility</p:attrName>
                                        </p:attrNameLst>
                                      </p:cBhvr>
                                      <p:to>
                                        <p:strVal val="visible"/>
                                      </p:to>
                                    </p:set>
                                    <p:animEffect transition="in" filter="fade">
                                      <p:cBhvr>
                                        <p:cTn id="72" dur="500"/>
                                        <p:tgtEl>
                                          <p:spTgt spid="32">
                                            <p:txEl>
                                              <p:pRg st="0" end="0"/>
                                            </p:txEl>
                                          </p:spTgt>
                                        </p:tgtEl>
                                      </p:cBhvr>
                                    </p:animEffect>
                                    <p:anim calcmode="lin" valueType="num">
                                      <p:cBhvr>
                                        <p:cTn id="73"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74" dur="500" fill="hold"/>
                                        <p:tgtEl>
                                          <p:spTgt spid="32">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5" grpId="0" animBg="1"/>
      <p:bldP spid="17" grpId="0" animBg="1"/>
      <p:bldP spid="18" grpId="0" animBg="1"/>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build="p">
        <p:tmplLst>
          <p:tmpl lvl="1">
            <p:tnLst>
              <p:par>
                <p:cTn presetID="10"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anim calcmode="lin" valueType="num">
                      <p:cBhvr>
                        <p:cTn dur="500" fill="hold"/>
                        <p:tgtEl>
                          <p:spTgt spid="25"/>
                        </p:tgtEl>
                        <p:attrNameLst>
                          <p:attrName>ppt_x</p:attrName>
                        </p:attrNameLst>
                      </p:cBhvr>
                      <p:tavLst>
                        <p:tav tm="0">
                          <p:val>
                            <p:strVal val="#ppt_x"/>
                          </p:val>
                        </p:tav>
                        <p:tav tm="100000">
                          <p:val>
                            <p:strVal val="#ppt_x"/>
                          </p:val>
                        </p:tav>
                      </p:tavLst>
                    </p:anim>
                    <p:anim calcmode="lin" valueType="num">
                      <p:cBhvr>
                        <p:cTn dur="500" fill="hold"/>
                        <p:tgtEl>
                          <p:spTgt spid="25"/>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10" presetClass="entr" presetSubtype="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7" grpId="0" build="p">
        <p:tmplLst>
          <p:tmpl lvl="1">
            <p:tnLst>
              <p:par>
                <p:cTn presetID="10"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10"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10"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2" grpId="0" build="p">
        <p:tmplLst>
          <p:tmpl lvl="1">
            <p:tnLst>
              <p:par>
                <p:cTn presetID="42"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anim calcmode="lin" valueType="num">
                      <p:cBhvr>
                        <p:cTn dur="500" fill="hold"/>
                        <p:tgtEl>
                          <p:spTgt spid="32"/>
                        </p:tgtEl>
                        <p:attrNameLst>
                          <p:attrName>ppt_x</p:attrName>
                        </p:attrNameLst>
                      </p:cBhvr>
                      <p:tavLst>
                        <p:tav tm="0">
                          <p:val>
                            <p:strVal val="#ppt_x"/>
                          </p:val>
                        </p:tav>
                        <p:tav tm="100000">
                          <p:val>
                            <p:strVal val="#ppt_x"/>
                          </p:val>
                        </p:tav>
                      </p:tavLst>
                    </p:anim>
                    <p:anim calcmode="lin" valueType="num">
                      <p:cBhvr>
                        <p:cTn dur="500" fill="hold"/>
                        <p:tgtEl>
                          <p:spTgt spid="32"/>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36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154BA80C-35FA-8E44-82BF-36EB5D038057}"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Picture Placeholder 6"/>
          <p:cNvSpPr>
            <a:spLocks noGrp="1"/>
          </p:cNvSpPr>
          <p:nvPr>
            <p:ph type="pic" sz="quarter" idx="13" hasCustomPrompt="1"/>
          </p:nvPr>
        </p:nvSpPr>
        <p:spPr>
          <a:xfrm>
            <a:off x="838200" y="1975890"/>
            <a:ext cx="2046740" cy="2015540"/>
          </a:xfrm>
          <a:solidFill>
            <a:schemeClr val="bg1">
              <a:lumMod val="95000"/>
            </a:schemeClr>
          </a:solidFill>
        </p:spPr>
        <p:txBody>
          <a:bodyPr/>
          <a:lstStyle>
            <a:lvl1pPr>
              <a:defRPr/>
            </a:lvl1pPr>
          </a:lstStyle>
          <a:p>
            <a:r>
              <a:rPr lang="id-ID" dirty="0" smtClean="0"/>
              <a:t>Img</a:t>
            </a:r>
            <a:endParaRPr lang="en-AU" dirty="0"/>
          </a:p>
        </p:txBody>
      </p:sp>
      <p:sp>
        <p:nvSpPr>
          <p:cNvPr id="11" name="Picture Placeholder 6"/>
          <p:cNvSpPr>
            <a:spLocks noGrp="1"/>
          </p:cNvSpPr>
          <p:nvPr>
            <p:ph type="pic" sz="quarter" idx="14" hasCustomPrompt="1"/>
          </p:nvPr>
        </p:nvSpPr>
        <p:spPr>
          <a:xfrm>
            <a:off x="3037340" y="4143830"/>
            <a:ext cx="2046740" cy="2015540"/>
          </a:xfrm>
          <a:solidFill>
            <a:schemeClr val="bg1">
              <a:lumMod val="95000"/>
            </a:schemeClr>
          </a:solidFill>
        </p:spPr>
        <p:txBody>
          <a:bodyPr/>
          <a:lstStyle>
            <a:lvl1pPr>
              <a:defRPr/>
            </a:lvl1pPr>
          </a:lstStyle>
          <a:p>
            <a:r>
              <a:rPr lang="id-ID" dirty="0" smtClean="0"/>
              <a:t>Img</a:t>
            </a:r>
            <a:endParaRPr lang="en-AU" dirty="0"/>
          </a:p>
        </p:txBody>
      </p:sp>
      <p:sp>
        <p:nvSpPr>
          <p:cNvPr id="2" name="Rectangle 1"/>
          <p:cNvSpPr/>
          <p:nvPr userDrawn="1"/>
        </p:nvSpPr>
        <p:spPr>
          <a:xfrm>
            <a:off x="838200" y="4143830"/>
            <a:ext cx="2046740" cy="20155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3" name="Rectangle 12"/>
          <p:cNvSpPr/>
          <p:nvPr userDrawn="1"/>
        </p:nvSpPr>
        <p:spPr>
          <a:xfrm>
            <a:off x="3037340" y="1988171"/>
            <a:ext cx="2046740" cy="20155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4" name="Text Placeholder 10"/>
          <p:cNvSpPr>
            <a:spLocks noGrp="1"/>
          </p:cNvSpPr>
          <p:nvPr>
            <p:ph type="body" sz="quarter" idx="27" hasCustomPrompt="1"/>
          </p:nvPr>
        </p:nvSpPr>
        <p:spPr>
          <a:xfrm>
            <a:off x="943566" y="4443315"/>
            <a:ext cx="1856079" cy="210146"/>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5" name="Text Placeholder 10"/>
          <p:cNvSpPr>
            <a:spLocks noGrp="1"/>
          </p:cNvSpPr>
          <p:nvPr>
            <p:ph type="body" sz="quarter" idx="28" hasCustomPrompt="1"/>
          </p:nvPr>
        </p:nvSpPr>
        <p:spPr>
          <a:xfrm>
            <a:off x="943566" y="4774084"/>
            <a:ext cx="1856079"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8" name="Text Placeholder 10"/>
          <p:cNvSpPr>
            <a:spLocks noGrp="1"/>
          </p:cNvSpPr>
          <p:nvPr>
            <p:ph type="body" sz="quarter" idx="29" hasCustomPrompt="1"/>
          </p:nvPr>
        </p:nvSpPr>
        <p:spPr>
          <a:xfrm>
            <a:off x="3139100" y="2321461"/>
            <a:ext cx="1856079" cy="210146"/>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9" name="Text Placeholder 10"/>
          <p:cNvSpPr>
            <a:spLocks noGrp="1"/>
          </p:cNvSpPr>
          <p:nvPr>
            <p:ph type="body" sz="quarter" idx="30" hasCustomPrompt="1"/>
          </p:nvPr>
        </p:nvSpPr>
        <p:spPr>
          <a:xfrm>
            <a:off x="3139100" y="2652230"/>
            <a:ext cx="1856079"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20" name="Picture Placeholder 6"/>
          <p:cNvSpPr>
            <a:spLocks noGrp="1"/>
          </p:cNvSpPr>
          <p:nvPr>
            <p:ph type="pic" sz="quarter" idx="31" hasCustomPrompt="1"/>
          </p:nvPr>
        </p:nvSpPr>
        <p:spPr>
          <a:xfrm>
            <a:off x="5236480" y="2023193"/>
            <a:ext cx="6117320" cy="1980518"/>
          </a:xfrm>
          <a:solidFill>
            <a:schemeClr val="bg1">
              <a:lumMod val="95000"/>
            </a:schemeClr>
          </a:solidFill>
        </p:spPr>
        <p:txBody>
          <a:bodyPr/>
          <a:lstStyle>
            <a:lvl1pPr>
              <a:defRPr/>
            </a:lvl1pPr>
          </a:lstStyle>
          <a:p>
            <a:r>
              <a:rPr lang="id-ID" dirty="0" smtClean="0"/>
              <a:t>Img</a:t>
            </a:r>
            <a:endParaRPr lang="en-AU" dirty="0"/>
          </a:p>
        </p:txBody>
      </p:sp>
      <p:sp>
        <p:nvSpPr>
          <p:cNvPr id="21" name="Rectangle 20"/>
          <p:cNvSpPr/>
          <p:nvPr userDrawn="1"/>
        </p:nvSpPr>
        <p:spPr>
          <a:xfrm>
            <a:off x="5236480" y="4143830"/>
            <a:ext cx="6117320" cy="20155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2" name="Text Placeholder 10"/>
          <p:cNvSpPr>
            <a:spLocks noGrp="1"/>
          </p:cNvSpPr>
          <p:nvPr>
            <p:ph type="body" sz="quarter" idx="32" hasCustomPrompt="1"/>
          </p:nvPr>
        </p:nvSpPr>
        <p:spPr>
          <a:xfrm>
            <a:off x="5500255" y="4408159"/>
            <a:ext cx="5537858" cy="210146"/>
          </a:xfrm>
        </p:spPr>
        <p:txBody>
          <a:bodyPr>
            <a:noAutofit/>
          </a:bodyPr>
          <a:lstStyle>
            <a:lvl1pPr algn="l">
              <a:defRPr sz="16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3" name="Text Placeholder 10"/>
          <p:cNvSpPr>
            <a:spLocks noGrp="1"/>
          </p:cNvSpPr>
          <p:nvPr>
            <p:ph type="body" sz="quarter" idx="33" hasCustomPrompt="1"/>
          </p:nvPr>
        </p:nvSpPr>
        <p:spPr>
          <a:xfrm>
            <a:off x="5500255" y="4794349"/>
            <a:ext cx="5537858" cy="947408"/>
          </a:xfrm>
        </p:spPr>
        <p:txBody>
          <a:bodyPr>
            <a:noAutofit/>
          </a:bodyPr>
          <a:lstStyle>
            <a:lvl1pPr algn="l">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 here</a:t>
            </a:r>
            <a:endParaRPr lang="en-AU" dirty="0"/>
          </a:p>
        </p:txBody>
      </p:sp>
    </p:spTree>
    <p:extLst>
      <p:ext uri="{BB962C8B-B14F-4D97-AF65-F5344CB8AC3E}">
        <p14:creationId xmlns:p14="http://schemas.microsoft.com/office/powerpoint/2010/main" val="26466067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
                                        <p:tgtEl>
                                          <p:spTgt spid="2"/>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animEffect transition="in" filter="fade">
                                      <p:cBhvr>
                                        <p:cTn id="25" dur="500"/>
                                        <p:tgtEl>
                                          <p:spTgt spid="14">
                                            <p:txEl>
                                              <p:pRg st="0" end="0"/>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5">
                                            <p:txEl>
                                              <p:pRg st="0" end="0"/>
                                            </p:txEl>
                                          </p:spTgt>
                                        </p:tgtEl>
                                        <p:attrNameLst>
                                          <p:attrName>style.visibility</p:attrName>
                                        </p:attrNameLst>
                                      </p:cBhvr>
                                      <p:to>
                                        <p:strVal val="visible"/>
                                      </p:to>
                                    </p:set>
                                    <p:animEffect transition="in" filter="fade">
                                      <p:cBhvr>
                                        <p:cTn id="28" dur="500"/>
                                        <p:tgtEl>
                                          <p:spTgt spid="15">
                                            <p:txEl>
                                              <p:pRg st="0" end="0"/>
                                            </p:txEl>
                                          </p:spTgt>
                                        </p:tgtEl>
                                      </p:cBhvr>
                                    </p:animEffect>
                                  </p:childTnLst>
                                </p:cTn>
                              </p:par>
                            </p:childTnLst>
                          </p:cTn>
                        </p:par>
                        <p:par>
                          <p:cTn id="29" fill="hold">
                            <p:stCondLst>
                              <p:cond delay="2500"/>
                            </p:stCondLst>
                            <p:childTnLst>
                              <p:par>
                                <p:cTn id="30" presetID="53" presetClass="entr" presetSubtype="16"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p:cTn id="32" dur="500" fill="hold"/>
                                        <p:tgtEl>
                                          <p:spTgt spid="11"/>
                                        </p:tgtEl>
                                        <p:attrNameLst>
                                          <p:attrName>ppt_w</p:attrName>
                                        </p:attrNameLst>
                                      </p:cBhvr>
                                      <p:tavLst>
                                        <p:tav tm="0">
                                          <p:val>
                                            <p:fltVal val="0"/>
                                          </p:val>
                                        </p:tav>
                                        <p:tav tm="100000">
                                          <p:val>
                                            <p:strVal val="#ppt_w"/>
                                          </p:val>
                                        </p:tav>
                                      </p:tavLst>
                                    </p:anim>
                                    <p:anim calcmode="lin" valueType="num">
                                      <p:cBhvr>
                                        <p:cTn id="33" dur="500" fill="hold"/>
                                        <p:tgtEl>
                                          <p:spTgt spid="11"/>
                                        </p:tgtEl>
                                        <p:attrNameLst>
                                          <p:attrName>ppt_h</p:attrName>
                                        </p:attrNameLst>
                                      </p:cBhvr>
                                      <p:tavLst>
                                        <p:tav tm="0">
                                          <p:val>
                                            <p:fltVal val="0"/>
                                          </p:val>
                                        </p:tav>
                                        <p:tav tm="100000">
                                          <p:val>
                                            <p:strVal val="#ppt_h"/>
                                          </p:val>
                                        </p:tav>
                                      </p:tavLst>
                                    </p:anim>
                                    <p:animEffect transition="in" filter="fade">
                                      <p:cBhvr>
                                        <p:cTn id="34" dur="500"/>
                                        <p:tgtEl>
                                          <p:spTgt spid="11"/>
                                        </p:tgtEl>
                                      </p:cBhvr>
                                    </p:animEffect>
                                  </p:childTnLst>
                                </p:cTn>
                              </p:par>
                            </p:childTnLst>
                          </p:cTn>
                        </p:par>
                        <p:par>
                          <p:cTn id="35" fill="hold">
                            <p:stCondLst>
                              <p:cond delay="3000"/>
                            </p:stCondLst>
                            <p:childTnLst>
                              <p:par>
                                <p:cTn id="36" presetID="10" presetClass="entr" presetSubtype="0" fill="hold" grpId="0" nodeType="after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childTnLst>
                                </p:cTn>
                              </p:par>
                            </p:childTnLst>
                          </p:cTn>
                        </p:par>
                        <p:par>
                          <p:cTn id="39" fill="hold">
                            <p:stCondLst>
                              <p:cond delay="3500"/>
                            </p:stCondLst>
                            <p:childTnLst>
                              <p:par>
                                <p:cTn id="40" presetID="10" presetClass="entr" presetSubtype="0" fill="hold" grpId="0" nodeType="afterEffect">
                                  <p:stCondLst>
                                    <p:cond delay="0"/>
                                  </p:stCondLst>
                                  <p:childTnLst>
                                    <p:set>
                                      <p:cBhvr>
                                        <p:cTn id="41" dur="1" fill="hold">
                                          <p:stCondLst>
                                            <p:cond delay="0"/>
                                          </p:stCondLst>
                                        </p:cTn>
                                        <p:tgtEl>
                                          <p:spTgt spid="18">
                                            <p:txEl>
                                              <p:pRg st="0" end="0"/>
                                            </p:txEl>
                                          </p:spTgt>
                                        </p:tgtEl>
                                        <p:attrNameLst>
                                          <p:attrName>style.visibility</p:attrName>
                                        </p:attrNameLst>
                                      </p:cBhvr>
                                      <p:to>
                                        <p:strVal val="visible"/>
                                      </p:to>
                                    </p:set>
                                    <p:animEffect transition="in" filter="fade">
                                      <p:cBhvr>
                                        <p:cTn id="42" dur="500"/>
                                        <p:tgtEl>
                                          <p:spTgt spid="18">
                                            <p:txEl>
                                              <p:pRg st="0" end="0"/>
                                            </p:txEl>
                                          </p:spTgt>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9">
                                            <p:txEl>
                                              <p:pRg st="0" end="0"/>
                                            </p:txEl>
                                          </p:spTgt>
                                        </p:tgtEl>
                                        <p:attrNameLst>
                                          <p:attrName>style.visibility</p:attrName>
                                        </p:attrNameLst>
                                      </p:cBhvr>
                                      <p:to>
                                        <p:strVal val="visible"/>
                                      </p:to>
                                    </p:set>
                                    <p:animEffect transition="in" filter="fade">
                                      <p:cBhvr>
                                        <p:cTn id="45" dur="500"/>
                                        <p:tgtEl>
                                          <p:spTgt spid="19">
                                            <p:txEl>
                                              <p:pRg st="0" end="0"/>
                                            </p:txEl>
                                          </p:spTgt>
                                        </p:tgtEl>
                                      </p:cBhvr>
                                    </p:animEffect>
                                  </p:childTnLst>
                                </p:cTn>
                              </p:par>
                            </p:childTnLst>
                          </p:cTn>
                        </p:par>
                        <p:par>
                          <p:cTn id="46" fill="hold">
                            <p:stCondLst>
                              <p:cond delay="4000"/>
                            </p:stCondLst>
                            <p:childTnLst>
                              <p:par>
                                <p:cTn id="47" presetID="53" presetClass="entr" presetSubtype="16" fill="hold" grpId="0" nodeType="afterEffect">
                                  <p:stCondLst>
                                    <p:cond delay="0"/>
                                  </p:stCondLst>
                                  <p:childTnLst>
                                    <p:set>
                                      <p:cBhvr>
                                        <p:cTn id="48" dur="1" fill="hold">
                                          <p:stCondLst>
                                            <p:cond delay="0"/>
                                          </p:stCondLst>
                                        </p:cTn>
                                        <p:tgtEl>
                                          <p:spTgt spid="20"/>
                                        </p:tgtEl>
                                        <p:attrNameLst>
                                          <p:attrName>style.visibility</p:attrName>
                                        </p:attrNameLst>
                                      </p:cBhvr>
                                      <p:to>
                                        <p:strVal val="visible"/>
                                      </p:to>
                                    </p:set>
                                    <p:anim calcmode="lin" valueType="num">
                                      <p:cBhvr>
                                        <p:cTn id="49" dur="500" fill="hold"/>
                                        <p:tgtEl>
                                          <p:spTgt spid="20"/>
                                        </p:tgtEl>
                                        <p:attrNameLst>
                                          <p:attrName>ppt_w</p:attrName>
                                        </p:attrNameLst>
                                      </p:cBhvr>
                                      <p:tavLst>
                                        <p:tav tm="0">
                                          <p:val>
                                            <p:fltVal val="0"/>
                                          </p:val>
                                        </p:tav>
                                        <p:tav tm="100000">
                                          <p:val>
                                            <p:strVal val="#ppt_w"/>
                                          </p:val>
                                        </p:tav>
                                      </p:tavLst>
                                    </p:anim>
                                    <p:anim calcmode="lin" valueType="num">
                                      <p:cBhvr>
                                        <p:cTn id="50" dur="500" fill="hold"/>
                                        <p:tgtEl>
                                          <p:spTgt spid="20"/>
                                        </p:tgtEl>
                                        <p:attrNameLst>
                                          <p:attrName>ppt_h</p:attrName>
                                        </p:attrNameLst>
                                      </p:cBhvr>
                                      <p:tavLst>
                                        <p:tav tm="0">
                                          <p:val>
                                            <p:fltVal val="0"/>
                                          </p:val>
                                        </p:tav>
                                        <p:tav tm="100000">
                                          <p:val>
                                            <p:strVal val="#ppt_h"/>
                                          </p:val>
                                        </p:tav>
                                      </p:tavLst>
                                    </p:anim>
                                    <p:animEffect transition="in" filter="fade">
                                      <p:cBhvr>
                                        <p:cTn id="51" dur="500"/>
                                        <p:tgtEl>
                                          <p:spTgt spid="20"/>
                                        </p:tgtEl>
                                      </p:cBhvr>
                                    </p:animEffect>
                                  </p:childTnLst>
                                </p:cTn>
                              </p:par>
                            </p:childTnLst>
                          </p:cTn>
                        </p:par>
                        <p:par>
                          <p:cTn id="52" fill="hold">
                            <p:stCondLst>
                              <p:cond delay="4500"/>
                            </p:stCondLst>
                            <p:childTnLst>
                              <p:par>
                                <p:cTn id="53" presetID="10" presetClass="entr" presetSubtype="0"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par>
                          <p:cTn id="56" fill="hold">
                            <p:stCondLst>
                              <p:cond delay="5000"/>
                            </p:stCondLst>
                            <p:childTnLst>
                              <p:par>
                                <p:cTn id="57" presetID="10" presetClass="entr" presetSubtype="0" fill="hold" grpId="0" nodeType="afterEffect">
                                  <p:stCondLst>
                                    <p:cond delay="0"/>
                                  </p:stCondLst>
                                  <p:childTnLst>
                                    <p:set>
                                      <p:cBhvr>
                                        <p:cTn id="58" dur="1" fill="hold">
                                          <p:stCondLst>
                                            <p:cond delay="0"/>
                                          </p:stCondLst>
                                        </p:cTn>
                                        <p:tgtEl>
                                          <p:spTgt spid="22">
                                            <p:txEl>
                                              <p:pRg st="0" end="0"/>
                                            </p:txEl>
                                          </p:spTgt>
                                        </p:tgtEl>
                                        <p:attrNameLst>
                                          <p:attrName>style.visibility</p:attrName>
                                        </p:attrNameLst>
                                      </p:cBhvr>
                                      <p:to>
                                        <p:strVal val="visible"/>
                                      </p:to>
                                    </p:set>
                                    <p:animEffect transition="in" filter="fade">
                                      <p:cBhvr>
                                        <p:cTn id="59" dur="500"/>
                                        <p:tgtEl>
                                          <p:spTgt spid="22">
                                            <p:txEl>
                                              <p:pRg st="0" end="0"/>
                                            </p:txEl>
                                          </p:spTgt>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3">
                                            <p:txEl>
                                              <p:pRg st="0" end="0"/>
                                            </p:txEl>
                                          </p:spTgt>
                                        </p:tgtEl>
                                        <p:attrNameLst>
                                          <p:attrName>style.visibility</p:attrName>
                                        </p:attrNameLst>
                                      </p:cBhvr>
                                      <p:to>
                                        <p:strVal val="visible"/>
                                      </p:to>
                                    </p:set>
                                    <p:animEffect transition="in" filter="fade">
                                      <p:cBhvr>
                                        <p:cTn id="62" dur="500"/>
                                        <p:tgtEl>
                                          <p:spTgt spid="2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11" grpId="0" animBg="1"/>
      <p:bldP spid="2" grpId="0" animBg="1"/>
      <p:bldP spid="13" grpId="0" animBg="1"/>
      <p:bldP spid="14" grpId="0" build="p">
        <p:tmplLst>
          <p:tmpl lvl="1">
            <p:tnLst>
              <p:par>
                <p:cTn presetID="10" presetClass="entr" presetSubtype="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5" grpId="0" build="p">
        <p:tmplLst>
          <p:tmpl lvl="1">
            <p:tnLst>
              <p:par>
                <p:cTn presetID="10"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8" grpId="0" build="p">
        <p:tmplLst>
          <p:tmpl lvl="1">
            <p:tnLst>
              <p:par>
                <p:cTn presetID="10"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animBg="1"/>
      <p:bldP spid="21" grpId="0" animBg="1"/>
      <p:bldP spid="22" grpId="0" build="p">
        <p:tmplLst>
          <p:tmpl lvl="1">
            <p:tnLst>
              <p:par>
                <p:cTn presetID="10" presetClass="entr" presetSubtype="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P spid="23" grpId="0" build="p">
        <p:tmplLst>
          <p:tmpl lvl="1">
            <p:tnLst>
              <p:par>
                <p:cTn presetID="10" presetClass="entr" presetSubtype="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Lst>
  </p:timing>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CD069CBD-7620-804F-8ECE-1D323543F45B}"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Picture Placeholder 6"/>
          <p:cNvSpPr>
            <a:spLocks noGrp="1"/>
          </p:cNvSpPr>
          <p:nvPr>
            <p:ph type="pic" sz="quarter" idx="13" hasCustomPrompt="1"/>
          </p:nvPr>
        </p:nvSpPr>
        <p:spPr>
          <a:xfrm>
            <a:off x="0" y="1732353"/>
            <a:ext cx="3049966" cy="2213642"/>
          </a:xfrm>
          <a:solidFill>
            <a:schemeClr val="bg1">
              <a:lumMod val="95000"/>
            </a:schemeClr>
          </a:solidFill>
        </p:spPr>
        <p:txBody>
          <a:bodyPr/>
          <a:lstStyle>
            <a:lvl1pPr>
              <a:defRPr/>
            </a:lvl1pPr>
          </a:lstStyle>
          <a:p>
            <a:r>
              <a:rPr lang="id-ID" dirty="0" smtClean="0"/>
              <a:t>Img</a:t>
            </a:r>
            <a:endParaRPr lang="en-AU" dirty="0"/>
          </a:p>
        </p:txBody>
      </p:sp>
      <p:sp>
        <p:nvSpPr>
          <p:cNvPr id="13" name="Rectangle 12"/>
          <p:cNvSpPr/>
          <p:nvPr userDrawn="1"/>
        </p:nvSpPr>
        <p:spPr>
          <a:xfrm>
            <a:off x="0" y="3956223"/>
            <a:ext cx="3049966" cy="22096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Picture Placeholder 6"/>
          <p:cNvSpPr>
            <a:spLocks noGrp="1"/>
          </p:cNvSpPr>
          <p:nvPr>
            <p:ph type="pic" sz="quarter" idx="14" hasCustomPrompt="1"/>
          </p:nvPr>
        </p:nvSpPr>
        <p:spPr>
          <a:xfrm>
            <a:off x="3049966" y="3952208"/>
            <a:ext cx="3078994" cy="2207429"/>
          </a:xfrm>
          <a:solidFill>
            <a:schemeClr val="bg1">
              <a:lumMod val="95000"/>
            </a:schemeClr>
          </a:solidFill>
        </p:spPr>
        <p:txBody>
          <a:bodyPr/>
          <a:lstStyle>
            <a:lvl1pPr>
              <a:defRPr/>
            </a:lvl1pPr>
          </a:lstStyle>
          <a:p>
            <a:r>
              <a:rPr lang="id-ID" dirty="0" smtClean="0"/>
              <a:t>Img</a:t>
            </a:r>
            <a:endParaRPr lang="en-AU" dirty="0"/>
          </a:p>
        </p:txBody>
      </p:sp>
      <p:sp>
        <p:nvSpPr>
          <p:cNvPr id="30" name="Rectangle 29"/>
          <p:cNvSpPr/>
          <p:nvPr userDrawn="1"/>
        </p:nvSpPr>
        <p:spPr>
          <a:xfrm>
            <a:off x="3049966" y="1732353"/>
            <a:ext cx="3078994" cy="221985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Picture Placeholder 6"/>
          <p:cNvSpPr>
            <a:spLocks noGrp="1"/>
          </p:cNvSpPr>
          <p:nvPr>
            <p:ph type="pic" sz="quarter" idx="15" hasCustomPrompt="1"/>
          </p:nvPr>
        </p:nvSpPr>
        <p:spPr>
          <a:xfrm>
            <a:off x="6128960" y="1738566"/>
            <a:ext cx="3049966" cy="2213642"/>
          </a:xfrm>
          <a:solidFill>
            <a:schemeClr val="bg1">
              <a:lumMod val="95000"/>
            </a:schemeClr>
          </a:solidFill>
        </p:spPr>
        <p:txBody>
          <a:bodyPr/>
          <a:lstStyle>
            <a:lvl1pPr>
              <a:defRPr/>
            </a:lvl1pPr>
          </a:lstStyle>
          <a:p>
            <a:r>
              <a:rPr lang="id-ID" dirty="0" smtClean="0"/>
              <a:t>Img</a:t>
            </a:r>
            <a:endParaRPr lang="en-AU" dirty="0"/>
          </a:p>
        </p:txBody>
      </p:sp>
      <p:sp>
        <p:nvSpPr>
          <p:cNvPr id="32" name="Rectangle 31"/>
          <p:cNvSpPr/>
          <p:nvPr userDrawn="1"/>
        </p:nvSpPr>
        <p:spPr>
          <a:xfrm>
            <a:off x="6128960" y="3952208"/>
            <a:ext cx="3049966" cy="221985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Picture Placeholder 6"/>
          <p:cNvSpPr>
            <a:spLocks noGrp="1"/>
          </p:cNvSpPr>
          <p:nvPr>
            <p:ph type="pic" sz="quarter" idx="16" hasCustomPrompt="1"/>
          </p:nvPr>
        </p:nvSpPr>
        <p:spPr>
          <a:xfrm>
            <a:off x="9178926" y="3941990"/>
            <a:ext cx="3078994" cy="2217647"/>
          </a:xfrm>
          <a:solidFill>
            <a:schemeClr val="bg1">
              <a:lumMod val="95000"/>
            </a:schemeClr>
          </a:solidFill>
        </p:spPr>
        <p:txBody>
          <a:bodyPr/>
          <a:lstStyle>
            <a:lvl1pPr>
              <a:defRPr/>
            </a:lvl1pPr>
          </a:lstStyle>
          <a:p>
            <a:r>
              <a:rPr lang="id-ID" dirty="0" smtClean="0"/>
              <a:t>Img</a:t>
            </a:r>
            <a:endParaRPr lang="en-AU" dirty="0"/>
          </a:p>
        </p:txBody>
      </p:sp>
      <p:sp>
        <p:nvSpPr>
          <p:cNvPr id="34" name="Rectangle 33"/>
          <p:cNvSpPr/>
          <p:nvPr userDrawn="1"/>
        </p:nvSpPr>
        <p:spPr>
          <a:xfrm>
            <a:off x="9178926" y="1732353"/>
            <a:ext cx="3078994" cy="221985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Text Placeholder 10"/>
          <p:cNvSpPr>
            <a:spLocks noGrp="1"/>
          </p:cNvSpPr>
          <p:nvPr>
            <p:ph type="body" sz="quarter" idx="27" hasCustomPrompt="1"/>
          </p:nvPr>
        </p:nvSpPr>
        <p:spPr>
          <a:xfrm>
            <a:off x="482080" y="4287622"/>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6" name="Text Placeholder 10"/>
          <p:cNvSpPr>
            <a:spLocks noGrp="1"/>
          </p:cNvSpPr>
          <p:nvPr>
            <p:ph type="body" sz="quarter" idx="28" hasCustomPrompt="1"/>
          </p:nvPr>
        </p:nvSpPr>
        <p:spPr>
          <a:xfrm>
            <a:off x="482080" y="4624507"/>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37" name="Text Placeholder 10"/>
          <p:cNvSpPr>
            <a:spLocks noGrp="1"/>
          </p:cNvSpPr>
          <p:nvPr>
            <p:ph type="body" sz="quarter" idx="29" hasCustomPrompt="1"/>
          </p:nvPr>
        </p:nvSpPr>
        <p:spPr>
          <a:xfrm>
            <a:off x="3452654" y="2109863"/>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8" name="Text Placeholder 10"/>
          <p:cNvSpPr>
            <a:spLocks noGrp="1"/>
          </p:cNvSpPr>
          <p:nvPr>
            <p:ph type="body" sz="quarter" idx="30" hasCustomPrompt="1"/>
          </p:nvPr>
        </p:nvSpPr>
        <p:spPr>
          <a:xfrm>
            <a:off x="3452654" y="2446748"/>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39" name="Text Placeholder 10"/>
          <p:cNvSpPr>
            <a:spLocks noGrp="1"/>
          </p:cNvSpPr>
          <p:nvPr>
            <p:ph type="body" sz="quarter" idx="31" hasCustomPrompt="1"/>
          </p:nvPr>
        </p:nvSpPr>
        <p:spPr>
          <a:xfrm>
            <a:off x="6531648" y="4323504"/>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40" name="Text Placeholder 10"/>
          <p:cNvSpPr>
            <a:spLocks noGrp="1"/>
          </p:cNvSpPr>
          <p:nvPr>
            <p:ph type="body" sz="quarter" idx="32" hasCustomPrompt="1"/>
          </p:nvPr>
        </p:nvSpPr>
        <p:spPr>
          <a:xfrm>
            <a:off x="6531648" y="4660389"/>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41" name="Text Placeholder 10"/>
          <p:cNvSpPr>
            <a:spLocks noGrp="1"/>
          </p:cNvSpPr>
          <p:nvPr>
            <p:ph type="body" sz="quarter" idx="33" hasCustomPrompt="1"/>
          </p:nvPr>
        </p:nvSpPr>
        <p:spPr>
          <a:xfrm>
            <a:off x="9610642" y="2109863"/>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42" name="Text Placeholder 10"/>
          <p:cNvSpPr>
            <a:spLocks noGrp="1"/>
          </p:cNvSpPr>
          <p:nvPr>
            <p:ph type="body" sz="quarter" idx="34" hasCustomPrompt="1"/>
          </p:nvPr>
        </p:nvSpPr>
        <p:spPr>
          <a:xfrm>
            <a:off x="9610642" y="2446748"/>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Tree>
    <p:extLst>
      <p:ext uri="{BB962C8B-B14F-4D97-AF65-F5344CB8AC3E}">
        <p14:creationId xmlns:p14="http://schemas.microsoft.com/office/powerpoint/2010/main" val="10588094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par>
                                <p:cTn id="18" presetID="22" presetClass="entr" presetSubtype="1" fill="hold" grpId="0" nodeType="with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wipe(up)">
                                      <p:cBhvr>
                                        <p:cTn id="20" dur="500"/>
                                        <p:tgtEl>
                                          <p:spTgt spid="13"/>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animEffect transition="in" filter="fade">
                                      <p:cBhvr>
                                        <p:cTn id="23" dur="500"/>
                                        <p:tgtEl>
                                          <p:spTgt spid="35">
                                            <p:txEl>
                                              <p:pRg st="0" end="0"/>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6">
                                            <p:txEl>
                                              <p:pRg st="0" end="0"/>
                                            </p:txEl>
                                          </p:spTgt>
                                        </p:tgtEl>
                                        <p:attrNameLst>
                                          <p:attrName>style.visibility</p:attrName>
                                        </p:attrNameLst>
                                      </p:cBhvr>
                                      <p:to>
                                        <p:strVal val="visible"/>
                                      </p:to>
                                    </p:set>
                                    <p:animEffect transition="in" filter="fade">
                                      <p:cBhvr>
                                        <p:cTn id="26" dur="500"/>
                                        <p:tgtEl>
                                          <p:spTgt spid="36">
                                            <p:txEl>
                                              <p:pRg st="0" end="0"/>
                                            </p:txEl>
                                          </p:spTgt>
                                        </p:tgtEl>
                                      </p:cBhvr>
                                    </p:animEffect>
                                  </p:childTnLst>
                                </p:cTn>
                              </p:par>
                            </p:childTnLst>
                          </p:cTn>
                        </p:par>
                        <p:par>
                          <p:cTn id="27" fill="hold">
                            <p:stCondLst>
                              <p:cond delay="1500"/>
                            </p:stCondLst>
                            <p:childTnLst>
                              <p:par>
                                <p:cTn id="28" presetID="53" presetClass="entr" presetSubtype="16" fill="hold" grpId="0" nodeType="afterEffect">
                                  <p:stCondLst>
                                    <p:cond delay="0"/>
                                  </p:stCondLst>
                                  <p:childTnLst>
                                    <p:set>
                                      <p:cBhvr>
                                        <p:cTn id="29" dur="1" fill="hold">
                                          <p:stCondLst>
                                            <p:cond delay="0"/>
                                          </p:stCondLst>
                                        </p:cTn>
                                        <p:tgtEl>
                                          <p:spTgt spid="29"/>
                                        </p:tgtEl>
                                        <p:attrNameLst>
                                          <p:attrName>style.visibility</p:attrName>
                                        </p:attrNameLst>
                                      </p:cBhvr>
                                      <p:to>
                                        <p:strVal val="visible"/>
                                      </p:to>
                                    </p:set>
                                    <p:anim calcmode="lin" valueType="num">
                                      <p:cBhvr>
                                        <p:cTn id="30" dur="500" fill="hold"/>
                                        <p:tgtEl>
                                          <p:spTgt spid="29"/>
                                        </p:tgtEl>
                                        <p:attrNameLst>
                                          <p:attrName>ppt_w</p:attrName>
                                        </p:attrNameLst>
                                      </p:cBhvr>
                                      <p:tavLst>
                                        <p:tav tm="0">
                                          <p:val>
                                            <p:fltVal val="0"/>
                                          </p:val>
                                        </p:tav>
                                        <p:tav tm="100000">
                                          <p:val>
                                            <p:strVal val="#ppt_w"/>
                                          </p:val>
                                        </p:tav>
                                      </p:tavLst>
                                    </p:anim>
                                    <p:anim calcmode="lin" valueType="num">
                                      <p:cBhvr>
                                        <p:cTn id="31" dur="500" fill="hold"/>
                                        <p:tgtEl>
                                          <p:spTgt spid="29"/>
                                        </p:tgtEl>
                                        <p:attrNameLst>
                                          <p:attrName>ppt_h</p:attrName>
                                        </p:attrNameLst>
                                      </p:cBhvr>
                                      <p:tavLst>
                                        <p:tav tm="0">
                                          <p:val>
                                            <p:fltVal val="0"/>
                                          </p:val>
                                        </p:tav>
                                        <p:tav tm="100000">
                                          <p:val>
                                            <p:strVal val="#ppt_h"/>
                                          </p:val>
                                        </p:tav>
                                      </p:tavLst>
                                    </p:anim>
                                    <p:animEffect transition="in" filter="fade">
                                      <p:cBhvr>
                                        <p:cTn id="32" dur="500"/>
                                        <p:tgtEl>
                                          <p:spTgt spid="29"/>
                                        </p:tgtEl>
                                      </p:cBhvr>
                                    </p:animEffect>
                                  </p:childTnLst>
                                </p:cTn>
                              </p:par>
                              <p:par>
                                <p:cTn id="33" presetID="22" presetClass="entr" presetSubtype="4"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wipe(down)">
                                      <p:cBhvr>
                                        <p:cTn id="35" dur="500"/>
                                        <p:tgtEl>
                                          <p:spTgt spid="30"/>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7">
                                            <p:txEl>
                                              <p:pRg st="0" end="0"/>
                                            </p:txEl>
                                          </p:spTgt>
                                        </p:tgtEl>
                                        <p:attrNameLst>
                                          <p:attrName>style.visibility</p:attrName>
                                        </p:attrNameLst>
                                      </p:cBhvr>
                                      <p:to>
                                        <p:strVal val="visible"/>
                                      </p:to>
                                    </p:set>
                                    <p:animEffect transition="in" filter="fade">
                                      <p:cBhvr>
                                        <p:cTn id="38" dur="500"/>
                                        <p:tgtEl>
                                          <p:spTgt spid="37">
                                            <p:txEl>
                                              <p:pRg st="0" end="0"/>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8">
                                            <p:txEl>
                                              <p:pRg st="0" end="0"/>
                                            </p:txEl>
                                          </p:spTgt>
                                        </p:tgtEl>
                                        <p:attrNameLst>
                                          <p:attrName>style.visibility</p:attrName>
                                        </p:attrNameLst>
                                      </p:cBhvr>
                                      <p:to>
                                        <p:strVal val="visible"/>
                                      </p:to>
                                    </p:set>
                                    <p:animEffect transition="in" filter="fade">
                                      <p:cBhvr>
                                        <p:cTn id="41" dur="500"/>
                                        <p:tgtEl>
                                          <p:spTgt spid="38">
                                            <p:txEl>
                                              <p:pRg st="0" end="0"/>
                                            </p:txEl>
                                          </p:spTgt>
                                        </p:tgtEl>
                                      </p:cBhvr>
                                    </p:animEffect>
                                  </p:childTnLst>
                                </p:cTn>
                              </p:par>
                            </p:childTnLst>
                          </p:cTn>
                        </p:par>
                        <p:par>
                          <p:cTn id="42" fill="hold">
                            <p:stCondLst>
                              <p:cond delay="2000"/>
                            </p:stCondLst>
                            <p:childTnLst>
                              <p:par>
                                <p:cTn id="43" presetID="53" presetClass="entr" presetSubtype="16" fill="hold" grpId="0" nodeType="afterEffect">
                                  <p:stCondLst>
                                    <p:cond delay="0"/>
                                  </p:stCondLst>
                                  <p:childTnLst>
                                    <p:set>
                                      <p:cBhvr>
                                        <p:cTn id="44" dur="1" fill="hold">
                                          <p:stCondLst>
                                            <p:cond delay="0"/>
                                          </p:stCondLst>
                                        </p:cTn>
                                        <p:tgtEl>
                                          <p:spTgt spid="31"/>
                                        </p:tgtEl>
                                        <p:attrNameLst>
                                          <p:attrName>style.visibility</p:attrName>
                                        </p:attrNameLst>
                                      </p:cBhvr>
                                      <p:to>
                                        <p:strVal val="visible"/>
                                      </p:to>
                                    </p:set>
                                    <p:anim calcmode="lin" valueType="num">
                                      <p:cBhvr>
                                        <p:cTn id="45" dur="500" fill="hold"/>
                                        <p:tgtEl>
                                          <p:spTgt spid="31"/>
                                        </p:tgtEl>
                                        <p:attrNameLst>
                                          <p:attrName>ppt_w</p:attrName>
                                        </p:attrNameLst>
                                      </p:cBhvr>
                                      <p:tavLst>
                                        <p:tav tm="0">
                                          <p:val>
                                            <p:fltVal val="0"/>
                                          </p:val>
                                        </p:tav>
                                        <p:tav tm="100000">
                                          <p:val>
                                            <p:strVal val="#ppt_w"/>
                                          </p:val>
                                        </p:tav>
                                      </p:tavLst>
                                    </p:anim>
                                    <p:anim calcmode="lin" valueType="num">
                                      <p:cBhvr>
                                        <p:cTn id="46" dur="500" fill="hold"/>
                                        <p:tgtEl>
                                          <p:spTgt spid="31"/>
                                        </p:tgtEl>
                                        <p:attrNameLst>
                                          <p:attrName>ppt_h</p:attrName>
                                        </p:attrNameLst>
                                      </p:cBhvr>
                                      <p:tavLst>
                                        <p:tav tm="0">
                                          <p:val>
                                            <p:fltVal val="0"/>
                                          </p:val>
                                        </p:tav>
                                        <p:tav tm="100000">
                                          <p:val>
                                            <p:strVal val="#ppt_h"/>
                                          </p:val>
                                        </p:tav>
                                      </p:tavLst>
                                    </p:anim>
                                    <p:animEffect transition="in" filter="fade">
                                      <p:cBhvr>
                                        <p:cTn id="47" dur="500"/>
                                        <p:tgtEl>
                                          <p:spTgt spid="31"/>
                                        </p:tgtEl>
                                      </p:cBhvr>
                                    </p:animEffect>
                                  </p:childTnLst>
                                </p:cTn>
                              </p:par>
                              <p:par>
                                <p:cTn id="48" presetID="22" presetClass="entr" presetSubtype="1" fill="hold" grpId="0" nodeType="with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wipe(up)">
                                      <p:cBhvr>
                                        <p:cTn id="50" dur="500"/>
                                        <p:tgtEl>
                                          <p:spTgt spid="32"/>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9">
                                            <p:txEl>
                                              <p:pRg st="0" end="0"/>
                                            </p:txEl>
                                          </p:spTgt>
                                        </p:tgtEl>
                                        <p:attrNameLst>
                                          <p:attrName>style.visibility</p:attrName>
                                        </p:attrNameLst>
                                      </p:cBhvr>
                                      <p:to>
                                        <p:strVal val="visible"/>
                                      </p:to>
                                    </p:set>
                                    <p:animEffect transition="in" filter="fade">
                                      <p:cBhvr>
                                        <p:cTn id="53" dur="500"/>
                                        <p:tgtEl>
                                          <p:spTgt spid="39">
                                            <p:txEl>
                                              <p:pRg st="0" end="0"/>
                                            </p:txEl>
                                          </p:spTgt>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0">
                                            <p:txEl>
                                              <p:pRg st="0" end="0"/>
                                            </p:txEl>
                                          </p:spTgt>
                                        </p:tgtEl>
                                        <p:attrNameLst>
                                          <p:attrName>style.visibility</p:attrName>
                                        </p:attrNameLst>
                                      </p:cBhvr>
                                      <p:to>
                                        <p:strVal val="visible"/>
                                      </p:to>
                                    </p:set>
                                    <p:animEffect transition="in" filter="fade">
                                      <p:cBhvr>
                                        <p:cTn id="56" dur="500"/>
                                        <p:tgtEl>
                                          <p:spTgt spid="40">
                                            <p:txEl>
                                              <p:pRg st="0" end="0"/>
                                            </p:txEl>
                                          </p:spTgt>
                                        </p:tgtEl>
                                      </p:cBhvr>
                                    </p:animEffect>
                                  </p:childTnLst>
                                </p:cTn>
                              </p:par>
                            </p:childTnLst>
                          </p:cTn>
                        </p:par>
                        <p:par>
                          <p:cTn id="57" fill="hold">
                            <p:stCondLst>
                              <p:cond delay="2500"/>
                            </p:stCondLst>
                            <p:childTnLst>
                              <p:par>
                                <p:cTn id="58" presetID="53" presetClass="entr" presetSubtype="16" fill="hold" grpId="0" nodeType="afterEffect">
                                  <p:stCondLst>
                                    <p:cond delay="0"/>
                                  </p:stCondLst>
                                  <p:childTnLst>
                                    <p:set>
                                      <p:cBhvr>
                                        <p:cTn id="59" dur="1" fill="hold">
                                          <p:stCondLst>
                                            <p:cond delay="0"/>
                                          </p:stCondLst>
                                        </p:cTn>
                                        <p:tgtEl>
                                          <p:spTgt spid="33"/>
                                        </p:tgtEl>
                                        <p:attrNameLst>
                                          <p:attrName>style.visibility</p:attrName>
                                        </p:attrNameLst>
                                      </p:cBhvr>
                                      <p:to>
                                        <p:strVal val="visible"/>
                                      </p:to>
                                    </p:set>
                                    <p:anim calcmode="lin" valueType="num">
                                      <p:cBhvr>
                                        <p:cTn id="60" dur="500" fill="hold"/>
                                        <p:tgtEl>
                                          <p:spTgt spid="33"/>
                                        </p:tgtEl>
                                        <p:attrNameLst>
                                          <p:attrName>ppt_w</p:attrName>
                                        </p:attrNameLst>
                                      </p:cBhvr>
                                      <p:tavLst>
                                        <p:tav tm="0">
                                          <p:val>
                                            <p:fltVal val="0"/>
                                          </p:val>
                                        </p:tav>
                                        <p:tav tm="100000">
                                          <p:val>
                                            <p:strVal val="#ppt_w"/>
                                          </p:val>
                                        </p:tav>
                                      </p:tavLst>
                                    </p:anim>
                                    <p:anim calcmode="lin" valueType="num">
                                      <p:cBhvr>
                                        <p:cTn id="61" dur="500" fill="hold"/>
                                        <p:tgtEl>
                                          <p:spTgt spid="33"/>
                                        </p:tgtEl>
                                        <p:attrNameLst>
                                          <p:attrName>ppt_h</p:attrName>
                                        </p:attrNameLst>
                                      </p:cBhvr>
                                      <p:tavLst>
                                        <p:tav tm="0">
                                          <p:val>
                                            <p:fltVal val="0"/>
                                          </p:val>
                                        </p:tav>
                                        <p:tav tm="100000">
                                          <p:val>
                                            <p:strVal val="#ppt_h"/>
                                          </p:val>
                                        </p:tav>
                                      </p:tavLst>
                                    </p:anim>
                                    <p:animEffect transition="in" filter="fade">
                                      <p:cBhvr>
                                        <p:cTn id="62" dur="500"/>
                                        <p:tgtEl>
                                          <p:spTgt spid="33"/>
                                        </p:tgtEl>
                                      </p:cBhvr>
                                    </p:animEffect>
                                  </p:childTnLst>
                                </p:cTn>
                              </p:par>
                              <p:par>
                                <p:cTn id="63" presetID="22" presetClass="entr" presetSubtype="4" fill="hold" grpId="0" nodeType="withEffect">
                                  <p:stCondLst>
                                    <p:cond delay="0"/>
                                  </p:stCondLst>
                                  <p:childTnLst>
                                    <p:set>
                                      <p:cBhvr>
                                        <p:cTn id="64" dur="1" fill="hold">
                                          <p:stCondLst>
                                            <p:cond delay="0"/>
                                          </p:stCondLst>
                                        </p:cTn>
                                        <p:tgtEl>
                                          <p:spTgt spid="34"/>
                                        </p:tgtEl>
                                        <p:attrNameLst>
                                          <p:attrName>style.visibility</p:attrName>
                                        </p:attrNameLst>
                                      </p:cBhvr>
                                      <p:to>
                                        <p:strVal val="visible"/>
                                      </p:to>
                                    </p:set>
                                    <p:animEffect transition="in" filter="wipe(down)">
                                      <p:cBhvr>
                                        <p:cTn id="65" dur="500"/>
                                        <p:tgtEl>
                                          <p:spTgt spid="34"/>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1">
                                            <p:txEl>
                                              <p:pRg st="0" end="0"/>
                                            </p:txEl>
                                          </p:spTgt>
                                        </p:tgtEl>
                                        <p:attrNameLst>
                                          <p:attrName>style.visibility</p:attrName>
                                        </p:attrNameLst>
                                      </p:cBhvr>
                                      <p:to>
                                        <p:strVal val="visible"/>
                                      </p:to>
                                    </p:set>
                                    <p:animEffect transition="in" filter="fade">
                                      <p:cBhvr>
                                        <p:cTn id="68" dur="500"/>
                                        <p:tgtEl>
                                          <p:spTgt spid="41">
                                            <p:txEl>
                                              <p:pRg st="0" end="0"/>
                                            </p:txEl>
                                          </p:spTgt>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42">
                                            <p:txEl>
                                              <p:pRg st="0" end="0"/>
                                            </p:txEl>
                                          </p:spTgt>
                                        </p:tgtEl>
                                        <p:attrNameLst>
                                          <p:attrName>style.visibility</p:attrName>
                                        </p:attrNameLst>
                                      </p:cBhvr>
                                      <p:to>
                                        <p:strVal val="visible"/>
                                      </p:to>
                                    </p:set>
                                    <p:animEffect transition="in" filter="fade">
                                      <p:cBhvr>
                                        <p:cTn id="71" dur="500"/>
                                        <p:tgtEl>
                                          <p:spTgt spid="4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13" grpId="0" animBg="1"/>
      <p:bldP spid="29" grpId="0" animBg="1"/>
      <p:bldP spid="30" grpId="0" animBg="1"/>
      <p:bldP spid="31" grpId="0" animBg="1"/>
      <p:bldP spid="32" grpId="0" animBg="1"/>
      <p:bldP spid="33" grpId="0" animBg="1"/>
      <p:bldP spid="34" grpId="0" animBg="1"/>
      <p:bldP spid="35" grpId="0" build="p">
        <p:tmplLst>
          <p:tmpl lvl="1">
            <p:tnLst>
              <p:par>
                <p:cTn presetID="10" presetClass="entr" presetSubtype="0" fill="hold" nodeType="with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fade">
                      <p:cBhvr>
                        <p:cTn dur="500"/>
                        <p:tgtEl>
                          <p:spTgt spid="35"/>
                        </p:tgtEl>
                      </p:cBhvr>
                    </p:animEffect>
                  </p:childTnLst>
                </p:cTn>
              </p:par>
            </p:tnLst>
          </p:tmpl>
        </p:tmplLst>
      </p:bldP>
      <p:bldP spid="36" grpId="0" build="p">
        <p:tmplLst>
          <p:tmpl lvl="1">
            <p:tnLst>
              <p:par>
                <p:cTn presetID="10" presetClass="entr" presetSubtype="0" fill="hold" nodeType="with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7" grpId="0" build="p">
        <p:tmplLst>
          <p:tmpl lvl="1">
            <p:tnLst>
              <p:par>
                <p:cTn presetID="10" presetClass="entr" presetSubtype="0" fill="hold" nodeType="with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8" grpId="0" build="p">
        <p:tmplLst>
          <p:tmpl lvl="1">
            <p:tnLst>
              <p:par>
                <p:cTn presetID="10" presetClass="entr" presetSubtype="0" fill="hold" nodeType="with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39" grpId="0" build="p">
        <p:tmplLst>
          <p:tmpl lvl="1">
            <p:tnLst>
              <p:par>
                <p:cTn presetID="10"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0" grpId="0" build="p">
        <p:tmplLst>
          <p:tmpl lvl="1">
            <p:tnLst>
              <p:par>
                <p:cTn presetID="10"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build="p">
        <p:tmplLst>
          <p:tmpl lvl="1">
            <p:tnLst>
              <p:par>
                <p:cTn presetID="10"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42" grpId="0" build="p">
        <p:tmplLst>
          <p:tmpl lvl="1">
            <p:tnLst>
              <p:par>
                <p:cTn presetID="10"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Lst>
  </p:timing>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798420F6-91B8-8E44-9D38-9A6B3B9AE4D1}"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25" name="Rectangle 24"/>
          <p:cNvSpPr/>
          <p:nvPr/>
        </p:nvSpPr>
        <p:spPr>
          <a:xfrm>
            <a:off x="750415" y="4140551"/>
            <a:ext cx="2438400" cy="1556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28" name="Rectangle 27"/>
          <p:cNvSpPr/>
          <p:nvPr/>
        </p:nvSpPr>
        <p:spPr>
          <a:xfrm>
            <a:off x="3513935" y="4140551"/>
            <a:ext cx="2438400" cy="15569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45" name="Rectangle 44"/>
          <p:cNvSpPr/>
          <p:nvPr/>
        </p:nvSpPr>
        <p:spPr>
          <a:xfrm>
            <a:off x="6252376" y="4140551"/>
            <a:ext cx="2438400" cy="15569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48" name="Rectangle 47"/>
          <p:cNvSpPr/>
          <p:nvPr/>
        </p:nvSpPr>
        <p:spPr>
          <a:xfrm>
            <a:off x="9015896" y="4138659"/>
            <a:ext cx="2438400" cy="15569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49" name="Picture Placeholder 48"/>
          <p:cNvSpPr>
            <a:spLocks noGrp="1"/>
          </p:cNvSpPr>
          <p:nvPr>
            <p:ph type="pic" sz="quarter" idx="13"/>
          </p:nvPr>
        </p:nvSpPr>
        <p:spPr>
          <a:xfrm>
            <a:off x="750414" y="1953469"/>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0" name="Picture Placeholder 49"/>
          <p:cNvSpPr>
            <a:spLocks noGrp="1"/>
          </p:cNvSpPr>
          <p:nvPr>
            <p:ph type="pic" sz="quarter" idx="14"/>
          </p:nvPr>
        </p:nvSpPr>
        <p:spPr>
          <a:xfrm>
            <a:off x="3513934" y="1953469"/>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1" name="Picture Placeholder 50"/>
          <p:cNvSpPr>
            <a:spLocks noGrp="1"/>
          </p:cNvSpPr>
          <p:nvPr>
            <p:ph type="pic" sz="quarter" idx="15"/>
          </p:nvPr>
        </p:nvSpPr>
        <p:spPr>
          <a:xfrm>
            <a:off x="6252376" y="1953469"/>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2" name="Picture Placeholder 51"/>
          <p:cNvSpPr>
            <a:spLocks noGrp="1"/>
          </p:cNvSpPr>
          <p:nvPr>
            <p:ph type="pic" sz="quarter" idx="16"/>
          </p:nvPr>
        </p:nvSpPr>
        <p:spPr>
          <a:xfrm>
            <a:off x="9015896" y="1955361"/>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3" name="Text Placeholder 10"/>
          <p:cNvSpPr>
            <a:spLocks noGrp="1"/>
          </p:cNvSpPr>
          <p:nvPr>
            <p:ph type="body" sz="quarter" idx="17" hasCustomPrompt="1"/>
          </p:nvPr>
        </p:nvSpPr>
        <p:spPr>
          <a:xfrm>
            <a:off x="750413"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4" name="Text Placeholder 10"/>
          <p:cNvSpPr>
            <a:spLocks noGrp="1"/>
          </p:cNvSpPr>
          <p:nvPr>
            <p:ph type="body" sz="quarter" idx="18" hasCustomPrompt="1"/>
          </p:nvPr>
        </p:nvSpPr>
        <p:spPr>
          <a:xfrm>
            <a:off x="750414"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55" name="Text Placeholder 10"/>
          <p:cNvSpPr>
            <a:spLocks noGrp="1"/>
          </p:cNvSpPr>
          <p:nvPr>
            <p:ph type="body" sz="quarter" idx="19" hasCustomPrompt="1"/>
          </p:nvPr>
        </p:nvSpPr>
        <p:spPr>
          <a:xfrm>
            <a:off x="3513934"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6" name="Text Placeholder 10"/>
          <p:cNvSpPr>
            <a:spLocks noGrp="1"/>
          </p:cNvSpPr>
          <p:nvPr>
            <p:ph type="body" sz="quarter" idx="20" hasCustomPrompt="1"/>
          </p:nvPr>
        </p:nvSpPr>
        <p:spPr>
          <a:xfrm>
            <a:off x="3513935"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57" name="Text Placeholder 10"/>
          <p:cNvSpPr>
            <a:spLocks noGrp="1"/>
          </p:cNvSpPr>
          <p:nvPr>
            <p:ph type="body" sz="quarter" idx="21" hasCustomPrompt="1"/>
          </p:nvPr>
        </p:nvSpPr>
        <p:spPr>
          <a:xfrm>
            <a:off x="6277455"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8" name="Text Placeholder 10"/>
          <p:cNvSpPr>
            <a:spLocks noGrp="1"/>
          </p:cNvSpPr>
          <p:nvPr>
            <p:ph type="body" sz="quarter" idx="22" hasCustomPrompt="1"/>
          </p:nvPr>
        </p:nvSpPr>
        <p:spPr>
          <a:xfrm>
            <a:off x="6277456"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59" name="Text Placeholder 10"/>
          <p:cNvSpPr>
            <a:spLocks noGrp="1"/>
          </p:cNvSpPr>
          <p:nvPr>
            <p:ph type="body" sz="quarter" idx="23" hasCustomPrompt="1"/>
          </p:nvPr>
        </p:nvSpPr>
        <p:spPr>
          <a:xfrm>
            <a:off x="9015895"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60" name="Text Placeholder 10"/>
          <p:cNvSpPr>
            <a:spLocks noGrp="1"/>
          </p:cNvSpPr>
          <p:nvPr>
            <p:ph type="body" sz="quarter" idx="24" hasCustomPrompt="1"/>
          </p:nvPr>
        </p:nvSpPr>
        <p:spPr>
          <a:xfrm>
            <a:off x="9015896"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9704973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fade">
                                      <p:cBhvr>
                                        <p:cTn id="15" dur="500"/>
                                        <p:tgtEl>
                                          <p:spTgt spid="4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fade">
                                      <p:cBhvr>
                                        <p:cTn id="18" dur="500"/>
                                        <p:tgtEl>
                                          <p:spTgt spid="25"/>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53">
                                            <p:txEl>
                                              <p:pRg st="0" end="0"/>
                                            </p:txEl>
                                          </p:spTgt>
                                        </p:tgtEl>
                                        <p:attrNameLst>
                                          <p:attrName>style.visibility</p:attrName>
                                        </p:attrNameLst>
                                      </p:cBhvr>
                                      <p:to>
                                        <p:strVal val="visible"/>
                                      </p:to>
                                    </p:set>
                                    <p:animEffect transition="in" filter="fade">
                                      <p:cBhvr>
                                        <p:cTn id="22" dur="500"/>
                                        <p:tgtEl>
                                          <p:spTgt spid="53">
                                            <p:txEl>
                                              <p:pRg st="0" end="0"/>
                                            </p:txEl>
                                          </p:spTgt>
                                        </p:tgtEl>
                                      </p:cBhvr>
                                    </p:animEffect>
                                  </p:childTnLst>
                                </p:cTn>
                              </p:par>
                              <p:par>
                                <p:cTn id="23" presetID="42" presetClass="entr" presetSubtype="0" fill="hold" grpId="0" nodeType="withEffect">
                                  <p:stCondLst>
                                    <p:cond delay="0"/>
                                  </p:stCondLst>
                                  <p:childTnLst>
                                    <p:set>
                                      <p:cBhvr>
                                        <p:cTn id="24" dur="1" fill="hold">
                                          <p:stCondLst>
                                            <p:cond delay="0"/>
                                          </p:stCondLst>
                                        </p:cTn>
                                        <p:tgtEl>
                                          <p:spTgt spid="54">
                                            <p:txEl>
                                              <p:pRg st="0" end="0"/>
                                            </p:txEl>
                                          </p:spTgt>
                                        </p:tgtEl>
                                        <p:attrNameLst>
                                          <p:attrName>style.visibility</p:attrName>
                                        </p:attrNameLst>
                                      </p:cBhvr>
                                      <p:to>
                                        <p:strVal val="visible"/>
                                      </p:to>
                                    </p:set>
                                    <p:animEffect transition="in" filter="fade">
                                      <p:cBhvr>
                                        <p:cTn id="25" dur="500"/>
                                        <p:tgtEl>
                                          <p:spTgt spid="54">
                                            <p:txEl>
                                              <p:pRg st="0" end="0"/>
                                            </p:txEl>
                                          </p:spTgt>
                                        </p:tgtEl>
                                      </p:cBhvr>
                                    </p:animEffect>
                                    <p:anim calcmode="lin" valueType="num">
                                      <p:cBhvr>
                                        <p:cTn id="26" dur="500" fill="hold"/>
                                        <p:tgtEl>
                                          <p:spTgt spid="54">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54">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50"/>
                                        </p:tgtEl>
                                        <p:attrNameLst>
                                          <p:attrName>style.visibility</p:attrName>
                                        </p:attrNameLst>
                                      </p:cBhvr>
                                      <p:to>
                                        <p:strVal val="visible"/>
                                      </p:to>
                                    </p:set>
                                    <p:animEffect transition="in" filter="fade">
                                      <p:cBhvr>
                                        <p:cTn id="31" dur="500"/>
                                        <p:tgtEl>
                                          <p:spTgt spid="5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fade">
                                      <p:cBhvr>
                                        <p:cTn id="34" dur="500"/>
                                        <p:tgtEl>
                                          <p:spTgt spid="28"/>
                                        </p:tgtEl>
                                      </p:cBhvr>
                                    </p:animEffect>
                                  </p:childTnLst>
                                </p:cTn>
                              </p:par>
                            </p:childTnLst>
                          </p:cTn>
                        </p:par>
                        <p:par>
                          <p:cTn id="35" fill="hold">
                            <p:stCondLst>
                              <p:cond delay="2500"/>
                            </p:stCondLst>
                            <p:childTnLst>
                              <p:par>
                                <p:cTn id="36" presetID="10" presetClass="entr" presetSubtype="0" fill="hold" grpId="0" nodeType="afterEffect">
                                  <p:stCondLst>
                                    <p:cond delay="0"/>
                                  </p:stCondLst>
                                  <p:childTnLst>
                                    <p:set>
                                      <p:cBhvr>
                                        <p:cTn id="37" dur="1" fill="hold">
                                          <p:stCondLst>
                                            <p:cond delay="0"/>
                                          </p:stCondLst>
                                        </p:cTn>
                                        <p:tgtEl>
                                          <p:spTgt spid="55">
                                            <p:txEl>
                                              <p:pRg st="0" end="0"/>
                                            </p:txEl>
                                          </p:spTgt>
                                        </p:tgtEl>
                                        <p:attrNameLst>
                                          <p:attrName>style.visibility</p:attrName>
                                        </p:attrNameLst>
                                      </p:cBhvr>
                                      <p:to>
                                        <p:strVal val="visible"/>
                                      </p:to>
                                    </p:set>
                                    <p:animEffect transition="in" filter="fade">
                                      <p:cBhvr>
                                        <p:cTn id="38" dur="500"/>
                                        <p:tgtEl>
                                          <p:spTgt spid="55">
                                            <p:txEl>
                                              <p:pRg st="0" end="0"/>
                                            </p:txEl>
                                          </p:spTgt>
                                        </p:tgtEl>
                                      </p:cBhvr>
                                    </p:animEffect>
                                  </p:childTnLst>
                                </p:cTn>
                              </p:par>
                              <p:par>
                                <p:cTn id="39" presetID="42" presetClass="entr" presetSubtype="0" fill="hold" grpId="0" nodeType="withEffect">
                                  <p:stCondLst>
                                    <p:cond delay="0"/>
                                  </p:stCondLst>
                                  <p:childTnLst>
                                    <p:set>
                                      <p:cBhvr>
                                        <p:cTn id="40" dur="1" fill="hold">
                                          <p:stCondLst>
                                            <p:cond delay="0"/>
                                          </p:stCondLst>
                                        </p:cTn>
                                        <p:tgtEl>
                                          <p:spTgt spid="56">
                                            <p:txEl>
                                              <p:pRg st="0" end="0"/>
                                            </p:txEl>
                                          </p:spTgt>
                                        </p:tgtEl>
                                        <p:attrNameLst>
                                          <p:attrName>style.visibility</p:attrName>
                                        </p:attrNameLst>
                                      </p:cBhvr>
                                      <p:to>
                                        <p:strVal val="visible"/>
                                      </p:to>
                                    </p:set>
                                    <p:animEffect transition="in" filter="fade">
                                      <p:cBhvr>
                                        <p:cTn id="41" dur="500"/>
                                        <p:tgtEl>
                                          <p:spTgt spid="56">
                                            <p:txEl>
                                              <p:pRg st="0" end="0"/>
                                            </p:txEl>
                                          </p:spTgt>
                                        </p:tgtEl>
                                      </p:cBhvr>
                                    </p:animEffect>
                                    <p:anim calcmode="lin" valueType="num">
                                      <p:cBhvr>
                                        <p:cTn id="42" dur="500" fill="hold"/>
                                        <p:tgtEl>
                                          <p:spTgt spid="5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5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3000"/>
                            </p:stCondLst>
                            <p:childTnLst>
                              <p:par>
                                <p:cTn id="45" presetID="10" presetClass="entr" presetSubtype="0" fill="hold" grpId="0" nodeType="afterEffect">
                                  <p:stCondLst>
                                    <p:cond delay="0"/>
                                  </p:stCondLst>
                                  <p:childTnLst>
                                    <p:set>
                                      <p:cBhvr>
                                        <p:cTn id="46" dur="1" fill="hold">
                                          <p:stCondLst>
                                            <p:cond delay="0"/>
                                          </p:stCondLst>
                                        </p:cTn>
                                        <p:tgtEl>
                                          <p:spTgt spid="51"/>
                                        </p:tgtEl>
                                        <p:attrNameLst>
                                          <p:attrName>style.visibility</p:attrName>
                                        </p:attrNameLst>
                                      </p:cBhvr>
                                      <p:to>
                                        <p:strVal val="visible"/>
                                      </p:to>
                                    </p:set>
                                    <p:animEffect transition="in" filter="fade">
                                      <p:cBhvr>
                                        <p:cTn id="47" dur="500"/>
                                        <p:tgtEl>
                                          <p:spTgt spid="51"/>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45"/>
                                        </p:tgtEl>
                                        <p:attrNameLst>
                                          <p:attrName>style.visibility</p:attrName>
                                        </p:attrNameLst>
                                      </p:cBhvr>
                                      <p:to>
                                        <p:strVal val="visible"/>
                                      </p:to>
                                    </p:set>
                                    <p:animEffect transition="in" filter="fade">
                                      <p:cBhvr>
                                        <p:cTn id="50" dur="500"/>
                                        <p:tgtEl>
                                          <p:spTgt spid="45"/>
                                        </p:tgtEl>
                                      </p:cBhvr>
                                    </p:animEffect>
                                  </p:childTnLst>
                                </p:cTn>
                              </p:par>
                            </p:childTnLst>
                          </p:cTn>
                        </p:par>
                        <p:par>
                          <p:cTn id="51" fill="hold">
                            <p:stCondLst>
                              <p:cond delay="3500"/>
                            </p:stCondLst>
                            <p:childTnLst>
                              <p:par>
                                <p:cTn id="52" presetID="10" presetClass="entr" presetSubtype="0" fill="hold" grpId="0" nodeType="afterEffect">
                                  <p:stCondLst>
                                    <p:cond delay="0"/>
                                  </p:stCondLst>
                                  <p:childTnLst>
                                    <p:set>
                                      <p:cBhvr>
                                        <p:cTn id="53" dur="1" fill="hold">
                                          <p:stCondLst>
                                            <p:cond delay="0"/>
                                          </p:stCondLst>
                                        </p:cTn>
                                        <p:tgtEl>
                                          <p:spTgt spid="57">
                                            <p:txEl>
                                              <p:pRg st="0" end="0"/>
                                            </p:txEl>
                                          </p:spTgt>
                                        </p:tgtEl>
                                        <p:attrNameLst>
                                          <p:attrName>style.visibility</p:attrName>
                                        </p:attrNameLst>
                                      </p:cBhvr>
                                      <p:to>
                                        <p:strVal val="visible"/>
                                      </p:to>
                                    </p:set>
                                    <p:animEffect transition="in" filter="fade">
                                      <p:cBhvr>
                                        <p:cTn id="54" dur="500"/>
                                        <p:tgtEl>
                                          <p:spTgt spid="57">
                                            <p:txEl>
                                              <p:pRg st="0" end="0"/>
                                            </p:txEl>
                                          </p:spTgt>
                                        </p:tgtEl>
                                      </p:cBhvr>
                                    </p:animEffect>
                                  </p:childTnLst>
                                </p:cTn>
                              </p:par>
                              <p:par>
                                <p:cTn id="55" presetID="42" presetClass="entr" presetSubtype="0" fill="hold" grpId="0" nodeType="withEffect">
                                  <p:stCondLst>
                                    <p:cond delay="0"/>
                                  </p:stCondLst>
                                  <p:childTnLst>
                                    <p:set>
                                      <p:cBhvr>
                                        <p:cTn id="56" dur="1" fill="hold">
                                          <p:stCondLst>
                                            <p:cond delay="0"/>
                                          </p:stCondLst>
                                        </p:cTn>
                                        <p:tgtEl>
                                          <p:spTgt spid="58">
                                            <p:txEl>
                                              <p:pRg st="0" end="0"/>
                                            </p:txEl>
                                          </p:spTgt>
                                        </p:tgtEl>
                                        <p:attrNameLst>
                                          <p:attrName>style.visibility</p:attrName>
                                        </p:attrNameLst>
                                      </p:cBhvr>
                                      <p:to>
                                        <p:strVal val="visible"/>
                                      </p:to>
                                    </p:set>
                                    <p:animEffect transition="in" filter="fade">
                                      <p:cBhvr>
                                        <p:cTn id="57" dur="500"/>
                                        <p:tgtEl>
                                          <p:spTgt spid="58">
                                            <p:txEl>
                                              <p:pRg st="0" end="0"/>
                                            </p:txEl>
                                          </p:spTgt>
                                        </p:tgtEl>
                                      </p:cBhvr>
                                    </p:animEffect>
                                    <p:anim calcmode="lin" valueType="num">
                                      <p:cBhvr>
                                        <p:cTn id="58" dur="500" fill="hold"/>
                                        <p:tgtEl>
                                          <p:spTgt spid="58">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58">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4000"/>
                            </p:stCondLst>
                            <p:childTnLst>
                              <p:par>
                                <p:cTn id="61" presetID="10" presetClass="entr" presetSubtype="0" fill="hold" grpId="0" nodeType="afterEffect">
                                  <p:stCondLst>
                                    <p:cond delay="0"/>
                                  </p:stCondLst>
                                  <p:childTnLst>
                                    <p:set>
                                      <p:cBhvr>
                                        <p:cTn id="62" dur="1" fill="hold">
                                          <p:stCondLst>
                                            <p:cond delay="0"/>
                                          </p:stCondLst>
                                        </p:cTn>
                                        <p:tgtEl>
                                          <p:spTgt spid="52"/>
                                        </p:tgtEl>
                                        <p:attrNameLst>
                                          <p:attrName>style.visibility</p:attrName>
                                        </p:attrNameLst>
                                      </p:cBhvr>
                                      <p:to>
                                        <p:strVal val="visible"/>
                                      </p:to>
                                    </p:set>
                                    <p:animEffect transition="in" filter="fade">
                                      <p:cBhvr>
                                        <p:cTn id="63" dur="500"/>
                                        <p:tgtEl>
                                          <p:spTgt spid="52"/>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48"/>
                                        </p:tgtEl>
                                        <p:attrNameLst>
                                          <p:attrName>style.visibility</p:attrName>
                                        </p:attrNameLst>
                                      </p:cBhvr>
                                      <p:to>
                                        <p:strVal val="visible"/>
                                      </p:to>
                                    </p:set>
                                    <p:animEffect transition="in" filter="fade">
                                      <p:cBhvr>
                                        <p:cTn id="66" dur="500"/>
                                        <p:tgtEl>
                                          <p:spTgt spid="48"/>
                                        </p:tgtEl>
                                      </p:cBhvr>
                                    </p:animEffect>
                                  </p:childTnLst>
                                </p:cTn>
                              </p:par>
                            </p:childTnLst>
                          </p:cTn>
                        </p:par>
                        <p:par>
                          <p:cTn id="67" fill="hold">
                            <p:stCondLst>
                              <p:cond delay="4500"/>
                            </p:stCondLst>
                            <p:childTnLst>
                              <p:par>
                                <p:cTn id="68" presetID="10" presetClass="entr" presetSubtype="0" fill="hold" grpId="0" nodeType="afterEffect">
                                  <p:stCondLst>
                                    <p:cond delay="0"/>
                                  </p:stCondLst>
                                  <p:childTnLst>
                                    <p:set>
                                      <p:cBhvr>
                                        <p:cTn id="69" dur="1" fill="hold">
                                          <p:stCondLst>
                                            <p:cond delay="0"/>
                                          </p:stCondLst>
                                        </p:cTn>
                                        <p:tgtEl>
                                          <p:spTgt spid="59">
                                            <p:txEl>
                                              <p:pRg st="0" end="0"/>
                                            </p:txEl>
                                          </p:spTgt>
                                        </p:tgtEl>
                                        <p:attrNameLst>
                                          <p:attrName>style.visibility</p:attrName>
                                        </p:attrNameLst>
                                      </p:cBhvr>
                                      <p:to>
                                        <p:strVal val="visible"/>
                                      </p:to>
                                    </p:set>
                                    <p:animEffect transition="in" filter="fade">
                                      <p:cBhvr>
                                        <p:cTn id="70" dur="500"/>
                                        <p:tgtEl>
                                          <p:spTgt spid="59">
                                            <p:txEl>
                                              <p:pRg st="0" end="0"/>
                                            </p:txEl>
                                          </p:spTgt>
                                        </p:tgtEl>
                                      </p:cBhvr>
                                    </p:animEffect>
                                  </p:childTnLst>
                                </p:cTn>
                              </p:par>
                              <p:par>
                                <p:cTn id="71" presetID="42" presetClass="entr" presetSubtype="0" fill="hold" grpId="0" nodeType="withEffect">
                                  <p:stCondLst>
                                    <p:cond delay="0"/>
                                  </p:stCondLst>
                                  <p:childTnLst>
                                    <p:set>
                                      <p:cBhvr>
                                        <p:cTn id="72" dur="1" fill="hold">
                                          <p:stCondLst>
                                            <p:cond delay="0"/>
                                          </p:stCondLst>
                                        </p:cTn>
                                        <p:tgtEl>
                                          <p:spTgt spid="60">
                                            <p:txEl>
                                              <p:pRg st="0" end="0"/>
                                            </p:txEl>
                                          </p:spTgt>
                                        </p:tgtEl>
                                        <p:attrNameLst>
                                          <p:attrName>style.visibility</p:attrName>
                                        </p:attrNameLst>
                                      </p:cBhvr>
                                      <p:to>
                                        <p:strVal val="visible"/>
                                      </p:to>
                                    </p:set>
                                    <p:animEffect transition="in" filter="fade">
                                      <p:cBhvr>
                                        <p:cTn id="73" dur="500"/>
                                        <p:tgtEl>
                                          <p:spTgt spid="60">
                                            <p:txEl>
                                              <p:pRg st="0" end="0"/>
                                            </p:txEl>
                                          </p:spTgt>
                                        </p:tgtEl>
                                      </p:cBhvr>
                                    </p:animEffect>
                                    <p:anim calcmode="lin" valueType="num">
                                      <p:cBhvr>
                                        <p:cTn id="74" dur="500" fill="hold"/>
                                        <p:tgtEl>
                                          <p:spTgt spid="60">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6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25" grpId="0" animBg="1"/>
      <p:bldP spid="28" grpId="0" animBg="1"/>
      <p:bldP spid="45" grpId="0" animBg="1"/>
      <p:bldP spid="48" grpId="0" animBg="1"/>
      <p:bldP spid="49" grpId="0" animBg="1"/>
      <p:bldP spid="50" grpId="0" animBg="1"/>
      <p:bldP spid="51" grpId="0" animBg="1"/>
      <p:bldP spid="52" grpId="0" animBg="1"/>
      <p:bldP spid="53" grpId="0" build="p">
        <p:tmplLst>
          <p:tmpl lvl="1">
            <p:tnLst>
              <p:par>
                <p:cTn presetID="10" presetClass="entr" presetSubtype="0"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4" grpId="0" build="p">
        <p:tmplLst>
          <p:tmpl lvl="1">
            <p:tnLst>
              <p:par>
                <p:cTn presetID="42" presetClass="entr" presetSubtype="0"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fade">
                      <p:cBhvr>
                        <p:cTn dur="500"/>
                        <p:tgtEl>
                          <p:spTgt spid="54"/>
                        </p:tgtEl>
                      </p:cBhvr>
                    </p:animEffect>
                    <p:anim calcmode="lin" valueType="num">
                      <p:cBhvr>
                        <p:cTn dur="500" fill="hold"/>
                        <p:tgtEl>
                          <p:spTgt spid="54"/>
                        </p:tgtEl>
                        <p:attrNameLst>
                          <p:attrName>ppt_x</p:attrName>
                        </p:attrNameLst>
                      </p:cBhvr>
                      <p:tavLst>
                        <p:tav tm="0">
                          <p:val>
                            <p:strVal val="#ppt_x"/>
                          </p:val>
                        </p:tav>
                        <p:tav tm="100000">
                          <p:val>
                            <p:strVal val="#ppt_x"/>
                          </p:val>
                        </p:tav>
                      </p:tavLst>
                    </p:anim>
                    <p:anim calcmode="lin" valueType="num">
                      <p:cBhvr>
                        <p:cTn dur="500" fill="hold"/>
                        <p:tgtEl>
                          <p:spTgt spid="54"/>
                        </p:tgtEl>
                        <p:attrNameLst>
                          <p:attrName>ppt_y</p:attrName>
                        </p:attrNameLst>
                      </p:cBhvr>
                      <p:tavLst>
                        <p:tav tm="0">
                          <p:val>
                            <p:strVal val="#ppt_y+.1"/>
                          </p:val>
                        </p:tav>
                        <p:tav tm="100000">
                          <p:val>
                            <p:strVal val="#ppt_y"/>
                          </p:val>
                        </p:tav>
                      </p:tavLst>
                    </p:anim>
                  </p:childTnLst>
                </p:cTn>
              </p:par>
            </p:tnLst>
          </p:tmpl>
        </p:tmplLst>
      </p:bldP>
      <p:bldP spid="55" grpId="0" build="p">
        <p:tmplLst>
          <p:tmpl lvl="1">
            <p:tnLst>
              <p:par>
                <p:cTn presetID="10" presetClass="entr" presetSubtype="0"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fade">
                      <p:cBhvr>
                        <p:cTn dur="500"/>
                        <p:tgtEl>
                          <p:spTgt spid="55"/>
                        </p:tgtEl>
                      </p:cBhvr>
                    </p:animEffect>
                  </p:childTnLst>
                </p:cTn>
              </p:par>
            </p:tnLst>
          </p:tmpl>
        </p:tmplLst>
      </p:bldP>
      <p:bldP spid="56" grpId="0" build="p">
        <p:tmplLst>
          <p:tmpl lvl="1">
            <p:tnLst>
              <p:par>
                <p:cTn presetID="42"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500"/>
                        <p:tgtEl>
                          <p:spTgt spid="56"/>
                        </p:tgtEl>
                      </p:cBhvr>
                    </p:animEffect>
                    <p:anim calcmode="lin" valueType="num">
                      <p:cBhvr>
                        <p:cTn dur="500" fill="hold"/>
                        <p:tgtEl>
                          <p:spTgt spid="56"/>
                        </p:tgtEl>
                        <p:attrNameLst>
                          <p:attrName>ppt_x</p:attrName>
                        </p:attrNameLst>
                      </p:cBhvr>
                      <p:tavLst>
                        <p:tav tm="0">
                          <p:val>
                            <p:strVal val="#ppt_x"/>
                          </p:val>
                        </p:tav>
                        <p:tav tm="100000">
                          <p:val>
                            <p:strVal val="#ppt_x"/>
                          </p:val>
                        </p:tav>
                      </p:tavLst>
                    </p:anim>
                    <p:anim calcmode="lin" valueType="num">
                      <p:cBhvr>
                        <p:cTn dur="500" fill="hold"/>
                        <p:tgtEl>
                          <p:spTgt spid="56"/>
                        </p:tgtEl>
                        <p:attrNameLst>
                          <p:attrName>ppt_y</p:attrName>
                        </p:attrNameLst>
                      </p:cBhvr>
                      <p:tavLst>
                        <p:tav tm="0">
                          <p:val>
                            <p:strVal val="#ppt_y+.1"/>
                          </p:val>
                        </p:tav>
                        <p:tav tm="100000">
                          <p:val>
                            <p:strVal val="#ppt_y"/>
                          </p:val>
                        </p:tav>
                      </p:tavLst>
                    </p:anim>
                  </p:childTnLst>
                </p:cTn>
              </p:par>
            </p:tnLst>
          </p:tmpl>
        </p:tmplLst>
      </p:bldP>
      <p:bldP spid="57" grpId="0" build="p">
        <p:tmplLst>
          <p:tmpl lvl="1">
            <p:tnLst>
              <p:par>
                <p:cTn presetID="10" presetClass="entr" presetSubtype="0"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build="p">
        <p:tmplLst>
          <p:tmpl lvl="1">
            <p:tnLst>
              <p:par>
                <p:cTn presetID="42"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anim calcmode="lin" valueType="num">
                      <p:cBhvr>
                        <p:cTn dur="500" fill="hold"/>
                        <p:tgtEl>
                          <p:spTgt spid="58"/>
                        </p:tgtEl>
                        <p:attrNameLst>
                          <p:attrName>ppt_x</p:attrName>
                        </p:attrNameLst>
                      </p:cBhvr>
                      <p:tavLst>
                        <p:tav tm="0">
                          <p:val>
                            <p:strVal val="#ppt_x"/>
                          </p:val>
                        </p:tav>
                        <p:tav tm="100000">
                          <p:val>
                            <p:strVal val="#ppt_x"/>
                          </p:val>
                        </p:tav>
                      </p:tavLst>
                    </p:anim>
                    <p:anim calcmode="lin" valueType="num">
                      <p:cBhvr>
                        <p:cTn dur="500" fill="hold"/>
                        <p:tgtEl>
                          <p:spTgt spid="58"/>
                        </p:tgtEl>
                        <p:attrNameLst>
                          <p:attrName>ppt_y</p:attrName>
                        </p:attrNameLst>
                      </p:cBhvr>
                      <p:tavLst>
                        <p:tav tm="0">
                          <p:val>
                            <p:strVal val="#ppt_y+.1"/>
                          </p:val>
                        </p:tav>
                        <p:tav tm="100000">
                          <p:val>
                            <p:strVal val="#ppt_y"/>
                          </p:val>
                        </p:tav>
                      </p:tavLst>
                    </p:anim>
                  </p:childTnLst>
                </p:cTn>
              </p:par>
            </p:tnLst>
          </p:tmpl>
        </p:tmplLst>
      </p:bldP>
      <p:bldP spid="59" grpId="0" build="p">
        <p:tmplLst>
          <p:tmpl lvl="1">
            <p:tnLst>
              <p:par>
                <p:cTn presetID="10" presetClass="entr" presetSubtype="0"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build="p">
        <p:tmplLst>
          <p:tmpl lvl="1">
            <p:tnLst>
              <p:par>
                <p:cTn presetID="42" presetClass="entr" presetSubtype="0" fill="hold" nodeType="with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anim calcmode="lin" valueType="num">
                      <p:cBhvr>
                        <p:cTn dur="500" fill="hold"/>
                        <p:tgtEl>
                          <p:spTgt spid="60"/>
                        </p:tgtEl>
                        <p:attrNameLst>
                          <p:attrName>ppt_x</p:attrName>
                        </p:attrNameLst>
                      </p:cBhvr>
                      <p:tavLst>
                        <p:tav tm="0">
                          <p:val>
                            <p:strVal val="#ppt_x"/>
                          </p:val>
                        </p:tav>
                        <p:tav tm="100000">
                          <p:val>
                            <p:strVal val="#ppt_x"/>
                          </p:val>
                        </p:tav>
                      </p:tavLst>
                    </p:anim>
                    <p:anim calcmode="lin" valueType="num">
                      <p:cBhvr>
                        <p:cTn dur="500" fill="hold"/>
                        <p:tgtEl>
                          <p:spTgt spid="6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Rectangle 7"/>
          <p:cNvSpPr/>
          <p:nvPr userDrawn="1"/>
        </p:nvSpPr>
        <p:spPr>
          <a:xfrm>
            <a:off x="-1" y="2536326"/>
            <a:ext cx="6481549" cy="18037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2980B9">
                  <a:lumMod val="20000"/>
                  <a:lumOff val="80000"/>
                </a:srgbClr>
              </a:solidFill>
            </a:endParaRPr>
          </a:p>
        </p:txBody>
      </p:sp>
      <p:sp>
        <p:nvSpPr>
          <p:cNvPr id="3" name="Date Placeholder 2"/>
          <p:cNvSpPr>
            <a:spLocks noGrp="1"/>
          </p:cNvSpPr>
          <p:nvPr>
            <p:ph type="dt" sz="half" idx="10"/>
          </p:nvPr>
        </p:nvSpPr>
        <p:spPr/>
        <p:txBody>
          <a:bodyPr/>
          <a:lstStyle/>
          <a:p>
            <a:fld id="{E19C8541-CC89-4A49-B34C-8E51CF78FCC6}"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9" y="2831005"/>
            <a:ext cx="5472112" cy="828098"/>
          </a:xfrm>
        </p:spPr>
        <p:txBody>
          <a:bodyPr/>
          <a:lstStyle>
            <a:lvl1pPr algn="ctr">
              <a:defRPr b="1">
                <a:solidFill>
                  <a:schemeClr val="bg1"/>
                </a:solidFill>
              </a:defRPr>
            </a:lvl1pPr>
          </a:lstStyle>
          <a:p>
            <a:r>
              <a:rPr lang="id-ID" dirty="0" smtClean="0"/>
              <a:t>Title here</a:t>
            </a:r>
            <a:endParaRPr lang="en-AU" dirty="0"/>
          </a:p>
        </p:txBody>
      </p:sp>
      <p:sp>
        <p:nvSpPr>
          <p:cNvPr id="7" name="Content Placeholder 2"/>
          <p:cNvSpPr>
            <a:spLocks noGrp="1"/>
          </p:cNvSpPr>
          <p:nvPr>
            <p:ph idx="1"/>
          </p:nvPr>
        </p:nvSpPr>
        <p:spPr>
          <a:xfrm>
            <a:off x="623889" y="3714523"/>
            <a:ext cx="5472112" cy="294121"/>
          </a:xfrm>
        </p:spPr>
        <p:txBody>
          <a:bodyPr/>
          <a:lstStyle>
            <a:lvl1pPr algn="ctr">
              <a:defRPr>
                <a:solidFill>
                  <a:schemeClr val="bg1"/>
                </a:solidFill>
              </a:defRPr>
            </a:lvl1pPr>
          </a:lstStyle>
          <a:p>
            <a:pPr lvl="0"/>
            <a:r>
              <a:rPr lang="en-US" dirty="0" smtClean="0"/>
              <a:t>Click to edit Master text styles</a:t>
            </a:r>
          </a:p>
        </p:txBody>
      </p:sp>
      <p:sp>
        <p:nvSpPr>
          <p:cNvPr id="23" name="Picture Placeholder 22"/>
          <p:cNvSpPr>
            <a:spLocks noGrp="1"/>
          </p:cNvSpPr>
          <p:nvPr>
            <p:ph type="pic" sz="quarter" idx="13"/>
          </p:nvPr>
        </p:nvSpPr>
        <p:spPr>
          <a:xfrm>
            <a:off x="3871418" y="769256"/>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26" name="Picture Placeholder 25"/>
          <p:cNvSpPr>
            <a:spLocks noGrp="1"/>
          </p:cNvSpPr>
          <p:nvPr>
            <p:ph type="pic" sz="quarter" idx="14"/>
          </p:nvPr>
        </p:nvSpPr>
        <p:spPr>
          <a:xfrm>
            <a:off x="6599014" y="0"/>
            <a:ext cx="2610275" cy="2411677"/>
          </a:xfrm>
          <a:custGeom>
            <a:avLst/>
            <a:gdLst>
              <a:gd name="connsiteX0" fmla="*/ 0 w 2610275"/>
              <a:gd name="connsiteY0" fmla="*/ 0 h 2411677"/>
              <a:gd name="connsiteX1" fmla="*/ 2610275 w 2610275"/>
              <a:gd name="connsiteY1" fmla="*/ 0 h 2411677"/>
              <a:gd name="connsiteX2" fmla="*/ 2610275 w 2610275"/>
              <a:gd name="connsiteY2" fmla="*/ 2411677 h 2411677"/>
              <a:gd name="connsiteX3" fmla="*/ 0 w 2610275"/>
              <a:gd name="connsiteY3" fmla="*/ 2411677 h 2411677"/>
            </a:gdLst>
            <a:ahLst/>
            <a:cxnLst>
              <a:cxn ang="0">
                <a:pos x="connsiteX0" y="connsiteY0"/>
              </a:cxn>
              <a:cxn ang="0">
                <a:pos x="connsiteX1" y="connsiteY1"/>
              </a:cxn>
              <a:cxn ang="0">
                <a:pos x="connsiteX2" y="connsiteY2"/>
              </a:cxn>
              <a:cxn ang="0">
                <a:pos x="connsiteX3" y="connsiteY3"/>
              </a:cxn>
            </a:cxnLst>
            <a:rect l="l" t="t" r="r" b="b"/>
            <a:pathLst>
              <a:path w="2610275" h="2411677">
                <a:moveTo>
                  <a:pt x="0" y="0"/>
                </a:moveTo>
                <a:lnTo>
                  <a:pt x="2610275" y="0"/>
                </a:lnTo>
                <a:lnTo>
                  <a:pt x="2610275" y="2411677"/>
                </a:lnTo>
                <a:lnTo>
                  <a:pt x="0" y="2411677"/>
                </a:lnTo>
                <a:close/>
              </a:path>
            </a:pathLst>
          </a:custGeom>
          <a:solidFill>
            <a:schemeClr val="bg1">
              <a:lumMod val="95000"/>
            </a:schemeClr>
          </a:solidFill>
        </p:spPr>
        <p:txBody>
          <a:bodyPr wrap="square">
            <a:noAutofit/>
          </a:bodyPr>
          <a:lstStyle/>
          <a:p>
            <a:endParaRPr lang="en-AU"/>
          </a:p>
        </p:txBody>
      </p:sp>
      <p:sp>
        <p:nvSpPr>
          <p:cNvPr id="29" name="Picture Placeholder 28"/>
          <p:cNvSpPr>
            <a:spLocks noGrp="1"/>
          </p:cNvSpPr>
          <p:nvPr>
            <p:ph type="pic" sz="quarter" idx="15"/>
          </p:nvPr>
        </p:nvSpPr>
        <p:spPr>
          <a:xfrm>
            <a:off x="6599014" y="2536326"/>
            <a:ext cx="2610275" cy="1803729"/>
          </a:xfrm>
          <a:custGeom>
            <a:avLst/>
            <a:gdLst>
              <a:gd name="connsiteX0" fmla="*/ 0 w 2610275"/>
              <a:gd name="connsiteY0" fmla="*/ 0 h 1803729"/>
              <a:gd name="connsiteX1" fmla="*/ 2610275 w 2610275"/>
              <a:gd name="connsiteY1" fmla="*/ 0 h 1803729"/>
              <a:gd name="connsiteX2" fmla="*/ 2610275 w 2610275"/>
              <a:gd name="connsiteY2" fmla="*/ 1803729 h 1803729"/>
              <a:gd name="connsiteX3" fmla="*/ 0 w 261027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610275" h="1803729">
                <a:moveTo>
                  <a:pt x="0" y="0"/>
                </a:moveTo>
                <a:lnTo>
                  <a:pt x="2610275" y="0"/>
                </a:lnTo>
                <a:lnTo>
                  <a:pt x="2610275" y="1803729"/>
                </a:lnTo>
                <a:lnTo>
                  <a:pt x="0" y="1803729"/>
                </a:lnTo>
                <a:close/>
              </a:path>
            </a:pathLst>
          </a:custGeom>
          <a:solidFill>
            <a:schemeClr val="bg1">
              <a:lumMod val="95000"/>
            </a:schemeClr>
          </a:solidFill>
        </p:spPr>
        <p:txBody>
          <a:bodyPr wrap="square">
            <a:noAutofit/>
          </a:bodyPr>
          <a:lstStyle/>
          <a:p>
            <a:endParaRPr lang="en-AU"/>
          </a:p>
        </p:txBody>
      </p:sp>
      <p:sp>
        <p:nvSpPr>
          <p:cNvPr id="32" name="Picture Placeholder 31"/>
          <p:cNvSpPr>
            <a:spLocks noGrp="1"/>
          </p:cNvSpPr>
          <p:nvPr>
            <p:ph type="pic" sz="quarter" idx="16"/>
          </p:nvPr>
        </p:nvSpPr>
        <p:spPr>
          <a:xfrm>
            <a:off x="9326755" y="2536326"/>
            <a:ext cx="2865245" cy="1803729"/>
          </a:xfrm>
          <a:custGeom>
            <a:avLst/>
            <a:gdLst>
              <a:gd name="connsiteX0" fmla="*/ 0 w 2865245"/>
              <a:gd name="connsiteY0" fmla="*/ 0 h 1803729"/>
              <a:gd name="connsiteX1" fmla="*/ 2865245 w 2865245"/>
              <a:gd name="connsiteY1" fmla="*/ 0 h 1803729"/>
              <a:gd name="connsiteX2" fmla="*/ 2865245 w 2865245"/>
              <a:gd name="connsiteY2" fmla="*/ 1803729 h 1803729"/>
              <a:gd name="connsiteX3" fmla="*/ 0 w 286524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865245" h="1803729">
                <a:moveTo>
                  <a:pt x="0" y="0"/>
                </a:moveTo>
                <a:lnTo>
                  <a:pt x="2865245" y="0"/>
                </a:lnTo>
                <a:lnTo>
                  <a:pt x="2865245" y="1803729"/>
                </a:lnTo>
                <a:lnTo>
                  <a:pt x="0" y="1803729"/>
                </a:lnTo>
                <a:close/>
              </a:path>
            </a:pathLst>
          </a:custGeom>
          <a:solidFill>
            <a:schemeClr val="bg1">
              <a:lumMod val="95000"/>
            </a:schemeClr>
          </a:solidFill>
        </p:spPr>
        <p:txBody>
          <a:bodyPr wrap="square">
            <a:noAutofit/>
          </a:bodyPr>
          <a:lstStyle/>
          <a:p>
            <a:endParaRPr lang="en-AU"/>
          </a:p>
        </p:txBody>
      </p:sp>
      <p:sp>
        <p:nvSpPr>
          <p:cNvPr id="35" name="Picture Placeholder 34"/>
          <p:cNvSpPr>
            <a:spLocks noGrp="1"/>
          </p:cNvSpPr>
          <p:nvPr>
            <p:ph type="pic" sz="quarter" idx="17"/>
          </p:nvPr>
        </p:nvSpPr>
        <p:spPr>
          <a:xfrm>
            <a:off x="6599014" y="4464702"/>
            <a:ext cx="2610275" cy="2393297"/>
          </a:xfrm>
          <a:custGeom>
            <a:avLst/>
            <a:gdLst>
              <a:gd name="connsiteX0" fmla="*/ 0 w 2610275"/>
              <a:gd name="connsiteY0" fmla="*/ 0 h 2393297"/>
              <a:gd name="connsiteX1" fmla="*/ 2610275 w 2610275"/>
              <a:gd name="connsiteY1" fmla="*/ 0 h 2393297"/>
              <a:gd name="connsiteX2" fmla="*/ 2610275 w 2610275"/>
              <a:gd name="connsiteY2" fmla="*/ 2393297 h 2393297"/>
              <a:gd name="connsiteX3" fmla="*/ 0 w 2610275"/>
              <a:gd name="connsiteY3" fmla="*/ 2393297 h 2393297"/>
            </a:gdLst>
            <a:ahLst/>
            <a:cxnLst>
              <a:cxn ang="0">
                <a:pos x="connsiteX0" y="connsiteY0"/>
              </a:cxn>
              <a:cxn ang="0">
                <a:pos x="connsiteX1" y="connsiteY1"/>
              </a:cxn>
              <a:cxn ang="0">
                <a:pos x="connsiteX2" y="connsiteY2"/>
              </a:cxn>
              <a:cxn ang="0">
                <a:pos x="connsiteX3" y="connsiteY3"/>
              </a:cxn>
            </a:cxnLst>
            <a:rect l="l" t="t" r="r" b="b"/>
            <a:pathLst>
              <a:path w="2610275" h="2393297">
                <a:moveTo>
                  <a:pt x="0" y="0"/>
                </a:moveTo>
                <a:lnTo>
                  <a:pt x="2610275" y="0"/>
                </a:lnTo>
                <a:lnTo>
                  <a:pt x="2610275" y="2393297"/>
                </a:lnTo>
                <a:lnTo>
                  <a:pt x="0" y="2393297"/>
                </a:lnTo>
                <a:close/>
              </a:path>
            </a:pathLst>
          </a:custGeom>
          <a:solidFill>
            <a:schemeClr val="bg1">
              <a:lumMod val="95000"/>
            </a:schemeClr>
          </a:solidFill>
        </p:spPr>
        <p:txBody>
          <a:bodyPr wrap="square">
            <a:noAutofit/>
          </a:bodyPr>
          <a:lstStyle/>
          <a:p>
            <a:endParaRPr lang="en-AU"/>
          </a:p>
        </p:txBody>
      </p:sp>
      <p:sp>
        <p:nvSpPr>
          <p:cNvPr id="38" name="Picture Placeholder 37"/>
          <p:cNvSpPr>
            <a:spLocks noGrp="1"/>
          </p:cNvSpPr>
          <p:nvPr>
            <p:ph type="pic" sz="quarter" idx="18"/>
          </p:nvPr>
        </p:nvSpPr>
        <p:spPr>
          <a:xfrm>
            <a:off x="9326755" y="4464487"/>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Tree>
    <p:extLst>
      <p:ext uri="{BB962C8B-B14F-4D97-AF65-F5344CB8AC3E}">
        <p14:creationId xmlns:p14="http://schemas.microsoft.com/office/powerpoint/2010/main" val="39545519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xEl>
                                              <p:pRg st="0" end="0"/>
                                            </p:txEl>
                                          </p:spTgt>
                                        </p:tgtEl>
                                        <p:attrNameLst>
                                          <p:attrName>style.visibility</p:attrName>
                                        </p:attrNameLst>
                                      </p:cBhvr>
                                      <p:to>
                                        <p:strVal val="visible"/>
                                      </p:to>
                                    </p:set>
                                    <p:animEffect transition="in" filter="fade">
                                      <p:cBhvr>
                                        <p:cTn id="15" dur="500"/>
                                        <p:tgtEl>
                                          <p:spTgt spid="7">
                                            <p:txEl>
                                              <p:pRg st="0" end="0"/>
                                            </p:txEl>
                                          </p:spTgt>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29"/>
                                        </p:tgtEl>
                                        <p:attrNameLst>
                                          <p:attrName>style.visibility</p:attrName>
                                        </p:attrNameLst>
                                      </p:cBhvr>
                                      <p:to>
                                        <p:strVal val="visible"/>
                                      </p:to>
                                    </p:set>
                                    <p:anim calcmode="lin" valueType="num">
                                      <p:cBhvr>
                                        <p:cTn id="19" dur="500" fill="hold"/>
                                        <p:tgtEl>
                                          <p:spTgt spid="29"/>
                                        </p:tgtEl>
                                        <p:attrNameLst>
                                          <p:attrName>ppt_w</p:attrName>
                                        </p:attrNameLst>
                                      </p:cBhvr>
                                      <p:tavLst>
                                        <p:tav tm="0">
                                          <p:val>
                                            <p:fltVal val="0"/>
                                          </p:val>
                                        </p:tav>
                                        <p:tav tm="100000">
                                          <p:val>
                                            <p:strVal val="#ppt_w"/>
                                          </p:val>
                                        </p:tav>
                                      </p:tavLst>
                                    </p:anim>
                                    <p:anim calcmode="lin" valueType="num">
                                      <p:cBhvr>
                                        <p:cTn id="20" dur="500" fill="hold"/>
                                        <p:tgtEl>
                                          <p:spTgt spid="29"/>
                                        </p:tgtEl>
                                        <p:attrNameLst>
                                          <p:attrName>ppt_h</p:attrName>
                                        </p:attrNameLst>
                                      </p:cBhvr>
                                      <p:tavLst>
                                        <p:tav tm="0">
                                          <p:val>
                                            <p:fltVal val="0"/>
                                          </p:val>
                                        </p:tav>
                                        <p:tav tm="100000">
                                          <p:val>
                                            <p:strVal val="#ppt_h"/>
                                          </p:val>
                                        </p:tav>
                                      </p:tavLst>
                                    </p:anim>
                                    <p:animEffect transition="in" filter="fade">
                                      <p:cBhvr>
                                        <p:cTn id="21" dur="500"/>
                                        <p:tgtEl>
                                          <p:spTgt spid="29"/>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32"/>
                                        </p:tgtEl>
                                        <p:attrNameLst>
                                          <p:attrName>style.visibility</p:attrName>
                                        </p:attrNameLst>
                                      </p:cBhvr>
                                      <p:to>
                                        <p:strVal val="visible"/>
                                      </p:to>
                                    </p:set>
                                    <p:anim calcmode="lin" valueType="num">
                                      <p:cBhvr>
                                        <p:cTn id="24" dur="500" fill="hold"/>
                                        <p:tgtEl>
                                          <p:spTgt spid="32"/>
                                        </p:tgtEl>
                                        <p:attrNameLst>
                                          <p:attrName>ppt_w</p:attrName>
                                        </p:attrNameLst>
                                      </p:cBhvr>
                                      <p:tavLst>
                                        <p:tav tm="0">
                                          <p:val>
                                            <p:fltVal val="0"/>
                                          </p:val>
                                        </p:tav>
                                        <p:tav tm="100000">
                                          <p:val>
                                            <p:strVal val="#ppt_w"/>
                                          </p:val>
                                        </p:tav>
                                      </p:tavLst>
                                    </p:anim>
                                    <p:anim calcmode="lin" valueType="num">
                                      <p:cBhvr>
                                        <p:cTn id="25" dur="500" fill="hold"/>
                                        <p:tgtEl>
                                          <p:spTgt spid="32"/>
                                        </p:tgtEl>
                                        <p:attrNameLst>
                                          <p:attrName>ppt_h</p:attrName>
                                        </p:attrNameLst>
                                      </p:cBhvr>
                                      <p:tavLst>
                                        <p:tav tm="0">
                                          <p:val>
                                            <p:fltVal val="0"/>
                                          </p:val>
                                        </p:tav>
                                        <p:tav tm="100000">
                                          <p:val>
                                            <p:strVal val="#ppt_h"/>
                                          </p:val>
                                        </p:tav>
                                      </p:tavLst>
                                    </p:anim>
                                    <p:animEffect transition="in" filter="fade">
                                      <p:cBhvr>
                                        <p:cTn id="26" dur="500"/>
                                        <p:tgtEl>
                                          <p:spTgt spid="32"/>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26"/>
                                        </p:tgtEl>
                                        <p:attrNameLst>
                                          <p:attrName>style.visibility</p:attrName>
                                        </p:attrNameLst>
                                      </p:cBhvr>
                                      <p:to>
                                        <p:strVal val="visible"/>
                                      </p:to>
                                    </p:set>
                                    <p:anim calcmode="lin" valueType="num">
                                      <p:cBhvr>
                                        <p:cTn id="29" dur="500" fill="hold"/>
                                        <p:tgtEl>
                                          <p:spTgt spid="26"/>
                                        </p:tgtEl>
                                        <p:attrNameLst>
                                          <p:attrName>ppt_w</p:attrName>
                                        </p:attrNameLst>
                                      </p:cBhvr>
                                      <p:tavLst>
                                        <p:tav tm="0">
                                          <p:val>
                                            <p:fltVal val="0"/>
                                          </p:val>
                                        </p:tav>
                                        <p:tav tm="100000">
                                          <p:val>
                                            <p:strVal val="#ppt_w"/>
                                          </p:val>
                                        </p:tav>
                                      </p:tavLst>
                                    </p:anim>
                                    <p:anim calcmode="lin" valueType="num">
                                      <p:cBhvr>
                                        <p:cTn id="30" dur="500" fill="hold"/>
                                        <p:tgtEl>
                                          <p:spTgt spid="26"/>
                                        </p:tgtEl>
                                        <p:attrNameLst>
                                          <p:attrName>ppt_h</p:attrName>
                                        </p:attrNameLst>
                                      </p:cBhvr>
                                      <p:tavLst>
                                        <p:tav tm="0">
                                          <p:val>
                                            <p:fltVal val="0"/>
                                          </p:val>
                                        </p:tav>
                                        <p:tav tm="100000">
                                          <p:val>
                                            <p:strVal val="#ppt_h"/>
                                          </p:val>
                                        </p:tav>
                                      </p:tavLst>
                                    </p:anim>
                                    <p:animEffect transition="in" filter="fade">
                                      <p:cBhvr>
                                        <p:cTn id="31" dur="500"/>
                                        <p:tgtEl>
                                          <p:spTgt spid="26"/>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23"/>
                                        </p:tgtEl>
                                        <p:attrNameLst>
                                          <p:attrName>style.visibility</p:attrName>
                                        </p:attrNameLst>
                                      </p:cBhvr>
                                      <p:to>
                                        <p:strVal val="visible"/>
                                      </p:to>
                                    </p:set>
                                    <p:anim calcmode="lin" valueType="num">
                                      <p:cBhvr>
                                        <p:cTn id="34" dur="500" fill="hold"/>
                                        <p:tgtEl>
                                          <p:spTgt spid="23"/>
                                        </p:tgtEl>
                                        <p:attrNameLst>
                                          <p:attrName>ppt_w</p:attrName>
                                        </p:attrNameLst>
                                      </p:cBhvr>
                                      <p:tavLst>
                                        <p:tav tm="0">
                                          <p:val>
                                            <p:fltVal val="0"/>
                                          </p:val>
                                        </p:tav>
                                        <p:tav tm="100000">
                                          <p:val>
                                            <p:strVal val="#ppt_w"/>
                                          </p:val>
                                        </p:tav>
                                      </p:tavLst>
                                    </p:anim>
                                    <p:anim calcmode="lin" valueType="num">
                                      <p:cBhvr>
                                        <p:cTn id="35" dur="500" fill="hold"/>
                                        <p:tgtEl>
                                          <p:spTgt spid="23"/>
                                        </p:tgtEl>
                                        <p:attrNameLst>
                                          <p:attrName>ppt_h</p:attrName>
                                        </p:attrNameLst>
                                      </p:cBhvr>
                                      <p:tavLst>
                                        <p:tav tm="0">
                                          <p:val>
                                            <p:fltVal val="0"/>
                                          </p:val>
                                        </p:tav>
                                        <p:tav tm="100000">
                                          <p:val>
                                            <p:strVal val="#ppt_h"/>
                                          </p:val>
                                        </p:tav>
                                      </p:tavLst>
                                    </p:anim>
                                    <p:animEffect transition="in" filter="fade">
                                      <p:cBhvr>
                                        <p:cTn id="36" dur="500"/>
                                        <p:tgtEl>
                                          <p:spTgt spid="23"/>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35"/>
                                        </p:tgtEl>
                                        <p:attrNameLst>
                                          <p:attrName>style.visibility</p:attrName>
                                        </p:attrNameLst>
                                      </p:cBhvr>
                                      <p:to>
                                        <p:strVal val="visible"/>
                                      </p:to>
                                    </p:set>
                                    <p:anim calcmode="lin" valueType="num">
                                      <p:cBhvr>
                                        <p:cTn id="39" dur="500" fill="hold"/>
                                        <p:tgtEl>
                                          <p:spTgt spid="35"/>
                                        </p:tgtEl>
                                        <p:attrNameLst>
                                          <p:attrName>ppt_w</p:attrName>
                                        </p:attrNameLst>
                                      </p:cBhvr>
                                      <p:tavLst>
                                        <p:tav tm="0">
                                          <p:val>
                                            <p:fltVal val="0"/>
                                          </p:val>
                                        </p:tav>
                                        <p:tav tm="100000">
                                          <p:val>
                                            <p:strVal val="#ppt_w"/>
                                          </p:val>
                                        </p:tav>
                                      </p:tavLst>
                                    </p:anim>
                                    <p:anim calcmode="lin" valueType="num">
                                      <p:cBhvr>
                                        <p:cTn id="40" dur="500" fill="hold"/>
                                        <p:tgtEl>
                                          <p:spTgt spid="35"/>
                                        </p:tgtEl>
                                        <p:attrNameLst>
                                          <p:attrName>ppt_h</p:attrName>
                                        </p:attrNameLst>
                                      </p:cBhvr>
                                      <p:tavLst>
                                        <p:tav tm="0">
                                          <p:val>
                                            <p:fltVal val="0"/>
                                          </p:val>
                                        </p:tav>
                                        <p:tav tm="100000">
                                          <p:val>
                                            <p:strVal val="#ppt_h"/>
                                          </p:val>
                                        </p:tav>
                                      </p:tavLst>
                                    </p:anim>
                                    <p:animEffect transition="in" filter="fade">
                                      <p:cBhvr>
                                        <p:cTn id="41" dur="500"/>
                                        <p:tgtEl>
                                          <p:spTgt spid="35"/>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38"/>
                                        </p:tgtEl>
                                        <p:attrNameLst>
                                          <p:attrName>style.visibility</p:attrName>
                                        </p:attrNameLst>
                                      </p:cBhvr>
                                      <p:to>
                                        <p:strVal val="visible"/>
                                      </p:to>
                                    </p:set>
                                    <p:anim calcmode="lin" valueType="num">
                                      <p:cBhvr>
                                        <p:cTn id="44" dur="500" fill="hold"/>
                                        <p:tgtEl>
                                          <p:spTgt spid="38"/>
                                        </p:tgtEl>
                                        <p:attrNameLst>
                                          <p:attrName>ppt_w</p:attrName>
                                        </p:attrNameLst>
                                      </p:cBhvr>
                                      <p:tavLst>
                                        <p:tav tm="0">
                                          <p:val>
                                            <p:fltVal val="0"/>
                                          </p:val>
                                        </p:tav>
                                        <p:tav tm="100000">
                                          <p:val>
                                            <p:strVal val="#ppt_w"/>
                                          </p:val>
                                        </p:tav>
                                      </p:tavLst>
                                    </p:anim>
                                    <p:anim calcmode="lin" valueType="num">
                                      <p:cBhvr>
                                        <p:cTn id="45" dur="500" fill="hold"/>
                                        <p:tgtEl>
                                          <p:spTgt spid="38"/>
                                        </p:tgtEl>
                                        <p:attrNameLst>
                                          <p:attrName>ppt_h</p:attrName>
                                        </p:attrNameLst>
                                      </p:cBhvr>
                                      <p:tavLst>
                                        <p:tav tm="0">
                                          <p:val>
                                            <p:fltVal val="0"/>
                                          </p:val>
                                        </p:tav>
                                        <p:tav tm="100000">
                                          <p:val>
                                            <p:strVal val="#ppt_h"/>
                                          </p:val>
                                        </p:tav>
                                      </p:tavLst>
                                    </p:anim>
                                    <p:animEffect transition="in" filter="fade">
                                      <p:cBhvr>
                                        <p:cTn id="46"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23" grpId="0" animBg="1"/>
      <p:bldP spid="26" grpId="0" animBg="1"/>
      <p:bldP spid="29" grpId="0" animBg="1"/>
      <p:bldP spid="32" grpId="0" animBg="1"/>
      <p:bldP spid="35" grpId="0" animBg="1"/>
      <p:bldP spid="38" grpId="0" animBg="1"/>
    </p:bldLst>
  </p:timing>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8EA336E8-75EE-1F47-BDA2-E28E62B1D87E}"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Picture Placeholder 5"/>
          <p:cNvSpPr>
            <a:spLocks noGrp="1"/>
          </p:cNvSpPr>
          <p:nvPr>
            <p:ph type="pic" sz="quarter" idx="13"/>
          </p:nvPr>
        </p:nvSpPr>
        <p:spPr>
          <a:xfrm>
            <a:off x="1090863" y="1668378"/>
            <a:ext cx="5005138" cy="2245896"/>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9"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cxnSp>
        <p:nvCxnSpPr>
          <p:cNvPr id="10" name="Straight Connector 9"/>
          <p:cNvCxnSpPr/>
          <p:nvPr userDrawn="1"/>
        </p:nvCxnSpPr>
        <p:spPr>
          <a:xfrm>
            <a:off x="4198620" y="1174464"/>
            <a:ext cx="39243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2" name="Picture Placeholder 11"/>
          <p:cNvSpPr>
            <a:spLocks noGrp="1"/>
          </p:cNvSpPr>
          <p:nvPr>
            <p:ph type="pic" sz="quarter" idx="14"/>
          </p:nvPr>
        </p:nvSpPr>
        <p:spPr>
          <a:xfrm>
            <a:off x="6108031" y="3914274"/>
            <a:ext cx="5005138" cy="2245896"/>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15" name="Rectangle 14"/>
          <p:cNvSpPr/>
          <p:nvPr userDrawn="1"/>
        </p:nvSpPr>
        <p:spPr>
          <a:xfrm>
            <a:off x="6248400" y="2220530"/>
            <a:ext cx="3049966" cy="154134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6" name="Text Placeholder 10"/>
          <p:cNvSpPr>
            <a:spLocks noGrp="1"/>
          </p:cNvSpPr>
          <p:nvPr>
            <p:ph type="body" sz="quarter" idx="27" hasCustomPrompt="1"/>
          </p:nvPr>
        </p:nvSpPr>
        <p:spPr>
          <a:xfrm>
            <a:off x="6426869" y="2389754"/>
            <a:ext cx="272415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7" name="Text Placeholder 10"/>
          <p:cNvSpPr>
            <a:spLocks noGrp="1"/>
          </p:cNvSpPr>
          <p:nvPr>
            <p:ph type="body" sz="quarter" idx="28" hasCustomPrompt="1"/>
          </p:nvPr>
        </p:nvSpPr>
        <p:spPr>
          <a:xfrm>
            <a:off x="6426869" y="2670772"/>
            <a:ext cx="2724150"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8" name="Rectangle 17"/>
          <p:cNvSpPr/>
          <p:nvPr userDrawn="1"/>
        </p:nvSpPr>
        <p:spPr>
          <a:xfrm>
            <a:off x="2893634" y="4066674"/>
            <a:ext cx="3049966" cy="154134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9" name="Text Placeholder 10"/>
          <p:cNvSpPr>
            <a:spLocks noGrp="1"/>
          </p:cNvSpPr>
          <p:nvPr>
            <p:ph type="body" sz="quarter" idx="29" hasCustomPrompt="1"/>
          </p:nvPr>
        </p:nvSpPr>
        <p:spPr>
          <a:xfrm>
            <a:off x="3072103" y="4235898"/>
            <a:ext cx="272415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0" name="Text Placeholder 10"/>
          <p:cNvSpPr>
            <a:spLocks noGrp="1"/>
          </p:cNvSpPr>
          <p:nvPr>
            <p:ph type="body" sz="quarter" idx="30" hasCustomPrompt="1"/>
          </p:nvPr>
        </p:nvSpPr>
        <p:spPr>
          <a:xfrm>
            <a:off x="3072103" y="4516916"/>
            <a:ext cx="2724150"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Tree>
    <p:extLst>
      <p:ext uri="{BB962C8B-B14F-4D97-AF65-F5344CB8AC3E}">
        <p14:creationId xmlns:p14="http://schemas.microsoft.com/office/powerpoint/2010/main" val="35316929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par>
                                <p:cTn id="12" presetID="53" presetClass="entr" presetSubtype="16"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par>
                                <p:cTn id="17" presetID="53" presetClass="entr" presetSubtype="16"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500" fill="hold"/>
                                        <p:tgtEl>
                                          <p:spTgt spid="12"/>
                                        </p:tgtEl>
                                        <p:attrNameLst>
                                          <p:attrName>ppt_w</p:attrName>
                                        </p:attrNameLst>
                                      </p:cBhvr>
                                      <p:tavLst>
                                        <p:tav tm="0">
                                          <p:val>
                                            <p:fltVal val="0"/>
                                          </p:val>
                                        </p:tav>
                                        <p:tav tm="100000">
                                          <p:val>
                                            <p:strVal val="#ppt_w"/>
                                          </p:val>
                                        </p:tav>
                                      </p:tavLst>
                                    </p:anim>
                                    <p:anim calcmode="lin" valueType="num">
                                      <p:cBhvr>
                                        <p:cTn id="20" dur="500" fill="hold"/>
                                        <p:tgtEl>
                                          <p:spTgt spid="12"/>
                                        </p:tgtEl>
                                        <p:attrNameLst>
                                          <p:attrName>ppt_h</p:attrName>
                                        </p:attrNameLst>
                                      </p:cBhvr>
                                      <p:tavLst>
                                        <p:tav tm="0">
                                          <p:val>
                                            <p:fltVal val="0"/>
                                          </p:val>
                                        </p:tav>
                                        <p:tav tm="100000">
                                          <p:val>
                                            <p:strVal val="#ppt_h"/>
                                          </p:val>
                                        </p:tav>
                                      </p:tavLst>
                                    </p:anim>
                                    <p:animEffect transition="in" filter="fade">
                                      <p:cBhvr>
                                        <p:cTn id="21" dur="500"/>
                                        <p:tgtEl>
                                          <p:spTgt spid="12"/>
                                        </p:tgtEl>
                                      </p:cBhvr>
                                    </p:animEffect>
                                  </p:childTnLst>
                                </p:cTn>
                              </p:par>
                              <p:par>
                                <p:cTn id="22" presetID="22" presetClass="entr" presetSubtype="1" fill="hold" grpId="0"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wipe(up)">
                                      <p:cBhvr>
                                        <p:cTn id="24" dur="500"/>
                                        <p:tgtEl>
                                          <p:spTgt spid="15"/>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6">
                                            <p:txEl>
                                              <p:pRg st="0" end="0"/>
                                            </p:txEl>
                                          </p:spTgt>
                                        </p:tgtEl>
                                        <p:attrNameLst>
                                          <p:attrName>style.visibility</p:attrName>
                                        </p:attrNameLst>
                                      </p:cBhvr>
                                      <p:to>
                                        <p:strVal val="visible"/>
                                      </p:to>
                                    </p:set>
                                    <p:animEffect transition="in" filter="fade">
                                      <p:cBhvr>
                                        <p:cTn id="27" dur="500"/>
                                        <p:tgtEl>
                                          <p:spTgt spid="16">
                                            <p:txEl>
                                              <p:pRg st="0" end="0"/>
                                            </p:txEl>
                                          </p:spTgt>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7">
                                            <p:txEl>
                                              <p:pRg st="0" end="0"/>
                                            </p:txEl>
                                          </p:spTgt>
                                        </p:tgtEl>
                                        <p:attrNameLst>
                                          <p:attrName>style.visibility</p:attrName>
                                        </p:attrNameLst>
                                      </p:cBhvr>
                                      <p:to>
                                        <p:strVal val="visible"/>
                                      </p:to>
                                    </p:set>
                                    <p:animEffect transition="in" filter="fade">
                                      <p:cBhvr>
                                        <p:cTn id="30" dur="500"/>
                                        <p:tgtEl>
                                          <p:spTgt spid="17">
                                            <p:txEl>
                                              <p:pRg st="0" end="0"/>
                                            </p:txEl>
                                          </p:spTgt>
                                        </p:tgtEl>
                                      </p:cBhvr>
                                    </p:animEffect>
                                  </p:childTnLst>
                                </p:cTn>
                              </p:par>
                              <p:par>
                                <p:cTn id="31" presetID="22" presetClass="entr" presetSubtype="1" fill="hold" grpId="0" nodeType="with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wipe(up)">
                                      <p:cBhvr>
                                        <p:cTn id="33" dur="500"/>
                                        <p:tgtEl>
                                          <p:spTgt spid="18"/>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9">
                                            <p:txEl>
                                              <p:pRg st="0" end="0"/>
                                            </p:txEl>
                                          </p:spTgt>
                                        </p:tgtEl>
                                        <p:attrNameLst>
                                          <p:attrName>style.visibility</p:attrName>
                                        </p:attrNameLst>
                                      </p:cBhvr>
                                      <p:to>
                                        <p:strVal val="visible"/>
                                      </p:to>
                                    </p:set>
                                    <p:animEffect transition="in" filter="fade">
                                      <p:cBhvr>
                                        <p:cTn id="36" dur="500"/>
                                        <p:tgtEl>
                                          <p:spTgt spid="19">
                                            <p:txEl>
                                              <p:pRg st="0" end="0"/>
                                            </p:txEl>
                                          </p:spTgt>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20">
                                            <p:txEl>
                                              <p:pRg st="0" end="0"/>
                                            </p:txEl>
                                          </p:spTgt>
                                        </p:tgtEl>
                                        <p:attrNameLst>
                                          <p:attrName>style.visibility</p:attrName>
                                        </p:attrNameLst>
                                      </p:cBhvr>
                                      <p:to>
                                        <p:strVal val="visible"/>
                                      </p:to>
                                    </p:set>
                                    <p:animEffect transition="in" filter="fade">
                                      <p:cBhvr>
                                        <p:cTn id="39"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p:bldP spid="12" grpId="0" animBg="1"/>
      <p:bldP spid="15" grpId="0" animBg="1"/>
      <p:bldP spid="16" grpId="0" build="p">
        <p:tmplLst>
          <p:tmpl lvl="1">
            <p:tnLst>
              <p:par>
                <p:cTn presetID="10"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10"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8" grpId="0" animBg="1"/>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build="p">
        <p:tmplLst>
          <p:tmpl lvl="1">
            <p:tnLst>
              <p:par>
                <p:cTn presetID="10"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Lst>
  </p:timing>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4A3A7F8-BDBB-544F-80C6-1044333680DE}"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10" name="Picture Placeholder 9"/>
          <p:cNvSpPr>
            <a:spLocks noGrp="1"/>
          </p:cNvSpPr>
          <p:nvPr>
            <p:ph type="pic" sz="quarter" idx="13"/>
          </p:nvPr>
        </p:nvSpPr>
        <p:spPr>
          <a:xfrm>
            <a:off x="1314001"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13" name="Picture Placeholder 12"/>
          <p:cNvSpPr>
            <a:spLocks noGrp="1"/>
          </p:cNvSpPr>
          <p:nvPr>
            <p:ph type="pic" sz="quarter" idx="14" hasCustomPrompt="1"/>
          </p:nvPr>
        </p:nvSpPr>
        <p:spPr>
          <a:xfrm>
            <a:off x="1314001"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1"/>
          </a:solidFill>
          <a:ln w="57150">
            <a:solidFill>
              <a:schemeClr val="bg1"/>
            </a:solidFill>
          </a:ln>
        </p:spPr>
        <p:txBody>
          <a:bodyPr wrap="square">
            <a:noAutofit/>
          </a:bodyPr>
          <a:lstStyle/>
          <a:p>
            <a:r>
              <a:rPr lang="id-ID" dirty="0" smtClean="0"/>
              <a:t>-</a:t>
            </a:r>
            <a:endParaRPr lang="en-AU" dirty="0"/>
          </a:p>
        </p:txBody>
      </p:sp>
      <p:sp>
        <p:nvSpPr>
          <p:cNvPr id="20" name="Picture Placeholder 19"/>
          <p:cNvSpPr>
            <a:spLocks noGrp="1"/>
          </p:cNvSpPr>
          <p:nvPr>
            <p:ph type="pic" sz="quarter" idx="15"/>
          </p:nvPr>
        </p:nvSpPr>
        <p:spPr>
          <a:xfrm>
            <a:off x="3736526"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21" name="Picture Placeholder 20"/>
          <p:cNvSpPr>
            <a:spLocks noGrp="1"/>
          </p:cNvSpPr>
          <p:nvPr>
            <p:ph type="pic" sz="quarter" idx="16" hasCustomPrompt="1"/>
          </p:nvPr>
        </p:nvSpPr>
        <p:spPr>
          <a:xfrm>
            <a:off x="3736526"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2"/>
          </a:solidFill>
          <a:ln w="57150">
            <a:solidFill>
              <a:schemeClr val="bg1"/>
            </a:solidFill>
          </a:ln>
        </p:spPr>
        <p:txBody>
          <a:bodyPr wrap="square">
            <a:noAutofit/>
          </a:bodyPr>
          <a:lstStyle/>
          <a:p>
            <a:r>
              <a:rPr lang="id-ID" dirty="0" smtClean="0"/>
              <a:t>-</a:t>
            </a:r>
            <a:endParaRPr lang="en-AU" dirty="0"/>
          </a:p>
        </p:txBody>
      </p:sp>
      <p:sp>
        <p:nvSpPr>
          <p:cNvPr id="22" name="Picture Placeholder 21"/>
          <p:cNvSpPr>
            <a:spLocks noGrp="1"/>
          </p:cNvSpPr>
          <p:nvPr>
            <p:ph type="pic" sz="quarter" idx="17"/>
          </p:nvPr>
        </p:nvSpPr>
        <p:spPr>
          <a:xfrm>
            <a:off x="6159051"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23" name="Picture Placeholder 22"/>
          <p:cNvSpPr>
            <a:spLocks noGrp="1"/>
          </p:cNvSpPr>
          <p:nvPr>
            <p:ph type="pic" sz="quarter" idx="18" hasCustomPrompt="1"/>
          </p:nvPr>
        </p:nvSpPr>
        <p:spPr>
          <a:xfrm>
            <a:off x="6159051"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3"/>
          </a:solidFill>
          <a:ln w="57150">
            <a:solidFill>
              <a:schemeClr val="bg1"/>
            </a:solidFill>
          </a:ln>
        </p:spPr>
        <p:txBody>
          <a:bodyPr wrap="square">
            <a:noAutofit/>
          </a:bodyPr>
          <a:lstStyle/>
          <a:p>
            <a:r>
              <a:rPr lang="id-ID" dirty="0" smtClean="0"/>
              <a:t>-</a:t>
            </a:r>
            <a:endParaRPr lang="en-AU" dirty="0"/>
          </a:p>
        </p:txBody>
      </p:sp>
      <p:sp>
        <p:nvSpPr>
          <p:cNvPr id="24" name="Picture Placeholder 23"/>
          <p:cNvSpPr>
            <a:spLocks noGrp="1"/>
          </p:cNvSpPr>
          <p:nvPr>
            <p:ph type="pic" sz="quarter" idx="19"/>
          </p:nvPr>
        </p:nvSpPr>
        <p:spPr>
          <a:xfrm>
            <a:off x="8610600"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25" name="Picture Placeholder 24"/>
          <p:cNvSpPr>
            <a:spLocks noGrp="1"/>
          </p:cNvSpPr>
          <p:nvPr>
            <p:ph type="pic" sz="quarter" idx="20" hasCustomPrompt="1"/>
          </p:nvPr>
        </p:nvSpPr>
        <p:spPr>
          <a:xfrm>
            <a:off x="8610600"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4"/>
          </a:solidFill>
          <a:ln w="57150">
            <a:solidFill>
              <a:schemeClr val="bg1"/>
            </a:solidFill>
          </a:ln>
        </p:spPr>
        <p:txBody>
          <a:bodyPr wrap="square">
            <a:noAutofit/>
          </a:bodyPr>
          <a:lstStyle/>
          <a:p>
            <a:r>
              <a:rPr lang="id-ID" dirty="0" smtClean="0"/>
              <a:t>-</a:t>
            </a:r>
            <a:endParaRPr lang="en-AU" dirty="0"/>
          </a:p>
        </p:txBody>
      </p:sp>
      <p:sp>
        <p:nvSpPr>
          <p:cNvPr id="2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cxnSp>
        <p:nvCxnSpPr>
          <p:cNvPr id="27" name="Straight Connector 26"/>
          <p:cNvCxnSpPr/>
          <p:nvPr userDrawn="1"/>
        </p:nvCxnSpPr>
        <p:spPr>
          <a:xfrm>
            <a:off x="4229100" y="1174464"/>
            <a:ext cx="39243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5" name="Text Placeholder 10"/>
          <p:cNvSpPr>
            <a:spLocks noGrp="1"/>
          </p:cNvSpPr>
          <p:nvPr>
            <p:ph type="body" sz="quarter" idx="29" hasCustomPrompt="1"/>
          </p:nvPr>
        </p:nvSpPr>
        <p:spPr>
          <a:xfrm>
            <a:off x="1505367" y="4471290"/>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6" name="Text Placeholder 10"/>
          <p:cNvSpPr>
            <a:spLocks noGrp="1"/>
          </p:cNvSpPr>
          <p:nvPr>
            <p:ph type="body" sz="quarter" idx="30" hasCustomPrompt="1"/>
          </p:nvPr>
        </p:nvSpPr>
        <p:spPr>
          <a:xfrm>
            <a:off x="1505367" y="4752308"/>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7" name="Text Placeholder 10"/>
          <p:cNvSpPr>
            <a:spLocks noGrp="1"/>
          </p:cNvSpPr>
          <p:nvPr>
            <p:ph type="body" sz="quarter" idx="31" hasCustomPrompt="1"/>
          </p:nvPr>
        </p:nvSpPr>
        <p:spPr>
          <a:xfrm>
            <a:off x="3963670" y="4471290"/>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8" name="Text Placeholder 10"/>
          <p:cNvSpPr>
            <a:spLocks noGrp="1"/>
          </p:cNvSpPr>
          <p:nvPr>
            <p:ph type="body" sz="quarter" idx="32" hasCustomPrompt="1"/>
          </p:nvPr>
        </p:nvSpPr>
        <p:spPr>
          <a:xfrm>
            <a:off x="3963670" y="4752308"/>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9" name="Text Placeholder 10"/>
          <p:cNvSpPr>
            <a:spLocks noGrp="1"/>
          </p:cNvSpPr>
          <p:nvPr>
            <p:ph type="body" sz="quarter" idx="33" hasCustomPrompt="1"/>
          </p:nvPr>
        </p:nvSpPr>
        <p:spPr>
          <a:xfrm>
            <a:off x="6351687" y="4475579"/>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8" name="Text Placeholder 10"/>
          <p:cNvSpPr>
            <a:spLocks noGrp="1"/>
          </p:cNvSpPr>
          <p:nvPr>
            <p:ph type="body" sz="quarter" idx="34" hasCustomPrompt="1"/>
          </p:nvPr>
        </p:nvSpPr>
        <p:spPr>
          <a:xfrm>
            <a:off x="6351687" y="4756597"/>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29" name="Text Placeholder 10"/>
          <p:cNvSpPr>
            <a:spLocks noGrp="1"/>
          </p:cNvSpPr>
          <p:nvPr>
            <p:ph type="body" sz="quarter" idx="35" hasCustomPrompt="1"/>
          </p:nvPr>
        </p:nvSpPr>
        <p:spPr>
          <a:xfrm>
            <a:off x="8807450" y="4473463"/>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0" name="Text Placeholder 10"/>
          <p:cNvSpPr>
            <a:spLocks noGrp="1"/>
          </p:cNvSpPr>
          <p:nvPr>
            <p:ph type="body" sz="quarter" idx="36" hasCustomPrompt="1"/>
          </p:nvPr>
        </p:nvSpPr>
        <p:spPr>
          <a:xfrm>
            <a:off x="8807450" y="4754481"/>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Tree>
    <p:extLst>
      <p:ext uri="{BB962C8B-B14F-4D97-AF65-F5344CB8AC3E}">
        <p14:creationId xmlns:p14="http://schemas.microsoft.com/office/powerpoint/2010/main" val="2761671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fade">
                                      <p:cBhvr>
                                        <p:cTn id="11" dur="500"/>
                                        <p:tgtEl>
                                          <p:spTgt spid="2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down)">
                                      <p:cBhvr>
                                        <p:cTn id="19" dur="500"/>
                                        <p:tgtEl>
                                          <p:spTgt spid="13"/>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5">
                                            <p:txEl>
                                              <p:pRg st="0" end="0"/>
                                            </p:txEl>
                                          </p:spTgt>
                                        </p:tgtEl>
                                        <p:attrNameLst>
                                          <p:attrName>style.visibility</p:attrName>
                                        </p:attrNameLst>
                                      </p:cBhvr>
                                      <p:to>
                                        <p:strVal val="visible"/>
                                      </p:to>
                                    </p:set>
                                    <p:animEffect transition="in" filter="fade">
                                      <p:cBhvr>
                                        <p:cTn id="23" dur="500"/>
                                        <p:tgtEl>
                                          <p:spTgt spid="15">
                                            <p:txEl>
                                              <p:pRg st="0" end="0"/>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6">
                                            <p:txEl>
                                              <p:pRg st="0" end="0"/>
                                            </p:txEl>
                                          </p:spTgt>
                                        </p:tgtEl>
                                        <p:attrNameLst>
                                          <p:attrName>style.visibility</p:attrName>
                                        </p:attrNameLst>
                                      </p:cBhvr>
                                      <p:to>
                                        <p:strVal val="visible"/>
                                      </p:to>
                                    </p:set>
                                    <p:animEffect transition="in" filter="fade">
                                      <p:cBhvr>
                                        <p:cTn id="26" dur="500"/>
                                        <p:tgtEl>
                                          <p:spTgt spid="16">
                                            <p:txEl>
                                              <p:pRg st="0" end="0"/>
                                            </p:txEl>
                                          </p:spTgt>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childTnLst>
                          </p:cTn>
                        </p:par>
                        <p:par>
                          <p:cTn id="31" fill="hold">
                            <p:stCondLst>
                              <p:cond delay="3000"/>
                            </p:stCondLst>
                            <p:childTnLst>
                              <p:par>
                                <p:cTn id="32" presetID="22" presetClass="entr" presetSubtype="4" fill="hold" grpId="0" nodeType="after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wipe(down)">
                                      <p:cBhvr>
                                        <p:cTn id="34" dur="500"/>
                                        <p:tgtEl>
                                          <p:spTgt spid="21"/>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17">
                                            <p:txEl>
                                              <p:pRg st="0" end="0"/>
                                            </p:txEl>
                                          </p:spTgt>
                                        </p:tgtEl>
                                        <p:attrNameLst>
                                          <p:attrName>style.visibility</p:attrName>
                                        </p:attrNameLst>
                                      </p:cBhvr>
                                      <p:to>
                                        <p:strVal val="visible"/>
                                      </p:to>
                                    </p:set>
                                    <p:animEffect transition="in" filter="fade">
                                      <p:cBhvr>
                                        <p:cTn id="38" dur="500"/>
                                        <p:tgtEl>
                                          <p:spTgt spid="17">
                                            <p:txEl>
                                              <p:pRg st="0" end="0"/>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8">
                                            <p:txEl>
                                              <p:pRg st="0" end="0"/>
                                            </p:txEl>
                                          </p:spTgt>
                                        </p:tgtEl>
                                        <p:attrNameLst>
                                          <p:attrName>style.visibility</p:attrName>
                                        </p:attrNameLst>
                                      </p:cBhvr>
                                      <p:to>
                                        <p:strVal val="visible"/>
                                      </p:to>
                                    </p:set>
                                    <p:animEffect transition="in" filter="fade">
                                      <p:cBhvr>
                                        <p:cTn id="41" dur="500"/>
                                        <p:tgtEl>
                                          <p:spTgt spid="18">
                                            <p:txEl>
                                              <p:pRg st="0" end="0"/>
                                            </p:txEl>
                                          </p:spTgt>
                                        </p:tgtEl>
                                      </p:cBhvr>
                                    </p:animEffect>
                                  </p:childTnLst>
                                </p:cTn>
                              </p:par>
                            </p:childTnLst>
                          </p:cTn>
                        </p:par>
                        <p:par>
                          <p:cTn id="42" fill="hold">
                            <p:stCondLst>
                              <p:cond delay="4000"/>
                            </p:stCondLst>
                            <p:childTnLst>
                              <p:par>
                                <p:cTn id="43" presetID="10" presetClass="entr" presetSubtype="0" fill="hold" grpId="0" nodeType="after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fade">
                                      <p:cBhvr>
                                        <p:cTn id="45" dur="500"/>
                                        <p:tgtEl>
                                          <p:spTgt spid="22"/>
                                        </p:tgtEl>
                                      </p:cBhvr>
                                    </p:animEffect>
                                  </p:childTnLst>
                                </p:cTn>
                              </p:par>
                            </p:childTnLst>
                          </p:cTn>
                        </p:par>
                        <p:par>
                          <p:cTn id="46" fill="hold">
                            <p:stCondLst>
                              <p:cond delay="4500"/>
                            </p:stCondLst>
                            <p:childTnLst>
                              <p:par>
                                <p:cTn id="47" presetID="22" presetClass="entr" presetSubtype="4" fill="hold" grpId="0" nodeType="after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wipe(down)">
                                      <p:cBhvr>
                                        <p:cTn id="49" dur="500"/>
                                        <p:tgtEl>
                                          <p:spTgt spid="23"/>
                                        </p:tgtEl>
                                      </p:cBhvr>
                                    </p:animEffect>
                                  </p:childTnLst>
                                </p:cTn>
                              </p:par>
                            </p:childTnLst>
                          </p:cTn>
                        </p:par>
                        <p:par>
                          <p:cTn id="50" fill="hold">
                            <p:stCondLst>
                              <p:cond delay="5000"/>
                            </p:stCondLst>
                            <p:childTnLst>
                              <p:par>
                                <p:cTn id="51" presetID="10" presetClass="entr" presetSubtype="0" fill="hold" grpId="0" nodeType="afterEffect">
                                  <p:stCondLst>
                                    <p:cond delay="0"/>
                                  </p:stCondLst>
                                  <p:childTnLst>
                                    <p:set>
                                      <p:cBhvr>
                                        <p:cTn id="52" dur="1" fill="hold">
                                          <p:stCondLst>
                                            <p:cond delay="0"/>
                                          </p:stCondLst>
                                        </p:cTn>
                                        <p:tgtEl>
                                          <p:spTgt spid="19">
                                            <p:txEl>
                                              <p:pRg st="0" end="0"/>
                                            </p:txEl>
                                          </p:spTgt>
                                        </p:tgtEl>
                                        <p:attrNameLst>
                                          <p:attrName>style.visibility</p:attrName>
                                        </p:attrNameLst>
                                      </p:cBhvr>
                                      <p:to>
                                        <p:strVal val="visible"/>
                                      </p:to>
                                    </p:set>
                                    <p:animEffect transition="in" filter="fade">
                                      <p:cBhvr>
                                        <p:cTn id="53" dur="500"/>
                                        <p:tgtEl>
                                          <p:spTgt spid="19">
                                            <p:txEl>
                                              <p:pRg st="0" end="0"/>
                                            </p:txEl>
                                          </p:spTgt>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8">
                                            <p:txEl>
                                              <p:pRg st="0" end="0"/>
                                            </p:txEl>
                                          </p:spTgt>
                                        </p:tgtEl>
                                        <p:attrNameLst>
                                          <p:attrName>style.visibility</p:attrName>
                                        </p:attrNameLst>
                                      </p:cBhvr>
                                      <p:to>
                                        <p:strVal val="visible"/>
                                      </p:to>
                                    </p:set>
                                    <p:animEffect transition="in" filter="fade">
                                      <p:cBhvr>
                                        <p:cTn id="56" dur="500"/>
                                        <p:tgtEl>
                                          <p:spTgt spid="28">
                                            <p:txEl>
                                              <p:pRg st="0" end="0"/>
                                            </p:txEl>
                                          </p:spTgt>
                                        </p:tgtEl>
                                      </p:cBhvr>
                                    </p:animEffect>
                                  </p:childTnLst>
                                </p:cTn>
                              </p:par>
                            </p:childTnLst>
                          </p:cTn>
                        </p:par>
                        <p:par>
                          <p:cTn id="57" fill="hold">
                            <p:stCondLst>
                              <p:cond delay="5500"/>
                            </p:stCondLst>
                            <p:childTnLst>
                              <p:par>
                                <p:cTn id="58" presetID="10" presetClass="entr" presetSubtype="0" fill="hold" grpId="0" nodeType="afterEffect">
                                  <p:stCondLst>
                                    <p:cond delay="0"/>
                                  </p:stCondLst>
                                  <p:childTnLst>
                                    <p:set>
                                      <p:cBhvr>
                                        <p:cTn id="59" dur="1" fill="hold">
                                          <p:stCondLst>
                                            <p:cond delay="0"/>
                                          </p:stCondLst>
                                        </p:cTn>
                                        <p:tgtEl>
                                          <p:spTgt spid="24"/>
                                        </p:tgtEl>
                                        <p:attrNameLst>
                                          <p:attrName>style.visibility</p:attrName>
                                        </p:attrNameLst>
                                      </p:cBhvr>
                                      <p:to>
                                        <p:strVal val="visible"/>
                                      </p:to>
                                    </p:set>
                                    <p:animEffect transition="in" filter="fade">
                                      <p:cBhvr>
                                        <p:cTn id="60" dur="500"/>
                                        <p:tgtEl>
                                          <p:spTgt spid="24"/>
                                        </p:tgtEl>
                                      </p:cBhvr>
                                    </p:animEffect>
                                  </p:childTnLst>
                                </p:cTn>
                              </p:par>
                            </p:childTnLst>
                          </p:cTn>
                        </p:par>
                        <p:par>
                          <p:cTn id="61" fill="hold">
                            <p:stCondLst>
                              <p:cond delay="6000"/>
                            </p:stCondLst>
                            <p:childTnLst>
                              <p:par>
                                <p:cTn id="62" presetID="22" presetClass="entr" presetSubtype="4" fill="hold" grpId="0" nodeType="afterEffect">
                                  <p:stCondLst>
                                    <p:cond delay="0"/>
                                  </p:stCondLst>
                                  <p:childTnLst>
                                    <p:set>
                                      <p:cBhvr>
                                        <p:cTn id="63" dur="1" fill="hold">
                                          <p:stCondLst>
                                            <p:cond delay="0"/>
                                          </p:stCondLst>
                                        </p:cTn>
                                        <p:tgtEl>
                                          <p:spTgt spid="25"/>
                                        </p:tgtEl>
                                        <p:attrNameLst>
                                          <p:attrName>style.visibility</p:attrName>
                                        </p:attrNameLst>
                                      </p:cBhvr>
                                      <p:to>
                                        <p:strVal val="visible"/>
                                      </p:to>
                                    </p:set>
                                    <p:animEffect transition="in" filter="wipe(down)">
                                      <p:cBhvr>
                                        <p:cTn id="64" dur="500"/>
                                        <p:tgtEl>
                                          <p:spTgt spid="25"/>
                                        </p:tgtEl>
                                      </p:cBhvr>
                                    </p:animEffect>
                                  </p:childTnLst>
                                </p:cTn>
                              </p:par>
                            </p:childTnLst>
                          </p:cTn>
                        </p:par>
                        <p:par>
                          <p:cTn id="65" fill="hold">
                            <p:stCondLst>
                              <p:cond delay="6500"/>
                            </p:stCondLst>
                            <p:childTnLst>
                              <p:par>
                                <p:cTn id="66" presetID="10" presetClass="entr" presetSubtype="0" fill="hold" grpId="0" nodeType="afterEffect">
                                  <p:stCondLst>
                                    <p:cond delay="0"/>
                                  </p:stCondLst>
                                  <p:childTnLst>
                                    <p:set>
                                      <p:cBhvr>
                                        <p:cTn id="67" dur="1" fill="hold">
                                          <p:stCondLst>
                                            <p:cond delay="0"/>
                                          </p:stCondLst>
                                        </p:cTn>
                                        <p:tgtEl>
                                          <p:spTgt spid="29">
                                            <p:txEl>
                                              <p:pRg st="0" end="0"/>
                                            </p:txEl>
                                          </p:spTgt>
                                        </p:tgtEl>
                                        <p:attrNameLst>
                                          <p:attrName>style.visibility</p:attrName>
                                        </p:attrNameLst>
                                      </p:cBhvr>
                                      <p:to>
                                        <p:strVal val="visible"/>
                                      </p:to>
                                    </p:set>
                                    <p:animEffect transition="in" filter="fade">
                                      <p:cBhvr>
                                        <p:cTn id="68" dur="500"/>
                                        <p:tgtEl>
                                          <p:spTgt spid="29">
                                            <p:txEl>
                                              <p:pRg st="0" end="0"/>
                                            </p:txEl>
                                          </p:spTgt>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0">
                                            <p:txEl>
                                              <p:pRg st="0" end="0"/>
                                            </p:txEl>
                                          </p:spTgt>
                                        </p:tgtEl>
                                        <p:attrNameLst>
                                          <p:attrName>style.visibility</p:attrName>
                                        </p:attrNameLst>
                                      </p:cBhvr>
                                      <p:to>
                                        <p:strVal val="visible"/>
                                      </p:to>
                                    </p:set>
                                    <p:animEffect transition="in" filter="fade">
                                      <p:cBhvr>
                                        <p:cTn id="71"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3" grpId="0" animBg="1"/>
      <p:bldP spid="20" grpId="0" animBg="1"/>
      <p:bldP spid="21" grpId="0" animBg="1"/>
      <p:bldP spid="22" grpId="0" animBg="1"/>
      <p:bldP spid="23" grpId="0" animBg="1"/>
      <p:bldP spid="24" grpId="0" animBg="1"/>
      <p:bldP spid="25" grpId="0" animBg="1"/>
      <p:bldP spid="26"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build="p">
        <p:tmplLst>
          <p:tmpl lvl="1">
            <p:tnLst>
              <p:par>
                <p:cTn presetID="10"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8" grpId="0" build="p">
        <p:tmplLst>
          <p:tmpl lvl="1">
            <p:tnLst>
              <p:par>
                <p:cTn presetID="10"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10" presetClass="entr" presetSubtype="0"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8" grpId="0" build="p">
        <p:tmplLst>
          <p:tmpl lvl="1">
            <p:tnLst>
              <p:par>
                <p:cTn presetID="10"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9" grpId="0" build="p">
        <p:tmplLst>
          <p:tmpl lvl="1">
            <p:tnLst>
              <p:par>
                <p:cTn presetID="10" presetClass="entr" presetSubtype="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childTnLst>
                </p:cTn>
              </p:par>
            </p:tnLst>
          </p:tmpl>
        </p:tmplLst>
      </p:bldP>
      <p:bldP spid="30" grpId="0" build="p">
        <p:tmplLst>
          <p:tmpl lvl="1">
            <p:tnLst>
              <p:par>
                <p:cTn presetID="10"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Lst>
  </p:timing>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B3144DF4-AC3C-0F4D-BA3D-C392616233C9}"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95034"/>
          </a:xfrm>
        </p:spPr>
        <p:txBody>
          <a:bodyPr>
            <a:normAutofit/>
          </a:bodyPr>
          <a:lstStyle>
            <a:lvl1pPr algn="l">
              <a:defRPr sz="44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9500"/>
            <a:ext cx="5472112" cy="294121"/>
          </a:xfrm>
        </p:spPr>
        <p:txBody>
          <a:bodyPr/>
          <a:lstStyle>
            <a:lvl1pPr algn="l">
              <a:defRPr/>
            </a:lvl1pPr>
          </a:lstStyle>
          <a:p>
            <a:pPr lvl="0"/>
            <a:r>
              <a:rPr lang="en-US" dirty="0" smtClean="0"/>
              <a:t>Click to edit Master text styles</a:t>
            </a:r>
          </a:p>
        </p:txBody>
      </p:sp>
    </p:spTree>
    <p:extLst>
      <p:ext uri="{BB962C8B-B14F-4D97-AF65-F5344CB8AC3E}">
        <p14:creationId xmlns:p14="http://schemas.microsoft.com/office/powerpoint/2010/main" val="25398929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C1809D1-37BE-5341-8A33-43E7196D1F9F}"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61721"/>
          </a:xfrm>
        </p:spPr>
        <p:txBody>
          <a:bodyPr/>
          <a:lstStyle>
            <a:lvl1pPr algn="l">
              <a:defRPr sz="36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4904"/>
            <a:ext cx="5472112" cy="294121"/>
          </a:xfrm>
        </p:spPr>
        <p:txBody>
          <a:bodyPr/>
          <a:lstStyle>
            <a:lvl1pPr algn="l">
              <a:defRPr/>
            </a:lvl1pPr>
          </a:lstStyle>
          <a:p>
            <a:pPr lvl="0"/>
            <a:r>
              <a:rPr lang="en-US" dirty="0" smtClean="0"/>
              <a:t>Click to edit Master text styles</a:t>
            </a:r>
          </a:p>
        </p:txBody>
      </p:sp>
    </p:spTree>
    <p:extLst>
      <p:ext uri="{BB962C8B-B14F-4D97-AF65-F5344CB8AC3E}">
        <p14:creationId xmlns:p14="http://schemas.microsoft.com/office/powerpoint/2010/main" val="38919097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C8A501BB-C71A-9B42-816D-71573B6E4A35}"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95034"/>
          </a:xfrm>
        </p:spPr>
        <p:txBody>
          <a:bodyPr>
            <a:normAutofit/>
          </a:bodyPr>
          <a:lstStyle>
            <a:lvl1pPr algn="l">
              <a:defRPr sz="44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9500"/>
            <a:ext cx="5472112" cy="294121"/>
          </a:xfrm>
        </p:spPr>
        <p:txBody>
          <a:bodyPr/>
          <a:lstStyle>
            <a:lvl1pPr algn="l">
              <a:defRPr/>
            </a:lvl1pPr>
          </a:lstStyle>
          <a:p>
            <a:pPr lvl="0"/>
            <a:r>
              <a:rPr lang="en-US" dirty="0" smtClean="0"/>
              <a:t>Click to edit Master text styles</a:t>
            </a:r>
          </a:p>
        </p:txBody>
      </p:sp>
      <p:sp>
        <p:nvSpPr>
          <p:cNvPr id="8" name="Picture Placeholder 9"/>
          <p:cNvSpPr>
            <a:spLocks noGrp="1"/>
          </p:cNvSpPr>
          <p:nvPr>
            <p:ph type="pic" sz="quarter" idx="13" hasCustomPrompt="1"/>
          </p:nvPr>
        </p:nvSpPr>
        <p:spPr>
          <a:xfrm>
            <a:off x="1912257" y="1954314"/>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grpSp>
        <p:nvGrpSpPr>
          <p:cNvPr id="9" name="Group 8"/>
          <p:cNvGrpSpPr/>
          <p:nvPr userDrawn="1"/>
        </p:nvGrpSpPr>
        <p:grpSpPr>
          <a:xfrm>
            <a:off x="2234464" y="4370171"/>
            <a:ext cx="1537345" cy="214571"/>
            <a:chOff x="5317188" y="3092930"/>
            <a:chExt cx="1537345" cy="214571"/>
          </a:xfrm>
          <a:solidFill>
            <a:srgbClr val="FFC000"/>
          </a:solidFill>
        </p:grpSpPr>
        <p:sp>
          <p:nvSpPr>
            <p:cNvPr id="10" name="5-Point Star 9"/>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5-Point Star 10"/>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5-Point Star 11"/>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3" name="5-Point Star 12"/>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5-Point Star 13"/>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15" name="Text Placeholder 10"/>
          <p:cNvSpPr>
            <a:spLocks noGrp="1"/>
          </p:cNvSpPr>
          <p:nvPr>
            <p:ph type="body" sz="quarter" idx="14" hasCustomPrompt="1"/>
          </p:nvPr>
        </p:nvSpPr>
        <p:spPr>
          <a:xfrm>
            <a:off x="6481771" y="1995054"/>
            <a:ext cx="4576754" cy="348342"/>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6" name="Text Placeholder 10"/>
          <p:cNvSpPr>
            <a:spLocks noGrp="1"/>
          </p:cNvSpPr>
          <p:nvPr>
            <p:ph type="body" sz="quarter" idx="16" hasCustomPrompt="1"/>
          </p:nvPr>
        </p:nvSpPr>
        <p:spPr>
          <a:xfrm>
            <a:off x="6481772" y="2424114"/>
            <a:ext cx="4576753" cy="1533524"/>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17" name="Text Placeholder 10"/>
          <p:cNvSpPr>
            <a:spLocks noGrp="1"/>
          </p:cNvSpPr>
          <p:nvPr>
            <p:ph type="body" sz="quarter" idx="17" hasCustomPrompt="1"/>
          </p:nvPr>
        </p:nvSpPr>
        <p:spPr>
          <a:xfrm>
            <a:off x="1012091" y="4868947"/>
            <a:ext cx="3990966" cy="1155181"/>
          </a:xfrm>
        </p:spPr>
        <p:txBody>
          <a:bodyPr>
            <a:normAutofit/>
          </a:bodyPr>
          <a:lstStyle>
            <a:lvl1pPr algn="ctr">
              <a:defRPr sz="1200" i="1"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24214048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wipe(left)">
                                      <p:cBhvr>
                                        <p:cTn id="2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Lst>
  </p:timing>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CCFE710A-7E87-FB4D-87A2-8BABFA37CC4B}"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23" name="Picture Placeholder 22"/>
          <p:cNvSpPr>
            <a:spLocks noGrp="1"/>
          </p:cNvSpPr>
          <p:nvPr>
            <p:ph type="pic" sz="quarter" idx="13"/>
          </p:nvPr>
        </p:nvSpPr>
        <p:spPr>
          <a:xfrm>
            <a:off x="3437532" y="4365702"/>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29" name="Picture Placeholder 28"/>
          <p:cNvSpPr>
            <a:spLocks noGrp="1"/>
          </p:cNvSpPr>
          <p:nvPr>
            <p:ph type="pic" sz="quarter" idx="15"/>
          </p:nvPr>
        </p:nvSpPr>
        <p:spPr>
          <a:xfrm>
            <a:off x="3437532" y="2437541"/>
            <a:ext cx="2610275" cy="1803729"/>
          </a:xfrm>
          <a:custGeom>
            <a:avLst/>
            <a:gdLst>
              <a:gd name="connsiteX0" fmla="*/ 0 w 2610275"/>
              <a:gd name="connsiteY0" fmla="*/ 0 h 1803729"/>
              <a:gd name="connsiteX1" fmla="*/ 2610275 w 2610275"/>
              <a:gd name="connsiteY1" fmla="*/ 0 h 1803729"/>
              <a:gd name="connsiteX2" fmla="*/ 2610275 w 2610275"/>
              <a:gd name="connsiteY2" fmla="*/ 1803729 h 1803729"/>
              <a:gd name="connsiteX3" fmla="*/ 0 w 261027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610275" h="1803729">
                <a:moveTo>
                  <a:pt x="0" y="0"/>
                </a:moveTo>
                <a:lnTo>
                  <a:pt x="2610275" y="0"/>
                </a:lnTo>
                <a:lnTo>
                  <a:pt x="2610275" y="1803729"/>
                </a:lnTo>
                <a:lnTo>
                  <a:pt x="0" y="1803729"/>
                </a:lnTo>
                <a:close/>
              </a:path>
            </a:pathLst>
          </a:custGeom>
          <a:solidFill>
            <a:schemeClr val="bg1">
              <a:lumMod val="95000"/>
            </a:schemeClr>
          </a:solidFill>
        </p:spPr>
        <p:txBody>
          <a:bodyPr wrap="square">
            <a:noAutofit/>
          </a:bodyPr>
          <a:lstStyle/>
          <a:p>
            <a:endParaRPr lang="en-AU"/>
          </a:p>
        </p:txBody>
      </p:sp>
      <p:sp>
        <p:nvSpPr>
          <p:cNvPr id="32" name="Picture Placeholder 31"/>
          <p:cNvSpPr>
            <a:spLocks noGrp="1"/>
          </p:cNvSpPr>
          <p:nvPr>
            <p:ph type="pic" sz="quarter" idx="16"/>
          </p:nvPr>
        </p:nvSpPr>
        <p:spPr>
          <a:xfrm>
            <a:off x="6165273" y="2437541"/>
            <a:ext cx="2610275" cy="1803729"/>
          </a:xfrm>
          <a:custGeom>
            <a:avLst/>
            <a:gdLst>
              <a:gd name="connsiteX0" fmla="*/ 0 w 2865245"/>
              <a:gd name="connsiteY0" fmla="*/ 0 h 1803729"/>
              <a:gd name="connsiteX1" fmla="*/ 2865245 w 2865245"/>
              <a:gd name="connsiteY1" fmla="*/ 0 h 1803729"/>
              <a:gd name="connsiteX2" fmla="*/ 2865245 w 2865245"/>
              <a:gd name="connsiteY2" fmla="*/ 1803729 h 1803729"/>
              <a:gd name="connsiteX3" fmla="*/ 0 w 286524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865245" h="1803729">
                <a:moveTo>
                  <a:pt x="0" y="0"/>
                </a:moveTo>
                <a:lnTo>
                  <a:pt x="2865245" y="0"/>
                </a:lnTo>
                <a:lnTo>
                  <a:pt x="2865245" y="1803729"/>
                </a:lnTo>
                <a:lnTo>
                  <a:pt x="0" y="1803729"/>
                </a:lnTo>
                <a:close/>
              </a:path>
            </a:pathLst>
          </a:custGeom>
          <a:solidFill>
            <a:schemeClr val="bg1">
              <a:lumMod val="95000"/>
            </a:schemeClr>
          </a:solidFill>
        </p:spPr>
        <p:txBody>
          <a:bodyPr wrap="square">
            <a:noAutofit/>
          </a:bodyPr>
          <a:lstStyle/>
          <a:p>
            <a:endParaRPr lang="en-AU"/>
          </a:p>
        </p:txBody>
      </p:sp>
      <p:sp>
        <p:nvSpPr>
          <p:cNvPr id="38" name="Picture Placeholder 37"/>
          <p:cNvSpPr>
            <a:spLocks noGrp="1"/>
          </p:cNvSpPr>
          <p:nvPr>
            <p:ph type="pic" sz="quarter" idx="18"/>
          </p:nvPr>
        </p:nvSpPr>
        <p:spPr>
          <a:xfrm>
            <a:off x="6165273" y="4365702"/>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14"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15"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6" name="Text Placeholder 10"/>
          <p:cNvSpPr>
            <a:spLocks noGrp="1"/>
          </p:cNvSpPr>
          <p:nvPr>
            <p:ph type="body" sz="quarter" idx="17" hasCustomPrompt="1"/>
          </p:nvPr>
        </p:nvSpPr>
        <p:spPr>
          <a:xfrm>
            <a:off x="838200" y="3026156"/>
            <a:ext cx="2438401" cy="273368"/>
          </a:xfrm>
        </p:spPr>
        <p:txBody>
          <a:bodyPr/>
          <a:lstStyle>
            <a:lvl1pPr algn="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7" name="Text Placeholder 10"/>
          <p:cNvSpPr>
            <a:spLocks noGrp="1"/>
          </p:cNvSpPr>
          <p:nvPr>
            <p:ph type="body" sz="quarter" idx="19" hasCustomPrompt="1"/>
          </p:nvPr>
        </p:nvSpPr>
        <p:spPr>
          <a:xfrm>
            <a:off x="838201" y="3377725"/>
            <a:ext cx="2438400" cy="1085225"/>
          </a:xfrm>
        </p:spPr>
        <p:txBody>
          <a:bodyPr>
            <a:normAutofit/>
          </a:bodyPr>
          <a:lstStyle>
            <a:lvl1pPr algn="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18" name="Text Placeholder 10"/>
          <p:cNvSpPr>
            <a:spLocks noGrp="1"/>
          </p:cNvSpPr>
          <p:nvPr>
            <p:ph type="body" sz="quarter" idx="20" hasCustomPrompt="1"/>
          </p:nvPr>
        </p:nvSpPr>
        <p:spPr>
          <a:xfrm>
            <a:off x="838200" y="4743477"/>
            <a:ext cx="2438401" cy="273368"/>
          </a:xfrm>
        </p:spPr>
        <p:txBody>
          <a:bodyPr/>
          <a:lstStyle>
            <a:lvl1pPr algn="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9" name="Text Placeholder 10"/>
          <p:cNvSpPr>
            <a:spLocks noGrp="1"/>
          </p:cNvSpPr>
          <p:nvPr>
            <p:ph type="body" sz="quarter" idx="21" hasCustomPrompt="1"/>
          </p:nvPr>
        </p:nvSpPr>
        <p:spPr>
          <a:xfrm>
            <a:off x="838201" y="5095046"/>
            <a:ext cx="2438400" cy="1085225"/>
          </a:xfrm>
        </p:spPr>
        <p:txBody>
          <a:bodyPr>
            <a:normAutofit/>
          </a:bodyPr>
          <a:lstStyle>
            <a:lvl1pPr algn="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0" name="Text Placeholder 10"/>
          <p:cNvSpPr>
            <a:spLocks noGrp="1"/>
          </p:cNvSpPr>
          <p:nvPr>
            <p:ph type="body" sz="quarter" idx="22" hasCustomPrompt="1"/>
          </p:nvPr>
        </p:nvSpPr>
        <p:spPr>
          <a:xfrm>
            <a:off x="8929254" y="3027921"/>
            <a:ext cx="2438401" cy="273368"/>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1" name="Text Placeholder 10"/>
          <p:cNvSpPr>
            <a:spLocks noGrp="1"/>
          </p:cNvSpPr>
          <p:nvPr>
            <p:ph type="body" sz="quarter" idx="23" hasCustomPrompt="1"/>
          </p:nvPr>
        </p:nvSpPr>
        <p:spPr>
          <a:xfrm>
            <a:off x="8929255" y="3379490"/>
            <a:ext cx="2438400" cy="1085225"/>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2" name="Text Placeholder 10"/>
          <p:cNvSpPr>
            <a:spLocks noGrp="1"/>
          </p:cNvSpPr>
          <p:nvPr>
            <p:ph type="body" sz="quarter" idx="24" hasCustomPrompt="1"/>
          </p:nvPr>
        </p:nvSpPr>
        <p:spPr>
          <a:xfrm>
            <a:off x="8929254" y="4743477"/>
            <a:ext cx="2438401" cy="273368"/>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4" name="Text Placeholder 10"/>
          <p:cNvSpPr>
            <a:spLocks noGrp="1"/>
          </p:cNvSpPr>
          <p:nvPr>
            <p:ph type="body" sz="quarter" idx="25" hasCustomPrompt="1"/>
          </p:nvPr>
        </p:nvSpPr>
        <p:spPr>
          <a:xfrm>
            <a:off x="8929255" y="5095046"/>
            <a:ext cx="2438400" cy="1085225"/>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7615656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ppt_w</p:attrName>
                                        </p:attrNameLst>
                                      </p:cBhvr>
                                      <p:tavLst>
                                        <p:tav tm="0">
                                          <p:val>
                                            <p:fltVal val="0"/>
                                          </p:val>
                                        </p:tav>
                                        <p:tav tm="100000">
                                          <p:val>
                                            <p:strVal val="#ppt_w"/>
                                          </p:val>
                                        </p:tav>
                                      </p:tavLst>
                                    </p:anim>
                                    <p:anim calcmode="lin" valueType="num">
                                      <p:cBhvr>
                                        <p:cTn id="8" dur="500" fill="hold"/>
                                        <p:tgtEl>
                                          <p:spTgt spid="29"/>
                                        </p:tgtEl>
                                        <p:attrNameLst>
                                          <p:attrName>ppt_h</p:attrName>
                                        </p:attrNameLst>
                                      </p:cBhvr>
                                      <p:tavLst>
                                        <p:tav tm="0">
                                          <p:val>
                                            <p:fltVal val="0"/>
                                          </p:val>
                                        </p:tav>
                                        <p:tav tm="100000">
                                          <p:val>
                                            <p:strVal val="#ppt_h"/>
                                          </p:val>
                                        </p:tav>
                                      </p:tavLst>
                                    </p:anim>
                                    <p:animEffect transition="in" filter="fade">
                                      <p:cBhvr>
                                        <p:cTn id="9" dur="500"/>
                                        <p:tgtEl>
                                          <p:spTgt spid="29"/>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32"/>
                                        </p:tgtEl>
                                        <p:attrNameLst>
                                          <p:attrName>style.visibility</p:attrName>
                                        </p:attrNameLst>
                                      </p:cBhvr>
                                      <p:to>
                                        <p:strVal val="visible"/>
                                      </p:to>
                                    </p:set>
                                    <p:anim calcmode="lin" valueType="num">
                                      <p:cBhvr>
                                        <p:cTn id="12" dur="500" fill="hold"/>
                                        <p:tgtEl>
                                          <p:spTgt spid="32"/>
                                        </p:tgtEl>
                                        <p:attrNameLst>
                                          <p:attrName>ppt_w</p:attrName>
                                        </p:attrNameLst>
                                      </p:cBhvr>
                                      <p:tavLst>
                                        <p:tav tm="0">
                                          <p:val>
                                            <p:fltVal val="0"/>
                                          </p:val>
                                        </p:tav>
                                        <p:tav tm="100000">
                                          <p:val>
                                            <p:strVal val="#ppt_w"/>
                                          </p:val>
                                        </p:tav>
                                      </p:tavLst>
                                    </p:anim>
                                    <p:anim calcmode="lin" valueType="num">
                                      <p:cBhvr>
                                        <p:cTn id="13" dur="500" fill="hold"/>
                                        <p:tgtEl>
                                          <p:spTgt spid="32"/>
                                        </p:tgtEl>
                                        <p:attrNameLst>
                                          <p:attrName>ppt_h</p:attrName>
                                        </p:attrNameLst>
                                      </p:cBhvr>
                                      <p:tavLst>
                                        <p:tav tm="0">
                                          <p:val>
                                            <p:fltVal val="0"/>
                                          </p:val>
                                        </p:tav>
                                        <p:tav tm="100000">
                                          <p:val>
                                            <p:strVal val="#ppt_h"/>
                                          </p:val>
                                        </p:tav>
                                      </p:tavLst>
                                    </p:anim>
                                    <p:animEffect transition="in" filter="fade">
                                      <p:cBhvr>
                                        <p:cTn id="14" dur="500"/>
                                        <p:tgtEl>
                                          <p:spTgt spid="32"/>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p:cTn id="17" dur="500" fill="hold"/>
                                        <p:tgtEl>
                                          <p:spTgt spid="23"/>
                                        </p:tgtEl>
                                        <p:attrNameLst>
                                          <p:attrName>ppt_w</p:attrName>
                                        </p:attrNameLst>
                                      </p:cBhvr>
                                      <p:tavLst>
                                        <p:tav tm="0">
                                          <p:val>
                                            <p:fltVal val="0"/>
                                          </p:val>
                                        </p:tav>
                                        <p:tav tm="100000">
                                          <p:val>
                                            <p:strVal val="#ppt_w"/>
                                          </p:val>
                                        </p:tav>
                                      </p:tavLst>
                                    </p:anim>
                                    <p:anim calcmode="lin" valueType="num">
                                      <p:cBhvr>
                                        <p:cTn id="18" dur="500" fill="hold"/>
                                        <p:tgtEl>
                                          <p:spTgt spid="23"/>
                                        </p:tgtEl>
                                        <p:attrNameLst>
                                          <p:attrName>ppt_h</p:attrName>
                                        </p:attrNameLst>
                                      </p:cBhvr>
                                      <p:tavLst>
                                        <p:tav tm="0">
                                          <p:val>
                                            <p:fltVal val="0"/>
                                          </p:val>
                                        </p:tav>
                                        <p:tav tm="100000">
                                          <p:val>
                                            <p:strVal val="#ppt_h"/>
                                          </p:val>
                                        </p:tav>
                                      </p:tavLst>
                                    </p:anim>
                                    <p:animEffect transition="in" filter="fade">
                                      <p:cBhvr>
                                        <p:cTn id="19" dur="500"/>
                                        <p:tgtEl>
                                          <p:spTgt spid="23"/>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 calcmode="lin" valueType="num">
                                      <p:cBhvr>
                                        <p:cTn id="22" dur="500" fill="hold"/>
                                        <p:tgtEl>
                                          <p:spTgt spid="38"/>
                                        </p:tgtEl>
                                        <p:attrNameLst>
                                          <p:attrName>ppt_w</p:attrName>
                                        </p:attrNameLst>
                                      </p:cBhvr>
                                      <p:tavLst>
                                        <p:tav tm="0">
                                          <p:val>
                                            <p:fltVal val="0"/>
                                          </p:val>
                                        </p:tav>
                                        <p:tav tm="100000">
                                          <p:val>
                                            <p:strVal val="#ppt_w"/>
                                          </p:val>
                                        </p:tav>
                                      </p:tavLst>
                                    </p:anim>
                                    <p:anim calcmode="lin" valueType="num">
                                      <p:cBhvr>
                                        <p:cTn id="23" dur="500" fill="hold"/>
                                        <p:tgtEl>
                                          <p:spTgt spid="38"/>
                                        </p:tgtEl>
                                        <p:attrNameLst>
                                          <p:attrName>ppt_h</p:attrName>
                                        </p:attrNameLst>
                                      </p:cBhvr>
                                      <p:tavLst>
                                        <p:tav tm="0">
                                          <p:val>
                                            <p:fltVal val="0"/>
                                          </p:val>
                                        </p:tav>
                                        <p:tav tm="100000">
                                          <p:val>
                                            <p:strVal val="#ppt_h"/>
                                          </p:val>
                                        </p:tav>
                                      </p:tavLst>
                                    </p:anim>
                                    <p:animEffect transition="in" filter="fade">
                                      <p:cBhvr>
                                        <p:cTn id="24" dur="500"/>
                                        <p:tgtEl>
                                          <p:spTgt spid="38"/>
                                        </p:tgtEl>
                                      </p:cBhvr>
                                    </p:animEffect>
                                  </p:childTnLst>
                                </p:cTn>
                              </p:par>
                            </p:childTnLst>
                          </p:cTn>
                        </p:par>
                        <p:par>
                          <p:cTn id="25" fill="hold">
                            <p:stCondLst>
                              <p:cond delay="500"/>
                            </p:stCondLst>
                            <p:childTnLst>
                              <p:par>
                                <p:cTn id="26" presetID="10" presetClass="entr" presetSubtype="0" fill="hold" grpId="0" nodeType="after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childTnLst>
                          </p:cTn>
                        </p:par>
                        <p:par>
                          <p:cTn id="29" fill="hold">
                            <p:stCondLst>
                              <p:cond delay="1000"/>
                            </p:stCondLst>
                            <p:childTnLst>
                              <p:par>
                                <p:cTn id="30" presetID="10" presetClass="entr" presetSubtype="0" fill="hold" grpId="0" nodeType="afterEffect">
                                  <p:stCondLst>
                                    <p:cond delay="0"/>
                                  </p:stCondLst>
                                  <p:childTnLst>
                                    <p:set>
                                      <p:cBhvr>
                                        <p:cTn id="31" dur="1" fill="hold">
                                          <p:stCondLst>
                                            <p:cond delay="0"/>
                                          </p:stCondLst>
                                        </p:cTn>
                                        <p:tgtEl>
                                          <p:spTgt spid="15">
                                            <p:txEl>
                                              <p:pRg st="0" end="0"/>
                                            </p:txEl>
                                          </p:spTgt>
                                        </p:tgtEl>
                                        <p:attrNameLst>
                                          <p:attrName>style.visibility</p:attrName>
                                        </p:attrNameLst>
                                      </p:cBhvr>
                                      <p:to>
                                        <p:strVal val="visible"/>
                                      </p:to>
                                    </p:set>
                                    <p:animEffect transition="in" filter="fade">
                                      <p:cBhvr>
                                        <p:cTn id="32" dur="500"/>
                                        <p:tgtEl>
                                          <p:spTgt spid="15">
                                            <p:txEl>
                                              <p:pRg st="0" end="0"/>
                                            </p:txEl>
                                          </p:spTgt>
                                        </p:tgtEl>
                                      </p:cBhvr>
                                    </p:animEffect>
                                  </p:childTnLst>
                                </p:cTn>
                              </p:par>
                            </p:childTnLst>
                          </p:cTn>
                        </p:par>
                        <p:par>
                          <p:cTn id="33" fill="hold">
                            <p:stCondLst>
                              <p:cond delay="1500"/>
                            </p:stCondLst>
                            <p:childTnLst>
                              <p:par>
                                <p:cTn id="34" presetID="10" presetClass="entr" presetSubtype="0" fill="hold" grpId="0" nodeType="afterEffect">
                                  <p:stCondLst>
                                    <p:cond delay="0"/>
                                  </p:stCondLst>
                                  <p:childTnLst>
                                    <p:set>
                                      <p:cBhvr>
                                        <p:cTn id="35" dur="1" fill="hold">
                                          <p:stCondLst>
                                            <p:cond delay="0"/>
                                          </p:stCondLst>
                                        </p:cTn>
                                        <p:tgtEl>
                                          <p:spTgt spid="16">
                                            <p:txEl>
                                              <p:pRg st="0" end="0"/>
                                            </p:txEl>
                                          </p:spTgt>
                                        </p:tgtEl>
                                        <p:attrNameLst>
                                          <p:attrName>style.visibility</p:attrName>
                                        </p:attrNameLst>
                                      </p:cBhvr>
                                      <p:to>
                                        <p:strVal val="visible"/>
                                      </p:to>
                                    </p:set>
                                    <p:animEffect transition="in" filter="fade">
                                      <p:cBhvr>
                                        <p:cTn id="36" dur="500"/>
                                        <p:tgtEl>
                                          <p:spTgt spid="16">
                                            <p:txEl>
                                              <p:pRg st="0" end="0"/>
                                            </p:txEl>
                                          </p:spTgt>
                                        </p:tgtEl>
                                      </p:cBhvr>
                                    </p:animEffect>
                                  </p:childTnLst>
                                </p:cTn>
                              </p:par>
                              <p:par>
                                <p:cTn id="37" presetID="42" presetClass="entr" presetSubtype="0" fill="hold" grpId="0" nodeType="withEffect">
                                  <p:stCondLst>
                                    <p:cond delay="0"/>
                                  </p:stCondLst>
                                  <p:childTnLst>
                                    <p:set>
                                      <p:cBhvr>
                                        <p:cTn id="38" dur="1" fill="hold">
                                          <p:stCondLst>
                                            <p:cond delay="0"/>
                                          </p:stCondLst>
                                        </p:cTn>
                                        <p:tgtEl>
                                          <p:spTgt spid="17">
                                            <p:txEl>
                                              <p:pRg st="0" end="0"/>
                                            </p:txEl>
                                          </p:spTgt>
                                        </p:tgtEl>
                                        <p:attrNameLst>
                                          <p:attrName>style.visibility</p:attrName>
                                        </p:attrNameLst>
                                      </p:cBhvr>
                                      <p:to>
                                        <p:strVal val="visible"/>
                                      </p:to>
                                    </p:set>
                                    <p:animEffect transition="in" filter="fade">
                                      <p:cBhvr>
                                        <p:cTn id="39" dur="500"/>
                                        <p:tgtEl>
                                          <p:spTgt spid="17">
                                            <p:txEl>
                                              <p:pRg st="0" end="0"/>
                                            </p:txEl>
                                          </p:spTgt>
                                        </p:tgtEl>
                                      </p:cBhvr>
                                    </p:animEffect>
                                    <p:anim calcmode="lin" valueType="num">
                                      <p:cBhvr>
                                        <p:cTn id="40"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41" dur="500" fill="hold"/>
                                        <p:tgtEl>
                                          <p:spTgt spid="17">
                                            <p:txEl>
                                              <p:pRg st="0" end="0"/>
                                            </p:txEl>
                                          </p:spTgt>
                                        </p:tgtEl>
                                        <p:attrNameLst>
                                          <p:attrName>ppt_y</p:attrName>
                                        </p:attrNameLst>
                                      </p:cBhvr>
                                      <p:tavLst>
                                        <p:tav tm="0">
                                          <p:val>
                                            <p:strVal val="#ppt_y+.1"/>
                                          </p:val>
                                        </p:tav>
                                        <p:tav tm="100000">
                                          <p:val>
                                            <p:strVal val="#ppt_y"/>
                                          </p:val>
                                        </p:tav>
                                      </p:tavLst>
                                    </p:anim>
                                  </p:childTnLst>
                                </p:cTn>
                              </p:par>
                            </p:childTnLst>
                          </p:cTn>
                        </p:par>
                        <p:par>
                          <p:cTn id="42" fill="hold">
                            <p:stCondLst>
                              <p:cond delay="2000"/>
                            </p:stCondLst>
                            <p:childTnLst>
                              <p:par>
                                <p:cTn id="43" presetID="10" presetClass="entr" presetSubtype="0" fill="hold" grpId="0" nodeType="afterEffect">
                                  <p:stCondLst>
                                    <p:cond delay="0"/>
                                  </p:stCondLst>
                                  <p:childTnLst>
                                    <p:set>
                                      <p:cBhvr>
                                        <p:cTn id="44" dur="1" fill="hold">
                                          <p:stCondLst>
                                            <p:cond delay="0"/>
                                          </p:stCondLst>
                                        </p:cTn>
                                        <p:tgtEl>
                                          <p:spTgt spid="18">
                                            <p:txEl>
                                              <p:pRg st="0" end="0"/>
                                            </p:txEl>
                                          </p:spTgt>
                                        </p:tgtEl>
                                        <p:attrNameLst>
                                          <p:attrName>style.visibility</p:attrName>
                                        </p:attrNameLst>
                                      </p:cBhvr>
                                      <p:to>
                                        <p:strVal val="visible"/>
                                      </p:to>
                                    </p:set>
                                    <p:animEffect transition="in" filter="fade">
                                      <p:cBhvr>
                                        <p:cTn id="45" dur="500"/>
                                        <p:tgtEl>
                                          <p:spTgt spid="18">
                                            <p:txEl>
                                              <p:pRg st="0" end="0"/>
                                            </p:txEl>
                                          </p:spTgt>
                                        </p:tgtEl>
                                      </p:cBhvr>
                                    </p:animEffect>
                                  </p:childTnLst>
                                </p:cTn>
                              </p:par>
                              <p:par>
                                <p:cTn id="46" presetID="42" presetClass="entr" presetSubtype="0" fill="hold" grpId="0" nodeType="withEffect">
                                  <p:stCondLst>
                                    <p:cond delay="0"/>
                                  </p:stCondLst>
                                  <p:childTnLst>
                                    <p:set>
                                      <p:cBhvr>
                                        <p:cTn id="47" dur="1" fill="hold">
                                          <p:stCondLst>
                                            <p:cond delay="0"/>
                                          </p:stCondLst>
                                        </p:cTn>
                                        <p:tgtEl>
                                          <p:spTgt spid="19">
                                            <p:txEl>
                                              <p:pRg st="0" end="0"/>
                                            </p:txEl>
                                          </p:spTgt>
                                        </p:tgtEl>
                                        <p:attrNameLst>
                                          <p:attrName>style.visibility</p:attrName>
                                        </p:attrNameLst>
                                      </p:cBhvr>
                                      <p:to>
                                        <p:strVal val="visible"/>
                                      </p:to>
                                    </p:set>
                                    <p:animEffect transition="in" filter="fade">
                                      <p:cBhvr>
                                        <p:cTn id="48" dur="500"/>
                                        <p:tgtEl>
                                          <p:spTgt spid="19">
                                            <p:txEl>
                                              <p:pRg st="0" end="0"/>
                                            </p:txEl>
                                          </p:spTgt>
                                        </p:tgtEl>
                                      </p:cBhvr>
                                    </p:animEffect>
                                    <p:anim calcmode="lin" valueType="num">
                                      <p:cBhvr>
                                        <p:cTn id="49"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0"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51" fill="hold">
                            <p:stCondLst>
                              <p:cond delay="2500"/>
                            </p:stCondLst>
                            <p:childTnLst>
                              <p:par>
                                <p:cTn id="52" presetID="10" presetClass="entr" presetSubtype="0" fill="hold" grpId="0" nodeType="afterEffect">
                                  <p:stCondLst>
                                    <p:cond delay="0"/>
                                  </p:stCondLst>
                                  <p:childTnLst>
                                    <p:set>
                                      <p:cBhvr>
                                        <p:cTn id="53" dur="1" fill="hold">
                                          <p:stCondLst>
                                            <p:cond delay="0"/>
                                          </p:stCondLst>
                                        </p:cTn>
                                        <p:tgtEl>
                                          <p:spTgt spid="20">
                                            <p:txEl>
                                              <p:pRg st="0" end="0"/>
                                            </p:txEl>
                                          </p:spTgt>
                                        </p:tgtEl>
                                        <p:attrNameLst>
                                          <p:attrName>style.visibility</p:attrName>
                                        </p:attrNameLst>
                                      </p:cBhvr>
                                      <p:to>
                                        <p:strVal val="visible"/>
                                      </p:to>
                                    </p:set>
                                    <p:animEffect transition="in" filter="fade">
                                      <p:cBhvr>
                                        <p:cTn id="54" dur="500"/>
                                        <p:tgtEl>
                                          <p:spTgt spid="20">
                                            <p:txEl>
                                              <p:pRg st="0" end="0"/>
                                            </p:txEl>
                                          </p:spTgt>
                                        </p:tgtEl>
                                      </p:cBhvr>
                                    </p:animEffect>
                                  </p:childTnLst>
                                </p:cTn>
                              </p:par>
                              <p:par>
                                <p:cTn id="55" presetID="42" presetClass="entr" presetSubtype="0" fill="hold" grpId="0" nodeType="withEffect">
                                  <p:stCondLst>
                                    <p:cond delay="0"/>
                                  </p:stCondLst>
                                  <p:childTnLst>
                                    <p:set>
                                      <p:cBhvr>
                                        <p:cTn id="56" dur="1" fill="hold">
                                          <p:stCondLst>
                                            <p:cond delay="0"/>
                                          </p:stCondLst>
                                        </p:cTn>
                                        <p:tgtEl>
                                          <p:spTgt spid="21">
                                            <p:txEl>
                                              <p:pRg st="0" end="0"/>
                                            </p:txEl>
                                          </p:spTgt>
                                        </p:tgtEl>
                                        <p:attrNameLst>
                                          <p:attrName>style.visibility</p:attrName>
                                        </p:attrNameLst>
                                      </p:cBhvr>
                                      <p:to>
                                        <p:strVal val="visible"/>
                                      </p:to>
                                    </p:set>
                                    <p:animEffect transition="in" filter="fade">
                                      <p:cBhvr>
                                        <p:cTn id="57" dur="500"/>
                                        <p:tgtEl>
                                          <p:spTgt spid="21">
                                            <p:txEl>
                                              <p:pRg st="0" end="0"/>
                                            </p:txEl>
                                          </p:spTgt>
                                        </p:tgtEl>
                                      </p:cBhvr>
                                    </p:animEffect>
                                    <p:anim calcmode="lin" valueType="num">
                                      <p:cBhvr>
                                        <p:cTn id="5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3000"/>
                            </p:stCondLst>
                            <p:childTnLst>
                              <p:par>
                                <p:cTn id="61" presetID="10" presetClass="entr" presetSubtype="0" fill="hold" grpId="0" nodeType="afterEffect">
                                  <p:stCondLst>
                                    <p:cond delay="0"/>
                                  </p:stCondLst>
                                  <p:childTnLst>
                                    <p:set>
                                      <p:cBhvr>
                                        <p:cTn id="62" dur="1" fill="hold">
                                          <p:stCondLst>
                                            <p:cond delay="0"/>
                                          </p:stCondLst>
                                        </p:cTn>
                                        <p:tgtEl>
                                          <p:spTgt spid="22">
                                            <p:txEl>
                                              <p:pRg st="0" end="0"/>
                                            </p:txEl>
                                          </p:spTgt>
                                        </p:tgtEl>
                                        <p:attrNameLst>
                                          <p:attrName>style.visibility</p:attrName>
                                        </p:attrNameLst>
                                      </p:cBhvr>
                                      <p:to>
                                        <p:strVal val="visible"/>
                                      </p:to>
                                    </p:set>
                                    <p:animEffect transition="in" filter="fade">
                                      <p:cBhvr>
                                        <p:cTn id="63" dur="500"/>
                                        <p:tgtEl>
                                          <p:spTgt spid="22">
                                            <p:txEl>
                                              <p:pRg st="0" end="0"/>
                                            </p:txEl>
                                          </p:spTgt>
                                        </p:tgtEl>
                                      </p:cBhvr>
                                    </p:animEffect>
                                  </p:childTnLst>
                                </p:cTn>
                              </p:par>
                              <p:par>
                                <p:cTn id="64" presetID="42" presetClass="entr" presetSubtype="0" fill="hold" grpId="0" nodeType="withEffect">
                                  <p:stCondLst>
                                    <p:cond delay="0"/>
                                  </p:stCondLst>
                                  <p:childTnLst>
                                    <p:set>
                                      <p:cBhvr>
                                        <p:cTn id="65" dur="1" fill="hold">
                                          <p:stCondLst>
                                            <p:cond delay="0"/>
                                          </p:stCondLst>
                                        </p:cTn>
                                        <p:tgtEl>
                                          <p:spTgt spid="24">
                                            <p:txEl>
                                              <p:pRg st="0" end="0"/>
                                            </p:txEl>
                                          </p:spTgt>
                                        </p:tgtEl>
                                        <p:attrNameLst>
                                          <p:attrName>style.visibility</p:attrName>
                                        </p:attrNameLst>
                                      </p:cBhvr>
                                      <p:to>
                                        <p:strVal val="visible"/>
                                      </p:to>
                                    </p:set>
                                    <p:animEffect transition="in" filter="fade">
                                      <p:cBhvr>
                                        <p:cTn id="66" dur="500"/>
                                        <p:tgtEl>
                                          <p:spTgt spid="24">
                                            <p:txEl>
                                              <p:pRg st="0" end="0"/>
                                            </p:txEl>
                                          </p:spTgt>
                                        </p:tgtEl>
                                      </p:cBhvr>
                                    </p:animEffect>
                                    <p:anim calcmode="lin" valueType="num">
                                      <p:cBhvr>
                                        <p:cTn id="67"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8"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9" grpId="0" animBg="1"/>
      <p:bldP spid="32" grpId="0" animBg="1"/>
      <p:bldP spid="38" grpId="0" animBg="1"/>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build="p">
        <p:tmplLst>
          <p:tmpl lvl="1">
            <p:tnLst>
              <p:par>
                <p:cTn presetID="10" presetClass="entr" presetSubtype="0"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42"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anim calcmode="lin" valueType="num">
                      <p:cBhvr>
                        <p:cTn dur="500" fill="hold"/>
                        <p:tgtEl>
                          <p:spTgt spid="17"/>
                        </p:tgtEl>
                        <p:attrNameLst>
                          <p:attrName>ppt_x</p:attrName>
                        </p:attrNameLst>
                      </p:cBhvr>
                      <p:tavLst>
                        <p:tav tm="0">
                          <p:val>
                            <p:strVal val="#ppt_x"/>
                          </p:val>
                        </p:tav>
                        <p:tav tm="100000">
                          <p:val>
                            <p:strVal val="#ppt_x"/>
                          </p:val>
                        </p:tav>
                      </p:tavLst>
                    </p:anim>
                    <p:anim calcmode="lin" valueType="num">
                      <p:cBhvr>
                        <p:cTn dur="500" fill="hold"/>
                        <p:tgtEl>
                          <p:spTgt spid="17"/>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10"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42"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10"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10" presetClass="entr" presetSubtype="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13" name="Picture Placeholder 12"/>
          <p:cNvSpPr>
            <a:spLocks noGrp="1"/>
          </p:cNvSpPr>
          <p:nvPr>
            <p:ph type="pic" sz="quarter" idx="13"/>
          </p:nvPr>
        </p:nvSpPr>
        <p:spPr>
          <a:xfrm>
            <a:off x="1127613" y="2204642"/>
            <a:ext cx="4337184" cy="2448716"/>
          </a:xfrm>
          <a:custGeom>
            <a:avLst/>
            <a:gdLst>
              <a:gd name="connsiteX0" fmla="*/ 0 w 4337184"/>
              <a:gd name="connsiteY0" fmla="*/ 0 h 2448716"/>
              <a:gd name="connsiteX1" fmla="*/ 4337184 w 4337184"/>
              <a:gd name="connsiteY1" fmla="*/ 0 h 2448716"/>
              <a:gd name="connsiteX2" fmla="*/ 4337184 w 4337184"/>
              <a:gd name="connsiteY2" fmla="*/ 2448716 h 2448716"/>
              <a:gd name="connsiteX3" fmla="*/ 0 w 4337184"/>
              <a:gd name="connsiteY3" fmla="*/ 2448716 h 2448716"/>
            </a:gdLst>
            <a:ahLst/>
            <a:cxnLst>
              <a:cxn ang="0">
                <a:pos x="connsiteX0" y="connsiteY0"/>
              </a:cxn>
              <a:cxn ang="0">
                <a:pos x="connsiteX1" y="connsiteY1"/>
              </a:cxn>
              <a:cxn ang="0">
                <a:pos x="connsiteX2" y="connsiteY2"/>
              </a:cxn>
              <a:cxn ang="0">
                <a:pos x="connsiteX3" y="connsiteY3"/>
              </a:cxn>
            </a:cxnLst>
            <a:rect l="l" t="t" r="r" b="b"/>
            <a:pathLst>
              <a:path w="4337184" h="2448716">
                <a:moveTo>
                  <a:pt x="0" y="0"/>
                </a:moveTo>
                <a:lnTo>
                  <a:pt x="4337184" y="0"/>
                </a:lnTo>
                <a:lnTo>
                  <a:pt x="4337184" y="2448716"/>
                </a:lnTo>
                <a:lnTo>
                  <a:pt x="0" y="2448716"/>
                </a:lnTo>
                <a:close/>
              </a:path>
            </a:pathLst>
          </a:custGeom>
          <a:solidFill>
            <a:schemeClr val="bg1">
              <a:lumMod val="95000"/>
            </a:schemeClr>
          </a:solidFill>
        </p:spPr>
        <p:txBody>
          <a:bodyPr wrap="square">
            <a:noAutofit/>
          </a:bodyPr>
          <a:lstStyle/>
          <a:p>
            <a:endParaRPr lang="en-AU"/>
          </a:p>
        </p:txBody>
      </p:sp>
      <p:sp>
        <p:nvSpPr>
          <p:cNvPr id="3" name="Date Placeholder 2"/>
          <p:cNvSpPr>
            <a:spLocks noGrp="1"/>
          </p:cNvSpPr>
          <p:nvPr>
            <p:ph type="dt" sz="half" idx="10"/>
          </p:nvPr>
        </p:nvSpPr>
        <p:spPr/>
        <p:txBody>
          <a:bodyPr/>
          <a:lstStyle/>
          <a:p>
            <a:fld id="{35388885-CAA6-FD4F-BD3F-E511A5324626}"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14"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15"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6660101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animEffect transition="in" filter="fade">
                                      <p:cBhvr>
                                        <p:cTn id="11" dur="500"/>
                                        <p:tgtEl>
                                          <p:spTgt spid="15">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Lst>
  </p:timing>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4B9C2045-6B1B-FC4B-8866-B12BC53B2C9D}"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14"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15"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3" name="Picture Placeholder 12"/>
          <p:cNvSpPr>
            <a:spLocks noGrp="1"/>
          </p:cNvSpPr>
          <p:nvPr>
            <p:ph type="pic" sz="quarter" idx="13"/>
          </p:nvPr>
        </p:nvSpPr>
        <p:spPr>
          <a:xfrm>
            <a:off x="5168901" y="2552700"/>
            <a:ext cx="1866900" cy="2495760"/>
          </a:xfrm>
          <a:custGeom>
            <a:avLst/>
            <a:gdLst>
              <a:gd name="connsiteX0" fmla="*/ 0 w 4337184"/>
              <a:gd name="connsiteY0" fmla="*/ 0 h 2448716"/>
              <a:gd name="connsiteX1" fmla="*/ 4337184 w 4337184"/>
              <a:gd name="connsiteY1" fmla="*/ 0 h 2448716"/>
              <a:gd name="connsiteX2" fmla="*/ 4337184 w 4337184"/>
              <a:gd name="connsiteY2" fmla="*/ 2448716 h 2448716"/>
              <a:gd name="connsiteX3" fmla="*/ 0 w 4337184"/>
              <a:gd name="connsiteY3" fmla="*/ 2448716 h 2448716"/>
            </a:gdLst>
            <a:ahLst/>
            <a:cxnLst>
              <a:cxn ang="0">
                <a:pos x="connsiteX0" y="connsiteY0"/>
              </a:cxn>
              <a:cxn ang="0">
                <a:pos x="connsiteX1" y="connsiteY1"/>
              </a:cxn>
              <a:cxn ang="0">
                <a:pos x="connsiteX2" y="connsiteY2"/>
              </a:cxn>
              <a:cxn ang="0">
                <a:pos x="connsiteX3" y="connsiteY3"/>
              </a:cxn>
            </a:cxnLst>
            <a:rect l="l" t="t" r="r" b="b"/>
            <a:pathLst>
              <a:path w="4337184" h="2448716">
                <a:moveTo>
                  <a:pt x="0" y="0"/>
                </a:moveTo>
                <a:lnTo>
                  <a:pt x="4337184" y="0"/>
                </a:lnTo>
                <a:lnTo>
                  <a:pt x="4337184" y="2448716"/>
                </a:lnTo>
                <a:lnTo>
                  <a:pt x="0" y="2448716"/>
                </a:lnTo>
                <a:close/>
              </a:path>
            </a:pathLst>
          </a:custGeom>
          <a:solidFill>
            <a:schemeClr val="bg1">
              <a:lumMod val="95000"/>
            </a:schemeClr>
          </a:solidFill>
        </p:spPr>
        <p:txBody>
          <a:bodyPr wrap="square">
            <a:noAutofit/>
          </a:bodyPr>
          <a:lstStyle/>
          <a:p>
            <a:endParaRPr lang="en-AU"/>
          </a:p>
        </p:txBody>
      </p:sp>
    </p:spTree>
    <p:extLst>
      <p:ext uri="{BB962C8B-B14F-4D97-AF65-F5344CB8AC3E}">
        <p14:creationId xmlns:p14="http://schemas.microsoft.com/office/powerpoint/2010/main" val="2724733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animEffect transition="in" filter="fade">
                                      <p:cBhvr>
                                        <p:cTn id="11" dur="500"/>
                                        <p:tgtEl>
                                          <p:spTgt spid="15">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3" grpId="0" animBg="1"/>
    </p:bldLst>
  </p:timing>
</p:sldLayout>
</file>

<file path=ppt/slideLayouts/slideLayout3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2403762"/>
            <a:ext cx="10515600" cy="544657"/>
          </a:xfrm>
        </p:spPr>
        <p:txBody>
          <a:bodyPr anchor="b">
            <a:normAutofit/>
          </a:bodyPr>
          <a:lstStyle>
            <a:lvl1pPr>
              <a:defRPr sz="4400">
                <a:solidFill>
                  <a:schemeClr val="tx1">
                    <a:lumMod val="75000"/>
                    <a:lumOff val="25000"/>
                  </a:schemeClr>
                </a:solidFill>
              </a:defRPr>
            </a:lvl1pPr>
          </a:lstStyle>
          <a:p>
            <a:r>
              <a:rPr lang="en-US" dirty="0" smtClean="0"/>
              <a:t>Click to edit Master title style</a:t>
            </a:r>
            <a:endParaRPr lang="en-AU" dirty="0"/>
          </a:p>
        </p:txBody>
      </p:sp>
      <p:sp>
        <p:nvSpPr>
          <p:cNvPr id="3" name="Text Placeholder 2"/>
          <p:cNvSpPr>
            <a:spLocks noGrp="1"/>
          </p:cNvSpPr>
          <p:nvPr>
            <p:ph type="body" idx="1"/>
          </p:nvPr>
        </p:nvSpPr>
        <p:spPr>
          <a:xfrm>
            <a:off x="623888" y="2975408"/>
            <a:ext cx="10515600" cy="453592"/>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4AD175DB-6BDB-B448-8446-08428FE1DA8A}"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3715117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anim calcmode="lin" valueType="num">
                                      <p:cBhvr>
                                        <p:cTn id="8" dur="500" fill="hold"/>
                                        <p:tgtEl>
                                          <p:spTgt spid="2"/>
                                        </p:tgtEl>
                                        <p:attrNameLst>
                                          <p:attrName>ppt_x</p:attrName>
                                        </p:attrNameLst>
                                      </p:cBhvr>
                                      <p:tavLst>
                                        <p:tav tm="0">
                                          <p:val>
                                            <p:strVal val="#ppt_x"/>
                                          </p:val>
                                        </p:tav>
                                        <p:tav tm="100000">
                                          <p:val>
                                            <p:strVal val="#ppt_x"/>
                                          </p:val>
                                        </p:tav>
                                      </p:tavLst>
                                    </p:anim>
                                    <p:anim calcmode="lin" valueType="num">
                                      <p:cBhvr>
                                        <p:cTn id="9" dur="5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Effect transition="in" filter="fade">
                                      <p:cBhvr>
                                        <p:cTn id="13"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3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E74AEB44-1FB1-1447-B51C-3F106B1AC245}" type="datetime1">
              <a:rPr lang="en-US" smtClean="0">
                <a:solidFill>
                  <a:prstClr val="black">
                    <a:tint val="75000"/>
                  </a:prstClr>
                </a:solidFill>
              </a:rPr>
              <a:t>9/22/16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5652275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A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C8228A96-25B6-5647-94CA-E7EE81BBCAE7}" type="datetime1">
              <a:rPr lang="en-US" smtClean="0">
                <a:solidFill>
                  <a:prstClr val="black">
                    <a:tint val="75000"/>
                  </a:prstClr>
                </a:solidFill>
              </a:rPr>
              <a:t>9/22/16</a:t>
            </a:fld>
            <a:endParaRPr lang="en-AU">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9" name="Slide Number Placeholder 8"/>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9981325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599E48E0-E6D2-B74E-8469-5D8919C946D2}"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8271197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D0DB671-AFBA-8748-8F9B-03201B26214B}" type="datetime1">
              <a:rPr lang="en-US" smtClean="0">
                <a:solidFill>
                  <a:prstClr val="black">
                    <a:tint val="75000"/>
                  </a:prstClr>
                </a:solidFill>
              </a:rPr>
              <a:t>9/22/16</a:t>
            </a:fld>
            <a:endParaRPr lang="en-AU">
              <a:solidFill>
                <a:prstClr val="black">
                  <a:tint val="75000"/>
                </a:prst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4" name="Slide Number Placeholder 3"/>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1927878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E2E2DAAE-92AB-8946-9A72-9B3A3522893A}" type="datetime1">
              <a:rPr lang="en-US" smtClean="0">
                <a:solidFill>
                  <a:prstClr val="black">
                    <a:tint val="75000"/>
                  </a:prstClr>
                </a:solidFill>
              </a:rPr>
              <a:t>9/22/16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4856362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3218E72-5B85-7349-8F45-F85541EDDA08}" type="datetime1">
              <a:rPr lang="en-US" smtClean="0">
                <a:solidFill>
                  <a:prstClr val="black">
                    <a:tint val="75000"/>
                  </a:prstClr>
                </a:solidFill>
              </a:rPr>
              <a:t>9/22/16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0129043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B0E36615-5B60-6C42-84DD-E4C96DFA7923}"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710870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7B475D98-579F-794B-B4C0-1D40CC40FDA6}"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4583706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AA70CAC5-75AD-9F48-B616-10F5C199CFC9}"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0192300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BAA5B3C-BB7C-584D-9CBD-425F9BC54D54}"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4294180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83C371-B1A8-1C46-8337-AD72B89B0773}"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8465093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D9A60A71-ABF7-5E40-82F2-55BA8E9F3C44}"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3483672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7"/>
            <a:ext cx="109728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9A42F0FD-E6A0-D04D-8991-270E7A083141}" type="datetime1">
              <a:rPr lang="en-US" smtClean="0">
                <a:solidFill>
                  <a:srgbClr val="000000">
                    <a:tint val="75000"/>
                  </a:srgbClr>
                </a:solidFill>
              </a:rPr>
              <a:t>9/22/16</a:t>
            </a:fld>
            <a:endParaRPr lang="en-US">
              <a:solidFill>
                <a:srgbClr val="000000">
                  <a:tint val="75000"/>
                </a:srgbClr>
              </a:solidFill>
            </a:endParaRPr>
          </a:p>
        </p:txBody>
      </p:sp>
      <p:sp>
        <p:nvSpPr>
          <p:cNvPr id="8" name="Footer Placeholder 7"/>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9" name="Slide Number Placeholder 8"/>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0370452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DE6CDA17-0AEB-6340-9B1F-AB5C300005F5}" type="datetime1">
              <a:rPr lang="en-US" smtClean="0">
                <a:solidFill>
                  <a:srgbClr val="000000">
                    <a:tint val="75000"/>
                  </a:srgbClr>
                </a:solidFill>
              </a:rPr>
              <a:t>9/22/16</a:t>
            </a:fld>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5" name="Slide Number Placeholder 4"/>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5295530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35BF9EC-A6C6-2F48-B139-3CD220C2B11A}" type="datetime1">
              <a:rPr lang="en-US" smtClean="0">
                <a:solidFill>
                  <a:srgbClr val="000000">
                    <a:tint val="75000"/>
                  </a:srgbClr>
                </a:solidFill>
              </a:rPr>
              <a:t>9/22/16</a:t>
            </a:fld>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2273829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smtClean="0"/>
              <a:t>Click to edit Master title style</a:t>
            </a:r>
            <a:endParaRPr lang="en-US"/>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D55EF69E-B91E-674E-89F1-17AD61A2B157}"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0648821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02D120F-61EC-FD48-B702-06671DF431A4}"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3639346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3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7D1EBADB-D957-9741-9BA6-C003D88DA6A8}"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6608884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6375"/>
            <a:ext cx="2743200" cy="4387851"/>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206375"/>
            <a:ext cx="8026400" cy="4387851"/>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04E5759-5870-3D41-9074-A7168AC53CBB}"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9861276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0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116F80D3-22CD-CA49-A61B-37C22EED6B85}"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11867616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3E8AFAFD-BF7F-C347-9AA5-F1039863ED36}"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38352182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1" y="1709740"/>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1" y="4589465"/>
            <a:ext cx="10515600" cy="1500187"/>
          </a:xfrm>
        </p:spPr>
        <p:txBody>
          <a:bodyPr/>
          <a:lstStyle>
            <a:lvl1pPr marL="0" indent="0">
              <a:buNone/>
              <a:defRPr sz="2400">
                <a:solidFill>
                  <a:schemeClr val="tx1">
                    <a:tint val="75000"/>
                  </a:schemeClr>
                </a:solidFill>
              </a:defRPr>
            </a:lvl1pPr>
            <a:lvl2pPr marL="457189" indent="0">
              <a:buNone/>
              <a:defRPr sz="2000">
                <a:solidFill>
                  <a:schemeClr val="tx1">
                    <a:tint val="75000"/>
                  </a:schemeClr>
                </a:solidFill>
              </a:defRPr>
            </a:lvl2pPr>
            <a:lvl3pPr marL="914377"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1"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DFC3EBBB-1695-614C-A2B2-AF49A8097878}"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6753239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4898F728-B89F-1D4B-AC22-0EA8A3BD4B89}" type="datetime1">
              <a:rPr lang="en-US" smtClean="0">
                <a:solidFill>
                  <a:srgbClr val="7E7E7E">
                    <a:tint val="75000"/>
                  </a:srgbClr>
                </a:solidFill>
              </a:rPr>
              <a:t>9/22/16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40033420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7"/>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9" y="1681163"/>
            <a:ext cx="5157787"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9"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1" y="1681163"/>
            <a:ext cx="5183188"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1"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F34A4AF-1FDD-084F-A5EA-1E685FA402CF}" type="datetime1">
              <a:rPr lang="en-US" smtClean="0">
                <a:solidFill>
                  <a:srgbClr val="7E7E7E">
                    <a:tint val="75000"/>
                  </a:srgbClr>
                </a:solidFill>
              </a:rPr>
              <a:t>9/22/16</a:t>
            </a:fld>
            <a:endParaRPr lang="en-US">
              <a:solidFill>
                <a:srgbClr val="7E7E7E">
                  <a:tint val="75000"/>
                </a:srgbClr>
              </a:solidFill>
            </a:endParaRPr>
          </a:p>
        </p:txBody>
      </p:sp>
      <p:sp>
        <p:nvSpPr>
          <p:cNvPr id="8" name="Footer Placeholder 7"/>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9" name="Slide Number Placeholder 8"/>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2416721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E35DE11A-9B24-E543-906B-02F2D4EACCE8}" type="datetime1">
              <a:rPr lang="en-US" smtClean="0">
                <a:solidFill>
                  <a:srgbClr val="7E7E7E">
                    <a:tint val="75000"/>
                  </a:srgbClr>
                </a:solidFill>
              </a:rPr>
              <a:t>9/22/16</a:t>
            </a:fld>
            <a:endParaRPr lang="en-US">
              <a:solidFill>
                <a:srgbClr val="7E7E7E">
                  <a:tint val="75000"/>
                </a:srgbClr>
              </a:solidFill>
            </a:endParaRPr>
          </a:p>
        </p:txBody>
      </p:sp>
      <p:sp>
        <p:nvSpPr>
          <p:cNvPr id="4" name="Footer Placeholder 3"/>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5" name="Slide Number Placeholder 4"/>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2791943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01A2DC8-051A-6D45-8279-E6973F1DC469}" type="datetime1">
              <a:rPr lang="en-US" smtClean="0">
                <a:solidFill>
                  <a:srgbClr val="7E7E7E">
                    <a:tint val="75000"/>
                  </a:srgbClr>
                </a:solidFill>
              </a:rPr>
              <a:t>9/22/16</a:t>
            </a:fld>
            <a:endParaRPr lang="en-US">
              <a:solidFill>
                <a:srgbClr val="7E7E7E">
                  <a:tint val="75000"/>
                </a:srgbClr>
              </a:solidFill>
            </a:endParaRPr>
          </a:p>
        </p:txBody>
      </p:sp>
      <p:sp>
        <p:nvSpPr>
          <p:cNvPr id="3" name="Footer Placeholder 2"/>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4" name="Slide Number Placeholder 3"/>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8832940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7"/>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1B96620E-1796-D548-A0DF-C55CC6103D4F}" type="datetime1">
              <a:rPr lang="en-US" smtClean="0">
                <a:solidFill>
                  <a:srgbClr val="7E7E7E">
                    <a:tint val="75000"/>
                  </a:srgbClr>
                </a:solidFill>
              </a:rPr>
              <a:t>9/22/16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5459768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7"/>
            <a:ext cx="6172200" cy="4873625"/>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16C94ADE-243E-9F4B-915F-4002B439CCAD}" type="datetime1">
              <a:rPr lang="en-US" smtClean="0">
                <a:solidFill>
                  <a:srgbClr val="7E7E7E">
                    <a:tint val="75000"/>
                  </a:srgbClr>
                </a:solidFill>
              </a:rPr>
              <a:t>9/22/16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6397885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EB08ADB5-B99B-B041-A830-4024C97B6031}"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39782065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1"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1"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413DDA86-D120-7E49-BCB2-8CB2023137B5}"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39668335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1524000" y="1122363"/>
            <a:ext cx="9144000" cy="2387600"/>
          </a:xfrm>
        </p:spPr>
        <p:txBody>
          <a:bodyPr anchor="b">
            <a:normAutofit/>
          </a:bodyPr>
          <a:lstStyle>
            <a:lvl1pPr algn="ctr">
              <a:defRPr sz="6000"/>
            </a:lvl1pPr>
          </a:lstStyle>
          <a:p>
            <a:r>
              <a:rPr lang="en-US" dirty="0" smtClean="0"/>
              <a:t>CLICK TO EDIT MASTER TITLE STYLE</a:t>
            </a:r>
            <a:endParaRPr lang="en-AU" dirty="0"/>
          </a:p>
        </p:txBody>
      </p:sp>
      <p:sp>
        <p:nvSpPr>
          <p:cNvPr id="3" name="Subtitle 2"/>
          <p:cNvSpPr>
            <a:spLocks noGrp="1"/>
          </p:cNvSpPr>
          <p:nvPr>
            <p:ph type="subTitle" idx="1"/>
          </p:nvPr>
        </p:nvSpPr>
        <p:spPr>
          <a:xfrm>
            <a:off x="1524000" y="3602038"/>
            <a:ext cx="9144000" cy="1655762"/>
          </a:xfrm>
        </p:spPr>
        <p:txBody>
          <a:bodyPr>
            <a:normAutofit/>
          </a:bodyPr>
          <a:lstStyle>
            <a:lvl1pPr marL="0" indent="0" algn="ctr">
              <a:buNone/>
              <a:defRPr sz="20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smtClean="0"/>
              <a:t>Click to edit Master subtitle style</a:t>
            </a:r>
            <a:endParaRPr lang="en-AU" dirty="0"/>
          </a:p>
        </p:txBody>
      </p:sp>
      <p:sp>
        <p:nvSpPr>
          <p:cNvPr id="4" name="Date Placeholder 3"/>
          <p:cNvSpPr>
            <a:spLocks noGrp="1"/>
          </p:cNvSpPr>
          <p:nvPr>
            <p:ph type="dt" sz="half" idx="10"/>
          </p:nvPr>
        </p:nvSpPr>
        <p:spPr/>
        <p:txBody>
          <a:bodyPr/>
          <a:lstStyle/>
          <a:p>
            <a:fld id="{50CF3E8E-FAFA-F644-BC0F-CE9E99325A9A}"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0172059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anim calcmode="lin" valueType="num">
                                      <p:cBhvr>
                                        <p:cTn id="12"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42"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anim calcmode="lin" valueType="num">
                      <p:cBhvr>
                        <p:cTn dur="500" fill="hold"/>
                        <p:tgtEl>
                          <p:spTgt spid="3"/>
                        </p:tgtEl>
                        <p:attrNameLst>
                          <p:attrName>ppt_x</p:attrName>
                        </p:attrNameLst>
                      </p:cBhvr>
                      <p:tavLst>
                        <p:tav tm="0">
                          <p:val>
                            <p:strVal val="#ppt_x"/>
                          </p:val>
                        </p:tav>
                        <p:tav tm="100000">
                          <p:val>
                            <p:strVal val="#ppt_x"/>
                          </p:val>
                        </p:tav>
                      </p:tavLst>
                    </p:anim>
                    <p:anim calcmode="lin" valueType="num">
                      <p:cBhvr>
                        <p:cTn dur="500" fill="hold"/>
                        <p:tgtEl>
                          <p:spTgt spid="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4" name="Date Placeholder 3"/>
          <p:cNvSpPr>
            <a:spLocks noGrp="1"/>
          </p:cNvSpPr>
          <p:nvPr>
            <p:ph type="dt" sz="half" idx="10"/>
          </p:nvPr>
        </p:nvSpPr>
        <p:spPr/>
        <p:txBody>
          <a:bodyPr/>
          <a:lstStyle/>
          <a:p>
            <a:fld id="{646A72D4-CDA3-9445-9211-50AB7AADDA00}"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022545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41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A81A06FA-105B-EA45-9045-54922E1E7465}"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4909329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415.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4" name="Date Placeholder 3"/>
          <p:cNvSpPr>
            <a:spLocks noGrp="1"/>
          </p:cNvSpPr>
          <p:nvPr>
            <p:ph type="dt" sz="half" idx="10"/>
          </p:nvPr>
        </p:nvSpPr>
        <p:spPr/>
        <p:txBody>
          <a:bodyPr/>
          <a:lstStyle/>
          <a:p>
            <a:fld id="{81C14AEF-E1EE-EB46-A2FE-DD8DA813F083}"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7" name="Picture Placeholder 6"/>
          <p:cNvSpPr>
            <a:spLocks noGrp="1"/>
          </p:cNvSpPr>
          <p:nvPr>
            <p:ph type="pic" sz="quarter" idx="13"/>
          </p:nvPr>
        </p:nvSpPr>
        <p:spPr>
          <a:xfrm>
            <a:off x="0" y="1955800"/>
            <a:ext cx="12192000" cy="2254250"/>
          </a:xfrm>
          <a:solidFill>
            <a:schemeClr val="bg1">
              <a:lumMod val="95000"/>
            </a:schemeClr>
          </a:solidFill>
        </p:spPr>
        <p:txBody>
          <a:bodyPr/>
          <a:lstStyle/>
          <a:p>
            <a:endParaRPr lang="en-AU"/>
          </a:p>
        </p:txBody>
      </p:sp>
      <p:cxnSp>
        <p:nvCxnSpPr>
          <p:cNvPr id="9" name="Straight Connector 8"/>
          <p:cNvCxnSpPr/>
          <p:nvPr userDrawn="1"/>
        </p:nvCxnSpPr>
        <p:spPr>
          <a:xfrm>
            <a:off x="4229100" y="1174464"/>
            <a:ext cx="39243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 Placeholder 10"/>
          <p:cNvSpPr>
            <a:spLocks noGrp="1"/>
          </p:cNvSpPr>
          <p:nvPr>
            <p:ph type="body" sz="quarter" idx="14" hasCustomPrompt="1"/>
          </p:nvPr>
        </p:nvSpPr>
        <p:spPr>
          <a:xfrm>
            <a:off x="1903412" y="4484915"/>
            <a:ext cx="8385175" cy="348343"/>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2" name="Text Placeholder 10"/>
          <p:cNvSpPr>
            <a:spLocks noGrp="1"/>
          </p:cNvSpPr>
          <p:nvPr>
            <p:ph type="body" sz="quarter" idx="15" hasCustomPrompt="1"/>
          </p:nvPr>
        </p:nvSpPr>
        <p:spPr>
          <a:xfrm>
            <a:off x="1903412" y="4898121"/>
            <a:ext cx="8385175" cy="820511"/>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22829695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500" fill="hold"/>
                                        <p:tgtEl>
                                          <p:spTgt spid="7"/>
                                        </p:tgtEl>
                                        <p:attrNameLst>
                                          <p:attrName>ppt_w</p:attrName>
                                        </p:attrNameLst>
                                      </p:cBhvr>
                                      <p:tavLst>
                                        <p:tav tm="0">
                                          <p:val>
                                            <p:fltVal val="0"/>
                                          </p:val>
                                        </p:tav>
                                        <p:tav tm="100000">
                                          <p:val>
                                            <p:strVal val="#ppt_w"/>
                                          </p:val>
                                        </p:tav>
                                      </p:tavLst>
                                    </p:anim>
                                    <p:anim calcmode="lin" valueType="num">
                                      <p:cBhvr>
                                        <p:cTn id="16" dur="500" fill="hold"/>
                                        <p:tgtEl>
                                          <p:spTgt spid="7"/>
                                        </p:tgtEl>
                                        <p:attrNameLst>
                                          <p:attrName>ppt_h</p:attrName>
                                        </p:attrNameLst>
                                      </p:cBhvr>
                                      <p:tavLst>
                                        <p:tav tm="0">
                                          <p:val>
                                            <p:fltVal val="0"/>
                                          </p:val>
                                        </p:tav>
                                        <p:tav tm="100000">
                                          <p:val>
                                            <p:strVal val="#ppt_h"/>
                                          </p:val>
                                        </p:tav>
                                      </p:tavLst>
                                    </p:anim>
                                    <p:animEffect transition="in" filter="fade">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1">
                                            <p:txEl>
                                              <p:pRg st="0" end="0"/>
                                            </p:txEl>
                                          </p:spTgt>
                                        </p:tgtEl>
                                        <p:attrNameLst>
                                          <p:attrName>style.visibility</p:attrName>
                                        </p:attrNameLst>
                                      </p:cBhvr>
                                      <p:to>
                                        <p:strVal val="visible"/>
                                      </p:to>
                                    </p:set>
                                    <p:animEffect transition="in" filter="fade">
                                      <p:cBhvr>
                                        <p:cTn id="21" dur="500"/>
                                        <p:tgtEl>
                                          <p:spTgt spid="11">
                                            <p:txEl>
                                              <p:pRg st="0" end="0"/>
                                            </p:txEl>
                                          </p:spTgt>
                                        </p:tgtEl>
                                      </p:cBhvr>
                                    </p:animEffect>
                                  </p:childTnLst>
                                </p:cTn>
                              </p:par>
                              <p:par>
                                <p:cTn id="22" presetID="42" presetClass="entr" presetSubtype="0" fill="hold" grpId="0" nodeType="withEffect">
                                  <p:stCondLst>
                                    <p:cond delay="0"/>
                                  </p:stCondLst>
                                  <p:childTnLst>
                                    <p:set>
                                      <p:cBhvr>
                                        <p:cTn id="23" dur="1" fill="hold">
                                          <p:stCondLst>
                                            <p:cond delay="0"/>
                                          </p:stCondLst>
                                        </p:cTn>
                                        <p:tgtEl>
                                          <p:spTgt spid="12">
                                            <p:txEl>
                                              <p:pRg st="0" end="0"/>
                                            </p:txEl>
                                          </p:spTgt>
                                        </p:tgtEl>
                                        <p:attrNameLst>
                                          <p:attrName>style.visibility</p:attrName>
                                        </p:attrNameLst>
                                      </p:cBhvr>
                                      <p:to>
                                        <p:strVal val="visible"/>
                                      </p:to>
                                    </p:set>
                                    <p:animEffect transition="in" filter="fade">
                                      <p:cBhvr>
                                        <p:cTn id="24" dur="500"/>
                                        <p:tgtEl>
                                          <p:spTgt spid="12">
                                            <p:txEl>
                                              <p:pRg st="0" end="0"/>
                                            </p:txEl>
                                          </p:spTgt>
                                        </p:tgtEl>
                                      </p:cBhvr>
                                    </p:animEffect>
                                    <p:anim calcmode="lin" valueType="num">
                                      <p:cBhvr>
                                        <p:cTn id="25"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p:cTn id="26" dur="500" fill="hold"/>
                                        <p:tgtEl>
                                          <p:spTgt spid="12">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animBg="1"/>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P spid="12" grpId="0" build="p">
        <p:tmplLst>
          <p:tmpl lvl="1">
            <p:tnLst>
              <p:par>
                <p:cTn presetID="42" presetClass="entr" presetSubtype="0" fill="hold" nodeType="with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anim calcmode="lin" valueType="num">
                      <p:cBhvr>
                        <p:cTn dur="500" fill="hold"/>
                        <p:tgtEl>
                          <p:spTgt spid="12"/>
                        </p:tgtEl>
                        <p:attrNameLst>
                          <p:attrName>ppt_x</p:attrName>
                        </p:attrNameLst>
                      </p:cBhvr>
                      <p:tavLst>
                        <p:tav tm="0">
                          <p:val>
                            <p:strVal val="#ppt_x"/>
                          </p:val>
                        </p:tav>
                        <p:tav tm="100000">
                          <p:val>
                            <p:strVal val="#ppt_x"/>
                          </p:val>
                        </p:tav>
                      </p:tavLst>
                    </p:anim>
                    <p:anim calcmode="lin" valueType="num">
                      <p:cBhvr>
                        <p:cTn dur="500" fill="hold"/>
                        <p:tgtEl>
                          <p:spTgt spid="12"/>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41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C21B4E3C-4C20-C94D-AA07-B8283B8343C8}"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Picture Placeholder 6"/>
          <p:cNvSpPr>
            <a:spLocks noGrp="1"/>
          </p:cNvSpPr>
          <p:nvPr>
            <p:ph type="pic" sz="quarter" idx="13"/>
          </p:nvPr>
        </p:nvSpPr>
        <p:spPr>
          <a:xfrm>
            <a:off x="0" y="1921790"/>
            <a:ext cx="5430982" cy="3022169"/>
          </a:xfrm>
          <a:solidFill>
            <a:schemeClr val="bg1">
              <a:lumMod val="95000"/>
            </a:schemeClr>
          </a:solidFill>
        </p:spPr>
        <p:txBody>
          <a:bodyPr/>
          <a:lstStyle/>
          <a:p>
            <a:endParaRPr lang="en-AU"/>
          </a:p>
        </p:txBody>
      </p:sp>
    </p:spTree>
    <p:extLst>
      <p:ext uri="{BB962C8B-B14F-4D97-AF65-F5344CB8AC3E}">
        <p14:creationId xmlns:p14="http://schemas.microsoft.com/office/powerpoint/2010/main" val="25361134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Lst>
  </p:timing>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6CC074EE-B5AF-554E-A97D-DFDC0733DCB1}"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1" name="Picture Placeholder 10"/>
          <p:cNvSpPr>
            <a:spLocks noGrp="1"/>
          </p:cNvSpPr>
          <p:nvPr>
            <p:ph type="pic" sz="quarter" idx="13"/>
          </p:nvPr>
        </p:nvSpPr>
        <p:spPr>
          <a:xfrm>
            <a:off x="1168938" y="2661653"/>
            <a:ext cx="2375187" cy="2375187"/>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1"/>
            </a:solidFill>
          </a:ln>
        </p:spPr>
        <p:txBody>
          <a:bodyPr wrap="square">
            <a:noAutofit/>
          </a:bodyPr>
          <a:lstStyle/>
          <a:p>
            <a:endParaRPr lang="en-AU"/>
          </a:p>
        </p:txBody>
      </p:sp>
      <p:sp>
        <p:nvSpPr>
          <p:cNvPr id="12" name="Text Placeholder 10"/>
          <p:cNvSpPr>
            <a:spLocks noGrp="1"/>
          </p:cNvSpPr>
          <p:nvPr>
            <p:ph type="body" sz="quarter" idx="14" hasCustomPrompt="1"/>
          </p:nvPr>
        </p:nvSpPr>
        <p:spPr>
          <a:xfrm>
            <a:off x="1288937" y="5131261"/>
            <a:ext cx="2135188" cy="348342"/>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14" name="Straight Connector 13"/>
          <p:cNvCxnSpPr/>
          <p:nvPr userDrawn="1"/>
        </p:nvCxnSpPr>
        <p:spPr>
          <a:xfrm flipV="1">
            <a:off x="3568571" y="3849248"/>
            <a:ext cx="1114555"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a:off x="4673600" y="2320185"/>
            <a:ext cx="0" cy="306461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7" name="Picture Placeholder 16"/>
          <p:cNvSpPr>
            <a:spLocks noGrp="1"/>
          </p:cNvSpPr>
          <p:nvPr>
            <p:ph type="pic" sz="quarter" idx="15"/>
          </p:nvPr>
        </p:nvSpPr>
        <p:spPr>
          <a:xfrm>
            <a:off x="5765800" y="1813721"/>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2"/>
            </a:solidFill>
          </a:ln>
        </p:spPr>
        <p:txBody>
          <a:bodyPr wrap="square">
            <a:noAutofit/>
          </a:bodyPr>
          <a:lstStyle/>
          <a:p>
            <a:endParaRPr lang="en-AU"/>
          </a:p>
        </p:txBody>
      </p:sp>
      <p:cxnSp>
        <p:nvCxnSpPr>
          <p:cNvPr id="18" name="Straight Connector 17"/>
          <p:cNvCxnSpPr/>
          <p:nvPr userDrawn="1"/>
        </p:nvCxnSpPr>
        <p:spPr>
          <a:xfrm flipV="1">
            <a:off x="4673600" y="2320185"/>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a:off x="4677317" y="3847005"/>
            <a:ext cx="1103817"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0" name="Text Placeholder 10"/>
          <p:cNvSpPr>
            <a:spLocks noGrp="1"/>
          </p:cNvSpPr>
          <p:nvPr>
            <p:ph type="body" sz="quarter" idx="16" hasCustomPrompt="1"/>
          </p:nvPr>
        </p:nvSpPr>
        <p:spPr>
          <a:xfrm>
            <a:off x="5321619" y="2953845"/>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21" name="Straight Connector 20"/>
          <p:cNvCxnSpPr/>
          <p:nvPr userDrawn="1"/>
        </p:nvCxnSpPr>
        <p:spPr>
          <a:xfrm flipV="1">
            <a:off x="4673600" y="5378587"/>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7" name="Picture Placeholder 26"/>
          <p:cNvSpPr>
            <a:spLocks noGrp="1"/>
          </p:cNvSpPr>
          <p:nvPr>
            <p:ph type="pic" sz="quarter" idx="17"/>
          </p:nvPr>
        </p:nvSpPr>
        <p:spPr>
          <a:xfrm>
            <a:off x="5765800" y="4835149"/>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4"/>
            </a:solidFill>
          </a:ln>
        </p:spPr>
        <p:txBody>
          <a:bodyPr wrap="square">
            <a:noAutofit/>
          </a:bodyPr>
          <a:lstStyle/>
          <a:p>
            <a:endParaRPr lang="en-AU"/>
          </a:p>
        </p:txBody>
      </p:sp>
      <p:sp>
        <p:nvSpPr>
          <p:cNvPr id="28" name="Text Placeholder 10"/>
          <p:cNvSpPr>
            <a:spLocks noGrp="1"/>
          </p:cNvSpPr>
          <p:nvPr>
            <p:ph type="body" sz="quarter" idx="18" hasCustomPrompt="1"/>
          </p:nvPr>
        </p:nvSpPr>
        <p:spPr>
          <a:xfrm>
            <a:off x="5321619" y="5927648"/>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9" name="Picture Placeholder 28"/>
          <p:cNvSpPr>
            <a:spLocks noGrp="1"/>
          </p:cNvSpPr>
          <p:nvPr>
            <p:ph type="pic" sz="quarter" idx="19"/>
          </p:nvPr>
        </p:nvSpPr>
        <p:spPr>
          <a:xfrm>
            <a:off x="5765800" y="3347071"/>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3"/>
            </a:solidFill>
          </a:ln>
        </p:spPr>
        <p:txBody>
          <a:bodyPr wrap="square">
            <a:noAutofit/>
          </a:bodyPr>
          <a:lstStyle/>
          <a:p>
            <a:endParaRPr lang="en-AU"/>
          </a:p>
        </p:txBody>
      </p:sp>
      <p:sp>
        <p:nvSpPr>
          <p:cNvPr id="30" name="Text Placeholder 10"/>
          <p:cNvSpPr>
            <a:spLocks noGrp="1"/>
          </p:cNvSpPr>
          <p:nvPr>
            <p:ph type="body" sz="quarter" idx="20" hasCustomPrompt="1"/>
          </p:nvPr>
        </p:nvSpPr>
        <p:spPr>
          <a:xfrm>
            <a:off x="5321619" y="4487195"/>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32" name="Straight Connector 31"/>
          <p:cNvCxnSpPr/>
          <p:nvPr userDrawn="1"/>
        </p:nvCxnSpPr>
        <p:spPr>
          <a:xfrm flipV="1">
            <a:off x="6781069" y="3845235"/>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7873269" y="2328206"/>
            <a:ext cx="0" cy="306461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flipV="1">
            <a:off x="7884885" y="2335078"/>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5" name="Picture Placeholder 34"/>
          <p:cNvSpPr>
            <a:spLocks noGrp="1"/>
          </p:cNvSpPr>
          <p:nvPr>
            <p:ph type="pic" sz="quarter" idx="21"/>
          </p:nvPr>
        </p:nvSpPr>
        <p:spPr>
          <a:xfrm>
            <a:off x="8988700" y="1830416"/>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5"/>
            </a:solidFill>
          </a:ln>
        </p:spPr>
        <p:txBody>
          <a:bodyPr wrap="square">
            <a:noAutofit/>
          </a:bodyPr>
          <a:lstStyle/>
          <a:p>
            <a:endParaRPr lang="en-AU"/>
          </a:p>
        </p:txBody>
      </p:sp>
      <p:sp>
        <p:nvSpPr>
          <p:cNvPr id="36" name="Text Placeholder 10"/>
          <p:cNvSpPr>
            <a:spLocks noGrp="1"/>
          </p:cNvSpPr>
          <p:nvPr>
            <p:ph type="body" sz="quarter" idx="22" hasCustomPrompt="1"/>
          </p:nvPr>
        </p:nvSpPr>
        <p:spPr>
          <a:xfrm>
            <a:off x="8521287" y="2953845"/>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37" name="Straight Connector 36"/>
          <p:cNvCxnSpPr/>
          <p:nvPr userDrawn="1"/>
        </p:nvCxnSpPr>
        <p:spPr>
          <a:xfrm flipV="1">
            <a:off x="7840612" y="3845234"/>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Picture Placeholder 37"/>
          <p:cNvSpPr>
            <a:spLocks noGrp="1"/>
          </p:cNvSpPr>
          <p:nvPr>
            <p:ph type="pic" sz="quarter" idx="23"/>
          </p:nvPr>
        </p:nvSpPr>
        <p:spPr>
          <a:xfrm>
            <a:off x="8986509" y="3331791"/>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accent6"/>
            </a:solidFill>
          </a:ln>
        </p:spPr>
        <p:txBody>
          <a:bodyPr wrap="square">
            <a:noAutofit/>
          </a:bodyPr>
          <a:lstStyle/>
          <a:p>
            <a:endParaRPr lang="en-AU"/>
          </a:p>
        </p:txBody>
      </p:sp>
      <p:sp>
        <p:nvSpPr>
          <p:cNvPr id="39" name="Text Placeholder 10"/>
          <p:cNvSpPr>
            <a:spLocks noGrp="1"/>
          </p:cNvSpPr>
          <p:nvPr>
            <p:ph type="body" sz="quarter" idx="24" hasCustomPrompt="1"/>
          </p:nvPr>
        </p:nvSpPr>
        <p:spPr>
          <a:xfrm>
            <a:off x="8519096" y="4436170"/>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40" name="Picture Placeholder 39"/>
          <p:cNvSpPr>
            <a:spLocks noGrp="1"/>
          </p:cNvSpPr>
          <p:nvPr>
            <p:ph type="pic" sz="quarter" idx="25"/>
          </p:nvPr>
        </p:nvSpPr>
        <p:spPr>
          <a:xfrm>
            <a:off x="8986509" y="4865144"/>
            <a:ext cx="1026886" cy="1026886"/>
          </a:xfrm>
          <a:custGeom>
            <a:avLst/>
            <a:gdLst>
              <a:gd name="connsiteX0" fmla="*/ 1251094 w 2502188"/>
              <a:gd name="connsiteY0" fmla="*/ 0 h 2502188"/>
              <a:gd name="connsiteX1" fmla="*/ 2502188 w 2502188"/>
              <a:gd name="connsiteY1" fmla="*/ 1251094 h 2502188"/>
              <a:gd name="connsiteX2" fmla="*/ 1251094 w 2502188"/>
              <a:gd name="connsiteY2" fmla="*/ 2502188 h 2502188"/>
              <a:gd name="connsiteX3" fmla="*/ 0 w 2502188"/>
              <a:gd name="connsiteY3" fmla="*/ 1251094 h 2502188"/>
              <a:gd name="connsiteX4" fmla="*/ 1251094 w 2502188"/>
              <a:gd name="connsiteY4" fmla="*/ 0 h 250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188" h="2502188">
                <a:moveTo>
                  <a:pt x="1251094" y="0"/>
                </a:moveTo>
                <a:cubicBezTo>
                  <a:pt x="1942054" y="0"/>
                  <a:pt x="2502188" y="560134"/>
                  <a:pt x="2502188" y="1251094"/>
                </a:cubicBezTo>
                <a:cubicBezTo>
                  <a:pt x="2502188" y="1942054"/>
                  <a:pt x="1942054" y="2502188"/>
                  <a:pt x="1251094" y="2502188"/>
                </a:cubicBezTo>
                <a:cubicBezTo>
                  <a:pt x="560134" y="2502188"/>
                  <a:pt x="0" y="1942054"/>
                  <a:pt x="0" y="1251094"/>
                </a:cubicBezTo>
                <a:cubicBezTo>
                  <a:pt x="0" y="560134"/>
                  <a:pt x="560134" y="0"/>
                  <a:pt x="1251094" y="0"/>
                </a:cubicBezTo>
                <a:close/>
              </a:path>
            </a:pathLst>
          </a:custGeom>
          <a:solidFill>
            <a:schemeClr val="bg1">
              <a:lumMod val="95000"/>
            </a:schemeClr>
          </a:solidFill>
          <a:ln w="38100">
            <a:solidFill>
              <a:schemeClr val="tx2"/>
            </a:solidFill>
          </a:ln>
        </p:spPr>
        <p:txBody>
          <a:bodyPr wrap="square">
            <a:noAutofit/>
          </a:bodyPr>
          <a:lstStyle/>
          <a:p>
            <a:endParaRPr lang="en-AU"/>
          </a:p>
        </p:txBody>
      </p:sp>
      <p:sp>
        <p:nvSpPr>
          <p:cNvPr id="41" name="Text Placeholder 10"/>
          <p:cNvSpPr>
            <a:spLocks noGrp="1"/>
          </p:cNvSpPr>
          <p:nvPr>
            <p:ph type="body" sz="quarter" idx="26" hasCustomPrompt="1"/>
          </p:nvPr>
        </p:nvSpPr>
        <p:spPr>
          <a:xfrm>
            <a:off x="8519096" y="5969523"/>
            <a:ext cx="1915247" cy="210146"/>
          </a:xfrm>
        </p:spPr>
        <p:txBody>
          <a:bodyPr>
            <a:normAutofit/>
          </a:bodyPr>
          <a:lstStyle>
            <a:lvl1pPr algn="ctr">
              <a:defRPr sz="1200"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cxnSp>
        <p:nvCxnSpPr>
          <p:cNvPr id="42" name="Straight Connector 41"/>
          <p:cNvCxnSpPr/>
          <p:nvPr userDrawn="1"/>
        </p:nvCxnSpPr>
        <p:spPr>
          <a:xfrm flipV="1">
            <a:off x="7863744" y="5381212"/>
            <a:ext cx="10922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217174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p:cTn id="15" dur="500" fill="hold"/>
                                        <p:tgtEl>
                                          <p:spTgt spid="11"/>
                                        </p:tgtEl>
                                        <p:attrNameLst>
                                          <p:attrName>ppt_w</p:attrName>
                                        </p:attrNameLst>
                                      </p:cBhvr>
                                      <p:tavLst>
                                        <p:tav tm="0">
                                          <p:val>
                                            <p:fltVal val="0"/>
                                          </p:val>
                                        </p:tav>
                                        <p:tav tm="100000">
                                          <p:val>
                                            <p:strVal val="#ppt_w"/>
                                          </p:val>
                                        </p:tav>
                                      </p:tavLst>
                                    </p:anim>
                                    <p:anim calcmode="lin" valueType="num">
                                      <p:cBhvr>
                                        <p:cTn id="16" dur="500" fill="hold"/>
                                        <p:tgtEl>
                                          <p:spTgt spid="11"/>
                                        </p:tgtEl>
                                        <p:attrNameLst>
                                          <p:attrName>ppt_h</p:attrName>
                                        </p:attrNameLst>
                                      </p:cBhvr>
                                      <p:tavLst>
                                        <p:tav tm="0">
                                          <p:val>
                                            <p:fltVal val="0"/>
                                          </p:val>
                                        </p:tav>
                                        <p:tav tm="100000">
                                          <p:val>
                                            <p:strVal val="#ppt_h"/>
                                          </p:val>
                                        </p:tav>
                                      </p:tavLst>
                                    </p:anim>
                                    <p:animEffect transition="in" filter="fade">
                                      <p:cBhvr>
                                        <p:cTn id="17" dur="500"/>
                                        <p:tgtEl>
                                          <p:spTgt spid="11"/>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2">
                                            <p:txEl>
                                              <p:pRg st="0" end="0"/>
                                            </p:txEl>
                                          </p:spTgt>
                                        </p:tgtEl>
                                        <p:attrNameLst>
                                          <p:attrName>style.visibility</p:attrName>
                                        </p:attrNameLst>
                                      </p:cBhvr>
                                      <p:to>
                                        <p:strVal val="visible"/>
                                      </p:to>
                                    </p:set>
                                    <p:animEffect transition="in" filter="fade">
                                      <p:cBhvr>
                                        <p:cTn id="21" dur="500"/>
                                        <p:tgtEl>
                                          <p:spTgt spid="12">
                                            <p:txEl>
                                              <p:pRg st="0" end="0"/>
                                            </p:txEl>
                                          </p:spTgt>
                                        </p:tgtEl>
                                      </p:cBhvr>
                                    </p:animEffect>
                                  </p:childTnLst>
                                </p:cTn>
                              </p:par>
                            </p:childTnLst>
                          </p:cTn>
                        </p:par>
                        <p:par>
                          <p:cTn id="22" fill="hold">
                            <p:stCondLst>
                              <p:cond delay="2000"/>
                            </p:stCondLst>
                            <p:childTnLst>
                              <p:par>
                                <p:cTn id="23" presetID="22" presetClass="entr" presetSubtype="8" fill="hold" nodeType="after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ipe(left)">
                                      <p:cBhvr>
                                        <p:cTn id="25" dur="500"/>
                                        <p:tgtEl>
                                          <p:spTgt spid="14"/>
                                        </p:tgtEl>
                                      </p:cBhvr>
                                    </p:animEffect>
                                  </p:childTnLst>
                                </p:cTn>
                              </p:par>
                            </p:childTnLst>
                          </p:cTn>
                        </p:par>
                        <p:par>
                          <p:cTn id="26" fill="hold">
                            <p:stCondLst>
                              <p:cond delay="2500"/>
                            </p:stCondLst>
                            <p:childTnLst>
                              <p:par>
                                <p:cTn id="27" presetID="22" presetClass="entr" presetSubtype="4" fill="hold" nodeType="after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wipe(down)">
                                      <p:cBhvr>
                                        <p:cTn id="29" dur="500"/>
                                        <p:tgtEl>
                                          <p:spTgt spid="16"/>
                                        </p:tgtEl>
                                      </p:cBhvr>
                                    </p:animEffect>
                                  </p:childTnLst>
                                </p:cTn>
                              </p:par>
                            </p:childTnLst>
                          </p:cTn>
                        </p:par>
                        <p:par>
                          <p:cTn id="30" fill="hold">
                            <p:stCondLst>
                              <p:cond delay="3000"/>
                            </p:stCondLst>
                            <p:childTnLst>
                              <p:par>
                                <p:cTn id="31" presetID="22" presetClass="entr" presetSubtype="8" fill="hold" nodeType="after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wipe(left)">
                                      <p:cBhvr>
                                        <p:cTn id="33" dur="500"/>
                                        <p:tgtEl>
                                          <p:spTgt spid="18"/>
                                        </p:tgtEl>
                                      </p:cBhvr>
                                    </p:animEffect>
                                  </p:childTnLst>
                                </p:cTn>
                              </p:par>
                              <p:par>
                                <p:cTn id="34" presetID="22" presetClass="entr" presetSubtype="8" fill="hold" nodeType="with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wipe(left)">
                                      <p:cBhvr>
                                        <p:cTn id="36" dur="500"/>
                                        <p:tgtEl>
                                          <p:spTgt spid="19"/>
                                        </p:tgtEl>
                                      </p:cBhvr>
                                    </p:animEffect>
                                  </p:childTnLst>
                                </p:cTn>
                              </p:par>
                              <p:par>
                                <p:cTn id="37" presetID="22" presetClass="entr" presetSubtype="8" fill="hold" nodeType="with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wipe(left)">
                                      <p:cBhvr>
                                        <p:cTn id="39" dur="500"/>
                                        <p:tgtEl>
                                          <p:spTgt spid="21"/>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500" fill="hold"/>
                                        <p:tgtEl>
                                          <p:spTgt spid="17"/>
                                        </p:tgtEl>
                                        <p:attrNameLst>
                                          <p:attrName>ppt_w</p:attrName>
                                        </p:attrNameLst>
                                      </p:cBhvr>
                                      <p:tavLst>
                                        <p:tav tm="0">
                                          <p:val>
                                            <p:fltVal val="0"/>
                                          </p:val>
                                        </p:tav>
                                        <p:tav tm="100000">
                                          <p:val>
                                            <p:strVal val="#ppt_w"/>
                                          </p:val>
                                        </p:tav>
                                      </p:tavLst>
                                    </p:anim>
                                    <p:anim calcmode="lin" valueType="num">
                                      <p:cBhvr>
                                        <p:cTn id="44" dur="500" fill="hold"/>
                                        <p:tgtEl>
                                          <p:spTgt spid="17"/>
                                        </p:tgtEl>
                                        <p:attrNameLst>
                                          <p:attrName>ppt_h</p:attrName>
                                        </p:attrNameLst>
                                      </p:cBhvr>
                                      <p:tavLst>
                                        <p:tav tm="0">
                                          <p:val>
                                            <p:fltVal val="0"/>
                                          </p:val>
                                        </p:tav>
                                        <p:tav tm="100000">
                                          <p:val>
                                            <p:strVal val="#ppt_h"/>
                                          </p:val>
                                        </p:tav>
                                      </p:tavLst>
                                    </p:anim>
                                    <p:animEffect transition="in" filter="fade">
                                      <p:cBhvr>
                                        <p:cTn id="45" dur="500"/>
                                        <p:tgtEl>
                                          <p:spTgt spid="17"/>
                                        </p:tgtEl>
                                      </p:cBhvr>
                                    </p:animEffect>
                                  </p:childTnLst>
                                </p:cTn>
                              </p:par>
                            </p:childTnLst>
                          </p:cTn>
                        </p:par>
                        <p:par>
                          <p:cTn id="46" fill="hold">
                            <p:stCondLst>
                              <p:cond delay="4000"/>
                            </p:stCondLst>
                            <p:childTnLst>
                              <p:par>
                                <p:cTn id="47" presetID="10" presetClass="entr" presetSubtype="0" fill="hold" grpId="0" nodeType="afterEffect">
                                  <p:stCondLst>
                                    <p:cond delay="0"/>
                                  </p:stCondLst>
                                  <p:childTnLst>
                                    <p:set>
                                      <p:cBhvr>
                                        <p:cTn id="48" dur="1" fill="hold">
                                          <p:stCondLst>
                                            <p:cond delay="0"/>
                                          </p:stCondLst>
                                        </p:cTn>
                                        <p:tgtEl>
                                          <p:spTgt spid="20">
                                            <p:txEl>
                                              <p:pRg st="0" end="0"/>
                                            </p:txEl>
                                          </p:spTgt>
                                        </p:tgtEl>
                                        <p:attrNameLst>
                                          <p:attrName>style.visibility</p:attrName>
                                        </p:attrNameLst>
                                      </p:cBhvr>
                                      <p:to>
                                        <p:strVal val="visible"/>
                                      </p:to>
                                    </p:set>
                                    <p:animEffect transition="in" filter="fade">
                                      <p:cBhvr>
                                        <p:cTn id="49" dur="500"/>
                                        <p:tgtEl>
                                          <p:spTgt spid="20">
                                            <p:txEl>
                                              <p:pRg st="0" end="0"/>
                                            </p:txEl>
                                          </p:spTgt>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29"/>
                                        </p:tgtEl>
                                        <p:attrNameLst>
                                          <p:attrName>style.visibility</p:attrName>
                                        </p:attrNameLst>
                                      </p:cBhvr>
                                      <p:to>
                                        <p:strVal val="visible"/>
                                      </p:to>
                                    </p:set>
                                    <p:anim calcmode="lin" valueType="num">
                                      <p:cBhvr>
                                        <p:cTn id="52" dur="500" fill="hold"/>
                                        <p:tgtEl>
                                          <p:spTgt spid="29"/>
                                        </p:tgtEl>
                                        <p:attrNameLst>
                                          <p:attrName>ppt_w</p:attrName>
                                        </p:attrNameLst>
                                      </p:cBhvr>
                                      <p:tavLst>
                                        <p:tav tm="0">
                                          <p:val>
                                            <p:fltVal val="0"/>
                                          </p:val>
                                        </p:tav>
                                        <p:tav tm="100000">
                                          <p:val>
                                            <p:strVal val="#ppt_w"/>
                                          </p:val>
                                        </p:tav>
                                      </p:tavLst>
                                    </p:anim>
                                    <p:anim calcmode="lin" valueType="num">
                                      <p:cBhvr>
                                        <p:cTn id="53" dur="500" fill="hold"/>
                                        <p:tgtEl>
                                          <p:spTgt spid="29"/>
                                        </p:tgtEl>
                                        <p:attrNameLst>
                                          <p:attrName>ppt_h</p:attrName>
                                        </p:attrNameLst>
                                      </p:cBhvr>
                                      <p:tavLst>
                                        <p:tav tm="0">
                                          <p:val>
                                            <p:fltVal val="0"/>
                                          </p:val>
                                        </p:tav>
                                        <p:tav tm="100000">
                                          <p:val>
                                            <p:strVal val="#ppt_h"/>
                                          </p:val>
                                        </p:tav>
                                      </p:tavLst>
                                    </p:anim>
                                    <p:animEffect transition="in" filter="fade">
                                      <p:cBhvr>
                                        <p:cTn id="54" dur="500"/>
                                        <p:tgtEl>
                                          <p:spTgt spid="29"/>
                                        </p:tgtEl>
                                      </p:cBhvr>
                                    </p:animEffect>
                                  </p:childTnLst>
                                </p:cTn>
                              </p:par>
                            </p:childTnLst>
                          </p:cTn>
                        </p:par>
                        <p:par>
                          <p:cTn id="55" fill="hold">
                            <p:stCondLst>
                              <p:cond delay="4500"/>
                            </p:stCondLst>
                            <p:childTnLst>
                              <p:par>
                                <p:cTn id="56" presetID="10" presetClass="entr" presetSubtype="0" fill="hold" grpId="0" nodeType="afterEffect">
                                  <p:stCondLst>
                                    <p:cond delay="0"/>
                                  </p:stCondLst>
                                  <p:childTnLst>
                                    <p:set>
                                      <p:cBhvr>
                                        <p:cTn id="57" dur="1" fill="hold">
                                          <p:stCondLst>
                                            <p:cond delay="0"/>
                                          </p:stCondLst>
                                        </p:cTn>
                                        <p:tgtEl>
                                          <p:spTgt spid="30">
                                            <p:txEl>
                                              <p:pRg st="0" end="0"/>
                                            </p:txEl>
                                          </p:spTgt>
                                        </p:tgtEl>
                                        <p:attrNameLst>
                                          <p:attrName>style.visibility</p:attrName>
                                        </p:attrNameLst>
                                      </p:cBhvr>
                                      <p:to>
                                        <p:strVal val="visible"/>
                                      </p:to>
                                    </p:set>
                                    <p:animEffect transition="in" filter="fade">
                                      <p:cBhvr>
                                        <p:cTn id="58" dur="500"/>
                                        <p:tgtEl>
                                          <p:spTgt spid="30">
                                            <p:txEl>
                                              <p:pRg st="0" end="0"/>
                                            </p:txEl>
                                          </p:spTgt>
                                        </p:tgtEl>
                                      </p:cBhvr>
                                    </p:animEffect>
                                  </p:childTnLst>
                                </p:cTn>
                              </p:par>
                              <p:par>
                                <p:cTn id="59" presetID="53" presetClass="entr" presetSubtype="16" fill="hold" grpId="0" nodeType="withEffect">
                                  <p:stCondLst>
                                    <p:cond delay="0"/>
                                  </p:stCondLst>
                                  <p:childTnLst>
                                    <p:set>
                                      <p:cBhvr>
                                        <p:cTn id="60" dur="1" fill="hold">
                                          <p:stCondLst>
                                            <p:cond delay="0"/>
                                          </p:stCondLst>
                                        </p:cTn>
                                        <p:tgtEl>
                                          <p:spTgt spid="27"/>
                                        </p:tgtEl>
                                        <p:attrNameLst>
                                          <p:attrName>style.visibility</p:attrName>
                                        </p:attrNameLst>
                                      </p:cBhvr>
                                      <p:to>
                                        <p:strVal val="visible"/>
                                      </p:to>
                                    </p:set>
                                    <p:anim calcmode="lin" valueType="num">
                                      <p:cBhvr>
                                        <p:cTn id="61" dur="500" fill="hold"/>
                                        <p:tgtEl>
                                          <p:spTgt spid="27"/>
                                        </p:tgtEl>
                                        <p:attrNameLst>
                                          <p:attrName>ppt_w</p:attrName>
                                        </p:attrNameLst>
                                      </p:cBhvr>
                                      <p:tavLst>
                                        <p:tav tm="0">
                                          <p:val>
                                            <p:fltVal val="0"/>
                                          </p:val>
                                        </p:tav>
                                        <p:tav tm="100000">
                                          <p:val>
                                            <p:strVal val="#ppt_w"/>
                                          </p:val>
                                        </p:tav>
                                      </p:tavLst>
                                    </p:anim>
                                    <p:anim calcmode="lin" valueType="num">
                                      <p:cBhvr>
                                        <p:cTn id="62" dur="500" fill="hold"/>
                                        <p:tgtEl>
                                          <p:spTgt spid="27"/>
                                        </p:tgtEl>
                                        <p:attrNameLst>
                                          <p:attrName>ppt_h</p:attrName>
                                        </p:attrNameLst>
                                      </p:cBhvr>
                                      <p:tavLst>
                                        <p:tav tm="0">
                                          <p:val>
                                            <p:fltVal val="0"/>
                                          </p:val>
                                        </p:tav>
                                        <p:tav tm="100000">
                                          <p:val>
                                            <p:strVal val="#ppt_h"/>
                                          </p:val>
                                        </p:tav>
                                      </p:tavLst>
                                    </p:anim>
                                    <p:animEffect transition="in" filter="fade">
                                      <p:cBhvr>
                                        <p:cTn id="63" dur="500"/>
                                        <p:tgtEl>
                                          <p:spTgt spid="27"/>
                                        </p:tgtEl>
                                      </p:cBhvr>
                                    </p:animEffect>
                                  </p:childTnLst>
                                </p:cTn>
                              </p:par>
                            </p:childTnLst>
                          </p:cTn>
                        </p:par>
                        <p:par>
                          <p:cTn id="64" fill="hold">
                            <p:stCondLst>
                              <p:cond delay="5000"/>
                            </p:stCondLst>
                            <p:childTnLst>
                              <p:par>
                                <p:cTn id="65" presetID="10" presetClass="entr" presetSubtype="0" fill="hold" grpId="0" nodeType="afterEffect">
                                  <p:stCondLst>
                                    <p:cond delay="0"/>
                                  </p:stCondLst>
                                  <p:childTnLst>
                                    <p:set>
                                      <p:cBhvr>
                                        <p:cTn id="66" dur="1" fill="hold">
                                          <p:stCondLst>
                                            <p:cond delay="0"/>
                                          </p:stCondLst>
                                        </p:cTn>
                                        <p:tgtEl>
                                          <p:spTgt spid="28">
                                            <p:txEl>
                                              <p:pRg st="0" end="0"/>
                                            </p:txEl>
                                          </p:spTgt>
                                        </p:tgtEl>
                                        <p:attrNameLst>
                                          <p:attrName>style.visibility</p:attrName>
                                        </p:attrNameLst>
                                      </p:cBhvr>
                                      <p:to>
                                        <p:strVal val="visible"/>
                                      </p:to>
                                    </p:set>
                                    <p:animEffect transition="in" filter="fade">
                                      <p:cBhvr>
                                        <p:cTn id="67" dur="500"/>
                                        <p:tgtEl>
                                          <p:spTgt spid="28">
                                            <p:txEl>
                                              <p:pRg st="0" end="0"/>
                                            </p:txEl>
                                          </p:spTgt>
                                        </p:tgtEl>
                                      </p:cBhvr>
                                    </p:animEffect>
                                  </p:childTnLst>
                                </p:cTn>
                              </p:par>
                            </p:childTnLst>
                          </p:cTn>
                        </p:par>
                        <p:par>
                          <p:cTn id="68" fill="hold">
                            <p:stCondLst>
                              <p:cond delay="5500"/>
                            </p:stCondLst>
                            <p:childTnLst>
                              <p:par>
                                <p:cTn id="69" presetID="22" presetClass="entr" presetSubtype="8" fill="hold" nodeType="afterEffect">
                                  <p:stCondLst>
                                    <p:cond delay="0"/>
                                  </p:stCondLst>
                                  <p:childTnLst>
                                    <p:set>
                                      <p:cBhvr>
                                        <p:cTn id="70" dur="1" fill="hold">
                                          <p:stCondLst>
                                            <p:cond delay="0"/>
                                          </p:stCondLst>
                                        </p:cTn>
                                        <p:tgtEl>
                                          <p:spTgt spid="32"/>
                                        </p:tgtEl>
                                        <p:attrNameLst>
                                          <p:attrName>style.visibility</p:attrName>
                                        </p:attrNameLst>
                                      </p:cBhvr>
                                      <p:to>
                                        <p:strVal val="visible"/>
                                      </p:to>
                                    </p:set>
                                    <p:animEffect transition="in" filter="wipe(left)">
                                      <p:cBhvr>
                                        <p:cTn id="71" dur="500"/>
                                        <p:tgtEl>
                                          <p:spTgt spid="32"/>
                                        </p:tgtEl>
                                      </p:cBhvr>
                                    </p:animEffect>
                                  </p:childTnLst>
                                </p:cTn>
                              </p:par>
                            </p:childTnLst>
                          </p:cTn>
                        </p:par>
                        <p:par>
                          <p:cTn id="72" fill="hold">
                            <p:stCondLst>
                              <p:cond delay="6000"/>
                            </p:stCondLst>
                            <p:childTnLst>
                              <p:par>
                                <p:cTn id="73" presetID="22" presetClass="entr" presetSubtype="4" fill="hold" nodeType="afterEffect">
                                  <p:stCondLst>
                                    <p:cond delay="0"/>
                                  </p:stCondLst>
                                  <p:childTnLst>
                                    <p:set>
                                      <p:cBhvr>
                                        <p:cTn id="74" dur="1" fill="hold">
                                          <p:stCondLst>
                                            <p:cond delay="0"/>
                                          </p:stCondLst>
                                        </p:cTn>
                                        <p:tgtEl>
                                          <p:spTgt spid="33"/>
                                        </p:tgtEl>
                                        <p:attrNameLst>
                                          <p:attrName>style.visibility</p:attrName>
                                        </p:attrNameLst>
                                      </p:cBhvr>
                                      <p:to>
                                        <p:strVal val="visible"/>
                                      </p:to>
                                    </p:set>
                                    <p:animEffect transition="in" filter="wipe(down)">
                                      <p:cBhvr>
                                        <p:cTn id="75" dur="500"/>
                                        <p:tgtEl>
                                          <p:spTgt spid="33"/>
                                        </p:tgtEl>
                                      </p:cBhvr>
                                    </p:animEffect>
                                  </p:childTnLst>
                                </p:cTn>
                              </p:par>
                            </p:childTnLst>
                          </p:cTn>
                        </p:par>
                        <p:par>
                          <p:cTn id="76" fill="hold">
                            <p:stCondLst>
                              <p:cond delay="6500"/>
                            </p:stCondLst>
                            <p:childTnLst>
                              <p:par>
                                <p:cTn id="77" presetID="22" presetClass="entr" presetSubtype="8" fill="hold" nodeType="afterEffect">
                                  <p:stCondLst>
                                    <p:cond delay="0"/>
                                  </p:stCondLst>
                                  <p:childTnLst>
                                    <p:set>
                                      <p:cBhvr>
                                        <p:cTn id="78" dur="1" fill="hold">
                                          <p:stCondLst>
                                            <p:cond delay="0"/>
                                          </p:stCondLst>
                                        </p:cTn>
                                        <p:tgtEl>
                                          <p:spTgt spid="34"/>
                                        </p:tgtEl>
                                        <p:attrNameLst>
                                          <p:attrName>style.visibility</p:attrName>
                                        </p:attrNameLst>
                                      </p:cBhvr>
                                      <p:to>
                                        <p:strVal val="visible"/>
                                      </p:to>
                                    </p:set>
                                    <p:animEffect transition="in" filter="wipe(left)">
                                      <p:cBhvr>
                                        <p:cTn id="79" dur="500"/>
                                        <p:tgtEl>
                                          <p:spTgt spid="34"/>
                                        </p:tgtEl>
                                      </p:cBhvr>
                                    </p:animEffect>
                                  </p:childTnLst>
                                </p:cTn>
                              </p:par>
                              <p:par>
                                <p:cTn id="80" presetID="22" presetClass="entr" presetSubtype="8" fill="hold" nodeType="withEffect">
                                  <p:stCondLst>
                                    <p:cond delay="0"/>
                                  </p:stCondLst>
                                  <p:childTnLst>
                                    <p:set>
                                      <p:cBhvr>
                                        <p:cTn id="81" dur="1" fill="hold">
                                          <p:stCondLst>
                                            <p:cond delay="0"/>
                                          </p:stCondLst>
                                        </p:cTn>
                                        <p:tgtEl>
                                          <p:spTgt spid="37"/>
                                        </p:tgtEl>
                                        <p:attrNameLst>
                                          <p:attrName>style.visibility</p:attrName>
                                        </p:attrNameLst>
                                      </p:cBhvr>
                                      <p:to>
                                        <p:strVal val="visible"/>
                                      </p:to>
                                    </p:set>
                                    <p:animEffect transition="in" filter="wipe(left)">
                                      <p:cBhvr>
                                        <p:cTn id="82" dur="500"/>
                                        <p:tgtEl>
                                          <p:spTgt spid="37"/>
                                        </p:tgtEl>
                                      </p:cBhvr>
                                    </p:animEffect>
                                  </p:childTnLst>
                                </p:cTn>
                              </p:par>
                              <p:par>
                                <p:cTn id="83" presetID="22" presetClass="entr" presetSubtype="8" fill="hold" nodeType="withEffect">
                                  <p:stCondLst>
                                    <p:cond delay="0"/>
                                  </p:stCondLst>
                                  <p:childTnLst>
                                    <p:set>
                                      <p:cBhvr>
                                        <p:cTn id="84" dur="1" fill="hold">
                                          <p:stCondLst>
                                            <p:cond delay="0"/>
                                          </p:stCondLst>
                                        </p:cTn>
                                        <p:tgtEl>
                                          <p:spTgt spid="42"/>
                                        </p:tgtEl>
                                        <p:attrNameLst>
                                          <p:attrName>style.visibility</p:attrName>
                                        </p:attrNameLst>
                                      </p:cBhvr>
                                      <p:to>
                                        <p:strVal val="visible"/>
                                      </p:to>
                                    </p:set>
                                    <p:animEffect transition="in" filter="wipe(left)">
                                      <p:cBhvr>
                                        <p:cTn id="85" dur="500"/>
                                        <p:tgtEl>
                                          <p:spTgt spid="42"/>
                                        </p:tgtEl>
                                      </p:cBhvr>
                                    </p:animEffect>
                                  </p:childTnLst>
                                </p:cTn>
                              </p:par>
                            </p:childTnLst>
                          </p:cTn>
                        </p:par>
                        <p:par>
                          <p:cTn id="86" fill="hold">
                            <p:stCondLst>
                              <p:cond delay="7000"/>
                            </p:stCondLst>
                            <p:childTnLst>
                              <p:par>
                                <p:cTn id="87" presetID="53" presetClass="entr" presetSubtype="16" fill="hold" grpId="0" nodeType="afterEffect">
                                  <p:stCondLst>
                                    <p:cond delay="0"/>
                                  </p:stCondLst>
                                  <p:childTnLst>
                                    <p:set>
                                      <p:cBhvr>
                                        <p:cTn id="88" dur="1" fill="hold">
                                          <p:stCondLst>
                                            <p:cond delay="0"/>
                                          </p:stCondLst>
                                        </p:cTn>
                                        <p:tgtEl>
                                          <p:spTgt spid="35"/>
                                        </p:tgtEl>
                                        <p:attrNameLst>
                                          <p:attrName>style.visibility</p:attrName>
                                        </p:attrNameLst>
                                      </p:cBhvr>
                                      <p:to>
                                        <p:strVal val="visible"/>
                                      </p:to>
                                    </p:set>
                                    <p:anim calcmode="lin" valueType="num">
                                      <p:cBhvr>
                                        <p:cTn id="89" dur="500" fill="hold"/>
                                        <p:tgtEl>
                                          <p:spTgt spid="35"/>
                                        </p:tgtEl>
                                        <p:attrNameLst>
                                          <p:attrName>ppt_w</p:attrName>
                                        </p:attrNameLst>
                                      </p:cBhvr>
                                      <p:tavLst>
                                        <p:tav tm="0">
                                          <p:val>
                                            <p:fltVal val="0"/>
                                          </p:val>
                                        </p:tav>
                                        <p:tav tm="100000">
                                          <p:val>
                                            <p:strVal val="#ppt_w"/>
                                          </p:val>
                                        </p:tav>
                                      </p:tavLst>
                                    </p:anim>
                                    <p:anim calcmode="lin" valueType="num">
                                      <p:cBhvr>
                                        <p:cTn id="90" dur="500" fill="hold"/>
                                        <p:tgtEl>
                                          <p:spTgt spid="35"/>
                                        </p:tgtEl>
                                        <p:attrNameLst>
                                          <p:attrName>ppt_h</p:attrName>
                                        </p:attrNameLst>
                                      </p:cBhvr>
                                      <p:tavLst>
                                        <p:tav tm="0">
                                          <p:val>
                                            <p:fltVal val="0"/>
                                          </p:val>
                                        </p:tav>
                                        <p:tav tm="100000">
                                          <p:val>
                                            <p:strVal val="#ppt_h"/>
                                          </p:val>
                                        </p:tav>
                                      </p:tavLst>
                                    </p:anim>
                                    <p:animEffect transition="in" filter="fade">
                                      <p:cBhvr>
                                        <p:cTn id="91" dur="500"/>
                                        <p:tgtEl>
                                          <p:spTgt spid="35"/>
                                        </p:tgtEl>
                                      </p:cBhvr>
                                    </p:animEffect>
                                  </p:childTnLst>
                                </p:cTn>
                              </p:par>
                            </p:childTnLst>
                          </p:cTn>
                        </p:par>
                        <p:par>
                          <p:cTn id="92" fill="hold">
                            <p:stCondLst>
                              <p:cond delay="7500"/>
                            </p:stCondLst>
                            <p:childTnLst>
                              <p:par>
                                <p:cTn id="93" presetID="10" presetClass="entr" presetSubtype="0" fill="hold" grpId="0" nodeType="afterEffect">
                                  <p:stCondLst>
                                    <p:cond delay="0"/>
                                  </p:stCondLst>
                                  <p:childTnLst>
                                    <p:set>
                                      <p:cBhvr>
                                        <p:cTn id="94" dur="1" fill="hold">
                                          <p:stCondLst>
                                            <p:cond delay="0"/>
                                          </p:stCondLst>
                                        </p:cTn>
                                        <p:tgtEl>
                                          <p:spTgt spid="36">
                                            <p:txEl>
                                              <p:pRg st="0" end="0"/>
                                            </p:txEl>
                                          </p:spTgt>
                                        </p:tgtEl>
                                        <p:attrNameLst>
                                          <p:attrName>style.visibility</p:attrName>
                                        </p:attrNameLst>
                                      </p:cBhvr>
                                      <p:to>
                                        <p:strVal val="visible"/>
                                      </p:to>
                                    </p:set>
                                    <p:animEffect transition="in" filter="fade">
                                      <p:cBhvr>
                                        <p:cTn id="95" dur="500"/>
                                        <p:tgtEl>
                                          <p:spTgt spid="36">
                                            <p:txEl>
                                              <p:pRg st="0" end="0"/>
                                            </p:txEl>
                                          </p:spTgt>
                                        </p:tgtEl>
                                      </p:cBhvr>
                                    </p:animEffect>
                                  </p:childTnLst>
                                </p:cTn>
                              </p:par>
                              <p:par>
                                <p:cTn id="96" presetID="53" presetClass="entr" presetSubtype="16" fill="hold" grpId="0" nodeType="withEffect">
                                  <p:stCondLst>
                                    <p:cond delay="0"/>
                                  </p:stCondLst>
                                  <p:childTnLst>
                                    <p:set>
                                      <p:cBhvr>
                                        <p:cTn id="97" dur="1" fill="hold">
                                          <p:stCondLst>
                                            <p:cond delay="0"/>
                                          </p:stCondLst>
                                        </p:cTn>
                                        <p:tgtEl>
                                          <p:spTgt spid="38"/>
                                        </p:tgtEl>
                                        <p:attrNameLst>
                                          <p:attrName>style.visibility</p:attrName>
                                        </p:attrNameLst>
                                      </p:cBhvr>
                                      <p:to>
                                        <p:strVal val="visible"/>
                                      </p:to>
                                    </p:set>
                                    <p:anim calcmode="lin" valueType="num">
                                      <p:cBhvr>
                                        <p:cTn id="98" dur="500" fill="hold"/>
                                        <p:tgtEl>
                                          <p:spTgt spid="38"/>
                                        </p:tgtEl>
                                        <p:attrNameLst>
                                          <p:attrName>ppt_w</p:attrName>
                                        </p:attrNameLst>
                                      </p:cBhvr>
                                      <p:tavLst>
                                        <p:tav tm="0">
                                          <p:val>
                                            <p:fltVal val="0"/>
                                          </p:val>
                                        </p:tav>
                                        <p:tav tm="100000">
                                          <p:val>
                                            <p:strVal val="#ppt_w"/>
                                          </p:val>
                                        </p:tav>
                                      </p:tavLst>
                                    </p:anim>
                                    <p:anim calcmode="lin" valueType="num">
                                      <p:cBhvr>
                                        <p:cTn id="99" dur="500" fill="hold"/>
                                        <p:tgtEl>
                                          <p:spTgt spid="38"/>
                                        </p:tgtEl>
                                        <p:attrNameLst>
                                          <p:attrName>ppt_h</p:attrName>
                                        </p:attrNameLst>
                                      </p:cBhvr>
                                      <p:tavLst>
                                        <p:tav tm="0">
                                          <p:val>
                                            <p:fltVal val="0"/>
                                          </p:val>
                                        </p:tav>
                                        <p:tav tm="100000">
                                          <p:val>
                                            <p:strVal val="#ppt_h"/>
                                          </p:val>
                                        </p:tav>
                                      </p:tavLst>
                                    </p:anim>
                                    <p:animEffect transition="in" filter="fade">
                                      <p:cBhvr>
                                        <p:cTn id="100" dur="500"/>
                                        <p:tgtEl>
                                          <p:spTgt spid="38"/>
                                        </p:tgtEl>
                                      </p:cBhvr>
                                    </p:animEffect>
                                  </p:childTnLst>
                                </p:cTn>
                              </p:par>
                            </p:childTnLst>
                          </p:cTn>
                        </p:par>
                        <p:par>
                          <p:cTn id="101" fill="hold">
                            <p:stCondLst>
                              <p:cond delay="8000"/>
                            </p:stCondLst>
                            <p:childTnLst>
                              <p:par>
                                <p:cTn id="102" presetID="10" presetClass="entr" presetSubtype="0" fill="hold" grpId="0" nodeType="afterEffect">
                                  <p:stCondLst>
                                    <p:cond delay="0"/>
                                  </p:stCondLst>
                                  <p:childTnLst>
                                    <p:set>
                                      <p:cBhvr>
                                        <p:cTn id="103" dur="1" fill="hold">
                                          <p:stCondLst>
                                            <p:cond delay="0"/>
                                          </p:stCondLst>
                                        </p:cTn>
                                        <p:tgtEl>
                                          <p:spTgt spid="39">
                                            <p:txEl>
                                              <p:pRg st="0" end="0"/>
                                            </p:txEl>
                                          </p:spTgt>
                                        </p:tgtEl>
                                        <p:attrNameLst>
                                          <p:attrName>style.visibility</p:attrName>
                                        </p:attrNameLst>
                                      </p:cBhvr>
                                      <p:to>
                                        <p:strVal val="visible"/>
                                      </p:to>
                                    </p:set>
                                    <p:animEffect transition="in" filter="fade">
                                      <p:cBhvr>
                                        <p:cTn id="104" dur="500"/>
                                        <p:tgtEl>
                                          <p:spTgt spid="39">
                                            <p:txEl>
                                              <p:pRg st="0" end="0"/>
                                            </p:txEl>
                                          </p:spTgt>
                                        </p:tgtEl>
                                      </p:cBhvr>
                                    </p:animEffect>
                                  </p:childTnLst>
                                </p:cTn>
                              </p:par>
                              <p:par>
                                <p:cTn id="105" presetID="53" presetClass="entr" presetSubtype="16" fill="hold" grpId="0" nodeType="withEffect">
                                  <p:stCondLst>
                                    <p:cond delay="0"/>
                                  </p:stCondLst>
                                  <p:childTnLst>
                                    <p:set>
                                      <p:cBhvr>
                                        <p:cTn id="106" dur="1" fill="hold">
                                          <p:stCondLst>
                                            <p:cond delay="0"/>
                                          </p:stCondLst>
                                        </p:cTn>
                                        <p:tgtEl>
                                          <p:spTgt spid="40"/>
                                        </p:tgtEl>
                                        <p:attrNameLst>
                                          <p:attrName>style.visibility</p:attrName>
                                        </p:attrNameLst>
                                      </p:cBhvr>
                                      <p:to>
                                        <p:strVal val="visible"/>
                                      </p:to>
                                    </p:set>
                                    <p:anim calcmode="lin" valueType="num">
                                      <p:cBhvr>
                                        <p:cTn id="107" dur="500" fill="hold"/>
                                        <p:tgtEl>
                                          <p:spTgt spid="40"/>
                                        </p:tgtEl>
                                        <p:attrNameLst>
                                          <p:attrName>ppt_w</p:attrName>
                                        </p:attrNameLst>
                                      </p:cBhvr>
                                      <p:tavLst>
                                        <p:tav tm="0">
                                          <p:val>
                                            <p:fltVal val="0"/>
                                          </p:val>
                                        </p:tav>
                                        <p:tav tm="100000">
                                          <p:val>
                                            <p:strVal val="#ppt_w"/>
                                          </p:val>
                                        </p:tav>
                                      </p:tavLst>
                                    </p:anim>
                                    <p:anim calcmode="lin" valueType="num">
                                      <p:cBhvr>
                                        <p:cTn id="108" dur="500" fill="hold"/>
                                        <p:tgtEl>
                                          <p:spTgt spid="40"/>
                                        </p:tgtEl>
                                        <p:attrNameLst>
                                          <p:attrName>ppt_h</p:attrName>
                                        </p:attrNameLst>
                                      </p:cBhvr>
                                      <p:tavLst>
                                        <p:tav tm="0">
                                          <p:val>
                                            <p:fltVal val="0"/>
                                          </p:val>
                                        </p:tav>
                                        <p:tav tm="100000">
                                          <p:val>
                                            <p:strVal val="#ppt_h"/>
                                          </p:val>
                                        </p:tav>
                                      </p:tavLst>
                                    </p:anim>
                                    <p:animEffect transition="in" filter="fade">
                                      <p:cBhvr>
                                        <p:cTn id="109" dur="500"/>
                                        <p:tgtEl>
                                          <p:spTgt spid="40"/>
                                        </p:tgtEl>
                                      </p:cBhvr>
                                    </p:animEffect>
                                  </p:childTnLst>
                                </p:cTn>
                              </p:par>
                            </p:childTnLst>
                          </p:cTn>
                        </p:par>
                        <p:par>
                          <p:cTn id="110" fill="hold">
                            <p:stCondLst>
                              <p:cond delay="8500"/>
                            </p:stCondLst>
                            <p:childTnLst>
                              <p:par>
                                <p:cTn id="111" presetID="10" presetClass="entr" presetSubtype="0" fill="hold" grpId="0" nodeType="afterEffect">
                                  <p:stCondLst>
                                    <p:cond delay="0"/>
                                  </p:stCondLst>
                                  <p:childTnLst>
                                    <p:set>
                                      <p:cBhvr>
                                        <p:cTn id="112" dur="1" fill="hold">
                                          <p:stCondLst>
                                            <p:cond delay="0"/>
                                          </p:stCondLst>
                                        </p:cTn>
                                        <p:tgtEl>
                                          <p:spTgt spid="41">
                                            <p:txEl>
                                              <p:pRg st="0" end="0"/>
                                            </p:txEl>
                                          </p:spTgt>
                                        </p:tgtEl>
                                        <p:attrNameLst>
                                          <p:attrName>style.visibility</p:attrName>
                                        </p:attrNameLst>
                                      </p:cBhvr>
                                      <p:to>
                                        <p:strVal val="visible"/>
                                      </p:to>
                                    </p:set>
                                    <p:animEffect transition="in" filter="fade">
                                      <p:cBhvr>
                                        <p:cTn id="113" dur="500"/>
                                        <p:tgtEl>
                                          <p:spTgt spid="4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1" grpId="0" animBg="1"/>
      <p:bldP spid="12" grpId="0" build="p">
        <p:tmplLst>
          <p:tmpl lvl="1">
            <p:tnLst>
              <p:par>
                <p:cTn presetID="10" presetClass="entr" presetSubtype="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childTnLst>
                </p:cTn>
              </p:par>
            </p:tnLst>
          </p:tmpl>
        </p:tmplLst>
      </p:bldP>
      <p:bldP spid="17" grpId="0" animBg="1"/>
      <p:bldP spid="20" grpId="0" build="p">
        <p:tmplLst>
          <p:tmpl lvl="1">
            <p:tnLst>
              <p:par>
                <p:cTn presetID="10"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7" grpId="0" animBg="1"/>
      <p:bldP spid="28" grpId="0" build="p">
        <p:tmplLst>
          <p:tmpl lvl="1">
            <p:tnLst>
              <p:par>
                <p:cTn presetID="10" presetClass="entr" presetSubtype="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9" grpId="0" animBg="1"/>
      <p:bldP spid="30" grpId="0" build="p">
        <p:tmplLst>
          <p:tmpl lvl="1">
            <p:tnLst>
              <p:par>
                <p:cTn presetID="10" presetClass="entr" presetSubtype="0"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5" grpId="0" animBg="1"/>
      <p:bldP spid="36" grpId="0" build="p">
        <p:tmplLst>
          <p:tmpl lvl="1">
            <p:tnLst>
              <p:par>
                <p:cTn presetID="10" presetClass="entr" presetSubtype="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8" grpId="0" animBg="1"/>
      <p:bldP spid="39" grpId="0" build="p">
        <p:tmplLst>
          <p:tmpl lvl="1">
            <p:tnLst>
              <p:par>
                <p:cTn presetID="10" presetClass="entr" presetSubtype="0" fill="hold" nodeType="after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0" grpId="0" animBg="1"/>
      <p:bldP spid="41" grpId="0" build="p">
        <p:tmplLst>
          <p:tmpl lvl="1">
            <p:tnLst>
              <p:par>
                <p:cTn presetID="10" presetClass="entr" presetSubtype="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Lst>
  </p:timing>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cxnSp>
        <p:nvCxnSpPr>
          <p:cNvPr id="17" name="Straight Connector 16"/>
          <p:cNvCxnSpPr/>
          <p:nvPr userDrawn="1"/>
        </p:nvCxnSpPr>
        <p:spPr>
          <a:xfrm flipV="1">
            <a:off x="2022475" y="3292186"/>
            <a:ext cx="18161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 name="Date Placeholder 2"/>
          <p:cNvSpPr>
            <a:spLocks noGrp="1"/>
          </p:cNvSpPr>
          <p:nvPr>
            <p:ph type="dt" sz="half" idx="10"/>
          </p:nvPr>
        </p:nvSpPr>
        <p:spPr/>
        <p:txBody>
          <a:bodyPr/>
          <a:lstStyle/>
          <a:p>
            <a:fld id="{9FA325D7-6E8B-C945-B830-9D3D04731EF4}"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61721"/>
          </a:xfrm>
        </p:spPr>
        <p:txBody>
          <a:bodyPr/>
          <a:lstStyle>
            <a:lvl1pPr algn="l">
              <a:defRPr sz="36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4904"/>
            <a:ext cx="5472112" cy="294121"/>
          </a:xfrm>
        </p:spPr>
        <p:txBody>
          <a:bodyPr/>
          <a:lstStyle>
            <a:lvl1pPr algn="l">
              <a:defRPr/>
            </a:lvl1pPr>
          </a:lstStyle>
          <a:p>
            <a:pPr lvl="0"/>
            <a:r>
              <a:rPr lang="en-US" dirty="0" smtClean="0"/>
              <a:t>Click to edit Master text styles</a:t>
            </a:r>
          </a:p>
        </p:txBody>
      </p:sp>
      <p:sp>
        <p:nvSpPr>
          <p:cNvPr id="10" name="Picture Placeholder 9"/>
          <p:cNvSpPr>
            <a:spLocks noGrp="1"/>
          </p:cNvSpPr>
          <p:nvPr>
            <p:ph type="pic" sz="quarter" idx="13" hasCustomPrompt="1"/>
          </p:nvPr>
        </p:nvSpPr>
        <p:spPr>
          <a:xfrm>
            <a:off x="838200" y="2692400"/>
            <a:ext cx="1206500" cy="120650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5" name="Picture Placeholder 14"/>
          <p:cNvSpPr>
            <a:spLocks noGrp="1"/>
          </p:cNvSpPr>
          <p:nvPr>
            <p:ph type="pic" sz="quarter" idx="14" hasCustomPrompt="1"/>
          </p:nvPr>
        </p:nvSpPr>
        <p:spPr>
          <a:xfrm>
            <a:off x="4746625" y="1574695"/>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20" name="Straight Connector 19"/>
          <p:cNvCxnSpPr/>
          <p:nvPr userDrawn="1"/>
        </p:nvCxnSpPr>
        <p:spPr>
          <a:xfrm>
            <a:off x="3838575" y="2050451"/>
            <a:ext cx="0" cy="3232574"/>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a:xfrm flipV="1">
            <a:off x="3838575" y="2067123"/>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a:xfrm flipV="1">
            <a:off x="3838575" y="3714754"/>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5" name="Picture Placeholder 24"/>
          <p:cNvSpPr>
            <a:spLocks noGrp="1"/>
          </p:cNvSpPr>
          <p:nvPr>
            <p:ph type="pic" sz="quarter" idx="15" hasCustomPrompt="1"/>
          </p:nvPr>
        </p:nvSpPr>
        <p:spPr>
          <a:xfrm>
            <a:off x="4746625" y="3252556"/>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27" name="Picture Placeholder 26"/>
          <p:cNvSpPr>
            <a:spLocks noGrp="1"/>
          </p:cNvSpPr>
          <p:nvPr>
            <p:ph type="pic" sz="quarter" idx="16" hasCustomPrompt="1"/>
          </p:nvPr>
        </p:nvSpPr>
        <p:spPr>
          <a:xfrm>
            <a:off x="4746625" y="4780917"/>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29" name="Straight Connector 28"/>
          <p:cNvCxnSpPr/>
          <p:nvPr userDrawn="1"/>
        </p:nvCxnSpPr>
        <p:spPr>
          <a:xfrm flipV="1">
            <a:off x="3838575" y="5283025"/>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flipV="1">
            <a:off x="5718175" y="2069699"/>
            <a:ext cx="181610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2" name="Picture Placeholder 31"/>
          <p:cNvSpPr>
            <a:spLocks noGrp="1"/>
          </p:cNvSpPr>
          <p:nvPr>
            <p:ph type="pic" sz="quarter" idx="17" hasCustomPrompt="1"/>
          </p:nvPr>
        </p:nvSpPr>
        <p:spPr>
          <a:xfrm>
            <a:off x="8458200" y="124984"/>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34" name="Straight Connector 33"/>
          <p:cNvCxnSpPr/>
          <p:nvPr userDrawn="1"/>
        </p:nvCxnSpPr>
        <p:spPr>
          <a:xfrm>
            <a:off x="7534275" y="558800"/>
            <a:ext cx="0" cy="3232574"/>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a:xfrm flipV="1">
            <a:off x="7531102" y="583773"/>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6" name="Picture Placeholder 35"/>
          <p:cNvSpPr>
            <a:spLocks noGrp="1"/>
          </p:cNvSpPr>
          <p:nvPr>
            <p:ph type="pic" sz="quarter" idx="18" hasCustomPrompt="1"/>
          </p:nvPr>
        </p:nvSpPr>
        <p:spPr>
          <a:xfrm>
            <a:off x="8458200" y="3290656"/>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cxnSp>
        <p:nvCxnSpPr>
          <p:cNvPr id="38" name="Straight Connector 37"/>
          <p:cNvCxnSpPr/>
          <p:nvPr userDrawn="1"/>
        </p:nvCxnSpPr>
        <p:spPr>
          <a:xfrm flipV="1">
            <a:off x="7531102" y="3795802"/>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flipV="1">
            <a:off x="7542213" y="2184041"/>
            <a:ext cx="908050" cy="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40" name="Picture Placeholder 39"/>
          <p:cNvSpPr>
            <a:spLocks noGrp="1"/>
          </p:cNvSpPr>
          <p:nvPr>
            <p:ph type="pic" sz="quarter" idx="19" hasCustomPrompt="1"/>
          </p:nvPr>
        </p:nvSpPr>
        <p:spPr>
          <a:xfrm>
            <a:off x="8442324" y="1692743"/>
            <a:ext cx="971550" cy="971550"/>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44" name="Picture Placeholder 43"/>
          <p:cNvSpPr>
            <a:spLocks noGrp="1"/>
          </p:cNvSpPr>
          <p:nvPr>
            <p:ph type="pic" sz="quarter" idx="20" hasCustomPrompt="1"/>
          </p:nvPr>
        </p:nvSpPr>
        <p:spPr>
          <a:xfrm>
            <a:off x="1701799" y="3714755"/>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1"/>
          </a:solidFill>
        </p:spPr>
        <p:txBody>
          <a:bodyPr wrap="square">
            <a:noAutofit/>
          </a:bodyPr>
          <a:lstStyle>
            <a:lvl1pPr>
              <a:defRPr sz="500"/>
            </a:lvl1pPr>
          </a:lstStyle>
          <a:p>
            <a:r>
              <a:rPr lang="id-ID" dirty="0" smtClean="0"/>
              <a:t>-</a:t>
            </a:r>
            <a:endParaRPr lang="en-AU" dirty="0"/>
          </a:p>
        </p:txBody>
      </p:sp>
      <p:sp>
        <p:nvSpPr>
          <p:cNvPr id="51" name="Picture Placeholder 50"/>
          <p:cNvSpPr>
            <a:spLocks noGrp="1"/>
          </p:cNvSpPr>
          <p:nvPr>
            <p:ph type="pic" sz="quarter" idx="21" hasCustomPrompt="1"/>
          </p:nvPr>
        </p:nvSpPr>
        <p:spPr>
          <a:xfrm>
            <a:off x="5476873" y="2355154"/>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2"/>
          </a:solidFill>
        </p:spPr>
        <p:txBody>
          <a:bodyPr wrap="square">
            <a:noAutofit/>
          </a:bodyPr>
          <a:lstStyle>
            <a:lvl1pPr>
              <a:defRPr sz="500"/>
            </a:lvl1pPr>
          </a:lstStyle>
          <a:p>
            <a:r>
              <a:rPr lang="id-ID" dirty="0" smtClean="0"/>
              <a:t>-</a:t>
            </a:r>
            <a:endParaRPr lang="en-AU" dirty="0"/>
          </a:p>
        </p:txBody>
      </p:sp>
      <p:sp>
        <p:nvSpPr>
          <p:cNvPr id="52" name="Picture Placeholder 51"/>
          <p:cNvSpPr>
            <a:spLocks noGrp="1"/>
          </p:cNvSpPr>
          <p:nvPr>
            <p:ph type="pic" sz="quarter" idx="22" hasCustomPrompt="1"/>
          </p:nvPr>
        </p:nvSpPr>
        <p:spPr>
          <a:xfrm>
            <a:off x="5476873" y="4031985"/>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3"/>
          </a:solidFill>
        </p:spPr>
        <p:txBody>
          <a:bodyPr wrap="square">
            <a:noAutofit/>
          </a:bodyPr>
          <a:lstStyle>
            <a:lvl1pPr>
              <a:defRPr sz="500"/>
            </a:lvl1pPr>
          </a:lstStyle>
          <a:p>
            <a:r>
              <a:rPr lang="id-ID" dirty="0" smtClean="0"/>
              <a:t>-</a:t>
            </a:r>
            <a:endParaRPr lang="en-AU" dirty="0"/>
          </a:p>
        </p:txBody>
      </p:sp>
      <p:sp>
        <p:nvSpPr>
          <p:cNvPr id="53" name="Picture Placeholder 52"/>
          <p:cNvSpPr>
            <a:spLocks noGrp="1"/>
          </p:cNvSpPr>
          <p:nvPr>
            <p:ph type="pic" sz="quarter" idx="23" hasCustomPrompt="1"/>
          </p:nvPr>
        </p:nvSpPr>
        <p:spPr>
          <a:xfrm>
            <a:off x="5476873" y="5560346"/>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4"/>
          </a:solidFill>
        </p:spPr>
        <p:txBody>
          <a:bodyPr wrap="square">
            <a:noAutofit/>
          </a:bodyPr>
          <a:lstStyle>
            <a:lvl1pPr>
              <a:defRPr sz="500"/>
            </a:lvl1pPr>
          </a:lstStyle>
          <a:p>
            <a:r>
              <a:rPr lang="id-ID" dirty="0" smtClean="0"/>
              <a:t>-</a:t>
            </a:r>
            <a:endParaRPr lang="en-AU" dirty="0"/>
          </a:p>
        </p:txBody>
      </p:sp>
      <p:sp>
        <p:nvSpPr>
          <p:cNvPr id="54" name="Picture Placeholder 53"/>
          <p:cNvSpPr>
            <a:spLocks noGrp="1"/>
          </p:cNvSpPr>
          <p:nvPr>
            <p:ph type="pic" sz="quarter" idx="24" hasCustomPrompt="1"/>
          </p:nvPr>
        </p:nvSpPr>
        <p:spPr>
          <a:xfrm>
            <a:off x="9188449" y="907403"/>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5"/>
          </a:solidFill>
        </p:spPr>
        <p:txBody>
          <a:bodyPr wrap="square">
            <a:noAutofit/>
          </a:bodyPr>
          <a:lstStyle>
            <a:lvl1pPr>
              <a:defRPr sz="500"/>
            </a:lvl1pPr>
          </a:lstStyle>
          <a:p>
            <a:r>
              <a:rPr lang="id-ID" dirty="0" smtClean="0"/>
              <a:t>-</a:t>
            </a:r>
            <a:endParaRPr lang="en-AU" dirty="0"/>
          </a:p>
        </p:txBody>
      </p:sp>
      <p:sp>
        <p:nvSpPr>
          <p:cNvPr id="55" name="Picture Placeholder 54"/>
          <p:cNvSpPr>
            <a:spLocks noGrp="1"/>
          </p:cNvSpPr>
          <p:nvPr>
            <p:ph type="pic" sz="quarter" idx="25" hasCustomPrompt="1"/>
          </p:nvPr>
        </p:nvSpPr>
        <p:spPr>
          <a:xfrm>
            <a:off x="9172572" y="2475162"/>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accent6"/>
          </a:solidFill>
        </p:spPr>
        <p:txBody>
          <a:bodyPr wrap="square">
            <a:noAutofit/>
          </a:bodyPr>
          <a:lstStyle>
            <a:lvl1pPr>
              <a:defRPr sz="500"/>
            </a:lvl1pPr>
          </a:lstStyle>
          <a:p>
            <a:r>
              <a:rPr lang="id-ID" dirty="0" smtClean="0"/>
              <a:t>-</a:t>
            </a:r>
            <a:endParaRPr lang="en-AU" dirty="0"/>
          </a:p>
        </p:txBody>
      </p:sp>
      <p:sp>
        <p:nvSpPr>
          <p:cNvPr id="56" name="Picture Placeholder 55"/>
          <p:cNvSpPr>
            <a:spLocks noGrp="1"/>
          </p:cNvSpPr>
          <p:nvPr>
            <p:ph type="pic" sz="quarter" idx="26" hasCustomPrompt="1"/>
          </p:nvPr>
        </p:nvSpPr>
        <p:spPr>
          <a:xfrm>
            <a:off x="9188449" y="4073075"/>
            <a:ext cx="1479550" cy="419100"/>
          </a:xfrm>
          <a:custGeom>
            <a:avLst/>
            <a:gdLst>
              <a:gd name="connsiteX0" fmla="*/ 35246 w 1479550"/>
              <a:gd name="connsiteY0" fmla="*/ 0 h 419100"/>
              <a:gd name="connsiteX1" fmla="*/ 1444304 w 1479550"/>
              <a:gd name="connsiteY1" fmla="*/ 0 h 419100"/>
              <a:gd name="connsiteX2" fmla="*/ 1479550 w 1479550"/>
              <a:gd name="connsiteY2" fmla="*/ 35246 h 419100"/>
              <a:gd name="connsiteX3" fmla="*/ 1479550 w 1479550"/>
              <a:gd name="connsiteY3" fmla="*/ 383854 h 419100"/>
              <a:gd name="connsiteX4" fmla="*/ 1444304 w 1479550"/>
              <a:gd name="connsiteY4" fmla="*/ 419100 h 419100"/>
              <a:gd name="connsiteX5" fmla="*/ 35246 w 1479550"/>
              <a:gd name="connsiteY5" fmla="*/ 419100 h 419100"/>
              <a:gd name="connsiteX6" fmla="*/ 0 w 1479550"/>
              <a:gd name="connsiteY6" fmla="*/ 383854 h 419100"/>
              <a:gd name="connsiteX7" fmla="*/ 0 w 1479550"/>
              <a:gd name="connsiteY7" fmla="*/ 35246 h 419100"/>
              <a:gd name="connsiteX8" fmla="*/ 35246 w 1479550"/>
              <a:gd name="connsiteY8"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419100">
                <a:moveTo>
                  <a:pt x="35246" y="0"/>
                </a:moveTo>
                <a:lnTo>
                  <a:pt x="1444304" y="0"/>
                </a:lnTo>
                <a:cubicBezTo>
                  <a:pt x="1463770" y="0"/>
                  <a:pt x="1479550" y="15780"/>
                  <a:pt x="1479550" y="35246"/>
                </a:cubicBezTo>
                <a:lnTo>
                  <a:pt x="1479550" y="383854"/>
                </a:lnTo>
                <a:cubicBezTo>
                  <a:pt x="1479550" y="403320"/>
                  <a:pt x="1463770" y="419100"/>
                  <a:pt x="1444304" y="419100"/>
                </a:cubicBezTo>
                <a:lnTo>
                  <a:pt x="35246" y="419100"/>
                </a:lnTo>
                <a:cubicBezTo>
                  <a:pt x="15780" y="419100"/>
                  <a:pt x="0" y="403320"/>
                  <a:pt x="0" y="383854"/>
                </a:cubicBezTo>
                <a:lnTo>
                  <a:pt x="0" y="35246"/>
                </a:lnTo>
                <a:cubicBezTo>
                  <a:pt x="0" y="15780"/>
                  <a:pt x="15780" y="0"/>
                  <a:pt x="35246" y="0"/>
                </a:cubicBezTo>
                <a:close/>
              </a:path>
            </a:pathLst>
          </a:custGeom>
          <a:solidFill>
            <a:schemeClr val="tx2"/>
          </a:solidFill>
        </p:spPr>
        <p:txBody>
          <a:bodyPr wrap="square">
            <a:noAutofit/>
          </a:bodyPr>
          <a:lstStyle>
            <a:lvl1pPr>
              <a:defRPr sz="500"/>
            </a:lvl1pPr>
          </a:lstStyle>
          <a:p>
            <a:r>
              <a:rPr lang="id-ID" dirty="0" smtClean="0"/>
              <a:t>-</a:t>
            </a:r>
            <a:endParaRPr lang="en-AU" dirty="0"/>
          </a:p>
        </p:txBody>
      </p:sp>
      <p:sp>
        <p:nvSpPr>
          <p:cNvPr id="57" name="Text Placeholder 10"/>
          <p:cNvSpPr>
            <a:spLocks noGrp="1"/>
          </p:cNvSpPr>
          <p:nvPr>
            <p:ph type="body" sz="quarter" idx="27" hasCustomPrompt="1"/>
          </p:nvPr>
        </p:nvSpPr>
        <p:spPr>
          <a:xfrm>
            <a:off x="1772877" y="3806231"/>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8" name="Text Placeholder 10"/>
          <p:cNvSpPr>
            <a:spLocks noGrp="1"/>
          </p:cNvSpPr>
          <p:nvPr>
            <p:ph type="body" sz="quarter" idx="28" hasCustomPrompt="1"/>
          </p:nvPr>
        </p:nvSpPr>
        <p:spPr>
          <a:xfrm>
            <a:off x="1772877" y="4192422"/>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59" name="Text Placeholder 10"/>
          <p:cNvSpPr>
            <a:spLocks noGrp="1"/>
          </p:cNvSpPr>
          <p:nvPr>
            <p:ph type="body" sz="quarter" idx="29" hasCustomPrompt="1"/>
          </p:nvPr>
        </p:nvSpPr>
        <p:spPr>
          <a:xfrm>
            <a:off x="5554812" y="2828001"/>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0" name="Text Placeholder 10"/>
          <p:cNvSpPr>
            <a:spLocks noGrp="1"/>
          </p:cNvSpPr>
          <p:nvPr>
            <p:ph type="body" sz="quarter" idx="30" hasCustomPrompt="1"/>
          </p:nvPr>
        </p:nvSpPr>
        <p:spPr>
          <a:xfrm>
            <a:off x="5547951" y="4507946"/>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1" name="Text Placeholder 10"/>
          <p:cNvSpPr>
            <a:spLocks noGrp="1"/>
          </p:cNvSpPr>
          <p:nvPr>
            <p:ph type="body" sz="quarter" idx="31" hasCustomPrompt="1"/>
          </p:nvPr>
        </p:nvSpPr>
        <p:spPr>
          <a:xfrm>
            <a:off x="5523062" y="6012854"/>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2" name="Text Placeholder 10"/>
          <p:cNvSpPr>
            <a:spLocks noGrp="1"/>
          </p:cNvSpPr>
          <p:nvPr>
            <p:ph type="body" sz="quarter" idx="32" hasCustomPrompt="1"/>
          </p:nvPr>
        </p:nvSpPr>
        <p:spPr>
          <a:xfrm>
            <a:off x="9259527" y="1359286"/>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3" name="Text Placeholder 10"/>
          <p:cNvSpPr>
            <a:spLocks noGrp="1"/>
          </p:cNvSpPr>
          <p:nvPr>
            <p:ph type="body" sz="quarter" idx="33" hasCustomPrompt="1"/>
          </p:nvPr>
        </p:nvSpPr>
        <p:spPr>
          <a:xfrm>
            <a:off x="9259527" y="2939682"/>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4" name="Text Placeholder 10"/>
          <p:cNvSpPr>
            <a:spLocks noGrp="1"/>
          </p:cNvSpPr>
          <p:nvPr>
            <p:ph type="body" sz="quarter" idx="34" hasCustomPrompt="1"/>
          </p:nvPr>
        </p:nvSpPr>
        <p:spPr>
          <a:xfrm>
            <a:off x="9243650" y="4516838"/>
            <a:ext cx="1337394"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65" name="Text Placeholder 10"/>
          <p:cNvSpPr>
            <a:spLocks noGrp="1"/>
          </p:cNvSpPr>
          <p:nvPr>
            <p:ph type="body" sz="quarter" idx="35" hasCustomPrompt="1"/>
          </p:nvPr>
        </p:nvSpPr>
        <p:spPr>
          <a:xfrm>
            <a:off x="5546516" y="2458316"/>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68" name="Text Placeholder 10"/>
          <p:cNvSpPr>
            <a:spLocks noGrp="1"/>
          </p:cNvSpPr>
          <p:nvPr>
            <p:ph type="body" sz="quarter" idx="38" hasCustomPrompt="1"/>
          </p:nvPr>
        </p:nvSpPr>
        <p:spPr>
          <a:xfrm>
            <a:off x="5546516" y="4133855"/>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69" name="Text Placeholder 10"/>
          <p:cNvSpPr>
            <a:spLocks noGrp="1"/>
          </p:cNvSpPr>
          <p:nvPr>
            <p:ph type="body" sz="quarter" idx="39" hasCustomPrompt="1"/>
          </p:nvPr>
        </p:nvSpPr>
        <p:spPr>
          <a:xfrm>
            <a:off x="5523062" y="5664098"/>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70" name="Text Placeholder 10"/>
          <p:cNvSpPr>
            <a:spLocks noGrp="1"/>
          </p:cNvSpPr>
          <p:nvPr>
            <p:ph type="body" sz="quarter" idx="40" hasCustomPrompt="1"/>
          </p:nvPr>
        </p:nvSpPr>
        <p:spPr>
          <a:xfrm>
            <a:off x="9243650" y="1008087"/>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71" name="Text Placeholder 10"/>
          <p:cNvSpPr>
            <a:spLocks noGrp="1"/>
          </p:cNvSpPr>
          <p:nvPr>
            <p:ph type="body" sz="quarter" idx="41" hasCustomPrompt="1"/>
          </p:nvPr>
        </p:nvSpPr>
        <p:spPr>
          <a:xfrm>
            <a:off x="9259527" y="2579639"/>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72" name="Text Placeholder 10"/>
          <p:cNvSpPr>
            <a:spLocks noGrp="1"/>
          </p:cNvSpPr>
          <p:nvPr>
            <p:ph type="body" sz="quarter" idx="42" hasCustomPrompt="1"/>
          </p:nvPr>
        </p:nvSpPr>
        <p:spPr>
          <a:xfrm>
            <a:off x="9259527" y="4177552"/>
            <a:ext cx="1337394" cy="210146"/>
          </a:xfrm>
        </p:spPr>
        <p:txBody>
          <a:bodyPr>
            <a:normAutofit/>
          </a:bodyPr>
          <a:lstStyle>
            <a:lvl1pPr algn="ctr">
              <a:defRPr sz="12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Tree>
    <p:extLst>
      <p:ext uri="{BB962C8B-B14F-4D97-AF65-F5344CB8AC3E}">
        <p14:creationId xmlns:p14="http://schemas.microsoft.com/office/powerpoint/2010/main" val="20250997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fltVal val="0"/>
                                          </p:val>
                                        </p:tav>
                                        <p:tav tm="100000">
                                          <p:val>
                                            <p:strVal val="#ppt_w"/>
                                          </p:val>
                                        </p:tav>
                                      </p:tavLst>
                                    </p:anim>
                                    <p:anim calcmode="lin" valueType="num">
                                      <p:cBhvr>
                                        <p:cTn id="16" dur="500" fill="hold"/>
                                        <p:tgtEl>
                                          <p:spTgt spid="10"/>
                                        </p:tgtEl>
                                        <p:attrNameLst>
                                          <p:attrName>ppt_h</p:attrName>
                                        </p:attrNameLst>
                                      </p:cBhvr>
                                      <p:tavLst>
                                        <p:tav tm="0">
                                          <p:val>
                                            <p:fltVal val="0"/>
                                          </p:val>
                                        </p:tav>
                                        <p:tav tm="100000">
                                          <p:val>
                                            <p:strVal val="#ppt_h"/>
                                          </p:val>
                                        </p:tav>
                                      </p:tavLst>
                                    </p:anim>
                                    <p:animEffect transition="in" filter="fade">
                                      <p:cBhvr>
                                        <p:cTn id="17" dur="500"/>
                                        <p:tgtEl>
                                          <p:spTgt spid="10"/>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44"/>
                                        </p:tgtEl>
                                        <p:attrNameLst>
                                          <p:attrName>style.visibility</p:attrName>
                                        </p:attrNameLst>
                                      </p:cBhvr>
                                      <p:to>
                                        <p:strVal val="visible"/>
                                      </p:to>
                                    </p:set>
                                    <p:animEffect transition="in" filter="fade">
                                      <p:cBhvr>
                                        <p:cTn id="21" dur="500"/>
                                        <p:tgtEl>
                                          <p:spTgt spid="44"/>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57">
                                            <p:txEl>
                                              <p:pRg st="0" end="0"/>
                                            </p:txEl>
                                          </p:spTgt>
                                        </p:tgtEl>
                                        <p:attrNameLst>
                                          <p:attrName>style.visibility</p:attrName>
                                        </p:attrNameLst>
                                      </p:cBhvr>
                                      <p:to>
                                        <p:strVal val="visible"/>
                                      </p:to>
                                    </p:set>
                                    <p:animEffect transition="in" filter="fade">
                                      <p:cBhvr>
                                        <p:cTn id="24" dur="500"/>
                                        <p:tgtEl>
                                          <p:spTgt spid="57">
                                            <p:txEl>
                                              <p:pRg st="0" end="0"/>
                                            </p:txEl>
                                          </p:spTgt>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58">
                                            <p:txEl>
                                              <p:pRg st="0" end="0"/>
                                            </p:txEl>
                                          </p:spTgt>
                                        </p:tgtEl>
                                        <p:attrNameLst>
                                          <p:attrName>style.visibility</p:attrName>
                                        </p:attrNameLst>
                                      </p:cBhvr>
                                      <p:to>
                                        <p:strVal val="visible"/>
                                      </p:to>
                                    </p:set>
                                    <p:animEffect transition="in" filter="fade">
                                      <p:cBhvr>
                                        <p:cTn id="27" dur="500"/>
                                        <p:tgtEl>
                                          <p:spTgt spid="58">
                                            <p:txEl>
                                              <p:pRg st="0" end="0"/>
                                            </p:txEl>
                                          </p:spTgt>
                                        </p:tgtEl>
                                      </p:cBhvr>
                                    </p:animEffect>
                                  </p:childTnLst>
                                </p:cTn>
                              </p:par>
                            </p:childTnLst>
                          </p:cTn>
                        </p:par>
                        <p:par>
                          <p:cTn id="28" fill="hold">
                            <p:stCondLst>
                              <p:cond delay="2000"/>
                            </p:stCondLst>
                            <p:childTnLst>
                              <p:par>
                                <p:cTn id="29" presetID="22" presetClass="entr" presetSubtype="8" fill="hold"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left)">
                                      <p:cBhvr>
                                        <p:cTn id="31" dur="500"/>
                                        <p:tgtEl>
                                          <p:spTgt spid="17"/>
                                        </p:tgtEl>
                                      </p:cBhvr>
                                    </p:animEffect>
                                  </p:childTnLst>
                                </p:cTn>
                              </p:par>
                              <p:par>
                                <p:cTn id="32" presetID="16" presetClass="entr" presetSubtype="21" fill="hold" nodeType="with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barn(inVertical)">
                                      <p:cBhvr>
                                        <p:cTn id="34" dur="500"/>
                                        <p:tgtEl>
                                          <p:spTgt spid="20"/>
                                        </p:tgtEl>
                                      </p:cBhvr>
                                    </p:animEffect>
                                  </p:childTnLst>
                                </p:cTn>
                              </p:par>
                            </p:childTnLst>
                          </p:cTn>
                        </p:par>
                        <p:par>
                          <p:cTn id="35" fill="hold">
                            <p:stCondLst>
                              <p:cond delay="2500"/>
                            </p:stCondLst>
                            <p:childTnLst>
                              <p:par>
                                <p:cTn id="36" presetID="22" presetClass="entr" presetSubtype="4" fill="hold" nodeType="after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wipe(down)">
                                      <p:cBhvr>
                                        <p:cTn id="38" dur="500"/>
                                        <p:tgtEl>
                                          <p:spTgt spid="21"/>
                                        </p:tgtEl>
                                      </p:cBhvr>
                                    </p:animEffect>
                                  </p:childTnLst>
                                </p:cTn>
                              </p:par>
                              <p:par>
                                <p:cTn id="39" presetID="22" presetClass="entr" presetSubtype="4" fill="hold" nodeType="with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wipe(down)">
                                      <p:cBhvr>
                                        <p:cTn id="41" dur="500"/>
                                        <p:tgtEl>
                                          <p:spTgt spid="24"/>
                                        </p:tgtEl>
                                      </p:cBhvr>
                                    </p:animEffect>
                                  </p:childTnLst>
                                </p:cTn>
                              </p:par>
                              <p:par>
                                <p:cTn id="42" presetID="22" presetClass="entr" presetSubtype="4" fill="hold" nodeType="withEffect">
                                  <p:stCondLst>
                                    <p:cond delay="0"/>
                                  </p:stCondLst>
                                  <p:childTnLst>
                                    <p:set>
                                      <p:cBhvr>
                                        <p:cTn id="43" dur="1" fill="hold">
                                          <p:stCondLst>
                                            <p:cond delay="0"/>
                                          </p:stCondLst>
                                        </p:cTn>
                                        <p:tgtEl>
                                          <p:spTgt spid="29"/>
                                        </p:tgtEl>
                                        <p:attrNameLst>
                                          <p:attrName>style.visibility</p:attrName>
                                        </p:attrNameLst>
                                      </p:cBhvr>
                                      <p:to>
                                        <p:strVal val="visible"/>
                                      </p:to>
                                    </p:set>
                                    <p:animEffect transition="in" filter="wipe(down)">
                                      <p:cBhvr>
                                        <p:cTn id="44" dur="500"/>
                                        <p:tgtEl>
                                          <p:spTgt spid="29"/>
                                        </p:tgtEl>
                                      </p:cBhvr>
                                    </p:animEffect>
                                  </p:childTnLst>
                                </p:cTn>
                              </p:par>
                            </p:childTnLst>
                          </p:cTn>
                        </p:par>
                        <p:par>
                          <p:cTn id="45" fill="hold">
                            <p:stCondLst>
                              <p:cond delay="3000"/>
                            </p:stCondLst>
                            <p:childTnLst>
                              <p:par>
                                <p:cTn id="46" presetID="53" presetClass="entr" presetSubtype="16" fill="hold" grpId="0" nodeType="afterEffect">
                                  <p:stCondLst>
                                    <p:cond delay="0"/>
                                  </p:stCondLst>
                                  <p:childTnLst>
                                    <p:set>
                                      <p:cBhvr>
                                        <p:cTn id="47" dur="1" fill="hold">
                                          <p:stCondLst>
                                            <p:cond delay="0"/>
                                          </p:stCondLst>
                                        </p:cTn>
                                        <p:tgtEl>
                                          <p:spTgt spid="15"/>
                                        </p:tgtEl>
                                        <p:attrNameLst>
                                          <p:attrName>style.visibility</p:attrName>
                                        </p:attrNameLst>
                                      </p:cBhvr>
                                      <p:to>
                                        <p:strVal val="visible"/>
                                      </p:to>
                                    </p:set>
                                    <p:anim calcmode="lin" valueType="num">
                                      <p:cBhvr>
                                        <p:cTn id="48" dur="500" fill="hold"/>
                                        <p:tgtEl>
                                          <p:spTgt spid="15"/>
                                        </p:tgtEl>
                                        <p:attrNameLst>
                                          <p:attrName>ppt_w</p:attrName>
                                        </p:attrNameLst>
                                      </p:cBhvr>
                                      <p:tavLst>
                                        <p:tav tm="0">
                                          <p:val>
                                            <p:fltVal val="0"/>
                                          </p:val>
                                        </p:tav>
                                        <p:tav tm="100000">
                                          <p:val>
                                            <p:strVal val="#ppt_w"/>
                                          </p:val>
                                        </p:tav>
                                      </p:tavLst>
                                    </p:anim>
                                    <p:anim calcmode="lin" valueType="num">
                                      <p:cBhvr>
                                        <p:cTn id="49" dur="500" fill="hold"/>
                                        <p:tgtEl>
                                          <p:spTgt spid="15"/>
                                        </p:tgtEl>
                                        <p:attrNameLst>
                                          <p:attrName>ppt_h</p:attrName>
                                        </p:attrNameLst>
                                      </p:cBhvr>
                                      <p:tavLst>
                                        <p:tav tm="0">
                                          <p:val>
                                            <p:fltVal val="0"/>
                                          </p:val>
                                        </p:tav>
                                        <p:tav tm="100000">
                                          <p:val>
                                            <p:strVal val="#ppt_h"/>
                                          </p:val>
                                        </p:tav>
                                      </p:tavLst>
                                    </p:anim>
                                    <p:animEffect transition="in" filter="fade">
                                      <p:cBhvr>
                                        <p:cTn id="50" dur="500"/>
                                        <p:tgtEl>
                                          <p:spTgt spid="15"/>
                                        </p:tgtEl>
                                      </p:cBhvr>
                                    </p:animEffect>
                                  </p:childTnLst>
                                </p:cTn>
                              </p:par>
                            </p:childTnLst>
                          </p:cTn>
                        </p:par>
                        <p:par>
                          <p:cTn id="51" fill="hold">
                            <p:stCondLst>
                              <p:cond delay="3500"/>
                            </p:stCondLst>
                            <p:childTnLst>
                              <p:par>
                                <p:cTn id="52" presetID="10" presetClass="entr" presetSubtype="0" fill="hold" grpId="0" nodeType="afterEffect">
                                  <p:stCondLst>
                                    <p:cond delay="0"/>
                                  </p:stCondLst>
                                  <p:childTnLst>
                                    <p:set>
                                      <p:cBhvr>
                                        <p:cTn id="53" dur="1" fill="hold">
                                          <p:stCondLst>
                                            <p:cond delay="0"/>
                                          </p:stCondLst>
                                        </p:cTn>
                                        <p:tgtEl>
                                          <p:spTgt spid="51"/>
                                        </p:tgtEl>
                                        <p:attrNameLst>
                                          <p:attrName>style.visibility</p:attrName>
                                        </p:attrNameLst>
                                      </p:cBhvr>
                                      <p:to>
                                        <p:strVal val="visible"/>
                                      </p:to>
                                    </p:set>
                                    <p:animEffect transition="in" filter="fade">
                                      <p:cBhvr>
                                        <p:cTn id="54" dur="500"/>
                                        <p:tgtEl>
                                          <p:spTgt spid="51"/>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65">
                                            <p:txEl>
                                              <p:pRg st="0" end="0"/>
                                            </p:txEl>
                                          </p:spTgt>
                                        </p:tgtEl>
                                        <p:attrNameLst>
                                          <p:attrName>style.visibility</p:attrName>
                                        </p:attrNameLst>
                                      </p:cBhvr>
                                      <p:to>
                                        <p:strVal val="visible"/>
                                      </p:to>
                                    </p:set>
                                    <p:animEffect transition="in" filter="fade">
                                      <p:cBhvr>
                                        <p:cTn id="57" dur="500"/>
                                        <p:tgtEl>
                                          <p:spTgt spid="65">
                                            <p:txEl>
                                              <p:pRg st="0" end="0"/>
                                            </p:txEl>
                                          </p:spTgt>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59">
                                            <p:txEl>
                                              <p:pRg st="0" end="0"/>
                                            </p:txEl>
                                          </p:spTgt>
                                        </p:tgtEl>
                                        <p:attrNameLst>
                                          <p:attrName>style.visibility</p:attrName>
                                        </p:attrNameLst>
                                      </p:cBhvr>
                                      <p:to>
                                        <p:strVal val="visible"/>
                                      </p:to>
                                    </p:set>
                                    <p:animEffect transition="in" filter="fade">
                                      <p:cBhvr>
                                        <p:cTn id="60" dur="500"/>
                                        <p:tgtEl>
                                          <p:spTgt spid="59">
                                            <p:txEl>
                                              <p:pRg st="0" end="0"/>
                                            </p:txEl>
                                          </p:spTgt>
                                        </p:tgtEl>
                                      </p:cBhvr>
                                    </p:animEffect>
                                  </p:childTnLst>
                                </p:cTn>
                              </p:par>
                            </p:childTnLst>
                          </p:cTn>
                        </p:par>
                        <p:par>
                          <p:cTn id="61" fill="hold">
                            <p:stCondLst>
                              <p:cond delay="4000"/>
                            </p:stCondLst>
                            <p:childTnLst>
                              <p:par>
                                <p:cTn id="62" presetID="53" presetClass="entr" presetSubtype="16" fill="hold" grpId="0" nodeType="afterEffect">
                                  <p:stCondLst>
                                    <p:cond delay="0"/>
                                  </p:stCondLst>
                                  <p:childTnLst>
                                    <p:set>
                                      <p:cBhvr>
                                        <p:cTn id="63" dur="1" fill="hold">
                                          <p:stCondLst>
                                            <p:cond delay="0"/>
                                          </p:stCondLst>
                                        </p:cTn>
                                        <p:tgtEl>
                                          <p:spTgt spid="25"/>
                                        </p:tgtEl>
                                        <p:attrNameLst>
                                          <p:attrName>style.visibility</p:attrName>
                                        </p:attrNameLst>
                                      </p:cBhvr>
                                      <p:to>
                                        <p:strVal val="visible"/>
                                      </p:to>
                                    </p:set>
                                    <p:anim calcmode="lin" valueType="num">
                                      <p:cBhvr>
                                        <p:cTn id="64" dur="500" fill="hold"/>
                                        <p:tgtEl>
                                          <p:spTgt spid="25"/>
                                        </p:tgtEl>
                                        <p:attrNameLst>
                                          <p:attrName>ppt_w</p:attrName>
                                        </p:attrNameLst>
                                      </p:cBhvr>
                                      <p:tavLst>
                                        <p:tav tm="0">
                                          <p:val>
                                            <p:fltVal val="0"/>
                                          </p:val>
                                        </p:tav>
                                        <p:tav tm="100000">
                                          <p:val>
                                            <p:strVal val="#ppt_w"/>
                                          </p:val>
                                        </p:tav>
                                      </p:tavLst>
                                    </p:anim>
                                    <p:anim calcmode="lin" valueType="num">
                                      <p:cBhvr>
                                        <p:cTn id="65" dur="500" fill="hold"/>
                                        <p:tgtEl>
                                          <p:spTgt spid="25"/>
                                        </p:tgtEl>
                                        <p:attrNameLst>
                                          <p:attrName>ppt_h</p:attrName>
                                        </p:attrNameLst>
                                      </p:cBhvr>
                                      <p:tavLst>
                                        <p:tav tm="0">
                                          <p:val>
                                            <p:fltVal val="0"/>
                                          </p:val>
                                        </p:tav>
                                        <p:tav tm="100000">
                                          <p:val>
                                            <p:strVal val="#ppt_h"/>
                                          </p:val>
                                        </p:tav>
                                      </p:tavLst>
                                    </p:anim>
                                    <p:animEffect transition="in" filter="fade">
                                      <p:cBhvr>
                                        <p:cTn id="66" dur="500"/>
                                        <p:tgtEl>
                                          <p:spTgt spid="25"/>
                                        </p:tgtEl>
                                      </p:cBhvr>
                                    </p:animEffect>
                                  </p:childTnLst>
                                </p:cTn>
                              </p:par>
                            </p:childTnLst>
                          </p:cTn>
                        </p:par>
                        <p:par>
                          <p:cTn id="67" fill="hold">
                            <p:stCondLst>
                              <p:cond delay="4500"/>
                            </p:stCondLst>
                            <p:childTnLst>
                              <p:par>
                                <p:cTn id="68" presetID="10" presetClass="entr" presetSubtype="0" fill="hold" grpId="0" nodeType="afterEffect">
                                  <p:stCondLst>
                                    <p:cond delay="0"/>
                                  </p:stCondLst>
                                  <p:childTnLst>
                                    <p:set>
                                      <p:cBhvr>
                                        <p:cTn id="69" dur="1" fill="hold">
                                          <p:stCondLst>
                                            <p:cond delay="0"/>
                                          </p:stCondLst>
                                        </p:cTn>
                                        <p:tgtEl>
                                          <p:spTgt spid="52"/>
                                        </p:tgtEl>
                                        <p:attrNameLst>
                                          <p:attrName>style.visibility</p:attrName>
                                        </p:attrNameLst>
                                      </p:cBhvr>
                                      <p:to>
                                        <p:strVal val="visible"/>
                                      </p:to>
                                    </p:set>
                                    <p:animEffect transition="in" filter="fade">
                                      <p:cBhvr>
                                        <p:cTn id="70" dur="500"/>
                                        <p:tgtEl>
                                          <p:spTgt spid="52"/>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68">
                                            <p:txEl>
                                              <p:pRg st="0" end="0"/>
                                            </p:txEl>
                                          </p:spTgt>
                                        </p:tgtEl>
                                        <p:attrNameLst>
                                          <p:attrName>style.visibility</p:attrName>
                                        </p:attrNameLst>
                                      </p:cBhvr>
                                      <p:to>
                                        <p:strVal val="visible"/>
                                      </p:to>
                                    </p:set>
                                    <p:animEffect transition="in" filter="fade">
                                      <p:cBhvr>
                                        <p:cTn id="73" dur="500"/>
                                        <p:tgtEl>
                                          <p:spTgt spid="68">
                                            <p:txEl>
                                              <p:pRg st="0" end="0"/>
                                            </p:txEl>
                                          </p:spTgt>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60">
                                            <p:txEl>
                                              <p:pRg st="0" end="0"/>
                                            </p:txEl>
                                          </p:spTgt>
                                        </p:tgtEl>
                                        <p:attrNameLst>
                                          <p:attrName>style.visibility</p:attrName>
                                        </p:attrNameLst>
                                      </p:cBhvr>
                                      <p:to>
                                        <p:strVal val="visible"/>
                                      </p:to>
                                    </p:set>
                                    <p:animEffect transition="in" filter="fade">
                                      <p:cBhvr>
                                        <p:cTn id="76" dur="500"/>
                                        <p:tgtEl>
                                          <p:spTgt spid="60">
                                            <p:txEl>
                                              <p:pRg st="0" end="0"/>
                                            </p:txEl>
                                          </p:spTgt>
                                        </p:tgtEl>
                                      </p:cBhvr>
                                    </p:animEffect>
                                  </p:childTnLst>
                                </p:cTn>
                              </p:par>
                            </p:childTnLst>
                          </p:cTn>
                        </p:par>
                        <p:par>
                          <p:cTn id="77" fill="hold">
                            <p:stCondLst>
                              <p:cond delay="5000"/>
                            </p:stCondLst>
                            <p:childTnLst>
                              <p:par>
                                <p:cTn id="78" presetID="53" presetClass="entr" presetSubtype="16" fill="hold" grpId="0" nodeType="afterEffect">
                                  <p:stCondLst>
                                    <p:cond delay="0"/>
                                  </p:stCondLst>
                                  <p:childTnLst>
                                    <p:set>
                                      <p:cBhvr>
                                        <p:cTn id="79" dur="1" fill="hold">
                                          <p:stCondLst>
                                            <p:cond delay="0"/>
                                          </p:stCondLst>
                                        </p:cTn>
                                        <p:tgtEl>
                                          <p:spTgt spid="27"/>
                                        </p:tgtEl>
                                        <p:attrNameLst>
                                          <p:attrName>style.visibility</p:attrName>
                                        </p:attrNameLst>
                                      </p:cBhvr>
                                      <p:to>
                                        <p:strVal val="visible"/>
                                      </p:to>
                                    </p:set>
                                    <p:anim calcmode="lin" valueType="num">
                                      <p:cBhvr>
                                        <p:cTn id="80" dur="500" fill="hold"/>
                                        <p:tgtEl>
                                          <p:spTgt spid="27"/>
                                        </p:tgtEl>
                                        <p:attrNameLst>
                                          <p:attrName>ppt_w</p:attrName>
                                        </p:attrNameLst>
                                      </p:cBhvr>
                                      <p:tavLst>
                                        <p:tav tm="0">
                                          <p:val>
                                            <p:fltVal val="0"/>
                                          </p:val>
                                        </p:tav>
                                        <p:tav tm="100000">
                                          <p:val>
                                            <p:strVal val="#ppt_w"/>
                                          </p:val>
                                        </p:tav>
                                      </p:tavLst>
                                    </p:anim>
                                    <p:anim calcmode="lin" valueType="num">
                                      <p:cBhvr>
                                        <p:cTn id="81" dur="500" fill="hold"/>
                                        <p:tgtEl>
                                          <p:spTgt spid="27"/>
                                        </p:tgtEl>
                                        <p:attrNameLst>
                                          <p:attrName>ppt_h</p:attrName>
                                        </p:attrNameLst>
                                      </p:cBhvr>
                                      <p:tavLst>
                                        <p:tav tm="0">
                                          <p:val>
                                            <p:fltVal val="0"/>
                                          </p:val>
                                        </p:tav>
                                        <p:tav tm="100000">
                                          <p:val>
                                            <p:strVal val="#ppt_h"/>
                                          </p:val>
                                        </p:tav>
                                      </p:tavLst>
                                    </p:anim>
                                    <p:animEffect transition="in" filter="fade">
                                      <p:cBhvr>
                                        <p:cTn id="82" dur="500"/>
                                        <p:tgtEl>
                                          <p:spTgt spid="27"/>
                                        </p:tgtEl>
                                      </p:cBhvr>
                                    </p:animEffect>
                                  </p:childTnLst>
                                </p:cTn>
                              </p:par>
                            </p:childTnLst>
                          </p:cTn>
                        </p:par>
                        <p:par>
                          <p:cTn id="83" fill="hold">
                            <p:stCondLst>
                              <p:cond delay="5500"/>
                            </p:stCondLst>
                            <p:childTnLst>
                              <p:par>
                                <p:cTn id="84" presetID="10" presetClass="entr" presetSubtype="0" fill="hold" grpId="0" nodeType="afterEffect">
                                  <p:stCondLst>
                                    <p:cond delay="0"/>
                                  </p:stCondLst>
                                  <p:childTnLst>
                                    <p:set>
                                      <p:cBhvr>
                                        <p:cTn id="85" dur="1" fill="hold">
                                          <p:stCondLst>
                                            <p:cond delay="0"/>
                                          </p:stCondLst>
                                        </p:cTn>
                                        <p:tgtEl>
                                          <p:spTgt spid="53"/>
                                        </p:tgtEl>
                                        <p:attrNameLst>
                                          <p:attrName>style.visibility</p:attrName>
                                        </p:attrNameLst>
                                      </p:cBhvr>
                                      <p:to>
                                        <p:strVal val="visible"/>
                                      </p:to>
                                    </p:set>
                                    <p:animEffect transition="in" filter="fade">
                                      <p:cBhvr>
                                        <p:cTn id="86" dur="500"/>
                                        <p:tgtEl>
                                          <p:spTgt spid="53"/>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69">
                                            <p:txEl>
                                              <p:pRg st="0" end="0"/>
                                            </p:txEl>
                                          </p:spTgt>
                                        </p:tgtEl>
                                        <p:attrNameLst>
                                          <p:attrName>style.visibility</p:attrName>
                                        </p:attrNameLst>
                                      </p:cBhvr>
                                      <p:to>
                                        <p:strVal val="visible"/>
                                      </p:to>
                                    </p:set>
                                    <p:animEffect transition="in" filter="fade">
                                      <p:cBhvr>
                                        <p:cTn id="89" dur="500"/>
                                        <p:tgtEl>
                                          <p:spTgt spid="69">
                                            <p:txEl>
                                              <p:pRg st="0" end="0"/>
                                            </p:txEl>
                                          </p:spTgt>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61">
                                            <p:txEl>
                                              <p:pRg st="0" end="0"/>
                                            </p:txEl>
                                          </p:spTgt>
                                        </p:tgtEl>
                                        <p:attrNameLst>
                                          <p:attrName>style.visibility</p:attrName>
                                        </p:attrNameLst>
                                      </p:cBhvr>
                                      <p:to>
                                        <p:strVal val="visible"/>
                                      </p:to>
                                    </p:set>
                                    <p:animEffect transition="in" filter="fade">
                                      <p:cBhvr>
                                        <p:cTn id="92" dur="500"/>
                                        <p:tgtEl>
                                          <p:spTgt spid="61">
                                            <p:txEl>
                                              <p:pRg st="0" end="0"/>
                                            </p:txEl>
                                          </p:spTgt>
                                        </p:tgtEl>
                                      </p:cBhvr>
                                    </p:animEffect>
                                  </p:childTnLst>
                                </p:cTn>
                              </p:par>
                            </p:childTnLst>
                          </p:cTn>
                        </p:par>
                        <p:par>
                          <p:cTn id="93" fill="hold">
                            <p:stCondLst>
                              <p:cond delay="6000"/>
                            </p:stCondLst>
                            <p:childTnLst>
                              <p:par>
                                <p:cTn id="94" presetID="22" presetClass="entr" presetSubtype="8" fill="hold" nodeType="afterEffect">
                                  <p:stCondLst>
                                    <p:cond delay="0"/>
                                  </p:stCondLst>
                                  <p:childTnLst>
                                    <p:set>
                                      <p:cBhvr>
                                        <p:cTn id="95" dur="1" fill="hold">
                                          <p:stCondLst>
                                            <p:cond delay="0"/>
                                          </p:stCondLst>
                                        </p:cTn>
                                        <p:tgtEl>
                                          <p:spTgt spid="31"/>
                                        </p:tgtEl>
                                        <p:attrNameLst>
                                          <p:attrName>style.visibility</p:attrName>
                                        </p:attrNameLst>
                                      </p:cBhvr>
                                      <p:to>
                                        <p:strVal val="visible"/>
                                      </p:to>
                                    </p:set>
                                    <p:animEffect transition="in" filter="wipe(left)">
                                      <p:cBhvr>
                                        <p:cTn id="96" dur="500"/>
                                        <p:tgtEl>
                                          <p:spTgt spid="31"/>
                                        </p:tgtEl>
                                      </p:cBhvr>
                                    </p:animEffect>
                                  </p:childTnLst>
                                </p:cTn>
                              </p:par>
                              <p:par>
                                <p:cTn id="97" presetID="16" presetClass="entr" presetSubtype="21" fill="hold" nodeType="withEffect">
                                  <p:stCondLst>
                                    <p:cond delay="0"/>
                                  </p:stCondLst>
                                  <p:childTnLst>
                                    <p:set>
                                      <p:cBhvr>
                                        <p:cTn id="98" dur="1" fill="hold">
                                          <p:stCondLst>
                                            <p:cond delay="0"/>
                                          </p:stCondLst>
                                        </p:cTn>
                                        <p:tgtEl>
                                          <p:spTgt spid="34"/>
                                        </p:tgtEl>
                                        <p:attrNameLst>
                                          <p:attrName>style.visibility</p:attrName>
                                        </p:attrNameLst>
                                      </p:cBhvr>
                                      <p:to>
                                        <p:strVal val="visible"/>
                                      </p:to>
                                    </p:set>
                                    <p:animEffect transition="in" filter="barn(inVertical)">
                                      <p:cBhvr>
                                        <p:cTn id="99" dur="500"/>
                                        <p:tgtEl>
                                          <p:spTgt spid="34"/>
                                        </p:tgtEl>
                                      </p:cBhvr>
                                    </p:animEffect>
                                  </p:childTnLst>
                                </p:cTn>
                              </p:par>
                            </p:childTnLst>
                          </p:cTn>
                        </p:par>
                        <p:par>
                          <p:cTn id="100" fill="hold">
                            <p:stCondLst>
                              <p:cond delay="6500"/>
                            </p:stCondLst>
                            <p:childTnLst>
                              <p:par>
                                <p:cTn id="101" presetID="22" presetClass="entr" presetSubtype="8" fill="hold" nodeType="afterEffect">
                                  <p:stCondLst>
                                    <p:cond delay="0"/>
                                  </p:stCondLst>
                                  <p:childTnLst>
                                    <p:set>
                                      <p:cBhvr>
                                        <p:cTn id="102" dur="1" fill="hold">
                                          <p:stCondLst>
                                            <p:cond delay="0"/>
                                          </p:stCondLst>
                                        </p:cTn>
                                        <p:tgtEl>
                                          <p:spTgt spid="35"/>
                                        </p:tgtEl>
                                        <p:attrNameLst>
                                          <p:attrName>style.visibility</p:attrName>
                                        </p:attrNameLst>
                                      </p:cBhvr>
                                      <p:to>
                                        <p:strVal val="visible"/>
                                      </p:to>
                                    </p:set>
                                    <p:animEffect transition="in" filter="wipe(left)">
                                      <p:cBhvr>
                                        <p:cTn id="103" dur="500"/>
                                        <p:tgtEl>
                                          <p:spTgt spid="35"/>
                                        </p:tgtEl>
                                      </p:cBhvr>
                                    </p:animEffect>
                                  </p:childTnLst>
                                </p:cTn>
                              </p:par>
                              <p:par>
                                <p:cTn id="104" presetID="22" presetClass="entr" presetSubtype="8" fill="hold" nodeType="withEffect">
                                  <p:stCondLst>
                                    <p:cond delay="0"/>
                                  </p:stCondLst>
                                  <p:childTnLst>
                                    <p:set>
                                      <p:cBhvr>
                                        <p:cTn id="105" dur="1" fill="hold">
                                          <p:stCondLst>
                                            <p:cond delay="0"/>
                                          </p:stCondLst>
                                        </p:cTn>
                                        <p:tgtEl>
                                          <p:spTgt spid="39"/>
                                        </p:tgtEl>
                                        <p:attrNameLst>
                                          <p:attrName>style.visibility</p:attrName>
                                        </p:attrNameLst>
                                      </p:cBhvr>
                                      <p:to>
                                        <p:strVal val="visible"/>
                                      </p:to>
                                    </p:set>
                                    <p:animEffect transition="in" filter="wipe(left)">
                                      <p:cBhvr>
                                        <p:cTn id="106" dur="500"/>
                                        <p:tgtEl>
                                          <p:spTgt spid="39"/>
                                        </p:tgtEl>
                                      </p:cBhvr>
                                    </p:animEffect>
                                  </p:childTnLst>
                                </p:cTn>
                              </p:par>
                              <p:par>
                                <p:cTn id="107" presetID="22" presetClass="entr" presetSubtype="8" fill="hold" nodeType="withEffect">
                                  <p:stCondLst>
                                    <p:cond delay="0"/>
                                  </p:stCondLst>
                                  <p:childTnLst>
                                    <p:set>
                                      <p:cBhvr>
                                        <p:cTn id="108" dur="1" fill="hold">
                                          <p:stCondLst>
                                            <p:cond delay="0"/>
                                          </p:stCondLst>
                                        </p:cTn>
                                        <p:tgtEl>
                                          <p:spTgt spid="38"/>
                                        </p:tgtEl>
                                        <p:attrNameLst>
                                          <p:attrName>style.visibility</p:attrName>
                                        </p:attrNameLst>
                                      </p:cBhvr>
                                      <p:to>
                                        <p:strVal val="visible"/>
                                      </p:to>
                                    </p:set>
                                    <p:animEffect transition="in" filter="wipe(left)">
                                      <p:cBhvr>
                                        <p:cTn id="109" dur="500"/>
                                        <p:tgtEl>
                                          <p:spTgt spid="38"/>
                                        </p:tgtEl>
                                      </p:cBhvr>
                                    </p:animEffect>
                                  </p:childTnLst>
                                </p:cTn>
                              </p:par>
                            </p:childTnLst>
                          </p:cTn>
                        </p:par>
                        <p:par>
                          <p:cTn id="110" fill="hold">
                            <p:stCondLst>
                              <p:cond delay="7000"/>
                            </p:stCondLst>
                            <p:childTnLst>
                              <p:par>
                                <p:cTn id="111" presetID="53" presetClass="entr" presetSubtype="16" fill="hold" grpId="0" nodeType="afterEffect">
                                  <p:stCondLst>
                                    <p:cond delay="0"/>
                                  </p:stCondLst>
                                  <p:childTnLst>
                                    <p:set>
                                      <p:cBhvr>
                                        <p:cTn id="112" dur="1" fill="hold">
                                          <p:stCondLst>
                                            <p:cond delay="0"/>
                                          </p:stCondLst>
                                        </p:cTn>
                                        <p:tgtEl>
                                          <p:spTgt spid="32"/>
                                        </p:tgtEl>
                                        <p:attrNameLst>
                                          <p:attrName>style.visibility</p:attrName>
                                        </p:attrNameLst>
                                      </p:cBhvr>
                                      <p:to>
                                        <p:strVal val="visible"/>
                                      </p:to>
                                    </p:set>
                                    <p:anim calcmode="lin" valueType="num">
                                      <p:cBhvr>
                                        <p:cTn id="113" dur="500" fill="hold"/>
                                        <p:tgtEl>
                                          <p:spTgt spid="32"/>
                                        </p:tgtEl>
                                        <p:attrNameLst>
                                          <p:attrName>ppt_w</p:attrName>
                                        </p:attrNameLst>
                                      </p:cBhvr>
                                      <p:tavLst>
                                        <p:tav tm="0">
                                          <p:val>
                                            <p:fltVal val="0"/>
                                          </p:val>
                                        </p:tav>
                                        <p:tav tm="100000">
                                          <p:val>
                                            <p:strVal val="#ppt_w"/>
                                          </p:val>
                                        </p:tav>
                                      </p:tavLst>
                                    </p:anim>
                                    <p:anim calcmode="lin" valueType="num">
                                      <p:cBhvr>
                                        <p:cTn id="114" dur="500" fill="hold"/>
                                        <p:tgtEl>
                                          <p:spTgt spid="32"/>
                                        </p:tgtEl>
                                        <p:attrNameLst>
                                          <p:attrName>ppt_h</p:attrName>
                                        </p:attrNameLst>
                                      </p:cBhvr>
                                      <p:tavLst>
                                        <p:tav tm="0">
                                          <p:val>
                                            <p:fltVal val="0"/>
                                          </p:val>
                                        </p:tav>
                                        <p:tav tm="100000">
                                          <p:val>
                                            <p:strVal val="#ppt_h"/>
                                          </p:val>
                                        </p:tav>
                                      </p:tavLst>
                                    </p:anim>
                                    <p:animEffect transition="in" filter="fade">
                                      <p:cBhvr>
                                        <p:cTn id="115" dur="500"/>
                                        <p:tgtEl>
                                          <p:spTgt spid="32"/>
                                        </p:tgtEl>
                                      </p:cBhvr>
                                    </p:animEffect>
                                  </p:childTnLst>
                                </p:cTn>
                              </p:par>
                            </p:childTnLst>
                          </p:cTn>
                        </p:par>
                        <p:par>
                          <p:cTn id="116" fill="hold">
                            <p:stCondLst>
                              <p:cond delay="7500"/>
                            </p:stCondLst>
                            <p:childTnLst>
                              <p:par>
                                <p:cTn id="117" presetID="10" presetClass="entr" presetSubtype="0" fill="hold" grpId="0" nodeType="afterEffect">
                                  <p:stCondLst>
                                    <p:cond delay="0"/>
                                  </p:stCondLst>
                                  <p:childTnLst>
                                    <p:set>
                                      <p:cBhvr>
                                        <p:cTn id="118" dur="1" fill="hold">
                                          <p:stCondLst>
                                            <p:cond delay="0"/>
                                          </p:stCondLst>
                                        </p:cTn>
                                        <p:tgtEl>
                                          <p:spTgt spid="54"/>
                                        </p:tgtEl>
                                        <p:attrNameLst>
                                          <p:attrName>style.visibility</p:attrName>
                                        </p:attrNameLst>
                                      </p:cBhvr>
                                      <p:to>
                                        <p:strVal val="visible"/>
                                      </p:to>
                                    </p:set>
                                    <p:animEffect transition="in" filter="fade">
                                      <p:cBhvr>
                                        <p:cTn id="119" dur="500"/>
                                        <p:tgtEl>
                                          <p:spTgt spid="54"/>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70">
                                            <p:txEl>
                                              <p:pRg st="0" end="0"/>
                                            </p:txEl>
                                          </p:spTgt>
                                        </p:tgtEl>
                                        <p:attrNameLst>
                                          <p:attrName>style.visibility</p:attrName>
                                        </p:attrNameLst>
                                      </p:cBhvr>
                                      <p:to>
                                        <p:strVal val="visible"/>
                                      </p:to>
                                    </p:set>
                                    <p:animEffect transition="in" filter="fade">
                                      <p:cBhvr>
                                        <p:cTn id="122" dur="500"/>
                                        <p:tgtEl>
                                          <p:spTgt spid="70">
                                            <p:txEl>
                                              <p:pRg st="0" end="0"/>
                                            </p:txEl>
                                          </p:spTgt>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62">
                                            <p:txEl>
                                              <p:pRg st="0" end="0"/>
                                            </p:txEl>
                                          </p:spTgt>
                                        </p:tgtEl>
                                        <p:attrNameLst>
                                          <p:attrName>style.visibility</p:attrName>
                                        </p:attrNameLst>
                                      </p:cBhvr>
                                      <p:to>
                                        <p:strVal val="visible"/>
                                      </p:to>
                                    </p:set>
                                    <p:animEffect transition="in" filter="fade">
                                      <p:cBhvr>
                                        <p:cTn id="125" dur="500"/>
                                        <p:tgtEl>
                                          <p:spTgt spid="62">
                                            <p:txEl>
                                              <p:pRg st="0" end="0"/>
                                            </p:txEl>
                                          </p:spTgt>
                                        </p:tgtEl>
                                      </p:cBhvr>
                                    </p:animEffect>
                                  </p:childTnLst>
                                </p:cTn>
                              </p:par>
                            </p:childTnLst>
                          </p:cTn>
                        </p:par>
                        <p:par>
                          <p:cTn id="126" fill="hold">
                            <p:stCondLst>
                              <p:cond delay="8000"/>
                            </p:stCondLst>
                            <p:childTnLst>
                              <p:par>
                                <p:cTn id="127" presetID="53" presetClass="entr" presetSubtype="16" fill="hold" grpId="0" nodeType="afterEffect">
                                  <p:stCondLst>
                                    <p:cond delay="0"/>
                                  </p:stCondLst>
                                  <p:childTnLst>
                                    <p:set>
                                      <p:cBhvr>
                                        <p:cTn id="128" dur="1" fill="hold">
                                          <p:stCondLst>
                                            <p:cond delay="0"/>
                                          </p:stCondLst>
                                        </p:cTn>
                                        <p:tgtEl>
                                          <p:spTgt spid="40"/>
                                        </p:tgtEl>
                                        <p:attrNameLst>
                                          <p:attrName>style.visibility</p:attrName>
                                        </p:attrNameLst>
                                      </p:cBhvr>
                                      <p:to>
                                        <p:strVal val="visible"/>
                                      </p:to>
                                    </p:set>
                                    <p:anim calcmode="lin" valueType="num">
                                      <p:cBhvr>
                                        <p:cTn id="129" dur="500" fill="hold"/>
                                        <p:tgtEl>
                                          <p:spTgt spid="40"/>
                                        </p:tgtEl>
                                        <p:attrNameLst>
                                          <p:attrName>ppt_w</p:attrName>
                                        </p:attrNameLst>
                                      </p:cBhvr>
                                      <p:tavLst>
                                        <p:tav tm="0">
                                          <p:val>
                                            <p:fltVal val="0"/>
                                          </p:val>
                                        </p:tav>
                                        <p:tav tm="100000">
                                          <p:val>
                                            <p:strVal val="#ppt_w"/>
                                          </p:val>
                                        </p:tav>
                                      </p:tavLst>
                                    </p:anim>
                                    <p:anim calcmode="lin" valueType="num">
                                      <p:cBhvr>
                                        <p:cTn id="130" dur="500" fill="hold"/>
                                        <p:tgtEl>
                                          <p:spTgt spid="40"/>
                                        </p:tgtEl>
                                        <p:attrNameLst>
                                          <p:attrName>ppt_h</p:attrName>
                                        </p:attrNameLst>
                                      </p:cBhvr>
                                      <p:tavLst>
                                        <p:tav tm="0">
                                          <p:val>
                                            <p:fltVal val="0"/>
                                          </p:val>
                                        </p:tav>
                                        <p:tav tm="100000">
                                          <p:val>
                                            <p:strVal val="#ppt_h"/>
                                          </p:val>
                                        </p:tav>
                                      </p:tavLst>
                                    </p:anim>
                                    <p:animEffect transition="in" filter="fade">
                                      <p:cBhvr>
                                        <p:cTn id="131" dur="500"/>
                                        <p:tgtEl>
                                          <p:spTgt spid="40"/>
                                        </p:tgtEl>
                                      </p:cBhvr>
                                    </p:animEffect>
                                  </p:childTnLst>
                                </p:cTn>
                              </p:par>
                            </p:childTnLst>
                          </p:cTn>
                        </p:par>
                        <p:par>
                          <p:cTn id="132" fill="hold">
                            <p:stCondLst>
                              <p:cond delay="8500"/>
                            </p:stCondLst>
                            <p:childTnLst>
                              <p:par>
                                <p:cTn id="133" presetID="10" presetClass="entr" presetSubtype="0" fill="hold" grpId="0" nodeType="afterEffect">
                                  <p:stCondLst>
                                    <p:cond delay="0"/>
                                  </p:stCondLst>
                                  <p:childTnLst>
                                    <p:set>
                                      <p:cBhvr>
                                        <p:cTn id="134" dur="1" fill="hold">
                                          <p:stCondLst>
                                            <p:cond delay="0"/>
                                          </p:stCondLst>
                                        </p:cTn>
                                        <p:tgtEl>
                                          <p:spTgt spid="55"/>
                                        </p:tgtEl>
                                        <p:attrNameLst>
                                          <p:attrName>style.visibility</p:attrName>
                                        </p:attrNameLst>
                                      </p:cBhvr>
                                      <p:to>
                                        <p:strVal val="visible"/>
                                      </p:to>
                                    </p:set>
                                    <p:animEffect transition="in" filter="fade">
                                      <p:cBhvr>
                                        <p:cTn id="135" dur="500"/>
                                        <p:tgtEl>
                                          <p:spTgt spid="55"/>
                                        </p:tgtEl>
                                      </p:cBhvr>
                                    </p:animEffect>
                                  </p:childTnLst>
                                </p:cTn>
                              </p:par>
                              <p:par>
                                <p:cTn id="136" presetID="10" presetClass="entr" presetSubtype="0" fill="hold" grpId="0" nodeType="withEffect">
                                  <p:stCondLst>
                                    <p:cond delay="0"/>
                                  </p:stCondLst>
                                  <p:childTnLst>
                                    <p:set>
                                      <p:cBhvr>
                                        <p:cTn id="137" dur="1" fill="hold">
                                          <p:stCondLst>
                                            <p:cond delay="0"/>
                                          </p:stCondLst>
                                        </p:cTn>
                                        <p:tgtEl>
                                          <p:spTgt spid="71">
                                            <p:txEl>
                                              <p:pRg st="0" end="0"/>
                                            </p:txEl>
                                          </p:spTgt>
                                        </p:tgtEl>
                                        <p:attrNameLst>
                                          <p:attrName>style.visibility</p:attrName>
                                        </p:attrNameLst>
                                      </p:cBhvr>
                                      <p:to>
                                        <p:strVal val="visible"/>
                                      </p:to>
                                    </p:set>
                                    <p:animEffect transition="in" filter="fade">
                                      <p:cBhvr>
                                        <p:cTn id="138" dur="500"/>
                                        <p:tgtEl>
                                          <p:spTgt spid="71">
                                            <p:txEl>
                                              <p:pRg st="0" end="0"/>
                                            </p:txEl>
                                          </p:spTgt>
                                        </p:tgtEl>
                                      </p:cBhvr>
                                    </p:animEffect>
                                  </p:childTnLst>
                                </p:cTn>
                              </p:par>
                              <p:par>
                                <p:cTn id="139" presetID="10" presetClass="entr" presetSubtype="0" fill="hold" grpId="0" nodeType="withEffect">
                                  <p:stCondLst>
                                    <p:cond delay="0"/>
                                  </p:stCondLst>
                                  <p:childTnLst>
                                    <p:set>
                                      <p:cBhvr>
                                        <p:cTn id="140" dur="1" fill="hold">
                                          <p:stCondLst>
                                            <p:cond delay="0"/>
                                          </p:stCondLst>
                                        </p:cTn>
                                        <p:tgtEl>
                                          <p:spTgt spid="63">
                                            <p:txEl>
                                              <p:pRg st="0" end="0"/>
                                            </p:txEl>
                                          </p:spTgt>
                                        </p:tgtEl>
                                        <p:attrNameLst>
                                          <p:attrName>style.visibility</p:attrName>
                                        </p:attrNameLst>
                                      </p:cBhvr>
                                      <p:to>
                                        <p:strVal val="visible"/>
                                      </p:to>
                                    </p:set>
                                    <p:animEffect transition="in" filter="fade">
                                      <p:cBhvr>
                                        <p:cTn id="141" dur="500"/>
                                        <p:tgtEl>
                                          <p:spTgt spid="63">
                                            <p:txEl>
                                              <p:pRg st="0" end="0"/>
                                            </p:txEl>
                                          </p:spTgt>
                                        </p:tgtEl>
                                      </p:cBhvr>
                                    </p:animEffect>
                                  </p:childTnLst>
                                </p:cTn>
                              </p:par>
                            </p:childTnLst>
                          </p:cTn>
                        </p:par>
                        <p:par>
                          <p:cTn id="142" fill="hold">
                            <p:stCondLst>
                              <p:cond delay="9000"/>
                            </p:stCondLst>
                            <p:childTnLst>
                              <p:par>
                                <p:cTn id="143" presetID="53" presetClass="entr" presetSubtype="16" fill="hold" grpId="0" nodeType="afterEffect">
                                  <p:stCondLst>
                                    <p:cond delay="0"/>
                                  </p:stCondLst>
                                  <p:childTnLst>
                                    <p:set>
                                      <p:cBhvr>
                                        <p:cTn id="144" dur="1" fill="hold">
                                          <p:stCondLst>
                                            <p:cond delay="0"/>
                                          </p:stCondLst>
                                        </p:cTn>
                                        <p:tgtEl>
                                          <p:spTgt spid="36"/>
                                        </p:tgtEl>
                                        <p:attrNameLst>
                                          <p:attrName>style.visibility</p:attrName>
                                        </p:attrNameLst>
                                      </p:cBhvr>
                                      <p:to>
                                        <p:strVal val="visible"/>
                                      </p:to>
                                    </p:set>
                                    <p:anim calcmode="lin" valueType="num">
                                      <p:cBhvr>
                                        <p:cTn id="145" dur="500" fill="hold"/>
                                        <p:tgtEl>
                                          <p:spTgt spid="36"/>
                                        </p:tgtEl>
                                        <p:attrNameLst>
                                          <p:attrName>ppt_w</p:attrName>
                                        </p:attrNameLst>
                                      </p:cBhvr>
                                      <p:tavLst>
                                        <p:tav tm="0">
                                          <p:val>
                                            <p:fltVal val="0"/>
                                          </p:val>
                                        </p:tav>
                                        <p:tav tm="100000">
                                          <p:val>
                                            <p:strVal val="#ppt_w"/>
                                          </p:val>
                                        </p:tav>
                                      </p:tavLst>
                                    </p:anim>
                                    <p:anim calcmode="lin" valueType="num">
                                      <p:cBhvr>
                                        <p:cTn id="146" dur="500" fill="hold"/>
                                        <p:tgtEl>
                                          <p:spTgt spid="36"/>
                                        </p:tgtEl>
                                        <p:attrNameLst>
                                          <p:attrName>ppt_h</p:attrName>
                                        </p:attrNameLst>
                                      </p:cBhvr>
                                      <p:tavLst>
                                        <p:tav tm="0">
                                          <p:val>
                                            <p:fltVal val="0"/>
                                          </p:val>
                                        </p:tav>
                                        <p:tav tm="100000">
                                          <p:val>
                                            <p:strVal val="#ppt_h"/>
                                          </p:val>
                                        </p:tav>
                                      </p:tavLst>
                                    </p:anim>
                                    <p:animEffect transition="in" filter="fade">
                                      <p:cBhvr>
                                        <p:cTn id="147" dur="500"/>
                                        <p:tgtEl>
                                          <p:spTgt spid="36"/>
                                        </p:tgtEl>
                                      </p:cBhvr>
                                    </p:animEffect>
                                  </p:childTnLst>
                                </p:cTn>
                              </p:par>
                            </p:childTnLst>
                          </p:cTn>
                        </p:par>
                        <p:par>
                          <p:cTn id="148" fill="hold">
                            <p:stCondLst>
                              <p:cond delay="9500"/>
                            </p:stCondLst>
                            <p:childTnLst>
                              <p:par>
                                <p:cTn id="149" presetID="10" presetClass="entr" presetSubtype="0" fill="hold" grpId="0" nodeType="afterEffect">
                                  <p:stCondLst>
                                    <p:cond delay="0"/>
                                  </p:stCondLst>
                                  <p:childTnLst>
                                    <p:set>
                                      <p:cBhvr>
                                        <p:cTn id="150" dur="1" fill="hold">
                                          <p:stCondLst>
                                            <p:cond delay="0"/>
                                          </p:stCondLst>
                                        </p:cTn>
                                        <p:tgtEl>
                                          <p:spTgt spid="56"/>
                                        </p:tgtEl>
                                        <p:attrNameLst>
                                          <p:attrName>style.visibility</p:attrName>
                                        </p:attrNameLst>
                                      </p:cBhvr>
                                      <p:to>
                                        <p:strVal val="visible"/>
                                      </p:to>
                                    </p:set>
                                    <p:animEffect transition="in" filter="fade">
                                      <p:cBhvr>
                                        <p:cTn id="151" dur="500"/>
                                        <p:tgtEl>
                                          <p:spTgt spid="56"/>
                                        </p:tgtEl>
                                      </p:cBhvr>
                                    </p:animEffect>
                                  </p:childTnLst>
                                </p:cTn>
                              </p:par>
                              <p:par>
                                <p:cTn id="152" presetID="10" presetClass="entr" presetSubtype="0" fill="hold" grpId="0" nodeType="withEffect">
                                  <p:stCondLst>
                                    <p:cond delay="0"/>
                                  </p:stCondLst>
                                  <p:childTnLst>
                                    <p:set>
                                      <p:cBhvr>
                                        <p:cTn id="153" dur="1" fill="hold">
                                          <p:stCondLst>
                                            <p:cond delay="0"/>
                                          </p:stCondLst>
                                        </p:cTn>
                                        <p:tgtEl>
                                          <p:spTgt spid="72">
                                            <p:txEl>
                                              <p:pRg st="0" end="0"/>
                                            </p:txEl>
                                          </p:spTgt>
                                        </p:tgtEl>
                                        <p:attrNameLst>
                                          <p:attrName>style.visibility</p:attrName>
                                        </p:attrNameLst>
                                      </p:cBhvr>
                                      <p:to>
                                        <p:strVal val="visible"/>
                                      </p:to>
                                    </p:set>
                                    <p:animEffect transition="in" filter="fade">
                                      <p:cBhvr>
                                        <p:cTn id="154" dur="500"/>
                                        <p:tgtEl>
                                          <p:spTgt spid="72">
                                            <p:txEl>
                                              <p:pRg st="0" end="0"/>
                                            </p:txEl>
                                          </p:spTgt>
                                        </p:tgtEl>
                                      </p:cBhvr>
                                    </p:animEffect>
                                  </p:childTnLst>
                                </p:cTn>
                              </p:par>
                              <p:par>
                                <p:cTn id="155" presetID="10" presetClass="entr" presetSubtype="0" fill="hold" grpId="0" nodeType="withEffect">
                                  <p:stCondLst>
                                    <p:cond delay="0"/>
                                  </p:stCondLst>
                                  <p:childTnLst>
                                    <p:set>
                                      <p:cBhvr>
                                        <p:cTn id="156" dur="1" fill="hold">
                                          <p:stCondLst>
                                            <p:cond delay="0"/>
                                          </p:stCondLst>
                                        </p:cTn>
                                        <p:tgtEl>
                                          <p:spTgt spid="64">
                                            <p:txEl>
                                              <p:pRg st="0" end="0"/>
                                            </p:txEl>
                                          </p:spTgt>
                                        </p:tgtEl>
                                        <p:attrNameLst>
                                          <p:attrName>style.visibility</p:attrName>
                                        </p:attrNameLst>
                                      </p:cBhvr>
                                      <p:to>
                                        <p:strVal val="visible"/>
                                      </p:to>
                                    </p:set>
                                    <p:animEffect transition="in" filter="fade">
                                      <p:cBhvr>
                                        <p:cTn id="157"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0" grpId="0" animBg="1"/>
      <p:bldP spid="15" grpId="0" animBg="1"/>
      <p:bldP spid="25" grpId="0" animBg="1"/>
      <p:bldP spid="27" grpId="0" animBg="1"/>
      <p:bldP spid="32" grpId="0" animBg="1"/>
      <p:bldP spid="36" grpId="0" animBg="1"/>
      <p:bldP spid="40" grpId="0" animBg="1"/>
      <p:bldP spid="44" grpId="0" animBg="1"/>
      <p:bldP spid="51" grpId="0" animBg="1"/>
      <p:bldP spid="52" grpId="0" animBg="1"/>
      <p:bldP spid="53" grpId="0" animBg="1"/>
      <p:bldP spid="54" grpId="0" animBg="1"/>
      <p:bldP spid="55" grpId="0" animBg="1"/>
      <p:bldP spid="56" grpId="0" animBg="1"/>
      <p:bldP spid="57" grpId="0" build="p">
        <p:tmplLst>
          <p:tmpl lvl="1">
            <p:tnLst>
              <p:par>
                <p:cTn presetID="10" presetClass="entr" presetSubtype="0" fill="hold" nodeType="with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build="p">
        <p:tmplLst>
          <p:tmpl lvl="1">
            <p:tnLst>
              <p:par>
                <p:cTn presetID="10"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build="p">
        <p:tmplLst>
          <p:tmpl lvl="1">
            <p:tnLst>
              <p:par>
                <p:cTn presetID="10" presetClass="entr" presetSubtype="0"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build="p">
        <p:tmplLst>
          <p:tmpl lvl="1">
            <p:tnLst>
              <p:par>
                <p:cTn presetID="10" presetClass="entr" presetSubtype="0" fill="hold" nodeType="with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build="p">
        <p:tmplLst>
          <p:tmpl lvl="1">
            <p:tnLst>
              <p:par>
                <p:cTn presetID="10" presetClass="entr" presetSubtype="0" fill="hold" nodeType="with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build="p">
        <p:tmplLst>
          <p:tmpl lvl="1">
            <p:tnLst>
              <p:par>
                <p:cTn presetID="10" presetClass="entr" presetSubtype="0" fill="hold" nodeType="with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fade">
                      <p:cBhvr>
                        <p:cTn dur="500"/>
                        <p:tgtEl>
                          <p:spTgt spid="62"/>
                        </p:tgtEl>
                      </p:cBhvr>
                    </p:animEffect>
                  </p:childTnLst>
                </p:cTn>
              </p:par>
            </p:tnLst>
          </p:tmpl>
        </p:tmplLst>
      </p:bldP>
      <p:bldP spid="63" grpId="0" build="p">
        <p:tmplLst>
          <p:tmpl lvl="1">
            <p:tnLst>
              <p:par>
                <p:cTn presetID="10" presetClass="entr" presetSubtype="0" fill="hold" nodeType="with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build="p">
        <p:tmplLst>
          <p:tmpl lvl="1">
            <p:tnLst>
              <p:par>
                <p:cTn presetID="10" presetClass="entr" presetSubtype="0" fill="hold" nodeType="with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10"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8" grpId="0" build="p">
        <p:tmplLst>
          <p:tmpl lvl="1">
            <p:tnLst>
              <p:par>
                <p:cTn presetID="10" presetClass="entr" presetSubtype="0" fill="hold" nodeType="with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fade">
                      <p:cBhvr>
                        <p:cTn dur="500"/>
                        <p:tgtEl>
                          <p:spTgt spid="68"/>
                        </p:tgtEl>
                      </p:cBhvr>
                    </p:animEffect>
                  </p:childTnLst>
                </p:cTn>
              </p:par>
            </p:tnLst>
          </p:tmpl>
        </p:tmplLst>
      </p:bldP>
      <p:bldP spid="69" grpId="0" build="p">
        <p:tmplLst>
          <p:tmpl lvl="1">
            <p:tnLst>
              <p:par>
                <p:cTn presetID="10" presetClass="entr" presetSubtype="0" fill="hold" nodeType="with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fade">
                      <p:cBhvr>
                        <p:cTn dur="500"/>
                        <p:tgtEl>
                          <p:spTgt spid="69"/>
                        </p:tgtEl>
                      </p:cBhvr>
                    </p:animEffect>
                  </p:childTnLst>
                </p:cTn>
              </p:par>
            </p:tnLst>
          </p:tmpl>
        </p:tmplLst>
      </p:bldP>
      <p:bldP spid="70" grpId="0" build="p">
        <p:tmplLst>
          <p:tmpl lvl="1">
            <p:tnLst>
              <p:par>
                <p:cTn presetID="10" presetClass="entr" presetSubtype="0" fill="hold" nodeType="withEffect">
                  <p:stCondLst>
                    <p:cond delay="0"/>
                  </p:stCondLst>
                  <p:childTnLst>
                    <p:set>
                      <p:cBhvr>
                        <p:cTn dur="1" fill="hold">
                          <p:stCondLst>
                            <p:cond delay="0"/>
                          </p:stCondLst>
                        </p:cTn>
                        <p:tgtEl>
                          <p:spTgt spid="70"/>
                        </p:tgtEl>
                        <p:attrNameLst>
                          <p:attrName>style.visibility</p:attrName>
                        </p:attrNameLst>
                      </p:cBhvr>
                      <p:to>
                        <p:strVal val="visible"/>
                      </p:to>
                    </p:set>
                    <p:animEffect transition="in" filter="fade">
                      <p:cBhvr>
                        <p:cTn dur="500"/>
                        <p:tgtEl>
                          <p:spTgt spid="70"/>
                        </p:tgtEl>
                      </p:cBhvr>
                    </p:animEffect>
                  </p:childTnLst>
                </p:cTn>
              </p:par>
            </p:tnLst>
          </p:tmpl>
        </p:tmplLst>
      </p:bldP>
      <p:bldP spid="71" grpId="0" build="p">
        <p:tmplLst>
          <p:tmpl lvl="1">
            <p:tnLst>
              <p:par>
                <p:cTn presetID="10" presetClass="entr" presetSubtype="0" fill="hold" nodeType="withEffect">
                  <p:stCondLst>
                    <p:cond delay="0"/>
                  </p:stCondLst>
                  <p:childTnLst>
                    <p:set>
                      <p:cBhvr>
                        <p:cTn dur="1" fill="hold">
                          <p:stCondLst>
                            <p:cond delay="0"/>
                          </p:stCondLst>
                        </p:cTn>
                        <p:tgtEl>
                          <p:spTgt spid="71"/>
                        </p:tgtEl>
                        <p:attrNameLst>
                          <p:attrName>style.visibility</p:attrName>
                        </p:attrNameLst>
                      </p:cBhvr>
                      <p:to>
                        <p:strVal val="visible"/>
                      </p:to>
                    </p:set>
                    <p:animEffect transition="in" filter="fade">
                      <p:cBhvr>
                        <p:cTn dur="500"/>
                        <p:tgtEl>
                          <p:spTgt spid="71"/>
                        </p:tgtEl>
                      </p:cBhvr>
                    </p:animEffect>
                  </p:childTnLst>
                </p:cTn>
              </p:par>
            </p:tnLst>
          </p:tmpl>
        </p:tmplLst>
      </p:bldP>
      <p:bldP spid="72" grpId="0" build="p">
        <p:tmplLst>
          <p:tmpl lvl="1">
            <p:tnLst>
              <p:par>
                <p:cTn presetID="10" presetClass="entr" presetSubtype="0" fill="hold" nodeType="with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fade">
                      <p:cBhvr>
                        <p:cTn dur="500"/>
                        <p:tgtEl>
                          <p:spTgt spid="72"/>
                        </p:tgtEl>
                      </p:cBhvr>
                    </p:animEffect>
                  </p:childTnLst>
                </p:cTn>
              </p:par>
            </p:tnLst>
          </p:tmpl>
        </p:tmplLst>
      </p:bldP>
    </p:bldLst>
  </p:timing>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4B79B275-7C6A-C144-BFCC-2A5617B786B2}"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Rounded Rectangle 7"/>
          <p:cNvSpPr/>
          <p:nvPr userDrawn="1"/>
        </p:nvSpPr>
        <p:spPr>
          <a:xfrm>
            <a:off x="838199" y="5261841"/>
            <a:ext cx="2105891" cy="60353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1" name="Picture Placeholder 10"/>
          <p:cNvSpPr>
            <a:spLocks noGrp="1"/>
          </p:cNvSpPr>
          <p:nvPr>
            <p:ph type="pic" sz="quarter" idx="13"/>
          </p:nvPr>
        </p:nvSpPr>
        <p:spPr>
          <a:xfrm>
            <a:off x="838200" y="1995054"/>
            <a:ext cx="2105891" cy="3158837"/>
          </a:xfrm>
          <a:custGeom>
            <a:avLst/>
            <a:gdLst>
              <a:gd name="connsiteX0" fmla="*/ 226299 w 2105891"/>
              <a:gd name="connsiteY0" fmla="*/ 0 h 3158837"/>
              <a:gd name="connsiteX1" fmla="*/ 1879592 w 2105891"/>
              <a:gd name="connsiteY1" fmla="*/ 0 h 3158837"/>
              <a:gd name="connsiteX2" fmla="*/ 2105891 w 2105891"/>
              <a:gd name="connsiteY2" fmla="*/ 226299 h 3158837"/>
              <a:gd name="connsiteX3" fmla="*/ 2105891 w 2105891"/>
              <a:gd name="connsiteY3" fmla="*/ 2932538 h 3158837"/>
              <a:gd name="connsiteX4" fmla="*/ 1879592 w 2105891"/>
              <a:gd name="connsiteY4" fmla="*/ 3158837 h 3158837"/>
              <a:gd name="connsiteX5" fmla="*/ 226299 w 2105891"/>
              <a:gd name="connsiteY5" fmla="*/ 3158837 h 3158837"/>
              <a:gd name="connsiteX6" fmla="*/ 0 w 2105891"/>
              <a:gd name="connsiteY6" fmla="*/ 2932538 h 3158837"/>
              <a:gd name="connsiteX7" fmla="*/ 0 w 2105891"/>
              <a:gd name="connsiteY7" fmla="*/ 226299 h 3158837"/>
              <a:gd name="connsiteX8" fmla="*/ 226299 w 2105891"/>
              <a:gd name="connsiteY8" fmla="*/ 0 h 315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5891" h="3158837">
                <a:moveTo>
                  <a:pt x="226299" y="0"/>
                </a:moveTo>
                <a:lnTo>
                  <a:pt x="1879592" y="0"/>
                </a:lnTo>
                <a:cubicBezTo>
                  <a:pt x="2004573" y="0"/>
                  <a:pt x="2105891" y="101318"/>
                  <a:pt x="2105891" y="226299"/>
                </a:cubicBezTo>
                <a:lnTo>
                  <a:pt x="2105891" y="2932538"/>
                </a:lnTo>
                <a:cubicBezTo>
                  <a:pt x="2105891" y="3057519"/>
                  <a:pt x="2004573" y="3158837"/>
                  <a:pt x="1879592" y="3158837"/>
                </a:cubicBezTo>
                <a:lnTo>
                  <a:pt x="226299" y="3158837"/>
                </a:lnTo>
                <a:cubicBezTo>
                  <a:pt x="101318" y="3158837"/>
                  <a:pt x="0" y="3057519"/>
                  <a:pt x="0" y="2932538"/>
                </a:cubicBezTo>
                <a:lnTo>
                  <a:pt x="0" y="226299"/>
                </a:lnTo>
                <a:cubicBezTo>
                  <a:pt x="0" y="101318"/>
                  <a:pt x="101318" y="0"/>
                  <a:pt x="226299" y="0"/>
                </a:cubicBezTo>
                <a:close/>
              </a:path>
            </a:pathLst>
          </a:custGeom>
          <a:solidFill>
            <a:schemeClr val="bg1">
              <a:lumMod val="95000"/>
            </a:schemeClr>
          </a:solidFill>
        </p:spPr>
        <p:txBody>
          <a:bodyPr wrap="square">
            <a:noAutofit/>
          </a:bodyPr>
          <a:lstStyle/>
          <a:p>
            <a:endParaRPr lang="en-AU" dirty="0"/>
          </a:p>
        </p:txBody>
      </p:sp>
      <p:sp>
        <p:nvSpPr>
          <p:cNvPr id="12" name="Text Placeholder 10"/>
          <p:cNvSpPr>
            <a:spLocks noGrp="1"/>
          </p:cNvSpPr>
          <p:nvPr>
            <p:ph type="body" sz="quarter" idx="14" hasCustomPrompt="1"/>
          </p:nvPr>
        </p:nvSpPr>
        <p:spPr>
          <a:xfrm>
            <a:off x="3581400" y="1995054"/>
            <a:ext cx="3962400" cy="348342"/>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3" name="Text Placeholder 10"/>
          <p:cNvSpPr>
            <a:spLocks noGrp="1"/>
          </p:cNvSpPr>
          <p:nvPr>
            <p:ph type="body" sz="quarter" idx="15" hasCustomPrompt="1"/>
          </p:nvPr>
        </p:nvSpPr>
        <p:spPr>
          <a:xfrm>
            <a:off x="3581400" y="3766006"/>
            <a:ext cx="3962400" cy="348342"/>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4" name="Text Placeholder 10"/>
          <p:cNvSpPr>
            <a:spLocks noGrp="1"/>
          </p:cNvSpPr>
          <p:nvPr>
            <p:ph type="body" sz="quarter" idx="16" hasCustomPrompt="1"/>
          </p:nvPr>
        </p:nvSpPr>
        <p:spPr>
          <a:xfrm>
            <a:off x="3581401" y="2424114"/>
            <a:ext cx="6837218" cy="762432"/>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8" name="Text Placeholder 10"/>
          <p:cNvSpPr>
            <a:spLocks noGrp="1"/>
          </p:cNvSpPr>
          <p:nvPr>
            <p:ph type="body" sz="quarter" idx="17" hasCustomPrompt="1"/>
          </p:nvPr>
        </p:nvSpPr>
        <p:spPr>
          <a:xfrm>
            <a:off x="838199" y="5406778"/>
            <a:ext cx="2135188" cy="348342"/>
          </a:xfrm>
        </p:spPr>
        <p:txBody>
          <a:bodyPr>
            <a:normAutofit/>
          </a:bodyPr>
          <a:lstStyle>
            <a:lvl1pPr algn="ctr">
              <a:defRPr sz="1400"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Tree>
    <p:extLst>
      <p:ext uri="{BB962C8B-B14F-4D97-AF65-F5344CB8AC3E}">
        <p14:creationId xmlns:p14="http://schemas.microsoft.com/office/powerpoint/2010/main" val="32674586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p:cTn id="15" dur="500" fill="hold"/>
                                        <p:tgtEl>
                                          <p:spTgt spid="11"/>
                                        </p:tgtEl>
                                        <p:attrNameLst>
                                          <p:attrName>ppt_w</p:attrName>
                                        </p:attrNameLst>
                                      </p:cBhvr>
                                      <p:tavLst>
                                        <p:tav tm="0">
                                          <p:val>
                                            <p:fltVal val="0"/>
                                          </p:val>
                                        </p:tav>
                                        <p:tav tm="100000">
                                          <p:val>
                                            <p:strVal val="#ppt_w"/>
                                          </p:val>
                                        </p:tav>
                                      </p:tavLst>
                                    </p:anim>
                                    <p:anim calcmode="lin" valueType="num">
                                      <p:cBhvr>
                                        <p:cTn id="16" dur="500" fill="hold"/>
                                        <p:tgtEl>
                                          <p:spTgt spid="11"/>
                                        </p:tgtEl>
                                        <p:attrNameLst>
                                          <p:attrName>ppt_h</p:attrName>
                                        </p:attrNameLst>
                                      </p:cBhvr>
                                      <p:tavLst>
                                        <p:tav tm="0">
                                          <p:val>
                                            <p:fltVal val="0"/>
                                          </p:val>
                                        </p:tav>
                                        <p:tav tm="100000">
                                          <p:val>
                                            <p:strVal val="#ppt_h"/>
                                          </p:val>
                                        </p:tav>
                                      </p:tavLst>
                                    </p:anim>
                                    <p:animEffect transition="in" filter="fade">
                                      <p:cBhvr>
                                        <p:cTn id="17" dur="500"/>
                                        <p:tgtEl>
                                          <p:spTgt spid="11"/>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500"/>
                                        <p:tgtEl>
                                          <p:spTgt spid="8"/>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8">
                                            <p:txEl>
                                              <p:pRg st="0" end="0"/>
                                            </p:txEl>
                                          </p:spTgt>
                                        </p:tgtEl>
                                        <p:attrNameLst>
                                          <p:attrName>style.visibility</p:attrName>
                                        </p:attrNameLst>
                                      </p:cBhvr>
                                      <p:to>
                                        <p:strVal val="visible"/>
                                      </p:to>
                                    </p:set>
                                    <p:animEffect transition="in" filter="fade">
                                      <p:cBhvr>
                                        <p:cTn id="24" dur="500"/>
                                        <p:tgtEl>
                                          <p:spTgt spid="28">
                                            <p:txEl>
                                              <p:pRg st="0" end="0"/>
                                            </p:txEl>
                                          </p:spTgt>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12">
                                            <p:txEl>
                                              <p:pRg st="0" end="0"/>
                                            </p:txEl>
                                          </p:spTgt>
                                        </p:tgtEl>
                                        <p:attrNameLst>
                                          <p:attrName>style.visibility</p:attrName>
                                        </p:attrNameLst>
                                      </p:cBhvr>
                                      <p:to>
                                        <p:strVal val="visible"/>
                                      </p:to>
                                    </p:set>
                                    <p:animEffect transition="in" filter="fade">
                                      <p:cBhvr>
                                        <p:cTn id="28" dur="500"/>
                                        <p:tgtEl>
                                          <p:spTgt spid="12">
                                            <p:txEl>
                                              <p:pRg st="0" end="0"/>
                                            </p:txEl>
                                          </p:spTgt>
                                        </p:tgtEl>
                                      </p:cBhvr>
                                    </p:animEffect>
                                  </p:childTnLst>
                                </p:cTn>
                              </p:par>
                              <p:par>
                                <p:cTn id="29" presetID="42" presetClass="entr" presetSubtype="0" fill="hold" grpId="0" nodeType="withEffect">
                                  <p:stCondLst>
                                    <p:cond delay="0"/>
                                  </p:stCondLst>
                                  <p:childTnLst>
                                    <p:set>
                                      <p:cBhvr>
                                        <p:cTn id="30" dur="1" fill="hold">
                                          <p:stCondLst>
                                            <p:cond delay="0"/>
                                          </p:stCondLst>
                                        </p:cTn>
                                        <p:tgtEl>
                                          <p:spTgt spid="14">
                                            <p:txEl>
                                              <p:pRg st="0" end="0"/>
                                            </p:txEl>
                                          </p:spTgt>
                                        </p:tgtEl>
                                        <p:attrNameLst>
                                          <p:attrName>style.visibility</p:attrName>
                                        </p:attrNameLst>
                                      </p:cBhvr>
                                      <p:to>
                                        <p:strVal val="visible"/>
                                      </p:to>
                                    </p:set>
                                    <p:animEffect transition="in" filter="fade">
                                      <p:cBhvr>
                                        <p:cTn id="31" dur="500"/>
                                        <p:tgtEl>
                                          <p:spTgt spid="14">
                                            <p:txEl>
                                              <p:pRg st="0" end="0"/>
                                            </p:txEl>
                                          </p:spTgt>
                                        </p:tgtEl>
                                      </p:cBhvr>
                                    </p:animEffect>
                                    <p:anim calcmode="lin" valueType="num">
                                      <p:cBhvr>
                                        <p:cTn id="3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33" dur="5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10" presetClass="entr" presetSubtype="0" fill="hold" grpId="0" nodeType="afterEffect">
                                  <p:stCondLst>
                                    <p:cond delay="0"/>
                                  </p:stCondLst>
                                  <p:childTnLst>
                                    <p:set>
                                      <p:cBhvr>
                                        <p:cTn id="36" dur="1" fill="hold">
                                          <p:stCondLst>
                                            <p:cond delay="0"/>
                                          </p:stCondLst>
                                        </p:cTn>
                                        <p:tgtEl>
                                          <p:spTgt spid="13">
                                            <p:txEl>
                                              <p:pRg st="0" end="0"/>
                                            </p:txEl>
                                          </p:spTgt>
                                        </p:tgtEl>
                                        <p:attrNameLst>
                                          <p:attrName>style.visibility</p:attrName>
                                        </p:attrNameLst>
                                      </p:cBhvr>
                                      <p:to>
                                        <p:strVal val="visible"/>
                                      </p:to>
                                    </p:set>
                                    <p:animEffect transition="in" filter="fade">
                                      <p:cBhvr>
                                        <p:cTn id="37"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11" grpId="0" animBg="1"/>
      <p:bldP spid="12" grpId="0" build="p">
        <p:tmplLst>
          <p:tmpl lvl="1">
            <p:tnLst>
              <p:par>
                <p:cTn presetID="10" presetClass="entr" presetSubtype="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childTnLst>
                </p:cTn>
              </p:par>
            </p:tnLst>
          </p:tmpl>
        </p:tmplLst>
      </p:bldP>
      <p:bldP spid="13" grpId="0" build="p">
        <p:tmplLst>
          <p:tmpl lvl="1">
            <p:tnLst>
              <p:par>
                <p:cTn presetID="10" presetClass="entr" presetSubtype="0"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14" grpId="0" build="p">
        <p:tmplLst>
          <p:tmpl lvl="1">
            <p:tnLst>
              <p:par>
                <p:cTn presetID="42" presetClass="entr" presetSubtype="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anim calcmode="lin" valueType="num">
                      <p:cBhvr>
                        <p:cTn dur="500" fill="hold"/>
                        <p:tgtEl>
                          <p:spTgt spid="14"/>
                        </p:tgtEl>
                        <p:attrNameLst>
                          <p:attrName>ppt_x</p:attrName>
                        </p:attrNameLst>
                      </p:cBhvr>
                      <p:tavLst>
                        <p:tav tm="0">
                          <p:val>
                            <p:strVal val="#ppt_x"/>
                          </p:val>
                        </p:tav>
                        <p:tav tm="100000">
                          <p:val>
                            <p:strVal val="#ppt_x"/>
                          </p:val>
                        </p:tav>
                      </p:tavLst>
                    </p:anim>
                    <p:anim calcmode="lin" valueType="num">
                      <p:cBhvr>
                        <p:cTn dur="500" fill="hold"/>
                        <p:tgtEl>
                          <p:spTgt spid="14"/>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10"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Lst>
  </p:timing>
</p:sldLayout>
</file>

<file path=ppt/slideLayouts/slideLayout420.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8A1890AE-08A3-F543-8DD1-085435D07B95}"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dirty="0">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5" name="Picture Placeholder 9"/>
          <p:cNvSpPr>
            <a:spLocks noGrp="1"/>
          </p:cNvSpPr>
          <p:nvPr>
            <p:ph type="pic" sz="quarter" idx="13" hasCustomPrompt="1"/>
          </p:nvPr>
        </p:nvSpPr>
        <p:spPr>
          <a:xfrm>
            <a:off x="1146628" y="2100942"/>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7" name="Picture Placeholder 9"/>
          <p:cNvSpPr>
            <a:spLocks noGrp="1"/>
          </p:cNvSpPr>
          <p:nvPr>
            <p:ph type="pic" sz="quarter" idx="14" hasCustomPrompt="1"/>
          </p:nvPr>
        </p:nvSpPr>
        <p:spPr>
          <a:xfrm>
            <a:off x="5032828" y="2100942"/>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8" name="Picture Placeholder 9"/>
          <p:cNvSpPr>
            <a:spLocks noGrp="1"/>
          </p:cNvSpPr>
          <p:nvPr>
            <p:ph type="pic" sz="quarter" idx="15" hasCustomPrompt="1"/>
          </p:nvPr>
        </p:nvSpPr>
        <p:spPr>
          <a:xfrm>
            <a:off x="8919028" y="2100941"/>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sp>
        <p:nvSpPr>
          <p:cNvPr id="19" name="Text Placeholder 10"/>
          <p:cNvSpPr>
            <a:spLocks noGrp="1"/>
          </p:cNvSpPr>
          <p:nvPr>
            <p:ph type="body" sz="quarter" idx="29" hasCustomPrompt="1"/>
          </p:nvPr>
        </p:nvSpPr>
        <p:spPr>
          <a:xfrm>
            <a:off x="1146628" y="4642861"/>
            <a:ext cx="2126343"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20" name="Text Placeholder 10"/>
          <p:cNvSpPr>
            <a:spLocks noGrp="1"/>
          </p:cNvSpPr>
          <p:nvPr>
            <p:ph type="body" sz="quarter" idx="35" hasCustomPrompt="1"/>
          </p:nvPr>
        </p:nvSpPr>
        <p:spPr>
          <a:xfrm>
            <a:off x="1146628" y="4431245"/>
            <a:ext cx="2126343" cy="210146"/>
          </a:xfrm>
        </p:spPr>
        <p:txBody>
          <a:bodyPr>
            <a:normAutofit/>
          </a:bodyPr>
          <a:lstStyle>
            <a:lvl1pPr algn="ctr">
              <a:defRPr sz="1200" baseline="0">
                <a:solidFill>
                  <a:schemeClr val="accent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5" name="Text Placeholder 10"/>
          <p:cNvSpPr>
            <a:spLocks noGrp="1"/>
          </p:cNvSpPr>
          <p:nvPr>
            <p:ph type="body" sz="quarter" idx="16" hasCustomPrompt="1"/>
          </p:nvPr>
        </p:nvSpPr>
        <p:spPr>
          <a:xfrm>
            <a:off x="1146628" y="5233299"/>
            <a:ext cx="2126343" cy="773509"/>
          </a:xfrm>
        </p:spPr>
        <p:txBody>
          <a:bodyPr>
            <a:normAutofit/>
          </a:bodyPr>
          <a:lstStyle>
            <a:lvl1pPr algn="ctr">
              <a:defRPr sz="10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6" name="Text Placeholder 10"/>
          <p:cNvSpPr>
            <a:spLocks noGrp="1"/>
          </p:cNvSpPr>
          <p:nvPr>
            <p:ph type="body" sz="quarter" idx="36" hasCustomPrompt="1"/>
          </p:nvPr>
        </p:nvSpPr>
        <p:spPr>
          <a:xfrm>
            <a:off x="5032828" y="4642861"/>
            <a:ext cx="2126343"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27" name="Text Placeholder 10"/>
          <p:cNvSpPr>
            <a:spLocks noGrp="1"/>
          </p:cNvSpPr>
          <p:nvPr>
            <p:ph type="body" sz="quarter" idx="37" hasCustomPrompt="1"/>
          </p:nvPr>
        </p:nvSpPr>
        <p:spPr>
          <a:xfrm>
            <a:off x="5032828" y="4431245"/>
            <a:ext cx="2126343" cy="210146"/>
          </a:xfrm>
        </p:spPr>
        <p:txBody>
          <a:bodyPr>
            <a:normAutofit/>
          </a:bodyPr>
          <a:lstStyle>
            <a:lvl1pPr algn="ctr">
              <a:defRPr sz="1200" baseline="0">
                <a:solidFill>
                  <a:schemeClr val="accent2"/>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9" name="Text Placeholder 10"/>
          <p:cNvSpPr>
            <a:spLocks noGrp="1"/>
          </p:cNvSpPr>
          <p:nvPr>
            <p:ph type="body" sz="quarter" idx="38" hasCustomPrompt="1"/>
          </p:nvPr>
        </p:nvSpPr>
        <p:spPr>
          <a:xfrm>
            <a:off x="5032828" y="5233299"/>
            <a:ext cx="2126343" cy="773509"/>
          </a:xfrm>
        </p:spPr>
        <p:txBody>
          <a:bodyPr>
            <a:normAutofit/>
          </a:bodyPr>
          <a:lstStyle>
            <a:lvl1pPr algn="ctr">
              <a:defRPr sz="10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30" name="Text Placeholder 10"/>
          <p:cNvSpPr>
            <a:spLocks noGrp="1"/>
          </p:cNvSpPr>
          <p:nvPr>
            <p:ph type="body" sz="quarter" idx="39" hasCustomPrompt="1"/>
          </p:nvPr>
        </p:nvSpPr>
        <p:spPr>
          <a:xfrm>
            <a:off x="8919028" y="4637053"/>
            <a:ext cx="2126343" cy="210146"/>
          </a:xfrm>
        </p:spPr>
        <p:txBody>
          <a:bodyPr>
            <a:noAutofit/>
          </a:bodyPr>
          <a:lstStyle>
            <a:lvl1pPr algn="ctr">
              <a:defRPr sz="1000" baseline="0">
                <a:solidFill>
                  <a:schemeClr val="tx1">
                    <a:lumMod val="50000"/>
                    <a:lumOff val="50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Position</a:t>
            </a:r>
            <a:endParaRPr lang="en-AU" dirty="0"/>
          </a:p>
        </p:txBody>
      </p:sp>
      <p:sp>
        <p:nvSpPr>
          <p:cNvPr id="31" name="Text Placeholder 10"/>
          <p:cNvSpPr>
            <a:spLocks noGrp="1"/>
          </p:cNvSpPr>
          <p:nvPr>
            <p:ph type="body" sz="quarter" idx="40" hasCustomPrompt="1"/>
          </p:nvPr>
        </p:nvSpPr>
        <p:spPr>
          <a:xfrm>
            <a:off x="8919028" y="4425437"/>
            <a:ext cx="2126343" cy="210146"/>
          </a:xfrm>
        </p:spPr>
        <p:txBody>
          <a:bodyPr>
            <a:normAutofit/>
          </a:bodyPr>
          <a:lstStyle>
            <a:lvl1pPr algn="ctr">
              <a:defRPr sz="1200" baseline="0">
                <a:solidFill>
                  <a:schemeClr val="accent4"/>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2" name="Text Placeholder 10"/>
          <p:cNvSpPr>
            <a:spLocks noGrp="1"/>
          </p:cNvSpPr>
          <p:nvPr>
            <p:ph type="body" sz="quarter" idx="41" hasCustomPrompt="1"/>
          </p:nvPr>
        </p:nvSpPr>
        <p:spPr>
          <a:xfrm>
            <a:off x="8919028" y="5227491"/>
            <a:ext cx="2126343" cy="773509"/>
          </a:xfrm>
        </p:spPr>
        <p:txBody>
          <a:bodyPr>
            <a:normAutofit/>
          </a:bodyPr>
          <a:lstStyle>
            <a:lvl1pPr algn="ctr">
              <a:defRPr sz="10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grpSp>
        <p:nvGrpSpPr>
          <p:cNvPr id="33" name="Group 32"/>
          <p:cNvGrpSpPr/>
          <p:nvPr userDrawn="1"/>
        </p:nvGrpSpPr>
        <p:grpSpPr>
          <a:xfrm>
            <a:off x="1441126" y="4932435"/>
            <a:ext cx="1537345" cy="214571"/>
            <a:chOff x="5317188" y="3092930"/>
            <a:chExt cx="1537345" cy="214571"/>
          </a:xfrm>
          <a:solidFill>
            <a:srgbClr val="FFC000"/>
          </a:solidFill>
        </p:grpSpPr>
        <p:sp>
          <p:nvSpPr>
            <p:cNvPr id="34" name="5-Point Star 33"/>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5-Point Star 34"/>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5-Point Star 35"/>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7" name="5-Point Star 36"/>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8" name="5-Point Star 37"/>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39" name="Group 38"/>
          <p:cNvGrpSpPr/>
          <p:nvPr userDrawn="1"/>
        </p:nvGrpSpPr>
        <p:grpSpPr>
          <a:xfrm>
            <a:off x="5327327" y="4932479"/>
            <a:ext cx="1537345" cy="214571"/>
            <a:chOff x="5317188" y="3092930"/>
            <a:chExt cx="1537345" cy="214571"/>
          </a:xfrm>
          <a:solidFill>
            <a:srgbClr val="FFC000"/>
          </a:solidFill>
        </p:grpSpPr>
        <p:sp>
          <p:nvSpPr>
            <p:cNvPr id="40" name="5-Point Star 39"/>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1" name="5-Point Star 40"/>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2" name="5-Point Star 41"/>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3" name="5-Point Star 42"/>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5-Point Star 43"/>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45" name="Group 44"/>
          <p:cNvGrpSpPr/>
          <p:nvPr userDrawn="1"/>
        </p:nvGrpSpPr>
        <p:grpSpPr>
          <a:xfrm>
            <a:off x="9213526" y="4932435"/>
            <a:ext cx="1537345" cy="214571"/>
            <a:chOff x="5317188" y="3092930"/>
            <a:chExt cx="1537345" cy="214571"/>
          </a:xfrm>
          <a:solidFill>
            <a:srgbClr val="FFC000"/>
          </a:solidFill>
        </p:grpSpPr>
        <p:sp>
          <p:nvSpPr>
            <p:cNvPr id="46" name="5-Point Star 45"/>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7" name="5-Point Star 46"/>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8" name="5-Point Star 47"/>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9" name="5-Point Star 48"/>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0" name="5-Point Star 49"/>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Tree>
    <p:extLst>
      <p:ext uri="{BB962C8B-B14F-4D97-AF65-F5344CB8AC3E}">
        <p14:creationId xmlns:p14="http://schemas.microsoft.com/office/powerpoint/2010/main" val="8792298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p:cTn id="15" dur="500" fill="hold"/>
                                        <p:tgtEl>
                                          <p:spTgt spid="15"/>
                                        </p:tgtEl>
                                        <p:attrNameLst>
                                          <p:attrName>ppt_w</p:attrName>
                                        </p:attrNameLst>
                                      </p:cBhvr>
                                      <p:tavLst>
                                        <p:tav tm="0">
                                          <p:val>
                                            <p:fltVal val="0"/>
                                          </p:val>
                                        </p:tav>
                                        <p:tav tm="100000">
                                          <p:val>
                                            <p:strVal val="#ppt_w"/>
                                          </p:val>
                                        </p:tav>
                                      </p:tavLst>
                                    </p:anim>
                                    <p:anim calcmode="lin" valueType="num">
                                      <p:cBhvr>
                                        <p:cTn id="16" dur="500" fill="hold"/>
                                        <p:tgtEl>
                                          <p:spTgt spid="15"/>
                                        </p:tgtEl>
                                        <p:attrNameLst>
                                          <p:attrName>ppt_h</p:attrName>
                                        </p:attrNameLst>
                                      </p:cBhvr>
                                      <p:tavLst>
                                        <p:tav tm="0">
                                          <p:val>
                                            <p:fltVal val="0"/>
                                          </p:val>
                                        </p:tav>
                                        <p:tav tm="100000">
                                          <p:val>
                                            <p:strVal val="#ppt_h"/>
                                          </p:val>
                                        </p:tav>
                                      </p:tavLst>
                                    </p:anim>
                                    <p:animEffect transition="in" filter="fade">
                                      <p:cBhvr>
                                        <p:cTn id="17" dur="500"/>
                                        <p:tgtEl>
                                          <p:spTgt spid="15"/>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fade">
                                      <p:cBhvr>
                                        <p:cTn id="20" dur="500"/>
                                        <p:tgtEl>
                                          <p:spTgt spid="20">
                                            <p:txEl>
                                              <p:pRg st="0" end="0"/>
                                            </p:txEl>
                                          </p:spTgt>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9">
                                            <p:txEl>
                                              <p:pRg st="0" end="0"/>
                                            </p:txEl>
                                          </p:spTgt>
                                        </p:tgtEl>
                                        <p:attrNameLst>
                                          <p:attrName>style.visibility</p:attrName>
                                        </p:attrNameLst>
                                      </p:cBhvr>
                                      <p:to>
                                        <p:strVal val="visible"/>
                                      </p:to>
                                    </p:set>
                                    <p:animEffect transition="in" filter="fade">
                                      <p:cBhvr>
                                        <p:cTn id="23" dur="500"/>
                                        <p:tgtEl>
                                          <p:spTgt spid="19">
                                            <p:txEl>
                                              <p:pRg st="0" end="0"/>
                                            </p:txEl>
                                          </p:spTgt>
                                        </p:tgtEl>
                                      </p:cBhvr>
                                    </p:animEffect>
                                  </p:childTnLst>
                                </p:cTn>
                              </p:par>
                            </p:childTnLst>
                          </p:cTn>
                        </p:par>
                        <p:par>
                          <p:cTn id="24" fill="hold">
                            <p:stCondLst>
                              <p:cond delay="1500"/>
                            </p:stCondLst>
                            <p:childTnLst>
                              <p:par>
                                <p:cTn id="25" presetID="22" presetClass="entr" presetSubtype="8" fill="hold" nodeType="afterEffect">
                                  <p:stCondLst>
                                    <p:cond delay="0"/>
                                  </p:stCondLst>
                                  <p:childTnLst>
                                    <p:set>
                                      <p:cBhvr>
                                        <p:cTn id="26" dur="1" fill="hold">
                                          <p:stCondLst>
                                            <p:cond delay="0"/>
                                          </p:stCondLst>
                                        </p:cTn>
                                        <p:tgtEl>
                                          <p:spTgt spid="33"/>
                                        </p:tgtEl>
                                        <p:attrNameLst>
                                          <p:attrName>style.visibility</p:attrName>
                                        </p:attrNameLst>
                                      </p:cBhvr>
                                      <p:to>
                                        <p:strVal val="visible"/>
                                      </p:to>
                                    </p:set>
                                    <p:animEffect transition="in" filter="wipe(left)">
                                      <p:cBhvr>
                                        <p:cTn id="27" dur="500"/>
                                        <p:tgtEl>
                                          <p:spTgt spid="33"/>
                                        </p:tgtEl>
                                      </p:cBhvr>
                                    </p:animEffect>
                                  </p:childTnLst>
                                </p:cTn>
                              </p:par>
                              <p:par>
                                <p:cTn id="28" presetID="42" presetClass="entr" presetSubtype="0" fill="hold" grpId="0" nodeType="withEffect">
                                  <p:stCondLst>
                                    <p:cond delay="0"/>
                                  </p:stCondLst>
                                  <p:childTnLst>
                                    <p:set>
                                      <p:cBhvr>
                                        <p:cTn id="29" dur="1" fill="hold">
                                          <p:stCondLst>
                                            <p:cond delay="0"/>
                                          </p:stCondLst>
                                        </p:cTn>
                                        <p:tgtEl>
                                          <p:spTgt spid="25">
                                            <p:txEl>
                                              <p:pRg st="0" end="0"/>
                                            </p:txEl>
                                          </p:spTgt>
                                        </p:tgtEl>
                                        <p:attrNameLst>
                                          <p:attrName>style.visibility</p:attrName>
                                        </p:attrNameLst>
                                      </p:cBhvr>
                                      <p:to>
                                        <p:strVal val="visible"/>
                                      </p:to>
                                    </p:set>
                                    <p:animEffect transition="in" filter="fade">
                                      <p:cBhvr>
                                        <p:cTn id="30" dur="500"/>
                                        <p:tgtEl>
                                          <p:spTgt spid="25">
                                            <p:txEl>
                                              <p:pRg st="0" end="0"/>
                                            </p:txEl>
                                          </p:spTgt>
                                        </p:tgtEl>
                                      </p:cBhvr>
                                    </p:animEffect>
                                    <p:anim calcmode="lin" valueType="num">
                                      <p:cBhvr>
                                        <p:cTn id="31"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32" dur="500" fill="hold"/>
                                        <p:tgtEl>
                                          <p:spTgt spid="25">
                                            <p:txEl>
                                              <p:pRg st="0" end="0"/>
                                            </p:txEl>
                                          </p:spTgt>
                                        </p:tgtEl>
                                        <p:attrNameLst>
                                          <p:attrName>ppt_y</p:attrName>
                                        </p:attrNameLst>
                                      </p:cBhvr>
                                      <p:tavLst>
                                        <p:tav tm="0">
                                          <p:val>
                                            <p:strVal val="#ppt_y+.1"/>
                                          </p:val>
                                        </p:tav>
                                        <p:tav tm="100000">
                                          <p:val>
                                            <p:strVal val="#ppt_y"/>
                                          </p:val>
                                        </p:tav>
                                      </p:tavLst>
                                    </p:anim>
                                  </p:childTnLst>
                                </p:cTn>
                              </p:par>
                            </p:childTnLst>
                          </p:cTn>
                        </p:par>
                        <p:par>
                          <p:cTn id="33" fill="hold">
                            <p:stCondLst>
                              <p:cond delay="2000"/>
                            </p:stCondLst>
                            <p:childTnLst>
                              <p:par>
                                <p:cTn id="34" presetID="53" presetClass="entr" presetSubtype="16" fill="hold" grpId="0" nodeType="afterEffect">
                                  <p:stCondLst>
                                    <p:cond delay="0"/>
                                  </p:stCondLst>
                                  <p:childTnLst>
                                    <p:set>
                                      <p:cBhvr>
                                        <p:cTn id="35" dur="1" fill="hold">
                                          <p:stCondLst>
                                            <p:cond delay="0"/>
                                          </p:stCondLst>
                                        </p:cTn>
                                        <p:tgtEl>
                                          <p:spTgt spid="17"/>
                                        </p:tgtEl>
                                        <p:attrNameLst>
                                          <p:attrName>style.visibility</p:attrName>
                                        </p:attrNameLst>
                                      </p:cBhvr>
                                      <p:to>
                                        <p:strVal val="visible"/>
                                      </p:to>
                                    </p:set>
                                    <p:anim calcmode="lin" valueType="num">
                                      <p:cBhvr>
                                        <p:cTn id="36" dur="500" fill="hold"/>
                                        <p:tgtEl>
                                          <p:spTgt spid="17"/>
                                        </p:tgtEl>
                                        <p:attrNameLst>
                                          <p:attrName>ppt_w</p:attrName>
                                        </p:attrNameLst>
                                      </p:cBhvr>
                                      <p:tavLst>
                                        <p:tav tm="0">
                                          <p:val>
                                            <p:fltVal val="0"/>
                                          </p:val>
                                        </p:tav>
                                        <p:tav tm="100000">
                                          <p:val>
                                            <p:strVal val="#ppt_w"/>
                                          </p:val>
                                        </p:tav>
                                      </p:tavLst>
                                    </p:anim>
                                    <p:anim calcmode="lin" valueType="num">
                                      <p:cBhvr>
                                        <p:cTn id="37" dur="500" fill="hold"/>
                                        <p:tgtEl>
                                          <p:spTgt spid="17"/>
                                        </p:tgtEl>
                                        <p:attrNameLst>
                                          <p:attrName>ppt_h</p:attrName>
                                        </p:attrNameLst>
                                      </p:cBhvr>
                                      <p:tavLst>
                                        <p:tav tm="0">
                                          <p:val>
                                            <p:fltVal val="0"/>
                                          </p:val>
                                        </p:tav>
                                        <p:tav tm="100000">
                                          <p:val>
                                            <p:strVal val="#ppt_h"/>
                                          </p:val>
                                        </p:tav>
                                      </p:tavLst>
                                    </p:anim>
                                    <p:animEffect transition="in" filter="fade">
                                      <p:cBhvr>
                                        <p:cTn id="38" dur="500"/>
                                        <p:tgtEl>
                                          <p:spTgt spid="17"/>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7">
                                            <p:txEl>
                                              <p:pRg st="0" end="0"/>
                                            </p:txEl>
                                          </p:spTgt>
                                        </p:tgtEl>
                                        <p:attrNameLst>
                                          <p:attrName>style.visibility</p:attrName>
                                        </p:attrNameLst>
                                      </p:cBhvr>
                                      <p:to>
                                        <p:strVal val="visible"/>
                                      </p:to>
                                    </p:set>
                                    <p:animEffect transition="in" filter="fade">
                                      <p:cBhvr>
                                        <p:cTn id="41" dur="500"/>
                                        <p:tgtEl>
                                          <p:spTgt spid="27">
                                            <p:txEl>
                                              <p:pRg st="0" end="0"/>
                                            </p:txEl>
                                          </p:spTgt>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6">
                                            <p:txEl>
                                              <p:pRg st="0" end="0"/>
                                            </p:txEl>
                                          </p:spTgt>
                                        </p:tgtEl>
                                        <p:attrNameLst>
                                          <p:attrName>style.visibility</p:attrName>
                                        </p:attrNameLst>
                                      </p:cBhvr>
                                      <p:to>
                                        <p:strVal val="visible"/>
                                      </p:to>
                                    </p:set>
                                    <p:animEffect transition="in" filter="fade">
                                      <p:cBhvr>
                                        <p:cTn id="44" dur="500"/>
                                        <p:tgtEl>
                                          <p:spTgt spid="26">
                                            <p:txEl>
                                              <p:pRg st="0" end="0"/>
                                            </p:txEl>
                                          </p:spTgt>
                                        </p:tgtEl>
                                      </p:cBhvr>
                                    </p:animEffect>
                                  </p:childTnLst>
                                </p:cTn>
                              </p:par>
                            </p:childTnLst>
                          </p:cTn>
                        </p:par>
                        <p:par>
                          <p:cTn id="45" fill="hold">
                            <p:stCondLst>
                              <p:cond delay="2500"/>
                            </p:stCondLst>
                            <p:childTnLst>
                              <p:par>
                                <p:cTn id="46" presetID="22" presetClass="entr" presetSubtype="8" fill="hold" nodeType="afterEffect">
                                  <p:stCondLst>
                                    <p:cond delay="0"/>
                                  </p:stCondLst>
                                  <p:childTnLst>
                                    <p:set>
                                      <p:cBhvr>
                                        <p:cTn id="47" dur="1" fill="hold">
                                          <p:stCondLst>
                                            <p:cond delay="0"/>
                                          </p:stCondLst>
                                        </p:cTn>
                                        <p:tgtEl>
                                          <p:spTgt spid="39"/>
                                        </p:tgtEl>
                                        <p:attrNameLst>
                                          <p:attrName>style.visibility</p:attrName>
                                        </p:attrNameLst>
                                      </p:cBhvr>
                                      <p:to>
                                        <p:strVal val="visible"/>
                                      </p:to>
                                    </p:set>
                                    <p:animEffect transition="in" filter="wipe(left)">
                                      <p:cBhvr>
                                        <p:cTn id="48" dur="500"/>
                                        <p:tgtEl>
                                          <p:spTgt spid="39"/>
                                        </p:tgtEl>
                                      </p:cBhvr>
                                    </p:animEffect>
                                  </p:childTnLst>
                                </p:cTn>
                              </p:par>
                              <p:par>
                                <p:cTn id="49" presetID="42" presetClass="entr" presetSubtype="0" fill="hold" grpId="0" nodeType="withEffect">
                                  <p:stCondLst>
                                    <p:cond delay="0"/>
                                  </p:stCondLst>
                                  <p:childTnLst>
                                    <p:set>
                                      <p:cBhvr>
                                        <p:cTn id="50" dur="1" fill="hold">
                                          <p:stCondLst>
                                            <p:cond delay="0"/>
                                          </p:stCondLst>
                                        </p:cTn>
                                        <p:tgtEl>
                                          <p:spTgt spid="29">
                                            <p:txEl>
                                              <p:pRg st="0" end="0"/>
                                            </p:txEl>
                                          </p:spTgt>
                                        </p:tgtEl>
                                        <p:attrNameLst>
                                          <p:attrName>style.visibility</p:attrName>
                                        </p:attrNameLst>
                                      </p:cBhvr>
                                      <p:to>
                                        <p:strVal val="visible"/>
                                      </p:to>
                                    </p:set>
                                    <p:animEffect transition="in" filter="fade">
                                      <p:cBhvr>
                                        <p:cTn id="51" dur="500"/>
                                        <p:tgtEl>
                                          <p:spTgt spid="29">
                                            <p:txEl>
                                              <p:pRg st="0" end="0"/>
                                            </p:txEl>
                                          </p:spTgt>
                                        </p:tgtEl>
                                      </p:cBhvr>
                                    </p:animEffect>
                                    <p:anim calcmode="lin" valueType="num">
                                      <p:cBhvr>
                                        <p:cTn id="52"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54" fill="hold">
                            <p:stCondLst>
                              <p:cond delay="3000"/>
                            </p:stCondLst>
                            <p:childTnLst>
                              <p:par>
                                <p:cTn id="55" presetID="53" presetClass="entr" presetSubtype="16" fill="hold" grpId="0" nodeType="afterEffect">
                                  <p:stCondLst>
                                    <p:cond delay="0"/>
                                  </p:stCondLst>
                                  <p:childTnLst>
                                    <p:set>
                                      <p:cBhvr>
                                        <p:cTn id="56" dur="1" fill="hold">
                                          <p:stCondLst>
                                            <p:cond delay="0"/>
                                          </p:stCondLst>
                                        </p:cTn>
                                        <p:tgtEl>
                                          <p:spTgt spid="18"/>
                                        </p:tgtEl>
                                        <p:attrNameLst>
                                          <p:attrName>style.visibility</p:attrName>
                                        </p:attrNameLst>
                                      </p:cBhvr>
                                      <p:to>
                                        <p:strVal val="visible"/>
                                      </p:to>
                                    </p:set>
                                    <p:anim calcmode="lin" valueType="num">
                                      <p:cBhvr>
                                        <p:cTn id="57" dur="500" fill="hold"/>
                                        <p:tgtEl>
                                          <p:spTgt spid="18"/>
                                        </p:tgtEl>
                                        <p:attrNameLst>
                                          <p:attrName>ppt_w</p:attrName>
                                        </p:attrNameLst>
                                      </p:cBhvr>
                                      <p:tavLst>
                                        <p:tav tm="0">
                                          <p:val>
                                            <p:fltVal val="0"/>
                                          </p:val>
                                        </p:tav>
                                        <p:tav tm="100000">
                                          <p:val>
                                            <p:strVal val="#ppt_w"/>
                                          </p:val>
                                        </p:tav>
                                      </p:tavLst>
                                    </p:anim>
                                    <p:anim calcmode="lin" valueType="num">
                                      <p:cBhvr>
                                        <p:cTn id="58" dur="500" fill="hold"/>
                                        <p:tgtEl>
                                          <p:spTgt spid="18"/>
                                        </p:tgtEl>
                                        <p:attrNameLst>
                                          <p:attrName>ppt_h</p:attrName>
                                        </p:attrNameLst>
                                      </p:cBhvr>
                                      <p:tavLst>
                                        <p:tav tm="0">
                                          <p:val>
                                            <p:fltVal val="0"/>
                                          </p:val>
                                        </p:tav>
                                        <p:tav tm="100000">
                                          <p:val>
                                            <p:strVal val="#ppt_h"/>
                                          </p:val>
                                        </p:tav>
                                      </p:tavLst>
                                    </p:anim>
                                    <p:animEffect transition="in" filter="fade">
                                      <p:cBhvr>
                                        <p:cTn id="59" dur="500"/>
                                        <p:tgtEl>
                                          <p:spTgt spid="1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1">
                                            <p:txEl>
                                              <p:pRg st="0" end="0"/>
                                            </p:txEl>
                                          </p:spTgt>
                                        </p:tgtEl>
                                        <p:attrNameLst>
                                          <p:attrName>style.visibility</p:attrName>
                                        </p:attrNameLst>
                                      </p:cBhvr>
                                      <p:to>
                                        <p:strVal val="visible"/>
                                      </p:to>
                                    </p:set>
                                    <p:animEffect transition="in" filter="fade">
                                      <p:cBhvr>
                                        <p:cTn id="62" dur="500"/>
                                        <p:tgtEl>
                                          <p:spTgt spid="31">
                                            <p:txEl>
                                              <p:pRg st="0" end="0"/>
                                            </p:txEl>
                                          </p:spTgt>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0">
                                            <p:txEl>
                                              <p:pRg st="0" end="0"/>
                                            </p:txEl>
                                          </p:spTgt>
                                        </p:tgtEl>
                                        <p:attrNameLst>
                                          <p:attrName>style.visibility</p:attrName>
                                        </p:attrNameLst>
                                      </p:cBhvr>
                                      <p:to>
                                        <p:strVal val="visible"/>
                                      </p:to>
                                    </p:set>
                                    <p:animEffect transition="in" filter="fade">
                                      <p:cBhvr>
                                        <p:cTn id="65" dur="500"/>
                                        <p:tgtEl>
                                          <p:spTgt spid="30">
                                            <p:txEl>
                                              <p:pRg st="0" end="0"/>
                                            </p:txEl>
                                          </p:spTgt>
                                        </p:tgtEl>
                                      </p:cBhvr>
                                    </p:animEffect>
                                  </p:childTnLst>
                                </p:cTn>
                              </p:par>
                            </p:childTnLst>
                          </p:cTn>
                        </p:par>
                        <p:par>
                          <p:cTn id="66" fill="hold">
                            <p:stCondLst>
                              <p:cond delay="3500"/>
                            </p:stCondLst>
                            <p:childTnLst>
                              <p:par>
                                <p:cTn id="67" presetID="22" presetClass="entr" presetSubtype="8" fill="hold" nodeType="afterEffect">
                                  <p:stCondLst>
                                    <p:cond delay="0"/>
                                  </p:stCondLst>
                                  <p:childTnLst>
                                    <p:set>
                                      <p:cBhvr>
                                        <p:cTn id="68" dur="1" fill="hold">
                                          <p:stCondLst>
                                            <p:cond delay="0"/>
                                          </p:stCondLst>
                                        </p:cTn>
                                        <p:tgtEl>
                                          <p:spTgt spid="45"/>
                                        </p:tgtEl>
                                        <p:attrNameLst>
                                          <p:attrName>style.visibility</p:attrName>
                                        </p:attrNameLst>
                                      </p:cBhvr>
                                      <p:to>
                                        <p:strVal val="visible"/>
                                      </p:to>
                                    </p:set>
                                    <p:animEffect transition="in" filter="wipe(left)">
                                      <p:cBhvr>
                                        <p:cTn id="69" dur="500"/>
                                        <p:tgtEl>
                                          <p:spTgt spid="45"/>
                                        </p:tgtEl>
                                      </p:cBhvr>
                                    </p:animEffect>
                                  </p:childTnLst>
                                </p:cTn>
                              </p:par>
                              <p:par>
                                <p:cTn id="70" presetID="42" presetClass="entr" presetSubtype="0" fill="hold" grpId="0" nodeType="withEffect">
                                  <p:stCondLst>
                                    <p:cond delay="0"/>
                                  </p:stCondLst>
                                  <p:childTnLst>
                                    <p:set>
                                      <p:cBhvr>
                                        <p:cTn id="71" dur="1" fill="hold">
                                          <p:stCondLst>
                                            <p:cond delay="0"/>
                                          </p:stCondLst>
                                        </p:cTn>
                                        <p:tgtEl>
                                          <p:spTgt spid="32">
                                            <p:txEl>
                                              <p:pRg st="0" end="0"/>
                                            </p:txEl>
                                          </p:spTgt>
                                        </p:tgtEl>
                                        <p:attrNameLst>
                                          <p:attrName>style.visibility</p:attrName>
                                        </p:attrNameLst>
                                      </p:cBhvr>
                                      <p:to>
                                        <p:strVal val="visible"/>
                                      </p:to>
                                    </p:set>
                                    <p:animEffect transition="in" filter="fade">
                                      <p:cBhvr>
                                        <p:cTn id="72" dur="500"/>
                                        <p:tgtEl>
                                          <p:spTgt spid="32">
                                            <p:txEl>
                                              <p:pRg st="0" end="0"/>
                                            </p:txEl>
                                          </p:spTgt>
                                        </p:tgtEl>
                                      </p:cBhvr>
                                    </p:animEffect>
                                    <p:anim calcmode="lin" valueType="num">
                                      <p:cBhvr>
                                        <p:cTn id="73"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74" dur="500" fill="hold"/>
                                        <p:tgtEl>
                                          <p:spTgt spid="32">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5" grpId="0" animBg="1"/>
      <p:bldP spid="17" grpId="0" animBg="1"/>
      <p:bldP spid="18" grpId="0" animBg="1"/>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build="p">
        <p:tmplLst>
          <p:tmpl lvl="1">
            <p:tnLst>
              <p:par>
                <p:cTn presetID="10"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anim calcmode="lin" valueType="num">
                      <p:cBhvr>
                        <p:cTn dur="500" fill="hold"/>
                        <p:tgtEl>
                          <p:spTgt spid="25"/>
                        </p:tgtEl>
                        <p:attrNameLst>
                          <p:attrName>ppt_x</p:attrName>
                        </p:attrNameLst>
                      </p:cBhvr>
                      <p:tavLst>
                        <p:tav tm="0">
                          <p:val>
                            <p:strVal val="#ppt_x"/>
                          </p:val>
                        </p:tav>
                        <p:tav tm="100000">
                          <p:val>
                            <p:strVal val="#ppt_x"/>
                          </p:val>
                        </p:tav>
                      </p:tavLst>
                    </p:anim>
                    <p:anim calcmode="lin" valueType="num">
                      <p:cBhvr>
                        <p:cTn dur="500" fill="hold"/>
                        <p:tgtEl>
                          <p:spTgt spid="25"/>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10" presetClass="entr" presetSubtype="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7" grpId="0" build="p">
        <p:tmplLst>
          <p:tmpl lvl="1">
            <p:tnLst>
              <p:par>
                <p:cTn presetID="10"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10"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10"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2" grpId="0" build="p">
        <p:tmplLst>
          <p:tmpl lvl="1">
            <p:tnLst>
              <p:par>
                <p:cTn presetID="42"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anim calcmode="lin" valueType="num">
                      <p:cBhvr>
                        <p:cTn dur="500" fill="hold"/>
                        <p:tgtEl>
                          <p:spTgt spid="32"/>
                        </p:tgtEl>
                        <p:attrNameLst>
                          <p:attrName>ppt_x</p:attrName>
                        </p:attrNameLst>
                      </p:cBhvr>
                      <p:tavLst>
                        <p:tav tm="0">
                          <p:val>
                            <p:strVal val="#ppt_x"/>
                          </p:val>
                        </p:tav>
                        <p:tav tm="100000">
                          <p:val>
                            <p:strVal val="#ppt_x"/>
                          </p:val>
                        </p:tav>
                      </p:tavLst>
                    </p:anim>
                    <p:anim calcmode="lin" valueType="num">
                      <p:cBhvr>
                        <p:cTn dur="500" fill="hold"/>
                        <p:tgtEl>
                          <p:spTgt spid="32"/>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3667A647-27B6-D04C-AFC9-22FE8CE6997D}"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Picture Placeholder 6"/>
          <p:cNvSpPr>
            <a:spLocks noGrp="1"/>
          </p:cNvSpPr>
          <p:nvPr>
            <p:ph type="pic" sz="quarter" idx="13" hasCustomPrompt="1"/>
          </p:nvPr>
        </p:nvSpPr>
        <p:spPr>
          <a:xfrm>
            <a:off x="838200" y="1975890"/>
            <a:ext cx="2046740" cy="2015540"/>
          </a:xfrm>
          <a:solidFill>
            <a:schemeClr val="bg1">
              <a:lumMod val="95000"/>
            </a:schemeClr>
          </a:solidFill>
        </p:spPr>
        <p:txBody>
          <a:bodyPr/>
          <a:lstStyle>
            <a:lvl1pPr>
              <a:defRPr/>
            </a:lvl1pPr>
          </a:lstStyle>
          <a:p>
            <a:r>
              <a:rPr lang="id-ID" dirty="0" smtClean="0"/>
              <a:t>Img</a:t>
            </a:r>
            <a:endParaRPr lang="en-AU" dirty="0"/>
          </a:p>
        </p:txBody>
      </p:sp>
      <p:sp>
        <p:nvSpPr>
          <p:cNvPr id="11" name="Picture Placeholder 6"/>
          <p:cNvSpPr>
            <a:spLocks noGrp="1"/>
          </p:cNvSpPr>
          <p:nvPr>
            <p:ph type="pic" sz="quarter" idx="14" hasCustomPrompt="1"/>
          </p:nvPr>
        </p:nvSpPr>
        <p:spPr>
          <a:xfrm>
            <a:off x="3037340" y="4143830"/>
            <a:ext cx="2046740" cy="2015540"/>
          </a:xfrm>
          <a:solidFill>
            <a:schemeClr val="bg1">
              <a:lumMod val="95000"/>
            </a:schemeClr>
          </a:solidFill>
        </p:spPr>
        <p:txBody>
          <a:bodyPr/>
          <a:lstStyle>
            <a:lvl1pPr>
              <a:defRPr/>
            </a:lvl1pPr>
          </a:lstStyle>
          <a:p>
            <a:r>
              <a:rPr lang="id-ID" dirty="0" smtClean="0"/>
              <a:t>Img</a:t>
            </a:r>
            <a:endParaRPr lang="en-AU" dirty="0"/>
          </a:p>
        </p:txBody>
      </p:sp>
      <p:sp>
        <p:nvSpPr>
          <p:cNvPr id="2" name="Rectangle 1"/>
          <p:cNvSpPr/>
          <p:nvPr userDrawn="1"/>
        </p:nvSpPr>
        <p:spPr>
          <a:xfrm>
            <a:off x="838200" y="4143830"/>
            <a:ext cx="2046740" cy="20155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3" name="Rectangle 12"/>
          <p:cNvSpPr/>
          <p:nvPr userDrawn="1"/>
        </p:nvSpPr>
        <p:spPr>
          <a:xfrm>
            <a:off x="3037340" y="1988171"/>
            <a:ext cx="2046740" cy="20155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4" name="Text Placeholder 10"/>
          <p:cNvSpPr>
            <a:spLocks noGrp="1"/>
          </p:cNvSpPr>
          <p:nvPr>
            <p:ph type="body" sz="quarter" idx="27" hasCustomPrompt="1"/>
          </p:nvPr>
        </p:nvSpPr>
        <p:spPr>
          <a:xfrm>
            <a:off x="943566" y="4443315"/>
            <a:ext cx="1856079" cy="210146"/>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5" name="Text Placeholder 10"/>
          <p:cNvSpPr>
            <a:spLocks noGrp="1"/>
          </p:cNvSpPr>
          <p:nvPr>
            <p:ph type="body" sz="quarter" idx="28" hasCustomPrompt="1"/>
          </p:nvPr>
        </p:nvSpPr>
        <p:spPr>
          <a:xfrm>
            <a:off x="943566" y="4774084"/>
            <a:ext cx="1856079"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8" name="Text Placeholder 10"/>
          <p:cNvSpPr>
            <a:spLocks noGrp="1"/>
          </p:cNvSpPr>
          <p:nvPr>
            <p:ph type="body" sz="quarter" idx="29" hasCustomPrompt="1"/>
          </p:nvPr>
        </p:nvSpPr>
        <p:spPr>
          <a:xfrm>
            <a:off x="3139100" y="2321461"/>
            <a:ext cx="1856079" cy="210146"/>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9" name="Text Placeholder 10"/>
          <p:cNvSpPr>
            <a:spLocks noGrp="1"/>
          </p:cNvSpPr>
          <p:nvPr>
            <p:ph type="body" sz="quarter" idx="30" hasCustomPrompt="1"/>
          </p:nvPr>
        </p:nvSpPr>
        <p:spPr>
          <a:xfrm>
            <a:off x="3139100" y="2652230"/>
            <a:ext cx="1856079"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20" name="Picture Placeholder 6"/>
          <p:cNvSpPr>
            <a:spLocks noGrp="1"/>
          </p:cNvSpPr>
          <p:nvPr>
            <p:ph type="pic" sz="quarter" idx="31" hasCustomPrompt="1"/>
          </p:nvPr>
        </p:nvSpPr>
        <p:spPr>
          <a:xfrm>
            <a:off x="5236480" y="2023193"/>
            <a:ext cx="6117320" cy="1980518"/>
          </a:xfrm>
          <a:solidFill>
            <a:schemeClr val="bg1">
              <a:lumMod val="95000"/>
            </a:schemeClr>
          </a:solidFill>
        </p:spPr>
        <p:txBody>
          <a:bodyPr/>
          <a:lstStyle>
            <a:lvl1pPr>
              <a:defRPr/>
            </a:lvl1pPr>
          </a:lstStyle>
          <a:p>
            <a:r>
              <a:rPr lang="id-ID" dirty="0" smtClean="0"/>
              <a:t>Img</a:t>
            </a:r>
            <a:endParaRPr lang="en-AU" dirty="0"/>
          </a:p>
        </p:txBody>
      </p:sp>
      <p:sp>
        <p:nvSpPr>
          <p:cNvPr id="21" name="Rectangle 20"/>
          <p:cNvSpPr/>
          <p:nvPr userDrawn="1"/>
        </p:nvSpPr>
        <p:spPr>
          <a:xfrm>
            <a:off x="5236480" y="4143830"/>
            <a:ext cx="6117320" cy="20155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2" name="Text Placeholder 10"/>
          <p:cNvSpPr>
            <a:spLocks noGrp="1"/>
          </p:cNvSpPr>
          <p:nvPr>
            <p:ph type="body" sz="quarter" idx="32" hasCustomPrompt="1"/>
          </p:nvPr>
        </p:nvSpPr>
        <p:spPr>
          <a:xfrm>
            <a:off x="5500255" y="4408159"/>
            <a:ext cx="5537858" cy="210146"/>
          </a:xfrm>
        </p:spPr>
        <p:txBody>
          <a:bodyPr>
            <a:noAutofit/>
          </a:bodyPr>
          <a:lstStyle>
            <a:lvl1pPr algn="l">
              <a:defRPr sz="16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3" name="Text Placeholder 10"/>
          <p:cNvSpPr>
            <a:spLocks noGrp="1"/>
          </p:cNvSpPr>
          <p:nvPr>
            <p:ph type="body" sz="quarter" idx="33" hasCustomPrompt="1"/>
          </p:nvPr>
        </p:nvSpPr>
        <p:spPr>
          <a:xfrm>
            <a:off x="5500255" y="4794349"/>
            <a:ext cx="5537858" cy="947408"/>
          </a:xfrm>
        </p:spPr>
        <p:txBody>
          <a:bodyPr>
            <a:noAutofit/>
          </a:bodyPr>
          <a:lstStyle>
            <a:lvl1pPr algn="l">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 here</a:t>
            </a:r>
            <a:endParaRPr lang="en-AU" dirty="0"/>
          </a:p>
        </p:txBody>
      </p:sp>
    </p:spTree>
    <p:extLst>
      <p:ext uri="{BB962C8B-B14F-4D97-AF65-F5344CB8AC3E}">
        <p14:creationId xmlns:p14="http://schemas.microsoft.com/office/powerpoint/2010/main" val="37781267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
                                        <p:tgtEl>
                                          <p:spTgt spid="2"/>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animEffect transition="in" filter="fade">
                                      <p:cBhvr>
                                        <p:cTn id="25" dur="500"/>
                                        <p:tgtEl>
                                          <p:spTgt spid="14">
                                            <p:txEl>
                                              <p:pRg st="0" end="0"/>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5">
                                            <p:txEl>
                                              <p:pRg st="0" end="0"/>
                                            </p:txEl>
                                          </p:spTgt>
                                        </p:tgtEl>
                                        <p:attrNameLst>
                                          <p:attrName>style.visibility</p:attrName>
                                        </p:attrNameLst>
                                      </p:cBhvr>
                                      <p:to>
                                        <p:strVal val="visible"/>
                                      </p:to>
                                    </p:set>
                                    <p:animEffect transition="in" filter="fade">
                                      <p:cBhvr>
                                        <p:cTn id="28" dur="500"/>
                                        <p:tgtEl>
                                          <p:spTgt spid="15">
                                            <p:txEl>
                                              <p:pRg st="0" end="0"/>
                                            </p:txEl>
                                          </p:spTgt>
                                        </p:tgtEl>
                                      </p:cBhvr>
                                    </p:animEffect>
                                  </p:childTnLst>
                                </p:cTn>
                              </p:par>
                            </p:childTnLst>
                          </p:cTn>
                        </p:par>
                        <p:par>
                          <p:cTn id="29" fill="hold">
                            <p:stCondLst>
                              <p:cond delay="2500"/>
                            </p:stCondLst>
                            <p:childTnLst>
                              <p:par>
                                <p:cTn id="30" presetID="53" presetClass="entr" presetSubtype="16"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p:cTn id="32" dur="500" fill="hold"/>
                                        <p:tgtEl>
                                          <p:spTgt spid="11"/>
                                        </p:tgtEl>
                                        <p:attrNameLst>
                                          <p:attrName>ppt_w</p:attrName>
                                        </p:attrNameLst>
                                      </p:cBhvr>
                                      <p:tavLst>
                                        <p:tav tm="0">
                                          <p:val>
                                            <p:fltVal val="0"/>
                                          </p:val>
                                        </p:tav>
                                        <p:tav tm="100000">
                                          <p:val>
                                            <p:strVal val="#ppt_w"/>
                                          </p:val>
                                        </p:tav>
                                      </p:tavLst>
                                    </p:anim>
                                    <p:anim calcmode="lin" valueType="num">
                                      <p:cBhvr>
                                        <p:cTn id="33" dur="500" fill="hold"/>
                                        <p:tgtEl>
                                          <p:spTgt spid="11"/>
                                        </p:tgtEl>
                                        <p:attrNameLst>
                                          <p:attrName>ppt_h</p:attrName>
                                        </p:attrNameLst>
                                      </p:cBhvr>
                                      <p:tavLst>
                                        <p:tav tm="0">
                                          <p:val>
                                            <p:fltVal val="0"/>
                                          </p:val>
                                        </p:tav>
                                        <p:tav tm="100000">
                                          <p:val>
                                            <p:strVal val="#ppt_h"/>
                                          </p:val>
                                        </p:tav>
                                      </p:tavLst>
                                    </p:anim>
                                    <p:animEffect transition="in" filter="fade">
                                      <p:cBhvr>
                                        <p:cTn id="34" dur="500"/>
                                        <p:tgtEl>
                                          <p:spTgt spid="11"/>
                                        </p:tgtEl>
                                      </p:cBhvr>
                                    </p:animEffect>
                                  </p:childTnLst>
                                </p:cTn>
                              </p:par>
                            </p:childTnLst>
                          </p:cTn>
                        </p:par>
                        <p:par>
                          <p:cTn id="35" fill="hold">
                            <p:stCondLst>
                              <p:cond delay="3000"/>
                            </p:stCondLst>
                            <p:childTnLst>
                              <p:par>
                                <p:cTn id="36" presetID="10" presetClass="entr" presetSubtype="0" fill="hold" grpId="0" nodeType="after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childTnLst>
                                </p:cTn>
                              </p:par>
                            </p:childTnLst>
                          </p:cTn>
                        </p:par>
                        <p:par>
                          <p:cTn id="39" fill="hold">
                            <p:stCondLst>
                              <p:cond delay="3500"/>
                            </p:stCondLst>
                            <p:childTnLst>
                              <p:par>
                                <p:cTn id="40" presetID="10" presetClass="entr" presetSubtype="0" fill="hold" grpId="0" nodeType="afterEffect">
                                  <p:stCondLst>
                                    <p:cond delay="0"/>
                                  </p:stCondLst>
                                  <p:childTnLst>
                                    <p:set>
                                      <p:cBhvr>
                                        <p:cTn id="41" dur="1" fill="hold">
                                          <p:stCondLst>
                                            <p:cond delay="0"/>
                                          </p:stCondLst>
                                        </p:cTn>
                                        <p:tgtEl>
                                          <p:spTgt spid="18">
                                            <p:txEl>
                                              <p:pRg st="0" end="0"/>
                                            </p:txEl>
                                          </p:spTgt>
                                        </p:tgtEl>
                                        <p:attrNameLst>
                                          <p:attrName>style.visibility</p:attrName>
                                        </p:attrNameLst>
                                      </p:cBhvr>
                                      <p:to>
                                        <p:strVal val="visible"/>
                                      </p:to>
                                    </p:set>
                                    <p:animEffect transition="in" filter="fade">
                                      <p:cBhvr>
                                        <p:cTn id="42" dur="500"/>
                                        <p:tgtEl>
                                          <p:spTgt spid="18">
                                            <p:txEl>
                                              <p:pRg st="0" end="0"/>
                                            </p:txEl>
                                          </p:spTgt>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9">
                                            <p:txEl>
                                              <p:pRg st="0" end="0"/>
                                            </p:txEl>
                                          </p:spTgt>
                                        </p:tgtEl>
                                        <p:attrNameLst>
                                          <p:attrName>style.visibility</p:attrName>
                                        </p:attrNameLst>
                                      </p:cBhvr>
                                      <p:to>
                                        <p:strVal val="visible"/>
                                      </p:to>
                                    </p:set>
                                    <p:animEffect transition="in" filter="fade">
                                      <p:cBhvr>
                                        <p:cTn id="45" dur="500"/>
                                        <p:tgtEl>
                                          <p:spTgt spid="19">
                                            <p:txEl>
                                              <p:pRg st="0" end="0"/>
                                            </p:txEl>
                                          </p:spTgt>
                                        </p:tgtEl>
                                      </p:cBhvr>
                                    </p:animEffect>
                                  </p:childTnLst>
                                </p:cTn>
                              </p:par>
                            </p:childTnLst>
                          </p:cTn>
                        </p:par>
                        <p:par>
                          <p:cTn id="46" fill="hold">
                            <p:stCondLst>
                              <p:cond delay="4000"/>
                            </p:stCondLst>
                            <p:childTnLst>
                              <p:par>
                                <p:cTn id="47" presetID="53" presetClass="entr" presetSubtype="16" fill="hold" grpId="0" nodeType="afterEffect">
                                  <p:stCondLst>
                                    <p:cond delay="0"/>
                                  </p:stCondLst>
                                  <p:childTnLst>
                                    <p:set>
                                      <p:cBhvr>
                                        <p:cTn id="48" dur="1" fill="hold">
                                          <p:stCondLst>
                                            <p:cond delay="0"/>
                                          </p:stCondLst>
                                        </p:cTn>
                                        <p:tgtEl>
                                          <p:spTgt spid="20"/>
                                        </p:tgtEl>
                                        <p:attrNameLst>
                                          <p:attrName>style.visibility</p:attrName>
                                        </p:attrNameLst>
                                      </p:cBhvr>
                                      <p:to>
                                        <p:strVal val="visible"/>
                                      </p:to>
                                    </p:set>
                                    <p:anim calcmode="lin" valueType="num">
                                      <p:cBhvr>
                                        <p:cTn id="49" dur="500" fill="hold"/>
                                        <p:tgtEl>
                                          <p:spTgt spid="20"/>
                                        </p:tgtEl>
                                        <p:attrNameLst>
                                          <p:attrName>ppt_w</p:attrName>
                                        </p:attrNameLst>
                                      </p:cBhvr>
                                      <p:tavLst>
                                        <p:tav tm="0">
                                          <p:val>
                                            <p:fltVal val="0"/>
                                          </p:val>
                                        </p:tav>
                                        <p:tav tm="100000">
                                          <p:val>
                                            <p:strVal val="#ppt_w"/>
                                          </p:val>
                                        </p:tav>
                                      </p:tavLst>
                                    </p:anim>
                                    <p:anim calcmode="lin" valueType="num">
                                      <p:cBhvr>
                                        <p:cTn id="50" dur="500" fill="hold"/>
                                        <p:tgtEl>
                                          <p:spTgt spid="20"/>
                                        </p:tgtEl>
                                        <p:attrNameLst>
                                          <p:attrName>ppt_h</p:attrName>
                                        </p:attrNameLst>
                                      </p:cBhvr>
                                      <p:tavLst>
                                        <p:tav tm="0">
                                          <p:val>
                                            <p:fltVal val="0"/>
                                          </p:val>
                                        </p:tav>
                                        <p:tav tm="100000">
                                          <p:val>
                                            <p:strVal val="#ppt_h"/>
                                          </p:val>
                                        </p:tav>
                                      </p:tavLst>
                                    </p:anim>
                                    <p:animEffect transition="in" filter="fade">
                                      <p:cBhvr>
                                        <p:cTn id="51" dur="500"/>
                                        <p:tgtEl>
                                          <p:spTgt spid="20"/>
                                        </p:tgtEl>
                                      </p:cBhvr>
                                    </p:animEffect>
                                  </p:childTnLst>
                                </p:cTn>
                              </p:par>
                            </p:childTnLst>
                          </p:cTn>
                        </p:par>
                        <p:par>
                          <p:cTn id="52" fill="hold">
                            <p:stCondLst>
                              <p:cond delay="4500"/>
                            </p:stCondLst>
                            <p:childTnLst>
                              <p:par>
                                <p:cTn id="53" presetID="10" presetClass="entr" presetSubtype="0"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par>
                          <p:cTn id="56" fill="hold">
                            <p:stCondLst>
                              <p:cond delay="5000"/>
                            </p:stCondLst>
                            <p:childTnLst>
                              <p:par>
                                <p:cTn id="57" presetID="10" presetClass="entr" presetSubtype="0" fill="hold" grpId="0" nodeType="afterEffect">
                                  <p:stCondLst>
                                    <p:cond delay="0"/>
                                  </p:stCondLst>
                                  <p:childTnLst>
                                    <p:set>
                                      <p:cBhvr>
                                        <p:cTn id="58" dur="1" fill="hold">
                                          <p:stCondLst>
                                            <p:cond delay="0"/>
                                          </p:stCondLst>
                                        </p:cTn>
                                        <p:tgtEl>
                                          <p:spTgt spid="22">
                                            <p:txEl>
                                              <p:pRg st="0" end="0"/>
                                            </p:txEl>
                                          </p:spTgt>
                                        </p:tgtEl>
                                        <p:attrNameLst>
                                          <p:attrName>style.visibility</p:attrName>
                                        </p:attrNameLst>
                                      </p:cBhvr>
                                      <p:to>
                                        <p:strVal val="visible"/>
                                      </p:to>
                                    </p:set>
                                    <p:animEffect transition="in" filter="fade">
                                      <p:cBhvr>
                                        <p:cTn id="59" dur="500"/>
                                        <p:tgtEl>
                                          <p:spTgt spid="22">
                                            <p:txEl>
                                              <p:pRg st="0" end="0"/>
                                            </p:txEl>
                                          </p:spTgt>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3">
                                            <p:txEl>
                                              <p:pRg st="0" end="0"/>
                                            </p:txEl>
                                          </p:spTgt>
                                        </p:tgtEl>
                                        <p:attrNameLst>
                                          <p:attrName>style.visibility</p:attrName>
                                        </p:attrNameLst>
                                      </p:cBhvr>
                                      <p:to>
                                        <p:strVal val="visible"/>
                                      </p:to>
                                    </p:set>
                                    <p:animEffect transition="in" filter="fade">
                                      <p:cBhvr>
                                        <p:cTn id="62" dur="500"/>
                                        <p:tgtEl>
                                          <p:spTgt spid="2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11" grpId="0" animBg="1"/>
      <p:bldP spid="2" grpId="0" animBg="1"/>
      <p:bldP spid="13" grpId="0" animBg="1"/>
      <p:bldP spid="14" grpId="0" build="p">
        <p:tmplLst>
          <p:tmpl lvl="1">
            <p:tnLst>
              <p:par>
                <p:cTn presetID="10" presetClass="entr" presetSubtype="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5" grpId="0" build="p">
        <p:tmplLst>
          <p:tmpl lvl="1">
            <p:tnLst>
              <p:par>
                <p:cTn presetID="10"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8" grpId="0" build="p">
        <p:tmplLst>
          <p:tmpl lvl="1">
            <p:tnLst>
              <p:par>
                <p:cTn presetID="10"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animBg="1"/>
      <p:bldP spid="21" grpId="0" animBg="1"/>
      <p:bldP spid="22" grpId="0" build="p">
        <p:tmplLst>
          <p:tmpl lvl="1">
            <p:tnLst>
              <p:par>
                <p:cTn presetID="10" presetClass="entr" presetSubtype="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P spid="23" grpId="0" build="p">
        <p:tmplLst>
          <p:tmpl lvl="1">
            <p:tnLst>
              <p:par>
                <p:cTn presetID="10" presetClass="entr" presetSubtype="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Lst>
  </p:timing>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8BDC6BEA-8339-F84A-91B9-B58EF92ABA0D}"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8" name="Picture Placeholder 6"/>
          <p:cNvSpPr>
            <a:spLocks noGrp="1"/>
          </p:cNvSpPr>
          <p:nvPr>
            <p:ph type="pic" sz="quarter" idx="13" hasCustomPrompt="1"/>
          </p:nvPr>
        </p:nvSpPr>
        <p:spPr>
          <a:xfrm>
            <a:off x="0" y="1732353"/>
            <a:ext cx="3049966" cy="2213642"/>
          </a:xfrm>
          <a:solidFill>
            <a:schemeClr val="bg1">
              <a:lumMod val="95000"/>
            </a:schemeClr>
          </a:solidFill>
        </p:spPr>
        <p:txBody>
          <a:bodyPr/>
          <a:lstStyle>
            <a:lvl1pPr>
              <a:defRPr/>
            </a:lvl1pPr>
          </a:lstStyle>
          <a:p>
            <a:r>
              <a:rPr lang="id-ID" dirty="0" smtClean="0"/>
              <a:t>Img</a:t>
            </a:r>
            <a:endParaRPr lang="en-AU" dirty="0"/>
          </a:p>
        </p:txBody>
      </p:sp>
      <p:sp>
        <p:nvSpPr>
          <p:cNvPr id="13" name="Rectangle 12"/>
          <p:cNvSpPr/>
          <p:nvPr userDrawn="1"/>
        </p:nvSpPr>
        <p:spPr>
          <a:xfrm>
            <a:off x="0" y="3956223"/>
            <a:ext cx="3049966" cy="22096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Picture Placeholder 6"/>
          <p:cNvSpPr>
            <a:spLocks noGrp="1"/>
          </p:cNvSpPr>
          <p:nvPr>
            <p:ph type="pic" sz="quarter" idx="14" hasCustomPrompt="1"/>
          </p:nvPr>
        </p:nvSpPr>
        <p:spPr>
          <a:xfrm>
            <a:off x="3049966" y="3952208"/>
            <a:ext cx="3078994" cy="2207429"/>
          </a:xfrm>
          <a:solidFill>
            <a:schemeClr val="bg1">
              <a:lumMod val="95000"/>
            </a:schemeClr>
          </a:solidFill>
        </p:spPr>
        <p:txBody>
          <a:bodyPr/>
          <a:lstStyle>
            <a:lvl1pPr>
              <a:defRPr/>
            </a:lvl1pPr>
          </a:lstStyle>
          <a:p>
            <a:r>
              <a:rPr lang="id-ID" dirty="0" smtClean="0"/>
              <a:t>Img</a:t>
            </a:r>
            <a:endParaRPr lang="en-AU" dirty="0"/>
          </a:p>
        </p:txBody>
      </p:sp>
      <p:sp>
        <p:nvSpPr>
          <p:cNvPr id="30" name="Rectangle 29"/>
          <p:cNvSpPr/>
          <p:nvPr userDrawn="1"/>
        </p:nvSpPr>
        <p:spPr>
          <a:xfrm>
            <a:off x="3049966" y="1732353"/>
            <a:ext cx="3078994" cy="221985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Picture Placeholder 6"/>
          <p:cNvSpPr>
            <a:spLocks noGrp="1"/>
          </p:cNvSpPr>
          <p:nvPr>
            <p:ph type="pic" sz="quarter" idx="15" hasCustomPrompt="1"/>
          </p:nvPr>
        </p:nvSpPr>
        <p:spPr>
          <a:xfrm>
            <a:off x="6128960" y="1738566"/>
            <a:ext cx="3049966" cy="2213642"/>
          </a:xfrm>
          <a:solidFill>
            <a:schemeClr val="bg1">
              <a:lumMod val="95000"/>
            </a:schemeClr>
          </a:solidFill>
        </p:spPr>
        <p:txBody>
          <a:bodyPr/>
          <a:lstStyle>
            <a:lvl1pPr>
              <a:defRPr/>
            </a:lvl1pPr>
          </a:lstStyle>
          <a:p>
            <a:r>
              <a:rPr lang="id-ID" dirty="0" smtClean="0"/>
              <a:t>Img</a:t>
            </a:r>
            <a:endParaRPr lang="en-AU" dirty="0"/>
          </a:p>
        </p:txBody>
      </p:sp>
      <p:sp>
        <p:nvSpPr>
          <p:cNvPr id="32" name="Rectangle 31"/>
          <p:cNvSpPr/>
          <p:nvPr userDrawn="1"/>
        </p:nvSpPr>
        <p:spPr>
          <a:xfrm>
            <a:off x="6128960" y="3952208"/>
            <a:ext cx="3049966" cy="221985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Picture Placeholder 6"/>
          <p:cNvSpPr>
            <a:spLocks noGrp="1"/>
          </p:cNvSpPr>
          <p:nvPr>
            <p:ph type="pic" sz="quarter" idx="16" hasCustomPrompt="1"/>
          </p:nvPr>
        </p:nvSpPr>
        <p:spPr>
          <a:xfrm>
            <a:off x="9178926" y="3941990"/>
            <a:ext cx="3078994" cy="2217647"/>
          </a:xfrm>
          <a:solidFill>
            <a:schemeClr val="bg1">
              <a:lumMod val="95000"/>
            </a:schemeClr>
          </a:solidFill>
        </p:spPr>
        <p:txBody>
          <a:bodyPr/>
          <a:lstStyle>
            <a:lvl1pPr>
              <a:defRPr/>
            </a:lvl1pPr>
          </a:lstStyle>
          <a:p>
            <a:r>
              <a:rPr lang="id-ID" dirty="0" smtClean="0"/>
              <a:t>Img</a:t>
            </a:r>
            <a:endParaRPr lang="en-AU" dirty="0"/>
          </a:p>
        </p:txBody>
      </p:sp>
      <p:sp>
        <p:nvSpPr>
          <p:cNvPr id="34" name="Rectangle 33"/>
          <p:cNvSpPr/>
          <p:nvPr userDrawn="1"/>
        </p:nvSpPr>
        <p:spPr>
          <a:xfrm>
            <a:off x="9178926" y="1732353"/>
            <a:ext cx="3078994" cy="221985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Text Placeholder 10"/>
          <p:cNvSpPr>
            <a:spLocks noGrp="1"/>
          </p:cNvSpPr>
          <p:nvPr>
            <p:ph type="body" sz="quarter" idx="27" hasCustomPrompt="1"/>
          </p:nvPr>
        </p:nvSpPr>
        <p:spPr>
          <a:xfrm>
            <a:off x="482080" y="4287622"/>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6" name="Text Placeholder 10"/>
          <p:cNvSpPr>
            <a:spLocks noGrp="1"/>
          </p:cNvSpPr>
          <p:nvPr>
            <p:ph type="body" sz="quarter" idx="28" hasCustomPrompt="1"/>
          </p:nvPr>
        </p:nvSpPr>
        <p:spPr>
          <a:xfrm>
            <a:off x="482080" y="4624507"/>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37" name="Text Placeholder 10"/>
          <p:cNvSpPr>
            <a:spLocks noGrp="1"/>
          </p:cNvSpPr>
          <p:nvPr>
            <p:ph type="body" sz="quarter" idx="29" hasCustomPrompt="1"/>
          </p:nvPr>
        </p:nvSpPr>
        <p:spPr>
          <a:xfrm>
            <a:off x="3452654" y="2109863"/>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8" name="Text Placeholder 10"/>
          <p:cNvSpPr>
            <a:spLocks noGrp="1"/>
          </p:cNvSpPr>
          <p:nvPr>
            <p:ph type="body" sz="quarter" idx="30" hasCustomPrompt="1"/>
          </p:nvPr>
        </p:nvSpPr>
        <p:spPr>
          <a:xfrm>
            <a:off x="3452654" y="2446748"/>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39" name="Text Placeholder 10"/>
          <p:cNvSpPr>
            <a:spLocks noGrp="1"/>
          </p:cNvSpPr>
          <p:nvPr>
            <p:ph type="body" sz="quarter" idx="31" hasCustomPrompt="1"/>
          </p:nvPr>
        </p:nvSpPr>
        <p:spPr>
          <a:xfrm>
            <a:off x="6531648" y="4323504"/>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40" name="Text Placeholder 10"/>
          <p:cNvSpPr>
            <a:spLocks noGrp="1"/>
          </p:cNvSpPr>
          <p:nvPr>
            <p:ph type="body" sz="quarter" idx="32" hasCustomPrompt="1"/>
          </p:nvPr>
        </p:nvSpPr>
        <p:spPr>
          <a:xfrm>
            <a:off x="6531648" y="4660389"/>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41" name="Text Placeholder 10"/>
          <p:cNvSpPr>
            <a:spLocks noGrp="1"/>
          </p:cNvSpPr>
          <p:nvPr>
            <p:ph type="body" sz="quarter" idx="33" hasCustomPrompt="1"/>
          </p:nvPr>
        </p:nvSpPr>
        <p:spPr>
          <a:xfrm>
            <a:off x="9610642" y="2109863"/>
            <a:ext cx="224459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42" name="Text Placeholder 10"/>
          <p:cNvSpPr>
            <a:spLocks noGrp="1"/>
          </p:cNvSpPr>
          <p:nvPr>
            <p:ph type="body" sz="quarter" idx="34" hasCustomPrompt="1"/>
          </p:nvPr>
        </p:nvSpPr>
        <p:spPr>
          <a:xfrm>
            <a:off x="9610642" y="2446748"/>
            <a:ext cx="2244590" cy="1127951"/>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Tree>
    <p:extLst>
      <p:ext uri="{BB962C8B-B14F-4D97-AF65-F5344CB8AC3E}">
        <p14:creationId xmlns:p14="http://schemas.microsoft.com/office/powerpoint/2010/main" val="33948957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par>
                                <p:cTn id="18" presetID="22" presetClass="entr" presetSubtype="1" fill="hold" grpId="0" nodeType="with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wipe(up)">
                                      <p:cBhvr>
                                        <p:cTn id="20" dur="500"/>
                                        <p:tgtEl>
                                          <p:spTgt spid="13"/>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animEffect transition="in" filter="fade">
                                      <p:cBhvr>
                                        <p:cTn id="23" dur="500"/>
                                        <p:tgtEl>
                                          <p:spTgt spid="35">
                                            <p:txEl>
                                              <p:pRg st="0" end="0"/>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6">
                                            <p:txEl>
                                              <p:pRg st="0" end="0"/>
                                            </p:txEl>
                                          </p:spTgt>
                                        </p:tgtEl>
                                        <p:attrNameLst>
                                          <p:attrName>style.visibility</p:attrName>
                                        </p:attrNameLst>
                                      </p:cBhvr>
                                      <p:to>
                                        <p:strVal val="visible"/>
                                      </p:to>
                                    </p:set>
                                    <p:animEffect transition="in" filter="fade">
                                      <p:cBhvr>
                                        <p:cTn id="26" dur="500"/>
                                        <p:tgtEl>
                                          <p:spTgt spid="36">
                                            <p:txEl>
                                              <p:pRg st="0" end="0"/>
                                            </p:txEl>
                                          </p:spTgt>
                                        </p:tgtEl>
                                      </p:cBhvr>
                                    </p:animEffect>
                                  </p:childTnLst>
                                </p:cTn>
                              </p:par>
                            </p:childTnLst>
                          </p:cTn>
                        </p:par>
                        <p:par>
                          <p:cTn id="27" fill="hold">
                            <p:stCondLst>
                              <p:cond delay="1500"/>
                            </p:stCondLst>
                            <p:childTnLst>
                              <p:par>
                                <p:cTn id="28" presetID="53" presetClass="entr" presetSubtype="16" fill="hold" grpId="0" nodeType="afterEffect">
                                  <p:stCondLst>
                                    <p:cond delay="0"/>
                                  </p:stCondLst>
                                  <p:childTnLst>
                                    <p:set>
                                      <p:cBhvr>
                                        <p:cTn id="29" dur="1" fill="hold">
                                          <p:stCondLst>
                                            <p:cond delay="0"/>
                                          </p:stCondLst>
                                        </p:cTn>
                                        <p:tgtEl>
                                          <p:spTgt spid="29"/>
                                        </p:tgtEl>
                                        <p:attrNameLst>
                                          <p:attrName>style.visibility</p:attrName>
                                        </p:attrNameLst>
                                      </p:cBhvr>
                                      <p:to>
                                        <p:strVal val="visible"/>
                                      </p:to>
                                    </p:set>
                                    <p:anim calcmode="lin" valueType="num">
                                      <p:cBhvr>
                                        <p:cTn id="30" dur="500" fill="hold"/>
                                        <p:tgtEl>
                                          <p:spTgt spid="29"/>
                                        </p:tgtEl>
                                        <p:attrNameLst>
                                          <p:attrName>ppt_w</p:attrName>
                                        </p:attrNameLst>
                                      </p:cBhvr>
                                      <p:tavLst>
                                        <p:tav tm="0">
                                          <p:val>
                                            <p:fltVal val="0"/>
                                          </p:val>
                                        </p:tav>
                                        <p:tav tm="100000">
                                          <p:val>
                                            <p:strVal val="#ppt_w"/>
                                          </p:val>
                                        </p:tav>
                                      </p:tavLst>
                                    </p:anim>
                                    <p:anim calcmode="lin" valueType="num">
                                      <p:cBhvr>
                                        <p:cTn id="31" dur="500" fill="hold"/>
                                        <p:tgtEl>
                                          <p:spTgt spid="29"/>
                                        </p:tgtEl>
                                        <p:attrNameLst>
                                          <p:attrName>ppt_h</p:attrName>
                                        </p:attrNameLst>
                                      </p:cBhvr>
                                      <p:tavLst>
                                        <p:tav tm="0">
                                          <p:val>
                                            <p:fltVal val="0"/>
                                          </p:val>
                                        </p:tav>
                                        <p:tav tm="100000">
                                          <p:val>
                                            <p:strVal val="#ppt_h"/>
                                          </p:val>
                                        </p:tav>
                                      </p:tavLst>
                                    </p:anim>
                                    <p:animEffect transition="in" filter="fade">
                                      <p:cBhvr>
                                        <p:cTn id="32" dur="500"/>
                                        <p:tgtEl>
                                          <p:spTgt spid="29"/>
                                        </p:tgtEl>
                                      </p:cBhvr>
                                    </p:animEffect>
                                  </p:childTnLst>
                                </p:cTn>
                              </p:par>
                              <p:par>
                                <p:cTn id="33" presetID="22" presetClass="entr" presetSubtype="4"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wipe(down)">
                                      <p:cBhvr>
                                        <p:cTn id="35" dur="500"/>
                                        <p:tgtEl>
                                          <p:spTgt spid="30"/>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7">
                                            <p:txEl>
                                              <p:pRg st="0" end="0"/>
                                            </p:txEl>
                                          </p:spTgt>
                                        </p:tgtEl>
                                        <p:attrNameLst>
                                          <p:attrName>style.visibility</p:attrName>
                                        </p:attrNameLst>
                                      </p:cBhvr>
                                      <p:to>
                                        <p:strVal val="visible"/>
                                      </p:to>
                                    </p:set>
                                    <p:animEffect transition="in" filter="fade">
                                      <p:cBhvr>
                                        <p:cTn id="38" dur="500"/>
                                        <p:tgtEl>
                                          <p:spTgt spid="37">
                                            <p:txEl>
                                              <p:pRg st="0" end="0"/>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8">
                                            <p:txEl>
                                              <p:pRg st="0" end="0"/>
                                            </p:txEl>
                                          </p:spTgt>
                                        </p:tgtEl>
                                        <p:attrNameLst>
                                          <p:attrName>style.visibility</p:attrName>
                                        </p:attrNameLst>
                                      </p:cBhvr>
                                      <p:to>
                                        <p:strVal val="visible"/>
                                      </p:to>
                                    </p:set>
                                    <p:animEffect transition="in" filter="fade">
                                      <p:cBhvr>
                                        <p:cTn id="41" dur="500"/>
                                        <p:tgtEl>
                                          <p:spTgt spid="38">
                                            <p:txEl>
                                              <p:pRg st="0" end="0"/>
                                            </p:txEl>
                                          </p:spTgt>
                                        </p:tgtEl>
                                      </p:cBhvr>
                                    </p:animEffect>
                                  </p:childTnLst>
                                </p:cTn>
                              </p:par>
                            </p:childTnLst>
                          </p:cTn>
                        </p:par>
                        <p:par>
                          <p:cTn id="42" fill="hold">
                            <p:stCondLst>
                              <p:cond delay="2000"/>
                            </p:stCondLst>
                            <p:childTnLst>
                              <p:par>
                                <p:cTn id="43" presetID="53" presetClass="entr" presetSubtype="16" fill="hold" grpId="0" nodeType="afterEffect">
                                  <p:stCondLst>
                                    <p:cond delay="0"/>
                                  </p:stCondLst>
                                  <p:childTnLst>
                                    <p:set>
                                      <p:cBhvr>
                                        <p:cTn id="44" dur="1" fill="hold">
                                          <p:stCondLst>
                                            <p:cond delay="0"/>
                                          </p:stCondLst>
                                        </p:cTn>
                                        <p:tgtEl>
                                          <p:spTgt spid="31"/>
                                        </p:tgtEl>
                                        <p:attrNameLst>
                                          <p:attrName>style.visibility</p:attrName>
                                        </p:attrNameLst>
                                      </p:cBhvr>
                                      <p:to>
                                        <p:strVal val="visible"/>
                                      </p:to>
                                    </p:set>
                                    <p:anim calcmode="lin" valueType="num">
                                      <p:cBhvr>
                                        <p:cTn id="45" dur="500" fill="hold"/>
                                        <p:tgtEl>
                                          <p:spTgt spid="31"/>
                                        </p:tgtEl>
                                        <p:attrNameLst>
                                          <p:attrName>ppt_w</p:attrName>
                                        </p:attrNameLst>
                                      </p:cBhvr>
                                      <p:tavLst>
                                        <p:tav tm="0">
                                          <p:val>
                                            <p:fltVal val="0"/>
                                          </p:val>
                                        </p:tav>
                                        <p:tav tm="100000">
                                          <p:val>
                                            <p:strVal val="#ppt_w"/>
                                          </p:val>
                                        </p:tav>
                                      </p:tavLst>
                                    </p:anim>
                                    <p:anim calcmode="lin" valueType="num">
                                      <p:cBhvr>
                                        <p:cTn id="46" dur="500" fill="hold"/>
                                        <p:tgtEl>
                                          <p:spTgt spid="31"/>
                                        </p:tgtEl>
                                        <p:attrNameLst>
                                          <p:attrName>ppt_h</p:attrName>
                                        </p:attrNameLst>
                                      </p:cBhvr>
                                      <p:tavLst>
                                        <p:tav tm="0">
                                          <p:val>
                                            <p:fltVal val="0"/>
                                          </p:val>
                                        </p:tav>
                                        <p:tav tm="100000">
                                          <p:val>
                                            <p:strVal val="#ppt_h"/>
                                          </p:val>
                                        </p:tav>
                                      </p:tavLst>
                                    </p:anim>
                                    <p:animEffect transition="in" filter="fade">
                                      <p:cBhvr>
                                        <p:cTn id="47" dur="500"/>
                                        <p:tgtEl>
                                          <p:spTgt spid="31"/>
                                        </p:tgtEl>
                                      </p:cBhvr>
                                    </p:animEffect>
                                  </p:childTnLst>
                                </p:cTn>
                              </p:par>
                              <p:par>
                                <p:cTn id="48" presetID="22" presetClass="entr" presetSubtype="1" fill="hold" grpId="0" nodeType="with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wipe(up)">
                                      <p:cBhvr>
                                        <p:cTn id="50" dur="500"/>
                                        <p:tgtEl>
                                          <p:spTgt spid="32"/>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9">
                                            <p:txEl>
                                              <p:pRg st="0" end="0"/>
                                            </p:txEl>
                                          </p:spTgt>
                                        </p:tgtEl>
                                        <p:attrNameLst>
                                          <p:attrName>style.visibility</p:attrName>
                                        </p:attrNameLst>
                                      </p:cBhvr>
                                      <p:to>
                                        <p:strVal val="visible"/>
                                      </p:to>
                                    </p:set>
                                    <p:animEffect transition="in" filter="fade">
                                      <p:cBhvr>
                                        <p:cTn id="53" dur="500"/>
                                        <p:tgtEl>
                                          <p:spTgt spid="39">
                                            <p:txEl>
                                              <p:pRg st="0" end="0"/>
                                            </p:txEl>
                                          </p:spTgt>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0">
                                            <p:txEl>
                                              <p:pRg st="0" end="0"/>
                                            </p:txEl>
                                          </p:spTgt>
                                        </p:tgtEl>
                                        <p:attrNameLst>
                                          <p:attrName>style.visibility</p:attrName>
                                        </p:attrNameLst>
                                      </p:cBhvr>
                                      <p:to>
                                        <p:strVal val="visible"/>
                                      </p:to>
                                    </p:set>
                                    <p:animEffect transition="in" filter="fade">
                                      <p:cBhvr>
                                        <p:cTn id="56" dur="500"/>
                                        <p:tgtEl>
                                          <p:spTgt spid="40">
                                            <p:txEl>
                                              <p:pRg st="0" end="0"/>
                                            </p:txEl>
                                          </p:spTgt>
                                        </p:tgtEl>
                                      </p:cBhvr>
                                    </p:animEffect>
                                  </p:childTnLst>
                                </p:cTn>
                              </p:par>
                            </p:childTnLst>
                          </p:cTn>
                        </p:par>
                        <p:par>
                          <p:cTn id="57" fill="hold">
                            <p:stCondLst>
                              <p:cond delay="2500"/>
                            </p:stCondLst>
                            <p:childTnLst>
                              <p:par>
                                <p:cTn id="58" presetID="53" presetClass="entr" presetSubtype="16" fill="hold" grpId="0" nodeType="afterEffect">
                                  <p:stCondLst>
                                    <p:cond delay="0"/>
                                  </p:stCondLst>
                                  <p:childTnLst>
                                    <p:set>
                                      <p:cBhvr>
                                        <p:cTn id="59" dur="1" fill="hold">
                                          <p:stCondLst>
                                            <p:cond delay="0"/>
                                          </p:stCondLst>
                                        </p:cTn>
                                        <p:tgtEl>
                                          <p:spTgt spid="33"/>
                                        </p:tgtEl>
                                        <p:attrNameLst>
                                          <p:attrName>style.visibility</p:attrName>
                                        </p:attrNameLst>
                                      </p:cBhvr>
                                      <p:to>
                                        <p:strVal val="visible"/>
                                      </p:to>
                                    </p:set>
                                    <p:anim calcmode="lin" valueType="num">
                                      <p:cBhvr>
                                        <p:cTn id="60" dur="500" fill="hold"/>
                                        <p:tgtEl>
                                          <p:spTgt spid="33"/>
                                        </p:tgtEl>
                                        <p:attrNameLst>
                                          <p:attrName>ppt_w</p:attrName>
                                        </p:attrNameLst>
                                      </p:cBhvr>
                                      <p:tavLst>
                                        <p:tav tm="0">
                                          <p:val>
                                            <p:fltVal val="0"/>
                                          </p:val>
                                        </p:tav>
                                        <p:tav tm="100000">
                                          <p:val>
                                            <p:strVal val="#ppt_w"/>
                                          </p:val>
                                        </p:tav>
                                      </p:tavLst>
                                    </p:anim>
                                    <p:anim calcmode="lin" valueType="num">
                                      <p:cBhvr>
                                        <p:cTn id="61" dur="500" fill="hold"/>
                                        <p:tgtEl>
                                          <p:spTgt spid="33"/>
                                        </p:tgtEl>
                                        <p:attrNameLst>
                                          <p:attrName>ppt_h</p:attrName>
                                        </p:attrNameLst>
                                      </p:cBhvr>
                                      <p:tavLst>
                                        <p:tav tm="0">
                                          <p:val>
                                            <p:fltVal val="0"/>
                                          </p:val>
                                        </p:tav>
                                        <p:tav tm="100000">
                                          <p:val>
                                            <p:strVal val="#ppt_h"/>
                                          </p:val>
                                        </p:tav>
                                      </p:tavLst>
                                    </p:anim>
                                    <p:animEffect transition="in" filter="fade">
                                      <p:cBhvr>
                                        <p:cTn id="62" dur="500"/>
                                        <p:tgtEl>
                                          <p:spTgt spid="33"/>
                                        </p:tgtEl>
                                      </p:cBhvr>
                                    </p:animEffect>
                                  </p:childTnLst>
                                </p:cTn>
                              </p:par>
                              <p:par>
                                <p:cTn id="63" presetID="22" presetClass="entr" presetSubtype="4" fill="hold" grpId="0" nodeType="withEffect">
                                  <p:stCondLst>
                                    <p:cond delay="0"/>
                                  </p:stCondLst>
                                  <p:childTnLst>
                                    <p:set>
                                      <p:cBhvr>
                                        <p:cTn id="64" dur="1" fill="hold">
                                          <p:stCondLst>
                                            <p:cond delay="0"/>
                                          </p:stCondLst>
                                        </p:cTn>
                                        <p:tgtEl>
                                          <p:spTgt spid="34"/>
                                        </p:tgtEl>
                                        <p:attrNameLst>
                                          <p:attrName>style.visibility</p:attrName>
                                        </p:attrNameLst>
                                      </p:cBhvr>
                                      <p:to>
                                        <p:strVal val="visible"/>
                                      </p:to>
                                    </p:set>
                                    <p:animEffect transition="in" filter="wipe(down)">
                                      <p:cBhvr>
                                        <p:cTn id="65" dur="500"/>
                                        <p:tgtEl>
                                          <p:spTgt spid="34"/>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1">
                                            <p:txEl>
                                              <p:pRg st="0" end="0"/>
                                            </p:txEl>
                                          </p:spTgt>
                                        </p:tgtEl>
                                        <p:attrNameLst>
                                          <p:attrName>style.visibility</p:attrName>
                                        </p:attrNameLst>
                                      </p:cBhvr>
                                      <p:to>
                                        <p:strVal val="visible"/>
                                      </p:to>
                                    </p:set>
                                    <p:animEffect transition="in" filter="fade">
                                      <p:cBhvr>
                                        <p:cTn id="68" dur="500"/>
                                        <p:tgtEl>
                                          <p:spTgt spid="41">
                                            <p:txEl>
                                              <p:pRg st="0" end="0"/>
                                            </p:txEl>
                                          </p:spTgt>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42">
                                            <p:txEl>
                                              <p:pRg st="0" end="0"/>
                                            </p:txEl>
                                          </p:spTgt>
                                        </p:tgtEl>
                                        <p:attrNameLst>
                                          <p:attrName>style.visibility</p:attrName>
                                        </p:attrNameLst>
                                      </p:cBhvr>
                                      <p:to>
                                        <p:strVal val="visible"/>
                                      </p:to>
                                    </p:set>
                                    <p:animEffect transition="in" filter="fade">
                                      <p:cBhvr>
                                        <p:cTn id="71" dur="500"/>
                                        <p:tgtEl>
                                          <p:spTgt spid="4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13" grpId="0" animBg="1"/>
      <p:bldP spid="29" grpId="0" animBg="1"/>
      <p:bldP spid="30" grpId="0" animBg="1"/>
      <p:bldP spid="31" grpId="0" animBg="1"/>
      <p:bldP spid="32" grpId="0" animBg="1"/>
      <p:bldP spid="33" grpId="0" animBg="1"/>
      <p:bldP spid="34" grpId="0" animBg="1"/>
      <p:bldP spid="35" grpId="0" build="p">
        <p:tmplLst>
          <p:tmpl lvl="1">
            <p:tnLst>
              <p:par>
                <p:cTn presetID="10" presetClass="entr" presetSubtype="0" fill="hold" nodeType="with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fade">
                      <p:cBhvr>
                        <p:cTn dur="500"/>
                        <p:tgtEl>
                          <p:spTgt spid="35"/>
                        </p:tgtEl>
                      </p:cBhvr>
                    </p:animEffect>
                  </p:childTnLst>
                </p:cTn>
              </p:par>
            </p:tnLst>
          </p:tmpl>
        </p:tmplLst>
      </p:bldP>
      <p:bldP spid="36" grpId="0" build="p">
        <p:tmplLst>
          <p:tmpl lvl="1">
            <p:tnLst>
              <p:par>
                <p:cTn presetID="10" presetClass="entr" presetSubtype="0" fill="hold" nodeType="with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7" grpId="0" build="p">
        <p:tmplLst>
          <p:tmpl lvl="1">
            <p:tnLst>
              <p:par>
                <p:cTn presetID="10" presetClass="entr" presetSubtype="0" fill="hold" nodeType="with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8" grpId="0" build="p">
        <p:tmplLst>
          <p:tmpl lvl="1">
            <p:tnLst>
              <p:par>
                <p:cTn presetID="10" presetClass="entr" presetSubtype="0" fill="hold" nodeType="with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39" grpId="0" build="p">
        <p:tmplLst>
          <p:tmpl lvl="1">
            <p:tnLst>
              <p:par>
                <p:cTn presetID="10"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0" grpId="0" build="p">
        <p:tmplLst>
          <p:tmpl lvl="1">
            <p:tnLst>
              <p:par>
                <p:cTn presetID="10"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build="p">
        <p:tmplLst>
          <p:tmpl lvl="1">
            <p:tnLst>
              <p:par>
                <p:cTn presetID="10"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42" grpId="0" build="p">
        <p:tmplLst>
          <p:tmpl lvl="1">
            <p:tnLst>
              <p:par>
                <p:cTn presetID="10"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Lst>
  </p:timing>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33B02F36-6C0B-594B-B537-60616E645D2D}"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7"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25" name="Rectangle 24"/>
          <p:cNvSpPr/>
          <p:nvPr/>
        </p:nvSpPr>
        <p:spPr>
          <a:xfrm>
            <a:off x="750415" y="4140551"/>
            <a:ext cx="2438400" cy="1556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28" name="Rectangle 27"/>
          <p:cNvSpPr/>
          <p:nvPr/>
        </p:nvSpPr>
        <p:spPr>
          <a:xfrm>
            <a:off x="3513935" y="4140551"/>
            <a:ext cx="2438400" cy="15569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45" name="Rectangle 44"/>
          <p:cNvSpPr/>
          <p:nvPr/>
        </p:nvSpPr>
        <p:spPr>
          <a:xfrm>
            <a:off x="6252376" y="4140551"/>
            <a:ext cx="2438400" cy="15569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48" name="Rectangle 47"/>
          <p:cNvSpPr/>
          <p:nvPr/>
        </p:nvSpPr>
        <p:spPr>
          <a:xfrm>
            <a:off x="9015896" y="4138659"/>
            <a:ext cx="2438400" cy="15569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a:solidFill>
                <a:prstClr val="white"/>
              </a:solidFill>
            </a:endParaRPr>
          </a:p>
        </p:txBody>
      </p:sp>
      <p:sp>
        <p:nvSpPr>
          <p:cNvPr id="49" name="Picture Placeholder 48"/>
          <p:cNvSpPr>
            <a:spLocks noGrp="1"/>
          </p:cNvSpPr>
          <p:nvPr>
            <p:ph type="pic" sz="quarter" idx="13"/>
          </p:nvPr>
        </p:nvSpPr>
        <p:spPr>
          <a:xfrm>
            <a:off x="750414" y="1953469"/>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0" name="Picture Placeholder 49"/>
          <p:cNvSpPr>
            <a:spLocks noGrp="1"/>
          </p:cNvSpPr>
          <p:nvPr>
            <p:ph type="pic" sz="quarter" idx="14"/>
          </p:nvPr>
        </p:nvSpPr>
        <p:spPr>
          <a:xfrm>
            <a:off x="3513934" y="1953469"/>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1" name="Picture Placeholder 50"/>
          <p:cNvSpPr>
            <a:spLocks noGrp="1"/>
          </p:cNvSpPr>
          <p:nvPr>
            <p:ph type="pic" sz="quarter" idx="15"/>
          </p:nvPr>
        </p:nvSpPr>
        <p:spPr>
          <a:xfrm>
            <a:off x="6252376" y="1953469"/>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2" name="Picture Placeholder 51"/>
          <p:cNvSpPr>
            <a:spLocks noGrp="1"/>
          </p:cNvSpPr>
          <p:nvPr>
            <p:ph type="pic" sz="quarter" idx="16"/>
          </p:nvPr>
        </p:nvSpPr>
        <p:spPr>
          <a:xfrm>
            <a:off x="9015896" y="1955361"/>
            <a:ext cx="2438400" cy="2187081"/>
          </a:xfrm>
          <a:custGeom>
            <a:avLst/>
            <a:gdLst>
              <a:gd name="connsiteX0" fmla="*/ 0 w 2438400"/>
              <a:gd name="connsiteY0" fmla="*/ 0 h 2187081"/>
              <a:gd name="connsiteX1" fmla="*/ 2438400 w 2438400"/>
              <a:gd name="connsiteY1" fmla="*/ 0 h 2187081"/>
              <a:gd name="connsiteX2" fmla="*/ 2438400 w 2438400"/>
              <a:gd name="connsiteY2" fmla="*/ 2187081 h 2187081"/>
              <a:gd name="connsiteX3" fmla="*/ 0 w 2438400"/>
              <a:gd name="connsiteY3" fmla="*/ 2187081 h 2187081"/>
            </a:gdLst>
            <a:ahLst/>
            <a:cxnLst>
              <a:cxn ang="0">
                <a:pos x="connsiteX0" y="connsiteY0"/>
              </a:cxn>
              <a:cxn ang="0">
                <a:pos x="connsiteX1" y="connsiteY1"/>
              </a:cxn>
              <a:cxn ang="0">
                <a:pos x="connsiteX2" y="connsiteY2"/>
              </a:cxn>
              <a:cxn ang="0">
                <a:pos x="connsiteX3" y="connsiteY3"/>
              </a:cxn>
            </a:cxnLst>
            <a:rect l="l" t="t" r="r" b="b"/>
            <a:pathLst>
              <a:path w="2438400" h="2187081">
                <a:moveTo>
                  <a:pt x="0" y="0"/>
                </a:moveTo>
                <a:lnTo>
                  <a:pt x="2438400" y="0"/>
                </a:lnTo>
                <a:lnTo>
                  <a:pt x="2438400" y="2187081"/>
                </a:lnTo>
                <a:lnTo>
                  <a:pt x="0" y="2187081"/>
                </a:lnTo>
                <a:close/>
              </a:path>
            </a:pathLst>
          </a:custGeom>
          <a:solidFill>
            <a:schemeClr val="bg1">
              <a:lumMod val="95000"/>
            </a:schemeClr>
          </a:solidFill>
        </p:spPr>
        <p:txBody>
          <a:bodyPr wrap="square">
            <a:noAutofit/>
          </a:bodyPr>
          <a:lstStyle/>
          <a:p>
            <a:endParaRPr lang="en-AU"/>
          </a:p>
        </p:txBody>
      </p:sp>
      <p:sp>
        <p:nvSpPr>
          <p:cNvPr id="53" name="Text Placeholder 10"/>
          <p:cNvSpPr>
            <a:spLocks noGrp="1"/>
          </p:cNvSpPr>
          <p:nvPr>
            <p:ph type="body" sz="quarter" idx="17" hasCustomPrompt="1"/>
          </p:nvPr>
        </p:nvSpPr>
        <p:spPr>
          <a:xfrm>
            <a:off x="750413"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4" name="Text Placeholder 10"/>
          <p:cNvSpPr>
            <a:spLocks noGrp="1"/>
          </p:cNvSpPr>
          <p:nvPr>
            <p:ph type="body" sz="quarter" idx="18" hasCustomPrompt="1"/>
          </p:nvPr>
        </p:nvSpPr>
        <p:spPr>
          <a:xfrm>
            <a:off x="750414"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55" name="Text Placeholder 10"/>
          <p:cNvSpPr>
            <a:spLocks noGrp="1"/>
          </p:cNvSpPr>
          <p:nvPr>
            <p:ph type="body" sz="quarter" idx="19" hasCustomPrompt="1"/>
          </p:nvPr>
        </p:nvSpPr>
        <p:spPr>
          <a:xfrm>
            <a:off x="3513934"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6" name="Text Placeholder 10"/>
          <p:cNvSpPr>
            <a:spLocks noGrp="1"/>
          </p:cNvSpPr>
          <p:nvPr>
            <p:ph type="body" sz="quarter" idx="20" hasCustomPrompt="1"/>
          </p:nvPr>
        </p:nvSpPr>
        <p:spPr>
          <a:xfrm>
            <a:off x="3513935"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57" name="Text Placeholder 10"/>
          <p:cNvSpPr>
            <a:spLocks noGrp="1"/>
          </p:cNvSpPr>
          <p:nvPr>
            <p:ph type="body" sz="quarter" idx="21" hasCustomPrompt="1"/>
          </p:nvPr>
        </p:nvSpPr>
        <p:spPr>
          <a:xfrm>
            <a:off x="6277455"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58" name="Text Placeholder 10"/>
          <p:cNvSpPr>
            <a:spLocks noGrp="1"/>
          </p:cNvSpPr>
          <p:nvPr>
            <p:ph type="body" sz="quarter" idx="22" hasCustomPrompt="1"/>
          </p:nvPr>
        </p:nvSpPr>
        <p:spPr>
          <a:xfrm>
            <a:off x="6277456"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59" name="Text Placeholder 10"/>
          <p:cNvSpPr>
            <a:spLocks noGrp="1"/>
          </p:cNvSpPr>
          <p:nvPr>
            <p:ph type="body" sz="quarter" idx="23" hasCustomPrompt="1"/>
          </p:nvPr>
        </p:nvSpPr>
        <p:spPr>
          <a:xfrm>
            <a:off x="9015895" y="4570014"/>
            <a:ext cx="2438401" cy="273368"/>
          </a:xfrm>
        </p:spPr>
        <p:txBody>
          <a:bodyPr/>
          <a:lstStyle>
            <a:lvl1pPr algn="ct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60" name="Text Placeholder 10"/>
          <p:cNvSpPr>
            <a:spLocks noGrp="1"/>
          </p:cNvSpPr>
          <p:nvPr>
            <p:ph type="body" sz="quarter" idx="24" hasCustomPrompt="1"/>
          </p:nvPr>
        </p:nvSpPr>
        <p:spPr>
          <a:xfrm>
            <a:off x="9015896" y="4921583"/>
            <a:ext cx="2438400" cy="1085225"/>
          </a:xfrm>
        </p:spPr>
        <p:txBody>
          <a:bodyPr>
            <a:normAutofit/>
          </a:bodyPr>
          <a:lstStyle>
            <a:lvl1pPr algn="ct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36233253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fade">
                                      <p:cBhvr>
                                        <p:cTn id="15" dur="500"/>
                                        <p:tgtEl>
                                          <p:spTgt spid="4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fade">
                                      <p:cBhvr>
                                        <p:cTn id="18" dur="500"/>
                                        <p:tgtEl>
                                          <p:spTgt spid="25"/>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53">
                                            <p:txEl>
                                              <p:pRg st="0" end="0"/>
                                            </p:txEl>
                                          </p:spTgt>
                                        </p:tgtEl>
                                        <p:attrNameLst>
                                          <p:attrName>style.visibility</p:attrName>
                                        </p:attrNameLst>
                                      </p:cBhvr>
                                      <p:to>
                                        <p:strVal val="visible"/>
                                      </p:to>
                                    </p:set>
                                    <p:animEffect transition="in" filter="fade">
                                      <p:cBhvr>
                                        <p:cTn id="22" dur="500"/>
                                        <p:tgtEl>
                                          <p:spTgt spid="53">
                                            <p:txEl>
                                              <p:pRg st="0" end="0"/>
                                            </p:txEl>
                                          </p:spTgt>
                                        </p:tgtEl>
                                      </p:cBhvr>
                                    </p:animEffect>
                                  </p:childTnLst>
                                </p:cTn>
                              </p:par>
                              <p:par>
                                <p:cTn id="23" presetID="42" presetClass="entr" presetSubtype="0" fill="hold" grpId="0" nodeType="withEffect">
                                  <p:stCondLst>
                                    <p:cond delay="0"/>
                                  </p:stCondLst>
                                  <p:childTnLst>
                                    <p:set>
                                      <p:cBhvr>
                                        <p:cTn id="24" dur="1" fill="hold">
                                          <p:stCondLst>
                                            <p:cond delay="0"/>
                                          </p:stCondLst>
                                        </p:cTn>
                                        <p:tgtEl>
                                          <p:spTgt spid="54">
                                            <p:txEl>
                                              <p:pRg st="0" end="0"/>
                                            </p:txEl>
                                          </p:spTgt>
                                        </p:tgtEl>
                                        <p:attrNameLst>
                                          <p:attrName>style.visibility</p:attrName>
                                        </p:attrNameLst>
                                      </p:cBhvr>
                                      <p:to>
                                        <p:strVal val="visible"/>
                                      </p:to>
                                    </p:set>
                                    <p:animEffect transition="in" filter="fade">
                                      <p:cBhvr>
                                        <p:cTn id="25" dur="500"/>
                                        <p:tgtEl>
                                          <p:spTgt spid="54">
                                            <p:txEl>
                                              <p:pRg st="0" end="0"/>
                                            </p:txEl>
                                          </p:spTgt>
                                        </p:tgtEl>
                                      </p:cBhvr>
                                    </p:animEffect>
                                    <p:anim calcmode="lin" valueType="num">
                                      <p:cBhvr>
                                        <p:cTn id="26" dur="500" fill="hold"/>
                                        <p:tgtEl>
                                          <p:spTgt spid="54">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54">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50"/>
                                        </p:tgtEl>
                                        <p:attrNameLst>
                                          <p:attrName>style.visibility</p:attrName>
                                        </p:attrNameLst>
                                      </p:cBhvr>
                                      <p:to>
                                        <p:strVal val="visible"/>
                                      </p:to>
                                    </p:set>
                                    <p:animEffect transition="in" filter="fade">
                                      <p:cBhvr>
                                        <p:cTn id="31" dur="500"/>
                                        <p:tgtEl>
                                          <p:spTgt spid="5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fade">
                                      <p:cBhvr>
                                        <p:cTn id="34" dur="500"/>
                                        <p:tgtEl>
                                          <p:spTgt spid="28"/>
                                        </p:tgtEl>
                                      </p:cBhvr>
                                    </p:animEffect>
                                  </p:childTnLst>
                                </p:cTn>
                              </p:par>
                            </p:childTnLst>
                          </p:cTn>
                        </p:par>
                        <p:par>
                          <p:cTn id="35" fill="hold">
                            <p:stCondLst>
                              <p:cond delay="2500"/>
                            </p:stCondLst>
                            <p:childTnLst>
                              <p:par>
                                <p:cTn id="36" presetID="10" presetClass="entr" presetSubtype="0" fill="hold" grpId="0" nodeType="afterEffect">
                                  <p:stCondLst>
                                    <p:cond delay="0"/>
                                  </p:stCondLst>
                                  <p:childTnLst>
                                    <p:set>
                                      <p:cBhvr>
                                        <p:cTn id="37" dur="1" fill="hold">
                                          <p:stCondLst>
                                            <p:cond delay="0"/>
                                          </p:stCondLst>
                                        </p:cTn>
                                        <p:tgtEl>
                                          <p:spTgt spid="55">
                                            <p:txEl>
                                              <p:pRg st="0" end="0"/>
                                            </p:txEl>
                                          </p:spTgt>
                                        </p:tgtEl>
                                        <p:attrNameLst>
                                          <p:attrName>style.visibility</p:attrName>
                                        </p:attrNameLst>
                                      </p:cBhvr>
                                      <p:to>
                                        <p:strVal val="visible"/>
                                      </p:to>
                                    </p:set>
                                    <p:animEffect transition="in" filter="fade">
                                      <p:cBhvr>
                                        <p:cTn id="38" dur="500"/>
                                        <p:tgtEl>
                                          <p:spTgt spid="55">
                                            <p:txEl>
                                              <p:pRg st="0" end="0"/>
                                            </p:txEl>
                                          </p:spTgt>
                                        </p:tgtEl>
                                      </p:cBhvr>
                                    </p:animEffect>
                                  </p:childTnLst>
                                </p:cTn>
                              </p:par>
                              <p:par>
                                <p:cTn id="39" presetID="42" presetClass="entr" presetSubtype="0" fill="hold" grpId="0" nodeType="withEffect">
                                  <p:stCondLst>
                                    <p:cond delay="0"/>
                                  </p:stCondLst>
                                  <p:childTnLst>
                                    <p:set>
                                      <p:cBhvr>
                                        <p:cTn id="40" dur="1" fill="hold">
                                          <p:stCondLst>
                                            <p:cond delay="0"/>
                                          </p:stCondLst>
                                        </p:cTn>
                                        <p:tgtEl>
                                          <p:spTgt spid="56">
                                            <p:txEl>
                                              <p:pRg st="0" end="0"/>
                                            </p:txEl>
                                          </p:spTgt>
                                        </p:tgtEl>
                                        <p:attrNameLst>
                                          <p:attrName>style.visibility</p:attrName>
                                        </p:attrNameLst>
                                      </p:cBhvr>
                                      <p:to>
                                        <p:strVal val="visible"/>
                                      </p:to>
                                    </p:set>
                                    <p:animEffect transition="in" filter="fade">
                                      <p:cBhvr>
                                        <p:cTn id="41" dur="500"/>
                                        <p:tgtEl>
                                          <p:spTgt spid="56">
                                            <p:txEl>
                                              <p:pRg st="0" end="0"/>
                                            </p:txEl>
                                          </p:spTgt>
                                        </p:tgtEl>
                                      </p:cBhvr>
                                    </p:animEffect>
                                    <p:anim calcmode="lin" valueType="num">
                                      <p:cBhvr>
                                        <p:cTn id="42" dur="500" fill="hold"/>
                                        <p:tgtEl>
                                          <p:spTgt spid="5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5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3000"/>
                            </p:stCondLst>
                            <p:childTnLst>
                              <p:par>
                                <p:cTn id="45" presetID="10" presetClass="entr" presetSubtype="0" fill="hold" grpId="0" nodeType="afterEffect">
                                  <p:stCondLst>
                                    <p:cond delay="0"/>
                                  </p:stCondLst>
                                  <p:childTnLst>
                                    <p:set>
                                      <p:cBhvr>
                                        <p:cTn id="46" dur="1" fill="hold">
                                          <p:stCondLst>
                                            <p:cond delay="0"/>
                                          </p:stCondLst>
                                        </p:cTn>
                                        <p:tgtEl>
                                          <p:spTgt spid="51"/>
                                        </p:tgtEl>
                                        <p:attrNameLst>
                                          <p:attrName>style.visibility</p:attrName>
                                        </p:attrNameLst>
                                      </p:cBhvr>
                                      <p:to>
                                        <p:strVal val="visible"/>
                                      </p:to>
                                    </p:set>
                                    <p:animEffect transition="in" filter="fade">
                                      <p:cBhvr>
                                        <p:cTn id="47" dur="500"/>
                                        <p:tgtEl>
                                          <p:spTgt spid="51"/>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45"/>
                                        </p:tgtEl>
                                        <p:attrNameLst>
                                          <p:attrName>style.visibility</p:attrName>
                                        </p:attrNameLst>
                                      </p:cBhvr>
                                      <p:to>
                                        <p:strVal val="visible"/>
                                      </p:to>
                                    </p:set>
                                    <p:animEffect transition="in" filter="fade">
                                      <p:cBhvr>
                                        <p:cTn id="50" dur="500"/>
                                        <p:tgtEl>
                                          <p:spTgt spid="45"/>
                                        </p:tgtEl>
                                      </p:cBhvr>
                                    </p:animEffect>
                                  </p:childTnLst>
                                </p:cTn>
                              </p:par>
                            </p:childTnLst>
                          </p:cTn>
                        </p:par>
                        <p:par>
                          <p:cTn id="51" fill="hold">
                            <p:stCondLst>
                              <p:cond delay="3500"/>
                            </p:stCondLst>
                            <p:childTnLst>
                              <p:par>
                                <p:cTn id="52" presetID="10" presetClass="entr" presetSubtype="0" fill="hold" grpId="0" nodeType="afterEffect">
                                  <p:stCondLst>
                                    <p:cond delay="0"/>
                                  </p:stCondLst>
                                  <p:childTnLst>
                                    <p:set>
                                      <p:cBhvr>
                                        <p:cTn id="53" dur="1" fill="hold">
                                          <p:stCondLst>
                                            <p:cond delay="0"/>
                                          </p:stCondLst>
                                        </p:cTn>
                                        <p:tgtEl>
                                          <p:spTgt spid="57">
                                            <p:txEl>
                                              <p:pRg st="0" end="0"/>
                                            </p:txEl>
                                          </p:spTgt>
                                        </p:tgtEl>
                                        <p:attrNameLst>
                                          <p:attrName>style.visibility</p:attrName>
                                        </p:attrNameLst>
                                      </p:cBhvr>
                                      <p:to>
                                        <p:strVal val="visible"/>
                                      </p:to>
                                    </p:set>
                                    <p:animEffect transition="in" filter="fade">
                                      <p:cBhvr>
                                        <p:cTn id="54" dur="500"/>
                                        <p:tgtEl>
                                          <p:spTgt spid="57">
                                            <p:txEl>
                                              <p:pRg st="0" end="0"/>
                                            </p:txEl>
                                          </p:spTgt>
                                        </p:tgtEl>
                                      </p:cBhvr>
                                    </p:animEffect>
                                  </p:childTnLst>
                                </p:cTn>
                              </p:par>
                              <p:par>
                                <p:cTn id="55" presetID="42" presetClass="entr" presetSubtype="0" fill="hold" grpId="0" nodeType="withEffect">
                                  <p:stCondLst>
                                    <p:cond delay="0"/>
                                  </p:stCondLst>
                                  <p:childTnLst>
                                    <p:set>
                                      <p:cBhvr>
                                        <p:cTn id="56" dur="1" fill="hold">
                                          <p:stCondLst>
                                            <p:cond delay="0"/>
                                          </p:stCondLst>
                                        </p:cTn>
                                        <p:tgtEl>
                                          <p:spTgt spid="58">
                                            <p:txEl>
                                              <p:pRg st="0" end="0"/>
                                            </p:txEl>
                                          </p:spTgt>
                                        </p:tgtEl>
                                        <p:attrNameLst>
                                          <p:attrName>style.visibility</p:attrName>
                                        </p:attrNameLst>
                                      </p:cBhvr>
                                      <p:to>
                                        <p:strVal val="visible"/>
                                      </p:to>
                                    </p:set>
                                    <p:animEffect transition="in" filter="fade">
                                      <p:cBhvr>
                                        <p:cTn id="57" dur="500"/>
                                        <p:tgtEl>
                                          <p:spTgt spid="58">
                                            <p:txEl>
                                              <p:pRg st="0" end="0"/>
                                            </p:txEl>
                                          </p:spTgt>
                                        </p:tgtEl>
                                      </p:cBhvr>
                                    </p:animEffect>
                                    <p:anim calcmode="lin" valueType="num">
                                      <p:cBhvr>
                                        <p:cTn id="58" dur="500" fill="hold"/>
                                        <p:tgtEl>
                                          <p:spTgt spid="58">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58">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4000"/>
                            </p:stCondLst>
                            <p:childTnLst>
                              <p:par>
                                <p:cTn id="61" presetID="10" presetClass="entr" presetSubtype="0" fill="hold" grpId="0" nodeType="afterEffect">
                                  <p:stCondLst>
                                    <p:cond delay="0"/>
                                  </p:stCondLst>
                                  <p:childTnLst>
                                    <p:set>
                                      <p:cBhvr>
                                        <p:cTn id="62" dur="1" fill="hold">
                                          <p:stCondLst>
                                            <p:cond delay="0"/>
                                          </p:stCondLst>
                                        </p:cTn>
                                        <p:tgtEl>
                                          <p:spTgt spid="52"/>
                                        </p:tgtEl>
                                        <p:attrNameLst>
                                          <p:attrName>style.visibility</p:attrName>
                                        </p:attrNameLst>
                                      </p:cBhvr>
                                      <p:to>
                                        <p:strVal val="visible"/>
                                      </p:to>
                                    </p:set>
                                    <p:animEffect transition="in" filter="fade">
                                      <p:cBhvr>
                                        <p:cTn id="63" dur="500"/>
                                        <p:tgtEl>
                                          <p:spTgt spid="52"/>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48"/>
                                        </p:tgtEl>
                                        <p:attrNameLst>
                                          <p:attrName>style.visibility</p:attrName>
                                        </p:attrNameLst>
                                      </p:cBhvr>
                                      <p:to>
                                        <p:strVal val="visible"/>
                                      </p:to>
                                    </p:set>
                                    <p:animEffect transition="in" filter="fade">
                                      <p:cBhvr>
                                        <p:cTn id="66" dur="500"/>
                                        <p:tgtEl>
                                          <p:spTgt spid="48"/>
                                        </p:tgtEl>
                                      </p:cBhvr>
                                    </p:animEffect>
                                  </p:childTnLst>
                                </p:cTn>
                              </p:par>
                            </p:childTnLst>
                          </p:cTn>
                        </p:par>
                        <p:par>
                          <p:cTn id="67" fill="hold">
                            <p:stCondLst>
                              <p:cond delay="4500"/>
                            </p:stCondLst>
                            <p:childTnLst>
                              <p:par>
                                <p:cTn id="68" presetID="10" presetClass="entr" presetSubtype="0" fill="hold" grpId="0" nodeType="afterEffect">
                                  <p:stCondLst>
                                    <p:cond delay="0"/>
                                  </p:stCondLst>
                                  <p:childTnLst>
                                    <p:set>
                                      <p:cBhvr>
                                        <p:cTn id="69" dur="1" fill="hold">
                                          <p:stCondLst>
                                            <p:cond delay="0"/>
                                          </p:stCondLst>
                                        </p:cTn>
                                        <p:tgtEl>
                                          <p:spTgt spid="59">
                                            <p:txEl>
                                              <p:pRg st="0" end="0"/>
                                            </p:txEl>
                                          </p:spTgt>
                                        </p:tgtEl>
                                        <p:attrNameLst>
                                          <p:attrName>style.visibility</p:attrName>
                                        </p:attrNameLst>
                                      </p:cBhvr>
                                      <p:to>
                                        <p:strVal val="visible"/>
                                      </p:to>
                                    </p:set>
                                    <p:animEffect transition="in" filter="fade">
                                      <p:cBhvr>
                                        <p:cTn id="70" dur="500"/>
                                        <p:tgtEl>
                                          <p:spTgt spid="59">
                                            <p:txEl>
                                              <p:pRg st="0" end="0"/>
                                            </p:txEl>
                                          </p:spTgt>
                                        </p:tgtEl>
                                      </p:cBhvr>
                                    </p:animEffect>
                                  </p:childTnLst>
                                </p:cTn>
                              </p:par>
                              <p:par>
                                <p:cTn id="71" presetID="42" presetClass="entr" presetSubtype="0" fill="hold" grpId="0" nodeType="withEffect">
                                  <p:stCondLst>
                                    <p:cond delay="0"/>
                                  </p:stCondLst>
                                  <p:childTnLst>
                                    <p:set>
                                      <p:cBhvr>
                                        <p:cTn id="72" dur="1" fill="hold">
                                          <p:stCondLst>
                                            <p:cond delay="0"/>
                                          </p:stCondLst>
                                        </p:cTn>
                                        <p:tgtEl>
                                          <p:spTgt spid="60">
                                            <p:txEl>
                                              <p:pRg st="0" end="0"/>
                                            </p:txEl>
                                          </p:spTgt>
                                        </p:tgtEl>
                                        <p:attrNameLst>
                                          <p:attrName>style.visibility</p:attrName>
                                        </p:attrNameLst>
                                      </p:cBhvr>
                                      <p:to>
                                        <p:strVal val="visible"/>
                                      </p:to>
                                    </p:set>
                                    <p:animEffect transition="in" filter="fade">
                                      <p:cBhvr>
                                        <p:cTn id="73" dur="500"/>
                                        <p:tgtEl>
                                          <p:spTgt spid="60">
                                            <p:txEl>
                                              <p:pRg st="0" end="0"/>
                                            </p:txEl>
                                          </p:spTgt>
                                        </p:tgtEl>
                                      </p:cBhvr>
                                    </p:animEffect>
                                    <p:anim calcmode="lin" valueType="num">
                                      <p:cBhvr>
                                        <p:cTn id="74" dur="500" fill="hold"/>
                                        <p:tgtEl>
                                          <p:spTgt spid="60">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6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25" grpId="0" animBg="1"/>
      <p:bldP spid="28" grpId="0" animBg="1"/>
      <p:bldP spid="45" grpId="0" animBg="1"/>
      <p:bldP spid="48" grpId="0" animBg="1"/>
      <p:bldP spid="49" grpId="0" animBg="1"/>
      <p:bldP spid="50" grpId="0" animBg="1"/>
      <p:bldP spid="51" grpId="0" animBg="1"/>
      <p:bldP spid="52" grpId="0" animBg="1"/>
      <p:bldP spid="53" grpId="0" build="p">
        <p:tmplLst>
          <p:tmpl lvl="1">
            <p:tnLst>
              <p:par>
                <p:cTn presetID="10" presetClass="entr" presetSubtype="0"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4" grpId="0" build="p">
        <p:tmplLst>
          <p:tmpl lvl="1">
            <p:tnLst>
              <p:par>
                <p:cTn presetID="42" presetClass="entr" presetSubtype="0"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fade">
                      <p:cBhvr>
                        <p:cTn dur="500"/>
                        <p:tgtEl>
                          <p:spTgt spid="54"/>
                        </p:tgtEl>
                      </p:cBhvr>
                    </p:animEffect>
                    <p:anim calcmode="lin" valueType="num">
                      <p:cBhvr>
                        <p:cTn dur="500" fill="hold"/>
                        <p:tgtEl>
                          <p:spTgt spid="54"/>
                        </p:tgtEl>
                        <p:attrNameLst>
                          <p:attrName>ppt_x</p:attrName>
                        </p:attrNameLst>
                      </p:cBhvr>
                      <p:tavLst>
                        <p:tav tm="0">
                          <p:val>
                            <p:strVal val="#ppt_x"/>
                          </p:val>
                        </p:tav>
                        <p:tav tm="100000">
                          <p:val>
                            <p:strVal val="#ppt_x"/>
                          </p:val>
                        </p:tav>
                      </p:tavLst>
                    </p:anim>
                    <p:anim calcmode="lin" valueType="num">
                      <p:cBhvr>
                        <p:cTn dur="500" fill="hold"/>
                        <p:tgtEl>
                          <p:spTgt spid="54"/>
                        </p:tgtEl>
                        <p:attrNameLst>
                          <p:attrName>ppt_y</p:attrName>
                        </p:attrNameLst>
                      </p:cBhvr>
                      <p:tavLst>
                        <p:tav tm="0">
                          <p:val>
                            <p:strVal val="#ppt_y+.1"/>
                          </p:val>
                        </p:tav>
                        <p:tav tm="100000">
                          <p:val>
                            <p:strVal val="#ppt_y"/>
                          </p:val>
                        </p:tav>
                      </p:tavLst>
                    </p:anim>
                  </p:childTnLst>
                </p:cTn>
              </p:par>
            </p:tnLst>
          </p:tmpl>
        </p:tmplLst>
      </p:bldP>
      <p:bldP spid="55" grpId="0" build="p">
        <p:tmplLst>
          <p:tmpl lvl="1">
            <p:tnLst>
              <p:par>
                <p:cTn presetID="10" presetClass="entr" presetSubtype="0"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fade">
                      <p:cBhvr>
                        <p:cTn dur="500"/>
                        <p:tgtEl>
                          <p:spTgt spid="55"/>
                        </p:tgtEl>
                      </p:cBhvr>
                    </p:animEffect>
                  </p:childTnLst>
                </p:cTn>
              </p:par>
            </p:tnLst>
          </p:tmpl>
        </p:tmplLst>
      </p:bldP>
      <p:bldP spid="56" grpId="0" build="p">
        <p:tmplLst>
          <p:tmpl lvl="1">
            <p:tnLst>
              <p:par>
                <p:cTn presetID="42"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500"/>
                        <p:tgtEl>
                          <p:spTgt spid="56"/>
                        </p:tgtEl>
                      </p:cBhvr>
                    </p:animEffect>
                    <p:anim calcmode="lin" valueType="num">
                      <p:cBhvr>
                        <p:cTn dur="500" fill="hold"/>
                        <p:tgtEl>
                          <p:spTgt spid="56"/>
                        </p:tgtEl>
                        <p:attrNameLst>
                          <p:attrName>ppt_x</p:attrName>
                        </p:attrNameLst>
                      </p:cBhvr>
                      <p:tavLst>
                        <p:tav tm="0">
                          <p:val>
                            <p:strVal val="#ppt_x"/>
                          </p:val>
                        </p:tav>
                        <p:tav tm="100000">
                          <p:val>
                            <p:strVal val="#ppt_x"/>
                          </p:val>
                        </p:tav>
                      </p:tavLst>
                    </p:anim>
                    <p:anim calcmode="lin" valueType="num">
                      <p:cBhvr>
                        <p:cTn dur="500" fill="hold"/>
                        <p:tgtEl>
                          <p:spTgt spid="56"/>
                        </p:tgtEl>
                        <p:attrNameLst>
                          <p:attrName>ppt_y</p:attrName>
                        </p:attrNameLst>
                      </p:cBhvr>
                      <p:tavLst>
                        <p:tav tm="0">
                          <p:val>
                            <p:strVal val="#ppt_y+.1"/>
                          </p:val>
                        </p:tav>
                        <p:tav tm="100000">
                          <p:val>
                            <p:strVal val="#ppt_y"/>
                          </p:val>
                        </p:tav>
                      </p:tavLst>
                    </p:anim>
                  </p:childTnLst>
                </p:cTn>
              </p:par>
            </p:tnLst>
          </p:tmpl>
        </p:tmplLst>
      </p:bldP>
      <p:bldP spid="57" grpId="0" build="p">
        <p:tmplLst>
          <p:tmpl lvl="1">
            <p:tnLst>
              <p:par>
                <p:cTn presetID="10" presetClass="entr" presetSubtype="0"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build="p">
        <p:tmplLst>
          <p:tmpl lvl="1">
            <p:tnLst>
              <p:par>
                <p:cTn presetID="42"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anim calcmode="lin" valueType="num">
                      <p:cBhvr>
                        <p:cTn dur="500" fill="hold"/>
                        <p:tgtEl>
                          <p:spTgt spid="58"/>
                        </p:tgtEl>
                        <p:attrNameLst>
                          <p:attrName>ppt_x</p:attrName>
                        </p:attrNameLst>
                      </p:cBhvr>
                      <p:tavLst>
                        <p:tav tm="0">
                          <p:val>
                            <p:strVal val="#ppt_x"/>
                          </p:val>
                        </p:tav>
                        <p:tav tm="100000">
                          <p:val>
                            <p:strVal val="#ppt_x"/>
                          </p:val>
                        </p:tav>
                      </p:tavLst>
                    </p:anim>
                    <p:anim calcmode="lin" valueType="num">
                      <p:cBhvr>
                        <p:cTn dur="500" fill="hold"/>
                        <p:tgtEl>
                          <p:spTgt spid="58"/>
                        </p:tgtEl>
                        <p:attrNameLst>
                          <p:attrName>ppt_y</p:attrName>
                        </p:attrNameLst>
                      </p:cBhvr>
                      <p:tavLst>
                        <p:tav tm="0">
                          <p:val>
                            <p:strVal val="#ppt_y+.1"/>
                          </p:val>
                        </p:tav>
                        <p:tav tm="100000">
                          <p:val>
                            <p:strVal val="#ppt_y"/>
                          </p:val>
                        </p:tav>
                      </p:tavLst>
                    </p:anim>
                  </p:childTnLst>
                </p:cTn>
              </p:par>
            </p:tnLst>
          </p:tmpl>
        </p:tmplLst>
      </p:bldP>
      <p:bldP spid="59" grpId="0" build="p">
        <p:tmplLst>
          <p:tmpl lvl="1">
            <p:tnLst>
              <p:par>
                <p:cTn presetID="10" presetClass="entr" presetSubtype="0"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build="p">
        <p:tmplLst>
          <p:tmpl lvl="1">
            <p:tnLst>
              <p:par>
                <p:cTn presetID="42" presetClass="entr" presetSubtype="0" fill="hold" nodeType="with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anim calcmode="lin" valueType="num">
                      <p:cBhvr>
                        <p:cTn dur="500" fill="hold"/>
                        <p:tgtEl>
                          <p:spTgt spid="60"/>
                        </p:tgtEl>
                        <p:attrNameLst>
                          <p:attrName>ppt_x</p:attrName>
                        </p:attrNameLst>
                      </p:cBhvr>
                      <p:tavLst>
                        <p:tav tm="0">
                          <p:val>
                            <p:strVal val="#ppt_x"/>
                          </p:val>
                        </p:tav>
                        <p:tav tm="100000">
                          <p:val>
                            <p:strVal val="#ppt_x"/>
                          </p:val>
                        </p:tav>
                      </p:tavLst>
                    </p:anim>
                    <p:anim calcmode="lin" valueType="num">
                      <p:cBhvr>
                        <p:cTn dur="500" fill="hold"/>
                        <p:tgtEl>
                          <p:spTgt spid="6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Rectangle 7"/>
          <p:cNvSpPr/>
          <p:nvPr userDrawn="1"/>
        </p:nvSpPr>
        <p:spPr>
          <a:xfrm>
            <a:off x="-1" y="2536326"/>
            <a:ext cx="6481549" cy="18037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2980B9">
                  <a:lumMod val="20000"/>
                  <a:lumOff val="80000"/>
                </a:srgbClr>
              </a:solidFill>
            </a:endParaRPr>
          </a:p>
        </p:txBody>
      </p:sp>
      <p:sp>
        <p:nvSpPr>
          <p:cNvPr id="3" name="Date Placeholder 2"/>
          <p:cNvSpPr>
            <a:spLocks noGrp="1"/>
          </p:cNvSpPr>
          <p:nvPr>
            <p:ph type="dt" sz="half" idx="10"/>
          </p:nvPr>
        </p:nvSpPr>
        <p:spPr/>
        <p:txBody>
          <a:bodyPr/>
          <a:lstStyle/>
          <a:p>
            <a:fld id="{85A7D469-E0DC-904E-8FCD-B5388340FB7C}"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9" y="2831005"/>
            <a:ext cx="5472112" cy="828098"/>
          </a:xfrm>
        </p:spPr>
        <p:txBody>
          <a:bodyPr/>
          <a:lstStyle>
            <a:lvl1pPr algn="ctr">
              <a:defRPr b="1">
                <a:solidFill>
                  <a:schemeClr val="bg1"/>
                </a:solidFill>
              </a:defRPr>
            </a:lvl1pPr>
          </a:lstStyle>
          <a:p>
            <a:r>
              <a:rPr lang="id-ID" dirty="0" smtClean="0"/>
              <a:t>Title here</a:t>
            </a:r>
            <a:endParaRPr lang="en-AU" dirty="0"/>
          </a:p>
        </p:txBody>
      </p:sp>
      <p:sp>
        <p:nvSpPr>
          <p:cNvPr id="7" name="Content Placeholder 2"/>
          <p:cNvSpPr>
            <a:spLocks noGrp="1"/>
          </p:cNvSpPr>
          <p:nvPr>
            <p:ph idx="1"/>
          </p:nvPr>
        </p:nvSpPr>
        <p:spPr>
          <a:xfrm>
            <a:off x="623889" y="3714523"/>
            <a:ext cx="5472112" cy="294121"/>
          </a:xfrm>
        </p:spPr>
        <p:txBody>
          <a:bodyPr/>
          <a:lstStyle>
            <a:lvl1pPr algn="ctr">
              <a:defRPr>
                <a:solidFill>
                  <a:schemeClr val="bg1"/>
                </a:solidFill>
              </a:defRPr>
            </a:lvl1pPr>
          </a:lstStyle>
          <a:p>
            <a:pPr lvl="0"/>
            <a:r>
              <a:rPr lang="en-US" dirty="0" smtClean="0"/>
              <a:t>Click to edit Master text styles</a:t>
            </a:r>
          </a:p>
        </p:txBody>
      </p:sp>
      <p:sp>
        <p:nvSpPr>
          <p:cNvPr id="23" name="Picture Placeholder 22"/>
          <p:cNvSpPr>
            <a:spLocks noGrp="1"/>
          </p:cNvSpPr>
          <p:nvPr>
            <p:ph type="pic" sz="quarter" idx="13"/>
          </p:nvPr>
        </p:nvSpPr>
        <p:spPr>
          <a:xfrm>
            <a:off x="3871418" y="769256"/>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26" name="Picture Placeholder 25"/>
          <p:cNvSpPr>
            <a:spLocks noGrp="1"/>
          </p:cNvSpPr>
          <p:nvPr>
            <p:ph type="pic" sz="quarter" idx="14"/>
          </p:nvPr>
        </p:nvSpPr>
        <p:spPr>
          <a:xfrm>
            <a:off x="6599014" y="0"/>
            <a:ext cx="2610275" cy="2411677"/>
          </a:xfrm>
          <a:custGeom>
            <a:avLst/>
            <a:gdLst>
              <a:gd name="connsiteX0" fmla="*/ 0 w 2610275"/>
              <a:gd name="connsiteY0" fmla="*/ 0 h 2411677"/>
              <a:gd name="connsiteX1" fmla="*/ 2610275 w 2610275"/>
              <a:gd name="connsiteY1" fmla="*/ 0 h 2411677"/>
              <a:gd name="connsiteX2" fmla="*/ 2610275 w 2610275"/>
              <a:gd name="connsiteY2" fmla="*/ 2411677 h 2411677"/>
              <a:gd name="connsiteX3" fmla="*/ 0 w 2610275"/>
              <a:gd name="connsiteY3" fmla="*/ 2411677 h 2411677"/>
            </a:gdLst>
            <a:ahLst/>
            <a:cxnLst>
              <a:cxn ang="0">
                <a:pos x="connsiteX0" y="connsiteY0"/>
              </a:cxn>
              <a:cxn ang="0">
                <a:pos x="connsiteX1" y="connsiteY1"/>
              </a:cxn>
              <a:cxn ang="0">
                <a:pos x="connsiteX2" y="connsiteY2"/>
              </a:cxn>
              <a:cxn ang="0">
                <a:pos x="connsiteX3" y="connsiteY3"/>
              </a:cxn>
            </a:cxnLst>
            <a:rect l="l" t="t" r="r" b="b"/>
            <a:pathLst>
              <a:path w="2610275" h="2411677">
                <a:moveTo>
                  <a:pt x="0" y="0"/>
                </a:moveTo>
                <a:lnTo>
                  <a:pt x="2610275" y="0"/>
                </a:lnTo>
                <a:lnTo>
                  <a:pt x="2610275" y="2411677"/>
                </a:lnTo>
                <a:lnTo>
                  <a:pt x="0" y="2411677"/>
                </a:lnTo>
                <a:close/>
              </a:path>
            </a:pathLst>
          </a:custGeom>
          <a:solidFill>
            <a:schemeClr val="bg1">
              <a:lumMod val="95000"/>
            </a:schemeClr>
          </a:solidFill>
        </p:spPr>
        <p:txBody>
          <a:bodyPr wrap="square">
            <a:noAutofit/>
          </a:bodyPr>
          <a:lstStyle/>
          <a:p>
            <a:endParaRPr lang="en-AU"/>
          </a:p>
        </p:txBody>
      </p:sp>
      <p:sp>
        <p:nvSpPr>
          <p:cNvPr id="29" name="Picture Placeholder 28"/>
          <p:cNvSpPr>
            <a:spLocks noGrp="1"/>
          </p:cNvSpPr>
          <p:nvPr>
            <p:ph type="pic" sz="quarter" idx="15"/>
          </p:nvPr>
        </p:nvSpPr>
        <p:spPr>
          <a:xfrm>
            <a:off x="6599014" y="2536326"/>
            <a:ext cx="2610275" cy="1803729"/>
          </a:xfrm>
          <a:custGeom>
            <a:avLst/>
            <a:gdLst>
              <a:gd name="connsiteX0" fmla="*/ 0 w 2610275"/>
              <a:gd name="connsiteY0" fmla="*/ 0 h 1803729"/>
              <a:gd name="connsiteX1" fmla="*/ 2610275 w 2610275"/>
              <a:gd name="connsiteY1" fmla="*/ 0 h 1803729"/>
              <a:gd name="connsiteX2" fmla="*/ 2610275 w 2610275"/>
              <a:gd name="connsiteY2" fmla="*/ 1803729 h 1803729"/>
              <a:gd name="connsiteX3" fmla="*/ 0 w 261027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610275" h="1803729">
                <a:moveTo>
                  <a:pt x="0" y="0"/>
                </a:moveTo>
                <a:lnTo>
                  <a:pt x="2610275" y="0"/>
                </a:lnTo>
                <a:lnTo>
                  <a:pt x="2610275" y="1803729"/>
                </a:lnTo>
                <a:lnTo>
                  <a:pt x="0" y="1803729"/>
                </a:lnTo>
                <a:close/>
              </a:path>
            </a:pathLst>
          </a:custGeom>
          <a:solidFill>
            <a:schemeClr val="bg1">
              <a:lumMod val="95000"/>
            </a:schemeClr>
          </a:solidFill>
        </p:spPr>
        <p:txBody>
          <a:bodyPr wrap="square">
            <a:noAutofit/>
          </a:bodyPr>
          <a:lstStyle/>
          <a:p>
            <a:endParaRPr lang="en-AU"/>
          </a:p>
        </p:txBody>
      </p:sp>
      <p:sp>
        <p:nvSpPr>
          <p:cNvPr id="32" name="Picture Placeholder 31"/>
          <p:cNvSpPr>
            <a:spLocks noGrp="1"/>
          </p:cNvSpPr>
          <p:nvPr>
            <p:ph type="pic" sz="quarter" idx="16"/>
          </p:nvPr>
        </p:nvSpPr>
        <p:spPr>
          <a:xfrm>
            <a:off x="9326755" y="2536326"/>
            <a:ext cx="2865245" cy="1803729"/>
          </a:xfrm>
          <a:custGeom>
            <a:avLst/>
            <a:gdLst>
              <a:gd name="connsiteX0" fmla="*/ 0 w 2865245"/>
              <a:gd name="connsiteY0" fmla="*/ 0 h 1803729"/>
              <a:gd name="connsiteX1" fmla="*/ 2865245 w 2865245"/>
              <a:gd name="connsiteY1" fmla="*/ 0 h 1803729"/>
              <a:gd name="connsiteX2" fmla="*/ 2865245 w 2865245"/>
              <a:gd name="connsiteY2" fmla="*/ 1803729 h 1803729"/>
              <a:gd name="connsiteX3" fmla="*/ 0 w 286524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865245" h="1803729">
                <a:moveTo>
                  <a:pt x="0" y="0"/>
                </a:moveTo>
                <a:lnTo>
                  <a:pt x="2865245" y="0"/>
                </a:lnTo>
                <a:lnTo>
                  <a:pt x="2865245" y="1803729"/>
                </a:lnTo>
                <a:lnTo>
                  <a:pt x="0" y="1803729"/>
                </a:lnTo>
                <a:close/>
              </a:path>
            </a:pathLst>
          </a:custGeom>
          <a:solidFill>
            <a:schemeClr val="bg1">
              <a:lumMod val="95000"/>
            </a:schemeClr>
          </a:solidFill>
        </p:spPr>
        <p:txBody>
          <a:bodyPr wrap="square">
            <a:noAutofit/>
          </a:bodyPr>
          <a:lstStyle/>
          <a:p>
            <a:endParaRPr lang="en-AU"/>
          </a:p>
        </p:txBody>
      </p:sp>
      <p:sp>
        <p:nvSpPr>
          <p:cNvPr id="35" name="Picture Placeholder 34"/>
          <p:cNvSpPr>
            <a:spLocks noGrp="1"/>
          </p:cNvSpPr>
          <p:nvPr>
            <p:ph type="pic" sz="quarter" idx="17"/>
          </p:nvPr>
        </p:nvSpPr>
        <p:spPr>
          <a:xfrm>
            <a:off x="6599014" y="4464702"/>
            <a:ext cx="2610275" cy="2393297"/>
          </a:xfrm>
          <a:custGeom>
            <a:avLst/>
            <a:gdLst>
              <a:gd name="connsiteX0" fmla="*/ 0 w 2610275"/>
              <a:gd name="connsiteY0" fmla="*/ 0 h 2393297"/>
              <a:gd name="connsiteX1" fmla="*/ 2610275 w 2610275"/>
              <a:gd name="connsiteY1" fmla="*/ 0 h 2393297"/>
              <a:gd name="connsiteX2" fmla="*/ 2610275 w 2610275"/>
              <a:gd name="connsiteY2" fmla="*/ 2393297 h 2393297"/>
              <a:gd name="connsiteX3" fmla="*/ 0 w 2610275"/>
              <a:gd name="connsiteY3" fmla="*/ 2393297 h 2393297"/>
            </a:gdLst>
            <a:ahLst/>
            <a:cxnLst>
              <a:cxn ang="0">
                <a:pos x="connsiteX0" y="connsiteY0"/>
              </a:cxn>
              <a:cxn ang="0">
                <a:pos x="connsiteX1" y="connsiteY1"/>
              </a:cxn>
              <a:cxn ang="0">
                <a:pos x="connsiteX2" y="connsiteY2"/>
              </a:cxn>
              <a:cxn ang="0">
                <a:pos x="connsiteX3" y="connsiteY3"/>
              </a:cxn>
            </a:cxnLst>
            <a:rect l="l" t="t" r="r" b="b"/>
            <a:pathLst>
              <a:path w="2610275" h="2393297">
                <a:moveTo>
                  <a:pt x="0" y="0"/>
                </a:moveTo>
                <a:lnTo>
                  <a:pt x="2610275" y="0"/>
                </a:lnTo>
                <a:lnTo>
                  <a:pt x="2610275" y="2393297"/>
                </a:lnTo>
                <a:lnTo>
                  <a:pt x="0" y="2393297"/>
                </a:lnTo>
                <a:close/>
              </a:path>
            </a:pathLst>
          </a:custGeom>
          <a:solidFill>
            <a:schemeClr val="bg1">
              <a:lumMod val="95000"/>
            </a:schemeClr>
          </a:solidFill>
        </p:spPr>
        <p:txBody>
          <a:bodyPr wrap="square">
            <a:noAutofit/>
          </a:bodyPr>
          <a:lstStyle/>
          <a:p>
            <a:endParaRPr lang="en-AU"/>
          </a:p>
        </p:txBody>
      </p:sp>
      <p:sp>
        <p:nvSpPr>
          <p:cNvPr id="38" name="Picture Placeholder 37"/>
          <p:cNvSpPr>
            <a:spLocks noGrp="1"/>
          </p:cNvSpPr>
          <p:nvPr>
            <p:ph type="pic" sz="quarter" idx="18"/>
          </p:nvPr>
        </p:nvSpPr>
        <p:spPr>
          <a:xfrm>
            <a:off x="9326755" y="4464487"/>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Tree>
    <p:extLst>
      <p:ext uri="{BB962C8B-B14F-4D97-AF65-F5344CB8AC3E}">
        <p14:creationId xmlns:p14="http://schemas.microsoft.com/office/powerpoint/2010/main" val="32751869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xEl>
                                              <p:pRg st="0" end="0"/>
                                            </p:txEl>
                                          </p:spTgt>
                                        </p:tgtEl>
                                        <p:attrNameLst>
                                          <p:attrName>style.visibility</p:attrName>
                                        </p:attrNameLst>
                                      </p:cBhvr>
                                      <p:to>
                                        <p:strVal val="visible"/>
                                      </p:to>
                                    </p:set>
                                    <p:animEffect transition="in" filter="fade">
                                      <p:cBhvr>
                                        <p:cTn id="15" dur="500"/>
                                        <p:tgtEl>
                                          <p:spTgt spid="7">
                                            <p:txEl>
                                              <p:pRg st="0" end="0"/>
                                            </p:txEl>
                                          </p:spTgt>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29"/>
                                        </p:tgtEl>
                                        <p:attrNameLst>
                                          <p:attrName>style.visibility</p:attrName>
                                        </p:attrNameLst>
                                      </p:cBhvr>
                                      <p:to>
                                        <p:strVal val="visible"/>
                                      </p:to>
                                    </p:set>
                                    <p:anim calcmode="lin" valueType="num">
                                      <p:cBhvr>
                                        <p:cTn id="19" dur="500" fill="hold"/>
                                        <p:tgtEl>
                                          <p:spTgt spid="29"/>
                                        </p:tgtEl>
                                        <p:attrNameLst>
                                          <p:attrName>ppt_w</p:attrName>
                                        </p:attrNameLst>
                                      </p:cBhvr>
                                      <p:tavLst>
                                        <p:tav tm="0">
                                          <p:val>
                                            <p:fltVal val="0"/>
                                          </p:val>
                                        </p:tav>
                                        <p:tav tm="100000">
                                          <p:val>
                                            <p:strVal val="#ppt_w"/>
                                          </p:val>
                                        </p:tav>
                                      </p:tavLst>
                                    </p:anim>
                                    <p:anim calcmode="lin" valueType="num">
                                      <p:cBhvr>
                                        <p:cTn id="20" dur="500" fill="hold"/>
                                        <p:tgtEl>
                                          <p:spTgt spid="29"/>
                                        </p:tgtEl>
                                        <p:attrNameLst>
                                          <p:attrName>ppt_h</p:attrName>
                                        </p:attrNameLst>
                                      </p:cBhvr>
                                      <p:tavLst>
                                        <p:tav tm="0">
                                          <p:val>
                                            <p:fltVal val="0"/>
                                          </p:val>
                                        </p:tav>
                                        <p:tav tm="100000">
                                          <p:val>
                                            <p:strVal val="#ppt_h"/>
                                          </p:val>
                                        </p:tav>
                                      </p:tavLst>
                                    </p:anim>
                                    <p:animEffect transition="in" filter="fade">
                                      <p:cBhvr>
                                        <p:cTn id="21" dur="500"/>
                                        <p:tgtEl>
                                          <p:spTgt spid="29"/>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32"/>
                                        </p:tgtEl>
                                        <p:attrNameLst>
                                          <p:attrName>style.visibility</p:attrName>
                                        </p:attrNameLst>
                                      </p:cBhvr>
                                      <p:to>
                                        <p:strVal val="visible"/>
                                      </p:to>
                                    </p:set>
                                    <p:anim calcmode="lin" valueType="num">
                                      <p:cBhvr>
                                        <p:cTn id="24" dur="500" fill="hold"/>
                                        <p:tgtEl>
                                          <p:spTgt spid="32"/>
                                        </p:tgtEl>
                                        <p:attrNameLst>
                                          <p:attrName>ppt_w</p:attrName>
                                        </p:attrNameLst>
                                      </p:cBhvr>
                                      <p:tavLst>
                                        <p:tav tm="0">
                                          <p:val>
                                            <p:fltVal val="0"/>
                                          </p:val>
                                        </p:tav>
                                        <p:tav tm="100000">
                                          <p:val>
                                            <p:strVal val="#ppt_w"/>
                                          </p:val>
                                        </p:tav>
                                      </p:tavLst>
                                    </p:anim>
                                    <p:anim calcmode="lin" valueType="num">
                                      <p:cBhvr>
                                        <p:cTn id="25" dur="500" fill="hold"/>
                                        <p:tgtEl>
                                          <p:spTgt spid="32"/>
                                        </p:tgtEl>
                                        <p:attrNameLst>
                                          <p:attrName>ppt_h</p:attrName>
                                        </p:attrNameLst>
                                      </p:cBhvr>
                                      <p:tavLst>
                                        <p:tav tm="0">
                                          <p:val>
                                            <p:fltVal val="0"/>
                                          </p:val>
                                        </p:tav>
                                        <p:tav tm="100000">
                                          <p:val>
                                            <p:strVal val="#ppt_h"/>
                                          </p:val>
                                        </p:tav>
                                      </p:tavLst>
                                    </p:anim>
                                    <p:animEffect transition="in" filter="fade">
                                      <p:cBhvr>
                                        <p:cTn id="26" dur="500"/>
                                        <p:tgtEl>
                                          <p:spTgt spid="32"/>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26"/>
                                        </p:tgtEl>
                                        <p:attrNameLst>
                                          <p:attrName>style.visibility</p:attrName>
                                        </p:attrNameLst>
                                      </p:cBhvr>
                                      <p:to>
                                        <p:strVal val="visible"/>
                                      </p:to>
                                    </p:set>
                                    <p:anim calcmode="lin" valueType="num">
                                      <p:cBhvr>
                                        <p:cTn id="29" dur="500" fill="hold"/>
                                        <p:tgtEl>
                                          <p:spTgt spid="26"/>
                                        </p:tgtEl>
                                        <p:attrNameLst>
                                          <p:attrName>ppt_w</p:attrName>
                                        </p:attrNameLst>
                                      </p:cBhvr>
                                      <p:tavLst>
                                        <p:tav tm="0">
                                          <p:val>
                                            <p:fltVal val="0"/>
                                          </p:val>
                                        </p:tav>
                                        <p:tav tm="100000">
                                          <p:val>
                                            <p:strVal val="#ppt_w"/>
                                          </p:val>
                                        </p:tav>
                                      </p:tavLst>
                                    </p:anim>
                                    <p:anim calcmode="lin" valueType="num">
                                      <p:cBhvr>
                                        <p:cTn id="30" dur="500" fill="hold"/>
                                        <p:tgtEl>
                                          <p:spTgt spid="26"/>
                                        </p:tgtEl>
                                        <p:attrNameLst>
                                          <p:attrName>ppt_h</p:attrName>
                                        </p:attrNameLst>
                                      </p:cBhvr>
                                      <p:tavLst>
                                        <p:tav tm="0">
                                          <p:val>
                                            <p:fltVal val="0"/>
                                          </p:val>
                                        </p:tav>
                                        <p:tav tm="100000">
                                          <p:val>
                                            <p:strVal val="#ppt_h"/>
                                          </p:val>
                                        </p:tav>
                                      </p:tavLst>
                                    </p:anim>
                                    <p:animEffect transition="in" filter="fade">
                                      <p:cBhvr>
                                        <p:cTn id="31" dur="500"/>
                                        <p:tgtEl>
                                          <p:spTgt spid="26"/>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23"/>
                                        </p:tgtEl>
                                        <p:attrNameLst>
                                          <p:attrName>style.visibility</p:attrName>
                                        </p:attrNameLst>
                                      </p:cBhvr>
                                      <p:to>
                                        <p:strVal val="visible"/>
                                      </p:to>
                                    </p:set>
                                    <p:anim calcmode="lin" valueType="num">
                                      <p:cBhvr>
                                        <p:cTn id="34" dur="500" fill="hold"/>
                                        <p:tgtEl>
                                          <p:spTgt spid="23"/>
                                        </p:tgtEl>
                                        <p:attrNameLst>
                                          <p:attrName>ppt_w</p:attrName>
                                        </p:attrNameLst>
                                      </p:cBhvr>
                                      <p:tavLst>
                                        <p:tav tm="0">
                                          <p:val>
                                            <p:fltVal val="0"/>
                                          </p:val>
                                        </p:tav>
                                        <p:tav tm="100000">
                                          <p:val>
                                            <p:strVal val="#ppt_w"/>
                                          </p:val>
                                        </p:tav>
                                      </p:tavLst>
                                    </p:anim>
                                    <p:anim calcmode="lin" valueType="num">
                                      <p:cBhvr>
                                        <p:cTn id="35" dur="500" fill="hold"/>
                                        <p:tgtEl>
                                          <p:spTgt spid="23"/>
                                        </p:tgtEl>
                                        <p:attrNameLst>
                                          <p:attrName>ppt_h</p:attrName>
                                        </p:attrNameLst>
                                      </p:cBhvr>
                                      <p:tavLst>
                                        <p:tav tm="0">
                                          <p:val>
                                            <p:fltVal val="0"/>
                                          </p:val>
                                        </p:tav>
                                        <p:tav tm="100000">
                                          <p:val>
                                            <p:strVal val="#ppt_h"/>
                                          </p:val>
                                        </p:tav>
                                      </p:tavLst>
                                    </p:anim>
                                    <p:animEffect transition="in" filter="fade">
                                      <p:cBhvr>
                                        <p:cTn id="36" dur="500"/>
                                        <p:tgtEl>
                                          <p:spTgt spid="23"/>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35"/>
                                        </p:tgtEl>
                                        <p:attrNameLst>
                                          <p:attrName>style.visibility</p:attrName>
                                        </p:attrNameLst>
                                      </p:cBhvr>
                                      <p:to>
                                        <p:strVal val="visible"/>
                                      </p:to>
                                    </p:set>
                                    <p:anim calcmode="lin" valueType="num">
                                      <p:cBhvr>
                                        <p:cTn id="39" dur="500" fill="hold"/>
                                        <p:tgtEl>
                                          <p:spTgt spid="35"/>
                                        </p:tgtEl>
                                        <p:attrNameLst>
                                          <p:attrName>ppt_w</p:attrName>
                                        </p:attrNameLst>
                                      </p:cBhvr>
                                      <p:tavLst>
                                        <p:tav tm="0">
                                          <p:val>
                                            <p:fltVal val="0"/>
                                          </p:val>
                                        </p:tav>
                                        <p:tav tm="100000">
                                          <p:val>
                                            <p:strVal val="#ppt_w"/>
                                          </p:val>
                                        </p:tav>
                                      </p:tavLst>
                                    </p:anim>
                                    <p:anim calcmode="lin" valueType="num">
                                      <p:cBhvr>
                                        <p:cTn id="40" dur="500" fill="hold"/>
                                        <p:tgtEl>
                                          <p:spTgt spid="35"/>
                                        </p:tgtEl>
                                        <p:attrNameLst>
                                          <p:attrName>ppt_h</p:attrName>
                                        </p:attrNameLst>
                                      </p:cBhvr>
                                      <p:tavLst>
                                        <p:tav tm="0">
                                          <p:val>
                                            <p:fltVal val="0"/>
                                          </p:val>
                                        </p:tav>
                                        <p:tav tm="100000">
                                          <p:val>
                                            <p:strVal val="#ppt_h"/>
                                          </p:val>
                                        </p:tav>
                                      </p:tavLst>
                                    </p:anim>
                                    <p:animEffect transition="in" filter="fade">
                                      <p:cBhvr>
                                        <p:cTn id="41" dur="500"/>
                                        <p:tgtEl>
                                          <p:spTgt spid="35"/>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38"/>
                                        </p:tgtEl>
                                        <p:attrNameLst>
                                          <p:attrName>style.visibility</p:attrName>
                                        </p:attrNameLst>
                                      </p:cBhvr>
                                      <p:to>
                                        <p:strVal val="visible"/>
                                      </p:to>
                                    </p:set>
                                    <p:anim calcmode="lin" valueType="num">
                                      <p:cBhvr>
                                        <p:cTn id="44" dur="500" fill="hold"/>
                                        <p:tgtEl>
                                          <p:spTgt spid="38"/>
                                        </p:tgtEl>
                                        <p:attrNameLst>
                                          <p:attrName>ppt_w</p:attrName>
                                        </p:attrNameLst>
                                      </p:cBhvr>
                                      <p:tavLst>
                                        <p:tav tm="0">
                                          <p:val>
                                            <p:fltVal val="0"/>
                                          </p:val>
                                        </p:tav>
                                        <p:tav tm="100000">
                                          <p:val>
                                            <p:strVal val="#ppt_w"/>
                                          </p:val>
                                        </p:tav>
                                      </p:tavLst>
                                    </p:anim>
                                    <p:anim calcmode="lin" valueType="num">
                                      <p:cBhvr>
                                        <p:cTn id="45" dur="500" fill="hold"/>
                                        <p:tgtEl>
                                          <p:spTgt spid="38"/>
                                        </p:tgtEl>
                                        <p:attrNameLst>
                                          <p:attrName>ppt_h</p:attrName>
                                        </p:attrNameLst>
                                      </p:cBhvr>
                                      <p:tavLst>
                                        <p:tav tm="0">
                                          <p:val>
                                            <p:fltVal val="0"/>
                                          </p:val>
                                        </p:tav>
                                        <p:tav tm="100000">
                                          <p:val>
                                            <p:strVal val="#ppt_h"/>
                                          </p:val>
                                        </p:tav>
                                      </p:tavLst>
                                    </p:anim>
                                    <p:animEffect transition="in" filter="fade">
                                      <p:cBhvr>
                                        <p:cTn id="46"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23" grpId="0" animBg="1"/>
      <p:bldP spid="26" grpId="0" animBg="1"/>
      <p:bldP spid="29" grpId="0" animBg="1"/>
      <p:bldP spid="32" grpId="0" animBg="1"/>
      <p:bldP spid="35" grpId="0" animBg="1"/>
      <p:bldP spid="38" grpId="0" animBg="1"/>
    </p:bldLst>
  </p:timing>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B225131-3EC2-FC4D-A8A3-1779D08FDDB8}"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Picture Placeholder 5"/>
          <p:cNvSpPr>
            <a:spLocks noGrp="1"/>
          </p:cNvSpPr>
          <p:nvPr>
            <p:ph type="pic" sz="quarter" idx="13"/>
          </p:nvPr>
        </p:nvSpPr>
        <p:spPr>
          <a:xfrm>
            <a:off x="1090863" y="1668378"/>
            <a:ext cx="5005138" cy="2245896"/>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9"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cxnSp>
        <p:nvCxnSpPr>
          <p:cNvPr id="10" name="Straight Connector 9"/>
          <p:cNvCxnSpPr/>
          <p:nvPr userDrawn="1"/>
        </p:nvCxnSpPr>
        <p:spPr>
          <a:xfrm>
            <a:off x="4198620" y="1174464"/>
            <a:ext cx="39243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2" name="Picture Placeholder 11"/>
          <p:cNvSpPr>
            <a:spLocks noGrp="1"/>
          </p:cNvSpPr>
          <p:nvPr>
            <p:ph type="pic" sz="quarter" idx="14"/>
          </p:nvPr>
        </p:nvSpPr>
        <p:spPr>
          <a:xfrm>
            <a:off x="6108031" y="3914274"/>
            <a:ext cx="5005138" cy="2245896"/>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15" name="Rectangle 14"/>
          <p:cNvSpPr/>
          <p:nvPr userDrawn="1"/>
        </p:nvSpPr>
        <p:spPr>
          <a:xfrm>
            <a:off x="6248400" y="2220530"/>
            <a:ext cx="3049966" cy="154134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6" name="Text Placeholder 10"/>
          <p:cNvSpPr>
            <a:spLocks noGrp="1"/>
          </p:cNvSpPr>
          <p:nvPr>
            <p:ph type="body" sz="quarter" idx="27" hasCustomPrompt="1"/>
          </p:nvPr>
        </p:nvSpPr>
        <p:spPr>
          <a:xfrm>
            <a:off x="6426869" y="2389754"/>
            <a:ext cx="272415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7" name="Text Placeholder 10"/>
          <p:cNvSpPr>
            <a:spLocks noGrp="1"/>
          </p:cNvSpPr>
          <p:nvPr>
            <p:ph type="body" sz="quarter" idx="28" hasCustomPrompt="1"/>
          </p:nvPr>
        </p:nvSpPr>
        <p:spPr>
          <a:xfrm>
            <a:off x="6426869" y="2670772"/>
            <a:ext cx="2724150"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8" name="Rectangle 17"/>
          <p:cNvSpPr/>
          <p:nvPr userDrawn="1"/>
        </p:nvSpPr>
        <p:spPr>
          <a:xfrm>
            <a:off x="2893634" y="4066674"/>
            <a:ext cx="3049966" cy="154134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9" name="Text Placeholder 10"/>
          <p:cNvSpPr>
            <a:spLocks noGrp="1"/>
          </p:cNvSpPr>
          <p:nvPr>
            <p:ph type="body" sz="quarter" idx="29" hasCustomPrompt="1"/>
          </p:nvPr>
        </p:nvSpPr>
        <p:spPr>
          <a:xfrm>
            <a:off x="3072103" y="4235898"/>
            <a:ext cx="2724150"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0" name="Text Placeholder 10"/>
          <p:cNvSpPr>
            <a:spLocks noGrp="1"/>
          </p:cNvSpPr>
          <p:nvPr>
            <p:ph type="body" sz="quarter" idx="30" hasCustomPrompt="1"/>
          </p:nvPr>
        </p:nvSpPr>
        <p:spPr>
          <a:xfrm>
            <a:off x="3072103" y="4516916"/>
            <a:ext cx="2724150"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Tree>
    <p:extLst>
      <p:ext uri="{BB962C8B-B14F-4D97-AF65-F5344CB8AC3E}">
        <p14:creationId xmlns:p14="http://schemas.microsoft.com/office/powerpoint/2010/main" val="39504777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par>
                                <p:cTn id="12" presetID="53" presetClass="entr" presetSubtype="16"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par>
                                <p:cTn id="17" presetID="53" presetClass="entr" presetSubtype="16"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500" fill="hold"/>
                                        <p:tgtEl>
                                          <p:spTgt spid="12"/>
                                        </p:tgtEl>
                                        <p:attrNameLst>
                                          <p:attrName>ppt_w</p:attrName>
                                        </p:attrNameLst>
                                      </p:cBhvr>
                                      <p:tavLst>
                                        <p:tav tm="0">
                                          <p:val>
                                            <p:fltVal val="0"/>
                                          </p:val>
                                        </p:tav>
                                        <p:tav tm="100000">
                                          <p:val>
                                            <p:strVal val="#ppt_w"/>
                                          </p:val>
                                        </p:tav>
                                      </p:tavLst>
                                    </p:anim>
                                    <p:anim calcmode="lin" valueType="num">
                                      <p:cBhvr>
                                        <p:cTn id="20" dur="500" fill="hold"/>
                                        <p:tgtEl>
                                          <p:spTgt spid="12"/>
                                        </p:tgtEl>
                                        <p:attrNameLst>
                                          <p:attrName>ppt_h</p:attrName>
                                        </p:attrNameLst>
                                      </p:cBhvr>
                                      <p:tavLst>
                                        <p:tav tm="0">
                                          <p:val>
                                            <p:fltVal val="0"/>
                                          </p:val>
                                        </p:tav>
                                        <p:tav tm="100000">
                                          <p:val>
                                            <p:strVal val="#ppt_h"/>
                                          </p:val>
                                        </p:tav>
                                      </p:tavLst>
                                    </p:anim>
                                    <p:animEffect transition="in" filter="fade">
                                      <p:cBhvr>
                                        <p:cTn id="21" dur="500"/>
                                        <p:tgtEl>
                                          <p:spTgt spid="12"/>
                                        </p:tgtEl>
                                      </p:cBhvr>
                                    </p:animEffect>
                                  </p:childTnLst>
                                </p:cTn>
                              </p:par>
                              <p:par>
                                <p:cTn id="22" presetID="22" presetClass="entr" presetSubtype="1" fill="hold" grpId="0"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wipe(up)">
                                      <p:cBhvr>
                                        <p:cTn id="24" dur="500"/>
                                        <p:tgtEl>
                                          <p:spTgt spid="15"/>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6">
                                            <p:txEl>
                                              <p:pRg st="0" end="0"/>
                                            </p:txEl>
                                          </p:spTgt>
                                        </p:tgtEl>
                                        <p:attrNameLst>
                                          <p:attrName>style.visibility</p:attrName>
                                        </p:attrNameLst>
                                      </p:cBhvr>
                                      <p:to>
                                        <p:strVal val="visible"/>
                                      </p:to>
                                    </p:set>
                                    <p:animEffect transition="in" filter="fade">
                                      <p:cBhvr>
                                        <p:cTn id="27" dur="500"/>
                                        <p:tgtEl>
                                          <p:spTgt spid="16">
                                            <p:txEl>
                                              <p:pRg st="0" end="0"/>
                                            </p:txEl>
                                          </p:spTgt>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7">
                                            <p:txEl>
                                              <p:pRg st="0" end="0"/>
                                            </p:txEl>
                                          </p:spTgt>
                                        </p:tgtEl>
                                        <p:attrNameLst>
                                          <p:attrName>style.visibility</p:attrName>
                                        </p:attrNameLst>
                                      </p:cBhvr>
                                      <p:to>
                                        <p:strVal val="visible"/>
                                      </p:to>
                                    </p:set>
                                    <p:animEffect transition="in" filter="fade">
                                      <p:cBhvr>
                                        <p:cTn id="30" dur="500"/>
                                        <p:tgtEl>
                                          <p:spTgt spid="17">
                                            <p:txEl>
                                              <p:pRg st="0" end="0"/>
                                            </p:txEl>
                                          </p:spTgt>
                                        </p:tgtEl>
                                      </p:cBhvr>
                                    </p:animEffect>
                                  </p:childTnLst>
                                </p:cTn>
                              </p:par>
                              <p:par>
                                <p:cTn id="31" presetID="22" presetClass="entr" presetSubtype="1" fill="hold" grpId="0" nodeType="with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wipe(up)">
                                      <p:cBhvr>
                                        <p:cTn id="33" dur="500"/>
                                        <p:tgtEl>
                                          <p:spTgt spid="18"/>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9">
                                            <p:txEl>
                                              <p:pRg st="0" end="0"/>
                                            </p:txEl>
                                          </p:spTgt>
                                        </p:tgtEl>
                                        <p:attrNameLst>
                                          <p:attrName>style.visibility</p:attrName>
                                        </p:attrNameLst>
                                      </p:cBhvr>
                                      <p:to>
                                        <p:strVal val="visible"/>
                                      </p:to>
                                    </p:set>
                                    <p:animEffect transition="in" filter="fade">
                                      <p:cBhvr>
                                        <p:cTn id="36" dur="500"/>
                                        <p:tgtEl>
                                          <p:spTgt spid="19">
                                            <p:txEl>
                                              <p:pRg st="0" end="0"/>
                                            </p:txEl>
                                          </p:spTgt>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20">
                                            <p:txEl>
                                              <p:pRg st="0" end="0"/>
                                            </p:txEl>
                                          </p:spTgt>
                                        </p:tgtEl>
                                        <p:attrNameLst>
                                          <p:attrName>style.visibility</p:attrName>
                                        </p:attrNameLst>
                                      </p:cBhvr>
                                      <p:to>
                                        <p:strVal val="visible"/>
                                      </p:to>
                                    </p:set>
                                    <p:animEffect transition="in" filter="fade">
                                      <p:cBhvr>
                                        <p:cTn id="39"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p:bldP spid="12" grpId="0" animBg="1"/>
      <p:bldP spid="15" grpId="0" animBg="1"/>
      <p:bldP spid="16" grpId="0" build="p">
        <p:tmplLst>
          <p:tmpl lvl="1">
            <p:tnLst>
              <p:par>
                <p:cTn presetID="10"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10"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8" grpId="0" animBg="1"/>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build="p">
        <p:tmplLst>
          <p:tmpl lvl="1">
            <p:tnLst>
              <p:par>
                <p:cTn presetID="10"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Lst>
  </p:timing>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30632B36-3FAB-2A4D-95BE-FB9DB14845A7}"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10" name="Picture Placeholder 9"/>
          <p:cNvSpPr>
            <a:spLocks noGrp="1"/>
          </p:cNvSpPr>
          <p:nvPr>
            <p:ph type="pic" sz="quarter" idx="13"/>
          </p:nvPr>
        </p:nvSpPr>
        <p:spPr>
          <a:xfrm>
            <a:off x="1314001"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13" name="Picture Placeholder 12"/>
          <p:cNvSpPr>
            <a:spLocks noGrp="1"/>
          </p:cNvSpPr>
          <p:nvPr>
            <p:ph type="pic" sz="quarter" idx="14" hasCustomPrompt="1"/>
          </p:nvPr>
        </p:nvSpPr>
        <p:spPr>
          <a:xfrm>
            <a:off x="1314001"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1"/>
          </a:solidFill>
          <a:ln w="57150">
            <a:solidFill>
              <a:schemeClr val="bg1"/>
            </a:solidFill>
          </a:ln>
        </p:spPr>
        <p:txBody>
          <a:bodyPr wrap="square">
            <a:noAutofit/>
          </a:bodyPr>
          <a:lstStyle/>
          <a:p>
            <a:r>
              <a:rPr lang="id-ID" dirty="0" smtClean="0"/>
              <a:t>-</a:t>
            </a:r>
            <a:endParaRPr lang="en-AU" dirty="0"/>
          </a:p>
        </p:txBody>
      </p:sp>
      <p:sp>
        <p:nvSpPr>
          <p:cNvPr id="20" name="Picture Placeholder 19"/>
          <p:cNvSpPr>
            <a:spLocks noGrp="1"/>
          </p:cNvSpPr>
          <p:nvPr>
            <p:ph type="pic" sz="quarter" idx="15"/>
          </p:nvPr>
        </p:nvSpPr>
        <p:spPr>
          <a:xfrm>
            <a:off x="3736526"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21" name="Picture Placeholder 20"/>
          <p:cNvSpPr>
            <a:spLocks noGrp="1"/>
          </p:cNvSpPr>
          <p:nvPr>
            <p:ph type="pic" sz="quarter" idx="16" hasCustomPrompt="1"/>
          </p:nvPr>
        </p:nvSpPr>
        <p:spPr>
          <a:xfrm>
            <a:off x="3736526"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2"/>
          </a:solidFill>
          <a:ln w="57150">
            <a:solidFill>
              <a:schemeClr val="bg1"/>
            </a:solidFill>
          </a:ln>
        </p:spPr>
        <p:txBody>
          <a:bodyPr wrap="square">
            <a:noAutofit/>
          </a:bodyPr>
          <a:lstStyle/>
          <a:p>
            <a:r>
              <a:rPr lang="id-ID" dirty="0" smtClean="0"/>
              <a:t>-</a:t>
            </a:r>
            <a:endParaRPr lang="en-AU" dirty="0"/>
          </a:p>
        </p:txBody>
      </p:sp>
      <p:sp>
        <p:nvSpPr>
          <p:cNvPr id="22" name="Picture Placeholder 21"/>
          <p:cNvSpPr>
            <a:spLocks noGrp="1"/>
          </p:cNvSpPr>
          <p:nvPr>
            <p:ph type="pic" sz="quarter" idx="17"/>
          </p:nvPr>
        </p:nvSpPr>
        <p:spPr>
          <a:xfrm>
            <a:off x="6159051"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23" name="Picture Placeholder 22"/>
          <p:cNvSpPr>
            <a:spLocks noGrp="1"/>
          </p:cNvSpPr>
          <p:nvPr>
            <p:ph type="pic" sz="quarter" idx="18" hasCustomPrompt="1"/>
          </p:nvPr>
        </p:nvSpPr>
        <p:spPr>
          <a:xfrm>
            <a:off x="6159051"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3"/>
          </a:solidFill>
          <a:ln w="57150">
            <a:solidFill>
              <a:schemeClr val="bg1"/>
            </a:solidFill>
          </a:ln>
        </p:spPr>
        <p:txBody>
          <a:bodyPr wrap="square">
            <a:noAutofit/>
          </a:bodyPr>
          <a:lstStyle/>
          <a:p>
            <a:r>
              <a:rPr lang="id-ID" dirty="0" smtClean="0"/>
              <a:t>-</a:t>
            </a:r>
            <a:endParaRPr lang="en-AU" dirty="0"/>
          </a:p>
        </p:txBody>
      </p:sp>
      <p:sp>
        <p:nvSpPr>
          <p:cNvPr id="24" name="Picture Placeholder 23"/>
          <p:cNvSpPr>
            <a:spLocks noGrp="1"/>
          </p:cNvSpPr>
          <p:nvPr>
            <p:ph type="pic" sz="quarter" idx="19"/>
          </p:nvPr>
        </p:nvSpPr>
        <p:spPr>
          <a:xfrm>
            <a:off x="8610600" y="2322284"/>
            <a:ext cx="2219325" cy="1840365"/>
          </a:xfrm>
          <a:custGeom>
            <a:avLst/>
            <a:gdLst>
              <a:gd name="connsiteX0" fmla="*/ 0 w 2643187"/>
              <a:gd name="connsiteY0" fmla="*/ 0 h 2200275"/>
              <a:gd name="connsiteX1" fmla="*/ 2643187 w 2643187"/>
              <a:gd name="connsiteY1" fmla="*/ 0 h 2200275"/>
              <a:gd name="connsiteX2" fmla="*/ 2643187 w 2643187"/>
              <a:gd name="connsiteY2" fmla="*/ 2200275 h 2200275"/>
              <a:gd name="connsiteX3" fmla="*/ 0 w 2643187"/>
              <a:gd name="connsiteY3" fmla="*/ 2200275 h 2200275"/>
            </a:gdLst>
            <a:ahLst/>
            <a:cxnLst>
              <a:cxn ang="0">
                <a:pos x="connsiteX0" y="connsiteY0"/>
              </a:cxn>
              <a:cxn ang="0">
                <a:pos x="connsiteX1" y="connsiteY1"/>
              </a:cxn>
              <a:cxn ang="0">
                <a:pos x="connsiteX2" y="connsiteY2"/>
              </a:cxn>
              <a:cxn ang="0">
                <a:pos x="connsiteX3" y="connsiteY3"/>
              </a:cxn>
            </a:cxnLst>
            <a:rect l="l" t="t" r="r" b="b"/>
            <a:pathLst>
              <a:path w="2643187" h="2200275">
                <a:moveTo>
                  <a:pt x="0" y="0"/>
                </a:moveTo>
                <a:lnTo>
                  <a:pt x="2643187" y="0"/>
                </a:lnTo>
                <a:lnTo>
                  <a:pt x="2643187" y="2200275"/>
                </a:lnTo>
                <a:lnTo>
                  <a:pt x="0" y="2200275"/>
                </a:lnTo>
                <a:close/>
              </a:path>
            </a:pathLst>
          </a:custGeom>
          <a:solidFill>
            <a:schemeClr val="bg1">
              <a:lumMod val="95000"/>
            </a:schemeClr>
          </a:solidFill>
        </p:spPr>
        <p:txBody>
          <a:bodyPr wrap="square">
            <a:noAutofit/>
          </a:bodyPr>
          <a:lstStyle/>
          <a:p>
            <a:endParaRPr lang="en-AU"/>
          </a:p>
        </p:txBody>
      </p:sp>
      <p:sp>
        <p:nvSpPr>
          <p:cNvPr id="25" name="Picture Placeholder 24"/>
          <p:cNvSpPr>
            <a:spLocks noGrp="1"/>
          </p:cNvSpPr>
          <p:nvPr>
            <p:ph type="pic" sz="quarter" idx="20" hasCustomPrompt="1"/>
          </p:nvPr>
        </p:nvSpPr>
        <p:spPr>
          <a:xfrm>
            <a:off x="8610600" y="3748314"/>
            <a:ext cx="2219325" cy="2246086"/>
          </a:xfrm>
          <a:custGeom>
            <a:avLst/>
            <a:gdLst>
              <a:gd name="connsiteX0" fmla="*/ 1321596 w 2643187"/>
              <a:gd name="connsiteY0" fmla="*/ 0 h 2771775"/>
              <a:gd name="connsiteX1" fmla="*/ 1671639 w 2643187"/>
              <a:gd name="connsiteY1" fmla="*/ 414337 h 2771775"/>
              <a:gd name="connsiteX2" fmla="*/ 2643187 w 2643187"/>
              <a:gd name="connsiteY2" fmla="*/ 414337 h 2771775"/>
              <a:gd name="connsiteX3" fmla="*/ 2643187 w 2643187"/>
              <a:gd name="connsiteY3" fmla="*/ 2771775 h 2771775"/>
              <a:gd name="connsiteX4" fmla="*/ 0 w 2643187"/>
              <a:gd name="connsiteY4" fmla="*/ 2771775 h 2771775"/>
              <a:gd name="connsiteX5" fmla="*/ 0 w 2643187"/>
              <a:gd name="connsiteY5" fmla="*/ 414337 h 2771775"/>
              <a:gd name="connsiteX6" fmla="*/ 971552 w 2643187"/>
              <a:gd name="connsiteY6" fmla="*/ 414337 h 277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3187" h="2771775">
                <a:moveTo>
                  <a:pt x="1321596" y="0"/>
                </a:moveTo>
                <a:lnTo>
                  <a:pt x="1671639" y="414337"/>
                </a:lnTo>
                <a:lnTo>
                  <a:pt x="2643187" y="414337"/>
                </a:lnTo>
                <a:lnTo>
                  <a:pt x="2643187" y="2771775"/>
                </a:lnTo>
                <a:lnTo>
                  <a:pt x="0" y="2771775"/>
                </a:lnTo>
                <a:lnTo>
                  <a:pt x="0" y="414337"/>
                </a:lnTo>
                <a:lnTo>
                  <a:pt x="971552" y="414337"/>
                </a:lnTo>
                <a:close/>
              </a:path>
            </a:pathLst>
          </a:custGeom>
          <a:solidFill>
            <a:schemeClr val="accent4"/>
          </a:solidFill>
          <a:ln w="57150">
            <a:solidFill>
              <a:schemeClr val="bg1"/>
            </a:solidFill>
          </a:ln>
        </p:spPr>
        <p:txBody>
          <a:bodyPr wrap="square">
            <a:noAutofit/>
          </a:bodyPr>
          <a:lstStyle/>
          <a:p>
            <a:r>
              <a:rPr lang="id-ID" dirty="0" smtClean="0"/>
              <a:t>-</a:t>
            </a:r>
            <a:endParaRPr lang="en-AU" dirty="0"/>
          </a:p>
        </p:txBody>
      </p:sp>
      <p:sp>
        <p:nvSpPr>
          <p:cNvPr id="26"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cxnSp>
        <p:nvCxnSpPr>
          <p:cNvPr id="27" name="Straight Connector 26"/>
          <p:cNvCxnSpPr/>
          <p:nvPr userDrawn="1"/>
        </p:nvCxnSpPr>
        <p:spPr>
          <a:xfrm>
            <a:off x="4229100" y="1174464"/>
            <a:ext cx="39243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5" name="Text Placeholder 10"/>
          <p:cNvSpPr>
            <a:spLocks noGrp="1"/>
          </p:cNvSpPr>
          <p:nvPr>
            <p:ph type="body" sz="quarter" idx="29" hasCustomPrompt="1"/>
          </p:nvPr>
        </p:nvSpPr>
        <p:spPr>
          <a:xfrm>
            <a:off x="1505367" y="4471290"/>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6" name="Text Placeholder 10"/>
          <p:cNvSpPr>
            <a:spLocks noGrp="1"/>
          </p:cNvSpPr>
          <p:nvPr>
            <p:ph type="body" sz="quarter" idx="30" hasCustomPrompt="1"/>
          </p:nvPr>
        </p:nvSpPr>
        <p:spPr>
          <a:xfrm>
            <a:off x="1505367" y="4752308"/>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7" name="Text Placeholder 10"/>
          <p:cNvSpPr>
            <a:spLocks noGrp="1"/>
          </p:cNvSpPr>
          <p:nvPr>
            <p:ph type="body" sz="quarter" idx="31" hasCustomPrompt="1"/>
          </p:nvPr>
        </p:nvSpPr>
        <p:spPr>
          <a:xfrm>
            <a:off x="3963670" y="4471290"/>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8" name="Text Placeholder 10"/>
          <p:cNvSpPr>
            <a:spLocks noGrp="1"/>
          </p:cNvSpPr>
          <p:nvPr>
            <p:ph type="body" sz="quarter" idx="32" hasCustomPrompt="1"/>
          </p:nvPr>
        </p:nvSpPr>
        <p:spPr>
          <a:xfrm>
            <a:off x="3963670" y="4752308"/>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19" name="Text Placeholder 10"/>
          <p:cNvSpPr>
            <a:spLocks noGrp="1"/>
          </p:cNvSpPr>
          <p:nvPr>
            <p:ph type="body" sz="quarter" idx="33" hasCustomPrompt="1"/>
          </p:nvPr>
        </p:nvSpPr>
        <p:spPr>
          <a:xfrm>
            <a:off x="6351687" y="4475579"/>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8" name="Text Placeholder 10"/>
          <p:cNvSpPr>
            <a:spLocks noGrp="1"/>
          </p:cNvSpPr>
          <p:nvPr>
            <p:ph type="body" sz="quarter" idx="34" hasCustomPrompt="1"/>
          </p:nvPr>
        </p:nvSpPr>
        <p:spPr>
          <a:xfrm>
            <a:off x="6351687" y="4756597"/>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
        <p:nvSpPr>
          <p:cNvPr id="29" name="Text Placeholder 10"/>
          <p:cNvSpPr>
            <a:spLocks noGrp="1"/>
          </p:cNvSpPr>
          <p:nvPr>
            <p:ph type="body" sz="quarter" idx="35" hasCustomPrompt="1"/>
          </p:nvPr>
        </p:nvSpPr>
        <p:spPr>
          <a:xfrm>
            <a:off x="8807450" y="4473463"/>
            <a:ext cx="1801713" cy="292769"/>
          </a:xfrm>
        </p:spPr>
        <p:txBody>
          <a:bodyPr>
            <a:noAutofit/>
          </a:bodyPr>
          <a:lstStyle>
            <a:lvl1pPr algn="ctr">
              <a:defRPr sz="1400" b="1" baseline="0">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30" name="Text Placeholder 10"/>
          <p:cNvSpPr>
            <a:spLocks noGrp="1"/>
          </p:cNvSpPr>
          <p:nvPr>
            <p:ph type="body" sz="quarter" idx="36" hasCustomPrompt="1"/>
          </p:nvPr>
        </p:nvSpPr>
        <p:spPr>
          <a:xfrm>
            <a:off x="8807450" y="4754481"/>
            <a:ext cx="1801713" cy="933450"/>
          </a:xfrm>
        </p:spPr>
        <p:txBody>
          <a:bodyPr>
            <a:noAutofit/>
          </a:bodyPr>
          <a:lstStyle>
            <a:lvl1pPr algn="ctr">
              <a:defRPr sz="1200" baseline="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texts</a:t>
            </a:r>
            <a:endParaRPr lang="en-AU" dirty="0"/>
          </a:p>
        </p:txBody>
      </p:sp>
    </p:spTree>
    <p:extLst>
      <p:ext uri="{BB962C8B-B14F-4D97-AF65-F5344CB8AC3E}">
        <p14:creationId xmlns:p14="http://schemas.microsoft.com/office/powerpoint/2010/main" val="9835304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fade">
                                      <p:cBhvr>
                                        <p:cTn id="11" dur="500"/>
                                        <p:tgtEl>
                                          <p:spTgt spid="2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down)">
                                      <p:cBhvr>
                                        <p:cTn id="19" dur="500"/>
                                        <p:tgtEl>
                                          <p:spTgt spid="13"/>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5">
                                            <p:txEl>
                                              <p:pRg st="0" end="0"/>
                                            </p:txEl>
                                          </p:spTgt>
                                        </p:tgtEl>
                                        <p:attrNameLst>
                                          <p:attrName>style.visibility</p:attrName>
                                        </p:attrNameLst>
                                      </p:cBhvr>
                                      <p:to>
                                        <p:strVal val="visible"/>
                                      </p:to>
                                    </p:set>
                                    <p:animEffect transition="in" filter="fade">
                                      <p:cBhvr>
                                        <p:cTn id="23" dur="500"/>
                                        <p:tgtEl>
                                          <p:spTgt spid="15">
                                            <p:txEl>
                                              <p:pRg st="0" end="0"/>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6">
                                            <p:txEl>
                                              <p:pRg st="0" end="0"/>
                                            </p:txEl>
                                          </p:spTgt>
                                        </p:tgtEl>
                                        <p:attrNameLst>
                                          <p:attrName>style.visibility</p:attrName>
                                        </p:attrNameLst>
                                      </p:cBhvr>
                                      <p:to>
                                        <p:strVal val="visible"/>
                                      </p:to>
                                    </p:set>
                                    <p:animEffect transition="in" filter="fade">
                                      <p:cBhvr>
                                        <p:cTn id="26" dur="500"/>
                                        <p:tgtEl>
                                          <p:spTgt spid="16">
                                            <p:txEl>
                                              <p:pRg st="0" end="0"/>
                                            </p:txEl>
                                          </p:spTgt>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childTnLst>
                          </p:cTn>
                        </p:par>
                        <p:par>
                          <p:cTn id="31" fill="hold">
                            <p:stCondLst>
                              <p:cond delay="3000"/>
                            </p:stCondLst>
                            <p:childTnLst>
                              <p:par>
                                <p:cTn id="32" presetID="22" presetClass="entr" presetSubtype="4" fill="hold" grpId="0" nodeType="after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wipe(down)">
                                      <p:cBhvr>
                                        <p:cTn id="34" dur="500"/>
                                        <p:tgtEl>
                                          <p:spTgt spid="21"/>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17">
                                            <p:txEl>
                                              <p:pRg st="0" end="0"/>
                                            </p:txEl>
                                          </p:spTgt>
                                        </p:tgtEl>
                                        <p:attrNameLst>
                                          <p:attrName>style.visibility</p:attrName>
                                        </p:attrNameLst>
                                      </p:cBhvr>
                                      <p:to>
                                        <p:strVal val="visible"/>
                                      </p:to>
                                    </p:set>
                                    <p:animEffect transition="in" filter="fade">
                                      <p:cBhvr>
                                        <p:cTn id="38" dur="500"/>
                                        <p:tgtEl>
                                          <p:spTgt spid="17">
                                            <p:txEl>
                                              <p:pRg st="0" end="0"/>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8">
                                            <p:txEl>
                                              <p:pRg st="0" end="0"/>
                                            </p:txEl>
                                          </p:spTgt>
                                        </p:tgtEl>
                                        <p:attrNameLst>
                                          <p:attrName>style.visibility</p:attrName>
                                        </p:attrNameLst>
                                      </p:cBhvr>
                                      <p:to>
                                        <p:strVal val="visible"/>
                                      </p:to>
                                    </p:set>
                                    <p:animEffect transition="in" filter="fade">
                                      <p:cBhvr>
                                        <p:cTn id="41" dur="500"/>
                                        <p:tgtEl>
                                          <p:spTgt spid="18">
                                            <p:txEl>
                                              <p:pRg st="0" end="0"/>
                                            </p:txEl>
                                          </p:spTgt>
                                        </p:tgtEl>
                                      </p:cBhvr>
                                    </p:animEffect>
                                  </p:childTnLst>
                                </p:cTn>
                              </p:par>
                            </p:childTnLst>
                          </p:cTn>
                        </p:par>
                        <p:par>
                          <p:cTn id="42" fill="hold">
                            <p:stCondLst>
                              <p:cond delay="4000"/>
                            </p:stCondLst>
                            <p:childTnLst>
                              <p:par>
                                <p:cTn id="43" presetID="10" presetClass="entr" presetSubtype="0" fill="hold" grpId="0" nodeType="after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fade">
                                      <p:cBhvr>
                                        <p:cTn id="45" dur="500"/>
                                        <p:tgtEl>
                                          <p:spTgt spid="22"/>
                                        </p:tgtEl>
                                      </p:cBhvr>
                                    </p:animEffect>
                                  </p:childTnLst>
                                </p:cTn>
                              </p:par>
                            </p:childTnLst>
                          </p:cTn>
                        </p:par>
                        <p:par>
                          <p:cTn id="46" fill="hold">
                            <p:stCondLst>
                              <p:cond delay="4500"/>
                            </p:stCondLst>
                            <p:childTnLst>
                              <p:par>
                                <p:cTn id="47" presetID="22" presetClass="entr" presetSubtype="4" fill="hold" grpId="0" nodeType="after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wipe(down)">
                                      <p:cBhvr>
                                        <p:cTn id="49" dur="500"/>
                                        <p:tgtEl>
                                          <p:spTgt spid="23"/>
                                        </p:tgtEl>
                                      </p:cBhvr>
                                    </p:animEffect>
                                  </p:childTnLst>
                                </p:cTn>
                              </p:par>
                            </p:childTnLst>
                          </p:cTn>
                        </p:par>
                        <p:par>
                          <p:cTn id="50" fill="hold">
                            <p:stCondLst>
                              <p:cond delay="5000"/>
                            </p:stCondLst>
                            <p:childTnLst>
                              <p:par>
                                <p:cTn id="51" presetID="10" presetClass="entr" presetSubtype="0" fill="hold" grpId="0" nodeType="afterEffect">
                                  <p:stCondLst>
                                    <p:cond delay="0"/>
                                  </p:stCondLst>
                                  <p:childTnLst>
                                    <p:set>
                                      <p:cBhvr>
                                        <p:cTn id="52" dur="1" fill="hold">
                                          <p:stCondLst>
                                            <p:cond delay="0"/>
                                          </p:stCondLst>
                                        </p:cTn>
                                        <p:tgtEl>
                                          <p:spTgt spid="19">
                                            <p:txEl>
                                              <p:pRg st="0" end="0"/>
                                            </p:txEl>
                                          </p:spTgt>
                                        </p:tgtEl>
                                        <p:attrNameLst>
                                          <p:attrName>style.visibility</p:attrName>
                                        </p:attrNameLst>
                                      </p:cBhvr>
                                      <p:to>
                                        <p:strVal val="visible"/>
                                      </p:to>
                                    </p:set>
                                    <p:animEffect transition="in" filter="fade">
                                      <p:cBhvr>
                                        <p:cTn id="53" dur="500"/>
                                        <p:tgtEl>
                                          <p:spTgt spid="19">
                                            <p:txEl>
                                              <p:pRg st="0" end="0"/>
                                            </p:txEl>
                                          </p:spTgt>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8">
                                            <p:txEl>
                                              <p:pRg st="0" end="0"/>
                                            </p:txEl>
                                          </p:spTgt>
                                        </p:tgtEl>
                                        <p:attrNameLst>
                                          <p:attrName>style.visibility</p:attrName>
                                        </p:attrNameLst>
                                      </p:cBhvr>
                                      <p:to>
                                        <p:strVal val="visible"/>
                                      </p:to>
                                    </p:set>
                                    <p:animEffect transition="in" filter="fade">
                                      <p:cBhvr>
                                        <p:cTn id="56" dur="500"/>
                                        <p:tgtEl>
                                          <p:spTgt spid="28">
                                            <p:txEl>
                                              <p:pRg st="0" end="0"/>
                                            </p:txEl>
                                          </p:spTgt>
                                        </p:tgtEl>
                                      </p:cBhvr>
                                    </p:animEffect>
                                  </p:childTnLst>
                                </p:cTn>
                              </p:par>
                            </p:childTnLst>
                          </p:cTn>
                        </p:par>
                        <p:par>
                          <p:cTn id="57" fill="hold">
                            <p:stCondLst>
                              <p:cond delay="5500"/>
                            </p:stCondLst>
                            <p:childTnLst>
                              <p:par>
                                <p:cTn id="58" presetID="10" presetClass="entr" presetSubtype="0" fill="hold" grpId="0" nodeType="afterEffect">
                                  <p:stCondLst>
                                    <p:cond delay="0"/>
                                  </p:stCondLst>
                                  <p:childTnLst>
                                    <p:set>
                                      <p:cBhvr>
                                        <p:cTn id="59" dur="1" fill="hold">
                                          <p:stCondLst>
                                            <p:cond delay="0"/>
                                          </p:stCondLst>
                                        </p:cTn>
                                        <p:tgtEl>
                                          <p:spTgt spid="24"/>
                                        </p:tgtEl>
                                        <p:attrNameLst>
                                          <p:attrName>style.visibility</p:attrName>
                                        </p:attrNameLst>
                                      </p:cBhvr>
                                      <p:to>
                                        <p:strVal val="visible"/>
                                      </p:to>
                                    </p:set>
                                    <p:animEffect transition="in" filter="fade">
                                      <p:cBhvr>
                                        <p:cTn id="60" dur="500"/>
                                        <p:tgtEl>
                                          <p:spTgt spid="24"/>
                                        </p:tgtEl>
                                      </p:cBhvr>
                                    </p:animEffect>
                                  </p:childTnLst>
                                </p:cTn>
                              </p:par>
                            </p:childTnLst>
                          </p:cTn>
                        </p:par>
                        <p:par>
                          <p:cTn id="61" fill="hold">
                            <p:stCondLst>
                              <p:cond delay="6000"/>
                            </p:stCondLst>
                            <p:childTnLst>
                              <p:par>
                                <p:cTn id="62" presetID="22" presetClass="entr" presetSubtype="4" fill="hold" grpId="0" nodeType="afterEffect">
                                  <p:stCondLst>
                                    <p:cond delay="0"/>
                                  </p:stCondLst>
                                  <p:childTnLst>
                                    <p:set>
                                      <p:cBhvr>
                                        <p:cTn id="63" dur="1" fill="hold">
                                          <p:stCondLst>
                                            <p:cond delay="0"/>
                                          </p:stCondLst>
                                        </p:cTn>
                                        <p:tgtEl>
                                          <p:spTgt spid="25"/>
                                        </p:tgtEl>
                                        <p:attrNameLst>
                                          <p:attrName>style.visibility</p:attrName>
                                        </p:attrNameLst>
                                      </p:cBhvr>
                                      <p:to>
                                        <p:strVal val="visible"/>
                                      </p:to>
                                    </p:set>
                                    <p:animEffect transition="in" filter="wipe(down)">
                                      <p:cBhvr>
                                        <p:cTn id="64" dur="500"/>
                                        <p:tgtEl>
                                          <p:spTgt spid="25"/>
                                        </p:tgtEl>
                                      </p:cBhvr>
                                    </p:animEffect>
                                  </p:childTnLst>
                                </p:cTn>
                              </p:par>
                            </p:childTnLst>
                          </p:cTn>
                        </p:par>
                        <p:par>
                          <p:cTn id="65" fill="hold">
                            <p:stCondLst>
                              <p:cond delay="6500"/>
                            </p:stCondLst>
                            <p:childTnLst>
                              <p:par>
                                <p:cTn id="66" presetID="10" presetClass="entr" presetSubtype="0" fill="hold" grpId="0" nodeType="afterEffect">
                                  <p:stCondLst>
                                    <p:cond delay="0"/>
                                  </p:stCondLst>
                                  <p:childTnLst>
                                    <p:set>
                                      <p:cBhvr>
                                        <p:cTn id="67" dur="1" fill="hold">
                                          <p:stCondLst>
                                            <p:cond delay="0"/>
                                          </p:stCondLst>
                                        </p:cTn>
                                        <p:tgtEl>
                                          <p:spTgt spid="29">
                                            <p:txEl>
                                              <p:pRg st="0" end="0"/>
                                            </p:txEl>
                                          </p:spTgt>
                                        </p:tgtEl>
                                        <p:attrNameLst>
                                          <p:attrName>style.visibility</p:attrName>
                                        </p:attrNameLst>
                                      </p:cBhvr>
                                      <p:to>
                                        <p:strVal val="visible"/>
                                      </p:to>
                                    </p:set>
                                    <p:animEffect transition="in" filter="fade">
                                      <p:cBhvr>
                                        <p:cTn id="68" dur="500"/>
                                        <p:tgtEl>
                                          <p:spTgt spid="29">
                                            <p:txEl>
                                              <p:pRg st="0" end="0"/>
                                            </p:txEl>
                                          </p:spTgt>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0">
                                            <p:txEl>
                                              <p:pRg st="0" end="0"/>
                                            </p:txEl>
                                          </p:spTgt>
                                        </p:tgtEl>
                                        <p:attrNameLst>
                                          <p:attrName>style.visibility</p:attrName>
                                        </p:attrNameLst>
                                      </p:cBhvr>
                                      <p:to>
                                        <p:strVal val="visible"/>
                                      </p:to>
                                    </p:set>
                                    <p:animEffect transition="in" filter="fade">
                                      <p:cBhvr>
                                        <p:cTn id="71"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3" grpId="0" animBg="1"/>
      <p:bldP spid="20" grpId="0" animBg="1"/>
      <p:bldP spid="21" grpId="0" animBg="1"/>
      <p:bldP spid="22" grpId="0" animBg="1"/>
      <p:bldP spid="23" grpId="0" animBg="1"/>
      <p:bldP spid="24" grpId="0" animBg="1"/>
      <p:bldP spid="25" grpId="0" animBg="1"/>
      <p:bldP spid="26"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build="p">
        <p:tmplLst>
          <p:tmpl lvl="1">
            <p:tnLst>
              <p:par>
                <p:cTn presetID="10"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8" grpId="0" build="p">
        <p:tmplLst>
          <p:tmpl lvl="1">
            <p:tnLst>
              <p:par>
                <p:cTn presetID="10"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10" presetClass="entr" presetSubtype="0"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8" grpId="0" build="p">
        <p:tmplLst>
          <p:tmpl lvl="1">
            <p:tnLst>
              <p:par>
                <p:cTn presetID="10"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9" grpId="0" build="p">
        <p:tmplLst>
          <p:tmpl lvl="1">
            <p:tnLst>
              <p:par>
                <p:cTn presetID="10" presetClass="entr" presetSubtype="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childTnLst>
                </p:cTn>
              </p:par>
            </p:tnLst>
          </p:tmpl>
        </p:tmplLst>
      </p:bldP>
      <p:bldP spid="30" grpId="0" build="p">
        <p:tmplLst>
          <p:tmpl lvl="1">
            <p:tnLst>
              <p:par>
                <p:cTn presetID="10"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Lst>
  </p:timing>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5D6537CE-4959-E448-8534-310116FDDA18}"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95034"/>
          </a:xfrm>
        </p:spPr>
        <p:txBody>
          <a:bodyPr>
            <a:normAutofit/>
          </a:bodyPr>
          <a:lstStyle>
            <a:lvl1pPr algn="l">
              <a:defRPr sz="44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9500"/>
            <a:ext cx="5472112" cy="294121"/>
          </a:xfrm>
        </p:spPr>
        <p:txBody>
          <a:bodyPr/>
          <a:lstStyle>
            <a:lvl1pPr algn="l">
              <a:defRPr/>
            </a:lvl1pPr>
          </a:lstStyle>
          <a:p>
            <a:pPr lvl="0"/>
            <a:r>
              <a:rPr lang="en-US" dirty="0" smtClean="0"/>
              <a:t>Click to edit Master text styles</a:t>
            </a:r>
          </a:p>
        </p:txBody>
      </p:sp>
    </p:spTree>
    <p:extLst>
      <p:ext uri="{BB962C8B-B14F-4D97-AF65-F5344CB8AC3E}">
        <p14:creationId xmlns:p14="http://schemas.microsoft.com/office/powerpoint/2010/main" val="29616242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354FAB5-6F2C-204F-BAFE-EF9B3CDEFAF9}"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61721"/>
          </a:xfrm>
        </p:spPr>
        <p:txBody>
          <a:bodyPr/>
          <a:lstStyle>
            <a:lvl1pPr algn="l">
              <a:defRPr sz="36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4904"/>
            <a:ext cx="5472112" cy="294121"/>
          </a:xfrm>
        </p:spPr>
        <p:txBody>
          <a:bodyPr/>
          <a:lstStyle>
            <a:lvl1pPr algn="l">
              <a:defRPr/>
            </a:lvl1pPr>
          </a:lstStyle>
          <a:p>
            <a:pPr lvl="0"/>
            <a:r>
              <a:rPr lang="en-US" dirty="0" smtClean="0"/>
              <a:t>Click to edit Master text styles</a:t>
            </a:r>
          </a:p>
        </p:txBody>
      </p:sp>
    </p:spTree>
    <p:extLst>
      <p:ext uri="{BB962C8B-B14F-4D97-AF65-F5344CB8AC3E}">
        <p14:creationId xmlns:p14="http://schemas.microsoft.com/office/powerpoint/2010/main" val="38978143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429.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24AB8AF9-7FBD-FD46-BF4F-CAD8654EA8F6}"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6" name="Title 1"/>
          <p:cNvSpPr>
            <a:spLocks noGrp="1"/>
          </p:cNvSpPr>
          <p:nvPr>
            <p:ph type="title" hasCustomPrompt="1"/>
          </p:nvPr>
        </p:nvSpPr>
        <p:spPr>
          <a:xfrm>
            <a:off x="623888" y="346366"/>
            <a:ext cx="5472112" cy="695034"/>
          </a:xfrm>
        </p:spPr>
        <p:txBody>
          <a:bodyPr>
            <a:normAutofit/>
          </a:bodyPr>
          <a:lstStyle>
            <a:lvl1pPr algn="l">
              <a:defRPr sz="4400" b="1">
                <a:solidFill>
                  <a:schemeClr val="tx1">
                    <a:lumMod val="75000"/>
                    <a:lumOff val="25000"/>
                  </a:schemeClr>
                </a:solidFill>
              </a:defRPr>
            </a:lvl1pPr>
          </a:lstStyle>
          <a:p>
            <a:r>
              <a:rPr lang="id-ID" dirty="0" smtClean="0"/>
              <a:t>Title here</a:t>
            </a:r>
            <a:endParaRPr lang="en-AU" dirty="0"/>
          </a:p>
        </p:txBody>
      </p:sp>
      <p:sp>
        <p:nvSpPr>
          <p:cNvPr id="7" name="Content Placeholder 2"/>
          <p:cNvSpPr>
            <a:spLocks noGrp="1"/>
          </p:cNvSpPr>
          <p:nvPr>
            <p:ph idx="1"/>
          </p:nvPr>
        </p:nvSpPr>
        <p:spPr>
          <a:xfrm>
            <a:off x="623888" y="1079500"/>
            <a:ext cx="5472112" cy="294121"/>
          </a:xfrm>
        </p:spPr>
        <p:txBody>
          <a:bodyPr/>
          <a:lstStyle>
            <a:lvl1pPr algn="l">
              <a:defRPr/>
            </a:lvl1pPr>
          </a:lstStyle>
          <a:p>
            <a:pPr lvl="0"/>
            <a:r>
              <a:rPr lang="en-US" dirty="0" smtClean="0"/>
              <a:t>Click to edit Master text styles</a:t>
            </a:r>
          </a:p>
        </p:txBody>
      </p:sp>
      <p:sp>
        <p:nvSpPr>
          <p:cNvPr id="8" name="Picture Placeholder 9"/>
          <p:cNvSpPr>
            <a:spLocks noGrp="1"/>
          </p:cNvSpPr>
          <p:nvPr>
            <p:ph type="pic" sz="quarter" idx="13" hasCustomPrompt="1"/>
          </p:nvPr>
        </p:nvSpPr>
        <p:spPr>
          <a:xfrm>
            <a:off x="1912257" y="1954314"/>
            <a:ext cx="2126343" cy="2126343"/>
          </a:xfrm>
          <a:custGeom>
            <a:avLst/>
            <a:gdLst>
              <a:gd name="connsiteX0" fmla="*/ 201087 w 1206500"/>
              <a:gd name="connsiteY0" fmla="*/ 0 h 1206500"/>
              <a:gd name="connsiteX1" fmla="*/ 1005413 w 1206500"/>
              <a:gd name="connsiteY1" fmla="*/ 0 h 1206500"/>
              <a:gd name="connsiteX2" fmla="*/ 1206500 w 1206500"/>
              <a:gd name="connsiteY2" fmla="*/ 201087 h 1206500"/>
              <a:gd name="connsiteX3" fmla="*/ 1206500 w 1206500"/>
              <a:gd name="connsiteY3" fmla="*/ 1005413 h 1206500"/>
              <a:gd name="connsiteX4" fmla="*/ 1005413 w 1206500"/>
              <a:gd name="connsiteY4" fmla="*/ 1206500 h 1206500"/>
              <a:gd name="connsiteX5" fmla="*/ 201087 w 1206500"/>
              <a:gd name="connsiteY5" fmla="*/ 1206500 h 1206500"/>
              <a:gd name="connsiteX6" fmla="*/ 0 w 1206500"/>
              <a:gd name="connsiteY6" fmla="*/ 1005413 h 1206500"/>
              <a:gd name="connsiteX7" fmla="*/ 0 w 1206500"/>
              <a:gd name="connsiteY7" fmla="*/ 201087 h 1206500"/>
              <a:gd name="connsiteX8" fmla="*/ 201087 w 1206500"/>
              <a:gd name="connsiteY8"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6500" h="1206500">
                <a:moveTo>
                  <a:pt x="201087" y="0"/>
                </a:moveTo>
                <a:lnTo>
                  <a:pt x="1005413" y="0"/>
                </a:lnTo>
                <a:cubicBezTo>
                  <a:pt x="1116470" y="0"/>
                  <a:pt x="1206500" y="90030"/>
                  <a:pt x="1206500" y="201087"/>
                </a:cubicBezTo>
                <a:lnTo>
                  <a:pt x="1206500" y="1005413"/>
                </a:lnTo>
                <a:cubicBezTo>
                  <a:pt x="1206500" y="1116470"/>
                  <a:pt x="1116470" y="1206500"/>
                  <a:pt x="1005413" y="1206500"/>
                </a:cubicBezTo>
                <a:lnTo>
                  <a:pt x="201087" y="1206500"/>
                </a:lnTo>
                <a:cubicBezTo>
                  <a:pt x="90030" y="1206500"/>
                  <a:pt x="0" y="1116470"/>
                  <a:pt x="0" y="1005413"/>
                </a:cubicBezTo>
                <a:lnTo>
                  <a:pt x="0" y="201087"/>
                </a:lnTo>
                <a:cubicBezTo>
                  <a:pt x="0" y="90030"/>
                  <a:pt x="90030" y="0"/>
                  <a:pt x="201087" y="0"/>
                </a:cubicBezTo>
                <a:close/>
              </a:path>
            </a:pathLst>
          </a:custGeom>
          <a:solidFill>
            <a:schemeClr val="bg1">
              <a:lumMod val="95000"/>
            </a:schemeClr>
          </a:solidFill>
        </p:spPr>
        <p:txBody>
          <a:bodyPr wrap="square">
            <a:noAutofit/>
          </a:bodyPr>
          <a:lstStyle>
            <a:lvl1pPr>
              <a:defRPr/>
            </a:lvl1pPr>
          </a:lstStyle>
          <a:p>
            <a:r>
              <a:rPr lang="id-ID" dirty="0" smtClean="0"/>
              <a:t>Img</a:t>
            </a:r>
            <a:endParaRPr lang="en-AU" dirty="0"/>
          </a:p>
        </p:txBody>
      </p:sp>
      <p:grpSp>
        <p:nvGrpSpPr>
          <p:cNvPr id="9" name="Group 8"/>
          <p:cNvGrpSpPr/>
          <p:nvPr userDrawn="1"/>
        </p:nvGrpSpPr>
        <p:grpSpPr>
          <a:xfrm>
            <a:off x="2234464" y="4370171"/>
            <a:ext cx="1537345" cy="214571"/>
            <a:chOff x="5317188" y="3092930"/>
            <a:chExt cx="1537345" cy="214571"/>
          </a:xfrm>
          <a:solidFill>
            <a:srgbClr val="FFC000"/>
          </a:solidFill>
        </p:grpSpPr>
        <p:sp>
          <p:nvSpPr>
            <p:cNvPr id="10" name="5-Point Star 9"/>
            <p:cNvSpPr/>
            <p:nvPr/>
          </p:nvSpPr>
          <p:spPr>
            <a:xfrm>
              <a:off x="5317188"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5-Point Star 10"/>
            <p:cNvSpPr/>
            <p:nvPr/>
          </p:nvSpPr>
          <p:spPr>
            <a:xfrm>
              <a:off x="5651581"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5-Point Star 11"/>
            <p:cNvSpPr/>
            <p:nvPr/>
          </p:nvSpPr>
          <p:spPr>
            <a:xfrm>
              <a:off x="5983013"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3" name="5-Point Star 12"/>
            <p:cNvSpPr/>
            <p:nvPr/>
          </p:nvSpPr>
          <p:spPr>
            <a:xfrm>
              <a:off x="6317406"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5-Point Star 13"/>
            <p:cNvSpPr/>
            <p:nvPr/>
          </p:nvSpPr>
          <p:spPr>
            <a:xfrm>
              <a:off x="6639962" y="3092930"/>
              <a:ext cx="214571" cy="214571"/>
            </a:xfrm>
            <a:prstGeom prst="star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15" name="Text Placeholder 10"/>
          <p:cNvSpPr>
            <a:spLocks noGrp="1"/>
          </p:cNvSpPr>
          <p:nvPr>
            <p:ph type="body" sz="quarter" idx="14" hasCustomPrompt="1"/>
          </p:nvPr>
        </p:nvSpPr>
        <p:spPr>
          <a:xfrm>
            <a:off x="6481771" y="1995054"/>
            <a:ext cx="4576754" cy="348342"/>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6" name="Text Placeholder 10"/>
          <p:cNvSpPr>
            <a:spLocks noGrp="1"/>
          </p:cNvSpPr>
          <p:nvPr>
            <p:ph type="body" sz="quarter" idx="16" hasCustomPrompt="1"/>
          </p:nvPr>
        </p:nvSpPr>
        <p:spPr>
          <a:xfrm>
            <a:off x="6481772" y="2424114"/>
            <a:ext cx="4576753" cy="1533524"/>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17" name="Text Placeholder 10"/>
          <p:cNvSpPr>
            <a:spLocks noGrp="1"/>
          </p:cNvSpPr>
          <p:nvPr>
            <p:ph type="body" sz="quarter" idx="17" hasCustomPrompt="1"/>
          </p:nvPr>
        </p:nvSpPr>
        <p:spPr>
          <a:xfrm>
            <a:off x="1012091" y="4868947"/>
            <a:ext cx="3990966" cy="1155181"/>
          </a:xfrm>
        </p:spPr>
        <p:txBody>
          <a:bodyPr>
            <a:normAutofit/>
          </a:bodyPr>
          <a:lstStyle>
            <a:lvl1pPr algn="ctr">
              <a:defRPr sz="1200" i="1"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34413485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wipe(left)">
                                      <p:cBhvr>
                                        <p:cTn id="2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Lst>
  </p:timing>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140170AD-50F0-4642-9988-06CB768636EC}"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23" name="Picture Placeholder 22"/>
          <p:cNvSpPr>
            <a:spLocks noGrp="1"/>
          </p:cNvSpPr>
          <p:nvPr>
            <p:ph type="pic" sz="quarter" idx="13"/>
          </p:nvPr>
        </p:nvSpPr>
        <p:spPr>
          <a:xfrm>
            <a:off x="3437532" y="4365702"/>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29" name="Picture Placeholder 28"/>
          <p:cNvSpPr>
            <a:spLocks noGrp="1"/>
          </p:cNvSpPr>
          <p:nvPr>
            <p:ph type="pic" sz="quarter" idx="15"/>
          </p:nvPr>
        </p:nvSpPr>
        <p:spPr>
          <a:xfrm>
            <a:off x="3437532" y="2437541"/>
            <a:ext cx="2610275" cy="1803729"/>
          </a:xfrm>
          <a:custGeom>
            <a:avLst/>
            <a:gdLst>
              <a:gd name="connsiteX0" fmla="*/ 0 w 2610275"/>
              <a:gd name="connsiteY0" fmla="*/ 0 h 1803729"/>
              <a:gd name="connsiteX1" fmla="*/ 2610275 w 2610275"/>
              <a:gd name="connsiteY1" fmla="*/ 0 h 1803729"/>
              <a:gd name="connsiteX2" fmla="*/ 2610275 w 2610275"/>
              <a:gd name="connsiteY2" fmla="*/ 1803729 h 1803729"/>
              <a:gd name="connsiteX3" fmla="*/ 0 w 261027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610275" h="1803729">
                <a:moveTo>
                  <a:pt x="0" y="0"/>
                </a:moveTo>
                <a:lnTo>
                  <a:pt x="2610275" y="0"/>
                </a:lnTo>
                <a:lnTo>
                  <a:pt x="2610275" y="1803729"/>
                </a:lnTo>
                <a:lnTo>
                  <a:pt x="0" y="1803729"/>
                </a:lnTo>
                <a:close/>
              </a:path>
            </a:pathLst>
          </a:custGeom>
          <a:solidFill>
            <a:schemeClr val="bg1">
              <a:lumMod val="95000"/>
            </a:schemeClr>
          </a:solidFill>
        </p:spPr>
        <p:txBody>
          <a:bodyPr wrap="square">
            <a:noAutofit/>
          </a:bodyPr>
          <a:lstStyle/>
          <a:p>
            <a:endParaRPr lang="en-AU"/>
          </a:p>
        </p:txBody>
      </p:sp>
      <p:sp>
        <p:nvSpPr>
          <p:cNvPr id="32" name="Picture Placeholder 31"/>
          <p:cNvSpPr>
            <a:spLocks noGrp="1"/>
          </p:cNvSpPr>
          <p:nvPr>
            <p:ph type="pic" sz="quarter" idx="16"/>
          </p:nvPr>
        </p:nvSpPr>
        <p:spPr>
          <a:xfrm>
            <a:off x="6165273" y="2437541"/>
            <a:ext cx="2610275" cy="1803729"/>
          </a:xfrm>
          <a:custGeom>
            <a:avLst/>
            <a:gdLst>
              <a:gd name="connsiteX0" fmla="*/ 0 w 2865245"/>
              <a:gd name="connsiteY0" fmla="*/ 0 h 1803729"/>
              <a:gd name="connsiteX1" fmla="*/ 2865245 w 2865245"/>
              <a:gd name="connsiteY1" fmla="*/ 0 h 1803729"/>
              <a:gd name="connsiteX2" fmla="*/ 2865245 w 2865245"/>
              <a:gd name="connsiteY2" fmla="*/ 1803729 h 1803729"/>
              <a:gd name="connsiteX3" fmla="*/ 0 w 2865245"/>
              <a:gd name="connsiteY3" fmla="*/ 1803729 h 1803729"/>
            </a:gdLst>
            <a:ahLst/>
            <a:cxnLst>
              <a:cxn ang="0">
                <a:pos x="connsiteX0" y="connsiteY0"/>
              </a:cxn>
              <a:cxn ang="0">
                <a:pos x="connsiteX1" y="connsiteY1"/>
              </a:cxn>
              <a:cxn ang="0">
                <a:pos x="connsiteX2" y="connsiteY2"/>
              </a:cxn>
              <a:cxn ang="0">
                <a:pos x="connsiteX3" y="connsiteY3"/>
              </a:cxn>
            </a:cxnLst>
            <a:rect l="l" t="t" r="r" b="b"/>
            <a:pathLst>
              <a:path w="2865245" h="1803729">
                <a:moveTo>
                  <a:pt x="0" y="0"/>
                </a:moveTo>
                <a:lnTo>
                  <a:pt x="2865245" y="0"/>
                </a:lnTo>
                <a:lnTo>
                  <a:pt x="2865245" y="1803729"/>
                </a:lnTo>
                <a:lnTo>
                  <a:pt x="0" y="1803729"/>
                </a:lnTo>
                <a:close/>
              </a:path>
            </a:pathLst>
          </a:custGeom>
          <a:solidFill>
            <a:schemeClr val="bg1">
              <a:lumMod val="95000"/>
            </a:schemeClr>
          </a:solidFill>
        </p:spPr>
        <p:txBody>
          <a:bodyPr wrap="square">
            <a:noAutofit/>
          </a:bodyPr>
          <a:lstStyle/>
          <a:p>
            <a:endParaRPr lang="en-AU"/>
          </a:p>
        </p:txBody>
      </p:sp>
      <p:sp>
        <p:nvSpPr>
          <p:cNvPr id="38" name="Picture Placeholder 37"/>
          <p:cNvSpPr>
            <a:spLocks noGrp="1"/>
          </p:cNvSpPr>
          <p:nvPr>
            <p:ph type="pic" sz="quarter" idx="18"/>
          </p:nvPr>
        </p:nvSpPr>
        <p:spPr>
          <a:xfrm>
            <a:off x="6165273" y="4365702"/>
            <a:ext cx="2610275" cy="1642420"/>
          </a:xfrm>
          <a:custGeom>
            <a:avLst/>
            <a:gdLst>
              <a:gd name="connsiteX0" fmla="*/ 0 w 2610275"/>
              <a:gd name="connsiteY0" fmla="*/ 0 h 1642420"/>
              <a:gd name="connsiteX1" fmla="*/ 2610275 w 2610275"/>
              <a:gd name="connsiteY1" fmla="*/ 0 h 1642420"/>
              <a:gd name="connsiteX2" fmla="*/ 2610275 w 2610275"/>
              <a:gd name="connsiteY2" fmla="*/ 1642420 h 1642420"/>
              <a:gd name="connsiteX3" fmla="*/ 0 w 2610275"/>
              <a:gd name="connsiteY3" fmla="*/ 1642420 h 1642420"/>
            </a:gdLst>
            <a:ahLst/>
            <a:cxnLst>
              <a:cxn ang="0">
                <a:pos x="connsiteX0" y="connsiteY0"/>
              </a:cxn>
              <a:cxn ang="0">
                <a:pos x="connsiteX1" y="connsiteY1"/>
              </a:cxn>
              <a:cxn ang="0">
                <a:pos x="connsiteX2" y="connsiteY2"/>
              </a:cxn>
              <a:cxn ang="0">
                <a:pos x="connsiteX3" y="connsiteY3"/>
              </a:cxn>
            </a:cxnLst>
            <a:rect l="l" t="t" r="r" b="b"/>
            <a:pathLst>
              <a:path w="2610275" h="1642420">
                <a:moveTo>
                  <a:pt x="0" y="0"/>
                </a:moveTo>
                <a:lnTo>
                  <a:pt x="2610275" y="0"/>
                </a:lnTo>
                <a:lnTo>
                  <a:pt x="2610275" y="1642420"/>
                </a:lnTo>
                <a:lnTo>
                  <a:pt x="0" y="1642420"/>
                </a:lnTo>
                <a:close/>
              </a:path>
            </a:pathLst>
          </a:custGeom>
          <a:solidFill>
            <a:schemeClr val="bg1">
              <a:lumMod val="95000"/>
            </a:schemeClr>
          </a:solidFill>
        </p:spPr>
        <p:txBody>
          <a:bodyPr wrap="square">
            <a:noAutofit/>
          </a:bodyPr>
          <a:lstStyle/>
          <a:p>
            <a:endParaRPr lang="en-AU"/>
          </a:p>
        </p:txBody>
      </p:sp>
      <p:sp>
        <p:nvSpPr>
          <p:cNvPr id="14"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15"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6" name="Text Placeholder 10"/>
          <p:cNvSpPr>
            <a:spLocks noGrp="1"/>
          </p:cNvSpPr>
          <p:nvPr>
            <p:ph type="body" sz="quarter" idx="17" hasCustomPrompt="1"/>
          </p:nvPr>
        </p:nvSpPr>
        <p:spPr>
          <a:xfrm>
            <a:off x="838200" y="3026156"/>
            <a:ext cx="2438401" cy="273368"/>
          </a:xfrm>
        </p:spPr>
        <p:txBody>
          <a:bodyPr/>
          <a:lstStyle>
            <a:lvl1pPr algn="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7" name="Text Placeholder 10"/>
          <p:cNvSpPr>
            <a:spLocks noGrp="1"/>
          </p:cNvSpPr>
          <p:nvPr>
            <p:ph type="body" sz="quarter" idx="19" hasCustomPrompt="1"/>
          </p:nvPr>
        </p:nvSpPr>
        <p:spPr>
          <a:xfrm>
            <a:off x="838201" y="3377725"/>
            <a:ext cx="2438400" cy="1085225"/>
          </a:xfrm>
        </p:spPr>
        <p:txBody>
          <a:bodyPr>
            <a:normAutofit/>
          </a:bodyPr>
          <a:lstStyle>
            <a:lvl1pPr algn="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18" name="Text Placeholder 10"/>
          <p:cNvSpPr>
            <a:spLocks noGrp="1"/>
          </p:cNvSpPr>
          <p:nvPr>
            <p:ph type="body" sz="quarter" idx="20" hasCustomPrompt="1"/>
          </p:nvPr>
        </p:nvSpPr>
        <p:spPr>
          <a:xfrm>
            <a:off x="838200" y="4743477"/>
            <a:ext cx="2438401" cy="273368"/>
          </a:xfrm>
        </p:spPr>
        <p:txBody>
          <a:bodyPr/>
          <a:lstStyle>
            <a:lvl1pPr algn="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19" name="Text Placeholder 10"/>
          <p:cNvSpPr>
            <a:spLocks noGrp="1"/>
          </p:cNvSpPr>
          <p:nvPr>
            <p:ph type="body" sz="quarter" idx="21" hasCustomPrompt="1"/>
          </p:nvPr>
        </p:nvSpPr>
        <p:spPr>
          <a:xfrm>
            <a:off x="838201" y="5095046"/>
            <a:ext cx="2438400" cy="1085225"/>
          </a:xfrm>
        </p:spPr>
        <p:txBody>
          <a:bodyPr>
            <a:normAutofit/>
          </a:bodyPr>
          <a:lstStyle>
            <a:lvl1pPr algn="r">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0" name="Text Placeholder 10"/>
          <p:cNvSpPr>
            <a:spLocks noGrp="1"/>
          </p:cNvSpPr>
          <p:nvPr>
            <p:ph type="body" sz="quarter" idx="22" hasCustomPrompt="1"/>
          </p:nvPr>
        </p:nvSpPr>
        <p:spPr>
          <a:xfrm>
            <a:off x="8929254" y="3027921"/>
            <a:ext cx="2438401" cy="273368"/>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1" name="Text Placeholder 10"/>
          <p:cNvSpPr>
            <a:spLocks noGrp="1"/>
          </p:cNvSpPr>
          <p:nvPr>
            <p:ph type="body" sz="quarter" idx="23" hasCustomPrompt="1"/>
          </p:nvPr>
        </p:nvSpPr>
        <p:spPr>
          <a:xfrm>
            <a:off x="8929255" y="3379490"/>
            <a:ext cx="2438400" cy="1085225"/>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
        <p:nvSpPr>
          <p:cNvPr id="22" name="Text Placeholder 10"/>
          <p:cNvSpPr>
            <a:spLocks noGrp="1"/>
          </p:cNvSpPr>
          <p:nvPr>
            <p:ph type="body" sz="quarter" idx="24" hasCustomPrompt="1"/>
          </p:nvPr>
        </p:nvSpPr>
        <p:spPr>
          <a:xfrm>
            <a:off x="8929254" y="4743477"/>
            <a:ext cx="2438401" cy="273368"/>
          </a:xfrm>
        </p:spPr>
        <p:txBody>
          <a:bodyPr/>
          <a:lstStyle>
            <a:lvl1pPr algn="l">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Header here</a:t>
            </a:r>
            <a:endParaRPr lang="en-AU" dirty="0"/>
          </a:p>
        </p:txBody>
      </p:sp>
      <p:sp>
        <p:nvSpPr>
          <p:cNvPr id="24" name="Text Placeholder 10"/>
          <p:cNvSpPr>
            <a:spLocks noGrp="1"/>
          </p:cNvSpPr>
          <p:nvPr>
            <p:ph type="body" sz="quarter" idx="25" hasCustomPrompt="1"/>
          </p:nvPr>
        </p:nvSpPr>
        <p:spPr>
          <a:xfrm>
            <a:off x="8929255" y="5095046"/>
            <a:ext cx="2438400" cy="1085225"/>
          </a:xfrm>
        </p:spPr>
        <p:txBody>
          <a:bodyPr>
            <a:normAutofit/>
          </a:bodyPr>
          <a:lstStyle>
            <a:lvl1pPr algn="l">
              <a:defRPr sz="1400" baseline="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Text here</a:t>
            </a:r>
            <a:endParaRPr lang="en-AU" dirty="0"/>
          </a:p>
        </p:txBody>
      </p:sp>
    </p:spTree>
    <p:extLst>
      <p:ext uri="{BB962C8B-B14F-4D97-AF65-F5344CB8AC3E}">
        <p14:creationId xmlns:p14="http://schemas.microsoft.com/office/powerpoint/2010/main" val="42423273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ppt_w</p:attrName>
                                        </p:attrNameLst>
                                      </p:cBhvr>
                                      <p:tavLst>
                                        <p:tav tm="0">
                                          <p:val>
                                            <p:fltVal val="0"/>
                                          </p:val>
                                        </p:tav>
                                        <p:tav tm="100000">
                                          <p:val>
                                            <p:strVal val="#ppt_w"/>
                                          </p:val>
                                        </p:tav>
                                      </p:tavLst>
                                    </p:anim>
                                    <p:anim calcmode="lin" valueType="num">
                                      <p:cBhvr>
                                        <p:cTn id="8" dur="500" fill="hold"/>
                                        <p:tgtEl>
                                          <p:spTgt spid="29"/>
                                        </p:tgtEl>
                                        <p:attrNameLst>
                                          <p:attrName>ppt_h</p:attrName>
                                        </p:attrNameLst>
                                      </p:cBhvr>
                                      <p:tavLst>
                                        <p:tav tm="0">
                                          <p:val>
                                            <p:fltVal val="0"/>
                                          </p:val>
                                        </p:tav>
                                        <p:tav tm="100000">
                                          <p:val>
                                            <p:strVal val="#ppt_h"/>
                                          </p:val>
                                        </p:tav>
                                      </p:tavLst>
                                    </p:anim>
                                    <p:animEffect transition="in" filter="fade">
                                      <p:cBhvr>
                                        <p:cTn id="9" dur="500"/>
                                        <p:tgtEl>
                                          <p:spTgt spid="29"/>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32"/>
                                        </p:tgtEl>
                                        <p:attrNameLst>
                                          <p:attrName>style.visibility</p:attrName>
                                        </p:attrNameLst>
                                      </p:cBhvr>
                                      <p:to>
                                        <p:strVal val="visible"/>
                                      </p:to>
                                    </p:set>
                                    <p:anim calcmode="lin" valueType="num">
                                      <p:cBhvr>
                                        <p:cTn id="12" dur="500" fill="hold"/>
                                        <p:tgtEl>
                                          <p:spTgt spid="32"/>
                                        </p:tgtEl>
                                        <p:attrNameLst>
                                          <p:attrName>ppt_w</p:attrName>
                                        </p:attrNameLst>
                                      </p:cBhvr>
                                      <p:tavLst>
                                        <p:tav tm="0">
                                          <p:val>
                                            <p:fltVal val="0"/>
                                          </p:val>
                                        </p:tav>
                                        <p:tav tm="100000">
                                          <p:val>
                                            <p:strVal val="#ppt_w"/>
                                          </p:val>
                                        </p:tav>
                                      </p:tavLst>
                                    </p:anim>
                                    <p:anim calcmode="lin" valueType="num">
                                      <p:cBhvr>
                                        <p:cTn id="13" dur="500" fill="hold"/>
                                        <p:tgtEl>
                                          <p:spTgt spid="32"/>
                                        </p:tgtEl>
                                        <p:attrNameLst>
                                          <p:attrName>ppt_h</p:attrName>
                                        </p:attrNameLst>
                                      </p:cBhvr>
                                      <p:tavLst>
                                        <p:tav tm="0">
                                          <p:val>
                                            <p:fltVal val="0"/>
                                          </p:val>
                                        </p:tav>
                                        <p:tav tm="100000">
                                          <p:val>
                                            <p:strVal val="#ppt_h"/>
                                          </p:val>
                                        </p:tav>
                                      </p:tavLst>
                                    </p:anim>
                                    <p:animEffect transition="in" filter="fade">
                                      <p:cBhvr>
                                        <p:cTn id="14" dur="500"/>
                                        <p:tgtEl>
                                          <p:spTgt spid="32"/>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p:cTn id="17" dur="500" fill="hold"/>
                                        <p:tgtEl>
                                          <p:spTgt spid="23"/>
                                        </p:tgtEl>
                                        <p:attrNameLst>
                                          <p:attrName>ppt_w</p:attrName>
                                        </p:attrNameLst>
                                      </p:cBhvr>
                                      <p:tavLst>
                                        <p:tav tm="0">
                                          <p:val>
                                            <p:fltVal val="0"/>
                                          </p:val>
                                        </p:tav>
                                        <p:tav tm="100000">
                                          <p:val>
                                            <p:strVal val="#ppt_w"/>
                                          </p:val>
                                        </p:tav>
                                      </p:tavLst>
                                    </p:anim>
                                    <p:anim calcmode="lin" valueType="num">
                                      <p:cBhvr>
                                        <p:cTn id="18" dur="500" fill="hold"/>
                                        <p:tgtEl>
                                          <p:spTgt spid="23"/>
                                        </p:tgtEl>
                                        <p:attrNameLst>
                                          <p:attrName>ppt_h</p:attrName>
                                        </p:attrNameLst>
                                      </p:cBhvr>
                                      <p:tavLst>
                                        <p:tav tm="0">
                                          <p:val>
                                            <p:fltVal val="0"/>
                                          </p:val>
                                        </p:tav>
                                        <p:tav tm="100000">
                                          <p:val>
                                            <p:strVal val="#ppt_h"/>
                                          </p:val>
                                        </p:tav>
                                      </p:tavLst>
                                    </p:anim>
                                    <p:animEffect transition="in" filter="fade">
                                      <p:cBhvr>
                                        <p:cTn id="19" dur="500"/>
                                        <p:tgtEl>
                                          <p:spTgt spid="23"/>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 calcmode="lin" valueType="num">
                                      <p:cBhvr>
                                        <p:cTn id="22" dur="500" fill="hold"/>
                                        <p:tgtEl>
                                          <p:spTgt spid="38"/>
                                        </p:tgtEl>
                                        <p:attrNameLst>
                                          <p:attrName>ppt_w</p:attrName>
                                        </p:attrNameLst>
                                      </p:cBhvr>
                                      <p:tavLst>
                                        <p:tav tm="0">
                                          <p:val>
                                            <p:fltVal val="0"/>
                                          </p:val>
                                        </p:tav>
                                        <p:tav tm="100000">
                                          <p:val>
                                            <p:strVal val="#ppt_w"/>
                                          </p:val>
                                        </p:tav>
                                      </p:tavLst>
                                    </p:anim>
                                    <p:anim calcmode="lin" valueType="num">
                                      <p:cBhvr>
                                        <p:cTn id="23" dur="500" fill="hold"/>
                                        <p:tgtEl>
                                          <p:spTgt spid="38"/>
                                        </p:tgtEl>
                                        <p:attrNameLst>
                                          <p:attrName>ppt_h</p:attrName>
                                        </p:attrNameLst>
                                      </p:cBhvr>
                                      <p:tavLst>
                                        <p:tav tm="0">
                                          <p:val>
                                            <p:fltVal val="0"/>
                                          </p:val>
                                        </p:tav>
                                        <p:tav tm="100000">
                                          <p:val>
                                            <p:strVal val="#ppt_h"/>
                                          </p:val>
                                        </p:tav>
                                      </p:tavLst>
                                    </p:anim>
                                    <p:animEffect transition="in" filter="fade">
                                      <p:cBhvr>
                                        <p:cTn id="24" dur="500"/>
                                        <p:tgtEl>
                                          <p:spTgt spid="38"/>
                                        </p:tgtEl>
                                      </p:cBhvr>
                                    </p:animEffect>
                                  </p:childTnLst>
                                </p:cTn>
                              </p:par>
                            </p:childTnLst>
                          </p:cTn>
                        </p:par>
                        <p:par>
                          <p:cTn id="25" fill="hold">
                            <p:stCondLst>
                              <p:cond delay="500"/>
                            </p:stCondLst>
                            <p:childTnLst>
                              <p:par>
                                <p:cTn id="26" presetID="10" presetClass="entr" presetSubtype="0" fill="hold" grpId="0" nodeType="after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childTnLst>
                          </p:cTn>
                        </p:par>
                        <p:par>
                          <p:cTn id="29" fill="hold">
                            <p:stCondLst>
                              <p:cond delay="1000"/>
                            </p:stCondLst>
                            <p:childTnLst>
                              <p:par>
                                <p:cTn id="30" presetID="10" presetClass="entr" presetSubtype="0" fill="hold" grpId="0" nodeType="afterEffect">
                                  <p:stCondLst>
                                    <p:cond delay="0"/>
                                  </p:stCondLst>
                                  <p:childTnLst>
                                    <p:set>
                                      <p:cBhvr>
                                        <p:cTn id="31" dur="1" fill="hold">
                                          <p:stCondLst>
                                            <p:cond delay="0"/>
                                          </p:stCondLst>
                                        </p:cTn>
                                        <p:tgtEl>
                                          <p:spTgt spid="15">
                                            <p:txEl>
                                              <p:pRg st="0" end="0"/>
                                            </p:txEl>
                                          </p:spTgt>
                                        </p:tgtEl>
                                        <p:attrNameLst>
                                          <p:attrName>style.visibility</p:attrName>
                                        </p:attrNameLst>
                                      </p:cBhvr>
                                      <p:to>
                                        <p:strVal val="visible"/>
                                      </p:to>
                                    </p:set>
                                    <p:animEffect transition="in" filter="fade">
                                      <p:cBhvr>
                                        <p:cTn id="32" dur="500"/>
                                        <p:tgtEl>
                                          <p:spTgt spid="15">
                                            <p:txEl>
                                              <p:pRg st="0" end="0"/>
                                            </p:txEl>
                                          </p:spTgt>
                                        </p:tgtEl>
                                      </p:cBhvr>
                                    </p:animEffect>
                                  </p:childTnLst>
                                </p:cTn>
                              </p:par>
                            </p:childTnLst>
                          </p:cTn>
                        </p:par>
                        <p:par>
                          <p:cTn id="33" fill="hold">
                            <p:stCondLst>
                              <p:cond delay="1500"/>
                            </p:stCondLst>
                            <p:childTnLst>
                              <p:par>
                                <p:cTn id="34" presetID="10" presetClass="entr" presetSubtype="0" fill="hold" grpId="0" nodeType="afterEffect">
                                  <p:stCondLst>
                                    <p:cond delay="0"/>
                                  </p:stCondLst>
                                  <p:childTnLst>
                                    <p:set>
                                      <p:cBhvr>
                                        <p:cTn id="35" dur="1" fill="hold">
                                          <p:stCondLst>
                                            <p:cond delay="0"/>
                                          </p:stCondLst>
                                        </p:cTn>
                                        <p:tgtEl>
                                          <p:spTgt spid="16">
                                            <p:txEl>
                                              <p:pRg st="0" end="0"/>
                                            </p:txEl>
                                          </p:spTgt>
                                        </p:tgtEl>
                                        <p:attrNameLst>
                                          <p:attrName>style.visibility</p:attrName>
                                        </p:attrNameLst>
                                      </p:cBhvr>
                                      <p:to>
                                        <p:strVal val="visible"/>
                                      </p:to>
                                    </p:set>
                                    <p:animEffect transition="in" filter="fade">
                                      <p:cBhvr>
                                        <p:cTn id="36" dur="500"/>
                                        <p:tgtEl>
                                          <p:spTgt spid="16">
                                            <p:txEl>
                                              <p:pRg st="0" end="0"/>
                                            </p:txEl>
                                          </p:spTgt>
                                        </p:tgtEl>
                                      </p:cBhvr>
                                    </p:animEffect>
                                  </p:childTnLst>
                                </p:cTn>
                              </p:par>
                              <p:par>
                                <p:cTn id="37" presetID="42" presetClass="entr" presetSubtype="0" fill="hold" grpId="0" nodeType="withEffect">
                                  <p:stCondLst>
                                    <p:cond delay="0"/>
                                  </p:stCondLst>
                                  <p:childTnLst>
                                    <p:set>
                                      <p:cBhvr>
                                        <p:cTn id="38" dur="1" fill="hold">
                                          <p:stCondLst>
                                            <p:cond delay="0"/>
                                          </p:stCondLst>
                                        </p:cTn>
                                        <p:tgtEl>
                                          <p:spTgt spid="17">
                                            <p:txEl>
                                              <p:pRg st="0" end="0"/>
                                            </p:txEl>
                                          </p:spTgt>
                                        </p:tgtEl>
                                        <p:attrNameLst>
                                          <p:attrName>style.visibility</p:attrName>
                                        </p:attrNameLst>
                                      </p:cBhvr>
                                      <p:to>
                                        <p:strVal val="visible"/>
                                      </p:to>
                                    </p:set>
                                    <p:animEffect transition="in" filter="fade">
                                      <p:cBhvr>
                                        <p:cTn id="39" dur="500"/>
                                        <p:tgtEl>
                                          <p:spTgt spid="17">
                                            <p:txEl>
                                              <p:pRg st="0" end="0"/>
                                            </p:txEl>
                                          </p:spTgt>
                                        </p:tgtEl>
                                      </p:cBhvr>
                                    </p:animEffect>
                                    <p:anim calcmode="lin" valueType="num">
                                      <p:cBhvr>
                                        <p:cTn id="40"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41" dur="500" fill="hold"/>
                                        <p:tgtEl>
                                          <p:spTgt spid="17">
                                            <p:txEl>
                                              <p:pRg st="0" end="0"/>
                                            </p:txEl>
                                          </p:spTgt>
                                        </p:tgtEl>
                                        <p:attrNameLst>
                                          <p:attrName>ppt_y</p:attrName>
                                        </p:attrNameLst>
                                      </p:cBhvr>
                                      <p:tavLst>
                                        <p:tav tm="0">
                                          <p:val>
                                            <p:strVal val="#ppt_y+.1"/>
                                          </p:val>
                                        </p:tav>
                                        <p:tav tm="100000">
                                          <p:val>
                                            <p:strVal val="#ppt_y"/>
                                          </p:val>
                                        </p:tav>
                                      </p:tavLst>
                                    </p:anim>
                                  </p:childTnLst>
                                </p:cTn>
                              </p:par>
                            </p:childTnLst>
                          </p:cTn>
                        </p:par>
                        <p:par>
                          <p:cTn id="42" fill="hold">
                            <p:stCondLst>
                              <p:cond delay="2000"/>
                            </p:stCondLst>
                            <p:childTnLst>
                              <p:par>
                                <p:cTn id="43" presetID="10" presetClass="entr" presetSubtype="0" fill="hold" grpId="0" nodeType="afterEffect">
                                  <p:stCondLst>
                                    <p:cond delay="0"/>
                                  </p:stCondLst>
                                  <p:childTnLst>
                                    <p:set>
                                      <p:cBhvr>
                                        <p:cTn id="44" dur="1" fill="hold">
                                          <p:stCondLst>
                                            <p:cond delay="0"/>
                                          </p:stCondLst>
                                        </p:cTn>
                                        <p:tgtEl>
                                          <p:spTgt spid="18">
                                            <p:txEl>
                                              <p:pRg st="0" end="0"/>
                                            </p:txEl>
                                          </p:spTgt>
                                        </p:tgtEl>
                                        <p:attrNameLst>
                                          <p:attrName>style.visibility</p:attrName>
                                        </p:attrNameLst>
                                      </p:cBhvr>
                                      <p:to>
                                        <p:strVal val="visible"/>
                                      </p:to>
                                    </p:set>
                                    <p:animEffect transition="in" filter="fade">
                                      <p:cBhvr>
                                        <p:cTn id="45" dur="500"/>
                                        <p:tgtEl>
                                          <p:spTgt spid="18">
                                            <p:txEl>
                                              <p:pRg st="0" end="0"/>
                                            </p:txEl>
                                          </p:spTgt>
                                        </p:tgtEl>
                                      </p:cBhvr>
                                    </p:animEffect>
                                  </p:childTnLst>
                                </p:cTn>
                              </p:par>
                              <p:par>
                                <p:cTn id="46" presetID="42" presetClass="entr" presetSubtype="0" fill="hold" grpId="0" nodeType="withEffect">
                                  <p:stCondLst>
                                    <p:cond delay="0"/>
                                  </p:stCondLst>
                                  <p:childTnLst>
                                    <p:set>
                                      <p:cBhvr>
                                        <p:cTn id="47" dur="1" fill="hold">
                                          <p:stCondLst>
                                            <p:cond delay="0"/>
                                          </p:stCondLst>
                                        </p:cTn>
                                        <p:tgtEl>
                                          <p:spTgt spid="19">
                                            <p:txEl>
                                              <p:pRg st="0" end="0"/>
                                            </p:txEl>
                                          </p:spTgt>
                                        </p:tgtEl>
                                        <p:attrNameLst>
                                          <p:attrName>style.visibility</p:attrName>
                                        </p:attrNameLst>
                                      </p:cBhvr>
                                      <p:to>
                                        <p:strVal val="visible"/>
                                      </p:to>
                                    </p:set>
                                    <p:animEffect transition="in" filter="fade">
                                      <p:cBhvr>
                                        <p:cTn id="48" dur="500"/>
                                        <p:tgtEl>
                                          <p:spTgt spid="19">
                                            <p:txEl>
                                              <p:pRg st="0" end="0"/>
                                            </p:txEl>
                                          </p:spTgt>
                                        </p:tgtEl>
                                      </p:cBhvr>
                                    </p:animEffect>
                                    <p:anim calcmode="lin" valueType="num">
                                      <p:cBhvr>
                                        <p:cTn id="49"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0"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51" fill="hold">
                            <p:stCondLst>
                              <p:cond delay="2500"/>
                            </p:stCondLst>
                            <p:childTnLst>
                              <p:par>
                                <p:cTn id="52" presetID="10" presetClass="entr" presetSubtype="0" fill="hold" grpId="0" nodeType="afterEffect">
                                  <p:stCondLst>
                                    <p:cond delay="0"/>
                                  </p:stCondLst>
                                  <p:childTnLst>
                                    <p:set>
                                      <p:cBhvr>
                                        <p:cTn id="53" dur="1" fill="hold">
                                          <p:stCondLst>
                                            <p:cond delay="0"/>
                                          </p:stCondLst>
                                        </p:cTn>
                                        <p:tgtEl>
                                          <p:spTgt spid="20">
                                            <p:txEl>
                                              <p:pRg st="0" end="0"/>
                                            </p:txEl>
                                          </p:spTgt>
                                        </p:tgtEl>
                                        <p:attrNameLst>
                                          <p:attrName>style.visibility</p:attrName>
                                        </p:attrNameLst>
                                      </p:cBhvr>
                                      <p:to>
                                        <p:strVal val="visible"/>
                                      </p:to>
                                    </p:set>
                                    <p:animEffect transition="in" filter="fade">
                                      <p:cBhvr>
                                        <p:cTn id="54" dur="500"/>
                                        <p:tgtEl>
                                          <p:spTgt spid="20">
                                            <p:txEl>
                                              <p:pRg st="0" end="0"/>
                                            </p:txEl>
                                          </p:spTgt>
                                        </p:tgtEl>
                                      </p:cBhvr>
                                    </p:animEffect>
                                  </p:childTnLst>
                                </p:cTn>
                              </p:par>
                              <p:par>
                                <p:cTn id="55" presetID="42" presetClass="entr" presetSubtype="0" fill="hold" grpId="0" nodeType="withEffect">
                                  <p:stCondLst>
                                    <p:cond delay="0"/>
                                  </p:stCondLst>
                                  <p:childTnLst>
                                    <p:set>
                                      <p:cBhvr>
                                        <p:cTn id="56" dur="1" fill="hold">
                                          <p:stCondLst>
                                            <p:cond delay="0"/>
                                          </p:stCondLst>
                                        </p:cTn>
                                        <p:tgtEl>
                                          <p:spTgt spid="21">
                                            <p:txEl>
                                              <p:pRg st="0" end="0"/>
                                            </p:txEl>
                                          </p:spTgt>
                                        </p:tgtEl>
                                        <p:attrNameLst>
                                          <p:attrName>style.visibility</p:attrName>
                                        </p:attrNameLst>
                                      </p:cBhvr>
                                      <p:to>
                                        <p:strVal val="visible"/>
                                      </p:to>
                                    </p:set>
                                    <p:animEffect transition="in" filter="fade">
                                      <p:cBhvr>
                                        <p:cTn id="57" dur="500"/>
                                        <p:tgtEl>
                                          <p:spTgt spid="21">
                                            <p:txEl>
                                              <p:pRg st="0" end="0"/>
                                            </p:txEl>
                                          </p:spTgt>
                                        </p:tgtEl>
                                      </p:cBhvr>
                                    </p:animEffect>
                                    <p:anim calcmode="lin" valueType="num">
                                      <p:cBhvr>
                                        <p:cTn id="5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3000"/>
                            </p:stCondLst>
                            <p:childTnLst>
                              <p:par>
                                <p:cTn id="61" presetID="10" presetClass="entr" presetSubtype="0" fill="hold" grpId="0" nodeType="afterEffect">
                                  <p:stCondLst>
                                    <p:cond delay="0"/>
                                  </p:stCondLst>
                                  <p:childTnLst>
                                    <p:set>
                                      <p:cBhvr>
                                        <p:cTn id="62" dur="1" fill="hold">
                                          <p:stCondLst>
                                            <p:cond delay="0"/>
                                          </p:stCondLst>
                                        </p:cTn>
                                        <p:tgtEl>
                                          <p:spTgt spid="22">
                                            <p:txEl>
                                              <p:pRg st="0" end="0"/>
                                            </p:txEl>
                                          </p:spTgt>
                                        </p:tgtEl>
                                        <p:attrNameLst>
                                          <p:attrName>style.visibility</p:attrName>
                                        </p:attrNameLst>
                                      </p:cBhvr>
                                      <p:to>
                                        <p:strVal val="visible"/>
                                      </p:to>
                                    </p:set>
                                    <p:animEffect transition="in" filter="fade">
                                      <p:cBhvr>
                                        <p:cTn id="63" dur="500"/>
                                        <p:tgtEl>
                                          <p:spTgt spid="22">
                                            <p:txEl>
                                              <p:pRg st="0" end="0"/>
                                            </p:txEl>
                                          </p:spTgt>
                                        </p:tgtEl>
                                      </p:cBhvr>
                                    </p:animEffect>
                                  </p:childTnLst>
                                </p:cTn>
                              </p:par>
                              <p:par>
                                <p:cTn id="64" presetID="42" presetClass="entr" presetSubtype="0" fill="hold" grpId="0" nodeType="withEffect">
                                  <p:stCondLst>
                                    <p:cond delay="0"/>
                                  </p:stCondLst>
                                  <p:childTnLst>
                                    <p:set>
                                      <p:cBhvr>
                                        <p:cTn id="65" dur="1" fill="hold">
                                          <p:stCondLst>
                                            <p:cond delay="0"/>
                                          </p:stCondLst>
                                        </p:cTn>
                                        <p:tgtEl>
                                          <p:spTgt spid="24">
                                            <p:txEl>
                                              <p:pRg st="0" end="0"/>
                                            </p:txEl>
                                          </p:spTgt>
                                        </p:tgtEl>
                                        <p:attrNameLst>
                                          <p:attrName>style.visibility</p:attrName>
                                        </p:attrNameLst>
                                      </p:cBhvr>
                                      <p:to>
                                        <p:strVal val="visible"/>
                                      </p:to>
                                    </p:set>
                                    <p:animEffect transition="in" filter="fade">
                                      <p:cBhvr>
                                        <p:cTn id="66" dur="500"/>
                                        <p:tgtEl>
                                          <p:spTgt spid="24">
                                            <p:txEl>
                                              <p:pRg st="0" end="0"/>
                                            </p:txEl>
                                          </p:spTgt>
                                        </p:tgtEl>
                                      </p:cBhvr>
                                    </p:animEffect>
                                    <p:anim calcmode="lin" valueType="num">
                                      <p:cBhvr>
                                        <p:cTn id="67"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8"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9" grpId="0" animBg="1"/>
      <p:bldP spid="32" grpId="0" animBg="1"/>
      <p:bldP spid="38" grpId="0" animBg="1"/>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build="p">
        <p:tmplLst>
          <p:tmpl lvl="1">
            <p:tnLst>
              <p:par>
                <p:cTn presetID="10" presetClass="entr" presetSubtype="0"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42"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anim calcmode="lin" valueType="num">
                      <p:cBhvr>
                        <p:cTn dur="500" fill="hold"/>
                        <p:tgtEl>
                          <p:spTgt spid="17"/>
                        </p:tgtEl>
                        <p:attrNameLst>
                          <p:attrName>ppt_x</p:attrName>
                        </p:attrNameLst>
                      </p:cBhvr>
                      <p:tavLst>
                        <p:tav tm="0">
                          <p:val>
                            <p:strVal val="#ppt_x"/>
                          </p:val>
                        </p:tav>
                        <p:tav tm="100000">
                          <p:val>
                            <p:strVal val="#ppt_x"/>
                          </p:val>
                        </p:tav>
                      </p:tavLst>
                    </p:anim>
                    <p:anim calcmode="lin" valueType="num">
                      <p:cBhvr>
                        <p:cTn dur="500" fill="hold"/>
                        <p:tgtEl>
                          <p:spTgt spid="17"/>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10"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42"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10"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10" presetClass="entr" presetSubtype="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13" name="Picture Placeholder 12"/>
          <p:cNvSpPr>
            <a:spLocks noGrp="1"/>
          </p:cNvSpPr>
          <p:nvPr>
            <p:ph type="pic" sz="quarter" idx="13"/>
          </p:nvPr>
        </p:nvSpPr>
        <p:spPr>
          <a:xfrm>
            <a:off x="1127613" y="2204642"/>
            <a:ext cx="4337184" cy="2448716"/>
          </a:xfrm>
          <a:custGeom>
            <a:avLst/>
            <a:gdLst>
              <a:gd name="connsiteX0" fmla="*/ 0 w 4337184"/>
              <a:gd name="connsiteY0" fmla="*/ 0 h 2448716"/>
              <a:gd name="connsiteX1" fmla="*/ 4337184 w 4337184"/>
              <a:gd name="connsiteY1" fmla="*/ 0 h 2448716"/>
              <a:gd name="connsiteX2" fmla="*/ 4337184 w 4337184"/>
              <a:gd name="connsiteY2" fmla="*/ 2448716 h 2448716"/>
              <a:gd name="connsiteX3" fmla="*/ 0 w 4337184"/>
              <a:gd name="connsiteY3" fmla="*/ 2448716 h 2448716"/>
            </a:gdLst>
            <a:ahLst/>
            <a:cxnLst>
              <a:cxn ang="0">
                <a:pos x="connsiteX0" y="connsiteY0"/>
              </a:cxn>
              <a:cxn ang="0">
                <a:pos x="connsiteX1" y="connsiteY1"/>
              </a:cxn>
              <a:cxn ang="0">
                <a:pos x="connsiteX2" y="connsiteY2"/>
              </a:cxn>
              <a:cxn ang="0">
                <a:pos x="connsiteX3" y="connsiteY3"/>
              </a:cxn>
            </a:cxnLst>
            <a:rect l="l" t="t" r="r" b="b"/>
            <a:pathLst>
              <a:path w="4337184" h="2448716">
                <a:moveTo>
                  <a:pt x="0" y="0"/>
                </a:moveTo>
                <a:lnTo>
                  <a:pt x="4337184" y="0"/>
                </a:lnTo>
                <a:lnTo>
                  <a:pt x="4337184" y="2448716"/>
                </a:lnTo>
                <a:lnTo>
                  <a:pt x="0" y="2448716"/>
                </a:lnTo>
                <a:close/>
              </a:path>
            </a:pathLst>
          </a:custGeom>
          <a:solidFill>
            <a:schemeClr val="bg1">
              <a:lumMod val="95000"/>
            </a:schemeClr>
          </a:solidFill>
        </p:spPr>
        <p:txBody>
          <a:bodyPr wrap="square">
            <a:noAutofit/>
          </a:bodyPr>
          <a:lstStyle/>
          <a:p>
            <a:endParaRPr lang="en-AU"/>
          </a:p>
        </p:txBody>
      </p:sp>
      <p:sp>
        <p:nvSpPr>
          <p:cNvPr id="3" name="Date Placeholder 2"/>
          <p:cNvSpPr>
            <a:spLocks noGrp="1"/>
          </p:cNvSpPr>
          <p:nvPr>
            <p:ph type="dt" sz="half" idx="10"/>
          </p:nvPr>
        </p:nvSpPr>
        <p:spPr/>
        <p:txBody>
          <a:bodyPr/>
          <a:lstStyle/>
          <a:p>
            <a:fld id="{1DF90295-0B32-644E-946B-830D67E8A9A2}"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14"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15"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Tree>
    <p:extLst>
      <p:ext uri="{BB962C8B-B14F-4D97-AF65-F5344CB8AC3E}">
        <p14:creationId xmlns:p14="http://schemas.microsoft.com/office/powerpoint/2010/main" val="18592181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animEffect transition="in" filter="fade">
                                      <p:cBhvr>
                                        <p:cTn id="11" dur="500"/>
                                        <p:tgtEl>
                                          <p:spTgt spid="15">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Lst>
  </p:timing>
</p:sldLayout>
</file>

<file path=ppt/slideLayouts/slideLayout432.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CA252103-60CB-1D4D-9FDF-4C304A533F59}"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
        <p:nvSpPr>
          <p:cNvPr id="14" name="Title 1"/>
          <p:cNvSpPr>
            <a:spLocks noGrp="1"/>
          </p:cNvSpPr>
          <p:nvPr>
            <p:ph type="title"/>
          </p:nvPr>
        </p:nvSpPr>
        <p:spPr>
          <a:xfrm>
            <a:off x="838200" y="346366"/>
            <a:ext cx="10515600" cy="828098"/>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15" name="Content Placeholder 2"/>
          <p:cNvSpPr>
            <a:spLocks noGrp="1"/>
          </p:cNvSpPr>
          <p:nvPr>
            <p:ph idx="1"/>
          </p:nvPr>
        </p:nvSpPr>
        <p:spPr>
          <a:xfrm>
            <a:off x="838200" y="1229884"/>
            <a:ext cx="10515600" cy="294121"/>
          </a:xfrm>
        </p:spPr>
        <p:txBody>
          <a:bodyPr/>
          <a:lstStyle>
            <a:lvl1pPr algn="ctr">
              <a:defRPr/>
            </a:lvl1pPr>
          </a:lstStyle>
          <a:p>
            <a:pPr lvl="0"/>
            <a:r>
              <a:rPr lang="en-US" dirty="0" smtClean="0"/>
              <a:t>Click to edit Master text styles</a:t>
            </a:r>
          </a:p>
        </p:txBody>
      </p:sp>
      <p:sp>
        <p:nvSpPr>
          <p:cNvPr id="13" name="Picture Placeholder 12"/>
          <p:cNvSpPr>
            <a:spLocks noGrp="1"/>
          </p:cNvSpPr>
          <p:nvPr>
            <p:ph type="pic" sz="quarter" idx="13"/>
          </p:nvPr>
        </p:nvSpPr>
        <p:spPr>
          <a:xfrm>
            <a:off x="5168901" y="2552700"/>
            <a:ext cx="1866900" cy="2495760"/>
          </a:xfrm>
          <a:custGeom>
            <a:avLst/>
            <a:gdLst>
              <a:gd name="connsiteX0" fmla="*/ 0 w 4337184"/>
              <a:gd name="connsiteY0" fmla="*/ 0 h 2448716"/>
              <a:gd name="connsiteX1" fmla="*/ 4337184 w 4337184"/>
              <a:gd name="connsiteY1" fmla="*/ 0 h 2448716"/>
              <a:gd name="connsiteX2" fmla="*/ 4337184 w 4337184"/>
              <a:gd name="connsiteY2" fmla="*/ 2448716 h 2448716"/>
              <a:gd name="connsiteX3" fmla="*/ 0 w 4337184"/>
              <a:gd name="connsiteY3" fmla="*/ 2448716 h 2448716"/>
            </a:gdLst>
            <a:ahLst/>
            <a:cxnLst>
              <a:cxn ang="0">
                <a:pos x="connsiteX0" y="connsiteY0"/>
              </a:cxn>
              <a:cxn ang="0">
                <a:pos x="connsiteX1" y="connsiteY1"/>
              </a:cxn>
              <a:cxn ang="0">
                <a:pos x="connsiteX2" y="connsiteY2"/>
              </a:cxn>
              <a:cxn ang="0">
                <a:pos x="connsiteX3" y="connsiteY3"/>
              </a:cxn>
            </a:cxnLst>
            <a:rect l="l" t="t" r="r" b="b"/>
            <a:pathLst>
              <a:path w="4337184" h="2448716">
                <a:moveTo>
                  <a:pt x="0" y="0"/>
                </a:moveTo>
                <a:lnTo>
                  <a:pt x="4337184" y="0"/>
                </a:lnTo>
                <a:lnTo>
                  <a:pt x="4337184" y="2448716"/>
                </a:lnTo>
                <a:lnTo>
                  <a:pt x="0" y="2448716"/>
                </a:lnTo>
                <a:close/>
              </a:path>
            </a:pathLst>
          </a:custGeom>
          <a:solidFill>
            <a:schemeClr val="bg1">
              <a:lumMod val="95000"/>
            </a:schemeClr>
          </a:solidFill>
        </p:spPr>
        <p:txBody>
          <a:bodyPr wrap="square">
            <a:noAutofit/>
          </a:bodyPr>
          <a:lstStyle/>
          <a:p>
            <a:endParaRPr lang="en-AU"/>
          </a:p>
        </p:txBody>
      </p:sp>
    </p:spTree>
    <p:extLst>
      <p:ext uri="{BB962C8B-B14F-4D97-AF65-F5344CB8AC3E}">
        <p14:creationId xmlns:p14="http://schemas.microsoft.com/office/powerpoint/2010/main" val="29654438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animEffect transition="in" filter="fade">
                                      <p:cBhvr>
                                        <p:cTn id="11" dur="500"/>
                                        <p:tgtEl>
                                          <p:spTgt spid="15">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3" grpId="0" animBg="1"/>
    </p:bldLst>
  </p:timing>
</p:sldLayout>
</file>

<file path=ppt/slideLayouts/slideLayout4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2403762"/>
            <a:ext cx="10515600" cy="544657"/>
          </a:xfrm>
        </p:spPr>
        <p:txBody>
          <a:bodyPr anchor="b">
            <a:normAutofit/>
          </a:bodyPr>
          <a:lstStyle>
            <a:lvl1pPr>
              <a:defRPr sz="4400">
                <a:solidFill>
                  <a:schemeClr val="tx1">
                    <a:lumMod val="75000"/>
                    <a:lumOff val="25000"/>
                  </a:schemeClr>
                </a:solidFill>
              </a:defRPr>
            </a:lvl1pPr>
          </a:lstStyle>
          <a:p>
            <a:r>
              <a:rPr lang="en-US" dirty="0" smtClean="0"/>
              <a:t>Click to edit Master title style</a:t>
            </a:r>
            <a:endParaRPr lang="en-AU" dirty="0"/>
          </a:p>
        </p:txBody>
      </p:sp>
      <p:sp>
        <p:nvSpPr>
          <p:cNvPr id="3" name="Text Placeholder 2"/>
          <p:cNvSpPr>
            <a:spLocks noGrp="1"/>
          </p:cNvSpPr>
          <p:nvPr>
            <p:ph type="body" idx="1"/>
          </p:nvPr>
        </p:nvSpPr>
        <p:spPr>
          <a:xfrm>
            <a:off x="623888" y="2975408"/>
            <a:ext cx="10515600" cy="453592"/>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6F05CE21-19D8-7F4D-B0F5-ACC6CD453BF7}"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1445004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anim calcmode="lin" valueType="num">
                                      <p:cBhvr>
                                        <p:cTn id="8" dur="500" fill="hold"/>
                                        <p:tgtEl>
                                          <p:spTgt spid="2"/>
                                        </p:tgtEl>
                                        <p:attrNameLst>
                                          <p:attrName>ppt_x</p:attrName>
                                        </p:attrNameLst>
                                      </p:cBhvr>
                                      <p:tavLst>
                                        <p:tav tm="0">
                                          <p:val>
                                            <p:strVal val="#ppt_x"/>
                                          </p:val>
                                        </p:tav>
                                        <p:tav tm="100000">
                                          <p:val>
                                            <p:strVal val="#ppt_x"/>
                                          </p:val>
                                        </p:tav>
                                      </p:tavLst>
                                    </p:anim>
                                    <p:anim calcmode="lin" valueType="num">
                                      <p:cBhvr>
                                        <p:cTn id="9" dur="5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Effect transition="in" filter="fade">
                                      <p:cBhvr>
                                        <p:cTn id="13"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4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8FA19309-1A09-A44F-A9AA-A4DB8FEC5A39}" type="datetime1">
              <a:rPr lang="en-US" smtClean="0">
                <a:solidFill>
                  <a:prstClr val="black">
                    <a:tint val="75000"/>
                  </a:prstClr>
                </a:solidFill>
              </a:rPr>
              <a:t>9/22/16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9727009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A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EABE7D9E-D291-DB46-9526-290BA5023F0E}" type="datetime1">
              <a:rPr lang="en-US" smtClean="0">
                <a:solidFill>
                  <a:prstClr val="black">
                    <a:tint val="75000"/>
                  </a:prstClr>
                </a:solidFill>
              </a:rPr>
              <a:t>9/22/16</a:t>
            </a:fld>
            <a:endParaRPr lang="en-AU">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9" name="Slide Number Placeholder 8"/>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3944026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FC2495AF-F34D-3A49-951F-E9E42E850965}"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8809407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8639D44-4F26-4A41-B6E1-EA4945E943DE}" type="datetime1">
              <a:rPr lang="en-US" smtClean="0">
                <a:solidFill>
                  <a:prstClr val="black">
                    <a:tint val="75000"/>
                  </a:prstClr>
                </a:solidFill>
              </a:rPr>
              <a:t>9/22/16</a:t>
            </a:fld>
            <a:endParaRPr lang="en-AU">
              <a:solidFill>
                <a:prstClr val="black">
                  <a:tint val="75000"/>
                </a:prst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4" name="Slide Number Placeholder 3"/>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1192967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2AFB4B5-972D-B446-80CB-21D06B074727}" type="datetime1">
              <a:rPr lang="en-US" smtClean="0">
                <a:solidFill>
                  <a:prstClr val="black">
                    <a:tint val="75000"/>
                  </a:prstClr>
                </a:solidFill>
              </a:rPr>
              <a:t>9/22/16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8706661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DCD6BBD4-7D2F-5349-A66D-39A037B9A21E}" type="datetime1">
              <a:rPr lang="en-US" smtClean="0">
                <a:solidFill>
                  <a:prstClr val="black">
                    <a:tint val="75000"/>
                  </a:prstClr>
                </a:solidFill>
              </a:rPr>
              <a:t>9/22/16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16893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51B40372-32D2-C846-95B5-132CD3970BF3}"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489386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4132A696-B2CB-DD49-BCD4-4E38A4876D7E}"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8E6ECA09-A5CB-48CE-BB88-B28C1260C3A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0731065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4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A7AB82C3-0768-334C-BFB3-1FBE31A6A661}"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7278648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E6E70B4-2C95-B143-8CE5-91AA6CA64EF7}"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1459606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DCB31679-AC24-DC4B-8010-D1E83115DB85}"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1981275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E784C89B-7840-E742-B3C2-CD17C457CDED}"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7419351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7"/>
            <a:ext cx="109728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64494A67-36FB-C747-83F3-B07297F2611B}" type="datetime1">
              <a:rPr lang="en-US" smtClean="0">
                <a:solidFill>
                  <a:srgbClr val="000000">
                    <a:tint val="75000"/>
                  </a:srgbClr>
                </a:solidFill>
              </a:rPr>
              <a:t>9/22/16</a:t>
            </a:fld>
            <a:endParaRPr lang="en-US">
              <a:solidFill>
                <a:srgbClr val="000000">
                  <a:tint val="75000"/>
                </a:srgbClr>
              </a:solidFill>
            </a:endParaRPr>
          </a:p>
        </p:txBody>
      </p:sp>
      <p:sp>
        <p:nvSpPr>
          <p:cNvPr id="8" name="Footer Placeholder 7"/>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9" name="Slide Number Placeholder 8"/>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4560436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B28D3288-7581-874F-BA33-E9102F928AF7}" type="datetime1">
              <a:rPr lang="en-US" smtClean="0">
                <a:solidFill>
                  <a:srgbClr val="000000">
                    <a:tint val="75000"/>
                  </a:srgbClr>
                </a:solidFill>
              </a:rPr>
              <a:t>9/22/16</a:t>
            </a:fld>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5" name="Slide Number Placeholder 4"/>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8150570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65FD7AC-3EDD-6A4C-877B-7527B43BCCD4}" type="datetime1">
              <a:rPr lang="en-US" smtClean="0">
                <a:solidFill>
                  <a:srgbClr val="000000">
                    <a:tint val="75000"/>
                  </a:srgbClr>
                </a:solidFill>
              </a:rPr>
              <a:t>9/22/16</a:t>
            </a:fld>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3693950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smtClean="0"/>
              <a:t>Click to edit Master title style</a:t>
            </a:r>
            <a:endParaRPr lang="en-US"/>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D11B163-63D9-2243-B9F8-A919D7C79E7E}"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53498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EDFD9D2B-6E3F-FE42-A347-FE96DB553622}"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7701647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C52E0F13-C1FC-6643-8682-E81154819061}"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5878372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6375"/>
            <a:ext cx="2743200" cy="4387851"/>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206375"/>
            <a:ext cx="8026400" cy="4387851"/>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41B7AE0B-8BB3-A74B-937B-2CDFFB8D74BD}"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2390795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5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086CDBF-39E1-ED44-85C4-8BA098768804}"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4462068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38D9A8-094E-C34D-801D-063BFCB343FE}"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8511306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88E01E4C-7278-EA43-AB5E-05C0D216918A}"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5220206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DD152D57-A9DB-8943-97CA-90A3EB9E2A93}"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6721781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7"/>
            <a:ext cx="109728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D85441B7-61B2-7444-A13D-D854BA5DA269}" type="datetime1">
              <a:rPr lang="en-US" smtClean="0">
                <a:solidFill>
                  <a:srgbClr val="000000">
                    <a:tint val="75000"/>
                  </a:srgbClr>
                </a:solidFill>
              </a:rPr>
              <a:t>9/22/16</a:t>
            </a:fld>
            <a:endParaRPr lang="en-US">
              <a:solidFill>
                <a:srgbClr val="000000">
                  <a:tint val="75000"/>
                </a:srgbClr>
              </a:solidFill>
            </a:endParaRPr>
          </a:p>
        </p:txBody>
      </p:sp>
      <p:sp>
        <p:nvSpPr>
          <p:cNvPr id="8" name="Footer Placeholder 7"/>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9" name="Slide Number Placeholder 8"/>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9866148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31348BC1-8FDE-0A4D-89AE-1E2FDE6B8C04}" type="datetime1">
              <a:rPr lang="en-US" smtClean="0">
                <a:solidFill>
                  <a:srgbClr val="000000">
                    <a:tint val="75000"/>
                  </a:srgbClr>
                </a:solidFill>
              </a:rPr>
              <a:t>9/22/16</a:t>
            </a:fld>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5" name="Slide Number Placeholder 4"/>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7424441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5433294-21F8-4F40-A0EF-F4AC4E00D85C}" type="datetime1">
              <a:rPr lang="en-US" smtClean="0">
                <a:solidFill>
                  <a:srgbClr val="000000">
                    <a:tint val="75000"/>
                  </a:srgbClr>
                </a:solidFill>
              </a:rPr>
              <a:t>9/22/16</a:t>
            </a:fld>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0420072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smtClean="0"/>
              <a:t>Click to edit Master title style</a:t>
            </a:r>
            <a:endParaRPr lang="en-US"/>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FE5786E-8293-044E-A0C8-C900E589C2C4}"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1580428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998F163-8BF0-7A43-8B85-6F8BEFCF7289}"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8738813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E6E99397-5708-4C41-A483-EEA53D90F3F0}"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8237167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6375"/>
            <a:ext cx="2743200" cy="4387851"/>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206375"/>
            <a:ext cx="8026400" cy="4387851"/>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C831AB5C-B227-4E41-915B-4AD620AF5CE7}"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2205497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6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4DA21A66-C772-A548-88E8-85D4413CF16F}" type="datetime1">
              <a:rPr lang="en-US" smtClean="0">
                <a:solidFill>
                  <a:srgbClr val="95A5A6">
                    <a:tint val="75000"/>
                  </a:srgbClr>
                </a:solidFill>
              </a:rPr>
              <a:t>9/22/16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38902157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C2B72D3-B6A8-7C4E-8479-8C223421EB8A}" type="datetime1">
              <a:rPr lang="en-US" smtClean="0">
                <a:solidFill>
                  <a:srgbClr val="95A5A6">
                    <a:tint val="75000"/>
                  </a:srgbClr>
                </a:solidFill>
              </a:rPr>
              <a:t>9/22/16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9558781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6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3D3B175A-DCB2-FF42-9B5D-77150AD5899B}" type="datetime1">
              <a:rPr lang="en-US" smtClean="0">
                <a:solidFill>
                  <a:srgbClr val="95A5A6">
                    <a:tint val="75000"/>
                  </a:srgbClr>
                </a:solidFill>
              </a:rPr>
              <a:t>9/22/16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1356815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6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3BECFB02-CF4C-4940-91B3-EB16D552F00A}" type="datetime1">
              <a:rPr lang="en-US" smtClean="0">
                <a:solidFill>
                  <a:srgbClr val="95A5A6">
                    <a:tint val="75000"/>
                  </a:srgbClr>
                </a:solidFill>
              </a:rPr>
              <a:t>9/22/16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2301258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6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E020E955-4AA1-D442-8F73-DCFC50812B11}" type="datetime1">
              <a:rPr lang="en-US" smtClean="0">
                <a:solidFill>
                  <a:srgbClr val="95A5A6">
                    <a:tint val="75000"/>
                  </a:srgbClr>
                </a:solidFill>
              </a:rPr>
              <a:t>9/22/16</a:t>
            </a:fld>
            <a:endParaRPr lang="en-US">
              <a:solidFill>
                <a:srgbClr val="95A5A6">
                  <a:tint val="75000"/>
                </a:srgbClr>
              </a:solidFill>
            </a:endParaRPr>
          </a:p>
        </p:txBody>
      </p:sp>
      <p:sp>
        <p:nvSpPr>
          <p:cNvPr id="8" name="Footer Placeholder 7"/>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9" name="Slide Number Placeholder 8"/>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1897046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6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91C226BB-F69D-684F-9B01-E41C452EEF0F}" type="datetime1">
              <a:rPr lang="en-US" smtClean="0">
                <a:solidFill>
                  <a:srgbClr val="95A5A6">
                    <a:tint val="75000"/>
                  </a:srgbClr>
                </a:solidFill>
              </a:rPr>
              <a:t>9/22/16</a:t>
            </a:fld>
            <a:endParaRPr lang="en-US">
              <a:solidFill>
                <a:srgbClr val="95A5A6">
                  <a:tint val="75000"/>
                </a:srgbClr>
              </a:solidFill>
            </a:endParaRPr>
          </a:p>
        </p:txBody>
      </p:sp>
      <p:sp>
        <p:nvSpPr>
          <p:cNvPr id="4" name="Footer Placeholder 3"/>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5" name="Slide Number Placeholder 4"/>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8373111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7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2AC7F5A-E5D3-ED49-8711-28F37A11BB27}" type="datetime1">
              <a:rPr lang="en-US" smtClean="0">
                <a:solidFill>
                  <a:srgbClr val="95A5A6">
                    <a:tint val="75000"/>
                  </a:srgbClr>
                </a:solidFill>
              </a:rPr>
              <a:t>9/22/16</a:t>
            </a:fld>
            <a:endParaRPr lang="en-US">
              <a:solidFill>
                <a:srgbClr val="95A5A6">
                  <a:tint val="75000"/>
                </a:srgbClr>
              </a:solidFill>
            </a:endParaRPr>
          </a:p>
        </p:txBody>
      </p:sp>
      <p:sp>
        <p:nvSpPr>
          <p:cNvPr id="3" name="Footer Placeholder 2"/>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4" name="Slide Number Placeholder 3"/>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8595803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7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EA04006-4DAF-4741-8D99-05DEDE9A9AF0}" type="datetime1">
              <a:rPr lang="en-US" smtClean="0">
                <a:solidFill>
                  <a:srgbClr val="95A5A6">
                    <a:tint val="75000"/>
                  </a:srgbClr>
                </a:solidFill>
              </a:rPr>
              <a:t>9/22/16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5181279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7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798DC1E-015D-1341-9A6B-6C171B22830B}" type="datetime1">
              <a:rPr lang="en-US" smtClean="0">
                <a:solidFill>
                  <a:srgbClr val="95A5A6">
                    <a:tint val="75000"/>
                  </a:srgbClr>
                </a:solidFill>
              </a:rPr>
              <a:t>9/22/16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38502333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7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444E9F09-728A-514E-8C14-464359780986}" type="datetime1">
              <a:rPr lang="en-US" smtClean="0">
                <a:solidFill>
                  <a:srgbClr val="95A5A6">
                    <a:tint val="75000"/>
                  </a:srgbClr>
                </a:solidFill>
              </a:rPr>
              <a:t>9/22/16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6354365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7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8D94F802-A90E-2F4F-BB13-F871C4EFBD2A}" type="datetime1">
              <a:rPr lang="en-US" smtClean="0">
                <a:solidFill>
                  <a:srgbClr val="95A5A6">
                    <a:tint val="75000"/>
                  </a:srgbClr>
                </a:solidFill>
              </a:rPr>
              <a:t>9/22/16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7948750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7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4F72D3D6-F14E-B64A-AD4C-3865930A1017}"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32803652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D339AE06-7F47-F94A-A66C-34F051CC38AB}"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13152277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1" y="1709740"/>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1" y="4589465"/>
            <a:ext cx="10515600" cy="1500187"/>
          </a:xfrm>
        </p:spPr>
        <p:txBody>
          <a:bodyPr/>
          <a:lstStyle>
            <a:lvl1pPr marL="0" indent="0">
              <a:buNone/>
              <a:defRPr sz="2400">
                <a:solidFill>
                  <a:schemeClr val="tx1">
                    <a:tint val="75000"/>
                  </a:schemeClr>
                </a:solidFill>
              </a:defRPr>
            </a:lvl1pPr>
            <a:lvl2pPr marL="457189" indent="0">
              <a:buNone/>
              <a:defRPr sz="2000">
                <a:solidFill>
                  <a:schemeClr val="tx1">
                    <a:tint val="75000"/>
                  </a:schemeClr>
                </a:solidFill>
              </a:defRPr>
            </a:lvl2pPr>
            <a:lvl3pPr marL="914377"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1"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A120775-7954-0542-ACCF-B49C0CF55E3F}"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8440748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FFCCCBD2-AAC3-614F-A097-07715C425FBE}" type="datetime1">
              <a:rPr lang="en-US" smtClean="0">
                <a:solidFill>
                  <a:srgbClr val="7E7E7E">
                    <a:tint val="75000"/>
                  </a:srgbClr>
                </a:solidFill>
              </a:rPr>
              <a:t>9/22/16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31176694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7"/>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9" y="1681163"/>
            <a:ext cx="5157787"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9"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1" y="1681163"/>
            <a:ext cx="5183188"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1"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806B7C6-F458-0949-8A58-23DDDD843ECD}" type="datetime1">
              <a:rPr lang="en-US" smtClean="0">
                <a:solidFill>
                  <a:srgbClr val="7E7E7E">
                    <a:tint val="75000"/>
                  </a:srgbClr>
                </a:solidFill>
              </a:rPr>
              <a:t>9/22/16</a:t>
            </a:fld>
            <a:endParaRPr lang="en-US">
              <a:solidFill>
                <a:srgbClr val="7E7E7E">
                  <a:tint val="75000"/>
                </a:srgbClr>
              </a:solidFill>
            </a:endParaRPr>
          </a:p>
        </p:txBody>
      </p:sp>
      <p:sp>
        <p:nvSpPr>
          <p:cNvPr id="8" name="Footer Placeholder 7"/>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9" name="Slide Number Placeholder 8"/>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781277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DF85D16B-2ACB-6F4C-927E-C7DA50E2E699}" type="datetime1">
              <a:rPr lang="en-US" smtClean="0">
                <a:solidFill>
                  <a:srgbClr val="7E7E7E">
                    <a:tint val="75000"/>
                  </a:srgbClr>
                </a:solidFill>
              </a:rPr>
              <a:t>9/22/16</a:t>
            </a:fld>
            <a:endParaRPr lang="en-US">
              <a:solidFill>
                <a:srgbClr val="7E7E7E">
                  <a:tint val="75000"/>
                </a:srgbClr>
              </a:solidFill>
            </a:endParaRPr>
          </a:p>
        </p:txBody>
      </p:sp>
      <p:sp>
        <p:nvSpPr>
          <p:cNvPr id="4" name="Footer Placeholder 3"/>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5" name="Slide Number Placeholder 4"/>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1029586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C2959CA-7ABB-B044-9E45-C8415F2191F4}" type="datetime1">
              <a:rPr lang="en-US" smtClean="0">
                <a:solidFill>
                  <a:srgbClr val="7E7E7E">
                    <a:tint val="75000"/>
                  </a:srgbClr>
                </a:solidFill>
              </a:rPr>
              <a:t>9/22/16</a:t>
            </a:fld>
            <a:endParaRPr lang="en-US">
              <a:solidFill>
                <a:srgbClr val="7E7E7E">
                  <a:tint val="75000"/>
                </a:srgbClr>
              </a:solidFill>
            </a:endParaRPr>
          </a:p>
        </p:txBody>
      </p:sp>
      <p:sp>
        <p:nvSpPr>
          <p:cNvPr id="3" name="Footer Placeholder 2"/>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4" name="Slide Number Placeholder 3"/>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6752020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7"/>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66EC21-A619-244B-9780-D33D2853D387}" type="datetime1">
              <a:rPr lang="en-US" smtClean="0">
                <a:solidFill>
                  <a:srgbClr val="7E7E7E">
                    <a:tint val="75000"/>
                  </a:srgbClr>
                </a:solidFill>
              </a:rPr>
              <a:t>9/22/16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31642945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7"/>
            <a:ext cx="6172200" cy="4873625"/>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4FE03FE-9A49-494F-8052-FFD41E567921}" type="datetime1">
              <a:rPr lang="en-US" smtClean="0">
                <a:solidFill>
                  <a:srgbClr val="7E7E7E">
                    <a:tint val="75000"/>
                  </a:srgbClr>
                </a:solidFill>
              </a:rPr>
              <a:t>9/22/16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9187265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7AADE50A-DA71-E04C-BC3A-5A2C9802AA76}"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9685281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1"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1"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EF178FA4-231F-C147-B779-145F1E78826A}"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8560466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8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B836666D-8419-434B-8BEB-9FC4CD954F67}"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4437485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8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F560E49-208B-574E-AE39-6B573D53CCFD}"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42076344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8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1" y="1709740"/>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1" y="4589465"/>
            <a:ext cx="10515600" cy="1500187"/>
          </a:xfrm>
        </p:spPr>
        <p:txBody>
          <a:bodyPr/>
          <a:lstStyle>
            <a:lvl1pPr marL="0" indent="0">
              <a:buNone/>
              <a:defRPr sz="2400">
                <a:solidFill>
                  <a:schemeClr val="tx1">
                    <a:tint val="75000"/>
                  </a:schemeClr>
                </a:solidFill>
              </a:defRPr>
            </a:lvl1pPr>
            <a:lvl2pPr marL="457189" indent="0">
              <a:buNone/>
              <a:defRPr sz="2000">
                <a:solidFill>
                  <a:schemeClr val="tx1">
                    <a:tint val="75000"/>
                  </a:schemeClr>
                </a:solidFill>
              </a:defRPr>
            </a:lvl2pPr>
            <a:lvl3pPr marL="914377"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1"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2F3B7469-120F-D64B-86BA-7191D71B0B56}"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6917680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8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3B3AD3AC-71B6-054F-B2A8-F2D51D7D3E1A}" type="datetime1">
              <a:rPr lang="en-US" smtClean="0">
                <a:solidFill>
                  <a:srgbClr val="7E7E7E">
                    <a:tint val="75000"/>
                  </a:srgbClr>
                </a:solidFill>
              </a:rPr>
              <a:t>9/22/16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8649655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7"/>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9" y="1681163"/>
            <a:ext cx="5157787"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9"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1" y="1681163"/>
            <a:ext cx="5183188"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1"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738A9448-E626-C44F-B65F-ED2DA35B2A67}" type="datetime1">
              <a:rPr lang="en-US" smtClean="0">
                <a:solidFill>
                  <a:srgbClr val="7E7E7E">
                    <a:tint val="75000"/>
                  </a:srgbClr>
                </a:solidFill>
              </a:rPr>
              <a:t>9/22/16</a:t>
            </a:fld>
            <a:endParaRPr lang="en-US">
              <a:solidFill>
                <a:srgbClr val="7E7E7E">
                  <a:tint val="75000"/>
                </a:srgbClr>
              </a:solidFill>
            </a:endParaRPr>
          </a:p>
        </p:txBody>
      </p:sp>
      <p:sp>
        <p:nvSpPr>
          <p:cNvPr id="8" name="Footer Placeholder 7"/>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9" name="Slide Number Placeholder 8"/>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36218285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0125FFCF-B2D3-A24B-A578-6FCE0007D9E6}" type="datetime1">
              <a:rPr lang="en-US" smtClean="0">
                <a:solidFill>
                  <a:srgbClr val="7E7E7E">
                    <a:tint val="75000"/>
                  </a:srgbClr>
                </a:solidFill>
              </a:rPr>
              <a:t>9/22/16</a:t>
            </a:fld>
            <a:endParaRPr lang="en-US">
              <a:solidFill>
                <a:srgbClr val="7E7E7E">
                  <a:tint val="75000"/>
                </a:srgbClr>
              </a:solidFill>
            </a:endParaRPr>
          </a:p>
        </p:txBody>
      </p:sp>
      <p:sp>
        <p:nvSpPr>
          <p:cNvPr id="4" name="Footer Placeholder 3"/>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5" name="Slide Number Placeholder 4"/>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36707470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1866DDA-FA09-F341-A95B-03198D15369D}" type="datetime1">
              <a:rPr lang="en-US" smtClean="0">
                <a:solidFill>
                  <a:srgbClr val="7E7E7E">
                    <a:tint val="75000"/>
                  </a:srgbClr>
                </a:solidFill>
              </a:rPr>
              <a:t>9/22/16</a:t>
            </a:fld>
            <a:endParaRPr lang="en-US">
              <a:solidFill>
                <a:srgbClr val="7E7E7E">
                  <a:tint val="75000"/>
                </a:srgbClr>
              </a:solidFill>
            </a:endParaRPr>
          </a:p>
        </p:txBody>
      </p:sp>
      <p:sp>
        <p:nvSpPr>
          <p:cNvPr id="3" name="Footer Placeholder 2"/>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4" name="Slide Number Placeholder 3"/>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10045016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7"/>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A170DC1B-BEBE-E54D-BC12-4C9F6C578498}" type="datetime1">
              <a:rPr lang="en-US" smtClean="0">
                <a:solidFill>
                  <a:srgbClr val="7E7E7E">
                    <a:tint val="75000"/>
                  </a:srgbClr>
                </a:solidFill>
              </a:rPr>
              <a:t>9/22/16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9414309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7"/>
            <a:ext cx="6172200" cy="4873625"/>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C8F8E091-71E7-FA47-8262-D00DEDF7FA64}" type="datetime1">
              <a:rPr lang="en-US" smtClean="0">
                <a:solidFill>
                  <a:srgbClr val="7E7E7E">
                    <a:tint val="75000"/>
                  </a:srgbClr>
                </a:solidFill>
              </a:rPr>
              <a:t>9/22/16</a:t>
            </a:fld>
            <a:endParaRPr lang="en-US">
              <a:solidFill>
                <a:srgbClr val="7E7E7E">
                  <a:tint val="75000"/>
                </a:srgbClr>
              </a:solidFill>
            </a:endParaRPr>
          </a:p>
        </p:txBody>
      </p:sp>
      <p:sp>
        <p:nvSpPr>
          <p:cNvPr id="6" name="Footer Placeholder 5"/>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7" name="Slide Number Placeholder 6"/>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34641227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4A0EC997-5847-0845-807A-F379DD17EEAC}"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2485232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1"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1"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8B334A63-04F3-9B4B-BF17-7176D56B4BE0}" type="datetime1">
              <a:rPr lang="en-US" smtClean="0">
                <a:solidFill>
                  <a:srgbClr val="7E7E7E">
                    <a:tint val="75000"/>
                  </a:srgbClr>
                </a:solidFill>
              </a:rPr>
              <a:t>9/22/16</a:t>
            </a:fld>
            <a:endParaRPr lang="en-US">
              <a:solidFill>
                <a:srgbClr val="7E7E7E">
                  <a:tint val="75000"/>
                </a:srgbClr>
              </a:solidFill>
            </a:endParaRPr>
          </a:p>
        </p:txBody>
      </p:sp>
      <p:sp>
        <p:nvSpPr>
          <p:cNvPr id="5" name="Footer Placeholder 4"/>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
        <p:nvSpPr>
          <p:cNvPr id="6" name="Slide Number Placeholder 5"/>
          <p:cNvSpPr>
            <a:spLocks noGrp="1"/>
          </p:cNvSpPr>
          <p:nvPr>
            <p:ph type="sldNum" sz="quarter" idx="12"/>
          </p:nvPr>
        </p:nvSpPr>
        <p:spPr/>
        <p:txBody>
          <a:bodyPr/>
          <a:lstStyle/>
          <a:p>
            <a:fld id="{DD85D8E7-6C0F-45E4-852D-49106AB4C5D7}" type="slidenum">
              <a:rPr lang="en-US" smtClean="0">
                <a:solidFill>
                  <a:srgbClr val="7E7E7E">
                    <a:tint val="75000"/>
                  </a:srgbClr>
                </a:solidFill>
              </a:rPr>
              <a:pPr/>
              <a:t>‹#›</a:t>
            </a:fld>
            <a:endParaRPr lang="en-US">
              <a:solidFill>
                <a:srgbClr val="7E7E7E">
                  <a:tint val="75000"/>
                </a:srgbClr>
              </a:solidFill>
            </a:endParaRPr>
          </a:p>
        </p:txBody>
      </p:sp>
    </p:spTree>
    <p:extLst>
      <p:ext uri="{BB962C8B-B14F-4D97-AF65-F5344CB8AC3E}">
        <p14:creationId xmlns:p14="http://schemas.microsoft.com/office/powerpoint/2010/main" val="14874222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7.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6688468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9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CA37352C-620A-DA44-909F-8E570AA83256}"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6423580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17CFD29F-F2E4-F041-90C7-0D1BFF133C7E}"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0549596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4CD7DDD0-DFB0-2C45-9AE3-3C9C85F147E1}"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5434255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DEC5CBFA-69EE-1B41-A7BE-9249F41D0E7D}"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925927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7"/>
            <a:ext cx="109728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F808020-CEE8-4C41-9DDE-418361C597C5}" type="datetime1">
              <a:rPr lang="en-US" smtClean="0">
                <a:solidFill>
                  <a:srgbClr val="000000">
                    <a:tint val="75000"/>
                  </a:srgbClr>
                </a:solidFill>
              </a:rPr>
              <a:t>9/22/16</a:t>
            </a:fld>
            <a:endParaRPr lang="en-US">
              <a:solidFill>
                <a:srgbClr val="000000">
                  <a:tint val="75000"/>
                </a:srgbClr>
              </a:solidFill>
            </a:endParaRPr>
          </a:p>
        </p:txBody>
      </p:sp>
      <p:sp>
        <p:nvSpPr>
          <p:cNvPr id="8" name="Footer Placeholder 7"/>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9" name="Slide Number Placeholder 8"/>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4462372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BC09579C-80BB-0F44-9B0A-1C4ADE20C7D3}" type="datetime1">
              <a:rPr lang="en-US" smtClean="0">
                <a:solidFill>
                  <a:srgbClr val="000000">
                    <a:tint val="75000"/>
                  </a:srgbClr>
                </a:solidFill>
              </a:rPr>
              <a:t>9/22/16</a:t>
            </a:fld>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5" name="Slide Number Placeholder 4"/>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3325634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D35C4C0-4017-B74A-B91B-DCB4836914DA}" type="datetime1">
              <a:rPr lang="en-US" smtClean="0">
                <a:solidFill>
                  <a:srgbClr val="000000">
                    <a:tint val="75000"/>
                  </a:srgbClr>
                </a:solidFill>
              </a:rPr>
              <a:t>9/22/16</a:t>
            </a:fld>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1361996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smtClean="0"/>
              <a:t>Click to edit Master title style</a:t>
            </a:r>
            <a:endParaRPr lang="en-US"/>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BC67DEA7-940E-3A41-BAF3-734ED0D93B59}"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58767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751AE357-9541-084A-9DFD-9E062022897C}"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690832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4D5FFB39-B388-5E4A-8BF4-37FD6BA68202}"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3849247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6375"/>
            <a:ext cx="2743200" cy="4387851"/>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206375"/>
            <a:ext cx="8026400" cy="4387851"/>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B368516C-A530-4E44-BB08-0FC6E6BF9412}"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7218316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0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AC7F9AE3-9DBE-B84A-A3C2-EF153FE05984}"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402472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EB06358D-B306-764F-95F1-CC7358E343C1}"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6093018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EA913E06-AE86-444B-94C2-E3A4FC7022B7}"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784170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AC2F04CA-E5BD-294B-B90A-ADA29DE0D983}" type="datetime1">
              <a:rPr lang="en-US" smtClean="0">
                <a:solidFill>
                  <a:prstClr val="black">
                    <a:tint val="75000"/>
                  </a:prstClr>
                </a:solidFill>
              </a:rPr>
              <a:t>9/22/16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0522391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DB355CCB-033B-5B40-A444-A61BA8B3A017}" type="datetime1">
              <a:rPr lang="en-US" smtClean="0">
                <a:solidFill>
                  <a:prstClr val="black">
                    <a:tint val="75000"/>
                  </a:prstClr>
                </a:solidFill>
              </a:rPr>
              <a:t>9/22/16</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8340283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AF2240E6-D3EE-4049-B544-C8E7F4CE0618}" type="datetime1">
              <a:rPr lang="en-US" smtClean="0">
                <a:solidFill>
                  <a:prstClr val="black">
                    <a:tint val="75000"/>
                  </a:prstClr>
                </a:solidFill>
              </a:rPr>
              <a:t>9/22/16</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811129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28261B8-5C83-7C4B-A19F-E9A23249EE32}" type="datetime1">
              <a:rPr lang="en-US" smtClean="0">
                <a:solidFill>
                  <a:prstClr val="black">
                    <a:tint val="75000"/>
                  </a:prstClr>
                </a:solidFill>
              </a:rPr>
              <a:t>9/22/16</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168069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E1259560-C4A1-A546-844C-960B12EA94E9}" type="datetime1">
              <a:rPr lang="en-US" smtClean="0">
                <a:solidFill>
                  <a:prstClr val="black">
                    <a:tint val="75000"/>
                  </a:prstClr>
                </a:solidFill>
              </a:rPr>
              <a:t>9/22/16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7766205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E6E43A41-072F-D44C-83B6-1F3CC404AAA4}" type="datetime1">
              <a:rPr lang="en-US" smtClean="0">
                <a:solidFill>
                  <a:prstClr val="black">
                    <a:tint val="75000"/>
                  </a:prstClr>
                </a:solidFill>
              </a:rPr>
              <a:t>9/22/16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1173155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54421165-278D-634C-83F7-8F6442CA293D}"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890662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A89F390E-89FB-F14F-9A22-89B1AFDDB432}"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809598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20.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9142602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21.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8009084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22.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1343807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23.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7965058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24.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0802321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25.xml><?xml version="1.0" encoding="utf-8"?>
<p:sldLayout xmlns:a="http://schemas.openxmlformats.org/drawingml/2006/main" xmlns:r="http://schemas.openxmlformats.org/officeDocument/2006/relationships" xmlns:p="http://schemas.openxmlformats.org/presentationml/2006/main" userDrawn="1">
  <p:cSld name="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2221871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26.xml><?xml version="1.0" encoding="utf-8"?>
<p:sldLayout xmlns:a="http://schemas.openxmlformats.org/drawingml/2006/main" xmlns:r="http://schemas.openxmlformats.org/officeDocument/2006/relationships" xmlns:p="http://schemas.openxmlformats.org/presentationml/2006/main" userDrawn="1">
  <p:cSld name="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6820346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27.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6374884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28.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1114859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29.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4535412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30.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0987869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31.xml><?xml version="1.0" encoding="utf-8"?>
<p:sldLayout xmlns:a="http://schemas.openxmlformats.org/drawingml/2006/main" xmlns:r="http://schemas.openxmlformats.org/officeDocument/2006/relationships" xmlns:p="http://schemas.openxmlformats.org/presentationml/2006/main" userDrawn="1">
  <p:cSld name="1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5532575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32.xml><?xml version="1.0" encoding="utf-8"?>
<p:sldLayout xmlns:a="http://schemas.openxmlformats.org/drawingml/2006/main" xmlns:r="http://schemas.openxmlformats.org/officeDocument/2006/relationships" xmlns:p="http://schemas.openxmlformats.org/presentationml/2006/main" userDrawn="1">
  <p:cSld name="1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7294925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33.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525435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34.xml><?xml version="1.0" encoding="utf-8"?>
<p:sldLayout xmlns:a="http://schemas.openxmlformats.org/drawingml/2006/main" xmlns:r="http://schemas.openxmlformats.org/officeDocument/2006/relationships" xmlns:p="http://schemas.openxmlformats.org/presentationml/2006/main" userDrawn="1">
  <p:cSld name="1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2325049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35.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8898532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36.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671013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37.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0177754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38.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945225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39.xml><?xml version="1.0" encoding="utf-8"?>
<p:sldLayout xmlns:a="http://schemas.openxmlformats.org/drawingml/2006/main" xmlns:r="http://schemas.openxmlformats.org/officeDocument/2006/relationships" xmlns:p="http://schemas.openxmlformats.org/presentationml/2006/main" userDrawn="1">
  <p:cSld name="2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583855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40.xml><?xml version="1.0" encoding="utf-8"?>
<p:sldLayout xmlns:a="http://schemas.openxmlformats.org/drawingml/2006/main" xmlns:r="http://schemas.openxmlformats.org/officeDocument/2006/relationships" xmlns:p="http://schemas.openxmlformats.org/presentationml/2006/main" userDrawn="1">
  <p:cSld name="2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229809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41.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899091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42.xml><?xml version="1.0" encoding="utf-8"?>
<p:sldLayout xmlns:a="http://schemas.openxmlformats.org/drawingml/2006/main" xmlns:r="http://schemas.openxmlformats.org/officeDocument/2006/relationships" xmlns:p="http://schemas.openxmlformats.org/presentationml/2006/main" userDrawn="1">
  <p:cSld name="2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4522613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43.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3316074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44.xml><?xml version="1.0" encoding="utf-8"?>
<p:sldLayout xmlns:a="http://schemas.openxmlformats.org/drawingml/2006/main" xmlns:r="http://schemas.openxmlformats.org/officeDocument/2006/relationships" xmlns:p="http://schemas.openxmlformats.org/presentationml/2006/main" userDrawn="1">
  <p:cSld name="2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596849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45.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66915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46.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7357353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47.xml><?xml version="1.0" encoding="utf-8"?>
<p:sldLayout xmlns:a="http://schemas.openxmlformats.org/drawingml/2006/main" xmlns:r="http://schemas.openxmlformats.org/officeDocument/2006/relationships" xmlns:p="http://schemas.openxmlformats.org/presentationml/2006/main" userDrawn="1">
  <p:cSld name="2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787779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48.xml><?xml version="1.0" encoding="utf-8"?>
<p:sldLayout xmlns:a="http://schemas.openxmlformats.org/drawingml/2006/main" xmlns:r="http://schemas.openxmlformats.org/officeDocument/2006/relationships" xmlns:p="http://schemas.openxmlformats.org/presentationml/2006/main" userDrawn="1">
  <p:cSld name="2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9200197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49.xml><?xml version="1.0" encoding="utf-8"?>
<p:sldLayout xmlns:a="http://schemas.openxmlformats.org/drawingml/2006/main" xmlns:r="http://schemas.openxmlformats.org/officeDocument/2006/relationships" xmlns:p="http://schemas.openxmlformats.org/presentationml/2006/main" userDrawn="1">
  <p:cSld name="3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7355130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50.xml><?xml version="1.0" encoding="utf-8"?>
<p:sldLayout xmlns:a="http://schemas.openxmlformats.org/drawingml/2006/main" xmlns:r="http://schemas.openxmlformats.org/officeDocument/2006/relationships" xmlns:p="http://schemas.openxmlformats.org/presentationml/2006/main" userDrawn="1">
  <p:cSld name="3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1314705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51.xml><?xml version="1.0" encoding="utf-8"?>
<p:sldLayout xmlns:a="http://schemas.openxmlformats.org/drawingml/2006/main" xmlns:r="http://schemas.openxmlformats.org/officeDocument/2006/relationships" xmlns:p="http://schemas.openxmlformats.org/presentationml/2006/main" userDrawn="1">
  <p:cSld name="3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0791319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52.xml><?xml version="1.0" encoding="utf-8"?>
<p:sldLayout xmlns:a="http://schemas.openxmlformats.org/drawingml/2006/main" xmlns:r="http://schemas.openxmlformats.org/officeDocument/2006/relationships" xmlns:p="http://schemas.openxmlformats.org/presentationml/2006/main" userDrawn="1">
  <p:cSld name="3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1591030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53.xml><?xml version="1.0" encoding="utf-8"?>
<p:sldLayout xmlns:a="http://schemas.openxmlformats.org/drawingml/2006/main" xmlns:r="http://schemas.openxmlformats.org/officeDocument/2006/relationships" xmlns:p="http://schemas.openxmlformats.org/presentationml/2006/main" userDrawn="1">
  <p:cSld name="3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3627451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54.xml><?xml version="1.0" encoding="utf-8"?>
<p:sldLayout xmlns:a="http://schemas.openxmlformats.org/drawingml/2006/main" xmlns:r="http://schemas.openxmlformats.org/officeDocument/2006/relationships" xmlns:p="http://schemas.openxmlformats.org/presentationml/2006/main" userDrawn="1">
  <p:cSld name="3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4011677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55.xml><?xml version="1.0" encoding="utf-8"?>
<p:sldLayout xmlns:a="http://schemas.openxmlformats.org/drawingml/2006/main" xmlns:r="http://schemas.openxmlformats.org/officeDocument/2006/relationships" xmlns:p="http://schemas.openxmlformats.org/presentationml/2006/main" userDrawn="1">
  <p:cSld name="3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9378367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56.xml><?xml version="1.0" encoding="utf-8"?>
<p:sldLayout xmlns:a="http://schemas.openxmlformats.org/drawingml/2006/main" xmlns:r="http://schemas.openxmlformats.org/officeDocument/2006/relationships" xmlns:p="http://schemas.openxmlformats.org/presentationml/2006/main" userDrawn="1">
  <p:cSld name="3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336007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57.xml><?xml version="1.0" encoding="utf-8"?>
<p:sldLayout xmlns:a="http://schemas.openxmlformats.org/drawingml/2006/main" xmlns:r="http://schemas.openxmlformats.org/officeDocument/2006/relationships" xmlns:p="http://schemas.openxmlformats.org/presentationml/2006/main" userDrawn="1">
  <p:cSld name="3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2913128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58.xml><?xml version="1.0" encoding="utf-8"?>
<p:sldLayout xmlns:a="http://schemas.openxmlformats.org/drawingml/2006/main" xmlns:r="http://schemas.openxmlformats.org/officeDocument/2006/relationships" xmlns:p="http://schemas.openxmlformats.org/presentationml/2006/main" userDrawn="1">
  <p:cSld name="3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854889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59.xml><?xml version="1.0" encoding="utf-8"?>
<p:sldLayout xmlns:a="http://schemas.openxmlformats.org/drawingml/2006/main" xmlns:r="http://schemas.openxmlformats.org/officeDocument/2006/relationships" xmlns:p="http://schemas.openxmlformats.org/presentationml/2006/main" userDrawn="1">
  <p:cSld name="4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3450305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60.xml><?xml version="1.0" encoding="utf-8"?>
<p:sldLayout xmlns:a="http://schemas.openxmlformats.org/drawingml/2006/main" xmlns:r="http://schemas.openxmlformats.org/officeDocument/2006/relationships" xmlns:p="http://schemas.openxmlformats.org/presentationml/2006/main" userDrawn="1">
  <p:cSld name="4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390147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61.xml><?xml version="1.0" encoding="utf-8"?>
<p:sldLayout xmlns:a="http://schemas.openxmlformats.org/drawingml/2006/main" xmlns:r="http://schemas.openxmlformats.org/officeDocument/2006/relationships" xmlns:p="http://schemas.openxmlformats.org/presentationml/2006/main" userDrawn="1">
  <p:cSld name="4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6936887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62.xml><?xml version="1.0" encoding="utf-8"?>
<p:sldLayout xmlns:a="http://schemas.openxmlformats.org/drawingml/2006/main" xmlns:r="http://schemas.openxmlformats.org/officeDocument/2006/relationships" xmlns:p="http://schemas.openxmlformats.org/presentationml/2006/main" userDrawn="1">
  <p:cSld name="4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5516743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63.xml><?xml version="1.0" encoding="utf-8"?>
<p:sldLayout xmlns:a="http://schemas.openxmlformats.org/drawingml/2006/main" xmlns:r="http://schemas.openxmlformats.org/officeDocument/2006/relationships" xmlns:p="http://schemas.openxmlformats.org/presentationml/2006/main" userDrawn="1">
  <p:cSld name="4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7689666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64.xml><?xml version="1.0" encoding="utf-8"?>
<p:sldLayout xmlns:a="http://schemas.openxmlformats.org/drawingml/2006/main" xmlns:r="http://schemas.openxmlformats.org/officeDocument/2006/relationships" xmlns:p="http://schemas.openxmlformats.org/presentationml/2006/main" userDrawn="1">
  <p:cSld name="4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6894759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65.xml><?xml version="1.0" encoding="utf-8"?>
<p:sldLayout xmlns:a="http://schemas.openxmlformats.org/drawingml/2006/main" xmlns:r="http://schemas.openxmlformats.org/officeDocument/2006/relationships" xmlns:p="http://schemas.openxmlformats.org/presentationml/2006/main" userDrawn="1">
  <p:cSld name="4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8881329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66.xml><?xml version="1.0" encoding="utf-8"?>
<p:sldLayout xmlns:a="http://schemas.openxmlformats.org/drawingml/2006/main" xmlns:r="http://schemas.openxmlformats.org/officeDocument/2006/relationships" xmlns:p="http://schemas.openxmlformats.org/presentationml/2006/main" userDrawn="1">
  <p:cSld name="4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3549186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67.xml><?xml version="1.0" encoding="utf-8"?>
<p:sldLayout xmlns:a="http://schemas.openxmlformats.org/drawingml/2006/main" xmlns:r="http://schemas.openxmlformats.org/officeDocument/2006/relationships" xmlns:p="http://schemas.openxmlformats.org/presentationml/2006/main" userDrawn="1">
  <p:cSld name="4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0000733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68.xml><?xml version="1.0" encoding="utf-8"?>
<p:sldLayout xmlns:a="http://schemas.openxmlformats.org/drawingml/2006/main" xmlns:r="http://schemas.openxmlformats.org/officeDocument/2006/relationships" xmlns:p="http://schemas.openxmlformats.org/presentationml/2006/main" userDrawn="1">
  <p:cSld name="4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9407595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69.xml><?xml version="1.0" encoding="utf-8"?>
<p:sldLayout xmlns:a="http://schemas.openxmlformats.org/drawingml/2006/main" xmlns:r="http://schemas.openxmlformats.org/officeDocument/2006/relationships" xmlns:p="http://schemas.openxmlformats.org/presentationml/2006/main" userDrawn="1">
  <p:cSld name="5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7079731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70.xml><?xml version="1.0" encoding="utf-8"?>
<p:sldLayout xmlns:a="http://schemas.openxmlformats.org/drawingml/2006/main" xmlns:r="http://schemas.openxmlformats.org/officeDocument/2006/relationships" xmlns:p="http://schemas.openxmlformats.org/presentationml/2006/main" userDrawn="1">
  <p:cSld name="5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2859067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71.xml><?xml version="1.0" encoding="utf-8"?>
<p:sldLayout xmlns:a="http://schemas.openxmlformats.org/drawingml/2006/main" xmlns:r="http://schemas.openxmlformats.org/officeDocument/2006/relationships" xmlns:p="http://schemas.openxmlformats.org/presentationml/2006/main" userDrawn="1">
  <p:cSld name="5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631392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72.xml><?xml version="1.0" encoding="utf-8"?>
<p:sldLayout xmlns:a="http://schemas.openxmlformats.org/drawingml/2006/main" xmlns:r="http://schemas.openxmlformats.org/officeDocument/2006/relationships" xmlns:p="http://schemas.openxmlformats.org/presentationml/2006/main" userDrawn="1">
  <p:cSld name="5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7899316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73.xml><?xml version="1.0" encoding="utf-8"?>
<p:sldLayout xmlns:a="http://schemas.openxmlformats.org/drawingml/2006/main" xmlns:r="http://schemas.openxmlformats.org/officeDocument/2006/relationships" xmlns:p="http://schemas.openxmlformats.org/presentationml/2006/main" userDrawn="1">
  <p:cSld name="5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5915699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74.xml><?xml version="1.0" encoding="utf-8"?>
<p:sldLayout xmlns:a="http://schemas.openxmlformats.org/drawingml/2006/main" xmlns:r="http://schemas.openxmlformats.org/officeDocument/2006/relationships" xmlns:p="http://schemas.openxmlformats.org/presentationml/2006/main" userDrawn="1">
  <p:cSld name="5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1999845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75.xml><?xml version="1.0" encoding="utf-8"?>
<p:sldLayout xmlns:a="http://schemas.openxmlformats.org/drawingml/2006/main" xmlns:r="http://schemas.openxmlformats.org/officeDocument/2006/relationships" xmlns:p="http://schemas.openxmlformats.org/presentationml/2006/main" userDrawn="1">
  <p:cSld name="5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1304148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76.xml><?xml version="1.0" encoding="utf-8"?>
<p:sldLayout xmlns:a="http://schemas.openxmlformats.org/drawingml/2006/main" xmlns:r="http://schemas.openxmlformats.org/officeDocument/2006/relationships" xmlns:p="http://schemas.openxmlformats.org/presentationml/2006/main" userDrawn="1">
  <p:cSld name="5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0063288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77.xml><?xml version="1.0" encoding="utf-8"?>
<p:sldLayout xmlns:a="http://schemas.openxmlformats.org/drawingml/2006/main" xmlns:r="http://schemas.openxmlformats.org/officeDocument/2006/relationships" xmlns:p="http://schemas.openxmlformats.org/presentationml/2006/main" userDrawn="1">
  <p:cSld name="5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6118692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78.xml><?xml version="1.0" encoding="utf-8"?>
<p:sldLayout xmlns:a="http://schemas.openxmlformats.org/drawingml/2006/main" xmlns:r="http://schemas.openxmlformats.org/officeDocument/2006/relationships" xmlns:p="http://schemas.openxmlformats.org/presentationml/2006/main" userDrawn="1">
  <p:cSld name="5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2824186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79.xml><?xml version="1.0" encoding="utf-8"?>
<p:sldLayout xmlns:a="http://schemas.openxmlformats.org/drawingml/2006/main" xmlns:r="http://schemas.openxmlformats.org/officeDocument/2006/relationships" xmlns:p="http://schemas.openxmlformats.org/presentationml/2006/main" userDrawn="1">
  <p:cSld name="6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6541819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80.xml><?xml version="1.0" encoding="utf-8"?>
<p:sldLayout xmlns:a="http://schemas.openxmlformats.org/drawingml/2006/main" xmlns:r="http://schemas.openxmlformats.org/officeDocument/2006/relationships" xmlns:p="http://schemas.openxmlformats.org/presentationml/2006/main" userDrawn="1">
  <p:cSld name="6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8715079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81.xml><?xml version="1.0" encoding="utf-8"?>
<p:sldLayout xmlns:a="http://schemas.openxmlformats.org/drawingml/2006/main" xmlns:r="http://schemas.openxmlformats.org/officeDocument/2006/relationships" xmlns:p="http://schemas.openxmlformats.org/presentationml/2006/main" userDrawn="1">
  <p:cSld name="6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7654659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82.xml><?xml version="1.0" encoding="utf-8"?>
<p:sldLayout xmlns:a="http://schemas.openxmlformats.org/drawingml/2006/main" xmlns:r="http://schemas.openxmlformats.org/officeDocument/2006/relationships" xmlns:p="http://schemas.openxmlformats.org/presentationml/2006/main" userDrawn="1">
  <p:cSld name="6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5220051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83.xml><?xml version="1.0" encoding="utf-8"?>
<p:sldLayout xmlns:a="http://schemas.openxmlformats.org/drawingml/2006/main" xmlns:r="http://schemas.openxmlformats.org/officeDocument/2006/relationships" xmlns:p="http://schemas.openxmlformats.org/presentationml/2006/main" userDrawn="1">
  <p:cSld name="6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6831680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84.xml><?xml version="1.0" encoding="utf-8"?>
<p:sldLayout xmlns:a="http://schemas.openxmlformats.org/drawingml/2006/main" xmlns:r="http://schemas.openxmlformats.org/officeDocument/2006/relationships" xmlns:p="http://schemas.openxmlformats.org/presentationml/2006/main" userDrawn="1">
  <p:cSld name="6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9348928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85.xml><?xml version="1.0" encoding="utf-8"?>
<p:sldLayout xmlns:a="http://schemas.openxmlformats.org/drawingml/2006/main" xmlns:r="http://schemas.openxmlformats.org/officeDocument/2006/relationships" xmlns:p="http://schemas.openxmlformats.org/presentationml/2006/main" userDrawn="1">
  <p:cSld name="6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7110392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86.xml><?xml version="1.0" encoding="utf-8"?>
<p:sldLayout xmlns:a="http://schemas.openxmlformats.org/drawingml/2006/main" xmlns:r="http://schemas.openxmlformats.org/officeDocument/2006/relationships" xmlns:p="http://schemas.openxmlformats.org/presentationml/2006/main" userDrawn="1">
  <p:cSld name="6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4604339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87.xml><?xml version="1.0" encoding="utf-8"?>
<p:sldLayout xmlns:a="http://schemas.openxmlformats.org/drawingml/2006/main" xmlns:r="http://schemas.openxmlformats.org/officeDocument/2006/relationships" xmlns:p="http://schemas.openxmlformats.org/presentationml/2006/main" userDrawn="1">
  <p:cSld name="6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6345290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88.xml><?xml version="1.0" encoding="utf-8"?>
<p:sldLayout xmlns:a="http://schemas.openxmlformats.org/drawingml/2006/main" xmlns:r="http://schemas.openxmlformats.org/officeDocument/2006/relationships" xmlns:p="http://schemas.openxmlformats.org/presentationml/2006/main" userDrawn="1">
  <p:cSld name="6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4106145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89.xml><?xml version="1.0" encoding="utf-8"?>
<p:sldLayout xmlns:a="http://schemas.openxmlformats.org/drawingml/2006/main" xmlns:r="http://schemas.openxmlformats.org/officeDocument/2006/relationships" xmlns:p="http://schemas.openxmlformats.org/presentationml/2006/main" userDrawn="1">
  <p:cSld name="7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5828899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90.xml><?xml version="1.0" encoding="utf-8"?>
<p:sldLayout xmlns:a="http://schemas.openxmlformats.org/drawingml/2006/main" xmlns:r="http://schemas.openxmlformats.org/officeDocument/2006/relationships" xmlns:p="http://schemas.openxmlformats.org/presentationml/2006/main" userDrawn="1">
  <p:cSld name="7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797652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91.xml><?xml version="1.0" encoding="utf-8"?>
<p:sldLayout xmlns:a="http://schemas.openxmlformats.org/drawingml/2006/main" xmlns:r="http://schemas.openxmlformats.org/officeDocument/2006/relationships" xmlns:p="http://schemas.openxmlformats.org/presentationml/2006/main" userDrawn="1">
  <p:cSld name="7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0877023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92.xml><?xml version="1.0" encoding="utf-8"?>
<p:sldLayout xmlns:a="http://schemas.openxmlformats.org/drawingml/2006/main" xmlns:r="http://schemas.openxmlformats.org/officeDocument/2006/relationships" xmlns:p="http://schemas.openxmlformats.org/presentationml/2006/main" userDrawn="1">
  <p:cSld name="7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8522619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93.xml><?xml version="1.0" encoding="utf-8"?>
<p:sldLayout xmlns:a="http://schemas.openxmlformats.org/drawingml/2006/main" xmlns:r="http://schemas.openxmlformats.org/officeDocument/2006/relationships" xmlns:p="http://schemas.openxmlformats.org/presentationml/2006/main" userDrawn="1">
  <p:cSld name="7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3240889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94.xml><?xml version="1.0" encoding="utf-8"?>
<p:sldLayout xmlns:a="http://schemas.openxmlformats.org/drawingml/2006/main" xmlns:r="http://schemas.openxmlformats.org/officeDocument/2006/relationships" xmlns:p="http://schemas.openxmlformats.org/presentationml/2006/main" userDrawn="1">
  <p:cSld name="7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8427611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95.xml><?xml version="1.0" encoding="utf-8"?>
<p:sldLayout xmlns:a="http://schemas.openxmlformats.org/drawingml/2006/main" xmlns:r="http://schemas.openxmlformats.org/officeDocument/2006/relationships" xmlns:p="http://schemas.openxmlformats.org/presentationml/2006/main" userDrawn="1">
  <p:cSld name="7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1985325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96.xml><?xml version="1.0" encoding="utf-8"?>
<p:sldLayout xmlns:a="http://schemas.openxmlformats.org/drawingml/2006/main" xmlns:r="http://schemas.openxmlformats.org/officeDocument/2006/relationships" xmlns:p="http://schemas.openxmlformats.org/presentationml/2006/main" userDrawn="1">
  <p:cSld name="7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7125349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97.xml><?xml version="1.0" encoding="utf-8"?>
<p:sldLayout xmlns:a="http://schemas.openxmlformats.org/drawingml/2006/main" xmlns:r="http://schemas.openxmlformats.org/officeDocument/2006/relationships" xmlns:p="http://schemas.openxmlformats.org/presentationml/2006/main" userDrawn="1">
  <p:cSld name="7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9593770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98.xml><?xml version="1.0" encoding="utf-8"?>
<p:sldLayout xmlns:a="http://schemas.openxmlformats.org/drawingml/2006/main" xmlns:r="http://schemas.openxmlformats.org/officeDocument/2006/relationships" xmlns:p="http://schemas.openxmlformats.org/presentationml/2006/main" userDrawn="1">
  <p:cSld name="7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707140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599.xml><?xml version="1.0" encoding="utf-8"?>
<p:sldLayout xmlns:a="http://schemas.openxmlformats.org/drawingml/2006/main" xmlns:r="http://schemas.openxmlformats.org/officeDocument/2006/relationships" xmlns:p="http://schemas.openxmlformats.org/presentationml/2006/main" userDrawn="1">
  <p:cSld name="8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0091202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00.xml><?xml version="1.0" encoding="utf-8"?>
<p:sldLayout xmlns:a="http://schemas.openxmlformats.org/drawingml/2006/main" xmlns:r="http://schemas.openxmlformats.org/officeDocument/2006/relationships" xmlns:p="http://schemas.openxmlformats.org/presentationml/2006/main" userDrawn="1">
  <p:cSld name="8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1159059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01.xml><?xml version="1.0" encoding="utf-8"?>
<p:sldLayout xmlns:a="http://schemas.openxmlformats.org/drawingml/2006/main" xmlns:r="http://schemas.openxmlformats.org/officeDocument/2006/relationships" xmlns:p="http://schemas.openxmlformats.org/presentationml/2006/main" userDrawn="1">
  <p:cSld name="8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2026612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02.xml><?xml version="1.0" encoding="utf-8"?>
<p:sldLayout xmlns:a="http://schemas.openxmlformats.org/drawingml/2006/main" xmlns:r="http://schemas.openxmlformats.org/officeDocument/2006/relationships" xmlns:p="http://schemas.openxmlformats.org/presentationml/2006/main" userDrawn="1">
  <p:cSld name="8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7348652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03.xml><?xml version="1.0" encoding="utf-8"?>
<p:sldLayout xmlns:a="http://schemas.openxmlformats.org/drawingml/2006/main" xmlns:r="http://schemas.openxmlformats.org/officeDocument/2006/relationships" xmlns:p="http://schemas.openxmlformats.org/presentationml/2006/main" userDrawn="1">
  <p:cSld name="8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3236475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04.xml><?xml version="1.0" encoding="utf-8"?>
<p:sldLayout xmlns:a="http://schemas.openxmlformats.org/drawingml/2006/main" xmlns:r="http://schemas.openxmlformats.org/officeDocument/2006/relationships" xmlns:p="http://schemas.openxmlformats.org/presentationml/2006/main" userDrawn="1">
  <p:cSld name="8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7899209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05.xml><?xml version="1.0" encoding="utf-8"?>
<p:sldLayout xmlns:a="http://schemas.openxmlformats.org/drawingml/2006/main" xmlns:r="http://schemas.openxmlformats.org/officeDocument/2006/relationships" xmlns:p="http://schemas.openxmlformats.org/presentationml/2006/main" userDrawn="1">
  <p:cSld name="8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9212705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06.xml><?xml version="1.0" encoding="utf-8"?>
<p:sldLayout xmlns:a="http://schemas.openxmlformats.org/drawingml/2006/main" xmlns:r="http://schemas.openxmlformats.org/officeDocument/2006/relationships" xmlns:p="http://schemas.openxmlformats.org/presentationml/2006/main" userDrawn="1">
  <p:cSld name="8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8918490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07.xml><?xml version="1.0" encoding="utf-8"?>
<p:sldLayout xmlns:a="http://schemas.openxmlformats.org/drawingml/2006/main" xmlns:r="http://schemas.openxmlformats.org/officeDocument/2006/relationships" xmlns:p="http://schemas.openxmlformats.org/presentationml/2006/main" userDrawn="1">
  <p:cSld name="8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5723751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08.xml><?xml version="1.0" encoding="utf-8"?>
<p:sldLayout xmlns:a="http://schemas.openxmlformats.org/drawingml/2006/main" xmlns:r="http://schemas.openxmlformats.org/officeDocument/2006/relationships" xmlns:p="http://schemas.openxmlformats.org/presentationml/2006/main" userDrawn="1">
  <p:cSld name="8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7657631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09.xml><?xml version="1.0" encoding="utf-8"?>
<p:sldLayout xmlns:a="http://schemas.openxmlformats.org/drawingml/2006/main" xmlns:r="http://schemas.openxmlformats.org/officeDocument/2006/relationships" xmlns:p="http://schemas.openxmlformats.org/presentationml/2006/main" userDrawn="1">
  <p:cSld name="9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9636733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10.xml><?xml version="1.0" encoding="utf-8"?>
<p:sldLayout xmlns:a="http://schemas.openxmlformats.org/drawingml/2006/main" xmlns:r="http://schemas.openxmlformats.org/officeDocument/2006/relationships" xmlns:p="http://schemas.openxmlformats.org/presentationml/2006/main" userDrawn="1">
  <p:cSld name="9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0610872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11.xml><?xml version="1.0" encoding="utf-8"?>
<p:sldLayout xmlns:a="http://schemas.openxmlformats.org/drawingml/2006/main" xmlns:r="http://schemas.openxmlformats.org/officeDocument/2006/relationships" xmlns:p="http://schemas.openxmlformats.org/presentationml/2006/main" userDrawn="1">
  <p:cSld name="9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6368584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12.xml><?xml version="1.0" encoding="utf-8"?>
<p:sldLayout xmlns:a="http://schemas.openxmlformats.org/drawingml/2006/main" xmlns:r="http://schemas.openxmlformats.org/officeDocument/2006/relationships" xmlns:p="http://schemas.openxmlformats.org/presentationml/2006/main" userDrawn="1">
  <p:cSld name="9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8686142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13.xml><?xml version="1.0" encoding="utf-8"?>
<p:sldLayout xmlns:a="http://schemas.openxmlformats.org/drawingml/2006/main" xmlns:r="http://schemas.openxmlformats.org/officeDocument/2006/relationships" xmlns:p="http://schemas.openxmlformats.org/presentationml/2006/main" userDrawn="1">
  <p:cSld name="9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6800940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14.xml><?xml version="1.0" encoding="utf-8"?>
<p:sldLayout xmlns:a="http://schemas.openxmlformats.org/drawingml/2006/main" xmlns:r="http://schemas.openxmlformats.org/officeDocument/2006/relationships" xmlns:p="http://schemas.openxmlformats.org/presentationml/2006/main" userDrawn="1">
  <p:cSld name="9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3081099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15.xml><?xml version="1.0" encoding="utf-8"?>
<p:sldLayout xmlns:a="http://schemas.openxmlformats.org/drawingml/2006/main" xmlns:r="http://schemas.openxmlformats.org/officeDocument/2006/relationships" xmlns:p="http://schemas.openxmlformats.org/presentationml/2006/main" userDrawn="1">
  <p:cSld name="9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3012900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16.xml><?xml version="1.0" encoding="utf-8"?>
<p:sldLayout xmlns:a="http://schemas.openxmlformats.org/drawingml/2006/main" xmlns:r="http://schemas.openxmlformats.org/officeDocument/2006/relationships" xmlns:p="http://schemas.openxmlformats.org/presentationml/2006/main" userDrawn="1">
  <p:cSld name="9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3994160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17.xml><?xml version="1.0" encoding="utf-8"?>
<p:sldLayout xmlns:a="http://schemas.openxmlformats.org/drawingml/2006/main" xmlns:r="http://schemas.openxmlformats.org/officeDocument/2006/relationships" xmlns:p="http://schemas.openxmlformats.org/presentationml/2006/main" userDrawn="1">
  <p:cSld name="9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0033757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18.xml><?xml version="1.0" encoding="utf-8"?>
<p:sldLayout xmlns:a="http://schemas.openxmlformats.org/drawingml/2006/main" xmlns:r="http://schemas.openxmlformats.org/officeDocument/2006/relationships" xmlns:p="http://schemas.openxmlformats.org/presentationml/2006/main" userDrawn="1">
  <p:cSld name="9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8912880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19.xml><?xml version="1.0" encoding="utf-8"?>
<p:sldLayout xmlns:a="http://schemas.openxmlformats.org/drawingml/2006/main" xmlns:r="http://schemas.openxmlformats.org/officeDocument/2006/relationships" xmlns:p="http://schemas.openxmlformats.org/presentationml/2006/main" userDrawn="1">
  <p:cSld name="10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005712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20.xml><?xml version="1.0" encoding="utf-8"?>
<p:sldLayout xmlns:a="http://schemas.openxmlformats.org/drawingml/2006/main" xmlns:r="http://schemas.openxmlformats.org/officeDocument/2006/relationships" xmlns:p="http://schemas.openxmlformats.org/presentationml/2006/main" userDrawn="1">
  <p:cSld name="10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7473585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21.xml><?xml version="1.0" encoding="utf-8"?>
<p:sldLayout xmlns:a="http://schemas.openxmlformats.org/drawingml/2006/main" xmlns:r="http://schemas.openxmlformats.org/officeDocument/2006/relationships" xmlns:p="http://schemas.openxmlformats.org/presentationml/2006/main" userDrawn="1">
  <p:cSld name="10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653354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22.xml><?xml version="1.0" encoding="utf-8"?>
<p:sldLayout xmlns:a="http://schemas.openxmlformats.org/drawingml/2006/main" xmlns:r="http://schemas.openxmlformats.org/officeDocument/2006/relationships" xmlns:p="http://schemas.openxmlformats.org/presentationml/2006/main" userDrawn="1">
  <p:cSld name="10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9943952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23.xml><?xml version="1.0" encoding="utf-8"?>
<p:sldLayout xmlns:a="http://schemas.openxmlformats.org/drawingml/2006/main" xmlns:r="http://schemas.openxmlformats.org/officeDocument/2006/relationships" xmlns:p="http://schemas.openxmlformats.org/presentationml/2006/main" userDrawn="1">
  <p:cSld name="10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5518783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24.xml><?xml version="1.0" encoding="utf-8"?>
<p:sldLayout xmlns:a="http://schemas.openxmlformats.org/drawingml/2006/main" xmlns:r="http://schemas.openxmlformats.org/officeDocument/2006/relationships" xmlns:p="http://schemas.openxmlformats.org/presentationml/2006/main" userDrawn="1">
  <p:cSld name="10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4197291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25.xml><?xml version="1.0" encoding="utf-8"?>
<p:sldLayout xmlns:a="http://schemas.openxmlformats.org/drawingml/2006/main" xmlns:r="http://schemas.openxmlformats.org/officeDocument/2006/relationships" xmlns:p="http://schemas.openxmlformats.org/presentationml/2006/main" userDrawn="1">
  <p:cSld name="10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9407282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26.xml><?xml version="1.0" encoding="utf-8"?>
<p:sldLayout xmlns:a="http://schemas.openxmlformats.org/drawingml/2006/main" xmlns:r="http://schemas.openxmlformats.org/officeDocument/2006/relationships" xmlns:p="http://schemas.openxmlformats.org/presentationml/2006/main" userDrawn="1">
  <p:cSld name="10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5379941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27.xml><?xml version="1.0" encoding="utf-8"?>
<p:sldLayout xmlns:a="http://schemas.openxmlformats.org/drawingml/2006/main" xmlns:r="http://schemas.openxmlformats.org/officeDocument/2006/relationships" xmlns:p="http://schemas.openxmlformats.org/presentationml/2006/main" userDrawn="1">
  <p:cSld name="10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2097961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28.xml><?xml version="1.0" encoding="utf-8"?>
<p:sldLayout xmlns:a="http://schemas.openxmlformats.org/drawingml/2006/main" xmlns:r="http://schemas.openxmlformats.org/officeDocument/2006/relationships" xmlns:p="http://schemas.openxmlformats.org/presentationml/2006/main" userDrawn="1">
  <p:cSld name="10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4806563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29.xml><?xml version="1.0" encoding="utf-8"?>
<p:sldLayout xmlns:a="http://schemas.openxmlformats.org/drawingml/2006/main" xmlns:r="http://schemas.openxmlformats.org/officeDocument/2006/relationships" xmlns:p="http://schemas.openxmlformats.org/presentationml/2006/main" userDrawn="1">
  <p:cSld name="11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2199166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30.xml><?xml version="1.0" encoding="utf-8"?>
<p:sldLayout xmlns:a="http://schemas.openxmlformats.org/drawingml/2006/main" xmlns:r="http://schemas.openxmlformats.org/officeDocument/2006/relationships" xmlns:p="http://schemas.openxmlformats.org/presentationml/2006/main" preserve="1" userDrawn="1">
  <p:cSld name="11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5760421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3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398C0B16-3B5B-6A40-AA3E-C681DAB7961F}" type="datetime1">
              <a:rPr lang="en-US" smtClean="0">
                <a:solidFill>
                  <a:srgbClr val="95A5A6">
                    <a:tint val="75000"/>
                  </a:srgbClr>
                </a:solidFill>
              </a:rPr>
              <a:t>9/22/16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4977247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1301B9B-8505-9E4D-9D11-7D7D3E111D72}" type="datetime1">
              <a:rPr lang="en-US" smtClean="0">
                <a:solidFill>
                  <a:srgbClr val="95A5A6">
                    <a:tint val="75000"/>
                  </a:srgbClr>
                </a:solidFill>
              </a:rPr>
              <a:t>9/22/16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37403842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2F6B4412-6992-6F45-831C-F3DAB5070E0C}" type="datetime1">
              <a:rPr lang="en-US" smtClean="0">
                <a:solidFill>
                  <a:srgbClr val="95A5A6">
                    <a:tint val="75000"/>
                  </a:srgbClr>
                </a:solidFill>
              </a:rPr>
              <a:t>9/22/16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31909250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0E18A9C3-A256-9F4B-8840-6B400BECE80E}" type="datetime1">
              <a:rPr lang="en-US" smtClean="0">
                <a:solidFill>
                  <a:srgbClr val="95A5A6">
                    <a:tint val="75000"/>
                  </a:srgbClr>
                </a:solidFill>
              </a:rPr>
              <a:t>9/22/16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34583245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1C65E1F8-DB6F-8649-9A5E-2F50C9406429}" type="datetime1">
              <a:rPr lang="en-US" smtClean="0">
                <a:solidFill>
                  <a:srgbClr val="95A5A6">
                    <a:tint val="75000"/>
                  </a:srgbClr>
                </a:solidFill>
              </a:rPr>
              <a:t>9/22/16</a:t>
            </a:fld>
            <a:endParaRPr lang="en-US">
              <a:solidFill>
                <a:srgbClr val="95A5A6">
                  <a:tint val="75000"/>
                </a:srgbClr>
              </a:solidFill>
            </a:endParaRPr>
          </a:p>
        </p:txBody>
      </p:sp>
      <p:sp>
        <p:nvSpPr>
          <p:cNvPr id="8" name="Footer Placeholder 7"/>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9" name="Slide Number Placeholder 8"/>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36145847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F0EAFF29-8FCC-4A4A-B1B6-F6ECEAEF958B}" type="datetime1">
              <a:rPr lang="en-US" smtClean="0">
                <a:solidFill>
                  <a:srgbClr val="95A5A6">
                    <a:tint val="75000"/>
                  </a:srgbClr>
                </a:solidFill>
              </a:rPr>
              <a:t>9/22/16</a:t>
            </a:fld>
            <a:endParaRPr lang="en-US">
              <a:solidFill>
                <a:srgbClr val="95A5A6">
                  <a:tint val="75000"/>
                </a:srgbClr>
              </a:solidFill>
            </a:endParaRPr>
          </a:p>
        </p:txBody>
      </p:sp>
      <p:sp>
        <p:nvSpPr>
          <p:cNvPr id="4" name="Footer Placeholder 3"/>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5" name="Slide Number Placeholder 4"/>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8957485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D049584A-650D-5A42-8966-7F60977933D4}" type="datetime1">
              <a:rPr lang="en-US" smtClean="0">
                <a:solidFill>
                  <a:srgbClr val="95A5A6">
                    <a:tint val="75000"/>
                  </a:srgbClr>
                </a:solidFill>
              </a:rPr>
              <a:t>9/22/16</a:t>
            </a:fld>
            <a:endParaRPr lang="en-US">
              <a:solidFill>
                <a:srgbClr val="95A5A6">
                  <a:tint val="75000"/>
                </a:srgbClr>
              </a:solidFill>
            </a:endParaRPr>
          </a:p>
        </p:txBody>
      </p:sp>
      <p:sp>
        <p:nvSpPr>
          <p:cNvPr id="3" name="Footer Placeholder 2"/>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4" name="Slide Number Placeholder 3"/>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3147906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CBEAB41-F0BE-1A4A-ACB6-1F2650B712D8}" type="datetime1">
              <a:rPr lang="en-US" smtClean="0">
                <a:solidFill>
                  <a:srgbClr val="95A5A6">
                    <a:tint val="75000"/>
                  </a:srgbClr>
                </a:solidFill>
              </a:rPr>
              <a:t>9/22/16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17963083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1EA9B0B0-C308-1B40-93E8-24D9FC2A1CA4}" type="datetime1">
              <a:rPr lang="en-US" smtClean="0">
                <a:solidFill>
                  <a:srgbClr val="95A5A6">
                    <a:tint val="75000"/>
                  </a:srgbClr>
                </a:solidFill>
              </a:rPr>
              <a:t>9/22/16</a:t>
            </a:fld>
            <a:endParaRPr lang="en-US">
              <a:solidFill>
                <a:srgbClr val="95A5A6">
                  <a:tint val="75000"/>
                </a:srgbClr>
              </a:solidFill>
            </a:endParaRPr>
          </a:p>
        </p:txBody>
      </p:sp>
      <p:sp>
        <p:nvSpPr>
          <p:cNvPr id="6" name="Footer Placeholder 5"/>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7" name="Slide Number Placeholder 6"/>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7944544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78E54B9-B0D1-6045-8247-E2DE2B09FE83}" type="datetime1">
              <a:rPr lang="en-US" smtClean="0">
                <a:solidFill>
                  <a:srgbClr val="95A5A6">
                    <a:tint val="75000"/>
                  </a:srgbClr>
                </a:solidFill>
              </a:rPr>
              <a:t>9/22/16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4839034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4BA56A02-A651-EB4A-A395-C986BE9D6B40}" type="datetime1">
              <a:rPr lang="en-US" smtClean="0">
                <a:solidFill>
                  <a:srgbClr val="95A5A6">
                    <a:tint val="75000"/>
                  </a:srgbClr>
                </a:solidFill>
              </a:rPr>
              <a:t>9/22/16</a:t>
            </a:fld>
            <a:endParaRPr lang="en-US">
              <a:solidFill>
                <a:srgbClr val="95A5A6">
                  <a:tint val="75000"/>
                </a:srgbClr>
              </a:solidFill>
            </a:endParaRPr>
          </a:p>
        </p:txBody>
      </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
        <p:nvSpPr>
          <p:cNvPr id="6" name="Slide Number Placeholder 5"/>
          <p:cNvSpPr>
            <a:spLocks noGrp="1"/>
          </p:cNvSpPr>
          <p:nvPr>
            <p:ph type="sldNum" sz="quarter" idx="12"/>
          </p:nvPr>
        </p:nvSpPr>
        <p:spPr/>
        <p:txBody>
          <a:bodyPr/>
          <a:lstStyle/>
          <a:p>
            <a:fld id="{AEE38F98-4105-40A7-8991-7A498960FD3A}" type="slidenum">
              <a:rPr lang="en-US" smtClean="0">
                <a:solidFill>
                  <a:srgbClr val="95A5A6">
                    <a:tint val="75000"/>
                  </a:srgbClr>
                </a:solidFill>
              </a:rPr>
              <a:pPr/>
              <a:t>‹#›</a:t>
            </a:fld>
            <a:endParaRPr lang="en-US">
              <a:solidFill>
                <a:srgbClr val="95A5A6">
                  <a:tint val="75000"/>
                </a:srgbClr>
              </a:solidFill>
            </a:endParaRPr>
          </a:p>
        </p:txBody>
      </p:sp>
    </p:spTree>
    <p:extLst>
      <p:ext uri="{BB962C8B-B14F-4D97-AF65-F5344CB8AC3E}">
        <p14:creationId xmlns:p14="http://schemas.microsoft.com/office/powerpoint/2010/main" val="27444320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4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8ED19C15-B949-2F4F-96CF-733FCB23E29A}"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8581032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399C3347-1C33-2F46-958A-B4F5C8FEFA50}"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7591113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222A51F6-C3FA-C448-9357-280FAB248EFA}"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0589685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2D4FD309-434E-484A-8F39-CC683EA8EE43}"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8038299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7"/>
            <a:ext cx="109728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97096E8B-35CE-B04E-B457-2529341DFDDD}" type="datetime1">
              <a:rPr lang="en-US" smtClean="0">
                <a:solidFill>
                  <a:srgbClr val="000000">
                    <a:tint val="75000"/>
                  </a:srgbClr>
                </a:solidFill>
              </a:rPr>
              <a:t>9/22/16</a:t>
            </a:fld>
            <a:endParaRPr lang="en-US">
              <a:solidFill>
                <a:srgbClr val="000000">
                  <a:tint val="75000"/>
                </a:srgbClr>
              </a:solidFill>
            </a:endParaRPr>
          </a:p>
        </p:txBody>
      </p:sp>
      <p:sp>
        <p:nvSpPr>
          <p:cNvPr id="8" name="Footer Placeholder 7"/>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9" name="Slide Number Placeholder 8"/>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2701207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678DB434-19BE-E94D-8F99-4E966E95D363}" type="datetime1">
              <a:rPr lang="en-US" smtClean="0">
                <a:solidFill>
                  <a:srgbClr val="000000">
                    <a:tint val="75000"/>
                  </a:srgbClr>
                </a:solidFill>
              </a:rPr>
              <a:t>9/22/16</a:t>
            </a:fld>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5" name="Slide Number Placeholder 4"/>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0250539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A8729B3-FBE6-8748-BC74-E5C94DC4CB79}" type="datetime1">
              <a:rPr lang="en-US" smtClean="0">
                <a:solidFill>
                  <a:srgbClr val="000000">
                    <a:tint val="75000"/>
                  </a:srgbClr>
                </a:solidFill>
              </a:rPr>
              <a:t>9/22/16</a:t>
            </a:fld>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2067062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smtClean="0"/>
              <a:t>Click to edit Master title style</a:t>
            </a:r>
            <a:endParaRPr lang="en-US"/>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B47A0E65-6C85-3645-A837-B5D85A63B8D4}"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3169515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C260EFF7-0E2C-E84E-ABFE-2144FB868D9F}"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1646515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98AAB642-6069-724F-9D6C-234570C13057}"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0921034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6375"/>
            <a:ext cx="2743200" cy="4387851"/>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206375"/>
            <a:ext cx="8026400" cy="4387851"/>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E0313C2-C56D-A547-ACDE-97BA7F3474A7}"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1024043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5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2EC4AD57-46C1-564E-8683-91FF7B2AA490}"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9625812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C5430882-B229-5C47-AFB4-991BA79FF81D}"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7356217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833A02DE-D954-9145-8B43-995ED1D186F5}"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6864087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9E5682A1-F991-AA4E-9011-53086A8C5A1C}"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8700771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7"/>
            <a:ext cx="109728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DEA23EE0-5EA8-C34F-A601-4BCBEDA72C5E}" type="datetime1">
              <a:rPr lang="en-US" smtClean="0">
                <a:solidFill>
                  <a:srgbClr val="000000">
                    <a:tint val="75000"/>
                  </a:srgbClr>
                </a:solidFill>
              </a:rPr>
              <a:t>9/22/16</a:t>
            </a:fld>
            <a:endParaRPr lang="en-US">
              <a:solidFill>
                <a:srgbClr val="000000">
                  <a:tint val="75000"/>
                </a:srgbClr>
              </a:solidFill>
            </a:endParaRPr>
          </a:p>
        </p:txBody>
      </p:sp>
      <p:sp>
        <p:nvSpPr>
          <p:cNvPr id="8" name="Footer Placeholder 7"/>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9" name="Slide Number Placeholder 8"/>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9344482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028FE7B-DB1C-B740-9D6E-319BD2A45983}" type="datetime1">
              <a:rPr lang="en-US" smtClean="0">
                <a:solidFill>
                  <a:srgbClr val="000000">
                    <a:tint val="75000"/>
                  </a:srgbClr>
                </a:solidFill>
              </a:rPr>
              <a:t>9/22/16</a:t>
            </a:fld>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5" name="Slide Number Placeholder 4"/>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5324065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0194086-D354-1A4C-A5FB-34942FF0A6DF}" type="datetime1">
              <a:rPr lang="en-US" smtClean="0">
                <a:solidFill>
                  <a:srgbClr val="000000">
                    <a:tint val="75000"/>
                  </a:srgbClr>
                </a:solidFill>
              </a:rPr>
              <a:t>9/22/16</a:t>
            </a:fld>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2415662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smtClean="0"/>
              <a:t>Click to edit Master title style</a:t>
            </a:r>
            <a:endParaRPr lang="en-US"/>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36311FEE-CE5E-164F-BB41-B18BFC31D5F9}"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9341068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13E8E3FB-4B33-8848-B09D-72F8D9230B1E}" type="datetime1">
              <a:rPr lang="en-US" smtClean="0">
                <a:solidFill>
                  <a:srgbClr val="000000">
                    <a:tint val="75000"/>
                  </a:srgbClr>
                </a:solidFill>
              </a:rPr>
              <a:t>9/22/16</a:t>
            </a:fld>
            <a:endParaRPr lang="en-US">
              <a:solidFill>
                <a:srgbClr val="000000">
                  <a:tint val="75000"/>
                </a:srgbClr>
              </a:solidFill>
            </a:endParaRPr>
          </a:p>
        </p:txBody>
      </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7" name="Slide Number Placeholder 6"/>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6726283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8944C1F-4066-994F-B4D7-D41E37F033FA}"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9490379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6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6375"/>
            <a:ext cx="2743200" cy="4387851"/>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206375"/>
            <a:ext cx="8026400" cy="4387851"/>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794909E-3300-1C4D-BFAD-6171D1E4A9C7}" type="datetime1">
              <a:rPr lang="en-US" smtClean="0">
                <a:solidFill>
                  <a:srgbClr val="000000">
                    <a:tint val="75000"/>
                  </a:srgbClr>
                </a:solidFill>
              </a:rPr>
              <a:t>9/22/16</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8293451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theme" Target="../theme/theme1.xml"/><Relationship Id="rId13" Type="http://schemas.openxmlformats.org/officeDocument/2006/relationships/image" Target="../media/image1.jpg"/><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_rels/slideMaster2.xml.rels><?xml version="1.0" encoding="UTF-8" standalone="yes"?>
<Relationships xmlns="http://schemas.openxmlformats.org/package/2006/relationships"><Relationship Id="rId11" Type="http://schemas.openxmlformats.org/officeDocument/2006/relationships/slideLayout" Target="../slideLayouts/slideLayout22.xml"/><Relationship Id="rId12" Type="http://schemas.openxmlformats.org/officeDocument/2006/relationships/theme" Target="../theme/theme2.xml"/><Relationship Id="rId13" Type="http://schemas.openxmlformats.org/officeDocument/2006/relationships/image" Target="../media/image1.jpg"/><Relationship Id="rId1" Type="http://schemas.openxmlformats.org/officeDocument/2006/relationships/slideLayout" Target="../slideLayouts/slideLayout12.xml"/><Relationship Id="rId2" Type="http://schemas.openxmlformats.org/officeDocument/2006/relationships/slideLayout" Target="../slideLayouts/slideLayout13.xml"/><Relationship Id="rId3" Type="http://schemas.openxmlformats.org/officeDocument/2006/relationships/slideLayout" Target="../slideLayouts/slideLayout14.xml"/><Relationship Id="rId4" Type="http://schemas.openxmlformats.org/officeDocument/2006/relationships/slideLayout" Target="../slideLayouts/slideLayout15.xml"/><Relationship Id="rId5" Type="http://schemas.openxmlformats.org/officeDocument/2006/relationships/slideLayout" Target="../slideLayouts/slideLayout16.xml"/><Relationship Id="rId6" Type="http://schemas.openxmlformats.org/officeDocument/2006/relationships/slideLayout" Target="../slideLayouts/slideLayout17.xml"/><Relationship Id="rId7" Type="http://schemas.openxmlformats.org/officeDocument/2006/relationships/slideLayout" Target="../slideLayouts/slideLayout18.xml"/><Relationship Id="rId8" Type="http://schemas.openxmlformats.org/officeDocument/2006/relationships/slideLayout" Target="../slideLayouts/slideLayout19.xml"/><Relationship Id="rId9" Type="http://schemas.openxmlformats.org/officeDocument/2006/relationships/slideLayout" Target="../slideLayouts/slideLayout20.xml"/><Relationship Id="rId10" Type="http://schemas.openxmlformats.org/officeDocument/2006/relationships/slideLayout" Target="../slideLayouts/slideLayout21.xml"/></Relationships>
</file>

<file path=ppt/slideMasters/_rels/slideMaster3.xml.rels><?xml version="1.0" encoding="UTF-8" standalone="yes"?>
<Relationships xmlns="http://schemas.openxmlformats.org/package/2006/relationships"><Relationship Id="rId3" Type="http://schemas.openxmlformats.org/officeDocument/2006/relationships/theme" Target="../theme/theme3.xml"/><Relationship Id="rId4" Type="http://schemas.openxmlformats.org/officeDocument/2006/relationships/image" Target="../media/image1.jpg"/><Relationship Id="rId1" Type="http://schemas.openxmlformats.org/officeDocument/2006/relationships/slideLayout" Target="../slideLayouts/slideLayout23.xml"/><Relationship Id="rId2" Type="http://schemas.openxmlformats.org/officeDocument/2006/relationships/slideLayout" Target="../slideLayouts/slideLayout24.xml"/></Relationships>
</file>

<file path=ppt/slideMasters/_rels/slideMaster4.xml.rels><?xml version="1.0" encoding="UTF-8" standalone="yes"?>
<Relationships xmlns="http://schemas.openxmlformats.org/package/2006/relationships"><Relationship Id="rId11" Type="http://schemas.openxmlformats.org/officeDocument/2006/relationships/slideLayout" Target="../slideLayouts/slideLayout35.xml"/><Relationship Id="rId12" Type="http://schemas.openxmlformats.org/officeDocument/2006/relationships/theme" Target="../theme/theme4.xml"/><Relationship Id="rId13" Type="http://schemas.openxmlformats.org/officeDocument/2006/relationships/image" Target="../media/image1.jpg"/><Relationship Id="rId1" Type="http://schemas.openxmlformats.org/officeDocument/2006/relationships/slideLayout" Target="../slideLayouts/slideLayout25.xml"/><Relationship Id="rId2" Type="http://schemas.openxmlformats.org/officeDocument/2006/relationships/slideLayout" Target="../slideLayouts/slideLayout26.xml"/><Relationship Id="rId3" Type="http://schemas.openxmlformats.org/officeDocument/2006/relationships/slideLayout" Target="../slideLayouts/slideLayout27.xml"/><Relationship Id="rId4" Type="http://schemas.openxmlformats.org/officeDocument/2006/relationships/slideLayout" Target="../slideLayouts/slideLayout28.xml"/><Relationship Id="rId5" Type="http://schemas.openxmlformats.org/officeDocument/2006/relationships/slideLayout" Target="../slideLayouts/slideLayout29.xml"/><Relationship Id="rId6" Type="http://schemas.openxmlformats.org/officeDocument/2006/relationships/slideLayout" Target="../slideLayouts/slideLayout30.xml"/><Relationship Id="rId7" Type="http://schemas.openxmlformats.org/officeDocument/2006/relationships/slideLayout" Target="../slideLayouts/slideLayout31.xml"/><Relationship Id="rId8" Type="http://schemas.openxmlformats.org/officeDocument/2006/relationships/slideLayout" Target="../slideLayouts/slideLayout32.xml"/><Relationship Id="rId9" Type="http://schemas.openxmlformats.org/officeDocument/2006/relationships/slideLayout" Target="../slideLayouts/slideLayout33.xml"/><Relationship Id="rId10" Type="http://schemas.openxmlformats.org/officeDocument/2006/relationships/slideLayout" Target="../slideLayouts/slideLayout34.xml"/></Relationships>
</file>

<file path=ppt/slideMasters/_rels/slideMaster5.xml.rels><?xml version="1.0" encoding="UTF-8" standalone="yes"?>
<Relationships xmlns="http://schemas.openxmlformats.org/package/2006/relationships"><Relationship Id="rId9" Type="http://schemas.openxmlformats.org/officeDocument/2006/relationships/slideLayout" Target="../slideLayouts/slideLayout44.xml"/><Relationship Id="rId20" Type="http://schemas.openxmlformats.org/officeDocument/2006/relationships/slideLayout" Target="../slideLayouts/slideLayout55.xml"/><Relationship Id="rId21" Type="http://schemas.openxmlformats.org/officeDocument/2006/relationships/slideLayout" Target="../slideLayouts/slideLayout56.xml"/><Relationship Id="rId22" Type="http://schemas.openxmlformats.org/officeDocument/2006/relationships/slideLayout" Target="../slideLayouts/slideLayout57.xml"/><Relationship Id="rId23" Type="http://schemas.openxmlformats.org/officeDocument/2006/relationships/theme" Target="../theme/theme5.xml"/><Relationship Id="rId24" Type="http://schemas.openxmlformats.org/officeDocument/2006/relationships/image" Target="../media/image1.jpg"/><Relationship Id="rId10" Type="http://schemas.openxmlformats.org/officeDocument/2006/relationships/slideLayout" Target="../slideLayouts/slideLayout45.xml"/><Relationship Id="rId11" Type="http://schemas.openxmlformats.org/officeDocument/2006/relationships/slideLayout" Target="../slideLayouts/slideLayout46.xml"/><Relationship Id="rId12" Type="http://schemas.openxmlformats.org/officeDocument/2006/relationships/slideLayout" Target="../slideLayouts/slideLayout47.xml"/><Relationship Id="rId13" Type="http://schemas.openxmlformats.org/officeDocument/2006/relationships/slideLayout" Target="../slideLayouts/slideLayout48.xml"/><Relationship Id="rId14" Type="http://schemas.openxmlformats.org/officeDocument/2006/relationships/slideLayout" Target="../slideLayouts/slideLayout49.xml"/><Relationship Id="rId15" Type="http://schemas.openxmlformats.org/officeDocument/2006/relationships/slideLayout" Target="../slideLayouts/slideLayout50.xml"/><Relationship Id="rId16" Type="http://schemas.openxmlformats.org/officeDocument/2006/relationships/slideLayout" Target="../slideLayouts/slideLayout51.xml"/><Relationship Id="rId17" Type="http://schemas.openxmlformats.org/officeDocument/2006/relationships/slideLayout" Target="../slideLayouts/slideLayout52.xml"/><Relationship Id="rId18" Type="http://schemas.openxmlformats.org/officeDocument/2006/relationships/slideLayout" Target="../slideLayouts/slideLayout53.xml"/><Relationship Id="rId19" Type="http://schemas.openxmlformats.org/officeDocument/2006/relationships/slideLayout" Target="../slideLayouts/slideLayout54.xml"/><Relationship Id="rId1" Type="http://schemas.openxmlformats.org/officeDocument/2006/relationships/slideLayout" Target="../slideLayouts/slideLayout36.xml"/><Relationship Id="rId2" Type="http://schemas.openxmlformats.org/officeDocument/2006/relationships/slideLayout" Target="../slideLayouts/slideLayout37.xml"/><Relationship Id="rId3" Type="http://schemas.openxmlformats.org/officeDocument/2006/relationships/slideLayout" Target="../slideLayouts/slideLayout38.xml"/><Relationship Id="rId4" Type="http://schemas.openxmlformats.org/officeDocument/2006/relationships/slideLayout" Target="../slideLayouts/slideLayout39.xml"/><Relationship Id="rId5" Type="http://schemas.openxmlformats.org/officeDocument/2006/relationships/slideLayout" Target="../slideLayouts/slideLayout40.xml"/><Relationship Id="rId6" Type="http://schemas.openxmlformats.org/officeDocument/2006/relationships/slideLayout" Target="../slideLayouts/slideLayout41.xml"/><Relationship Id="rId7" Type="http://schemas.openxmlformats.org/officeDocument/2006/relationships/slideLayout" Target="../slideLayouts/slideLayout42.xml"/><Relationship Id="rId8" Type="http://schemas.openxmlformats.org/officeDocument/2006/relationships/slideLayout" Target="../slideLayouts/slideLayout43.xml"/></Relationships>
</file>

<file path=ppt/slideMasters/_rels/slideMaster6.xml.rels><?xml version="1.0" encoding="UTF-8" standalone="yes"?>
<Relationships xmlns="http://schemas.openxmlformats.org/package/2006/relationships"><Relationship Id="rId3" Type="http://schemas.openxmlformats.org/officeDocument/2006/relationships/theme" Target="../theme/theme6.xml"/><Relationship Id="rId4" Type="http://schemas.openxmlformats.org/officeDocument/2006/relationships/image" Target="../media/image1.jpg"/><Relationship Id="rId1" Type="http://schemas.openxmlformats.org/officeDocument/2006/relationships/slideLayout" Target="../slideLayouts/slideLayout58.xml"/><Relationship Id="rId2" Type="http://schemas.openxmlformats.org/officeDocument/2006/relationships/slideLayout" Target="../slideLayouts/slideLayout59.xml"/></Relationships>
</file>

<file path=ppt/slideMasters/_rels/slideMaster7.xml.rels><?xml version="1.0" encoding="UTF-8" standalone="yes"?>
<Relationships xmlns="http://schemas.openxmlformats.org/package/2006/relationships"><Relationship Id="rId9" Type="http://schemas.openxmlformats.org/officeDocument/2006/relationships/slideLayout" Target="../slideLayouts/slideLayout68.xml"/><Relationship Id="rId20" Type="http://schemas.openxmlformats.org/officeDocument/2006/relationships/slideLayout" Target="../slideLayouts/slideLayout79.xml"/><Relationship Id="rId21" Type="http://schemas.openxmlformats.org/officeDocument/2006/relationships/slideLayout" Target="../slideLayouts/slideLayout80.xml"/><Relationship Id="rId22" Type="http://schemas.openxmlformats.org/officeDocument/2006/relationships/slideLayout" Target="../slideLayouts/slideLayout81.xml"/><Relationship Id="rId23" Type="http://schemas.openxmlformats.org/officeDocument/2006/relationships/slideLayout" Target="../slideLayouts/slideLayout82.xml"/><Relationship Id="rId24" Type="http://schemas.openxmlformats.org/officeDocument/2006/relationships/slideLayout" Target="../slideLayouts/slideLayout83.xml"/><Relationship Id="rId25" Type="http://schemas.openxmlformats.org/officeDocument/2006/relationships/slideLayout" Target="../slideLayouts/slideLayout84.xml"/><Relationship Id="rId26" Type="http://schemas.openxmlformats.org/officeDocument/2006/relationships/theme" Target="../theme/theme7.xml"/><Relationship Id="rId27" Type="http://schemas.openxmlformats.org/officeDocument/2006/relationships/image" Target="../media/image1.jpg"/><Relationship Id="rId10" Type="http://schemas.openxmlformats.org/officeDocument/2006/relationships/slideLayout" Target="../slideLayouts/slideLayout69.xml"/><Relationship Id="rId11" Type="http://schemas.openxmlformats.org/officeDocument/2006/relationships/slideLayout" Target="../slideLayouts/slideLayout70.xml"/><Relationship Id="rId12" Type="http://schemas.openxmlformats.org/officeDocument/2006/relationships/slideLayout" Target="../slideLayouts/slideLayout71.xml"/><Relationship Id="rId13" Type="http://schemas.openxmlformats.org/officeDocument/2006/relationships/slideLayout" Target="../slideLayouts/slideLayout72.xml"/><Relationship Id="rId14" Type="http://schemas.openxmlformats.org/officeDocument/2006/relationships/slideLayout" Target="../slideLayouts/slideLayout73.xml"/><Relationship Id="rId15" Type="http://schemas.openxmlformats.org/officeDocument/2006/relationships/slideLayout" Target="../slideLayouts/slideLayout74.xml"/><Relationship Id="rId16" Type="http://schemas.openxmlformats.org/officeDocument/2006/relationships/slideLayout" Target="../slideLayouts/slideLayout75.xml"/><Relationship Id="rId17" Type="http://schemas.openxmlformats.org/officeDocument/2006/relationships/slideLayout" Target="../slideLayouts/slideLayout76.xml"/><Relationship Id="rId18" Type="http://schemas.openxmlformats.org/officeDocument/2006/relationships/slideLayout" Target="../slideLayouts/slideLayout77.xml"/><Relationship Id="rId19" Type="http://schemas.openxmlformats.org/officeDocument/2006/relationships/slideLayout" Target="../slideLayouts/slideLayout78.xml"/><Relationship Id="rId1" Type="http://schemas.openxmlformats.org/officeDocument/2006/relationships/slideLayout" Target="../slideLayouts/slideLayout60.xml"/><Relationship Id="rId2" Type="http://schemas.openxmlformats.org/officeDocument/2006/relationships/slideLayout" Target="../slideLayouts/slideLayout61.xml"/><Relationship Id="rId3" Type="http://schemas.openxmlformats.org/officeDocument/2006/relationships/slideLayout" Target="../slideLayouts/slideLayout62.xml"/><Relationship Id="rId4" Type="http://schemas.openxmlformats.org/officeDocument/2006/relationships/slideLayout" Target="../slideLayouts/slideLayout63.xml"/><Relationship Id="rId5" Type="http://schemas.openxmlformats.org/officeDocument/2006/relationships/slideLayout" Target="../slideLayouts/slideLayout64.xml"/><Relationship Id="rId6" Type="http://schemas.openxmlformats.org/officeDocument/2006/relationships/slideLayout" Target="../slideLayouts/slideLayout65.xml"/><Relationship Id="rId7" Type="http://schemas.openxmlformats.org/officeDocument/2006/relationships/slideLayout" Target="../slideLayouts/slideLayout66.xml"/><Relationship Id="rId8" Type="http://schemas.openxmlformats.org/officeDocument/2006/relationships/slideLayout" Target="../slideLayouts/slideLayout67.xml"/></Relationships>
</file>

<file path=ppt/slideMasters/_rels/slideMaster8.xml.rels><?xml version="1.0" encoding="UTF-8" standalone="yes"?>
<Relationships xmlns="http://schemas.openxmlformats.org/package/2006/relationships"><Relationship Id="rId1" Type="http://schemas.openxmlformats.org/officeDocument/2006/relationships/slideLayout" Target="../slideLayouts/slideLayout85.xml"/><Relationship Id="rId2" Type="http://schemas.openxmlformats.org/officeDocument/2006/relationships/theme" Target="../theme/theme8.xml"/><Relationship Id="rId3" Type="http://schemas.openxmlformats.org/officeDocument/2006/relationships/image" Target="../media/image1.jpg"/></Relationships>
</file>

<file path=ppt/slideMasters/_rels/slideMaster9.xml.rels><?xml version="1.0" encoding="UTF-8" standalone="yes"?>
<Relationships xmlns="http://schemas.openxmlformats.org/package/2006/relationships"><Relationship Id="rId20" Type="http://schemas.openxmlformats.org/officeDocument/2006/relationships/slideLayout" Target="../slideLayouts/slideLayout105.xml"/><Relationship Id="rId21" Type="http://schemas.openxmlformats.org/officeDocument/2006/relationships/slideLayout" Target="../slideLayouts/slideLayout106.xml"/><Relationship Id="rId22" Type="http://schemas.openxmlformats.org/officeDocument/2006/relationships/slideLayout" Target="../slideLayouts/slideLayout107.xml"/><Relationship Id="rId23" Type="http://schemas.openxmlformats.org/officeDocument/2006/relationships/slideLayout" Target="../slideLayouts/slideLayout108.xml"/><Relationship Id="rId24" Type="http://schemas.openxmlformats.org/officeDocument/2006/relationships/slideLayout" Target="../slideLayouts/slideLayout109.xml"/><Relationship Id="rId25" Type="http://schemas.openxmlformats.org/officeDocument/2006/relationships/slideLayout" Target="../slideLayouts/slideLayout110.xml"/><Relationship Id="rId26" Type="http://schemas.openxmlformats.org/officeDocument/2006/relationships/slideLayout" Target="../slideLayouts/slideLayout111.xml"/><Relationship Id="rId27" Type="http://schemas.openxmlformats.org/officeDocument/2006/relationships/slideLayout" Target="../slideLayouts/slideLayout112.xml"/><Relationship Id="rId28" Type="http://schemas.openxmlformats.org/officeDocument/2006/relationships/slideLayout" Target="../slideLayouts/slideLayout113.xml"/><Relationship Id="rId29" Type="http://schemas.openxmlformats.org/officeDocument/2006/relationships/slideLayout" Target="../slideLayouts/slideLayout114.xml"/><Relationship Id="rId1" Type="http://schemas.openxmlformats.org/officeDocument/2006/relationships/slideLayout" Target="../slideLayouts/slideLayout86.xml"/><Relationship Id="rId2" Type="http://schemas.openxmlformats.org/officeDocument/2006/relationships/slideLayout" Target="../slideLayouts/slideLayout87.xml"/><Relationship Id="rId3" Type="http://schemas.openxmlformats.org/officeDocument/2006/relationships/slideLayout" Target="../slideLayouts/slideLayout88.xml"/><Relationship Id="rId4" Type="http://schemas.openxmlformats.org/officeDocument/2006/relationships/slideLayout" Target="../slideLayouts/slideLayout89.xml"/><Relationship Id="rId5" Type="http://schemas.openxmlformats.org/officeDocument/2006/relationships/slideLayout" Target="../slideLayouts/slideLayout90.xml"/><Relationship Id="rId30" Type="http://schemas.openxmlformats.org/officeDocument/2006/relationships/slideLayout" Target="../slideLayouts/slideLayout115.xml"/><Relationship Id="rId31" Type="http://schemas.openxmlformats.org/officeDocument/2006/relationships/slideLayout" Target="../slideLayouts/slideLayout116.xml"/><Relationship Id="rId32" Type="http://schemas.openxmlformats.org/officeDocument/2006/relationships/theme" Target="../theme/theme9.xml"/><Relationship Id="rId9" Type="http://schemas.openxmlformats.org/officeDocument/2006/relationships/slideLayout" Target="../slideLayouts/slideLayout94.xml"/><Relationship Id="rId6" Type="http://schemas.openxmlformats.org/officeDocument/2006/relationships/slideLayout" Target="../slideLayouts/slideLayout91.xml"/><Relationship Id="rId7" Type="http://schemas.openxmlformats.org/officeDocument/2006/relationships/slideLayout" Target="../slideLayouts/slideLayout92.xml"/><Relationship Id="rId8" Type="http://schemas.openxmlformats.org/officeDocument/2006/relationships/slideLayout" Target="../slideLayouts/slideLayout93.xml"/><Relationship Id="rId33" Type="http://schemas.openxmlformats.org/officeDocument/2006/relationships/image" Target="../media/image1.jpg"/><Relationship Id="rId10" Type="http://schemas.openxmlformats.org/officeDocument/2006/relationships/slideLayout" Target="../slideLayouts/slideLayout95.xml"/><Relationship Id="rId11" Type="http://schemas.openxmlformats.org/officeDocument/2006/relationships/slideLayout" Target="../slideLayouts/slideLayout96.xml"/><Relationship Id="rId12" Type="http://schemas.openxmlformats.org/officeDocument/2006/relationships/slideLayout" Target="../slideLayouts/slideLayout97.xml"/><Relationship Id="rId13" Type="http://schemas.openxmlformats.org/officeDocument/2006/relationships/slideLayout" Target="../slideLayouts/slideLayout98.xml"/><Relationship Id="rId14" Type="http://schemas.openxmlformats.org/officeDocument/2006/relationships/slideLayout" Target="../slideLayouts/slideLayout99.xml"/><Relationship Id="rId15" Type="http://schemas.openxmlformats.org/officeDocument/2006/relationships/slideLayout" Target="../slideLayouts/slideLayout100.xml"/><Relationship Id="rId16" Type="http://schemas.openxmlformats.org/officeDocument/2006/relationships/slideLayout" Target="../slideLayouts/slideLayout101.xml"/><Relationship Id="rId17" Type="http://schemas.openxmlformats.org/officeDocument/2006/relationships/slideLayout" Target="../slideLayouts/slideLayout102.xml"/><Relationship Id="rId18" Type="http://schemas.openxmlformats.org/officeDocument/2006/relationships/slideLayout" Target="../slideLayouts/slideLayout103.xml"/><Relationship Id="rId19" Type="http://schemas.openxmlformats.org/officeDocument/2006/relationships/slideLayout" Target="../slideLayouts/slideLayout104.xml"/></Relationships>
</file>

<file path=ppt/slideMasters/_rels/slideMaster10.xml.rels><?xml version="1.0" encoding="UTF-8" standalone="yes"?>
<Relationships xmlns="http://schemas.openxmlformats.org/package/2006/relationships"><Relationship Id="rId20" Type="http://schemas.openxmlformats.org/officeDocument/2006/relationships/slideLayout" Target="../slideLayouts/slideLayout136.xml"/><Relationship Id="rId21" Type="http://schemas.openxmlformats.org/officeDocument/2006/relationships/slideLayout" Target="../slideLayouts/slideLayout137.xml"/><Relationship Id="rId22" Type="http://schemas.openxmlformats.org/officeDocument/2006/relationships/slideLayout" Target="../slideLayouts/slideLayout138.xml"/><Relationship Id="rId23" Type="http://schemas.openxmlformats.org/officeDocument/2006/relationships/slideLayout" Target="../slideLayouts/slideLayout139.xml"/><Relationship Id="rId24" Type="http://schemas.openxmlformats.org/officeDocument/2006/relationships/slideLayout" Target="../slideLayouts/slideLayout140.xml"/><Relationship Id="rId25" Type="http://schemas.openxmlformats.org/officeDocument/2006/relationships/slideLayout" Target="../slideLayouts/slideLayout141.xml"/><Relationship Id="rId26" Type="http://schemas.openxmlformats.org/officeDocument/2006/relationships/slideLayout" Target="../slideLayouts/slideLayout142.xml"/><Relationship Id="rId27" Type="http://schemas.openxmlformats.org/officeDocument/2006/relationships/slideLayout" Target="../slideLayouts/slideLayout143.xml"/><Relationship Id="rId28" Type="http://schemas.openxmlformats.org/officeDocument/2006/relationships/slideLayout" Target="../slideLayouts/slideLayout144.xml"/><Relationship Id="rId29" Type="http://schemas.openxmlformats.org/officeDocument/2006/relationships/slideLayout" Target="../slideLayouts/slideLayout145.xml"/><Relationship Id="rId1" Type="http://schemas.openxmlformats.org/officeDocument/2006/relationships/slideLayout" Target="../slideLayouts/slideLayout117.xml"/><Relationship Id="rId2" Type="http://schemas.openxmlformats.org/officeDocument/2006/relationships/slideLayout" Target="../slideLayouts/slideLayout118.xml"/><Relationship Id="rId3" Type="http://schemas.openxmlformats.org/officeDocument/2006/relationships/slideLayout" Target="../slideLayouts/slideLayout119.xml"/><Relationship Id="rId4" Type="http://schemas.openxmlformats.org/officeDocument/2006/relationships/slideLayout" Target="../slideLayouts/slideLayout120.xml"/><Relationship Id="rId5" Type="http://schemas.openxmlformats.org/officeDocument/2006/relationships/slideLayout" Target="../slideLayouts/slideLayout121.xml"/><Relationship Id="rId30" Type="http://schemas.openxmlformats.org/officeDocument/2006/relationships/slideLayout" Target="../slideLayouts/slideLayout146.xml"/><Relationship Id="rId31" Type="http://schemas.openxmlformats.org/officeDocument/2006/relationships/slideLayout" Target="../slideLayouts/slideLayout147.xml"/><Relationship Id="rId32" Type="http://schemas.openxmlformats.org/officeDocument/2006/relationships/slideLayout" Target="../slideLayouts/slideLayout148.xml"/><Relationship Id="rId9" Type="http://schemas.openxmlformats.org/officeDocument/2006/relationships/slideLayout" Target="../slideLayouts/slideLayout125.xml"/><Relationship Id="rId6" Type="http://schemas.openxmlformats.org/officeDocument/2006/relationships/slideLayout" Target="../slideLayouts/slideLayout122.xml"/><Relationship Id="rId7" Type="http://schemas.openxmlformats.org/officeDocument/2006/relationships/slideLayout" Target="../slideLayouts/slideLayout123.xml"/><Relationship Id="rId8" Type="http://schemas.openxmlformats.org/officeDocument/2006/relationships/slideLayout" Target="../slideLayouts/slideLayout124.xml"/><Relationship Id="rId33" Type="http://schemas.openxmlformats.org/officeDocument/2006/relationships/slideLayout" Target="../slideLayouts/slideLayout149.xml"/><Relationship Id="rId34" Type="http://schemas.openxmlformats.org/officeDocument/2006/relationships/slideLayout" Target="../slideLayouts/slideLayout150.xml"/><Relationship Id="rId35" Type="http://schemas.openxmlformats.org/officeDocument/2006/relationships/theme" Target="../theme/theme10.xml"/><Relationship Id="rId36" Type="http://schemas.openxmlformats.org/officeDocument/2006/relationships/image" Target="../media/image1.jpg"/><Relationship Id="rId10" Type="http://schemas.openxmlformats.org/officeDocument/2006/relationships/slideLayout" Target="../slideLayouts/slideLayout126.xml"/><Relationship Id="rId11" Type="http://schemas.openxmlformats.org/officeDocument/2006/relationships/slideLayout" Target="../slideLayouts/slideLayout127.xml"/><Relationship Id="rId12" Type="http://schemas.openxmlformats.org/officeDocument/2006/relationships/slideLayout" Target="../slideLayouts/slideLayout128.xml"/><Relationship Id="rId13" Type="http://schemas.openxmlformats.org/officeDocument/2006/relationships/slideLayout" Target="../slideLayouts/slideLayout129.xml"/><Relationship Id="rId14" Type="http://schemas.openxmlformats.org/officeDocument/2006/relationships/slideLayout" Target="../slideLayouts/slideLayout130.xml"/><Relationship Id="rId15" Type="http://schemas.openxmlformats.org/officeDocument/2006/relationships/slideLayout" Target="../slideLayouts/slideLayout131.xml"/><Relationship Id="rId16" Type="http://schemas.openxmlformats.org/officeDocument/2006/relationships/slideLayout" Target="../slideLayouts/slideLayout132.xml"/><Relationship Id="rId17" Type="http://schemas.openxmlformats.org/officeDocument/2006/relationships/slideLayout" Target="../slideLayouts/slideLayout133.xml"/><Relationship Id="rId18" Type="http://schemas.openxmlformats.org/officeDocument/2006/relationships/slideLayout" Target="../slideLayouts/slideLayout134.xml"/><Relationship Id="rId19" Type="http://schemas.openxmlformats.org/officeDocument/2006/relationships/slideLayout" Target="../slideLayouts/slideLayout135.xml"/></Relationships>
</file>

<file path=ppt/slideMasters/_rels/slideMaster11.xml.rels><?xml version="1.0" encoding="UTF-8" standalone="yes"?>
<Relationships xmlns="http://schemas.openxmlformats.org/package/2006/relationships"><Relationship Id="rId46" Type="http://schemas.openxmlformats.org/officeDocument/2006/relationships/slideLayout" Target="../slideLayouts/slideLayout196.xml"/><Relationship Id="rId47" Type="http://schemas.openxmlformats.org/officeDocument/2006/relationships/slideLayout" Target="../slideLayouts/slideLayout197.xml"/><Relationship Id="rId48" Type="http://schemas.openxmlformats.org/officeDocument/2006/relationships/slideLayout" Target="../slideLayouts/slideLayout198.xml"/><Relationship Id="rId49" Type="http://schemas.openxmlformats.org/officeDocument/2006/relationships/slideLayout" Target="../slideLayouts/slideLayout199.xml"/><Relationship Id="rId20" Type="http://schemas.openxmlformats.org/officeDocument/2006/relationships/slideLayout" Target="../slideLayouts/slideLayout170.xml"/><Relationship Id="rId21" Type="http://schemas.openxmlformats.org/officeDocument/2006/relationships/slideLayout" Target="../slideLayouts/slideLayout171.xml"/><Relationship Id="rId22" Type="http://schemas.openxmlformats.org/officeDocument/2006/relationships/slideLayout" Target="../slideLayouts/slideLayout172.xml"/><Relationship Id="rId23" Type="http://schemas.openxmlformats.org/officeDocument/2006/relationships/slideLayout" Target="../slideLayouts/slideLayout173.xml"/><Relationship Id="rId24" Type="http://schemas.openxmlformats.org/officeDocument/2006/relationships/slideLayout" Target="../slideLayouts/slideLayout174.xml"/><Relationship Id="rId25" Type="http://schemas.openxmlformats.org/officeDocument/2006/relationships/slideLayout" Target="../slideLayouts/slideLayout175.xml"/><Relationship Id="rId26" Type="http://schemas.openxmlformats.org/officeDocument/2006/relationships/slideLayout" Target="../slideLayouts/slideLayout176.xml"/><Relationship Id="rId27" Type="http://schemas.openxmlformats.org/officeDocument/2006/relationships/slideLayout" Target="../slideLayouts/slideLayout177.xml"/><Relationship Id="rId28" Type="http://schemas.openxmlformats.org/officeDocument/2006/relationships/slideLayout" Target="../slideLayouts/slideLayout178.xml"/><Relationship Id="rId29" Type="http://schemas.openxmlformats.org/officeDocument/2006/relationships/slideLayout" Target="../slideLayouts/slideLayout179.xml"/><Relationship Id="rId50" Type="http://schemas.openxmlformats.org/officeDocument/2006/relationships/theme" Target="../theme/theme11.xml"/><Relationship Id="rId51" Type="http://schemas.openxmlformats.org/officeDocument/2006/relationships/image" Target="../media/image1.jpg"/><Relationship Id="rId1" Type="http://schemas.openxmlformats.org/officeDocument/2006/relationships/slideLayout" Target="../slideLayouts/slideLayout151.xml"/><Relationship Id="rId2" Type="http://schemas.openxmlformats.org/officeDocument/2006/relationships/slideLayout" Target="../slideLayouts/slideLayout152.xml"/><Relationship Id="rId3" Type="http://schemas.openxmlformats.org/officeDocument/2006/relationships/slideLayout" Target="../slideLayouts/slideLayout153.xml"/><Relationship Id="rId4" Type="http://schemas.openxmlformats.org/officeDocument/2006/relationships/slideLayout" Target="../slideLayouts/slideLayout154.xml"/><Relationship Id="rId5" Type="http://schemas.openxmlformats.org/officeDocument/2006/relationships/slideLayout" Target="../slideLayouts/slideLayout155.xml"/><Relationship Id="rId30" Type="http://schemas.openxmlformats.org/officeDocument/2006/relationships/slideLayout" Target="../slideLayouts/slideLayout180.xml"/><Relationship Id="rId31" Type="http://schemas.openxmlformats.org/officeDocument/2006/relationships/slideLayout" Target="../slideLayouts/slideLayout181.xml"/><Relationship Id="rId32" Type="http://schemas.openxmlformats.org/officeDocument/2006/relationships/slideLayout" Target="../slideLayouts/slideLayout182.xml"/><Relationship Id="rId9" Type="http://schemas.openxmlformats.org/officeDocument/2006/relationships/slideLayout" Target="../slideLayouts/slideLayout159.xml"/><Relationship Id="rId6" Type="http://schemas.openxmlformats.org/officeDocument/2006/relationships/slideLayout" Target="../slideLayouts/slideLayout156.xml"/><Relationship Id="rId7" Type="http://schemas.openxmlformats.org/officeDocument/2006/relationships/slideLayout" Target="../slideLayouts/slideLayout157.xml"/><Relationship Id="rId8" Type="http://schemas.openxmlformats.org/officeDocument/2006/relationships/slideLayout" Target="../slideLayouts/slideLayout158.xml"/><Relationship Id="rId33" Type="http://schemas.openxmlformats.org/officeDocument/2006/relationships/slideLayout" Target="../slideLayouts/slideLayout183.xml"/><Relationship Id="rId34" Type="http://schemas.openxmlformats.org/officeDocument/2006/relationships/slideLayout" Target="../slideLayouts/slideLayout184.xml"/><Relationship Id="rId35" Type="http://schemas.openxmlformats.org/officeDocument/2006/relationships/slideLayout" Target="../slideLayouts/slideLayout185.xml"/><Relationship Id="rId36" Type="http://schemas.openxmlformats.org/officeDocument/2006/relationships/slideLayout" Target="../slideLayouts/slideLayout186.xml"/><Relationship Id="rId10" Type="http://schemas.openxmlformats.org/officeDocument/2006/relationships/slideLayout" Target="../slideLayouts/slideLayout160.xml"/><Relationship Id="rId11" Type="http://schemas.openxmlformats.org/officeDocument/2006/relationships/slideLayout" Target="../slideLayouts/slideLayout161.xml"/><Relationship Id="rId12" Type="http://schemas.openxmlformats.org/officeDocument/2006/relationships/slideLayout" Target="../slideLayouts/slideLayout162.xml"/><Relationship Id="rId13" Type="http://schemas.openxmlformats.org/officeDocument/2006/relationships/slideLayout" Target="../slideLayouts/slideLayout163.xml"/><Relationship Id="rId14" Type="http://schemas.openxmlformats.org/officeDocument/2006/relationships/slideLayout" Target="../slideLayouts/slideLayout164.xml"/><Relationship Id="rId15" Type="http://schemas.openxmlformats.org/officeDocument/2006/relationships/slideLayout" Target="../slideLayouts/slideLayout165.xml"/><Relationship Id="rId16" Type="http://schemas.openxmlformats.org/officeDocument/2006/relationships/slideLayout" Target="../slideLayouts/slideLayout166.xml"/><Relationship Id="rId17" Type="http://schemas.openxmlformats.org/officeDocument/2006/relationships/slideLayout" Target="../slideLayouts/slideLayout167.xml"/><Relationship Id="rId18" Type="http://schemas.openxmlformats.org/officeDocument/2006/relationships/slideLayout" Target="../slideLayouts/slideLayout168.xml"/><Relationship Id="rId19" Type="http://schemas.openxmlformats.org/officeDocument/2006/relationships/slideLayout" Target="../slideLayouts/slideLayout169.xml"/><Relationship Id="rId37" Type="http://schemas.openxmlformats.org/officeDocument/2006/relationships/slideLayout" Target="../slideLayouts/slideLayout187.xml"/><Relationship Id="rId38" Type="http://schemas.openxmlformats.org/officeDocument/2006/relationships/slideLayout" Target="../slideLayouts/slideLayout188.xml"/><Relationship Id="rId39" Type="http://schemas.openxmlformats.org/officeDocument/2006/relationships/slideLayout" Target="../slideLayouts/slideLayout189.xml"/><Relationship Id="rId40" Type="http://schemas.openxmlformats.org/officeDocument/2006/relationships/slideLayout" Target="../slideLayouts/slideLayout190.xml"/><Relationship Id="rId41" Type="http://schemas.openxmlformats.org/officeDocument/2006/relationships/slideLayout" Target="../slideLayouts/slideLayout191.xml"/><Relationship Id="rId42" Type="http://schemas.openxmlformats.org/officeDocument/2006/relationships/slideLayout" Target="../slideLayouts/slideLayout192.xml"/><Relationship Id="rId43" Type="http://schemas.openxmlformats.org/officeDocument/2006/relationships/slideLayout" Target="../slideLayouts/slideLayout193.xml"/><Relationship Id="rId44" Type="http://schemas.openxmlformats.org/officeDocument/2006/relationships/slideLayout" Target="../slideLayouts/slideLayout194.xml"/><Relationship Id="rId45" Type="http://schemas.openxmlformats.org/officeDocument/2006/relationships/slideLayout" Target="../slideLayouts/slideLayout195.xml"/></Relationships>
</file>

<file path=ppt/slideMasters/_rels/slideMaster12.xml.rels><?xml version="1.0" encoding="UTF-8" standalone="yes"?>
<Relationships xmlns="http://schemas.openxmlformats.org/package/2006/relationships"><Relationship Id="rId11" Type="http://schemas.openxmlformats.org/officeDocument/2006/relationships/slideLayout" Target="../slideLayouts/slideLayout210.xml"/><Relationship Id="rId12" Type="http://schemas.openxmlformats.org/officeDocument/2006/relationships/slideLayout" Target="../slideLayouts/slideLayout211.xml"/><Relationship Id="rId13" Type="http://schemas.openxmlformats.org/officeDocument/2006/relationships/theme" Target="../theme/theme12.xml"/><Relationship Id="rId14" Type="http://schemas.openxmlformats.org/officeDocument/2006/relationships/image" Target="../media/image1.jpg"/><Relationship Id="rId1" Type="http://schemas.openxmlformats.org/officeDocument/2006/relationships/slideLayout" Target="../slideLayouts/slideLayout200.xml"/><Relationship Id="rId2" Type="http://schemas.openxmlformats.org/officeDocument/2006/relationships/slideLayout" Target="../slideLayouts/slideLayout201.xml"/><Relationship Id="rId3" Type="http://schemas.openxmlformats.org/officeDocument/2006/relationships/slideLayout" Target="../slideLayouts/slideLayout202.xml"/><Relationship Id="rId4" Type="http://schemas.openxmlformats.org/officeDocument/2006/relationships/slideLayout" Target="../slideLayouts/slideLayout203.xml"/><Relationship Id="rId5" Type="http://schemas.openxmlformats.org/officeDocument/2006/relationships/slideLayout" Target="../slideLayouts/slideLayout204.xml"/><Relationship Id="rId6" Type="http://schemas.openxmlformats.org/officeDocument/2006/relationships/slideLayout" Target="../slideLayouts/slideLayout205.xml"/><Relationship Id="rId7" Type="http://schemas.openxmlformats.org/officeDocument/2006/relationships/slideLayout" Target="../slideLayouts/slideLayout206.xml"/><Relationship Id="rId8" Type="http://schemas.openxmlformats.org/officeDocument/2006/relationships/slideLayout" Target="../slideLayouts/slideLayout207.xml"/><Relationship Id="rId9" Type="http://schemas.openxmlformats.org/officeDocument/2006/relationships/slideLayout" Target="../slideLayouts/slideLayout208.xml"/><Relationship Id="rId10" Type="http://schemas.openxmlformats.org/officeDocument/2006/relationships/slideLayout" Target="../slideLayouts/slideLayout209.xml"/></Relationships>
</file>

<file path=ppt/slideMasters/_rels/slideMaster13.xml.rels><?xml version="1.0" encoding="UTF-8" standalone="yes"?>
<Relationships xmlns="http://schemas.openxmlformats.org/package/2006/relationships"><Relationship Id="rId11" Type="http://schemas.openxmlformats.org/officeDocument/2006/relationships/slideLayout" Target="../slideLayouts/slideLayout222.xml"/><Relationship Id="rId12" Type="http://schemas.openxmlformats.org/officeDocument/2006/relationships/theme" Target="../theme/theme13.xml"/><Relationship Id="rId13" Type="http://schemas.openxmlformats.org/officeDocument/2006/relationships/image" Target="../media/image1.jpg"/><Relationship Id="rId1" Type="http://schemas.openxmlformats.org/officeDocument/2006/relationships/slideLayout" Target="../slideLayouts/slideLayout212.xml"/><Relationship Id="rId2" Type="http://schemas.openxmlformats.org/officeDocument/2006/relationships/slideLayout" Target="../slideLayouts/slideLayout213.xml"/><Relationship Id="rId3" Type="http://schemas.openxmlformats.org/officeDocument/2006/relationships/slideLayout" Target="../slideLayouts/slideLayout214.xml"/><Relationship Id="rId4" Type="http://schemas.openxmlformats.org/officeDocument/2006/relationships/slideLayout" Target="../slideLayouts/slideLayout215.xml"/><Relationship Id="rId5" Type="http://schemas.openxmlformats.org/officeDocument/2006/relationships/slideLayout" Target="../slideLayouts/slideLayout216.xml"/><Relationship Id="rId6" Type="http://schemas.openxmlformats.org/officeDocument/2006/relationships/slideLayout" Target="../slideLayouts/slideLayout217.xml"/><Relationship Id="rId7" Type="http://schemas.openxmlformats.org/officeDocument/2006/relationships/slideLayout" Target="../slideLayouts/slideLayout218.xml"/><Relationship Id="rId8" Type="http://schemas.openxmlformats.org/officeDocument/2006/relationships/slideLayout" Target="../slideLayouts/slideLayout219.xml"/><Relationship Id="rId9" Type="http://schemas.openxmlformats.org/officeDocument/2006/relationships/slideLayout" Target="../slideLayouts/slideLayout220.xml"/><Relationship Id="rId10" Type="http://schemas.openxmlformats.org/officeDocument/2006/relationships/slideLayout" Target="../slideLayouts/slideLayout221.xml"/></Relationships>
</file>

<file path=ppt/slideMasters/_rels/slideMaster14.xml.rels><?xml version="1.0" encoding="UTF-8" standalone="yes"?>
<Relationships xmlns="http://schemas.openxmlformats.org/package/2006/relationships"><Relationship Id="rId11" Type="http://schemas.openxmlformats.org/officeDocument/2006/relationships/slideLayout" Target="../slideLayouts/slideLayout233.xml"/><Relationship Id="rId12" Type="http://schemas.openxmlformats.org/officeDocument/2006/relationships/theme" Target="../theme/theme14.xml"/><Relationship Id="rId13" Type="http://schemas.openxmlformats.org/officeDocument/2006/relationships/image" Target="../media/image1.jpg"/><Relationship Id="rId1" Type="http://schemas.openxmlformats.org/officeDocument/2006/relationships/slideLayout" Target="../slideLayouts/slideLayout223.xml"/><Relationship Id="rId2" Type="http://schemas.openxmlformats.org/officeDocument/2006/relationships/slideLayout" Target="../slideLayouts/slideLayout224.xml"/><Relationship Id="rId3" Type="http://schemas.openxmlformats.org/officeDocument/2006/relationships/slideLayout" Target="../slideLayouts/slideLayout225.xml"/><Relationship Id="rId4" Type="http://schemas.openxmlformats.org/officeDocument/2006/relationships/slideLayout" Target="../slideLayouts/slideLayout226.xml"/><Relationship Id="rId5" Type="http://schemas.openxmlformats.org/officeDocument/2006/relationships/slideLayout" Target="../slideLayouts/slideLayout227.xml"/><Relationship Id="rId6" Type="http://schemas.openxmlformats.org/officeDocument/2006/relationships/slideLayout" Target="../slideLayouts/slideLayout228.xml"/><Relationship Id="rId7" Type="http://schemas.openxmlformats.org/officeDocument/2006/relationships/slideLayout" Target="../slideLayouts/slideLayout229.xml"/><Relationship Id="rId8" Type="http://schemas.openxmlformats.org/officeDocument/2006/relationships/slideLayout" Target="../slideLayouts/slideLayout230.xml"/><Relationship Id="rId9" Type="http://schemas.openxmlformats.org/officeDocument/2006/relationships/slideLayout" Target="../slideLayouts/slideLayout231.xml"/><Relationship Id="rId10" Type="http://schemas.openxmlformats.org/officeDocument/2006/relationships/slideLayout" Target="../slideLayouts/slideLayout232.xml"/></Relationships>
</file>

<file path=ppt/slideMasters/_rels/slideMaster15.xml.rels><?xml version="1.0" encoding="UTF-8" standalone="yes"?>
<Relationships xmlns="http://schemas.openxmlformats.org/package/2006/relationships"><Relationship Id="rId11" Type="http://schemas.openxmlformats.org/officeDocument/2006/relationships/slideLayout" Target="../slideLayouts/slideLayout244.xml"/><Relationship Id="rId12" Type="http://schemas.openxmlformats.org/officeDocument/2006/relationships/theme" Target="../theme/theme15.xml"/><Relationship Id="rId13" Type="http://schemas.openxmlformats.org/officeDocument/2006/relationships/image" Target="../media/image1.jpg"/><Relationship Id="rId1" Type="http://schemas.openxmlformats.org/officeDocument/2006/relationships/slideLayout" Target="../slideLayouts/slideLayout234.xml"/><Relationship Id="rId2" Type="http://schemas.openxmlformats.org/officeDocument/2006/relationships/slideLayout" Target="../slideLayouts/slideLayout235.xml"/><Relationship Id="rId3" Type="http://schemas.openxmlformats.org/officeDocument/2006/relationships/slideLayout" Target="../slideLayouts/slideLayout236.xml"/><Relationship Id="rId4" Type="http://schemas.openxmlformats.org/officeDocument/2006/relationships/slideLayout" Target="../slideLayouts/slideLayout237.xml"/><Relationship Id="rId5" Type="http://schemas.openxmlformats.org/officeDocument/2006/relationships/slideLayout" Target="../slideLayouts/slideLayout238.xml"/><Relationship Id="rId6" Type="http://schemas.openxmlformats.org/officeDocument/2006/relationships/slideLayout" Target="../slideLayouts/slideLayout239.xml"/><Relationship Id="rId7" Type="http://schemas.openxmlformats.org/officeDocument/2006/relationships/slideLayout" Target="../slideLayouts/slideLayout240.xml"/><Relationship Id="rId8" Type="http://schemas.openxmlformats.org/officeDocument/2006/relationships/slideLayout" Target="../slideLayouts/slideLayout241.xml"/><Relationship Id="rId9" Type="http://schemas.openxmlformats.org/officeDocument/2006/relationships/slideLayout" Target="../slideLayouts/slideLayout242.xml"/><Relationship Id="rId10" Type="http://schemas.openxmlformats.org/officeDocument/2006/relationships/slideLayout" Target="../slideLayouts/slideLayout243.xml"/></Relationships>
</file>

<file path=ppt/slideMasters/_rels/slideMaster16.xml.rels><?xml version="1.0" encoding="UTF-8" standalone="yes"?>
<Relationships xmlns="http://schemas.openxmlformats.org/package/2006/relationships"><Relationship Id="rId11" Type="http://schemas.openxmlformats.org/officeDocument/2006/relationships/slideLayout" Target="../slideLayouts/slideLayout255.xml"/><Relationship Id="rId12" Type="http://schemas.openxmlformats.org/officeDocument/2006/relationships/theme" Target="../theme/theme16.xml"/><Relationship Id="rId13" Type="http://schemas.openxmlformats.org/officeDocument/2006/relationships/image" Target="../media/image1.jpg"/><Relationship Id="rId1" Type="http://schemas.openxmlformats.org/officeDocument/2006/relationships/slideLayout" Target="../slideLayouts/slideLayout245.xml"/><Relationship Id="rId2" Type="http://schemas.openxmlformats.org/officeDocument/2006/relationships/slideLayout" Target="../slideLayouts/slideLayout246.xml"/><Relationship Id="rId3" Type="http://schemas.openxmlformats.org/officeDocument/2006/relationships/slideLayout" Target="../slideLayouts/slideLayout247.xml"/><Relationship Id="rId4" Type="http://schemas.openxmlformats.org/officeDocument/2006/relationships/slideLayout" Target="../slideLayouts/slideLayout248.xml"/><Relationship Id="rId5" Type="http://schemas.openxmlformats.org/officeDocument/2006/relationships/slideLayout" Target="../slideLayouts/slideLayout249.xml"/><Relationship Id="rId6" Type="http://schemas.openxmlformats.org/officeDocument/2006/relationships/slideLayout" Target="../slideLayouts/slideLayout250.xml"/><Relationship Id="rId7" Type="http://schemas.openxmlformats.org/officeDocument/2006/relationships/slideLayout" Target="../slideLayouts/slideLayout251.xml"/><Relationship Id="rId8" Type="http://schemas.openxmlformats.org/officeDocument/2006/relationships/slideLayout" Target="../slideLayouts/slideLayout252.xml"/><Relationship Id="rId9" Type="http://schemas.openxmlformats.org/officeDocument/2006/relationships/slideLayout" Target="../slideLayouts/slideLayout253.xml"/><Relationship Id="rId10" Type="http://schemas.openxmlformats.org/officeDocument/2006/relationships/slideLayout" Target="../slideLayouts/slideLayout254.xml"/></Relationships>
</file>

<file path=ppt/slideMasters/_rels/slideMaster17.xml.rels><?xml version="1.0" encoding="UTF-8" standalone="yes"?>
<Relationships xmlns="http://schemas.openxmlformats.org/package/2006/relationships"><Relationship Id="rId11" Type="http://schemas.openxmlformats.org/officeDocument/2006/relationships/slideLayout" Target="../slideLayouts/slideLayout266.xml"/><Relationship Id="rId12" Type="http://schemas.openxmlformats.org/officeDocument/2006/relationships/theme" Target="../theme/theme17.xml"/><Relationship Id="rId13" Type="http://schemas.openxmlformats.org/officeDocument/2006/relationships/image" Target="../media/image1.jpg"/><Relationship Id="rId1" Type="http://schemas.openxmlformats.org/officeDocument/2006/relationships/slideLayout" Target="../slideLayouts/slideLayout256.xml"/><Relationship Id="rId2" Type="http://schemas.openxmlformats.org/officeDocument/2006/relationships/slideLayout" Target="../slideLayouts/slideLayout257.xml"/><Relationship Id="rId3" Type="http://schemas.openxmlformats.org/officeDocument/2006/relationships/slideLayout" Target="../slideLayouts/slideLayout258.xml"/><Relationship Id="rId4" Type="http://schemas.openxmlformats.org/officeDocument/2006/relationships/slideLayout" Target="../slideLayouts/slideLayout259.xml"/><Relationship Id="rId5" Type="http://schemas.openxmlformats.org/officeDocument/2006/relationships/slideLayout" Target="../slideLayouts/slideLayout260.xml"/><Relationship Id="rId6" Type="http://schemas.openxmlformats.org/officeDocument/2006/relationships/slideLayout" Target="../slideLayouts/slideLayout261.xml"/><Relationship Id="rId7" Type="http://schemas.openxmlformats.org/officeDocument/2006/relationships/slideLayout" Target="../slideLayouts/slideLayout262.xml"/><Relationship Id="rId8" Type="http://schemas.openxmlformats.org/officeDocument/2006/relationships/slideLayout" Target="../slideLayouts/slideLayout263.xml"/><Relationship Id="rId9" Type="http://schemas.openxmlformats.org/officeDocument/2006/relationships/slideLayout" Target="../slideLayouts/slideLayout264.xml"/><Relationship Id="rId10" Type="http://schemas.openxmlformats.org/officeDocument/2006/relationships/slideLayout" Target="../slideLayouts/slideLayout265.xml"/></Relationships>
</file>

<file path=ppt/slideMasters/_rels/slideMaster18.xml.rels><?xml version="1.0" encoding="UTF-8" standalone="yes"?>
<Relationships xmlns="http://schemas.openxmlformats.org/package/2006/relationships"><Relationship Id="rId11" Type="http://schemas.openxmlformats.org/officeDocument/2006/relationships/slideLayout" Target="../slideLayouts/slideLayout277.xml"/><Relationship Id="rId12" Type="http://schemas.openxmlformats.org/officeDocument/2006/relationships/theme" Target="../theme/theme18.xml"/><Relationship Id="rId13" Type="http://schemas.openxmlformats.org/officeDocument/2006/relationships/image" Target="../media/image1.jpg"/><Relationship Id="rId1" Type="http://schemas.openxmlformats.org/officeDocument/2006/relationships/slideLayout" Target="../slideLayouts/slideLayout267.xml"/><Relationship Id="rId2" Type="http://schemas.openxmlformats.org/officeDocument/2006/relationships/slideLayout" Target="../slideLayouts/slideLayout268.xml"/><Relationship Id="rId3" Type="http://schemas.openxmlformats.org/officeDocument/2006/relationships/slideLayout" Target="../slideLayouts/slideLayout269.xml"/><Relationship Id="rId4" Type="http://schemas.openxmlformats.org/officeDocument/2006/relationships/slideLayout" Target="../slideLayouts/slideLayout270.xml"/><Relationship Id="rId5" Type="http://schemas.openxmlformats.org/officeDocument/2006/relationships/slideLayout" Target="../slideLayouts/slideLayout271.xml"/><Relationship Id="rId6" Type="http://schemas.openxmlformats.org/officeDocument/2006/relationships/slideLayout" Target="../slideLayouts/slideLayout272.xml"/><Relationship Id="rId7" Type="http://schemas.openxmlformats.org/officeDocument/2006/relationships/slideLayout" Target="../slideLayouts/slideLayout273.xml"/><Relationship Id="rId8" Type="http://schemas.openxmlformats.org/officeDocument/2006/relationships/slideLayout" Target="../slideLayouts/slideLayout274.xml"/><Relationship Id="rId9" Type="http://schemas.openxmlformats.org/officeDocument/2006/relationships/slideLayout" Target="../slideLayouts/slideLayout275.xml"/><Relationship Id="rId10" Type="http://schemas.openxmlformats.org/officeDocument/2006/relationships/slideLayout" Target="../slideLayouts/slideLayout276.xml"/></Relationships>
</file>

<file path=ppt/slideMasters/_rels/slideMaster19.xml.rels><?xml version="1.0" encoding="UTF-8" standalone="yes"?>
<Relationships xmlns="http://schemas.openxmlformats.org/package/2006/relationships"><Relationship Id="rId11" Type="http://schemas.openxmlformats.org/officeDocument/2006/relationships/slideLayout" Target="../slideLayouts/slideLayout288.xml"/><Relationship Id="rId12" Type="http://schemas.openxmlformats.org/officeDocument/2006/relationships/theme" Target="../theme/theme19.xml"/><Relationship Id="rId13" Type="http://schemas.openxmlformats.org/officeDocument/2006/relationships/image" Target="../media/image1.jpg"/><Relationship Id="rId1" Type="http://schemas.openxmlformats.org/officeDocument/2006/relationships/slideLayout" Target="../slideLayouts/slideLayout278.xml"/><Relationship Id="rId2" Type="http://schemas.openxmlformats.org/officeDocument/2006/relationships/slideLayout" Target="../slideLayouts/slideLayout279.xml"/><Relationship Id="rId3" Type="http://schemas.openxmlformats.org/officeDocument/2006/relationships/slideLayout" Target="../slideLayouts/slideLayout280.xml"/><Relationship Id="rId4" Type="http://schemas.openxmlformats.org/officeDocument/2006/relationships/slideLayout" Target="../slideLayouts/slideLayout281.xml"/><Relationship Id="rId5" Type="http://schemas.openxmlformats.org/officeDocument/2006/relationships/slideLayout" Target="../slideLayouts/slideLayout282.xml"/><Relationship Id="rId6" Type="http://schemas.openxmlformats.org/officeDocument/2006/relationships/slideLayout" Target="../slideLayouts/slideLayout283.xml"/><Relationship Id="rId7" Type="http://schemas.openxmlformats.org/officeDocument/2006/relationships/slideLayout" Target="../slideLayouts/slideLayout284.xml"/><Relationship Id="rId8" Type="http://schemas.openxmlformats.org/officeDocument/2006/relationships/slideLayout" Target="../slideLayouts/slideLayout285.xml"/><Relationship Id="rId9" Type="http://schemas.openxmlformats.org/officeDocument/2006/relationships/slideLayout" Target="../slideLayouts/slideLayout286.xml"/><Relationship Id="rId10" Type="http://schemas.openxmlformats.org/officeDocument/2006/relationships/slideLayout" Target="../slideLayouts/slideLayout287.xml"/></Relationships>
</file>

<file path=ppt/slideMasters/_rels/slideMaster20.xml.rels><?xml version="1.0" encoding="UTF-8" standalone="yes"?>
<Relationships xmlns="http://schemas.openxmlformats.org/package/2006/relationships"><Relationship Id="rId11" Type="http://schemas.openxmlformats.org/officeDocument/2006/relationships/slideLayout" Target="../slideLayouts/slideLayout299.xml"/><Relationship Id="rId12" Type="http://schemas.openxmlformats.org/officeDocument/2006/relationships/theme" Target="../theme/theme20.xml"/><Relationship Id="rId13" Type="http://schemas.openxmlformats.org/officeDocument/2006/relationships/image" Target="../media/image1.jpg"/><Relationship Id="rId1" Type="http://schemas.openxmlformats.org/officeDocument/2006/relationships/slideLayout" Target="../slideLayouts/slideLayout289.xml"/><Relationship Id="rId2" Type="http://schemas.openxmlformats.org/officeDocument/2006/relationships/slideLayout" Target="../slideLayouts/slideLayout290.xml"/><Relationship Id="rId3" Type="http://schemas.openxmlformats.org/officeDocument/2006/relationships/slideLayout" Target="../slideLayouts/slideLayout291.xml"/><Relationship Id="rId4" Type="http://schemas.openxmlformats.org/officeDocument/2006/relationships/slideLayout" Target="../slideLayouts/slideLayout292.xml"/><Relationship Id="rId5" Type="http://schemas.openxmlformats.org/officeDocument/2006/relationships/slideLayout" Target="../slideLayouts/slideLayout293.xml"/><Relationship Id="rId6" Type="http://schemas.openxmlformats.org/officeDocument/2006/relationships/slideLayout" Target="../slideLayouts/slideLayout294.xml"/><Relationship Id="rId7" Type="http://schemas.openxmlformats.org/officeDocument/2006/relationships/slideLayout" Target="../slideLayouts/slideLayout295.xml"/><Relationship Id="rId8" Type="http://schemas.openxmlformats.org/officeDocument/2006/relationships/slideLayout" Target="../slideLayouts/slideLayout296.xml"/><Relationship Id="rId9" Type="http://schemas.openxmlformats.org/officeDocument/2006/relationships/slideLayout" Target="../slideLayouts/slideLayout297.xml"/><Relationship Id="rId10" Type="http://schemas.openxmlformats.org/officeDocument/2006/relationships/slideLayout" Target="../slideLayouts/slideLayout298.xml"/></Relationships>
</file>

<file path=ppt/slideMasters/_rels/slideMaster21.xml.rels><?xml version="1.0" encoding="UTF-8" standalone="yes"?>
<Relationships xmlns="http://schemas.openxmlformats.org/package/2006/relationships"><Relationship Id="rId13" Type="http://schemas.openxmlformats.org/officeDocument/2006/relationships/slideLayout" Target="../slideLayouts/slideLayout312.xml"/><Relationship Id="rId14" Type="http://schemas.openxmlformats.org/officeDocument/2006/relationships/slideLayout" Target="../slideLayouts/slideLayout313.xml"/><Relationship Id="rId15" Type="http://schemas.openxmlformats.org/officeDocument/2006/relationships/slideLayout" Target="../slideLayouts/slideLayout314.xml"/><Relationship Id="rId16" Type="http://schemas.openxmlformats.org/officeDocument/2006/relationships/slideLayout" Target="../slideLayouts/slideLayout315.xml"/><Relationship Id="rId17" Type="http://schemas.openxmlformats.org/officeDocument/2006/relationships/slideLayout" Target="../slideLayouts/slideLayout316.xml"/><Relationship Id="rId18" Type="http://schemas.openxmlformats.org/officeDocument/2006/relationships/slideLayout" Target="../slideLayouts/slideLayout317.xml"/><Relationship Id="rId19" Type="http://schemas.openxmlformats.org/officeDocument/2006/relationships/slideLayout" Target="../slideLayouts/slideLayout318.xml"/><Relationship Id="rId50" Type="http://schemas.openxmlformats.org/officeDocument/2006/relationships/slideLayout" Target="../slideLayouts/slideLayout349.xml"/><Relationship Id="rId51" Type="http://schemas.openxmlformats.org/officeDocument/2006/relationships/slideLayout" Target="../slideLayouts/slideLayout350.xml"/><Relationship Id="rId52" Type="http://schemas.openxmlformats.org/officeDocument/2006/relationships/slideLayout" Target="../slideLayouts/slideLayout351.xml"/><Relationship Id="rId53" Type="http://schemas.openxmlformats.org/officeDocument/2006/relationships/slideLayout" Target="../slideLayouts/slideLayout352.xml"/><Relationship Id="rId54" Type="http://schemas.openxmlformats.org/officeDocument/2006/relationships/slideLayout" Target="../slideLayouts/slideLayout353.xml"/><Relationship Id="rId55" Type="http://schemas.openxmlformats.org/officeDocument/2006/relationships/slideLayout" Target="../slideLayouts/slideLayout354.xml"/><Relationship Id="rId56" Type="http://schemas.openxmlformats.org/officeDocument/2006/relationships/slideLayout" Target="../slideLayouts/slideLayout355.xml"/><Relationship Id="rId57" Type="http://schemas.openxmlformats.org/officeDocument/2006/relationships/slideLayout" Target="../slideLayouts/slideLayout356.xml"/><Relationship Id="rId58" Type="http://schemas.openxmlformats.org/officeDocument/2006/relationships/slideLayout" Target="../slideLayouts/slideLayout357.xml"/><Relationship Id="rId59" Type="http://schemas.openxmlformats.org/officeDocument/2006/relationships/slideLayout" Target="../slideLayouts/slideLayout358.xml"/><Relationship Id="rId40" Type="http://schemas.openxmlformats.org/officeDocument/2006/relationships/slideLayout" Target="../slideLayouts/slideLayout339.xml"/><Relationship Id="rId41" Type="http://schemas.openxmlformats.org/officeDocument/2006/relationships/slideLayout" Target="../slideLayouts/slideLayout340.xml"/><Relationship Id="rId42" Type="http://schemas.openxmlformats.org/officeDocument/2006/relationships/slideLayout" Target="../slideLayouts/slideLayout341.xml"/><Relationship Id="rId43" Type="http://schemas.openxmlformats.org/officeDocument/2006/relationships/slideLayout" Target="../slideLayouts/slideLayout342.xml"/><Relationship Id="rId44" Type="http://schemas.openxmlformats.org/officeDocument/2006/relationships/slideLayout" Target="../slideLayouts/slideLayout343.xml"/><Relationship Id="rId45" Type="http://schemas.openxmlformats.org/officeDocument/2006/relationships/slideLayout" Target="../slideLayouts/slideLayout344.xml"/><Relationship Id="rId46" Type="http://schemas.openxmlformats.org/officeDocument/2006/relationships/slideLayout" Target="../slideLayouts/slideLayout345.xml"/><Relationship Id="rId47" Type="http://schemas.openxmlformats.org/officeDocument/2006/relationships/slideLayout" Target="../slideLayouts/slideLayout346.xml"/><Relationship Id="rId48" Type="http://schemas.openxmlformats.org/officeDocument/2006/relationships/slideLayout" Target="../slideLayouts/slideLayout347.xml"/><Relationship Id="rId49" Type="http://schemas.openxmlformats.org/officeDocument/2006/relationships/slideLayout" Target="../slideLayouts/slideLayout348.xml"/><Relationship Id="rId1" Type="http://schemas.openxmlformats.org/officeDocument/2006/relationships/slideLayout" Target="../slideLayouts/slideLayout300.xml"/><Relationship Id="rId2" Type="http://schemas.openxmlformats.org/officeDocument/2006/relationships/slideLayout" Target="../slideLayouts/slideLayout301.xml"/><Relationship Id="rId3" Type="http://schemas.openxmlformats.org/officeDocument/2006/relationships/slideLayout" Target="../slideLayouts/slideLayout302.xml"/><Relationship Id="rId4" Type="http://schemas.openxmlformats.org/officeDocument/2006/relationships/slideLayout" Target="../slideLayouts/slideLayout303.xml"/><Relationship Id="rId5" Type="http://schemas.openxmlformats.org/officeDocument/2006/relationships/slideLayout" Target="../slideLayouts/slideLayout304.xml"/><Relationship Id="rId6" Type="http://schemas.openxmlformats.org/officeDocument/2006/relationships/slideLayout" Target="../slideLayouts/slideLayout305.xml"/><Relationship Id="rId7" Type="http://schemas.openxmlformats.org/officeDocument/2006/relationships/slideLayout" Target="../slideLayouts/slideLayout306.xml"/><Relationship Id="rId8" Type="http://schemas.openxmlformats.org/officeDocument/2006/relationships/slideLayout" Target="../slideLayouts/slideLayout307.xml"/><Relationship Id="rId9" Type="http://schemas.openxmlformats.org/officeDocument/2006/relationships/slideLayout" Target="../slideLayouts/slideLayout308.xml"/><Relationship Id="rId30" Type="http://schemas.openxmlformats.org/officeDocument/2006/relationships/slideLayout" Target="../slideLayouts/slideLayout329.xml"/><Relationship Id="rId31" Type="http://schemas.openxmlformats.org/officeDocument/2006/relationships/slideLayout" Target="../slideLayouts/slideLayout330.xml"/><Relationship Id="rId32" Type="http://schemas.openxmlformats.org/officeDocument/2006/relationships/slideLayout" Target="../slideLayouts/slideLayout331.xml"/><Relationship Id="rId33" Type="http://schemas.openxmlformats.org/officeDocument/2006/relationships/slideLayout" Target="../slideLayouts/slideLayout332.xml"/><Relationship Id="rId34" Type="http://schemas.openxmlformats.org/officeDocument/2006/relationships/slideLayout" Target="../slideLayouts/slideLayout333.xml"/><Relationship Id="rId35" Type="http://schemas.openxmlformats.org/officeDocument/2006/relationships/slideLayout" Target="../slideLayouts/slideLayout334.xml"/><Relationship Id="rId36" Type="http://schemas.openxmlformats.org/officeDocument/2006/relationships/slideLayout" Target="../slideLayouts/slideLayout335.xml"/><Relationship Id="rId37" Type="http://schemas.openxmlformats.org/officeDocument/2006/relationships/slideLayout" Target="../slideLayouts/slideLayout336.xml"/><Relationship Id="rId38" Type="http://schemas.openxmlformats.org/officeDocument/2006/relationships/slideLayout" Target="../slideLayouts/slideLayout337.xml"/><Relationship Id="rId39" Type="http://schemas.openxmlformats.org/officeDocument/2006/relationships/slideLayout" Target="../slideLayouts/slideLayout338.xml"/><Relationship Id="rId20" Type="http://schemas.openxmlformats.org/officeDocument/2006/relationships/slideLayout" Target="../slideLayouts/slideLayout319.xml"/><Relationship Id="rId21" Type="http://schemas.openxmlformats.org/officeDocument/2006/relationships/slideLayout" Target="../slideLayouts/slideLayout320.xml"/><Relationship Id="rId22" Type="http://schemas.openxmlformats.org/officeDocument/2006/relationships/slideLayout" Target="../slideLayouts/slideLayout321.xml"/><Relationship Id="rId23" Type="http://schemas.openxmlformats.org/officeDocument/2006/relationships/slideLayout" Target="../slideLayouts/slideLayout322.xml"/><Relationship Id="rId24" Type="http://schemas.openxmlformats.org/officeDocument/2006/relationships/slideLayout" Target="../slideLayouts/slideLayout323.xml"/><Relationship Id="rId25" Type="http://schemas.openxmlformats.org/officeDocument/2006/relationships/slideLayout" Target="../slideLayouts/slideLayout324.xml"/><Relationship Id="rId26" Type="http://schemas.openxmlformats.org/officeDocument/2006/relationships/slideLayout" Target="../slideLayouts/slideLayout325.xml"/><Relationship Id="rId27" Type="http://schemas.openxmlformats.org/officeDocument/2006/relationships/slideLayout" Target="../slideLayouts/slideLayout326.xml"/><Relationship Id="rId28" Type="http://schemas.openxmlformats.org/officeDocument/2006/relationships/slideLayout" Target="../slideLayouts/slideLayout327.xml"/><Relationship Id="rId29" Type="http://schemas.openxmlformats.org/officeDocument/2006/relationships/slideLayout" Target="../slideLayouts/slideLayout328.xml"/><Relationship Id="rId60" Type="http://schemas.openxmlformats.org/officeDocument/2006/relationships/slideLayout" Target="../slideLayouts/slideLayout359.xml"/><Relationship Id="rId61" Type="http://schemas.openxmlformats.org/officeDocument/2006/relationships/theme" Target="../theme/theme21.xml"/><Relationship Id="rId62" Type="http://schemas.openxmlformats.org/officeDocument/2006/relationships/image" Target="../media/image1.jpg"/><Relationship Id="rId10" Type="http://schemas.openxmlformats.org/officeDocument/2006/relationships/slideLayout" Target="../slideLayouts/slideLayout309.xml"/><Relationship Id="rId11" Type="http://schemas.openxmlformats.org/officeDocument/2006/relationships/slideLayout" Target="../slideLayouts/slideLayout310.xml"/><Relationship Id="rId12" Type="http://schemas.openxmlformats.org/officeDocument/2006/relationships/slideLayout" Target="../slideLayouts/slideLayout311.xml"/></Relationships>
</file>

<file path=ppt/slideMasters/_rels/slideMaster22.xml.rels><?xml version="1.0" encoding="UTF-8" standalone="yes"?>
<Relationships xmlns="http://schemas.openxmlformats.org/package/2006/relationships"><Relationship Id="rId9" Type="http://schemas.openxmlformats.org/officeDocument/2006/relationships/slideLayout" Target="../slideLayouts/slideLayout368.xml"/><Relationship Id="rId20" Type="http://schemas.openxmlformats.org/officeDocument/2006/relationships/slideLayout" Target="../slideLayouts/slideLayout379.xml"/><Relationship Id="rId21" Type="http://schemas.openxmlformats.org/officeDocument/2006/relationships/slideLayout" Target="../slideLayouts/slideLayout380.xml"/><Relationship Id="rId22" Type="http://schemas.openxmlformats.org/officeDocument/2006/relationships/slideLayout" Target="../slideLayouts/slideLayout381.xml"/><Relationship Id="rId23" Type="http://schemas.openxmlformats.org/officeDocument/2006/relationships/slideLayout" Target="../slideLayouts/slideLayout382.xml"/><Relationship Id="rId24" Type="http://schemas.openxmlformats.org/officeDocument/2006/relationships/slideLayout" Target="../slideLayouts/slideLayout383.xml"/><Relationship Id="rId25" Type="http://schemas.openxmlformats.org/officeDocument/2006/relationships/slideLayout" Target="../slideLayouts/slideLayout384.xml"/><Relationship Id="rId26" Type="http://schemas.openxmlformats.org/officeDocument/2006/relationships/slideLayout" Target="../slideLayouts/slideLayout385.xml"/><Relationship Id="rId27" Type="http://schemas.openxmlformats.org/officeDocument/2006/relationships/slideLayout" Target="../slideLayouts/slideLayout386.xml"/><Relationship Id="rId28" Type="http://schemas.openxmlformats.org/officeDocument/2006/relationships/slideLayout" Target="../slideLayouts/slideLayout387.xml"/><Relationship Id="rId29" Type="http://schemas.openxmlformats.org/officeDocument/2006/relationships/slideLayout" Target="../slideLayouts/slideLayout388.xml"/><Relationship Id="rId30" Type="http://schemas.openxmlformats.org/officeDocument/2006/relationships/slideLayout" Target="../slideLayouts/slideLayout389.xml"/><Relationship Id="rId31" Type="http://schemas.openxmlformats.org/officeDocument/2006/relationships/theme" Target="../theme/theme22.xml"/><Relationship Id="rId32" Type="http://schemas.openxmlformats.org/officeDocument/2006/relationships/image" Target="../media/image1.jpg"/><Relationship Id="rId10" Type="http://schemas.openxmlformats.org/officeDocument/2006/relationships/slideLayout" Target="../slideLayouts/slideLayout369.xml"/><Relationship Id="rId11" Type="http://schemas.openxmlformats.org/officeDocument/2006/relationships/slideLayout" Target="../slideLayouts/slideLayout370.xml"/><Relationship Id="rId12" Type="http://schemas.openxmlformats.org/officeDocument/2006/relationships/slideLayout" Target="../slideLayouts/slideLayout371.xml"/><Relationship Id="rId13" Type="http://schemas.openxmlformats.org/officeDocument/2006/relationships/slideLayout" Target="../slideLayouts/slideLayout372.xml"/><Relationship Id="rId14" Type="http://schemas.openxmlformats.org/officeDocument/2006/relationships/slideLayout" Target="../slideLayouts/slideLayout373.xml"/><Relationship Id="rId15" Type="http://schemas.openxmlformats.org/officeDocument/2006/relationships/slideLayout" Target="../slideLayouts/slideLayout374.xml"/><Relationship Id="rId16" Type="http://schemas.openxmlformats.org/officeDocument/2006/relationships/slideLayout" Target="../slideLayouts/slideLayout375.xml"/><Relationship Id="rId17" Type="http://schemas.openxmlformats.org/officeDocument/2006/relationships/slideLayout" Target="../slideLayouts/slideLayout376.xml"/><Relationship Id="rId18" Type="http://schemas.openxmlformats.org/officeDocument/2006/relationships/slideLayout" Target="../slideLayouts/slideLayout377.xml"/><Relationship Id="rId19" Type="http://schemas.openxmlformats.org/officeDocument/2006/relationships/slideLayout" Target="../slideLayouts/slideLayout378.xml"/><Relationship Id="rId1" Type="http://schemas.openxmlformats.org/officeDocument/2006/relationships/slideLayout" Target="../slideLayouts/slideLayout360.xml"/><Relationship Id="rId2" Type="http://schemas.openxmlformats.org/officeDocument/2006/relationships/slideLayout" Target="../slideLayouts/slideLayout361.xml"/><Relationship Id="rId3" Type="http://schemas.openxmlformats.org/officeDocument/2006/relationships/slideLayout" Target="../slideLayouts/slideLayout362.xml"/><Relationship Id="rId4" Type="http://schemas.openxmlformats.org/officeDocument/2006/relationships/slideLayout" Target="../slideLayouts/slideLayout363.xml"/><Relationship Id="rId5" Type="http://schemas.openxmlformats.org/officeDocument/2006/relationships/slideLayout" Target="../slideLayouts/slideLayout364.xml"/><Relationship Id="rId6" Type="http://schemas.openxmlformats.org/officeDocument/2006/relationships/slideLayout" Target="../slideLayouts/slideLayout365.xml"/><Relationship Id="rId7" Type="http://schemas.openxmlformats.org/officeDocument/2006/relationships/slideLayout" Target="../slideLayouts/slideLayout366.xml"/><Relationship Id="rId8" Type="http://schemas.openxmlformats.org/officeDocument/2006/relationships/slideLayout" Target="../slideLayouts/slideLayout367.xml"/></Relationships>
</file>

<file path=ppt/slideMasters/_rels/slideMaster23.xml.rels><?xml version="1.0" encoding="UTF-8" standalone="yes"?>
<Relationships xmlns="http://schemas.openxmlformats.org/package/2006/relationships"><Relationship Id="rId11" Type="http://schemas.openxmlformats.org/officeDocument/2006/relationships/slideLayout" Target="../slideLayouts/slideLayout400.xml"/><Relationship Id="rId12" Type="http://schemas.openxmlformats.org/officeDocument/2006/relationships/theme" Target="../theme/theme23.xml"/><Relationship Id="rId13" Type="http://schemas.openxmlformats.org/officeDocument/2006/relationships/image" Target="../media/image1.jpg"/><Relationship Id="rId1" Type="http://schemas.openxmlformats.org/officeDocument/2006/relationships/slideLayout" Target="../slideLayouts/slideLayout390.xml"/><Relationship Id="rId2" Type="http://schemas.openxmlformats.org/officeDocument/2006/relationships/slideLayout" Target="../slideLayouts/slideLayout391.xml"/><Relationship Id="rId3" Type="http://schemas.openxmlformats.org/officeDocument/2006/relationships/slideLayout" Target="../slideLayouts/slideLayout392.xml"/><Relationship Id="rId4" Type="http://schemas.openxmlformats.org/officeDocument/2006/relationships/slideLayout" Target="../slideLayouts/slideLayout393.xml"/><Relationship Id="rId5" Type="http://schemas.openxmlformats.org/officeDocument/2006/relationships/slideLayout" Target="../slideLayouts/slideLayout394.xml"/><Relationship Id="rId6" Type="http://schemas.openxmlformats.org/officeDocument/2006/relationships/slideLayout" Target="../slideLayouts/slideLayout395.xml"/><Relationship Id="rId7" Type="http://schemas.openxmlformats.org/officeDocument/2006/relationships/slideLayout" Target="../slideLayouts/slideLayout396.xml"/><Relationship Id="rId8" Type="http://schemas.openxmlformats.org/officeDocument/2006/relationships/slideLayout" Target="../slideLayouts/slideLayout397.xml"/><Relationship Id="rId9" Type="http://schemas.openxmlformats.org/officeDocument/2006/relationships/slideLayout" Target="../slideLayouts/slideLayout398.xml"/><Relationship Id="rId10" Type="http://schemas.openxmlformats.org/officeDocument/2006/relationships/slideLayout" Target="../slideLayouts/slideLayout399.xml"/></Relationships>
</file>

<file path=ppt/slideMasters/_rels/slideMaster24.xml.rels><?xml version="1.0" encoding="UTF-8" standalone="yes"?>
<Relationships xmlns="http://schemas.openxmlformats.org/package/2006/relationships"><Relationship Id="rId11" Type="http://schemas.openxmlformats.org/officeDocument/2006/relationships/slideLayout" Target="../slideLayouts/slideLayout411.xml"/><Relationship Id="rId12" Type="http://schemas.openxmlformats.org/officeDocument/2006/relationships/theme" Target="../theme/theme24.xml"/><Relationship Id="rId13" Type="http://schemas.openxmlformats.org/officeDocument/2006/relationships/image" Target="../media/image1.jpg"/><Relationship Id="rId1" Type="http://schemas.openxmlformats.org/officeDocument/2006/relationships/slideLayout" Target="../slideLayouts/slideLayout401.xml"/><Relationship Id="rId2" Type="http://schemas.openxmlformats.org/officeDocument/2006/relationships/slideLayout" Target="../slideLayouts/slideLayout402.xml"/><Relationship Id="rId3" Type="http://schemas.openxmlformats.org/officeDocument/2006/relationships/slideLayout" Target="../slideLayouts/slideLayout403.xml"/><Relationship Id="rId4" Type="http://schemas.openxmlformats.org/officeDocument/2006/relationships/slideLayout" Target="../slideLayouts/slideLayout404.xml"/><Relationship Id="rId5" Type="http://schemas.openxmlformats.org/officeDocument/2006/relationships/slideLayout" Target="../slideLayouts/slideLayout405.xml"/><Relationship Id="rId6" Type="http://schemas.openxmlformats.org/officeDocument/2006/relationships/slideLayout" Target="../slideLayouts/slideLayout406.xml"/><Relationship Id="rId7" Type="http://schemas.openxmlformats.org/officeDocument/2006/relationships/slideLayout" Target="../slideLayouts/slideLayout407.xml"/><Relationship Id="rId8" Type="http://schemas.openxmlformats.org/officeDocument/2006/relationships/slideLayout" Target="../slideLayouts/slideLayout408.xml"/><Relationship Id="rId9" Type="http://schemas.openxmlformats.org/officeDocument/2006/relationships/slideLayout" Target="../slideLayouts/slideLayout409.xml"/><Relationship Id="rId10" Type="http://schemas.openxmlformats.org/officeDocument/2006/relationships/slideLayout" Target="../slideLayouts/slideLayout410.xml"/></Relationships>
</file>

<file path=ppt/slideMasters/_rels/slideMaster25.xml.rels><?xml version="1.0" encoding="UTF-8" standalone="yes"?>
<Relationships xmlns="http://schemas.openxmlformats.org/package/2006/relationships"><Relationship Id="rId9" Type="http://schemas.openxmlformats.org/officeDocument/2006/relationships/slideLayout" Target="../slideLayouts/slideLayout420.xml"/><Relationship Id="rId20" Type="http://schemas.openxmlformats.org/officeDocument/2006/relationships/slideLayout" Target="../slideLayouts/slideLayout431.xml"/><Relationship Id="rId21" Type="http://schemas.openxmlformats.org/officeDocument/2006/relationships/slideLayout" Target="../slideLayouts/slideLayout432.xml"/><Relationship Id="rId22" Type="http://schemas.openxmlformats.org/officeDocument/2006/relationships/slideLayout" Target="../slideLayouts/slideLayout433.xml"/><Relationship Id="rId23" Type="http://schemas.openxmlformats.org/officeDocument/2006/relationships/slideLayout" Target="../slideLayouts/slideLayout434.xml"/><Relationship Id="rId24" Type="http://schemas.openxmlformats.org/officeDocument/2006/relationships/slideLayout" Target="../slideLayouts/slideLayout435.xml"/><Relationship Id="rId25" Type="http://schemas.openxmlformats.org/officeDocument/2006/relationships/slideLayout" Target="../slideLayouts/slideLayout436.xml"/><Relationship Id="rId26" Type="http://schemas.openxmlformats.org/officeDocument/2006/relationships/slideLayout" Target="../slideLayouts/slideLayout437.xml"/><Relationship Id="rId27" Type="http://schemas.openxmlformats.org/officeDocument/2006/relationships/slideLayout" Target="../slideLayouts/slideLayout438.xml"/><Relationship Id="rId28" Type="http://schemas.openxmlformats.org/officeDocument/2006/relationships/slideLayout" Target="../slideLayouts/slideLayout439.xml"/><Relationship Id="rId29" Type="http://schemas.openxmlformats.org/officeDocument/2006/relationships/slideLayout" Target="../slideLayouts/slideLayout440.xml"/><Relationship Id="rId30" Type="http://schemas.openxmlformats.org/officeDocument/2006/relationships/slideLayout" Target="../slideLayouts/slideLayout441.xml"/><Relationship Id="rId31" Type="http://schemas.openxmlformats.org/officeDocument/2006/relationships/theme" Target="../theme/theme25.xml"/><Relationship Id="rId32" Type="http://schemas.openxmlformats.org/officeDocument/2006/relationships/image" Target="../media/image1.jpg"/><Relationship Id="rId10" Type="http://schemas.openxmlformats.org/officeDocument/2006/relationships/slideLayout" Target="../slideLayouts/slideLayout421.xml"/><Relationship Id="rId11" Type="http://schemas.openxmlformats.org/officeDocument/2006/relationships/slideLayout" Target="../slideLayouts/slideLayout422.xml"/><Relationship Id="rId12" Type="http://schemas.openxmlformats.org/officeDocument/2006/relationships/slideLayout" Target="../slideLayouts/slideLayout423.xml"/><Relationship Id="rId13" Type="http://schemas.openxmlformats.org/officeDocument/2006/relationships/slideLayout" Target="../slideLayouts/slideLayout424.xml"/><Relationship Id="rId14" Type="http://schemas.openxmlformats.org/officeDocument/2006/relationships/slideLayout" Target="../slideLayouts/slideLayout425.xml"/><Relationship Id="rId15" Type="http://schemas.openxmlformats.org/officeDocument/2006/relationships/slideLayout" Target="../slideLayouts/slideLayout426.xml"/><Relationship Id="rId16" Type="http://schemas.openxmlformats.org/officeDocument/2006/relationships/slideLayout" Target="../slideLayouts/slideLayout427.xml"/><Relationship Id="rId17" Type="http://schemas.openxmlformats.org/officeDocument/2006/relationships/slideLayout" Target="../slideLayouts/slideLayout428.xml"/><Relationship Id="rId18" Type="http://schemas.openxmlformats.org/officeDocument/2006/relationships/slideLayout" Target="../slideLayouts/slideLayout429.xml"/><Relationship Id="rId19" Type="http://schemas.openxmlformats.org/officeDocument/2006/relationships/slideLayout" Target="../slideLayouts/slideLayout430.xml"/><Relationship Id="rId1" Type="http://schemas.openxmlformats.org/officeDocument/2006/relationships/slideLayout" Target="../slideLayouts/slideLayout412.xml"/><Relationship Id="rId2" Type="http://schemas.openxmlformats.org/officeDocument/2006/relationships/slideLayout" Target="../slideLayouts/slideLayout413.xml"/><Relationship Id="rId3" Type="http://schemas.openxmlformats.org/officeDocument/2006/relationships/slideLayout" Target="../slideLayouts/slideLayout414.xml"/><Relationship Id="rId4" Type="http://schemas.openxmlformats.org/officeDocument/2006/relationships/slideLayout" Target="../slideLayouts/slideLayout415.xml"/><Relationship Id="rId5" Type="http://schemas.openxmlformats.org/officeDocument/2006/relationships/slideLayout" Target="../slideLayouts/slideLayout416.xml"/><Relationship Id="rId6" Type="http://schemas.openxmlformats.org/officeDocument/2006/relationships/slideLayout" Target="../slideLayouts/slideLayout417.xml"/><Relationship Id="rId7" Type="http://schemas.openxmlformats.org/officeDocument/2006/relationships/slideLayout" Target="../slideLayouts/slideLayout418.xml"/><Relationship Id="rId8" Type="http://schemas.openxmlformats.org/officeDocument/2006/relationships/slideLayout" Target="../slideLayouts/slideLayout419.xml"/></Relationships>
</file>

<file path=ppt/slideMasters/_rels/slideMaster26.xml.rels><?xml version="1.0" encoding="UTF-8" standalone="yes"?>
<Relationships xmlns="http://schemas.openxmlformats.org/package/2006/relationships"><Relationship Id="rId11" Type="http://schemas.openxmlformats.org/officeDocument/2006/relationships/slideLayout" Target="../slideLayouts/slideLayout452.xml"/><Relationship Id="rId12" Type="http://schemas.openxmlformats.org/officeDocument/2006/relationships/theme" Target="../theme/theme26.xml"/><Relationship Id="rId13" Type="http://schemas.openxmlformats.org/officeDocument/2006/relationships/image" Target="../media/image1.jpg"/><Relationship Id="rId1" Type="http://schemas.openxmlformats.org/officeDocument/2006/relationships/slideLayout" Target="../slideLayouts/slideLayout442.xml"/><Relationship Id="rId2" Type="http://schemas.openxmlformats.org/officeDocument/2006/relationships/slideLayout" Target="../slideLayouts/slideLayout443.xml"/><Relationship Id="rId3" Type="http://schemas.openxmlformats.org/officeDocument/2006/relationships/slideLayout" Target="../slideLayouts/slideLayout444.xml"/><Relationship Id="rId4" Type="http://schemas.openxmlformats.org/officeDocument/2006/relationships/slideLayout" Target="../slideLayouts/slideLayout445.xml"/><Relationship Id="rId5" Type="http://schemas.openxmlformats.org/officeDocument/2006/relationships/slideLayout" Target="../slideLayouts/slideLayout446.xml"/><Relationship Id="rId6" Type="http://schemas.openxmlformats.org/officeDocument/2006/relationships/slideLayout" Target="../slideLayouts/slideLayout447.xml"/><Relationship Id="rId7" Type="http://schemas.openxmlformats.org/officeDocument/2006/relationships/slideLayout" Target="../slideLayouts/slideLayout448.xml"/><Relationship Id="rId8" Type="http://schemas.openxmlformats.org/officeDocument/2006/relationships/slideLayout" Target="../slideLayouts/slideLayout449.xml"/><Relationship Id="rId9" Type="http://schemas.openxmlformats.org/officeDocument/2006/relationships/slideLayout" Target="../slideLayouts/slideLayout450.xml"/><Relationship Id="rId10" Type="http://schemas.openxmlformats.org/officeDocument/2006/relationships/slideLayout" Target="../slideLayouts/slideLayout451.xml"/></Relationships>
</file>

<file path=ppt/slideMasters/_rels/slideMaster27.xml.rels><?xml version="1.0" encoding="UTF-8" standalone="yes"?>
<Relationships xmlns="http://schemas.openxmlformats.org/package/2006/relationships"><Relationship Id="rId11" Type="http://schemas.openxmlformats.org/officeDocument/2006/relationships/slideLayout" Target="../slideLayouts/slideLayout463.xml"/><Relationship Id="rId12" Type="http://schemas.openxmlformats.org/officeDocument/2006/relationships/theme" Target="../theme/theme27.xml"/><Relationship Id="rId13" Type="http://schemas.openxmlformats.org/officeDocument/2006/relationships/image" Target="../media/image1.jpg"/><Relationship Id="rId1" Type="http://schemas.openxmlformats.org/officeDocument/2006/relationships/slideLayout" Target="../slideLayouts/slideLayout453.xml"/><Relationship Id="rId2" Type="http://schemas.openxmlformats.org/officeDocument/2006/relationships/slideLayout" Target="../slideLayouts/slideLayout454.xml"/><Relationship Id="rId3" Type="http://schemas.openxmlformats.org/officeDocument/2006/relationships/slideLayout" Target="../slideLayouts/slideLayout455.xml"/><Relationship Id="rId4" Type="http://schemas.openxmlformats.org/officeDocument/2006/relationships/slideLayout" Target="../slideLayouts/slideLayout456.xml"/><Relationship Id="rId5" Type="http://schemas.openxmlformats.org/officeDocument/2006/relationships/slideLayout" Target="../slideLayouts/slideLayout457.xml"/><Relationship Id="rId6" Type="http://schemas.openxmlformats.org/officeDocument/2006/relationships/slideLayout" Target="../slideLayouts/slideLayout458.xml"/><Relationship Id="rId7" Type="http://schemas.openxmlformats.org/officeDocument/2006/relationships/slideLayout" Target="../slideLayouts/slideLayout459.xml"/><Relationship Id="rId8" Type="http://schemas.openxmlformats.org/officeDocument/2006/relationships/slideLayout" Target="../slideLayouts/slideLayout460.xml"/><Relationship Id="rId9" Type="http://schemas.openxmlformats.org/officeDocument/2006/relationships/slideLayout" Target="../slideLayouts/slideLayout461.xml"/><Relationship Id="rId10" Type="http://schemas.openxmlformats.org/officeDocument/2006/relationships/slideLayout" Target="../slideLayouts/slideLayout462.xml"/></Relationships>
</file>

<file path=ppt/slideMasters/_rels/slideMaster28.xml.rels><?xml version="1.0" encoding="UTF-8" standalone="yes"?>
<Relationships xmlns="http://schemas.openxmlformats.org/package/2006/relationships"><Relationship Id="rId11" Type="http://schemas.openxmlformats.org/officeDocument/2006/relationships/slideLayout" Target="../slideLayouts/slideLayout474.xml"/><Relationship Id="rId12" Type="http://schemas.openxmlformats.org/officeDocument/2006/relationships/theme" Target="../theme/theme28.xml"/><Relationship Id="rId13" Type="http://schemas.openxmlformats.org/officeDocument/2006/relationships/image" Target="../media/image1.jpg"/><Relationship Id="rId1" Type="http://schemas.openxmlformats.org/officeDocument/2006/relationships/slideLayout" Target="../slideLayouts/slideLayout464.xml"/><Relationship Id="rId2" Type="http://schemas.openxmlformats.org/officeDocument/2006/relationships/slideLayout" Target="../slideLayouts/slideLayout465.xml"/><Relationship Id="rId3" Type="http://schemas.openxmlformats.org/officeDocument/2006/relationships/slideLayout" Target="../slideLayouts/slideLayout466.xml"/><Relationship Id="rId4" Type="http://schemas.openxmlformats.org/officeDocument/2006/relationships/slideLayout" Target="../slideLayouts/slideLayout467.xml"/><Relationship Id="rId5" Type="http://schemas.openxmlformats.org/officeDocument/2006/relationships/slideLayout" Target="../slideLayouts/slideLayout468.xml"/><Relationship Id="rId6" Type="http://schemas.openxmlformats.org/officeDocument/2006/relationships/slideLayout" Target="../slideLayouts/slideLayout469.xml"/><Relationship Id="rId7" Type="http://schemas.openxmlformats.org/officeDocument/2006/relationships/slideLayout" Target="../slideLayouts/slideLayout470.xml"/><Relationship Id="rId8" Type="http://schemas.openxmlformats.org/officeDocument/2006/relationships/slideLayout" Target="../slideLayouts/slideLayout471.xml"/><Relationship Id="rId9" Type="http://schemas.openxmlformats.org/officeDocument/2006/relationships/slideLayout" Target="../slideLayouts/slideLayout472.xml"/><Relationship Id="rId10" Type="http://schemas.openxmlformats.org/officeDocument/2006/relationships/slideLayout" Target="../slideLayouts/slideLayout473.xml"/></Relationships>
</file>

<file path=ppt/slideMasters/_rels/slideMaster29.xml.rels><?xml version="1.0" encoding="UTF-8" standalone="yes"?>
<Relationships xmlns="http://schemas.openxmlformats.org/package/2006/relationships"><Relationship Id="rId11" Type="http://schemas.openxmlformats.org/officeDocument/2006/relationships/slideLayout" Target="../slideLayouts/slideLayout485.xml"/><Relationship Id="rId12" Type="http://schemas.openxmlformats.org/officeDocument/2006/relationships/theme" Target="../theme/theme29.xml"/><Relationship Id="rId13" Type="http://schemas.openxmlformats.org/officeDocument/2006/relationships/image" Target="../media/image1.jpg"/><Relationship Id="rId1" Type="http://schemas.openxmlformats.org/officeDocument/2006/relationships/slideLayout" Target="../slideLayouts/slideLayout475.xml"/><Relationship Id="rId2" Type="http://schemas.openxmlformats.org/officeDocument/2006/relationships/slideLayout" Target="../slideLayouts/slideLayout476.xml"/><Relationship Id="rId3" Type="http://schemas.openxmlformats.org/officeDocument/2006/relationships/slideLayout" Target="../slideLayouts/slideLayout477.xml"/><Relationship Id="rId4" Type="http://schemas.openxmlformats.org/officeDocument/2006/relationships/slideLayout" Target="../slideLayouts/slideLayout478.xml"/><Relationship Id="rId5" Type="http://schemas.openxmlformats.org/officeDocument/2006/relationships/slideLayout" Target="../slideLayouts/slideLayout479.xml"/><Relationship Id="rId6" Type="http://schemas.openxmlformats.org/officeDocument/2006/relationships/slideLayout" Target="../slideLayouts/slideLayout480.xml"/><Relationship Id="rId7" Type="http://schemas.openxmlformats.org/officeDocument/2006/relationships/slideLayout" Target="../slideLayouts/slideLayout481.xml"/><Relationship Id="rId8" Type="http://schemas.openxmlformats.org/officeDocument/2006/relationships/slideLayout" Target="../slideLayouts/slideLayout482.xml"/><Relationship Id="rId9" Type="http://schemas.openxmlformats.org/officeDocument/2006/relationships/slideLayout" Target="../slideLayouts/slideLayout483.xml"/><Relationship Id="rId10" Type="http://schemas.openxmlformats.org/officeDocument/2006/relationships/slideLayout" Target="../slideLayouts/slideLayout484.xml"/></Relationships>
</file>

<file path=ppt/slideMasters/_rels/slideMaster30.xml.rels><?xml version="1.0" encoding="UTF-8" standalone="yes"?>
<Relationships xmlns="http://schemas.openxmlformats.org/package/2006/relationships"><Relationship Id="rId11" Type="http://schemas.openxmlformats.org/officeDocument/2006/relationships/slideLayout" Target="../slideLayouts/slideLayout496.xml"/><Relationship Id="rId12" Type="http://schemas.openxmlformats.org/officeDocument/2006/relationships/theme" Target="../theme/theme30.xml"/><Relationship Id="rId13" Type="http://schemas.openxmlformats.org/officeDocument/2006/relationships/image" Target="../media/image1.jpg"/><Relationship Id="rId1" Type="http://schemas.openxmlformats.org/officeDocument/2006/relationships/slideLayout" Target="../slideLayouts/slideLayout486.xml"/><Relationship Id="rId2" Type="http://schemas.openxmlformats.org/officeDocument/2006/relationships/slideLayout" Target="../slideLayouts/slideLayout487.xml"/><Relationship Id="rId3" Type="http://schemas.openxmlformats.org/officeDocument/2006/relationships/slideLayout" Target="../slideLayouts/slideLayout488.xml"/><Relationship Id="rId4" Type="http://schemas.openxmlformats.org/officeDocument/2006/relationships/slideLayout" Target="../slideLayouts/slideLayout489.xml"/><Relationship Id="rId5" Type="http://schemas.openxmlformats.org/officeDocument/2006/relationships/slideLayout" Target="../slideLayouts/slideLayout490.xml"/><Relationship Id="rId6" Type="http://schemas.openxmlformats.org/officeDocument/2006/relationships/slideLayout" Target="../slideLayouts/slideLayout491.xml"/><Relationship Id="rId7" Type="http://schemas.openxmlformats.org/officeDocument/2006/relationships/slideLayout" Target="../slideLayouts/slideLayout492.xml"/><Relationship Id="rId8" Type="http://schemas.openxmlformats.org/officeDocument/2006/relationships/slideLayout" Target="../slideLayouts/slideLayout493.xml"/><Relationship Id="rId9" Type="http://schemas.openxmlformats.org/officeDocument/2006/relationships/slideLayout" Target="../slideLayouts/slideLayout494.xml"/><Relationship Id="rId10" Type="http://schemas.openxmlformats.org/officeDocument/2006/relationships/slideLayout" Target="../slideLayouts/slideLayout495.xml"/></Relationships>
</file>

<file path=ppt/slideMasters/_rels/slideMaster31.xml.rels><?xml version="1.0" encoding="UTF-8" standalone="yes"?>
<Relationships xmlns="http://schemas.openxmlformats.org/package/2006/relationships"><Relationship Id="rId1" Type="http://schemas.openxmlformats.org/officeDocument/2006/relationships/slideLayout" Target="../slideLayouts/slideLayout497.xml"/><Relationship Id="rId2" Type="http://schemas.openxmlformats.org/officeDocument/2006/relationships/theme" Target="../theme/theme31.xml"/><Relationship Id="rId3" Type="http://schemas.openxmlformats.org/officeDocument/2006/relationships/image" Target="../media/image1.jpg"/></Relationships>
</file>

<file path=ppt/slideMasters/_rels/slideMaster32.xml.rels><?xml version="1.0" encoding="UTF-8" standalone="yes"?>
<Relationships xmlns="http://schemas.openxmlformats.org/package/2006/relationships"><Relationship Id="rId11" Type="http://schemas.openxmlformats.org/officeDocument/2006/relationships/slideLayout" Target="../slideLayouts/slideLayout508.xml"/><Relationship Id="rId12" Type="http://schemas.openxmlformats.org/officeDocument/2006/relationships/theme" Target="../theme/theme32.xml"/><Relationship Id="rId13" Type="http://schemas.openxmlformats.org/officeDocument/2006/relationships/image" Target="../media/image1.jpg"/><Relationship Id="rId1" Type="http://schemas.openxmlformats.org/officeDocument/2006/relationships/slideLayout" Target="../slideLayouts/slideLayout498.xml"/><Relationship Id="rId2" Type="http://schemas.openxmlformats.org/officeDocument/2006/relationships/slideLayout" Target="../slideLayouts/slideLayout499.xml"/><Relationship Id="rId3" Type="http://schemas.openxmlformats.org/officeDocument/2006/relationships/slideLayout" Target="../slideLayouts/slideLayout500.xml"/><Relationship Id="rId4" Type="http://schemas.openxmlformats.org/officeDocument/2006/relationships/slideLayout" Target="../slideLayouts/slideLayout501.xml"/><Relationship Id="rId5" Type="http://schemas.openxmlformats.org/officeDocument/2006/relationships/slideLayout" Target="../slideLayouts/slideLayout502.xml"/><Relationship Id="rId6" Type="http://schemas.openxmlformats.org/officeDocument/2006/relationships/slideLayout" Target="../slideLayouts/slideLayout503.xml"/><Relationship Id="rId7" Type="http://schemas.openxmlformats.org/officeDocument/2006/relationships/slideLayout" Target="../slideLayouts/slideLayout504.xml"/><Relationship Id="rId8" Type="http://schemas.openxmlformats.org/officeDocument/2006/relationships/slideLayout" Target="../slideLayouts/slideLayout505.xml"/><Relationship Id="rId9" Type="http://schemas.openxmlformats.org/officeDocument/2006/relationships/slideLayout" Target="../slideLayouts/slideLayout506.xml"/><Relationship Id="rId10" Type="http://schemas.openxmlformats.org/officeDocument/2006/relationships/slideLayout" Target="../slideLayouts/slideLayout507.xml"/></Relationships>
</file>

<file path=ppt/slideMasters/_rels/slideMaster33.xml.rels><?xml version="1.0" encoding="UTF-8" standalone="yes"?>
<Relationships xmlns="http://schemas.openxmlformats.org/package/2006/relationships"><Relationship Id="rId10" Type="http://schemas.openxmlformats.org/officeDocument/2006/relationships/slideLayout" Target="../slideLayouts/slideLayout518.xml"/><Relationship Id="rId11" Type="http://schemas.openxmlformats.org/officeDocument/2006/relationships/slideLayout" Target="../slideLayouts/slideLayout519.xml"/><Relationship Id="rId12" Type="http://schemas.openxmlformats.org/officeDocument/2006/relationships/slideLayout" Target="../slideLayouts/slideLayout520.xml"/><Relationship Id="rId13" Type="http://schemas.openxmlformats.org/officeDocument/2006/relationships/slideLayout" Target="../slideLayouts/slideLayout521.xml"/><Relationship Id="rId14" Type="http://schemas.openxmlformats.org/officeDocument/2006/relationships/slideLayout" Target="../slideLayouts/slideLayout522.xml"/><Relationship Id="rId15" Type="http://schemas.openxmlformats.org/officeDocument/2006/relationships/slideLayout" Target="../slideLayouts/slideLayout523.xml"/><Relationship Id="rId16" Type="http://schemas.openxmlformats.org/officeDocument/2006/relationships/slideLayout" Target="../slideLayouts/slideLayout524.xml"/><Relationship Id="rId17" Type="http://schemas.openxmlformats.org/officeDocument/2006/relationships/slideLayout" Target="../slideLayouts/slideLayout525.xml"/><Relationship Id="rId18" Type="http://schemas.openxmlformats.org/officeDocument/2006/relationships/slideLayout" Target="../slideLayouts/slideLayout526.xml"/><Relationship Id="rId19" Type="http://schemas.openxmlformats.org/officeDocument/2006/relationships/slideLayout" Target="../slideLayouts/slideLayout527.xml"/><Relationship Id="rId60" Type="http://schemas.openxmlformats.org/officeDocument/2006/relationships/slideLayout" Target="../slideLayouts/slideLayout568.xml"/><Relationship Id="rId61" Type="http://schemas.openxmlformats.org/officeDocument/2006/relationships/slideLayout" Target="../slideLayouts/slideLayout569.xml"/><Relationship Id="rId62" Type="http://schemas.openxmlformats.org/officeDocument/2006/relationships/slideLayout" Target="../slideLayouts/slideLayout570.xml"/><Relationship Id="rId63" Type="http://schemas.openxmlformats.org/officeDocument/2006/relationships/slideLayout" Target="../slideLayouts/slideLayout571.xml"/><Relationship Id="rId64" Type="http://schemas.openxmlformats.org/officeDocument/2006/relationships/slideLayout" Target="../slideLayouts/slideLayout572.xml"/><Relationship Id="rId65" Type="http://schemas.openxmlformats.org/officeDocument/2006/relationships/slideLayout" Target="../slideLayouts/slideLayout573.xml"/><Relationship Id="rId66" Type="http://schemas.openxmlformats.org/officeDocument/2006/relationships/slideLayout" Target="../slideLayouts/slideLayout574.xml"/><Relationship Id="rId67" Type="http://schemas.openxmlformats.org/officeDocument/2006/relationships/slideLayout" Target="../slideLayouts/slideLayout575.xml"/><Relationship Id="rId68" Type="http://schemas.openxmlformats.org/officeDocument/2006/relationships/slideLayout" Target="../slideLayouts/slideLayout576.xml"/><Relationship Id="rId69" Type="http://schemas.openxmlformats.org/officeDocument/2006/relationships/slideLayout" Target="../slideLayouts/slideLayout577.xml"/><Relationship Id="rId120" Type="http://schemas.openxmlformats.org/officeDocument/2006/relationships/slideLayout" Target="../slideLayouts/slideLayout628.xml"/><Relationship Id="rId121" Type="http://schemas.openxmlformats.org/officeDocument/2006/relationships/slideLayout" Target="../slideLayouts/slideLayout629.xml"/><Relationship Id="rId122" Type="http://schemas.openxmlformats.org/officeDocument/2006/relationships/slideLayout" Target="../slideLayouts/slideLayout630.xml"/><Relationship Id="rId123" Type="http://schemas.openxmlformats.org/officeDocument/2006/relationships/theme" Target="../theme/theme33.xml"/><Relationship Id="rId124" Type="http://schemas.openxmlformats.org/officeDocument/2006/relationships/image" Target="../media/image1.jpg"/><Relationship Id="rId40" Type="http://schemas.openxmlformats.org/officeDocument/2006/relationships/slideLayout" Target="../slideLayouts/slideLayout548.xml"/><Relationship Id="rId41" Type="http://schemas.openxmlformats.org/officeDocument/2006/relationships/slideLayout" Target="../slideLayouts/slideLayout549.xml"/><Relationship Id="rId42" Type="http://schemas.openxmlformats.org/officeDocument/2006/relationships/slideLayout" Target="../slideLayouts/slideLayout550.xml"/><Relationship Id="rId90" Type="http://schemas.openxmlformats.org/officeDocument/2006/relationships/slideLayout" Target="../slideLayouts/slideLayout598.xml"/><Relationship Id="rId91" Type="http://schemas.openxmlformats.org/officeDocument/2006/relationships/slideLayout" Target="../slideLayouts/slideLayout599.xml"/><Relationship Id="rId92" Type="http://schemas.openxmlformats.org/officeDocument/2006/relationships/slideLayout" Target="../slideLayouts/slideLayout600.xml"/><Relationship Id="rId93" Type="http://schemas.openxmlformats.org/officeDocument/2006/relationships/slideLayout" Target="../slideLayouts/slideLayout601.xml"/><Relationship Id="rId94" Type="http://schemas.openxmlformats.org/officeDocument/2006/relationships/slideLayout" Target="../slideLayouts/slideLayout602.xml"/><Relationship Id="rId95" Type="http://schemas.openxmlformats.org/officeDocument/2006/relationships/slideLayout" Target="../slideLayouts/slideLayout603.xml"/><Relationship Id="rId96" Type="http://schemas.openxmlformats.org/officeDocument/2006/relationships/slideLayout" Target="../slideLayouts/slideLayout604.xml"/><Relationship Id="rId101" Type="http://schemas.openxmlformats.org/officeDocument/2006/relationships/slideLayout" Target="../slideLayouts/slideLayout609.xml"/><Relationship Id="rId102" Type="http://schemas.openxmlformats.org/officeDocument/2006/relationships/slideLayout" Target="../slideLayouts/slideLayout610.xml"/><Relationship Id="rId103" Type="http://schemas.openxmlformats.org/officeDocument/2006/relationships/slideLayout" Target="../slideLayouts/slideLayout611.xml"/><Relationship Id="rId104" Type="http://schemas.openxmlformats.org/officeDocument/2006/relationships/slideLayout" Target="../slideLayouts/slideLayout612.xml"/><Relationship Id="rId105" Type="http://schemas.openxmlformats.org/officeDocument/2006/relationships/slideLayout" Target="../slideLayouts/slideLayout613.xml"/><Relationship Id="rId106" Type="http://schemas.openxmlformats.org/officeDocument/2006/relationships/slideLayout" Target="../slideLayouts/slideLayout614.xml"/><Relationship Id="rId107" Type="http://schemas.openxmlformats.org/officeDocument/2006/relationships/slideLayout" Target="../slideLayouts/slideLayout615.xml"/><Relationship Id="rId108" Type="http://schemas.openxmlformats.org/officeDocument/2006/relationships/slideLayout" Target="../slideLayouts/slideLayout616.xml"/><Relationship Id="rId109" Type="http://schemas.openxmlformats.org/officeDocument/2006/relationships/slideLayout" Target="../slideLayouts/slideLayout617.xml"/><Relationship Id="rId97" Type="http://schemas.openxmlformats.org/officeDocument/2006/relationships/slideLayout" Target="../slideLayouts/slideLayout605.xml"/><Relationship Id="rId98" Type="http://schemas.openxmlformats.org/officeDocument/2006/relationships/slideLayout" Target="../slideLayouts/slideLayout606.xml"/><Relationship Id="rId99" Type="http://schemas.openxmlformats.org/officeDocument/2006/relationships/slideLayout" Target="../slideLayouts/slideLayout607.xml"/><Relationship Id="rId43" Type="http://schemas.openxmlformats.org/officeDocument/2006/relationships/slideLayout" Target="../slideLayouts/slideLayout551.xml"/><Relationship Id="rId44" Type="http://schemas.openxmlformats.org/officeDocument/2006/relationships/slideLayout" Target="../slideLayouts/slideLayout552.xml"/><Relationship Id="rId45" Type="http://schemas.openxmlformats.org/officeDocument/2006/relationships/slideLayout" Target="../slideLayouts/slideLayout553.xml"/><Relationship Id="rId46" Type="http://schemas.openxmlformats.org/officeDocument/2006/relationships/slideLayout" Target="../slideLayouts/slideLayout554.xml"/><Relationship Id="rId47" Type="http://schemas.openxmlformats.org/officeDocument/2006/relationships/slideLayout" Target="../slideLayouts/slideLayout555.xml"/><Relationship Id="rId48" Type="http://schemas.openxmlformats.org/officeDocument/2006/relationships/slideLayout" Target="../slideLayouts/slideLayout556.xml"/><Relationship Id="rId49" Type="http://schemas.openxmlformats.org/officeDocument/2006/relationships/slideLayout" Target="../slideLayouts/slideLayout557.xml"/><Relationship Id="rId100" Type="http://schemas.openxmlformats.org/officeDocument/2006/relationships/slideLayout" Target="../slideLayouts/slideLayout608.xml"/><Relationship Id="rId20" Type="http://schemas.openxmlformats.org/officeDocument/2006/relationships/slideLayout" Target="../slideLayouts/slideLayout528.xml"/><Relationship Id="rId21" Type="http://schemas.openxmlformats.org/officeDocument/2006/relationships/slideLayout" Target="../slideLayouts/slideLayout529.xml"/><Relationship Id="rId22" Type="http://schemas.openxmlformats.org/officeDocument/2006/relationships/slideLayout" Target="../slideLayouts/slideLayout530.xml"/><Relationship Id="rId70" Type="http://schemas.openxmlformats.org/officeDocument/2006/relationships/slideLayout" Target="../slideLayouts/slideLayout578.xml"/><Relationship Id="rId71" Type="http://schemas.openxmlformats.org/officeDocument/2006/relationships/slideLayout" Target="../slideLayouts/slideLayout579.xml"/><Relationship Id="rId72" Type="http://schemas.openxmlformats.org/officeDocument/2006/relationships/slideLayout" Target="../slideLayouts/slideLayout580.xml"/><Relationship Id="rId73" Type="http://schemas.openxmlformats.org/officeDocument/2006/relationships/slideLayout" Target="../slideLayouts/slideLayout581.xml"/><Relationship Id="rId74" Type="http://schemas.openxmlformats.org/officeDocument/2006/relationships/slideLayout" Target="../slideLayouts/slideLayout582.xml"/><Relationship Id="rId75" Type="http://schemas.openxmlformats.org/officeDocument/2006/relationships/slideLayout" Target="../slideLayouts/slideLayout583.xml"/><Relationship Id="rId76" Type="http://schemas.openxmlformats.org/officeDocument/2006/relationships/slideLayout" Target="../slideLayouts/slideLayout584.xml"/><Relationship Id="rId77" Type="http://schemas.openxmlformats.org/officeDocument/2006/relationships/slideLayout" Target="../slideLayouts/slideLayout585.xml"/><Relationship Id="rId78" Type="http://schemas.openxmlformats.org/officeDocument/2006/relationships/slideLayout" Target="../slideLayouts/slideLayout586.xml"/><Relationship Id="rId79" Type="http://schemas.openxmlformats.org/officeDocument/2006/relationships/slideLayout" Target="../slideLayouts/slideLayout587.xml"/><Relationship Id="rId23" Type="http://schemas.openxmlformats.org/officeDocument/2006/relationships/slideLayout" Target="../slideLayouts/slideLayout531.xml"/><Relationship Id="rId24" Type="http://schemas.openxmlformats.org/officeDocument/2006/relationships/slideLayout" Target="../slideLayouts/slideLayout532.xml"/><Relationship Id="rId25" Type="http://schemas.openxmlformats.org/officeDocument/2006/relationships/slideLayout" Target="../slideLayouts/slideLayout533.xml"/><Relationship Id="rId26" Type="http://schemas.openxmlformats.org/officeDocument/2006/relationships/slideLayout" Target="../slideLayouts/slideLayout534.xml"/><Relationship Id="rId27" Type="http://schemas.openxmlformats.org/officeDocument/2006/relationships/slideLayout" Target="../slideLayouts/slideLayout535.xml"/><Relationship Id="rId28" Type="http://schemas.openxmlformats.org/officeDocument/2006/relationships/slideLayout" Target="../slideLayouts/slideLayout536.xml"/><Relationship Id="rId29" Type="http://schemas.openxmlformats.org/officeDocument/2006/relationships/slideLayout" Target="../slideLayouts/slideLayout537.xml"/><Relationship Id="rId1" Type="http://schemas.openxmlformats.org/officeDocument/2006/relationships/slideLayout" Target="../slideLayouts/slideLayout509.xml"/><Relationship Id="rId2" Type="http://schemas.openxmlformats.org/officeDocument/2006/relationships/slideLayout" Target="../slideLayouts/slideLayout510.xml"/><Relationship Id="rId3" Type="http://schemas.openxmlformats.org/officeDocument/2006/relationships/slideLayout" Target="../slideLayouts/slideLayout511.xml"/><Relationship Id="rId4" Type="http://schemas.openxmlformats.org/officeDocument/2006/relationships/slideLayout" Target="../slideLayouts/slideLayout512.xml"/><Relationship Id="rId5" Type="http://schemas.openxmlformats.org/officeDocument/2006/relationships/slideLayout" Target="../slideLayouts/slideLayout513.xml"/><Relationship Id="rId6" Type="http://schemas.openxmlformats.org/officeDocument/2006/relationships/slideLayout" Target="../slideLayouts/slideLayout514.xml"/><Relationship Id="rId7" Type="http://schemas.openxmlformats.org/officeDocument/2006/relationships/slideLayout" Target="../slideLayouts/slideLayout515.xml"/><Relationship Id="rId8" Type="http://schemas.openxmlformats.org/officeDocument/2006/relationships/slideLayout" Target="../slideLayouts/slideLayout516.xml"/><Relationship Id="rId9" Type="http://schemas.openxmlformats.org/officeDocument/2006/relationships/slideLayout" Target="../slideLayouts/slideLayout517.xml"/><Relationship Id="rId50" Type="http://schemas.openxmlformats.org/officeDocument/2006/relationships/slideLayout" Target="../slideLayouts/slideLayout558.xml"/><Relationship Id="rId51" Type="http://schemas.openxmlformats.org/officeDocument/2006/relationships/slideLayout" Target="../slideLayouts/slideLayout559.xml"/><Relationship Id="rId52" Type="http://schemas.openxmlformats.org/officeDocument/2006/relationships/slideLayout" Target="../slideLayouts/slideLayout560.xml"/><Relationship Id="rId53" Type="http://schemas.openxmlformats.org/officeDocument/2006/relationships/slideLayout" Target="../slideLayouts/slideLayout561.xml"/><Relationship Id="rId54" Type="http://schemas.openxmlformats.org/officeDocument/2006/relationships/slideLayout" Target="../slideLayouts/slideLayout562.xml"/><Relationship Id="rId55" Type="http://schemas.openxmlformats.org/officeDocument/2006/relationships/slideLayout" Target="../slideLayouts/slideLayout563.xml"/><Relationship Id="rId56" Type="http://schemas.openxmlformats.org/officeDocument/2006/relationships/slideLayout" Target="../slideLayouts/slideLayout564.xml"/><Relationship Id="rId57" Type="http://schemas.openxmlformats.org/officeDocument/2006/relationships/slideLayout" Target="../slideLayouts/slideLayout565.xml"/><Relationship Id="rId58" Type="http://schemas.openxmlformats.org/officeDocument/2006/relationships/slideLayout" Target="../slideLayouts/slideLayout566.xml"/><Relationship Id="rId59" Type="http://schemas.openxmlformats.org/officeDocument/2006/relationships/slideLayout" Target="../slideLayouts/slideLayout567.xml"/><Relationship Id="rId110" Type="http://schemas.openxmlformats.org/officeDocument/2006/relationships/slideLayout" Target="../slideLayouts/slideLayout618.xml"/><Relationship Id="rId111" Type="http://schemas.openxmlformats.org/officeDocument/2006/relationships/slideLayout" Target="../slideLayouts/slideLayout619.xml"/><Relationship Id="rId112" Type="http://schemas.openxmlformats.org/officeDocument/2006/relationships/slideLayout" Target="../slideLayouts/slideLayout620.xml"/><Relationship Id="rId113" Type="http://schemas.openxmlformats.org/officeDocument/2006/relationships/slideLayout" Target="../slideLayouts/slideLayout621.xml"/><Relationship Id="rId114" Type="http://schemas.openxmlformats.org/officeDocument/2006/relationships/slideLayout" Target="../slideLayouts/slideLayout622.xml"/><Relationship Id="rId115" Type="http://schemas.openxmlformats.org/officeDocument/2006/relationships/slideLayout" Target="../slideLayouts/slideLayout623.xml"/><Relationship Id="rId116" Type="http://schemas.openxmlformats.org/officeDocument/2006/relationships/slideLayout" Target="../slideLayouts/slideLayout624.xml"/><Relationship Id="rId117" Type="http://schemas.openxmlformats.org/officeDocument/2006/relationships/slideLayout" Target="../slideLayouts/slideLayout625.xml"/><Relationship Id="rId118" Type="http://schemas.openxmlformats.org/officeDocument/2006/relationships/slideLayout" Target="../slideLayouts/slideLayout626.xml"/><Relationship Id="rId119" Type="http://schemas.openxmlformats.org/officeDocument/2006/relationships/slideLayout" Target="../slideLayouts/slideLayout627.xml"/><Relationship Id="rId30" Type="http://schemas.openxmlformats.org/officeDocument/2006/relationships/slideLayout" Target="../slideLayouts/slideLayout538.xml"/><Relationship Id="rId31" Type="http://schemas.openxmlformats.org/officeDocument/2006/relationships/slideLayout" Target="../slideLayouts/slideLayout539.xml"/><Relationship Id="rId32" Type="http://schemas.openxmlformats.org/officeDocument/2006/relationships/slideLayout" Target="../slideLayouts/slideLayout540.xml"/><Relationship Id="rId33" Type="http://schemas.openxmlformats.org/officeDocument/2006/relationships/slideLayout" Target="../slideLayouts/slideLayout541.xml"/><Relationship Id="rId34" Type="http://schemas.openxmlformats.org/officeDocument/2006/relationships/slideLayout" Target="../slideLayouts/slideLayout542.xml"/><Relationship Id="rId35" Type="http://schemas.openxmlformats.org/officeDocument/2006/relationships/slideLayout" Target="../slideLayouts/slideLayout543.xml"/><Relationship Id="rId36" Type="http://schemas.openxmlformats.org/officeDocument/2006/relationships/slideLayout" Target="../slideLayouts/slideLayout544.xml"/><Relationship Id="rId37" Type="http://schemas.openxmlformats.org/officeDocument/2006/relationships/slideLayout" Target="../slideLayouts/slideLayout545.xml"/><Relationship Id="rId38" Type="http://schemas.openxmlformats.org/officeDocument/2006/relationships/slideLayout" Target="../slideLayouts/slideLayout546.xml"/><Relationship Id="rId39" Type="http://schemas.openxmlformats.org/officeDocument/2006/relationships/slideLayout" Target="../slideLayouts/slideLayout547.xml"/><Relationship Id="rId80" Type="http://schemas.openxmlformats.org/officeDocument/2006/relationships/slideLayout" Target="../slideLayouts/slideLayout588.xml"/><Relationship Id="rId81" Type="http://schemas.openxmlformats.org/officeDocument/2006/relationships/slideLayout" Target="../slideLayouts/slideLayout589.xml"/><Relationship Id="rId82" Type="http://schemas.openxmlformats.org/officeDocument/2006/relationships/slideLayout" Target="../slideLayouts/slideLayout590.xml"/><Relationship Id="rId83" Type="http://schemas.openxmlformats.org/officeDocument/2006/relationships/slideLayout" Target="../slideLayouts/slideLayout591.xml"/><Relationship Id="rId84" Type="http://schemas.openxmlformats.org/officeDocument/2006/relationships/slideLayout" Target="../slideLayouts/slideLayout592.xml"/><Relationship Id="rId85" Type="http://schemas.openxmlformats.org/officeDocument/2006/relationships/slideLayout" Target="../slideLayouts/slideLayout593.xml"/><Relationship Id="rId86" Type="http://schemas.openxmlformats.org/officeDocument/2006/relationships/slideLayout" Target="../slideLayouts/slideLayout594.xml"/><Relationship Id="rId87" Type="http://schemas.openxmlformats.org/officeDocument/2006/relationships/slideLayout" Target="../slideLayouts/slideLayout595.xml"/><Relationship Id="rId88" Type="http://schemas.openxmlformats.org/officeDocument/2006/relationships/slideLayout" Target="../slideLayouts/slideLayout596.xml"/><Relationship Id="rId89" Type="http://schemas.openxmlformats.org/officeDocument/2006/relationships/slideLayout" Target="../slideLayouts/slideLayout597.xml"/></Relationships>
</file>

<file path=ppt/slideMasters/_rels/slideMaster34.xml.rels><?xml version="1.0" encoding="UTF-8" standalone="yes"?>
<Relationships xmlns="http://schemas.openxmlformats.org/package/2006/relationships"><Relationship Id="rId11" Type="http://schemas.openxmlformats.org/officeDocument/2006/relationships/slideLayout" Target="../slideLayouts/slideLayout641.xml"/><Relationship Id="rId12" Type="http://schemas.openxmlformats.org/officeDocument/2006/relationships/theme" Target="../theme/theme34.xml"/><Relationship Id="rId13" Type="http://schemas.openxmlformats.org/officeDocument/2006/relationships/image" Target="../media/image1.jpg"/><Relationship Id="rId1" Type="http://schemas.openxmlformats.org/officeDocument/2006/relationships/slideLayout" Target="../slideLayouts/slideLayout631.xml"/><Relationship Id="rId2" Type="http://schemas.openxmlformats.org/officeDocument/2006/relationships/slideLayout" Target="../slideLayouts/slideLayout632.xml"/><Relationship Id="rId3" Type="http://schemas.openxmlformats.org/officeDocument/2006/relationships/slideLayout" Target="../slideLayouts/slideLayout633.xml"/><Relationship Id="rId4" Type="http://schemas.openxmlformats.org/officeDocument/2006/relationships/slideLayout" Target="../slideLayouts/slideLayout634.xml"/><Relationship Id="rId5" Type="http://schemas.openxmlformats.org/officeDocument/2006/relationships/slideLayout" Target="../slideLayouts/slideLayout635.xml"/><Relationship Id="rId6" Type="http://schemas.openxmlformats.org/officeDocument/2006/relationships/slideLayout" Target="../slideLayouts/slideLayout636.xml"/><Relationship Id="rId7" Type="http://schemas.openxmlformats.org/officeDocument/2006/relationships/slideLayout" Target="../slideLayouts/slideLayout637.xml"/><Relationship Id="rId8" Type="http://schemas.openxmlformats.org/officeDocument/2006/relationships/slideLayout" Target="../slideLayouts/slideLayout638.xml"/><Relationship Id="rId9" Type="http://schemas.openxmlformats.org/officeDocument/2006/relationships/slideLayout" Target="../slideLayouts/slideLayout639.xml"/><Relationship Id="rId10" Type="http://schemas.openxmlformats.org/officeDocument/2006/relationships/slideLayout" Target="../slideLayouts/slideLayout640.xml"/></Relationships>
</file>

<file path=ppt/slideMasters/_rels/slideMaster35.xml.rels><?xml version="1.0" encoding="UTF-8" standalone="yes"?>
<Relationships xmlns="http://schemas.openxmlformats.org/package/2006/relationships"><Relationship Id="rId11" Type="http://schemas.openxmlformats.org/officeDocument/2006/relationships/slideLayout" Target="../slideLayouts/slideLayout652.xml"/><Relationship Id="rId12" Type="http://schemas.openxmlformats.org/officeDocument/2006/relationships/theme" Target="../theme/theme35.xml"/><Relationship Id="rId13" Type="http://schemas.openxmlformats.org/officeDocument/2006/relationships/image" Target="../media/image1.jpg"/><Relationship Id="rId1" Type="http://schemas.openxmlformats.org/officeDocument/2006/relationships/slideLayout" Target="../slideLayouts/slideLayout642.xml"/><Relationship Id="rId2" Type="http://schemas.openxmlformats.org/officeDocument/2006/relationships/slideLayout" Target="../slideLayouts/slideLayout643.xml"/><Relationship Id="rId3" Type="http://schemas.openxmlformats.org/officeDocument/2006/relationships/slideLayout" Target="../slideLayouts/slideLayout644.xml"/><Relationship Id="rId4" Type="http://schemas.openxmlformats.org/officeDocument/2006/relationships/slideLayout" Target="../slideLayouts/slideLayout645.xml"/><Relationship Id="rId5" Type="http://schemas.openxmlformats.org/officeDocument/2006/relationships/slideLayout" Target="../slideLayouts/slideLayout646.xml"/><Relationship Id="rId6" Type="http://schemas.openxmlformats.org/officeDocument/2006/relationships/slideLayout" Target="../slideLayouts/slideLayout647.xml"/><Relationship Id="rId7" Type="http://schemas.openxmlformats.org/officeDocument/2006/relationships/slideLayout" Target="../slideLayouts/slideLayout648.xml"/><Relationship Id="rId8" Type="http://schemas.openxmlformats.org/officeDocument/2006/relationships/slideLayout" Target="../slideLayouts/slideLayout649.xml"/><Relationship Id="rId9" Type="http://schemas.openxmlformats.org/officeDocument/2006/relationships/slideLayout" Target="../slideLayouts/slideLayout650.xml"/><Relationship Id="rId10" Type="http://schemas.openxmlformats.org/officeDocument/2006/relationships/slideLayout" Target="../slideLayouts/slideLayout651.xml"/></Relationships>
</file>

<file path=ppt/slideMasters/_rels/slideMaster36.xml.rels><?xml version="1.0" encoding="UTF-8" standalone="yes"?>
<Relationships xmlns="http://schemas.openxmlformats.org/package/2006/relationships"><Relationship Id="rId11" Type="http://schemas.openxmlformats.org/officeDocument/2006/relationships/slideLayout" Target="../slideLayouts/slideLayout663.xml"/><Relationship Id="rId12" Type="http://schemas.openxmlformats.org/officeDocument/2006/relationships/theme" Target="../theme/theme36.xml"/><Relationship Id="rId13" Type="http://schemas.openxmlformats.org/officeDocument/2006/relationships/image" Target="../media/image1.jpg"/><Relationship Id="rId1" Type="http://schemas.openxmlformats.org/officeDocument/2006/relationships/slideLayout" Target="../slideLayouts/slideLayout653.xml"/><Relationship Id="rId2" Type="http://schemas.openxmlformats.org/officeDocument/2006/relationships/slideLayout" Target="../slideLayouts/slideLayout654.xml"/><Relationship Id="rId3" Type="http://schemas.openxmlformats.org/officeDocument/2006/relationships/slideLayout" Target="../slideLayouts/slideLayout655.xml"/><Relationship Id="rId4" Type="http://schemas.openxmlformats.org/officeDocument/2006/relationships/slideLayout" Target="../slideLayouts/slideLayout656.xml"/><Relationship Id="rId5" Type="http://schemas.openxmlformats.org/officeDocument/2006/relationships/slideLayout" Target="../slideLayouts/slideLayout657.xml"/><Relationship Id="rId6" Type="http://schemas.openxmlformats.org/officeDocument/2006/relationships/slideLayout" Target="../slideLayouts/slideLayout658.xml"/><Relationship Id="rId7" Type="http://schemas.openxmlformats.org/officeDocument/2006/relationships/slideLayout" Target="../slideLayouts/slideLayout659.xml"/><Relationship Id="rId8" Type="http://schemas.openxmlformats.org/officeDocument/2006/relationships/slideLayout" Target="../slideLayouts/slideLayout660.xml"/><Relationship Id="rId9" Type="http://schemas.openxmlformats.org/officeDocument/2006/relationships/slideLayout" Target="../slideLayouts/slideLayout661.xml"/><Relationship Id="rId10" Type="http://schemas.openxmlformats.org/officeDocument/2006/relationships/slideLayout" Target="../slideLayouts/slideLayout66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ltLang="en-US" smtClean="0"/>
              <a:t>Click to edit Master title style</a:t>
            </a:r>
          </a:p>
        </p:txBody>
      </p:sp>
      <p:sp>
        <p:nvSpPr>
          <p:cNvPr id="1027"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wrap="square" lIns="91440" tIns="45720" rIns="91440" bIns="45720" numCol="1" anchor="ctr" anchorCtr="0" compatLnSpc="1">
            <a:prstTxWarp prst="textNoShape">
              <a:avLst/>
            </a:prstTxWarp>
          </a:bodyPr>
          <a:lstStyle>
            <a:lvl1pPr eaLnBrk="1" hangingPunct="1">
              <a:defRPr sz="1200">
                <a:solidFill>
                  <a:srgbClr val="898989"/>
                </a:solidFill>
                <a:cs typeface="+mn-cs"/>
              </a:defRPr>
            </a:lvl1pPr>
          </a:lstStyle>
          <a:p>
            <a:pPr>
              <a:defRPr/>
            </a:pPr>
            <a:fld id="{7BABA1F4-E1E6-714C-B5AC-009EC3DA36B3}" type="datetime1">
              <a:rPr lang="en-US" altLang="en-US" smtClean="0"/>
              <a:t>9/22/16</a:t>
            </a:fld>
            <a:endParaRPr lang="en-US" alt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lvl1pPr algn="ctr" eaLnBrk="1" hangingPunct="1">
              <a:defRPr sz="1200">
                <a:solidFill>
                  <a:srgbClr val="898989"/>
                </a:solidFill>
                <a:cs typeface="+mn-cs"/>
              </a:defRPr>
            </a:lvl1pPr>
          </a:lstStyle>
          <a:p>
            <a:pPr>
              <a:defRPr/>
            </a:pPr>
            <a:r>
              <a:rPr lang="ar-SA" altLang="en-US" smtClean="0"/>
              <a:t>موسوعة تكنولوجيا التعليم</a:t>
            </a:r>
            <a:endParaRPr lang="en-US" alt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cs typeface="+mn-cs"/>
              </a:defRPr>
            </a:lvl1pPr>
          </a:lstStyle>
          <a:p>
            <a:pPr>
              <a:defRPr/>
            </a:pPr>
            <a:fld id="{13F4DAE4-2DD5-4900-BDCA-51754608505E}"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484429" r:id="rId1"/>
    <p:sldLayoutId id="2147484428" r:id="rId2"/>
    <p:sldLayoutId id="2147484427" r:id="rId3"/>
    <p:sldLayoutId id="2147484426" r:id="rId4"/>
    <p:sldLayoutId id="2147484425" r:id="rId5"/>
    <p:sldLayoutId id="2147484424" r:id="rId6"/>
    <p:sldLayoutId id="2147484423" r:id="rId7"/>
    <p:sldLayoutId id="2147484422" r:id="rId8"/>
    <p:sldLayoutId id="2147484421" r:id="rId9"/>
    <p:sldLayoutId id="2147484420" r:id="rId10"/>
    <p:sldLayoutId id="2147484419"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41986"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41987"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panose="020F0502020204030204"/>
                <a:cs typeface="+mn-cs"/>
              </a:defRPr>
            </a:lvl1pPr>
          </a:lstStyle>
          <a:p>
            <a:pPr>
              <a:defRPr/>
            </a:pPr>
            <a:fld id="{8B59EA44-D5EF-BA42-8C81-68620F0AF97C}" type="datetime1">
              <a:rPr lang="en-US" smtClean="0"/>
              <a:t>9/22/16</a:t>
            </a:fld>
            <a:endParaRPr lang="id-ID"/>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panose="020F0502020204030204"/>
                <a:cs typeface="+mn-cs"/>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panose="020F0502020204030204"/>
                <a:cs typeface="+mn-cs"/>
              </a:defRPr>
            </a:lvl1pPr>
          </a:lstStyle>
          <a:p>
            <a:pPr>
              <a:defRPr/>
            </a:pPr>
            <a:fld id="{3F5E3372-81A8-41D2-BE97-2C263CBC986D}" type="slidenum">
              <a:rPr lang="id-ID"/>
              <a:pPr>
                <a:defRPr/>
              </a:pPr>
              <a:t>‹#›</a:t>
            </a:fld>
            <a:endParaRPr lang="id-ID"/>
          </a:p>
        </p:txBody>
      </p:sp>
    </p:spTree>
  </p:cSld>
  <p:clrMap bg1="lt1" tx1="dk1" bg2="lt2" tx2="dk2" accent1="accent1" accent2="accent2" accent3="accent3" accent4="accent4" accent5="accent5" accent6="accent6" hlink="hlink" folHlink="folHlink"/>
  <p:sldLayoutIdLst>
    <p:sldLayoutId id="2147484499" r:id="rId1"/>
    <p:sldLayoutId id="2147484500" r:id="rId2"/>
    <p:sldLayoutId id="2147484501" r:id="rId3"/>
    <p:sldLayoutId id="2147484502" r:id="rId4"/>
    <p:sldLayoutId id="2147484503" r:id="rId5"/>
    <p:sldLayoutId id="2147484504" r:id="rId6"/>
    <p:sldLayoutId id="2147484505" r:id="rId7"/>
    <p:sldLayoutId id="2147484506" r:id="rId8"/>
    <p:sldLayoutId id="2147484507" r:id="rId9"/>
    <p:sldLayoutId id="2147484508" r:id="rId10"/>
    <p:sldLayoutId id="2147484509"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466" r:id="rId1"/>
    <p:sldLayoutId id="2147484465" r:id="rId2"/>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544" r:id="rId1"/>
    <p:sldLayoutId id="2147484545" r:id="rId2"/>
    <p:sldLayoutId id="2147484546" r:id="rId3"/>
    <p:sldLayoutId id="2147484547" r:id="rId4"/>
    <p:sldLayoutId id="2147484548" r:id="rId5"/>
    <p:sldLayoutId id="2147484549" r:id="rId6"/>
    <p:sldLayoutId id="2147484550" r:id="rId7"/>
    <p:sldLayoutId id="2147484551" r:id="rId8"/>
    <p:sldLayoutId id="2147484552" r:id="rId9"/>
    <p:sldLayoutId id="2147484553" r:id="rId10"/>
    <p:sldLayoutId id="2147484554" r:id="rId1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blipFill dpi="0" rotWithShape="1">
          <a:blip r:embed="rId24">
            <a:lum/>
          </a:blip>
          <a:srcRect/>
          <a:stretch>
            <a:fillRect/>
          </a:stretch>
        </a:blipFill>
        <a:effectLst/>
      </p:bgPr>
    </p:bg>
    <p:spTree>
      <p:nvGrpSpPr>
        <p:cNvPr id="1" name=""/>
        <p:cNvGrpSpPr/>
        <p:nvPr/>
      </p:nvGrpSpPr>
      <p:grpSpPr>
        <a:xfrm>
          <a:off x="0" y="0"/>
          <a:ext cx="0" cy="0"/>
          <a:chOff x="0" y="0"/>
          <a:chExt cx="0" cy="0"/>
        </a:xfrm>
      </p:grpSpPr>
      <p:sp>
        <p:nvSpPr>
          <p:cNvPr id="156675" name="Title Placeholder 1"/>
          <p:cNvSpPr>
            <a:spLocks noGrp="1"/>
          </p:cNvSpPr>
          <p:nvPr>
            <p:ph type="title"/>
          </p:nvPr>
        </p:nvSpPr>
        <p:spPr bwMode="auto">
          <a:xfrm>
            <a:off x="609600" y="565150"/>
            <a:ext cx="10972800" cy="561975"/>
          </a:xfrm>
          <a:prstGeom prst="rect">
            <a:avLst/>
          </a:prstGeom>
          <a:noFill/>
          <a:ln w="9525">
            <a:noFill/>
            <a:miter lim="800000"/>
            <a:headEnd/>
            <a:tailEnd/>
          </a:ln>
        </p:spPr>
        <p:txBody>
          <a:bodyPr vert="horz" wrap="square" lIns="91430" tIns="45715" rIns="91430" bIns="45715" numCol="1" anchor="ctr" anchorCtr="0" compatLnSpc="1">
            <a:prstTxWarp prst="textNoShape">
              <a:avLst/>
            </a:prstTxWarp>
          </a:bodyPr>
          <a:lstStyle/>
          <a:p>
            <a:pPr lvl="0"/>
            <a:r>
              <a:rPr lang="en-US" smtClean="0"/>
              <a:t>Click to edit Master title style</a:t>
            </a:r>
          </a:p>
        </p:txBody>
      </p:sp>
      <p:sp>
        <p:nvSpPr>
          <p:cNvPr id="156676" name="Text Placeholder 2"/>
          <p:cNvSpPr>
            <a:spLocks noGrp="1"/>
          </p:cNvSpPr>
          <p:nvPr>
            <p:ph type="body" idx="1"/>
          </p:nvPr>
        </p:nvSpPr>
        <p:spPr bwMode="auto">
          <a:xfrm>
            <a:off x="609600" y="1600200"/>
            <a:ext cx="10972800" cy="3949700"/>
          </a:xfrm>
          <a:prstGeom prst="rect">
            <a:avLst/>
          </a:prstGeom>
          <a:noFill/>
          <a:ln w="9525">
            <a:noFill/>
            <a:miter lim="800000"/>
            <a:headEnd/>
            <a:tailEnd/>
          </a:ln>
        </p:spPr>
        <p:txBody>
          <a:bodyPr vert="horz" wrap="square" lIns="91430" tIns="45715" rIns="91430" bIns="45715"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Tree>
  </p:cSld>
  <p:clrMap bg1="lt1" tx1="dk1" bg2="lt2" tx2="dk2" accent1="accent1" accent2="accent2" accent3="accent3" accent4="accent4" accent5="accent5" accent6="accent6" hlink="hlink" folHlink="folHlink"/>
  <p:sldLayoutIdLst>
    <p:sldLayoutId id="2147484566" r:id="rId1"/>
    <p:sldLayoutId id="2147484567" r:id="rId2"/>
    <p:sldLayoutId id="2147484568" r:id="rId3"/>
    <p:sldLayoutId id="2147484569" r:id="rId4"/>
    <p:sldLayoutId id="2147484570" r:id="rId5"/>
    <p:sldLayoutId id="2147484571" r:id="rId6"/>
    <p:sldLayoutId id="2147484469" r:id="rId7"/>
    <p:sldLayoutId id="2147484572" r:id="rId8"/>
    <p:sldLayoutId id="2147484573" r:id="rId9"/>
    <p:sldLayoutId id="2147484574" r:id="rId10"/>
    <p:sldLayoutId id="2147484575" r:id="rId11"/>
    <p:sldLayoutId id="2147484576" r:id="rId12"/>
    <p:sldLayoutId id="2147484577" r:id="rId13"/>
    <p:sldLayoutId id="2147484578" r:id="rId14"/>
    <p:sldLayoutId id="2147484579" r:id="rId15"/>
    <p:sldLayoutId id="2147484580" r:id="rId16"/>
    <p:sldLayoutId id="2147484581" r:id="rId17"/>
    <p:sldLayoutId id="2147484582" r:id="rId18"/>
    <p:sldLayoutId id="2147484583" r:id="rId19"/>
    <p:sldLayoutId id="2147484584" r:id="rId20"/>
    <p:sldLayoutId id="2147484468" r:id="rId21"/>
    <p:sldLayoutId id="2147484467" r:id="rId22"/>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sldNum="0" hdr="0" dt="0"/>
  <p:txStyles>
    <p:titleStyle>
      <a:lvl1pPr algn="l" defTabSz="608013" rtl="0" eaLnBrk="0" fontAlgn="base" hangingPunct="0">
        <a:spcBef>
          <a:spcPct val="0"/>
        </a:spcBef>
        <a:spcAft>
          <a:spcPct val="0"/>
        </a:spcAft>
        <a:defRPr sz="2600" kern="1200">
          <a:solidFill>
            <a:schemeClr val="tx1"/>
          </a:solidFill>
          <a:latin typeface="Roboto Light"/>
          <a:ea typeface="Roboto Light"/>
          <a:cs typeface="Roboto Light"/>
        </a:defRPr>
      </a:lvl1pPr>
      <a:lvl2pPr algn="l" defTabSz="608013" rtl="0" eaLnBrk="0" fontAlgn="base" hangingPunct="0">
        <a:spcBef>
          <a:spcPct val="0"/>
        </a:spcBef>
        <a:spcAft>
          <a:spcPct val="0"/>
        </a:spcAft>
        <a:defRPr sz="2600">
          <a:solidFill>
            <a:schemeClr val="tx1"/>
          </a:solidFill>
          <a:latin typeface="Roboto Light"/>
          <a:ea typeface="Roboto Light"/>
          <a:cs typeface="Roboto Light"/>
        </a:defRPr>
      </a:lvl2pPr>
      <a:lvl3pPr algn="l" defTabSz="608013" rtl="0" eaLnBrk="0" fontAlgn="base" hangingPunct="0">
        <a:spcBef>
          <a:spcPct val="0"/>
        </a:spcBef>
        <a:spcAft>
          <a:spcPct val="0"/>
        </a:spcAft>
        <a:defRPr sz="2600">
          <a:solidFill>
            <a:schemeClr val="tx1"/>
          </a:solidFill>
          <a:latin typeface="Roboto Light"/>
          <a:ea typeface="Roboto Light"/>
          <a:cs typeface="Roboto Light"/>
        </a:defRPr>
      </a:lvl3pPr>
      <a:lvl4pPr algn="l" defTabSz="608013" rtl="0" eaLnBrk="0" fontAlgn="base" hangingPunct="0">
        <a:spcBef>
          <a:spcPct val="0"/>
        </a:spcBef>
        <a:spcAft>
          <a:spcPct val="0"/>
        </a:spcAft>
        <a:defRPr sz="2600">
          <a:solidFill>
            <a:schemeClr val="tx1"/>
          </a:solidFill>
          <a:latin typeface="Roboto Light"/>
          <a:ea typeface="Roboto Light"/>
          <a:cs typeface="Roboto Light"/>
        </a:defRPr>
      </a:lvl4pPr>
      <a:lvl5pPr algn="l" defTabSz="608013" rtl="0" eaLnBrk="0" fontAlgn="base" hangingPunct="0">
        <a:spcBef>
          <a:spcPct val="0"/>
        </a:spcBef>
        <a:spcAft>
          <a:spcPct val="0"/>
        </a:spcAft>
        <a:defRPr sz="2600">
          <a:solidFill>
            <a:schemeClr val="tx1"/>
          </a:solidFill>
          <a:latin typeface="Roboto Light"/>
          <a:ea typeface="Roboto Light"/>
          <a:cs typeface="Roboto Light"/>
        </a:defRPr>
      </a:lvl5pPr>
      <a:lvl6pPr marL="457200" algn="l" defTabSz="608013" rtl="0" fontAlgn="base">
        <a:spcBef>
          <a:spcPct val="0"/>
        </a:spcBef>
        <a:spcAft>
          <a:spcPct val="0"/>
        </a:spcAft>
        <a:defRPr sz="2600">
          <a:solidFill>
            <a:schemeClr val="tx1"/>
          </a:solidFill>
          <a:latin typeface="Roboto Light"/>
          <a:ea typeface="Roboto Light"/>
          <a:cs typeface="Roboto Light"/>
        </a:defRPr>
      </a:lvl6pPr>
      <a:lvl7pPr marL="914400" algn="l" defTabSz="608013" rtl="0" fontAlgn="base">
        <a:spcBef>
          <a:spcPct val="0"/>
        </a:spcBef>
        <a:spcAft>
          <a:spcPct val="0"/>
        </a:spcAft>
        <a:defRPr sz="2600">
          <a:solidFill>
            <a:schemeClr val="tx1"/>
          </a:solidFill>
          <a:latin typeface="Roboto Light"/>
          <a:ea typeface="Roboto Light"/>
          <a:cs typeface="Roboto Light"/>
        </a:defRPr>
      </a:lvl7pPr>
      <a:lvl8pPr marL="1371600" algn="l" defTabSz="608013" rtl="0" fontAlgn="base">
        <a:spcBef>
          <a:spcPct val="0"/>
        </a:spcBef>
        <a:spcAft>
          <a:spcPct val="0"/>
        </a:spcAft>
        <a:defRPr sz="2600">
          <a:solidFill>
            <a:schemeClr val="tx1"/>
          </a:solidFill>
          <a:latin typeface="Roboto Light"/>
          <a:ea typeface="Roboto Light"/>
          <a:cs typeface="Roboto Light"/>
        </a:defRPr>
      </a:lvl8pPr>
      <a:lvl9pPr marL="1828800" algn="l" defTabSz="608013" rtl="0" fontAlgn="base">
        <a:spcBef>
          <a:spcPct val="0"/>
        </a:spcBef>
        <a:spcAft>
          <a:spcPct val="0"/>
        </a:spcAft>
        <a:defRPr sz="2600">
          <a:solidFill>
            <a:schemeClr val="tx1"/>
          </a:solidFill>
          <a:latin typeface="Roboto Light"/>
          <a:ea typeface="Roboto Light"/>
          <a:cs typeface="Roboto Light"/>
        </a:defRPr>
      </a:lvl9pPr>
    </p:titleStyle>
    <p:bodyStyle>
      <a:lvl1pPr marL="455613" indent="-455613" algn="l" defTabSz="608013" rtl="0" eaLnBrk="0" fontAlgn="base" hangingPunct="0">
        <a:spcBef>
          <a:spcPct val="20000"/>
        </a:spcBef>
        <a:spcAft>
          <a:spcPct val="0"/>
        </a:spcAft>
        <a:buFont typeface="Arial" charset="0"/>
        <a:buChar char="•"/>
        <a:defRPr sz="1300" kern="1200">
          <a:solidFill>
            <a:schemeClr val="tx2"/>
          </a:solidFill>
          <a:latin typeface="Roboto Light"/>
          <a:ea typeface="Roboto Light"/>
          <a:cs typeface="Roboto Light"/>
        </a:defRPr>
      </a:lvl1pPr>
      <a:lvl2pPr marL="989013" indent="-379413" algn="l" defTabSz="608013" rtl="0" eaLnBrk="0" fontAlgn="base" hangingPunct="0">
        <a:spcBef>
          <a:spcPct val="20000"/>
        </a:spcBef>
        <a:spcAft>
          <a:spcPct val="0"/>
        </a:spcAft>
        <a:buFont typeface="Arial" charset="0"/>
        <a:buChar char="–"/>
        <a:defRPr sz="1300" kern="1200">
          <a:solidFill>
            <a:schemeClr val="tx2"/>
          </a:solidFill>
          <a:latin typeface="Roboto Light"/>
          <a:ea typeface="Roboto Light"/>
          <a:cs typeface="Roboto Light"/>
        </a:defRPr>
      </a:lvl2pPr>
      <a:lvl3pPr marL="1522413" indent="-303213" algn="l" defTabSz="608013" rtl="0" eaLnBrk="0" fontAlgn="base" hangingPunct="0">
        <a:spcBef>
          <a:spcPct val="20000"/>
        </a:spcBef>
        <a:spcAft>
          <a:spcPct val="0"/>
        </a:spcAft>
        <a:buFont typeface="Arial" charset="0"/>
        <a:buChar char="•"/>
        <a:defRPr sz="1300" kern="1200">
          <a:solidFill>
            <a:schemeClr val="tx2"/>
          </a:solidFill>
          <a:latin typeface="Roboto Light"/>
          <a:ea typeface="Roboto Light"/>
          <a:cs typeface="Roboto Light"/>
        </a:defRPr>
      </a:lvl3pPr>
      <a:lvl4pPr marL="2132013" indent="-303213" algn="l" defTabSz="608013" rtl="0" eaLnBrk="0" fontAlgn="base" hangingPunct="0">
        <a:spcBef>
          <a:spcPct val="20000"/>
        </a:spcBef>
        <a:spcAft>
          <a:spcPct val="0"/>
        </a:spcAft>
        <a:buFont typeface="Arial" charset="0"/>
        <a:buChar char="–"/>
        <a:defRPr sz="1300" kern="1200">
          <a:solidFill>
            <a:schemeClr val="tx2"/>
          </a:solidFill>
          <a:latin typeface="Roboto Light"/>
          <a:ea typeface="Roboto Light"/>
          <a:cs typeface="Roboto Light"/>
        </a:defRPr>
      </a:lvl4pPr>
      <a:lvl5pPr marL="2741613" indent="-303213" algn="l" defTabSz="608013" rtl="0" eaLnBrk="0" fontAlgn="base" hangingPunct="0">
        <a:spcBef>
          <a:spcPct val="20000"/>
        </a:spcBef>
        <a:spcAft>
          <a:spcPct val="0"/>
        </a:spcAft>
        <a:buFont typeface="Arial" charset="0"/>
        <a:buChar char="»"/>
        <a:defRPr sz="1300" kern="1200">
          <a:solidFill>
            <a:schemeClr val="tx2"/>
          </a:solidFill>
          <a:latin typeface="Roboto Light"/>
          <a:ea typeface="Roboto Light"/>
          <a:cs typeface="Roboto Light"/>
        </a:defRPr>
      </a:lvl5pPr>
      <a:lvl6pPr marL="3352335" indent="-304758" algn="l" defTabSz="609515" rtl="0" eaLnBrk="1" latinLnBrk="0" hangingPunct="1">
        <a:spcBef>
          <a:spcPct val="20000"/>
        </a:spcBef>
        <a:buFont typeface="Arial"/>
        <a:buChar char="•"/>
        <a:defRPr sz="2667" kern="1200">
          <a:solidFill>
            <a:schemeClr val="tx1"/>
          </a:solidFill>
          <a:latin typeface="+mn-lt"/>
          <a:ea typeface="+mn-ea"/>
          <a:cs typeface="+mn-cs"/>
        </a:defRPr>
      </a:lvl6pPr>
      <a:lvl7pPr marL="3961850" indent="-304758" algn="l" defTabSz="609515" rtl="0" eaLnBrk="1" latinLnBrk="0" hangingPunct="1">
        <a:spcBef>
          <a:spcPct val="20000"/>
        </a:spcBef>
        <a:buFont typeface="Arial"/>
        <a:buChar char="•"/>
        <a:defRPr sz="2667" kern="1200">
          <a:solidFill>
            <a:schemeClr val="tx1"/>
          </a:solidFill>
          <a:latin typeface="+mn-lt"/>
          <a:ea typeface="+mn-ea"/>
          <a:cs typeface="+mn-cs"/>
        </a:defRPr>
      </a:lvl7pPr>
      <a:lvl8pPr marL="4571366" indent="-304758" algn="l" defTabSz="609515" rtl="0" eaLnBrk="1" latinLnBrk="0" hangingPunct="1">
        <a:spcBef>
          <a:spcPct val="20000"/>
        </a:spcBef>
        <a:buFont typeface="Arial"/>
        <a:buChar char="•"/>
        <a:defRPr sz="2667" kern="1200">
          <a:solidFill>
            <a:schemeClr val="tx1"/>
          </a:solidFill>
          <a:latin typeface="+mn-lt"/>
          <a:ea typeface="+mn-ea"/>
          <a:cs typeface="+mn-cs"/>
        </a:defRPr>
      </a:lvl8pPr>
      <a:lvl9pPr marL="5180881" indent="-304758" algn="l" defTabSz="60951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15" rtl="0" eaLnBrk="1" latinLnBrk="0" hangingPunct="1">
        <a:defRPr sz="2400" kern="1200">
          <a:solidFill>
            <a:schemeClr val="tx1"/>
          </a:solidFill>
          <a:latin typeface="+mn-lt"/>
          <a:ea typeface="+mn-ea"/>
          <a:cs typeface="+mn-cs"/>
        </a:defRPr>
      </a:lvl1pPr>
      <a:lvl2pPr marL="609515" algn="l" defTabSz="609515" rtl="0" eaLnBrk="1" latinLnBrk="0" hangingPunct="1">
        <a:defRPr sz="2400" kern="1200">
          <a:solidFill>
            <a:schemeClr val="tx1"/>
          </a:solidFill>
          <a:latin typeface="+mn-lt"/>
          <a:ea typeface="+mn-ea"/>
          <a:cs typeface="+mn-cs"/>
        </a:defRPr>
      </a:lvl2pPr>
      <a:lvl3pPr marL="1219031" algn="l" defTabSz="609515" rtl="0" eaLnBrk="1" latinLnBrk="0" hangingPunct="1">
        <a:defRPr sz="2400" kern="1200">
          <a:solidFill>
            <a:schemeClr val="tx1"/>
          </a:solidFill>
          <a:latin typeface="+mn-lt"/>
          <a:ea typeface="+mn-ea"/>
          <a:cs typeface="+mn-cs"/>
        </a:defRPr>
      </a:lvl3pPr>
      <a:lvl4pPr marL="1828546" algn="l" defTabSz="609515" rtl="0" eaLnBrk="1" latinLnBrk="0" hangingPunct="1">
        <a:defRPr sz="2400" kern="1200">
          <a:solidFill>
            <a:schemeClr val="tx1"/>
          </a:solidFill>
          <a:latin typeface="+mn-lt"/>
          <a:ea typeface="+mn-ea"/>
          <a:cs typeface="+mn-cs"/>
        </a:defRPr>
      </a:lvl4pPr>
      <a:lvl5pPr marL="2438062" algn="l" defTabSz="609515" rtl="0" eaLnBrk="1" latinLnBrk="0" hangingPunct="1">
        <a:defRPr sz="2400" kern="1200">
          <a:solidFill>
            <a:schemeClr val="tx1"/>
          </a:solidFill>
          <a:latin typeface="+mn-lt"/>
          <a:ea typeface="+mn-ea"/>
          <a:cs typeface="+mn-cs"/>
        </a:defRPr>
      </a:lvl5pPr>
      <a:lvl6pPr marL="3047577" algn="l" defTabSz="609515" rtl="0" eaLnBrk="1" latinLnBrk="0" hangingPunct="1">
        <a:defRPr sz="2400" kern="1200">
          <a:solidFill>
            <a:schemeClr val="tx1"/>
          </a:solidFill>
          <a:latin typeface="+mn-lt"/>
          <a:ea typeface="+mn-ea"/>
          <a:cs typeface="+mn-cs"/>
        </a:defRPr>
      </a:lvl6pPr>
      <a:lvl7pPr marL="3657093" algn="l" defTabSz="609515" rtl="0" eaLnBrk="1" latinLnBrk="0" hangingPunct="1">
        <a:defRPr sz="2400" kern="1200">
          <a:solidFill>
            <a:schemeClr val="tx1"/>
          </a:solidFill>
          <a:latin typeface="+mn-lt"/>
          <a:ea typeface="+mn-ea"/>
          <a:cs typeface="+mn-cs"/>
        </a:defRPr>
      </a:lvl7pPr>
      <a:lvl8pPr marL="4266608" algn="l" defTabSz="609515" rtl="0" eaLnBrk="1" latinLnBrk="0" hangingPunct="1">
        <a:defRPr sz="2400" kern="1200">
          <a:solidFill>
            <a:schemeClr val="tx1"/>
          </a:solidFill>
          <a:latin typeface="+mn-lt"/>
          <a:ea typeface="+mn-ea"/>
          <a:cs typeface="+mn-cs"/>
        </a:defRPr>
      </a:lvl8pPr>
      <a:lvl9pPr marL="4876123" algn="l" defTabSz="609515" rtl="0" eaLnBrk="1" latinLnBrk="0" hangingPunct="1">
        <a:defRPr sz="24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69447481"/>
      </p:ext>
    </p:extLst>
  </p:cSld>
  <p:clrMap bg1="lt1" tx1="dk1" bg2="lt2" tx2="dk2" accent1="accent1" accent2="accent2" accent3="accent3" accent4="accent4" accent5="accent5" accent6="accent6" hlink="hlink" folHlink="folHlink"/>
  <p:sldLayoutIdLst>
    <p:sldLayoutId id="2147485104" r:id="rId1"/>
    <p:sldLayoutId id="2147485105" r:id="rId2"/>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blipFill dpi="0" rotWithShape="1">
          <a:blip r:embed="rId27">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1" y="365129"/>
            <a:ext cx="10515600" cy="1325563"/>
          </a:xfrm>
          <a:prstGeom prst="rect">
            <a:avLst/>
          </a:prstGeom>
        </p:spPr>
        <p:txBody>
          <a:bodyPr vert="horz" lIns="182843" tIns="91422" rIns="182843" bIns="91422"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838201" y="1825625"/>
            <a:ext cx="10515600" cy="4351338"/>
          </a:xfrm>
          <a:prstGeom prst="rect">
            <a:avLst/>
          </a:prstGeom>
        </p:spPr>
        <p:txBody>
          <a:bodyPr vert="horz" lIns="182843" tIns="91422" rIns="182843" bIns="91422"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5"/>
            <a:ext cx="2743200" cy="365125"/>
          </a:xfrm>
          <a:prstGeom prst="rect">
            <a:avLst/>
          </a:prstGeom>
        </p:spPr>
        <p:txBody>
          <a:bodyPr vert="horz" lIns="182843" tIns="91422" rIns="182843" bIns="91422" rtlCol="0" anchor="ctr"/>
          <a:lstStyle>
            <a:lvl1pPr algn="l">
              <a:defRPr sz="1200">
                <a:solidFill>
                  <a:schemeClr val="tx1">
                    <a:tint val="75000"/>
                  </a:schemeClr>
                </a:solidFill>
                <a:latin typeface="Lato Regular"/>
              </a:defRPr>
            </a:lvl1pPr>
          </a:lstStyle>
          <a:p>
            <a:pPr defTabSz="914217" fontAlgn="auto">
              <a:spcBef>
                <a:spcPts val="0"/>
              </a:spcBef>
              <a:spcAft>
                <a:spcPts val="0"/>
              </a:spcAft>
            </a:pPr>
            <a:fld id="{202589B7-0C45-8E47-9425-86DE2CAE10DB}" type="datetime1">
              <a:rPr lang="en-US" smtClean="0">
                <a:solidFill>
                  <a:srgbClr val="445469">
                    <a:tint val="75000"/>
                  </a:srgbClr>
                </a:solidFill>
                <a:cs typeface="+mn-cs"/>
              </a:rPr>
              <a:t>9/22/16</a:t>
            </a:fld>
            <a:endParaRPr lang="en-US" dirty="0">
              <a:solidFill>
                <a:srgbClr val="445469">
                  <a:tint val="75000"/>
                </a:srgbClr>
              </a:solidFill>
              <a:cs typeface="+mn-cs"/>
            </a:endParaRPr>
          </a:p>
        </p:txBody>
      </p:sp>
      <p:sp>
        <p:nvSpPr>
          <p:cNvPr id="5" name="Footer Placeholder 4"/>
          <p:cNvSpPr>
            <a:spLocks noGrp="1"/>
          </p:cNvSpPr>
          <p:nvPr>
            <p:ph type="ftr" sz="quarter" idx="3"/>
          </p:nvPr>
        </p:nvSpPr>
        <p:spPr>
          <a:xfrm>
            <a:off x="4038601" y="6356355"/>
            <a:ext cx="4114800" cy="365125"/>
          </a:xfrm>
          <a:prstGeom prst="rect">
            <a:avLst/>
          </a:prstGeom>
        </p:spPr>
        <p:txBody>
          <a:bodyPr vert="horz" lIns="182843" tIns="91422" rIns="182843" bIns="91422" rtlCol="0" anchor="ctr"/>
          <a:lstStyle>
            <a:lvl1pPr algn="ctr">
              <a:defRPr sz="1200">
                <a:solidFill>
                  <a:schemeClr val="tx1">
                    <a:tint val="75000"/>
                  </a:schemeClr>
                </a:solidFill>
                <a:latin typeface="Lato Regular"/>
              </a:defRPr>
            </a:lvl1pPr>
          </a:lstStyle>
          <a:p>
            <a:pPr defTabSz="914217" fontAlgn="auto">
              <a:spcBef>
                <a:spcPts val="0"/>
              </a:spcBef>
              <a:spcAft>
                <a:spcPts val="0"/>
              </a:spcAft>
            </a:pPr>
            <a:r>
              <a:rPr lang="ar-SA" smtClean="0">
                <a:solidFill>
                  <a:srgbClr val="445469">
                    <a:tint val="75000"/>
                  </a:srgbClr>
                </a:solidFill>
                <a:cs typeface="+mn-cs"/>
              </a:rPr>
              <a:t>موسوعة تكنولوجيا التعليم</a:t>
            </a:r>
            <a:endParaRPr lang="en-US" dirty="0">
              <a:solidFill>
                <a:srgbClr val="445469">
                  <a:tint val="75000"/>
                </a:srgbClr>
              </a:solidFill>
              <a:cs typeface="+mn-cs"/>
            </a:endParaRPr>
          </a:p>
        </p:txBody>
      </p:sp>
      <p:sp>
        <p:nvSpPr>
          <p:cNvPr id="6" name="Slide Number Placeholder 5"/>
          <p:cNvSpPr>
            <a:spLocks noGrp="1"/>
          </p:cNvSpPr>
          <p:nvPr>
            <p:ph type="sldNum" sz="quarter" idx="4"/>
          </p:nvPr>
        </p:nvSpPr>
        <p:spPr>
          <a:xfrm>
            <a:off x="8610600" y="6356355"/>
            <a:ext cx="2743200" cy="365125"/>
          </a:xfrm>
          <a:prstGeom prst="rect">
            <a:avLst/>
          </a:prstGeom>
        </p:spPr>
        <p:txBody>
          <a:bodyPr vert="horz" lIns="182843" tIns="91422" rIns="182843" bIns="91422" rtlCol="0" anchor="ctr"/>
          <a:lstStyle>
            <a:lvl1pPr algn="r">
              <a:defRPr sz="1200">
                <a:solidFill>
                  <a:schemeClr val="tx1">
                    <a:tint val="75000"/>
                  </a:schemeClr>
                </a:solidFill>
                <a:latin typeface="Lato Regular"/>
              </a:defRPr>
            </a:lvl1pPr>
          </a:lstStyle>
          <a:p>
            <a:pPr defTabSz="914217" fontAlgn="auto">
              <a:spcBef>
                <a:spcPts val="0"/>
              </a:spcBef>
              <a:spcAft>
                <a:spcPts val="0"/>
              </a:spcAft>
            </a:pPr>
            <a:fld id="{FCEE2C88-6C8F-484D-AF69-578F576B1F44}" type="slidenum">
              <a:rPr lang="en-US" smtClean="0">
                <a:solidFill>
                  <a:srgbClr val="445469">
                    <a:tint val="75000"/>
                  </a:srgbClr>
                </a:solidFill>
                <a:cs typeface="+mn-cs"/>
              </a:rPr>
              <a:pPr defTabSz="914217" fontAlgn="auto">
                <a:spcBef>
                  <a:spcPts val="0"/>
                </a:spcBef>
                <a:spcAft>
                  <a:spcPts val="0"/>
                </a:spcAft>
              </a:pPr>
              <a:t>‹#›</a:t>
            </a:fld>
            <a:endParaRPr lang="en-US" dirty="0">
              <a:solidFill>
                <a:srgbClr val="445469">
                  <a:tint val="75000"/>
                </a:srgbClr>
              </a:solidFill>
              <a:cs typeface="+mn-cs"/>
            </a:endParaRPr>
          </a:p>
        </p:txBody>
      </p:sp>
    </p:spTree>
    <p:extLst>
      <p:ext uri="{BB962C8B-B14F-4D97-AF65-F5344CB8AC3E}">
        <p14:creationId xmlns:p14="http://schemas.microsoft.com/office/powerpoint/2010/main" val="3369073934"/>
      </p:ext>
    </p:extLst>
  </p:cSld>
  <p:clrMap bg1="lt1" tx1="dk1" bg2="lt2" tx2="dk2" accent1="accent1" accent2="accent2" accent3="accent3" accent4="accent4" accent5="accent5" accent6="accent6" hlink="hlink" folHlink="folHlink"/>
  <p:sldLayoutIdLst>
    <p:sldLayoutId id="2147485209" r:id="rId1"/>
    <p:sldLayoutId id="2147485210" r:id="rId2"/>
    <p:sldLayoutId id="2147485211" r:id="rId3"/>
    <p:sldLayoutId id="2147485212" r:id="rId4"/>
    <p:sldLayoutId id="2147485213" r:id="rId5"/>
    <p:sldLayoutId id="2147485214" r:id="rId6"/>
    <p:sldLayoutId id="2147485215" r:id="rId7"/>
    <p:sldLayoutId id="2147485216" r:id="rId8"/>
    <p:sldLayoutId id="2147485217" r:id="rId9"/>
    <p:sldLayoutId id="2147485218" r:id="rId10"/>
    <p:sldLayoutId id="2147485219" r:id="rId11"/>
    <p:sldLayoutId id="2147485220" r:id="rId12"/>
    <p:sldLayoutId id="2147485221" r:id="rId13"/>
    <p:sldLayoutId id="2147485222" r:id="rId14"/>
    <p:sldLayoutId id="2147485223" r:id="rId15"/>
    <p:sldLayoutId id="2147485224" r:id="rId16"/>
    <p:sldLayoutId id="2147485225" r:id="rId17"/>
    <p:sldLayoutId id="2147485226" r:id="rId18"/>
    <p:sldLayoutId id="2147485227" r:id="rId19"/>
    <p:sldLayoutId id="2147485228" r:id="rId20"/>
    <p:sldLayoutId id="2147485229" r:id="rId21"/>
    <p:sldLayoutId id="2147485230" r:id="rId22"/>
    <p:sldLayoutId id="2147485231" r:id="rId23"/>
    <p:sldLayoutId id="2147485232" r:id="rId24"/>
    <p:sldLayoutId id="2147485233" r:id="rId25"/>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sldNum="0" hdr="0" dt="0"/>
  <p:txStyles>
    <p:titleStyle>
      <a:lvl1pPr algn="l" defTabSz="914217" rtl="0" eaLnBrk="1" latinLnBrk="0" hangingPunct="1">
        <a:lnSpc>
          <a:spcPct val="90000"/>
        </a:lnSpc>
        <a:spcBef>
          <a:spcPct val="0"/>
        </a:spcBef>
        <a:buNone/>
        <a:defRPr lang="en-US" sz="3000" kern="1200">
          <a:solidFill>
            <a:schemeClr val="tx1"/>
          </a:solidFill>
          <a:latin typeface="Lato" panose="020F0502020204030203" pitchFamily="34" charset="0"/>
          <a:ea typeface="+mj-ea"/>
          <a:cs typeface="+mj-cs"/>
        </a:defRPr>
      </a:lvl1pPr>
    </p:titleStyle>
    <p:bodyStyle>
      <a:lvl1pPr marL="228555" indent="-228555" algn="l" defTabSz="914217"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663" indent="-228555" algn="l" defTabSz="914217"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2772" indent="-228555" algn="l" defTabSz="914217"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599880" indent="-228555" algn="l" defTabSz="914217"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6989" indent="-228555" algn="l" defTabSz="914217"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097"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206"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314"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5423"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217" rtl="0" eaLnBrk="1" latinLnBrk="0" hangingPunct="1">
        <a:defRPr sz="1800" kern="1200">
          <a:solidFill>
            <a:schemeClr val="tx1"/>
          </a:solidFill>
          <a:latin typeface="+mn-lt"/>
          <a:ea typeface="+mn-ea"/>
          <a:cs typeface="+mn-cs"/>
        </a:defRPr>
      </a:lvl1pPr>
      <a:lvl2pPr marL="457109" algn="l" defTabSz="914217" rtl="0" eaLnBrk="1" latinLnBrk="0" hangingPunct="1">
        <a:defRPr sz="1800" kern="1200">
          <a:solidFill>
            <a:schemeClr val="tx1"/>
          </a:solidFill>
          <a:latin typeface="+mn-lt"/>
          <a:ea typeface="+mn-ea"/>
          <a:cs typeface="+mn-cs"/>
        </a:defRPr>
      </a:lvl2pPr>
      <a:lvl3pPr marL="914217" algn="l" defTabSz="914217" rtl="0" eaLnBrk="1" latinLnBrk="0" hangingPunct="1">
        <a:defRPr sz="1800" kern="1200">
          <a:solidFill>
            <a:schemeClr val="tx1"/>
          </a:solidFill>
          <a:latin typeface="+mn-lt"/>
          <a:ea typeface="+mn-ea"/>
          <a:cs typeface="+mn-cs"/>
        </a:defRPr>
      </a:lvl3pPr>
      <a:lvl4pPr marL="1371326" algn="l" defTabSz="914217" rtl="0" eaLnBrk="1" latinLnBrk="0" hangingPunct="1">
        <a:defRPr sz="1800" kern="1200">
          <a:solidFill>
            <a:schemeClr val="tx1"/>
          </a:solidFill>
          <a:latin typeface="+mn-lt"/>
          <a:ea typeface="+mn-ea"/>
          <a:cs typeface="+mn-cs"/>
        </a:defRPr>
      </a:lvl4pPr>
      <a:lvl5pPr marL="1828434" algn="l" defTabSz="914217" rtl="0" eaLnBrk="1" latinLnBrk="0" hangingPunct="1">
        <a:defRPr sz="1800" kern="1200">
          <a:solidFill>
            <a:schemeClr val="tx1"/>
          </a:solidFill>
          <a:latin typeface="+mn-lt"/>
          <a:ea typeface="+mn-ea"/>
          <a:cs typeface="+mn-cs"/>
        </a:defRPr>
      </a:lvl5pPr>
      <a:lvl6pPr marL="2285543" algn="l" defTabSz="914217" rtl="0" eaLnBrk="1" latinLnBrk="0" hangingPunct="1">
        <a:defRPr sz="1800" kern="1200">
          <a:solidFill>
            <a:schemeClr val="tx1"/>
          </a:solidFill>
          <a:latin typeface="+mn-lt"/>
          <a:ea typeface="+mn-ea"/>
          <a:cs typeface="+mn-cs"/>
        </a:defRPr>
      </a:lvl6pPr>
      <a:lvl7pPr marL="2742652" algn="l" defTabSz="914217" rtl="0" eaLnBrk="1" latinLnBrk="0" hangingPunct="1">
        <a:defRPr sz="1800" kern="1200">
          <a:solidFill>
            <a:schemeClr val="tx1"/>
          </a:solidFill>
          <a:latin typeface="+mn-lt"/>
          <a:ea typeface="+mn-ea"/>
          <a:cs typeface="+mn-cs"/>
        </a:defRPr>
      </a:lvl7pPr>
      <a:lvl8pPr marL="3199760" algn="l" defTabSz="914217" rtl="0" eaLnBrk="1" latinLnBrk="0" hangingPunct="1">
        <a:defRPr sz="1800" kern="1200">
          <a:solidFill>
            <a:schemeClr val="tx1"/>
          </a:solidFill>
          <a:latin typeface="+mn-lt"/>
          <a:ea typeface="+mn-ea"/>
          <a:cs typeface="+mn-cs"/>
        </a:defRPr>
      </a:lvl8pPr>
      <a:lvl9pPr marL="3656869" algn="l" defTabSz="914217"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7" name="Rectangle 6"/>
          <p:cNvSpPr/>
          <p:nvPr userDrawn="1"/>
        </p:nvSpPr>
        <p:spPr>
          <a:xfrm>
            <a:off x="0" y="6692348"/>
            <a:ext cx="12192000" cy="165652"/>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Oval 10"/>
          <p:cNvSpPr/>
          <p:nvPr userDrawn="1"/>
        </p:nvSpPr>
        <p:spPr>
          <a:xfrm>
            <a:off x="5913120" y="6409414"/>
            <a:ext cx="365760" cy="36576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Oval 11"/>
          <p:cNvSpPr/>
          <p:nvPr userDrawn="1"/>
        </p:nvSpPr>
        <p:spPr>
          <a:xfrm>
            <a:off x="6302734" y="6409414"/>
            <a:ext cx="365760" cy="36576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3" name="Oval 12"/>
          <p:cNvSpPr/>
          <p:nvPr userDrawn="1"/>
        </p:nvSpPr>
        <p:spPr>
          <a:xfrm>
            <a:off x="5523506" y="6409414"/>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Tree>
    <p:extLst>
      <p:ext uri="{BB962C8B-B14F-4D97-AF65-F5344CB8AC3E}">
        <p14:creationId xmlns:p14="http://schemas.microsoft.com/office/powerpoint/2010/main" val="2512697601"/>
      </p:ext>
    </p:extLst>
  </p:cSld>
  <p:clrMap bg1="lt1" tx1="dk1" bg2="lt2" tx2="dk2" accent1="accent1" accent2="accent2" accent3="accent3" accent4="accent4" accent5="accent5" accent6="accent6" hlink="hlink" folHlink="folHlink"/>
  <p:sldLayoutIdLst>
    <p:sldLayoutId id="2147485436" r:id="rId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blipFill dpi="0" rotWithShape="1">
          <a:blip r:embed="rId3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smtClean="0"/>
              <a:t>Click to edit Master title style</a:t>
            </a:r>
            <a:endParaRPr lang="en-AU"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55F09EA1-7222-574F-9F6D-3DF343E67A6D}" type="datetime1">
              <a:rPr lang="en-US" smtClean="0">
                <a:solidFill>
                  <a:prstClr val="black">
                    <a:tint val="75000"/>
                  </a:prstClr>
                </a:solidFill>
                <a:latin typeface="Montserrat Light"/>
                <a:cs typeface="+mn-cs"/>
              </a:rPr>
              <a:t>9/22/16</a:t>
            </a:fld>
            <a:endParaRPr lang="en-AU">
              <a:solidFill>
                <a:prstClr val="black">
                  <a:tint val="75000"/>
                </a:prstClr>
              </a:solidFill>
              <a:latin typeface="Montserrat Ligh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Montserrat Light"/>
                <a:cs typeface="+mn-cs"/>
              </a:rPr>
              <a:t>موسوعة تكنولوجيا التعليم</a:t>
            </a:r>
            <a:endParaRPr lang="en-AU">
              <a:solidFill>
                <a:prstClr val="black">
                  <a:tint val="75000"/>
                </a:prstClr>
              </a:solidFill>
              <a:latin typeface="Montserrat Ligh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8E6ECA09-A5CB-48CE-BB88-B28C1260C3AE}" type="slidenum">
              <a:rPr lang="en-AU" smtClean="0">
                <a:solidFill>
                  <a:prstClr val="black">
                    <a:tint val="75000"/>
                  </a:prstClr>
                </a:solidFill>
                <a:latin typeface="Montserrat Light"/>
                <a:cs typeface="+mn-cs"/>
              </a:rPr>
              <a:pPr fontAlgn="auto">
                <a:spcBef>
                  <a:spcPts val="0"/>
                </a:spcBef>
                <a:spcAft>
                  <a:spcPts val="0"/>
                </a:spcAft>
              </a:pPr>
              <a:t>‹#›</a:t>
            </a:fld>
            <a:endParaRPr lang="en-AU">
              <a:solidFill>
                <a:prstClr val="black">
                  <a:tint val="75000"/>
                </a:prstClr>
              </a:solidFill>
              <a:latin typeface="Montserrat Light"/>
              <a:cs typeface="+mn-cs"/>
            </a:endParaRPr>
          </a:p>
        </p:txBody>
      </p:sp>
    </p:spTree>
    <p:extLst>
      <p:ext uri="{BB962C8B-B14F-4D97-AF65-F5344CB8AC3E}">
        <p14:creationId xmlns:p14="http://schemas.microsoft.com/office/powerpoint/2010/main" val="3976466896"/>
      </p:ext>
    </p:extLst>
  </p:cSld>
  <p:clrMap bg1="lt1" tx1="dk1" bg2="lt2" tx2="dk2" accent1="accent1" accent2="accent2" accent3="accent3" accent4="accent4" accent5="accent5" accent6="accent6" hlink="hlink" folHlink="folHlink"/>
  <p:sldLayoutIdLst>
    <p:sldLayoutId id="2147485438" r:id="rId1"/>
    <p:sldLayoutId id="2147485439" r:id="rId2"/>
    <p:sldLayoutId id="2147485440" r:id="rId3"/>
    <p:sldLayoutId id="2147485441" r:id="rId4"/>
    <p:sldLayoutId id="2147485442" r:id="rId5"/>
    <p:sldLayoutId id="2147485443" r:id="rId6"/>
    <p:sldLayoutId id="2147485444" r:id="rId7"/>
    <p:sldLayoutId id="2147485445" r:id="rId8"/>
    <p:sldLayoutId id="2147485446" r:id="rId9"/>
    <p:sldLayoutId id="2147485447" r:id="rId10"/>
    <p:sldLayoutId id="2147485448" r:id="rId11"/>
    <p:sldLayoutId id="2147485449" r:id="rId12"/>
    <p:sldLayoutId id="2147485450" r:id="rId13"/>
    <p:sldLayoutId id="2147485451" r:id="rId14"/>
    <p:sldLayoutId id="2147485452" r:id="rId15"/>
    <p:sldLayoutId id="2147485453" r:id="rId16"/>
    <p:sldLayoutId id="2147485454" r:id="rId17"/>
    <p:sldLayoutId id="2147485455" r:id="rId18"/>
    <p:sldLayoutId id="2147485456" r:id="rId19"/>
    <p:sldLayoutId id="2147485457" r:id="rId20"/>
    <p:sldLayoutId id="2147485458" r:id="rId21"/>
    <p:sldLayoutId id="2147485459" r:id="rId22"/>
    <p:sldLayoutId id="2147485460" r:id="rId23"/>
    <p:sldLayoutId id="2147485461" r:id="rId24"/>
    <p:sldLayoutId id="2147485462" r:id="rId25"/>
    <p:sldLayoutId id="2147485463" r:id="rId26"/>
    <p:sldLayoutId id="2147485464" r:id="rId27"/>
    <p:sldLayoutId id="2147485465" r:id="rId28"/>
    <p:sldLayoutId id="2147485466" r:id="rId29"/>
    <p:sldLayoutId id="2147485467" r:id="rId30"/>
    <p:sldLayoutId id="2147486032" r:id="rId3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p15:clr>
            <a:srgbClr val="F26B43"/>
          </p15:clr>
        </p15:guide>
        <p15:guide id="2" orient="horz" pos="2160">
          <p15:clr>
            <a:srgbClr val="F26B43"/>
          </p15:clr>
        </p15:guide>
        <p15:guide id="3" pos="7287">
          <p15:clr>
            <a:srgbClr val="F26B43"/>
          </p15:clr>
        </p15:guide>
        <p15:guide id="4" pos="393">
          <p15:clr>
            <a:srgbClr val="F26B43"/>
          </p15:clr>
        </p15:guide>
        <p15:guide id="5" orient="horz" pos="3884">
          <p15:clr>
            <a:srgbClr val="F26B43"/>
          </p15:clr>
        </p15:guide>
        <p15:guide id="6" orient="horz" pos="436">
          <p15:clr>
            <a:srgbClr val="F26B43"/>
          </p15:clr>
        </p15:guide>
      </p15:sldGuideLst>
    </p:ext>
  </p:extLst>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blipFill dpi="0" rotWithShape="1">
          <a:blip r:embed="rId36">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smtClean="0"/>
              <a:t>Click to edit Master title style</a:t>
            </a:r>
            <a:endParaRPr lang="en-AU"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81F50F2D-D2CD-7248-8F49-4A058C64452A}" type="datetime1">
              <a:rPr lang="en-US" smtClean="0">
                <a:solidFill>
                  <a:prstClr val="black">
                    <a:tint val="75000"/>
                  </a:prstClr>
                </a:solidFill>
                <a:latin typeface="Roboto Lt"/>
                <a:cs typeface="+mn-cs"/>
              </a:rPr>
              <a:t>9/22/16</a:t>
            </a:fld>
            <a:endParaRPr lang="en-AU">
              <a:solidFill>
                <a:prstClr val="black">
                  <a:tint val="75000"/>
                </a:prstClr>
              </a:solidFill>
              <a:latin typeface="Roboto L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Roboto Lt"/>
                <a:cs typeface="+mn-cs"/>
              </a:rPr>
              <a:t>موسوعة تكنولوجيا التعليم</a:t>
            </a:r>
            <a:endParaRPr lang="en-AU">
              <a:solidFill>
                <a:prstClr val="black">
                  <a:tint val="75000"/>
                </a:prstClr>
              </a:solidFill>
              <a:latin typeface="Roboto L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B2368EEF-F8D6-448A-9AF0-691E77075A3E}" type="slidenum">
              <a:rPr lang="en-AU" smtClean="0">
                <a:solidFill>
                  <a:prstClr val="black">
                    <a:tint val="75000"/>
                  </a:prstClr>
                </a:solidFill>
                <a:latin typeface="Roboto Lt"/>
                <a:cs typeface="+mn-cs"/>
              </a:rPr>
              <a:pPr fontAlgn="auto">
                <a:spcBef>
                  <a:spcPts val="0"/>
                </a:spcBef>
                <a:spcAft>
                  <a:spcPts val="0"/>
                </a:spcAft>
              </a:pPr>
              <a:t>‹#›</a:t>
            </a:fld>
            <a:endParaRPr lang="en-AU">
              <a:solidFill>
                <a:prstClr val="black">
                  <a:tint val="75000"/>
                </a:prstClr>
              </a:solidFill>
              <a:latin typeface="Roboto Lt"/>
              <a:cs typeface="+mn-cs"/>
            </a:endParaRPr>
          </a:p>
        </p:txBody>
      </p:sp>
    </p:spTree>
    <p:extLst>
      <p:ext uri="{BB962C8B-B14F-4D97-AF65-F5344CB8AC3E}">
        <p14:creationId xmlns:p14="http://schemas.microsoft.com/office/powerpoint/2010/main" val="16449171"/>
      </p:ext>
    </p:extLst>
  </p:cSld>
  <p:clrMap bg1="lt1" tx1="dk1" bg2="lt2" tx2="dk2" accent1="accent1" accent2="accent2" accent3="accent3" accent4="accent4" accent5="accent5" accent6="accent6" hlink="hlink" folHlink="folHlink"/>
  <p:sldLayoutIdLst>
    <p:sldLayoutId id="2147485469" r:id="rId1"/>
    <p:sldLayoutId id="2147485470" r:id="rId2"/>
    <p:sldLayoutId id="2147485471" r:id="rId3"/>
    <p:sldLayoutId id="2147485472" r:id="rId4"/>
    <p:sldLayoutId id="2147485473" r:id="rId5"/>
    <p:sldLayoutId id="2147485474" r:id="rId6"/>
    <p:sldLayoutId id="2147485475" r:id="rId7"/>
    <p:sldLayoutId id="2147485476" r:id="rId8"/>
    <p:sldLayoutId id="2147485477" r:id="rId9"/>
    <p:sldLayoutId id="2147485478" r:id="rId10"/>
    <p:sldLayoutId id="2147485479" r:id="rId11"/>
    <p:sldLayoutId id="2147485480" r:id="rId12"/>
    <p:sldLayoutId id="2147485481" r:id="rId13"/>
    <p:sldLayoutId id="2147485482" r:id="rId14"/>
    <p:sldLayoutId id="2147485483" r:id="rId15"/>
    <p:sldLayoutId id="2147485484" r:id="rId16"/>
    <p:sldLayoutId id="2147485485" r:id="rId17"/>
    <p:sldLayoutId id="2147485486" r:id="rId18"/>
    <p:sldLayoutId id="2147485487" r:id="rId19"/>
    <p:sldLayoutId id="2147485488" r:id="rId20"/>
    <p:sldLayoutId id="2147485489" r:id="rId21"/>
    <p:sldLayoutId id="2147485490" r:id="rId22"/>
    <p:sldLayoutId id="2147485491" r:id="rId23"/>
    <p:sldLayoutId id="2147485492" r:id="rId24"/>
    <p:sldLayoutId id="2147485493" r:id="rId25"/>
    <p:sldLayoutId id="2147485494" r:id="rId26"/>
    <p:sldLayoutId id="2147485495" r:id="rId27"/>
    <p:sldLayoutId id="2147485496" r:id="rId28"/>
    <p:sldLayoutId id="2147485497" r:id="rId29"/>
    <p:sldLayoutId id="2147485498" r:id="rId30"/>
    <p:sldLayoutId id="2147485499" r:id="rId31"/>
    <p:sldLayoutId id="2147485500" r:id="rId32"/>
    <p:sldLayoutId id="2147485501" r:id="rId33"/>
    <p:sldLayoutId id="2147485724" r:id="rId34"/>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p15:clr>
            <a:srgbClr val="F26B43"/>
          </p15:clr>
        </p15:guide>
        <p15:guide id="2" orient="horz" pos="2160">
          <p15:clr>
            <a:srgbClr val="F26B43"/>
          </p15:clr>
        </p15:guide>
        <p15:guide id="3" pos="7378">
          <p15:clr>
            <a:srgbClr val="F26B43"/>
          </p15:clr>
        </p15:guide>
        <p15:guide id="4" pos="302">
          <p15:clr>
            <a:srgbClr val="F26B43"/>
          </p15:clr>
        </p15:guide>
        <p15:guide id="5" orient="horz" pos="3884">
          <p15:clr>
            <a:srgbClr val="F26B43"/>
          </p15:clr>
        </p15:guide>
        <p15:guide id="6" orient="horz" pos="436">
          <p15:clr>
            <a:srgbClr val="F26B43"/>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blipFill dpi="0" rotWithShape="1">
          <a:blip r:embed="rId51">
            <a:lum/>
          </a:blip>
          <a:srcRect/>
          <a:stretch>
            <a:fillRect/>
          </a:stretch>
        </a:blipFill>
        <a:effectLst/>
      </p:bgPr>
    </p:bg>
    <p:spTree>
      <p:nvGrpSpPr>
        <p:cNvPr id="1" name=""/>
        <p:cNvGrpSpPr/>
        <p:nvPr/>
      </p:nvGrpSpPr>
      <p:grpSpPr>
        <a:xfrm>
          <a:off x="0" y="0"/>
          <a:ext cx="0" cy="0"/>
          <a:chOff x="0" y="0"/>
          <a:chExt cx="0" cy="0"/>
        </a:xfrm>
      </p:grpSpPr>
      <p:sp>
        <p:nvSpPr>
          <p:cNvPr id="2" name="Rounded Rectangle 1"/>
          <p:cNvSpPr/>
          <p:nvPr userDrawn="1"/>
        </p:nvSpPr>
        <p:spPr>
          <a:xfrm>
            <a:off x="11573937" y="324580"/>
            <a:ext cx="366184" cy="284632"/>
          </a:xfrm>
          <a:prstGeom prst="roundRect">
            <a:avLst>
              <a:gd name="adj" fmla="val 21739"/>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14068" tIns="57035" rIns="114068" bIns="57035" rtlCol="0" anchor="ctr"/>
          <a:lstStyle/>
          <a:p>
            <a:pPr algn="ctr" defTabSz="486044" fontAlgn="auto">
              <a:spcBef>
                <a:spcPts val="0"/>
              </a:spcBef>
              <a:spcAft>
                <a:spcPts val="0"/>
              </a:spcAft>
            </a:pPr>
            <a:endParaRPr lang="en-US" sz="1920" dirty="0">
              <a:solidFill>
                <a:srgbClr val="7F7F7F"/>
              </a:solidFill>
            </a:endParaRPr>
          </a:p>
        </p:txBody>
      </p:sp>
      <p:sp>
        <p:nvSpPr>
          <p:cNvPr id="3" name="TextBox 2"/>
          <p:cNvSpPr txBox="1"/>
          <p:nvPr userDrawn="1"/>
        </p:nvSpPr>
        <p:spPr>
          <a:xfrm flipH="1">
            <a:off x="11658948" y="316115"/>
            <a:ext cx="194387" cy="293098"/>
          </a:xfrm>
          <a:prstGeom prst="rect">
            <a:avLst/>
          </a:prstGeom>
          <a:noFill/>
        </p:spPr>
        <p:txBody>
          <a:bodyPr wrap="none" lIns="0" tIns="0" rIns="0" bIns="0" rtlCol="0" anchor="ctr" anchorCtr="1">
            <a:normAutofit/>
          </a:bodyPr>
          <a:lstStyle/>
          <a:p>
            <a:pPr algn="ctr" defTabSz="486044" fontAlgn="auto">
              <a:spcBef>
                <a:spcPts val="0"/>
              </a:spcBef>
              <a:spcAft>
                <a:spcPts val="0"/>
              </a:spcAft>
            </a:pPr>
            <a:fld id="{FCEE2C88-6C8F-484D-AF69-578F576B1F44}" type="slidenum">
              <a:rPr lang="en-US" sz="1080" smtClean="0">
                <a:solidFill>
                  <a:prstClr val="white"/>
                </a:solidFill>
                <a:latin typeface="Arial"/>
                <a:cs typeface="Arial"/>
              </a:rPr>
              <a:pPr algn="ctr" defTabSz="486044" fontAlgn="auto">
                <a:spcBef>
                  <a:spcPts val="0"/>
                </a:spcBef>
                <a:spcAft>
                  <a:spcPts val="0"/>
                </a:spcAft>
              </a:pPr>
              <a:t>‹#›</a:t>
            </a:fld>
            <a:endParaRPr lang="en-US" sz="1080" dirty="0">
              <a:solidFill>
                <a:prstClr val="white"/>
              </a:solidFill>
              <a:latin typeface="Arial"/>
              <a:cs typeface="Arial"/>
            </a:endParaRPr>
          </a:p>
        </p:txBody>
      </p:sp>
    </p:spTree>
    <p:extLst>
      <p:ext uri="{BB962C8B-B14F-4D97-AF65-F5344CB8AC3E}">
        <p14:creationId xmlns:p14="http://schemas.microsoft.com/office/powerpoint/2010/main" val="733171068"/>
      </p:ext>
    </p:extLst>
  </p:cSld>
  <p:clrMap bg1="lt1" tx1="dk1" bg2="lt2" tx2="dk2" accent1="accent1" accent2="accent2" accent3="accent3" accent4="accent4" accent5="accent5" accent6="accent6" hlink="hlink" folHlink="folHlink"/>
  <p:sldLayoutIdLst>
    <p:sldLayoutId id="2147485583" r:id="rId1"/>
    <p:sldLayoutId id="2147485584" r:id="rId2"/>
    <p:sldLayoutId id="2147485585" r:id="rId3"/>
    <p:sldLayoutId id="2147485586" r:id="rId4"/>
    <p:sldLayoutId id="2147485587" r:id="rId5"/>
    <p:sldLayoutId id="2147485588" r:id="rId6"/>
    <p:sldLayoutId id="2147485589" r:id="rId7"/>
    <p:sldLayoutId id="2147485590" r:id="rId8"/>
    <p:sldLayoutId id="2147485591" r:id="rId9"/>
    <p:sldLayoutId id="2147485592" r:id="rId10"/>
    <p:sldLayoutId id="2147485593" r:id="rId11"/>
    <p:sldLayoutId id="2147485594" r:id="rId12"/>
    <p:sldLayoutId id="2147485595" r:id="rId13"/>
    <p:sldLayoutId id="2147485596" r:id="rId14"/>
    <p:sldLayoutId id="2147485597" r:id="rId15"/>
    <p:sldLayoutId id="2147485598" r:id="rId16"/>
    <p:sldLayoutId id="2147485599" r:id="rId17"/>
    <p:sldLayoutId id="2147485600" r:id="rId18"/>
    <p:sldLayoutId id="2147485601" r:id="rId19"/>
    <p:sldLayoutId id="2147485602" r:id="rId20"/>
    <p:sldLayoutId id="2147485603" r:id="rId21"/>
    <p:sldLayoutId id="2147485604" r:id="rId22"/>
    <p:sldLayoutId id="2147485605" r:id="rId23"/>
    <p:sldLayoutId id="2147485606" r:id="rId24"/>
    <p:sldLayoutId id="2147485607" r:id="rId25"/>
    <p:sldLayoutId id="2147485608" r:id="rId26"/>
    <p:sldLayoutId id="2147485609" r:id="rId27"/>
    <p:sldLayoutId id="2147485610" r:id="rId28"/>
    <p:sldLayoutId id="2147485611" r:id="rId29"/>
    <p:sldLayoutId id="2147485612" r:id="rId30"/>
    <p:sldLayoutId id="2147485613" r:id="rId31"/>
    <p:sldLayoutId id="2147485614" r:id="rId32"/>
    <p:sldLayoutId id="2147485615" r:id="rId33"/>
    <p:sldLayoutId id="2147485616" r:id="rId34"/>
    <p:sldLayoutId id="2147485617" r:id="rId35"/>
    <p:sldLayoutId id="2147485618" r:id="rId36"/>
    <p:sldLayoutId id="2147485619" r:id="rId37"/>
    <p:sldLayoutId id="2147485620" r:id="rId38"/>
    <p:sldLayoutId id="2147485621" r:id="rId39"/>
    <p:sldLayoutId id="2147485622" r:id="rId40"/>
    <p:sldLayoutId id="2147485623" r:id="rId41"/>
    <p:sldLayoutId id="2147485624" r:id="rId42"/>
    <p:sldLayoutId id="2147485625" r:id="rId43"/>
    <p:sldLayoutId id="2147485626" r:id="rId44"/>
    <p:sldLayoutId id="2147485627" r:id="rId45"/>
    <p:sldLayoutId id="2147485628" r:id="rId46"/>
    <p:sldLayoutId id="2147485629" r:id="rId47"/>
    <p:sldLayoutId id="2147485630" r:id="rId48"/>
    <p:sldLayoutId id="2147485631" r:id="rId49"/>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200"/>
                                  </p:stCondLst>
                                  <p:childTnLst>
                                    <p:set>
                                      <p:cBhvr>
                                        <p:cTn id="6" dur="1" fill="hold">
                                          <p:stCondLst>
                                            <p:cond delay="0"/>
                                          </p:stCondLst>
                                        </p:cTn>
                                        <p:tgtEl>
                                          <p:spTgt spid="2"/>
                                        </p:tgtEl>
                                        <p:attrNameLst>
                                          <p:attrName>style.visibility</p:attrName>
                                        </p:attrNameLst>
                                      </p:cBhvr>
                                      <p:to>
                                        <p:strVal val="visible"/>
                                      </p:to>
                                    </p:set>
                                    <p:anim calcmode="lin" valueType="num">
                                      <p:cBhvr>
                                        <p:cTn id="7" dur="300" fill="hold"/>
                                        <p:tgtEl>
                                          <p:spTgt spid="2"/>
                                        </p:tgtEl>
                                        <p:attrNameLst>
                                          <p:attrName>ppt_w</p:attrName>
                                        </p:attrNameLst>
                                      </p:cBhvr>
                                      <p:tavLst>
                                        <p:tav tm="0">
                                          <p:val>
                                            <p:fltVal val="0"/>
                                          </p:val>
                                        </p:tav>
                                        <p:tav tm="100000">
                                          <p:val>
                                            <p:strVal val="#ppt_w"/>
                                          </p:val>
                                        </p:tav>
                                      </p:tavLst>
                                    </p:anim>
                                    <p:anim calcmode="lin" valueType="num">
                                      <p:cBhvr>
                                        <p:cTn id="8" dur="300" fill="hold"/>
                                        <p:tgtEl>
                                          <p:spTgt spid="2"/>
                                        </p:tgtEl>
                                        <p:attrNameLst>
                                          <p:attrName>ppt_h</p:attrName>
                                        </p:attrNameLst>
                                      </p:cBhvr>
                                      <p:tavLst>
                                        <p:tav tm="0">
                                          <p:val>
                                            <p:fltVal val="0"/>
                                          </p:val>
                                        </p:tav>
                                        <p:tav tm="100000">
                                          <p:val>
                                            <p:strVal val="#ppt_h"/>
                                          </p:val>
                                        </p:tav>
                                      </p:tavLst>
                                    </p:anim>
                                    <p:animEffect transition="in" filter="fade">
                                      <p:cBhvr>
                                        <p:cTn id="9" dur="3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hf sldNum="0" hdr="0" dt="0"/>
  <p:txStyles>
    <p:titleStyle>
      <a:lvl1pPr algn="ctr" defTabSz="486044" rtl="0" eaLnBrk="1" latinLnBrk="0" hangingPunct="1">
        <a:spcBef>
          <a:spcPct val="0"/>
        </a:spcBef>
        <a:buNone/>
        <a:defRPr sz="4680" kern="1200">
          <a:solidFill>
            <a:schemeClr val="tx1"/>
          </a:solidFill>
          <a:latin typeface="+mj-lt"/>
          <a:ea typeface="+mj-ea"/>
          <a:cs typeface="+mj-cs"/>
        </a:defRPr>
      </a:lvl1pPr>
    </p:titleStyle>
    <p:bodyStyle>
      <a:lvl1pPr marL="364532" indent="-364532" algn="l" defTabSz="486044" rtl="0" eaLnBrk="1" latinLnBrk="0" hangingPunct="1">
        <a:spcBef>
          <a:spcPct val="20000"/>
        </a:spcBef>
        <a:buFont typeface="Arial"/>
        <a:buChar char="•"/>
        <a:defRPr sz="3360" kern="1200">
          <a:solidFill>
            <a:schemeClr val="tx1"/>
          </a:solidFill>
          <a:latin typeface="+mn-lt"/>
          <a:ea typeface="+mn-ea"/>
          <a:cs typeface="+mn-cs"/>
        </a:defRPr>
      </a:lvl1pPr>
      <a:lvl2pPr marL="789821" indent="-303776" algn="l" defTabSz="486044" rtl="0" eaLnBrk="1" latinLnBrk="0" hangingPunct="1">
        <a:spcBef>
          <a:spcPct val="20000"/>
        </a:spcBef>
        <a:buFont typeface="Arial"/>
        <a:buChar char="–"/>
        <a:defRPr sz="3000" kern="1200">
          <a:solidFill>
            <a:schemeClr val="tx1"/>
          </a:solidFill>
          <a:latin typeface="+mn-lt"/>
          <a:ea typeface="+mn-ea"/>
          <a:cs typeface="+mn-cs"/>
        </a:defRPr>
      </a:lvl2pPr>
      <a:lvl3pPr marL="1215109" indent="-243022" algn="l" defTabSz="486044" rtl="0" eaLnBrk="1" latinLnBrk="0" hangingPunct="1">
        <a:spcBef>
          <a:spcPct val="20000"/>
        </a:spcBef>
        <a:buFont typeface="Arial"/>
        <a:buChar char="•"/>
        <a:defRPr sz="2520" kern="1200">
          <a:solidFill>
            <a:schemeClr val="tx1"/>
          </a:solidFill>
          <a:latin typeface="+mn-lt"/>
          <a:ea typeface="+mn-ea"/>
          <a:cs typeface="+mn-cs"/>
        </a:defRPr>
      </a:lvl3pPr>
      <a:lvl4pPr marL="1701151" indent="-243022" algn="l" defTabSz="486044" rtl="0" eaLnBrk="1" latinLnBrk="0" hangingPunct="1">
        <a:spcBef>
          <a:spcPct val="20000"/>
        </a:spcBef>
        <a:buFont typeface="Arial"/>
        <a:buChar char="–"/>
        <a:defRPr sz="2160" kern="1200">
          <a:solidFill>
            <a:schemeClr val="tx1"/>
          </a:solidFill>
          <a:latin typeface="+mn-lt"/>
          <a:ea typeface="+mn-ea"/>
          <a:cs typeface="+mn-cs"/>
        </a:defRPr>
      </a:lvl4pPr>
      <a:lvl5pPr marL="2187194" indent="-243022" algn="l" defTabSz="486044" rtl="0" eaLnBrk="1" latinLnBrk="0" hangingPunct="1">
        <a:spcBef>
          <a:spcPct val="20000"/>
        </a:spcBef>
        <a:buFont typeface="Arial"/>
        <a:buChar char="»"/>
        <a:defRPr sz="2160" kern="1200">
          <a:solidFill>
            <a:schemeClr val="tx1"/>
          </a:solidFill>
          <a:latin typeface="+mn-lt"/>
          <a:ea typeface="+mn-ea"/>
          <a:cs typeface="+mn-cs"/>
        </a:defRPr>
      </a:lvl5pPr>
      <a:lvl6pPr marL="2673238" indent="-243022" algn="l" defTabSz="486044" rtl="0" eaLnBrk="1" latinLnBrk="0" hangingPunct="1">
        <a:spcBef>
          <a:spcPct val="20000"/>
        </a:spcBef>
        <a:buFont typeface="Arial"/>
        <a:buChar char="•"/>
        <a:defRPr sz="2160" kern="1200">
          <a:solidFill>
            <a:schemeClr val="tx1"/>
          </a:solidFill>
          <a:latin typeface="+mn-lt"/>
          <a:ea typeface="+mn-ea"/>
          <a:cs typeface="+mn-cs"/>
        </a:defRPr>
      </a:lvl6pPr>
      <a:lvl7pPr marL="3159282" indent="-243022" algn="l" defTabSz="486044" rtl="0" eaLnBrk="1" latinLnBrk="0" hangingPunct="1">
        <a:spcBef>
          <a:spcPct val="20000"/>
        </a:spcBef>
        <a:buFont typeface="Arial"/>
        <a:buChar char="•"/>
        <a:defRPr sz="2160" kern="1200">
          <a:solidFill>
            <a:schemeClr val="tx1"/>
          </a:solidFill>
          <a:latin typeface="+mn-lt"/>
          <a:ea typeface="+mn-ea"/>
          <a:cs typeface="+mn-cs"/>
        </a:defRPr>
      </a:lvl7pPr>
      <a:lvl8pPr marL="3645325" indent="-243022" algn="l" defTabSz="486044" rtl="0" eaLnBrk="1" latinLnBrk="0" hangingPunct="1">
        <a:spcBef>
          <a:spcPct val="20000"/>
        </a:spcBef>
        <a:buFont typeface="Arial"/>
        <a:buChar char="•"/>
        <a:defRPr sz="2160" kern="1200">
          <a:solidFill>
            <a:schemeClr val="tx1"/>
          </a:solidFill>
          <a:latin typeface="+mn-lt"/>
          <a:ea typeface="+mn-ea"/>
          <a:cs typeface="+mn-cs"/>
        </a:defRPr>
      </a:lvl8pPr>
      <a:lvl9pPr marL="4131368" indent="-243022" algn="l" defTabSz="486044" rtl="0" eaLnBrk="1" latinLnBrk="0" hangingPunct="1">
        <a:spcBef>
          <a:spcPct val="20000"/>
        </a:spcBef>
        <a:buFont typeface="Arial"/>
        <a:buChar char="•"/>
        <a:defRPr sz="2160" kern="1200">
          <a:solidFill>
            <a:schemeClr val="tx1"/>
          </a:solidFill>
          <a:latin typeface="+mn-lt"/>
          <a:ea typeface="+mn-ea"/>
          <a:cs typeface="+mn-cs"/>
        </a:defRPr>
      </a:lvl9pPr>
    </p:bodyStyle>
    <p:otherStyle>
      <a:defPPr>
        <a:defRPr lang="en-US"/>
      </a:defPPr>
      <a:lvl1pPr marL="0" algn="l" defTabSz="486044" rtl="0" eaLnBrk="1" latinLnBrk="0" hangingPunct="1">
        <a:defRPr sz="1920" kern="1200">
          <a:solidFill>
            <a:schemeClr val="tx1"/>
          </a:solidFill>
          <a:latin typeface="+mn-lt"/>
          <a:ea typeface="+mn-ea"/>
          <a:cs typeface="+mn-cs"/>
        </a:defRPr>
      </a:lvl1pPr>
      <a:lvl2pPr marL="486044" algn="l" defTabSz="486044" rtl="0" eaLnBrk="1" latinLnBrk="0" hangingPunct="1">
        <a:defRPr sz="1920" kern="1200">
          <a:solidFill>
            <a:schemeClr val="tx1"/>
          </a:solidFill>
          <a:latin typeface="+mn-lt"/>
          <a:ea typeface="+mn-ea"/>
          <a:cs typeface="+mn-cs"/>
        </a:defRPr>
      </a:lvl2pPr>
      <a:lvl3pPr marL="972088" algn="l" defTabSz="486044" rtl="0" eaLnBrk="1" latinLnBrk="0" hangingPunct="1">
        <a:defRPr sz="1920" kern="1200">
          <a:solidFill>
            <a:schemeClr val="tx1"/>
          </a:solidFill>
          <a:latin typeface="+mn-lt"/>
          <a:ea typeface="+mn-ea"/>
          <a:cs typeface="+mn-cs"/>
        </a:defRPr>
      </a:lvl3pPr>
      <a:lvl4pPr marL="1458131" algn="l" defTabSz="486044" rtl="0" eaLnBrk="1" latinLnBrk="0" hangingPunct="1">
        <a:defRPr sz="1920" kern="1200">
          <a:solidFill>
            <a:schemeClr val="tx1"/>
          </a:solidFill>
          <a:latin typeface="+mn-lt"/>
          <a:ea typeface="+mn-ea"/>
          <a:cs typeface="+mn-cs"/>
        </a:defRPr>
      </a:lvl4pPr>
      <a:lvl5pPr marL="1944173" algn="l" defTabSz="486044" rtl="0" eaLnBrk="1" latinLnBrk="0" hangingPunct="1">
        <a:defRPr sz="1920" kern="1200">
          <a:solidFill>
            <a:schemeClr val="tx1"/>
          </a:solidFill>
          <a:latin typeface="+mn-lt"/>
          <a:ea typeface="+mn-ea"/>
          <a:cs typeface="+mn-cs"/>
        </a:defRPr>
      </a:lvl5pPr>
      <a:lvl6pPr marL="2430216" algn="l" defTabSz="486044" rtl="0" eaLnBrk="1" latinLnBrk="0" hangingPunct="1">
        <a:defRPr sz="1920" kern="1200">
          <a:solidFill>
            <a:schemeClr val="tx1"/>
          </a:solidFill>
          <a:latin typeface="+mn-lt"/>
          <a:ea typeface="+mn-ea"/>
          <a:cs typeface="+mn-cs"/>
        </a:defRPr>
      </a:lvl6pPr>
      <a:lvl7pPr marL="2916259" algn="l" defTabSz="486044" rtl="0" eaLnBrk="1" latinLnBrk="0" hangingPunct="1">
        <a:defRPr sz="1920" kern="1200">
          <a:solidFill>
            <a:schemeClr val="tx1"/>
          </a:solidFill>
          <a:latin typeface="+mn-lt"/>
          <a:ea typeface="+mn-ea"/>
          <a:cs typeface="+mn-cs"/>
        </a:defRPr>
      </a:lvl7pPr>
      <a:lvl8pPr marL="3402304" algn="l" defTabSz="486044" rtl="0" eaLnBrk="1" latinLnBrk="0" hangingPunct="1">
        <a:defRPr sz="1920" kern="1200">
          <a:solidFill>
            <a:schemeClr val="tx1"/>
          </a:solidFill>
          <a:latin typeface="+mn-lt"/>
          <a:ea typeface="+mn-ea"/>
          <a:cs typeface="+mn-cs"/>
        </a:defRPr>
      </a:lvl8pPr>
      <a:lvl9pPr marL="3888347" algn="l" defTabSz="486044" rtl="0" eaLnBrk="1" latinLnBrk="0" hangingPunct="1">
        <a:defRPr sz="192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blipFill dpi="0" rotWithShape="1">
          <a:blip r:embed="rId14">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8255915"/>
      </p:ext>
    </p:extLst>
  </p:cSld>
  <p:clrMap bg1="lt1" tx1="dk1" bg2="lt2" tx2="dk2" accent1="accent1" accent2="accent2" accent3="accent3" accent4="accent4" accent5="accent5" accent6="accent6" hlink="hlink" folHlink="folHlink"/>
  <p:sldLayoutIdLst>
    <p:sldLayoutId id="2147485633" r:id="rId1"/>
    <p:sldLayoutId id="2147485634" r:id="rId2"/>
    <p:sldLayoutId id="2147485635" r:id="rId3"/>
    <p:sldLayoutId id="2147485636" r:id="rId4"/>
    <p:sldLayoutId id="2147485637" r:id="rId5"/>
    <p:sldLayoutId id="2147485638" r:id="rId6"/>
    <p:sldLayoutId id="2147485639" r:id="rId7"/>
    <p:sldLayoutId id="2147485640" r:id="rId8"/>
    <p:sldLayoutId id="2147485641" r:id="rId9"/>
    <p:sldLayoutId id="2147485642" r:id="rId10"/>
    <p:sldLayoutId id="2147485643" r:id="rId11"/>
    <p:sldLayoutId id="2147485644" r:id="rId12"/>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97053803"/>
      </p:ext>
    </p:extLst>
  </p:cSld>
  <p:clrMap bg1="lt1" tx1="dk1" bg2="lt2" tx2="dk2" accent1="accent1" accent2="accent2" accent3="accent3" accent4="accent4" accent5="accent5" accent6="accent6" hlink="hlink" folHlink="folHlink"/>
  <p:sldLayoutIdLst>
    <p:sldLayoutId id="2147485646" r:id="rId1"/>
    <p:sldLayoutId id="2147485647" r:id="rId2"/>
    <p:sldLayoutId id="2147485648" r:id="rId3"/>
    <p:sldLayoutId id="2147485649" r:id="rId4"/>
    <p:sldLayoutId id="2147485650" r:id="rId5"/>
    <p:sldLayoutId id="2147485651" r:id="rId6"/>
    <p:sldLayoutId id="2147485652" r:id="rId7"/>
    <p:sldLayoutId id="2147485653" r:id="rId8"/>
    <p:sldLayoutId id="2147485654" r:id="rId9"/>
    <p:sldLayoutId id="2147485655" r:id="rId10"/>
    <p:sldLayoutId id="2147485656" r:id="rId1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IN"/>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N"/>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F284B0D3-F0B0-C949-9ADE-B8FCA739DED8}" type="datetime1">
              <a:rPr lang="en-US" smtClean="0">
                <a:solidFill>
                  <a:prstClr val="black">
                    <a:tint val="75000"/>
                  </a:prstClr>
                </a:solidFill>
                <a:latin typeface="Calibri" panose="020F0502020204030204"/>
                <a:cs typeface="+mn-cs"/>
              </a:rPr>
              <a:t>9/22/16</a:t>
            </a:fld>
            <a:endParaRPr lang="en-IN">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Calibri" panose="020F0502020204030204"/>
                <a:cs typeface="+mn-cs"/>
              </a:rPr>
              <a:t>موسوعة تكنولوجيا التعليم</a:t>
            </a:r>
            <a:endParaRPr lang="en-IN">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11841956" y="80168"/>
            <a:ext cx="273050" cy="182563"/>
          </a:xfrm>
          <a:prstGeom prst="rect">
            <a:avLst/>
          </a:prstGeom>
          <a:solidFill>
            <a:schemeClr val="accent6">
              <a:lumMod val="50000"/>
            </a:schemeClr>
          </a:solidFill>
        </p:spPr>
        <p:txBody>
          <a:bodyPr vert="horz" lIns="0" tIns="0" rIns="0" bIns="0" rtlCol="0" anchor="ctr"/>
          <a:lstStyle>
            <a:lvl1pPr algn="ctr">
              <a:defRPr sz="10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fontAlgn="auto">
              <a:spcBef>
                <a:spcPts val="0"/>
              </a:spcBef>
              <a:spcAft>
                <a:spcPts val="0"/>
              </a:spcAft>
            </a:pPr>
            <a:fld id="{01E2D508-0D33-4BED-97DE-1BBAD8E96F9E}" type="slidenum">
              <a:rPr lang="en-IN" smtClean="0">
                <a:solidFill>
                  <a:prstClr val="white"/>
                </a:solidFill>
              </a:rPr>
              <a:pPr fontAlgn="auto">
                <a:spcBef>
                  <a:spcPts val="0"/>
                </a:spcBef>
                <a:spcAft>
                  <a:spcPts val="0"/>
                </a:spcAft>
              </a:pPr>
              <a:t>‹#›</a:t>
            </a:fld>
            <a:endParaRPr lang="en-IN" dirty="0">
              <a:solidFill>
                <a:prstClr val="white"/>
              </a:solidFill>
            </a:endParaRPr>
          </a:p>
        </p:txBody>
      </p:sp>
    </p:spTree>
    <p:extLst>
      <p:ext uri="{BB962C8B-B14F-4D97-AF65-F5344CB8AC3E}">
        <p14:creationId xmlns:p14="http://schemas.microsoft.com/office/powerpoint/2010/main" val="555884697"/>
      </p:ext>
    </p:extLst>
  </p:cSld>
  <p:clrMap bg1="lt1" tx1="dk1" bg2="lt2" tx2="dk2" accent1="accent1" accent2="accent2" accent3="accent3" accent4="accent4" accent5="accent5" accent6="accent6" hlink="hlink" folHlink="folHlink"/>
  <p:sldLayoutIdLst>
    <p:sldLayoutId id="2147485670" r:id="rId1"/>
    <p:sldLayoutId id="2147485671" r:id="rId2"/>
    <p:sldLayoutId id="2147485672" r:id="rId3"/>
    <p:sldLayoutId id="2147485673" r:id="rId4"/>
    <p:sldLayoutId id="2147485674" r:id="rId5"/>
    <p:sldLayoutId id="2147485675" r:id="rId6"/>
    <p:sldLayoutId id="2147485676" r:id="rId7"/>
    <p:sldLayoutId id="2147485677" r:id="rId8"/>
    <p:sldLayoutId id="2147485678" r:id="rId9"/>
    <p:sldLayoutId id="2147485679" r:id="rId10"/>
    <p:sldLayoutId id="2147485680"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D40A3FAD-E7C3-9246-A1BC-A88363AA225F}" type="datetime1">
              <a:rPr lang="en-US" smtClean="0">
                <a:solidFill>
                  <a:prstClr val="black">
                    <a:tint val="75000"/>
                  </a:prstClr>
                </a:solidFill>
                <a:latin typeface="Calibri" panose="020F0502020204030204"/>
              </a:rPr>
              <a:t>9/22/16</a:t>
            </a:fld>
            <a:endParaRPr lang="id-ID">
              <a:solidFill>
                <a:prstClr val="black">
                  <a:tint val="75000"/>
                </a:prstClr>
              </a:solidFill>
              <a:latin typeface="Calibri" panose="020F0502020204030204"/>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Calibri" panose="020F0502020204030204"/>
              </a:rPr>
              <a:t>موسوعة تكنولوجيا التعليم</a:t>
            </a:r>
            <a:endParaRPr lang="id-ID">
              <a:solidFill>
                <a:prstClr val="black">
                  <a:tint val="75000"/>
                </a:prstClr>
              </a:solidFill>
              <a:latin typeface="Calibri" panose="020F0502020204030204"/>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rPr>
              <a:pPr fontAlgn="auto">
                <a:spcBef>
                  <a:spcPts val="0"/>
                </a:spcBef>
                <a:spcAft>
                  <a:spcPts val="0"/>
                </a:spcAft>
              </a:pPr>
              <a:t>‹#›</a:t>
            </a:fld>
            <a:endParaRPr lang="id-ID">
              <a:solidFill>
                <a:prstClr val="black">
                  <a:tint val="75000"/>
                </a:prstClr>
              </a:solidFill>
              <a:latin typeface="Calibri" panose="020F0502020204030204"/>
            </a:endParaRPr>
          </a:p>
        </p:txBody>
      </p:sp>
    </p:spTree>
    <p:extLst>
      <p:ext uri="{BB962C8B-B14F-4D97-AF65-F5344CB8AC3E}">
        <p14:creationId xmlns:p14="http://schemas.microsoft.com/office/powerpoint/2010/main" val="1940941208"/>
      </p:ext>
    </p:extLst>
  </p:cSld>
  <p:clrMap bg1="lt1" tx1="dk1" bg2="lt2" tx2="dk2" accent1="accent1" accent2="accent2" accent3="accent3" accent4="accent4" accent5="accent5" accent6="accent6" hlink="hlink" folHlink="folHlink"/>
  <p:sldLayoutIdLst>
    <p:sldLayoutId id="2147485727" r:id="rId1"/>
    <p:sldLayoutId id="2147485728" r:id="rId2"/>
    <p:sldLayoutId id="2147485729" r:id="rId3"/>
    <p:sldLayoutId id="2147485730" r:id="rId4"/>
    <p:sldLayoutId id="2147485731" r:id="rId5"/>
    <p:sldLayoutId id="2147485732" r:id="rId6"/>
    <p:sldLayoutId id="2147485733" r:id="rId7"/>
    <p:sldLayoutId id="2147485734" r:id="rId8"/>
    <p:sldLayoutId id="2147485735" r:id="rId9"/>
    <p:sldLayoutId id="2147485736" r:id="rId10"/>
    <p:sldLayoutId id="2147485737"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7"/>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2"/>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B5B41F8D-61C8-6A49-9D47-04A500AB0624}" type="datetime1">
              <a:rPr lang="en-US" smtClean="0">
                <a:solidFill>
                  <a:srgbClr val="7E7E7E">
                    <a:tint val="75000"/>
                  </a:srgbClr>
                </a:solidFill>
                <a:latin typeface="Calibri" panose="020F0502020204030204"/>
                <a:cs typeface="+mn-cs"/>
              </a:rPr>
              <a:t>9/22/16</a:t>
            </a:fld>
            <a:endParaRPr lang="en-US">
              <a:solidFill>
                <a:srgbClr val="7E7E7E">
                  <a:tint val="75000"/>
                </a:srgbClr>
              </a:solidFill>
              <a:latin typeface="Calibri" panose="020F0502020204030204"/>
              <a:cs typeface="+mn-cs"/>
            </a:endParaRPr>
          </a:p>
        </p:txBody>
      </p:sp>
      <p:sp>
        <p:nvSpPr>
          <p:cNvPr id="5" name="Footer Placeholder 4"/>
          <p:cNvSpPr>
            <a:spLocks noGrp="1"/>
          </p:cNvSpPr>
          <p:nvPr>
            <p:ph type="ftr" sz="quarter" idx="3"/>
          </p:nvPr>
        </p:nvSpPr>
        <p:spPr>
          <a:xfrm>
            <a:off x="4038600" y="6356352"/>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srgbClr val="7E7E7E">
                    <a:tint val="75000"/>
                  </a:srgbClr>
                </a:solidFill>
                <a:latin typeface="Calibri" panose="020F0502020204030204"/>
                <a:cs typeface="+mn-cs"/>
              </a:rPr>
              <a:t>موسوعة تكنولوجيا التعليم</a:t>
            </a:r>
            <a:endParaRPr lang="en-US">
              <a:solidFill>
                <a:srgbClr val="7E7E7E">
                  <a:tint val="75000"/>
                </a:srgb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2"/>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DD85D8E7-6C0F-45E4-852D-49106AB4C5D7}" type="slidenum">
              <a:rPr lang="en-US" smtClean="0">
                <a:solidFill>
                  <a:srgbClr val="7E7E7E">
                    <a:tint val="75000"/>
                  </a:srgbClr>
                </a:solidFill>
                <a:latin typeface="Calibri" panose="020F0502020204030204"/>
                <a:cs typeface="+mn-cs"/>
              </a:rPr>
              <a:pPr fontAlgn="auto">
                <a:spcBef>
                  <a:spcPts val="0"/>
                </a:spcBef>
                <a:spcAft>
                  <a:spcPts val="0"/>
                </a:spcAft>
              </a:pPr>
              <a:t>‹#›</a:t>
            </a:fld>
            <a:endParaRPr lang="en-US">
              <a:solidFill>
                <a:srgbClr val="7E7E7E">
                  <a:tint val="75000"/>
                </a:srgbClr>
              </a:solidFill>
              <a:latin typeface="Calibri" panose="020F0502020204030204"/>
              <a:cs typeface="+mn-cs"/>
            </a:endParaRPr>
          </a:p>
        </p:txBody>
      </p:sp>
    </p:spTree>
    <p:extLst>
      <p:ext uri="{BB962C8B-B14F-4D97-AF65-F5344CB8AC3E}">
        <p14:creationId xmlns:p14="http://schemas.microsoft.com/office/powerpoint/2010/main" val="783253914"/>
      </p:ext>
    </p:extLst>
  </p:cSld>
  <p:clrMap bg1="lt1" tx1="dk1" bg2="lt2" tx2="dk2" accent1="accent1" accent2="accent2" accent3="accent3" accent4="accent4" accent5="accent5" accent6="accent6" hlink="hlink" folHlink="folHlink"/>
  <p:sldLayoutIdLst>
    <p:sldLayoutId id="2147485739" r:id="rId1"/>
    <p:sldLayoutId id="2147485740" r:id="rId2"/>
    <p:sldLayoutId id="2147485741" r:id="rId3"/>
    <p:sldLayoutId id="2147485742" r:id="rId4"/>
    <p:sldLayoutId id="2147485743" r:id="rId5"/>
    <p:sldLayoutId id="2147485744" r:id="rId6"/>
    <p:sldLayoutId id="2147485745" r:id="rId7"/>
    <p:sldLayoutId id="2147485746" r:id="rId8"/>
    <p:sldLayoutId id="2147485747" r:id="rId9"/>
    <p:sldLayoutId id="2147485748" r:id="rId10"/>
    <p:sldLayoutId id="2147485749"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7"/>
            <a:ext cx="109728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pPr fontAlgn="auto">
              <a:spcBef>
                <a:spcPts val="0"/>
              </a:spcBef>
              <a:spcAft>
                <a:spcPts val="0"/>
              </a:spcAft>
            </a:pPr>
            <a:fld id="{8B751701-A3F8-4841-9F91-531C0B5FCE6E}" type="datetime1">
              <a:rPr lang="en-US" smtClean="0">
                <a:solidFill>
                  <a:srgbClr val="000000">
                    <a:tint val="75000"/>
                  </a:srgbClr>
                </a:solidFill>
                <a:latin typeface="Calibri"/>
                <a:cs typeface="+mn-cs"/>
              </a:rPr>
              <a:t>9/22/16</a:t>
            </a:fld>
            <a:endParaRPr lang="en-US">
              <a:solidFill>
                <a:srgbClr val="000000">
                  <a:tint val="75000"/>
                </a:srgbClr>
              </a:solidFill>
              <a:latin typeface="Calibri"/>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pPr fontAlgn="auto">
              <a:spcBef>
                <a:spcPts val="0"/>
              </a:spcBef>
              <a:spcAft>
                <a:spcPts val="0"/>
              </a:spcAft>
            </a:pPr>
            <a:r>
              <a:rPr lang="ar-SA" smtClean="0">
                <a:solidFill>
                  <a:srgbClr val="000000">
                    <a:tint val="75000"/>
                  </a:srgbClr>
                </a:solidFill>
                <a:latin typeface="Calibri"/>
                <a:cs typeface="+mn-cs"/>
              </a:rPr>
              <a:t>موسوعة تكنولوجيا التعليم</a:t>
            </a:r>
            <a:endParaRPr lang="en-US">
              <a:solidFill>
                <a:srgbClr val="000000">
                  <a:tint val="75000"/>
                </a:srgbClr>
              </a:solidFill>
              <a:latin typeface="Calibri"/>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pPr fontAlgn="auto">
              <a:spcBef>
                <a:spcPts val="0"/>
              </a:spcBef>
              <a:spcAft>
                <a:spcPts val="0"/>
              </a:spcAft>
            </a:pPr>
            <a:fld id="{E16EE1C3-4C97-4D89-86D4-AB0FC9C35DCF}" type="slidenum">
              <a:rPr lang="en-US" smtClean="0">
                <a:solidFill>
                  <a:srgbClr val="000000">
                    <a:tint val="75000"/>
                  </a:srgbClr>
                </a:solidFill>
                <a:latin typeface="Calibri"/>
                <a:cs typeface="+mn-cs"/>
              </a:rPr>
              <a:pPr fontAlgn="auto">
                <a:spcBef>
                  <a:spcPts val="0"/>
                </a:spcBef>
                <a:spcAft>
                  <a:spcPts val="0"/>
                </a:spcAft>
              </a:pPr>
              <a:t>‹#›</a:t>
            </a:fld>
            <a:endParaRPr lang="en-US">
              <a:solidFill>
                <a:srgbClr val="000000">
                  <a:tint val="75000"/>
                </a:srgbClr>
              </a:solidFill>
              <a:latin typeface="Calibri"/>
              <a:cs typeface="+mn-cs"/>
            </a:endParaRPr>
          </a:p>
        </p:txBody>
      </p:sp>
    </p:spTree>
    <p:extLst>
      <p:ext uri="{BB962C8B-B14F-4D97-AF65-F5344CB8AC3E}">
        <p14:creationId xmlns:p14="http://schemas.microsoft.com/office/powerpoint/2010/main" val="4069910677"/>
      </p:ext>
    </p:extLst>
  </p:cSld>
  <p:clrMap bg1="lt1" tx1="dk1" bg2="lt2" tx2="dk2" accent1="accent1" accent2="accent2" accent3="accent3" accent4="accent4" accent5="accent5" accent6="accent6" hlink="hlink" folHlink="folHlink"/>
  <p:sldLayoutIdLst>
    <p:sldLayoutId id="2147485751" r:id="rId1"/>
    <p:sldLayoutId id="2147485752" r:id="rId2"/>
    <p:sldLayoutId id="2147485753" r:id="rId3"/>
    <p:sldLayoutId id="2147485754" r:id="rId4"/>
    <p:sldLayoutId id="2147485755" r:id="rId5"/>
    <p:sldLayoutId id="2147485756" r:id="rId6"/>
    <p:sldLayoutId id="2147485757" r:id="rId7"/>
    <p:sldLayoutId id="2147485758" r:id="rId8"/>
    <p:sldLayoutId id="2147485759" r:id="rId9"/>
    <p:sldLayoutId id="2147485760" r:id="rId10"/>
    <p:sldLayoutId id="2147485761"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7"/>
            <a:ext cx="109728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pPr fontAlgn="auto">
              <a:spcBef>
                <a:spcPts val="0"/>
              </a:spcBef>
              <a:spcAft>
                <a:spcPts val="0"/>
              </a:spcAft>
            </a:pPr>
            <a:fld id="{ADD9982E-EB17-AE4E-AE02-66F7812BDC9D}" type="datetime1">
              <a:rPr lang="en-US" smtClean="0">
                <a:solidFill>
                  <a:srgbClr val="000000">
                    <a:tint val="75000"/>
                  </a:srgbClr>
                </a:solidFill>
                <a:latin typeface="Calibri"/>
                <a:cs typeface="+mn-cs"/>
              </a:rPr>
              <a:t>9/22/16</a:t>
            </a:fld>
            <a:endParaRPr lang="en-US">
              <a:solidFill>
                <a:srgbClr val="000000">
                  <a:tint val="75000"/>
                </a:srgbClr>
              </a:solidFill>
              <a:latin typeface="Calibri"/>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pPr fontAlgn="auto">
              <a:spcBef>
                <a:spcPts val="0"/>
              </a:spcBef>
              <a:spcAft>
                <a:spcPts val="0"/>
              </a:spcAft>
            </a:pPr>
            <a:r>
              <a:rPr lang="ar-SA" smtClean="0">
                <a:solidFill>
                  <a:srgbClr val="000000">
                    <a:tint val="75000"/>
                  </a:srgbClr>
                </a:solidFill>
                <a:latin typeface="Calibri"/>
                <a:cs typeface="+mn-cs"/>
              </a:rPr>
              <a:t>موسوعة تكنولوجيا التعليم</a:t>
            </a:r>
            <a:endParaRPr lang="en-US">
              <a:solidFill>
                <a:srgbClr val="000000">
                  <a:tint val="75000"/>
                </a:srgbClr>
              </a:solidFill>
              <a:latin typeface="Calibri"/>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pPr fontAlgn="auto">
              <a:spcBef>
                <a:spcPts val="0"/>
              </a:spcBef>
              <a:spcAft>
                <a:spcPts val="0"/>
              </a:spcAft>
            </a:pPr>
            <a:fld id="{E16EE1C3-4C97-4D89-86D4-AB0FC9C35DCF}" type="slidenum">
              <a:rPr lang="en-US" smtClean="0">
                <a:solidFill>
                  <a:srgbClr val="000000">
                    <a:tint val="75000"/>
                  </a:srgbClr>
                </a:solidFill>
                <a:latin typeface="Calibri"/>
                <a:cs typeface="+mn-cs"/>
              </a:rPr>
              <a:pPr fontAlgn="auto">
                <a:spcBef>
                  <a:spcPts val="0"/>
                </a:spcBef>
                <a:spcAft>
                  <a:spcPts val="0"/>
                </a:spcAft>
              </a:pPr>
              <a:t>‹#›</a:t>
            </a:fld>
            <a:endParaRPr lang="en-US">
              <a:solidFill>
                <a:srgbClr val="000000">
                  <a:tint val="75000"/>
                </a:srgbClr>
              </a:solidFill>
              <a:latin typeface="Calibri"/>
              <a:cs typeface="+mn-cs"/>
            </a:endParaRPr>
          </a:p>
        </p:txBody>
      </p:sp>
    </p:spTree>
    <p:extLst>
      <p:ext uri="{BB962C8B-B14F-4D97-AF65-F5344CB8AC3E}">
        <p14:creationId xmlns:p14="http://schemas.microsoft.com/office/powerpoint/2010/main" val="3027701262"/>
      </p:ext>
    </p:extLst>
  </p:cSld>
  <p:clrMap bg1="lt1" tx1="dk1" bg2="lt2" tx2="dk2" accent1="accent1" accent2="accent2" accent3="accent3" accent4="accent4" accent5="accent5" accent6="accent6" hlink="hlink" folHlink="folHlink"/>
  <p:sldLayoutIdLst>
    <p:sldLayoutId id="2147485763" r:id="rId1"/>
    <p:sldLayoutId id="2147485764" r:id="rId2"/>
    <p:sldLayoutId id="2147485765" r:id="rId3"/>
    <p:sldLayoutId id="2147485766" r:id="rId4"/>
    <p:sldLayoutId id="2147485767" r:id="rId5"/>
    <p:sldLayoutId id="2147485768" r:id="rId6"/>
    <p:sldLayoutId id="2147485769" r:id="rId7"/>
    <p:sldLayoutId id="2147485770" r:id="rId8"/>
    <p:sldLayoutId id="2147485771" r:id="rId9"/>
    <p:sldLayoutId id="2147485772" r:id="rId10"/>
    <p:sldLayoutId id="2147485773"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FFB6C512-9F35-1C45-9358-99683C29B3D9}" type="datetime1">
              <a:rPr lang="en-US" smtClean="0">
                <a:solidFill>
                  <a:srgbClr val="95A5A6">
                    <a:tint val="75000"/>
                  </a:srgbClr>
                </a:solidFill>
                <a:latin typeface="Calibri" panose="020F0502020204030204"/>
                <a:cs typeface="+mn-cs"/>
              </a:rPr>
              <a:t>9/22/16</a:t>
            </a:fld>
            <a:endParaRPr lang="en-US">
              <a:solidFill>
                <a:srgbClr val="95A5A6">
                  <a:tint val="75000"/>
                </a:srgb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srgbClr val="95A5A6">
                    <a:tint val="75000"/>
                  </a:srgbClr>
                </a:solidFill>
                <a:latin typeface="Calibri" panose="020F0502020204030204"/>
                <a:cs typeface="+mn-cs"/>
              </a:rPr>
              <a:t>موسوعة تكنولوجيا التعليم</a:t>
            </a:r>
            <a:endParaRPr lang="en-US">
              <a:solidFill>
                <a:srgbClr val="95A5A6">
                  <a:tint val="75000"/>
                </a:srgb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AEE38F98-4105-40A7-8991-7A498960FD3A}" type="slidenum">
              <a:rPr lang="en-US" smtClean="0">
                <a:solidFill>
                  <a:srgbClr val="95A5A6">
                    <a:tint val="75000"/>
                  </a:srgbClr>
                </a:solidFill>
                <a:latin typeface="Calibri" panose="020F0502020204030204"/>
                <a:cs typeface="+mn-cs"/>
              </a:rPr>
              <a:pPr fontAlgn="auto">
                <a:spcBef>
                  <a:spcPts val="0"/>
                </a:spcBef>
                <a:spcAft>
                  <a:spcPts val="0"/>
                </a:spcAft>
              </a:pPr>
              <a:t>‹#›</a:t>
            </a:fld>
            <a:endParaRPr lang="en-US">
              <a:solidFill>
                <a:srgbClr val="95A5A6">
                  <a:tint val="75000"/>
                </a:srgbClr>
              </a:solidFill>
              <a:latin typeface="Calibri" panose="020F0502020204030204"/>
              <a:cs typeface="+mn-cs"/>
            </a:endParaRPr>
          </a:p>
        </p:txBody>
      </p:sp>
    </p:spTree>
    <p:extLst>
      <p:ext uri="{BB962C8B-B14F-4D97-AF65-F5344CB8AC3E}">
        <p14:creationId xmlns:p14="http://schemas.microsoft.com/office/powerpoint/2010/main" val="1685874266"/>
      </p:ext>
    </p:extLst>
  </p:cSld>
  <p:clrMap bg1="lt1" tx1="dk1" bg2="lt2" tx2="dk2" accent1="accent1" accent2="accent2" accent3="accent3" accent4="accent4" accent5="accent5" accent6="accent6" hlink="hlink" folHlink="folHlink"/>
  <p:sldLayoutIdLst>
    <p:sldLayoutId id="2147485775" r:id="rId1"/>
    <p:sldLayoutId id="2147485776" r:id="rId2"/>
    <p:sldLayoutId id="2147485777" r:id="rId3"/>
    <p:sldLayoutId id="2147485778" r:id="rId4"/>
    <p:sldLayoutId id="2147485779" r:id="rId5"/>
    <p:sldLayoutId id="2147485780" r:id="rId6"/>
    <p:sldLayoutId id="2147485781" r:id="rId7"/>
    <p:sldLayoutId id="2147485782" r:id="rId8"/>
    <p:sldLayoutId id="2147485783" r:id="rId9"/>
    <p:sldLayoutId id="2147485784" r:id="rId10"/>
    <p:sldLayoutId id="2147485785"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7"/>
            <a:ext cx="109728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pPr fontAlgn="auto">
              <a:spcBef>
                <a:spcPts val="0"/>
              </a:spcBef>
              <a:spcAft>
                <a:spcPts val="0"/>
              </a:spcAft>
            </a:pPr>
            <a:fld id="{F66000A0-7FE5-0E4A-A007-B37AF5F990ED}" type="datetime1">
              <a:rPr lang="en-US" smtClean="0">
                <a:solidFill>
                  <a:srgbClr val="000000">
                    <a:tint val="75000"/>
                  </a:srgbClr>
                </a:solidFill>
                <a:latin typeface="Calibri"/>
                <a:cs typeface="+mn-cs"/>
              </a:rPr>
              <a:t>9/22/16</a:t>
            </a:fld>
            <a:endParaRPr lang="en-US">
              <a:solidFill>
                <a:srgbClr val="000000">
                  <a:tint val="75000"/>
                </a:srgbClr>
              </a:solidFill>
              <a:latin typeface="Calibri"/>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pPr fontAlgn="auto">
              <a:spcBef>
                <a:spcPts val="0"/>
              </a:spcBef>
              <a:spcAft>
                <a:spcPts val="0"/>
              </a:spcAft>
            </a:pPr>
            <a:r>
              <a:rPr lang="ar-SA" smtClean="0">
                <a:solidFill>
                  <a:srgbClr val="000000">
                    <a:tint val="75000"/>
                  </a:srgbClr>
                </a:solidFill>
                <a:latin typeface="Calibri"/>
                <a:cs typeface="+mn-cs"/>
              </a:rPr>
              <a:t>موسوعة تكنولوجيا التعليم</a:t>
            </a:r>
            <a:endParaRPr lang="en-US">
              <a:solidFill>
                <a:srgbClr val="000000">
                  <a:tint val="75000"/>
                </a:srgbClr>
              </a:solidFill>
              <a:latin typeface="Calibri"/>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pPr fontAlgn="auto">
              <a:spcBef>
                <a:spcPts val="0"/>
              </a:spcBef>
              <a:spcAft>
                <a:spcPts val="0"/>
              </a:spcAft>
            </a:pPr>
            <a:fld id="{E16EE1C3-4C97-4D89-86D4-AB0FC9C35DCF}" type="slidenum">
              <a:rPr lang="en-US" smtClean="0">
                <a:solidFill>
                  <a:srgbClr val="000000">
                    <a:tint val="75000"/>
                  </a:srgbClr>
                </a:solidFill>
                <a:latin typeface="Calibri"/>
                <a:cs typeface="+mn-cs"/>
              </a:rPr>
              <a:pPr fontAlgn="auto">
                <a:spcBef>
                  <a:spcPts val="0"/>
                </a:spcBef>
                <a:spcAft>
                  <a:spcPts val="0"/>
                </a:spcAft>
              </a:pPr>
              <a:t>‹#›</a:t>
            </a:fld>
            <a:endParaRPr lang="en-US">
              <a:solidFill>
                <a:srgbClr val="000000">
                  <a:tint val="75000"/>
                </a:srgbClr>
              </a:solidFill>
              <a:latin typeface="Calibri"/>
              <a:cs typeface="+mn-cs"/>
            </a:endParaRPr>
          </a:p>
        </p:txBody>
      </p:sp>
    </p:spTree>
    <p:extLst>
      <p:ext uri="{BB962C8B-B14F-4D97-AF65-F5344CB8AC3E}">
        <p14:creationId xmlns:p14="http://schemas.microsoft.com/office/powerpoint/2010/main" val="3185362795"/>
      </p:ext>
    </p:extLst>
  </p:cSld>
  <p:clrMap bg1="lt1" tx1="dk1" bg2="lt2" tx2="dk2" accent1="accent1" accent2="accent2" accent3="accent3" accent4="accent4" accent5="accent5" accent6="accent6" hlink="hlink" folHlink="folHlink"/>
  <p:sldLayoutIdLst>
    <p:sldLayoutId id="2147485787" r:id="rId1"/>
    <p:sldLayoutId id="2147485788" r:id="rId2"/>
    <p:sldLayoutId id="2147485789" r:id="rId3"/>
    <p:sldLayoutId id="2147485790" r:id="rId4"/>
    <p:sldLayoutId id="2147485791" r:id="rId5"/>
    <p:sldLayoutId id="2147485792" r:id="rId6"/>
    <p:sldLayoutId id="2147485793" r:id="rId7"/>
    <p:sldLayoutId id="2147485794" r:id="rId8"/>
    <p:sldLayoutId id="2147485795" r:id="rId9"/>
    <p:sldLayoutId id="2147485796" r:id="rId10"/>
    <p:sldLayoutId id="2147485797"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blipFill dpi="0" rotWithShape="1">
          <a:blip r:embed="rId62">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2F39D14A-7530-E14E-8E15-BB9EF7A11F86}" type="datetime1">
              <a:rPr lang="en-US" smtClean="0">
                <a:solidFill>
                  <a:prstClr val="black">
                    <a:tint val="75000"/>
                  </a:prstClr>
                </a:solidFill>
                <a:latin typeface="Open Sans Light"/>
                <a:cs typeface="+mn-cs"/>
              </a:rPr>
              <a:t>9/22/16</a:t>
            </a:fld>
            <a:endParaRPr lang="id-ID">
              <a:solidFill>
                <a:prstClr val="black">
                  <a:tint val="75000"/>
                </a:prstClr>
              </a:solidFill>
              <a:latin typeface="Open Sans Ligh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Open Sans Light"/>
                <a:cs typeface="+mn-cs"/>
              </a:rPr>
              <a:t>موسوعة تكنولوجيا التعليم</a:t>
            </a:r>
            <a:endParaRPr lang="id-ID">
              <a:solidFill>
                <a:prstClr val="black">
                  <a:tint val="75000"/>
                </a:prstClr>
              </a:solidFill>
              <a:latin typeface="Open Sans Ligh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Open Sans Light"/>
                <a:cs typeface="+mn-cs"/>
              </a:rPr>
              <a:pPr fontAlgn="auto">
                <a:spcBef>
                  <a:spcPts val="0"/>
                </a:spcBef>
                <a:spcAft>
                  <a:spcPts val="0"/>
                </a:spcAft>
              </a:pPr>
              <a:t>‹#›</a:t>
            </a:fld>
            <a:endParaRPr lang="id-ID">
              <a:solidFill>
                <a:prstClr val="black">
                  <a:tint val="75000"/>
                </a:prstClr>
              </a:solidFill>
              <a:latin typeface="Open Sans Light"/>
              <a:cs typeface="+mn-cs"/>
            </a:endParaRPr>
          </a:p>
        </p:txBody>
      </p:sp>
    </p:spTree>
    <p:extLst>
      <p:ext uri="{BB962C8B-B14F-4D97-AF65-F5344CB8AC3E}">
        <p14:creationId xmlns:p14="http://schemas.microsoft.com/office/powerpoint/2010/main" val="3190480925"/>
      </p:ext>
    </p:extLst>
  </p:cSld>
  <p:clrMap bg1="lt1" tx1="dk1" bg2="lt2" tx2="dk2" accent1="accent1" accent2="accent2" accent3="accent3" accent4="accent4" accent5="accent5" accent6="accent6" hlink="hlink" folHlink="folHlink"/>
  <p:sldLayoutIdLst>
    <p:sldLayoutId id="2147485811" r:id="rId1"/>
    <p:sldLayoutId id="2147485812" r:id="rId2"/>
    <p:sldLayoutId id="2147485813" r:id="rId3"/>
    <p:sldLayoutId id="2147485814" r:id="rId4"/>
    <p:sldLayoutId id="2147485815" r:id="rId5"/>
    <p:sldLayoutId id="2147485816" r:id="rId6"/>
    <p:sldLayoutId id="2147485817" r:id="rId7"/>
    <p:sldLayoutId id="2147485818" r:id="rId8"/>
    <p:sldLayoutId id="2147485819" r:id="rId9"/>
    <p:sldLayoutId id="2147485820" r:id="rId10"/>
    <p:sldLayoutId id="2147485821" r:id="rId11"/>
    <p:sldLayoutId id="2147485822" r:id="rId12"/>
    <p:sldLayoutId id="2147485823" r:id="rId13"/>
    <p:sldLayoutId id="2147485824" r:id="rId14"/>
    <p:sldLayoutId id="2147485825" r:id="rId15"/>
    <p:sldLayoutId id="2147485826" r:id="rId16"/>
    <p:sldLayoutId id="2147485827" r:id="rId17"/>
    <p:sldLayoutId id="2147485828" r:id="rId18"/>
    <p:sldLayoutId id="2147485829" r:id="rId19"/>
    <p:sldLayoutId id="2147485830" r:id="rId20"/>
    <p:sldLayoutId id="2147485831" r:id="rId21"/>
    <p:sldLayoutId id="2147485832" r:id="rId22"/>
    <p:sldLayoutId id="2147485833" r:id="rId23"/>
    <p:sldLayoutId id="2147485834" r:id="rId24"/>
    <p:sldLayoutId id="2147485835" r:id="rId25"/>
    <p:sldLayoutId id="2147485836" r:id="rId26"/>
    <p:sldLayoutId id="2147485838" r:id="rId27"/>
    <p:sldLayoutId id="2147485839" r:id="rId28"/>
    <p:sldLayoutId id="2147485840" r:id="rId29"/>
    <p:sldLayoutId id="2147485841" r:id="rId30"/>
    <p:sldLayoutId id="2147485842" r:id="rId31"/>
    <p:sldLayoutId id="2147485843" r:id="rId32"/>
    <p:sldLayoutId id="2147485844" r:id="rId33"/>
    <p:sldLayoutId id="2147485845" r:id="rId34"/>
    <p:sldLayoutId id="2147485846" r:id="rId35"/>
    <p:sldLayoutId id="2147485847" r:id="rId36"/>
    <p:sldLayoutId id="2147485848" r:id="rId37"/>
    <p:sldLayoutId id="2147485849" r:id="rId38"/>
    <p:sldLayoutId id="2147485850" r:id="rId39"/>
    <p:sldLayoutId id="2147485851" r:id="rId40"/>
    <p:sldLayoutId id="2147485852" r:id="rId41"/>
    <p:sldLayoutId id="2147485853" r:id="rId42"/>
    <p:sldLayoutId id="2147485854" r:id="rId43"/>
    <p:sldLayoutId id="2147485855" r:id="rId44"/>
    <p:sldLayoutId id="2147485856" r:id="rId45"/>
    <p:sldLayoutId id="2147485857" r:id="rId46"/>
    <p:sldLayoutId id="2147485858" r:id="rId47"/>
    <p:sldLayoutId id="2147485859" r:id="rId48"/>
    <p:sldLayoutId id="2147485860" r:id="rId49"/>
    <p:sldLayoutId id="2147485861" r:id="rId50"/>
    <p:sldLayoutId id="2147485862" r:id="rId51"/>
    <p:sldLayoutId id="2147485863" r:id="rId52"/>
    <p:sldLayoutId id="2147485864" r:id="rId53"/>
    <p:sldLayoutId id="2147485865" r:id="rId54"/>
    <p:sldLayoutId id="2147485866" r:id="rId55"/>
    <p:sldLayoutId id="2147485867" r:id="rId56"/>
    <p:sldLayoutId id="2147485868" r:id="rId57"/>
    <p:sldLayoutId id="2147485869" r:id="rId58"/>
    <p:sldLayoutId id="2147485870" r:id="rId59"/>
    <p:sldLayoutId id="2147485871" r:id="rId60"/>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blipFill dpi="0" rotWithShape="1">
          <a:blip r:embed="rId32">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smtClean="0"/>
              <a:t>Click to edit Master title style</a:t>
            </a:r>
            <a:endParaRPr lang="en-AU"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A72AEED7-DD79-9B41-BF10-2DF26A34F5FD}" type="datetime1">
              <a:rPr lang="en-US" smtClean="0">
                <a:solidFill>
                  <a:prstClr val="black">
                    <a:tint val="75000"/>
                  </a:prstClr>
                </a:solidFill>
                <a:latin typeface="Montserrat Light"/>
                <a:cs typeface="+mn-cs"/>
              </a:rPr>
              <a:t>9/22/16</a:t>
            </a:fld>
            <a:endParaRPr lang="en-AU">
              <a:solidFill>
                <a:prstClr val="black">
                  <a:tint val="75000"/>
                </a:prstClr>
              </a:solidFill>
              <a:latin typeface="Montserrat Ligh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Montserrat Light"/>
                <a:cs typeface="+mn-cs"/>
              </a:rPr>
              <a:t>موسوعة تكنولوجيا التعليم</a:t>
            </a:r>
            <a:endParaRPr lang="en-AU">
              <a:solidFill>
                <a:prstClr val="black">
                  <a:tint val="75000"/>
                </a:prstClr>
              </a:solidFill>
              <a:latin typeface="Montserrat Ligh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8E6ECA09-A5CB-48CE-BB88-B28C1260C3AE}" type="slidenum">
              <a:rPr lang="en-AU" smtClean="0">
                <a:solidFill>
                  <a:prstClr val="black">
                    <a:tint val="75000"/>
                  </a:prstClr>
                </a:solidFill>
                <a:latin typeface="Montserrat Light"/>
                <a:cs typeface="+mn-cs"/>
              </a:rPr>
              <a:pPr fontAlgn="auto">
                <a:spcBef>
                  <a:spcPts val="0"/>
                </a:spcBef>
                <a:spcAft>
                  <a:spcPts val="0"/>
                </a:spcAft>
              </a:pPr>
              <a:t>‹#›</a:t>
            </a:fld>
            <a:endParaRPr lang="en-AU">
              <a:solidFill>
                <a:prstClr val="black">
                  <a:tint val="75000"/>
                </a:prstClr>
              </a:solidFill>
              <a:latin typeface="Montserrat Light"/>
              <a:cs typeface="+mn-cs"/>
            </a:endParaRPr>
          </a:p>
        </p:txBody>
      </p:sp>
    </p:spTree>
    <p:extLst>
      <p:ext uri="{BB962C8B-B14F-4D97-AF65-F5344CB8AC3E}">
        <p14:creationId xmlns:p14="http://schemas.microsoft.com/office/powerpoint/2010/main" val="2989967445"/>
      </p:ext>
    </p:extLst>
  </p:cSld>
  <p:clrMap bg1="lt1" tx1="dk1" bg2="lt2" tx2="dk2" accent1="accent1" accent2="accent2" accent3="accent3" accent4="accent4" accent5="accent5" accent6="accent6" hlink="hlink" folHlink="folHlink"/>
  <p:sldLayoutIdLst>
    <p:sldLayoutId id="2147485873" r:id="rId1"/>
    <p:sldLayoutId id="2147485874" r:id="rId2"/>
    <p:sldLayoutId id="2147485875" r:id="rId3"/>
    <p:sldLayoutId id="2147485876" r:id="rId4"/>
    <p:sldLayoutId id="2147485877" r:id="rId5"/>
    <p:sldLayoutId id="2147485878" r:id="rId6"/>
    <p:sldLayoutId id="2147485879" r:id="rId7"/>
    <p:sldLayoutId id="2147485880" r:id="rId8"/>
    <p:sldLayoutId id="2147485881" r:id="rId9"/>
    <p:sldLayoutId id="2147485882" r:id="rId10"/>
    <p:sldLayoutId id="2147485883" r:id="rId11"/>
    <p:sldLayoutId id="2147485884" r:id="rId12"/>
    <p:sldLayoutId id="2147485885" r:id="rId13"/>
    <p:sldLayoutId id="2147485886" r:id="rId14"/>
    <p:sldLayoutId id="2147485887" r:id="rId15"/>
    <p:sldLayoutId id="2147485888" r:id="rId16"/>
    <p:sldLayoutId id="2147485889" r:id="rId17"/>
    <p:sldLayoutId id="2147485890" r:id="rId18"/>
    <p:sldLayoutId id="2147485891" r:id="rId19"/>
    <p:sldLayoutId id="2147485892" r:id="rId20"/>
    <p:sldLayoutId id="2147485893" r:id="rId21"/>
    <p:sldLayoutId id="2147485894" r:id="rId22"/>
    <p:sldLayoutId id="2147485895" r:id="rId23"/>
    <p:sldLayoutId id="2147485896" r:id="rId24"/>
    <p:sldLayoutId id="2147485897" r:id="rId25"/>
    <p:sldLayoutId id="2147485898" r:id="rId26"/>
    <p:sldLayoutId id="2147485899" r:id="rId27"/>
    <p:sldLayoutId id="2147485900" r:id="rId28"/>
    <p:sldLayoutId id="2147485901" r:id="rId29"/>
    <p:sldLayoutId id="2147485902" r:id="rId30"/>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p15:clr>
            <a:srgbClr val="F26B43"/>
          </p15:clr>
        </p15:guide>
        <p15:guide id="2" orient="horz" pos="2160">
          <p15:clr>
            <a:srgbClr val="F26B43"/>
          </p15:clr>
        </p15:guide>
        <p15:guide id="3" pos="7287">
          <p15:clr>
            <a:srgbClr val="F26B43"/>
          </p15:clr>
        </p15:guide>
        <p15:guide id="4" pos="393">
          <p15:clr>
            <a:srgbClr val="F26B43"/>
          </p15:clr>
        </p15:guide>
        <p15:guide id="5" orient="horz" pos="3884">
          <p15:clr>
            <a:srgbClr val="F26B43"/>
          </p15:clr>
        </p15:guide>
        <p15:guide id="6" orient="horz" pos="436">
          <p15:clr>
            <a:srgbClr val="F26B43"/>
          </p15:clr>
        </p15:guide>
      </p15:sldGuideLst>
    </p:ext>
  </p:extLst>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7"/>
            <a:ext cx="109728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pPr fontAlgn="auto">
              <a:spcBef>
                <a:spcPts val="0"/>
              </a:spcBef>
              <a:spcAft>
                <a:spcPts val="0"/>
              </a:spcAft>
            </a:pPr>
            <a:fld id="{E92FF1B2-3F82-0544-85F3-9B5D0228360D}" type="datetime1">
              <a:rPr lang="en-US" smtClean="0">
                <a:solidFill>
                  <a:srgbClr val="000000">
                    <a:tint val="75000"/>
                  </a:srgbClr>
                </a:solidFill>
                <a:latin typeface="Calibri"/>
                <a:cs typeface="+mn-cs"/>
              </a:rPr>
              <a:t>9/22/16</a:t>
            </a:fld>
            <a:endParaRPr lang="en-US">
              <a:solidFill>
                <a:srgbClr val="000000">
                  <a:tint val="75000"/>
                </a:srgbClr>
              </a:solidFill>
              <a:latin typeface="Calibri"/>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pPr fontAlgn="auto">
              <a:spcBef>
                <a:spcPts val="0"/>
              </a:spcBef>
              <a:spcAft>
                <a:spcPts val="0"/>
              </a:spcAft>
            </a:pPr>
            <a:r>
              <a:rPr lang="ar-SA" smtClean="0">
                <a:solidFill>
                  <a:srgbClr val="000000">
                    <a:tint val="75000"/>
                  </a:srgbClr>
                </a:solidFill>
                <a:latin typeface="Calibri"/>
                <a:cs typeface="+mn-cs"/>
              </a:rPr>
              <a:t>موسوعة تكنولوجيا التعليم</a:t>
            </a:r>
            <a:endParaRPr lang="en-US">
              <a:solidFill>
                <a:srgbClr val="000000">
                  <a:tint val="75000"/>
                </a:srgbClr>
              </a:solidFill>
              <a:latin typeface="Calibri"/>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pPr fontAlgn="auto">
              <a:spcBef>
                <a:spcPts val="0"/>
              </a:spcBef>
              <a:spcAft>
                <a:spcPts val="0"/>
              </a:spcAft>
            </a:pPr>
            <a:fld id="{E16EE1C3-4C97-4D89-86D4-AB0FC9C35DCF}" type="slidenum">
              <a:rPr lang="en-US" smtClean="0">
                <a:solidFill>
                  <a:srgbClr val="000000">
                    <a:tint val="75000"/>
                  </a:srgbClr>
                </a:solidFill>
                <a:latin typeface="Calibri"/>
                <a:cs typeface="+mn-cs"/>
              </a:rPr>
              <a:pPr fontAlgn="auto">
                <a:spcBef>
                  <a:spcPts val="0"/>
                </a:spcBef>
                <a:spcAft>
                  <a:spcPts val="0"/>
                </a:spcAft>
              </a:pPr>
              <a:t>‹#›</a:t>
            </a:fld>
            <a:endParaRPr lang="en-US">
              <a:solidFill>
                <a:srgbClr val="000000">
                  <a:tint val="75000"/>
                </a:srgbClr>
              </a:solidFill>
              <a:latin typeface="Calibri"/>
              <a:cs typeface="+mn-cs"/>
            </a:endParaRPr>
          </a:p>
        </p:txBody>
      </p:sp>
    </p:spTree>
    <p:extLst>
      <p:ext uri="{BB962C8B-B14F-4D97-AF65-F5344CB8AC3E}">
        <p14:creationId xmlns:p14="http://schemas.microsoft.com/office/powerpoint/2010/main" val="2821036558"/>
      </p:ext>
    </p:extLst>
  </p:cSld>
  <p:clrMap bg1="lt1" tx1="dk1" bg2="lt2" tx2="dk2" accent1="accent1" accent2="accent2" accent3="accent3" accent4="accent4" accent5="accent5" accent6="accent6" hlink="hlink" folHlink="folHlink"/>
  <p:sldLayoutIdLst>
    <p:sldLayoutId id="2147485904" r:id="rId1"/>
    <p:sldLayoutId id="2147485905" r:id="rId2"/>
    <p:sldLayoutId id="2147485906" r:id="rId3"/>
    <p:sldLayoutId id="2147485907" r:id="rId4"/>
    <p:sldLayoutId id="2147485908" r:id="rId5"/>
    <p:sldLayoutId id="2147485909" r:id="rId6"/>
    <p:sldLayoutId id="2147485910" r:id="rId7"/>
    <p:sldLayoutId id="2147485911" r:id="rId8"/>
    <p:sldLayoutId id="2147485912" r:id="rId9"/>
    <p:sldLayoutId id="2147485913" r:id="rId10"/>
    <p:sldLayoutId id="2147485914"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7"/>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2"/>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587F1CE5-3BD1-DB48-B071-1E88F19040C4}" type="datetime1">
              <a:rPr lang="en-US" smtClean="0">
                <a:solidFill>
                  <a:srgbClr val="7E7E7E">
                    <a:tint val="75000"/>
                  </a:srgbClr>
                </a:solidFill>
                <a:latin typeface="Calibri" panose="020F0502020204030204"/>
                <a:cs typeface="+mn-cs"/>
              </a:rPr>
              <a:t>9/22/16</a:t>
            </a:fld>
            <a:endParaRPr lang="en-US">
              <a:solidFill>
                <a:srgbClr val="7E7E7E">
                  <a:tint val="75000"/>
                </a:srgbClr>
              </a:solidFill>
              <a:latin typeface="Calibri" panose="020F0502020204030204"/>
              <a:cs typeface="+mn-cs"/>
            </a:endParaRPr>
          </a:p>
        </p:txBody>
      </p:sp>
      <p:sp>
        <p:nvSpPr>
          <p:cNvPr id="5" name="Footer Placeholder 4"/>
          <p:cNvSpPr>
            <a:spLocks noGrp="1"/>
          </p:cNvSpPr>
          <p:nvPr>
            <p:ph type="ftr" sz="quarter" idx="3"/>
          </p:nvPr>
        </p:nvSpPr>
        <p:spPr>
          <a:xfrm>
            <a:off x="4038600" y="6356352"/>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srgbClr val="7E7E7E">
                    <a:tint val="75000"/>
                  </a:srgbClr>
                </a:solidFill>
                <a:latin typeface="Calibri" panose="020F0502020204030204"/>
                <a:cs typeface="+mn-cs"/>
              </a:rPr>
              <a:t>موسوعة تكنولوجيا التعليم</a:t>
            </a:r>
            <a:endParaRPr lang="en-US">
              <a:solidFill>
                <a:srgbClr val="7E7E7E">
                  <a:tint val="75000"/>
                </a:srgb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2"/>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DD85D8E7-6C0F-45E4-852D-49106AB4C5D7}" type="slidenum">
              <a:rPr lang="en-US" smtClean="0">
                <a:solidFill>
                  <a:srgbClr val="7E7E7E">
                    <a:tint val="75000"/>
                  </a:srgbClr>
                </a:solidFill>
                <a:latin typeface="Calibri" panose="020F0502020204030204"/>
                <a:cs typeface="+mn-cs"/>
              </a:rPr>
              <a:pPr fontAlgn="auto">
                <a:spcBef>
                  <a:spcPts val="0"/>
                </a:spcBef>
                <a:spcAft>
                  <a:spcPts val="0"/>
                </a:spcAft>
              </a:pPr>
              <a:t>‹#›</a:t>
            </a:fld>
            <a:endParaRPr lang="en-US">
              <a:solidFill>
                <a:srgbClr val="7E7E7E">
                  <a:tint val="75000"/>
                </a:srgbClr>
              </a:solidFill>
              <a:latin typeface="Calibri" panose="020F0502020204030204"/>
              <a:cs typeface="+mn-cs"/>
            </a:endParaRPr>
          </a:p>
        </p:txBody>
      </p:sp>
    </p:spTree>
    <p:extLst>
      <p:ext uri="{BB962C8B-B14F-4D97-AF65-F5344CB8AC3E}">
        <p14:creationId xmlns:p14="http://schemas.microsoft.com/office/powerpoint/2010/main" val="2518399610"/>
      </p:ext>
    </p:extLst>
  </p:cSld>
  <p:clrMap bg1="lt1" tx1="dk1" bg2="lt2" tx2="dk2" accent1="accent1" accent2="accent2" accent3="accent3" accent4="accent4" accent5="accent5" accent6="accent6" hlink="hlink" folHlink="folHlink"/>
  <p:sldLayoutIdLst>
    <p:sldLayoutId id="2147485916" r:id="rId1"/>
    <p:sldLayoutId id="2147485917" r:id="rId2"/>
    <p:sldLayoutId id="2147485918" r:id="rId3"/>
    <p:sldLayoutId id="2147485919" r:id="rId4"/>
    <p:sldLayoutId id="2147485920" r:id="rId5"/>
    <p:sldLayoutId id="2147485921" r:id="rId6"/>
    <p:sldLayoutId id="2147485922" r:id="rId7"/>
    <p:sldLayoutId id="2147485923" r:id="rId8"/>
    <p:sldLayoutId id="2147485924" r:id="rId9"/>
    <p:sldLayoutId id="2147485925" r:id="rId10"/>
    <p:sldLayoutId id="2147485926"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blipFill dpi="0" rotWithShape="1">
          <a:blip r:embed="rId32">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smtClean="0"/>
              <a:t>Click to edit Master title style</a:t>
            </a:r>
            <a:endParaRPr lang="en-AU"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713D9D4E-1EA7-2944-878F-CD5DD8B88046}" type="datetime1">
              <a:rPr lang="en-US" smtClean="0">
                <a:solidFill>
                  <a:prstClr val="black">
                    <a:tint val="75000"/>
                  </a:prstClr>
                </a:solidFill>
                <a:latin typeface="Montserrat Light"/>
                <a:cs typeface="+mn-cs"/>
              </a:rPr>
              <a:t>9/22/16</a:t>
            </a:fld>
            <a:endParaRPr lang="en-AU">
              <a:solidFill>
                <a:prstClr val="black">
                  <a:tint val="75000"/>
                </a:prstClr>
              </a:solidFill>
              <a:latin typeface="Montserrat Ligh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Montserrat Light"/>
                <a:cs typeface="+mn-cs"/>
              </a:rPr>
              <a:t>موسوعة تكنولوجيا التعليم</a:t>
            </a:r>
            <a:endParaRPr lang="en-AU">
              <a:solidFill>
                <a:prstClr val="black">
                  <a:tint val="75000"/>
                </a:prstClr>
              </a:solidFill>
              <a:latin typeface="Montserrat Ligh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8E6ECA09-A5CB-48CE-BB88-B28C1260C3AE}" type="slidenum">
              <a:rPr lang="en-AU" smtClean="0">
                <a:solidFill>
                  <a:prstClr val="black">
                    <a:tint val="75000"/>
                  </a:prstClr>
                </a:solidFill>
                <a:latin typeface="Montserrat Light"/>
                <a:cs typeface="+mn-cs"/>
              </a:rPr>
              <a:pPr fontAlgn="auto">
                <a:spcBef>
                  <a:spcPts val="0"/>
                </a:spcBef>
                <a:spcAft>
                  <a:spcPts val="0"/>
                </a:spcAft>
              </a:pPr>
              <a:t>‹#›</a:t>
            </a:fld>
            <a:endParaRPr lang="en-AU">
              <a:solidFill>
                <a:prstClr val="black">
                  <a:tint val="75000"/>
                </a:prstClr>
              </a:solidFill>
              <a:latin typeface="Montserrat Light"/>
              <a:cs typeface="+mn-cs"/>
            </a:endParaRPr>
          </a:p>
        </p:txBody>
      </p:sp>
    </p:spTree>
    <p:extLst>
      <p:ext uri="{BB962C8B-B14F-4D97-AF65-F5344CB8AC3E}">
        <p14:creationId xmlns:p14="http://schemas.microsoft.com/office/powerpoint/2010/main" val="2412935723"/>
      </p:ext>
    </p:extLst>
  </p:cSld>
  <p:clrMap bg1="lt1" tx1="dk1" bg2="lt2" tx2="dk2" accent1="accent1" accent2="accent2" accent3="accent3" accent4="accent4" accent5="accent5" accent6="accent6" hlink="hlink" folHlink="folHlink"/>
  <p:sldLayoutIdLst>
    <p:sldLayoutId id="2147485928" r:id="rId1"/>
    <p:sldLayoutId id="2147485929" r:id="rId2"/>
    <p:sldLayoutId id="2147485930" r:id="rId3"/>
    <p:sldLayoutId id="2147485931" r:id="rId4"/>
    <p:sldLayoutId id="2147485932" r:id="rId5"/>
    <p:sldLayoutId id="2147485933" r:id="rId6"/>
    <p:sldLayoutId id="2147485934" r:id="rId7"/>
    <p:sldLayoutId id="2147485935" r:id="rId8"/>
    <p:sldLayoutId id="2147485936" r:id="rId9"/>
    <p:sldLayoutId id="2147485937" r:id="rId10"/>
    <p:sldLayoutId id="2147485938" r:id="rId11"/>
    <p:sldLayoutId id="2147485939" r:id="rId12"/>
    <p:sldLayoutId id="2147485940" r:id="rId13"/>
    <p:sldLayoutId id="2147485941" r:id="rId14"/>
    <p:sldLayoutId id="2147485942" r:id="rId15"/>
    <p:sldLayoutId id="2147485943" r:id="rId16"/>
    <p:sldLayoutId id="2147485944" r:id="rId17"/>
    <p:sldLayoutId id="2147485945" r:id="rId18"/>
    <p:sldLayoutId id="2147485946" r:id="rId19"/>
    <p:sldLayoutId id="2147485947" r:id="rId20"/>
    <p:sldLayoutId id="2147485948" r:id="rId21"/>
    <p:sldLayoutId id="2147485949" r:id="rId22"/>
    <p:sldLayoutId id="2147485950" r:id="rId23"/>
    <p:sldLayoutId id="2147485951" r:id="rId24"/>
    <p:sldLayoutId id="2147485952" r:id="rId25"/>
    <p:sldLayoutId id="2147485953" r:id="rId26"/>
    <p:sldLayoutId id="2147485954" r:id="rId27"/>
    <p:sldLayoutId id="2147485955" r:id="rId28"/>
    <p:sldLayoutId id="2147485956" r:id="rId29"/>
    <p:sldLayoutId id="2147485957" r:id="rId30"/>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p15:clr>
            <a:srgbClr val="F26B43"/>
          </p15:clr>
        </p15:guide>
        <p15:guide id="2" orient="horz" pos="2160">
          <p15:clr>
            <a:srgbClr val="F26B43"/>
          </p15:clr>
        </p15:guide>
        <p15:guide id="3" pos="7287">
          <p15:clr>
            <a:srgbClr val="F26B43"/>
          </p15:clr>
        </p15:guide>
        <p15:guide id="4" pos="393">
          <p15:clr>
            <a:srgbClr val="F26B43"/>
          </p15:clr>
        </p15:guide>
        <p15:guide id="5" orient="horz" pos="3884">
          <p15:clr>
            <a:srgbClr val="F26B43"/>
          </p15:clr>
        </p15:guide>
        <p15:guide id="6" orient="horz" pos="436">
          <p15:clr>
            <a:srgbClr val="F26B43"/>
          </p15:clr>
        </p15:guide>
      </p15:sldGuideLst>
    </p:ext>
  </p:extLst>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7"/>
            <a:ext cx="109728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pPr fontAlgn="auto">
              <a:spcBef>
                <a:spcPts val="0"/>
              </a:spcBef>
              <a:spcAft>
                <a:spcPts val="0"/>
              </a:spcAft>
            </a:pPr>
            <a:fld id="{2DADA260-8BE8-A747-9532-B1FC1C73947D}" type="datetime1">
              <a:rPr lang="en-US" smtClean="0">
                <a:solidFill>
                  <a:srgbClr val="000000">
                    <a:tint val="75000"/>
                  </a:srgbClr>
                </a:solidFill>
                <a:latin typeface="Calibri"/>
                <a:cs typeface="+mn-cs"/>
              </a:rPr>
              <a:t>9/22/16</a:t>
            </a:fld>
            <a:endParaRPr lang="en-US">
              <a:solidFill>
                <a:srgbClr val="000000">
                  <a:tint val="75000"/>
                </a:srgbClr>
              </a:solidFill>
              <a:latin typeface="Calibri"/>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pPr fontAlgn="auto">
              <a:spcBef>
                <a:spcPts val="0"/>
              </a:spcBef>
              <a:spcAft>
                <a:spcPts val="0"/>
              </a:spcAft>
            </a:pPr>
            <a:r>
              <a:rPr lang="ar-SA" smtClean="0">
                <a:solidFill>
                  <a:srgbClr val="000000">
                    <a:tint val="75000"/>
                  </a:srgbClr>
                </a:solidFill>
                <a:latin typeface="Calibri"/>
                <a:cs typeface="+mn-cs"/>
              </a:rPr>
              <a:t>موسوعة تكنولوجيا التعليم</a:t>
            </a:r>
            <a:endParaRPr lang="en-US">
              <a:solidFill>
                <a:srgbClr val="000000">
                  <a:tint val="75000"/>
                </a:srgbClr>
              </a:solidFill>
              <a:latin typeface="Calibri"/>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pPr fontAlgn="auto">
              <a:spcBef>
                <a:spcPts val="0"/>
              </a:spcBef>
              <a:spcAft>
                <a:spcPts val="0"/>
              </a:spcAft>
            </a:pPr>
            <a:fld id="{E16EE1C3-4C97-4D89-86D4-AB0FC9C35DCF}" type="slidenum">
              <a:rPr lang="en-US" smtClean="0">
                <a:solidFill>
                  <a:srgbClr val="000000">
                    <a:tint val="75000"/>
                  </a:srgbClr>
                </a:solidFill>
                <a:latin typeface="Calibri"/>
                <a:cs typeface="+mn-cs"/>
              </a:rPr>
              <a:pPr fontAlgn="auto">
                <a:spcBef>
                  <a:spcPts val="0"/>
                </a:spcBef>
                <a:spcAft>
                  <a:spcPts val="0"/>
                </a:spcAft>
              </a:pPr>
              <a:t>‹#›</a:t>
            </a:fld>
            <a:endParaRPr lang="en-US">
              <a:solidFill>
                <a:srgbClr val="000000">
                  <a:tint val="75000"/>
                </a:srgbClr>
              </a:solidFill>
              <a:latin typeface="Calibri"/>
              <a:cs typeface="+mn-cs"/>
            </a:endParaRPr>
          </a:p>
        </p:txBody>
      </p:sp>
    </p:spTree>
    <p:extLst>
      <p:ext uri="{BB962C8B-B14F-4D97-AF65-F5344CB8AC3E}">
        <p14:creationId xmlns:p14="http://schemas.microsoft.com/office/powerpoint/2010/main" val="2829375031"/>
      </p:ext>
    </p:extLst>
  </p:cSld>
  <p:clrMap bg1="lt1" tx1="dk1" bg2="lt2" tx2="dk2" accent1="accent1" accent2="accent2" accent3="accent3" accent4="accent4" accent5="accent5" accent6="accent6" hlink="hlink" folHlink="folHlink"/>
  <p:sldLayoutIdLst>
    <p:sldLayoutId id="2147485959" r:id="rId1"/>
    <p:sldLayoutId id="2147485960" r:id="rId2"/>
    <p:sldLayoutId id="2147485961" r:id="rId3"/>
    <p:sldLayoutId id="2147485962" r:id="rId4"/>
    <p:sldLayoutId id="2147485963" r:id="rId5"/>
    <p:sldLayoutId id="2147485964" r:id="rId6"/>
    <p:sldLayoutId id="2147485965" r:id="rId7"/>
    <p:sldLayoutId id="2147485966" r:id="rId8"/>
    <p:sldLayoutId id="2147485967" r:id="rId9"/>
    <p:sldLayoutId id="2147485968" r:id="rId10"/>
    <p:sldLayoutId id="2147485969"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7"/>
            <a:ext cx="109728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pPr fontAlgn="auto">
              <a:spcBef>
                <a:spcPts val="0"/>
              </a:spcBef>
              <a:spcAft>
                <a:spcPts val="0"/>
              </a:spcAft>
            </a:pPr>
            <a:fld id="{A030BB97-584F-9F4E-94EF-64EF401EB775}" type="datetime1">
              <a:rPr lang="en-US" smtClean="0">
                <a:solidFill>
                  <a:srgbClr val="000000">
                    <a:tint val="75000"/>
                  </a:srgbClr>
                </a:solidFill>
                <a:latin typeface="Calibri"/>
                <a:cs typeface="+mn-cs"/>
              </a:rPr>
              <a:t>9/22/16</a:t>
            </a:fld>
            <a:endParaRPr lang="en-US">
              <a:solidFill>
                <a:srgbClr val="000000">
                  <a:tint val="75000"/>
                </a:srgbClr>
              </a:solidFill>
              <a:latin typeface="Calibri"/>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pPr fontAlgn="auto">
              <a:spcBef>
                <a:spcPts val="0"/>
              </a:spcBef>
              <a:spcAft>
                <a:spcPts val="0"/>
              </a:spcAft>
            </a:pPr>
            <a:r>
              <a:rPr lang="ar-SA" smtClean="0">
                <a:solidFill>
                  <a:srgbClr val="000000">
                    <a:tint val="75000"/>
                  </a:srgbClr>
                </a:solidFill>
                <a:latin typeface="Calibri"/>
                <a:cs typeface="+mn-cs"/>
              </a:rPr>
              <a:t>موسوعة تكنولوجيا التعليم</a:t>
            </a:r>
            <a:endParaRPr lang="en-US">
              <a:solidFill>
                <a:srgbClr val="000000">
                  <a:tint val="75000"/>
                </a:srgbClr>
              </a:solidFill>
              <a:latin typeface="Calibri"/>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pPr fontAlgn="auto">
              <a:spcBef>
                <a:spcPts val="0"/>
              </a:spcBef>
              <a:spcAft>
                <a:spcPts val="0"/>
              </a:spcAft>
            </a:pPr>
            <a:fld id="{E16EE1C3-4C97-4D89-86D4-AB0FC9C35DCF}" type="slidenum">
              <a:rPr lang="en-US" smtClean="0">
                <a:solidFill>
                  <a:srgbClr val="000000">
                    <a:tint val="75000"/>
                  </a:srgbClr>
                </a:solidFill>
                <a:latin typeface="Calibri"/>
                <a:cs typeface="+mn-cs"/>
              </a:rPr>
              <a:pPr fontAlgn="auto">
                <a:spcBef>
                  <a:spcPts val="0"/>
                </a:spcBef>
                <a:spcAft>
                  <a:spcPts val="0"/>
                </a:spcAft>
              </a:pPr>
              <a:t>‹#›</a:t>
            </a:fld>
            <a:endParaRPr lang="en-US">
              <a:solidFill>
                <a:srgbClr val="000000">
                  <a:tint val="75000"/>
                </a:srgbClr>
              </a:solidFill>
              <a:latin typeface="Calibri"/>
              <a:cs typeface="+mn-cs"/>
            </a:endParaRPr>
          </a:p>
        </p:txBody>
      </p:sp>
    </p:spTree>
    <p:extLst>
      <p:ext uri="{BB962C8B-B14F-4D97-AF65-F5344CB8AC3E}">
        <p14:creationId xmlns:p14="http://schemas.microsoft.com/office/powerpoint/2010/main" val="2873466273"/>
      </p:ext>
    </p:extLst>
  </p:cSld>
  <p:clrMap bg1="lt1" tx1="dk1" bg2="lt2" tx2="dk2" accent1="accent1" accent2="accent2" accent3="accent3" accent4="accent4" accent5="accent5" accent6="accent6" hlink="hlink" folHlink="folHlink"/>
  <p:sldLayoutIdLst>
    <p:sldLayoutId id="2147485971" r:id="rId1"/>
    <p:sldLayoutId id="2147485972" r:id="rId2"/>
    <p:sldLayoutId id="2147485973" r:id="rId3"/>
    <p:sldLayoutId id="2147485974" r:id="rId4"/>
    <p:sldLayoutId id="2147485975" r:id="rId5"/>
    <p:sldLayoutId id="2147485976" r:id="rId6"/>
    <p:sldLayoutId id="2147485977" r:id="rId7"/>
    <p:sldLayoutId id="2147485978" r:id="rId8"/>
    <p:sldLayoutId id="2147485979" r:id="rId9"/>
    <p:sldLayoutId id="2147485980" r:id="rId10"/>
    <p:sldLayoutId id="2147485981" r:id="rId1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sldNum="0" hdr="0" dt="0"/>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326504E1-A19C-1440-AD03-839B2314280B}" type="datetime1">
              <a:rPr lang="en-US" smtClean="0">
                <a:solidFill>
                  <a:srgbClr val="95A5A6">
                    <a:tint val="75000"/>
                  </a:srgbClr>
                </a:solidFill>
                <a:latin typeface="Calibri" panose="020F0502020204030204"/>
                <a:cs typeface="+mn-cs"/>
              </a:rPr>
              <a:t>9/22/16</a:t>
            </a:fld>
            <a:endParaRPr lang="en-US">
              <a:solidFill>
                <a:srgbClr val="95A5A6">
                  <a:tint val="75000"/>
                </a:srgb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srgbClr val="95A5A6">
                    <a:tint val="75000"/>
                  </a:srgbClr>
                </a:solidFill>
                <a:latin typeface="Calibri" panose="020F0502020204030204"/>
                <a:cs typeface="+mn-cs"/>
              </a:rPr>
              <a:t>موسوعة تكنولوجيا التعليم</a:t>
            </a:r>
            <a:endParaRPr lang="en-US">
              <a:solidFill>
                <a:srgbClr val="95A5A6">
                  <a:tint val="75000"/>
                </a:srgb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AEE38F98-4105-40A7-8991-7A498960FD3A}" type="slidenum">
              <a:rPr lang="en-US" smtClean="0">
                <a:solidFill>
                  <a:srgbClr val="95A5A6">
                    <a:tint val="75000"/>
                  </a:srgbClr>
                </a:solidFill>
                <a:latin typeface="Calibri" panose="020F0502020204030204"/>
                <a:cs typeface="+mn-cs"/>
              </a:rPr>
              <a:pPr fontAlgn="auto">
                <a:spcBef>
                  <a:spcPts val="0"/>
                </a:spcBef>
                <a:spcAft>
                  <a:spcPts val="0"/>
                </a:spcAft>
              </a:pPr>
              <a:t>‹#›</a:t>
            </a:fld>
            <a:endParaRPr lang="en-US">
              <a:solidFill>
                <a:srgbClr val="95A5A6">
                  <a:tint val="75000"/>
                </a:srgbClr>
              </a:solidFill>
              <a:latin typeface="Calibri" panose="020F0502020204030204"/>
              <a:cs typeface="+mn-cs"/>
            </a:endParaRPr>
          </a:p>
        </p:txBody>
      </p:sp>
    </p:spTree>
    <p:extLst>
      <p:ext uri="{BB962C8B-B14F-4D97-AF65-F5344CB8AC3E}">
        <p14:creationId xmlns:p14="http://schemas.microsoft.com/office/powerpoint/2010/main" val="1192445674"/>
      </p:ext>
    </p:extLst>
  </p:cSld>
  <p:clrMap bg1="lt1" tx1="dk1" bg2="lt2" tx2="dk2" accent1="accent1" accent2="accent2" accent3="accent3" accent4="accent4" accent5="accent5" accent6="accent6" hlink="hlink" folHlink="folHlink"/>
  <p:sldLayoutIdLst>
    <p:sldLayoutId id="2147485983" r:id="rId1"/>
    <p:sldLayoutId id="2147485984" r:id="rId2"/>
    <p:sldLayoutId id="2147485985" r:id="rId3"/>
    <p:sldLayoutId id="2147485986" r:id="rId4"/>
    <p:sldLayoutId id="2147485987" r:id="rId5"/>
    <p:sldLayoutId id="2147485988" r:id="rId6"/>
    <p:sldLayoutId id="2147485989" r:id="rId7"/>
    <p:sldLayoutId id="2147485990" r:id="rId8"/>
    <p:sldLayoutId id="2147485991" r:id="rId9"/>
    <p:sldLayoutId id="2147485992" r:id="rId10"/>
    <p:sldLayoutId id="2147485993"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7"/>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2"/>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E80B6C0C-2D7C-8B4A-940B-0AA47D84244B}" type="datetime1">
              <a:rPr lang="en-US" smtClean="0">
                <a:solidFill>
                  <a:srgbClr val="7E7E7E">
                    <a:tint val="75000"/>
                  </a:srgbClr>
                </a:solidFill>
                <a:latin typeface="Calibri" panose="020F0502020204030204"/>
                <a:cs typeface="+mn-cs"/>
              </a:rPr>
              <a:t>9/22/16</a:t>
            </a:fld>
            <a:endParaRPr lang="en-US">
              <a:solidFill>
                <a:srgbClr val="7E7E7E">
                  <a:tint val="75000"/>
                </a:srgbClr>
              </a:solidFill>
              <a:latin typeface="Calibri" panose="020F0502020204030204"/>
              <a:cs typeface="+mn-cs"/>
            </a:endParaRPr>
          </a:p>
        </p:txBody>
      </p:sp>
      <p:sp>
        <p:nvSpPr>
          <p:cNvPr id="5" name="Footer Placeholder 4"/>
          <p:cNvSpPr>
            <a:spLocks noGrp="1"/>
          </p:cNvSpPr>
          <p:nvPr>
            <p:ph type="ftr" sz="quarter" idx="3"/>
          </p:nvPr>
        </p:nvSpPr>
        <p:spPr>
          <a:xfrm>
            <a:off x="4038600" y="6356352"/>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srgbClr val="7E7E7E">
                    <a:tint val="75000"/>
                  </a:srgbClr>
                </a:solidFill>
                <a:latin typeface="Calibri" panose="020F0502020204030204"/>
                <a:cs typeface="+mn-cs"/>
              </a:rPr>
              <a:t>موسوعة تكنولوجيا التعليم</a:t>
            </a:r>
            <a:endParaRPr lang="en-US">
              <a:solidFill>
                <a:srgbClr val="7E7E7E">
                  <a:tint val="75000"/>
                </a:srgb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2"/>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DD85D8E7-6C0F-45E4-852D-49106AB4C5D7}" type="slidenum">
              <a:rPr lang="en-US" smtClean="0">
                <a:solidFill>
                  <a:srgbClr val="7E7E7E">
                    <a:tint val="75000"/>
                  </a:srgbClr>
                </a:solidFill>
                <a:latin typeface="Calibri" panose="020F0502020204030204"/>
                <a:cs typeface="+mn-cs"/>
              </a:rPr>
              <a:pPr fontAlgn="auto">
                <a:spcBef>
                  <a:spcPts val="0"/>
                </a:spcBef>
                <a:spcAft>
                  <a:spcPts val="0"/>
                </a:spcAft>
              </a:pPr>
              <a:t>‹#›</a:t>
            </a:fld>
            <a:endParaRPr lang="en-US">
              <a:solidFill>
                <a:srgbClr val="7E7E7E">
                  <a:tint val="75000"/>
                </a:srgbClr>
              </a:solidFill>
              <a:latin typeface="Calibri" panose="020F0502020204030204"/>
              <a:cs typeface="+mn-cs"/>
            </a:endParaRPr>
          </a:p>
        </p:txBody>
      </p:sp>
    </p:spTree>
    <p:extLst>
      <p:ext uri="{BB962C8B-B14F-4D97-AF65-F5344CB8AC3E}">
        <p14:creationId xmlns:p14="http://schemas.microsoft.com/office/powerpoint/2010/main" val="3712749305"/>
      </p:ext>
    </p:extLst>
  </p:cSld>
  <p:clrMap bg1="lt1" tx1="dk1" bg2="lt2" tx2="dk2" accent1="accent1" accent2="accent2" accent3="accent3" accent4="accent4" accent5="accent5" accent6="accent6" hlink="hlink" folHlink="folHlink"/>
  <p:sldLayoutIdLst>
    <p:sldLayoutId id="2147485995" r:id="rId1"/>
    <p:sldLayoutId id="2147485996" r:id="rId2"/>
    <p:sldLayoutId id="2147485997" r:id="rId3"/>
    <p:sldLayoutId id="2147485998" r:id="rId4"/>
    <p:sldLayoutId id="2147485999" r:id="rId5"/>
    <p:sldLayoutId id="2147486000" r:id="rId6"/>
    <p:sldLayoutId id="2147486001" r:id="rId7"/>
    <p:sldLayoutId id="2147486002" r:id="rId8"/>
    <p:sldLayoutId id="2147486003" r:id="rId9"/>
    <p:sldLayoutId id="2147486004" r:id="rId10"/>
    <p:sldLayoutId id="2147486005"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7"/>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2"/>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CCA567F7-1242-2348-8344-FA5C2FD8EF55}" type="datetime1">
              <a:rPr lang="en-US" smtClean="0">
                <a:solidFill>
                  <a:srgbClr val="7E7E7E">
                    <a:tint val="75000"/>
                  </a:srgbClr>
                </a:solidFill>
                <a:latin typeface="Calibri" panose="020F0502020204030204"/>
                <a:cs typeface="+mn-cs"/>
              </a:rPr>
              <a:t>9/22/16</a:t>
            </a:fld>
            <a:endParaRPr lang="en-US">
              <a:solidFill>
                <a:srgbClr val="7E7E7E">
                  <a:tint val="75000"/>
                </a:srgbClr>
              </a:solidFill>
              <a:latin typeface="Calibri" panose="020F0502020204030204"/>
              <a:cs typeface="+mn-cs"/>
            </a:endParaRPr>
          </a:p>
        </p:txBody>
      </p:sp>
      <p:sp>
        <p:nvSpPr>
          <p:cNvPr id="5" name="Footer Placeholder 4"/>
          <p:cNvSpPr>
            <a:spLocks noGrp="1"/>
          </p:cNvSpPr>
          <p:nvPr>
            <p:ph type="ftr" sz="quarter" idx="3"/>
          </p:nvPr>
        </p:nvSpPr>
        <p:spPr>
          <a:xfrm>
            <a:off x="4038600" y="6356352"/>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srgbClr val="7E7E7E">
                    <a:tint val="75000"/>
                  </a:srgbClr>
                </a:solidFill>
                <a:latin typeface="Calibri" panose="020F0502020204030204"/>
                <a:cs typeface="+mn-cs"/>
              </a:rPr>
              <a:t>موسوعة تكنولوجيا التعليم</a:t>
            </a:r>
            <a:endParaRPr lang="en-US">
              <a:solidFill>
                <a:srgbClr val="7E7E7E">
                  <a:tint val="75000"/>
                </a:srgb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2"/>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DD85D8E7-6C0F-45E4-852D-49106AB4C5D7}" type="slidenum">
              <a:rPr lang="en-US" smtClean="0">
                <a:solidFill>
                  <a:srgbClr val="7E7E7E">
                    <a:tint val="75000"/>
                  </a:srgbClr>
                </a:solidFill>
                <a:latin typeface="Calibri" panose="020F0502020204030204"/>
                <a:cs typeface="+mn-cs"/>
              </a:rPr>
              <a:pPr fontAlgn="auto">
                <a:spcBef>
                  <a:spcPts val="0"/>
                </a:spcBef>
                <a:spcAft>
                  <a:spcPts val="0"/>
                </a:spcAft>
              </a:pPr>
              <a:t>‹#›</a:t>
            </a:fld>
            <a:endParaRPr lang="en-US">
              <a:solidFill>
                <a:srgbClr val="7E7E7E">
                  <a:tint val="75000"/>
                </a:srgbClr>
              </a:solidFill>
              <a:latin typeface="Calibri" panose="020F0502020204030204"/>
              <a:cs typeface="+mn-cs"/>
            </a:endParaRPr>
          </a:p>
        </p:txBody>
      </p:sp>
    </p:spTree>
    <p:extLst>
      <p:ext uri="{BB962C8B-B14F-4D97-AF65-F5344CB8AC3E}">
        <p14:creationId xmlns:p14="http://schemas.microsoft.com/office/powerpoint/2010/main" val="1917174440"/>
      </p:ext>
    </p:extLst>
  </p:cSld>
  <p:clrMap bg1="lt1" tx1="dk1" bg2="lt2" tx2="dk2" accent1="accent1" accent2="accent2" accent3="accent3" accent4="accent4" accent5="accent5" accent6="accent6" hlink="hlink" folHlink="folHlink"/>
  <p:sldLayoutIdLst>
    <p:sldLayoutId id="2147486007" r:id="rId1"/>
    <p:sldLayoutId id="2147486008" r:id="rId2"/>
    <p:sldLayoutId id="2147486009" r:id="rId3"/>
    <p:sldLayoutId id="2147486010" r:id="rId4"/>
    <p:sldLayoutId id="2147486011" r:id="rId5"/>
    <p:sldLayoutId id="2147486012" r:id="rId6"/>
    <p:sldLayoutId id="2147486013" r:id="rId7"/>
    <p:sldLayoutId id="2147486014" r:id="rId8"/>
    <p:sldLayoutId id="2147486015" r:id="rId9"/>
    <p:sldLayoutId id="2147486016" r:id="rId10"/>
    <p:sldLayoutId id="2147486017"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7" name="Rectangle 6"/>
          <p:cNvSpPr/>
          <p:nvPr userDrawn="1"/>
        </p:nvSpPr>
        <p:spPr>
          <a:xfrm>
            <a:off x="0" y="6692348"/>
            <a:ext cx="12192000" cy="165652"/>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Oval 10"/>
          <p:cNvSpPr/>
          <p:nvPr userDrawn="1"/>
        </p:nvSpPr>
        <p:spPr>
          <a:xfrm>
            <a:off x="5913120" y="6409414"/>
            <a:ext cx="365760" cy="36576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Oval 11"/>
          <p:cNvSpPr/>
          <p:nvPr userDrawn="1"/>
        </p:nvSpPr>
        <p:spPr>
          <a:xfrm>
            <a:off x="6302734" y="6409414"/>
            <a:ext cx="365760" cy="36576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3" name="Oval 12"/>
          <p:cNvSpPr/>
          <p:nvPr userDrawn="1"/>
        </p:nvSpPr>
        <p:spPr>
          <a:xfrm>
            <a:off x="5523506" y="6409414"/>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Tree>
    <p:extLst>
      <p:ext uri="{BB962C8B-B14F-4D97-AF65-F5344CB8AC3E}">
        <p14:creationId xmlns:p14="http://schemas.microsoft.com/office/powerpoint/2010/main" val="212823375"/>
      </p:ext>
    </p:extLst>
  </p:cSld>
  <p:clrMap bg1="lt1" tx1="dk1" bg2="lt2" tx2="dk2" accent1="accent1" accent2="accent2" accent3="accent3" accent4="accent4" accent5="accent5" accent6="accent6" hlink="hlink" folHlink="folHlink"/>
  <p:sldLayoutIdLst>
    <p:sldLayoutId id="2147486019" r:id="rId1"/>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7"/>
            <a:ext cx="109728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pPr fontAlgn="auto">
              <a:spcBef>
                <a:spcPts val="0"/>
              </a:spcBef>
              <a:spcAft>
                <a:spcPts val="0"/>
              </a:spcAft>
            </a:pPr>
            <a:fld id="{4E2036C0-8BF2-0043-969D-BBCA90C09337}" type="datetime1">
              <a:rPr lang="en-US" smtClean="0">
                <a:solidFill>
                  <a:srgbClr val="000000">
                    <a:tint val="75000"/>
                  </a:srgbClr>
                </a:solidFill>
                <a:latin typeface="Calibri"/>
                <a:cs typeface="+mn-cs"/>
              </a:rPr>
              <a:t>9/22/16</a:t>
            </a:fld>
            <a:endParaRPr lang="en-US">
              <a:solidFill>
                <a:srgbClr val="000000">
                  <a:tint val="75000"/>
                </a:srgbClr>
              </a:solidFill>
              <a:latin typeface="Calibri"/>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pPr fontAlgn="auto">
              <a:spcBef>
                <a:spcPts val="0"/>
              </a:spcBef>
              <a:spcAft>
                <a:spcPts val="0"/>
              </a:spcAft>
            </a:pPr>
            <a:r>
              <a:rPr lang="ar-SA" smtClean="0">
                <a:solidFill>
                  <a:srgbClr val="000000">
                    <a:tint val="75000"/>
                  </a:srgbClr>
                </a:solidFill>
                <a:latin typeface="Calibri"/>
                <a:cs typeface="+mn-cs"/>
              </a:rPr>
              <a:t>موسوعة تكنولوجيا التعليم</a:t>
            </a:r>
            <a:endParaRPr lang="en-US">
              <a:solidFill>
                <a:srgbClr val="000000">
                  <a:tint val="75000"/>
                </a:srgbClr>
              </a:solidFill>
              <a:latin typeface="Calibri"/>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pPr fontAlgn="auto">
              <a:spcBef>
                <a:spcPts val="0"/>
              </a:spcBef>
              <a:spcAft>
                <a:spcPts val="0"/>
              </a:spcAft>
            </a:pPr>
            <a:fld id="{E16EE1C3-4C97-4D89-86D4-AB0FC9C35DCF}" type="slidenum">
              <a:rPr lang="en-US" smtClean="0">
                <a:solidFill>
                  <a:srgbClr val="000000">
                    <a:tint val="75000"/>
                  </a:srgbClr>
                </a:solidFill>
                <a:latin typeface="Calibri"/>
                <a:cs typeface="+mn-cs"/>
              </a:rPr>
              <a:pPr fontAlgn="auto">
                <a:spcBef>
                  <a:spcPts val="0"/>
                </a:spcBef>
                <a:spcAft>
                  <a:spcPts val="0"/>
                </a:spcAft>
              </a:pPr>
              <a:t>‹#›</a:t>
            </a:fld>
            <a:endParaRPr lang="en-US">
              <a:solidFill>
                <a:srgbClr val="000000">
                  <a:tint val="75000"/>
                </a:srgbClr>
              </a:solidFill>
              <a:latin typeface="Calibri"/>
              <a:cs typeface="+mn-cs"/>
            </a:endParaRPr>
          </a:p>
        </p:txBody>
      </p:sp>
    </p:spTree>
    <p:extLst>
      <p:ext uri="{BB962C8B-B14F-4D97-AF65-F5344CB8AC3E}">
        <p14:creationId xmlns:p14="http://schemas.microsoft.com/office/powerpoint/2010/main" val="245640030"/>
      </p:ext>
    </p:extLst>
  </p:cSld>
  <p:clrMap bg1="lt1" tx1="dk1" bg2="lt2" tx2="dk2" accent1="accent1" accent2="accent2" accent3="accent3" accent4="accent4" accent5="accent5" accent6="accent6" hlink="hlink" folHlink="folHlink"/>
  <p:sldLayoutIdLst>
    <p:sldLayoutId id="2147486021" r:id="rId1"/>
    <p:sldLayoutId id="2147486022" r:id="rId2"/>
    <p:sldLayoutId id="2147486023" r:id="rId3"/>
    <p:sldLayoutId id="2147486024" r:id="rId4"/>
    <p:sldLayoutId id="2147486025" r:id="rId5"/>
    <p:sldLayoutId id="2147486026" r:id="rId6"/>
    <p:sldLayoutId id="2147486027" r:id="rId7"/>
    <p:sldLayoutId id="2147486028" r:id="rId8"/>
    <p:sldLayoutId id="2147486029" r:id="rId9"/>
    <p:sldLayoutId id="2147486030" r:id="rId10"/>
    <p:sldLayoutId id="2147486031"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blipFill dpi="0" rotWithShape="1">
          <a:blip r:embed="rId124">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E875D961-A6A3-0141-BD02-B56E8F931BB3}" type="datetime1">
              <a:rPr lang="en-US" smtClean="0">
                <a:solidFill>
                  <a:prstClr val="black">
                    <a:tint val="75000"/>
                  </a:prstClr>
                </a:solidFill>
                <a:latin typeface="Calibri" panose="020F0502020204030204"/>
                <a:cs typeface="+mn-cs"/>
              </a:rPr>
              <a:t>9/22/16</a:t>
            </a:fld>
            <a:endParaRPr lang="en-US">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Calibri" panose="020F0502020204030204"/>
                <a:cs typeface="+mn-cs"/>
              </a:rPr>
              <a:t>موسوعة تكنولوجيا التعليم</a:t>
            </a:r>
            <a:endParaRPr lang="en-US">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16F919D3-A0D6-4586-82A8-25A537D2BD8F}" type="slidenum">
              <a:rPr lang="en-US" smtClean="0">
                <a:solidFill>
                  <a:prstClr val="black">
                    <a:tint val="75000"/>
                  </a:prstClr>
                </a:solidFill>
                <a:latin typeface="Calibri" panose="020F0502020204030204"/>
                <a:cs typeface="+mn-cs"/>
              </a:rPr>
              <a:pPr fontAlgn="auto">
                <a:spcBef>
                  <a:spcPts val="0"/>
                </a:spcBef>
                <a:spcAft>
                  <a:spcPts val="0"/>
                </a:spcAft>
              </a:pPr>
              <a:t>‹#›</a:t>
            </a:fld>
            <a:endParaRPr lang="en-US">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331232868"/>
      </p:ext>
    </p:extLst>
  </p:cSld>
  <p:clrMap bg1="lt1" tx1="dk1" bg2="lt2" tx2="dk2" accent1="accent1" accent2="accent2" accent3="accent3" accent4="accent4" accent5="accent5" accent6="accent6" hlink="hlink" folHlink="folHlink"/>
  <p:sldLayoutIdLst>
    <p:sldLayoutId id="2147486034" r:id="rId1"/>
    <p:sldLayoutId id="2147486035" r:id="rId2"/>
    <p:sldLayoutId id="2147486036" r:id="rId3"/>
    <p:sldLayoutId id="2147486037" r:id="rId4"/>
    <p:sldLayoutId id="2147486038" r:id="rId5"/>
    <p:sldLayoutId id="2147486039" r:id="rId6"/>
    <p:sldLayoutId id="2147486040" r:id="rId7"/>
    <p:sldLayoutId id="2147486041" r:id="rId8"/>
    <p:sldLayoutId id="2147486042" r:id="rId9"/>
    <p:sldLayoutId id="2147486043" r:id="rId10"/>
    <p:sldLayoutId id="2147486044" r:id="rId11"/>
    <p:sldLayoutId id="2147486045" r:id="rId12"/>
    <p:sldLayoutId id="2147486046" r:id="rId13"/>
    <p:sldLayoutId id="2147486047" r:id="rId14"/>
    <p:sldLayoutId id="2147486048" r:id="rId15"/>
    <p:sldLayoutId id="2147486049" r:id="rId16"/>
    <p:sldLayoutId id="2147486050" r:id="rId17"/>
    <p:sldLayoutId id="2147486051" r:id="rId18"/>
    <p:sldLayoutId id="2147486052" r:id="rId19"/>
    <p:sldLayoutId id="2147486053" r:id="rId20"/>
    <p:sldLayoutId id="2147486054" r:id="rId21"/>
    <p:sldLayoutId id="2147486055" r:id="rId22"/>
    <p:sldLayoutId id="2147486056" r:id="rId23"/>
    <p:sldLayoutId id="2147486057" r:id="rId24"/>
    <p:sldLayoutId id="2147486058" r:id="rId25"/>
    <p:sldLayoutId id="2147486059" r:id="rId26"/>
    <p:sldLayoutId id="2147486060" r:id="rId27"/>
    <p:sldLayoutId id="2147486061" r:id="rId28"/>
    <p:sldLayoutId id="2147486062" r:id="rId29"/>
    <p:sldLayoutId id="2147486063" r:id="rId30"/>
    <p:sldLayoutId id="2147486064" r:id="rId31"/>
    <p:sldLayoutId id="2147486065" r:id="rId32"/>
    <p:sldLayoutId id="2147486066" r:id="rId33"/>
    <p:sldLayoutId id="2147486067" r:id="rId34"/>
    <p:sldLayoutId id="2147486068" r:id="rId35"/>
    <p:sldLayoutId id="2147486069" r:id="rId36"/>
    <p:sldLayoutId id="2147486070" r:id="rId37"/>
    <p:sldLayoutId id="2147486071" r:id="rId38"/>
    <p:sldLayoutId id="2147486072" r:id="rId39"/>
    <p:sldLayoutId id="2147486073" r:id="rId40"/>
    <p:sldLayoutId id="2147486074" r:id="rId41"/>
    <p:sldLayoutId id="2147486075" r:id="rId42"/>
    <p:sldLayoutId id="2147486076" r:id="rId43"/>
    <p:sldLayoutId id="2147486077" r:id="rId44"/>
    <p:sldLayoutId id="2147486078" r:id="rId45"/>
    <p:sldLayoutId id="2147486079" r:id="rId46"/>
    <p:sldLayoutId id="2147486080" r:id="rId47"/>
    <p:sldLayoutId id="2147486081" r:id="rId48"/>
    <p:sldLayoutId id="2147486082" r:id="rId49"/>
    <p:sldLayoutId id="2147486083" r:id="rId50"/>
    <p:sldLayoutId id="2147486084" r:id="rId51"/>
    <p:sldLayoutId id="2147486085" r:id="rId52"/>
    <p:sldLayoutId id="2147486086" r:id="rId53"/>
    <p:sldLayoutId id="2147486087" r:id="rId54"/>
    <p:sldLayoutId id="2147486088" r:id="rId55"/>
    <p:sldLayoutId id="2147486089" r:id="rId56"/>
    <p:sldLayoutId id="2147486090" r:id="rId57"/>
    <p:sldLayoutId id="2147486091" r:id="rId58"/>
    <p:sldLayoutId id="2147486092" r:id="rId59"/>
    <p:sldLayoutId id="2147486093" r:id="rId60"/>
    <p:sldLayoutId id="2147486094" r:id="rId61"/>
    <p:sldLayoutId id="2147486095" r:id="rId62"/>
    <p:sldLayoutId id="2147486096" r:id="rId63"/>
    <p:sldLayoutId id="2147486097" r:id="rId64"/>
    <p:sldLayoutId id="2147486098" r:id="rId65"/>
    <p:sldLayoutId id="2147486099" r:id="rId66"/>
    <p:sldLayoutId id="2147486100" r:id="rId67"/>
    <p:sldLayoutId id="2147486101" r:id="rId68"/>
    <p:sldLayoutId id="2147486102" r:id="rId69"/>
    <p:sldLayoutId id="2147486103" r:id="rId70"/>
    <p:sldLayoutId id="2147486104" r:id="rId71"/>
    <p:sldLayoutId id="2147486105" r:id="rId72"/>
    <p:sldLayoutId id="2147486106" r:id="rId73"/>
    <p:sldLayoutId id="2147486107" r:id="rId74"/>
    <p:sldLayoutId id="2147486108" r:id="rId75"/>
    <p:sldLayoutId id="2147486109" r:id="rId76"/>
    <p:sldLayoutId id="2147486110" r:id="rId77"/>
    <p:sldLayoutId id="2147486111" r:id="rId78"/>
    <p:sldLayoutId id="2147486112" r:id="rId79"/>
    <p:sldLayoutId id="2147486113" r:id="rId80"/>
    <p:sldLayoutId id="2147486114" r:id="rId81"/>
    <p:sldLayoutId id="2147486115" r:id="rId82"/>
    <p:sldLayoutId id="2147486116" r:id="rId83"/>
    <p:sldLayoutId id="2147486117" r:id="rId84"/>
    <p:sldLayoutId id="2147486118" r:id="rId85"/>
    <p:sldLayoutId id="2147486119" r:id="rId86"/>
    <p:sldLayoutId id="2147486120" r:id="rId87"/>
    <p:sldLayoutId id="2147486121" r:id="rId88"/>
    <p:sldLayoutId id="2147486122" r:id="rId89"/>
    <p:sldLayoutId id="2147486123" r:id="rId90"/>
    <p:sldLayoutId id="2147486124" r:id="rId91"/>
    <p:sldLayoutId id="2147486125" r:id="rId92"/>
    <p:sldLayoutId id="2147486126" r:id="rId93"/>
    <p:sldLayoutId id="2147486127" r:id="rId94"/>
    <p:sldLayoutId id="2147486128" r:id="rId95"/>
    <p:sldLayoutId id="2147486129" r:id="rId96"/>
    <p:sldLayoutId id="2147486130" r:id="rId97"/>
    <p:sldLayoutId id="2147486131" r:id="rId98"/>
    <p:sldLayoutId id="2147486132" r:id="rId99"/>
    <p:sldLayoutId id="2147486133" r:id="rId100"/>
    <p:sldLayoutId id="2147486134" r:id="rId101"/>
    <p:sldLayoutId id="2147486135" r:id="rId102"/>
    <p:sldLayoutId id="2147486136" r:id="rId103"/>
    <p:sldLayoutId id="2147486137" r:id="rId104"/>
    <p:sldLayoutId id="2147486138" r:id="rId105"/>
    <p:sldLayoutId id="2147486139" r:id="rId106"/>
    <p:sldLayoutId id="2147486140" r:id="rId107"/>
    <p:sldLayoutId id="2147486141" r:id="rId108"/>
    <p:sldLayoutId id="2147486142" r:id="rId109"/>
    <p:sldLayoutId id="2147486143" r:id="rId110"/>
    <p:sldLayoutId id="2147486144" r:id="rId111"/>
    <p:sldLayoutId id="2147486145" r:id="rId112"/>
    <p:sldLayoutId id="2147486146" r:id="rId113"/>
    <p:sldLayoutId id="2147486147" r:id="rId114"/>
    <p:sldLayoutId id="2147486148" r:id="rId115"/>
    <p:sldLayoutId id="2147486149" r:id="rId116"/>
    <p:sldLayoutId id="2147486150" r:id="rId117"/>
    <p:sldLayoutId id="2147486151" r:id="rId118"/>
    <p:sldLayoutId id="2147486152" r:id="rId119"/>
    <p:sldLayoutId id="2147486153" r:id="rId120"/>
    <p:sldLayoutId id="2147486154" r:id="rId121"/>
    <p:sldLayoutId id="2147486155" r:id="rId122"/>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775544CE-7CB8-CF43-8897-A2E03072299D}" type="datetime1">
              <a:rPr lang="en-US" smtClean="0">
                <a:solidFill>
                  <a:srgbClr val="95A5A6">
                    <a:tint val="75000"/>
                  </a:srgbClr>
                </a:solidFill>
                <a:latin typeface="Calibri" panose="020F0502020204030204"/>
                <a:cs typeface="+mn-cs"/>
              </a:rPr>
              <a:t>9/22/16</a:t>
            </a:fld>
            <a:endParaRPr lang="en-US">
              <a:solidFill>
                <a:srgbClr val="95A5A6">
                  <a:tint val="75000"/>
                </a:srgb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srgbClr val="95A5A6">
                    <a:tint val="75000"/>
                  </a:srgbClr>
                </a:solidFill>
                <a:latin typeface="Calibri" panose="020F0502020204030204"/>
                <a:cs typeface="+mn-cs"/>
              </a:rPr>
              <a:t>موسوعة تكنولوجيا التعليم</a:t>
            </a:r>
            <a:endParaRPr lang="en-US">
              <a:solidFill>
                <a:srgbClr val="95A5A6">
                  <a:tint val="75000"/>
                </a:srgb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AEE38F98-4105-40A7-8991-7A498960FD3A}" type="slidenum">
              <a:rPr lang="en-US" smtClean="0">
                <a:solidFill>
                  <a:srgbClr val="95A5A6">
                    <a:tint val="75000"/>
                  </a:srgbClr>
                </a:solidFill>
                <a:latin typeface="Calibri" panose="020F0502020204030204"/>
                <a:cs typeface="+mn-cs"/>
              </a:rPr>
              <a:pPr fontAlgn="auto">
                <a:spcBef>
                  <a:spcPts val="0"/>
                </a:spcBef>
                <a:spcAft>
                  <a:spcPts val="0"/>
                </a:spcAft>
              </a:pPr>
              <a:t>‹#›</a:t>
            </a:fld>
            <a:endParaRPr lang="en-US">
              <a:solidFill>
                <a:srgbClr val="95A5A6">
                  <a:tint val="75000"/>
                </a:srgbClr>
              </a:solidFill>
              <a:latin typeface="Calibri" panose="020F0502020204030204"/>
              <a:cs typeface="+mn-cs"/>
            </a:endParaRPr>
          </a:p>
        </p:txBody>
      </p:sp>
    </p:spTree>
    <p:extLst>
      <p:ext uri="{BB962C8B-B14F-4D97-AF65-F5344CB8AC3E}">
        <p14:creationId xmlns:p14="http://schemas.microsoft.com/office/powerpoint/2010/main" val="2819923602"/>
      </p:ext>
    </p:extLst>
  </p:cSld>
  <p:clrMap bg1="lt1" tx1="dk1" bg2="lt2" tx2="dk2" accent1="accent1" accent2="accent2" accent3="accent3" accent4="accent4" accent5="accent5" accent6="accent6" hlink="hlink" folHlink="folHlink"/>
  <p:sldLayoutIdLst>
    <p:sldLayoutId id="2147486157" r:id="rId1"/>
    <p:sldLayoutId id="2147486158" r:id="rId2"/>
    <p:sldLayoutId id="2147486159" r:id="rId3"/>
    <p:sldLayoutId id="2147486160" r:id="rId4"/>
    <p:sldLayoutId id="2147486161" r:id="rId5"/>
    <p:sldLayoutId id="2147486162" r:id="rId6"/>
    <p:sldLayoutId id="2147486163" r:id="rId7"/>
    <p:sldLayoutId id="2147486164" r:id="rId8"/>
    <p:sldLayoutId id="2147486165" r:id="rId9"/>
    <p:sldLayoutId id="2147486166" r:id="rId10"/>
    <p:sldLayoutId id="2147486167"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7"/>
            <a:ext cx="109728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pPr fontAlgn="auto">
              <a:spcBef>
                <a:spcPts val="0"/>
              </a:spcBef>
              <a:spcAft>
                <a:spcPts val="0"/>
              </a:spcAft>
            </a:pPr>
            <a:fld id="{EA424A8C-CCD8-1743-B703-7FD762F489A3}" type="datetime1">
              <a:rPr lang="en-US" smtClean="0">
                <a:solidFill>
                  <a:srgbClr val="000000">
                    <a:tint val="75000"/>
                  </a:srgbClr>
                </a:solidFill>
                <a:latin typeface="Calibri"/>
                <a:cs typeface="+mn-cs"/>
              </a:rPr>
              <a:t>9/22/16</a:t>
            </a:fld>
            <a:endParaRPr lang="en-US">
              <a:solidFill>
                <a:srgbClr val="000000">
                  <a:tint val="75000"/>
                </a:srgbClr>
              </a:solidFill>
              <a:latin typeface="Calibri"/>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pPr fontAlgn="auto">
              <a:spcBef>
                <a:spcPts val="0"/>
              </a:spcBef>
              <a:spcAft>
                <a:spcPts val="0"/>
              </a:spcAft>
            </a:pPr>
            <a:r>
              <a:rPr lang="ar-SA" smtClean="0">
                <a:solidFill>
                  <a:srgbClr val="000000">
                    <a:tint val="75000"/>
                  </a:srgbClr>
                </a:solidFill>
                <a:latin typeface="Calibri"/>
                <a:cs typeface="+mn-cs"/>
              </a:rPr>
              <a:t>موسوعة تكنولوجيا التعليم</a:t>
            </a:r>
            <a:endParaRPr lang="en-US">
              <a:solidFill>
                <a:srgbClr val="000000">
                  <a:tint val="75000"/>
                </a:srgbClr>
              </a:solidFill>
              <a:latin typeface="Calibri"/>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pPr fontAlgn="auto">
              <a:spcBef>
                <a:spcPts val="0"/>
              </a:spcBef>
              <a:spcAft>
                <a:spcPts val="0"/>
              </a:spcAft>
            </a:pPr>
            <a:fld id="{E16EE1C3-4C97-4D89-86D4-AB0FC9C35DCF}" type="slidenum">
              <a:rPr lang="en-US" smtClean="0">
                <a:solidFill>
                  <a:srgbClr val="000000">
                    <a:tint val="75000"/>
                  </a:srgbClr>
                </a:solidFill>
                <a:latin typeface="Calibri"/>
                <a:cs typeface="+mn-cs"/>
              </a:rPr>
              <a:pPr fontAlgn="auto">
                <a:spcBef>
                  <a:spcPts val="0"/>
                </a:spcBef>
                <a:spcAft>
                  <a:spcPts val="0"/>
                </a:spcAft>
              </a:pPr>
              <a:t>‹#›</a:t>
            </a:fld>
            <a:endParaRPr lang="en-US">
              <a:solidFill>
                <a:srgbClr val="000000">
                  <a:tint val="75000"/>
                </a:srgbClr>
              </a:solidFill>
              <a:latin typeface="Calibri"/>
              <a:cs typeface="+mn-cs"/>
            </a:endParaRPr>
          </a:p>
        </p:txBody>
      </p:sp>
    </p:spTree>
    <p:extLst>
      <p:ext uri="{BB962C8B-B14F-4D97-AF65-F5344CB8AC3E}">
        <p14:creationId xmlns:p14="http://schemas.microsoft.com/office/powerpoint/2010/main" val="3084655597"/>
      </p:ext>
    </p:extLst>
  </p:cSld>
  <p:clrMap bg1="lt1" tx1="dk1" bg2="lt2" tx2="dk2" accent1="accent1" accent2="accent2" accent3="accent3" accent4="accent4" accent5="accent5" accent6="accent6" hlink="hlink" folHlink="folHlink"/>
  <p:sldLayoutIdLst>
    <p:sldLayoutId id="2147486169" r:id="rId1"/>
    <p:sldLayoutId id="2147486170" r:id="rId2"/>
    <p:sldLayoutId id="2147486171" r:id="rId3"/>
    <p:sldLayoutId id="2147486172" r:id="rId4"/>
    <p:sldLayoutId id="2147486173" r:id="rId5"/>
    <p:sldLayoutId id="2147486174" r:id="rId6"/>
    <p:sldLayoutId id="2147486175" r:id="rId7"/>
    <p:sldLayoutId id="2147486176" r:id="rId8"/>
    <p:sldLayoutId id="2147486177" r:id="rId9"/>
    <p:sldLayoutId id="2147486178" r:id="rId10"/>
    <p:sldLayoutId id="2147486179"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7"/>
            <a:ext cx="109728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pPr fontAlgn="auto">
              <a:spcBef>
                <a:spcPts val="0"/>
              </a:spcBef>
              <a:spcAft>
                <a:spcPts val="0"/>
              </a:spcAft>
            </a:pPr>
            <a:fld id="{C663D487-CDB7-2644-9E9D-CED526CD3988}" type="datetime1">
              <a:rPr lang="en-US" smtClean="0">
                <a:solidFill>
                  <a:srgbClr val="000000">
                    <a:tint val="75000"/>
                  </a:srgbClr>
                </a:solidFill>
                <a:latin typeface="Calibri"/>
                <a:cs typeface="+mn-cs"/>
              </a:rPr>
              <a:t>9/22/16</a:t>
            </a:fld>
            <a:endParaRPr lang="en-US">
              <a:solidFill>
                <a:srgbClr val="000000">
                  <a:tint val="75000"/>
                </a:srgbClr>
              </a:solidFill>
              <a:latin typeface="Calibri"/>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pPr fontAlgn="auto">
              <a:spcBef>
                <a:spcPts val="0"/>
              </a:spcBef>
              <a:spcAft>
                <a:spcPts val="0"/>
              </a:spcAft>
            </a:pPr>
            <a:r>
              <a:rPr lang="ar-SA" smtClean="0">
                <a:solidFill>
                  <a:srgbClr val="000000">
                    <a:tint val="75000"/>
                  </a:srgbClr>
                </a:solidFill>
                <a:latin typeface="Calibri"/>
                <a:cs typeface="+mn-cs"/>
              </a:rPr>
              <a:t>موسوعة تكنولوجيا التعليم</a:t>
            </a:r>
            <a:endParaRPr lang="en-US">
              <a:solidFill>
                <a:srgbClr val="000000">
                  <a:tint val="75000"/>
                </a:srgbClr>
              </a:solidFill>
              <a:latin typeface="Calibri"/>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pPr fontAlgn="auto">
              <a:spcBef>
                <a:spcPts val="0"/>
              </a:spcBef>
              <a:spcAft>
                <a:spcPts val="0"/>
              </a:spcAft>
            </a:pPr>
            <a:fld id="{E16EE1C3-4C97-4D89-86D4-AB0FC9C35DCF}" type="slidenum">
              <a:rPr lang="en-US" smtClean="0">
                <a:solidFill>
                  <a:srgbClr val="000000">
                    <a:tint val="75000"/>
                  </a:srgbClr>
                </a:solidFill>
                <a:latin typeface="Calibri"/>
                <a:cs typeface="+mn-cs"/>
              </a:rPr>
              <a:pPr fontAlgn="auto">
                <a:spcBef>
                  <a:spcPts val="0"/>
                </a:spcBef>
                <a:spcAft>
                  <a:spcPts val="0"/>
                </a:spcAft>
              </a:pPr>
              <a:t>‹#›</a:t>
            </a:fld>
            <a:endParaRPr lang="en-US">
              <a:solidFill>
                <a:srgbClr val="000000">
                  <a:tint val="75000"/>
                </a:srgbClr>
              </a:solidFill>
              <a:latin typeface="Calibri"/>
              <a:cs typeface="+mn-cs"/>
            </a:endParaRPr>
          </a:p>
        </p:txBody>
      </p:sp>
    </p:spTree>
    <p:extLst>
      <p:ext uri="{BB962C8B-B14F-4D97-AF65-F5344CB8AC3E}">
        <p14:creationId xmlns:p14="http://schemas.microsoft.com/office/powerpoint/2010/main" val="2843565772"/>
      </p:ext>
    </p:extLst>
  </p:cSld>
  <p:clrMap bg1="lt1" tx1="dk1" bg2="lt2" tx2="dk2" accent1="accent1" accent2="accent2" accent3="accent3" accent4="accent4" accent5="accent5" accent6="accent6" hlink="hlink" folHlink="folHlink"/>
  <p:sldLayoutIdLst>
    <p:sldLayoutId id="2147486181" r:id="rId1"/>
    <p:sldLayoutId id="2147486182" r:id="rId2"/>
    <p:sldLayoutId id="2147486183" r:id="rId3"/>
    <p:sldLayoutId id="2147486184" r:id="rId4"/>
    <p:sldLayoutId id="2147486185" r:id="rId5"/>
    <p:sldLayoutId id="2147486186" r:id="rId6"/>
    <p:sldLayoutId id="2147486187" r:id="rId7"/>
    <p:sldLayoutId id="2147486188" r:id="rId8"/>
    <p:sldLayoutId id="2147486189" r:id="rId9"/>
    <p:sldLayoutId id="2147486190" r:id="rId10"/>
    <p:sldLayoutId id="2147486191" r:id="rId11"/>
  </p:sldLayoutIdLst>
  <mc:AlternateContent xmlns:mc="http://schemas.openxmlformats.org/markup-compatibility/2006" xmlns:p14="http://schemas.microsoft.com/office/powerpoint/2010/main">
    <mc:Choice Requires="p14">
      <p:transition p14:dur="0"/>
    </mc:Choice>
    <mc:Fallback xmlns="">
      <p:transition/>
    </mc:Fallback>
  </mc:AlternateContent>
  <p:hf sldNum="0" hdr="0" dt="0"/>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34.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0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0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6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9.xml"/><Relationship Id="rId2" Type="http://schemas.openxmlformats.org/officeDocument/2006/relationships/notesSlide" Target="../notesSlides/notesSlide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0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88.xml"/><Relationship Id="rId2" Type="http://schemas.openxmlformats.org/officeDocument/2006/relationships/image" Target="../media/image13.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88.xml"/><Relationship Id="rId2" Type="http://schemas.openxmlformats.org/officeDocument/2006/relationships/image" Target="../media/image13.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8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2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2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2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2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2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21.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0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5.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4.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4.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29.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2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19.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19.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19.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6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6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6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6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7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7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9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95.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00.xml"/><Relationship Id="rId2" Type="http://schemas.openxmlformats.org/officeDocument/2006/relationships/notesSlide" Target="../notesSlides/notesSlide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96.xml"/></Relationships>
</file>

<file path=ppt/slides/_rels/slide55.xml.rels><?xml version="1.0" encoding="UTF-8" standalone="yes"?>
<Relationships xmlns="http://schemas.openxmlformats.org/package/2006/relationships"><Relationship Id="rId3" Type="http://schemas.openxmlformats.org/officeDocument/2006/relationships/diagramLayout" Target="../diagrams/layout1.xml"/><Relationship Id="rId4" Type="http://schemas.openxmlformats.org/officeDocument/2006/relationships/diagramQuickStyle" Target="../diagrams/quickStyle1.xml"/><Relationship Id="rId5" Type="http://schemas.openxmlformats.org/officeDocument/2006/relationships/diagramColors" Target="../diagrams/colors1.xml"/><Relationship Id="rId6" Type="http://schemas.microsoft.com/office/2007/relationships/diagramDrawing" Target="../diagrams/drawing1.xml"/><Relationship Id="rId1" Type="http://schemas.openxmlformats.org/officeDocument/2006/relationships/slideLayout" Target="../slideLayouts/slideLayout401.xml"/><Relationship Id="rId2" Type="http://schemas.openxmlformats.org/officeDocument/2006/relationships/diagramData" Target="../diagrams/data1.xml"/></Relationships>
</file>

<file path=ppt/slides/_rels/slide56.xml.rels><?xml version="1.0" encoding="UTF-8" standalone="yes"?>
<Relationships xmlns="http://schemas.openxmlformats.org/package/2006/relationships"><Relationship Id="rId3" Type="http://schemas.openxmlformats.org/officeDocument/2006/relationships/diagramLayout" Target="../diagrams/layout2.xml"/><Relationship Id="rId4" Type="http://schemas.openxmlformats.org/officeDocument/2006/relationships/diagramQuickStyle" Target="../diagrams/quickStyle2.xml"/><Relationship Id="rId5" Type="http://schemas.openxmlformats.org/officeDocument/2006/relationships/diagramColors" Target="../diagrams/colors2.xml"/><Relationship Id="rId6" Type="http://schemas.microsoft.com/office/2007/relationships/diagramDrawing" Target="../diagrams/drawing2.xml"/><Relationship Id="rId1" Type="http://schemas.openxmlformats.org/officeDocument/2006/relationships/slideLayout" Target="../slideLayouts/slideLayout401.xml"/><Relationship Id="rId2" Type="http://schemas.openxmlformats.org/officeDocument/2006/relationships/diagramData" Target="../diagrams/data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1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1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1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2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48.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48.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48.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448.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48.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59.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59.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45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459.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459.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64.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475.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4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1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475.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0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0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6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6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6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475.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0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475.xml"/></Relationships>
</file>

<file path=ppt/slides/_rels/slide86.xml.rels><?xml version="1.0" encoding="UTF-8" standalone="yes"?>
<Relationships xmlns="http://schemas.openxmlformats.org/package/2006/relationships"><Relationship Id="rId3" Type="http://schemas.openxmlformats.org/officeDocument/2006/relationships/image" Target="../media/image16.png"/><Relationship Id="rId4" Type="http://schemas.openxmlformats.org/officeDocument/2006/relationships/image" Target="../media/image17.png"/><Relationship Id="rId1" Type="http://schemas.openxmlformats.org/officeDocument/2006/relationships/slideLayout" Target="../slideLayouts/slideLayout497.xml"/><Relationship Id="rId2" Type="http://schemas.openxmlformats.org/officeDocument/2006/relationships/image" Target="../media/image15.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475.xml"/></Relationships>
</file>

<file path=ppt/slides/_rels/slide88.xml.rels><?xml version="1.0" encoding="UTF-8" standalone="yes"?>
<Relationships xmlns="http://schemas.openxmlformats.org/package/2006/relationships"><Relationship Id="rId3" Type="http://schemas.openxmlformats.org/officeDocument/2006/relationships/diagramLayout" Target="../diagrams/layout3.xml"/><Relationship Id="rId4" Type="http://schemas.openxmlformats.org/officeDocument/2006/relationships/diagramQuickStyle" Target="../diagrams/quickStyle3.xml"/><Relationship Id="rId5" Type="http://schemas.openxmlformats.org/officeDocument/2006/relationships/diagramColors" Target="../diagrams/colors3.xml"/><Relationship Id="rId6" Type="http://schemas.microsoft.com/office/2007/relationships/diagramDrawing" Target="../diagrams/drawing3.xml"/><Relationship Id="rId1" Type="http://schemas.openxmlformats.org/officeDocument/2006/relationships/slideLayout" Target="../slideLayouts/slideLayout497.xml"/><Relationship Id="rId2" Type="http://schemas.openxmlformats.org/officeDocument/2006/relationships/diagramData" Target="../diagrams/data3.xml"/></Relationships>
</file>

<file path=ppt/slides/_rels/slide89.xml.rels><?xml version="1.0" encoding="UTF-8" standalone="yes"?>
<Relationships xmlns="http://schemas.openxmlformats.org/package/2006/relationships"><Relationship Id="rId3" Type="http://schemas.openxmlformats.org/officeDocument/2006/relationships/diagramLayout" Target="../diagrams/layout4.xml"/><Relationship Id="rId4" Type="http://schemas.openxmlformats.org/officeDocument/2006/relationships/diagramQuickStyle" Target="../diagrams/quickStyle4.xml"/><Relationship Id="rId5" Type="http://schemas.openxmlformats.org/officeDocument/2006/relationships/diagramColors" Target="../diagrams/colors4.xml"/><Relationship Id="rId6" Type="http://schemas.microsoft.com/office/2007/relationships/diagramDrawing" Target="../diagrams/drawing4.xml"/><Relationship Id="rId1" Type="http://schemas.openxmlformats.org/officeDocument/2006/relationships/slideLayout" Target="../slideLayouts/slideLayout497.xml"/><Relationship Id="rId2" Type="http://schemas.openxmlformats.org/officeDocument/2006/relationships/diagramData" Target="../diagrams/data4.xml"/></Relationships>
</file>

<file path=ppt/slides/_rels/slide90.xml.rels><?xml version="1.0" encoding="UTF-8" standalone="yes"?>
<Relationships xmlns="http://schemas.openxmlformats.org/package/2006/relationships"><Relationship Id="rId3" Type="http://schemas.openxmlformats.org/officeDocument/2006/relationships/diagramLayout" Target="../diagrams/layout5.xml"/><Relationship Id="rId4" Type="http://schemas.openxmlformats.org/officeDocument/2006/relationships/diagramQuickStyle" Target="../diagrams/quickStyle5.xml"/><Relationship Id="rId5" Type="http://schemas.openxmlformats.org/officeDocument/2006/relationships/diagramColors" Target="../diagrams/colors5.xml"/><Relationship Id="rId6" Type="http://schemas.microsoft.com/office/2007/relationships/diagramDrawing" Target="../diagrams/drawing5.xml"/><Relationship Id="rId1" Type="http://schemas.openxmlformats.org/officeDocument/2006/relationships/slideLayout" Target="../slideLayouts/slideLayout497.xml"/><Relationship Id="rId2" Type="http://schemas.openxmlformats.org/officeDocument/2006/relationships/diagramData" Target="../diagrams/data5.xml"/></Relationships>
</file>

<file path=ppt/slides/_rels/slide91.xml.rels><?xml version="1.0" encoding="UTF-8" standalone="yes"?>
<Relationships xmlns="http://schemas.openxmlformats.org/package/2006/relationships"><Relationship Id="rId3" Type="http://schemas.openxmlformats.org/officeDocument/2006/relationships/diagramLayout" Target="../diagrams/layout6.xml"/><Relationship Id="rId4" Type="http://schemas.openxmlformats.org/officeDocument/2006/relationships/diagramQuickStyle" Target="../diagrams/quickStyle6.xml"/><Relationship Id="rId5" Type="http://schemas.openxmlformats.org/officeDocument/2006/relationships/diagramColors" Target="../diagrams/colors6.xml"/><Relationship Id="rId6" Type="http://schemas.microsoft.com/office/2007/relationships/diagramDrawing" Target="../diagrams/drawing6.xml"/><Relationship Id="rId1" Type="http://schemas.openxmlformats.org/officeDocument/2006/relationships/slideLayout" Target="../slideLayouts/slideLayout497.xml"/><Relationship Id="rId2" Type="http://schemas.openxmlformats.org/officeDocument/2006/relationships/diagramData" Target="../diagrams/data6.xml"/></Relationships>
</file>

<file path=ppt/slides/_rels/slide92.xml.rels><?xml version="1.0" encoding="UTF-8" standalone="yes"?>
<Relationships xmlns="http://schemas.openxmlformats.org/package/2006/relationships"><Relationship Id="rId3" Type="http://schemas.openxmlformats.org/officeDocument/2006/relationships/diagramLayout" Target="../diagrams/layout7.xml"/><Relationship Id="rId4" Type="http://schemas.openxmlformats.org/officeDocument/2006/relationships/diagramQuickStyle" Target="../diagrams/quickStyle7.xml"/><Relationship Id="rId5" Type="http://schemas.openxmlformats.org/officeDocument/2006/relationships/diagramColors" Target="../diagrams/colors7.xml"/><Relationship Id="rId6" Type="http://schemas.microsoft.com/office/2007/relationships/diagramDrawing" Target="../diagrams/drawing7.xml"/><Relationship Id="rId1" Type="http://schemas.openxmlformats.org/officeDocument/2006/relationships/slideLayout" Target="../slideLayouts/slideLayout497.xml"/><Relationship Id="rId2" Type="http://schemas.openxmlformats.org/officeDocument/2006/relationships/diagramData" Target="../diagrams/data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49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49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49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4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504.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504.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504.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504.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504.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504.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504.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59.xml"/><Relationship Id="rId2" Type="http://schemas.openxmlformats.org/officeDocument/2006/relationships/notesSlide" Target="../notesSlides/notesSlide4.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59.xml"/><Relationship Id="rId2" Type="http://schemas.openxmlformats.org/officeDocument/2006/relationships/notesSlide" Target="../notesSlides/notesSlide5.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59.xml"/><Relationship Id="rId2" Type="http://schemas.openxmlformats.org/officeDocument/2006/relationships/notesSlide" Target="../notesSlides/notesSlide6.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45.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49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49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45.xml"/></Relationships>
</file>

<file path=ppt/slides/_rels/slide111.xml.rels><?xml version="1.0" encoding="UTF-8" standalone="yes"?>
<Relationships xmlns="http://schemas.openxmlformats.org/package/2006/relationships"><Relationship Id="rId3" Type="http://schemas.openxmlformats.org/officeDocument/2006/relationships/image" Target="../media/image19.png"/><Relationship Id="rId4" Type="http://schemas.openxmlformats.org/officeDocument/2006/relationships/image" Target="../media/image20.png"/><Relationship Id="rId1" Type="http://schemas.openxmlformats.org/officeDocument/2006/relationships/slideLayout" Target="../slideLayouts/slideLayout497.xml"/><Relationship Id="rId2" Type="http://schemas.openxmlformats.org/officeDocument/2006/relationships/image" Target="../media/image18.png"/></Relationships>
</file>

<file path=ppt/slides/_rels/slide112.xml.rels><?xml version="1.0" encoding="UTF-8" standalone="yes"?>
<Relationships xmlns="http://schemas.openxmlformats.org/package/2006/relationships"><Relationship Id="rId3" Type="http://schemas.openxmlformats.org/officeDocument/2006/relationships/image" Target="../media/image19.png"/><Relationship Id="rId4" Type="http://schemas.openxmlformats.org/officeDocument/2006/relationships/image" Target="../media/image20.png"/><Relationship Id="rId1" Type="http://schemas.openxmlformats.org/officeDocument/2006/relationships/slideLayout" Target="../slideLayouts/slideLayout497.xml"/><Relationship Id="rId2" Type="http://schemas.openxmlformats.org/officeDocument/2006/relationships/image" Target="../media/image18.png"/></Relationships>
</file>

<file path=ppt/slides/_rels/slide113.xml.rels><?xml version="1.0" encoding="UTF-8" standalone="yes"?>
<Relationships xmlns="http://schemas.openxmlformats.org/package/2006/relationships"><Relationship Id="rId3" Type="http://schemas.openxmlformats.org/officeDocument/2006/relationships/image" Target="../media/image19.png"/><Relationship Id="rId4" Type="http://schemas.openxmlformats.org/officeDocument/2006/relationships/image" Target="../media/image20.png"/><Relationship Id="rId1" Type="http://schemas.openxmlformats.org/officeDocument/2006/relationships/slideLayout" Target="../slideLayouts/slideLayout497.xml"/><Relationship Id="rId2" Type="http://schemas.openxmlformats.org/officeDocument/2006/relationships/image" Target="../media/image18.png"/></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497.xml"/><Relationship Id="rId2" Type="http://schemas.openxmlformats.org/officeDocument/2006/relationships/image" Target="../media/image18.png"/><Relationship Id="rId3" Type="http://schemas.openxmlformats.org/officeDocument/2006/relationships/image" Target="../media/image19.png"/></Relationships>
</file>

<file path=ppt/slides/_rels/slide117.xml.rels><?xml version="1.0" encoding="UTF-8" standalone="yes"?>
<Relationships xmlns="http://schemas.openxmlformats.org/package/2006/relationships"><Relationship Id="rId3" Type="http://schemas.openxmlformats.org/officeDocument/2006/relationships/image" Target="../media/image19.png"/><Relationship Id="rId4" Type="http://schemas.openxmlformats.org/officeDocument/2006/relationships/image" Target="../media/image21.png"/><Relationship Id="rId1" Type="http://schemas.openxmlformats.org/officeDocument/2006/relationships/slideLayout" Target="../slideLayouts/slideLayout497.xml"/><Relationship Id="rId2" Type="http://schemas.openxmlformats.org/officeDocument/2006/relationships/image" Target="../media/image18.png"/></Relationships>
</file>

<file path=ppt/slides/_rels/slide118.xml.rels><?xml version="1.0" encoding="UTF-8" standalone="yes"?>
<Relationships xmlns="http://schemas.openxmlformats.org/package/2006/relationships"><Relationship Id="rId3" Type="http://schemas.openxmlformats.org/officeDocument/2006/relationships/image" Target="../media/image19.png"/><Relationship Id="rId4" Type="http://schemas.openxmlformats.org/officeDocument/2006/relationships/image" Target="../media/image21.png"/><Relationship Id="rId1" Type="http://schemas.openxmlformats.org/officeDocument/2006/relationships/slideLayout" Target="../slideLayouts/slideLayout497.xml"/><Relationship Id="rId2" Type="http://schemas.openxmlformats.org/officeDocument/2006/relationships/image" Target="../media/image18.png"/></Relationships>
</file>

<file path=ppt/slides/_rels/slide119.xml.rels><?xml version="1.0" encoding="UTF-8" standalone="yes"?>
<Relationships xmlns="http://schemas.openxmlformats.org/package/2006/relationships"><Relationship Id="rId3" Type="http://schemas.openxmlformats.org/officeDocument/2006/relationships/image" Target="../media/image19.png"/><Relationship Id="rId4" Type="http://schemas.openxmlformats.org/officeDocument/2006/relationships/image" Target="../media/image21.png"/><Relationship Id="rId1" Type="http://schemas.openxmlformats.org/officeDocument/2006/relationships/slideLayout" Target="../slideLayouts/slideLayout497.xml"/><Relationship Id="rId2" Type="http://schemas.openxmlformats.org/officeDocument/2006/relationships/image" Target="../media/image18.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6.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36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36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32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36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19.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36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486.xml"/><Relationship Id="rId2" Type="http://schemas.openxmlformats.org/officeDocument/2006/relationships/image" Target="../media/image22.png"/></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36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19.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36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323.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36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300.xml"/><Relationship Id="rId2" Type="http://schemas.openxmlformats.org/officeDocument/2006/relationships/notesSlide" Target="../notesSlides/notesSlide7.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300.xml"/><Relationship Id="rId2" Type="http://schemas.openxmlformats.org/officeDocument/2006/relationships/notesSlide" Target="../notesSlides/notesSlide8.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3" Type="http://schemas.openxmlformats.org/officeDocument/2006/relationships/image" Target="../media/image19.png"/><Relationship Id="rId4" Type="http://schemas.openxmlformats.org/officeDocument/2006/relationships/image" Target="../media/image20.png"/><Relationship Id="rId5" Type="http://schemas.openxmlformats.org/officeDocument/2006/relationships/image" Target="../media/image15.png"/><Relationship Id="rId1" Type="http://schemas.openxmlformats.org/officeDocument/2006/relationships/slideLayout" Target="../slideLayouts/slideLayout497.xml"/><Relationship Id="rId2" Type="http://schemas.openxmlformats.org/officeDocument/2006/relationships/image" Target="../media/image18.png"/></Relationships>
</file>

<file path=ppt/slides/_rels/slide137.xml.rels><?xml version="1.0" encoding="UTF-8" standalone="yes"?>
<Relationships xmlns="http://schemas.openxmlformats.org/package/2006/relationships"><Relationship Id="rId3" Type="http://schemas.openxmlformats.org/officeDocument/2006/relationships/image" Target="../media/image19.png"/><Relationship Id="rId4" Type="http://schemas.openxmlformats.org/officeDocument/2006/relationships/image" Target="../media/image20.png"/><Relationship Id="rId1" Type="http://schemas.openxmlformats.org/officeDocument/2006/relationships/slideLayout" Target="../slideLayouts/slideLayout497.xml"/><Relationship Id="rId2" Type="http://schemas.openxmlformats.org/officeDocument/2006/relationships/image" Target="../media/image18.png"/></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3" Type="http://schemas.openxmlformats.org/officeDocument/2006/relationships/image" Target="../media/image19.png"/><Relationship Id="rId4" Type="http://schemas.openxmlformats.org/officeDocument/2006/relationships/image" Target="../media/image20.png"/><Relationship Id="rId5" Type="http://schemas.openxmlformats.org/officeDocument/2006/relationships/image" Target="../media/image15.png"/><Relationship Id="rId1" Type="http://schemas.openxmlformats.org/officeDocument/2006/relationships/slideLayout" Target="../slideLayouts/slideLayout497.xml"/><Relationship Id="rId2" Type="http://schemas.openxmlformats.org/officeDocument/2006/relationships/image" Target="../media/image18.png"/></Relationships>
</file>

<file path=ppt/slides/_rels/slide140.xml.rels><?xml version="1.0" encoding="UTF-8" standalone="yes"?>
<Relationships xmlns="http://schemas.openxmlformats.org/package/2006/relationships"><Relationship Id="rId3" Type="http://schemas.openxmlformats.org/officeDocument/2006/relationships/image" Target="../media/image19.png"/><Relationship Id="rId4" Type="http://schemas.openxmlformats.org/officeDocument/2006/relationships/image" Target="../media/image20.png"/><Relationship Id="rId5" Type="http://schemas.openxmlformats.org/officeDocument/2006/relationships/image" Target="../media/image15.png"/><Relationship Id="rId1" Type="http://schemas.openxmlformats.org/officeDocument/2006/relationships/slideLayout" Target="../slideLayouts/slideLayout497.xml"/><Relationship Id="rId2" Type="http://schemas.openxmlformats.org/officeDocument/2006/relationships/image" Target="../media/image18.png"/></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3" Type="http://schemas.openxmlformats.org/officeDocument/2006/relationships/image" Target="../media/image19.png"/><Relationship Id="rId4" Type="http://schemas.openxmlformats.org/officeDocument/2006/relationships/image" Target="../media/image20.png"/><Relationship Id="rId1" Type="http://schemas.openxmlformats.org/officeDocument/2006/relationships/slideLayout" Target="../slideLayouts/slideLayout497.xml"/><Relationship Id="rId2" Type="http://schemas.openxmlformats.org/officeDocument/2006/relationships/image" Target="../media/image18.png"/></Relationships>
</file>

<file path=ppt/slides/_rels/slide143.xml.rels><?xml version="1.0" encoding="UTF-8" standalone="yes"?>
<Relationships xmlns="http://schemas.openxmlformats.org/package/2006/relationships"><Relationship Id="rId3" Type="http://schemas.openxmlformats.org/officeDocument/2006/relationships/image" Target="../media/image19.png"/><Relationship Id="rId4" Type="http://schemas.openxmlformats.org/officeDocument/2006/relationships/image" Target="../media/image20.png"/><Relationship Id="rId1" Type="http://schemas.openxmlformats.org/officeDocument/2006/relationships/slideLayout" Target="../slideLayouts/slideLayout497.xml"/><Relationship Id="rId2" Type="http://schemas.openxmlformats.org/officeDocument/2006/relationships/image" Target="../media/image18.png"/></Relationships>
</file>

<file path=ppt/slides/_rels/slide144.xml.rels><?xml version="1.0" encoding="UTF-8" standalone="yes"?>
<Relationships xmlns="http://schemas.openxmlformats.org/package/2006/relationships"><Relationship Id="rId3" Type="http://schemas.openxmlformats.org/officeDocument/2006/relationships/image" Target="../media/image19.png"/><Relationship Id="rId4" Type="http://schemas.openxmlformats.org/officeDocument/2006/relationships/image" Target="../media/image20.png"/><Relationship Id="rId5" Type="http://schemas.openxmlformats.org/officeDocument/2006/relationships/image" Target="../media/image15.png"/><Relationship Id="rId1" Type="http://schemas.openxmlformats.org/officeDocument/2006/relationships/slideLayout" Target="../slideLayouts/slideLayout497.xml"/><Relationship Id="rId2" Type="http://schemas.openxmlformats.org/officeDocument/2006/relationships/image" Target="../media/image18.png"/></Relationships>
</file>

<file path=ppt/slides/_rels/slide145.xml.rels><?xml version="1.0" encoding="UTF-8" standalone="yes"?>
<Relationships xmlns="http://schemas.openxmlformats.org/package/2006/relationships"><Relationship Id="rId3" Type="http://schemas.openxmlformats.org/officeDocument/2006/relationships/image" Target="../media/image19.png"/><Relationship Id="rId4" Type="http://schemas.openxmlformats.org/officeDocument/2006/relationships/image" Target="../media/image20.png"/><Relationship Id="rId1" Type="http://schemas.openxmlformats.org/officeDocument/2006/relationships/slideLayout" Target="../slideLayouts/slideLayout497.xml"/><Relationship Id="rId2" Type="http://schemas.openxmlformats.org/officeDocument/2006/relationships/image" Target="../media/image18.png"/></Relationships>
</file>

<file path=ppt/slides/_rels/slide146.xml.rels><?xml version="1.0" encoding="UTF-8" standalone="yes"?>
<Relationships xmlns="http://schemas.openxmlformats.org/package/2006/relationships"><Relationship Id="rId3" Type="http://schemas.openxmlformats.org/officeDocument/2006/relationships/image" Target="../media/image19.png"/><Relationship Id="rId4" Type="http://schemas.openxmlformats.org/officeDocument/2006/relationships/image" Target="../media/image20.png"/><Relationship Id="rId1" Type="http://schemas.openxmlformats.org/officeDocument/2006/relationships/slideLayout" Target="../slideLayouts/slideLayout497.xml"/><Relationship Id="rId2" Type="http://schemas.openxmlformats.org/officeDocument/2006/relationships/image" Target="../media/image18.png"/></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32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59.xml"/><Relationship Id="rId2" Type="http://schemas.openxmlformats.org/officeDocument/2006/relationships/notesSlide" Target="../notesSlides/notesSlide9.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1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01.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1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29.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29.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0.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1.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01.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01.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01.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6.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16.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6.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6.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29.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6.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01.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61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61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631.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648.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648.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659.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631.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637.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637.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648.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63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637.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63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637.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63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637.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63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63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631.xml"/><Relationship Id="rId2" Type="http://schemas.openxmlformats.org/officeDocument/2006/relationships/notesSlide" Target="../notesSlides/notesSlide13.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637.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37.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 name="Title 1"/>
          <p:cNvSpPr>
            <a:spLocks noGrp="1"/>
          </p:cNvSpPr>
          <p:nvPr>
            <p:ph type="ctrTitle"/>
          </p:nvPr>
        </p:nvSpPr>
        <p:spPr>
          <a:xfrm>
            <a:off x="1245141" y="2844232"/>
            <a:ext cx="9669294" cy="840230"/>
          </a:xfrm>
        </p:spPr>
        <p:txBody>
          <a:bodyPr wrap="square">
            <a:spAutoFit/>
          </a:bodyPr>
          <a:lstStyle/>
          <a:p>
            <a:pPr rtl="1"/>
            <a:r>
              <a:rPr lang="ar-SA" sz="5400" b="1" u="sng" dirty="0">
                <a:solidFill>
                  <a:schemeClr val="bg1"/>
                </a:solidFill>
              </a:rPr>
              <a:t>مستحدثات تكنولوجيا التعليم</a:t>
            </a:r>
            <a:endParaRPr lang="en-US" sz="5400" u="sng" dirty="0">
              <a:solidFill>
                <a:schemeClr val="bg1"/>
              </a:solidFill>
            </a:endParaRPr>
          </a:p>
        </p:txBody>
      </p:sp>
      <p:sp>
        <p:nvSpPr>
          <p:cNvPr id="9" name="Oval 8"/>
          <p:cNvSpPr>
            <a:spLocks noChangeAspect="1"/>
          </p:cNvSpPr>
          <p:nvPr/>
        </p:nvSpPr>
        <p:spPr>
          <a:xfrm>
            <a:off x="5502863" y="4208605"/>
            <a:ext cx="144000" cy="144000"/>
          </a:xfrm>
          <a:prstGeom prst="ellipse">
            <a:avLst/>
          </a:prstGeom>
          <a:solidFill>
            <a:srgbClr val="0070C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0" name="Oval 9"/>
          <p:cNvSpPr>
            <a:spLocks noChangeAspect="1"/>
          </p:cNvSpPr>
          <p:nvPr/>
        </p:nvSpPr>
        <p:spPr>
          <a:xfrm>
            <a:off x="5671348" y="4208605"/>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1" name="Oval 10"/>
          <p:cNvSpPr>
            <a:spLocks noChangeAspect="1"/>
          </p:cNvSpPr>
          <p:nvPr/>
        </p:nvSpPr>
        <p:spPr>
          <a:xfrm>
            <a:off x="5830308" y="4208605"/>
            <a:ext cx="144000" cy="144000"/>
          </a:xfrm>
          <a:prstGeom prst="ellipse">
            <a:avLst/>
          </a:prstGeom>
          <a:solidFill>
            <a:schemeClr val="accent2">
              <a:lumMod val="75000"/>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2" name="Oval 11"/>
          <p:cNvSpPr>
            <a:spLocks noChangeAspect="1"/>
          </p:cNvSpPr>
          <p:nvPr/>
        </p:nvSpPr>
        <p:spPr>
          <a:xfrm>
            <a:off x="6008318" y="4208605"/>
            <a:ext cx="144000" cy="144000"/>
          </a:xfrm>
          <a:prstGeom prst="ellipse">
            <a:avLst/>
          </a:prstGeom>
          <a:solidFill>
            <a:srgbClr val="C0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3" name="Oval 12"/>
          <p:cNvSpPr>
            <a:spLocks noChangeAspect="1"/>
          </p:cNvSpPr>
          <p:nvPr/>
        </p:nvSpPr>
        <p:spPr>
          <a:xfrm>
            <a:off x="6176803" y="4208605"/>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4" name="Oval 13"/>
          <p:cNvSpPr>
            <a:spLocks noChangeAspect="1"/>
          </p:cNvSpPr>
          <p:nvPr/>
        </p:nvSpPr>
        <p:spPr>
          <a:xfrm>
            <a:off x="6345288" y="4208605"/>
            <a:ext cx="144000" cy="144000"/>
          </a:xfrm>
          <a:prstGeom prst="ellipse">
            <a:avLst/>
          </a:prstGeom>
          <a:solidFill>
            <a:schemeClr val="accent6">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5" name="Oval 14"/>
          <p:cNvSpPr>
            <a:spLocks noChangeAspect="1"/>
          </p:cNvSpPr>
          <p:nvPr/>
        </p:nvSpPr>
        <p:spPr>
          <a:xfrm>
            <a:off x="6513773" y="4208605"/>
            <a:ext cx="144000" cy="144000"/>
          </a:xfrm>
          <a:prstGeom prst="ellipse">
            <a:avLst/>
          </a:prstGeom>
          <a:solidFill>
            <a:srgbClr val="7030A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6117512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par>
                                <p:cTn id="8" presetID="42" presetClass="entr" presetSubtype="0" fill="hold" grpId="0" nodeType="withEffect">
                                  <p:stCondLst>
                                    <p:cond delay="100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1000"/>
                                        <p:tgtEl>
                                          <p:spTgt spid="9"/>
                                        </p:tgtEl>
                                      </p:cBhvr>
                                    </p:animEffect>
                                    <p:anim calcmode="lin" valueType="num">
                                      <p:cBhvr>
                                        <p:cTn id="11" dur="1000" fill="hold"/>
                                        <p:tgtEl>
                                          <p:spTgt spid="9"/>
                                        </p:tgtEl>
                                        <p:attrNameLst>
                                          <p:attrName>ppt_x</p:attrName>
                                        </p:attrNameLst>
                                      </p:cBhvr>
                                      <p:tavLst>
                                        <p:tav tm="0">
                                          <p:val>
                                            <p:strVal val="#ppt_x"/>
                                          </p:val>
                                        </p:tav>
                                        <p:tav tm="100000">
                                          <p:val>
                                            <p:strVal val="#ppt_x"/>
                                          </p:val>
                                        </p:tav>
                                      </p:tavLst>
                                    </p:anim>
                                    <p:anim calcmode="lin" valueType="num">
                                      <p:cBhvr>
                                        <p:cTn id="12" dur="1000" fill="hold"/>
                                        <p:tgtEl>
                                          <p:spTgt spid="9"/>
                                        </p:tgtEl>
                                        <p:attrNameLst>
                                          <p:attrName>ppt_y</p:attrName>
                                        </p:attrNameLst>
                                      </p:cBhvr>
                                      <p:tavLst>
                                        <p:tav tm="0">
                                          <p:val>
                                            <p:strVal val="#ppt_y+.1"/>
                                          </p:val>
                                        </p:tav>
                                        <p:tav tm="100000">
                                          <p:val>
                                            <p:strVal val="#ppt_y"/>
                                          </p:val>
                                        </p:tav>
                                      </p:tavLst>
                                    </p:anim>
                                  </p:childTnLst>
                                </p:cTn>
                              </p:par>
                              <p:par>
                                <p:cTn id="13" presetID="42" presetClass="entr" presetSubtype="0" fill="hold" grpId="0" nodeType="withEffect">
                                  <p:stCondLst>
                                    <p:cond delay="150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200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1000"/>
                                        <p:tgtEl>
                                          <p:spTgt spid="11"/>
                                        </p:tgtEl>
                                      </p:cBhvr>
                                    </p:animEffect>
                                    <p:anim calcmode="lin" valueType="num">
                                      <p:cBhvr>
                                        <p:cTn id="21" dur="1000" fill="hold"/>
                                        <p:tgtEl>
                                          <p:spTgt spid="11"/>
                                        </p:tgtEl>
                                        <p:attrNameLst>
                                          <p:attrName>ppt_x</p:attrName>
                                        </p:attrNameLst>
                                      </p:cBhvr>
                                      <p:tavLst>
                                        <p:tav tm="0">
                                          <p:val>
                                            <p:strVal val="#ppt_x"/>
                                          </p:val>
                                        </p:tav>
                                        <p:tav tm="100000">
                                          <p:val>
                                            <p:strVal val="#ppt_x"/>
                                          </p:val>
                                        </p:tav>
                                      </p:tavLst>
                                    </p:anim>
                                    <p:anim calcmode="lin" valueType="num">
                                      <p:cBhvr>
                                        <p:cTn id="22" dur="1000" fill="hold"/>
                                        <p:tgtEl>
                                          <p:spTgt spid="11"/>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250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1000"/>
                                        <p:tgtEl>
                                          <p:spTgt spid="12"/>
                                        </p:tgtEl>
                                      </p:cBhvr>
                                    </p:animEffect>
                                    <p:anim calcmode="lin" valueType="num">
                                      <p:cBhvr>
                                        <p:cTn id="26" dur="1000" fill="hold"/>
                                        <p:tgtEl>
                                          <p:spTgt spid="12"/>
                                        </p:tgtEl>
                                        <p:attrNameLst>
                                          <p:attrName>ppt_x</p:attrName>
                                        </p:attrNameLst>
                                      </p:cBhvr>
                                      <p:tavLst>
                                        <p:tav tm="0">
                                          <p:val>
                                            <p:strVal val="#ppt_x"/>
                                          </p:val>
                                        </p:tav>
                                        <p:tav tm="100000">
                                          <p:val>
                                            <p:strVal val="#ppt_x"/>
                                          </p:val>
                                        </p:tav>
                                      </p:tavLst>
                                    </p:anim>
                                    <p:anim calcmode="lin" valueType="num">
                                      <p:cBhvr>
                                        <p:cTn id="27" dur="1000" fill="hold"/>
                                        <p:tgtEl>
                                          <p:spTgt spid="12"/>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300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1000"/>
                                        <p:tgtEl>
                                          <p:spTgt spid="13"/>
                                        </p:tgtEl>
                                      </p:cBhvr>
                                    </p:animEffect>
                                    <p:anim calcmode="lin" valueType="num">
                                      <p:cBhvr>
                                        <p:cTn id="31" dur="1000" fill="hold"/>
                                        <p:tgtEl>
                                          <p:spTgt spid="13"/>
                                        </p:tgtEl>
                                        <p:attrNameLst>
                                          <p:attrName>ppt_x</p:attrName>
                                        </p:attrNameLst>
                                      </p:cBhvr>
                                      <p:tavLst>
                                        <p:tav tm="0">
                                          <p:val>
                                            <p:strVal val="#ppt_x"/>
                                          </p:val>
                                        </p:tav>
                                        <p:tav tm="100000">
                                          <p:val>
                                            <p:strVal val="#ppt_x"/>
                                          </p:val>
                                        </p:tav>
                                      </p:tavLst>
                                    </p:anim>
                                    <p:anim calcmode="lin" valueType="num">
                                      <p:cBhvr>
                                        <p:cTn id="32" dur="1000" fill="hold"/>
                                        <p:tgtEl>
                                          <p:spTgt spid="13"/>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3500"/>
                                  </p:stCondLst>
                                  <p:childTnLst>
                                    <p:set>
                                      <p:cBhvr>
                                        <p:cTn id="34" dur="1" fill="hold">
                                          <p:stCondLst>
                                            <p:cond delay="0"/>
                                          </p:stCondLst>
                                        </p:cTn>
                                        <p:tgtEl>
                                          <p:spTgt spid="14"/>
                                        </p:tgtEl>
                                        <p:attrNameLst>
                                          <p:attrName>style.visibility</p:attrName>
                                        </p:attrNameLst>
                                      </p:cBhvr>
                                      <p:to>
                                        <p:strVal val="visible"/>
                                      </p:to>
                                    </p:set>
                                    <p:animEffect transition="in" filter="fade">
                                      <p:cBhvr>
                                        <p:cTn id="35" dur="1000"/>
                                        <p:tgtEl>
                                          <p:spTgt spid="14"/>
                                        </p:tgtEl>
                                      </p:cBhvr>
                                    </p:animEffect>
                                    <p:anim calcmode="lin" valueType="num">
                                      <p:cBhvr>
                                        <p:cTn id="36" dur="1000" fill="hold"/>
                                        <p:tgtEl>
                                          <p:spTgt spid="14"/>
                                        </p:tgtEl>
                                        <p:attrNameLst>
                                          <p:attrName>ppt_x</p:attrName>
                                        </p:attrNameLst>
                                      </p:cBhvr>
                                      <p:tavLst>
                                        <p:tav tm="0">
                                          <p:val>
                                            <p:strVal val="#ppt_x"/>
                                          </p:val>
                                        </p:tav>
                                        <p:tav tm="100000">
                                          <p:val>
                                            <p:strVal val="#ppt_x"/>
                                          </p:val>
                                        </p:tav>
                                      </p:tavLst>
                                    </p:anim>
                                    <p:anim calcmode="lin" valueType="num">
                                      <p:cBhvr>
                                        <p:cTn id="37" dur="1000" fill="hold"/>
                                        <p:tgtEl>
                                          <p:spTgt spid="14"/>
                                        </p:tgtEl>
                                        <p:attrNameLst>
                                          <p:attrName>ppt_y</p:attrName>
                                        </p:attrNameLst>
                                      </p:cBhvr>
                                      <p:tavLst>
                                        <p:tav tm="0">
                                          <p:val>
                                            <p:strVal val="#ppt_y+.1"/>
                                          </p:val>
                                        </p:tav>
                                        <p:tav tm="100000">
                                          <p:val>
                                            <p:strVal val="#ppt_y"/>
                                          </p:val>
                                        </p:tav>
                                      </p:tavLst>
                                    </p:anim>
                                  </p:childTnLst>
                                </p:cTn>
                              </p:par>
                              <p:par>
                                <p:cTn id="38" presetID="42" presetClass="entr" presetSubtype="0" fill="hold" grpId="0" nodeType="withEffect">
                                  <p:stCondLst>
                                    <p:cond delay="4000"/>
                                  </p:stCondLst>
                                  <p:childTnLst>
                                    <p:set>
                                      <p:cBhvr>
                                        <p:cTn id="39" dur="1" fill="hold">
                                          <p:stCondLst>
                                            <p:cond delay="0"/>
                                          </p:stCondLst>
                                        </p:cTn>
                                        <p:tgtEl>
                                          <p:spTgt spid="15"/>
                                        </p:tgtEl>
                                        <p:attrNameLst>
                                          <p:attrName>style.visibility</p:attrName>
                                        </p:attrNameLst>
                                      </p:cBhvr>
                                      <p:to>
                                        <p:strVal val="visible"/>
                                      </p:to>
                                    </p:set>
                                    <p:animEffect transition="in" filter="fade">
                                      <p:cBhvr>
                                        <p:cTn id="40" dur="1000"/>
                                        <p:tgtEl>
                                          <p:spTgt spid="15"/>
                                        </p:tgtEl>
                                      </p:cBhvr>
                                    </p:animEffect>
                                    <p:anim calcmode="lin" valueType="num">
                                      <p:cBhvr>
                                        <p:cTn id="41" dur="1000" fill="hold"/>
                                        <p:tgtEl>
                                          <p:spTgt spid="15"/>
                                        </p:tgtEl>
                                        <p:attrNameLst>
                                          <p:attrName>ppt_x</p:attrName>
                                        </p:attrNameLst>
                                      </p:cBhvr>
                                      <p:tavLst>
                                        <p:tav tm="0">
                                          <p:val>
                                            <p:strVal val="#ppt_x"/>
                                          </p:val>
                                        </p:tav>
                                        <p:tav tm="100000">
                                          <p:val>
                                            <p:strVal val="#ppt_x"/>
                                          </p:val>
                                        </p:tav>
                                      </p:tavLst>
                                    </p:anim>
                                    <p:anim calcmode="lin" valueType="num">
                                      <p:cBhvr>
                                        <p:cTn id="42"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9" grpId="0" animBg="1"/>
      <p:bldP spid="10" grpId="0" animBg="1"/>
      <p:bldP spid="11" grpId="0" animBg="1"/>
      <p:bldP spid="12" grpId="0" animBg="1"/>
      <p:bldP spid="13" grpId="0" animBg="1"/>
      <p:bldP spid="14" grpId="0" animBg="1"/>
      <p:bldP spid="15"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a:grpSpLocks/>
          </p:cNvGrpSpPr>
          <p:nvPr/>
        </p:nvGrpSpPr>
        <p:grpSpPr bwMode="auto">
          <a:xfrm>
            <a:off x="3257550" y="2928890"/>
            <a:ext cx="8707438" cy="1520874"/>
            <a:chOff x="7680543" y="5756621"/>
            <a:chExt cx="15211970" cy="3042978"/>
          </a:xfrm>
        </p:grpSpPr>
        <p:sp>
          <p:nvSpPr>
            <p:cNvPr id="4" name="Rectangle 3"/>
            <p:cNvSpPr/>
            <p:nvPr/>
          </p:nvSpPr>
          <p:spPr>
            <a:xfrm>
              <a:off x="7680543" y="5756621"/>
              <a:ext cx="15211970" cy="1601045"/>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a:r>
                <a:rPr lang="ar-SA" sz="4400" b="1" u="sng" dirty="0">
                  <a:solidFill>
                    <a:srgbClr val="5B9BD5"/>
                  </a:solidFill>
                </a:rPr>
                <a:t>المستحدثات التكنولوجية </a:t>
              </a:r>
              <a:endParaRPr lang="en-US" sz="4400" b="1" u="sng" dirty="0">
                <a:solidFill>
                  <a:srgbClr val="5B9BD5"/>
                </a:solidFill>
              </a:endParaRPr>
            </a:p>
          </p:txBody>
        </p:sp>
        <p:sp>
          <p:nvSpPr>
            <p:cNvPr id="5" name="Rectangle 4"/>
            <p:cNvSpPr/>
            <p:nvPr/>
          </p:nvSpPr>
          <p:spPr>
            <a:xfrm>
              <a:off x="7680543" y="7322626"/>
              <a:ext cx="15211970" cy="1476973"/>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eaLnBrk="0" hangingPunct="0">
                <a:defRPr/>
              </a:pPr>
              <a:r>
                <a:rPr lang="ar-SA" sz="4000" b="1" dirty="0">
                  <a:solidFill>
                    <a:srgbClr val="F58F20"/>
                  </a:solidFill>
                </a:rPr>
                <a:t>الفصل الأول</a:t>
              </a:r>
              <a:endParaRPr lang="en-US" sz="4000" dirty="0">
                <a:solidFill>
                  <a:srgbClr val="F58F20"/>
                </a:solidFill>
              </a:endParaRPr>
            </a:p>
          </p:txBody>
        </p:sp>
      </p:grpSp>
      <p:cxnSp>
        <p:nvCxnSpPr>
          <p:cNvPr id="6" name="Straight Connector 5"/>
          <p:cNvCxnSpPr/>
          <p:nvPr/>
        </p:nvCxnSpPr>
        <p:spPr>
          <a:xfrm>
            <a:off x="3025775" y="2841625"/>
            <a:ext cx="0" cy="1474788"/>
          </a:xfrm>
          <a:prstGeom prst="line">
            <a:avLst/>
          </a:prstGeom>
          <a:ln w="57150" cmpd="sng">
            <a:solidFill>
              <a:srgbClr val="F58F20"/>
            </a:solidFill>
          </a:ln>
        </p:spPr>
        <p:style>
          <a:lnRef idx="2">
            <a:schemeClr val="accent1"/>
          </a:lnRef>
          <a:fillRef idx="0">
            <a:schemeClr val="accent1"/>
          </a:fillRef>
          <a:effectRef idx="1">
            <a:schemeClr val="accent1"/>
          </a:effectRef>
          <a:fontRef idx="minor">
            <a:schemeClr val="tx1"/>
          </a:fontRef>
        </p:style>
      </p:cxnSp>
      <p:sp>
        <p:nvSpPr>
          <p:cNvPr id="7" name="Freeform 178"/>
          <p:cNvSpPr>
            <a:spLocks noEditPoints="1"/>
          </p:cNvSpPr>
          <p:nvPr/>
        </p:nvSpPr>
        <p:spPr bwMode="auto">
          <a:xfrm>
            <a:off x="1389063" y="3009900"/>
            <a:ext cx="1347787" cy="1016000"/>
          </a:xfrm>
          <a:custGeom>
            <a:avLst/>
            <a:gdLst>
              <a:gd name="T0" fmla="*/ 1347787 w 158"/>
              <a:gd name="T1" fmla="*/ 1016000 h 119"/>
              <a:gd name="T2" fmla="*/ 0 w 158"/>
              <a:gd name="T3" fmla="*/ 1016000 h 119"/>
              <a:gd name="T4" fmla="*/ 0 w 158"/>
              <a:gd name="T5" fmla="*/ 0 h 119"/>
              <a:gd name="T6" fmla="*/ 76773 w 158"/>
              <a:gd name="T7" fmla="*/ 0 h 119"/>
              <a:gd name="T8" fmla="*/ 76773 w 158"/>
              <a:gd name="T9" fmla="*/ 922084 h 119"/>
              <a:gd name="T10" fmla="*/ 1347787 w 158"/>
              <a:gd name="T11" fmla="*/ 922084 h 119"/>
              <a:gd name="T12" fmla="*/ 1347787 w 158"/>
              <a:gd name="T13" fmla="*/ 1016000 h 119"/>
              <a:gd name="T14" fmla="*/ 426515 w 158"/>
              <a:gd name="T15" fmla="*/ 845244 h 119"/>
              <a:gd name="T16" fmla="*/ 247379 w 158"/>
              <a:gd name="T17" fmla="*/ 845244 h 119"/>
              <a:gd name="T18" fmla="*/ 247379 w 158"/>
              <a:gd name="T19" fmla="*/ 512269 h 119"/>
              <a:gd name="T20" fmla="*/ 426515 w 158"/>
              <a:gd name="T21" fmla="*/ 512269 h 119"/>
              <a:gd name="T22" fmla="*/ 426515 w 158"/>
              <a:gd name="T23" fmla="*/ 845244 h 119"/>
              <a:gd name="T24" fmla="*/ 665363 w 158"/>
              <a:gd name="T25" fmla="*/ 845244 h 119"/>
              <a:gd name="T26" fmla="*/ 503287 w 158"/>
              <a:gd name="T27" fmla="*/ 845244 h 119"/>
              <a:gd name="T28" fmla="*/ 503287 w 158"/>
              <a:gd name="T29" fmla="*/ 162219 h 119"/>
              <a:gd name="T30" fmla="*/ 665363 w 158"/>
              <a:gd name="T31" fmla="*/ 162219 h 119"/>
              <a:gd name="T32" fmla="*/ 665363 w 158"/>
              <a:gd name="T33" fmla="*/ 845244 h 119"/>
              <a:gd name="T34" fmla="*/ 929802 w 158"/>
              <a:gd name="T35" fmla="*/ 845244 h 119"/>
              <a:gd name="T36" fmla="*/ 759196 w 158"/>
              <a:gd name="T37" fmla="*/ 845244 h 119"/>
              <a:gd name="T38" fmla="*/ 759196 w 158"/>
              <a:gd name="T39" fmla="*/ 332975 h 119"/>
              <a:gd name="T40" fmla="*/ 929802 w 158"/>
              <a:gd name="T41" fmla="*/ 332975 h 119"/>
              <a:gd name="T42" fmla="*/ 929802 w 158"/>
              <a:gd name="T43" fmla="*/ 845244 h 119"/>
              <a:gd name="T44" fmla="*/ 1185711 w 158"/>
              <a:gd name="T45" fmla="*/ 845244 h 119"/>
              <a:gd name="T46" fmla="*/ 1015105 w 158"/>
              <a:gd name="T47" fmla="*/ 845244 h 119"/>
              <a:gd name="T48" fmla="*/ 1015105 w 158"/>
              <a:gd name="T49" fmla="*/ 93916 h 119"/>
              <a:gd name="T50" fmla="*/ 1185711 w 158"/>
              <a:gd name="T51" fmla="*/ 93916 h 119"/>
              <a:gd name="T52" fmla="*/ 1185711 w 158"/>
              <a:gd name="T53" fmla="*/ 845244 h 1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8"/>
              <a:gd name="T82" fmla="*/ 0 h 119"/>
              <a:gd name="T83" fmla="*/ 158 w 158"/>
              <a:gd name="T84" fmla="*/ 119 h 11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accent1"/>
          </a:solidFill>
          <a:ln w="9525">
            <a:noFill/>
            <a:round/>
            <a:headEnd/>
            <a:tailEnd/>
          </a:ln>
        </p:spPr>
        <p:txBody>
          <a:bodyPr lIns="45720" tIns="22860" rIns="45720" bIns="22860"/>
          <a:lstStyle/>
          <a:p>
            <a:pPr eaLnBrk="0" hangingPunct="0"/>
            <a:endParaRPr lang="el-GR">
              <a:solidFill>
                <a:prstClr val="black"/>
              </a:solidFill>
            </a:endParaRPr>
          </a:p>
        </p:txBody>
      </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extLst>
      <p:ext uri="{BB962C8B-B14F-4D97-AF65-F5344CB8AC3E}">
        <p14:creationId xmlns:p14="http://schemas.microsoft.com/office/powerpoint/2010/main" val="20573847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249"/>
                                          </p:stCondLst>
                                        </p:cTn>
                                        <p:tgtEl>
                                          <p:spTgt spid="7"/>
                                        </p:tgtEl>
                                        <p:attrNameLst>
                                          <p:attrName>style.visibility</p:attrName>
                                        </p:attrNameLst>
                                      </p:cBhvr>
                                      <p:to>
                                        <p:strVal val="visible"/>
                                      </p:to>
                                    </p:set>
                                  </p:childTnLst>
                                </p:cTn>
                              </p:par>
                            </p:childTnLst>
                          </p:cTn>
                        </p:par>
                        <p:par>
                          <p:cTn id="7" fill="hold">
                            <p:stCondLst>
                              <p:cond delay="250"/>
                            </p:stCondLst>
                            <p:childTnLst>
                              <p:par>
                                <p:cTn id="8" presetID="22" presetClass="entr" presetSubtype="1" fill="hold" nodeType="after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up)">
                                      <p:cBhvr>
                                        <p:cTn id="10" dur="500"/>
                                        <p:tgtEl>
                                          <p:spTgt spid="6"/>
                                        </p:tgtEl>
                                      </p:cBhvr>
                                    </p:animEffect>
                                  </p:childTnLst>
                                </p:cTn>
                              </p:par>
                            </p:childTnLst>
                          </p:cTn>
                        </p:par>
                        <p:par>
                          <p:cTn id="11" fill="hold">
                            <p:stCondLst>
                              <p:cond delay="750"/>
                            </p:stCondLst>
                            <p:childTnLst>
                              <p:par>
                                <p:cTn id="12" presetID="22" presetClass="entr" presetSubtype="2" fill="hold" nodeType="afterEffect">
                                  <p:stCondLst>
                                    <p:cond delay="250"/>
                                  </p:stCondLst>
                                  <p:childTnLst>
                                    <p:set>
                                      <p:cBhvr>
                                        <p:cTn id="13" dur="1" fill="hold">
                                          <p:stCondLst>
                                            <p:cond delay="0"/>
                                          </p:stCondLst>
                                        </p:cTn>
                                        <p:tgtEl>
                                          <p:spTgt spid="3"/>
                                        </p:tgtEl>
                                        <p:attrNameLst>
                                          <p:attrName>style.visibility</p:attrName>
                                        </p:attrNameLst>
                                      </p:cBhvr>
                                      <p:to>
                                        <p:strVal val="visible"/>
                                      </p:to>
                                    </p:set>
                                    <p:animEffect transition="in" filter="wipe(right)">
                                      <p:cBhvr>
                                        <p:cTn id="14" dur="7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Group 33"/>
          <p:cNvGrpSpPr>
            <a:grpSpLocks/>
          </p:cNvGrpSpPr>
          <p:nvPr/>
        </p:nvGrpSpPr>
        <p:grpSpPr bwMode="auto">
          <a:xfrm>
            <a:off x="5743004" y="1171987"/>
            <a:ext cx="5524727" cy="73025"/>
            <a:chOff x="1775295" y="2028842"/>
            <a:chExt cx="3631535" cy="45719"/>
          </a:xfrm>
        </p:grpSpPr>
        <p:sp>
          <p:nvSpPr>
            <p:cNvPr id="35" name="Rectangle 34"/>
            <p:cNvSpPr/>
            <p:nvPr/>
          </p:nvSpPr>
          <p:spPr>
            <a:xfrm flipV="1">
              <a:off x="1775295" y="2028842"/>
              <a:ext cx="540011"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solidFill>
                  <a:prstClr val="white"/>
                </a:solidFill>
              </a:endParaRPr>
            </a:p>
          </p:txBody>
        </p:sp>
        <p:sp>
          <p:nvSpPr>
            <p:cNvPr id="36" name="Rectangle 35"/>
            <p:cNvSpPr/>
            <p:nvPr/>
          </p:nvSpPr>
          <p:spPr>
            <a:xfrm flipV="1">
              <a:off x="2390269" y="2028842"/>
              <a:ext cx="541399"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solidFill>
                  <a:prstClr val="white"/>
                </a:solidFill>
              </a:endParaRPr>
            </a:p>
          </p:txBody>
        </p:sp>
        <p:sp>
          <p:nvSpPr>
            <p:cNvPr id="37" name="Rectangle 36"/>
            <p:cNvSpPr/>
            <p:nvPr/>
          </p:nvSpPr>
          <p:spPr>
            <a:xfrm flipV="1">
              <a:off x="3026065" y="2028842"/>
              <a:ext cx="540010"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solidFill>
                  <a:prstClr val="white"/>
                </a:solidFill>
              </a:endParaRPr>
            </a:p>
          </p:txBody>
        </p:sp>
        <p:sp>
          <p:nvSpPr>
            <p:cNvPr id="38" name="Rectangle 37"/>
            <p:cNvSpPr/>
            <p:nvPr/>
          </p:nvSpPr>
          <p:spPr>
            <a:xfrm flipV="1">
              <a:off x="3641038" y="2028842"/>
              <a:ext cx="540011"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solidFill>
                  <a:prstClr val="white"/>
                </a:solidFill>
              </a:endParaRPr>
            </a:p>
          </p:txBody>
        </p:sp>
        <p:sp>
          <p:nvSpPr>
            <p:cNvPr id="39" name="Rectangle 38"/>
            <p:cNvSpPr/>
            <p:nvPr/>
          </p:nvSpPr>
          <p:spPr>
            <a:xfrm flipV="1">
              <a:off x="4257399" y="2028842"/>
              <a:ext cx="540011"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solidFill>
                  <a:prstClr val="white"/>
                </a:solidFill>
              </a:endParaRPr>
            </a:p>
          </p:txBody>
        </p:sp>
        <p:sp>
          <p:nvSpPr>
            <p:cNvPr id="40" name="Rectangle 39"/>
            <p:cNvSpPr/>
            <p:nvPr/>
          </p:nvSpPr>
          <p:spPr>
            <a:xfrm flipV="1">
              <a:off x="4866820" y="2028842"/>
              <a:ext cx="540010"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solidFill>
                  <a:prstClr val="white"/>
                </a:solidFill>
              </a:endParaRPr>
            </a:p>
          </p:txBody>
        </p:sp>
      </p:grpSp>
      <p:sp>
        <p:nvSpPr>
          <p:cNvPr id="41" name="TextBox 40"/>
          <p:cNvSpPr txBox="1">
            <a:spLocks noChangeArrowheads="1"/>
          </p:cNvSpPr>
          <p:nvPr/>
        </p:nvSpPr>
        <p:spPr bwMode="auto">
          <a:xfrm>
            <a:off x="2524125" y="255923"/>
            <a:ext cx="9250363" cy="923330"/>
          </a:xfrm>
          <a:prstGeom prst="rect">
            <a:avLst/>
          </a:prstGeom>
          <a:noFill/>
          <a:ln w="9525">
            <a:noFill/>
            <a:miter lim="800000"/>
            <a:headEnd/>
            <a:tailEnd/>
          </a:ln>
        </p:spPr>
        <p:txBody>
          <a:bodyPr>
            <a:spAutoFit/>
          </a:bodyPr>
          <a:lstStyle/>
          <a:p>
            <a:pPr algn="r" rtl="1"/>
            <a:r>
              <a:rPr lang="ar-SA" sz="5400" b="1" dirty="0">
                <a:solidFill>
                  <a:prstClr val="black"/>
                </a:solidFill>
              </a:rPr>
              <a:t>ماهية المستحدثات التكنولوجية؟</a:t>
            </a:r>
            <a:endParaRPr lang="en-US" sz="5400" dirty="0">
              <a:solidFill>
                <a:prstClr val="black"/>
              </a:solidFill>
            </a:endParaRPr>
          </a:p>
        </p:txBody>
      </p:sp>
      <p:sp>
        <p:nvSpPr>
          <p:cNvPr id="42" name="TextBox 41"/>
          <p:cNvSpPr txBox="1">
            <a:spLocks noChangeArrowheads="1"/>
          </p:cNvSpPr>
          <p:nvPr/>
        </p:nvSpPr>
        <p:spPr bwMode="auto">
          <a:xfrm>
            <a:off x="4837906" y="2505026"/>
            <a:ext cx="6936582" cy="2062085"/>
          </a:xfrm>
          <a:prstGeom prst="rect">
            <a:avLst/>
          </a:prstGeom>
          <a:noFill/>
          <a:ln w="9525">
            <a:noFill/>
            <a:miter lim="800000"/>
            <a:headEnd/>
            <a:tailEnd/>
          </a:ln>
        </p:spPr>
        <p:txBody>
          <a:bodyPr wrap="square" lIns="91422" tIns="45711" rIns="91422" bIns="45711">
            <a:spAutoFit/>
          </a:bodyPr>
          <a:lstStyle/>
          <a:p>
            <a:pPr algn="ctr" rtl="1"/>
            <a:r>
              <a:rPr lang="ar-SA" sz="3200" b="1" dirty="0">
                <a:solidFill>
                  <a:prstClr val="black"/>
                </a:solidFill>
              </a:rPr>
              <a:t>يمكن التعريف على المستحدثات التكنولوجية بأنها مفهوم يشير إلى منظومة متكاملة تشمل كل ما هو جديد ومستحدث في مجال استخدام وتوظيف الوسائل التكنولوجية في العملية التعليمي</a:t>
            </a:r>
            <a:endParaRPr lang="en-US" sz="3200" b="1" dirty="0">
              <a:solidFill>
                <a:prstClr val="black"/>
              </a:solidFill>
            </a:endParaRPr>
          </a:p>
        </p:txBody>
      </p:sp>
      <p:grpSp>
        <p:nvGrpSpPr>
          <p:cNvPr id="32" name="Group 31"/>
          <p:cNvGrpSpPr/>
          <p:nvPr/>
        </p:nvGrpSpPr>
        <p:grpSpPr>
          <a:xfrm>
            <a:off x="1575593" y="1838198"/>
            <a:ext cx="1897063" cy="3749675"/>
            <a:chOff x="5075238" y="1525588"/>
            <a:chExt cx="1897063" cy="3749675"/>
          </a:xfrm>
        </p:grpSpPr>
        <p:sp>
          <p:nvSpPr>
            <p:cNvPr id="33" name="AutoShape 3"/>
            <p:cNvSpPr>
              <a:spLocks noChangeAspect="1" noChangeArrowheads="1" noTextEdit="1"/>
            </p:cNvSpPr>
            <p:nvPr/>
          </p:nvSpPr>
          <p:spPr bwMode="auto">
            <a:xfrm>
              <a:off x="5091113" y="1525588"/>
              <a:ext cx="1866900" cy="374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44" name="Freeform 43"/>
            <p:cNvSpPr>
              <a:spLocks/>
            </p:cNvSpPr>
            <p:nvPr/>
          </p:nvSpPr>
          <p:spPr bwMode="auto">
            <a:xfrm>
              <a:off x="5251451" y="4984751"/>
              <a:ext cx="1512888" cy="288925"/>
            </a:xfrm>
            <a:custGeom>
              <a:avLst/>
              <a:gdLst>
                <a:gd name="T0" fmla="*/ 505 w 931"/>
                <a:gd name="T1" fmla="*/ 0 h 178"/>
                <a:gd name="T2" fmla="*/ 385 w 931"/>
                <a:gd name="T3" fmla="*/ 3 h 178"/>
                <a:gd name="T4" fmla="*/ 304 w 931"/>
                <a:gd name="T5" fmla="*/ 12 h 178"/>
                <a:gd name="T6" fmla="*/ 270 w 931"/>
                <a:gd name="T7" fmla="*/ 16 h 178"/>
                <a:gd name="T8" fmla="*/ 106 w 931"/>
                <a:gd name="T9" fmla="*/ 34 h 178"/>
                <a:gd name="T10" fmla="*/ 37 w 931"/>
                <a:gd name="T11" fmla="*/ 133 h 178"/>
                <a:gd name="T12" fmla="*/ 144 w 931"/>
                <a:gd name="T13" fmla="*/ 165 h 178"/>
                <a:gd name="T14" fmla="*/ 248 w 931"/>
                <a:gd name="T15" fmla="*/ 170 h 178"/>
                <a:gd name="T16" fmla="*/ 342 w 931"/>
                <a:gd name="T17" fmla="*/ 169 h 178"/>
                <a:gd name="T18" fmla="*/ 352 w 931"/>
                <a:gd name="T19" fmla="*/ 168 h 178"/>
                <a:gd name="T20" fmla="*/ 549 w 931"/>
                <a:gd name="T21" fmla="*/ 177 h 178"/>
                <a:gd name="T22" fmla="*/ 641 w 931"/>
                <a:gd name="T23" fmla="*/ 178 h 178"/>
                <a:gd name="T24" fmla="*/ 758 w 931"/>
                <a:gd name="T25" fmla="*/ 175 h 178"/>
                <a:gd name="T26" fmla="*/ 868 w 931"/>
                <a:gd name="T27" fmla="*/ 161 h 178"/>
                <a:gd name="T28" fmla="*/ 921 w 931"/>
                <a:gd name="T29" fmla="*/ 117 h 178"/>
                <a:gd name="T30" fmla="*/ 893 w 931"/>
                <a:gd name="T31" fmla="*/ 47 h 178"/>
                <a:gd name="T32" fmla="*/ 747 w 931"/>
                <a:gd name="T33" fmla="*/ 11 h 178"/>
                <a:gd name="T34" fmla="*/ 519 w 931"/>
                <a:gd name="T35" fmla="*/ 1 h 178"/>
                <a:gd name="T36" fmla="*/ 505 w 931"/>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1" h="178">
                  <a:moveTo>
                    <a:pt x="505" y="0"/>
                  </a:moveTo>
                  <a:cubicBezTo>
                    <a:pt x="465" y="0"/>
                    <a:pt x="425" y="2"/>
                    <a:pt x="385" y="3"/>
                  </a:cubicBezTo>
                  <a:cubicBezTo>
                    <a:pt x="359" y="5"/>
                    <a:pt x="331" y="7"/>
                    <a:pt x="304" y="12"/>
                  </a:cubicBezTo>
                  <a:cubicBezTo>
                    <a:pt x="292" y="13"/>
                    <a:pt x="281" y="15"/>
                    <a:pt x="270" y="16"/>
                  </a:cubicBezTo>
                  <a:cubicBezTo>
                    <a:pt x="215" y="22"/>
                    <a:pt x="159" y="18"/>
                    <a:pt x="106" y="34"/>
                  </a:cubicBezTo>
                  <a:cubicBezTo>
                    <a:pt x="64" y="47"/>
                    <a:pt x="0" y="82"/>
                    <a:pt x="37" y="133"/>
                  </a:cubicBezTo>
                  <a:cubicBezTo>
                    <a:pt x="57" y="162"/>
                    <a:pt x="113" y="162"/>
                    <a:pt x="144" y="165"/>
                  </a:cubicBezTo>
                  <a:cubicBezTo>
                    <a:pt x="179" y="169"/>
                    <a:pt x="213" y="170"/>
                    <a:pt x="248" y="170"/>
                  </a:cubicBezTo>
                  <a:cubicBezTo>
                    <a:pt x="279" y="170"/>
                    <a:pt x="311" y="169"/>
                    <a:pt x="342" y="169"/>
                  </a:cubicBezTo>
                  <a:cubicBezTo>
                    <a:pt x="345" y="169"/>
                    <a:pt x="349" y="168"/>
                    <a:pt x="352" y="168"/>
                  </a:cubicBezTo>
                  <a:cubicBezTo>
                    <a:pt x="418" y="168"/>
                    <a:pt x="483" y="174"/>
                    <a:pt x="549" y="177"/>
                  </a:cubicBezTo>
                  <a:cubicBezTo>
                    <a:pt x="580" y="178"/>
                    <a:pt x="611" y="178"/>
                    <a:pt x="641" y="178"/>
                  </a:cubicBezTo>
                  <a:cubicBezTo>
                    <a:pt x="680" y="178"/>
                    <a:pt x="719" y="177"/>
                    <a:pt x="758" y="175"/>
                  </a:cubicBezTo>
                  <a:cubicBezTo>
                    <a:pt x="794" y="173"/>
                    <a:pt x="833" y="172"/>
                    <a:pt x="868" y="161"/>
                  </a:cubicBezTo>
                  <a:cubicBezTo>
                    <a:pt x="891" y="154"/>
                    <a:pt x="912" y="142"/>
                    <a:pt x="921" y="117"/>
                  </a:cubicBezTo>
                  <a:cubicBezTo>
                    <a:pt x="931" y="90"/>
                    <a:pt x="914" y="63"/>
                    <a:pt x="893" y="47"/>
                  </a:cubicBezTo>
                  <a:cubicBezTo>
                    <a:pt x="855" y="16"/>
                    <a:pt x="793" y="15"/>
                    <a:pt x="747" y="11"/>
                  </a:cubicBezTo>
                  <a:cubicBezTo>
                    <a:pt x="671" y="5"/>
                    <a:pt x="595" y="1"/>
                    <a:pt x="519" y="1"/>
                  </a:cubicBezTo>
                  <a:cubicBezTo>
                    <a:pt x="514" y="0"/>
                    <a:pt x="510" y="0"/>
                    <a:pt x="505" y="0"/>
                  </a:cubicBezTo>
                </a:path>
              </a:pathLst>
            </a:custGeom>
            <a:solidFill>
              <a:srgbClr val="E2DFCC">
                <a:lumMod val="90000"/>
              </a:srgbClr>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47" name="Freeform 46"/>
            <p:cNvSpPr>
              <a:spLocks/>
            </p:cNvSpPr>
            <p:nvPr/>
          </p:nvSpPr>
          <p:spPr bwMode="auto">
            <a:xfrm>
              <a:off x="5235576" y="2057401"/>
              <a:ext cx="1484313" cy="1423988"/>
            </a:xfrm>
            <a:custGeom>
              <a:avLst/>
              <a:gdLst>
                <a:gd name="T0" fmla="*/ 878 w 913"/>
                <a:gd name="T1" fmla="*/ 747 h 878"/>
                <a:gd name="T2" fmla="*/ 881 w 913"/>
                <a:gd name="T3" fmla="*/ 746 h 878"/>
                <a:gd name="T4" fmla="*/ 809 w 913"/>
                <a:gd name="T5" fmla="*/ 247 h 878"/>
                <a:gd name="T6" fmla="*/ 135 w 913"/>
                <a:gd name="T7" fmla="*/ 225 h 878"/>
                <a:gd name="T8" fmla="*/ 77 w 913"/>
                <a:gd name="T9" fmla="*/ 772 h 878"/>
                <a:gd name="T10" fmla="*/ 78 w 913"/>
                <a:gd name="T11" fmla="*/ 772 h 878"/>
                <a:gd name="T12" fmla="*/ 878 w 913"/>
                <a:gd name="T13" fmla="*/ 747 h 878"/>
              </a:gdLst>
              <a:ahLst/>
              <a:cxnLst>
                <a:cxn ang="0">
                  <a:pos x="T0" y="T1"/>
                </a:cxn>
                <a:cxn ang="0">
                  <a:pos x="T2" y="T3"/>
                </a:cxn>
                <a:cxn ang="0">
                  <a:pos x="T4" y="T5"/>
                </a:cxn>
                <a:cxn ang="0">
                  <a:pos x="T6" y="T7"/>
                </a:cxn>
                <a:cxn ang="0">
                  <a:pos x="T8" y="T9"/>
                </a:cxn>
                <a:cxn ang="0">
                  <a:pos x="T10" y="T11"/>
                </a:cxn>
                <a:cxn ang="0">
                  <a:pos x="T12" y="T13"/>
                </a:cxn>
              </a:cxnLst>
              <a:rect l="0" t="0" r="r" b="b"/>
              <a:pathLst>
                <a:path w="913" h="878">
                  <a:moveTo>
                    <a:pt x="878" y="747"/>
                  </a:moveTo>
                  <a:cubicBezTo>
                    <a:pt x="880" y="746"/>
                    <a:pt x="881" y="746"/>
                    <a:pt x="881" y="746"/>
                  </a:cubicBezTo>
                  <a:cubicBezTo>
                    <a:pt x="913" y="526"/>
                    <a:pt x="881" y="350"/>
                    <a:pt x="809" y="247"/>
                  </a:cubicBezTo>
                  <a:cubicBezTo>
                    <a:pt x="636" y="0"/>
                    <a:pt x="253" y="67"/>
                    <a:pt x="135" y="225"/>
                  </a:cubicBezTo>
                  <a:cubicBezTo>
                    <a:pt x="0" y="407"/>
                    <a:pt x="77" y="772"/>
                    <a:pt x="77" y="772"/>
                  </a:cubicBezTo>
                  <a:cubicBezTo>
                    <a:pt x="77" y="772"/>
                    <a:pt x="78" y="772"/>
                    <a:pt x="78" y="772"/>
                  </a:cubicBezTo>
                  <a:cubicBezTo>
                    <a:pt x="467" y="878"/>
                    <a:pt x="841" y="759"/>
                    <a:pt x="878" y="747"/>
                  </a:cubicBezTo>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48" name="Freeform 47"/>
            <p:cNvSpPr>
              <a:spLocks/>
            </p:cNvSpPr>
            <p:nvPr/>
          </p:nvSpPr>
          <p:spPr bwMode="auto">
            <a:xfrm>
              <a:off x="5303838" y="2071688"/>
              <a:ext cx="1379538" cy="1041400"/>
            </a:xfrm>
            <a:custGeom>
              <a:avLst/>
              <a:gdLst>
                <a:gd name="T0" fmla="*/ 12 w 849"/>
                <a:gd name="T1" fmla="*/ 548 h 642"/>
                <a:gd name="T2" fmla="*/ 78 w 849"/>
                <a:gd name="T3" fmla="*/ 529 h 642"/>
                <a:gd name="T4" fmla="*/ 83 w 849"/>
                <a:gd name="T5" fmla="*/ 639 h 642"/>
                <a:gd name="T6" fmla="*/ 133 w 849"/>
                <a:gd name="T7" fmla="*/ 642 h 642"/>
                <a:gd name="T8" fmla="*/ 133 w 849"/>
                <a:gd name="T9" fmla="*/ 461 h 642"/>
                <a:gd name="T10" fmla="*/ 162 w 849"/>
                <a:gd name="T11" fmla="*/ 252 h 642"/>
                <a:gd name="T12" fmla="*/ 439 w 849"/>
                <a:gd name="T13" fmla="*/ 252 h 642"/>
                <a:gd name="T14" fmla="*/ 686 w 849"/>
                <a:gd name="T15" fmla="*/ 252 h 642"/>
                <a:gd name="T16" fmla="*/ 752 w 849"/>
                <a:gd name="T17" fmla="*/ 456 h 642"/>
                <a:gd name="T18" fmla="*/ 758 w 849"/>
                <a:gd name="T19" fmla="*/ 613 h 642"/>
                <a:gd name="T20" fmla="*/ 792 w 849"/>
                <a:gd name="T21" fmla="*/ 613 h 642"/>
                <a:gd name="T22" fmla="*/ 849 w 849"/>
                <a:gd name="T23" fmla="*/ 503 h 642"/>
                <a:gd name="T24" fmla="*/ 828 w 849"/>
                <a:gd name="T25" fmla="*/ 254 h 642"/>
                <a:gd name="T26" fmla="*/ 707 w 849"/>
                <a:gd name="T27" fmla="*/ 45 h 642"/>
                <a:gd name="T28" fmla="*/ 664 w 849"/>
                <a:gd name="T29" fmla="*/ 46 h 642"/>
                <a:gd name="T30" fmla="*/ 620 w 849"/>
                <a:gd name="T31" fmla="*/ 45 h 642"/>
                <a:gd name="T32" fmla="*/ 503 w 849"/>
                <a:gd name="T33" fmla="*/ 1 h 642"/>
                <a:gd name="T34" fmla="*/ 443 w 849"/>
                <a:gd name="T35" fmla="*/ 11 h 642"/>
                <a:gd name="T36" fmla="*/ 366 w 849"/>
                <a:gd name="T37" fmla="*/ 20 h 642"/>
                <a:gd name="T38" fmla="*/ 247 w 849"/>
                <a:gd name="T39" fmla="*/ 13 h 642"/>
                <a:gd name="T40" fmla="*/ 147 w 849"/>
                <a:gd name="T41" fmla="*/ 105 h 642"/>
                <a:gd name="T42" fmla="*/ 64 w 849"/>
                <a:gd name="T43" fmla="*/ 150 h 642"/>
                <a:gd name="T44" fmla="*/ 22 w 849"/>
                <a:gd name="T45" fmla="*/ 307 h 642"/>
                <a:gd name="T46" fmla="*/ 12 w 849"/>
                <a:gd name="T47" fmla="*/ 548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9" h="642">
                  <a:moveTo>
                    <a:pt x="12" y="548"/>
                  </a:moveTo>
                  <a:cubicBezTo>
                    <a:pt x="12" y="548"/>
                    <a:pt x="38" y="495"/>
                    <a:pt x="78" y="529"/>
                  </a:cubicBezTo>
                  <a:cubicBezTo>
                    <a:pt x="119" y="563"/>
                    <a:pt x="83" y="639"/>
                    <a:pt x="83" y="639"/>
                  </a:cubicBezTo>
                  <a:cubicBezTo>
                    <a:pt x="133" y="642"/>
                    <a:pt x="133" y="642"/>
                    <a:pt x="133" y="642"/>
                  </a:cubicBezTo>
                  <a:cubicBezTo>
                    <a:pt x="133" y="642"/>
                    <a:pt x="154" y="535"/>
                    <a:pt x="133" y="461"/>
                  </a:cubicBezTo>
                  <a:cubicBezTo>
                    <a:pt x="113" y="386"/>
                    <a:pt x="115" y="299"/>
                    <a:pt x="162" y="252"/>
                  </a:cubicBezTo>
                  <a:cubicBezTo>
                    <a:pt x="209" y="205"/>
                    <a:pt x="277" y="252"/>
                    <a:pt x="439" y="252"/>
                  </a:cubicBezTo>
                  <a:cubicBezTo>
                    <a:pt x="601" y="252"/>
                    <a:pt x="622" y="194"/>
                    <a:pt x="686" y="252"/>
                  </a:cubicBezTo>
                  <a:cubicBezTo>
                    <a:pt x="750" y="309"/>
                    <a:pt x="758" y="394"/>
                    <a:pt x="752" y="456"/>
                  </a:cubicBezTo>
                  <a:cubicBezTo>
                    <a:pt x="745" y="518"/>
                    <a:pt x="758" y="613"/>
                    <a:pt x="758" y="613"/>
                  </a:cubicBezTo>
                  <a:cubicBezTo>
                    <a:pt x="792" y="613"/>
                    <a:pt x="792" y="613"/>
                    <a:pt x="792" y="613"/>
                  </a:cubicBezTo>
                  <a:cubicBezTo>
                    <a:pt x="792" y="613"/>
                    <a:pt x="769" y="458"/>
                    <a:pt x="849" y="503"/>
                  </a:cubicBezTo>
                  <a:cubicBezTo>
                    <a:pt x="849" y="503"/>
                    <a:pt x="828" y="329"/>
                    <a:pt x="828" y="254"/>
                  </a:cubicBezTo>
                  <a:cubicBezTo>
                    <a:pt x="828" y="162"/>
                    <a:pt x="784" y="67"/>
                    <a:pt x="707" y="45"/>
                  </a:cubicBezTo>
                  <a:cubicBezTo>
                    <a:pt x="692" y="41"/>
                    <a:pt x="678" y="43"/>
                    <a:pt x="664" y="46"/>
                  </a:cubicBezTo>
                  <a:cubicBezTo>
                    <a:pt x="649" y="48"/>
                    <a:pt x="634" y="51"/>
                    <a:pt x="620" y="45"/>
                  </a:cubicBezTo>
                  <a:cubicBezTo>
                    <a:pt x="578" y="30"/>
                    <a:pt x="538" y="2"/>
                    <a:pt x="503" y="1"/>
                  </a:cubicBezTo>
                  <a:cubicBezTo>
                    <a:pt x="476" y="0"/>
                    <a:pt x="459" y="5"/>
                    <a:pt x="443" y="11"/>
                  </a:cubicBezTo>
                  <a:cubicBezTo>
                    <a:pt x="424" y="18"/>
                    <a:pt x="405" y="24"/>
                    <a:pt x="366" y="20"/>
                  </a:cubicBezTo>
                  <a:cubicBezTo>
                    <a:pt x="347" y="18"/>
                    <a:pt x="290" y="1"/>
                    <a:pt x="247" y="13"/>
                  </a:cubicBezTo>
                  <a:cubicBezTo>
                    <a:pt x="205" y="26"/>
                    <a:pt x="179" y="92"/>
                    <a:pt x="147" y="105"/>
                  </a:cubicBezTo>
                  <a:cubicBezTo>
                    <a:pt x="115" y="118"/>
                    <a:pt x="100" y="107"/>
                    <a:pt x="64" y="150"/>
                  </a:cubicBezTo>
                  <a:cubicBezTo>
                    <a:pt x="29" y="192"/>
                    <a:pt x="25" y="284"/>
                    <a:pt x="22" y="307"/>
                  </a:cubicBezTo>
                  <a:cubicBezTo>
                    <a:pt x="20" y="331"/>
                    <a:pt x="0" y="492"/>
                    <a:pt x="12" y="548"/>
                  </a:cubicBezTo>
                </a:path>
              </a:pathLst>
            </a:custGeom>
            <a:solidFill>
              <a:srgbClr val="BC85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49" name="Freeform 48"/>
            <p:cNvSpPr>
              <a:spLocks/>
            </p:cNvSpPr>
            <p:nvPr/>
          </p:nvSpPr>
          <p:spPr bwMode="auto">
            <a:xfrm>
              <a:off x="5922963" y="2852738"/>
              <a:ext cx="177800" cy="263525"/>
            </a:xfrm>
            <a:custGeom>
              <a:avLst/>
              <a:gdLst>
                <a:gd name="T0" fmla="*/ 56 w 109"/>
                <a:gd name="T1" fmla="*/ 0 h 162"/>
                <a:gd name="T2" fmla="*/ 32 w 109"/>
                <a:gd name="T3" fmla="*/ 136 h 162"/>
                <a:gd name="T4" fmla="*/ 100 w 109"/>
                <a:gd name="T5" fmla="*/ 121 h 162"/>
                <a:gd name="T6" fmla="*/ 56 w 109"/>
                <a:gd name="T7" fmla="*/ 0 h 162"/>
              </a:gdLst>
              <a:ahLst/>
              <a:cxnLst>
                <a:cxn ang="0">
                  <a:pos x="T0" y="T1"/>
                </a:cxn>
                <a:cxn ang="0">
                  <a:pos x="T2" y="T3"/>
                </a:cxn>
                <a:cxn ang="0">
                  <a:pos x="T4" y="T5"/>
                </a:cxn>
                <a:cxn ang="0">
                  <a:pos x="T6" y="T7"/>
                </a:cxn>
              </a:cxnLst>
              <a:rect l="0" t="0" r="r" b="b"/>
              <a:pathLst>
                <a:path w="109" h="162">
                  <a:moveTo>
                    <a:pt x="56" y="0"/>
                  </a:moveTo>
                  <a:cubicBezTo>
                    <a:pt x="56" y="0"/>
                    <a:pt x="0" y="111"/>
                    <a:pt x="32" y="136"/>
                  </a:cubicBezTo>
                  <a:cubicBezTo>
                    <a:pt x="64" y="162"/>
                    <a:pt x="92" y="145"/>
                    <a:pt x="100" y="121"/>
                  </a:cubicBezTo>
                  <a:cubicBezTo>
                    <a:pt x="109" y="98"/>
                    <a:pt x="56" y="0"/>
                    <a:pt x="56" y="0"/>
                  </a:cubicBezTo>
                  <a:close/>
                </a:path>
              </a:pathLst>
            </a:custGeom>
            <a:solidFill>
              <a:srgbClr val="E9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50" name="Freeform 49"/>
            <p:cNvSpPr>
              <a:spLocks/>
            </p:cNvSpPr>
            <p:nvPr/>
          </p:nvSpPr>
          <p:spPr bwMode="auto">
            <a:xfrm>
              <a:off x="5826126" y="2803526"/>
              <a:ext cx="92075" cy="92075"/>
            </a:xfrm>
            <a:custGeom>
              <a:avLst/>
              <a:gdLst>
                <a:gd name="T0" fmla="*/ 44 w 57"/>
                <a:gd name="T1" fmla="*/ 5 h 57"/>
                <a:gd name="T2" fmla="*/ 38 w 57"/>
                <a:gd name="T3" fmla="*/ 1 h 57"/>
                <a:gd name="T4" fmla="*/ 23 w 57"/>
                <a:gd name="T5" fmla="*/ 1 h 57"/>
                <a:gd name="T6" fmla="*/ 15 w 57"/>
                <a:gd name="T7" fmla="*/ 4 h 57"/>
                <a:gd name="T8" fmla="*/ 2 w 57"/>
                <a:gd name="T9" fmla="*/ 18 h 57"/>
                <a:gd name="T10" fmla="*/ 4 w 57"/>
                <a:gd name="T11" fmla="*/ 38 h 57"/>
                <a:gd name="T12" fmla="*/ 42 w 57"/>
                <a:gd name="T13" fmla="*/ 50 h 57"/>
                <a:gd name="T14" fmla="*/ 56 w 57"/>
                <a:gd name="T15" fmla="*/ 29 h 57"/>
                <a:gd name="T16" fmla="*/ 44 w 5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57">
                  <a:moveTo>
                    <a:pt x="44" y="5"/>
                  </a:moveTo>
                  <a:cubicBezTo>
                    <a:pt x="42" y="3"/>
                    <a:pt x="40" y="2"/>
                    <a:pt x="38" y="1"/>
                  </a:cubicBezTo>
                  <a:cubicBezTo>
                    <a:pt x="33" y="0"/>
                    <a:pt x="28" y="0"/>
                    <a:pt x="23" y="1"/>
                  </a:cubicBezTo>
                  <a:cubicBezTo>
                    <a:pt x="21" y="2"/>
                    <a:pt x="18" y="3"/>
                    <a:pt x="15" y="4"/>
                  </a:cubicBezTo>
                  <a:cubicBezTo>
                    <a:pt x="9" y="6"/>
                    <a:pt x="4" y="13"/>
                    <a:pt x="2" y="18"/>
                  </a:cubicBezTo>
                  <a:cubicBezTo>
                    <a:pt x="0" y="25"/>
                    <a:pt x="1" y="32"/>
                    <a:pt x="4" y="38"/>
                  </a:cubicBezTo>
                  <a:cubicBezTo>
                    <a:pt x="10" y="52"/>
                    <a:pt x="28" y="57"/>
                    <a:pt x="42" y="50"/>
                  </a:cubicBezTo>
                  <a:cubicBezTo>
                    <a:pt x="50" y="46"/>
                    <a:pt x="56" y="38"/>
                    <a:pt x="56" y="29"/>
                  </a:cubicBezTo>
                  <a:cubicBezTo>
                    <a:pt x="57" y="19"/>
                    <a:pt x="52" y="10"/>
                    <a:pt x="44" y="5"/>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51" name="Freeform 50"/>
            <p:cNvSpPr>
              <a:spLocks/>
            </p:cNvSpPr>
            <p:nvPr/>
          </p:nvSpPr>
          <p:spPr bwMode="auto">
            <a:xfrm>
              <a:off x="6091238" y="2813051"/>
              <a:ext cx="73025" cy="53975"/>
            </a:xfrm>
            <a:custGeom>
              <a:avLst/>
              <a:gdLst>
                <a:gd name="T0" fmla="*/ 23 w 44"/>
                <a:gd name="T1" fmla="*/ 0 h 33"/>
                <a:gd name="T2" fmla="*/ 21 w 44"/>
                <a:gd name="T3" fmla="*/ 33 h 33"/>
                <a:gd name="T4" fmla="*/ 23 w 44"/>
                <a:gd name="T5" fmla="*/ 0 h 33"/>
              </a:gdLst>
              <a:ahLst/>
              <a:cxnLst>
                <a:cxn ang="0">
                  <a:pos x="T0" y="T1"/>
                </a:cxn>
                <a:cxn ang="0">
                  <a:pos x="T2" y="T3"/>
                </a:cxn>
                <a:cxn ang="0">
                  <a:pos x="T4" y="T5"/>
                </a:cxn>
              </a:cxnLst>
              <a:rect l="0" t="0" r="r" b="b"/>
              <a:pathLst>
                <a:path w="44" h="33">
                  <a:moveTo>
                    <a:pt x="23" y="0"/>
                  </a:moveTo>
                  <a:cubicBezTo>
                    <a:pt x="2" y="0"/>
                    <a:pt x="0" y="33"/>
                    <a:pt x="21" y="33"/>
                  </a:cubicBezTo>
                  <a:cubicBezTo>
                    <a:pt x="42" y="33"/>
                    <a:pt x="44" y="0"/>
                    <a:pt x="23" y="0"/>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52" name="Freeform 51"/>
            <p:cNvSpPr>
              <a:spLocks/>
            </p:cNvSpPr>
            <p:nvPr/>
          </p:nvSpPr>
          <p:spPr bwMode="auto">
            <a:xfrm>
              <a:off x="6005513" y="3157538"/>
              <a:ext cx="52388" cy="93663"/>
            </a:xfrm>
            <a:custGeom>
              <a:avLst/>
              <a:gdLst>
                <a:gd name="T0" fmla="*/ 22 w 32"/>
                <a:gd name="T1" fmla="*/ 4 h 57"/>
                <a:gd name="T2" fmla="*/ 4 w 32"/>
                <a:gd name="T3" fmla="*/ 13 h 57"/>
                <a:gd name="T4" fmla="*/ 11 w 32"/>
                <a:gd name="T5" fmla="*/ 36 h 57"/>
                <a:gd name="T6" fmla="*/ 13 w 32"/>
                <a:gd name="T7" fmla="*/ 37 h 57"/>
                <a:gd name="T8" fmla="*/ 5 w 32"/>
                <a:gd name="T9" fmla="*/ 45 h 57"/>
                <a:gd name="T10" fmla="*/ 11 w 32"/>
                <a:gd name="T11" fmla="*/ 55 h 57"/>
                <a:gd name="T12" fmla="*/ 31 w 32"/>
                <a:gd name="T13" fmla="*/ 30 h 57"/>
                <a:gd name="T14" fmla="*/ 22 w 32"/>
                <a:gd name="T15" fmla="*/ 4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7">
                  <a:moveTo>
                    <a:pt x="22" y="4"/>
                  </a:moveTo>
                  <a:cubicBezTo>
                    <a:pt x="14" y="0"/>
                    <a:pt x="7" y="5"/>
                    <a:pt x="4" y="13"/>
                  </a:cubicBezTo>
                  <a:cubicBezTo>
                    <a:pt x="1" y="21"/>
                    <a:pt x="4" y="32"/>
                    <a:pt x="11" y="36"/>
                  </a:cubicBezTo>
                  <a:cubicBezTo>
                    <a:pt x="12" y="37"/>
                    <a:pt x="12" y="37"/>
                    <a:pt x="13" y="37"/>
                  </a:cubicBezTo>
                  <a:cubicBezTo>
                    <a:pt x="11" y="40"/>
                    <a:pt x="8" y="43"/>
                    <a:pt x="5" y="45"/>
                  </a:cubicBezTo>
                  <a:cubicBezTo>
                    <a:pt x="0" y="50"/>
                    <a:pt x="6" y="57"/>
                    <a:pt x="11" y="55"/>
                  </a:cubicBezTo>
                  <a:cubicBezTo>
                    <a:pt x="22" y="51"/>
                    <a:pt x="29" y="41"/>
                    <a:pt x="31" y="30"/>
                  </a:cubicBezTo>
                  <a:cubicBezTo>
                    <a:pt x="32" y="22"/>
                    <a:pt x="31" y="8"/>
                    <a:pt x="22" y="4"/>
                  </a:cubicBezTo>
                  <a:close/>
                </a:path>
              </a:pathLst>
            </a:custGeom>
            <a:solidFill>
              <a:srgbClr val="8337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53" name="Freeform 52"/>
            <p:cNvSpPr>
              <a:spLocks noEditPoints="1"/>
            </p:cNvSpPr>
            <p:nvPr/>
          </p:nvSpPr>
          <p:spPr bwMode="auto">
            <a:xfrm>
              <a:off x="5813426" y="2520951"/>
              <a:ext cx="358775" cy="209550"/>
            </a:xfrm>
            <a:custGeom>
              <a:avLst/>
              <a:gdLst>
                <a:gd name="T0" fmla="*/ 206 w 220"/>
                <a:gd name="T1" fmla="*/ 67 h 129"/>
                <a:gd name="T2" fmla="*/ 127 w 220"/>
                <a:gd name="T3" fmla="*/ 89 h 129"/>
                <a:gd name="T4" fmla="*/ 122 w 220"/>
                <a:gd name="T5" fmla="*/ 89 h 129"/>
                <a:gd name="T6" fmla="*/ 132 w 220"/>
                <a:gd name="T7" fmla="*/ 28 h 129"/>
                <a:gd name="T8" fmla="*/ 78 w 220"/>
                <a:gd name="T9" fmla="*/ 14 h 129"/>
                <a:gd name="T10" fmla="*/ 61 w 220"/>
                <a:gd name="T11" fmla="*/ 61 h 129"/>
                <a:gd name="T12" fmla="*/ 94 w 220"/>
                <a:gd name="T13" fmla="*/ 96 h 129"/>
                <a:gd name="T14" fmla="*/ 9 w 220"/>
                <a:gd name="T15" fmla="*/ 100 h 129"/>
                <a:gd name="T16" fmla="*/ 4 w 220"/>
                <a:gd name="T17" fmla="*/ 107 h 129"/>
                <a:gd name="T18" fmla="*/ 109 w 220"/>
                <a:gd name="T19" fmla="*/ 102 h 129"/>
                <a:gd name="T20" fmla="*/ 216 w 220"/>
                <a:gd name="T21" fmla="*/ 75 h 129"/>
                <a:gd name="T22" fmla="*/ 206 w 220"/>
                <a:gd name="T23" fmla="*/ 67 h 129"/>
                <a:gd name="T24" fmla="*/ 75 w 220"/>
                <a:gd name="T25" fmla="*/ 45 h 129"/>
                <a:gd name="T26" fmla="*/ 88 w 220"/>
                <a:gd name="T27" fmla="*/ 25 h 129"/>
                <a:gd name="T28" fmla="*/ 122 w 220"/>
                <a:gd name="T29" fmla="*/ 39 h 129"/>
                <a:gd name="T30" fmla="*/ 108 w 220"/>
                <a:gd name="T31" fmla="*/ 84 h 129"/>
                <a:gd name="T32" fmla="*/ 75 w 220"/>
                <a:gd name="T33" fmla="*/ 4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129">
                  <a:moveTo>
                    <a:pt x="206" y="67"/>
                  </a:moveTo>
                  <a:cubicBezTo>
                    <a:pt x="184" y="87"/>
                    <a:pt x="156" y="94"/>
                    <a:pt x="127" y="89"/>
                  </a:cubicBezTo>
                  <a:cubicBezTo>
                    <a:pt x="125" y="89"/>
                    <a:pt x="124" y="89"/>
                    <a:pt x="122" y="89"/>
                  </a:cubicBezTo>
                  <a:cubicBezTo>
                    <a:pt x="137" y="71"/>
                    <a:pt x="142" y="50"/>
                    <a:pt x="132" y="28"/>
                  </a:cubicBezTo>
                  <a:cubicBezTo>
                    <a:pt x="122" y="6"/>
                    <a:pt x="97" y="0"/>
                    <a:pt x="78" y="14"/>
                  </a:cubicBezTo>
                  <a:cubicBezTo>
                    <a:pt x="64" y="24"/>
                    <a:pt x="57" y="44"/>
                    <a:pt x="61" y="61"/>
                  </a:cubicBezTo>
                  <a:cubicBezTo>
                    <a:pt x="65" y="77"/>
                    <a:pt x="80" y="88"/>
                    <a:pt x="94" y="96"/>
                  </a:cubicBezTo>
                  <a:cubicBezTo>
                    <a:pt x="70" y="112"/>
                    <a:pt x="34" y="117"/>
                    <a:pt x="9" y="100"/>
                  </a:cubicBezTo>
                  <a:cubicBezTo>
                    <a:pt x="5" y="97"/>
                    <a:pt x="0" y="104"/>
                    <a:pt x="4" y="107"/>
                  </a:cubicBezTo>
                  <a:cubicBezTo>
                    <a:pt x="33" y="129"/>
                    <a:pt x="79" y="123"/>
                    <a:pt x="109" y="102"/>
                  </a:cubicBezTo>
                  <a:cubicBezTo>
                    <a:pt x="145" y="114"/>
                    <a:pt x="194" y="108"/>
                    <a:pt x="216" y="75"/>
                  </a:cubicBezTo>
                  <a:cubicBezTo>
                    <a:pt x="220" y="69"/>
                    <a:pt x="212" y="62"/>
                    <a:pt x="206" y="67"/>
                  </a:cubicBezTo>
                  <a:close/>
                  <a:moveTo>
                    <a:pt x="75" y="45"/>
                  </a:moveTo>
                  <a:cubicBezTo>
                    <a:pt x="77" y="37"/>
                    <a:pt x="82" y="30"/>
                    <a:pt x="88" y="25"/>
                  </a:cubicBezTo>
                  <a:cubicBezTo>
                    <a:pt x="102" y="11"/>
                    <a:pt x="116" y="28"/>
                    <a:pt x="122" y="39"/>
                  </a:cubicBezTo>
                  <a:cubicBezTo>
                    <a:pt x="129" y="55"/>
                    <a:pt x="119" y="73"/>
                    <a:pt x="108" y="84"/>
                  </a:cubicBezTo>
                  <a:cubicBezTo>
                    <a:pt x="89" y="78"/>
                    <a:pt x="71" y="64"/>
                    <a:pt x="7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54" name="Freeform 53"/>
            <p:cNvSpPr>
              <a:spLocks/>
            </p:cNvSpPr>
            <p:nvPr/>
          </p:nvSpPr>
          <p:spPr bwMode="auto">
            <a:xfrm>
              <a:off x="5568951" y="5072063"/>
              <a:ext cx="196850" cy="79375"/>
            </a:xfrm>
            <a:custGeom>
              <a:avLst/>
              <a:gdLst>
                <a:gd name="T0" fmla="*/ 67 w 121"/>
                <a:gd name="T1" fmla="*/ 4 h 49"/>
                <a:gd name="T2" fmla="*/ 33 w 121"/>
                <a:gd name="T3" fmla="*/ 7 h 49"/>
                <a:gd name="T4" fmla="*/ 8 w 121"/>
                <a:gd name="T5" fmla="*/ 21 h 49"/>
                <a:gd name="T6" fmla="*/ 39 w 121"/>
                <a:gd name="T7" fmla="*/ 48 h 49"/>
                <a:gd name="T8" fmla="*/ 93 w 121"/>
                <a:gd name="T9" fmla="*/ 40 h 49"/>
                <a:gd name="T10" fmla="*/ 112 w 121"/>
                <a:gd name="T11" fmla="*/ 0 h 49"/>
                <a:gd name="T12" fmla="*/ 67 w 121"/>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121" h="49">
                  <a:moveTo>
                    <a:pt x="67" y="4"/>
                  </a:moveTo>
                  <a:cubicBezTo>
                    <a:pt x="67" y="4"/>
                    <a:pt x="39" y="6"/>
                    <a:pt x="33" y="7"/>
                  </a:cubicBezTo>
                  <a:cubicBezTo>
                    <a:pt x="23" y="8"/>
                    <a:pt x="12" y="12"/>
                    <a:pt x="8" y="21"/>
                  </a:cubicBezTo>
                  <a:cubicBezTo>
                    <a:pt x="0" y="41"/>
                    <a:pt x="25" y="48"/>
                    <a:pt x="39" y="48"/>
                  </a:cubicBezTo>
                  <a:cubicBezTo>
                    <a:pt x="58" y="49"/>
                    <a:pt x="76" y="45"/>
                    <a:pt x="93" y="40"/>
                  </a:cubicBezTo>
                  <a:cubicBezTo>
                    <a:pt x="121" y="33"/>
                    <a:pt x="112" y="0"/>
                    <a:pt x="112" y="0"/>
                  </a:cubicBezTo>
                  <a:lnTo>
                    <a:pt x="67" y="4"/>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55" name="Freeform 54"/>
            <p:cNvSpPr>
              <a:spLocks/>
            </p:cNvSpPr>
            <p:nvPr/>
          </p:nvSpPr>
          <p:spPr bwMode="auto">
            <a:xfrm>
              <a:off x="6261101" y="5062538"/>
              <a:ext cx="209550" cy="85725"/>
            </a:xfrm>
            <a:custGeom>
              <a:avLst/>
              <a:gdLst>
                <a:gd name="T0" fmla="*/ 0 w 129"/>
                <a:gd name="T1" fmla="*/ 16 h 53"/>
                <a:gd name="T2" fmla="*/ 104 w 129"/>
                <a:gd name="T3" fmla="*/ 41 h 53"/>
                <a:gd name="T4" fmla="*/ 111 w 129"/>
                <a:gd name="T5" fmla="*/ 5 h 53"/>
                <a:gd name="T6" fmla="*/ 79 w 129"/>
                <a:gd name="T7" fmla="*/ 3 h 53"/>
                <a:gd name="T8" fmla="*/ 47 w 129"/>
                <a:gd name="T9" fmla="*/ 6 h 53"/>
                <a:gd name="T10" fmla="*/ 0 w 129"/>
                <a:gd name="T11" fmla="*/ 16 h 53"/>
              </a:gdLst>
              <a:ahLst/>
              <a:cxnLst>
                <a:cxn ang="0">
                  <a:pos x="T0" y="T1"/>
                </a:cxn>
                <a:cxn ang="0">
                  <a:pos x="T2" y="T3"/>
                </a:cxn>
                <a:cxn ang="0">
                  <a:pos x="T4" y="T5"/>
                </a:cxn>
                <a:cxn ang="0">
                  <a:pos x="T6" y="T7"/>
                </a:cxn>
                <a:cxn ang="0">
                  <a:pos x="T8" y="T9"/>
                </a:cxn>
                <a:cxn ang="0">
                  <a:pos x="T10" y="T11"/>
                </a:cxn>
              </a:cxnLst>
              <a:rect l="0" t="0" r="r" b="b"/>
              <a:pathLst>
                <a:path w="129" h="53">
                  <a:moveTo>
                    <a:pt x="0" y="16"/>
                  </a:moveTo>
                  <a:cubicBezTo>
                    <a:pt x="5" y="53"/>
                    <a:pt x="78" y="49"/>
                    <a:pt x="104" y="41"/>
                  </a:cubicBezTo>
                  <a:cubicBezTo>
                    <a:pt x="122" y="35"/>
                    <a:pt x="129" y="16"/>
                    <a:pt x="111" y="5"/>
                  </a:cubicBezTo>
                  <a:cubicBezTo>
                    <a:pt x="102" y="0"/>
                    <a:pt x="89" y="2"/>
                    <a:pt x="79" y="3"/>
                  </a:cubicBezTo>
                  <a:cubicBezTo>
                    <a:pt x="69" y="5"/>
                    <a:pt x="47" y="6"/>
                    <a:pt x="47" y="6"/>
                  </a:cubicBezTo>
                  <a:lnTo>
                    <a:pt x="0" y="16"/>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56" name="Freeform 55"/>
            <p:cNvSpPr>
              <a:spLocks/>
            </p:cNvSpPr>
            <p:nvPr/>
          </p:nvSpPr>
          <p:spPr bwMode="auto">
            <a:xfrm>
              <a:off x="5365751" y="4254501"/>
              <a:ext cx="1274763" cy="835025"/>
            </a:xfrm>
            <a:custGeom>
              <a:avLst/>
              <a:gdLst>
                <a:gd name="T0" fmla="*/ 785 w 785"/>
                <a:gd name="T1" fmla="*/ 2 h 515"/>
                <a:gd name="T2" fmla="*/ 772 w 785"/>
                <a:gd name="T3" fmla="*/ 0 h 515"/>
                <a:gd name="T4" fmla="*/ 2 w 785"/>
                <a:gd name="T5" fmla="*/ 0 h 515"/>
                <a:gd name="T6" fmla="*/ 0 w 785"/>
                <a:gd name="T7" fmla="*/ 4 h 515"/>
                <a:gd name="T8" fmla="*/ 165 w 785"/>
                <a:gd name="T9" fmla="*/ 128 h 515"/>
                <a:gd name="T10" fmla="*/ 167 w 785"/>
                <a:gd name="T11" fmla="*/ 271 h 515"/>
                <a:gd name="T12" fmla="*/ 191 w 785"/>
                <a:gd name="T13" fmla="*/ 502 h 515"/>
                <a:gd name="T14" fmla="*/ 192 w 785"/>
                <a:gd name="T15" fmla="*/ 509 h 515"/>
                <a:gd name="T16" fmla="*/ 237 w 785"/>
                <a:gd name="T17" fmla="*/ 505 h 515"/>
                <a:gd name="T18" fmla="*/ 237 w 785"/>
                <a:gd name="T19" fmla="*/ 498 h 515"/>
                <a:gd name="T20" fmla="*/ 237 w 785"/>
                <a:gd name="T21" fmla="*/ 295 h 515"/>
                <a:gd name="T22" fmla="*/ 263 w 785"/>
                <a:gd name="T23" fmla="*/ 162 h 515"/>
                <a:gd name="T24" fmla="*/ 497 w 785"/>
                <a:gd name="T25" fmla="*/ 161 h 515"/>
                <a:gd name="T26" fmla="*/ 538 w 785"/>
                <a:gd name="T27" fmla="*/ 339 h 515"/>
                <a:gd name="T28" fmla="*/ 550 w 785"/>
                <a:gd name="T29" fmla="*/ 515 h 515"/>
                <a:gd name="T30" fmla="*/ 552 w 785"/>
                <a:gd name="T31" fmla="*/ 515 h 515"/>
                <a:gd name="T32" fmla="*/ 598 w 785"/>
                <a:gd name="T33" fmla="*/ 505 h 515"/>
                <a:gd name="T34" fmla="*/ 598 w 785"/>
                <a:gd name="T35" fmla="*/ 502 h 515"/>
                <a:gd name="T36" fmla="*/ 601 w 785"/>
                <a:gd name="T37" fmla="*/ 315 h 515"/>
                <a:gd name="T38" fmla="*/ 591 w 785"/>
                <a:gd name="T39" fmla="*/ 137 h 515"/>
                <a:gd name="T40" fmla="*/ 785 w 785"/>
                <a:gd name="T41" fmla="*/ 2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515">
                  <a:moveTo>
                    <a:pt x="785" y="2"/>
                  </a:moveTo>
                  <a:cubicBezTo>
                    <a:pt x="785" y="2"/>
                    <a:pt x="781" y="1"/>
                    <a:pt x="772" y="0"/>
                  </a:cubicBezTo>
                  <a:cubicBezTo>
                    <a:pt x="396" y="81"/>
                    <a:pt x="35" y="7"/>
                    <a:pt x="2" y="0"/>
                  </a:cubicBezTo>
                  <a:cubicBezTo>
                    <a:pt x="1" y="1"/>
                    <a:pt x="0" y="3"/>
                    <a:pt x="0" y="4"/>
                  </a:cubicBezTo>
                  <a:cubicBezTo>
                    <a:pt x="0" y="4"/>
                    <a:pt x="21" y="60"/>
                    <a:pt x="165" y="128"/>
                  </a:cubicBezTo>
                  <a:cubicBezTo>
                    <a:pt x="165" y="128"/>
                    <a:pt x="164" y="192"/>
                    <a:pt x="167" y="271"/>
                  </a:cubicBezTo>
                  <a:cubicBezTo>
                    <a:pt x="170" y="366"/>
                    <a:pt x="187" y="474"/>
                    <a:pt x="191" y="502"/>
                  </a:cubicBezTo>
                  <a:cubicBezTo>
                    <a:pt x="192" y="507"/>
                    <a:pt x="192" y="509"/>
                    <a:pt x="192" y="509"/>
                  </a:cubicBezTo>
                  <a:cubicBezTo>
                    <a:pt x="237" y="505"/>
                    <a:pt x="237" y="505"/>
                    <a:pt x="237" y="505"/>
                  </a:cubicBezTo>
                  <a:cubicBezTo>
                    <a:pt x="237" y="505"/>
                    <a:pt x="237" y="502"/>
                    <a:pt x="237" y="498"/>
                  </a:cubicBezTo>
                  <a:cubicBezTo>
                    <a:pt x="235" y="471"/>
                    <a:pt x="230" y="363"/>
                    <a:pt x="237" y="295"/>
                  </a:cubicBezTo>
                  <a:cubicBezTo>
                    <a:pt x="243" y="231"/>
                    <a:pt x="263" y="162"/>
                    <a:pt x="263" y="162"/>
                  </a:cubicBezTo>
                  <a:cubicBezTo>
                    <a:pt x="263" y="162"/>
                    <a:pt x="395" y="188"/>
                    <a:pt x="497" y="161"/>
                  </a:cubicBezTo>
                  <a:cubicBezTo>
                    <a:pt x="497" y="161"/>
                    <a:pt x="532" y="285"/>
                    <a:pt x="538" y="339"/>
                  </a:cubicBezTo>
                  <a:cubicBezTo>
                    <a:pt x="543" y="386"/>
                    <a:pt x="550" y="515"/>
                    <a:pt x="550" y="515"/>
                  </a:cubicBezTo>
                  <a:cubicBezTo>
                    <a:pt x="552" y="515"/>
                    <a:pt x="552" y="515"/>
                    <a:pt x="552" y="515"/>
                  </a:cubicBezTo>
                  <a:cubicBezTo>
                    <a:pt x="598" y="505"/>
                    <a:pt x="598" y="505"/>
                    <a:pt x="598" y="505"/>
                  </a:cubicBezTo>
                  <a:cubicBezTo>
                    <a:pt x="598" y="505"/>
                    <a:pt x="598" y="504"/>
                    <a:pt x="598" y="502"/>
                  </a:cubicBezTo>
                  <a:cubicBezTo>
                    <a:pt x="600" y="481"/>
                    <a:pt x="606" y="380"/>
                    <a:pt x="601" y="315"/>
                  </a:cubicBezTo>
                  <a:cubicBezTo>
                    <a:pt x="597" y="276"/>
                    <a:pt x="603" y="228"/>
                    <a:pt x="591" y="137"/>
                  </a:cubicBezTo>
                  <a:cubicBezTo>
                    <a:pt x="591" y="137"/>
                    <a:pt x="735" y="63"/>
                    <a:pt x="785" y="2"/>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57" name="Freeform 56"/>
            <p:cNvSpPr>
              <a:spLocks/>
            </p:cNvSpPr>
            <p:nvPr/>
          </p:nvSpPr>
          <p:spPr bwMode="auto">
            <a:xfrm>
              <a:off x="6470651" y="1527176"/>
              <a:ext cx="330200" cy="403225"/>
            </a:xfrm>
            <a:custGeom>
              <a:avLst/>
              <a:gdLst>
                <a:gd name="T0" fmla="*/ 188 w 203"/>
                <a:gd name="T1" fmla="*/ 66 h 249"/>
                <a:gd name="T2" fmla="*/ 89 w 203"/>
                <a:gd name="T3" fmla="*/ 0 h 249"/>
                <a:gd name="T4" fmla="*/ 17 w 203"/>
                <a:gd name="T5" fmla="*/ 67 h 249"/>
                <a:gd name="T6" fmla="*/ 31 w 203"/>
                <a:gd name="T7" fmla="*/ 69 h 249"/>
                <a:gd name="T8" fmla="*/ 105 w 203"/>
                <a:gd name="T9" fmla="*/ 50 h 249"/>
                <a:gd name="T10" fmla="*/ 142 w 203"/>
                <a:gd name="T11" fmla="*/ 103 h 249"/>
                <a:gd name="T12" fmla="*/ 88 w 203"/>
                <a:gd name="T13" fmla="*/ 148 h 249"/>
                <a:gd name="T14" fmla="*/ 50 w 203"/>
                <a:gd name="T15" fmla="*/ 222 h 249"/>
                <a:gd name="T16" fmla="*/ 72 w 203"/>
                <a:gd name="T17" fmla="*/ 247 h 249"/>
                <a:gd name="T18" fmla="*/ 93 w 203"/>
                <a:gd name="T19" fmla="*/ 243 h 249"/>
                <a:gd name="T20" fmla="*/ 104 w 203"/>
                <a:gd name="T21" fmla="*/ 219 h 249"/>
                <a:gd name="T22" fmla="*/ 158 w 203"/>
                <a:gd name="T23" fmla="*/ 159 h 249"/>
                <a:gd name="T24" fmla="*/ 188 w 203"/>
                <a:gd name="T25" fmla="*/ 6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49">
                  <a:moveTo>
                    <a:pt x="188" y="66"/>
                  </a:moveTo>
                  <a:cubicBezTo>
                    <a:pt x="172" y="26"/>
                    <a:pt x="132" y="1"/>
                    <a:pt x="89" y="0"/>
                  </a:cubicBezTo>
                  <a:cubicBezTo>
                    <a:pt x="54" y="0"/>
                    <a:pt x="0" y="22"/>
                    <a:pt x="17" y="67"/>
                  </a:cubicBezTo>
                  <a:cubicBezTo>
                    <a:pt x="19" y="72"/>
                    <a:pt x="26" y="74"/>
                    <a:pt x="31" y="69"/>
                  </a:cubicBezTo>
                  <a:cubicBezTo>
                    <a:pt x="51" y="46"/>
                    <a:pt x="75" y="42"/>
                    <a:pt x="105" y="50"/>
                  </a:cubicBezTo>
                  <a:cubicBezTo>
                    <a:pt x="125" y="55"/>
                    <a:pt x="153" y="80"/>
                    <a:pt x="142" y="103"/>
                  </a:cubicBezTo>
                  <a:cubicBezTo>
                    <a:pt x="133" y="122"/>
                    <a:pt x="104" y="135"/>
                    <a:pt x="88" y="148"/>
                  </a:cubicBezTo>
                  <a:cubicBezTo>
                    <a:pt x="65" y="167"/>
                    <a:pt x="48" y="192"/>
                    <a:pt x="50" y="222"/>
                  </a:cubicBezTo>
                  <a:cubicBezTo>
                    <a:pt x="51" y="235"/>
                    <a:pt x="60" y="244"/>
                    <a:pt x="72" y="247"/>
                  </a:cubicBezTo>
                  <a:cubicBezTo>
                    <a:pt x="80" y="249"/>
                    <a:pt x="86" y="247"/>
                    <a:pt x="93" y="243"/>
                  </a:cubicBezTo>
                  <a:cubicBezTo>
                    <a:pt x="100" y="238"/>
                    <a:pt x="105" y="229"/>
                    <a:pt x="104" y="219"/>
                  </a:cubicBezTo>
                  <a:cubicBezTo>
                    <a:pt x="102" y="192"/>
                    <a:pt x="140" y="174"/>
                    <a:pt x="158" y="159"/>
                  </a:cubicBezTo>
                  <a:cubicBezTo>
                    <a:pt x="186" y="135"/>
                    <a:pt x="203" y="104"/>
                    <a:pt x="188" y="66"/>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58" name="Freeform 57"/>
            <p:cNvSpPr>
              <a:spLocks/>
            </p:cNvSpPr>
            <p:nvPr/>
          </p:nvSpPr>
          <p:spPr bwMode="auto">
            <a:xfrm>
              <a:off x="6519863" y="1992313"/>
              <a:ext cx="133350" cy="101600"/>
            </a:xfrm>
            <a:custGeom>
              <a:avLst/>
              <a:gdLst>
                <a:gd name="T0" fmla="*/ 47 w 82"/>
                <a:gd name="T1" fmla="*/ 4 h 63"/>
                <a:gd name="T2" fmla="*/ 35 w 82"/>
                <a:gd name="T3" fmla="*/ 59 h 63"/>
                <a:gd name="T4" fmla="*/ 47 w 82"/>
                <a:gd name="T5" fmla="*/ 4 h 63"/>
              </a:gdLst>
              <a:ahLst/>
              <a:cxnLst>
                <a:cxn ang="0">
                  <a:pos x="T0" y="T1"/>
                </a:cxn>
                <a:cxn ang="0">
                  <a:pos x="T2" y="T3"/>
                </a:cxn>
                <a:cxn ang="0">
                  <a:pos x="T4" y="T5"/>
                </a:cxn>
              </a:cxnLst>
              <a:rect l="0" t="0" r="r" b="b"/>
              <a:pathLst>
                <a:path w="82" h="63">
                  <a:moveTo>
                    <a:pt x="47" y="4"/>
                  </a:moveTo>
                  <a:cubicBezTo>
                    <a:pt x="11" y="0"/>
                    <a:pt x="0" y="54"/>
                    <a:pt x="35" y="59"/>
                  </a:cubicBezTo>
                  <a:cubicBezTo>
                    <a:pt x="71" y="63"/>
                    <a:pt x="82" y="9"/>
                    <a:pt x="47" y="4"/>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59" name="Freeform 58"/>
            <p:cNvSpPr>
              <a:spLocks/>
            </p:cNvSpPr>
            <p:nvPr/>
          </p:nvSpPr>
          <p:spPr bwMode="auto">
            <a:xfrm>
              <a:off x="6272213" y="1782763"/>
              <a:ext cx="176213" cy="222250"/>
            </a:xfrm>
            <a:custGeom>
              <a:avLst/>
              <a:gdLst>
                <a:gd name="T0" fmla="*/ 7 w 108"/>
                <a:gd name="T1" fmla="*/ 95 h 137"/>
                <a:gd name="T2" fmla="*/ 58 w 108"/>
                <a:gd name="T3" fmla="*/ 136 h 137"/>
                <a:gd name="T4" fmla="*/ 100 w 108"/>
                <a:gd name="T5" fmla="*/ 102 h 137"/>
                <a:gd name="T6" fmla="*/ 93 w 108"/>
                <a:gd name="T7" fmla="*/ 100 h 137"/>
                <a:gd name="T8" fmla="*/ 51 w 108"/>
                <a:gd name="T9" fmla="*/ 108 h 137"/>
                <a:gd name="T10" fmla="*/ 33 w 108"/>
                <a:gd name="T11" fmla="*/ 77 h 137"/>
                <a:gd name="T12" fmla="*/ 65 w 108"/>
                <a:gd name="T13" fmla="*/ 55 h 137"/>
                <a:gd name="T14" fmla="*/ 88 w 108"/>
                <a:gd name="T15" fmla="*/ 16 h 137"/>
                <a:gd name="T16" fmla="*/ 78 w 108"/>
                <a:gd name="T17" fmla="*/ 1 h 137"/>
                <a:gd name="T18" fmla="*/ 66 w 108"/>
                <a:gd name="T19" fmla="*/ 3 h 137"/>
                <a:gd name="T20" fmla="*/ 59 w 108"/>
                <a:gd name="T21" fmla="*/ 15 h 137"/>
                <a:gd name="T22" fmla="*/ 27 w 108"/>
                <a:gd name="T23" fmla="*/ 46 h 137"/>
                <a:gd name="T24" fmla="*/ 7 w 108"/>
                <a:gd name="T25" fmla="*/ 9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37">
                  <a:moveTo>
                    <a:pt x="7" y="95"/>
                  </a:moveTo>
                  <a:cubicBezTo>
                    <a:pt x="14" y="118"/>
                    <a:pt x="34" y="133"/>
                    <a:pt x="58" y="136"/>
                  </a:cubicBezTo>
                  <a:cubicBezTo>
                    <a:pt x="77" y="137"/>
                    <a:pt x="108" y="128"/>
                    <a:pt x="100" y="102"/>
                  </a:cubicBezTo>
                  <a:cubicBezTo>
                    <a:pt x="99" y="99"/>
                    <a:pt x="95" y="98"/>
                    <a:pt x="93" y="100"/>
                  </a:cubicBezTo>
                  <a:cubicBezTo>
                    <a:pt x="81" y="112"/>
                    <a:pt x="68" y="114"/>
                    <a:pt x="51" y="108"/>
                  </a:cubicBezTo>
                  <a:cubicBezTo>
                    <a:pt x="41" y="104"/>
                    <a:pt x="26" y="89"/>
                    <a:pt x="33" y="77"/>
                  </a:cubicBezTo>
                  <a:cubicBezTo>
                    <a:pt x="39" y="67"/>
                    <a:pt x="56" y="61"/>
                    <a:pt x="65" y="55"/>
                  </a:cubicBezTo>
                  <a:cubicBezTo>
                    <a:pt x="78" y="45"/>
                    <a:pt x="88" y="33"/>
                    <a:pt x="88" y="16"/>
                  </a:cubicBezTo>
                  <a:cubicBezTo>
                    <a:pt x="88" y="9"/>
                    <a:pt x="84" y="3"/>
                    <a:pt x="78" y="1"/>
                  </a:cubicBezTo>
                  <a:cubicBezTo>
                    <a:pt x="74" y="0"/>
                    <a:pt x="70" y="1"/>
                    <a:pt x="66" y="3"/>
                  </a:cubicBezTo>
                  <a:cubicBezTo>
                    <a:pt x="62" y="5"/>
                    <a:pt x="59" y="10"/>
                    <a:pt x="59" y="15"/>
                  </a:cubicBezTo>
                  <a:cubicBezTo>
                    <a:pt x="59" y="30"/>
                    <a:pt x="37" y="38"/>
                    <a:pt x="27" y="46"/>
                  </a:cubicBezTo>
                  <a:cubicBezTo>
                    <a:pt x="10" y="58"/>
                    <a:pt x="0" y="74"/>
                    <a:pt x="7" y="95"/>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60" name="Freeform 59"/>
            <p:cNvSpPr>
              <a:spLocks/>
            </p:cNvSpPr>
            <p:nvPr/>
          </p:nvSpPr>
          <p:spPr bwMode="auto">
            <a:xfrm>
              <a:off x="6365876" y="1692276"/>
              <a:ext cx="77788" cy="60325"/>
            </a:xfrm>
            <a:custGeom>
              <a:avLst/>
              <a:gdLst>
                <a:gd name="T0" fmla="*/ 19 w 47"/>
                <a:gd name="T1" fmla="*/ 33 h 37"/>
                <a:gd name="T2" fmla="*/ 27 w 47"/>
                <a:gd name="T3" fmla="*/ 4 h 37"/>
                <a:gd name="T4" fmla="*/ 19 w 47"/>
                <a:gd name="T5" fmla="*/ 33 h 37"/>
              </a:gdLst>
              <a:ahLst/>
              <a:cxnLst>
                <a:cxn ang="0">
                  <a:pos x="T0" y="T1"/>
                </a:cxn>
                <a:cxn ang="0">
                  <a:pos x="T2" y="T3"/>
                </a:cxn>
                <a:cxn ang="0">
                  <a:pos x="T4" y="T5"/>
                </a:cxn>
              </a:cxnLst>
              <a:rect l="0" t="0" r="r" b="b"/>
              <a:pathLst>
                <a:path w="47" h="37">
                  <a:moveTo>
                    <a:pt x="19" y="33"/>
                  </a:moveTo>
                  <a:cubicBezTo>
                    <a:pt x="38" y="37"/>
                    <a:pt x="47" y="8"/>
                    <a:pt x="27" y="4"/>
                  </a:cubicBezTo>
                  <a:cubicBezTo>
                    <a:pt x="8" y="0"/>
                    <a:pt x="0" y="29"/>
                    <a:pt x="19" y="33"/>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61" name="Freeform 60"/>
            <p:cNvSpPr>
              <a:spLocks/>
            </p:cNvSpPr>
            <p:nvPr/>
          </p:nvSpPr>
          <p:spPr bwMode="auto">
            <a:xfrm>
              <a:off x="6797676" y="2100263"/>
              <a:ext cx="138113" cy="117475"/>
            </a:xfrm>
            <a:custGeom>
              <a:avLst/>
              <a:gdLst>
                <a:gd name="T0" fmla="*/ 49 w 85"/>
                <a:gd name="T1" fmla="*/ 0 h 73"/>
                <a:gd name="T2" fmla="*/ 35 w 85"/>
                <a:gd name="T3" fmla="*/ 8 h 73"/>
                <a:gd name="T4" fmla="*/ 38 w 85"/>
                <a:gd name="T5" fmla="*/ 13 h 73"/>
                <a:gd name="T6" fmla="*/ 38 w 85"/>
                <a:gd name="T7" fmla="*/ 13 h 73"/>
                <a:gd name="T8" fmla="*/ 40 w 85"/>
                <a:gd name="T9" fmla="*/ 13 h 73"/>
                <a:gd name="T10" fmla="*/ 62 w 85"/>
                <a:gd name="T11" fmla="*/ 27 h 73"/>
                <a:gd name="T12" fmla="*/ 58 w 85"/>
                <a:gd name="T13" fmla="*/ 50 h 73"/>
                <a:gd name="T14" fmla="*/ 52 w 85"/>
                <a:gd name="T15" fmla="*/ 51 h 73"/>
                <a:gd name="T16" fmla="*/ 32 w 85"/>
                <a:gd name="T17" fmla="*/ 47 h 73"/>
                <a:gd name="T18" fmla="*/ 27 w 85"/>
                <a:gd name="T19" fmla="*/ 47 h 73"/>
                <a:gd name="T20" fmla="*/ 4 w 85"/>
                <a:gd name="T21" fmla="*/ 57 h 73"/>
                <a:gd name="T22" fmla="*/ 3 w 85"/>
                <a:gd name="T23" fmla="*/ 69 h 73"/>
                <a:gd name="T24" fmla="*/ 9 w 85"/>
                <a:gd name="T25" fmla="*/ 73 h 73"/>
                <a:gd name="T26" fmla="*/ 11 w 85"/>
                <a:gd name="T27" fmla="*/ 73 h 73"/>
                <a:gd name="T28" fmla="*/ 18 w 85"/>
                <a:gd name="T29" fmla="*/ 70 h 73"/>
                <a:gd name="T30" fmla="*/ 29 w 85"/>
                <a:gd name="T31" fmla="*/ 66 h 73"/>
                <a:gd name="T32" fmla="*/ 47 w 85"/>
                <a:gd name="T33" fmla="*/ 68 h 73"/>
                <a:gd name="T34" fmla="*/ 52 w 85"/>
                <a:gd name="T35" fmla="*/ 69 h 73"/>
                <a:gd name="T36" fmla="*/ 79 w 85"/>
                <a:gd name="T37" fmla="*/ 53 h 73"/>
                <a:gd name="T38" fmla="*/ 71 w 85"/>
                <a:gd name="T39" fmla="*/ 10 h 73"/>
                <a:gd name="T40" fmla="*/ 49 w 85"/>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73">
                  <a:moveTo>
                    <a:pt x="49" y="0"/>
                  </a:moveTo>
                  <a:cubicBezTo>
                    <a:pt x="43" y="0"/>
                    <a:pt x="38" y="2"/>
                    <a:pt x="35" y="8"/>
                  </a:cubicBezTo>
                  <a:cubicBezTo>
                    <a:pt x="35" y="10"/>
                    <a:pt x="36" y="13"/>
                    <a:pt x="38" y="13"/>
                  </a:cubicBezTo>
                  <a:cubicBezTo>
                    <a:pt x="38" y="13"/>
                    <a:pt x="38" y="13"/>
                    <a:pt x="38" y="13"/>
                  </a:cubicBezTo>
                  <a:cubicBezTo>
                    <a:pt x="39" y="13"/>
                    <a:pt x="40" y="13"/>
                    <a:pt x="40" y="13"/>
                  </a:cubicBezTo>
                  <a:cubicBezTo>
                    <a:pt x="50" y="13"/>
                    <a:pt x="57" y="18"/>
                    <a:pt x="62" y="27"/>
                  </a:cubicBezTo>
                  <a:cubicBezTo>
                    <a:pt x="66" y="33"/>
                    <a:pt x="67" y="47"/>
                    <a:pt x="58" y="50"/>
                  </a:cubicBezTo>
                  <a:cubicBezTo>
                    <a:pt x="56" y="51"/>
                    <a:pt x="54" y="51"/>
                    <a:pt x="52" y="51"/>
                  </a:cubicBezTo>
                  <a:cubicBezTo>
                    <a:pt x="46" y="51"/>
                    <a:pt x="38" y="48"/>
                    <a:pt x="32" y="47"/>
                  </a:cubicBezTo>
                  <a:cubicBezTo>
                    <a:pt x="30" y="47"/>
                    <a:pt x="29" y="47"/>
                    <a:pt x="27" y="47"/>
                  </a:cubicBezTo>
                  <a:cubicBezTo>
                    <a:pt x="18" y="47"/>
                    <a:pt x="10" y="50"/>
                    <a:pt x="4" y="57"/>
                  </a:cubicBezTo>
                  <a:cubicBezTo>
                    <a:pt x="0" y="60"/>
                    <a:pt x="0" y="65"/>
                    <a:pt x="3" y="69"/>
                  </a:cubicBezTo>
                  <a:cubicBezTo>
                    <a:pt x="4" y="71"/>
                    <a:pt x="6" y="72"/>
                    <a:pt x="9" y="73"/>
                  </a:cubicBezTo>
                  <a:cubicBezTo>
                    <a:pt x="9" y="73"/>
                    <a:pt x="10" y="73"/>
                    <a:pt x="11" y="73"/>
                  </a:cubicBezTo>
                  <a:cubicBezTo>
                    <a:pt x="13" y="73"/>
                    <a:pt x="16" y="72"/>
                    <a:pt x="18" y="70"/>
                  </a:cubicBezTo>
                  <a:cubicBezTo>
                    <a:pt x="21" y="67"/>
                    <a:pt x="24" y="66"/>
                    <a:pt x="29" y="66"/>
                  </a:cubicBezTo>
                  <a:cubicBezTo>
                    <a:pt x="35" y="66"/>
                    <a:pt x="42" y="68"/>
                    <a:pt x="47" y="68"/>
                  </a:cubicBezTo>
                  <a:cubicBezTo>
                    <a:pt x="49" y="69"/>
                    <a:pt x="50" y="69"/>
                    <a:pt x="52" y="69"/>
                  </a:cubicBezTo>
                  <a:cubicBezTo>
                    <a:pt x="64" y="69"/>
                    <a:pt x="74" y="64"/>
                    <a:pt x="79" y="53"/>
                  </a:cubicBezTo>
                  <a:cubicBezTo>
                    <a:pt x="85" y="38"/>
                    <a:pt x="82" y="22"/>
                    <a:pt x="71" y="10"/>
                  </a:cubicBezTo>
                  <a:cubicBezTo>
                    <a:pt x="66" y="5"/>
                    <a:pt x="57" y="0"/>
                    <a:pt x="49"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62" name="Freeform 61"/>
            <p:cNvSpPr>
              <a:spLocks/>
            </p:cNvSpPr>
            <p:nvPr/>
          </p:nvSpPr>
          <p:spPr bwMode="auto">
            <a:xfrm>
              <a:off x="6748463" y="2224088"/>
              <a:ext cx="46038" cy="31750"/>
            </a:xfrm>
            <a:custGeom>
              <a:avLst/>
              <a:gdLst>
                <a:gd name="T0" fmla="*/ 14 w 28"/>
                <a:gd name="T1" fmla="*/ 0 h 19"/>
                <a:gd name="T2" fmla="*/ 5 w 28"/>
                <a:gd name="T3" fmla="*/ 15 h 19"/>
                <a:gd name="T4" fmla="*/ 13 w 28"/>
                <a:gd name="T5" fmla="*/ 19 h 19"/>
                <a:gd name="T6" fmla="*/ 22 w 28"/>
                <a:gd name="T7" fmla="*/ 4 h 19"/>
                <a:gd name="T8" fmla="*/ 14 w 28"/>
                <a:gd name="T9" fmla="*/ 0 h 19"/>
              </a:gdLst>
              <a:ahLst/>
              <a:cxnLst>
                <a:cxn ang="0">
                  <a:pos x="T0" y="T1"/>
                </a:cxn>
                <a:cxn ang="0">
                  <a:pos x="T2" y="T3"/>
                </a:cxn>
                <a:cxn ang="0">
                  <a:pos x="T4" y="T5"/>
                </a:cxn>
                <a:cxn ang="0">
                  <a:pos x="T6" y="T7"/>
                </a:cxn>
                <a:cxn ang="0">
                  <a:pos x="T8" y="T9"/>
                </a:cxn>
              </a:cxnLst>
              <a:rect l="0" t="0" r="r" b="b"/>
              <a:pathLst>
                <a:path w="28" h="19">
                  <a:moveTo>
                    <a:pt x="14" y="0"/>
                  </a:moveTo>
                  <a:cubicBezTo>
                    <a:pt x="7" y="0"/>
                    <a:pt x="0" y="7"/>
                    <a:pt x="5" y="15"/>
                  </a:cubicBezTo>
                  <a:cubicBezTo>
                    <a:pt x="8" y="18"/>
                    <a:pt x="10" y="19"/>
                    <a:pt x="13" y="19"/>
                  </a:cubicBezTo>
                  <a:cubicBezTo>
                    <a:pt x="21" y="19"/>
                    <a:pt x="28" y="11"/>
                    <a:pt x="22" y="4"/>
                  </a:cubicBezTo>
                  <a:cubicBezTo>
                    <a:pt x="20" y="1"/>
                    <a:pt x="17" y="0"/>
                    <a:pt x="14"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63" name="Freeform 62"/>
            <p:cNvSpPr>
              <a:spLocks/>
            </p:cNvSpPr>
            <p:nvPr/>
          </p:nvSpPr>
          <p:spPr bwMode="auto">
            <a:xfrm>
              <a:off x="5573713" y="1584326"/>
              <a:ext cx="206375" cy="234950"/>
            </a:xfrm>
            <a:custGeom>
              <a:avLst/>
              <a:gdLst>
                <a:gd name="T0" fmla="*/ 62 w 127"/>
                <a:gd name="T1" fmla="*/ 0 h 145"/>
                <a:gd name="T2" fmla="*/ 48 w 127"/>
                <a:gd name="T3" fmla="*/ 1 h 145"/>
                <a:gd name="T4" fmla="*/ 15 w 127"/>
                <a:gd name="T5" fmla="*/ 48 h 145"/>
                <a:gd name="T6" fmla="*/ 19 w 127"/>
                <a:gd name="T7" fmla="*/ 50 h 145"/>
                <a:gd name="T8" fmla="*/ 24 w 127"/>
                <a:gd name="T9" fmla="*/ 48 h 145"/>
                <a:gd name="T10" fmla="*/ 61 w 127"/>
                <a:gd name="T11" fmla="*/ 27 h 145"/>
                <a:gd name="T12" fmla="*/ 64 w 127"/>
                <a:gd name="T13" fmla="*/ 28 h 145"/>
                <a:gd name="T14" fmla="*/ 92 w 127"/>
                <a:gd name="T15" fmla="*/ 53 h 145"/>
                <a:gd name="T16" fmla="*/ 66 w 127"/>
                <a:gd name="T17" fmla="*/ 86 h 145"/>
                <a:gd name="T18" fmla="*/ 54 w 127"/>
                <a:gd name="T19" fmla="*/ 133 h 145"/>
                <a:gd name="T20" fmla="*/ 70 w 127"/>
                <a:gd name="T21" fmla="*/ 145 h 145"/>
                <a:gd name="T22" fmla="*/ 70 w 127"/>
                <a:gd name="T23" fmla="*/ 145 h 145"/>
                <a:gd name="T24" fmla="*/ 81 w 127"/>
                <a:gd name="T25" fmla="*/ 140 h 145"/>
                <a:gd name="T26" fmla="*/ 85 w 127"/>
                <a:gd name="T27" fmla="*/ 125 h 145"/>
                <a:gd name="T28" fmla="*/ 108 w 127"/>
                <a:gd name="T29" fmla="*/ 84 h 145"/>
                <a:gd name="T30" fmla="*/ 113 w 127"/>
                <a:gd name="T31" fmla="*/ 27 h 145"/>
                <a:gd name="T32" fmla="*/ 62 w 127"/>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45">
                  <a:moveTo>
                    <a:pt x="62" y="0"/>
                  </a:moveTo>
                  <a:cubicBezTo>
                    <a:pt x="57" y="0"/>
                    <a:pt x="53" y="0"/>
                    <a:pt x="48" y="1"/>
                  </a:cubicBezTo>
                  <a:cubicBezTo>
                    <a:pt x="28" y="5"/>
                    <a:pt x="0" y="25"/>
                    <a:pt x="15" y="48"/>
                  </a:cubicBezTo>
                  <a:cubicBezTo>
                    <a:pt x="16" y="50"/>
                    <a:pt x="18" y="50"/>
                    <a:pt x="19" y="50"/>
                  </a:cubicBezTo>
                  <a:cubicBezTo>
                    <a:pt x="21" y="50"/>
                    <a:pt x="23" y="50"/>
                    <a:pt x="24" y="48"/>
                  </a:cubicBezTo>
                  <a:cubicBezTo>
                    <a:pt x="32" y="33"/>
                    <a:pt x="44" y="27"/>
                    <a:pt x="61" y="27"/>
                  </a:cubicBezTo>
                  <a:cubicBezTo>
                    <a:pt x="62" y="27"/>
                    <a:pt x="63" y="27"/>
                    <a:pt x="64" y="28"/>
                  </a:cubicBezTo>
                  <a:cubicBezTo>
                    <a:pt x="76" y="28"/>
                    <a:pt x="95" y="39"/>
                    <a:pt x="92" y="53"/>
                  </a:cubicBezTo>
                  <a:cubicBezTo>
                    <a:pt x="89" y="66"/>
                    <a:pt x="74" y="76"/>
                    <a:pt x="66" y="86"/>
                  </a:cubicBezTo>
                  <a:cubicBezTo>
                    <a:pt x="55" y="100"/>
                    <a:pt x="49" y="116"/>
                    <a:pt x="54" y="133"/>
                  </a:cubicBezTo>
                  <a:cubicBezTo>
                    <a:pt x="56" y="141"/>
                    <a:pt x="63" y="145"/>
                    <a:pt x="70" y="145"/>
                  </a:cubicBezTo>
                  <a:cubicBezTo>
                    <a:pt x="70" y="145"/>
                    <a:pt x="70" y="145"/>
                    <a:pt x="70" y="145"/>
                  </a:cubicBezTo>
                  <a:cubicBezTo>
                    <a:pt x="75" y="145"/>
                    <a:pt x="78" y="143"/>
                    <a:pt x="81" y="140"/>
                  </a:cubicBezTo>
                  <a:cubicBezTo>
                    <a:pt x="85" y="136"/>
                    <a:pt x="86" y="130"/>
                    <a:pt x="85" y="125"/>
                  </a:cubicBezTo>
                  <a:cubicBezTo>
                    <a:pt x="80" y="110"/>
                    <a:pt x="100" y="95"/>
                    <a:pt x="108" y="84"/>
                  </a:cubicBezTo>
                  <a:cubicBezTo>
                    <a:pt x="121" y="66"/>
                    <a:pt x="127" y="46"/>
                    <a:pt x="113" y="27"/>
                  </a:cubicBezTo>
                  <a:cubicBezTo>
                    <a:pt x="102" y="9"/>
                    <a:pt x="82" y="0"/>
                    <a:pt x="62"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64" name="Freeform 63"/>
            <p:cNvSpPr>
              <a:spLocks/>
            </p:cNvSpPr>
            <p:nvPr/>
          </p:nvSpPr>
          <p:spPr bwMode="auto">
            <a:xfrm>
              <a:off x="5665788" y="1858963"/>
              <a:ext cx="68263" cy="52388"/>
            </a:xfrm>
            <a:custGeom>
              <a:avLst/>
              <a:gdLst>
                <a:gd name="T0" fmla="*/ 23 w 42"/>
                <a:gd name="T1" fmla="*/ 0 h 32"/>
                <a:gd name="T2" fmla="*/ 21 w 42"/>
                <a:gd name="T3" fmla="*/ 0 h 32"/>
                <a:gd name="T4" fmla="*/ 20 w 42"/>
                <a:gd name="T5" fmla="*/ 32 h 32"/>
                <a:gd name="T6" fmla="*/ 21 w 42"/>
                <a:gd name="T7" fmla="*/ 32 h 32"/>
                <a:gd name="T8" fmla="*/ 23 w 42"/>
                <a:gd name="T9" fmla="*/ 0 h 32"/>
              </a:gdLst>
              <a:ahLst/>
              <a:cxnLst>
                <a:cxn ang="0">
                  <a:pos x="T0" y="T1"/>
                </a:cxn>
                <a:cxn ang="0">
                  <a:pos x="T2" y="T3"/>
                </a:cxn>
                <a:cxn ang="0">
                  <a:pos x="T4" y="T5"/>
                </a:cxn>
                <a:cxn ang="0">
                  <a:pos x="T6" y="T7"/>
                </a:cxn>
                <a:cxn ang="0">
                  <a:pos x="T8" y="T9"/>
                </a:cxn>
              </a:cxnLst>
              <a:rect l="0" t="0" r="r" b="b"/>
              <a:pathLst>
                <a:path w="42" h="32">
                  <a:moveTo>
                    <a:pt x="23" y="0"/>
                  </a:moveTo>
                  <a:cubicBezTo>
                    <a:pt x="22" y="0"/>
                    <a:pt x="21" y="0"/>
                    <a:pt x="21" y="0"/>
                  </a:cubicBezTo>
                  <a:cubicBezTo>
                    <a:pt x="0" y="1"/>
                    <a:pt x="0" y="32"/>
                    <a:pt x="20" y="32"/>
                  </a:cubicBezTo>
                  <a:cubicBezTo>
                    <a:pt x="20" y="32"/>
                    <a:pt x="21" y="32"/>
                    <a:pt x="21" y="32"/>
                  </a:cubicBezTo>
                  <a:cubicBezTo>
                    <a:pt x="42" y="31"/>
                    <a:pt x="42" y="0"/>
                    <a:pt x="23"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65" name="Freeform 64"/>
            <p:cNvSpPr>
              <a:spLocks/>
            </p:cNvSpPr>
            <p:nvPr/>
          </p:nvSpPr>
          <p:spPr bwMode="auto">
            <a:xfrm>
              <a:off x="5356226" y="2038351"/>
              <a:ext cx="160338" cy="144463"/>
            </a:xfrm>
            <a:custGeom>
              <a:avLst/>
              <a:gdLst>
                <a:gd name="T0" fmla="*/ 11 w 99"/>
                <a:gd name="T1" fmla="*/ 0 h 89"/>
                <a:gd name="T2" fmla="*/ 4 w 99"/>
                <a:gd name="T3" fmla="*/ 3 h 89"/>
                <a:gd name="T4" fmla="*/ 0 w 99"/>
                <a:gd name="T5" fmla="*/ 11 h 89"/>
                <a:gd name="T6" fmla="*/ 5 w 99"/>
                <a:gd name="T7" fmla="*/ 21 h 89"/>
                <a:gd name="T8" fmla="*/ 12 w 99"/>
                <a:gd name="T9" fmla="*/ 54 h 89"/>
                <a:gd name="T10" fmla="*/ 36 w 99"/>
                <a:gd name="T11" fmla="*/ 88 h 89"/>
                <a:gd name="T12" fmla="*/ 47 w 99"/>
                <a:gd name="T13" fmla="*/ 89 h 89"/>
                <a:gd name="T14" fmla="*/ 84 w 99"/>
                <a:gd name="T15" fmla="*/ 70 h 89"/>
                <a:gd name="T16" fmla="*/ 79 w 99"/>
                <a:gd name="T17" fmla="*/ 29 h 89"/>
                <a:gd name="T18" fmla="*/ 78 w 99"/>
                <a:gd name="T19" fmla="*/ 29 h 89"/>
                <a:gd name="T20" fmla="*/ 75 w 99"/>
                <a:gd name="T21" fmla="*/ 33 h 89"/>
                <a:gd name="T22" fmla="*/ 63 w 99"/>
                <a:gd name="T23" fmla="*/ 63 h 89"/>
                <a:gd name="T24" fmla="*/ 47 w 99"/>
                <a:gd name="T25" fmla="*/ 69 h 89"/>
                <a:gd name="T26" fmla="*/ 35 w 99"/>
                <a:gd name="T27" fmla="*/ 63 h 89"/>
                <a:gd name="T28" fmla="*/ 34 w 99"/>
                <a:gd name="T29" fmla="*/ 33 h 89"/>
                <a:gd name="T30" fmla="*/ 18 w 99"/>
                <a:gd name="T31" fmla="*/ 2 h 89"/>
                <a:gd name="T32" fmla="*/ 11 w 99"/>
                <a:gd name="T3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89">
                  <a:moveTo>
                    <a:pt x="11" y="0"/>
                  </a:moveTo>
                  <a:cubicBezTo>
                    <a:pt x="9" y="0"/>
                    <a:pt x="6" y="1"/>
                    <a:pt x="4" y="3"/>
                  </a:cubicBezTo>
                  <a:cubicBezTo>
                    <a:pt x="1" y="5"/>
                    <a:pt x="0" y="8"/>
                    <a:pt x="0" y="11"/>
                  </a:cubicBezTo>
                  <a:cubicBezTo>
                    <a:pt x="0" y="15"/>
                    <a:pt x="2" y="19"/>
                    <a:pt x="5" y="21"/>
                  </a:cubicBezTo>
                  <a:cubicBezTo>
                    <a:pt x="15" y="27"/>
                    <a:pt x="12" y="44"/>
                    <a:pt x="12" y="54"/>
                  </a:cubicBezTo>
                  <a:cubicBezTo>
                    <a:pt x="13" y="70"/>
                    <a:pt x="20" y="83"/>
                    <a:pt x="36" y="88"/>
                  </a:cubicBezTo>
                  <a:cubicBezTo>
                    <a:pt x="40" y="89"/>
                    <a:pt x="44" y="89"/>
                    <a:pt x="47" y="89"/>
                  </a:cubicBezTo>
                  <a:cubicBezTo>
                    <a:pt x="61" y="89"/>
                    <a:pt x="75" y="82"/>
                    <a:pt x="84" y="70"/>
                  </a:cubicBezTo>
                  <a:cubicBezTo>
                    <a:pt x="93" y="59"/>
                    <a:pt x="99" y="35"/>
                    <a:pt x="79" y="29"/>
                  </a:cubicBezTo>
                  <a:cubicBezTo>
                    <a:pt x="79" y="29"/>
                    <a:pt x="79" y="29"/>
                    <a:pt x="78" y="29"/>
                  </a:cubicBezTo>
                  <a:cubicBezTo>
                    <a:pt x="76" y="29"/>
                    <a:pt x="74" y="31"/>
                    <a:pt x="75" y="33"/>
                  </a:cubicBezTo>
                  <a:cubicBezTo>
                    <a:pt x="78" y="46"/>
                    <a:pt x="73" y="55"/>
                    <a:pt x="63" y="63"/>
                  </a:cubicBezTo>
                  <a:cubicBezTo>
                    <a:pt x="59" y="66"/>
                    <a:pt x="53" y="69"/>
                    <a:pt x="47" y="69"/>
                  </a:cubicBezTo>
                  <a:cubicBezTo>
                    <a:pt x="42" y="69"/>
                    <a:pt x="38" y="67"/>
                    <a:pt x="35" y="63"/>
                  </a:cubicBezTo>
                  <a:cubicBezTo>
                    <a:pt x="31" y="55"/>
                    <a:pt x="34" y="42"/>
                    <a:pt x="34" y="33"/>
                  </a:cubicBezTo>
                  <a:cubicBezTo>
                    <a:pt x="33" y="20"/>
                    <a:pt x="29" y="9"/>
                    <a:pt x="18" y="2"/>
                  </a:cubicBezTo>
                  <a:cubicBezTo>
                    <a:pt x="16" y="0"/>
                    <a:pt x="14" y="0"/>
                    <a:pt x="11"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66" name="Freeform 65"/>
            <p:cNvSpPr>
              <a:spLocks/>
            </p:cNvSpPr>
            <p:nvPr/>
          </p:nvSpPr>
          <p:spPr bwMode="auto">
            <a:xfrm>
              <a:off x="5297488" y="1992313"/>
              <a:ext cx="52388" cy="41275"/>
            </a:xfrm>
            <a:custGeom>
              <a:avLst/>
              <a:gdLst>
                <a:gd name="T0" fmla="*/ 15 w 32"/>
                <a:gd name="T1" fmla="*/ 0 h 25"/>
                <a:gd name="T2" fmla="*/ 8 w 32"/>
                <a:gd name="T3" fmla="*/ 4 h 25"/>
                <a:gd name="T4" fmla="*/ 16 w 32"/>
                <a:gd name="T5" fmla="*/ 25 h 25"/>
                <a:gd name="T6" fmla="*/ 24 w 32"/>
                <a:gd name="T7" fmla="*/ 21 h 25"/>
                <a:gd name="T8" fmla="*/ 15 w 32"/>
                <a:gd name="T9" fmla="*/ 0 h 25"/>
              </a:gdLst>
              <a:ahLst/>
              <a:cxnLst>
                <a:cxn ang="0">
                  <a:pos x="T0" y="T1"/>
                </a:cxn>
                <a:cxn ang="0">
                  <a:pos x="T2" y="T3"/>
                </a:cxn>
                <a:cxn ang="0">
                  <a:pos x="T4" y="T5"/>
                </a:cxn>
                <a:cxn ang="0">
                  <a:pos x="T6" y="T7"/>
                </a:cxn>
                <a:cxn ang="0">
                  <a:pos x="T8" y="T9"/>
                </a:cxn>
              </a:cxnLst>
              <a:rect l="0" t="0" r="r" b="b"/>
              <a:pathLst>
                <a:path w="32" h="25">
                  <a:moveTo>
                    <a:pt x="15" y="0"/>
                  </a:moveTo>
                  <a:cubicBezTo>
                    <a:pt x="13" y="0"/>
                    <a:pt x="10" y="1"/>
                    <a:pt x="8" y="4"/>
                  </a:cubicBezTo>
                  <a:cubicBezTo>
                    <a:pt x="0" y="12"/>
                    <a:pt x="7" y="25"/>
                    <a:pt x="16" y="25"/>
                  </a:cubicBezTo>
                  <a:cubicBezTo>
                    <a:pt x="19" y="25"/>
                    <a:pt x="21" y="24"/>
                    <a:pt x="24" y="21"/>
                  </a:cubicBezTo>
                  <a:cubicBezTo>
                    <a:pt x="32" y="13"/>
                    <a:pt x="24" y="0"/>
                    <a:pt x="15"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67" name="Freeform 66"/>
            <p:cNvSpPr>
              <a:spLocks/>
            </p:cNvSpPr>
            <p:nvPr/>
          </p:nvSpPr>
          <p:spPr bwMode="auto">
            <a:xfrm>
              <a:off x="5280026" y="3268663"/>
              <a:ext cx="1516063" cy="1116013"/>
            </a:xfrm>
            <a:custGeom>
              <a:avLst/>
              <a:gdLst>
                <a:gd name="T0" fmla="*/ 860 w 933"/>
                <a:gd name="T1" fmla="*/ 30 h 689"/>
                <a:gd name="T2" fmla="*/ 851 w 933"/>
                <a:gd name="T3" fmla="*/ 0 h 689"/>
                <a:gd name="T4" fmla="*/ 51 w 933"/>
                <a:gd name="T5" fmla="*/ 25 h 689"/>
                <a:gd name="T6" fmla="*/ 53 w 933"/>
                <a:gd name="T7" fmla="*/ 607 h 689"/>
                <a:gd name="T8" fmla="*/ 55 w 933"/>
                <a:gd name="T9" fmla="*/ 608 h 689"/>
                <a:gd name="T10" fmla="*/ 825 w 933"/>
                <a:gd name="T11" fmla="*/ 608 h 689"/>
                <a:gd name="T12" fmla="*/ 838 w 933"/>
                <a:gd name="T13" fmla="*/ 605 h 689"/>
                <a:gd name="T14" fmla="*/ 860 w 933"/>
                <a:gd name="T15" fmla="*/ 30 h 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3" h="689">
                  <a:moveTo>
                    <a:pt x="860" y="30"/>
                  </a:moveTo>
                  <a:cubicBezTo>
                    <a:pt x="858" y="19"/>
                    <a:pt x="854" y="9"/>
                    <a:pt x="851" y="0"/>
                  </a:cubicBezTo>
                  <a:cubicBezTo>
                    <a:pt x="814" y="12"/>
                    <a:pt x="440" y="131"/>
                    <a:pt x="51" y="25"/>
                  </a:cubicBezTo>
                  <a:cubicBezTo>
                    <a:pt x="37" y="94"/>
                    <a:pt x="0" y="319"/>
                    <a:pt x="53" y="607"/>
                  </a:cubicBezTo>
                  <a:cubicBezTo>
                    <a:pt x="53" y="607"/>
                    <a:pt x="54" y="607"/>
                    <a:pt x="55" y="608"/>
                  </a:cubicBezTo>
                  <a:cubicBezTo>
                    <a:pt x="88" y="615"/>
                    <a:pt x="449" y="689"/>
                    <a:pt x="825" y="608"/>
                  </a:cubicBezTo>
                  <a:cubicBezTo>
                    <a:pt x="830" y="607"/>
                    <a:pt x="834" y="606"/>
                    <a:pt x="838" y="605"/>
                  </a:cubicBezTo>
                  <a:cubicBezTo>
                    <a:pt x="838" y="605"/>
                    <a:pt x="933" y="346"/>
                    <a:pt x="860" y="30"/>
                  </a:cubicBezTo>
                  <a:close/>
                </a:path>
              </a:pathLst>
            </a:custGeom>
            <a:solidFill>
              <a:srgbClr val="51C3F9">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68" name="Freeform 67"/>
            <p:cNvSpPr>
              <a:spLocks/>
            </p:cNvSpPr>
            <p:nvPr/>
          </p:nvSpPr>
          <p:spPr bwMode="auto">
            <a:xfrm>
              <a:off x="5316538" y="2805113"/>
              <a:ext cx="3175" cy="14288"/>
            </a:xfrm>
            <a:custGeom>
              <a:avLst/>
              <a:gdLst>
                <a:gd name="T0" fmla="*/ 2 w 2"/>
                <a:gd name="T1" fmla="*/ 0 h 9"/>
                <a:gd name="T2" fmla="*/ 0 w 2"/>
                <a:gd name="T3" fmla="*/ 9 h 9"/>
                <a:gd name="T4" fmla="*/ 1 w 2"/>
                <a:gd name="T5" fmla="*/ 8 h 9"/>
                <a:gd name="T6" fmla="*/ 2 w 2"/>
                <a:gd name="T7" fmla="*/ 0 h 9"/>
              </a:gdLst>
              <a:ahLst/>
              <a:cxnLst>
                <a:cxn ang="0">
                  <a:pos x="T0" y="T1"/>
                </a:cxn>
                <a:cxn ang="0">
                  <a:pos x="T2" y="T3"/>
                </a:cxn>
                <a:cxn ang="0">
                  <a:pos x="T4" y="T5"/>
                </a:cxn>
                <a:cxn ang="0">
                  <a:pos x="T6" y="T7"/>
                </a:cxn>
              </a:cxnLst>
              <a:rect l="0" t="0" r="r" b="b"/>
              <a:pathLst>
                <a:path w="2" h="9">
                  <a:moveTo>
                    <a:pt x="2" y="0"/>
                  </a:moveTo>
                  <a:cubicBezTo>
                    <a:pt x="1" y="3"/>
                    <a:pt x="1" y="6"/>
                    <a:pt x="0" y="9"/>
                  </a:cubicBezTo>
                  <a:cubicBezTo>
                    <a:pt x="1" y="9"/>
                    <a:pt x="1" y="8"/>
                    <a:pt x="1" y="8"/>
                  </a:cubicBezTo>
                  <a:cubicBezTo>
                    <a:pt x="1" y="5"/>
                    <a:pt x="1" y="2"/>
                    <a:pt x="2"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69" name="Freeform 68"/>
            <p:cNvSpPr>
              <a:spLocks/>
            </p:cNvSpPr>
            <p:nvPr/>
          </p:nvSpPr>
          <p:spPr bwMode="auto">
            <a:xfrm>
              <a:off x="5497513" y="2563813"/>
              <a:ext cx="84138" cy="176213"/>
            </a:xfrm>
            <a:custGeom>
              <a:avLst/>
              <a:gdLst>
                <a:gd name="T0" fmla="*/ 13 w 52"/>
                <a:gd name="T1" fmla="*/ 0 h 109"/>
                <a:gd name="T2" fmla="*/ 5 w 52"/>
                <a:gd name="T3" fmla="*/ 108 h 109"/>
                <a:gd name="T4" fmla="*/ 15 w 52"/>
                <a:gd name="T5" fmla="*/ 109 h 109"/>
                <a:gd name="T6" fmla="*/ 38 w 52"/>
                <a:gd name="T7" fmla="*/ 102 h 109"/>
                <a:gd name="T8" fmla="*/ 28 w 52"/>
                <a:gd name="T9" fmla="*/ 73 h 109"/>
                <a:gd name="T10" fmla="*/ 36 w 52"/>
                <a:gd name="T11" fmla="*/ 52 h 109"/>
                <a:gd name="T12" fmla="*/ 14 w 52"/>
                <a:gd name="T13" fmla="*/ 43 h 109"/>
                <a:gd name="T14" fmla="*/ 13 w 52"/>
                <a:gd name="T15" fmla="*/ 43 h 109"/>
                <a:gd name="T16" fmla="*/ 15 w 52"/>
                <a:gd name="T17" fmla="*/ 1 h 109"/>
                <a:gd name="T18" fmla="*/ 13 w 52"/>
                <a:gd name="T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09">
                  <a:moveTo>
                    <a:pt x="13" y="0"/>
                  </a:moveTo>
                  <a:cubicBezTo>
                    <a:pt x="2" y="32"/>
                    <a:pt x="0" y="70"/>
                    <a:pt x="5" y="108"/>
                  </a:cubicBezTo>
                  <a:cubicBezTo>
                    <a:pt x="8" y="109"/>
                    <a:pt x="12" y="109"/>
                    <a:pt x="15" y="109"/>
                  </a:cubicBezTo>
                  <a:cubicBezTo>
                    <a:pt x="24" y="109"/>
                    <a:pt x="32" y="107"/>
                    <a:pt x="38" y="102"/>
                  </a:cubicBezTo>
                  <a:cubicBezTo>
                    <a:pt x="52" y="89"/>
                    <a:pt x="41" y="78"/>
                    <a:pt x="28" y="73"/>
                  </a:cubicBezTo>
                  <a:cubicBezTo>
                    <a:pt x="34" y="67"/>
                    <a:pt x="40" y="59"/>
                    <a:pt x="36" y="52"/>
                  </a:cubicBezTo>
                  <a:cubicBezTo>
                    <a:pt x="33" y="44"/>
                    <a:pt x="23" y="43"/>
                    <a:pt x="14" y="43"/>
                  </a:cubicBezTo>
                  <a:cubicBezTo>
                    <a:pt x="13" y="43"/>
                    <a:pt x="13" y="43"/>
                    <a:pt x="13" y="43"/>
                  </a:cubicBezTo>
                  <a:cubicBezTo>
                    <a:pt x="18" y="29"/>
                    <a:pt x="31" y="11"/>
                    <a:pt x="15" y="1"/>
                  </a:cubicBezTo>
                  <a:cubicBezTo>
                    <a:pt x="14" y="1"/>
                    <a:pt x="14" y="0"/>
                    <a:pt x="13"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70" name="Freeform 69"/>
            <p:cNvSpPr>
              <a:spLocks noEditPoints="1"/>
            </p:cNvSpPr>
            <p:nvPr/>
          </p:nvSpPr>
          <p:spPr bwMode="auto">
            <a:xfrm>
              <a:off x="5318126" y="2549526"/>
              <a:ext cx="200025" cy="268288"/>
            </a:xfrm>
            <a:custGeom>
              <a:avLst/>
              <a:gdLst>
                <a:gd name="T0" fmla="*/ 60 w 123"/>
                <a:gd name="T1" fmla="*/ 57 h 165"/>
                <a:gd name="T2" fmla="*/ 60 w 123"/>
                <a:gd name="T3" fmla="*/ 56 h 165"/>
                <a:gd name="T4" fmla="*/ 61 w 123"/>
                <a:gd name="T5" fmla="*/ 57 h 165"/>
                <a:gd name="T6" fmla="*/ 61 w 123"/>
                <a:gd name="T7" fmla="*/ 57 h 165"/>
                <a:gd name="T8" fmla="*/ 60 w 123"/>
                <a:gd name="T9" fmla="*/ 57 h 165"/>
                <a:gd name="T10" fmla="*/ 87 w 123"/>
                <a:gd name="T11" fmla="*/ 0 h 165"/>
                <a:gd name="T12" fmla="*/ 85 w 123"/>
                <a:gd name="T13" fmla="*/ 0 h 165"/>
                <a:gd name="T14" fmla="*/ 57 w 123"/>
                <a:gd name="T15" fmla="*/ 51 h 165"/>
                <a:gd name="T16" fmla="*/ 11 w 123"/>
                <a:gd name="T17" fmla="*/ 91 h 165"/>
                <a:gd name="T18" fmla="*/ 2 w 123"/>
                <a:gd name="T19" fmla="*/ 144 h 165"/>
                <a:gd name="T20" fmla="*/ 1 w 123"/>
                <a:gd name="T21" fmla="*/ 157 h 165"/>
                <a:gd name="T22" fmla="*/ 0 w 123"/>
                <a:gd name="T23" fmla="*/ 165 h 165"/>
                <a:gd name="T24" fmla="*/ 69 w 123"/>
                <a:gd name="T25" fmla="*/ 100 h 165"/>
                <a:gd name="T26" fmla="*/ 78 w 123"/>
                <a:gd name="T27" fmla="*/ 103 h 165"/>
                <a:gd name="T28" fmla="*/ 115 w 123"/>
                <a:gd name="T29" fmla="*/ 116 h 165"/>
                <a:gd name="T30" fmla="*/ 123 w 123"/>
                <a:gd name="T31" fmla="*/ 8 h 165"/>
                <a:gd name="T32" fmla="*/ 119 w 123"/>
                <a:gd name="T33" fmla="*/ 7 h 165"/>
                <a:gd name="T34" fmla="*/ 96 w 123"/>
                <a:gd name="T35" fmla="*/ 22 h 165"/>
                <a:gd name="T36" fmla="*/ 87 w 123"/>
                <a:gd name="T3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65">
                  <a:moveTo>
                    <a:pt x="60" y="57"/>
                  </a:moveTo>
                  <a:cubicBezTo>
                    <a:pt x="60" y="56"/>
                    <a:pt x="60" y="56"/>
                    <a:pt x="60" y="56"/>
                  </a:cubicBezTo>
                  <a:cubicBezTo>
                    <a:pt x="61" y="56"/>
                    <a:pt x="61" y="56"/>
                    <a:pt x="61" y="57"/>
                  </a:cubicBezTo>
                  <a:cubicBezTo>
                    <a:pt x="61" y="57"/>
                    <a:pt x="61" y="57"/>
                    <a:pt x="61" y="57"/>
                  </a:cubicBezTo>
                  <a:cubicBezTo>
                    <a:pt x="61" y="57"/>
                    <a:pt x="61" y="57"/>
                    <a:pt x="60" y="57"/>
                  </a:cubicBezTo>
                  <a:moveTo>
                    <a:pt x="87" y="0"/>
                  </a:moveTo>
                  <a:cubicBezTo>
                    <a:pt x="86" y="0"/>
                    <a:pt x="86" y="0"/>
                    <a:pt x="85" y="0"/>
                  </a:cubicBezTo>
                  <a:cubicBezTo>
                    <a:pt x="63" y="4"/>
                    <a:pt x="63" y="34"/>
                    <a:pt x="57" y="51"/>
                  </a:cubicBezTo>
                  <a:cubicBezTo>
                    <a:pt x="40" y="65"/>
                    <a:pt x="25" y="78"/>
                    <a:pt x="11" y="91"/>
                  </a:cubicBezTo>
                  <a:cubicBezTo>
                    <a:pt x="9" y="109"/>
                    <a:pt x="5" y="126"/>
                    <a:pt x="2" y="144"/>
                  </a:cubicBezTo>
                  <a:cubicBezTo>
                    <a:pt x="2" y="149"/>
                    <a:pt x="1" y="153"/>
                    <a:pt x="1" y="157"/>
                  </a:cubicBezTo>
                  <a:cubicBezTo>
                    <a:pt x="0" y="159"/>
                    <a:pt x="0" y="162"/>
                    <a:pt x="0" y="165"/>
                  </a:cubicBezTo>
                  <a:cubicBezTo>
                    <a:pt x="38" y="124"/>
                    <a:pt x="69" y="100"/>
                    <a:pt x="69" y="100"/>
                  </a:cubicBezTo>
                  <a:cubicBezTo>
                    <a:pt x="69" y="100"/>
                    <a:pt x="75" y="101"/>
                    <a:pt x="78" y="103"/>
                  </a:cubicBezTo>
                  <a:cubicBezTo>
                    <a:pt x="86" y="108"/>
                    <a:pt x="101" y="114"/>
                    <a:pt x="115" y="116"/>
                  </a:cubicBezTo>
                  <a:cubicBezTo>
                    <a:pt x="110" y="78"/>
                    <a:pt x="112" y="40"/>
                    <a:pt x="123" y="8"/>
                  </a:cubicBezTo>
                  <a:cubicBezTo>
                    <a:pt x="121" y="7"/>
                    <a:pt x="120" y="7"/>
                    <a:pt x="119" y="7"/>
                  </a:cubicBezTo>
                  <a:cubicBezTo>
                    <a:pt x="111" y="7"/>
                    <a:pt x="103" y="15"/>
                    <a:pt x="96" y="22"/>
                  </a:cubicBezTo>
                  <a:cubicBezTo>
                    <a:pt x="96" y="12"/>
                    <a:pt x="95" y="0"/>
                    <a:pt x="87"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71" name="Freeform 70"/>
            <p:cNvSpPr>
              <a:spLocks/>
            </p:cNvSpPr>
            <p:nvPr/>
          </p:nvSpPr>
          <p:spPr bwMode="auto">
            <a:xfrm>
              <a:off x="5394326" y="2527301"/>
              <a:ext cx="174625" cy="204788"/>
            </a:xfrm>
            <a:custGeom>
              <a:avLst/>
              <a:gdLst>
                <a:gd name="T0" fmla="*/ 82 w 107"/>
                <a:gd name="T1" fmla="*/ 82 h 126"/>
                <a:gd name="T2" fmla="*/ 91 w 107"/>
                <a:gd name="T3" fmla="*/ 61 h 126"/>
                <a:gd name="T4" fmla="*/ 67 w 107"/>
                <a:gd name="T5" fmla="*/ 52 h 126"/>
                <a:gd name="T6" fmla="*/ 70 w 107"/>
                <a:gd name="T7" fmla="*/ 10 h 126"/>
                <a:gd name="T8" fmla="*/ 41 w 107"/>
                <a:gd name="T9" fmla="*/ 23 h 126"/>
                <a:gd name="T10" fmla="*/ 30 w 107"/>
                <a:gd name="T11" fmla="*/ 1 h 126"/>
                <a:gd name="T12" fmla="*/ 0 w 107"/>
                <a:gd name="T13" fmla="*/ 56 h 126"/>
                <a:gd name="T14" fmla="*/ 21 w 107"/>
                <a:gd name="T15" fmla="*/ 98 h 126"/>
                <a:gd name="T16" fmla="*/ 93 w 107"/>
                <a:gd name="T17" fmla="*/ 111 h 126"/>
                <a:gd name="T18" fmla="*/ 82 w 107"/>
                <a:gd name="T19" fmla="*/ 8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26">
                  <a:moveTo>
                    <a:pt x="82" y="82"/>
                  </a:moveTo>
                  <a:cubicBezTo>
                    <a:pt x="88" y="76"/>
                    <a:pt x="94" y="69"/>
                    <a:pt x="91" y="61"/>
                  </a:cubicBezTo>
                  <a:cubicBezTo>
                    <a:pt x="87" y="53"/>
                    <a:pt x="77" y="52"/>
                    <a:pt x="67" y="52"/>
                  </a:cubicBezTo>
                  <a:cubicBezTo>
                    <a:pt x="72" y="38"/>
                    <a:pt x="86" y="20"/>
                    <a:pt x="70" y="10"/>
                  </a:cubicBezTo>
                  <a:cubicBezTo>
                    <a:pt x="60" y="4"/>
                    <a:pt x="49" y="14"/>
                    <a:pt x="41" y="23"/>
                  </a:cubicBezTo>
                  <a:cubicBezTo>
                    <a:pt x="41" y="13"/>
                    <a:pt x="39" y="0"/>
                    <a:pt x="30" y="1"/>
                  </a:cubicBezTo>
                  <a:cubicBezTo>
                    <a:pt x="6" y="5"/>
                    <a:pt x="8" y="39"/>
                    <a:pt x="0" y="56"/>
                  </a:cubicBezTo>
                  <a:cubicBezTo>
                    <a:pt x="2" y="55"/>
                    <a:pt x="11" y="87"/>
                    <a:pt x="21" y="98"/>
                  </a:cubicBezTo>
                  <a:cubicBezTo>
                    <a:pt x="20" y="100"/>
                    <a:pt x="76" y="126"/>
                    <a:pt x="93" y="111"/>
                  </a:cubicBezTo>
                  <a:cubicBezTo>
                    <a:pt x="107" y="99"/>
                    <a:pt x="95" y="88"/>
                    <a:pt x="82" y="82"/>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72" name="Freeform 71"/>
            <p:cNvSpPr>
              <a:spLocks/>
            </p:cNvSpPr>
            <p:nvPr/>
          </p:nvSpPr>
          <p:spPr bwMode="auto">
            <a:xfrm>
              <a:off x="5075238" y="2611438"/>
              <a:ext cx="358775" cy="1035050"/>
            </a:xfrm>
            <a:custGeom>
              <a:avLst/>
              <a:gdLst>
                <a:gd name="T0" fmla="*/ 217 w 221"/>
                <a:gd name="T1" fmla="*/ 46 h 638"/>
                <a:gd name="T2" fmla="*/ 67 w 221"/>
                <a:gd name="T3" fmla="*/ 266 h 638"/>
                <a:gd name="T4" fmla="*/ 221 w 221"/>
                <a:gd name="T5" fmla="*/ 588 h 638"/>
                <a:gd name="T6" fmla="*/ 190 w 221"/>
                <a:gd name="T7" fmla="*/ 638 h 638"/>
                <a:gd name="T8" fmla="*/ 11 w 221"/>
                <a:gd name="T9" fmla="*/ 300 h 638"/>
                <a:gd name="T10" fmla="*/ 199 w 221"/>
                <a:gd name="T11" fmla="*/ 0 h 638"/>
              </a:gdLst>
              <a:ahLst/>
              <a:cxnLst>
                <a:cxn ang="0">
                  <a:pos x="T0" y="T1"/>
                </a:cxn>
                <a:cxn ang="0">
                  <a:pos x="T2" y="T3"/>
                </a:cxn>
                <a:cxn ang="0">
                  <a:pos x="T4" y="T5"/>
                </a:cxn>
                <a:cxn ang="0">
                  <a:pos x="T6" y="T7"/>
                </a:cxn>
                <a:cxn ang="0">
                  <a:pos x="T8" y="T9"/>
                </a:cxn>
                <a:cxn ang="0">
                  <a:pos x="T10" y="T11"/>
                </a:cxn>
              </a:cxnLst>
              <a:rect l="0" t="0" r="r" b="b"/>
              <a:pathLst>
                <a:path w="221" h="638">
                  <a:moveTo>
                    <a:pt x="217" y="46"/>
                  </a:moveTo>
                  <a:cubicBezTo>
                    <a:pt x="217" y="46"/>
                    <a:pt x="61" y="163"/>
                    <a:pt x="67" y="266"/>
                  </a:cubicBezTo>
                  <a:cubicBezTo>
                    <a:pt x="73" y="369"/>
                    <a:pt x="221" y="588"/>
                    <a:pt x="221" y="588"/>
                  </a:cubicBezTo>
                  <a:cubicBezTo>
                    <a:pt x="190" y="638"/>
                    <a:pt x="190" y="638"/>
                    <a:pt x="190" y="638"/>
                  </a:cubicBezTo>
                  <a:cubicBezTo>
                    <a:pt x="190" y="638"/>
                    <a:pt x="21" y="412"/>
                    <a:pt x="11" y="300"/>
                  </a:cubicBezTo>
                  <a:cubicBezTo>
                    <a:pt x="0" y="189"/>
                    <a:pt x="54" y="121"/>
                    <a:pt x="199" y="0"/>
                  </a:cubicBezTo>
                </a:path>
              </a:pathLst>
            </a:custGeom>
            <a:solidFill>
              <a:srgbClr val="51C3F9">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73" name="Freeform 72"/>
            <p:cNvSpPr>
              <a:spLocks/>
            </p:cNvSpPr>
            <p:nvPr/>
          </p:nvSpPr>
          <p:spPr bwMode="auto">
            <a:xfrm>
              <a:off x="6657976" y="2627313"/>
              <a:ext cx="6350" cy="66675"/>
            </a:xfrm>
            <a:custGeom>
              <a:avLst/>
              <a:gdLst>
                <a:gd name="T0" fmla="*/ 0 w 4"/>
                <a:gd name="T1" fmla="*/ 0 h 41"/>
                <a:gd name="T2" fmla="*/ 3 w 4"/>
                <a:gd name="T3" fmla="*/ 41 h 41"/>
                <a:gd name="T4" fmla="*/ 3 w 4"/>
                <a:gd name="T5" fmla="*/ 13 h 41"/>
                <a:gd name="T6" fmla="*/ 1 w 4"/>
                <a:gd name="T7" fmla="*/ 3 h 41"/>
                <a:gd name="T8" fmla="*/ 1 w 4"/>
                <a:gd name="T9" fmla="*/ 2 h 41"/>
                <a:gd name="T10" fmla="*/ 0 w 4"/>
                <a:gd name="T11" fmla="*/ 0 h 41"/>
              </a:gdLst>
              <a:ahLst/>
              <a:cxnLst>
                <a:cxn ang="0">
                  <a:pos x="T0" y="T1"/>
                </a:cxn>
                <a:cxn ang="0">
                  <a:pos x="T2" y="T3"/>
                </a:cxn>
                <a:cxn ang="0">
                  <a:pos x="T4" y="T5"/>
                </a:cxn>
                <a:cxn ang="0">
                  <a:pos x="T6" y="T7"/>
                </a:cxn>
                <a:cxn ang="0">
                  <a:pos x="T8" y="T9"/>
                </a:cxn>
                <a:cxn ang="0">
                  <a:pos x="T10" y="T11"/>
                </a:cxn>
              </a:cxnLst>
              <a:rect l="0" t="0" r="r" b="b"/>
              <a:pathLst>
                <a:path w="4" h="41">
                  <a:moveTo>
                    <a:pt x="0" y="0"/>
                  </a:moveTo>
                  <a:cubicBezTo>
                    <a:pt x="1" y="13"/>
                    <a:pt x="2" y="27"/>
                    <a:pt x="3" y="41"/>
                  </a:cubicBezTo>
                  <a:cubicBezTo>
                    <a:pt x="3" y="32"/>
                    <a:pt x="4" y="23"/>
                    <a:pt x="3" y="13"/>
                  </a:cubicBezTo>
                  <a:cubicBezTo>
                    <a:pt x="2" y="10"/>
                    <a:pt x="1" y="7"/>
                    <a:pt x="1" y="3"/>
                  </a:cubicBezTo>
                  <a:cubicBezTo>
                    <a:pt x="1" y="3"/>
                    <a:pt x="1" y="2"/>
                    <a:pt x="1" y="2"/>
                  </a:cubicBezTo>
                  <a:cubicBezTo>
                    <a:pt x="0" y="1"/>
                    <a:pt x="0" y="0"/>
                    <a:pt x="0"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74" name="Freeform 73"/>
            <p:cNvSpPr>
              <a:spLocks noEditPoints="1"/>
            </p:cNvSpPr>
            <p:nvPr/>
          </p:nvSpPr>
          <p:spPr bwMode="auto">
            <a:xfrm>
              <a:off x="6488113" y="2578101"/>
              <a:ext cx="28575" cy="69850"/>
            </a:xfrm>
            <a:custGeom>
              <a:avLst/>
              <a:gdLst>
                <a:gd name="T0" fmla="*/ 10 w 17"/>
                <a:gd name="T1" fmla="*/ 21 h 43"/>
                <a:gd name="T2" fmla="*/ 8 w 17"/>
                <a:gd name="T3" fmla="*/ 35 h 43"/>
                <a:gd name="T4" fmla="*/ 17 w 17"/>
                <a:gd name="T5" fmla="*/ 43 h 43"/>
                <a:gd name="T6" fmla="*/ 10 w 17"/>
                <a:gd name="T7" fmla="*/ 21 h 43"/>
                <a:gd name="T8" fmla="*/ 2 w 17"/>
                <a:gd name="T9" fmla="*/ 0 h 43"/>
                <a:gd name="T10" fmla="*/ 7 w 17"/>
                <a:gd name="T11" fmla="*/ 13 h 43"/>
                <a:gd name="T12" fmla="*/ 2 w 17"/>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17" h="43">
                  <a:moveTo>
                    <a:pt x="10" y="21"/>
                  </a:moveTo>
                  <a:cubicBezTo>
                    <a:pt x="7" y="24"/>
                    <a:pt x="5" y="28"/>
                    <a:pt x="8" y="35"/>
                  </a:cubicBezTo>
                  <a:cubicBezTo>
                    <a:pt x="10" y="39"/>
                    <a:pt x="13" y="41"/>
                    <a:pt x="17" y="43"/>
                  </a:cubicBezTo>
                  <a:cubicBezTo>
                    <a:pt x="15" y="35"/>
                    <a:pt x="13" y="28"/>
                    <a:pt x="10" y="21"/>
                  </a:cubicBezTo>
                  <a:moveTo>
                    <a:pt x="2" y="0"/>
                  </a:moveTo>
                  <a:cubicBezTo>
                    <a:pt x="0" y="6"/>
                    <a:pt x="2" y="10"/>
                    <a:pt x="7" y="13"/>
                  </a:cubicBezTo>
                  <a:cubicBezTo>
                    <a:pt x="5" y="9"/>
                    <a:pt x="4" y="4"/>
                    <a:pt x="2"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75" name="Freeform 74"/>
            <p:cNvSpPr>
              <a:spLocks/>
            </p:cNvSpPr>
            <p:nvPr/>
          </p:nvSpPr>
          <p:spPr bwMode="auto">
            <a:xfrm>
              <a:off x="6491288" y="2517776"/>
              <a:ext cx="173038" cy="198438"/>
            </a:xfrm>
            <a:custGeom>
              <a:avLst/>
              <a:gdLst>
                <a:gd name="T0" fmla="*/ 31 w 106"/>
                <a:gd name="T1" fmla="*/ 0 h 122"/>
                <a:gd name="T2" fmla="*/ 21 w 106"/>
                <a:gd name="T3" fmla="*/ 5 h 122"/>
                <a:gd name="T4" fmla="*/ 27 w 106"/>
                <a:gd name="T5" fmla="*/ 25 h 122"/>
                <a:gd name="T6" fmla="*/ 23 w 106"/>
                <a:gd name="T7" fmla="*/ 25 h 122"/>
                <a:gd name="T8" fmla="*/ 0 w 106"/>
                <a:gd name="T9" fmla="*/ 35 h 122"/>
                <a:gd name="T10" fmla="*/ 0 w 106"/>
                <a:gd name="T11" fmla="*/ 37 h 122"/>
                <a:gd name="T12" fmla="*/ 5 w 106"/>
                <a:gd name="T13" fmla="*/ 50 h 122"/>
                <a:gd name="T14" fmla="*/ 17 w 106"/>
                <a:gd name="T15" fmla="*/ 55 h 122"/>
                <a:gd name="T16" fmla="*/ 8 w 106"/>
                <a:gd name="T17" fmla="*/ 58 h 122"/>
                <a:gd name="T18" fmla="*/ 15 w 106"/>
                <a:gd name="T19" fmla="*/ 80 h 122"/>
                <a:gd name="T20" fmla="*/ 29 w 106"/>
                <a:gd name="T21" fmla="*/ 84 h 122"/>
                <a:gd name="T22" fmla="*/ 73 w 106"/>
                <a:gd name="T23" fmla="*/ 94 h 122"/>
                <a:gd name="T24" fmla="*/ 73 w 106"/>
                <a:gd name="T25" fmla="*/ 95 h 122"/>
                <a:gd name="T26" fmla="*/ 106 w 106"/>
                <a:gd name="T27" fmla="*/ 122 h 122"/>
                <a:gd name="T28" fmla="*/ 105 w 106"/>
                <a:gd name="T29" fmla="*/ 109 h 122"/>
                <a:gd name="T30" fmla="*/ 102 w 106"/>
                <a:gd name="T31" fmla="*/ 68 h 122"/>
                <a:gd name="T32" fmla="*/ 100 w 106"/>
                <a:gd name="T33" fmla="*/ 55 h 122"/>
                <a:gd name="T34" fmla="*/ 99 w 106"/>
                <a:gd name="T35" fmla="*/ 46 h 122"/>
                <a:gd name="T36" fmla="*/ 96 w 106"/>
                <a:gd name="T37" fmla="*/ 43 h 122"/>
                <a:gd name="T38" fmla="*/ 96 w 106"/>
                <a:gd name="T39" fmla="*/ 45 h 122"/>
                <a:gd name="T40" fmla="*/ 93 w 106"/>
                <a:gd name="T41" fmla="*/ 43 h 122"/>
                <a:gd name="T42" fmla="*/ 80 w 106"/>
                <a:gd name="T43" fmla="*/ 8 h 122"/>
                <a:gd name="T44" fmla="*/ 68 w 106"/>
                <a:gd name="T45" fmla="*/ 3 h 122"/>
                <a:gd name="T46" fmla="*/ 66 w 106"/>
                <a:gd name="T47" fmla="*/ 3 h 122"/>
                <a:gd name="T48" fmla="*/ 65 w 106"/>
                <a:gd name="T49" fmla="*/ 3 h 122"/>
                <a:gd name="T50" fmla="*/ 63 w 106"/>
                <a:gd name="T51" fmla="*/ 3 h 122"/>
                <a:gd name="T52" fmla="*/ 60 w 106"/>
                <a:gd name="T53" fmla="*/ 5 h 122"/>
                <a:gd name="T54" fmla="*/ 55 w 106"/>
                <a:gd name="T55" fmla="*/ 14 h 122"/>
                <a:gd name="T56" fmla="*/ 31 w 106"/>
                <a:gd name="T5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6" h="122">
                  <a:moveTo>
                    <a:pt x="31" y="0"/>
                  </a:moveTo>
                  <a:cubicBezTo>
                    <a:pt x="27" y="0"/>
                    <a:pt x="24" y="1"/>
                    <a:pt x="21" y="5"/>
                  </a:cubicBezTo>
                  <a:cubicBezTo>
                    <a:pt x="16" y="11"/>
                    <a:pt x="21" y="19"/>
                    <a:pt x="27" y="25"/>
                  </a:cubicBezTo>
                  <a:cubicBezTo>
                    <a:pt x="26" y="25"/>
                    <a:pt x="25" y="25"/>
                    <a:pt x="23" y="25"/>
                  </a:cubicBezTo>
                  <a:cubicBezTo>
                    <a:pt x="13" y="25"/>
                    <a:pt x="4" y="27"/>
                    <a:pt x="0" y="35"/>
                  </a:cubicBezTo>
                  <a:cubicBezTo>
                    <a:pt x="0" y="36"/>
                    <a:pt x="0" y="36"/>
                    <a:pt x="0" y="37"/>
                  </a:cubicBezTo>
                  <a:cubicBezTo>
                    <a:pt x="2" y="41"/>
                    <a:pt x="3" y="46"/>
                    <a:pt x="5" y="50"/>
                  </a:cubicBezTo>
                  <a:cubicBezTo>
                    <a:pt x="8" y="52"/>
                    <a:pt x="12" y="53"/>
                    <a:pt x="17" y="55"/>
                  </a:cubicBezTo>
                  <a:cubicBezTo>
                    <a:pt x="13" y="55"/>
                    <a:pt x="10" y="56"/>
                    <a:pt x="8" y="58"/>
                  </a:cubicBezTo>
                  <a:cubicBezTo>
                    <a:pt x="11" y="65"/>
                    <a:pt x="13" y="72"/>
                    <a:pt x="15" y="80"/>
                  </a:cubicBezTo>
                  <a:cubicBezTo>
                    <a:pt x="19" y="82"/>
                    <a:pt x="24" y="83"/>
                    <a:pt x="29" y="84"/>
                  </a:cubicBezTo>
                  <a:cubicBezTo>
                    <a:pt x="42" y="88"/>
                    <a:pt x="58" y="92"/>
                    <a:pt x="73" y="94"/>
                  </a:cubicBezTo>
                  <a:cubicBezTo>
                    <a:pt x="73" y="95"/>
                    <a:pt x="73" y="95"/>
                    <a:pt x="73" y="95"/>
                  </a:cubicBezTo>
                  <a:cubicBezTo>
                    <a:pt x="73" y="95"/>
                    <a:pt x="85" y="105"/>
                    <a:pt x="106" y="122"/>
                  </a:cubicBezTo>
                  <a:cubicBezTo>
                    <a:pt x="106" y="117"/>
                    <a:pt x="106" y="113"/>
                    <a:pt x="105" y="109"/>
                  </a:cubicBezTo>
                  <a:cubicBezTo>
                    <a:pt x="104" y="95"/>
                    <a:pt x="103" y="81"/>
                    <a:pt x="102" y="68"/>
                  </a:cubicBezTo>
                  <a:cubicBezTo>
                    <a:pt x="101" y="64"/>
                    <a:pt x="100" y="60"/>
                    <a:pt x="100" y="55"/>
                  </a:cubicBezTo>
                  <a:cubicBezTo>
                    <a:pt x="100" y="52"/>
                    <a:pt x="100" y="49"/>
                    <a:pt x="99" y="46"/>
                  </a:cubicBezTo>
                  <a:cubicBezTo>
                    <a:pt x="98" y="45"/>
                    <a:pt x="97" y="44"/>
                    <a:pt x="96" y="43"/>
                  </a:cubicBezTo>
                  <a:cubicBezTo>
                    <a:pt x="96" y="45"/>
                    <a:pt x="96" y="45"/>
                    <a:pt x="96" y="45"/>
                  </a:cubicBezTo>
                  <a:cubicBezTo>
                    <a:pt x="95" y="44"/>
                    <a:pt x="94" y="44"/>
                    <a:pt x="93" y="43"/>
                  </a:cubicBezTo>
                  <a:cubicBezTo>
                    <a:pt x="94" y="31"/>
                    <a:pt x="87" y="16"/>
                    <a:pt x="80" y="8"/>
                  </a:cubicBezTo>
                  <a:cubicBezTo>
                    <a:pt x="76" y="5"/>
                    <a:pt x="72" y="3"/>
                    <a:pt x="68" y="3"/>
                  </a:cubicBezTo>
                  <a:cubicBezTo>
                    <a:pt x="67" y="3"/>
                    <a:pt x="66" y="3"/>
                    <a:pt x="66" y="3"/>
                  </a:cubicBezTo>
                  <a:cubicBezTo>
                    <a:pt x="65" y="3"/>
                    <a:pt x="65" y="3"/>
                    <a:pt x="65" y="3"/>
                  </a:cubicBezTo>
                  <a:cubicBezTo>
                    <a:pt x="64" y="3"/>
                    <a:pt x="64" y="3"/>
                    <a:pt x="63" y="3"/>
                  </a:cubicBezTo>
                  <a:cubicBezTo>
                    <a:pt x="62" y="4"/>
                    <a:pt x="61" y="4"/>
                    <a:pt x="60" y="5"/>
                  </a:cubicBezTo>
                  <a:cubicBezTo>
                    <a:pt x="57" y="7"/>
                    <a:pt x="56" y="11"/>
                    <a:pt x="55" y="14"/>
                  </a:cubicBezTo>
                  <a:cubicBezTo>
                    <a:pt x="48" y="7"/>
                    <a:pt x="39" y="0"/>
                    <a:pt x="31"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76" name="Freeform 75"/>
            <p:cNvSpPr>
              <a:spLocks/>
            </p:cNvSpPr>
            <p:nvPr/>
          </p:nvSpPr>
          <p:spPr bwMode="auto">
            <a:xfrm>
              <a:off x="6483351" y="2487613"/>
              <a:ext cx="165100" cy="163513"/>
            </a:xfrm>
            <a:custGeom>
              <a:avLst/>
              <a:gdLst>
                <a:gd name="T0" fmla="*/ 98 w 101"/>
                <a:gd name="T1" fmla="*/ 49 h 101"/>
                <a:gd name="T2" fmla="*/ 85 w 101"/>
                <a:gd name="T3" fmla="*/ 15 h 101"/>
                <a:gd name="T4" fmla="*/ 71 w 101"/>
                <a:gd name="T5" fmla="*/ 9 h 101"/>
                <a:gd name="T6" fmla="*/ 68 w 101"/>
                <a:gd name="T7" fmla="*/ 10 h 101"/>
                <a:gd name="T8" fmla="*/ 65 w 101"/>
                <a:gd name="T9" fmla="*/ 11 h 101"/>
                <a:gd name="T10" fmla="*/ 60 w 101"/>
                <a:gd name="T11" fmla="*/ 21 h 101"/>
                <a:gd name="T12" fmla="*/ 26 w 101"/>
                <a:gd name="T13" fmla="*/ 11 h 101"/>
                <a:gd name="T14" fmla="*/ 32 w 101"/>
                <a:gd name="T15" fmla="*/ 32 h 101"/>
                <a:gd name="T16" fmla="*/ 5 w 101"/>
                <a:gd name="T17" fmla="*/ 42 h 101"/>
                <a:gd name="T18" fmla="*/ 22 w 101"/>
                <a:gd name="T19" fmla="*/ 61 h 101"/>
                <a:gd name="T20" fmla="*/ 11 w 101"/>
                <a:gd name="T21" fmla="*/ 78 h 101"/>
                <a:gd name="T22" fmla="*/ 34 w 101"/>
                <a:gd name="T23" fmla="*/ 90 h 101"/>
                <a:gd name="T24" fmla="*/ 78 w 101"/>
                <a:gd name="T25" fmla="*/ 101 h 101"/>
                <a:gd name="T26" fmla="*/ 101 w 101"/>
                <a:gd name="T27" fmla="*/ 51 h 101"/>
                <a:gd name="T28" fmla="*/ 98 w 101"/>
                <a:gd name="T29" fmla="*/ 4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1">
                  <a:moveTo>
                    <a:pt x="98" y="49"/>
                  </a:moveTo>
                  <a:cubicBezTo>
                    <a:pt x="99" y="37"/>
                    <a:pt x="92" y="23"/>
                    <a:pt x="85" y="15"/>
                  </a:cubicBezTo>
                  <a:cubicBezTo>
                    <a:pt x="81" y="11"/>
                    <a:pt x="76" y="8"/>
                    <a:pt x="71" y="9"/>
                  </a:cubicBezTo>
                  <a:cubicBezTo>
                    <a:pt x="70" y="9"/>
                    <a:pt x="69" y="9"/>
                    <a:pt x="68" y="10"/>
                  </a:cubicBezTo>
                  <a:cubicBezTo>
                    <a:pt x="67" y="10"/>
                    <a:pt x="66" y="11"/>
                    <a:pt x="65" y="11"/>
                  </a:cubicBezTo>
                  <a:cubicBezTo>
                    <a:pt x="62" y="13"/>
                    <a:pt x="61" y="17"/>
                    <a:pt x="60" y="21"/>
                  </a:cubicBezTo>
                  <a:cubicBezTo>
                    <a:pt x="50" y="11"/>
                    <a:pt x="35" y="0"/>
                    <a:pt x="26" y="11"/>
                  </a:cubicBezTo>
                  <a:cubicBezTo>
                    <a:pt x="21" y="17"/>
                    <a:pt x="26" y="25"/>
                    <a:pt x="32" y="32"/>
                  </a:cubicBezTo>
                  <a:cubicBezTo>
                    <a:pt x="21" y="31"/>
                    <a:pt x="9" y="32"/>
                    <a:pt x="5" y="42"/>
                  </a:cubicBezTo>
                  <a:cubicBezTo>
                    <a:pt x="0" y="53"/>
                    <a:pt x="11" y="58"/>
                    <a:pt x="22" y="61"/>
                  </a:cubicBezTo>
                  <a:cubicBezTo>
                    <a:pt x="13" y="63"/>
                    <a:pt x="6" y="68"/>
                    <a:pt x="11" y="78"/>
                  </a:cubicBezTo>
                  <a:cubicBezTo>
                    <a:pt x="15" y="86"/>
                    <a:pt x="26" y="88"/>
                    <a:pt x="34" y="90"/>
                  </a:cubicBezTo>
                  <a:cubicBezTo>
                    <a:pt x="47" y="94"/>
                    <a:pt x="63" y="99"/>
                    <a:pt x="78" y="101"/>
                  </a:cubicBezTo>
                  <a:cubicBezTo>
                    <a:pt x="101" y="51"/>
                    <a:pt x="101" y="51"/>
                    <a:pt x="101" y="51"/>
                  </a:cubicBezTo>
                  <a:cubicBezTo>
                    <a:pt x="100" y="51"/>
                    <a:pt x="99" y="50"/>
                    <a:pt x="98" y="49"/>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77" name="Freeform 76"/>
            <p:cNvSpPr>
              <a:spLocks/>
            </p:cNvSpPr>
            <p:nvPr/>
          </p:nvSpPr>
          <p:spPr bwMode="auto">
            <a:xfrm>
              <a:off x="6607176" y="2566988"/>
              <a:ext cx="365125" cy="1079500"/>
            </a:xfrm>
            <a:custGeom>
              <a:avLst/>
              <a:gdLst>
                <a:gd name="T0" fmla="*/ 25 w 225"/>
                <a:gd name="T1" fmla="*/ 0 h 666"/>
                <a:gd name="T2" fmla="*/ 25 w 225"/>
                <a:gd name="T3" fmla="*/ 2 h 666"/>
                <a:gd name="T4" fmla="*/ 2 w 225"/>
                <a:gd name="T5" fmla="*/ 52 h 666"/>
                <a:gd name="T6" fmla="*/ 2 w 225"/>
                <a:gd name="T7" fmla="*/ 52 h 666"/>
                <a:gd name="T8" fmla="*/ 158 w 225"/>
                <a:gd name="T9" fmla="*/ 264 h 666"/>
                <a:gd name="T10" fmla="*/ 0 w 225"/>
                <a:gd name="T11" fmla="*/ 616 h 666"/>
                <a:gd name="T12" fmla="*/ 30 w 225"/>
                <a:gd name="T13" fmla="*/ 666 h 666"/>
                <a:gd name="T14" fmla="*/ 214 w 225"/>
                <a:gd name="T15" fmla="*/ 299 h 666"/>
                <a:gd name="T16" fmla="*/ 25 w 225"/>
                <a:gd name="T17"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666">
                  <a:moveTo>
                    <a:pt x="25" y="0"/>
                  </a:moveTo>
                  <a:cubicBezTo>
                    <a:pt x="25" y="2"/>
                    <a:pt x="25" y="2"/>
                    <a:pt x="25" y="2"/>
                  </a:cubicBezTo>
                  <a:cubicBezTo>
                    <a:pt x="2" y="52"/>
                    <a:pt x="2" y="52"/>
                    <a:pt x="2" y="52"/>
                  </a:cubicBezTo>
                  <a:cubicBezTo>
                    <a:pt x="2" y="52"/>
                    <a:pt x="2" y="52"/>
                    <a:pt x="2" y="52"/>
                  </a:cubicBezTo>
                  <a:cubicBezTo>
                    <a:pt x="2" y="52"/>
                    <a:pt x="164" y="161"/>
                    <a:pt x="158" y="264"/>
                  </a:cubicBezTo>
                  <a:cubicBezTo>
                    <a:pt x="152" y="367"/>
                    <a:pt x="0" y="616"/>
                    <a:pt x="0" y="616"/>
                  </a:cubicBezTo>
                  <a:cubicBezTo>
                    <a:pt x="30" y="666"/>
                    <a:pt x="30" y="666"/>
                    <a:pt x="30" y="666"/>
                  </a:cubicBezTo>
                  <a:cubicBezTo>
                    <a:pt x="30" y="666"/>
                    <a:pt x="204" y="410"/>
                    <a:pt x="214" y="299"/>
                  </a:cubicBezTo>
                  <a:cubicBezTo>
                    <a:pt x="225" y="187"/>
                    <a:pt x="170" y="121"/>
                    <a:pt x="25" y="0"/>
                  </a:cubicBezTo>
                  <a:close/>
                </a:path>
              </a:pathLst>
            </a:custGeom>
            <a:solidFill>
              <a:srgbClr val="51C3F9">
                <a:lumMod val="60000"/>
                <a:lumOff val="40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78" name="Freeform 77"/>
            <p:cNvSpPr>
              <a:spLocks/>
            </p:cNvSpPr>
            <p:nvPr/>
          </p:nvSpPr>
          <p:spPr bwMode="auto">
            <a:xfrm>
              <a:off x="5969001" y="3373438"/>
              <a:ext cx="201613" cy="733425"/>
            </a:xfrm>
            <a:custGeom>
              <a:avLst/>
              <a:gdLst>
                <a:gd name="T0" fmla="*/ 37 w 124"/>
                <a:gd name="T1" fmla="*/ 70 h 452"/>
                <a:gd name="T2" fmla="*/ 10 w 124"/>
                <a:gd name="T3" fmla="*/ 268 h 452"/>
                <a:gd name="T4" fmla="*/ 72 w 124"/>
                <a:gd name="T5" fmla="*/ 450 h 452"/>
                <a:gd name="T6" fmla="*/ 122 w 124"/>
                <a:gd name="T7" fmla="*/ 264 h 452"/>
                <a:gd name="T8" fmla="*/ 70 w 124"/>
                <a:gd name="T9" fmla="*/ 69 h 452"/>
                <a:gd name="T10" fmla="*/ 90 w 124"/>
                <a:gd name="T11" fmla="*/ 40 h 452"/>
                <a:gd name="T12" fmla="*/ 49 w 124"/>
                <a:gd name="T13" fmla="*/ 2 h 452"/>
                <a:gd name="T14" fmla="*/ 37 w 124"/>
                <a:gd name="T15" fmla="*/ 70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452">
                  <a:moveTo>
                    <a:pt x="37" y="70"/>
                  </a:moveTo>
                  <a:cubicBezTo>
                    <a:pt x="37" y="70"/>
                    <a:pt x="3" y="231"/>
                    <a:pt x="10" y="268"/>
                  </a:cubicBezTo>
                  <a:cubicBezTo>
                    <a:pt x="16" y="305"/>
                    <a:pt x="59" y="448"/>
                    <a:pt x="72" y="450"/>
                  </a:cubicBezTo>
                  <a:cubicBezTo>
                    <a:pt x="85" y="452"/>
                    <a:pt x="124" y="290"/>
                    <a:pt x="122" y="264"/>
                  </a:cubicBezTo>
                  <a:cubicBezTo>
                    <a:pt x="120" y="238"/>
                    <a:pt x="70" y="69"/>
                    <a:pt x="70" y="69"/>
                  </a:cubicBezTo>
                  <a:cubicBezTo>
                    <a:pt x="70" y="69"/>
                    <a:pt x="86" y="58"/>
                    <a:pt x="90" y="40"/>
                  </a:cubicBezTo>
                  <a:cubicBezTo>
                    <a:pt x="94" y="19"/>
                    <a:pt x="77" y="0"/>
                    <a:pt x="49" y="2"/>
                  </a:cubicBezTo>
                  <a:cubicBezTo>
                    <a:pt x="21" y="4"/>
                    <a:pt x="0" y="39"/>
                    <a:pt x="37" y="70"/>
                  </a:cubicBezTo>
                  <a:close/>
                </a:path>
              </a:pathLst>
            </a:custGeom>
            <a:solidFill>
              <a:srgbClr val="CA4E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79" name="Freeform 78"/>
            <p:cNvSpPr>
              <a:spLocks/>
            </p:cNvSpPr>
            <p:nvPr/>
          </p:nvSpPr>
          <p:spPr bwMode="auto">
            <a:xfrm>
              <a:off x="5351463" y="3287713"/>
              <a:ext cx="695325" cy="269875"/>
            </a:xfrm>
            <a:custGeom>
              <a:avLst/>
              <a:gdLst>
                <a:gd name="T0" fmla="*/ 5 w 428"/>
                <a:gd name="T1" fmla="*/ 0 h 166"/>
                <a:gd name="T2" fmla="*/ 0 w 428"/>
                <a:gd name="T3" fmla="*/ 53 h 166"/>
                <a:gd name="T4" fmla="*/ 328 w 428"/>
                <a:gd name="T5" fmla="*/ 166 h 166"/>
                <a:gd name="T6" fmla="*/ 428 w 428"/>
                <a:gd name="T7" fmla="*/ 55 h 166"/>
                <a:gd name="T8" fmla="*/ 5 w 428"/>
                <a:gd name="T9" fmla="*/ 0 h 166"/>
              </a:gdLst>
              <a:ahLst/>
              <a:cxnLst>
                <a:cxn ang="0">
                  <a:pos x="T0" y="T1"/>
                </a:cxn>
                <a:cxn ang="0">
                  <a:pos x="T2" y="T3"/>
                </a:cxn>
                <a:cxn ang="0">
                  <a:pos x="T4" y="T5"/>
                </a:cxn>
                <a:cxn ang="0">
                  <a:pos x="T6" y="T7"/>
                </a:cxn>
                <a:cxn ang="0">
                  <a:pos x="T8" y="T9"/>
                </a:cxn>
              </a:cxnLst>
              <a:rect l="0" t="0" r="r" b="b"/>
              <a:pathLst>
                <a:path w="428" h="166">
                  <a:moveTo>
                    <a:pt x="5" y="0"/>
                  </a:moveTo>
                  <a:cubicBezTo>
                    <a:pt x="0" y="53"/>
                    <a:pt x="0" y="53"/>
                    <a:pt x="0" y="53"/>
                  </a:cubicBezTo>
                  <a:cubicBezTo>
                    <a:pt x="0" y="53"/>
                    <a:pt x="236" y="108"/>
                    <a:pt x="328" y="166"/>
                  </a:cubicBezTo>
                  <a:cubicBezTo>
                    <a:pt x="328" y="166"/>
                    <a:pt x="357" y="59"/>
                    <a:pt x="428" y="55"/>
                  </a:cubicBezTo>
                  <a:cubicBezTo>
                    <a:pt x="428" y="55"/>
                    <a:pt x="192" y="65"/>
                    <a:pt x="5" y="0"/>
                  </a:cubicBezTo>
                  <a:close/>
                </a:path>
              </a:pathLst>
            </a:custGeom>
            <a:solidFill>
              <a:srgbClr val="51C3F9">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sp>
          <p:nvSpPr>
            <p:cNvPr id="80" name="Freeform 79"/>
            <p:cNvSpPr>
              <a:spLocks/>
            </p:cNvSpPr>
            <p:nvPr/>
          </p:nvSpPr>
          <p:spPr bwMode="auto">
            <a:xfrm>
              <a:off x="6103938" y="3267076"/>
              <a:ext cx="581025" cy="261938"/>
            </a:xfrm>
            <a:custGeom>
              <a:avLst/>
              <a:gdLst>
                <a:gd name="T0" fmla="*/ 0 w 358"/>
                <a:gd name="T1" fmla="*/ 66 h 162"/>
                <a:gd name="T2" fmla="*/ 154 w 358"/>
                <a:gd name="T3" fmla="*/ 162 h 162"/>
                <a:gd name="T4" fmla="*/ 358 w 358"/>
                <a:gd name="T5" fmla="*/ 51 h 162"/>
                <a:gd name="T6" fmla="*/ 347 w 358"/>
                <a:gd name="T7" fmla="*/ 0 h 162"/>
                <a:gd name="T8" fmla="*/ 0 w 358"/>
                <a:gd name="T9" fmla="*/ 66 h 162"/>
              </a:gdLst>
              <a:ahLst/>
              <a:cxnLst>
                <a:cxn ang="0">
                  <a:pos x="T0" y="T1"/>
                </a:cxn>
                <a:cxn ang="0">
                  <a:pos x="T2" y="T3"/>
                </a:cxn>
                <a:cxn ang="0">
                  <a:pos x="T4" y="T5"/>
                </a:cxn>
                <a:cxn ang="0">
                  <a:pos x="T6" y="T7"/>
                </a:cxn>
                <a:cxn ang="0">
                  <a:pos x="T8" y="T9"/>
                </a:cxn>
              </a:cxnLst>
              <a:rect l="0" t="0" r="r" b="b"/>
              <a:pathLst>
                <a:path w="358" h="162">
                  <a:moveTo>
                    <a:pt x="0" y="66"/>
                  </a:moveTo>
                  <a:cubicBezTo>
                    <a:pt x="0" y="66"/>
                    <a:pt x="135" y="82"/>
                    <a:pt x="154" y="162"/>
                  </a:cubicBezTo>
                  <a:cubicBezTo>
                    <a:pt x="154" y="162"/>
                    <a:pt x="259" y="69"/>
                    <a:pt x="358" y="51"/>
                  </a:cubicBezTo>
                  <a:cubicBezTo>
                    <a:pt x="358" y="51"/>
                    <a:pt x="353" y="11"/>
                    <a:pt x="347" y="0"/>
                  </a:cubicBezTo>
                  <a:cubicBezTo>
                    <a:pt x="347" y="0"/>
                    <a:pt x="163" y="46"/>
                    <a:pt x="0" y="66"/>
                  </a:cubicBezTo>
                  <a:close/>
                </a:path>
              </a:pathLst>
            </a:custGeom>
            <a:solidFill>
              <a:srgbClr val="51C3F9">
                <a:lumMod val="75000"/>
              </a:srgb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kern="0" smtClean="0">
                <a:solidFill>
                  <a:prstClr val="black"/>
                </a:solidFill>
                <a:latin typeface="Calibri" panose="020F0502020204030204"/>
              </a:endParaRPr>
            </a:p>
          </p:txBody>
        </p:sp>
      </p:gr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extLst>
      <p:ext uri="{BB962C8B-B14F-4D97-AF65-F5344CB8AC3E}">
        <p14:creationId xmlns:p14="http://schemas.microsoft.com/office/powerpoint/2010/main" val="18284716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25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500"/>
                                        <p:tgtEl>
                                          <p:spTgt spid="34"/>
                                        </p:tgtEl>
                                      </p:cBhvr>
                                    </p:animEffect>
                                  </p:childTnLst>
                                </p:cTn>
                              </p:par>
                            </p:childTnLst>
                          </p:cTn>
                        </p:par>
                        <p:par>
                          <p:cTn id="8" fill="hold">
                            <p:stCondLst>
                              <p:cond delay="750"/>
                            </p:stCondLst>
                            <p:childTnLst>
                              <p:par>
                                <p:cTn id="9" presetID="1" presetClass="entr" presetSubtype="0" fill="hold" grpId="0" nodeType="afterEffect">
                                  <p:stCondLst>
                                    <p:cond delay="0"/>
                                  </p:stCondLst>
                                  <p:childTnLst>
                                    <p:set>
                                      <p:cBhvr>
                                        <p:cTn id="10" dur="1" fill="hold">
                                          <p:stCondLst>
                                            <p:cond delay="249"/>
                                          </p:stCondLst>
                                        </p:cTn>
                                        <p:tgtEl>
                                          <p:spTgt spid="41"/>
                                        </p:tgtEl>
                                        <p:attrNameLst>
                                          <p:attrName>style.visibility</p:attrName>
                                        </p:attrNameLst>
                                      </p:cBhvr>
                                      <p:to>
                                        <p:strVal val="visible"/>
                                      </p:to>
                                    </p:set>
                                  </p:childTnLst>
                                </p:cTn>
                              </p:par>
                              <p:par>
                                <p:cTn id="11" presetID="10" presetClass="entr" presetSubtype="0" fill="hold" grpId="0" nodeType="withEffect">
                                  <p:stCondLst>
                                    <p:cond delay="0"/>
                                  </p:stCondLst>
                                  <p:childTnLst>
                                    <p:set>
                                      <p:cBhvr>
                                        <p:cTn id="12" dur="1" fill="hold">
                                          <p:stCondLst>
                                            <p:cond delay="0"/>
                                          </p:stCondLst>
                                        </p:cTn>
                                        <p:tgtEl>
                                          <p:spTgt spid="42"/>
                                        </p:tgtEl>
                                        <p:attrNameLst>
                                          <p:attrName>style.visibility</p:attrName>
                                        </p:attrNameLst>
                                      </p:cBhvr>
                                      <p:to>
                                        <p:strVal val="visible"/>
                                      </p:to>
                                    </p:set>
                                    <p:animEffect transition="in" filter="fade">
                                      <p:cBhvr>
                                        <p:cTn id="13" dur="500"/>
                                        <p:tgtEl>
                                          <p:spTgt spid="42"/>
                                        </p:tgtEl>
                                      </p:cBhvr>
                                    </p:animEffect>
                                  </p:childTnLst>
                                </p:cTn>
                              </p:par>
                            </p:childTnLst>
                          </p:cTn>
                        </p:par>
                        <p:par>
                          <p:cTn id="14" fill="hold">
                            <p:stCondLst>
                              <p:cond delay="1250"/>
                            </p:stCondLst>
                            <p:childTnLst>
                              <p:par>
                                <p:cTn id="15" presetID="2" presetClass="entr" presetSubtype="4" fill="hold" nodeType="afterEffect">
                                  <p:stCondLst>
                                    <p:cond delay="0"/>
                                  </p:stCondLst>
                                  <p:childTnLst>
                                    <p:set>
                                      <p:cBhvr>
                                        <p:cTn id="16" dur="1" fill="hold">
                                          <p:stCondLst>
                                            <p:cond delay="0"/>
                                          </p:stCondLst>
                                        </p:cTn>
                                        <p:tgtEl>
                                          <p:spTgt spid="32"/>
                                        </p:tgtEl>
                                        <p:attrNameLst>
                                          <p:attrName>style.visibility</p:attrName>
                                        </p:attrNameLst>
                                      </p:cBhvr>
                                      <p:to>
                                        <p:strVal val="visible"/>
                                      </p:to>
                                    </p:set>
                                    <p:anim calcmode="lin" valueType="num">
                                      <p:cBhvr additive="base">
                                        <p:cTn id="17" dur="500" fill="hold"/>
                                        <p:tgtEl>
                                          <p:spTgt spid="32"/>
                                        </p:tgtEl>
                                        <p:attrNameLst>
                                          <p:attrName>ppt_x</p:attrName>
                                        </p:attrNameLst>
                                      </p:cBhvr>
                                      <p:tavLst>
                                        <p:tav tm="0">
                                          <p:val>
                                            <p:strVal val="#ppt_x"/>
                                          </p:val>
                                        </p:tav>
                                        <p:tav tm="100000">
                                          <p:val>
                                            <p:strVal val="#ppt_x"/>
                                          </p:val>
                                        </p:tav>
                                      </p:tavLst>
                                    </p:anim>
                                    <p:anim calcmode="lin" valueType="num">
                                      <p:cBhvr additive="base">
                                        <p:cTn id="18"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42"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5198981" y="2010671"/>
            <a:ext cx="5354655" cy="2062103"/>
          </a:xfrm>
          <a:prstGeom prst="rect">
            <a:avLst/>
          </a:prstGeom>
          <a:noFill/>
          <a:ln>
            <a:noFill/>
          </a:ln>
        </p:spPr>
        <p:txBody>
          <a:bodyPr wrap="square" rtlCol="0">
            <a:spAutoFit/>
          </a:bodyPr>
          <a:lstStyle/>
          <a:p>
            <a:pPr algn="ctr" rtl="1"/>
            <a:r>
              <a:rPr lang="ar-SA" sz="3200" dirty="0" smtClean="0"/>
              <a:t>لتحقيق مستويات الإنفاق ومعايير الجودة التعليمية العالية لا بد من الإنفاق على توظيف المستحدثات التكنولوجية فى العملية التعليمية.</a:t>
            </a:r>
            <a:endParaRPr lang="en-US" sz="3200" dirty="0"/>
          </a:p>
        </p:txBody>
      </p:sp>
      <p:sp>
        <p:nvSpPr>
          <p:cNvPr id="10" name="TextBox 9"/>
          <p:cNvSpPr txBox="1"/>
          <p:nvPr/>
        </p:nvSpPr>
        <p:spPr>
          <a:xfrm>
            <a:off x="10435171" y="1933727"/>
            <a:ext cx="857136" cy="738664"/>
          </a:xfrm>
          <a:prstGeom prst="rect">
            <a:avLst/>
          </a:prstGeom>
          <a:noFill/>
        </p:spPr>
        <p:txBody>
          <a:bodyPr wrap="square" rtlCol="0">
            <a:spAutoFit/>
          </a:bodyPr>
          <a:lstStyle/>
          <a:p>
            <a:pPr algn="r" fontAlgn="auto">
              <a:spcBef>
                <a:spcPts val="0"/>
              </a:spcBef>
              <a:spcAft>
                <a:spcPts val="0"/>
              </a:spcAft>
            </a:pPr>
            <a:r>
              <a:rPr lang="en-US" sz="4100" dirty="0" smtClean="0">
                <a:solidFill>
                  <a:srgbClr val="E32D91"/>
                </a:solidFill>
                <a:latin typeface="Calibri" panose="020F0502020204030204"/>
              </a:rPr>
              <a:t>01</a:t>
            </a:r>
            <a:endParaRPr lang="en-US" sz="4100" dirty="0">
              <a:solidFill>
                <a:srgbClr val="E32D91"/>
              </a:solidFill>
              <a:latin typeface="Calibri" panose="020F0502020204030204"/>
            </a:endParaRPr>
          </a:p>
        </p:txBody>
      </p:sp>
      <p:sp>
        <p:nvSpPr>
          <p:cNvPr id="18" name="TextBox 17"/>
          <p:cNvSpPr txBox="1"/>
          <p:nvPr/>
        </p:nvSpPr>
        <p:spPr>
          <a:xfrm>
            <a:off x="746353" y="4199760"/>
            <a:ext cx="6111647" cy="2062103"/>
          </a:xfrm>
          <a:prstGeom prst="rect">
            <a:avLst/>
          </a:prstGeom>
          <a:noFill/>
          <a:ln>
            <a:noFill/>
          </a:ln>
        </p:spPr>
        <p:txBody>
          <a:bodyPr wrap="square" rtlCol="0">
            <a:spAutoFit/>
          </a:bodyPr>
          <a:lstStyle/>
          <a:p>
            <a:pPr algn="ctr" rtl="1" fontAlgn="auto">
              <a:spcBef>
                <a:spcPts val="0"/>
              </a:spcBef>
              <a:spcAft>
                <a:spcPts val="0"/>
              </a:spcAft>
            </a:pPr>
            <a:r>
              <a:rPr lang="ar-SA" sz="3200" dirty="0" smtClean="0"/>
              <a:t>لا يجب أن ينظر إلى الإنفاق على توظيف المستحدثات التكنولوجية فى العملية التعليمية على أنه إستهلاك لأن التعليم فى الأصل عملية إستثمار</a:t>
            </a:r>
            <a:endParaRPr lang="en-US" sz="3200" dirty="0">
              <a:solidFill>
                <a:prstClr val="white">
                  <a:lumMod val="50000"/>
                </a:prstClr>
              </a:solidFill>
              <a:latin typeface="Calibri Light" panose="020F0302020204030204"/>
            </a:endParaRPr>
          </a:p>
        </p:txBody>
      </p:sp>
      <p:sp>
        <p:nvSpPr>
          <p:cNvPr id="44" name="TextBox 43"/>
          <p:cNvSpPr txBox="1"/>
          <p:nvPr/>
        </p:nvSpPr>
        <p:spPr>
          <a:xfrm>
            <a:off x="6429432" y="4198152"/>
            <a:ext cx="857136" cy="738664"/>
          </a:xfrm>
          <a:prstGeom prst="rect">
            <a:avLst/>
          </a:prstGeom>
          <a:noFill/>
        </p:spPr>
        <p:txBody>
          <a:bodyPr wrap="square" rtlCol="0">
            <a:spAutoFit/>
          </a:bodyPr>
          <a:lstStyle/>
          <a:p>
            <a:pPr algn="r" fontAlgn="auto">
              <a:spcBef>
                <a:spcPts val="0"/>
              </a:spcBef>
              <a:spcAft>
                <a:spcPts val="0"/>
              </a:spcAft>
            </a:pPr>
            <a:r>
              <a:rPr lang="en-US" sz="4100" dirty="0" smtClean="0">
                <a:solidFill>
                  <a:srgbClr val="4EA6DC"/>
                </a:solidFill>
                <a:latin typeface="Calibri" panose="020F0502020204030204"/>
              </a:rPr>
              <a:t>02</a:t>
            </a:r>
            <a:endParaRPr lang="en-US" sz="4100" dirty="0">
              <a:solidFill>
                <a:srgbClr val="4EA6DC"/>
              </a:solidFill>
              <a:latin typeface="Calibri" panose="020F0502020204030204"/>
            </a:endParaRPr>
          </a:p>
        </p:txBody>
      </p:sp>
      <p:sp>
        <p:nvSpPr>
          <p:cNvPr id="17" name="Title 2"/>
          <p:cNvSpPr txBox="1">
            <a:spLocks/>
          </p:cNvSpPr>
          <p:nvPr/>
        </p:nvSpPr>
        <p:spPr>
          <a:xfrm>
            <a:off x="1179413" y="491670"/>
            <a:ext cx="9912165" cy="629364"/>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lvl="0" algn="r" rtl="1"/>
            <a:r>
              <a:rPr lang="ar-SA" sz="4400" u="sng" dirty="0">
                <a:cs typeface="+mn-cs"/>
              </a:rPr>
              <a:t>منطلقات الاهتمام بالمستحدثات التكنولوجية</a:t>
            </a:r>
            <a:endParaRPr lang="en-US" sz="4400" u="sng" dirty="0">
              <a:cs typeface="+mn-cs"/>
            </a:endParaRPr>
          </a:p>
        </p:txBody>
      </p:sp>
      <p:sp>
        <p:nvSpPr>
          <p:cNvPr id="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566509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18"/>
                                        </p:tgtEl>
                                        <p:attrNameLst>
                                          <p:attrName>style.visibility</p:attrName>
                                        </p:attrNameLst>
                                      </p:cBhvr>
                                      <p:to>
                                        <p:strVal val="visible"/>
                                      </p:to>
                                    </p:set>
                                    <p:animEffect transition="in" filter="fade">
                                      <p:cBhvr>
                                        <p:cTn id="14" dur="500"/>
                                        <p:tgtEl>
                                          <p:spTgt spid="18"/>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44"/>
                                        </p:tgtEl>
                                        <p:attrNameLst>
                                          <p:attrName>style.visibility</p:attrName>
                                        </p:attrNameLst>
                                      </p:cBhvr>
                                      <p:to>
                                        <p:strVal val="visible"/>
                                      </p:to>
                                    </p:set>
                                    <p:animEffect transition="in" filter="fade">
                                      <p:cBhvr>
                                        <p:cTn id="17"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0" grpId="0"/>
      <p:bldP spid="18" grpId="0"/>
      <p:bldP spid="4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5198981" y="2010671"/>
            <a:ext cx="5354655" cy="1569660"/>
          </a:xfrm>
          <a:prstGeom prst="rect">
            <a:avLst/>
          </a:prstGeom>
          <a:noFill/>
          <a:ln>
            <a:noFill/>
          </a:ln>
        </p:spPr>
        <p:txBody>
          <a:bodyPr wrap="square" rtlCol="0">
            <a:spAutoFit/>
          </a:bodyPr>
          <a:lstStyle/>
          <a:p>
            <a:pPr algn="ctr" rtl="1"/>
            <a:r>
              <a:rPr lang="ar-SA" sz="3200" dirty="0"/>
              <a:t>أن عائد الإنفاق على المستحدثات التكنولوجية فى العملية التعليمية يظهر على المدى البعيد</a:t>
            </a:r>
            <a:endParaRPr lang="en-US" sz="3200" dirty="0"/>
          </a:p>
        </p:txBody>
      </p:sp>
      <p:sp>
        <p:nvSpPr>
          <p:cNvPr id="10" name="TextBox 9"/>
          <p:cNvSpPr txBox="1"/>
          <p:nvPr/>
        </p:nvSpPr>
        <p:spPr>
          <a:xfrm>
            <a:off x="10125068" y="1921733"/>
            <a:ext cx="857136" cy="738664"/>
          </a:xfrm>
          <a:prstGeom prst="rect">
            <a:avLst/>
          </a:prstGeom>
          <a:noFill/>
        </p:spPr>
        <p:txBody>
          <a:bodyPr wrap="square" rtlCol="0">
            <a:spAutoFit/>
          </a:bodyPr>
          <a:lstStyle/>
          <a:p>
            <a:pPr algn="r" fontAlgn="auto">
              <a:spcBef>
                <a:spcPts val="0"/>
              </a:spcBef>
              <a:spcAft>
                <a:spcPts val="0"/>
              </a:spcAft>
            </a:pPr>
            <a:r>
              <a:rPr lang="en-US" sz="4100" b="1" dirty="0" smtClean="0">
                <a:solidFill>
                  <a:srgbClr val="00B050"/>
                </a:solidFill>
                <a:latin typeface="Calibri" panose="020F0502020204030204"/>
              </a:rPr>
              <a:t>04</a:t>
            </a:r>
            <a:endParaRPr lang="en-US" sz="4100" b="1" dirty="0">
              <a:solidFill>
                <a:srgbClr val="00B050"/>
              </a:solidFill>
              <a:latin typeface="Calibri" panose="020F0502020204030204"/>
            </a:endParaRPr>
          </a:p>
        </p:txBody>
      </p:sp>
      <p:sp>
        <p:nvSpPr>
          <p:cNvPr id="18" name="TextBox 17"/>
          <p:cNvSpPr txBox="1"/>
          <p:nvPr/>
        </p:nvSpPr>
        <p:spPr>
          <a:xfrm>
            <a:off x="746353" y="4199760"/>
            <a:ext cx="6111647" cy="1569660"/>
          </a:xfrm>
          <a:prstGeom prst="rect">
            <a:avLst/>
          </a:prstGeom>
          <a:noFill/>
          <a:ln>
            <a:noFill/>
          </a:ln>
        </p:spPr>
        <p:txBody>
          <a:bodyPr wrap="square" rtlCol="0">
            <a:spAutoFit/>
          </a:bodyPr>
          <a:lstStyle/>
          <a:p>
            <a:pPr algn="ctr" rtl="1" fontAlgn="auto">
              <a:spcBef>
                <a:spcPts val="0"/>
              </a:spcBef>
              <a:spcAft>
                <a:spcPts val="0"/>
              </a:spcAft>
            </a:pPr>
            <a:r>
              <a:rPr lang="ar-SA" sz="3200" dirty="0"/>
              <a:t>أن عملية توظيف الإنفاق هي عملية منظومية تأخذ فى إعتبارها علاقة المستحدثات التكنولوجية بباقى مكونات المنظومة التعليمية</a:t>
            </a:r>
            <a:endParaRPr lang="en-US" sz="3200" dirty="0">
              <a:solidFill>
                <a:prstClr val="white">
                  <a:lumMod val="50000"/>
                </a:prstClr>
              </a:solidFill>
              <a:latin typeface="Calibri Light" panose="020F0302020204030204"/>
            </a:endParaRPr>
          </a:p>
        </p:txBody>
      </p:sp>
      <p:sp>
        <p:nvSpPr>
          <p:cNvPr id="44" name="TextBox 43"/>
          <p:cNvSpPr txBox="1"/>
          <p:nvPr/>
        </p:nvSpPr>
        <p:spPr>
          <a:xfrm>
            <a:off x="6574905" y="4100636"/>
            <a:ext cx="857136" cy="738664"/>
          </a:xfrm>
          <a:prstGeom prst="rect">
            <a:avLst/>
          </a:prstGeom>
          <a:noFill/>
        </p:spPr>
        <p:txBody>
          <a:bodyPr wrap="square" rtlCol="0">
            <a:spAutoFit/>
          </a:bodyPr>
          <a:lstStyle/>
          <a:p>
            <a:pPr algn="r" fontAlgn="auto">
              <a:spcBef>
                <a:spcPts val="0"/>
              </a:spcBef>
              <a:spcAft>
                <a:spcPts val="0"/>
              </a:spcAft>
            </a:pPr>
            <a:r>
              <a:rPr lang="en-US" sz="4100" b="1" dirty="0" smtClean="0">
                <a:solidFill>
                  <a:srgbClr val="FF0000"/>
                </a:solidFill>
                <a:latin typeface="Calibri" panose="020F0502020204030204"/>
              </a:rPr>
              <a:t>05</a:t>
            </a:r>
            <a:endParaRPr lang="en-US" sz="4100" b="1" dirty="0">
              <a:solidFill>
                <a:srgbClr val="FF0000"/>
              </a:solidFill>
              <a:latin typeface="Calibri" panose="020F0502020204030204"/>
            </a:endParaRPr>
          </a:p>
        </p:txBody>
      </p:sp>
      <p:sp>
        <p:nvSpPr>
          <p:cNvPr id="17" name="Title 2"/>
          <p:cNvSpPr txBox="1">
            <a:spLocks/>
          </p:cNvSpPr>
          <p:nvPr/>
        </p:nvSpPr>
        <p:spPr>
          <a:xfrm>
            <a:off x="1179413" y="491670"/>
            <a:ext cx="9912165" cy="629364"/>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lvl="0" algn="r" rtl="1"/>
            <a:r>
              <a:rPr lang="ar-SA" sz="4400" u="sng" dirty="0">
                <a:cs typeface="+mn-cs"/>
              </a:rPr>
              <a:t>منطلقات الاهتمام بالمستحدثات </a:t>
            </a:r>
            <a:r>
              <a:rPr lang="ar-SA" sz="4400" u="sng" dirty="0" smtClean="0">
                <a:cs typeface="+mn-cs"/>
              </a:rPr>
              <a:t>التكنولوجية</a:t>
            </a:r>
            <a:endParaRPr lang="en-US" sz="4400" u="sng" dirty="0">
              <a:cs typeface="+mn-cs"/>
            </a:endParaRPr>
          </a:p>
        </p:txBody>
      </p:sp>
      <p:sp>
        <p:nvSpPr>
          <p:cNvPr id="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1680198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18"/>
                                        </p:tgtEl>
                                        <p:attrNameLst>
                                          <p:attrName>style.visibility</p:attrName>
                                        </p:attrNameLst>
                                      </p:cBhvr>
                                      <p:to>
                                        <p:strVal val="visible"/>
                                      </p:to>
                                    </p:set>
                                    <p:animEffect transition="in" filter="fade">
                                      <p:cBhvr>
                                        <p:cTn id="14" dur="500"/>
                                        <p:tgtEl>
                                          <p:spTgt spid="18"/>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44"/>
                                        </p:tgtEl>
                                        <p:attrNameLst>
                                          <p:attrName>style.visibility</p:attrName>
                                        </p:attrNameLst>
                                      </p:cBhvr>
                                      <p:to>
                                        <p:strVal val="visible"/>
                                      </p:to>
                                    </p:set>
                                    <p:animEffect transition="in" filter="fade">
                                      <p:cBhvr>
                                        <p:cTn id="17"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0" grpId="0"/>
      <p:bldP spid="18" grpId="0"/>
      <p:bldP spid="4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736601" y="421587"/>
            <a:ext cx="10353674" cy="963613"/>
          </a:xfrm>
        </p:spPr>
        <p:txBody>
          <a:bodyPr/>
          <a:lstStyle/>
          <a:p>
            <a:pPr marL="742950" lvl="0" indent="-742950" algn="r" rtl="1">
              <a:buFont typeface="+mj-lt"/>
              <a:buAutoNum type="arabicPeriod" startAt="2"/>
            </a:pPr>
            <a:r>
              <a:rPr lang="ar-SA" b="1" u="sng" dirty="0"/>
              <a:t>مميزات استخدام المستحدثات التكنولوجية :</a:t>
            </a:r>
            <a:endParaRPr lang="en-US" u="sng" dirty="0"/>
          </a:p>
        </p:txBody>
      </p:sp>
      <p:grpSp>
        <p:nvGrpSpPr>
          <p:cNvPr id="2" name="Group 1"/>
          <p:cNvGrpSpPr>
            <a:grpSpLocks/>
          </p:cNvGrpSpPr>
          <p:nvPr/>
        </p:nvGrpSpPr>
        <p:grpSpPr bwMode="auto">
          <a:xfrm>
            <a:off x="736600" y="1802957"/>
            <a:ext cx="10888663" cy="1079832"/>
            <a:chOff x="-456999" y="1919862"/>
            <a:chExt cx="10889913" cy="1079135"/>
          </a:xfrm>
        </p:grpSpPr>
        <p:sp>
          <p:nvSpPr>
            <p:cNvPr id="3" name="Teardrop 2"/>
            <p:cNvSpPr/>
            <p:nvPr/>
          </p:nvSpPr>
          <p:spPr>
            <a:xfrm>
              <a:off x="-456999" y="2137541"/>
              <a:ext cx="862112" cy="861456"/>
            </a:xfrm>
            <a:prstGeom prst="teardrop">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a:solidFill>
                    <a:prstClr val="white"/>
                  </a:solidFill>
                  <a:latin typeface="FontAwesome" pitchFamily="2" charset="0"/>
                </a:rPr>
                <a:t>1</a:t>
              </a:r>
              <a:endParaRPr lang="ru-RU" sz="2400" b="1" dirty="0">
                <a:solidFill>
                  <a:prstClr val="white"/>
                </a:solidFill>
              </a:endParaRPr>
            </a:p>
          </p:txBody>
        </p:sp>
        <p:sp>
          <p:nvSpPr>
            <p:cNvPr id="449560" name="TextBox 3"/>
            <p:cNvSpPr txBox="1">
              <a:spLocks noChangeArrowheads="1"/>
            </p:cNvSpPr>
            <p:nvPr/>
          </p:nvSpPr>
          <p:spPr bwMode="auto">
            <a:xfrm>
              <a:off x="475629" y="1919862"/>
              <a:ext cx="9957285" cy="1076523"/>
            </a:xfrm>
            <a:prstGeom prst="rect">
              <a:avLst/>
            </a:prstGeom>
            <a:noFill/>
            <a:ln w="9525">
              <a:noFill/>
              <a:miter lim="800000"/>
              <a:headEnd/>
              <a:tailEnd/>
            </a:ln>
          </p:spPr>
          <p:txBody>
            <a:bodyPr wrap="square">
              <a:spAutoFit/>
            </a:bodyPr>
            <a:lstStyle/>
            <a:p>
              <a:pPr rtl="1" eaLnBrk="0" hangingPunct="0"/>
              <a:r>
                <a:rPr lang="ar-EG" sz="3200" b="1" dirty="0"/>
                <a:t>تمكين المتعلم من الاعتماد على الذات وتنمية مهارات التعلم الذاتي لدية وجعل التعلم تعلماً </a:t>
              </a:r>
              <a:r>
                <a:rPr lang="ar-EG" sz="3200" b="1" dirty="0" smtClean="0"/>
                <a:t>تفاعلياً</a:t>
              </a:r>
              <a:r>
                <a:rPr lang="en-US" sz="3200" b="1" dirty="0" smtClean="0"/>
                <a:t> </a:t>
              </a:r>
              <a:r>
                <a:rPr lang="ar-EG" sz="3200" b="1" dirty="0"/>
                <a:t>والتأكيد على بقاء </a:t>
              </a:r>
              <a:r>
                <a:rPr lang="ar-EG" sz="3200" b="1" dirty="0" smtClean="0"/>
                <a:t>أثره</a:t>
              </a:r>
              <a:r>
                <a:rPr lang="ar-EG" sz="3200" b="1" dirty="0"/>
                <a:t> </a:t>
              </a:r>
              <a:r>
                <a:rPr lang="en-US" sz="3200" b="1" dirty="0"/>
                <a:t>Interactive </a:t>
              </a:r>
              <a:r>
                <a:rPr lang="en-US" sz="3200" b="1" dirty="0" smtClean="0"/>
                <a:t>Learning </a:t>
              </a:r>
              <a:endParaRPr lang="en-US" sz="3200" b="1" dirty="0">
                <a:solidFill>
                  <a:prstClr val="black"/>
                </a:solidFill>
              </a:endParaRPr>
            </a:p>
          </p:txBody>
        </p:sp>
      </p:grpSp>
      <p:grpSp>
        <p:nvGrpSpPr>
          <p:cNvPr id="8" name="Group 7"/>
          <p:cNvGrpSpPr>
            <a:grpSpLocks/>
          </p:cNvGrpSpPr>
          <p:nvPr/>
        </p:nvGrpSpPr>
        <p:grpSpPr bwMode="auto">
          <a:xfrm>
            <a:off x="736601" y="3518365"/>
            <a:ext cx="9985801" cy="860425"/>
            <a:chOff x="-456946" y="3558248"/>
            <a:chExt cx="9986543" cy="861430"/>
          </a:xfrm>
        </p:grpSpPr>
        <p:sp>
          <p:nvSpPr>
            <p:cNvPr id="10" name="Teardrop 9"/>
            <p:cNvSpPr/>
            <p:nvPr/>
          </p:nvSpPr>
          <p:spPr>
            <a:xfrm>
              <a:off x="-456946" y="3558248"/>
              <a:ext cx="862077" cy="861430"/>
            </a:xfrm>
            <a:prstGeom prst="teardrop">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a:solidFill>
                    <a:prstClr val="white"/>
                  </a:solidFill>
                  <a:latin typeface="FontAwesome" pitchFamily="2" charset="0"/>
                </a:rPr>
                <a:t>2</a:t>
              </a:r>
              <a:endParaRPr lang="ru-RU" sz="2400" b="1" dirty="0">
                <a:solidFill>
                  <a:prstClr val="white"/>
                </a:solidFill>
              </a:endParaRPr>
            </a:p>
          </p:txBody>
        </p:sp>
        <p:sp>
          <p:nvSpPr>
            <p:cNvPr id="449558" name="TextBox 14"/>
            <p:cNvSpPr txBox="1">
              <a:spLocks noChangeArrowheads="1"/>
            </p:cNvSpPr>
            <p:nvPr/>
          </p:nvSpPr>
          <p:spPr bwMode="auto">
            <a:xfrm>
              <a:off x="1215044" y="3558248"/>
              <a:ext cx="8314553" cy="585458"/>
            </a:xfrm>
            <a:prstGeom prst="rect">
              <a:avLst/>
            </a:prstGeom>
            <a:noFill/>
            <a:ln w="9525">
              <a:noFill/>
              <a:miter lim="800000"/>
              <a:headEnd/>
              <a:tailEnd/>
            </a:ln>
          </p:spPr>
          <p:txBody>
            <a:bodyPr>
              <a:spAutoFit/>
            </a:bodyPr>
            <a:lstStyle/>
            <a:p>
              <a:pPr rtl="1" eaLnBrk="0" hangingPunct="0"/>
              <a:r>
                <a:rPr lang="ar-EG" sz="3200" b="1" dirty="0"/>
                <a:t>النهوض بالتعليم وتطويره بما يتواكب وآفاق العصر</a:t>
              </a:r>
              <a:endParaRPr lang="en-US" sz="3200" b="1" dirty="0">
                <a:solidFill>
                  <a:prstClr val="black"/>
                </a:solidFill>
              </a:endParaRPr>
            </a:p>
          </p:txBody>
        </p:sp>
      </p:grpSp>
      <p:grpSp>
        <p:nvGrpSpPr>
          <p:cNvPr id="9" name="Group 8"/>
          <p:cNvGrpSpPr>
            <a:grpSpLocks/>
          </p:cNvGrpSpPr>
          <p:nvPr/>
        </p:nvGrpSpPr>
        <p:grpSpPr bwMode="auto">
          <a:xfrm>
            <a:off x="736602" y="4611039"/>
            <a:ext cx="10818152" cy="1143579"/>
            <a:chOff x="-276747" y="4939956"/>
            <a:chExt cx="10817591" cy="1143304"/>
          </a:xfrm>
        </p:grpSpPr>
        <p:sp>
          <p:nvSpPr>
            <p:cNvPr id="11" name="Teardrop 10"/>
            <p:cNvSpPr/>
            <p:nvPr/>
          </p:nvSpPr>
          <p:spPr>
            <a:xfrm>
              <a:off x="-276747" y="5221455"/>
              <a:ext cx="861967" cy="861805"/>
            </a:xfrm>
            <a:prstGeom prst="teardrop">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a:solidFill>
                    <a:prstClr val="white"/>
                  </a:solidFill>
                  <a:latin typeface="FontAwesome" pitchFamily="2" charset="0"/>
                </a:rPr>
                <a:t>3</a:t>
              </a:r>
              <a:endParaRPr lang="ru-RU" sz="2400" b="1" dirty="0">
                <a:solidFill>
                  <a:prstClr val="white"/>
                </a:solidFill>
              </a:endParaRPr>
            </a:p>
          </p:txBody>
        </p:sp>
        <p:sp>
          <p:nvSpPr>
            <p:cNvPr id="449556" name="TextBox 16"/>
            <p:cNvSpPr txBox="1">
              <a:spLocks noChangeArrowheads="1"/>
            </p:cNvSpPr>
            <p:nvPr/>
          </p:nvSpPr>
          <p:spPr bwMode="auto">
            <a:xfrm>
              <a:off x="980851" y="4939956"/>
              <a:ext cx="9559993" cy="1076960"/>
            </a:xfrm>
            <a:prstGeom prst="rect">
              <a:avLst/>
            </a:prstGeom>
            <a:noFill/>
            <a:ln w="9525">
              <a:noFill/>
              <a:miter lim="800000"/>
              <a:headEnd/>
              <a:tailEnd/>
            </a:ln>
          </p:spPr>
          <p:txBody>
            <a:bodyPr wrap="square">
              <a:spAutoFit/>
            </a:bodyPr>
            <a:lstStyle/>
            <a:p>
              <a:pPr lvl="0" rtl="1"/>
              <a:r>
                <a:rPr lang="ar-EG" sz="3200" b="1" dirty="0"/>
                <a:t>تقديم بيئة تعليمية مرتبة كمطلب للتعليم الفعال عن طريق تنوع في أساليب واستراتيجيات تقديم المعلومات.</a:t>
              </a:r>
              <a:endParaRPr lang="en-US" sz="3200" b="1" dirty="0"/>
            </a:p>
          </p:txBody>
        </p:sp>
      </p:grpSp>
      <p:sp>
        <p:nvSpPr>
          <p:cNvPr id="1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6389918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25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1000"/>
                                        <p:tgtEl>
                                          <p:spTgt spid="8"/>
                                        </p:tgtEl>
                                      </p:cBhvr>
                                    </p:animEffect>
                                    <p:anim calcmode="lin" valueType="num">
                                      <p:cBhvr>
                                        <p:cTn id="13" dur="1000" fill="hold"/>
                                        <p:tgtEl>
                                          <p:spTgt spid="8"/>
                                        </p:tgtEl>
                                        <p:attrNameLst>
                                          <p:attrName>ppt_x</p:attrName>
                                        </p:attrNameLst>
                                      </p:cBhvr>
                                      <p:tavLst>
                                        <p:tav tm="0">
                                          <p:val>
                                            <p:strVal val="#ppt_x"/>
                                          </p:val>
                                        </p:tav>
                                        <p:tav tm="100000">
                                          <p:val>
                                            <p:strVal val="#ppt_x"/>
                                          </p:val>
                                        </p:tav>
                                      </p:tavLst>
                                    </p:anim>
                                    <p:anim calcmode="lin" valueType="num">
                                      <p:cBhvr>
                                        <p:cTn id="14" dur="1000" fill="hold"/>
                                        <p:tgtEl>
                                          <p:spTgt spid="8"/>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50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1000"/>
                                        <p:tgtEl>
                                          <p:spTgt spid="9"/>
                                        </p:tgtEl>
                                      </p:cBhvr>
                                    </p:animEffect>
                                    <p:anim calcmode="lin" valueType="num">
                                      <p:cBhvr>
                                        <p:cTn id="18" dur="1000" fill="hold"/>
                                        <p:tgtEl>
                                          <p:spTgt spid="9"/>
                                        </p:tgtEl>
                                        <p:attrNameLst>
                                          <p:attrName>ppt_x</p:attrName>
                                        </p:attrNameLst>
                                      </p:cBhvr>
                                      <p:tavLst>
                                        <p:tav tm="0">
                                          <p:val>
                                            <p:strVal val="#ppt_x"/>
                                          </p:val>
                                        </p:tav>
                                        <p:tav tm="100000">
                                          <p:val>
                                            <p:strVal val="#ppt_x"/>
                                          </p:val>
                                        </p:tav>
                                      </p:tavLst>
                                    </p:anim>
                                    <p:anim calcmode="lin" valueType="num">
                                      <p:cBhvr>
                                        <p:cTn id="1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736601" y="421587"/>
            <a:ext cx="10353674" cy="963613"/>
          </a:xfrm>
        </p:spPr>
        <p:txBody>
          <a:bodyPr/>
          <a:lstStyle/>
          <a:p>
            <a:pPr marL="742950" lvl="0" indent="-742950" algn="r" rtl="1">
              <a:buFont typeface="+mj-lt"/>
              <a:buAutoNum type="arabicPeriod" startAt="2"/>
            </a:pPr>
            <a:r>
              <a:rPr lang="ar-SA" b="1" u="sng" dirty="0"/>
              <a:t>مميزات استخدام المستحدثات التكنولوجية :</a:t>
            </a:r>
            <a:endParaRPr lang="en-US" u="sng" dirty="0"/>
          </a:p>
        </p:txBody>
      </p:sp>
      <p:grpSp>
        <p:nvGrpSpPr>
          <p:cNvPr id="12" name="Group 11"/>
          <p:cNvGrpSpPr>
            <a:grpSpLocks/>
          </p:cNvGrpSpPr>
          <p:nvPr/>
        </p:nvGrpSpPr>
        <p:grpSpPr bwMode="auto">
          <a:xfrm>
            <a:off x="807109" y="1802956"/>
            <a:ext cx="10560664" cy="1077218"/>
            <a:chOff x="-456999" y="1853117"/>
            <a:chExt cx="10561876" cy="1076523"/>
          </a:xfrm>
        </p:grpSpPr>
        <p:sp>
          <p:nvSpPr>
            <p:cNvPr id="13" name="Teardrop 12"/>
            <p:cNvSpPr/>
            <p:nvPr/>
          </p:nvSpPr>
          <p:spPr>
            <a:xfrm>
              <a:off x="-456999" y="1953179"/>
              <a:ext cx="862112" cy="861456"/>
            </a:xfrm>
            <a:prstGeom prst="teardrop">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smtClean="0">
                  <a:solidFill>
                    <a:prstClr val="white"/>
                  </a:solidFill>
                  <a:latin typeface="FontAwesome" pitchFamily="2" charset="0"/>
                </a:rPr>
                <a:t>4</a:t>
              </a:r>
              <a:endParaRPr lang="ru-RU" sz="2400" b="1" dirty="0">
                <a:solidFill>
                  <a:prstClr val="white"/>
                </a:solidFill>
              </a:endParaRPr>
            </a:p>
          </p:txBody>
        </p:sp>
        <p:sp>
          <p:nvSpPr>
            <p:cNvPr id="14" name="TextBox 3"/>
            <p:cNvSpPr txBox="1">
              <a:spLocks noChangeArrowheads="1"/>
            </p:cNvSpPr>
            <p:nvPr/>
          </p:nvSpPr>
          <p:spPr bwMode="auto">
            <a:xfrm>
              <a:off x="985150" y="1853117"/>
              <a:ext cx="9119727" cy="1076523"/>
            </a:xfrm>
            <a:prstGeom prst="rect">
              <a:avLst/>
            </a:prstGeom>
            <a:noFill/>
            <a:ln w="9525">
              <a:noFill/>
              <a:miter lim="800000"/>
              <a:headEnd/>
              <a:tailEnd/>
            </a:ln>
          </p:spPr>
          <p:txBody>
            <a:bodyPr wrap="square">
              <a:spAutoFit/>
            </a:bodyPr>
            <a:lstStyle/>
            <a:p>
              <a:pPr rtl="1" eaLnBrk="0" hangingPunct="0"/>
              <a:r>
                <a:rPr lang="ar-EG" sz="3200" b="1" dirty="0"/>
                <a:t>تطبيق فكرة التعلم الملائم من خلال إتاحة الوصول إلى المزيد من المعلومات بطرق أكثر وأيسر للمعرفة حسب الطلب</a:t>
              </a:r>
              <a:endParaRPr lang="en-US" sz="3200" b="1" dirty="0">
                <a:solidFill>
                  <a:prstClr val="black"/>
                </a:solidFill>
              </a:endParaRPr>
            </a:p>
          </p:txBody>
        </p:sp>
      </p:grpSp>
      <p:grpSp>
        <p:nvGrpSpPr>
          <p:cNvPr id="15" name="Group 14"/>
          <p:cNvGrpSpPr>
            <a:grpSpLocks/>
          </p:cNvGrpSpPr>
          <p:nvPr/>
        </p:nvGrpSpPr>
        <p:grpSpPr bwMode="auto">
          <a:xfrm>
            <a:off x="807108" y="3217528"/>
            <a:ext cx="10779126" cy="1077218"/>
            <a:chOff x="-456948" y="3558248"/>
            <a:chExt cx="10779927" cy="1078477"/>
          </a:xfrm>
        </p:grpSpPr>
        <p:sp>
          <p:nvSpPr>
            <p:cNvPr id="16" name="Teardrop 15"/>
            <p:cNvSpPr/>
            <p:nvPr/>
          </p:nvSpPr>
          <p:spPr>
            <a:xfrm>
              <a:off x="-456948" y="3558248"/>
              <a:ext cx="862077" cy="861430"/>
            </a:xfrm>
            <a:prstGeom prst="teardrop">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smtClean="0">
                  <a:solidFill>
                    <a:prstClr val="white"/>
                  </a:solidFill>
                  <a:latin typeface="FontAwesome" pitchFamily="2" charset="0"/>
                </a:rPr>
                <a:t>5</a:t>
              </a:r>
              <a:endParaRPr lang="ru-RU" sz="2400" b="1" dirty="0">
                <a:solidFill>
                  <a:prstClr val="white"/>
                </a:solidFill>
              </a:endParaRPr>
            </a:p>
          </p:txBody>
        </p:sp>
        <p:sp>
          <p:nvSpPr>
            <p:cNvPr id="17" name="TextBox 14"/>
            <p:cNvSpPr txBox="1">
              <a:spLocks noChangeArrowheads="1"/>
            </p:cNvSpPr>
            <p:nvPr/>
          </p:nvSpPr>
          <p:spPr bwMode="auto">
            <a:xfrm>
              <a:off x="985145" y="3558248"/>
              <a:ext cx="9337834" cy="1078477"/>
            </a:xfrm>
            <a:prstGeom prst="rect">
              <a:avLst/>
            </a:prstGeom>
            <a:noFill/>
            <a:ln w="9525">
              <a:noFill/>
              <a:miter lim="800000"/>
              <a:headEnd/>
              <a:tailEnd/>
            </a:ln>
          </p:spPr>
          <p:txBody>
            <a:bodyPr wrap="square">
              <a:spAutoFit/>
            </a:bodyPr>
            <a:lstStyle/>
            <a:p>
              <a:pPr rtl="1" eaLnBrk="0" hangingPunct="0"/>
              <a:r>
                <a:rPr lang="ar-EG" sz="3200" b="1" dirty="0"/>
                <a:t>محاكاة بيئة الحياة الواقعية، وتوفير بيئة اتصال ثنائية الاتجاه تتجاوز حواجز قاعة الدراسة وتربطها بالعالم وبيئة المتعلم</a:t>
              </a:r>
              <a:endParaRPr lang="en-US" sz="3200" b="1" dirty="0">
                <a:solidFill>
                  <a:prstClr val="black"/>
                </a:solidFill>
              </a:endParaRPr>
            </a:p>
          </p:txBody>
        </p:sp>
      </p:grpSp>
      <p:grpSp>
        <p:nvGrpSpPr>
          <p:cNvPr id="18" name="Group 17"/>
          <p:cNvGrpSpPr>
            <a:grpSpLocks/>
          </p:cNvGrpSpPr>
          <p:nvPr/>
        </p:nvGrpSpPr>
        <p:grpSpPr bwMode="auto">
          <a:xfrm>
            <a:off x="877618" y="4268456"/>
            <a:ext cx="10818154" cy="1569660"/>
            <a:chOff x="-276749" y="4775722"/>
            <a:chExt cx="10817593" cy="1569283"/>
          </a:xfrm>
        </p:grpSpPr>
        <p:sp>
          <p:nvSpPr>
            <p:cNvPr id="19" name="Teardrop 18"/>
            <p:cNvSpPr/>
            <p:nvPr/>
          </p:nvSpPr>
          <p:spPr>
            <a:xfrm>
              <a:off x="-276749" y="5184993"/>
              <a:ext cx="861967" cy="861805"/>
            </a:xfrm>
            <a:prstGeom prst="teardrop">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smtClean="0">
                  <a:solidFill>
                    <a:prstClr val="white"/>
                  </a:solidFill>
                  <a:latin typeface="FontAwesome" pitchFamily="2" charset="0"/>
                </a:rPr>
                <a:t>6</a:t>
              </a:r>
              <a:endParaRPr lang="ru-RU" sz="2400" b="1" dirty="0">
                <a:solidFill>
                  <a:prstClr val="white"/>
                </a:solidFill>
              </a:endParaRPr>
            </a:p>
          </p:txBody>
        </p:sp>
        <p:sp>
          <p:nvSpPr>
            <p:cNvPr id="20" name="TextBox 16"/>
            <p:cNvSpPr txBox="1">
              <a:spLocks noChangeArrowheads="1"/>
            </p:cNvSpPr>
            <p:nvPr/>
          </p:nvSpPr>
          <p:spPr bwMode="auto">
            <a:xfrm>
              <a:off x="980851" y="4775722"/>
              <a:ext cx="9559993" cy="1569283"/>
            </a:xfrm>
            <a:prstGeom prst="rect">
              <a:avLst/>
            </a:prstGeom>
            <a:noFill/>
            <a:ln w="9525">
              <a:noFill/>
              <a:miter lim="800000"/>
              <a:headEnd/>
              <a:tailEnd/>
            </a:ln>
          </p:spPr>
          <p:txBody>
            <a:bodyPr wrap="square">
              <a:spAutoFit/>
            </a:bodyPr>
            <a:lstStyle/>
            <a:p>
              <a:pPr lvl="0" rtl="1"/>
              <a:r>
                <a:rPr lang="ar-EG" sz="3200" b="1" dirty="0"/>
                <a:t>تحقيق مبدأ التعلم للإتقان عن طريق توافر توقعات واضحة ومحكات محددة لما يكون علية النجاح في أداء المهام والكشف عن أسباب التأخر أو التعثر في التعلم وعلاج</a:t>
              </a:r>
              <a:endParaRPr lang="en-US" sz="3200" b="1" dirty="0"/>
            </a:p>
          </p:txBody>
        </p:sp>
      </p:gr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801874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1000" fill="hold"/>
                                        <p:tgtEl>
                                          <p:spTgt spid="12"/>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25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1000"/>
                                        <p:tgtEl>
                                          <p:spTgt spid="15"/>
                                        </p:tgtEl>
                                      </p:cBhvr>
                                    </p:animEffect>
                                    <p:anim calcmode="lin" valueType="num">
                                      <p:cBhvr>
                                        <p:cTn id="13" dur="1000" fill="hold"/>
                                        <p:tgtEl>
                                          <p:spTgt spid="15"/>
                                        </p:tgtEl>
                                        <p:attrNameLst>
                                          <p:attrName>ppt_x</p:attrName>
                                        </p:attrNameLst>
                                      </p:cBhvr>
                                      <p:tavLst>
                                        <p:tav tm="0">
                                          <p:val>
                                            <p:strVal val="#ppt_x"/>
                                          </p:val>
                                        </p:tav>
                                        <p:tav tm="100000">
                                          <p:val>
                                            <p:strVal val="#ppt_x"/>
                                          </p:val>
                                        </p:tav>
                                      </p:tavLst>
                                    </p:anim>
                                    <p:anim calcmode="lin" valueType="num">
                                      <p:cBhvr>
                                        <p:cTn id="14" dur="1000" fill="hold"/>
                                        <p:tgtEl>
                                          <p:spTgt spid="15"/>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50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1000"/>
                                        <p:tgtEl>
                                          <p:spTgt spid="18"/>
                                        </p:tgtEl>
                                      </p:cBhvr>
                                    </p:animEffect>
                                    <p:anim calcmode="lin" valueType="num">
                                      <p:cBhvr>
                                        <p:cTn id="18" dur="1000" fill="hold"/>
                                        <p:tgtEl>
                                          <p:spTgt spid="18"/>
                                        </p:tgtEl>
                                        <p:attrNameLst>
                                          <p:attrName>ppt_x</p:attrName>
                                        </p:attrNameLst>
                                      </p:cBhvr>
                                      <p:tavLst>
                                        <p:tav tm="0">
                                          <p:val>
                                            <p:strVal val="#ppt_x"/>
                                          </p:val>
                                        </p:tav>
                                        <p:tav tm="100000">
                                          <p:val>
                                            <p:strVal val="#ppt_x"/>
                                          </p:val>
                                        </p:tav>
                                      </p:tavLst>
                                    </p:anim>
                                    <p:anim calcmode="lin" valueType="num">
                                      <p:cBhvr>
                                        <p:cTn id="19"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736601" y="421587"/>
            <a:ext cx="10353674" cy="963613"/>
          </a:xfrm>
        </p:spPr>
        <p:txBody>
          <a:bodyPr/>
          <a:lstStyle/>
          <a:p>
            <a:pPr marL="742950" lvl="0" indent="-742950" algn="r" rtl="1">
              <a:buFont typeface="+mj-lt"/>
              <a:buAutoNum type="arabicPeriod" startAt="2"/>
            </a:pPr>
            <a:r>
              <a:rPr lang="ar-SA" b="1" u="sng" dirty="0"/>
              <a:t>مميزات استخدام المستحدثات التكنولوجية :</a:t>
            </a:r>
            <a:endParaRPr lang="en-US" u="sng" dirty="0"/>
          </a:p>
        </p:txBody>
      </p:sp>
      <p:grpSp>
        <p:nvGrpSpPr>
          <p:cNvPr id="12" name="Group 11"/>
          <p:cNvGrpSpPr>
            <a:grpSpLocks/>
          </p:cNvGrpSpPr>
          <p:nvPr/>
        </p:nvGrpSpPr>
        <p:grpSpPr bwMode="auto">
          <a:xfrm>
            <a:off x="807109" y="1802956"/>
            <a:ext cx="10560664" cy="1077218"/>
            <a:chOff x="-456999" y="1853117"/>
            <a:chExt cx="10561876" cy="1076523"/>
          </a:xfrm>
        </p:grpSpPr>
        <p:sp>
          <p:nvSpPr>
            <p:cNvPr id="13" name="Teardrop 12"/>
            <p:cNvSpPr/>
            <p:nvPr/>
          </p:nvSpPr>
          <p:spPr>
            <a:xfrm>
              <a:off x="-456999" y="1953179"/>
              <a:ext cx="862112" cy="861456"/>
            </a:xfrm>
            <a:prstGeom prst="teardrop">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smtClean="0">
                  <a:solidFill>
                    <a:prstClr val="white"/>
                  </a:solidFill>
                  <a:latin typeface="FontAwesome" pitchFamily="2" charset="0"/>
                </a:rPr>
                <a:t>4</a:t>
              </a:r>
              <a:endParaRPr lang="ru-RU" sz="2400" b="1" dirty="0">
                <a:solidFill>
                  <a:prstClr val="white"/>
                </a:solidFill>
              </a:endParaRPr>
            </a:p>
          </p:txBody>
        </p:sp>
        <p:sp>
          <p:nvSpPr>
            <p:cNvPr id="14" name="TextBox 3"/>
            <p:cNvSpPr txBox="1">
              <a:spLocks noChangeArrowheads="1"/>
            </p:cNvSpPr>
            <p:nvPr/>
          </p:nvSpPr>
          <p:spPr bwMode="auto">
            <a:xfrm>
              <a:off x="985150" y="1853117"/>
              <a:ext cx="9119727" cy="1076523"/>
            </a:xfrm>
            <a:prstGeom prst="rect">
              <a:avLst/>
            </a:prstGeom>
            <a:noFill/>
            <a:ln w="9525">
              <a:noFill/>
              <a:miter lim="800000"/>
              <a:headEnd/>
              <a:tailEnd/>
            </a:ln>
          </p:spPr>
          <p:txBody>
            <a:bodyPr wrap="square">
              <a:spAutoFit/>
            </a:bodyPr>
            <a:lstStyle/>
            <a:p>
              <a:pPr rtl="1" eaLnBrk="0" hangingPunct="0"/>
              <a:r>
                <a:rPr lang="ar-EG" sz="3200" b="1" dirty="0"/>
                <a:t>توجيه جل اهتمام الطلبة في الصف للتعلم، مما يقلل من المشاكل السلوكية في بيئة الصف</a:t>
              </a:r>
              <a:endParaRPr lang="en-US" sz="3200" b="1" dirty="0">
                <a:solidFill>
                  <a:prstClr val="black"/>
                </a:solidFill>
              </a:endParaRPr>
            </a:p>
          </p:txBody>
        </p:sp>
      </p:grpSp>
      <p:grpSp>
        <p:nvGrpSpPr>
          <p:cNvPr id="15" name="Group 14"/>
          <p:cNvGrpSpPr>
            <a:grpSpLocks/>
          </p:cNvGrpSpPr>
          <p:nvPr/>
        </p:nvGrpSpPr>
        <p:grpSpPr bwMode="auto">
          <a:xfrm>
            <a:off x="807108" y="3217528"/>
            <a:ext cx="10779126" cy="1077218"/>
            <a:chOff x="-456948" y="3558248"/>
            <a:chExt cx="10779927" cy="1078477"/>
          </a:xfrm>
        </p:grpSpPr>
        <p:sp>
          <p:nvSpPr>
            <p:cNvPr id="16" name="Teardrop 15"/>
            <p:cNvSpPr/>
            <p:nvPr/>
          </p:nvSpPr>
          <p:spPr>
            <a:xfrm>
              <a:off x="-456948" y="3558248"/>
              <a:ext cx="862077" cy="861430"/>
            </a:xfrm>
            <a:prstGeom prst="teardrop">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smtClean="0">
                  <a:solidFill>
                    <a:prstClr val="white"/>
                  </a:solidFill>
                  <a:latin typeface="FontAwesome" pitchFamily="2" charset="0"/>
                </a:rPr>
                <a:t>5</a:t>
              </a:r>
              <a:endParaRPr lang="ru-RU" sz="2400" b="1" dirty="0">
                <a:solidFill>
                  <a:prstClr val="white"/>
                </a:solidFill>
              </a:endParaRPr>
            </a:p>
          </p:txBody>
        </p:sp>
        <p:sp>
          <p:nvSpPr>
            <p:cNvPr id="17" name="TextBox 14"/>
            <p:cNvSpPr txBox="1">
              <a:spLocks noChangeArrowheads="1"/>
            </p:cNvSpPr>
            <p:nvPr/>
          </p:nvSpPr>
          <p:spPr bwMode="auto">
            <a:xfrm>
              <a:off x="985145" y="3558248"/>
              <a:ext cx="9337834" cy="1078477"/>
            </a:xfrm>
            <a:prstGeom prst="rect">
              <a:avLst/>
            </a:prstGeom>
            <a:noFill/>
            <a:ln w="9525">
              <a:noFill/>
              <a:miter lim="800000"/>
              <a:headEnd/>
              <a:tailEnd/>
            </a:ln>
          </p:spPr>
          <p:txBody>
            <a:bodyPr wrap="square">
              <a:spAutoFit/>
            </a:bodyPr>
            <a:lstStyle/>
            <a:p>
              <a:pPr rtl="1" eaLnBrk="0" hangingPunct="0"/>
              <a:r>
                <a:rPr lang="ar-EG" sz="3200" b="1" dirty="0"/>
                <a:t>زيادة التفاعل الجماعي والتقليل من عامل الرهبة من التجريب وتنمية حب الاستطلاع والابتكار</a:t>
              </a:r>
              <a:endParaRPr lang="en-US" sz="3200" b="1" dirty="0">
                <a:solidFill>
                  <a:prstClr val="black"/>
                </a:solidFill>
              </a:endParaRPr>
            </a:p>
          </p:txBody>
        </p:sp>
      </p:grpSp>
      <p:grpSp>
        <p:nvGrpSpPr>
          <p:cNvPr id="18" name="Group 17"/>
          <p:cNvGrpSpPr>
            <a:grpSpLocks/>
          </p:cNvGrpSpPr>
          <p:nvPr/>
        </p:nvGrpSpPr>
        <p:grpSpPr bwMode="auto">
          <a:xfrm>
            <a:off x="877618" y="4483536"/>
            <a:ext cx="10818154" cy="1077218"/>
            <a:chOff x="-276749" y="4990753"/>
            <a:chExt cx="10817593" cy="1076960"/>
          </a:xfrm>
        </p:grpSpPr>
        <p:sp>
          <p:nvSpPr>
            <p:cNvPr id="19" name="Teardrop 18"/>
            <p:cNvSpPr/>
            <p:nvPr/>
          </p:nvSpPr>
          <p:spPr>
            <a:xfrm>
              <a:off x="-276749" y="5184993"/>
              <a:ext cx="861967" cy="861805"/>
            </a:xfrm>
            <a:prstGeom prst="teardrop">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smtClean="0">
                  <a:solidFill>
                    <a:prstClr val="white"/>
                  </a:solidFill>
                  <a:latin typeface="FontAwesome" pitchFamily="2" charset="0"/>
                </a:rPr>
                <a:t>6</a:t>
              </a:r>
              <a:endParaRPr lang="ru-RU" sz="2400" b="1" dirty="0">
                <a:solidFill>
                  <a:prstClr val="white"/>
                </a:solidFill>
              </a:endParaRPr>
            </a:p>
          </p:txBody>
        </p:sp>
        <p:sp>
          <p:nvSpPr>
            <p:cNvPr id="20" name="TextBox 16"/>
            <p:cNvSpPr txBox="1">
              <a:spLocks noChangeArrowheads="1"/>
            </p:cNvSpPr>
            <p:nvPr/>
          </p:nvSpPr>
          <p:spPr bwMode="auto">
            <a:xfrm>
              <a:off x="980851" y="4990753"/>
              <a:ext cx="9559993" cy="1076960"/>
            </a:xfrm>
            <a:prstGeom prst="rect">
              <a:avLst/>
            </a:prstGeom>
            <a:noFill/>
            <a:ln w="9525">
              <a:noFill/>
              <a:miter lim="800000"/>
              <a:headEnd/>
              <a:tailEnd/>
            </a:ln>
          </p:spPr>
          <p:txBody>
            <a:bodyPr wrap="square">
              <a:spAutoFit/>
            </a:bodyPr>
            <a:lstStyle/>
            <a:p>
              <a:pPr lvl="0" rtl="1"/>
              <a:r>
                <a:rPr lang="ar-EG" sz="3200" b="1" dirty="0"/>
                <a:t>التنمية المهنية للمتعلم واكسابة الكفايات الأساسية والضرورية كي يندمج في العالم المحيط به</a:t>
              </a:r>
              <a:endParaRPr lang="en-US" sz="3200" b="1" dirty="0"/>
            </a:p>
          </p:txBody>
        </p:sp>
      </p:gr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8025154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1000" fill="hold"/>
                                        <p:tgtEl>
                                          <p:spTgt spid="12"/>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25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1000"/>
                                        <p:tgtEl>
                                          <p:spTgt spid="15"/>
                                        </p:tgtEl>
                                      </p:cBhvr>
                                    </p:animEffect>
                                    <p:anim calcmode="lin" valueType="num">
                                      <p:cBhvr>
                                        <p:cTn id="13" dur="1000" fill="hold"/>
                                        <p:tgtEl>
                                          <p:spTgt spid="15"/>
                                        </p:tgtEl>
                                        <p:attrNameLst>
                                          <p:attrName>ppt_x</p:attrName>
                                        </p:attrNameLst>
                                      </p:cBhvr>
                                      <p:tavLst>
                                        <p:tav tm="0">
                                          <p:val>
                                            <p:strVal val="#ppt_x"/>
                                          </p:val>
                                        </p:tav>
                                        <p:tav tm="100000">
                                          <p:val>
                                            <p:strVal val="#ppt_x"/>
                                          </p:val>
                                        </p:tav>
                                      </p:tavLst>
                                    </p:anim>
                                    <p:anim calcmode="lin" valueType="num">
                                      <p:cBhvr>
                                        <p:cTn id="14" dur="1000" fill="hold"/>
                                        <p:tgtEl>
                                          <p:spTgt spid="15"/>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50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1000"/>
                                        <p:tgtEl>
                                          <p:spTgt spid="18"/>
                                        </p:tgtEl>
                                      </p:cBhvr>
                                    </p:animEffect>
                                    <p:anim calcmode="lin" valueType="num">
                                      <p:cBhvr>
                                        <p:cTn id="18" dur="1000" fill="hold"/>
                                        <p:tgtEl>
                                          <p:spTgt spid="18"/>
                                        </p:tgtEl>
                                        <p:attrNameLst>
                                          <p:attrName>ppt_x</p:attrName>
                                        </p:attrNameLst>
                                      </p:cBhvr>
                                      <p:tavLst>
                                        <p:tav tm="0">
                                          <p:val>
                                            <p:strVal val="#ppt_x"/>
                                          </p:val>
                                        </p:tav>
                                        <p:tav tm="100000">
                                          <p:val>
                                            <p:strVal val="#ppt_x"/>
                                          </p:val>
                                        </p:tav>
                                      </p:tavLst>
                                    </p:anim>
                                    <p:anim calcmode="lin" valueType="num">
                                      <p:cBhvr>
                                        <p:cTn id="19"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169250" y="1515060"/>
            <a:ext cx="8169789" cy="1481488"/>
            <a:chOff x="506235" y="3846175"/>
            <a:chExt cx="16339577" cy="2962973"/>
          </a:xfrm>
        </p:grpSpPr>
        <p:sp>
          <p:nvSpPr>
            <p:cNvPr id="43" name="TextBox 42"/>
            <p:cNvSpPr txBox="1"/>
            <p:nvPr/>
          </p:nvSpPr>
          <p:spPr>
            <a:xfrm>
              <a:off x="506235" y="4864038"/>
              <a:ext cx="16339577" cy="1945110"/>
            </a:xfrm>
            <a:prstGeom prst="rect">
              <a:avLst/>
            </a:prstGeom>
            <a:noFill/>
          </p:spPr>
          <p:txBody>
            <a:bodyPr wrap="square" lIns="109710" tIns="54855" rIns="109710" bIns="54855" rtlCol="0">
              <a:spAutoFit/>
            </a:bodyPr>
            <a:lstStyle/>
            <a:p>
              <a:pPr algn="ctr" rtl="1"/>
              <a:r>
                <a:rPr lang="ar-EG" sz="2800" b="1" dirty="0"/>
                <a:t>أي تفاعل المتعلم مع المعلم ومع المادة التعليمية أو مع متعلم أخر عن طريق الإنترن</a:t>
              </a:r>
              <a:r>
                <a:rPr lang="ar-SA" sz="2800" b="1" dirty="0"/>
                <a:t>ت</a:t>
              </a:r>
              <a:endParaRPr lang="en-US" sz="2800" b="1" dirty="0"/>
            </a:p>
          </p:txBody>
        </p:sp>
        <p:sp>
          <p:nvSpPr>
            <p:cNvPr id="44" name="Freeform 222"/>
            <p:cNvSpPr>
              <a:spLocks noEditPoints="1"/>
            </p:cNvSpPr>
            <p:nvPr/>
          </p:nvSpPr>
          <p:spPr bwMode="auto">
            <a:xfrm>
              <a:off x="15601890" y="4194565"/>
              <a:ext cx="518612" cy="520895"/>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45720" tIns="22860" rIns="45720" bIns="22860" numCol="1" anchor="t" anchorCtr="0" compatLnSpc="1">
              <a:prstTxWarp prst="textNoShape">
                <a:avLst/>
              </a:prstTxWarp>
            </a:bodyPr>
            <a:lstStyle/>
            <a:p>
              <a:pPr defTabSz="914217" fontAlgn="auto">
                <a:spcBef>
                  <a:spcPts val="0"/>
                </a:spcBef>
                <a:spcAft>
                  <a:spcPts val="0"/>
                </a:spcAft>
              </a:pPr>
              <a:endParaRPr lang="en-US">
                <a:solidFill>
                  <a:srgbClr val="445469"/>
                </a:solidFill>
                <a:latin typeface="Lato Light"/>
              </a:endParaRPr>
            </a:p>
          </p:txBody>
        </p:sp>
        <p:sp>
          <p:nvSpPr>
            <p:cNvPr id="56" name="TextBox 55"/>
            <p:cNvSpPr txBox="1"/>
            <p:nvPr/>
          </p:nvSpPr>
          <p:spPr>
            <a:xfrm>
              <a:off x="12528460" y="3846175"/>
              <a:ext cx="2825060" cy="1169513"/>
            </a:xfrm>
            <a:prstGeom prst="rect">
              <a:avLst/>
            </a:prstGeom>
            <a:noFill/>
          </p:spPr>
          <p:txBody>
            <a:bodyPr wrap="none" lIns="91422" tIns="45711" rIns="91422" bIns="45711" rtlCol="0">
              <a:spAutoFit/>
            </a:bodyPr>
            <a:lstStyle/>
            <a:p>
              <a:pPr defTabSz="914217" fontAlgn="auto">
                <a:spcBef>
                  <a:spcPts val="0"/>
                </a:spcBef>
                <a:spcAft>
                  <a:spcPts val="0"/>
                </a:spcAft>
              </a:pPr>
              <a:r>
                <a:rPr lang="ar-SA" sz="3200" b="1" u="sng" dirty="0">
                  <a:solidFill>
                    <a:schemeClr val="accent1"/>
                  </a:solidFill>
                </a:rPr>
                <a:t>التفاعلية</a:t>
              </a:r>
              <a:r>
                <a:rPr lang="ar-SA" sz="2800" b="1" dirty="0"/>
                <a:t> </a:t>
              </a:r>
              <a:endParaRPr lang="id-ID" sz="2800" b="1" u="sng" dirty="0">
                <a:solidFill>
                  <a:srgbClr val="445469"/>
                </a:solidFill>
                <a:latin typeface="Lato Regular"/>
                <a:cs typeface="Lato Regular"/>
              </a:endParaRPr>
            </a:p>
          </p:txBody>
        </p:sp>
      </p:grpSp>
      <p:grpSp>
        <p:nvGrpSpPr>
          <p:cNvPr id="4" name="Group 3"/>
          <p:cNvGrpSpPr/>
          <p:nvPr/>
        </p:nvGrpSpPr>
        <p:grpSpPr>
          <a:xfrm>
            <a:off x="593779" y="3232836"/>
            <a:ext cx="7459387" cy="1229206"/>
            <a:chOff x="1497443" y="5667245"/>
            <a:chExt cx="14918773" cy="2406039"/>
          </a:xfrm>
        </p:grpSpPr>
        <p:sp>
          <p:nvSpPr>
            <p:cNvPr id="57" name="TextBox 56"/>
            <p:cNvSpPr txBox="1"/>
            <p:nvPr/>
          </p:nvSpPr>
          <p:spPr>
            <a:xfrm>
              <a:off x="1497443" y="7013025"/>
              <a:ext cx="14918773" cy="1060259"/>
            </a:xfrm>
            <a:prstGeom prst="rect">
              <a:avLst/>
            </a:prstGeom>
            <a:noFill/>
          </p:spPr>
          <p:txBody>
            <a:bodyPr wrap="square" lIns="109710" tIns="54855" rIns="109710" bIns="54855" rtlCol="0">
              <a:spAutoFit/>
            </a:bodyPr>
            <a:lstStyle/>
            <a:p>
              <a:pPr algn="ctr" defTabSz="914217" rtl="1" fontAlgn="auto">
                <a:spcBef>
                  <a:spcPts val="0"/>
                </a:spcBef>
                <a:spcAft>
                  <a:spcPts val="0"/>
                </a:spcAft>
              </a:pPr>
              <a:r>
                <a:rPr lang="ar-EG" sz="2800" b="1" dirty="0"/>
                <a:t>بمعنى أن يكون المستحدث في متناول الفرد وليس الجماعة فقط</a:t>
              </a:r>
              <a:endParaRPr lang="en-US" sz="2800" b="1" dirty="0">
                <a:solidFill>
                  <a:srgbClr val="445469"/>
                </a:solidFill>
                <a:latin typeface="Lato Light"/>
                <a:ea typeface="Open Sans Light" panose="020B0306030504020204" pitchFamily="34" charset="0"/>
                <a:cs typeface="Lato Light"/>
              </a:endParaRPr>
            </a:p>
          </p:txBody>
        </p:sp>
        <p:sp>
          <p:nvSpPr>
            <p:cNvPr id="58" name="Freeform 222"/>
            <p:cNvSpPr>
              <a:spLocks noEditPoints="1"/>
            </p:cNvSpPr>
            <p:nvPr/>
          </p:nvSpPr>
          <p:spPr bwMode="auto">
            <a:xfrm>
              <a:off x="15745224" y="5936047"/>
              <a:ext cx="518612" cy="520895"/>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45720" tIns="22860" rIns="45720" bIns="22860" numCol="1" anchor="t" anchorCtr="0" compatLnSpc="1">
              <a:prstTxWarp prst="textNoShape">
                <a:avLst/>
              </a:prstTxWarp>
            </a:bodyPr>
            <a:lstStyle/>
            <a:p>
              <a:pPr defTabSz="914217" fontAlgn="auto">
                <a:spcBef>
                  <a:spcPts val="0"/>
                </a:spcBef>
                <a:spcAft>
                  <a:spcPts val="0"/>
                </a:spcAft>
              </a:pPr>
              <a:endParaRPr lang="en-US">
                <a:solidFill>
                  <a:srgbClr val="445469"/>
                </a:solidFill>
                <a:latin typeface="Lato Light"/>
              </a:endParaRPr>
            </a:p>
          </p:txBody>
        </p:sp>
        <p:sp>
          <p:nvSpPr>
            <p:cNvPr id="59" name="TextBox 58"/>
            <p:cNvSpPr txBox="1"/>
            <p:nvPr/>
          </p:nvSpPr>
          <p:spPr>
            <a:xfrm>
              <a:off x="13242022" y="5667245"/>
              <a:ext cx="2209506" cy="1144599"/>
            </a:xfrm>
            <a:prstGeom prst="rect">
              <a:avLst/>
            </a:prstGeom>
            <a:noFill/>
          </p:spPr>
          <p:txBody>
            <a:bodyPr wrap="none" lIns="91422" tIns="45711" rIns="91422" bIns="45711" rtlCol="0">
              <a:spAutoFit/>
            </a:bodyPr>
            <a:lstStyle/>
            <a:p>
              <a:pPr defTabSz="914217" fontAlgn="auto">
                <a:spcBef>
                  <a:spcPts val="0"/>
                </a:spcBef>
                <a:spcAft>
                  <a:spcPts val="0"/>
                </a:spcAft>
              </a:pPr>
              <a:r>
                <a:rPr lang="ar-EG" sz="3200" b="1" u="sng" dirty="0">
                  <a:solidFill>
                    <a:schemeClr val="accent1"/>
                  </a:solidFill>
                </a:rPr>
                <a:t>الفردية</a:t>
              </a:r>
              <a:endParaRPr lang="id-ID" sz="3200" b="1" u="sng" dirty="0">
                <a:solidFill>
                  <a:schemeClr val="accent1"/>
                </a:solidFill>
                <a:latin typeface="Lato Regular"/>
                <a:cs typeface="Lato Regular"/>
              </a:endParaRPr>
            </a:p>
          </p:txBody>
        </p:sp>
      </p:grpSp>
      <p:grpSp>
        <p:nvGrpSpPr>
          <p:cNvPr id="5" name="Group 4"/>
          <p:cNvGrpSpPr/>
          <p:nvPr/>
        </p:nvGrpSpPr>
        <p:grpSpPr>
          <a:xfrm>
            <a:off x="497204" y="4765717"/>
            <a:ext cx="7652535" cy="1557313"/>
            <a:chOff x="1473985" y="7217788"/>
            <a:chExt cx="15305069" cy="3114623"/>
          </a:xfrm>
        </p:grpSpPr>
        <p:sp>
          <p:nvSpPr>
            <p:cNvPr id="60" name="TextBox 59"/>
            <p:cNvSpPr txBox="1"/>
            <p:nvPr/>
          </p:nvSpPr>
          <p:spPr>
            <a:xfrm>
              <a:off x="1473985" y="8387301"/>
              <a:ext cx="15305069" cy="1945110"/>
            </a:xfrm>
            <a:prstGeom prst="rect">
              <a:avLst/>
            </a:prstGeom>
            <a:noFill/>
          </p:spPr>
          <p:txBody>
            <a:bodyPr wrap="square" lIns="109710" tIns="54855" rIns="109710" bIns="54855" rtlCol="0">
              <a:spAutoFit/>
            </a:bodyPr>
            <a:lstStyle/>
            <a:p>
              <a:pPr algn="ctr" defTabSz="914217" rtl="1" fontAlgn="auto">
                <a:spcBef>
                  <a:spcPts val="0"/>
                </a:spcBef>
                <a:spcAft>
                  <a:spcPts val="0"/>
                </a:spcAft>
              </a:pPr>
              <a:r>
                <a:rPr lang="ar-EG" sz="2800" b="1" dirty="0"/>
                <a:t>أي استخدام أكثر من مصدر تعلم مثل "الصوت – القراءة – التعزيز الداخلي</a:t>
              </a:r>
              <a:r>
                <a:rPr lang="en-US" sz="2800" b="1" dirty="0"/>
                <a:t>...</a:t>
              </a:r>
              <a:r>
                <a:rPr lang="ar-JO" sz="2800" b="1" dirty="0"/>
                <a:t>"</a:t>
              </a:r>
              <a:endParaRPr lang="en-US" sz="2800" b="1" dirty="0">
                <a:solidFill>
                  <a:srgbClr val="445469"/>
                </a:solidFill>
                <a:latin typeface="Lato Light"/>
                <a:ea typeface="Open Sans Light" panose="020B0306030504020204" pitchFamily="34" charset="0"/>
                <a:cs typeface="Lato Light"/>
              </a:endParaRPr>
            </a:p>
          </p:txBody>
        </p:sp>
        <p:sp>
          <p:nvSpPr>
            <p:cNvPr id="61" name="Freeform 222"/>
            <p:cNvSpPr>
              <a:spLocks noEditPoints="1"/>
            </p:cNvSpPr>
            <p:nvPr/>
          </p:nvSpPr>
          <p:spPr bwMode="auto">
            <a:xfrm>
              <a:off x="15833486" y="7542098"/>
              <a:ext cx="518612" cy="520895"/>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45720" tIns="22860" rIns="45720" bIns="22860" numCol="1" anchor="t" anchorCtr="0" compatLnSpc="1">
              <a:prstTxWarp prst="textNoShape">
                <a:avLst/>
              </a:prstTxWarp>
            </a:bodyPr>
            <a:lstStyle/>
            <a:p>
              <a:pPr defTabSz="914217" fontAlgn="auto">
                <a:spcBef>
                  <a:spcPts val="0"/>
                </a:spcBef>
                <a:spcAft>
                  <a:spcPts val="0"/>
                </a:spcAft>
              </a:pPr>
              <a:endParaRPr lang="en-US">
                <a:solidFill>
                  <a:srgbClr val="445469"/>
                </a:solidFill>
                <a:latin typeface="Lato Light"/>
              </a:endParaRPr>
            </a:p>
          </p:txBody>
        </p:sp>
        <p:sp>
          <p:nvSpPr>
            <p:cNvPr id="63" name="TextBox 62"/>
            <p:cNvSpPr txBox="1"/>
            <p:nvPr/>
          </p:nvSpPr>
          <p:spPr>
            <a:xfrm>
              <a:off x="13097190" y="7217788"/>
              <a:ext cx="2235154" cy="1169512"/>
            </a:xfrm>
            <a:prstGeom prst="rect">
              <a:avLst/>
            </a:prstGeom>
            <a:noFill/>
          </p:spPr>
          <p:txBody>
            <a:bodyPr wrap="none" lIns="91422" tIns="45711" rIns="91422" bIns="45711" rtlCol="0">
              <a:spAutoFit/>
            </a:bodyPr>
            <a:lstStyle/>
            <a:p>
              <a:pPr algn="r" defTabSz="914217" rtl="1" fontAlgn="auto">
                <a:spcBef>
                  <a:spcPts val="0"/>
                </a:spcBef>
                <a:spcAft>
                  <a:spcPts val="0"/>
                </a:spcAft>
              </a:pPr>
              <a:r>
                <a:rPr lang="ar-EG" sz="3200" b="1" u="sng" dirty="0">
                  <a:solidFill>
                    <a:schemeClr val="accent1"/>
                  </a:solidFill>
                </a:rPr>
                <a:t>التنوع </a:t>
              </a:r>
              <a:endParaRPr lang="id-ID" sz="3200" b="1" u="sng" dirty="0">
                <a:solidFill>
                  <a:schemeClr val="accent1"/>
                </a:solidFill>
                <a:latin typeface="Lato Regular"/>
                <a:cs typeface="Lato Regular"/>
              </a:endParaRPr>
            </a:p>
          </p:txBody>
        </p:sp>
      </p:grpSp>
      <p:sp>
        <p:nvSpPr>
          <p:cNvPr id="35" name="Text Placeholder 5"/>
          <p:cNvSpPr txBox="1">
            <a:spLocks/>
          </p:cNvSpPr>
          <p:nvPr/>
        </p:nvSpPr>
        <p:spPr>
          <a:xfrm>
            <a:off x="135930" y="278186"/>
            <a:ext cx="10353674" cy="963613"/>
          </a:xfrm>
          <a:prstGeom prst="rect">
            <a:avLst/>
          </a:prstGeom>
        </p:spPr>
        <p:txBody>
          <a:bodyPr/>
          <a:lstStyle>
            <a:lvl1pPr marL="0" indent="0" algn="l" rtl="0" eaLnBrk="0" fontAlgn="base" hangingPunct="0">
              <a:lnSpc>
                <a:spcPct val="90000"/>
              </a:lnSpc>
              <a:spcBef>
                <a:spcPts val="1000"/>
              </a:spcBef>
              <a:spcAft>
                <a:spcPct val="0"/>
              </a:spcAft>
              <a:buFont typeface="Arial" charset="0"/>
              <a:buNone/>
              <a:defRPr sz="4400" kern="1200">
                <a:solidFill>
                  <a:schemeClr val="tx1">
                    <a:lumMod val="85000"/>
                    <a:lumOff val="15000"/>
                  </a:schemeClr>
                </a:solidFill>
                <a:latin typeface="Lato Medium"/>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42950" lvl="0" indent="-742950" algn="r" rtl="1">
              <a:buFont typeface="+mj-lt"/>
              <a:buAutoNum type="arabicPeriod" startAt="3"/>
            </a:pPr>
            <a:r>
              <a:rPr lang="ar-SA" b="1" u="sng" dirty="0">
                <a:solidFill>
                  <a:schemeClr val="tx1">
                    <a:lumMod val="50000"/>
                  </a:schemeClr>
                </a:solidFill>
              </a:rPr>
              <a:t>خصائص المستحدثات التكنولوجية: </a:t>
            </a:r>
            <a:endParaRPr lang="en-US" u="sng" dirty="0">
              <a:solidFill>
                <a:schemeClr val="tx1">
                  <a:lumMod val="50000"/>
                </a:schemeClr>
              </a:solidFill>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grpSp>
        <p:nvGrpSpPr>
          <p:cNvPr id="33" name="Group 32"/>
          <p:cNvGrpSpPr>
            <a:grpSpLocks/>
          </p:cNvGrpSpPr>
          <p:nvPr/>
        </p:nvGrpSpPr>
        <p:grpSpPr bwMode="auto">
          <a:xfrm>
            <a:off x="8500228" y="1337580"/>
            <a:ext cx="3351211" cy="4597400"/>
            <a:chOff x="6550015" y="1734643"/>
            <a:chExt cx="3351686" cy="4597407"/>
          </a:xfrm>
        </p:grpSpPr>
        <p:sp>
          <p:nvSpPr>
            <p:cNvPr id="34" name="Oval 33"/>
            <p:cNvSpPr/>
            <p:nvPr/>
          </p:nvSpPr>
          <p:spPr>
            <a:xfrm>
              <a:off x="6900902" y="2088656"/>
              <a:ext cx="2630860" cy="2644779"/>
            </a:xfrm>
            <a:prstGeom prst="ellipse">
              <a:avLst/>
            </a:prstGeom>
            <a:noFill/>
            <a:ln>
              <a:solidFill>
                <a:schemeClr val="bg1">
                  <a:lumMod val="65000"/>
                </a:schemeClr>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grpSp>
          <p:nvGrpSpPr>
            <p:cNvPr id="36" name="Group 35"/>
            <p:cNvGrpSpPr/>
            <p:nvPr/>
          </p:nvGrpSpPr>
          <p:grpSpPr>
            <a:xfrm>
              <a:off x="7828252" y="3667661"/>
              <a:ext cx="777012" cy="2664389"/>
              <a:chOff x="4795838" y="1579563"/>
              <a:chExt cx="514350" cy="1763712"/>
            </a:xfrm>
            <a:solidFill>
              <a:schemeClr val="tx1">
                <a:lumMod val="75000"/>
                <a:lumOff val="25000"/>
              </a:schemeClr>
            </a:solidFill>
          </p:grpSpPr>
          <p:sp>
            <p:nvSpPr>
              <p:cNvPr id="96" name="Freeform 95"/>
              <p:cNvSpPr>
                <a:spLocks/>
              </p:cNvSpPr>
              <p:nvPr/>
            </p:nvSpPr>
            <p:spPr bwMode="auto">
              <a:xfrm>
                <a:off x="4795838" y="1579563"/>
                <a:ext cx="514350" cy="1763712"/>
              </a:xfrm>
              <a:custGeom>
                <a:avLst/>
                <a:gdLst>
                  <a:gd name="T0" fmla="*/ 80 w 137"/>
                  <a:gd name="T1" fmla="*/ 0 h 469"/>
                  <a:gd name="T2" fmla="*/ 57 w 137"/>
                  <a:gd name="T3" fmla="*/ 23 h 469"/>
                  <a:gd name="T4" fmla="*/ 59 w 137"/>
                  <a:gd name="T5" fmla="*/ 48 h 469"/>
                  <a:gd name="T6" fmla="*/ 62 w 137"/>
                  <a:gd name="T7" fmla="*/ 52 h 469"/>
                  <a:gd name="T8" fmla="*/ 64 w 137"/>
                  <a:gd name="T9" fmla="*/ 63 h 469"/>
                  <a:gd name="T10" fmla="*/ 68 w 137"/>
                  <a:gd name="T11" fmla="*/ 69 h 469"/>
                  <a:gd name="T12" fmla="*/ 63 w 137"/>
                  <a:gd name="T13" fmla="*/ 78 h 469"/>
                  <a:gd name="T14" fmla="*/ 44 w 137"/>
                  <a:gd name="T15" fmla="*/ 86 h 469"/>
                  <a:gd name="T16" fmla="*/ 29 w 137"/>
                  <a:gd name="T17" fmla="*/ 100 h 469"/>
                  <a:gd name="T18" fmla="*/ 14 w 137"/>
                  <a:gd name="T19" fmla="*/ 123 h 469"/>
                  <a:gd name="T20" fmla="*/ 2 w 137"/>
                  <a:gd name="T21" fmla="*/ 150 h 469"/>
                  <a:gd name="T22" fmla="*/ 26 w 137"/>
                  <a:gd name="T23" fmla="*/ 163 h 469"/>
                  <a:gd name="T24" fmla="*/ 36 w 137"/>
                  <a:gd name="T25" fmla="*/ 158 h 469"/>
                  <a:gd name="T26" fmla="*/ 29 w 137"/>
                  <a:gd name="T27" fmla="*/ 201 h 469"/>
                  <a:gd name="T28" fmla="*/ 24 w 137"/>
                  <a:gd name="T29" fmla="*/ 245 h 469"/>
                  <a:gd name="T30" fmla="*/ 33 w 137"/>
                  <a:gd name="T31" fmla="*/ 250 h 469"/>
                  <a:gd name="T32" fmla="*/ 39 w 137"/>
                  <a:gd name="T33" fmla="*/ 306 h 469"/>
                  <a:gd name="T34" fmla="*/ 47 w 137"/>
                  <a:gd name="T35" fmla="*/ 360 h 469"/>
                  <a:gd name="T36" fmla="*/ 48 w 137"/>
                  <a:gd name="T37" fmla="*/ 394 h 469"/>
                  <a:gd name="T38" fmla="*/ 32 w 137"/>
                  <a:gd name="T39" fmla="*/ 416 h 469"/>
                  <a:gd name="T40" fmla="*/ 14 w 137"/>
                  <a:gd name="T41" fmla="*/ 420 h 469"/>
                  <a:gd name="T42" fmla="*/ 16 w 137"/>
                  <a:gd name="T43" fmla="*/ 428 h 469"/>
                  <a:gd name="T44" fmla="*/ 45 w 137"/>
                  <a:gd name="T45" fmla="*/ 425 h 469"/>
                  <a:gd name="T46" fmla="*/ 56 w 137"/>
                  <a:gd name="T47" fmla="*/ 421 h 469"/>
                  <a:gd name="T48" fmla="*/ 63 w 137"/>
                  <a:gd name="T49" fmla="*/ 426 h 469"/>
                  <a:gd name="T50" fmla="*/ 75 w 137"/>
                  <a:gd name="T51" fmla="*/ 419 h 469"/>
                  <a:gd name="T52" fmla="*/ 76 w 137"/>
                  <a:gd name="T53" fmla="*/ 401 h 469"/>
                  <a:gd name="T54" fmla="*/ 74 w 137"/>
                  <a:gd name="T55" fmla="*/ 380 h 469"/>
                  <a:gd name="T56" fmla="*/ 78 w 137"/>
                  <a:gd name="T57" fmla="*/ 350 h 469"/>
                  <a:gd name="T58" fmla="*/ 78 w 137"/>
                  <a:gd name="T59" fmla="*/ 326 h 469"/>
                  <a:gd name="T60" fmla="*/ 76 w 137"/>
                  <a:gd name="T61" fmla="*/ 303 h 469"/>
                  <a:gd name="T62" fmla="*/ 76 w 137"/>
                  <a:gd name="T63" fmla="*/ 288 h 469"/>
                  <a:gd name="T64" fmla="*/ 84 w 137"/>
                  <a:gd name="T65" fmla="*/ 331 h 469"/>
                  <a:gd name="T66" fmla="*/ 89 w 137"/>
                  <a:gd name="T67" fmla="*/ 382 h 469"/>
                  <a:gd name="T68" fmla="*/ 96 w 137"/>
                  <a:gd name="T69" fmla="*/ 413 h 469"/>
                  <a:gd name="T70" fmla="*/ 99 w 137"/>
                  <a:gd name="T71" fmla="*/ 427 h 469"/>
                  <a:gd name="T72" fmla="*/ 95 w 137"/>
                  <a:gd name="T73" fmla="*/ 445 h 469"/>
                  <a:gd name="T74" fmla="*/ 98 w 137"/>
                  <a:gd name="T75" fmla="*/ 469 h 469"/>
                  <a:gd name="T76" fmla="*/ 120 w 137"/>
                  <a:gd name="T77" fmla="*/ 454 h 469"/>
                  <a:gd name="T78" fmla="*/ 122 w 137"/>
                  <a:gd name="T79" fmla="*/ 430 h 469"/>
                  <a:gd name="T80" fmla="*/ 125 w 137"/>
                  <a:gd name="T81" fmla="*/ 411 h 469"/>
                  <a:gd name="T82" fmla="*/ 125 w 137"/>
                  <a:gd name="T83" fmla="*/ 385 h 469"/>
                  <a:gd name="T84" fmla="*/ 121 w 137"/>
                  <a:gd name="T85" fmla="*/ 338 h 469"/>
                  <a:gd name="T86" fmla="*/ 116 w 137"/>
                  <a:gd name="T87" fmla="*/ 282 h 469"/>
                  <a:gd name="T88" fmla="*/ 115 w 137"/>
                  <a:gd name="T89" fmla="*/ 252 h 469"/>
                  <a:gd name="T90" fmla="*/ 130 w 137"/>
                  <a:gd name="T91" fmla="*/ 246 h 469"/>
                  <a:gd name="T92" fmla="*/ 124 w 137"/>
                  <a:gd name="T93" fmla="*/ 211 h 469"/>
                  <a:gd name="T94" fmla="*/ 117 w 137"/>
                  <a:gd name="T95" fmla="*/ 175 h 469"/>
                  <a:gd name="T96" fmla="*/ 119 w 137"/>
                  <a:gd name="T97" fmla="*/ 151 h 469"/>
                  <a:gd name="T98" fmla="*/ 131 w 137"/>
                  <a:gd name="T99" fmla="*/ 120 h 469"/>
                  <a:gd name="T100" fmla="*/ 132 w 137"/>
                  <a:gd name="T101" fmla="*/ 85 h 469"/>
                  <a:gd name="T102" fmla="*/ 111 w 137"/>
                  <a:gd name="T103" fmla="*/ 78 h 469"/>
                  <a:gd name="T104" fmla="*/ 100 w 137"/>
                  <a:gd name="T105" fmla="*/ 65 h 469"/>
                  <a:gd name="T106" fmla="*/ 96 w 137"/>
                  <a:gd name="T107" fmla="*/ 60 h 469"/>
                  <a:gd name="T108" fmla="*/ 97 w 137"/>
                  <a:gd name="T109" fmla="*/ 52 h 469"/>
                  <a:gd name="T110" fmla="*/ 103 w 137"/>
                  <a:gd name="T111" fmla="*/ 44 h 469"/>
                  <a:gd name="T112" fmla="*/ 104 w 137"/>
                  <a:gd name="T113" fmla="*/ 19 h 469"/>
                  <a:gd name="T114" fmla="*/ 80 w 137"/>
                  <a:gd name="T115"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469">
                    <a:moveTo>
                      <a:pt x="80" y="0"/>
                    </a:moveTo>
                    <a:cubicBezTo>
                      <a:pt x="71" y="0"/>
                      <a:pt x="57" y="9"/>
                      <a:pt x="57" y="23"/>
                    </a:cubicBezTo>
                    <a:cubicBezTo>
                      <a:pt x="57" y="37"/>
                      <a:pt x="58" y="43"/>
                      <a:pt x="59" y="48"/>
                    </a:cubicBezTo>
                    <a:cubicBezTo>
                      <a:pt x="60" y="52"/>
                      <a:pt x="62" y="52"/>
                      <a:pt x="62" y="52"/>
                    </a:cubicBezTo>
                    <a:cubicBezTo>
                      <a:pt x="62" y="52"/>
                      <a:pt x="61" y="61"/>
                      <a:pt x="64" y="63"/>
                    </a:cubicBezTo>
                    <a:cubicBezTo>
                      <a:pt x="67" y="66"/>
                      <a:pt x="68" y="66"/>
                      <a:pt x="68" y="69"/>
                    </a:cubicBezTo>
                    <a:cubicBezTo>
                      <a:pt x="68" y="72"/>
                      <a:pt x="66" y="75"/>
                      <a:pt x="63" y="78"/>
                    </a:cubicBezTo>
                    <a:cubicBezTo>
                      <a:pt x="61" y="81"/>
                      <a:pt x="50" y="84"/>
                      <a:pt x="44" y="86"/>
                    </a:cubicBezTo>
                    <a:cubicBezTo>
                      <a:pt x="37" y="89"/>
                      <a:pt x="33" y="92"/>
                      <a:pt x="29" y="100"/>
                    </a:cubicBezTo>
                    <a:cubicBezTo>
                      <a:pt x="26" y="107"/>
                      <a:pt x="21" y="117"/>
                      <a:pt x="14" y="123"/>
                    </a:cubicBezTo>
                    <a:cubicBezTo>
                      <a:pt x="8" y="130"/>
                      <a:pt x="0" y="140"/>
                      <a:pt x="2" y="150"/>
                    </a:cubicBezTo>
                    <a:cubicBezTo>
                      <a:pt x="5" y="159"/>
                      <a:pt x="18" y="167"/>
                      <a:pt x="26" y="163"/>
                    </a:cubicBezTo>
                    <a:cubicBezTo>
                      <a:pt x="33" y="159"/>
                      <a:pt x="36" y="158"/>
                      <a:pt x="36" y="158"/>
                    </a:cubicBezTo>
                    <a:cubicBezTo>
                      <a:pt x="36" y="158"/>
                      <a:pt x="31" y="180"/>
                      <a:pt x="29" y="201"/>
                    </a:cubicBezTo>
                    <a:cubicBezTo>
                      <a:pt x="27" y="223"/>
                      <a:pt x="21" y="244"/>
                      <a:pt x="24" y="245"/>
                    </a:cubicBezTo>
                    <a:cubicBezTo>
                      <a:pt x="28" y="247"/>
                      <a:pt x="33" y="250"/>
                      <a:pt x="33" y="250"/>
                    </a:cubicBezTo>
                    <a:cubicBezTo>
                      <a:pt x="33" y="250"/>
                      <a:pt x="34" y="280"/>
                      <a:pt x="39" y="306"/>
                    </a:cubicBezTo>
                    <a:cubicBezTo>
                      <a:pt x="44" y="332"/>
                      <a:pt x="46" y="344"/>
                      <a:pt x="47" y="360"/>
                    </a:cubicBezTo>
                    <a:cubicBezTo>
                      <a:pt x="48" y="376"/>
                      <a:pt x="49" y="387"/>
                      <a:pt x="48" y="394"/>
                    </a:cubicBezTo>
                    <a:cubicBezTo>
                      <a:pt x="47" y="400"/>
                      <a:pt x="38" y="413"/>
                      <a:pt x="32" y="416"/>
                    </a:cubicBezTo>
                    <a:cubicBezTo>
                      <a:pt x="27" y="418"/>
                      <a:pt x="18" y="418"/>
                      <a:pt x="14" y="420"/>
                    </a:cubicBezTo>
                    <a:cubicBezTo>
                      <a:pt x="10" y="421"/>
                      <a:pt x="7" y="426"/>
                      <a:pt x="16" y="428"/>
                    </a:cubicBezTo>
                    <a:cubicBezTo>
                      <a:pt x="25" y="429"/>
                      <a:pt x="41" y="427"/>
                      <a:pt x="45" y="425"/>
                    </a:cubicBezTo>
                    <a:cubicBezTo>
                      <a:pt x="49" y="424"/>
                      <a:pt x="56" y="421"/>
                      <a:pt x="56" y="421"/>
                    </a:cubicBezTo>
                    <a:cubicBezTo>
                      <a:pt x="56" y="421"/>
                      <a:pt x="54" y="426"/>
                      <a:pt x="63" y="426"/>
                    </a:cubicBezTo>
                    <a:cubicBezTo>
                      <a:pt x="73" y="426"/>
                      <a:pt x="74" y="425"/>
                      <a:pt x="75" y="419"/>
                    </a:cubicBezTo>
                    <a:cubicBezTo>
                      <a:pt x="75" y="413"/>
                      <a:pt x="75" y="405"/>
                      <a:pt x="76" y="401"/>
                    </a:cubicBezTo>
                    <a:cubicBezTo>
                      <a:pt x="78" y="397"/>
                      <a:pt x="71" y="386"/>
                      <a:pt x="74" y="380"/>
                    </a:cubicBezTo>
                    <a:cubicBezTo>
                      <a:pt x="78" y="375"/>
                      <a:pt x="81" y="359"/>
                      <a:pt x="78" y="350"/>
                    </a:cubicBezTo>
                    <a:cubicBezTo>
                      <a:pt x="75" y="341"/>
                      <a:pt x="79" y="332"/>
                      <a:pt x="78" y="326"/>
                    </a:cubicBezTo>
                    <a:cubicBezTo>
                      <a:pt x="77" y="320"/>
                      <a:pt x="76" y="312"/>
                      <a:pt x="76" y="303"/>
                    </a:cubicBezTo>
                    <a:cubicBezTo>
                      <a:pt x="76" y="294"/>
                      <a:pt x="76" y="288"/>
                      <a:pt x="76" y="288"/>
                    </a:cubicBezTo>
                    <a:cubicBezTo>
                      <a:pt x="76" y="288"/>
                      <a:pt x="82" y="322"/>
                      <a:pt x="84" y="331"/>
                    </a:cubicBezTo>
                    <a:cubicBezTo>
                      <a:pt x="86" y="340"/>
                      <a:pt x="89" y="372"/>
                      <a:pt x="89" y="382"/>
                    </a:cubicBezTo>
                    <a:cubicBezTo>
                      <a:pt x="89" y="392"/>
                      <a:pt x="96" y="405"/>
                      <a:pt x="96" y="413"/>
                    </a:cubicBezTo>
                    <a:cubicBezTo>
                      <a:pt x="97" y="422"/>
                      <a:pt x="97" y="427"/>
                      <a:pt x="99" y="427"/>
                    </a:cubicBezTo>
                    <a:cubicBezTo>
                      <a:pt x="102" y="427"/>
                      <a:pt x="97" y="437"/>
                      <a:pt x="95" y="445"/>
                    </a:cubicBezTo>
                    <a:cubicBezTo>
                      <a:pt x="94" y="452"/>
                      <a:pt x="88" y="469"/>
                      <a:pt x="98" y="469"/>
                    </a:cubicBezTo>
                    <a:cubicBezTo>
                      <a:pt x="109" y="469"/>
                      <a:pt x="120" y="465"/>
                      <a:pt x="120" y="454"/>
                    </a:cubicBezTo>
                    <a:cubicBezTo>
                      <a:pt x="121" y="444"/>
                      <a:pt x="119" y="434"/>
                      <a:pt x="122" y="430"/>
                    </a:cubicBezTo>
                    <a:cubicBezTo>
                      <a:pt x="125" y="426"/>
                      <a:pt x="125" y="417"/>
                      <a:pt x="125" y="411"/>
                    </a:cubicBezTo>
                    <a:cubicBezTo>
                      <a:pt x="124" y="406"/>
                      <a:pt x="126" y="396"/>
                      <a:pt x="125" y="385"/>
                    </a:cubicBezTo>
                    <a:cubicBezTo>
                      <a:pt x="123" y="373"/>
                      <a:pt x="123" y="353"/>
                      <a:pt x="121" y="338"/>
                    </a:cubicBezTo>
                    <a:cubicBezTo>
                      <a:pt x="118" y="323"/>
                      <a:pt x="117" y="300"/>
                      <a:pt x="116" y="282"/>
                    </a:cubicBezTo>
                    <a:cubicBezTo>
                      <a:pt x="114" y="264"/>
                      <a:pt x="113" y="255"/>
                      <a:pt x="115" y="252"/>
                    </a:cubicBezTo>
                    <a:cubicBezTo>
                      <a:pt x="117" y="250"/>
                      <a:pt x="127" y="247"/>
                      <a:pt x="130" y="246"/>
                    </a:cubicBezTo>
                    <a:cubicBezTo>
                      <a:pt x="133" y="246"/>
                      <a:pt x="127" y="227"/>
                      <a:pt x="124" y="211"/>
                    </a:cubicBezTo>
                    <a:cubicBezTo>
                      <a:pt x="122" y="196"/>
                      <a:pt x="119" y="186"/>
                      <a:pt x="117" y="175"/>
                    </a:cubicBezTo>
                    <a:cubicBezTo>
                      <a:pt x="114" y="164"/>
                      <a:pt x="114" y="159"/>
                      <a:pt x="119" y="151"/>
                    </a:cubicBezTo>
                    <a:cubicBezTo>
                      <a:pt x="123" y="143"/>
                      <a:pt x="129" y="138"/>
                      <a:pt x="131" y="120"/>
                    </a:cubicBezTo>
                    <a:cubicBezTo>
                      <a:pt x="134" y="102"/>
                      <a:pt x="137" y="90"/>
                      <a:pt x="132" y="85"/>
                    </a:cubicBezTo>
                    <a:cubicBezTo>
                      <a:pt x="127" y="81"/>
                      <a:pt x="118" y="83"/>
                      <a:pt x="111" y="78"/>
                    </a:cubicBezTo>
                    <a:cubicBezTo>
                      <a:pt x="104" y="72"/>
                      <a:pt x="103" y="66"/>
                      <a:pt x="100" y="65"/>
                    </a:cubicBezTo>
                    <a:cubicBezTo>
                      <a:pt x="97" y="64"/>
                      <a:pt x="96" y="64"/>
                      <a:pt x="96" y="60"/>
                    </a:cubicBezTo>
                    <a:cubicBezTo>
                      <a:pt x="96" y="56"/>
                      <a:pt x="97" y="52"/>
                      <a:pt x="97" y="52"/>
                    </a:cubicBezTo>
                    <a:cubicBezTo>
                      <a:pt x="97" y="52"/>
                      <a:pt x="102" y="49"/>
                      <a:pt x="103" y="44"/>
                    </a:cubicBezTo>
                    <a:cubicBezTo>
                      <a:pt x="104" y="39"/>
                      <a:pt x="105" y="27"/>
                      <a:pt x="104" y="19"/>
                    </a:cubicBezTo>
                    <a:cubicBezTo>
                      <a:pt x="102" y="11"/>
                      <a:pt x="95" y="0"/>
                      <a:pt x="80" y="0"/>
                    </a:cubicBezTo>
                    <a:close/>
                  </a:path>
                </a:pathLst>
              </a:custGeom>
              <a:grpFill/>
              <a:ln>
                <a:noFill/>
              </a:ln>
              <a:extLst/>
            </p:spPr>
            <p:txBody>
              <a:bodyPr lIns="68580" tIns="34290" rIns="68580" bIns="34290"/>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97" name="Freeform 96"/>
              <p:cNvSpPr>
                <a:spLocks/>
              </p:cNvSpPr>
              <p:nvPr/>
            </p:nvSpPr>
            <p:spPr bwMode="auto">
              <a:xfrm>
                <a:off x="5040313" y="1809750"/>
                <a:ext cx="127000" cy="96837"/>
              </a:xfrm>
              <a:custGeom>
                <a:avLst/>
                <a:gdLst>
                  <a:gd name="T0" fmla="*/ 2 w 34"/>
                  <a:gd name="T1" fmla="*/ 12 h 26"/>
                  <a:gd name="T2" fmla="*/ 0 w 34"/>
                  <a:gd name="T3" fmla="*/ 15 h 26"/>
                  <a:gd name="T4" fmla="*/ 1 w 34"/>
                  <a:gd name="T5" fmla="*/ 26 h 26"/>
                  <a:gd name="T6" fmla="*/ 8 w 34"/>
                  <a:gd name="T7" fmla="*/ 15 h 26"/>
                  <a:gd name="T8" fmla="*/ 14 w 34"/>
                  <a:gd name="T9" fmla="*/ 20 h 26"/>
                  <a:gd name="T10" fmla="*/ 15 w 34"/>
                  <a:gd name="T11" fmla="*/ 25 h 26"/>
                  <a:gd name="T12" fmla="*/ 34 w 34"/>
                  <a:gd name="T13" fmla="*/ 4 h 26"/>
                  <a:gd name="T14" fmla="*/ 31 w 34"/>
                  <a:gd name="T15" fmla="*/ 0 h 26"/>
                  <a:gd name="T16" fmla="*/ 9 w 34"/>
                  <a:gd name="T17" fmla="*/ 14 h 26"/>
                  <a:gd name="T18" fmla="*/ 2 w 34"/>
                  <a:gd name="T19"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6">
                    <a:moveTo>
                      <a:pt x="2" y="12"/>
                    </a:moveTo>
                    <a:cubicBezTo>
                      <a:pt x="1" y="13"/>
                      <a:pt x="1" y="14"/>
                      <a:pt x="0" y="15"/>
                    </a:cubicBezTo>
                    <a:cubicBezTo>
                      <a:pt x="1" y="19"/>
                      <a:pt x="1" y="23"/>
                      <a:pt x="1" y="26"/>
                    </a:cubicBezTo>
                    <a:cubicBezTo>
                      <a:pt x="7" y="23"/>
                      <a:pt x="4" y="16"/>
                      <a:pt x="8" y="15"/>
                    </a:cubicBezTo>
                    <a:cubicBezTo>
                      <a:pt x="13" y="15"/>
                      <a:pt x="13" y="17"/>
                      <a:pt x="14" y="20"/>
                    </a:cubicBezTo>
                    <a:cubicBezTo>
                      <a:pt x="15" y="22"/>
                      <a:pt x="15" y="25"/>
                      <a:pt x="15" y="25"/>
                    </a:cubicBezTo>
                    <a:cubicBezTo>
                      <a:pt x="15" y="25"/>
                      <a:pt x="30" y="9"/>
                      <a:pt x="34" y="4"/>
                    </a:cubicBezTo>
                    <a:cubicBezTo>
                      <a:pt x="32" y="3"/>
                      <a:pt x="31" y="2"/>
                      <a:pt x="31" y="0"/>
                    </a:cubicBezTo>
                    <a:cubicBezTo>
                      <a:pt x="26" y="5"/>
                      <a:pt x="15" y="14"/>
                      <a:pt x="9" y="14"/>
                    </a:cubicBezTo>
                    <a:cubicBezTo>
                      <a:pt x="6" y="14"/>
                      <a:pt x="4" y="13"/>
                      <a:pt x="2" y="12"/>
                    </a:cubicBezTo>
                    <a:close/>
                  </a:path>
                </a:pathLst>
              </a:custGeom>
              <a:grpFill/>
              <a:ln>
                <a:noFill/>
              </a:ln>
              <a:extLst/>
            </p:spPr>
            <p:txBody>
              <a:bodyPr lIns="68580" tIns="34290" rIns="68580" bIns="34290"/>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98" name="Freeform 97"/>
              <p:cNvSpPr>
                <a:spLocks/>
              </p:cNvSpPr>
              <p:nvPr/>
            </p:nvSpPr>
            <p:spPr bwMode="auto">
              <a:xfrm>
                <a:off x="4975226" y="2073275"/>
                <a:ext cx="57150" cy="74612"/>
              </a:xfrm>
              <a:custGeom>
                <a:avLst/>
                <a:gdLst>
                  <a:gd name="T0" fmla="*/ 7 w 15"/>
                  <a:gd name="T1" fmla="*/ 1 h 20"/>
                  <a:gd name="T2" fmla="*/ 15 w 15"/>
                  <a:gd name="T3" fmla="*/ 0 h 20"/>
                  <a:gd name="T4" fmla="*/ 8 w 15"/>
                  <a:gd name="T5" fmla="*/ 11 h 20"/>
                  <a:gd name="T6" fmla="*/ 8 w 15"/>
                  <a:gd name="T7" fmla="*/ 18 h 20"/>
                  <a:gd name="T8" fmla="*/ 2 w 15"/>
                  <a:gd name="T9" fmla="*/ 20 h 20"/>
                  <a:gd name="T10" fmla="*/ 2 w 15"/>
                  <a:gd name="T11" fmla="*/ 9 h 20"/>
                  <a:gd name="T12" fmla="*/ 7 w 15"/>
                  <a:gd name="T13" fmla="*/ 1 h 20"/>
                </a:gdLst>
                <a:ahLst/>
                <a:cxnLst>
                  <a:cxn ang="0">
                    <a:pos x="T0" y="T1"/>
                  </a:cxn>
                  <a:cxn ang="0">
                    <a:pos x="T2" y="T3"/>
                  </a:cxn>
                  <a:cxn ang="0">
                    <a:pos x="T4" y="T5"/>
                  </a:cxn>
                  <a:cxn ang="0">
                    <a:pos x="T6" y="T7"/>
                  </a:cxn>
                  <a:cxn ang="0">
                    <a:pos x="T8" y="T9"/>
                  </a:cxn>
                  <a:cxn ang="0">
                    <a:pos x="T10" y="T11"/>
                  </a:cxn>
                  <a:cxn ang="0">
                    <a:pos x="T12" y="T13"/>
                  </a:cxn>
                </a:cxnLst>
                <a:rect l="0" t="0" r="r" b="b"/>
                <a:pathLst>
                  <a:path w="15" h="20">
                    <a:moveTo>
                      <a:pt x="7" y="1"/>
                    </a:moveTo>
                    <a:cubicBezTo>
                      <a:pt x="15" y="0"/>
                      <a:pt x="15" y="0"/>
                      <a:pt x="15" y="0"/>
                    </a:cubicBezTo>
                    <a:cubicBezTo>
                      <a:pt x="15" y="0"/>
                      <a:pt x="8" y="5"/>
                      <a:pt x="8" y="11"/>
                    </a:cubicBezTo>
                    <a:cubicBezTo>
                      <a:pt x="8" y="16"/>
                      <a:pt x="8" y="18"/>
                      <a:pt x="8" y="18"/>
                    </a:cubicBezTo>
                    <a:cubicBezTo>
                      <a:pt x="2" y="20"/>
                      <a:pt x="2" y="20"/>
                      <a:pt x="2" y="20"/>
                    </a:cubicBezTo>
                    <a:cubicBezTo>
                      <a:pt x="2" y="20"/>
                      <a:pt x="0" y="14"/>
                      <a:pt x="2" y="9"/>
                    </a:cubicBezTo>
                    <a:cubicBezTo>
                      <a:pt x="4" y="4"/>
                      <a:pt x="6" y="2"/>
                      <a:pt x="7" y="1"/>
                    </a:cubicBezTo>
                    <a:close/>
                  </a:path>
                </a:pathLst>
              </a:custGeom>
              <a:grpFill/>
              <a:ln>
                <a:noFill/>
              </a:ln>
              <a:extLst/>
            </p:spPr>
            <p:txBody>
              <a:bodyPr lIns="68580" tIns="34290" rIns="68580" bIns="34290"/>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99" name="Freeform 98"/>
              <p:cNvSpPr>
                <a:spLocks/>
              </p:cNvSpPr>
              <p:nvPr/>
            </p:nvSpPr>
            <p:spPr bwMode="auto">
              <a:xfrm>
                <a:off x="4979988" y="2252663"/>
                <a:ext cx="22225" cy="65087"/>
              </a:xfrm>
              <a:custGeom>
                <a:avLst/>
                <a:gdLst>
                  <a:gd name="T0" fmla="*/ 4 w 6"/>
                  <a:gd name="T1" fmla="*/ 0 h 17"/>
                  <a:gd name="T2" fmla="*/ 5 w 6"/>
                  <a:gd name="T3" fmla="*/ 13 h 17"/>
                  <a:gd name="T4" fmla="*/ 6 w 6"/>
                  <a:gd name="T5" fmla="*/ 17 h 17"/>
                  <a:gd name="T6" fmla="*/ 0 w 6"/>
                  <a:gd name="T7" fmla="*/ 16 h 17"/>
                  <a:gd name="T8" fmla="*/ 4 w 6"/>
                  <a:gd name="T9" fmla="*/ 0 h 17"/>
                </a:gdLst>
                <a:ahLst/>
                <a:cxnLst>
                  <a:cxn ang="0">
                    <a:pos x="T0" y="T1"/>
                  </a:cxn>
                  <a:cxn ang="0">
                    <a:pos x="T2" y="T3"/>
                  </a:cxn>
                  <a:cxn ang="0">
                    <a:pos x="T4" y="T5"/>
                  </a:cxn>
                  <a:cxn ang="0">
                    <a:pos x="T6" y="T7"/>
                  </a:cxn>
                  <a:cxn ang="0">
                    <a:pos x="T8" y="T9"/>
                  </a:cxn>
                </a:cxnLst>
                <a:rect l="0" t="0" r="r" b="b"/>
                <a:pathLst>
                  <a:path w="6" h="17">
                    <a:moveTo>
                      <a:pt x="4" y="0"/>
                    </a:moveTo>
                    <a:cubicBezTo>
                      <a:pt x="4" y="0"/>
                      <a:pt x="5" y="9"/>
                      <a:pt x="5" y="13"/>
                    </a:cubicBezTo>
                    <a:cubicBezTo>
                      <a:pt x="6" y="16"/>
                      <a:pt x="6" y="17"/>
                      <a:pt x="6" y="17"/>
                    </a:cubicBezTo>
                    <a:cubicBezTo>
                      <a:pt x="0" y="16"/>
                      <a:pt x="0" y="16"/>
                      <a:pt x="0" y="16"/>
                    </a:cubicBezTo>
                    <a:cubicBezTo>
                      <a:pt x="0" y="16"/>
                      <a:pt x="1" y="8"/>
                      <a:pt x="4" y="0"/>
                    </a:cubicBezTo>
                    <a:close/>
                  </a:path>
                </a:pathLst>
              </a:custGeom>
              <a:grpFill/>
              <a:ln>
                <a:noFill/>
              </a:ln>
              <a:extLst/>
            </p:spPr>
            <p:txBody>
              <a:bodyPr lIns="68580" tIns="34290" rIns="68580" bIns="34290"/>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sz="1013">
                  <a:solidFill>
                    <a:prstClr val="black"/>
                  </a:solidFill>
                  <a:latin typeface="Calibri" panose="020F0502020204030204"/>
                  <a:cs typeface="+mn-cs"/>
                </a:endParaRPr>
              </a:p>
            </p:txBody>
          </p:sp>
        </p:grpSp>
        <p:sp>
          <p:nvSpPr>
            <p:cNvPr id="37" name="Oval 36"/>
            <p:cNvSpPr/>
            <p:nvPr/>
          </p:nvSpPr>
          <p:spPr>
            <a:xfrm>
              <a:off x="7845598" y="1734643"/>
              <a:ext cx="703361" cy="706438"/>
            </a:xfrm>
            <a:prstGeom prst="ellipse">
              <a:avLst/>
            </a:prstGeom>
            <a:solidFill>
              <a:srgbClr val="C0392B"/>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38" name="Oval 37"/>
            <p:cNvSpPr/>
            <p:nvPr/>
          </p:nvSpPr>
          <p:spPr>
            <a:xfrm>
              <a:off x="8839514" y="2212481"/>
              <a:ext cx="703361"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39" name="Oval 38"/>
            <p:cNvSpPr/>
            <p:nvPr/>
          </p:nvSpPr>
          <p:spPr>
            <a:xfrm>
              <a:off x="6550015" y="3057032"/>
              <a:ext cx="703361"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40" name="Oval 39"/>
            <p:cNvSpPr/>
            <p:nvPr/>
          </p:nvSpPr>
          <p:spPr>
            <a:xfrm>
              <a:off x="9198340" y="3057032"/>
              <a:ext cx="703361"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41" name="Oval 40"/>
            <p:cNvSpPr/>
            <p:nvPr/>
          </p:nvSpPr>
          <p:spPr>
            <a:xfrm>
              <a:off x="8883970" y="4001596"/>
              <a:ext cx="703361"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42" name="Oval 41"/>
            <p:cNvSpPr/>
            <p:nvPr/>
          </p:nvSpPr>
          <p:spPr>
            <a:xfrm>
              <a:off x="6918367" y="4001596"/>
              <a:ext cx="703361"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45" name="Oval 44"/>
            <p:cNvSpPr/>
            <p:nvPr/>
          </p:nvSpPr>
          <p:spPr>
            <a:xfrm>
              <a:off x="6921543" y="2212481"/>
              <a:ext cx="703361"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grpSp>
          <p:nvGrpSpPr>
            <p:cNvPr id="46" name="Group 45"/>
            <p:cNvGrpSpPr/>
            <p:nvPr/>
          </p:nvGrpSpPr>
          <p:grpSpPr>
            <a:xfrm>
              <a:off x="6766550" y="3278571"/>
              <a:ext cx="275414" cy="247507"/>
              <a:chOff x="5583238" y="3892551"/>
              <a:chExt cx="360363" cy="323850"/>
            </a:xfrm>
            <a:solidFill>
              <a:schemeClr val="bg1"/>
            </a:solidFill>
          </p:grpSpPr>
          <p:sp>
            <p:nvSpPr>
              <p:cNvPr id="93" name="Freeform 92"/>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4" name="Freeform 93"/>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5" name="Freeform 94"/>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47" name="Group 46"/>
            <p:cNvGrpSpPr/>
            <p:nvPr/>
          </p:nvGrpSpPr>
          <p:grpSpPr>
            <a:xfrm>
              <a:off x="7120938" y="2457922"/>
              <a:ext cx="264493" cy="228095"/>
              <a:chOff x="6048376" y="3925888"/>
              <a:chExt cx="346075" cy="298451"/>
            </a:xfrm>
            <a:solidFill>
              <a:schemeClr val="bg1"/>
            </a:solidFill>
          </p:grpSpPr>
          <p:sp>
            <p:nvSpPr>
              <p:cNvPr id="91" name="Freeform 90"/>
              <p:cNvSpPr>
                <a:spLocks/>
              </p:cNvSpPr>
              <p:nvPr/>
            </p:nvSpPr>
            <p:spPr bwMode="auto">
              <a:xfrm>
                <a:off x="6102351" y="3925888"/>
                <a:ext cx="292100" cy="244475"/>
              </a:xfrm>
              <a:custGeom>
                <a:avLst/>
                <a:gdLst>
                  <a:gd name="T0" fmla="*/ 72 w 78"/>
                  <a:gd name="T1" fmla="*/ 0 h 65"/>
                  <a:gd name="T2" fmla="*/ 48 w 78"/>
                  <a:gd name="T3" fmla="*/ 0 h 65"/>
                  <a:gd name="T4" fmla="*/ 42 w 78"/>
                  <a:gd name="T5" fmla="*/ 5 h 65"/>
                  <a:gd name="T6" fmla="*/ 42 w 78"/>
                  <a:gd name="T7" fmla="*/ 8 h 65"/>
                  <a:gd name="T8" fmla="*/ 5 w 78"/>
                  <a:gd name="T9" fmla="*/ 8 h 65"/>
                  <a:gd name="T10" fmla="*/ 0 w 78"/>
                  <a:gd name="T11" fmla="*/ 14 h 65"/>
                  <a:gd name="T12" fmla="*/ 0 w 78"/>
                  <a:gd name="T13" fmla="*/ 59 h 65"/>
                  <a:gd name="T14" fmla="*/ 5 w 78"/>
                  <a:gd name="T15" fmla="*/ 65 h 65"/>
                  <a:gd name="T16" fmla="*/ 73 w 78"/>
                  <a:gd name="T17" fmla="*/ 65 h 65"/>
                  <a:gd name="T18" fmla="*/ 78 w 78"/>
                  <a:gd name="T19" fmla="*/ 59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8"/>
                      <a:pt x="42" y="8"/>
                      <a:pt x="42" y="8"/>
                    </a:cubicBezTo>
                    <a:cubicBezTo>
                      <a:pt x="5" y="8"/>
                      <a:pt x="5" y="8"/>
                      <a:pt x="5" y="8"/>
                    </a:cubicBezTo>
                    <a:cubicBezTo>
                      <a:pt x="2" y="8"/>
                      <a:pt x="0" y="11"/>
                      <a:pt x="0" y="14"/>
                    </a:cubicBezTo>
                    <a:cubicBezTo>
                      <a:pt x="0" y="59"/>
                      <a:pt x="0" y="59"/>
                      <a:pt x="0" y="59"/>
                    </a:cubicBezTo>
                    <a:cubicBezTo>
                      <a:pt x="0" y="62"/>
                      <a:pt x="2" y="65"/>
                      <a:pt x="5" y="65"/>
                    </a:cubicBezTo>
                    <a:cubicBezTo>
                      <a:pt x="73" y="65"/>
                      <a:pt x="73" y="65"/>
                      <a:pt x="73" y="65"/>
                    </a:cubicBezTo>
                    <a:cubicBezTo>
                      <a:pt x="76" y="65"/>
                      <a:pt x="78" y="62"/>
                      <a:pt x="78" y="59"/>
                    </a:cubicBezTo>
                    <a:cubicBezTo>
                      <a:pt x="78" y="5"/>
                      <a:pt x="78" y="5"/>
                      <a:pt x="78" y="5"/>
                    </a:cubicBezTo>
                    <a:cubicBezTo>
                      <a:pt x="78" y="2"/>
                      <a:pt x="75" y="0"/>
                      <a:pt x="72" y="0"/>
                    </a:cubicBezTo>
                    <a:close/>
                  </a:path>
                </a:pathLst>
              </a:custGeom>
              <a:grpFill/>
              <a:ln w="7938" cap="flat">
                <a:solidFill>
                  <a:srgbClr val="FFFFFF"/>
                </a:solidFill>
                <a:prstDash val="solid"/>
                <a:miter lim="800000"/>
                <a:headEnd/>
                <a:tailEnd/>
              </a:ln>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2" name="Freeform 91"/>
              <p:cNvSpPr>
                <a:spLocks/>
              </p:cNvSpPr>
              <p:nvPr/>
            </p:nvSpPr>
            <p:spPr bwMode="auto">
              <a:xfrm>
                <a:off x="6048376" y="3978276"/>
                <a:ext cx="293688" cy="246063"/>
              </a:xfrm>
              <a:custGeom>
                <a:avLst/>
                <a:gdLst>
                  <a:gd name="T0" fmla="*/ 72 w 78"/>
                  <a:gd name="T1" fmla="*/ 0 h 65"/>
                  <a:gd name="T2" fmla="*/ 48 w 78"/>
                  <a:gd name="T3" fmla="*/ 0 h 65"/>
                  <a:gd name="T4" fmla="*/ 42 w 78"/>
                  <a:gd name="T5" fmla="*/ 5 h 65"/>
                  <a:gd name="T6" fmla="*/ 42 w 78"/>
                  <a:gd name="T7" fmla="*/ 9 h 65"/>
                  <a:gd name="T8" fmla="*/ 5 w 78"/>
                  <a:gd name="T9" fmla="*/ 9 h 65"/>
                  <a:gd name="T10" fmla="*/ 0 w 78"/>
                  <a:gd name="T11" fmla="*/ 14 h 65"/>
                  <a:gd name="T12" fmla="*/ 0 w 78"/>
                  <a:gd name="T13" fmla="*/ 60 h 65"/>
                  <a:gd name="T14" fmla="*/ 5 w 78"/>
                  <a:gd name="T15" fmla="*/ 65 h 65"/>
                  <a:gd name="T16" fmla="*/ 73 w 78"/>
                  <a:gd name="T17" fmla="*/ 65 h 65"/>
                  <a:gd name="T18" fmla="*/ 78 w 78"/>
                  <a:gd name="T19" fmla="*/ 60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9"/>
                      <a:pt x="42" y="9"/>
                      <a:pt x="42" y="9"/>
                    </a:cubicBezTo>
                    <a:cubicBezTo>
                      <a:pt x="5" y="9"/>
                      <a:pt x="5" y="9"/>
                      <a:pt x="5" y="9"/>
                    </a:cubicBezTo>
                    <a:cubicBezTo>
                      <a:pt x="2" y="9"/>
                      <a:pt x="0" y="11"/>
                      <a:pt x="0" y="14"/>
                    </a:cubicBezTo>
                    <a:cubicBezTo>
                      <a:pt x="0" y="60"/>
                      <a:pt x="0" y="60"/>
                      <a:pt x="0" y="60"/>
                    </a:cubicBezTo>
                    <a:cubicBezTo>
                      <a:pt x="0" y="63"/>
                      <a:pt x="2" y="65"/>
                      <a:pt x="5" y="65"/>
                    </a:cubicBezTo>
                    <a:cubicBezTo>
                      <a:pt x="73" y="65"/>
                      <a:pt x="73" y="65"/>
                      <a:pt x="73" y="65"/>
                    </a:cubicBezTo>
                    <a:cubicBezTo>
                      <a:pt x="76" y="65"/>
                      <a:pt x="78" y="63"/>
                      <a:pt x="78" y="60"/>
                    </a:cubicBezTo>
                    <a:cubicBezTo>
                      <a:pt x="78" y="5"/>
                      <a:pt x="78" y="5"/>
                      <a:pt x="78" y="5"/>
                    </a:cubicBezTo>
                    <a:cubicBezTo>
                      <a:pt x="78" y="2"/>
                      <a:pt x="76" y="0"/>
                      <a:pt x="72" y="0"/>
                    </a:cubicBezTo>
                    <a:close/>
                  </a:path>
                </a:pathLst>
              </a:custGeom>
              <a:grpFill/>
              <a:ln w="7938" cap="flat">
                <a:solidFill>
                  <a:srgbClr val="FFFFFF"/>
                </a:solidFill>
                <a:prstDash val="solid"/>
                <a:miter lim="800000"/>
                <a:headEnd/>
                <a:tailEnd/>
              </a:ln>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48" name="Group 47"/>
            <p:cNvGrpSpPr/>
            <p:nvPr/>
          </p:nvGrpSpPr>
          <p:grpSpPr>
            <a:xfrm>
              <a:off x="7172802" y="4226771"/>
              <a:ext cx="212323" cy="247508"/>
              <a:chOff x="7548563" y="2860676"/>
              <a:chExt cx="277813" cy="323850"/>
            </a:xfrm>
            <a:solidFill>
              <a:schemeClr val="bg1"/>
            </a:solidFill>
          </p:grpSpPr>
          <p:sp>
            <p:nvSpPr>
              <p:cNvPr id="68" name="Freeform 67"/>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9" name="Freeform 68"/>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70" name="Freeform 69"/>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88" name="Freeform 87"/>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89" name="Freeform 88"/>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0" name="Freeform 89"/>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grpSp>
        <p:sp>
          <p:nvSpPr>
            <p:cNvPr id="49" name="Freeform 48"/>
            <p:cNvSpPr>
              <a:spLocks noEditPoints="1"/>
            </p:cNvSpPr>
            <p:nvPr/>
          </p:nvSpPr>
          <p:spPr bwMode="auto">
            <a:xfrm>
              <a:off x="8104631" y="1931116"/>
              <a:ext cx="185883" cy="282086"/>
            </a:xfrm>
            <a:custGeom>
              <a:avLst/>
              <a:gdLst>
                <a:gd name="T0" fmla="*/ 194956412 w 48"/>
                <a:gd name="T1" fmla="*/ 880985365 h 73"/>
                <a:gd name="T2" fmla="*/ 539881754 w 48"/>
                <a:gd name="T3" fmla="*/ 880985365 h 73"/>
                <a:gd name="T4" fmla="*/ 539881754 w 48"/>
                <a:gd name="T5" fmla="*/ 880985365 h 73"/>
                <a:gd name="T6" fmla="*/ 554880183 w 48"/>
                <a:gd name="T7" fmla="*/ 880985365 h 73"/>
                <a:gd name="T8" fmla="*/ 569874741 w 48"/>
                <a:gd name="T9" fmla="*/ 851122903 h 73"/>
                <a:gd name="T10" fmla="*/ 359923710 w 48"/>
                <a:gd name="T11" fmla="*/ 612211618 h 73"/>
                <a:gd name="T12" fmla="*/ 164963425 w 48"/>
                <a:gd name="T13" fmla="*/ 851122903 h 73"/>
                <a:gd name="T14" fmla="*/ 164963425 w 48"/>
                <a:gd name="T15" fmla="*/ 880985365 h 73"/>
                <a:gd name="T16" fmla="*/ 194956412 w 48"/>
                <a:gd name="T17" fmla="*/ 880985365 h 73"/>
                <a:gd name="T18" fmla="*/ 194956412 w 48"/>
                <a:gd name="T19" fmla="*/ 880985365 h 73"/>
                <a:gd name="T20" fmla="*/ 659857574 w 48"/>
                <a:gd name="T21" fmla="*/ 164251328 h 73"/>
                <a:gd name="T22" fmla="*/ 719843548 w 48"/>
                <a:gd name="T23" fmla="*/ 104522510 h 73"/>
                <a:gd name="T24" fmla="*/ 719843548 w 48"/>
                <a:gd name="T25" fmla="*/ 74660048 h 73"/>
                <a:gd name="T26" fmla="*/ 659857574 w 48"/>
                <a:gd name="T27" fmla="*/ 0 h 73"/>
                <a:gd name="T28" fmla="*/ 74984434 w 48"/>
                <a:gd name="T29" fmla="*/ 0 h 73"/>
                <a:gd name="T30" fmla="*/ 0 w 48"/>
                <a:gd name="T31" fmla="*/ 74660048 h 73"/>
                <a:gd name="T32" fmla="*/ 0 w 48"/>
                <a:gd name="T33" fmla="*/ 104522510 h 73"/>
                <a:gd name="T34" fmla="*/ 59985989 w 48"/>
                <a:gd name="T35" fmla="*/ 164251328 h 73"/>
                <a:gd name="T36" fmla="*/ 659857574 w 48"/>
                <a:gd name="T37" fmla="*/ 164251328 h 73"/>
                <a:gd name="T38" fmla="*/ 599871600 w 48"/>
                <a:gd name="T39" fmla="*/ 194113789 h 73"/>
                <a:gd name="T40" fmla="*/ 659857574 w 48"/>
                <a:gd name="T41" fmla="*/ 194113789 h 73"/>
                <a:gd name="T42" fmla="*/ 464897229 w 48"/>
                <a:gd name="T43" fmla="*/ 537551600 h 73"/>
                <a:gd name="T44" fmla="*/ 659857574 w 48"/>
                <a:gd name="T45" fmla="*/ 880985365 h 73"/>
                <a:gd name="T46" fmla="*/ 599871600 w 48"/>
                <a:gd name="T47" fmla="*/ 880985365 h 73"/>
                <a:gd name="T48" fmla="*/ 389916698 w 48"/>
                <a:gd name="T49" fmla="*/ 567414061 h 73"/>
                <a:gd name="T50" fmla="*/ 374918268 w 48"/>
                <a:gd name="T51" fmla="*/ 537551600 h 73"/>
                <a:gd name="T52" fmla="*/ 389916698 w 48"/>
                <a:gd name="T53" fmla="*/ 522620369 h 73"/>
                <a:gd name="T54" fmla="*/ 389916698 w 48"/>
                <a:gd name="T55" fmla="*/ 522620369 h 73"/>
                <a:gd name="T56" fmla="*/ 599871600 w 48"/>
                <a:gd name="T57" fmla="*/ 194113789 h 73"/>
                <a:gd name="T58" fmla="*/ 59985989 w 48"/>
                <a:gd name="T59" fmla="*/ 910851691 h 73"/>
                <a:gd name="T60" fmla="*/ 0 w 48"/>
                <a:gd name="T61" fmla="*/ 985511709 h 73"/>
                <a:gd name="T62" fmla="*/ 0 w 48"/>
                <a:gd name="T63" fmla="*/ 1015374412 h 73"/>
                <a:gd name="T64" fmla="*/ 74984434 w 48"/>
                <a:gd name="T65" fmla="*/ 1090034430 h 73"/>
                <a:gd name="T66" fmla="*/ 659857574 w 48"/>
                <a:gd name="T67" fmla="*/ 1090034430 h 73"/>
                <a:gd name="T68" fmla="*/ 719843548 w 48"/>
                <a:gd name="T69" fmla="*/ 1015374412 h 73"/>
                <a:gd name="T70" fmla="*/ 719843548 w 48"/>
                <a:gd name="T71" fmla="*/ 985511709 h 73"/>
                <a:gd name="T72" fmla="*/ 659857574 w 48"/>
                <a:gd name="T73" fmla="*/ 910851691 h 73"/>
                <a:gd name="T74" fmla="*/ 59985989 w 48"/>
                <a:gd name="T75" fmla="*/ 910851691 h 73"/>
                <a:gd name="T76" fmla="*/ 119975851 w 48"/>
                <a:gd name="T77" fmla="*/ 880985365 h 73"/>
                <a:gd name="T78" fmla="*/ 59985989 w 48"/>
                <a:gd name="T79" fmla="*/ 880985365 h 73"/>
                <a:gd name="T80" fmla="*/ 269940877 w 48"/>
                <a:gd name="T81" fmla="*/ 537551600 h 73"/>
                <a:gd name="T82" fmla="*/ 59985989 w 48"/>
                <a:gd name="T83" fmla="*/ 194113789 h 73"/>
                <a:gd name="T84" fmla="*/ 119975851 w 48"/>
                <a:gd name="T85" fmla="*/ 194113789 h 73"/>
                <a:gd name="T86" fmla="*/ 329926851 w 48"/>
                <a:gd name="T87" fmla="*/ 522620369 h 73"/>
                <a:gd name="T88" fmla="*/ 359923710 w 48"/>
                <a:gd name="T89" fmla="*/ 552482830 h 73"/>
                <a:gd name="T90" fmla="*/ 329926851 w 48"/>
                <a:gd name="T91" fmla="*/ 567414061 h 73"/>
                <a:gd name="T92" fmla="*/ 119975851 w 48"/>
                <a:gd name="T93" fmla="*/ 880985365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endParaRPr lang="el-GR">
                <a:solidFill>
                  <a:srgbClr val="000000"/>
                </a:solidFill>
              </a:endParaRPr>
            </a:p>
          </p:txBody>
        </p:sp>
        <p:sp>
          <p:nvSpPr>
            <p:cNvPr id="50" name="Freeform 49"/>
            <p:cNvSpPr>
              <a:spLocks noEditPoints="1"/>
            </p:cNvSpPr>
            <p:nvPr/>
          </p:nvSpPr>
          <p:spPr bwMode="auto">
            <a:xfrm>
              <a:off x="9062038" y="2468841"/>
              <a:ext cx="272986" cy="175924"/>
            </a:xfrm>
            <a:custGeom>
              <a:avLst/>
              <a:gdLst>
                <a:gd name="T0" fmla="*/ 734892623 w 95"/>
                <a:gd name="T1" fmla="*/ 0 h 61"/>
                <a:gd name="T2" fmla="*/ 41286975 w 95"/>
                <a:gd name="T3" fmla="*/ 0 h 61"/>
                <a:gd name="T4" fmla="*/ 8258545 w 95"/>
                <a:gd name="T5" fmla="*/ 8317457 h 61"/>
                <a:gd name="T6" fmla="*/ 0 w 95"/>
                <a:gd name="T7" fmla="*/ 41587281 h 61"/>
                <a:gd name="T8" fmla="*/ 371574146 w 95"/>
                <a:gd name="T9" fmla="*/ 324380793 h 61"/>
                <a:gd name="T10" fmla="*/ 388088447 w 95"/>
                <a:gd name="T11" fmla="*/ 332698247 h 61"/>
                <a:gd name="T12" fmla="*/ 412861200 w 95"/>
                <a:gd name="T13" fmla="*/ 324380793 h 61"/>
                <a:gd name="T14" fmla="*/ 784435436 w 95"/>
                <a:gd name="T15" fmla="*/ 41587281 h 61"/>
                <a:gd name="T16" fmla="*/ 767921225 w 95"/>
                <a:gd name="T17" fmla="*/ 8317457 h 61"/>
                <a:gd name="T18" fmla="*/ 734892623 w 95"/>
                <a:gd name="T19" fmla="*/ 0 h 61"/>
                <a:gd name="T20" fmla="*/ 784435436 w 95"/>
                <a:gd name="T21" fmla="*/ 415872876 h 61"/>
                <a:gd name="T22" fmla="*/ 578006183 w 95"/>
                <a:gd name="T23" fmla="*/ 249523708 h 61"/>
                <a:gd name="T24" fmla="*/ 784435436 w 95"/>
                <a:gd name="T25" fmla="*/ 91492016 h 61"/>
                <a:gd name="T26" fmla="*/ 784435436 w 95"/>
                <a:gd name="T27" fmla="*/ 415872876 h 61"/>
                <a:gd name="T28" fmla="*/ 767921225 w 95"/>
                <a:gd name="T29" fmla="*/ 499047415 h 61"/>
                <a:gd name="T30" fmla="*/ 734892623 w 95"/>
                <a:gd name="T31" fmla="*/ 507364869 h 61"/>
                <a:gd name="T32" fmla="*/ 41286975 w 95"/>
                <a:gd name="T33" fmla="*/ 507364869 h 61"/>
                <a:gd name="T34" fmla="*/ 8258545 w 95"/>
                <a:gd name="T35" fmla="*/ 499047415 h 61"/>
                <a:gd name="T36" fmla="*/ 0 w 95"/>
                <a:gd name="T37" fmla="*/ 465777600 h 61"/>
                <a:gd name="T38" fmla="*/ 239460459 w 95"/>
                <a:gd name="T39" fmla="*/ 282793523 h 61"/>
                <a:gd name="T40" fmla="*/ 355059935 w 95"/>
                <a:gd name="T41" fmla="*/ 365968063 h 61"/>
                <a:gd name="T42" fmla="*/ 388088447 w 95"/>
                <a:gd name="T43" fmla="*/ 374285516 h 61"/>
                <a:gd name="T44" fmla="*/ 429375411 w 95"/>
                <a:gd name="T45" fmla="*/ 365968063 h 61"/>
                <a:gd name="T46" fmla="*/ 544974887 w 95"/>
                <a:gd name="T47" fmla="*/ 282793523 h 61"/>
                <a:gd name="T48" fmla="*/ 784435436 w 95"/>
                <a:gd name="T49" fmla="*/ 465777600 h 61"/>
                <a:gd name="T50" fmla="*/ 767921225 w 95"/>
                <a:gd name="T51" fmla="*/ 499047415 h 61"/>
                <a:gd name="T52" fmla="*/ 0 w 95"/>
                <a:gd name="T53" fmla="*/ 91492016 h 61"/>
                <a:gd name="T54" fmla="*/ 206429163 w 95"/>
                <a:gd name="T55" fmla="*/ 249523708 h 61"/>
                <a:gd name="T56" fmla="*/ 0 w 95"/>
                <a:gd name="T57" fmla="*/ 415872876 h 61"/>
                <a:gd name="T58" fmla="*/ 0 w 95"/>
                <a:gd name="T59" fmla="*/ 91492016 h 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61"/>
                <a:gd name="T92" fmla="*/ 95 w 95"/>
                <a:gd name="T93" fmla="*/ 61 h 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61">
                  <a:moveTo>
                    <a:pt x="89" y="0"/>
                  </a:moveTo>
                  <a:cubicBezTo>
                    <a:pt x="5" y="0"/>
                    <a:pt x="5" y="0"/>
                    <a:pt x="5" y="0"/>
                  </a:cubicBezTo>
                  <a:cubicBezTo>
                    <a:pt x="4" y="0"/>
                    <a:pt x="2" y="0"/>
                    <a:pt x="1" y="1"/>
                  </a:cubicBezTo>
                  <a:cubicBezTo>
                    <a:pt x="0" y="2"/>
                    <a:pt x="0" y="4"/>
                    <a:pt x="0" y="5"/>
                  </a:cubicBezTo>
                  <a:cubicBezTo>
                    <a:pt x="45" y="39"/>
                    <a:pt x="45" y="39"/>
                    <a:pt x="45" y="39"/>
                  </a:cubicBezTo>
                  <a:cubicBezTo>
                    <a:pt x="45" y="40"/>
                    <a:pt x="46" y="40"/>
                    <a:pt x="47" y="40"/>
                  </a:cubicBezTo>
                  <a:cubicBezTo>
                    <a:pt x="48" y="40"/>
                    <a:pt x="49" y="40"/>
                    <a:pt x="50" y="39"/>
                  </a:cubicBezTo>
                  <a:cubicBezTo>
                    <a:pt x="95" y="5"/>
                    <a:pt x="95" y="5"/>
                    <a:pt x="95" y="5"/>
                  </a:cubicBezTo>
                  <a:cubicBezTo>
                    <a:pt x="95" y="4"/>
                    <a:pt x="94" y="2"/>
                    <a:pt x="93" y="1"/>
                  </a:cubicBezTo>
                  <a:cubicBezTo>
                    <a:pt x="92" y="0"/>
                    <a:pt x="91" y="0"/>
                    <a:pt x="89" y="0"/>
                  </a:cubicBezTo>
                  <a:close/>
                  <a:moveTo>
                    <a:pt x="95" y="50"/>
                  </a:moveTo>
                  <a:cubicBezTo>
                    <a:pt x="70" y="30"/>
                    <a:pt x="70" y="30"/>
                    <a:pt x="70" y="30"/>
                  </a:cubicBezTo>
                  <a:cubicBezTo>
                    <a:pt x="95" y="11"/>
                    <a:pt x="95" y="11"/>
                    <a:pt x="95" y="11"/>
                  </a:cubicBezTo>
                  <a:cubicBezTo>
                    <a:pt x="95" y="50"/>
                    <a:pt x="95" y="50"/>
                    <a:pt x="95" y="50"/>
                  </a:cubicBezTo>
                  <a:close/>
                  <a:moveTo>
                    <a:pt x="93" y="60"/>
                  </a:moveTo>
                  <a:cubicBezTo>
                    <a:pt x="92" y="61"/>
                    <a:pt x="91" y="61"/>
                    <a:pt x="89" y="61"/>
                  </a:cubicBezTo>
                  <a:cubicBezTo>
                    <a:pt x="5" y="61"/>
                    <a:pt x="5" y="61"/>
                    <a:pt x="5" y="61"/>
                  </a:cubicBezTo>
                  <a:cubicBezTo>
                    <a:pt x="4" y="61"/>
                    <a:pt x="2" y="61"/>
                    <a:pt x="1" y="60"/>
                  </a:cubicBezTo>
                  <a:cubicBezTo>
                    <a:pt x="0" y="59"/>
                    <a:pt x="0" y="57"/>
                    <a:pt x="0" y="56"/>
                  </a:cubicBezTo>
                  <a:cubicBezTo>
                    <a:pt x="29" y="34"/>
                    <a:pt x="29" y="34"/>
                    <a:pt x="29" y="34"/>
                  </a:cubicBezTo>
                  <a:cubicBezTo>
                    <a:pt x="43" y="44"/>
                    <a:pt x="43" y="44"/>
                    <a:pt x="43" y="44"/>
                  </a:cubicBezTo>
                  <a:cubicBezTo>
                    <a:pt x="44" y="45"/>
                    <a:pt x="46" y="45"/>
                    <a:pt x="47" y="45"/>
                  </a:cubicBezTo>
                  <a:cubicBezTo>
                    <a:pt x="49" y="45"/>
                    <a:pt x="50" y="45"/>
                    <a:pt x="52" y="44"/>
                  </a:cubicBezTo>
                  <a:cubicBezTo>
                    <a:pt x="66" y="34"/>
                    <a:pt x="66" y="34"/>
                    <a:pt x="66" y="34"/>
                  </a:cubicBezTo>
                  <a:cubicBezTo>
                    <a:pt x="95" y="56"/>
                    <a:pt x="95" y="56"/>
                    <a:pt x="95" y="56"/>
                  </a:cubicBezTo>
                  <a:cubicBezTo>
                    <a:pt x="95" y="57"/>
                    <a:pt x="94" y="59"/>
                    <a:pt x="93" y="60"/>
                  </a:cubicBezTo>
                  <a:close/>
                  <a:moveTo>
                    <a:pt x="0" y="11"/>
                  </a:moveTo>
                  <a:cubicBezTo>
                    <a:pt x="25" y="30"/>
                    <a:pt x="25" y="30"/>
                    <a:pt x="25" y="30"/>
                  </a:cubicBezTo>
                  <a:cubicBezTo>
                    <a:pt x="0" y="50"/>
                    <a:pt x="0" y="50"/>
                    <a:pt x="0" y="50"/>
                  </a:cubicBezTo>
                  <a:lnTo>
                    <a:pt x="0" y="11"/>
                  </a:lnTo>
                  <a:close/>
                </a:path>
              </a:pathLst>
            </a:custGeom>
            <a:solidFill>
              <a:schemeClr val="bg1"/>
            </a:solid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endParaRPr lang="el-GR">
                <a:solidFill>
                  <a:srgbClr val="000000"/>
                </a:solidFill>
              </a:endParaRPr>
            </a:p>
          </p:txBody>
        </p:sp>
        <p:grpSp>
          <p:nvGrpSpPr>
            <p:cNvPr id="51" name="Group 50"/>
            <p:cNvGrpSpPr/>
            <p:nvPr/>
          </p:nvGrpSpPr>
          <p:grpSpPr>
            <a:xfrm>
              <a:off x="9097363" y="4205374"/>
              <a:ext cx="275414" cy="264494"/>
              <a:chOff x="5610226" y="4344988"/>
              <a:chExt cx="360363" cy="346075"/>
            </a:xfrm>
            <a:solidFill>
              <a:schemeClr val="bg1"/>
            </a:solidFill>
          </p:grpSpPr>
          <p:sp>
            <p:nvSpPr>
              <p:cNvPr id="64" name="Freeform 63"/>
              <p:cNvSpPr>
                <a:spLocks/>
              </p:cNvSpPr>
              <p:nvPr/>
            </p:nvSpPr>
            <p:spPr bwMode="auto">
              <a:xfrm>
                <a:off x="5872163" y="4502151"/>
                <a:ext cx="98425" cy="147638"/>
              </a:xfrm>
              <a:custGeom>
                <a:avLst/>
                <a:gdLst>
                  <a:gd name="T0" fmla="*/ 62 w 62"/>
                  <a:gd name="T1" fmla="*/ 93 h 93"/>
                  <a:gd name="T2" fmla="*/ 0 w 62"/>
                  <a:gd name="T3" fmla="*/ 48 h 93"/>
                  <a:gd name="T4" fmla="*/ 62 w 62"/>
                  <a:gd name="T5" fmla="*/ 0 h 93"/>
                  <a:gd name="T6" fmla="*/ 62 w 62"/>
                  <a:gd name="T7" fmla="*/ 93 h 93"/>
                  <a:gd name="T8" fmla="*/ 62 w 62"/>
                  <a:gd name="T9" fmla="*/ 93 h 93"/>
                </a:gdLst>
                <a:ahLst/>
                <a:cxnLst>
                  <a:cxn ang="0">
                    <a:pos x="T0" y="T1"/>
                  </a:cxn>
                  <a:cxn ang="0">
                    <a:pos x="T2" y="T3"/>
                  </a:cxn>
                  <a:cxn ang="0">
                    <a:pos x="T4" y="T5"/>
                  </a:cxn>
                  <a:cxn ang="0">
                    <a:pos x="T6" y="T7"/>
                  </a:cxn>
                  <a:cxn ang="0">
                    <a:pos x="T8" y="T9"/>
                  </a:cxn>
                </a:cxnLst>
                <a:rect l="0" t="0" r="r" b="b"/>
                <a:pathLst>
                  <a:path w="62" h="93">
                    <a:moveTo>
                      <a:pt x="62" y="93"/>
                    </a:moveTo>
                    <a:lnTo>
                      <a:pt x="0" y="48"/>
                    </a:lnTo>
                    <a:lnTo>
                      <a:pt x="62" y="0"/>
                    </a:lnTo>
                    <a:lnTo>
                      <a:pt x="62" y="93"/>
                    </a:lnTo>
                    <a:lnTo>
                      <a:pt x="62" y="93"/>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5" name="Freeform 64"/>
              <p:cNvSpPr>
                <a:spLocks/>
              </p:cNvSpPr>
              <p:nvPr/>
            </p:nvSpPr>
            <p:spPr bwMode="auto">
              <a:xfrm>
                <a:off x="5610226" y="4344988"/>
                <a:ext cx="360363" cy="149225"/>
              </a:xfrm>
              <a:custGeom>
                <a:avLst/>
                <a:gdLst>
                  <a:gd name="T0" fmla="*/ 6 w 96"/>
                  <a:gd name="T1" fmla="*/ 40 h 40"/>
                  <a:gd name="T2" fmla="*/ 90 w 96"/>
                  <a:gd name="T3" fmla="*/ 40 h 40"/>
                  <a:gd name="T4" fmla="*/ 94 w 96"/>
                  <a:gd name="T5" fmla="*/ 39 h 40"/>
                  <a:gd name="T6" fmla="*/ 96 w 96"/>
                  <a:gd name="T7" fmla="*/ 35 h 40"/>
                  <a:gd name="T8" fmla="*/ 51 w 96"/>
                  <a:gd name="T9" fmla="*/ 1 h 40"/>
                  <a:gd name="T10" fmla="*/ 48 w 96"/>
                  <a:gd name="T11" fmla="*/ 0 h 40"/>
                  <a:gd name="T12" fmla="*/ 45 w 96"/>
                  <a:gd name="T13" fmla="*/ 1 h 40"/>
                  <a:gd name="T14" fmla="*/ 0 w 96"/>
                  <a:gd name="T15" fmla="*/ 35 h 40"/>
                  <a:gd name="T16" fmla="*/ 2 w 96"/>
                  <a:gd name="T17" fmla="*/ 39 h 40"/>
                  <a:gd name="T18" fmla="*/ 6 w 96"/>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40">
                    <a:moveTo>
                      <a:pt x="6" y="40"/>
                    </a:moveTo>
                    <a:cubicBezTo>
                      <a:pt x="90" y="40"/>
                      <a:pt x="90" y="40"/>
                      <a:pt x="90" y="40"/>
                    </a:cubicBezTo>
                    <a:cubicBezTo>
                      <a:pt x="92" y="40"/>
                      <a:pt x="93" y="40"/>
                      <a:pt x="94" y="39"/>
                    </a:cubicBezTo>
                    <a:cubicBezTo>
                      <a:pt x="95" y="38"/>
                      <a:pt x="96" y="37"/>
                      <a:pt x="96" y="35"/>
                    </a:cubicBezTo>
                    <a:cubicBezTo>
                      <a:pt x="51" y="1"/>
                      <a:pt x="51" y="1"/>
                      <a:pt x="51" y="1"/>
                    </a:cubicBezTo>
                    <a:cubicBezTo>
                      <a:pt x="50" y="0"/>
                      <a:pt x="49" y="0"/>
                      <a:pt x="48" y="0"/>
                    </a:cubicBezTo>
                    <a:cubicBezTo>
                      <a:pt x="47" y="0"/>
                      <a:pt x="46" y="0"/>
                      <a:pt x="45" y="1"/>
                    </a:cubicBezTo>
                    <a:cubicBezTo>
                      <a:pt x="0" y="35"/>
                      <a:pt x="0" y="35"/>
                      <a:pt x="0" y="35"/>
                    </a:cubicBezTo>
                    <a:cubicBezTo>
                      <a:pt x="0" y="36"/>
                      <a:pt x="1" y="38"/>
                      <a:pt x="2" y="39"/>
                    </a:cubicBezTo>
                    <a:cubicBezTo>
                      <a:pt x="3" y="40"/>
                      <a:pt x="4" y="40"/>
                      <a:pt x="6" y="40"/>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6" name="Freeform 65"/>
              <p:cNvSpPr>
                <a:spLocks/>
              </p:cNvSpPr>
              <p:nvPr/>
            </p:nvSpPr>
            <p:spPr bwMode="auto">
              <a:xfrm>
                <a:off x="5610226" y="4589463"/>
                <a:ext cx="360363" cy="101600"/>
              </a:xfrm>
              <a:custGeom>
                <a:avLst/>
                <a:gdLst>
                  <a:gd name="T0" fmla="*/ 66 w 96"/>
                  <a:gd name="T1" fmla="*/ 0 h 27"/>
                  <a:gd name="T2" fmla="*/ 52 w 96"/>
                  <a:gd name="T3" fmla="*/ 10 h 27"/>
                  <a:gd name="T4" fmla="*/ 48 w 96"/>
                  <a:gd name="T5" fmla="*/ 12 h 27"/>
                  <a:gd name="T6" fmla="*/ 44 w 96"/>
                  <a:gd name="T7" fmla="*/ 10 h 27"/>
                  <a:gd name="T8" fmla="*/ 30 w 96"/>
                  <a:gd name="T9" fmla="*/ 0 h 27"/>
                  <a:gd name="T10" fmla="*/ 0 w 96"/>
                  <a:gd name="T11" fmla="*/ 22 h 27"/>
                  <a:gd name="T12" fmla="*/ 2 w 96"/>
                  <a:gd name="T13" fmla="*/ 26 h 27"/>
                  <a:gd name="T14" fmla="*/ 6 w 96"/>
                  <a:gd name="T15" fmla="*/ 27 h 27"/>
                  <a:gd name="T16" fmla="*/ 90 w 96"/>
                  <a:gd name="T17" fmla="*/ 27 h 27"/>
                  <a:gd name="T18" fmla="*/ 94 w 96"/>
                  <a:gd name="T19" fmla="*/ 26 h 27"/>
                  <a:gd name="T20" fmla="*/ 96 w 96"/>
                  <a:gd name="T21" fmla="*/ 22 h 27"/>
                  <a:gd name="T22" fmla="*/ 66 w 96"/>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27">
                    <a:moveTo>
                      <a:pt x="66" y="0"/>
                    </a:moveTo>
                    <a:cubicBezTo>
                      <a:pt x="52" y="10"/>
                      <a:pt x="52" y="10"/>
                      <a:pt x="52" y="10"/>
                    </a:cubicBezTo>
                    <a:cubicBezTo>
                      <a:pt x="51" y="11"/>
                      <a:pt x="50" y="12"/>
                      <a:pt x="48" y="12"/>
                    </a:cubicBezTo>
                    <a:cubicBezTo>
                      <a:pt x="47" y="12"/>
                      <a:pt x="45" y="11"/>
                      <a:pt x="44" y="10"/>
                    </a:cubicBezTo>
                    <a:cubicBezTo>
                      <a:pt x="30" y="0"/>
                      <a:pt x="30" y="0"/>
                      <a:pt x="30" y="0"/>
                    </a:cubicBezTo>
                    <a:cubicBezTo>
                      <a:pt x="0" y="22"/>
                      <a:pt x="0" y="22"/>
                      <a:pt x="0" y="22"/>
                    </a:cubicBezTo>
                    <a:cubicBezTo>
                      <a:pt x="0" y="24"/>
                      <a:pt x="1" y="25"/>
                      <a:pt x="2" y="26"/>
                    </a:cubicBezTo>
                    <a:cubicBezTo>
                      <a:pt x="3" y="27"/>
                      <a:pt x="4" y="27"/>
                      <a:pt x="6" y="27"/>
                    </a:cubicBezTo>
                    <a:cubicBezTo>
                      <a:pt x="90" y="27"/>
                      <a:pt x="90" y="27"/>
                      <a:pt x="90" y="27"/>
                    </a:cubicBezTo>
                    <a:cubicBezTo>
                      <a:pt x="92" y="27"/>
                      <a:pt x="93" y="27"/>
                      <a:pt x="94" y="26"/>
                    </a:cubicBezTo>
                    <a:cubicBezTo>
                      <a:pt x="95" y="25"/>
                      <a:pt x="96" y="24"/>
                      <a:pt x="96" y="22"/>
                    </a:cubicBezTo>
                    <a:lnTo>
                      <a:pt x="66" y="0"/>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7" name="Freeform 66"/>
              <p:cNvSpPr>
                <a:spLocks/>
              </p:cNvSpPr>
              <p:nvPr/>
            </p:nvSpPr>
            <p:spPr bwMode="auto">
              <a:xfrm>
                <a:off x="5610226" y="4502151"/>
                <a:ext cx="96838" cy="147638"/>
              </a:xfrm>
              <a:custGeom>
                <a:avLst/>
                <a:gdLst>
                  <a:gd name="T0" fmla="*/ 0 w 61"/>
                  <a:gd name="T1" fmla="*/ 0 h 93"/>
                  <a:gd name="T2" fmla="*/ 61 w 61"/>
                  <a:gd name="T3" fmla="*/ 48 h 93"/>
                  <a:gd name="T4" fmla="*/ 0 w 61"/>
                  <a:gd name="T5" fmla="*/ 93 h 93"/>
                  <a:gd name="T6" fmla="*/ 0 w 61"/>
                  <a:gd name="T7" fmla="*/ 0 h 93"/>
                </a:gdLst>
                <a:ahLst/>
                <a:cxnLst>
                  <a:cxn ang="0">
                    <a:pos x="T0" y="T1"/>
                  </a:cxn>
                  <a:cxn ang="0">
                    <a:pos x="T2" y="T3"/>
                  </a:cxn>
                  <a:cxn ang="0">
                    <a:pos x="T4" y="T5"/>
                  </a:cxn>
                  <a:cxn ang="0">
                    <a:pos x="T6" y="T7"/>
                  </a:cxn>
                </a:cxnLst>
                <a:rect l="0" t="0" r="r" b="b"/>
                <a:pathLst>
                  <a:path w="61" h="93">
                    <a:moveTo>
                      <a:pt x="0" y="0"/>
                    </a:moveTo>
                    <a:lnTo>
                      <a:pt x="61" y="48"/>
                    </a:lnTo>
                    <a:lnTo>
                      <a:pt x="0" y="93"/>
                    </a:lnTo>
                    <a:lnTo>
                      <a:pt x="0" y="0"/>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52" name="Group 51"/>
            <p:cNvGrpSpPr/>
            <p:nvPr/>
          </p:nvGrpSpPr>
          <p:grpSpPr>
            <a:xfrm>
              <a:off x="9423479" y="3272108"/>
              <a:ext cx="253273" cy="329479"/>
              <a:chOff x="6913563" y="2465388"/>
              <a:chExt cx="179388" cy="233363"/>
            </a:xfrm>
            <a:solidFill>
              <a:schemeClr val="bg1"/>
            </a:solidFill>
          </p:grpSpPr>
          <p:sp>
            <p:nvSpPr>
              <p:cNvPr id="53" name="Freeform 52"/>
              <p:cNvSpPr>
                <a:spLocks noEditPoints="1"/>
              </p:cNvSpPr>
              <p:nvPr/>
            </p:nvSpPr>
            <p:spPr bwMode="auto">
              <a:xfrm>
                <a:off x="6913563" y="2465388"/>
                <a:ext cx="179388" cy="195263"/>
              </a:xfrm>
              <a:custGeom>
                <a:avLst/>
                <a:gdLst>
                  <a:gd name="T0" fmla="*/ 25 w 48"/>
                  <a:gd name="T1" fmla="*/ 0 h 52"/>
                  <a:gd name="T2" fmla="*/ 3 w 48"/>
                  <a:gd name="T3" fmla="*/ 27 h 52"/>
                  <a:gd name="T4" fmla="*/ 11 w 48"/>
                  <a:gd name="T5" fmla="*/ 41 h 52"/>
                  <a:gd name="T6" fmla="*/ 18 w 48"/>
                  <a:gd name="T7" fmla="*/ 52 h 52"/>
                  <a:gd name="T8" fmla="*/ 33 w 48"/>
                  <a:gd name="T9" fmla="*/ 52 h 52"/>
                  <a:gd name="T10" fmla="*/ 40 w 48"/>
                  <a:gd name="T11" fmla="*/ 41 h 52"/>
                  <a:gd name="T12" fmla="*/ 48 w 48"/>
                  <a:gd name="T13" fmla="*/ 22 h 52"/>
                  <a:gd name="T14" fmla="*/ 25 w 48"/>
                  <a:gd name="T15" fmla="*/ 0 h 52"/>
                  <a:gd name="T16" fmla="*/ 33 w 48"/>
                  <a:gd name="T17" fmla="*/ 42 h 52"/>
                  <a:gd name="T18" fmla="*/ 32 w 48"/>
                  <a:gd name="T19" fmla="*/ 46 h 52"/>
                  <a:gd name="T20" fmla="*/ 29 w 48"/>
                  <a:gd name="T21" fmla="*/ 46 h 52"/>
                  <a:gd name="T22" fmla="*/ 30 w 48"/>
                  <a:gd name="T23" fmla="*/ 36 h 52"/>
                  <a:gd name="T24" fmla="*/ 33 w 48"/>
                  <a:gd name="T25" fmla="*/ 25 h 52"/>
                  <a:gd name="T26" fmla="*/ 33 w 48"/>
                  <a:gd name="T27" fmla="*/ 25 h 52"/>
                  <a:gd name="T28" fmla="*/ 30 w 48"/>
                  <a:gd name="T29" fmla="*/ 20 h 52"/>
                  <a:gd name="T30" fmla="*/ 25 w 48"/>
                  <a:gd name="T31" fmla="*/ 19 h 52"/>
                  <a:gd name="T32" fmla="*/ 20 w 48"/>
                  <a:gd name="T33" fmla="*/ 20 h 52"/>
                  <a:gd name="T34" fmla="*/ 18 w 48"/>
                  <a:gd name="T35" fmla="*/ 25 h 52"/>
                  <a:gd name="T36" fmla="*/ 21 w 48"/>
                  <a:gd name="T37" fmla="*/ 36 h 52"/>
                  <a:gd name="T38" fmla="*/ 22 w 48"/>
                  <a:gd name="T39" fmla="*/ 46 h 52"/>
                  <a:gd name="T40" fmla="*/ 19 w 48"/>
                  <a:gd name="T41" fmla="*/ 46 h 52"/>
                  <a:gd name="T42" fmla="*/ 17 w 48"/>
                  <a:gd name="T43" fmla="*/ 42 h 52"/>
                  <a:gd name="T44" fmla="*/ 9 w 48"/>
                  <a:gd name="T45" fmla="*/ 25 h 52"/>
                  <a:gd name="T46" fmla="*/ 25 w 48"/>
                  <a:gd name="T47" fmla="*/ 6 h 52"/>
                  <a:gd name="T48" fmla="*/ 42 w 48"/>
                  <a:gd name="T49" fmla="*/ 25 h 52"/>
                  <a:gd name="T50" fmla="*/ 33 w 48"/>
                  <a:gd name="T51"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52">
                    <a:moveTo>
                      <a:pt x="25" y="0"/>
                    </a:moveTo>
                    <a:cubicBezTo>
                      <a:pt x="11" y="0"/>
                      <a:pt x="0" y="13"/>
                      <a:pt x="3" y="27"/>
                    </a:cubicBezTo>
                    <a:cubicBezTo>
                      <a:pt x="4" y="33"/>
                      <a:pt x="9" y="35"/>
                      <a:pt x="11" y="41"/>
                    </a:cubicBezTo>
                    <a:cubicBezTo>
                      <a:pt x="12" y="44"/>
                      <a:pt x="13" y="52"/>
                      <a:pt x="18" y="52"/>
                    </a:cubicBezTo>
                    <a:cubicBezTo>
                      <a:pt x="33" y="52"/>
                      <a:pt x="33" y="52"/>
                      <a:pt x="33" y="52"/>
                    </a:cubicBezTo>
                    <a:cubicBezTo>
                      <a:pt x="38" y="52"/>
                      <a:pt x="38" y="44"/>
                      <a:pt x="40" y="41"/>
                    </a:cubicBezTo>
                    <a:cubicBezTo>
                      <a:pt x="43" y="33"/>
                      <a:pt x="48" y="33"/>
                      <a:pt x="48" y="22"/>
                    </a:cubicBezTo>
                    <a:cubicBezTo>
                      <a:pt x="48" y="10"/>
                      <a:pt x="38" y="0"/>
                      <a:pt x="25" y="0"/>
                    </a:cubicBezTo>
                    <a:close/>
                    <a:moveTo>
                      <a:pt x="33" y="42"/>
                    </a:moveTo>
                    <a:cubicBezTo>
                      <a:pt x="33" y="43"/>
                      <a:pt x="33" y="45"/>
                      <a:pt x="32" y="46"/>
                    </a:cubicBezTo>
                    <a:cubicBezTo>
                      <a:pt x="29" y="46"/>
                      <a:pt x="29" y="46"/>
                      <a:pt x="29" y="46"/>
                    </a:cubicBezTo>
                    <a:cubicBezTo>
                      <a:pt x="29" y="42"/>
                      <a:pt x="29" y="39"/>
                      <a:pt x="30" y="36"/>
                    </a:cubicBezTo>
                    <a:cubicBezTo>
                      <a:pt x="30" y="33"/>
                      <a:pt x="31" y="30"/>
                      <a:pt x="33" y="25"/>
                    </a:cubicBezTo>
                    <a:cubicBezTo>
                      <a:pt x="33" y="25"/>
                      <a:pt x="33" y="25"/>
                      <a:pt x="33" y="25"/>
                    </a:cubicBezTo>
                    <a:cubicBezTo>
                      <a:pt x="34" y="22"/>
                      <a:pt x="33" y="21"/>
                      <a:pt x="30" y="20"/>
                    </a:cubicBezTo>
                    <a:cubicBezTo>
                      <a:pt x="29" y="19"/>
                      <a:pt x="27" y="19"/>
                      <a:pt x="25" y="19"/>
                    </a:cubicBezTo>
                    <a:cubicBezTo>
                      <a:pt x="23" y="19"/>
                      <a:pt x="21" y="19"/>
                      <a:pt x="20" y="20"/>
                    </a:cubicBezTo>
                    <a:cubicBezTo>
                      <a:pt x="18" y="21"/>
                      <a:pt x="17" y="23"/>
                      <a:pt x="18" y="25"/>
                    </a:cubicBezTo>
                    <a:cubicBezTo>
                      <a:pt x="20" y="30"/>
                      <a:pt x="21" y="33"/>
                      <a:pt x="21" y="36"/>
                    </a:cubicBezTo>
                    <a:cubicBezTo>
                      <a:pt x="22" y="39"/>
                      <a:pt x="22" y="42"/>
                      <a:pt x="22" y="46"/>
                    </a:cubicBezTo>
                    <a:cubicBezTo>
                      <a:pt x="19" y="46"/>
                      <a:pt x="19" y="46"/>
                      <a:pt x="19" y="46"/>
                    </a:cubicBezTo>
                    <a:cubicBezTo>
                      <a:pt x="18" y="45"/>
                      <a:pt x="18" y="43"/>
                      <a:pt x="17" y="42"/>
                    </a:cubicBezTo>
                    <a:cubicBezTo>
                      <a:pt x="15" y="34"/>
                      <a:pt x="10" y="31"/>
                      <a:pt x="9" y="25"/>
                    </a:cubicBezTo>
                    <a:cubicBezTo>
                      <a:pt x="7" y="15"/>
                      <a:pt x="15" y="6"/>
                      <a:pt x="25" y="6"/>
                    </a:cubicBezTo>
                    <a:cubicBezTo>
                      <a:pt x="36" y="6"/>
                      <a:pt x="44" y="15"/>
                      <a:pt x="42" y="25"/>
                    </a:cubicBezTo>
                    <a:cubicBezTo>
                      <a:pt x="41" y="31"/>
                      <a:pt x="35" y="34"/>
                      <a:pt x="33" y="42"/>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4" name="Freeform 53"/>
              <p:cNvSpPr>
                <a:spLocks/>
              </p:cNvSpPr>
              <p:nvPr/>
            </p:nvSpPr>
            <p:spPr bwMode="auto">
              <a:xfrm>
                <a:off x="6991351" y="2547938"/>
                <a:ext cx="34925" cy="90488"/>
              </a:xfrm>
              <a:custGeom>
                <a:avLst/>
                <a:gdLst>
                  <a:gd name="T0" fmla="*/ 3 w 9"/>
                  <a:gd name="T1" fmla="*/ 24 h 24"/>
                  <a:gd name="T2" fmla="*/ 6 w 9"/>
                  <a:gd name="T3" fmla="*/ 24 h 24"/>
                  <a:gd name="T4" fmla="*/ 6 w 9"/>
                  <a:gd name="T5" fmla="*/ 14 h 24"/>
                  <a:gd name="T6" fmla="*/ 9 w 9"/>
                  <a:gd name="T7" fmla="*/ 3 h 24"/>
                  <a:gd name="T8" fmla="*/ 7 w 9"/>
                  <a:gd name="T9" fmla="*/ 0 h 24"/>
                  <a:gd name="T10" fmla="*/ 5 w 9"/>
                  <a:gd name="T11" fmla="*/ 0 h 24"/>
                  <a:gd name="T12" fmla="*/ 2 w 9"/>
                  <a:gd name="T13" fmla="*/ 0 h 24"/>
                  <a:gd name="T14" fmla="*/ 0 w 9"/>
                  <a:gd name="T15" fmla="*/ 3 h 24"/>
                  <a:gd name="T16" fmla="*/ 3 w 9"/>
                  <a:gd name="T17" fmla="*/ 14 h 24"/>
                  <a:gd name="T18" fmla="*/ 3 w 9"/>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4">
                    <a:moveTo>
                      <a:pt x="3" y="24"/>
                    </a:moveTo>
                    <a:cubicBezTo>
                      <a:pt x="6" y="24"/>
                      <a:pt x="6" y="24"/>
                      <a:pt x="6" y="24"/>
                    </a:cubicBezTo>
                    <a:cubicBezTo>
                      <a:pt x="5" y="20"/>
                      <a:pt x="5" y="17"/>
                      <a:pt x="6" y="14"/>
                    </a:cubicBezTo>
                    <a:cubicBezTo>
                      <a:pt x="6" y="10"/>
                      <a:pt x="7" y="7"/>
                      <a:pt x="9" y="3"/>
                    </a:cubicBezTo>
                    <a:cubicBezTo>
                      <a:pt x="9" y="2"/>
                      <a:pt x="8" y="1"/>
                      <a:pt x="7" y="0"/>
                    </a:cubicBezTo>
                    <a:cubicBezTo>
                      <a:pt x="6" y="0"/>
                      <a:pt x="5" y="0"/>
                      <a:pt x="5" y="0"/>
                    </a:cubicBezTo>
                    <a:cubicBezTo>
                      <a:pt x="4" y="0"/>
                      <a:pt x="3" y="0"/>
                      <a:pt x="2" y="0"/>
                    </a:cubicBezTo>
                    <a:cubicBezTo>
                      <a:pt x="1" y="1"/>
                      <a:pt x="0" y="2"/>
                      <a:pt x="0" y="3"/>
                    </a:cubicBezTo>
                    <a:cubicBezTo>
                      <a:pt x="1" y="7"/>
                      <a:pt x="2" y="10"/>
                      <a:pt x="3" y="14"/>
                    </a:cubicBezTo>
                    <a:cubicBezTo>
                      <a:pt x="3" y="17"/>
                      <a:pt x="3" y="20"/>
                      <a:pt x="3" y="24"/>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5" name="Freeform 54"/>
              <p:cNvSpPr>
                <a:spLocks/>
              </p:cNvSpPr>
              <p:nvPr/>
            </p:nvSpPr>
            <p:spPr bwMode="auto">
              <a:xfrm>
                <a:off x="6969126" y="2663826"/>
                <a:ext cx="79375" cy="15875"/>
              </a:xfrm>
              <a:custGeom>
                <a:avLst/>
                <a:gdLst>
                  <a:gd name="T0" fmla="*/ 18 w 21"/>
                  <a:gd name="T1" fmla="*/ 4 h 4"/>
                  <a:gd name="T2" fmla="*/ 3 w 21"/>
                  <a:gd name="T3" fmla="*/ 4 h 4"/>
                  <a:gd name="T4" fmla="*/ 3 w 21"/>
                  <a:gd name="T5" fmla="*/ 0 h 4"/>
                  <a:gd name="T6" fmla="*/ 18 w 21"/>
                  <a:gd name="T7" fmla="*/ 0 h 4"/>
                  <a:gd name="T8" fmla="*/ 18 w 21"/>
                  <a:gd name="T9" fmla="*/ 4 h 4"/>
                </a:gdLst>
                <a:ahLst/>
                <a:cxnLst>
                  <a:cxn ang="0">
                    <a:pos x="T0" y="T1"/>
                  </a:cxn>
                  <a:cxn ang="0">
                    <a:pos x="T2" y="T3"/>
                  </a:cxn>
                  <a:cxn ang="0">
                    <a:pos x="T4" y="T5"/>
                  </a:cxn>
                  <a:cxn ang="0">
                    <a:pos x="T6" y="T7"/>
                  </a:cxn>
                  <a:cxn ang="0">
                    <a:pos x="T8" y="T9"/>
                  </a:cxn>
                </a:cxnLst>
                <a:rect l="0" t="0" r="r" b="b"/>
                <a:pathLst>
                  <a:path w="21" h="4">
                    <a:moveTo>
                      <a:pt x="18" y="4"/>
                    </a:moveTo>
                    <a:cubicBezTo>
                      <a:pt x="3" y="4"/>
                      <a:pt x="3" y="4"/>
                      <a:pt x="3" y="4"/>
                    </a:cubicBezTo>
                    <a:cubicBezTo>
                      <a:pt x="0" y="4"/>
                      <a:pt x="0" y="0"/>
                      <a:pt x="3" y="0"/>
                    </a:cubicBezTo>
                    <a:cubicBezTo>
                      <a:pt x="18" y="0"/>
                      <a:pt x="18" y="0"/>
                      <a:pt x="18" y="0"/>
                    </a:cubicBezTo>
                    <a:cubicBezTo>
                      <a:pt x="21" y="0"/>
                      <a:pt x="21" y="4"/>
                      <a:pt x="18" y="4"/>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2" name="Freeform 61"/>
              <p:cNvSpPr>
                <a:spLocks/>
              </p:cNvSpPr>
              <p:nvPr/>
            </p:nvSpPr>
            <p:spPr bwMode="auto">
              <a:xfrm>
                <a:off x="6973888" y="2682876"/>
                <a:ext cx="66675" cy="15875"/>
              </a:xfrm>
              <a:custGeom>
                <a:avLst/>
                <a:gdLst>
                  <a:gd name="T0" fmla="*/ 16 w 18"/>
                  <a:gd name="T1" fmla="*/ 4 h 4"/>
                  <a:gd name="T2" fmla="*/ 2 w 18"/>
                  <a:gd name="T3" fmla="*/ 4 h 4"/>
                  <a:gd name="T4" fmla="*/ 2 w 18"/>
                  <a:gd name="T5" fmla="*/ 0 h 4"/>
                  <a:gd name="T6" fmla="*/ 16 w 18"/>
                  <a:gd name="T7" fmla="*/ 0 h 4"/>
                  <a:gd name="T8" fmla="*/ 16 w 18"/>
                  <a:gd name="T9" fmla="*/ 4 h 4"/>
                </a:gdLst>
                <a:ahLst/>
                <a:cxnLst>
                  <a:cxn ang="0">
                    <a:pos x="T0" y="T1"/>
                  </a:cxn>
                  <a:cxn ang="0">
                    <a:pos x="T2" y="T3"/>
                  </a:cxn>
                  <a:cxn ang="0">
                    <a:pos x="T4" y="T5"/>
                  </a:cxn>
                  <a:cxn ang="0">
                    <a:pos x="T6" y="T7"/>
                  </a:cxn>
                  <a:cxn ang="0">
                    <a:pos x="T8" y="T9"/>
                  </a:cxn>
                </a:cxnLst>
                <a:rect l="0" t="0" r="r" b="b"/>
                <a:pathLst>
                  <a:path w="18" h="4">
                    <a:moveTo>
                      <a:pt x="16" y="4"/>
                    </a:moveTo>
                    <a:cubicBezTo>
                      <a:pt x="2" y="4"/>
                      <a:pt x="2" y="4"/>
                      <a:pt x="2" y="4"/>
                    </a:cubicBezTo>
                    <a:cubicBezTo>
                      <a:pt x="0" y="4"/>
                      <a:pt x="0" y="0"/>
                      <a:pt x="2" y="0"/>
                    </a:cubicBezTo>
                    <a:cubicBezTo>
                      <a:pt x="16" y="0"/>
                      <a:pt x="16" y="0"/>
                      <a:pt x="16" y="0"/>
                    </a:cubicBezTo>
                    <a:cubicBezTo>
                      <a:pt x="18" y="0"/>
                      <a:pt x="18" y="4"/>
                      <a:pt x="16" y="4"/>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grpSp>
      </p:grpSp>
    </p:spTree>
    <p:extLst>
      <p:ext uri="{BB962C8B-B14F-4D97-AF65-F5344CB8AC3E}">
        <p14:creationId xmlns:p14="http://schemas.microsoft.com/office/powerpoint/2010/main" val="27738567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nodeType="after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500"/>
                                        <p:tgtEl>
                                          <p:spTgt spid="4"/>
                                        </p:tgtEl>
                                      </p:cBhvr>
                                    </p:animEffect>
                                  </p:childTnLst>
                                </p:cTn>
                              </p:par>
                            </p:childTnLst>
                          </p:cTn>
                        </p:par>
                        <p:par>
                          <p:cTn id="15" fill="hold">
                            <p:stCondLst>
                              <p:cond delay="1000"/>
                            </p:stCondLst>
                            <p:childTnLst>
                              <p:par>
                                <p:cTn id="16" presetID="10" presetClass="entr" presetSubtype="0" fill="hold" nodeType="after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123980" y="2248952"/>
            <a:ext cx="8169789" cy="1050601"/>
            <a:chOff x="506235" y="3846175"/>
            <a:chExt cx="16339577" cy="2101200"/>
          </a:xfrm>
        </p:grpSpPr>
        <p:sp>
          <p:nvSpPr>
            <p:cNvPr id="43" name="TextBox 42"/>
            <p:cNvSpPr txBox="1"/>
            <p:nvPr/>
          </p:nvSpPr>
          <p:spPr>
            <a:xfrm>
              <a:off x="506235" y="4864038"/>
              <a:ext cx="16339577" cy="1083337"/>
            </a:xfrm>
            <a:prstGeom prst="rect">
              <a:avLst/>
            </a:prstGeom>
            <a:noFill/>
          </p:spPr>
          <p:txBody>
            <a:bodyPr wrap="square" lIns="109710" tIns="54855" rIns="109710" bIns="54855" rtlCol="0">
              <a:spAutoFit/>
            </a:bodyPr>
            <a:lstStyle/>
            <a:p>
              <a:pPr algn="ctr" rtl="1"/>
              <a:r>
                <a:rPr lang="ar-JO" sz="2800" b="1" dirty="0"/>
                <a:t>بمعنى أن تواكب المستحدثات تطورات العصر السريعة الذي نعيش</a:t>
              </a:r>
              <a:endParaRPr lang="en-US" sz="2800" b="1" dirty="0"/>
            </a:p>
          </p:txBody>
        </p:sp>
        <p:sp>
          <p:nvSpPr>
            <p:cNvPr id="44" name="Freeform 222"/>
            <p:cNvSpPr>
              <a:spLocks noEditPoints="1"/>
            </p:cNvSpPr>
            <p:nvPr/>
          </p:nvSpPr>
          <p:spPr bwMode="auto">
            <a:xfrm>
              <a:off x="15601890" y="4194565"/>
              <a:ext cx="518612" cy="520895"/>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45720" tIns="22860" rIns="45720" bIns="22860" numCol="1" anchor="t" anchorCtr="0" compatLnSpc="1">
              <a:prstTxWarp prst="textNoShape">
                <a:avLst/>
              </a:prstTxWarp>
            </a:bodyPr>
            <a:lstStyle/>
            <a:p>
              <a:pPr defTabSz="914217" fontAlgn="auto">
                <a:spcBef>
                  <a:spcPts val="0"/>
                </a:spcBef>
                <a:spcAft>
                  <a:spcPts val="0"/>
                </a:spcAft>
              </a:pPr>
              <a:endParaRPr lang="en-US">
                <a:solidFill>
                  <a:srgbClr val="445469"/>
                </a:solidFill>
                <a:latin typeface="Lato Light"/>
              </a:endParaRPr>
            </a:p>
          </p:txBody>
        </p:sp>
        <p:sp>
          <p:nvSpPr>
            <p:cNvPr id="56" name="TextBox 55"/>
            <p:cNvSpPr txBox="1"/>
            <p:nvPr/>
          </p:nvSpPr>
          <p:spPr>
            <a:xfrm>
              <a:off x="12528460" y="3846175"/>
              <a:ext cx="2395454" cy="1169513"/>
            </a:xfrm>
            <a:prstGeom prst="rect">
              <a:avLst/>
            </a:prstGeom>
            <a:noFill/>
          </p:spPr>
          <p:txBody>
            <a:bodyPr wrap="none" lIns="91422" tIns="45711" rIns="91422" bIns="45711" rtlCol="0">
              <a:spAutoFit/>
            </a:bodyPr>
            <a:lstStyle/>
            <a:p>
              <a:pPr defTabSz="914217" fontAlgn="auto">
                <a:spcBef>
                  <a:spcPts val="0"/>
                </a:spcBef>
                <a:spcAft>
                  <a:spcPts val="0"/>
                </a:spcAft>
              </a:pPr>
              <a:r>
                <a:rPr lang="ar-EG" sz="3200" b="1" u="sng" dirty="0">
                  <a:solidFill>
                    <a:schemeClr val="accent1"/>
                  </a:solidFill>
                </a:rPr>
                <a:t>الكونية</a:t>
              </a:r>
              <a:r>
                <a:rPr lang="ar-SA" sz="2800" b="1" dirty="0"/>
                <a:t> </a:t>
              </a:r>
              <a:endParaRPr lang="id-ID" sz="2800" b="1" u="sng" dirty="0">
                <a:solidFill>
                  <a:srgbClr val="445469"/>
                </a:solidFill>
                <a:latin typeface="Lato Regular"/>
                <a:cs typeface="Lato Regular"/>
              </a:endParaRPr>
            </a:p>
          </p:txBody>
        </p:sp>
      </p:grpSp>
      <p:grpSp>
        <p:nvGrpSpPr>
          <p:cNvPr id="4" name="Group 3"/>
          <p:cNvGrpSpPr/>
          <p:nvPr/>
        </p:nvGrpSpPr>
        <p:grpSpPr>
          <a:xfrm>
            <a:off x="548509" y="3922646"/>
            <a:ext cx="7459387" cy="1704175"/>
            <a:chOff x="1497443" y="5580959"/>
            <a:chExt cx="14918773" cy="3335740"/>
          </a:xfrm>
        </p:grpSpPr>
        <p:sp>
          <p:nvSpPr>
            <p:cNvPr id="57" name="TextBox 56"/>
            <p:cNvSpPr txBox="1"/>
            <p:nvPr/>
          </p:nvSpPr>
          <p:spPr>
            <a:xfrm>
              <a:off x="1497443" y="7013025"/>
              <a:ext cx="14918773" cy="1903674"/>
            </a:xfrm>
            <a:prstGeom prst="rect">
              <a:avLst/>
            </a:prstGeom>
            <a:noFill/>
          </p:spPr>
          <p:txBody>
            <a:bodyPr wrap="square" lIns="109710" tIns="54855" rIns="109710" bIns="54855" rtlCol="0">
              <a:spAutoFit/>
            </a:bodyPr>
            <a:lstStyle/>
            <a:p>
              <a:pPr algn="ctr" defTabSz="914217" rtl="1" fontAlgn="auto">
                <a:spcBef>
                  <a:spcPts val="0"/>
                </a:spcBef>
                <a:spcAft>
                  <a:spcPts val="0"/>
                </a:spcAft>
              </a:pPr>
              <a:r>
                <a:rPr lang="ar-EG" sz="2800" b="1" dirty="0"/>
                <a:t>تعني أن المستحدثات التكنولوجية لا يوجد بينها تضارب وإنما تكمل بعضها البعض</a:t>
              </a:r>
              <a:endParaRPr lang="en-US" sz="2800" b="1" dirty="0">
                <a:solidFill>
                  <a:srgbClr val="445469"/>
                </a:solidFill>
                <a:latin typeface="Lato Light"/>
                <a:ea typeface="Open Sans Light" panose="020B0306030504020204" pitchFamily="34" charset="0"/>
                <a:cs typeface="Lato Light"/>
              </a:endParaRPr>
            </a:p>
          </p:txBody>
        </p:sp>
        <p:sp>
          <p:nvSpPr>
            <p:cNvPr id="58" name="Freeform 222"/>
            <p:cNvSpPr>
              <a:spLocks noEditPoints="1"/>
            </p:cNvSpPr>
            <p:nvPr/>
          </p:nvSpPr>
          <p:spPr bwMode="auto">
            <a:xfrm>
              <a:off x="15745224" y="5936047"/>
              <a:ext cx="518612" cy="520895"/>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45720" tIns="22860" rIns="45720" bIns="22860" numCol="1" anchor="t" anchorCtr="0" compatLnSpc="1">
              <a:prstTxWarp prst="textNoShape">
                <a:avLst/>
              </a:prstTxWarp>
            </a:bodyPr>
            <a:lstStyle/>
            <a:p>
              <a:pPr defTabSz="914217" fontAlgn="auto">
                <a:spcBef>
                  <a:spcPts val="0"/>
                </a:spcBef>
                <a:spcAft>
                  <a:spcPts val="0"/>
                </a:spcAft>
              </a:pPr>
              <a:endParaRPr lang="en-US">
                <a:solidFill>
                  <a:srgbClr val="445469"/>
                </a:solidFill>
                <a:latin typeface="Lato Light"/>
              </a:endParaRPr>
            </a:p>
          </p:txBody>
        </p:sp>
        <p:sp>
          <p:nvSpPr>
            <p:cNvPr id="59" name="TextBox 58"/>
            <p:cNvSpPr txBox="1"/>
            <p:nvPr/>
          </p:nvSpPr>
          <p:spPr>
            <a:xfrm>
              <a:off x="12444738" y="5580959"/>
              <a:ext cx="2776970" cy="1144599"/>
            </a:xfrm>
            <a:prstGeom prst="rect">
              <a:avLst/>
            </a:prstGeom>
            <a:noFill/>
          </p:spPr>
          <p:txBody>
            <a:bodyPr wrap="none" lIns="91422" tIns="45711" rIns="91422" bIns="45711" rtlCol="0">
              <a:spAutoFit/>
            </a:bodyPr>
            <a:lstStyle/>
            <a:p>
              <a:pPr defTabSz="914217" fontAlgn="auto">
                <a:spcBef>
                  <a:spcPts val="0"/>
                </a:spcBef>
                <a:spcAft>
                  <a:spcPts val="0"/>
                </a:spcAft>
              </a:pPr>
              <a:r>
                <a:rPr lang="ar-EG" sz="3200" b="1" u="sng" dirty="0">
                  <a:solidFill>
                    <a:schemeClr val="accent1"/>
                  </a:solidFill>
                </a:rPr>
                <a:t>التكاملية </a:t>
              </a:r>
              <a:endParaRPr lang="id-ID" sz="3200" b="1" u="sng" dirty="0">
                <a:solidFill>
                  <a:schemeClr val="accent1"/>
                </a:solidFill>
                <a:latin typeface="Lato Regular"/>
                <a:cs typeface="Lato Regular"/>
              </a:endParaRPr>
            </a:p>
          </p:txBody>
        </p:sp>
      </p:grpSp>
      <p:sp>
        <p:nvSpPr>
          <p:cNvPr id="35" name="Text Placeholder 5"/>
          <p:cNvSpPr txBox="1">
            <a:spLocks/>
          </p:cNvSpPr>
          <p:nvPr/>
        </p:nvSpPr>
        <p:spPr>
          <a:xfrm>
            <a:off x="135930" y="278186"/>
            <a:ext cx="10353674" cy="963613"/>
          </a:xfrm>
          <a:prstGeom prst="rect">
            <a:avLst/>
          </a:prstGeom>
        </p:spPr>
        <p:txBody>
          <a:bodyPr/>
          <a:lstStyle>
            <a:lvl1pPr marL="0" indent="0" algn="l" rtl="0" eaLnBrk="0" fontAlgn="base" hangingPunct="0">
              <a:lnSpc>
                <a:spcPct val="90000"/>
              </a:lnSpc>
              <a:spcBef>
                <a:spcPts val="1000"/>
              </a:spcBef>
              <a:spcAft>
                <a:spcPct val="0"/>
              </a:spcAft>
              <a:buFont typeface="Arial" charset="0"/>
              <a:buNone/>
              <a:defRPr sz="4400" kern="1200">
                <a:solidFill>
                  <a:schemeClr val="tx1">
                    <a:lumMod val="85000"/>
                    <a:lumOff val="15000"/>
                  </a:schemeClr>
                </a:solidFill>
                <a:latin typeface="Lato Medium"/>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42950" lvl="0" indent="-742950" algn="r" rtl="1">
              <a:buFont typeface="+mj-lt"/>
              <a:buAutoNum type="arabicPeriod" startAt="3"/>
            </a:pPr>
            <a:r>
              <a:rPr lang="ar-SA" b="1" u="sng" dirty="0">
                <a:solidFill>
                  <a:schemeClr val="tx1">
                    <a:lumMod val="50000"/>
                  </a:schemeClr>
                </a:solidFill>
              </a:rPr>
              <a:t>خصائص المستحدثات التكنولوجية: </a:t>
            </a:r>
            <a:endParaRPr lang="en-US" u="sng" dirty="0">
              <a:solidFill>
                <a:schemeClr val="tx1">
                  <a:lumMod val="50000"/>
                </a:schemeClr>
              </a:solidFill>
            </a:endParaRPr>
          </a:p>
        </p:txBody>
      </p:sp>
      <p:sp>
        <p:nvSpPr>
          <p:cNvPr id="2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grpSp>
        <p:nvGrpSpPr>
          <p:cNvPr id="29" name="Group 28"/>
          <p:cNvGrpSpPr>
            <a:grpSpLocks/>
          </p:cNvGrpSpPr>
          <p:nvPr/>
        </p:nvGrpSpPr>
        <p:grpSpPr bwMode="auto">
          <a:xfrm>
            <a:off x="8500228" y="1337580"/>
            <a:ext cx="3351211" cy="4597400"/>
            <a:chOff x="6550015" y="1734643"/>
            <a:chExt cx="3351686" cy="4597407"/>
          </a:xfrm>
        </p:grpSpPr>
        <p:sp>
          <p:nvSpPr>
            <p:cNvPr id="30" name="Oval 29"/>
            <p:cNvSpPr/>
            <p:nvPr/>
          </p:nvSpPr>
          <p:spPr>
            <a:xfrm>
              <a:off x="6900902" y="2088656"/>
              <a:ext cx="2630860" cy="2644779"/>
            </a:xfrm>
            <a:prstGeom prst="ellipse">
              <a:avLst/>
            </a:prstGeom>
            <a:noFill/>
            <a:ln>
              <a:solidFill>
                <a:schemeClr val="bg1">
                  <a:lumMod val="65000"/>
                </a:schemeClr>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grpSp>
          <p:nvGrpSpPr>
            <p:cNvPr id="31" name="Group 30"/>
            <p:cNvGrpSpPr/>
            <p:nvPr/>
          </p:nvGrpSpPr>
          <p:grpSpPr>
            <a:xfrm>
              <a:off x="7828252" y="3667661"/>
              <a:ext cx="777012" cy="2664389"/>
              <a:chOff x="4795838" y="1579563"/>
              <a:chExt cx="514350" cy="1763712"/>
            </a:xfrm>
            <a:solidFill>
              <a:schemeClr val="tx1">
                <a:lumMod val="75000"/>
                <a:lumOff val="25000"/>
              </a:schemeClr>
            </a:solidFill>
          </p:grpSpPr>
          <p:sp>
            <p:nvSpPr>
              <p:cNvPr id="89" name="Freeform 88"/>
              <p:cNvSpPr>
                <a:spLocks/>
              </p:cNvSpPr>
              <p:nvPr/>
            </p:nvSpPr>
            <p:spPr bwMode="auto">
              <a:xfrm>
                <a:off x="4795838" y="1579563"/>
                <a:ext cx="514350" cy="1763712"/>
              </a:xfrm>
              <a:custGeom>
                <a:avLst/>
                <a:gdLst>
                  <a:gd name="T0" fmla="*/ 80 w 137"/>
                  <a:gd name="T1" fmla="*/ 0 h 469"/>
                  <a:gd name="T2" fmla="*/ 57 w 137"/>
                  <a:gd name="T3" fmla="*/ 23 h 469"/>
                  <a:gd name="T4" fmla="*/ 59 w 137"/>
                  <a:gd name="T5" fmla="*/ 48 h 469"/>
                  <a:gd name="T6" fmla="*/ 62 w 137"/>
                  <a:gd name="T7" fmla="*/ 52 h 469"/>
                  <a:gd name="T8" fmla="*/ 64 w 137"/>
                  <a:gd name="T9" fmla="*/ 63 h 469"/>
                  <a:gd name="T10" fmla="*/ 68 w 137"/>
                  <a:gd name="T11" fmla="*/ 69 h 469"/>
                  <a:gd name="T12" fmla="*/ 63 w 137"/>
                  <a:gd name="T13" fmla="*/ 78 h 469"/>
                  <a:gd name="T14" fmla="*/ 44 w 137"/>
                  <a:gd name="T15" fmla="*/ 86 h 469"/>
                  <a:gd name="T16" fmla="*/ 29 w 137"/>
                  <a:gd name="T17" fmla="*/ 100 h 469"/>
                  <a:gd name="T18" fmla="*/ 14 w 137"/>
                  <a:gd name="T19" fmla="*/ 123 h 469"/>
                  <a:gd name="T20" fmla="*/ 2 w 137"/>
                  <a:gd name="T21" fmla="*/ 150 h 469"/>
                  <a:gd name="T22" fmla="*/ 26 w 137"/>
                  <a:gd name="T23" fmla="*/ 163 h 469"/>
                  <a:gd name="T24" fmla="*/ 36 w 137"/>
                  <a:gd name="T25" fmla="*/ 158 h 469"/>
                  <a:gd name="T26" fmla="*/ 29 w 137"/>
                  <a:gd name="T27" fmla="*/ 201 h 469"/>
                  <a:gd name="T28" fmla="*/ 24 w 137"/>
                  <a:gd name="T29" fmla="*/ 245 h 469"/>
                  <a:gd name="T30" fmla="*/ 33 w 137"/>
                  <a:gd name="T31" fmla="*/ 250 h 469"/>
                  <a:gd name="T32" fmla="*/ 39 w 137"/>
                  <a:gd name="T33" fmla="*/ 306 h 469"/>
                  <a:gd name="T34" fmla="*/ 47 w 137"/>
                  <a:gd name="T35" fmla="*/ 360 h 469"/>
                  <a:gd name="T36" fmla="*/ 48 w 137"/>
                  <a:gd name="T37" fmla="*/ 394 h 469"/>
                  <a:gd name="T38" fmla="*/ 32 w 137"/>
                  <a:gd name="T39" fmla="*/ 416 h 469"/>
                  <a:gd name="T40" fmla="*/ 14 w 137"/>
                  <a:gd name="T41" fmla="*/ 420 h 469"/>
                  <a:gd name="T42" fmla="*/ 16 w 137"/>
                  <a:gd name="T43" fmla="*/ 428 h 469"/>
                  <a:gd name="T44" fmla="*/ 45 w 137"/>
                  <a:gd name="T45" fmla="*/ 425 h 469"/>
                  <a:gd name="T46" fmla="*/ 56 w 137"/>
                  <a:gd name="T47" fmla="*/ 421 h 469"/>
                  <a:gd name="T48" fmla="*/ 63 w 137"/>
                  <a:gd name="T49" fmla="*/ 426 h 469"/>
                  <a:gd name="T50" fmla="*/ 75 w 137"/>
                  <a:gd name="T51" fmla="*/ 419 h 469"/>
                  <a:gd name="T52" fmla="*/ 76 w 137"/>
                  <a:gd name="T53" fmla="*/ 401 h 469"/>
                  <a:gd name="T54" fmla="*/ 74 w 137"/>
                  <a:gd name="T55" fmla="*/ 380 h 469"/>
                  <a:gd name="T56" fmla="*/ 78 w 137"/>
                  <a:gd name="T57" fmla="*/ 350 h 469"/>
                  <a:gd name="T58" fmla="*/ 78 w 137"/>
                  <a:gd name="T59" fmla="*/ 326 h 469"/>
                  <a:gd name="T60" fmla="*/ 76 w 137"/>
                  <a:gd name="T61" fmla="*/ 303 h 469"/>
                  <a:gd name="T62" fmla="*/ 76 w 137"/>
                  <a:gd name="T63" fmla="*/ 288 h 469"/>
                  <a:gd name="T64" fmla="*/ 84 w 137"/>
                  <a:gd name="T65" fmla="*/ 331 h 469"/>
                  <a:gd name="T66" fmla="*/ 89 w 137"/>
                  <a:gd name="T67" fmla="*/ 382 h 469"/>
                  <a:gd name="T68" fmla="*/ 96 w 137"/>
                  <a:gd name="T69" fmla="*/ 413 h 469"/>
                  <a:gd name="T70" fmla="*/ 99 w 137"/>
                  <a:gd name="T71" fmla="*/ 427 h 469"/>
                  <a:gd name="T72" fmla="*/ 95 w 137"/>
                  <a:gd name="T73" fmla="*/ 445 h 469"/>
                  <a:gd name="T74" fmla="*/ 98 w 137"/>
                  <a:gd name="T75" fmla="*/ 469 h 469"/>
                  <a:gd name="T76" fmla="*/ 120 w 137"/>
                  <a:gd name="T77" fmla="*/ 454 h 469"/>
                  <a:gd name="T78" fmla="*/ 122 w 137"/>
                  <a:gd name="T79" fmla="*/ 430 h 469"/>
                  <a:gd name="T80" fmla="*/ 125 w 137"/>
                  <a:gd name="T81" fmla="*/ 411 h 469"/>
                  <a:gd name="T82" fmla="*/ 125 w 137"/>
                  <a:gd name="T83" fmla="*/ 385 h 469"/>
                  <a:gd name="T84" fmla="*/ 121 w 137"/>
                  <a:gd name="T85" fmla="*/ 338 h 469"/>
                  <a:gd name="T86" fmla="*/ 116 w 137"/>
                  <a:gd name="T87" fmla="*/ 282 h 469"/>
                  <a:gd name="T88" fmla="*/ 115 w 137"/>
                  <a:gd name="T89" fmla="*/ 252 h 469"/>
                  <a:gd name="T90" fmla="*/ 130 w 137"/>
                  <a:gd name="T91" fmla="*/ 246 h 469"/>
                  <a:gd name="T92" fmla="*/ 124 w 137"/>
                  <a:gd name="T93" fmla="*/ 211 h 469"/>
                  <a:gd name="T94" fmla="*/ 117 w 137"/>
                  <a:gd name="T95" fmla="*/ 175 h 469"/>
                  <a:gd name="T96" fmla="*/ 119 w 137"/>
                  <a:gd name="T97" fmla="*/ 151 h 469"/>
                  <a:gd name="T98" fmla="*/ 131 w 137"/>
                  <a:gd name="T99" fmla="*/ 120 h 469"/>
                  <a:gd name="T100" fmla="*/ 132 w 137"/>
                  <a:gd name="T101" fmla="*/ 85 h 469"/>
                  <a:gd name="T102" fmla="*/ 111 w 137"/>
                  <a:gd name="T103" fmla="*/ 78 h 469"/>
                  <a:gd name="T104" fmla="*/ 100 w 137"/>
                  <a:gd name="T105" fmla="*/ 65 h 469"/>
                  <a:gd name="T106" fmla="*/ 96 w 137"/>
                  <a:gd name="T107" fmla="*/ 60 h 469"/>
                  <a:gd name="T108" fmla="*/ 97 w 137"/>
                  <a:gd name="T109" fmla="*/ 52 h 469"/>
                  <a:gd name="T110" fmla="*/ 103 w 137"/>
                  <a:gd name="T111" fmla="*/ 44 h 469"/>
                  <a:gd name="T112" fmla="*/ 104 w 137"/>
                  <a:gd name="T113" fmla="*/ 19 h 469"/>
                  <a:gd name="T114" fmla="*/ 80 w 137"/>
                  <a:gd name="T115"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469">
                    <a:moveTo>
                      <a:pt x="80" y="0"/>
                    </a:moveTo>
                    <a:cubicBezTo>
                      <a:pt x="71" y="0"/>
                      <a:pt x="57" y="9"/>
                      <a:pt x="57" y="23"/>
                    </a:cubicBezTo>
                    <a:cubicBezTo>
                      <a:pt x="57" y="37"/>
                      <a:pt x="58" y="43"/>
                      <a:pt x="59" y="48"/>
                    </a:cubicBezTo>
                    <a:cubicBezTo>
                      <a:pt x="60" y="52"/>
                      <a:pt x="62" y="52"/>
                      <a:pt x="62" y="52"/>
                    </a:cubicBezTo>
                    <a:cubicBezTo>
                      <a:pt x="62" y="52"/>
                      <a:pt x="61" y="61"/>
                      <a:pt x="64" y="63"/>
                    </a:cubicBezTo>
                    <a:cubicBezTo>
                      <a:pt x="67" y="66"/>
                      <a:pt x="68" y="66"/>
                      <a:pt x="68" y="69"/>
                    </a:cubicBezTo>
                    <a:cubicBezTo>
                      <a:pt x="68" y="72"/>
                      <a:pt x="66" y="75"/>
                      <a:pt x="63" y="78"/>
                    </a:cubicBezTo>
                    <a:cubicBezTo>
                      <a:pt x="61" y="81"/>
                      <a:pt x="50" y="84"/>
                      <a:pt x="44" y="86"/>
                    </a:cubicBezTo>
                    <a:cubicBezTo>
                      <a:pt x="37" y="89"/>
                      <a:pt x="33" y="92"/>
                      <a:pt x="29" y="100"/>
                    </a:cubicBezTo>
                    <a:cubicBezTo>
                      <a:pt x="26" y="107"/>
                      <a:pt x="21" y="117"/>
                      <a:pt x="14" y="123"/>
                    </a:cubicBezTo>
                    <a:cubicBezTo>
                      <a:pt x="8" y="130"/>
                      <a:pt x="0" y="140"/>
                      <a:pt x="2" y="150"/>
                    </a:cubicBezTo>
                    <a:cubicBezTo>
                      <a:pt x="5" y="159"/>
                      <a:pt x="18" y="167"/>
                      <a:pt x="26" y="163"/>
                    </a:cubicBezTo>
                    <a:cubicBezTo>
                      <a:pt x="33" y="159"/>
                      <a:pt x="36" y="158"/>
                      <a:pt x="36" y="158"/>
                    </a:cubicBezTo>
                    <a:cubicBezTo>
                      <a:pt x="36" y="158"/>
                      <a:pt x="31" y="180"/>
                      <a:pt x="29" y="201"/>
                    </a:cubicBezTo>
                    <a:cubicBezTo>
                      <a:pt x="27" y="223"/>
                      <a:pt x="21" y="244"/>
                      <a:pt x="24" y="245"/>
                    </a:cubicBezTo>
                    <a:cubicBezTo>
                      <a:pt x="28" y="247"/>
                      <a:pt x="33" y="250"/>
                      <a:pt x="33" y="250"/>
                    </a:cubicBezTo>
                    <a:cubicBezTo>
                      <a:pt x="33" y="250"/>
                      <a:pt x="34" y="280"/>
                      <a:pt x="39" y="306"/>
                    </a:cubicBezTo>
                    <a:cubicBezTo>
                      <a:pt x="44" y="332"/>
                      <a:pt x="46" y="344"/>
                      <a:pt x="47" y="360"/>
                    </a:cubicBezTo>
                    <a:cubicBezTo>
                      <a:pt x="48" y="376"/>
                      <a:pt x="49" y="387"/>
                      <a:pt x="48" y="394"/>
                    </a:cubicBezTo>
                    <a:cubicBezTo>
                      <a:pt x="47" y="400"/>
                      <a:pt x="38" y="413"/>
                      <a:pt x="32" y="416"/>
                    </a:cubicBezTo>
                    <a:cubicBezTo>
                      <a:pt x="27" y="418"/>
                      <a:pt x="18" y="418"/>
                      <a:pt x="14" y="420"/>
                    </a:cubicBezTo>
                    <a:cubicBezTo>
                      <a:pt x="10" y="421"/>
                      <a:pt x="7" y="426"/>
                      <a:pt x="16" y="428"/>
                    </a:cubicBezTo>
                    <a:cubicBezTo>
                      <a:pt x="25" y="429"/>
                      <a:pt x="41" y="427"/>
                      <a:pt x="45" y="425"/>
                    </a:cubicBezTo>
                    <a:cubicBezTo>
                      <a:pt x="49" y="424"/>
                      <a:pt x="56" y="421"/>
                      <a:pt x="56" y="421"/>
                    </a:cubicBezTo>
                    <a:cubicBezTo>
                      <a:pt x="56" y="421"/>
                      <a:pt x="54" y="426"/>
                      <a:pt x="63" y="426"/>
                    </a:cubicBezTo>
                    <a:cubicBezTo>
                      <a:pt x="73" y="426"/>
                      <a:pt x="74" y="425"/>
                      <a:pt x="75" y="419"/>
                    </a:cubicBezTo>
                    <a:cubicBezTo>
                      <a:pt x="75" y="413"/>
                      <a:pt x="75" y="405"/>
                      <a:pt x="76" y="401"/>
                    </a:cubicBezTo>
                    <a:cubicBezTo>
                      <a:pt x="78" y="397"/>
                      <a:pt x="71" y="386"/>
                      <a:pt x="74" y="380"/>
                    </a:cubicBezTo>
                    <a:cubicBezTo>
                      <a:pt x="78" y="375"/>
                      <a:pt x="81" y="359"/>
                      <a:pt x="78" y="350"/>
                    </a:cubicBezTo>
                    <a:cubicBezTo>
                      <a:pt x="75" y="341"/>
                      <a:pt x="79" y="332"/>
                      <a:pt x="78" y="326"/>
                    </a:cubicBezTo>
                    <a:cubicBezTo>
                      <a:pt x="77" y="320"/>
                      <a:pt x="76" y="312"/>
                      <a:pt x="76" y="303"/>
                    </a:cubicBezTo>
                    <a:cubicBezTo>
                      <a:pt x="76" y="294"/>
                      <a:pt x="76" y="288"/>
                      <a:pt x="76" y="288"/>
                    </a:cubicBezTo>
                    <a:cubicBezTo>
                      <a:pt x="76" y="288"/>
                      <a:pt x="82" y="322"/>
                      <a:pt x="84" y="331"/>
                    </a:cubicBezTo>
                    <a:cubicBezTo>
                      <a:pt x="86" y="340"/>
                      <a:pt x="89" y="372"/>
                      <a:pt x="89" y="382"/>
                    </a:cubicBezTo>
                    <a:cubicBezTo>
                      <a:pt x="89" y="392"/>
                      <a:pt x="96" y="405"/>
                      <a:pt x="96" y="413"/>
                    </a:cubicBezTo>
                    <a:cubicBezTo>
                      <a:pt x="97" y="422"/>
                      <a:pt x="97" y="427"/>
                      <a:pt x="99" y="427"/>
                    </a:cubicBezTo>
                    <a:cubicBezTo>
                      <a:pt x="102" y="427"/>
                      <a:pt x="97" y="437"/>
                      <a:pt x="95" y="445"/>
                    </a:cubicBezTo>
                    <a:cubicBezTo>
                      <a:pt x="94" y="452"/>
                      <a:pt x="88" y="469"/>
                      <a:pt x="98" y="469"/>
                    </a:cubicBezTo>
                    <a:cubicBezTo>
                      <a:pt x="109" y="469"/>
                      <a:pt x="120" y="465"/>
                      <a:pt x="120" y="454"/>
                    </a:cubicBezTo>
                    <a:cubicBezTo>
                      <a:pt x="121" y="444"/>
                      <a:pt x="119" y="434"/>
                      <a:pt x="122" y="430"/>
                    </a:cubicBezTo>
                    <a:cubicBezTo>
                      <a:pt x="125" y="426"/>
                      <a:pt x="125" y="417"/>
                      <a:pt x="125" y="411"/>
                    </a:cubicBezTo>
                    <a:cubicBezTo>
                      <a:pt x="124" y="406"/>
                      <a:pt x="126" y="396"/>
                      <a:pt x="125" y="385"/>
                    </a:cubicBezTo>
                    <a:cubicBezTo>
                      <a:pt x="123" y="373"/>
                      <a:pt x="123" y="353"/>
                      <a:pt x="121" y="338"/>
                    </a:cubicBezTo>
                    <a:cubicBezTo>
                      <a:pt x="118" y="323"/>
                      <a:pt x="117" y="300"/>
                      <a:pt x="116" y="282"/>
                    </a:cubicBezTo>
                    <a:cubicBezTo>
                      <a:pt x="114" y="264"/>
                      <a:pt x="113" y="255"/>
                      <a:pt x="115" y="252"/>
                    </a:cubicBezTo>
                    <a:cubicBezTo>
                      <a:pt x="117" y="250"/>
                      <a:pt x="127" y="247"/>
                      <a:pt x="130" y="246"/>
                    </a:cubicBezTo>
                    <a:cubicBezTo>
                      <a:pt x="133" y="246"/>
                      <a:pt x="127" y="227"/>
                      <a:pt x="124" y="211"/>
                    </a:cubicBezTo>
                    <a:cubicBezTo>
                      <a:pt x="122" y="196"/>
                      <a:pt x="119" y="186"/>
                      <a:pt x="117" y="175"/>
                    </a:cubicBezTo>
                    <a:cubicBezTo>
                      <a:pt x="114" y="164"/>
                      <a:pt x="114" y="159"/>
                      <a:pt x="119" y="151"/>
                    </a:cubicBezTo>
                    <a:cubicBezTo>
                      <a:pt x="123" y="143"/>
                      <a:pt x="129" y="138"/>
                      <a:pt x="131" y="120"/>
                    </a:cubicBezTo>
                    <a:cubicBezTo>
                      <a:pt x="134" y="102"/>
                      <a:pt x="137" y="90"/>
                      <a:pt x="132" y="85"/>
                    </a:cubicBezTo>
                    <a:cubicBezTo>
                      <a:pt x="127" y="81"/>
                      <a:pt x="118" y="83"/>
                      <a:pt x="111" y="78"/>
                    </a:cubicBezTo>
                    <a:cubicBezTo>
                      <a:pt x="104" y="72"/>
                      <a:pt x="103" y="66"/>
                      <a:pt x="100" y="65"/>
                    </a:cubicBezTo>
                    <a:cubicBezTo>
                      <a:pt x="97" y="64"/>
                      <a:pt x="96" y="64"/>
                      <a:pt x="96" y="60"/>
                    </a:cubicBezTo>
                    <a:cubicBezTo>
                      <a:pt x="96" y="56"/>
                      <a:pt x="97" y="52"/>
                      <a:pt x="97" y="52"/>
                    </a:cubicBezTo>
                    <a:cubicBezTo>
                      <a:pt x="97" y="52"/>
                      <a:pt x="102" y="49"/>
                      <a:pt x="103" y="44"/>
                    </a:cubicBezTo>
                    <a:cubicBezTo>
                      <a:pt x="104" y="39"/>
                      <a:pt x="105" y="27"/>
                      <a:pt x="104" y="19"/>
                    </a:cubicBezTo>
                    <a:cubicBezTo>
                      <a:pt x="102" y="11"/>
                      <a:pt x="95" y="0"/>
                      <a:pt x="80" y="0"/>
                    </a:cubicBezTo>
                    <a:close/>
                  </a:path>
                </a:pathLst>
              </a:custGeom>
              <a:grpFill/>
              <a:ln>
                <a:noFill/>
              </a:ln>
              <a:extLst/>
            </p:spPr>
            <p:txBody>
              <a:bodyPr lIns="68580" tIns="34290" rIns="68580" bIns="34290"/>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90" name="Freeform 89"/>
              <p:cNvSpPr>
                <a:spLocks/>
              </p:cNvSpPr>
              <p:nvPr/>
            </p:nvSpPr>
            <p:spPr bwMode="auto">
              <a:xfrm>
                <a:off x="5040313" y="1809750"/>
                <a:ext cx="127000" cy="96837"/>
              </a:xfrm>
              <a:custGeom>
                <a:avLst/>
                <a:gdLst>
                  <a:gd name="T0" fmla="*/ 2 w 34"/>
                  <a:gd name="T1" fmla="*/ 12 h 26"/>
                  <a:gd name="T2" fmla="*/ 0 w 34"/>
                  <a:gd name="T3" fmla="*/ 15 h 26"/>
                  <a:gd name="T4" fmla="*/ 1 w 34"/>
                  <a:gd name="T5" fmla="*/ 26 h 26"/>
                  <a:gd name="T6" fmla="*/ 8 w 34"/>
                  <a:gd name="T7" fmla="*/ 15 h 26"/>
                  <a:gd name="T8" fmla="*/ 14 w 34"/>
                  <a:gd name="T9" fmla="*/ 20 h 26"/>
                  <a:gd name="T10" fmla="*/ 15 w 34"/>
                  <a:gd name="T11" fmla="*/ 25 h 26"/>
                  <a:gd name="T12" fmla="*/ 34 w 34"/>
                  <a:gd name="T13" fmla="*/ 4 h 26"/>
                  <a:gd name="T14" fmla="*/ 31 w 34"/>
                  <a:gd name="T15" fmla="*/ 0 h 26"/>
                  <a:gd name="T16" fmla="*/ 9 w 34"/>
                  <a:gd name="T17" fmla="*/ 14 h 26"/>
                  <a:gd name="T18" fmla="*/ 2 w 34"/>
                  <a:gd name="T19"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6">
                    <a:moveTo>
                      <a:pt x="2" y="12"/>
                    </a:moveTo>
                    <a:cubicBezTo>
                      <a:pt x="1" y="13"/>
                      <a:pt x="1" y="14"/>
                      <a:pt x="0" y="15"/>
                    </a:cubicBezTo>
                    <a:cubicBezTo>
                      <a:pt x="1" y="19"/>
                      <a:pt x="1" y="23"/>
                      <a:pt x="1" y="26"/>
                    </a:cubicBezTo>
                    <a:cubicBezTo>
                      <a:pt x="7" y="23"/>
                      <a:pt x="4" y="16"/>
                      <a:pt x="8" y="15"/>
                    </a:cubicBezTo>
                    <a:cubicBezTo>
                      <a:pt x="13" y="15"/>
                      <a:pt x="13" y="17"/>
                      <a:pt x="14" y="20"/>
                    </a:cubicBezTo>
                    <a:cubicBezTo>
                      <a:pt x="15" y="22"/>
                      <a:pt x="15" y="25"/>
                      <a:pt x="15" y="25"/>
                    </a:cubicBezTo>
                    <a:cubicBezTo>
                      <a:pt x="15" y="25"/>
                      <a:pt x="30" y="9"/>
                      <a:pt x="34" y="4"/>
                    </a:cubicBezTo>
                    <a:cubicBezTo>
                      <a:pt x="32" y="3"/>
                      <a:pt x="31" y="2"/>
                      <a:pt x="31" y="0"/>
                    </a:cubicBezTo>
                    <a:cubicBezTo>
                      <a:pt x="26" y="5"/>
                      <a:pt x="15" y="14"/>
                      <a:pt x="9" y="14"/>
                    </a:cubicBezTo>
                    <a:cubicBezTo>
                      <a:pt x="6" y="14"/>
                      <a:pt x="4" y="13"/>
                      <a:pt x="2" y="12"/>
                    </a:cubicBezTo>
                    <a:close/>
                  </a:path>
                </a:pathLst>
              </a:custGeom>
              <a:grpFill/>
              <a:ln>
                <a:noFill/>
              </a:ln>
              <a:extLst/>
            </p:spPr>
            <p:txBody>
              <a:bodyPr lIns="68580" tIns="34290" rIns="68580" bIns="34290"/>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91" name="Freeform 90"/>
              <p:cNvSpPr>
                <a:spLocks/>
              </p:cNvSpPr>
              <p:nvPr/>
            </p:nvSpPr>
            <p:spPr bwMode="auto">
              <a:xfrm>
                <a:off x="4975226" y="2073275"/>
                <a:ext cx="57150" cy="74612"/>
              </a:xfrm>
              <a:custGeom>
                <a:avLst/>
                <a:gdLst>
                  <a:gd name="T0" fmla="*/ 7 w 15"/>
                  <a:gd name="T1" fmla="*/ 1 h 20"/>
                  <a:gd name="T2" fmla="*/ 15 w 15"/>
                  <a:gd name="T3" fmla="*/ 0 h 20"/>
                  <a:gd name="T4" fmla="*/ 8 w 15"/>
                  <a:gd name="T5" fmla="*/ 11 h 20"/>
                  <a:gd name="T6" fmla="*/ 8 w 15"/>
                  <a:gd name="T7" fmla="*/ 18 h 20"/>
                  <a:gd name="T8" fmla="*/ 2 w 15"/>
                  <a:gd name="T9" fmla="*/ 20 h 20"/>
                  <a:gd name="T10" fmla="*/ 2 w 15"/>
                  <a:gd name="T11" fmla="*/ 9 h 20"/>
                  <a:gd name="T12" fmla="*/ 7 w 15"/>
                  <a:gd name="T13" fmla="*/ 1 h 20"/>
                </a:gdLst>
                <a:ahLst/>
                <a:cxnLst>
                  <a:cxn ang="0">
                    <a:pos x="T0" y="T1"/>
                  </a:cxn>
                  <a:cxn ang="0">
                    <a:pos x="T2" y="T3"/>
                  </a:cxn>
                  <a:cxn ang="0">
                    <a:pos x="T4" y="T5"/>
                  </a:cxn>
                  <a:cxn ang="0">
                    <a:pos x="T6" y="T7"/>
                  </a:cxn>
                  <a:cxn ang="0">
                    <a:pos x="T8" y="T9"/>
                  </a:cxn>
                  <a:cxn ang="0">
                    <a:pos x="T10" y="T11"/>
                  </a:cxn>
                  <a:cxn ang="0">
                    <a:pos x="T12" y="T13"/>
                  </a:cxn>
                </a:cxnLst>
                <a:rect l="0" t="0" r="r" b="b"/>
                <a:pathLst>
                  <a:path w="15" h="20">
                    <a:moveTo>
                      <a:pt x="7" y="1"/>
                    </a:moveTo>
                    <a:cubicBezTo>
                      <a:pt x="15" y="0"/>
                      <a:pt x="15" y="0"/>
                      <a:pt x="15" y="0"/>
                    </a:cubicBezTo>
                    <a:cubicBezTo>
                      <a:pt x="15" y="0"/>
                      <a:pt x="8" y="5"/>
                      <a:pt x="8" y="11"/>
                    </a:cubicBezTo>
                    <a:cubicBezTo>
                      <a:pt x="8" y="16"/>
                      <a:pt x="8" y="18"/>
                      <a:pt x="8" y="18"/>
                    </a:cubicBezTo>
                    <a:cubicBezTo>
                      <a:pt x="2" y="20"/>
                      <a:pt x="2" y="20"/>
                      <a:pt x="2" y="20"/>
                    </a:cubicBezTo>
                    <a:cubicBezTo>
                      <a:pt x="2" y="20"/>
                      <a:pt x="0" y="14"/>
                      <a:pt x="2" y="9"/>
                    </a:cubicBezTo>
                    <a:cubicBezTo>
                      <a:pt x="4" y="4"/>
                      <a:pt x="6" y="2"/>
                      <a:pt x="7" y="1"/>
                    </a:cubicBezTo>
                    <a:close/>
                  </a:path>
                </a:pathLst>
              </a:custGeom>
              <a:grpFill/>
              <a:ln>
                <a:noFill/>
              </a:ln>
              <a:extLst/>
            </p:spPr>
            <p:txBody>
              <a:bodyPr lIns="68580" tIns="34290" rIns="68580" bIns="34290"/>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92" name="Freeform 91"/>
              <p:cNvSpPr>
                <a:spLocks/>
              </p:cNvSpPr>
              <p:nvPr/>
            </p:nvSpPr>
            <p:spPr bwMode="auto">
              <a:xfrm>
                <a:off x="4979988" y="2252663"/>
                <a:ext cx="22225" cy="65087"/>
              </a:xfrm>
              <a:custGeom>
                <a:avLst/>
                <a:gdLst>
                  <a:gd name="T0" fmla="*/ 4 w 6"/>
                  <a:gd name="T1" fmla="*/ 0 h 17"/>
                  <a:gd name="T2" fmla="*/ 5 w 6"/>
                  <a:gd name="T3" fmla="*/ 13 h 17"/>
                  <a:gd name="T4" fmla="*/ 6 w 6"/>
                  <a:gd name="T5" fmla="*/ 17 h 17"/>
                  <a:gd name="T6" fmla="*/ 0 w 6"/>
                  <a:gd name="T7" fmla="*/ 16 h 17"/>
                  <a:gd name="T8" fmla="*/ 4 w 6"/>
                  <a:gd name="T9" fmla="*/ 0 h 17"/>
                </a:gdLst>
                <a:ahLst/>
                <a:cxnLst>
                  <a:cxn ang="0">
                    <a:pos x="T0" y="T1"/>
                  </a:cxn>
                  <a:cxn ang="0">
                    <a:pos x="T2" y="T3"/>
                  </a:cxn>
                  <a:cxn ang="0">
                    <a:pos x="T4" y="T5"/>
                  </a:cxn>
                  <a:cxn ang="0">
                    <a:pos x="T6" y="T7"/>
                  </a:cxn>
                  <a:cxn ang="0">
                    <a:pos x="T8" y="T9"/>
                  </a:cxn>
                </a:cxnLst>
                <a:rect l="0" t="0" r="r" b="b"/>
                <a:pathLst>
                  <a:path w="6" h="17">
                    <a:moveTo>
                      <a:pt x="4" y="0"/>
                    </a:moveTo>
                    <a:cubicBezTo>
                      <a:pt x="4" y="0"/>
                      <a:pt x="5" y="9"/>
                      <a:pt x="5" y="13"/>
                    </a:cubicBezTo>
                    <a:cubicBezTo>
                      <a:pt x="6" y="16"/>
                      <a:pt x="6" y="17"/>
                      <a:pt x="6" y="17"/>
                    </a:cubicBezTo>
                    <a:cubicBezTo>
                      <a:pt x="0" y="16"/>
                      <a:pt x="0" y="16"/>
                      <a:pt x="0" y="16"/>
                    </a:cubicBezTo>
                    <a:cubicBezTo>
                      <a:pt x="0" y="16"/>
                      <a:pt x="1" y="8"/>
                      <a:pt x="4" y="0"/>
                    </a:cubicBezTo>
                    <a:close/>
                  </a:path>
                </a:pathLst>
              </a:custGeom>
              <a:grpFill/>
              <a:ln>
                <a:noFill/>
              </a:ln>
              <a:extLst/>
            </p:spPr>
            <p:txBody>
              <a:bodyPr lIns="68580" tIns="34290" rIns="68580" bIns="34290"/>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sz="1013">
                  <a:solidFill>
                    <a:prstClr val="black"/>
                  </a:solidFill>
                  <a:latin typeface="Calibri" panose="020F0502020204030204"/>
                  <a:cs typeface="+mn-cs"/>
                </a:endParaRPr>
              </a:p>
            </p:txBody>
          </p:sp>
        </p:grpSp>
        <p:sp>
          <p:nvSpPr>
            <p:cNvPr id="32" name="Oval 31"/>
            <p:cNvSpPr/>
            <p:nvPr/>
          </p:nvSpPr>
          <p:spPr>
            <a:xfrm>
              <a:off x="7845598" y="1734643"/>
              <a:ext cx="703361" cy="706438"/>
            </a:xfrm>
            <a:prstGeom prst="ellipse">
              <a:avLst/>
            </a:prstGeom>
            <a:solidFill>
              <a:srgbClr val="C0392B"/>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33" name="Oval 32"/>
            <p:cNvSpPr/>
            <p:nvPr/>
          </p:nvSpPr>
          <p:spPr>
            <a:xfrm>
              <a:off x="8839514" y="2212481"/>
              <a:ext cx="703361"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34" name="Oval 33"/>
            <p:cNvSpPr/>
            <p:nvPr/>
          </p:nvSpPr>
          <p:spPr>
            <a:xfrm>
              <a:off x="6550015" y="3057032"/>
              <a:ext cx="703361"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36" name="Oval 35"/>
            <p:cNvSpPr/>
            <p:nvPr/>
          </p:nvSpPr>
          <p:spPr>
            <a:xfrm>
              <a:off x="9198340" y="3057032"/>
              <a:ext cx="703361"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37" name="Oval 36"/>
            <p:cNvSpPr/>
            <p:nvPr/>
          </p:nvSpPr>
          <p:spPr>
            <a:xfrm>
              <a:off x="8883970" y="4001596"/>
              <a:ext cx="703361"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38" name="Oval 37"/>
            <p:cNvSpPr/>
            <p:nvPr/>
          </p:nvSpPr>
          <p:spPr>
            <a:xfrm>
              <a:off x="6918367" y="4001596"/>
              <a:ext cx="703361"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39" name="Oval 38"/>
            <p:cNvSpPr/>
            <p:nvPr/>
          </p:nvSpPr>
          <p:spPr>
            <a:xfrm>
              <a:off x="6921543" y="2212481"/>
              <a:ext cx="703361"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grpSp>
          <p:nvGrpSpPr>
            <p:cNvPr id="40" name="Group 39"/>
            <p:cNvGrpSpPr/>
            <p:nvPr/>
          </p:nvGrpSpPr>
          <p:grpSpPr>
            <a:xfrm>
              <a:off x="6766550" y="3278571"/>
              <a:ext cx="275414" cy="247507"/>
              <a:chOff x="5583238" y="3892551"/>
              <a:chExt cx="360363" cy="323850"/>
            </a:xfrm>
            <a:solidFill>
              <a:schemeClr val="bg1"/>
            </a:solidFill>
          </p:grpSpPr>
          <p:sp>
            <p:nvSpPr>
              <p:cNvPr id="69" name="Freeform 68"/>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70" name="Freeform 69"/>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88" name="Freeform 8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41" name="Group 40"/>
            <p:cNvGrpSpPr/>
            <p:nvPr/>
          </p:nvGrpSpPr>
          <p:grpSpPr>
            <a:xfrm>
              <a:off x="7120938" y="2457922"/>
              <a:ext cx="264493" cy="228095"/>
              <a:chOff x="6048376" y="3925888"/>
              <a:chExt cx="346075" cy="298451"/>
            </a:xfrm>
            <a:solidFill>
              <a:schemeClr val="bg1"/>
            </a:solidFill>
          </p:grpSpPr>
          <p:sp>
            <p:nvSpPr>
              <p:cNvPr id="67" name="Freeform 66"/>
              <p:cNvSpPr>
                <a:spLocks/>
              </p:cNvSpPr>
              <p:nvPr/>
            </p:nvSpPr>
            <p:spPr bwMode="auto">
              <a:xfrm>
                <a:off x="6102351" y="3925888"/>
                <a:ext cx="292100" cy="244475"/>
              </a:xfrm>
              <a:custGeom>
                <a:avLst/>
                <a:gdLst>
                  <a:gd name="T0" fmla="*/ 72 w 78"/>
                  <a:gd name="T1" fmla="*/ 0 h 65"/>
                  <a:gd name="T2" fmla="*/ 48 w 78"/>
                  <a:gd name="T3" fmla="*/ 0 h 65"/>
                  <a:gd name="T4" fmla="*/ 42 w 78"/>
                  <a:gd name="T5" fmla="*/ 5 h 65"/>
                  <a:gd name="T6" fmla="*/ 42 w 78"/>
                  <a:gd name="T7" fmla="*/ 8 h 65"/>
                  <a:gd name="T8" fmla="*/ 5 w 78"/>
                  <a:gd name="T9" fmla="*/ 8 h 65"/>
                  <a:gd name="T10" fmla="*/ 0 w 78"/>
                  <a:gd name="T11" fmla="*/ 14 h 65"/>
                  <a:gd name="T12" fmla="*/ 0 w 78"/>
                  <a:gd name="T13" fmla="*/ 59 h 65"/>
                  <a:gd name="T14" fmla="*/ 5 w 78"/>
                  <a:gd name="T15" fmla="*/ 65 h 65"/>
                  <a:gd name="T16" fmla="*/ 73 w 78"/>
                  <a:gd name="T17" fmla="*/ 65 h 65"/>
                  <a:gd name="T18" fmla="*/ 78 w 78"/>
                  <a:gd name="T19" fmla="*/ 59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8"/>
                      <a:pt x="42" y="8"/>
                      <a:pt x="42" y="8"/>
                    </a:cubicBezTo>
                    <a:cubicBezTo>
                      <a:pt x="5" y="8"/>
                      <a:pt x="5" y="8"/>
                      <a:pt x="5" y="8"/>
                    </a:cubicBezTo>
                    <a:cubicBezTo>
                      <a:pt x="2" y="8"/>
                      <a:pt x="0" y="11"/>
                      <a:pt x="0" y="14"/>
                    </a:cubicBezTo>
                    <a:cubicBezTo>
                      <a:pt x="0" y="59"/>
                      <a:pt x="0" y="59"/>
                      <a:pt x="0" y="59"/>
                    </a:cubicBezTo>
                    <a:cubicBezTo>
                      <a:pt x="0" y="62"/>
                      <a:pt x="2" y="65"/>
                      <a:pt x="5" y="65"/>
                    </a:cubicBezTo>
                    <a:cubicBezTo>
                      <a:pt x="73" y="65"/>
                      <a:pt x="73" y="65"/>
                      <a:pt x="73" y="65"/>
                    </a:cubicBezTo>
                    <a:cubicBezTo>
                      <a:pt x="76" y="65"/>
                      <a:pt x="78" y="62"/>
                      <a:pt x="78" y="59"/>
                    </a:cubicBezTo>
                    <a:cubicBezTo>
                      <a:pt x="78" y="5"/>
                      <a:pt x="78" y="5"/>
                      <a:pt x="78" y="5"/>
                    </a:cubicBezTo>
                    <a:cubicBezTo>
                      <a:pt x="78" y="2"/>
                      <a:pt x="75" y="0"/>
                      <a:pt x="72" y="0"/>
                    </a:cubicBezTo>
                    <a:close/>
                  </a:path>
                </a:pathLst>
              </a:custGeom>
              <a:grpFill/>
              <a:ln w="7938" cap="flat">
                <a:solidFill>
                  <a:srgbClr val="FFFFFF"/>
                </a:solidFill>
                <a:prstDash val="solid"/>
                <a:miter lim="800000"/>
                <a:headEnd/>
                <a:tailEnd/>
              </a:ln>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8" name="Freeform 67"/>
              <p:cNvSpPr>
                <a:spLocks/>
              </p:cNvSpPr>
              <p:nvPr/>
            </p:nvSpPr>
            <p:spPr bwMode="auto">
              <a:xfrm>
                <a:off x="6048376" y="3978276"/>
                <a:ext cx="293688" cy="246063"/>
              </a:xfrm>
              <a:custGeom>
                <a:avLst/>
                <a:gdLst>
                  <a:gd name="T0" fmla="*/ 72 w 78"/>
                  <a:gd name="T1" fmla="*/ 0 h 65"/>
                  <a:gd name="T2" fmla="*/ 48 w 78"/>
                  <a:gd name="T3" fmla="*/ 0 h 65"/>
                  <a:gd name="T4" fmla="*/ 42 w 78"/>
                  <a:gd name="T5" fmla="*/ 5 h 65"/>
                  <a:gd name="T6" fmla="*/ 42 w 78"/>
                  <a:gd name="T7" fmla="*/ 9 h 65"/>
                  <a:gd name="T8" fmla="*/ 5 w 78"/>
                  <a:gd name="T9" fmla="*/ 9 h 65"/>
                  <a:gd name="T10" fmla="*/ 0 w 78"/>
                  <a:gd name="T11" fmla="*/ 14 h 65"/>
                  <a:gd name="T12" fmla="*/ 0 w 78"/>
                  <a:gd name="T13" fmla="*/ 60 h 65"/>
                  <a:gd name="T14" fmla="*/ 5 w 78"/>
                  <a:gd name="T15" fmla="*/ 65 h 65"/>
                  <a:gd name="T16" fmla="*/ 73 w 78"/>
                  <a:gd name="T17" fmla="*/ 65 h 65"/>
                  <a:gd name="T18" fmla="*/ 78 w 78"/>
                  <a:gd name="T19" fmla="*/ 60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9"/>
                      <a:pt x="42" y="9"/>
                      <a:pt x="42" y="9"/>
                    </a:cubicBezTo>
                    <a:cubicBezTo>
                      <a:pt x="5" y="9"/>
                      <a:pt x="5" y="9"/>
                      <a:pt x="5" y="9"/>
                    </a:cubicBezTo>
                    <a:cubicBezTo>
                      <a:pt x="2" y="9"/>
                      <a:pt x="0" y="11"/>
                      <a:pt x="0" y="14"/>
                    </a:cubicBezTo>
                    <a:cubicBezTo>
                      <a:pt x="0" y="60"/>
                      <a:pt x="0" y="60"/>
                      <a:pt x="0" y="60"/>
                    </a:cubicBezTo>
                    <a:cubicBezTo>
                      <a:pt x="0" y="63"/>
                      <a:pt x="2" y="65"/>
                      <a:pt x="5" y="65"/>
                    </a:cubicBezTo>
                    <a:cubicBezTo>
                      <a:pt x="73" y="65"/>
                      <a:pt x="73" y="65"/>
                      <a:pt x="73" y="65"/>
                    </a:cubicBezTo>
                    <a:cubicBezTo>
                      <a:pt x="76" y="65"/>
                      <a:pt x="78" y="63"/>
                      <a:pt x="78" y="60"/>
                    </a:cubicBezTo>
                    <a:cubicBezTo>
                      <a:pt x="78" y="5"/>
                      <a:pt x="78" y="5"/>
                      <a:pt x="78" y="5"/>
                    </a:cubicBezTo>
                    <a:cubicBezTo>
                      <a:pt x="78" y="2"/>
                      <a:pt x="76" y="0"/>
                      <a:pt x="72" y="0"/>
                    </a:cubicBezTo>
                    <a:close/>
                  </a:path>
                </a:pathLst>
              </a:custGeom>
              <a:grpFill/>
              <a:ln w="7938" cap="flat">
                <a:solidFill>
                  <a:srgbClr val="FFFFFF"/>
                </a:solidFill>
                <a:prstDash val="solid"/>
                <a:miter lim="800000"/>
                <a:headEnd/>
                <a:tailEnd/>
              </a:ln>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42" name="Group 41"/>
            <p:cNvGrpSpPr/>
            <p:nvPr/>
          </p:nvGrpSpPr>
          <p:grpSpPr>
            <a:xfrm>
              <a:off x="7172802" y="4226771"/>
              <a:ext cx="212323" cy="247508"/>
              <a:chOff x="7548563" y="2860676"/>
              <a:chExt cx="277813" cy="323850"/>
            </a:xfrm>
            <a:solidFill>
              <a:schemeClr val="bg1"/>
            </a:solidFill>
          </p:grpSpPr>
          <p:sp>
            <p:nvSpPr>
              <p:cNvPr id="61" name="Freeform 60"/>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2" name="Freeform 61"/>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3" name="Freeform 62"/>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4" name="Freeform 63"/>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5" name="Freeform 64"/>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6" name="Freeform 65"/>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grpSp>
        <p:sp>
          <p:nvSpPr>
            <p:cNvPr id="45" name="Freeform 44"/>
            <p:cNvSpPr>
              <a:spLocks noEditPoints="1"/>
            </p:cNvSpPr>
            <p:nvPr/>
          </p:nvSpPr>
          <p:spPr bwMode="auto">
            <a:xfrm>
              <a:off x="8104631" y="1931116"/>
              <a:ext cx="185883" cy="282086"/>
            </a:xfrm>
            <a:custGeom>
              <a:avLst/>
              <a:gdLst>
                <a:gd name="T0" fmla="*/ 194956412 w 48"/>
                <a:gd name="T1" fmla="*/ 880985365 h 73"/>
                <a:gd name="T2" fmla="*/ 539881754 w 48"/>
                <a:gd name="T3" fmla="*/ 880985365 h 73"/>
                <a:gd name="T4" fmla="*/ 539881754 w 48"/>
                <a:gd name="T5" fmla="*/ 880985365 h 73"/>
                <a:gd name="T6" fmla="*/ 554880183 w 48"/>
                <a:gd name="T7" fmla="*/ 880985365 h 73"/>
                <a:gd name="T8" fmla="*/ 569874741 w 48"/>
                <a:gd name="T9" fmla="*/ 851122903 h 73"/>
                <a:gd name="T10" fmla="*/ 359923710 w 48"/>
                <a:gd name="T11" fmla="*/ 612211618 h 73"/>
                <a:gd name="T12" fmla="*/ 164963425 w 48"/>
                <a:gd name="T13" fmla="*/ 851122903 h 73"/>
                <a:gd name="T14" fmla="*/ 164963425 w 48"/>
                <a:gd name="T15" fmla="*/ 880985365 h 73"/>
                <a:gd name="T16" fmla="*/ 194956412 w 48"/>
                <a:gd name="T17" fmla="*/ 880985365 h 73"/>
                <a:gd name="T18" fmla="*/ 194956412 w 48"/>
                <a:gd name="T19" fmla="*/ 880985365 h 73"/>
                <a:gd name="T20" fmla="*/ 659857574 w 48"/>
                <a:gd name="T21" fmla="*/ 164251328 h 73"/>
                <a:gd name="T22" fmla="*/ 719843548 w 48"/>
                <a:gd name="T23" fmla="*/ 104522510 h 73"/>
                <a:gd name="T24" fmla="*/ 719843548 w 48"/>
                <a:gd name="T25" fmla="*/ 74660048 h 73"/>
                <a:gd name="T26" fmla="*/ 659857574 w 48"/>
                <a:gd name="T27" fmla="*/ 0 h 73"/>
                <a:gd name="T28" fmla="*/ 74984434 w 48"/>
                <a:gd name="T29" fmla="*/ 0 h 73"/>
                <a:gd name="T30" fmla="*/ 0 w 48"/>
                <a:gd name="T31" fmla="*/ 74660048 h 73"/>
                <a:gd name="T32" fmla="*/ 0 w 48"/>
                <a:gd name="T33" fmla="*/ 104522510 h 73"/>
                <a:gd name="T34" fmla="*/ 59985989 w 48"/>
                <a:gd name="T35" fmla="*/ 164251328 h 73"/>
                <a:gd name="T36" fmla="*/ 659857574 w 48"/>
                <a:gd name="T37" fmla="*/ 164251328 h 73"/>
                <a:gd name="T38" fmla="*/ 599871600 w 48"/>
                <a:gd name="T39" fmla="*/ 194113789 h 73"/>
                <a:gd name="T40" fmla="*/ 659857574 w 48"/>
                <a:gd name="T41" fmla="*/ 194113789 h 73"/>
                <a:gd name="T42" fmla="*/ 464897229 w 48"/>
                <a:gd name="T43" fmla="*/ 537551600 h 73"/>
                <a:gd name="T44" fmla="*/ 659857574 w 48"/>
                <a:gd name="T45" fmla="*/ 880985365 h 73"/>
                <a:gd name="T46" fmla="*/ 599871600 w 48"/>
                <a:gd name="T47" fmla="*/ 880985365 h 73"/>
                <a:gd name="T48" fmla="*/ 389916698 w 48"/>
                <a:gd name="T49" fmla="*/ 567414061 h 73"/>
                <a:gd name="T50" fmla="*/ 374918268 w 48"/>
                <a:gd name="T51" fmla="*/ 537551600 h 73"/>
                <a:gd name="T52" fmla="*/ 389916698 w 48"/>
                <a:gd name="T53" fmla="*/ 522620369 h 73"/>
                <a:gd name="T54" fmla="*/ 389916698 w 48"/>
                <a:gd name="T55" fmla="*/ 522620369 h 73"/>
                <a:gd name="T56" fmla="*/ 599871600 w 48"/>
                <a:gd name="T57" fmla="*/ 194113789 h 73"/>
                <a:gd name="T58" fmla="*/ 59985989 w 48"/>
                <a:gd name="T59" fmla="*/ 910851691 h 73"/>
                <a:gd name="T60" fmla="*/ 0 w 48"/>
                <a:gd name="T61" fmla="*/ 985511709 h 73"/>
                <a:gd name="T62" fmla="*/ 0 w 48"/>
                <a:gd name="T63" fmla="*/ 1015374412 h 73"/>
                <a:gd name="T64" fmla="*/ 74984434 w 48"/>
                <a:gd name="T65" fmla="*/ 1090034430 h 73"/>
                <a:gd name="T66" fmla="*/ 659857574 w 48"/>
                <a:gd name="T67" fmla="*/ 1090034430 h 73"/>
                <a:gd name="T68" fmla="*/ 719843548 w 48"/>
                <a:gd name="T69" fmla="*/ 1015374412 h 73"/>
                <a:gd name="T70" fmla="*/ 719843548 w 48"/>
                <a:gd name="T71" fmla="*/ 985511709 h 73"/>
                <a:gd name="T72" fmla="*/ 659857574 w 48"/>
                <a:gd name="T73" fmla="*/ 910851691 h 73"/>
                <a:gd name="T74" fmla="*/ 59985989 w 48"/>
                <a:gd name="T75" fmla="*/ 910851691 h 73"/>
                <a:gd name="T76" fmla="*/ 119975851 w 48"/>
                <a:gd name="T77" fmla="*/ 880985365 h 73"/>
                <a:gd name="T78" fmla="*/ 59985989 w 48"/>
                <a:gd name="T79" fmla="*/ 880985365 h 73"/>
                <a:gd name="T80" fmla="*/ 269940877 w 48"/>
                <a:gd name="T81" fmla="*/ 537551600 h 73"/>
                <a:gd name="T82" fmla="*/ 59985989 w 48"/>
                <a:gd name="T83" fmla="*/ 194113789 h 73"/>
                <a:gd name="T84" fmla="*/ 119975851 w 48"/>
                <a:gd name="T85" fmla="*/ 194113789 h 73"/>
                <a:gd name="T86" fmla="*/ 329926851 w 48"/>
                <a:gd name="T87" fmla="*/ 522620369 h 73"/>
                <a:gd name="T88" fmla="*/ 359923710 w 48"/>
                <a:gd name="T89" fmla="*/ 552482830 h 73"/>
                <a:gd name="T90" fmla="*/ 329926851 w 48"/>
                <a:gd name="T91" fmla="*/ 567414061 h 73"/>
                <a:gd name="T92" fmla="*/ 119975851 w 48"/>
                <a:gd name="T93" fmla="*/ 880985365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endParaRPr lang="el-GR">
                <a:solidFill>
                  <a:srgbClr val="000000"/>
                </a:solidFill>
              </a:endParaRPr>
            </a:p>
          </p:txBody>
        </p:sp>
        <p:sp>
          <p:nvSpPr>
            <p:cNvPr id="46" name="Freeform 45"/>
            <p:cNvSpPr>
              <a:spLocks noEditPoints="1"/>
            </p:cNvSpPr>
            <p:nvPr/>
          </p:nvSpPr>
          <p:spPr bwMode="auto">
            <a:xfrm>
              <a:off x="9062038" y="2468841"/>
              <a:ext cx="272986" cy="175924"/>
            </a:xfrm>
            <a:custGeom>
              <a:avLst/>
              <a:gdLst>
                <a:gd name="T0" fmla="*/ 734892623 w 95"/>
                <a:gd name="T1" fmla="*/ 0 h 61"/>
                <a:gd name="T2" fmla="*/ 41286975 w 95"/>
                <a:gd name="T3" fmla="*/ 0 h 61"/>
                <a:gd name="T4" fmla="*/ 8258545 w 95"/>
                <a:gd name="T5" fmla="*/ 8317457 h 61"/>
                <a:gd name="T6" fmla="*/ 0 w 95"/>
                <a:gd name="T7" fmla="*/ 41587281 h 61"/>
                <a:gd name="T8" fmla="*/ 371574146 w 95"/>
                <a:gd name="T9" fmla="*/ 324380793 h 61"/>
                <a:gd name="T10" fmla="*/ 388088447 w 95"/>
                <a:gd name="T11" fmla="*/ 332698247 h 61"/>
                <a:gd name="T12" fmla="*/ 412861200 w 95"/>
                <a:gd name="T13" fmla="*/ 324380793 h 61"/>
                <a:gd name="T14" fmla="*/ 784435436 w 95"/>
                <a:gd name="T15" fmla="*/ 41587281 h 61"/>
                <a:gd name="T16" fmla="*/ 767921225 w 95"/>
                <a:gd name="T17" fmla="*/ 8317457 h 61"/>
                <a:gd name="T18" fmla="*/ 734892623 w 95"/>
                <a:gd name="T19" fmla="*/ 0 h 61"/>
                <a:gd name="T20" fmla="*/ 784435436 w 95"/>
                <a:gd name="T21" fmla="*/ 415872876 h 61"/>
                <a:gd name="T22" fmla="*/ 578006183 w 95"/>
                <a:gd name="T23" fmla="*/ 249523708 h 61"/>
                <a:gd name="T24" fmla="*/ 784435436 w 95"/>
                <a:gd name="T25" fmla="*/ 91492016 h 61"/>
                <a:gd name="T26" fmla="*/ 784435436 w 95"/>
                <a:gd name="T27" fmla="*/ 415872876 h 61"/>
                <a:gd name="T28" fmla="*/ 767921225 w 95"/>
                <a:gd name="T29" fmla="*/ 499047415 h 61"/>
                <a:gd name="T30" fmla="*/ 734892623 w 95"/>
                <a:gd name="T31" fmla="*/ 507364869 h 61"/>
                <a:gd name="T32" fmla="*/ 41286975 w 95"/>
                <a:gd name="T33" fmla="*/ 507364869 h 61"/>
                <a:gd name="T34" fmla="*/ 8258545 w 95"/>
                <a:gd name="T35" fmla="*/ 499047415 h 61"/>
                <a:gd name="T36" fmla="*/ 0 w 95"/>
                <a:gd name="T37" fmla="*/ 465777600 h 61"/>
                <a:gd name="T38" fmla="*/ 239460459 w 95"/>
                <a:gd name="T39" fmla="*/ 282793523 h 61"/>
                <a:gd name="T40" fmla="*/ 355059935 w 95"/>
                <a:gd name="T41" fmla="*/ 365968063 h 61"/>
                <a:gd name="T42" fmla="*/ 388088447 w 95"/>
                <a:gd name="T43" fmla="*/ 374285516 h 61"/>
                <a:gd name="T44" fmla="*/ 429375411 w 95"/>
                <a:gd name="T45" fmla="*/ 365968063 h 61"/>
                <a:gd name="T46" fmla="*/ 544974887 w 95"/>
                <a:gd name="T47" fmla="*/ 282793523 h 61"/>
                <a:gd name="T48" fmla="*/ 784435436 w 95"/>
                <a:gd name="T49" fmla="*/ 465777600 h 61"/>
                <a:gd name="T50" fmla="*/ 767921225 w 95"/>
                <a:gd name="T51" fmla="*/ 499047415 h 61"/>
                <a:gd name="T52" fmla="*/ 0 w 95"/>
                <a:gd name="T53" fmla="*/ 91492016 h 61"/>
                <a:gd name="T54" fmla="*/ 206429163 w 95"/>
                <a:gd name="T55" fmla="*/ 249523708 h 61"/>
                <a:gd name="T56" fmla="*/ 0 w 95"/>
                <a:gd name="T57" fmla="*/ 415872876 h 61"/>
                <a:gd name="T58" fmla="*/ 0 w 95"/>
                <a:gd name="T59" fmla="*/ 91492016 h 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61"/>
                <a:gd name="T92" fmla="*/ 95 w 95"/>
                <a:gd name="T93" fmla="*/ 61 h 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61">
                  <a:moveTo>
                    <a:pt x="89" y="0"/>
                  </a:moveTo>
                  <a:cubicBezTo>
                    <a:pt x="5" y="0"/>
                    <a:pt x="5" y="0"/>
                    <a:pt x="5" y="0"/>
                  </a:cubicBezTo>
                  <a:cubicBezTo>
                    <a:pt x="4" y="0"/>
                    <a:pt x="2" y="0"/>
                    <a:pt x="1" y="1"/>
                  </a:cubicBezTo>
                  <a:cubicBezTo>
                    <a:pt x="0" y="2"/>
                    <a:pt x="0" y="4"/>
                    <a:pt x="0" y="5"/>
                  </a:cubicBezTo>
                  <a:cubicBezTo>
                    <a:pt x="45" y="39"/>
                    <a:pt x="45" y="39"/>
                    <a:pt x="45" y="39"/>
                  </a:cubicBezTo>
                  <a:cubicBezTo>
                    <a:pt x="45" y="40"/>
                    <a:pt x="46" y="40"/>
                    <a:pt x="47" y="40"/>
                  </a:cubicBezTo>
                  <a:cubicBezTo>
                    <a:pt x="48" y="40"/>
                    <a:pt x="49" y="40"/>
                    <a:pt x="50" y="39"/>
                  </a:cubicBezTo>
                  <a:cubicBezTo>
                    <a:pt x="95" y="5"/>
                    <a:pt x="95" y="5"/>
                    <a:pt x="95" y="5"/>
                  </a:cubicBezTo>
                  <a:cubicBezTo>
                    <a:pt x="95" y="4"/>
                    <a:pt x="94" y="2"/>
                    <a:pt x="93" y="1"/>
                  </a:cubicBezTo>
                  <a:cubicBezTo>
                    <a:pt x="92" y="0"/>
                    <a:pt x="91" y="0"/>
                    <a:pt x="89" y="0"/>
                  </a:cubicBezTo>
                  <a:close/>
                  <a:moveTo>
                    <a:pt x="95" y="50"/>
                  </a:moveTo>
                  <a:cubicBezTo>
                    <a:pt x="70" y="30"/>
                    <a:pt x="70" y="30"/>
                    <a:pt x="70" y="30"/>
                  </a:cubicBezTo>
                  <a:cubicBezTo>
                    <a:pt x="95" y="11"/>
                    <a:pt x="95" y="11"/>
                    <a:pt x="95" y="11"/>
                  </a:cubicBezTo>
                  <a:cubicBezTo>
                    <a:pt x="95" y="50"/>
                    <a:pt x="95" y="50"/>
                    <a:pt x="95" y="50"/>
                  </a:cubicBezTo>
                  <a:close/>
                  <a:moveTo>
                    <a:pt x="93" y="60"/>
                  </a:moveTo>
                  <a:cubicBezTo>
                    <a:pt x="92" y="61"/>
                    <a:pt x="91" y="61"/>
                    <a:pt x="89" y="61"/>
                  </a:cubicBezTo>
                  <a:cubicBezTo>
                    <a:pt x="5" y="61"/>
                    <a:pt x="5" y="61"/>
                    <a:pt x="5" y="61"/>
                  </a:cubicBezTo>
                  <a:cubicBezTo>
                    <a:pt x="4" y="61"/>
                    <a:pt x="2" y="61"/>
                    <a:pt x="1" y="60"/>
                  </a:cubicBezTo>
                  <a:cubicBezTo>
                    <a:pt x="0" y="59"/>
                    <a:pt x="0" y="57"/>
                    <a:pt x="0" y="56"/>
                  </a:cubicBezTo>
                  <a:cubicBezTo>
                    <a:pt x="29" y="34"/>
                    <a:pt x="29" y="34"/>
                    <a:pt x="29" y="34"/>
                  </a:cubicBezTo>
                  <a:cubicBezTo>
                    <a:pt x="43" y="44"/>
                    <a:pt x="43" y="44"/>
                    <a:pt x="43" y="44"/>
                  </a:cubicBezTo>
                  <a:cubicBezTo>
                    <a:pt x="44" y="45"/>
                    <a:pt x="46" y="45"/>
                    <a:pt x="47" y="45"/>
                  </a:cubicBezTo>
                  <a:cubicBezTo>
                    <a:pt x="49" y="45"/>
                    <a:pt x="50" y="45"/>
                    <a:pt x="52" y="44"/>
                  </a:cubicBezTo>
                  <a:cubicBezTo>
                    <a:pt x="66" y="34"/>
                    <a:pt x="66" y="34"/>
                    <a:pt x="66" y="34"/>
                  </a:cubicBezTo>
                  <a:cubicBezTo>
                    <a:pt x="95" y="56"/>
                    <a:pt x="95" y="56"/>
                    <a:pt x="95" y="56"/>
                  </a:cubicBezTo>
                  <a:cubicBezTo>
                    <a:pt x="95" y="57"/>
                    <a:pt x="94" y="59"/>
                    <a:pt x="93" y="60"/>
                  </a:cubicBezTo>
                  <a:close/>
                  <a:moveTo>
                    <a:pt x="0" y="11"/>
                  </a:moveTo>
                  <a:cubicBezTo>
                    <a:pt x="25" y="30"/>
                    <a:pt x="25" y="30"/>
                    <a:pt x="25" y="30"/>
                  </a:cubicBezTo>
                  <a:cubicBezTo>
                    <a:pt x="0" y="50"/>
                    <a:pt x="0" y="50"/>
                    <a:pt x="0" y="50"/>
                  </a:cubicBezTo>
                  <a:lnTo>
                    <a:pt x="0" y="11"/>
                  </a:lnTo>
                  <a:close/>
                </a:path>
              </a:pathLst>
            </a:custGeom>
            <a:solidFill>
              <a:schemeClr val="bg1"/>
            </a:solid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endParaRPr lang="el-GR">
                <a:solidFill>
                  <a:srgbClr val="000000"/>
                </a:solidFill>
              </a:endParaRPr>
            </a:p>
          </p:txBody>
        </p:sp>
        <p:grpSp>
          <p:nvGrpSpPr>
            <p:cNvPr id="47" name="Group 46"/>
            <p:cNvGrpSpPr/>
            <p:nvPr/>
          </p:nvGrpSpPr>
          <p:grpSpPr>
            <a:xfrm>
              <a:off x="9097363" y="4205374"/>
              <a:ext cx="275414" cy="264494"/>
              <a:chOff x="5610226" y="4344988"/>
              <a:chExt cx="360363" cy="346075"/>
            </a:xfrm>
            <a:solidFill>
              <a:schemeClr val="bg1"/>
            </a:solidFill>
          </p:grpSpPr>
          <p:sp>
            <p:nvSpPr>
              <p:cNvPr id="53" name="Freeform 52"/>
              <p:cNvSpPr>
                <a:spLocks/>
              </p:cNvSpPr>
              <p:nvPr/>
            </p:nvSpPr>
            <p:spPr bwMode="auto">
              <a:xfrm>
                <a:off x="5872163" y="4502151"/>
                <a:ext cx="98425" cy="147638"/>
              </a:xfrm>
              <a:custGeom>
                <a:avLst/>
                <a:gdLst>
                  <a:gd name="T0" fmla="*/ 62 w 62"/>
                  <a:gd name="T1" fmla="*/ 93 h 93"/>
                  <a:gd name="T2" fmla="*/ 0 w 62"/>
                  <a:gd name="T3" fmla="*/ 48 h 93"/>
                  <a:gd name="T4" fmla="*/ 62 w 62"/>
                  <a:gd name="T5" fmla="*/ 0 h 93"/>
                  <a:gd name="T6" fmla="*/ 62 w 62"/>
                  <a:gd name="T7" fmla="*/ 93 h 93"/>
                  <a:gd name="T8" fmla="*/ 62 w 62"/>
                  <a:gd name="T9" fmla="*/ 93 h 93"/>
                </a:gdLst>
                <a:ahLst/>
                <a:cxnLst>
                  <a:cxn ang="0">
                    <a:pos x="T0" y="T1"/>
                  </a:cxn>
                  <a:cxn ang="0">
                    <a:pos x="T2" y="T3"/>
                  </a:cxn>
                  <a:cxn ang="0">
                    <a:pos x="T4" y="T5"/>
                  </a:cxn>
                  <a:cxn ang="0">
                    <a:pos x="T6" y="T7"/>
                  </a:cxn>
                  <a:cxn ang="0">
                    <a:pos x="T8" y="T9"/>
                  </a:cxn>
                </a:cxnLst>
                <a:rect l="0" t="0" r="r" b="b"/>
                <a:pathLst>
                  <a:path w="62" h="93">
                    <a:moveTo>
                      <a:pt x="62" y="93"/>
                    </a:moveTo>
                    <a:lnTo>
                      <a:pt x="0" y="48"/>
                    </a:lnTo>
                    <a:lnTo>
                      <a:pt x="62" y="0"/>
                    </a:lnTo>
                    <a:lnTo>
                      <a:pt x="62" y="93"/>
                    </a:lnTo>
                    <a:lnTo>
                      <a:pt x="62" y="93"/>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4" name="Freeform 53"/>
              <p:cNvSpPr>
                <a:spLocks/>
              </p:cNvSpPr>
              <p:nvPr/>
            </p:nvSpPr>
            <p:spPr bwMode="auto">
              <a:xfrm>
                <a:off x="5610226" y="4344988"/>
                <a:ext cx="360363" cy="149225"/>
              </a:xfrm>
              <a:custGeom>
                <a:avLst/>
                <a:gdLst>
                  <a:gd name="T0" fmla="*/ 6 w 96"/>
                  <a:gd name="T1" fmla="*/ 40 h 40"/>
                  <a:gd name="T2" fmla="*/ 90 w 96"/>
                  <a:gd name="T3" fmla="*/ 40 h 40"/>
                  <a:gd name="T4" fmla="*/ 94 w 96"/>
                  <a:gd name="T5" fmla="*/ 39 h 40"/>
                  <a:gd name="T6" fmla="*/ 96 w 96"/>
                  <a:gd name="T7" fmla="*/ 35 h 40"/>
                  <a:gd name="T8" fmla="*/ 51 w 96"/>
                  <a:gd name="T9" fmla="*/ 1 h 40"/>
                  <a:gd name="T10" fmla="*/ 48 w 96"/>
                  <a:gd name="T11" fmla="*/ 0 h 40"/>
                  <a:gd name="T12" fmla="*/ 45 w 96"/>
                  <a:gd name="T13" fmla="*/ 1 h 40"/>
                  <a:gd name="T14" fmla="*/ 0 w 96"/>
                  <a:gd name="T15" fmla="*/ 35 h 40"/>
                  <a:gd name="T16" fmla="*/ 2 w 96"/>
                  <a:gd name="T17" fmla="*/ 39 h 40"/>
                  <a:gd name="T18" fmla="*/ 6 w 96"/>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40">
                    <a:moveTo>
                      <a:pt x="6" y="40"/>
                    </a:moveTo>
                    <a:cubicBezTo>
                      <a:pt x="90" y="40"/>
                      <a:pt x="90" y="40"/>
                      <a:pt x="90" y="40"/>
                    </a:cubicBezTo>
                    <a:cubicBezTo>
                      <a:pt x="92" y="40"/>
                      <a:pt x="93" y="40"/>
                      <a:pt x="94" y="39"/>
                    </a:cubicBezTo>
                    <a:cubicBezTo>
                      <a:pt x="95" y="38"/>
                      <a:pt x="96" y="37"/>
                      <a:pt x="96" y="35"/>
                    </a:cubicBezTo>
                    <a:cubicBezTo>
                      <a:pt x="51" y="1"/>
                      <a:pt x="51" y="1"/>
                      <a:pt x="51" y="1"/>
                    </a:cubicBezTo>
                    <a:cubicBezTo>
                      <a:pt x="50" y="0"/>
                      <a:pt x="49" y="0"/>
                      <a:pt x="48" y="0"/>
                    </a:cubicBezTo>
                    <a:cubicBezTo>
                      <a:pt x="47" y="0"/>
                      <a:pt x="46" y="0"/>
                      <a:pt x="45" y="1"/>
                    </a:cubicBezTo>
                    <a:cubicBezTo>
                      <a:pt x="0" y="35"/>
                      <a:pt x="0" y="35"/>
                      <a:pt x="0" y="35"/>
                    </a:cubicBezTo>
                    <a:cubicBezTo>
                      <a:pt x="0" y="36"/>
                      <a:pt x="1" y="38"/>
                      <a:pt x="2" y="39"/>
                    </a:cubicBezTo>
                    <a:cubicBezTo>
                      <a:pt x="3" y="40"/>
                      <a:pt x="4" y="40"/>
                      <a:pt x="6" y="40"/>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5" name="Freeform 54"/>
              <p:cNvSpPr>
                <a:spLocks/>
              </p:cNvSpPr>
              <p:nvPr/>
            </p:nvSpPr>
            <p:spPr bwMode="auto">
              <a:xfrm>
                <a:off x="5610226" y="4589463"/>
                <a:ext cx="360363" cy="101600"/>
              </a:xfrm>
              <a:custGeom>
                <a:avLst/>
                <a:gdLst>
                  <a:gd name="T0" fmla="*/ 66 w 96"/>
                  <a:gd name="T1" fmla="*/ 0 h 27"/>
                  <a:gd name="T2" fmla="*/ 52 w 96"/>
                  <a:gd name="T3" fmla="*/ 10 h 27"/>
                  <a:gd name="T4" fmla="*/ 48 w 96"/>
                  <a:gd name="T5" fmla="*/ 12 h 27"/>
                  <a:gd name="T6" fmla="*/ 44 w 96"/>
                  <a:gd name="T7" fmla="*/ 10 h 27"/>
                  <a:gd name="T8" fmla="*/ 30 w 96"/>
                  <a:gd name="T9" fmla="*/ 0 h 27"/>
                  <a:gd name="T10" fmla="*/ 0 w 96"/>
                  <a:gd name="T11" fmla="*/ 22 h 27"/>
                  <a:gd name="T12" fmla="*/ 2 w 96"/>
                  <a:gd name="T13" fmla="*/ 26 h 27"/>
                  <a:gd name="T14" fmla="*/ 6 w 96"/>
                  <a:gd name="T15" fmla="*/ 27 h 27"/>
                  <a:gd name="T16" fmla="*/ 90 w 96"/>
                  <a:gd name="T17" fmla="*/ 27 h 27"/>
                  <a:gd name="T18" fmla="*/ 94 w 96"/>
                  <a:gd name="T19" fmla="*/ 26 h 27"/>
                  <a:gd name="T20" fmla="*/ 96 w 96"/>
                  <a:gd name="T21" fmla="*/ 22 h 27"/>
                  <a:gd name="T22" fmla="*/ 66 w 96"/>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27">
                    <a:moveTo>
                      <a:pt x="66" y="0"/>
                    </a:moveTo>
                    <a:cubicBezTo>
                      <a:pt x="52" y="10"/>
                      <a:pt x="52" y="10"/>
                      <a:pt x="52" y="10"/>
                    </a:cubicBezTo>
                    <a:cubicBezTo>
                      <a:pt x="51" y="11"/>
                      <a:pt x="50" y="12"/>
                      <a:pt x="48" y="12"/>
                    </a:cubicBezTo>
                    <a:cubicBezTo>
                      <a:pt x="47" y="12"/>
                      <a:pt x="45" y="11"/>
                      <a:pt x="44" y="10"/>
                    </a:cubicBezTo>
                    <a:cubicBezTo>
                      <a:pt x="30" y="0"/>
                      <a:pt x="30" y="0"/>
                      <a:pt x="30" y="0"/>
                    </a:cubicBezTo>
                    <a:cubicBezTo>
                      <a:pt x="0" y="22"/>
                      <a:pt x="0" y="22"/>
                      <a:pt x="0" y="22"/>
                    </a:cubicBezTo>
                    <a:cubicBezTo>
                      <a:pt x="0" y="24"/>
                      <a:pt x="1" y="25"/>
                      <a:pt x="2" y="26"/>
                    </a:cubicBezTo>
                    <a:cubicBezTo>
                      <a:pt x="3" y="27"/>
                      <a:pt x="4" y="27"/>
                      <a:pt x="6" y="27"/>
                    </a:cubicBezTo>
                    <a:cubicBezTo>
                      <a:pt x="90" y="27"/>
                      <a:pt x="90" y="27"/>
                      <a:pt x="90" y="27"/>
                    </a:cubicBezTo>
                    <a:cubicBezTo>
                      <a:pt x="92" y="27"/>
                      <a:pt x="93" y="27"/>
                      <a:pt x="94" y="26"/>
                    </a:cubicBezTo>
                    <a:cubicBezTo>
                      <a:pt x="95" y="25"/>
                      <a:pt x="96" y="24"/>
                      <a:pt x="96" y="22"/>
                    </a:cubicBezTo>
                    <a:lnTo>
                      <a:pt x="66" y="0"/>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0" name="Freeform 59"/>
              <p:cNvSpPr>
                <a:spLocks/>
              </p:cNvSpPr>
              <p:nvPr/>
            </p:nvSpPr>
            <p:spPr bwMode="auto">
              <a:xfrm>
                <a:off x="5610226" y="4502151"/>
                <a:ext cx="96838" cy="147638"/>
              </a:xfrm>
              <a:custGeom>
                <a:avLst/>
                <a:gdLst>
                  <a:gd name="T0" fmla="*/ 0 w 61"/>
                  <a:gd name="T1" fmla="*/ 0 h 93"/>
                  <a:gd name="T2" fmla="*/ 61 w 61"/>
                  <a:gd name="T3" fmla="*/ 48 h 93"/>
                  <a:gd name="T4" fmla="*/ 0 w 61"/>
                  <a:gd name="T5" fmla="*/ 93 h 93"/>
                  <a:gd name="T6" fmla="*/ 0 w 61"/>
                  <a:gd name="T7" fmla="*/ 0 h 93"/>
                </a:gdLst>
                <a:ahLst/>
                <a:cxnLst>
                  <a:cxn ang="0">
                    <a:pos x="T0" y="T1"/>
                  </a:cxn>
                  <a:cxn ang="0">
                    <a:pos x="T2" y="T3"/>
                  </a:cxn>
                  <a:cxn ang="0">
                    <a:pos x="T4" y="T5"/>
                  </a:cxn>
                  <a:cxn ang="0">
                    <a:pos x="T6" y="T7"/>
                  </a:cxn>
                </a:cxnLst>
                <a:rect l="0" t="0" r="r" b="b"/>
                <a:pathLst>
                  <a:path w="61" h="93">
                    <a:moveTo>
                      <a:pt x="0" y="0"/>
                    </a:moveTo>
                    <a:lnTo>
                      <a:pt x="61" y="48"/>
                    </a:lnTo>
                    <a:lnTo>
                      <a:pt x="0" y="93"/>
                    </a:lnTo>
                    <a:lnTo>
                      <a:pt x="0" y="0"/>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48" name="Group 47"/>
            <p:cNvGrpSpPr/>
            <p:nvPr/>
          </p:nvGrpSpPr>
          <p:grpSpPr>
            <a:xfrm>
              <a:off x="9423479" y="3272108"/>
              <a:ext cx="253273" cy="329479"/>
              <a:chOff x="6913563" y="2465388"/>
              <a:chExt cx="179388" cy="233363"/>
            </a:xfrm>
            <a:solidFill>
              <a:schemeClr val="bg1"/>
            </a:solidFill>
          </p:grpSpPr>
          <p:sp>
            <p:nvSpPr>
              <p:cNvPr id="49" name="Freeform 48"/>
              <p:cNvSpPr>
                <a:spLocks noEditPoints="1"/>
              </p:cNvSpPr>
              <p:nvPr/>
            </p:nvSpPr>
            <p:spPr bwMode="auto">
              <a:xfrm>
                <a:off x="6913563" y="2465388"/>
                <a:ext cx="179388" cy="195263"/>
              </a:xfrm>
              <a:custGeom>
                <a:avLst/>
                <a:gdLst>
                  <a:gd name="T0" fmla="*/ 25 w 48"/>
                  <a:gd name="T1" fmla="*/ 0 h 52"/>
                  <a:gd name="T2" fmla="*/ 3 w 48"/>
                  <a:gd name="T3" fmla="*/ 27 h 52"/>
                  <a:gd name="T4" fmla="*/ 11 w 48"/>
                  <a:gd name="T5" fmla="*/ 41 h 52"/>
                  <a:gd name="T6" fmla="*/ 18 w 48"/>
                  <a:gd name="T7" fmla="*/ 52 h 52"/>
                  <a:gd name="T8" fmla="*/ 33 w 48"/>
                  <a:gd name="T9" fmla="*/ 52 h 52"/>
                  <a:gd name="T10" fmla="*/ 40 w 48"/>
                  <a:gd name="T11" fmla="*/ 41 h 52"/>
                  <a:gd name="T12" fmla="*/ 48 w 48"/>
                  <a:gd name="T13" fmla="*/ 22 h 52"/>
                  <a:gd name="T14" fmla="*/ 25 w 48"/>
                  <a:gd name="T15" fmla="*/ 0 h 52"/>
                  <a:gd name="T16" fmla="*/ 33 w 48"/>
                  <a:gd name="T17" fmla="*/ 42 h 52"/>
                  <a:gd name="T18" fmla="*/ 32 w 48"/>
                  <a:gd name="T19" fmla="*/ 46 h 52"/>
                  <a:gd name="T20" fmla="*/ 29 w 48"/>
                  <a:gd name="T21" fmla="*/ 46 h 52"/>
                  <a:gd name="T22" fmla="*/ 30 w 48"/>
                  <a:gd name="T23" fmla="*/ 36 h 52"/>
                  <a:gd name="T24" fmla="*/ 33 w 48"/>
                  <a:gd name="T25" fmla="*/ 25 h 52"/>
                  <a:gd name="T26" fmla="*/ 33 w 48"/>
                  <a:gd name="T27" fmla="*/ 25 h 52"/>
                  <a:gd name="T28" fmla="*/ 30 w 48"/>
                  <a:gd name="T29" fmla="*/ 20 h 52"/>
                  <a:gd name="T30" fmla="*/ 25 w 48"/>
                  <a:gd name="T31" fmla="*/ 19 h 52"/>
                  <a:gd name="T32" fmla="*/ 20 w 48"/>
                  <a:gd name="T33" fmla="*/ 20 h 52"/>
                  <a:gd name="T34" fmla="*/ 18 w 48"/>
                  <a:gd name="T35" fmla="*/ 25 h 52"/>
                  <a:gd name="T36" fmla="*/ 21 w 48"/>
                  <a:gd name="T37" fmla="*/ 36 h 52"/>
                  <a:gd name="T38" fmla="*/ 22 w 48"/>
                  <a:gd name="T39" fmla="*/ 46 h 52"/>
                  <a:gd name="T40" fmla="*/ 19 w 48"/>
                  <a:gd name="T41" fmla="*/ 46 h 52"/>
                  <a:gd name="T42" fmla="*/ 17 w 48"/>
                  <a:gd name="T43" fmla="*/ 42 h 52"/>
                  <a:gd name="T44" fmla="*/ 9 w 48"/>
                  <a:gd name="T45" fmla="*/ 25 h 52"/>
                  <a:gd name="T46" fmla="*/ 25 w 48"/>
                  <a:gd name="T47" fmla="*/ 6 h 52"/>
                  <a:gd name="T48" fmla="*/ 42 w 48"/>
                  <a:gd name="T49" fmla="*/ 25 h 52"/>
                  <a:gd name="T50" fmla="*/ 33 w 48"/>
                  <a:gd name="T51"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52">
                    <a:moveTo>
                      <a:pt x="25" y="0"/>
                    </a:moveTo>
                    <a:cubicBezTo>
                      <a:pt x="11" y="0"/>
                      <a:pt x="0" y="13"/>
                      <a:pt x="3" y="27"/>
                    </a:cubicBezTo>
                    <a:cubicBezTo>
                      <a:pt x="4" y="33"/>
                      <a:pt x="9" y="35"/>
                      <a:pt x="11" y="41"/>
                    </a:cubicBezTo>
                    <a:cubicBezTo>
                      <a:pt x="12" y="44"/>
                      <a:pt x="13" y="52"/>
                      <a:pt x="18" y="52"/>
                    </a:cubicBezTo>
                    <a:cubicBezTo>
                      <a:pt x="33" y="52"/>
                      <a:pt x="33" y="52"/>
                      <a:pt x="33" y="52"/>
                    </a:cubicBezTo>
                    <a:cubicBezTo>
                      <a:pt x="38" y="52"/>
                      <a:pt x="38" y="44"/>
                      <a:pt x="40" y="41"/>
                    </a:cubicBezTo>
                    <a:cubicBezTo>
                      <a:pt x="43" y="33"/>
                      <a:pt x="48" y="33"/>
                      <a:pt x="48" y="22"/>
                    </a:cubicBezTo>
                    <a:cubicBezTo>
                      <a:pt x="48" y="10"/>
                      <a:pt x="38" y="0"/>
                      <a:pt x="25" y="0"/>
                    </a:cubicBezTo>
                    <a:close/>
                    <a:moveTo>
                      <a:pt x="33" y="42"/>
                    </a:moveTo>
                    <a:cubicBezTo>
                      <a:pt x="33" y="43"/>
                      <a:pt x="33" y="45"/>
                      <a:pt x="32" y="46"/>
                    </a:cubicBezTo>
                    <a:cubicBezTo>
                      <a:pt x="29" y="46"/>
                      <a:pt x="29" y="46"/>
                      <a:pt x="29" y="46"/>
                    </a:cubicBezTo>
                    <a:cubicBezTo>
                      <a:pt x="29" y="42"/>
                      <a:pt x="29" y="39"/>
                      <a:pt x="30" y="36"/>
                    </a:cubicBezTo>
                    <a:cubicBezTo>
                      <a:pt x="30" y="33"/>
                      <a:pt x="31" y="30"/>
                      <a:pt x="33" y="25"/>
                    </a:cubicBezTo>
                    <a:cubicBezTo>
                      <a:pt x="33" y="25"/>
                      <a:pt x="33" y="25"/>
                      <a:pt x="33" y="25"/>
                    </a:cubicBezTo>
                    <a:cubicBezTo>
                      <a:pt x="34" y="22"/>
                      <a:pt x="33" y="21"/>
                      <a:pt x="30" y="20"/>
                    </a:cubicBezTo>
                    <a:cubicBezTo>
                      <a:pt x="29" y="19"/>
                      <a:pt x="27" y="19"/>
                      <a:pt x="25" y="19"/>
                    </a:cubicBezTo>
                    <a:cubicBezTo>
                      <a:pt x="23" y="19"/>
                      <a:pt x="21" y="19"/>
                      <a:pt x="20" y="20"/>
                    </a:cubicBezTo>
                    <a:cubicBezTo>
                      <a:pt x="18" y="21"/>
                      <a:pt x="17" y="23"/>
                      <a:pt x="18" y="25"/>
                    </a:cubicBezTo>
                    <a:cubicBezTo>
                      <a:pt x="20" y="30"/>
                      <a:pt x="21" y="33"/>
                      <a:pt x="21" y="36"/>
                    </a:cubicBezTo>
                    <a:cubicBezTo>
                      <a:pt x="22" y="39"/>
                      <a:pt x="22" y="42"/>
                      <a:pt x="22" y="46"/>
                    </a:cubicBezTo>
                    <a:cubicBezTo>
                      <a:pt x="19" y="46"/>
                      <a:pt x="19" y="46"/>
                      <a:pt x="19" y="46"/>
                    </a:cubicBezTo>
                    <a:cubicBezTo>
                      <a:pt x="18" y="45"/>
                      <a:pt x="18" y="43"/>
                      <a:pt x="17" y="42"/>
                    </a:cubicBezTo>
                    <a:cubicBezTo>
                      <a:pt x="15" y="34"/>
                      <a:pt x="10" y="31"/>
                      <a:pt x="9" y="25"/>
                    </a:cubicBezTo>
                    <a:cubicBezTo>
                      <a:pt x="7" y="15"/>
                      <a:pt x="15" y="6"/>
                      <a:pt x="25" y="6"/>
                    </a:cubicBezTo>
                    <a:cubicBezTo>
                      <a:pt x="36" y="6"/>
                      <a:pt x="44" y="15"/>
                      <a:pt x="42" y="25"/>
                    </a:cubicBezTo>
                    <a:cubicBezTo>
                      <a:pt x="41" y="31"/>
                      <a:pt x="35" y="34"/>
                      <a:pt x="33" y="42"/>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0" name="Freeform 49"/>
              <p:cNvSpPr>
                <a:spLocks/>
              </p:cNvSpPr>
              <p:nvPr/>
            </p:nvSpPr>
            <p:spPr bwMode="auto">
              <a:xfrm>
                <a:off x="6991351" y="2547938"/>
                <a:ext cx="34925" cy="90488"/>
              </a:xfrm>
              <a:custGeom>
                <a:avLst/>
                <a:gdLst>
                  <a:gd name="T0" fmla="*/ 3 w 9"/>
                  <a:gd name="T1" fmla="*/ 24 h 24"/>
                  <a:gd name="T2" fmla="*/ 6 w 9"/>
                  <a:gd name="T3" fmla="*/ 24 h 24"/>
                  <a:gd name="T4" fmla="*/ 6 w 9"/>
                  <a:gd name="T5" fmla="*/ 14 h 24"/>
                  <a:gd name="T6" fmla="*/ 9 w 9"/>
                  <a:gd name="T7" fmla="*/ 3 h 24"/>
                  <a:gd name="T8" fmla="*/ 7 w 9"/>
                  <a:gd name="T9" fmla="*/ 0 h 24"/>
                  <a:gd name="T10" fmla="*/ 5 w 9"/>
                  <a:gd name="T11" fmla="*/ 0 h 24"/>
                  <a:gd name="T12" fmla="*/ 2 w 9"/>
                  <a:gd name="T13" fmla="*/ 0 h 24"/>
                  <a:gd name="T14" fmla="*/ 0 w 9"/>
                  <a:gd name="T15" fmla="*/ 3 h 24"/>
                  <a:gd name="T16" fmla="*/ 3 w 9"/>
                  <a:gd name="T17" fmla="*/ 14 h 24"/>
                  <a:gd name="T18" fmla="*/ 3 w 9"/>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4">
                    <a:moveTo>
                      <a:pt x="3" y="24"/>
                    </a:moveTo>
                    <a:cubicBezTo>
                      <a:pt x="6" y="24"/>
                      <a:pt x="6" y="24"/>
                      <a:pt x="6" y="24"/>
                    </a:cubicBezTo>
                    <a:cubicBezTo>
                      <a:pt x="5" y="20"/>
                      <a:pt x="5" y="17"/>
                      <a:pt x="6" y="14"/>
                    </a:cubicBezTo>
                    <a:cubicBezTo>
                      <a:pt x="6" y="10"/>
                      <a:pt x="7" y="7"/>
                      <a:pt x="9" y="3"/>
                    </a:cubicBezTo>
                    <a:cubicBezTo>
                      <a:pt x="9" y="2"/>
                      <a:pt x="8" y="1"/>
                      <a:pt x="7" y="0"/>
                    </a:cubicBezTo>
                    <a:cubicBezTo>
                      <a:pt x="6" y="0"/>
                      <a:pt x="5" y="0"/>
                      <a:pt x="5" y="0"/>
                    </a:cubicBezTo>
                    <a:cubicBezTo>
                      <a:pt x="4" y="0"/>
                      <a:pt x="3" y="0"/>
                      <a:pt x="2" y="0"/>
                    </a:cubicBezTo>
                    <a:cubicBezTo>
                      <a:pt x="1" y="1"/>
                      <a:pt x="0" y="2"/>
                      <a:pt x="0" y="3"/>
                    </a:cubicBezTo>
                    <a:cubicBezTo>
                      <a:pt x="1" y="7"/>
                      <a:pt x="2" y="10"/>
                      <a:pt x="3" y="14"/>
                    </a:cubicBezTo>
                    <a:cubicBezTo>
                      <a:pt x="3" y="17"/>
                      <a:pt x="3" y="20"/>
                      <a:pt x="3" y="24"/>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1" name="Freeform 50"/>
              <p:cNvSpPr>
                <a:spLocks/>
              </p:cNvSpPr>
              <p:nvPr/>
            </p:nvSpPr>
            <p:spPr bwMode="auto">
              <a:xfrm>
                <a:off x="6969126" y="2663826"/>
                <a:ext cx="79375" cy="15875"/>
              </a:xfrm>
              <a:custGeom>
                <a:avLst/>
                <a:gdLst>
                  <a:gd name="T0" fmla="*/ 18 w 21"/>
                  <a:gd name="T1" fmla="*/ 4 h 4"/>
                  <a:gd name="T2" fmla="*/ 3 w 21"/>
                  <a:gd name="T3" fmla="*/ 4 h 4"/>
                  <a:gd name="T4" fmla="*/ 3 w 21"/>
                  <a:gd name="T5" fmla="*/ 0 h 4"/>
                  <a:gd name="T6" fmla="*/ 18 w 21"/>
                  <a:gd name="T7" fmla="*/ 0 h 4"/>
                  <a:gd name="T8" fmla="*/ 18 w 21"/>
                  <a:gd name="T9" fmla="*/ 4 h 4"/>
                </a:gdLst>
                <a:ahLst/>
                <a:cxnLst>
                  <a:cxn ang="0">
                    <a:pos x="T0" y="T1"/>
                  </a:cxn>
                  <a:cxn ang="0">
                    <a:pos x="T2" y="T3"/>
                  </a:cxn>
                  <a:cxn ang="0">
                    <a:pos x="T4" y="T5"/>
                  </a:cxn>
                  <a:cxn ang="0">
                    <a:pos x="T6" y="T7"/>
                  </a:cxn>
                  <a:cxn ang="0">
                    <a:pos x="T8" y="T9"/>
                  </a:cxn>
                </a:cxnLst>
                <a:rect l="0" t="0" r="r" b="b"/>
                <a:pathLst>
                  <a:path w="21" h="4">
                    <a:moveTo>
                      <a:pt x="18" y="4"/>
                    </a:moveTo>
                    <a:cubicBezTo>
                      <a:pt x="3" y="4"/>
                      <a:pt x="3" y="4"/>
                      <a:pt x="3" y="4"/>
                    </a:cubicBezTo>
                    <a:cubicBezTo>
                      <a:pt x="0" y="4"/>
                      <a:pt x="0" y="0"/>
                      <a:pt x="3" y="0"/>
                    </a:cubicBezTo>
                    <a:cubicBezTo>
                      <a:pt x="18" y="0"/>
                      <a:pt x="18" y="0"/>
                      <a:pt x="18" y="0"/>
                    </a:cubicBezTo>
                    <a:cubicBezTo>
                      <a:pt x="21" y="0"/>
                      <a:pt x="21" y="4"/>
                      <a:pt x="18" y="4"/>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2" name="Freeform 51"/>
              <p:cNvSpPr>
                <a:spLocks/>
              </p:cNvSpPr>
              <p:nvPr/>
            </p:nvSpPr>
            <p:spPr bwMode="auto">
              <a:xfrm>
                <a:off x="6973888" y="2682876"/>
                <a:ext cx="66675" cy="15875"/>
              </a:xfrm>
              <a:custGeom>
                <a:avLst/>
                <a:gdLst>
                  <a:gd name="T0" fmla="*/ 16 w 18"/>
                  <a:gd name="T1" fmla="*/ 4 h 4"/>
                  <a:gd name="T2" fmla="*/ 2 w 18"/>
                  <a:gd name="T3" fmla="*/ 4 h 4"/>
                  <a:gd name="T4" fmla="*/ 2 w 18"/>
                  <a:gd name="T5" fmla="*/ 0 h 4"/>
                  <a:gd name="T6" fmla="*/ 16 w 18"/>
                  <a:gd name="T7" fmla="*/ 0 h 4"/>
                  <a:gd name="T8" fmla="*/ 16 w 18"/>
                  <a:gd name="T9" fmla="*/ 4 h 4"/>
                </a:gdLst>
                <a:ahLst/>
                <a:cxnLst>
                  <a:cxn ang="0">
                    <a:pos x="T0" y="T1"/>
                  </a:cxn>
                  <a:cxn ang="0">
                    <a:pos x="T2" y="T3"/>
                  </a:cxn>
                  <a:cxn ang="0">
                    <a:pos x="T4" y="T5"/>
                  </a:cxn>
                  <a:cxn ang="0">
                    <a:pos x="T6" y="T7"/>
                  </a:cxn>
                  <a:cxn ang="0">
                    <a:pos x="T8" y="T9"/>
                  </a:cxn>
                </a:cxnLst>
                <a:rect l="0" t="0" r="r" b="b"/>
                <a:pathLst>
                  <a:path w="18" h="4">
                    <a:moveTo>
                      <a:pt x="16" y="4"/>
                    </a:moveTo>
                    <a:cubicBezTo>
                      <a:pt x="2" y="4"/>
                      <a:pt x="2" y="4"/>
                      <a:pt x="2" y="4"/>
                    </a:cubicBezTo>
                    <a:cubicBezTo>
                      <a:pt x="0" y="4"/>
                      <a:pt x="0" y="0"/>
                      <a:pt x="2" y="0"/>
                    </a:cubicBezTo>
                    <a:cubicBezTo>
                      <a:pt x="16" y="0"/>
                      <a:pt x="16" y="0"/>
                      <a:pt x="16" y="0"/>
                    </a:cubicBezTo>
                    <a:cubicBezTo>
                      <a:pt x="18" y="0"/>
                      <a:pt x="18" y="4"/>
                      <a:pt x="16" y="4"/>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grpSp>
      </p:grpSp>
    </p:spTree>
    <p:extLst>
      <p:ext uri="{BB962C8B-B14F-4D97-AF65-F5344CB8AC3E}">
        <p14:creationId xmlns:p14="http://schemas.microsoft.com/office/powerpoint/2010/main" val="39704709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46591" y="2312279"/>
            <a:ext cx="8169789" cy="1481488"/>
            <a:chOff x="506235" y="3846175"/>
            <a:chExt cx="16339577" cy="2962973"/>
          </a:xfrm>
        </p:grpSpPr>
        <p:sp>
          <p:nvSpPr>
            <p:cNvPr id="43" name="TextBox 42"/>
            <p:cNvSpPr txBox="1"/>
            <p:nvPr/>
          </p:nvSpPr>
          <p:spPr>
            <a:xfrm>
              <a:off x="506235" y="4864038"/>
              <a:ext cx="16339577" cy="1945110"/>
            </a:xfrm>
            <a:prstGeom prst="rect">
              <a:avLst/>
            </a:prstGeom>
            <a:noFill/>
          </p:spPr>
          <p:txBody>
            <a:bodyPr wrap="square" lIns="109710" tIns="54855" rIns="109710" bIns="54855" rtlCol="0">
              <a:spAutoFit/>
            </a:bodyPr>
            <a:lstStyle/>
            <a:p>
              <a:pPr algn="ctr" rtl="1"/>
              <a:r>
                <a:rPr lang="ar-EG" sz="2800" b="1" dirty="0"/>
                <a:t>تكمن هنا أهمية المستحدث بأن يكون متاح لجميع المتعلمين دون استثنا</a:t>
              </a:r>
              <a:r>
                <a:rPr lang="ar-SA" sz="2800" b="1" dirty="0"/>
                <a:t>ء</a:t>
              </a:r>
              <a:endParaRPr lang="en-US" sz="2800" b="1" dirty="0"/>
            </a:p>
          </p:txBody>
        </p:sp>
        <p:sp>
          <p:nvSpPr>
            <p:cNvPr id="44" name="Freeform 222"/>
            <p:cNvSpPr>
              <a:spLocks noEditPoints="1"/>
            </p:cNvSpPr>
            <p:nvPr/>
          </p:nvSpPr>
          <p:spPr bwMode="auto">
            <a:xfrm>
              <a:off x="15601890" y="4194565"/>
              <a:ext cx="518612" cy="520895"/>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45720" tIns="22860" rIns="45720" bIns="22860" numCol="1" anchor="t" anchorCtr="0" compatLnSpc="1">
              <a:prstTxWarp prst="textNoShape">
                <a:avLst/>
              </a:prstTxWarp>
            </a:bodyPr>
            <a:lstStyle/>
            <a:p>
              <a:pPr defTabSz="914217" fontAlgn="auto">
                <a:spcBef>
                  <a:spcPts val="0"/>
                </a:spcBef>
                <a:spcAft>
                  <a:spcPts val="0"/>
                </a:spcAft>
              </a:pPr>
              <a:endParaRPr lang="en-US">
                <a:solidFill>
                  <a:srgbClr val="445469"/>
                </a:solidFill>
                <a:latin typeface="Lato Light"/>
              </a:endParaRPr>
            </a:p>
          </p:txBody>
        </p:sp>
        <p:sp>
          <p:nvSpPr>
            <p:cNvPr id="56" name="TextBox 55"/>
            <p:cNvSpPr txBox="1"/>
            <p:nvPr/>
          </p:nvSpPr>
          <p:spPr>
            <a:xfrm>
              <a:off x="12528460" y="3846175"/>
              <a:ext cx="2334542" cy="1169513"/>
            </a:xfrm>
            <a:prstGeom prst="rect">
              <a:avLst/>
            </a:prstGeom>
            <a:noFill/>
          </p:spPr>
          <p:txBody>
            <a:bodyPr wrap="none" lIns="91422" tIns="45711" rIns="91422" bIns="45711" rtlCol="0">
              <a:spAutoFit/>
            </a:bodyPr>
            <a:lstStyle/>
            <a:p>
              <a:pPr defTabSz="914217" fontAlgn="auto">
                <a:spcBef>
                  <a:spcPts val="0"/>
                </a:spcBef>
                <a:spcAft>
                  <a:spcPts val="0"/>
                </a:spcAft>
              </a:pPr>
              <a:r>
                <a:rPr lang="ar-EG" sz="3200" b="1" u="sng" dirty="0">
                  <a:solidFill>
                    <a:schemeClr val="accent1"/>
                  </a:solidFill>
                </a:rPr>
                <a:t>الإتاحة</a:t>
              </a:r>
              <a:r>
                <a:rPr lang="ar-SA" sz="2800" b="1" dirty="0"/>
                <a:t> </a:t>
              </a:r>
              <a:endParaRPr lang="id-ID" sz="2800" b="1" u="sng" dirty="0">
                <a:solidFill>
                  <a:srgbClr val="445469"/>
                </a:solidFill>
                <a:latin typeface="Lato Regular"/>
                <a:cs typeface="Lato Regular"/>
              </a:endParaRPr>
            </a:p>
          </p:txBody>
        </p:sp>
      </p:grpSp>
      <p:grpSp>
        <p:nvGrpSpPr>
          <p:cNvPr id="4" name="Group 3"/>
          <p:cNvGrpSpPr/>
          <p:nvPr/>
        </p:nvGrpSpPr>
        <p:grpSpPr>
          <a:xfrm>
            <a:off x="801973" y="4141711"/>
            <a:ext cx="7459387" cy="1231468"/>
            <a:chOff x="2467567" y="5748083"/>
            <a:chExt cx="14918773" cy="2410467"/>
          </a:xfrm>
        </p:grpSpPr>
        <p:sp>
          <p:nvSpPr>
            <p:cNvPr id="57" name="TextBox 56"/>
            <p:cNvSpPr txBox="1"/>
            <p:nvPr/>
          </p:nvSpPr>
          <p:spPr>
            <a:xfrm>
              <a:off x="2467567" y="7098291"/>
              <a:ext cx="14918773" cy="1060259"/>
            </a:xfrm>
            <a:prstGeom prst="rect">
              <a:avLst/>
            </a:prstGeom>
            <a:noFill/>
          </p:spPr>
          <p:txBody>
            <a:bodyPr wrap="square" lIns="109710" tIns="54855" rIns="109710" bIns="54855" rtlCol="0">
              <a:spAutoFit/>
            </a:bodyPr>
            <a:lstStyle/>
            <a:p>
              <a:pPr algn="ctr" defTabSz="914217" rtl="1" fontAlgn="auto">
                <a:spcBef>
                  <a:spcPts val="0"/>
                </a:spcBef>
                <a:spcAft>
                  <a:spcPts val="0"/>
                </a:spcAft>
              </a:pPr>
              <a:r>
                <a:rPr lang="ar-EG" sz="2800" b="1" dirty="0"/>
                <a:t>تعد الجودة الشاملة أهم معيار للحكم على المستحدث</a:t>
              </a:r>
              <a:endParaRPr lang="en-US" sz="2800" b="1" dirty="0">
                <a:solidFill>
                  <a:srgbClr val="445469"/>
                </a:solidFill>
                <a:latin typeface="Lato Light"/>
                <a:ea typeface="Open Sans Light" panose="020B0306030504020204" pitchFamily="34" charset="0"/>
                <a:cs typeface="Lato Light"/>
              </a:endParaRPr>
            </a:p>
          </p:txBody>
        </p:sp>
        <p:sp>
          <p:nvSpPr>
            <p:cNvPr id="58" name="Freeform 222"/>
            <p:cNvSpPr>
              <a:spLocks noEditPoints="1"/>
            </p:cNvSpPr>
            <p:nvPr/>
          </p:nvSpPr>
          <p:spPr bwMode="auto">
            <a:xfrm>
              <a:off x="15745224" y="5936047"/>
              <a:ext cx="518612" cy="520895"/>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45720" tIns="22860" rIns="45720" bIns="22860" numCol="1" anchor="t" anchorCtr="0" compatLnSpc="1">
              <a:prstTxWarp prst="textNoShape">
                <a:avLst/>
              </a:prstTxWarp>
            </a:bodyPr>
            <a:lstStyle/>
            <a:p>
              <a:pPr defTabSz="914217" fontAlgn="auto">
                <a:spcBef>
                  <a:spcPts val="0"/>
                </a:spcBef>
                <a:spcAft>
                  <a:spcPts val="0"/>
                </a:spcAft>
              </a:pPr>
              <a:endParaRPr lang="en-US">
                <a:solidFill>
                  <a:srgbClr val="445469"/>
                </a:solidFill>
                <a:latin typeface="Lato Light"/>
              </a:endParaRPr>
            </a:p>
          </p:txBody>
        </p:sp>
        <p:sp>
          <p:nvSpPr>
            <p:cNvPr id="59" name="TextBox 58"/>
            <p:cNvSpPr txBox="1"/>
            <p:nvPr/>
          </p:nvSpPr>
          <p:spPr>
            <a:xfrm>
              <a:off x="10945892" y="5748083"/>
              <a:ext cx="4270970" cy="1144599"/>
            </a:xfrm>
            <a:prstGeom prst="rect">
              <a:avLst/>
            </a:prstGeom>
            <a:noFill/>
          </p:spPr>
          <p:txBody>
            <a:bodyPr wrap="none" lIns="91422" tIns="45711" rIns="91422" bIns="45711" rtlCol="0">
              <a:spAutoFit/>
            </a:bodyPr>
            <a:lstStyle/>
            <a:p>
              <a:pPr defTabSz="914217" fontAlgn="auto">
                <a:spcBef>
                  <a:spcPts val="0"/>
                </a:spcBef>
                <a:spcAft>
                  <a:spcPts val="0"/>
                </a:spcAft>
              </a:pPr>
              <a:r>
                <a:rPr lang="ar-EG" sz="3200" b="1" u="sng" dirty="0">
                  <a:solidFill>
                    <a:schemeClr val="accent1"/>
                  </a:solidFill>
                </a:rPr>
                <a:t>الجودة الشاملة</a:t>
              </a:r>
              <a:endParaRPr lang="id-ID" sz="3200" b="1" u="sng" dirty="0">
                <a:solidFill>
                  <a:schemeClr val="accent1"/>
                </a:solidFill>
                <a:latin typeface="Lato Regular"/>
                <a:cs typeface="Lato Regular"/>
              </a:endParaRPr>
            </a:p>
          </p:txBody>
        </p:sp>
      </p:grpSp>
      <p:sp>
        <p:nvSpPr>
          <p:cNvPr id="35" name="Text Placeholder 5"/>
          <p:cNvSpPr txBox="1">
            <a:spLocks/>
          </p:cNvSpPr>
          <p:nvPr/>
        </p:nvSpPr>
        <p:spPr>
          <a:xfrm>
            <a:off x="135930" y="278186"/>
            <a:ext cx="10353674" cy="963613"/>
          </a:xfrm>
          <a:prstGeom prst="rect">
            <a:avLst/>
          </a:prstGeom>
        </p:spPr>
        <p:txBody>
          <a:bodyPr/>
          <a:lstStyle>
            <a:lvl1pPr marL="0" indent="0" algn="l" rtl="0" eaLnBrk="0" fontAlgn="base" hangingPunct="0">
              <a:lnSpc>
                <a:spcPct val="90000"/>
              </a:lnSpc>
              <a:spcBef>
                <a:spcPts val="1000"/>
              </a:spcBef>
              <a:spcAft>
                <a:spcPct val="0"/>
              </a:spcAft>
              <a:buFont typeface="Arial" charset="0"/>
              <a:buNone/>
              <a:defRPr sz="4400" kern="1200">
                <a:solidFill>
                  <a:schemeClr val="tx1">
                    <a:lumMod val="85000"/>
                    <a:lumOff val="15000"/>
                  </a:schemeClr>
                </a:solidFill>
                <a:latin typeface="Lato Medium"/>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42950" lvl="0" indent="-742950" algn="r" rtl="1">
              <a:buFont typeface="+mj-lt"/>
              <a:buAutoNum type="arabicPeriod" startAt="3"/>
            </a:pPr>
            <a:r>
              <a:rPr lang="ar-SA" b="1" u="sng" dirty="0">
                <a:solidFill>
                  <a:schemeClr val="tx1">
                    <a:lumMod val="50000"/>
                  </a:schemeClr>
                </a:solidFill>
              </a:rPr>
              <a:t>خصائص المستحدثات التكنولوجية: </a:t>
            </a:r>
            <a:endParaRPr lang="en-US" u="sng" dirty="0">
              <a:solidFill>
                <a:schemeClr val="tx1">
                  <a:lumMod val="50000"/>
                </a:schemeClr>
              </a:solidFill>
            </a:endParaRPr>
          </a:p>
        </p:txBody>
      </p:sp>
      <p:sp>
        <p:nvSpPr>
          <p:cNvPr id="2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grpSp>
        <p:nvGrpSpPr>
          <p:cNvPr id="29" name="Group 28"/>
          <p:cNvGrpSpPr>
            <a:grpSpLocks/>
          </p:cNvGrpSpPr>
          <p:nvPr/>
        </p:nvGrpSpPr>
        <p:grpSpPr bwMode="auto">
          <a:xfrm>
            <a:off x="8500228" y="1337580"/>
            <a:ext cx="3351211" cy="4597400"/>
            <a:chOff x="6550015" y="1734643"/>
            <a:chExt cx="3351686" cy="4597407"/>
          </a:xfrm>
        </p:grpSpPr>
        <p:sp>
          <p:nvSpPr>
            <p:cNvPr id="30" name="Oval 29"/>
            <p:cNvSpPr/>
            <p:nvPr/>
          </p:nvSpPr>
          <p:spPr>
            <a:xfrm>
              <a:off x="6900902" y="2088656"/>
              <a:ext cx="2630860" cy="2644779"/>
            </a:xfrm>
            <a:prstGeom prst="ellipse">
              <a:avLst/>
            </a:prstGeom>
            <a:noFill/>
            <a:ln>
              <a:solidFill>
                <a:schemeClr val="bg1">
                  <a:lumMod val="65000"/>
                </a:schemeClr>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grpSp>
          <p:nvGrpSpPr>
            <p:cNvPr id="31" name="Group 30"/>
            <p:cNvGrpSpPr/>
            <p:nvPr/>
          </p:nvGrpSpPr>
          <p:grpSpPr>
            <a:xfrm>
              <a:off x="7828252" y="3667661"/>
              <a:ext cx="777012" cy="2664389"/>
              <a:chOff x="4795838" y="1579563"/>
              <a:chExt cx="514350" cy="1763712"/>
            </a:xfrm>
            <a:solidFill>
              <a:schemeClr val="tx1">
                <a:lumMod val="75000"/>
                <a:lumOff val="25000"/>
              </a:schemeClr>
            </a:solidFill>
          </p:grpSpPr>
          <p:sp>
            <p:nvSpPr>
              <p:cNvPr id="89" name="Freeform 88"/>
              <p:cNvSpPr>
                <a:spLocks/>
              </p:cNvSpPr>
              <p:nvPr/>
            </p:nvSpPr>
            <p:spPr bwMode="auto">
              <a:xfrm>
                <a:off x="4795838" y="1579563"/>
                <a:ext cx="514350" cy="1763712"/>
              </a:xfrm>
              <a:custGeom>
                <a:avLst/>
                <a:gdLst>
                  <a:gd name="T0" fmla="*/ 80 w 137"/>
                  <a:gd name="T1" fmla="*/ 0 h 469"/>
                  <a:gd name="T2" fmla="*/ 57 w 137"/>
                  <a:gd name="T3" fmla="*/ 23 h 469"/>
                  <a:gd name="T4" fmla="*/ 59 w 137"/>
                  <a:gd name="T5" fmla="*/ 48 h 469"/>
                  <a:gd name="T6" fmla="*/ 62 w 137"/>
                  <a:gd name="T7" fmla="*/ 52 h 469"/>
                  <a:gd name="T8" fmla="*/ 64 w 137"/>
                  <a:gd name="T9" fmla="*/ 63 h 469"/>
                  <a:gd name="T10" fmla="*/ 68 w 137"/>
                  <a:gd name="T11" fmla="*/ 69 h 469"/>
                  <a:gd name="T12" fmla="*/ 63 w 137"/>
                  <a:gd name="T13" fmla="*/ 78 h 469"/>
                  <a:gd name="T14" fmla="*/ 44 w 137"/>
                  <a:gd name="T15" fmla="*/ 86 h 469"/>
                  <a:gd name="T16" fmla="*/ 29 w 137"/>
                  <a:gd name="T17" fmla="*/ 100 h 469"/>
                  <a:gd name="T18" fmla="*/ 14 w 137"/>
                  <a:gd name="T19" fmla="*/ 123 h 469"/>
                  <a:gd name="T20" fmla="*/ 2 w 137"/>
                  <a:gd name="T21" fmla="*/ 150 h 469"/>
                  <a:gd name="T22" fmla="*/ 26 w 137"/>
                  <a:gd name="T23" fmla="*/ 163 h 469"/>
                  <a:gd name="T24" fmla="*/ 36 w 137"/>
                  <a:gd name="T25" fmla="*/ 158 h 469"/>
                  <a:gd name="T26" fmla="*/ 29 w 137"/>
                  <a:gd name="T27" fmla="*/ 201 h 469"/>
                  <a:gd name="T28" fmla="*/ 24 w 137"/>
                  <a:gd name="T29" fmla="*/ 245 h 469"/>
                  <a:gd name="T30" fmla="*/ 33 w 137"/>
                  <a:gd name="T31" fmla="*/ 250 h 469"/>
                  <a:gd name="T32" fmla="*/ 39 w 137"/>
                  <a:gd name="T33" fmla="*/ 306 h 469"/>
                  <a:gd name="T34" fmla="*/ 47 w 137"/>
                  <a:gd name="T35" fmla="*/ 360 h 469"/>
                  <a:gd name="T36" fmla="*/ 48 w 137"/>
                  <a:gd name="T37" fmla="*/ 394 h 469"/>
                  <a:gd name="T38" fmla="*/ 32 w 137"/>
                  <a:gd name="T39" fmla="*/ 416 h 469"/>
                  <a:gd name="T40" fmla="*/ 14 w 137"/>
                  <a:gd name="T41" fmla="*/ 420 h 469"/>
                  <a:gd name="T42" fmla="*/ 16 w 137"/>
                  <a:gd name="T43" fmla="*/ 428 h 469"/>
                  <a:gd name="T44" fmla="*/ 45 w 137"/>
                  <a:gd name="T45" fmla="*/ 425 h 469"/>
                  <a:gd name="T46" fmla="*/ 56 w 137"/>
                  <a:gd name="T47" fmla="*/ 421 h 469"/>
                  <a:gd name="T48" fmla="*/ 63 w 137"/>
                  <a:gd name="T49" fmla="*/ 426 h 469"/>
                  <a:gd name="T50" fmla="*/ 75 w 137"/>
                  <a:gd name="T51" fmla="*/ 419 h 469"/>
                  <a:gd name="T52" fmla="*/ 76 w 137"/>
                  <a:gd name="T53" fmla="*/ 401 h 469"/>
                  <a:gd name="T54" fmla="*/ 74 w 137"/>
                  <a:gd name="T55" fmla="*/ 380 h 469"/>
                  <a:gd name="T56" fmla="*/ 78 w 137"/>
                  <a:gd name="T57" fmla="*/ 350 h 469"/>
                  <a:gd name="T58" fmla="*/ 78 w 137"/>
                  <a:gd name="T59" fmla="*/ 326 h 469"/>
                  <a:gd name="T60" fmla="*/ 76 w 137"/>
                  <a:gd name="T61" fmla="*/ 303 h 469"/>
                  <a:gd name="T62" fmla="*/ 76 w 137"/>
                  <a:gd name="T63" fmla="*/ 288 h 469"/>
                  <a:gd name="T64" fmla="*/ 84 w 137"/>
                  <a:gd name="T65" fmla="*/ 331 h 469"/>
                  <a:gd name="T66" fmla="*/ 89 w 137"/>
                  <a:gd name="T67" fmla="*/ 382 h 469"/>
                  <a:gd name="T68" fmla="*/ 96 w 137"/>
                  <a:gd name="T69" fmla="*/ 413 h 469"/>
                  <a:gd name="T70" fmla="*/ 99 w 137"/>
                  <a:gd name="T71" fmla="*/ 427 h 469"/>
                  <a:gd name="T72" fmla="*/ 95 w 137"/>
                  <a:gd name="T73" fmla="*/ 445 h 469"/>
                  <a:gd name="T74" fmla="*/ 98 w 137"/>
                  <a:gd name="T75" fmla="*/ 469 h 469"/>
                  <a:gd name="T76" fmla="*/ 120 w 137"/>
                  <a:gd name="T77" fmla="*/ 454 h 469"/>
                  <a:gd name="T78" fmla="*/ 122 w 137"/>
                  <a:gd name="T79" fmla="*/ 430 h 469"/>
                  <a:gd name="T80" fmla="*/ 125 w 137"/>
                  <a:gd name="T81" fmla="*/ 411 h 469"/>
                  <a:gd name="T82" fmla="*/ 125 w 137"/>
                  <a:gd name="T83" fmla="*/ 385 h 469"/>
                  <a:gd name="T84" fmla="*/ 121 w 137"/>
                  <a:gd name="T85" fmla="*/ 338 h 469"/>
                  <a:gd name="T86" fmla="*/ 116 w 137"/>
                  <a:gd name="T87" fmla="*/ 282 h 469"/>
                  <a:gd name="T88" fmla="*/ 115 w 137"/>
                  <a:gd name="T89" fmla="*/ 252 h 469"/>
                  <a:gd name="T90" fmla="*/ 130 w 137"/>
                  <a:gd name="T91" fmla="*/ 246 h 469"/>
                  <a:gd name="T92" fmla="*/ 124 w 137"/>
                  <a:gd name="T93" fmla="*/ 211 h 469"/>
                  <a:gd name="T94" fmla="*/ 117 w 137"/>
                  <a:gd name="T95" fmla="*/ 175 h 469"/>
                  <a:gd name="T96" fmla="*/ 119 w 137"/>
                  <a:gd name="T97" fmla="*/ 151 h 469"/>
                  <a:gd name="T98" fmla="*/ 131 w 137"/>
                  <a:gd name="T99" fmla="*/ 120 h 469"/>
                  <a:gd name="T100" fmla="*/ 132 w 137"/>
                  <a:gd name="T101" fmla="*/ 85 h 469"/>
                  <a:gd name="T102" fmla="*/ 111 w 137"/>
                  <a:gd name="T103" fmla="*/ 78 h 469"/>
                  <a:gd name="T104" fmla="*/ 100 w 137"/>
                  <a:gd name="T105" fmla="*/ 65 h 469"/>
                  <a:gd name="T106" fmla="*/ 96 w 137"/>
                  <a:gd name="T107" fmla="*/ 60 h 469"/>
                  <a:gd name="T108" fmla="*/ 97 w 137"/>
                  <a:gd name="T109" fmla="*/ 52 h 469"/>
                  <a:gd name="T110" fmla="*/ 103 w 137"/>
                  <a:gd name="T111" fmla="*/ 44 h 469"/>
                  <a:gd name="T112" fmla="*/ 104 w 137"/>
                  <a:gd name="T113" fmla="*/ 19 h 469"/>
                  <a:gd name="T114" fmla="*/ 80 w 137"/>
                  <a:gd name="T115"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469">
                    <a:moveTo>
                      <a:pt x="80" y="0"/>
                    </a:moveTo>
                    <a:cubicBezTo>
                      <a:pt x="71" y="0"/>
                      <a:pt x="57" y="9"/>
                      <a:pt x="57" y="23"/>
                    </a:cubicBezTo>
                    <a:cubicBezTo>
                      <a:pt x="57" y="37"/>
                      <a:pt x="58" y="43"/>
                      <a:pt x="59" y="48"/>
                    </a:cubicBezTo>
                    <a:cubicBezTo>
                      <a:pt x="60" y="52"/>
                      <a:pt x="62" y="52"/>
                      <a:pt x="62" y="52"/>
                    </a:cubicBezTo>
                    <a:cubicBezTo>
                      <a:pt x="62" y="52"/>
                      <a:pt x="61" y="61"/>
                      <a:pt x="64" y="63"/>
                    </a:cubicBezTo>
                    <a:cubicBezTo>
                      <a:pt x="67" y="66"/>
                      <a:pt x="68" y="66"/>
                      <a:pt x="68" y="69"/>
                    </a:cubicBezTo>
                    <a:cubicBezTo>
                      <a:pt x="68" y="72"/>
                      <a:pt x="66" y="75"/>
                      <a:pt x="63" y="78"/>
                    </a:cubicBezTo>
                    <a:cubicBezTo>
                      <a:pt x="61" y="81"/>
                      <a:pt x="50" y="84"/>
                      <a:pt x="44" y="86"/>
                    </a:cubicBezTo>
                    <a:cubicBezTo>
                      <a:pt x="37" y="89"/>
                      <a:pt x="33" y="92"/>
                      <a:pt x="29" y="100"/>
                    </a:cubicBezTo>
                    <a:cubicBezTo>
                      <a:pt x="26" y="107"/>
                      <a:pt x="21" y="117"/>
                      <a:pt x="14" y="123"/>
                    </a:cubicBezTo>
                    <a:cubicBezTo>
                      <a:pt x="8" y="130"/>
                      <a:pt x="0" y="140"/>
                      <a:pt x="2" y="150"/>
                    </a:cubicBezTo>
                    <a:cubicBezTo>
                      <a:pt x="5" y="159"/>
                      <a:pt x="18" y="167"/>
                      <a:pt x="26" y="163"/>
                    </a:cubicBezTo>
                    <a:cubicBezTo>
                      <a:pt x="33" y="159"/>
                      <a:pt x="36" y="158"/>
                      <a:pt x="36" y="158"/>
                    </a:cubicBezTo>
                    <a:cubicBezTo>
                      <a:pt x="36" y="158"/>
                      <a:pt x="31" y="180"/>
                      <a:pt x="29" y="201"/>
                    </a:cubicBezTo>
                    <a:cubicBezTo>
                      <a:pt x="27" y="223"/>
                      <a:pt x="21" y="244"/>
                      <a:pt x="24" y="245"/>
                    </a:cubicBezTo>
                    <a:cubicBezTo>
                      <a:pt x="28" y="247"/>
                      <a:pt x="33" y="250"/>
                      <a:pt x="33" y="250"/>
                    </a:cubicBezTo>
                    <a:cubicBezTo>
                      <a:pt x="33" y="250"/>
                      <a:pt x="34" y="280"/>
                      <a:pt x="39" y="306"/>
                    </a:cubicBezTo>
                    <a:cubicBezTo>
                      <a:pt x="44" y="332"/>
                      <a:pt x="46" y="344"/>
                      <a:pt x="47" y="360"/>
                    </a:cubicBezTo>
                    <a:cubicBezTo>
                      <a:pt x="48" y="376"/>
                      <a:pt x="49" y="387"/>
                      <a:pt x="48" y="394"/>
                    </a:cubicBezTo>
                    <a:cubicBezTo>
                      <a:pt x="47" y="400"/>
                      <a:pt x="38" y="413"/>
                      <a:pt x="32" y="416"/>
                    </a:cubicBezTo>
                    <a:cubicBezTo>
                      <a:pt x="27" y="418"/>
                      <a:pt x="18" y="418"/>
                      <a:pt x="14" y="420"/>
                    </a:cubicBezTo>
                    <a:cubicBezTo>
                      <a:pt x="10" y="421"/>
                      <a:pt x="7" y="426"/>
                      <a:pt x="16" y="428"/>
                    </a:cubicBezTo>
                    <a:cubicBezTo>
                      <a:pt x="25" y="429"/>
                      <a:pt x="41" y="427"/>
                      <a:pt x="45" y="425"/>
                    </a:cubicBezTo>
                    <a:cubicBezTo>
                      <a:pt x="49" y="424"/>
                      <a:pt x="56" y="421"/>
                      <a:pt x="56" y="421"/>
                    </a:cubicBezTo>
                    <a:cubicBezTo>
                      <a:pt x="56" y="421"/>
                      <a:pt x="54" y="426"/>
                      <a:pt x="63" y="426"/>
                    </a:cubicBezTo>
                    <a:cubicBezTo>
                      <a:pt x="73" y="426"/>
                      <a:pt x="74" y="425"/>
                      <a:pt x="75" y="419"/>
                    </a:cubicBezTo>
                    <a:cubicBezTo>
                      <a:pt x="75" y="413"/>
                      <a:pt x="75" y="405"/>
                      <a:pt x="76" y="401"/>
                    </a:cubicBezTo>
                    <a:cubicBezTo>
                      <a:pt x="78" y="397"/>
                      <a:pt x="71" y="386"/>
                      <a:pt x="74" y="380"/>
                    </a:cubicBezTo>
                    <a:cubicBezTo>
                      <a:pt x="78" y="375"/>
                      <a:pt x="81" y="359"/>
                      <a:pt x="78" y="350"/>
                    </a:cubicBezTo>
                    <a:cubicBezTo>
                      <a:pt x="75" y="341"/>
                      <a:pt x="79" y="332"/>
                      <a:pt x="78" y="326"/>
                    </a:cubicBezTo>
                    <a:cubicBezTo>
                      <a:pt x="77" y="320"/>
                      <a:pt x="76" y="312"/>
                      <a:pt x="76" y="303"/>
                    </a:cubicBezTo>
                    <a:cubicBezTo>
                      <a:pt x="76" y="294"/>
                      <a:pt x="76" y="288"/>
                      <a:pt x="76" y="288"/>
                    </a:cubicBezTo>
                    <a:cubicBezTo>
                      <a:pt x="76" y="288"/>
                      <a:pt x="82" y="322"/>
                      <a:pt x="84" y="331"/>
                    </a:cubicBezTo>
                    <a:cubicBezTo>
                      <a:pt x="86" y="340"/>
                      <a:pt x="89" y="372"/>
                      <a:pt x="89" y="382"/>
                    </a:cubicBezTo>
                    <a:cubicBezTo>
                      <a:pt x="89" y="392"/>
                      <a:pt x="96" y="405"/>
                      <a:pt x="96" y="413"/>
                    </a:cubicBezTo>
                    <a:cubicBezTo>
                      <a:pt x="97" y="422"/>
                      <a:pt x="97" y="427"/>
                      <a:pt x="99" y="427"/>
                    </a:cubicBezTo>
                    <a:cubicBezTo>
                      <a:pt x="102" y="427"/>
                      <a:pt x="97" y="437"/>
                      <a:pt x="95" y="445"/>
                    </a:cubicBezTo>
                    <a:cubicBezTo>
                      <a:pt x="94" y="452"/>
                      <a:pt x="88" y="469"/>
                      <a:pt x="98" y="469"/>
                    </a:cubicBezTo>
                    <a:cubicBezTo>
                      <a:pt x="109" y="469"/>
                      <a:pt x="120" y="465"/>
                      <a:pt x="120" y="454"/>
                    </a:cubicBezTo>
                    <a:cubicBezTo>
                      <a:pt x="121" y="444"/>
                      <a:pt x="119" y="434"/>
                      <a:pt x="122" y="430"/>
                    </a:cubicBezTo>
                    <a:cubicBezTo>
                      <a:pt x="125" y="426"/>
                      <a:pt x="125" y="417"/>
                      <a:pt x="125" y="411"/>
                    </a:cubicBezTo>
                    <a:cubicBezTo>
                      <a:pt x="124" y="406"/>
                      <a:pt x="126" y="396"/>
                      <a:pt x="125" y="385"/>
                    </a:cubicBezTo>
                    <a:cubicBezTo>
                      <a:pt x="123" y="373"/>
                      <a:pt x="123" y="353"/>
                      <a:pt x="121" y="338"/>
                    </a:cubicBezTo>
                    <a:cubicBezTo>
                      <a:pt x="118" y="323"/>
                      <a:pt x="117" y="300"/>
                      <a:pt x="116" y="282"/>
                    </a:cubicBezTo>
                    <a:cubicBezTo>
                      <a:pt x="114" y="264"/>
                      <a:pt x="113" y="255"/>
                      <a:pt x="115" y="252"/>
                    </a:cubicBezTo>
                    <a:cubicBezTo>
                      <a:pt x="117" y="250"/>
                      <a:pt x="127" y="247"/>
                      <a:pt x="130" y="246"/>
                    </a:cubicBezTo>
                    <a:cubicBezTo>
                      <a:pt x="133" y="246"/>
                      <a:pt x="127" y="227"/>
                      <a:pt x="124" y="211"/>
                    </a:cubicBezTo>
                    <a:cubicBezTo>
                      <a:pt x="122" y="196"/>
                      <a:pt x="119" y="186"/>
                      <a:pt x="117" y="175"/>
                    </a:cubicBezTo>
                    <a:cubicBezTo>
                      <a:pt x="114" y="164"/>
                      <a:pt x="114" y="159"/>
                      <a:pt x="119" y="151"/>
                    </a:cubicBezTo>
                    <a:cubicBezTo>
                      <a:pt x="123" y="143"/>
                      <a:pt x="129" y="138"/>
                      <a:pt x="131" y="120"/>
                    </a:cubicBezTo>
                    <a:cubicBezTo>
                      <a:pt x="134" y="102"/>
                      <a:pt x="137" y="90"/>
                      <a:pt x="132" y="85"/>
                    </a:cubicBezTo>
                    <a:cubicBezTo>
                      <a:pt x="127" y="81"/>
                      <a:pt x="118" y="83"/>
                      <a:pt x="111" y="78"/>
                    </a:cubicBezTo>
                    <a:cubicBezTo>
                      <a:pt x="104" y="72"/>
                      <a:pt x="103" y="66"/>
                      <a:pt x="100" y="65"/>
                    </a:cubicBezTo>
                    <a:cubicBezTo>
                      <a:pt x="97" y="64"/>
                      <a:pt x="96" y="64"/>
                      <a:pt x="96" y="60"/>
                    </a:cubicBezTo>
                    <a:cubicBezTo>
                      <a:pt x="96" y="56"/>
                      <a:pt x="97" y="52"/>
                      <a:pt x="97" y="52"/>
                    </a:cubicBezTo>
                    <a:cubicBezTo>
                      <a:pt x="97" y="52"/>
                      <a:pt x="102" y="49"/>
                      <a:pt x="103" y="44"/>
                    </a:cubicBezTo>
                    <a:cubicBezTo>
                      <a:pt x="104" y="39"/>
                      <a:pt x="105" y="27"/>
                      <a:pt x="104" y="19"/>
                    </a:cubicBezTo>
                    <a:cubicBezTo>
                      <a:pt x="102" y="11"/>
                      <a:pt x="95" y="0"/>
                      <a:pt x="80" y="0"/>
                    </a:cubicBezTo>
                    <a:close/>
                  </a:path>
                </a:pathLst>
              </a:custGeom>
              <a:grpFill/>
              <a:ln>
                <a:noFill/>
              </a:ln>
              <a:extLst/>
            </p:spPr>
            <p:txBody>
              <a:bodyPr lIns="68580" tIns="34290" rIns="68580" bIns="34290"/>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90" name="Freeform 89"/>
              <p:cNvSpPr>
                <a:spLocks/>
              </p:cNvSpPr>
              <p:nvPr/>
            </p:nvSpPr>
            <p:spPr bwMode="auto">
              <a:xfrm>
                <a:off x="5040313" y="1809750"/>
                <a:ext cx="127000" cy="96837"/>
              </a:xfrm>
              <a:custGeom>
                <a:avLst/>
                <a:gdLst>
                  <a:gd name="T0" fmla="*/ 2 w 34"/>
                  <a:gd name="T1" fmla="*/ 12 h 26"/>
                  <a:gd name="T2" fmla="*/ 0 w 34"/>
                  <a:gd name="T3" fmla="*/ 15 h 26"/>
                  <a:gd name="T4" fmla="*/ 1 w 34"/>
                  <a:gd name="T5" fmla="*/ 26 h 26"/>
                  <a:gd name="T6" fmla="*/ 8 w 34"/>
                  <a:gd name="T7" fmla="*/ 15 h 26"/>
                  <a:gd name="T8" fmla="*/ 14 w 34"/>
                  <a:gd name="T9" fmla="*/ 20 h 26"/>
                  <a:gd name="T10" fmla="*/ 15 w 34"/>
                  <a:gd name="T11" fmla="*/ 25 h 26"/>
                  <a:gd name="T12" fmla="*/ 34 w 34"/>
                  <a:gd name="T13" fmla="*/ 4 h 26"/>
                  <a:gd name="T14" fmla="*/ 31 w 34"/>
                  <a:gd name="T15" fmla="*/ 0 h 26"/>
                  <a:gd name="T16" fmla="*/ 9 w 34"/>
                  <a:gd name="T17" fmla="*/ 14 h 26"/>
                  <a:gd name="T18" fmla="*/ 2 w 34"/>
                  <a:gd name="T19"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6">
                    <a:moveTo>
                      <a:pt x="2" y="12"/>
                    </a:moveTo>
                    <a:cubicBezTo>
                      <a:pt x="1" y="13"/>
                      <a:pt x="1" y="14"/>
                      <a:pt x="0" y="15"/>
                    </a:cubicBezTo>
                    <a:cubicBezTo>
                      <a:pt x="1" y="19"/>
                      <a:pt x="1" y="23"/>
                      <a:pt x="1" y="26"/>
                    </a:cubicBezTo>
                    <a:cubicBezTo>
                      <a:pt x="7" y="23"/>
                      <a:pt x="4" y="16"/>
                      <a:pt x="8" y="15"/>
                    </a:cubicBezTo>
                    <a:cubicBezTo>
                      <a:pt x="13" y="15"/>
                      <a:pt x="13" y="17"/>
                      <a:pt x="14" y="20"/>
                    </a:cubicBezTo>
                    <a:cubicBezTo>
                      <a:pt x="15" y="22"/>
                      <a:pt x="15" y="25"/>
                      <a:pt x="15" y="25"/>
                    </a:cubicBezTo>
                    <a:cubicBezTo>
                      <a:pt x="15" y="25"/>
                      <a:pt x="30" y="9"/>
                      <a:pt x="34" y="4"/>
                    </a:cubicBezTo>
                    <a:cubicBezTo>
                      <a:pt x="32" y="3"/>
                      <a:pt x="31" y="2"/>
                      <a:pt x="31" y="0"/>
                    </a:cubicBezTo>
                    <a:cubicBezTo>
                      <a:pt x="26" y="5"/>
                      <a:pt x="15" y="14"/>
                      <a:pt x="9" y="14"/>
                    </a:cubicBezTo>
                    <a:cubicBezTo>
                      <a:pt x="6" y="14"/>
                      <a:pt x="4" y="13"/>
                      <a:pt x="2" y="12"/>
                    </a:cubicBezTo>
                    <a:close/>
                  </a:path>
                </a:pathLst>
              </a:custGeom>
              <a:grpFill/>
              <a:ln>
                <a:noFill/>
              </a:ln>
              <a:extLst/>
            </p:spPr>
            <p:txBody>
              <a:bodyPr lIns="68580" tIns="34290" rIns="68580" bIns="34290"/>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91" name="Freeform 90"/>
              <p:cNvSpPr>
                <a:spLocks/>
              </p:cNvSpPr>
              <p:nvPr/>
            </p:nvSpPr>
            <p:spPr bwMode="auto">
              <a:xfrm>
                <a:off x="4975226" y="2073275"/>
                <a:ext cx="57150" cy="74612"/>
              </a:xfrm>
              <a:custGeom>
                <a:avLst/>
                <a:gdLst>
                  <a:gd name="T0" fmla="*/ 7 w 15"/>
                  <a:gd name="T1" fmla="*/ 1 h 20"/>
                  <a:gd name="T2" fmla="*/ 15 w 15"/>
                  <a:gd name="T3" fmla="*/ 0 h 20"/>
                  <a:gd name="T4" fmla="*/ 8 w 15"/>
                  <a:gd name="T5" fmla="*/ 11 h 20"/>
                  <a:gd name="T6" fmla="*/ 8 w 15"/>
                  <a:gd name="T7" fmla="*/ 18 h 20"/>
                  <a:gd name="T8" fmla="*/ 2 w 15"/>
                  <a:gd name="T9" fmla="*/ 20 h 20"/>
                  <a:gd name="T10" fmla="*/ 2 w 15"/>
                  <a:gd name="T11" fmla="*/ 9 h 20"/>
                  <a:gd name="T12" fmla="*/ 7 w 15"/>
                  <a:gd name="T13" fmla="*/ 1 h 20"/>
                </a:gdLst>
                <a:ahLst/>
                <a:cxnLst>
                  <a:cxn ang="0">
                    <a:pos x="T0" y="T1"/>
                  </a:cxn>
                  <a:cxn ang="0">
                    <a:pos x="T2" y="T3"/>
                  </a:cxn>
                  <a:cxn ang="0">
                    <a:pos x="T4" y="T5"/>
                  </a:cxn>
                  <a:cxn ang="0">
                    <a:pos x="T6" y="T7"/>
                  </a:cxn>
                  <a:cxn ang="0">
                    <a:pos x="T8" y="T9"/>
                  </a:cxn>
                  <a:cxn ang="0">
                    <a:pos x="T10" y="T11"/>
                  </a:cxn>
                  <a:cxn ang="0">
                    <a:pos x="T12" y="T13"/>
                  </a:cxn>
                </a:cxnLst>
                <a:rect l="0" t="0" r="r" b="b"/>
                <a:pathLst>
                  <a:path w="15" h="20">
                    <a:moveTo>
                      <a:pt x="7" y="1"/>
                    </a:moveTo>
                    <a:cubicBezTo>
                      <a:pt x="15" y="0"/>
                      <a:pt x="15" y="0"/>
                      <a:pt x="15" y="0"/>
                    </a:cubicBezTo>
                    <a:cubicBezTo>
                      <a:pt x="15" y="0"/>
                      <a:pt x="8" y="5"/>
                      <a:pt x="8" y="11"/>
                    </a:cubicBezTo>
                    <a:cubicBezTo>
                      <a:pt x="8" y="16"/>
                      <a:pt x="8" y="18"/>
                      <a:pt x="8" y="18"/>
                    </a:cubicBezTo>
                    <a:cubicBezTo>
                      <a:pt x="2" y="20"/>
                      <a:pt x="2" y="20"/>
                      <a:pt x="2" y="20"/>
                    </a:cubicBezTo>
                    <a:cubicBezTo>
                      <a:pt x="2" y="20"/>
                      <a:pt x="0" y="14"/>
                      <a:pt x="2" y="9"/>
                    </a:cubicBezTo>
                    <a:cubicBezTo>
                      <a:pt x="4" y="4"/>
                      <a:pt x="6" y="2"/>
                      <a:pt x="7" y="1"/>
                    </a:cubicBezTo>
                    <a:close/>
                  </a:path>
                </a:pathLst>
              </a:custGeom>
              <a:grpFill/>
              <a:ln>
                <a:noFill/>
              </a:ln>
              <a:extLst/>
            </p:spPr>
            <p:txBody>
              <a:bodyPr lIns="68580" tIns="34290" rIns="68580" bIns="34290"/>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92" name="Freeform 91"/>
              <p:cNvSpPr>
                <a:spLocks/>
              </p:cNvSpPr>
              <p:nvPr/>
            </p:nvSpPr>
            <p:spPr bwMode="auto">
              <a:xfrm>
                <a:off x="4979988" y="2252663"/>
                <a:ext cx="22225" cy="65087"/>
              </a:xfrm>
              <a:custGeom>
                <a:avLst/>
                <a:gdLst>
                  <a:gd name="T0" fmla="*/ 4 w 6"/>
                  <a:gd name="T1" fmla="*/ 0 h 17"/>
                  <a:gd name="T2" fmla="*/ 5 w 6"/>
                  <a:gd name="T3" fmla="*/ 13 h 17"/>
                  <a:gd name="T4" fmla="*/ 6 w 6"/>
                  <a:gd name="T5" fmla="*/ 17 h 17"/>
                  <a:gd name="T6" fmla="*/ 0 w 6"/>
                  <a:gd name="T7" fmla="*/ 16 h 17"/>
                  <a:gd name="T8" fmla="*/ 4 w 6"/>
                  <a:gd name="T9" fmla="*/ 0 h 17"/>
                </a:gdLst>
                <a:ahLst/>
                <a:cxnLst>
                  <a:cxn ang="0">
                    <a:pos x="T0" y="T1"/>
                  </a:cxn>
                  <a:cxn ang="0">
                    <a:pos x="T2" y="T3"/>
                  </a:cxn>
                  <a:cxn ang="0">
                    <a:pos x="T4" y="T5"/>
                  </a:cxn>
                  <a:cxn ang="0">
                    <a:pos x="T6" y="T7"/>
                  </a:cxn>
                  <a:cxn ang="0">
                    <a:pos x="T8" y="T9"/>
                  </a:cxn>
                </a:cxnLst>
                <a:rect l="0" t="0" r="r" b="b"/>
                <a:pathLst>
                  <a:path w="6" h="17">
                    <a:moveTo>
                      <a:pt x="4" y="0"/>
                    </a:moveTo>
                    <a:cubicBezTo>
                      <a:pt x="4" y="0"/>
                      <a:pt x="5" y="9"/>
                      <a:pt x="5" y="13"/>
                    </a:cubicBezTo>
                    <a:cubicBezTo>
                      <a:pt x="6" y="16"/>
                      <a:pt x="6" y="17"/>
                      <a:pt x="6" y="17"/>
                    </a:cubicBezTo>
                    <a:cubicBezTo>
                      <a:pt x="0" y="16"/>
                      <a:pt x="0" y="16"/>
                      <a:pt x="0" y="16"/>
                    </a:cubicBezTo>
                    <a:cubicBezTo>
                      <a:pt x="0" y="16"/>
                      <a:pt x="1" y="8"/>
                      <a:pt x="4" y="0"/>
                    </a:cubicBezTo>
                    <a:close/>
                  </a:path>
                </a:pathLst>
              </a:custGeom>
              <a:grpFill/>
              <a:ln>
                <a:noFill/>
              </a:ln>
              <a:extLst/>
            </p:spPr>
            <p:txBody>
              <a:bodyPr lIns="68580" tIns="34290" rIns="68580" bIns="34290"/>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sz="1013">
                  <a:solidFill>
                    <a:prstClr val="black"/>
                  </a:solidFill>
                  <a:latin typeface="Calibri" panose="020F0502020204030204"/>
                  <a:cs typeface="+mn-cs"/>
                </a:endParaRPr>
              </a:p>
            </p:txBody>
          </p:sp>
        </p:grpSp>
        <p:sp>
          <p:nvSpPr>
            <p:cNvPr id="32" name="Oval 31"/>
            <p:cNvSpPr/>
            <p:nvPr/>
          </p:nvSpPr>
          <p:spPr>
            <a:xfrm>
              <a:off x="7845598" y="1734643"/>
              <a:ext cx="703361" cy="706438"/>
            </a:xfrm>
            <a:prstGeom prst="ellipse">
              <a:avLst/>
            </a:prstGeom>
            <a:solidFill>
              <a:srgbClr val="C0392B"/>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33" name="Oval 32"/>
            <p:cNvSpPr/>
            <p:nvPr/>
          </p:nvSpPr>
          <p:spPr>
            <a:xfrm>
              <a:off x="8839514" y="2212481"/>
              <a:ext cx="703361"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34" name="Oval 33"/>
            <p:cNvSpPr/>
            <p:nvPr/>
          </p:nvSpPr>
          <p:spPr>
            <a:xfrm>
              <a:off x="6550015" y="3057032"/>
              <a:ext cx="703361"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36" name="Oval 35"/>
            <p:cNvSpPr/>
            <p:nvPr/>
          </p:nvSpPr>
          <p:spPr>
            <a:xfrm>
              <a:off x="9198340" y="3057032"/>
              <a:ext cx="703361"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37" name="Oval 36"/>
            <p:cNvSpPr/>
            <p:nvPr/>
          </p:nvSpPr>
          <p:spPr>
            <a:xfrm>
              <a:off x="8883970" y="4001596"/>
              <a:ext cx="703361"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38" name="Oval 37"/>
            <p:cNvSpPr/>
            <p:nvPr/>
          </p:nvSpPr>
          <p:spPr>
            <a:xfrm>
              <a:off x="6918367" y="4001596"/>
              <a:ext cx="703361"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sp>
          <p:nvSpPr>
            <p:cNvPr id="39" name="Oval 38"/>
            <p:cNvSpPr/>
            <p:nvPr/>
          </p:nvSpPr>
          <p:spPr>
            <a:xfrm>
              <a:off x="6921543" y="2212481"/>
              <a:ext cx="703361"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457200" algn="l" rtl="0" fontAlgn="base">
                <a:spcBef>
                  <a:spcPct val="0"/>
                </a:spcBef>
                <a:spcAft>
                  <a:spcPct val="0"/>
                </a:spcAft>
                <a:defRPr kern="1200">
                  <a:solidFill>
                    <a:schemeClr val="lt1"/>
                  </a:solidFill>
                  <a:latin typeface="+mn-lt"/>
                  <a:ea typeface="+mn-ea"/>
                  <a:cs typeface="+mn-cs"/>
                </a:defRPr>
              </a:lvl2pPr>
              <a:lvl3pPr marL="914400" algn="l" rtl="0" fontAlgn="base">
                <a:spcBef>
                  <a:spcPct val="0"/>
                </a:spcBef>
                <a:spcAft>
                  <a:spcPct val="0"/>
                </a:spcAft>
                <a:defRPr kern="1200">
                  <a:solidFill>
                    <a:schemeClr val="lt1"/>
                  </a:solidFill>
                  <a:latin typeface="+mn-lt"/>
                  <a:ea typeface="+mn-ea"/>
                  <a:cs typeface="+mn-cs"/>
                </a:defRPr>
              </a:lvl3pPr>
              <a:lvl4pPr marL="1371600" algn="l" rtl="0" fontAlgn="base">
                <a:spcBef>
                  <a:spcPct val="0"/>
                </a:spcBef>
                <a:spcAft>
                  <a:spcPct val="0"/>
                </a:spcAft>
                <a:defRPr kern="1200">
                  <a:solidFill>
                    <a:schemeClr val="lt1"/>
                  </a:solidFill>
                  <a:latin typeface="+mn-lt"/>
                  <a:ea typeface="+mn-ea"/>
                  <a:cs typeface="+mn-cs"/>
                </a:defRPr>
              </a:lvl4pPr>
              <a:lvl5pPr marL="1828800" algn="l" rtl="0" fontAlgn="base">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fontAlgn="auto">
                <a:spcBef>
                  <a:spcPts val="0"/>
                </a:spcBef>
                <a:spcAft>
                  <a:spcPts val="0"/>
                </a:spcAft>
                <a:defRPr/>
              </a:pPr>
              <a:endParaRPr lang="en-US" sz="8800">
                <a:solidFill>
                  <a:prstClr val="white"/>
                </a:solidFill>
              </a:endParaRPr>
            </a:p>
          </p:txBody>
        </p:sp>
        <p:grpSp>
          <p:nvGrpSpPr>
            <p:cNvPr id="40" name="Group 39"/>
            <p:cNvGrpSpPr/>
            <p:nvPr/>
          </p:nvGrpSpPr>
          <p:grpSpPr>
            <a:xfrm>
              <a:off x="6766550" y="3278571"/>
              <a:ext cx="275414" cy="247507"/>
              <a:chOff x="5583238" y="3892551"/>
              <a:chExt cx="360363" cy="323850"/>
            </a:xfrm>
            <a:solidFill>
              <a:schemeClr val="bg1"/>
            </a:solidFill>
          </p:grpSpPr>
          <p:sp>
            <p:nvSpPr>
              <p:cNvPr id="69" name="Freeform 68"/>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70" name="Freeform 69"/>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88" name="Freeform 8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41" name="Group 40"/>
            <p:cNvGrpSpPr/>
            <p:nvPr/>
          </p:nvGrpSpPr>
          <p:grpSpPr>
            <a:xfrm>
              <a:off x="7120938" y="2457922"/>
              <a:ext cx="264493" cy="228095"/>
              <a:chOff x="6048376" y="3925888"/>
              <a:chExt cx="346075" cy="298451"/>
            </a:xfrm>
            <a:solidFill>
              <a:schemeClr val="bg1"/>
            </a:solidFill>
          </p:grpSpPr>
          <p:sp>
            <p:nvSpPr>
              <p:cNvPr id="67" name="Freeform 66"/>
              <p:cNvSpPr>
                <a:spLocks/>
              </p:cNvSpPr>
              <p:nvPr/>
            </p:nvSpPr>
            <p:spPr bwMode="auto">
              <a:xfrm>
                <a:off x="6102351" y="3925888"/>
                <a:ext cx="292100" cy="244475"/>
              </a:xfrm>
              <a:custGeom>
                <a:avLst/>
                <a:gdLst>
                  <a:gd name="T0" fmla="*/ 72 w 78"/>
                  <a:gd name="T1" fmla="*/ 0 h 65"/>
                  <a:gd name="T2" fmla="*/ 48 w 78"/>
                  <a:gd name="T3" fmla="*/ 0 h 65"/>
                  <a:gd name="T4" fmla="*/ 42 w 78"/>
                  <a:gd name="T5" fmla="*/ 5 h 65"/>
                  <a:gd name="T6" fmla="*/ 42 w 78"/>
                  <a:gd name="T7" fmla="*/ 8 h 65"/>
                  <a:gd name="T8" fmla="*/ 5 w 78"/>
                  <a:gd name="T9" fmla="*/ 8 h 65"/>
                  <a:gd name="T10" fmla="*/ 0 w 78"/>
                  <a:gd name="T11" fmla="*/ 14 h 65"/>
                  <a:gd name="T12" fmla="*/ 0 w 78"/>
                  <a:gd name="T13" fmla="*/ 59 h 65"/>
                  <a:gd name="T14" fmla="*/ 5 w 78"/>
                  <a:gd name="T15" fmla="*/ 65 h 65"/>
                  <a:gd name="T16" fmla="*/ 73 w 78"/>
                  <a:gd name="T17" fmla="*/ 65 h 65"/>
                  <a:gd name="T18" fmla="*/ 78 w 78"/>
                  <a:gd name="T19" fmla="*/ 59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8"/>
                      <a:pt x="42" y="8"/>
                      <a:pt x="42" y="8"/>
                    </a:cubicBezTo>
                    <a:cubicBezTo>
                      <a:pt x="5" y="8"/>
                      <a:pt x="5" y="8"/>
                      <a:pt x="5" y="8"/>
                    </a:cubicBezTo>
                    <a:cubicBezTo>
                      <a:pt x="2" y="8"/>
                      <a:pt x="0" y="11"/>
                      <a:pt x="0" y="14"/>
                    </a:cubicBezTo>
                    <a:cubicBezTo>
                      <a:pt x="0" y="59"/>
                      <a:pt x="0" y="59"/>
                      <a:pt x="0" y="59"/>
                    </a:cubicBezTo>
                    <a:cubicBezTo>
                      <a:pt x="0" y="62"/>
                      <a:pt x="2" y="65"/>
                      <a:pt x="5" y="65"/>
                    </a:cubicBezTo>
                    <a:cubicBezTo>
                      <a:pt x="73" y="65"/>
                      <a:pt x="73" y="65"/>
                      <a:pt x="73" y="65"/>
                    </a:cubicBezTo>
                    <a:cubicBezTo>
                      <a:pt x="76" y="65"/>
                      <a:pt x="78" y="62"/>
                      <a:pt x="78" y="59"/>
                    </a:cubicBezTo>
                    <a:cubicBezTo>
                      <a:pt x="78" y="5"/>
                      <a:pt x="78" y="5"/>
                      <a:pt x="78" y="5"/>
                    </a:cubicBezTo>
                    <a:cubicBezTo>
                      <a:pt x="78" y="2"/>
                      <a:pt x="75" y="0"/>
                      <a:pt x="72" y="0"/>
                    </a:cubicBezTo>
                    <a:close/>
                  </a:path>
                </a:pathLst>
              </a:custGeom>
              <a:grpFill/>
              <a:ln w="7938" cap="flat">
                <a:solidFill>
                  <a:srgbClr val="FFFFFF"/>
                </a:solidFill>
                <a:prstDash val="solid"/>
                <a:miter lim="800000"/>
                <a:headEnd/>
                <a:tailEnd/>
              </a:ln>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8" name="Freeform 67"/>
              <p:cNvSpPr>
                <a:spLocks/>
              </p:cNvSpPr>
              <p:nvPr/>
            </p:nvSpPr>
            <p:spPr bwMode="auto">
              <a:xfrm>
                <a:off x="6048376" y="3978276"/>
                <a:ext cx="293688" cy="246063"/>
              </a:xfrm>
              <a:custGeom>
                <a:avLst/>
                <a:gdLst>
                  <a:gd name="T0" fmla="*/ 72 w 78"/>
                  <a:gd name="T1" fmla="*/ 0 h 65"/>
                  <a:gd name="T2" fmla="*/ 48 w 78"/>
                  <a:gd name="T3" fmla="*/ 0 h 65"/>
                  <a:gd name="T4" fmla="*/ 42 w 78"/>
                  <a:gd name="T5" fmla="*/ 5 h 65"/>
                  <a:gd name="T6" fmla="*/ 42 w 78"/>
                  <a:gd name="T7" fmla="*/ 9 h 65"/>
                  <a:gd name="T8" fmla="*/ 5 w 78"/>
                  <a:gd name="T9" fmla="*/ 9 h 65"/>
                  <a:gd name="T10" fmla="*/ 0 w 78"/>
                  <a:gd name="T11" fmla="*/ 14 h 65"/>
                  <a:gd name="T12" fmla="*/ 0 w 78"/>
                  <a:gd name="T13" fmla="*/ 60 h 65"/>
                  <a:gd name="T14" fmla="*/ 5 w 78"/>
                  <a:gd name="T15" fmla="*/ 65 h 65"/>
                  <a:gd name="T16" fmla="*/ 73 w 78"/>
                  <a:gd name="T17" fmla="*/ 65 h 65"/>
                  <a:gd name="T18" fmla="*/ 78 w 78"/>
                  <a:gd name="T19" fmla="*/ 60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9"/>
                      <a:pt x="42" y="9"/>
                      <a:pt x="42" y="9"/>
                    </a:cubicBezTo>
                    <a:cubicBezTo>
                      <a:pt x="5" y="9"/>
                      <a:pt x="5" y="9"/>
                      <a:pt x="5" y="9"/>
                    </a:cubicBezTo>
                    <a:cubicBezTo>
                      <a:pt x="2" y="9"/>
                      <a:pt x="0" y="11"/>
                      <a:pt x="0" y="14"/>
                    </a:cubicBezTo>
                    <a:cubicBezTo>
                      <a:pt x="0" y="60"/>
                      <a:pt x="0" y="60"/>
                      <a:pt x="0" y="60"/>
                    </a:cubicBezTo>
                    <a:cubicBezTo>
                      <a:pt x="0" y="63"/>
                      <a:pt x="2" y="65"/>
                      <a:pt x="5" y="65"/>
                    </a:cubicBezTo>
                    <a:cubicBezTo>
                      <a:pt x="73" y="65"/>
                      <a:pt x="73" y="65"/>
                      <a:pt x="73" y="65"/>
                    </a:cubicBezTo>
                    <a:cubicBezTo>
                      <a:pt x="76" y="65"/>
                      <a:pt x="78" y="63"/>
                      <a:pt x="78" y="60"/>
                    </a:cubicBezTo>
                    <a:cubicBezTo>
                      <a:pt x="78" y="5"/>
                      <a:pt x="78" y="5"/>
                      <a:pt x="78" y="5"/>
                    </a:cubicBezTo>
                    <a:cubicBezTo>
                      <a:pt x="78" y="2"/>
                      <a:pt x="76" y="0"/>
                      <a:pt x="72" y="0"/>
                    </a:cubicBezTo>
                    <a:close/>
                  </a:path>
                </a:pathLst>
              </a:custGeom>
              <a:grpFill/>
              <a:ln w="7938" cap="flat">
                <a:solidFill>
                  <a:srgbClr val="FFFFFF"/>
                </a:solidFill>
                <a:prstDash val="solid"/>
                <a:miter lim="800000"/>
                <a:headEnd/>
                <a:tailEnd/>
              </a:ln>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42" name="Group 41"/>
            <p:cNvGrpSpPr/>
            <p:nvPr/>
          </p:nvGrpSpPr>
          <p:grpSpPr>
            <a:xfrm>
              <a:off x="7172802" y="4226771"/>
              <a:ext cx="212323" cy="247508"/>
              <a:chOff x="7548563" y="2860676"/>
              <a:chExt cx="277813" cy="323850"/>
            </a:xfrm>
            <a:solidFill>
              <a:schemeClr val="bg1"/>
            </a:solidFill>
          </p:grpSpPr>
          <p:sp>
            <p:nvSpPr>
              <p:cNvPr id="61" name="Freeform 60"/>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2" name="Freeform 61"/>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3" name="Freeform 62"/>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4" name="Freeform 63"/>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5" name="Freeform 64"/>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6" name="Freeform 65"/>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grpSp>
        <p:sp>
          <p:nvSpPr>
            <p:cNvPr id="45" name="Freeform 44"/>
            <p:cNvSpPr>
              <a:spLocks noEditPoints="1"/>
            </p:cNvSpPr>
            <p:nvPr/>
          </p:nvSpPr>
          <p:spPr bwMode="auto">
            <a:xfrm>
              <a:off x="8104631" y="1931116"/>
              <a:ext cx="185883" cy="282086"/>
            </a:xfrm>
            <a:custGeom>
              <a:avLst/>
              <a:gdLst>
                <a:gd name="T0" fmla="*/ 194956412 w 48"/>
                <a:gd name="T1" fmla="*/ 880985365 h 73"/>
                <a:gd name="T2" fmla="*/ 539881754 w 48"/>
                <a:gd name="T3" fmla="*/ 880985365 h 73"/>
                <a:gd name="T4" fmla="*/ 539881754 w 48"/>
                <a:gd name="T5" fmla="*/ 880985365 h 73"/>
                <a:gd name="T6" fmla="*/ 554880183 w 48"/>
                <a:gd name="T7" fmla="*/ 880985365 h 73"/>
                <a:gd name="T8" fmla="*/ 569874741 w 48"/>
                <a:gd name="T9" fmla="*/ 851122903 h 73"/>
                <a:gd name="T10" fmla="*/ 359923710 w 48"/>
                <a:gd name="T11" fmla="*/ 612211618 h 73"/>
                <a:gd name="T12" fmla="*/ 164963425 w 48"/>
                <a:gd name="T13" fmla="*/ 851122903 h 73"/>
                <a:gd name="T14" fmla="*/ 164963425 w 48"/>
                <a:gd name="T15" fmla="*/ 880985365 h 73"/>
                <a:gd name="T16" fmla="*/ 194956412 w 48"/>
                <a:gd name="T17" fmla="*/ 880985365 h 73"/>
                <a:gd name="T18" fmla="*/ 194956412 w 48"/>
                <a:gd name="T19" fmla="*/ 880985365 h 73"/>
                <a:gd name="T20" fmla="*/ 659857574 w 48"/>
                <a:gd name="T21" fmla="*/ 164251328 h 73"/>
                <a:gd name="T22" fmla="*/ 719843548 w 48"/>
                <a:gd name="T23" fmla="*/ 104522510 h 73"/>
                <a:gd name="T24" fmla="*/ 719843548 w 48"/>
                <a:gd name="T25" fmla="*/ 74660048 h 73"/>
                <a:gd name="T26" fmla="*/ 659857574 w 48"/>
                <a:gd name="T27" fmla="*/ 0 h 73"/>
                <a:gd name="T28" fmla="*/ 74984434 w 48"/>
                <a:gd name="T29" fmla="*/ 0 h 73"/>
                <a:gd name="T30" fmla="*/ 0 w 48"/>
                <a:gd name="T31" fmla="*/ 74660048 h 73"/>
                <a:gd name="T32" fmla="*/ 0 w 48"/>
                <a:gd name="T33" fmla="*/ 104522510 h 73"/>
                <a:gd name="T34" fmla="*/ 59985989 w 48"/>
                <a:gd name="T35" fmla="*/ 164251328 h 73"/>
                <a:gd name="T36" fmla="*/ 659857574 w 48"/>
                <a:gd name="T37" fmla="*/ 164251328 h 73"/>
                <a:gd name="T38" fmla="*/ 599871600 w 48"/>
                <a:gd name="T39" fmla="*/ 194113789 h 73"/>
                <a:gd name="T40" fmla="*/ 659857574 w 48"/>
                <a:gd name="T41" fmla="*/ 194113789 h 73"/>
                <a:gd name="T42" fmla="*/ 464897229 w 48"/>
                <a:gd name="T43" fmla="*/ 537551600 h 73"/>
                <a:gd name="T44" fmla="*/ 659857574 w 48"/>
                <a:gd name="T45" fmla="*/ 880985365 h 73"/>
                <a:gd name="T46" fmla="*/ 599871600 w 48"/>
                <a:gd name="T47" fmla="*/ 880985365 h 73"/>
                <a:gd name="T48" fmla="*/ 389916698 w 48"/>
                <a:gd name="T49" fmla="*/ 567414061 h 73"/>
                <a:gd name="T50" fmla="*/ 374918268 w 48"/>
                <a:gd name="T51" fmla="*/ 537551600 h 73"/>
                <a:gd name="T52" fmla="*/ 389916698 w 48"/>
                <a:gd name="T53" fmla="*/ 522620369 h 73"/>
                <a:gd name="T54" fmla="*/ 389916698 w 48"/>
                <a:gd name="T55" fmla="*/ 522620369 h 73"/>
                <a:gd name="T56" fmla="*/ 599871600 w 48"/>
                <a:gd name="T57" fmla="*/ 194113789 h 73"/>
                <a:gd name="T58" fmla="*/ 59985989 w 48"/>
                <a:gd name="T59" fmla="*/ 910851691 h 73"/>
                <a:gd name="T60" fmla="*/ 0 w 48"/>
                <a:gd name="T61" fmla="*/ 985511709 h 73"/>
                <a:gd name="T62" fmla="*/ 0 w 48"/>
                <a:gd name="T63" fmla="*/ 1015374412 h 73"/>
                <a:gd name="T64" fmla="*/ 74984434 w 48"/>
                <a:gd name="T65" fmla="*/ 1090034430 h 73"/>
                <a:gd name="T66" fmla="*/ 659857574 w 48"/>
                <a:gd name="T67" fmla="*/ 1090034430 h 73"/>
                <a:gd name="T68" fmla="*/ 719843548 w 48"/>
                <a:gd name="T69" fmla="*/ 1015374412 h 73"/>
                <a:gd name="T70" fmla="*/ 719843548 w 48"/>
                <a:gd name="T71" fmla="*/ 985511709 h 73"/>
                <a:gd name="T72" fmla="*/ 659857574 w 48"/>
                <a:gd name="T73" fmla="*/ 910851691 h 73"/>
                <a:gd name="T74" fmla="*/ 59985989 w 48"/>
                <a:gd name="T75" fmla="*/ 910851691 h 73"/>
                <a:gd name="T76" fmla="*/ 119975851 w 48"/>
                <a:gd name="T77" fmla="*/ 880985365 h 73"/>
                <a:gd name="T78" fmla="*/ 59985989 w 48"/>
                <a:gd name="T79" fmla="*/ 880985365 h 73"/>
                <a:gd name="T80" fmla="*/ 269940877 w 48"/>
                <a:gd name="T81" fmla="*/ 537551600 h 73"/>
                <a:gd name="T82" fmla="*/ 59985989 w 48"/>
                <a:gd name="T83" fmla="*/ 194113789 h 73"/>
                <a:gd name="T84" fmla="*/ 119975851 w 48"/>
                <a:gd name="T85" fmla="*/ 194113789 h 73"/>
                <a:gd name="T86" fmla="*/ 329926851 w 48"/>
                <a:gd name="T87" fmla="*/ 522620369 h 73"/>
                <a:gd name="T88" fmla="*/ 359923710 w 48"/>
                <a:gd name="T89" fmla="*/ 552482830 h 73"/>
                <a:gd name="T90" fmla="*/ 329926851 w 48"/>
                <a:gd name="T91" fmla="*/ 567414061 h 73"/>
                <a:gd name="T92" fmla="*/ 119975851 w 48"/>
                <a:gd name="T93" fmla="*/ 880985365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endParaRPr lang="el-GR">
                <a:solidFill>
                  <a:srgbClr val="000000"/>
                </a:solidFill>
              </a:endParaRPr>
            </a:p>
          </p:txBody>
        </p:sp>
        <p:sp>
          <p:nvSpPr>
            <p:cNvPr id="46" name="Freeform 45"/>
            <p:cNvSpPr>
              <a:spLocks noEditPoints="1"/>
            </p:cNvSpPr>
            <p:nvPr/>
          </p:nvSpPr>
          <p:spPr bwMode="auto">
            <a:xfrm>
              <a:off x="9062038" y="2468841"/>
              <a:ext cx="272986" cy="175924"/>
            </a:xfrm>
            <a:custGeom>
              <a:avLst/>
              <a:gdLst>
                <a:gd name="T0" fmla="*/ 734892623 w 95"/>
                <a:gd name="T1" fmla="*/ 0 h 61"/>
                <a:gd name="T2" fmla="*/ 41286975 w 95"/>
                <a:gd name="T3" fmla="*/ 0 h 61"/>
                <a:gd name="T4" fmla="*/ 8258545 w 95"/>
                <a:gd name="T5" fmla="*/ 8317457 h 61"/>
                <a:gd name="T6" fmla="*/ 0 w 95"/>
                <a:gd name="T7" fmla="*/ 41587281 h 61"/>
                <a:gd name="T8" fmla="*/ 371574146 w 95"/>
                <a:gd name="T9" fmla="*/ 324380793 h 61"/>
                <a:gd name="T10" fmla="*/ 388088447 w 95"/>
                <a:gd name="T11" fmla="*/ 332698247 h 61"/>
                <a:gd name="T12" fmla="*/ 412861200 w 95"/>
                <a:gd name="T13" fmla="*/ 324380793 h 61"/>
                <a:gd name="T14" fmla="*/ 784435436 w 95"/>
                <a:gd name="T15" fmla="*/ 41587281 h 61"/>
                <a:gd name="T16" fmla="*/ 767921225 w 95"/>
                <a:gd name="T17" fmla="*/ 8317457 h 61"/>
                <a:gd name="T18" fmla="*/ 734892623 w 95"/>
                <a:gd name="T19" fmla="*/ 0 h 61"/>
                <a:gd name="T20" fmla="*/ 784435436 w 95"/>
                <a:gd name="T21" fmla="*/ 415872876 h 61"/>
                <a:gd name="T22" fmla="*/ 578006183 w 95"/>
                <a:gd name="T23" fmla="*/ 249523708 h 61"/>
                <a:gd name="T24" fmla="*/ 784435436 w 95"/>
                <a:gd name="T25" fmla="*/ 91492016 h 61"/>
                <a:gd name="T26" fmla="*/ 784435436 w 95"/>
                <a:gd name="T27" fmla="*/ 415872876 h 61"/>
                <a:gd name="T28" fmla="*/ 767921225 w 95"/>
                <a:gd name="T29" fmla="*/ 499047415 h 61"/>
                <a:gd name="T30" fmla="*/ 734892623 w 95"/>
                <a:gd name="T31" fmla="*/ 507364869 h 61"/>
                <a:gd name="T32" fmla="*/ 41286975 w 95"/>
                <a:gd name="T33" fmla="*/ 507364869 h 61"/>
                <a:gd name="T34" fmla="*/ 8258545 w 95"/>
                <a:gd name="T35" fmla="*/ 499047415 h 61"/>
                <a:gd name="T36" fmla="*/ 0 w 95"/>
                <a:gd name="T37" fmla="*/ 465777600 h 61"/>
                <a:gd name="T38" fmla="*/ 239460459 w 95"/>
                <a:gd name="T39" fmla="*/ 282793523 h 61"/>
                <a:gd name="T40" fmla="*/ 355059935 w 95"/>
                <a:gd name="T41" fmla="*/ 365968063 h 61"/>
                <a:gd name="T42" fmla="*/ 388088447 w 95"/>
                <a:gd name="T43" fmla="*/ 374285516 h 61"/>
                <a:gd name="T44" fmla="*/ 429375411 w 95"/>
                <a:gd name="T45" fmla="*/ 365968063 h 61"/>
                <a:gd name="T46" fmla="*/ 544974887 w 95"/>
                <a:gd name="T47" fmla="*/ 282793523 h 61"/>
                <a:gd name="T48" fmla="*/ 784435436 w 95"/>
                <a:gd name="T49" fmla="*/ 465777600 h 61"/>
                <a:gd name="T50" fmla="*/ 767921225 w 95"/>
                <a:gd name="T51" fmla="*/ 499047415 h 61"/>
                <a:gd name="T52" fmla="*/ 0 w 95"/>
                <a:gd name="T53" fmla="*/ 91492016 h 61"/>
                <a:gd name="T54" fmla="*/ 206429163 w 95"/>
                <a:gd name="T55" fmla="*/ 249523708 h 61"/>
                <a:gd name="T56" fmla="*/ 0 w 95"/>
                <a:gd name="T57" fmla="*/ 415872876 h 61"/>
                <a:gd name="T58" fmla="*/ 0 w 95"/>
                <a:gd name="T59" fmla="*/ 91492016 h 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61"/>
                <a:gd name="T92" fmla="*/ 95 w 95"/>
                <a:gd name="T93" fmla="*/ 61 h 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61">
                  <a:moveTo>
                    <a:pt x="89" y="0"/>
                  </a:moveTo>
                  <a:cubicBezTo>
                    <a:pt x="5" y="0"/>
                    <a:pt x="5" y="0"/>
                    <a:pt x="5" y="0"/>
                  </a:cubicBezTo>
                  <a:cubicBezTo>
                    <a:pt x="4" y="0"/>
                    <a:pt x="2" y="0"/>
                    <a:pt x="1" y="1"/>
                  </a:cubicBezTo>
                  <a:cubicBezTo>
                    <a:pt x="0" y="2"/>
                    <a:pt x="0" y="4"/>
                    <a:pt x="0" y="5"/>
                  </a:cubicBezTo>
                  <a:cubicBezTo>
                    <a:pt x="45" y="39"/>
                    <a:pt x="45" y="39"/>
                    <a:pt x="45" y="39"/>
                  </a:cubicBezTo>
                  <a:cubicBezTo>
                    <a:pt x="45" y="40"/>
                    <a:pt x="46" y="40"/>
                    <a:pt x="47" y="40"/>
                  </a:cubicBezTo>
                  <a:cubicBezTo>
                    <a:pt x="48" y="40"/>
                    <a:pt x="49" y="40"/>
                    <a:pt x="50" y="39"/>
                  </a:cubicBezTo>
                  <a:cubicBezTo>
                    <a:pt x="95" y="5"/>
                    <a:pt x="95" y="5"/>
                    <a:pt x="95" y="5"/>
                  </a:cubicBezTo>
                  <a:cubicBezTo>
                    <a:pt x="95" y="4"/>
                    <a:pt x="94" y="2"/>
                    <a:pt x="93" y="1"/>
                  </a:cubicBezTo>
                  <a:cubicBezTo>
                    <a:pt x="92" y="0"/>
                    <a:pt x="91" y="0"/>
                    <a:pt x="89" y="0"/>
                  </a:cubicBezTo>
                  <a:close/>
                  <a:moveTo>
                    <a:pt x="95" y="50"/>
                  </a:moveTo>
                  <a:cubicBezTo>
                    <a:pt x="70" y="30"/>
                    <a:pt x="70" y="30"/>
                    <a:pt x="70" y="30"/>
                  </a:cubicBezTo>
                  <a:cubicBezTo>
                    <a:pt x="95" y="11"/>
                    <a:pt x="95" y="11"/>
                    <a:pt x="95" y="11"/>
                  </a:cubicBezTo>
                  <a:cubicBezTo>
                    <a:pt x="95" y="50"/>
                    <a:pt x="95" y="50"/>
                    <a:pt x="95" y="50"/>
                  </a:cubicBezTo>
                  <a:close/>
                  <a:moveTo>
                    <a:pt x="93" y="60"/>
                  </a:moveTo>
                  <a:cubicBezTo>
                    <a:pt x="92" y="61"/>
                    <a:pt x="91" y="61"/>
                    <a:pt x="89" y="61"/>
                  </a:cubicBezTo>
                  <a:cubicBezTo>
                    <a:pt x="5" y="61"/>
                    <a:pt x="5" y="61"/>
                    <a:pt x="5" y="61"/>
                  </a:cubicBezTo>
                  <a:cubicBezTo>
                    <a:pt x="4" y="61"/>
                    <a:pt x="2" y="61"/>
                    <a:pt x="1" y="60"/>
                  </a:cubicBezTo>
                  <a:cubicBezTo>
                    <a:pt x="0" y="59"/>
                    <a:pt x="0" y="57"/>
                    <a:pt x="0" y="56"/>
                  </a:cubicBezTo>
                  <a:cubicBezTo>
                    <a:pt x="29" y="34"/>
                    <a:pt x="29" y="34"/>
                    <a:pt x="29" y="34"/>
                  </a:cubicBezTo>
                  <a:cubicBezTo>
                    <a:pt x="43" y="44"/>
                    <a:pt x="43" y="44"/>
                    <a:pt x="43" y="44"/>
                  </a:cubicBezTo>
                  <a:cubicBezTo>
                    <a:pt x="44" y="45"/>
                    <a:pt x="46" y="45"/>
                    <a:pt x="47" y="45"/>
                  </a:cubicBezTo>
                  <a:cubicBezTo>
                    <a:pt x="49" y="45"/>
                    <a:pt x="50" y="45"/>
                    <a:pt x="52" y="44"/>
                  </a:cubicBezTo>
                  <a:cubicBezTo>
                    <a:pt x="66" y="34"/>
                    <a:pt x="66" y="34"/>
                    <a:pt x="66" y="34"/>
                  </a:cubicBezTo>
                  <a:cubicBezTo>
                    <a:pt x="95" y="56"/>
                    <a:pt x="95" y="56"/>
                    <a:pt x="95" y="56"/>
                  </a:cubicBezTo>
                  <a:cubicBezTo>
                    <a:pt x="95" y="57"/>
                    <a:pt x="94" y="59"/>
                    <a:pt x="93" y="60"/>
                  </a:cubicBezTo>
                  <a:close/>
                  <a:moveTo>
                    <a:pt x="0" y="11"/>
                  </a:moveTo>
                  <a:cubicBezTo>
                    <a:pt x="25" y="30"/>
                    <a:pt x="25" y="30"/>
                    <a:pt x="25" y="30"/>
                  </a:cubicBezTo>
                  <a:cubicBezTo>
                    <a:pt x="0" y="50"/>
                    <a:pt x="0" y="50"/>
                    <a:pt x="0" y="50"/>
                  </a:cubicBezTo>
                  <a:lnTo>
                    <a:pt x="0" y="11"/>
                  </a:lnTo>
                  <a:close/>
                </a:path>
              </a:pathLst>
            </a:custGeom>
            <a:solidFill>
              <a:schemeClr val="bg1"/>
            </a:solid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endParaRPr lang="el-GR">
                <a:solidFill>
                  <a:srgbClr val="000000"/>
                </a:solidFill>
              </a:endParaRPr>
            </a:p>
          </p:txBody>
        </p:sp>
        <p:grpSp>
          <p:nvGrpSpPr>
            <p:cNvPr id="47" name="Group 46"/>
            <p:cNvGrpSpPr/>
            <p:nvPr/>
          </p:nvGrpSpPr>
          <p:grpSpPr>
            <a:xfrm>
              <a:off x="9097363" y="4205374"/>
              <a:ext cx="275414" cy="264494"/>
              <a:chOff x="5610226" y="4344988"/>
              <a:chExt cx="360363" cy="346075"/>
            </a:xfrm>
            <a:solidFill>
              <a:schemeClr val="bg1"/>
            </a:solidFill>
          </p:grpSpPr>
          <p:sp>
            <p:nvSpPr>
              <p:cNvPr id="53" name="Freeform 52"/>
              <p:cNvSpPr>
                <a:spLocks/>
              </p:cNvSpPr>
              <p:nvPr/>
            </p:nvSpPr>
            <p:spPr bwMode="auto">
              <a:xfrm>
                <a:off x="5872163" y="4502151"/>
                <a:ext cx="98425" cy="147638"/>
              </a:xfrm>
              <a:custGeom>
                <a:avLst/>
                <a:gdLst>
                  <a:gd name="T0" fmla="*/ 62 w 62"/>
                  <a:gd name="T1" fmla="*/ 93 h 93"/>
                  <a:gd name="T2" fmla="*/ 0 w 62"/>
                  <a:gd name="T3" fmla="*/ 48 h 93"/>
                  <a:gd name="T4" fmla="*/ 62 w 62"/>
                  <a:gd name="T5" fmla="*/ 0 h 93"/>
                  <a:gd name="T6" fmla="*/ 62 w 62"/>
                  <a:gd name="T7" fmla="*/ 93 h 93"/>
                  <a:gd name="T8" fmla="*/ 62 w 62"/>
                  <a:gd name="T9" fmla="*/ 93 h 93"/>
                </a:gdLst>
                <a:ahLst/>
                <a:cxnLst>
                  <a:cxn ang="0">
                    <a:pos x="T0" y="T1"/>
                  </a:cxn>
                  <a:cxn ang="0">
                    <a:pos x="T2" y="T3"/>
                  </a:cxn>
                  <a:cxn ang="0">
                    <a:pos x="T4" y="T5"/>
                  </a:cxn>
                  <a:cxn ang="0">
                    <a:pos x="T6" y="T7"/>
                  </a:cxn>
                  <a:cxn ang="0">
                    <a:pos x="T8" y="T9"/>
                  </a:cxn>
                </a:cxnLst>
                <a:rect l="0" t="0" r="r" b="b"/>
                <a:pathLst>
                  <a:path w="62" h="93">
                    <a:moveTo>
                      <a:pt x="62" y="93"/>
                    </a:moveTo>
                    <a:lnTo>
                      <a:pt x="0" y="48"/>
                    </a:lnTo>
                    <a:lnTo>
                      <a:pt x="62" y="0"/>
                    </a:lnTo>
                    <a:lnTo>
                      <a:pt x="62" y="93"/>
                    </a:lnTo>
                    <a:lnTo>
                      <a:pt x="62" y="93"/>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4" name="Freeform 53"/>
              <p:cNvSpPr>
                <a:spLocks/>
              </p:cNvSpPr>
              <p:nvPr/>
            </p:nvSpPr>
            <p:spPr bwMode="auto">
              <a:xfrm>
                <a:off x="5610226" y="4344988"/>
                <a:ext cx="360363" cy="149225"/>
              </a:xfrm>
              <a:custGeom>
                <a:avLst/>
                <a:gdLst>
                  <a:gd name="T0" fmla="*/ 6 w 96"/>
                  <a:gd name="T1" fmla="*/ 40 h 40"/>
                  <a:gd name="T2" fmla="*/ 90 w 96"/>
                  <a:gd name="T3" fmla="*/ 40 h 40"/>
                  <a:gd name="T4" fmla="*/ 94 w 96"/>
                  <a:gd name="T5" fmla="*/ 39 h 40"/>
                  <a:gd name="T6" fmla="*/ 96 w 96"/>
                  <a:gd name="T7" fmla="*/ 35 h 40"/>
                  <a:gd name="T8" fmla="*/ 51 w 96"/>
                  <a:gd name="T9" fmla="*/ 1 h 40"/>
                  <a:gd name="T10" fmla="*/ 48 w 96"/>
                  <a:gd name="T11" fmla="*/ 0 h 40"/>
                  <a:gd name="T12" fmla="*/ 45 w 96"/>
                  <a:gd name="T13" fmla="*/ 1 h 40"/>
                  <a:gd name="T14" fmla="*/ 0 w 96"/>
                  <a:gd name="T15" fmla="*/ 35 h 40"/>
                  <a:gd name="T16" fmla="*/ 2 w 96"/>
                  <a:gd name="T17" fmla="*/ 39 h 40"/>
                  <a:gd name="T18" fmla="*/ 6 w 96"/>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40">
                    <a:moveTo>
                      <a:pt x="6" y="40"/>
                    </a:moveTo>
                    <a:cubicBezTo>
                      <a:pt x="90" y="40"/>
                      <a:pt x="90" y="40"/>
                      <a:pt x="90" y="40"/>
                    </a:cubicBezTo>
                    <a:cubicBezTo>
                      <a:pt x="92" y="40"/>
                      <a:pt x="93" y="40"/>
                      <a:pt x="94" y="39"/>
                    </a:cubicBezTo>
                    <a:cubicBezTo>
                      <a:pt x="95" y="38"/>
                      <a:pt x="96" y="37"/>
                      <a:pt x="96" y="35"/>
                    </a:cubicBezTo>
                    <a:cubicBezTo>
                      <a:pt x="51" y="1"/>
                      <a:pt x="51" y="1"/>
                      <a:pt x="51" y="1"/>
                    </a:cubicBezTo>
                    <a:cubicBezTo>
                      <a:pt x="50" y="0"/>
                      <a:pt x="49" y="0"/>
                      <a:pt x="48" y="0"/>
                    </a:cubicBezTo>
                    <a:cubicBezTo>
                      <a:pt x="47" y="0"/>
                      <a:pt x="46" y="0"/>
                      <a:pt x="45" y="1"/>
                    </a:cubicBezTo>
                    <a:cubicBezTo>
                      <a:pt x="0" y="35"/>
                      <a:pt x="0" y="35"/>
                      <a:pt x="0" y="35"/>
                    </a:cubicBezTo>
                    <a:cubicBezTo>
                      <a:pt x="0" y="36"/>
                      <a:pt x="1" y="38"/>
                      <a:pt x="2" y="39"/>
                    </a:cubicBezTo>
                    <a:cubicBezTo>
                      <a:pt x="3" y="40"/>
                      <a:pt x="4" y="40"/>
                      <a:pt x="6" y="40"/>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5" name="Freeform 54"/>
              <p:cNvSpPr>
                <a:spLocks/>
              </p:cNvSpPr>
              <p:nvPr/>
            </p:nvSpPr>
            <p:spPr bwMode="auto">
              <a:xfrm>
                <a:off x="5610226" y="4589463"/>
                <a:ext cx="360363" cy="101600"/>
              </a:xfrm>
              <a:custGeom>
                <a:avLst/>
                <a:gdLst>
                  <a:gd name="T0" fmla="*/ 66 w 96"/>
                  <a:gd name="T1" fmla="*/ 0 h 27"/>
                  <a:gd name="T2" fmla="*/ 52 w 96"/>
                  <a:gd name="T3" fmla="*/ 10 h 27"/>
                  <a:gd name="T4" fmla="*/ 48 w 96"/>
                  <a:gd name="T5" fmla="*/ 12 h 27"/>
                  <a:gd name="T6" fmla="*/ 44 w 96"/>
                  <a:gd name="T7" fmla="*/ 10 h 27"/>
                  <a:gd name="T8" fmla="*/ 30 w 96"/>
                  <a:gd name="T9" fmla="*/ 0 h 27"/>
                  <a:gd name="T10" fmla="*/ 0 w 96"/>
                  <a:gd name="T11" fmla="*/ 22 h 27"/>
                  <a:gd name="T12" fmla="*/ 2 w 96"/>
                  <a:gd name="T13" fmla="*/ 26 h 27"/>
                  <a:gd name="T14" fmla="*/ 6 w 96"/>
                  <a:gd name="T15" fmla="*/ 27 h 27"/>
                  <a:gd name="T16" fmla="*/ 90 w 96"/>
                  <a:gd name="T17" fmla="*/ 27 h 27"/>
                  <a:gd name="T18" fmla="*/ 94 w 96"/>
                  <a:gd name="T19" fmla="*/ 26 h 27"/>
                  <a:gd name="T20" fmla="*/ 96 w 96"/>
                  <a:gd name="T21" fmla="*/ 22 h 27"/>
                  <a:gd name="T22" fmla="*/ 66 w 96"/>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27">
                    <a:moveTo>
                      <a:pt x="66" y="0"/>
                    </a:moveTo>
                    <a:cubicBezTo>
                      <a:pt x="52" y="10"/>
                      <a:pt x="52" y="10"/>
                      <a:pt x="52" y="10"/>
                    </a:cubicBezTo>
                    <a:cubicBezTo>
                      <a:pt x="51" y="11"/>
                      <a:pt x="50" y="12"/>
                      <a:pt x="48" y="12"/>
                    </a:cubicBezTo>
                    <a:cubicBezTo>
                      <a:pt x="47" y="12"/>
                      <a:pt x="45" y="11"/>
                      <a:pt x="44" y="10"/>
                    </a:cubicBezTo>
                    <a:cubicBezTo>
                      <a:pt x="30" y="0"/>
                      <a:pt x="30" y="0"/>
                      <a:pt x="30" y="0"/>
                    </a:cubicBezTo>
                    <a:cubicBezTo>
                      <a:pt x="0" y="22"/>
                      <a:pt x="0" y="22"/>
                      <a:pt x="0" y="22"/>
                    </a:cubicBezTo>
                    <a:cubicBezTo>
                      <a:pt x="0" y="24"/>
                      <a:pt x="1" y="25"/>
                      <a:pt x="2" y="26"/>
                    </a:cubicBezTo>
                    <a:cubicBezTo>
                      <a:pt x="3" y="27"/>
                      <a:pt x="4" y="27"/>
                      <a:pt x="6" y="27"/>
                    </a:cubicBezTo>
                    <a:cubicBezTo>
                      <a:pt x="90" y="27"/>
                      <a:pt x="90" y="27"/>
                      <a:pt x="90" y="27"/>
                    </a:cubicBezTo>
                    <a:cubicBezTo>
                      <a:pt x="92" y="27"/>
                      <a:pt x="93" y="27"/>
                      <a:pt x="94" y="26"/>
                    </a:cubicBezTo>
                    <a:cubicBezTo>
                      <a:pt x="95" y="25"/>
                      <a:pt x="96" y="24"/>
                      <a:pt x="96" y="22"/>
                    </a:cubicBezTo>
                    <a:lnTo>
                      <a:pt x="66" y="0"/>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0" name="Freeform 59"/>
              <p:cNvSpPr>
                <a:spLocks/>
              </p:cNvSpPr>
              <p:nvPr/>
            </p:nvSpPr>
            <p:spPr bwMode="auto">
              <a:xfrm>
                <a:off x="5610226" y="4502151"/>
                <a:ext cx="96838" cy="147638"/>
              </a:xfrm>
              <a:custGeom>
                <a:avLst/>
                <a:gdLst>
                  <a:gd name="T0" fmla="*/ 0 w 61"/>
                  <a:gd name="T1" fmla="*/ 0 h 93"/>
                  <a:gd name="T2" fmla="*/ 61 w 61"/>
                  <a:gd name="T3" fmla="*/ 48 h 93"/>
                  <a:gd name="T4" fmla="*/ 0 w 61"/>
                  <a:gd name="T5" fmla="*/ 93 h 93"/>
                  <a:gd name="T6" fmla="*/ 0 w 61"/>
                  <a:gd name="T7" fmla="*/ 0 h 93"/>
                </a:gdLst>
                <a:ahLst/>
                <a:cxnLst>
                  <a:cxn ang="0">
                    <a:pos x="T0" y="T1"/>
                  </a:cxn>
                  <a:cxn ang="0">
                    <a:pos x="T2" y="T3"/>
                  </a:cxn>
                  <a:cxn ang="0">
                    <a:pos x="T4" y="T5"/>
                  </a:cxn>
                  <a:cxn ang="0">
                    <a:pos x="T6" y="T7"/>
                  </a:cxn>
                </a:cxnLst>
                <a:rect l="0" t="0" r="r" b="b"/>
                <a:pathLst>
                  <a:path w="61" h="93">
                    <a:moveTo>
                      <a:pt x="0" y="0"/>
                    </a:moveTo>
                    <a:lnTo>
                      <a:pt x="61" y="48"/>
                    </a:lnTo>
                    <a:lnTo>
                      <a:pt x="0" y="93"/>
                    </a:lnTo>
                    <a:lnTo>
                      <a:pt x="0" y="0"/>
                    </a:ln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48" name="Group 47"/>
            <p:cNvGrpSpPr/>
            <p:nvPr/>
          </p:nvGrpSpPr>
          <p:grpSpPr>
            <a:xfrm>
              <a:off x="9423479" y="3272108"/>
              <a:ext cx="253273" cy="329479"/>
              <a:chOff x="6913563" y="2465388"/>
              <a:chExt cx="179388" cy="233363"/>
            </a:xfrm>
            <a:solidFill>
              <a:schemeClr val="bg1"/>
            </a:solidFill>
          </p:grpSpPr>
          <p:sp>
            <p:nvSpPr>
              <p:cNvPr id="49" name="Freeform 48"/>
              <p:cNvSpPr>
                <a:spLocks noEditPoints="1"/>
              </p:cNvSpPr>
              <p:nvPr/>
            </p:nvSpPr>
            <p:spPr bwMode="auto">
              <a:xfrm>
                <a:off x="6913563" y="2465388"/>
                <a:ext cx="179388" cy="195263"/>
              </a:xfrm>
              <a:custGeom>
                <a:avLst/>
                <a:gdLst>
                  <a:gd name="T0" fmla="*/ 25 w 48"/>
                  <a:gd name="T1" fmla="*/ 0 h 52"/>
                  <a:gd name="T2" fmla="*/ 3 w 48"/>
                  <a:gd name="T3" fmla="*/ 27 h 52"/>
                  <a:gd name="T4" fmla="*/ 11 w 48"/>
                  <a:gd name="T5" fmla="*/ 41 h 52"/>
                  <a:gd name="T6" fmla="*/ 18 w 48"/>
                  <a:gd name="T7" fmla="*/ 52 h 52"/>
                  <a:gd name="T8" fmla="*/ 33 w 48"/>
                  <a:gd name="T9" fmla="*/ 52 h 52"/>
                  <a:gd name="T10" fmla="*/ 40 w 48"/>
                  <a:gd name="T11" fmla="*/ 41 h 52"/>
                  <a:gd name="T12" fmla="*/ 48 w 48"/>
                  <a:gd name="T13" fmla="*/ 22 h 52"/>
                  <a:gd name="T14" fmla="*/ 25 w 48"/>
                  <a:gd name="T15" fmla="*/ 0 h 52"/>
                  <a:gd name="T16" fmla="*/ 33 w 48"/>
                  <a:gd name="T17" fmla="*/ 42 h 52"/>
                  <a:gd name="T18" fmla="*/ 32 w 48"/>
                  <a:gd name="T19" fmla="*/ 46 h 52"/>
                  <a:gd name="T20" fmla="*/ 29 w 48"/>
                  <a:gd name="T21" fmla="*/ 46 h 52"/>
                  <a:gd name="T22" fmla="*/ 30 w 48"/>
                  <a:gd name="T23" fmla="*/ 36 h 52"/>
                  <a:gd name="T24" fmla="*/ 33 w 48"/>
                  <a:gd name="T25" fmla="*/ 25 h 52"/>
                  <a:gd name="T26" fmla="*/ 33 w 48"/>
                  <a:gd name="T27" fmla="*/ 25 h 52"/>
                  <a:gd name="T28" fmla="*/ 30 w 48"/>
                  <a:gd name="T29" fmla="*/ 20 h 52"/>
                  <a:gd name="T30" fmla="*/ 25 w 48"/>
                  <a:gd name="T31" fmla="*/ 19 h 52"/>
                  <a:gd name="T32" fmla="*/ 20 w 48"/>
                  <a:gd name="T33" fmla="*/ 20 h 52"/>
                  <a:gd name="T34" fmla="*/ 18 w 48"/>
                  <a:gd name="T35" fmla="*/ 25 h 52"/>
                  <a:gd name="T36" fmla="*/ 21 w 48"/>
                  <a:gd name="T37" fmla="*/ 36 h 52"/>
                  <a:gd name="T38" fmla="*/ 22 w 48"/>
                  <a:gd name="T39" fmla="*/ 46 h 52"/>
                  <a:gd name="T40" fmla="*/ 19 w 48"/>
                  <a:gd name="T41" fmla="*/ 46 h 52"/>
                  <a:gd name="T42" fmla="*/ 17 w 48"/>
                  <a:gd name="T43" fmla="*/ 42 h 52"/>
                  <a:gd name="T44" fmla="*/ 9 w 48"/>
                  <a:gd name="T45" fmla="*/ 25 h 52"/>
                  <a:gd name="T46" fmla="*/ 25 w 48"/>
                  <a:gd name="T47" fmla="*/ 6 h 52"/>
                  <a:gd name="T48" fmla="*/ 42 w 48"/>
                  <a:gd name="T49" fmla="*/ 25 h 52"/>
                  <a:gd name="T50" fmla="*/ 33 w 48"/>
                  <a:gd name="T51"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52">
                    <a:moveTo>
                      <a:pt x="25" y="0"/>
                    </a:moveTo>
                    <a:cubicBezTo>
                      <a:pt x="11" y="0"/>
                      <a:pt x="0" y="13"/>
                      <a:pt x="3" y="27"/>
                    </a:cubicBezTo>
                    <a:cubicBezTo>
                      <a:pt x="4" y="33"/>
                      <a:pt x="9" y="35"/>
                      <a:pt x="11" y="41"/>
                    </a:cubicBezTo>
                    <a:cubicBezTo>
                      <a:pt x="12" y="44"/>
                      <a:pt x="13" y="52"/>
                      <a:pt x="18" y="52"/>
                    </a:cubicBezTo>
                    <a:cubicBezTo>
                      <a:pt x="33" y="52"/>
                      <a:pt x="33" y="52"/>
                      <a:pt x="33" y="52"/>
                    </a:cubicBezTo>
                    <a:cubicBezTo>
                      <a:pt x="38" y="52"/>
                      <a:pt x="38" y="44"/>
                      <a:pt x="40" y="41"/>
                    </a:cubicBezTo>
                    <a:cubicBezTo>
                      <a:pt x="43" y="33"/>
                      <a:pt x="48" y="33"/>
                      <a:pt x="48" y="22"/>
                    </a:cubicBezTo>
                    <a:cubicBezTo>
                      <a:pt x="48" y="10"/>
                      <a:pt x="38" y="0"/>
                      <a:pt x="25" y="0"/>
                    </a:cubicBezTo>
                    <a:close/>
                    <a:moveTo>
                      <a:pt x="33" y="42"/>
                    </a:moveTo>
                    <a:cubicBezTo>
                      <a:pt x="33" y="43"/>
                      <a:pt x="33" y="45"/>
                      <a:pt x="32" y="46"/>
                    </a:cubicBezTo>
                    <a:cubicBezTo>
                      <a:pt x="29" y="46"/>
                      <a:pt x="29" y="46"/>
                      <a:pt x="29" y="46"/>
                    </a:cubicBezTo>
                    <a:cubicBezTo>
                      <a:pt x="29" y="42"/>
                      <a:pt x="29" y="39"/>
                      <a:pt x="30" y="36"/>
                    </a:cubicBezTo>
                    <a:cubicBezTo>
                      <a:pt x="30" y="33"/>
                      <a:pt x="31" y="30"/>
                      <a:pt x="33" y="25"/>
                    </a:cubicBezTo>
                    <a:cubicBezTo>
                      <a:pt x="33" y="25"/>
                      <a:pt x="33" y="25"/>
                      <a:pt x="33" y="25"/>
                    </a:cubicBezTo>
                    <a:cubicBezTo>
                      <a:pt x="34" y="22"/>
                      <a:pt x="33" y="21"/>
                      <a:pt x="30" y="20"/>
                    </a:cubicBezTo>
                    <a:cubicBezTo>
                      <a:pt x="29" y="19"/>
                      <a:pt x="27" y="19"/>
                      <a:pt x="25" y="19"/>
                    </a:cubicBezTo>
                    <a:cubicBezTo>
                      <a:pt x="23" y="19"/>
                      <a:pt x="21" y="19"/>
                      <a:pt x="20" y="20"/>
                    </a:cubicBezTo>
                    <a:cubicBezTo>
                      <a:pt x="18" y="21"/>
                      <a:pt x="17" y="23"/>
                      <a:pt x="18" y="25"/>
                    </a:cubicBezTo>
                    <a:cubicBezTo>
                      <a:pt x="20" y="30"/>
                      <a:pt x="21" y="33"/>
                      <a:pt x="21" y="36"/>
                    </a:cubicBezTo>
                    <a:cubicBezTo>
                      <a:pt x="22" y="39"/>
                      <a:pt x="22" y="42"/>
                      <a:pt x="22" y="46"/>
                    </a:cubicBezTo>
                    <a:cubicBezTo>
                      <a:pt x="19" y="46"/>
                      <a:pt x="19" y="46"/>
                      <a:pt x="19" y="46"/>
                    </a:cubicBezTo>
                    <a:cubicBezTo>
                      <a:pt x="18" y="45"/>
                      <a:pt x="18" y="43"/>
                      <a:pt x="17" y="42"/>
                    </a:cubicBezTo>
                    <a:cubicBezTo>
                      <a:pt x="15" y="34"/>
                      <a:pt x="10" y="31"/>
                      <a:pt x="9" y="25"/>
                    </a:cubicBezTo>
                    <a:cubicBezTo>
                      <a:pt x="7" y="15"/>
                      <a:pt x="15" y="6"/>
                      <a:pt x="25" y="6"/>
                    </a:cubicBezTo>
                    <a:cubicBezTo>
                      <a:pt x="36" y="6"/>
                      <a:pt x="44" y="15"/>
                      <a:pt x="42" y="25"/>
                    </a:cubicBezTo>
                    <a:cubicBezTo>
                      <a:pt x="41" y="31"/>
                      <a:pt x="35" y="34"/>
                      <a:pt x="33" y="42"/>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0" name="Freeform 49"/>
              <p:cNvSpPr>
                <a:spLocks/>
              </p:cNvSpPr>
              <p:nvPr/>
            </p:nvSpPr>
            <p:spPr bwMode="auto">
              <a:xfrm>
                <a:off x="6991351" y="2547938"/>
                <a:ext cx="34925" cy="90488"/>
              </a:xfrm>
              <a:custGeom>
                <a:avLst/>
                <a:gdLst>
                  <a:gd name="T0" fmla="*/ 3 w 9"/>
                  <a:gd name="T1" fmla="*/ 24 h 24"/>
                  <a:gd name="T2" fmla="*/ 6 w 9"/>
                  <a:gd name="T3" fmla="*/ 24 h 24"/>
                  <a:gd name="T4" fmla="*/ 6 w 9"/>
                  <a:gd name="T5" fmla="*/ 14 h 24"/>
                  <a:gd name="T6" fmla="*/ 9 w 9"/>
                  <a:gd name="T7" fmla="*/ 3 h 24"/>
                  <a:gd name="T8" fmla="*/ 7 w 9"/>
                  <a:gd name="T9" fmla="*/ 0 h 24"/>
                  <a:gd name="T10" fmla="*/ 5 w 9"/>
                  <a:gd name="T11" fmla="*/ 0 h 24"/>
                  <a:gd name="T12" fmla="*/ 2 w 9"/>
                  <a:gd name="T13" fmla="*/ 0 h 24"/>
                  <a:gd name="T14" fmla="*/ 0 w 9"/>
                  <a:gd name="T15" fmla="*/ 3 h 24"/>
                  <a:gd name="T16" fmla="*/ 3 w 9"/>
                  <a:gd name="T17" fmla="*/ 14 h 24"/>
                  <a:gd name="T18" fmla="*/ 3 w 9"/>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4">
                    <a:moveTo>
                      <a:pt x="3" y="24"/>
                    </a:moveTo>
                    <a:cubicBezTo>
                      <a:pt x="6" y="24"/>
                      <a:pt x="6" y="24"/>
                      <a:pt x="6" y="24"/>
                    </a:cubicBezTo>
                    <a:cubicBezTo>
                      <a:pt x="5" y="20"/>
                      <a:pt x="5" y="17"/>
                      <a:pt x="6" y="14"/>
                    </a:cubicBezTo>
                    <a:cubicBezTo>
                      <a:pt x="6" y="10"/>
                      <a:pt x="7" y="7"/>
                      <a:pt x="9" y="3"/>
                    </a:cubicBezTo>
                    <a:cubicBezTo>
                      <a:pt x="9" y="2"/>
                      <a:pt x="8" y="1"/>
                      <a:pt x="7" y="0"/>
                    </a:cubicBezTo>
                    <a:cubicBezTo>
                      <a:pt x="6" y="0"/>
                      <a:pt x="5" y="0"/>
                      <a:pt x="5" y="0"/>
                    </a:cubicBezTo>
                    <a:cubicBezTo>
                      <a:pt x="4" y="0"/>
                      <a:pt x="3" y="0"/>
                      <a:pt x="2" y="0"/>
                    </a:cubicBezTo>
                    <a:cubicBezTo>
                      <a:pt x="1" y="1"/>
                      <a:pt x="0" y="2"/>
                      <a:pt x="0" y="3"/>
                    </a:cubicBezTo>
                    <a:cubicBezTo>
                      <a:pt x="1" y="7"/>
                      <a:pt x="2" y="10"/>
                      <a:pt x="3" y="14"/>
                    </a:cubicBezTo>
                    <a:cubicBezTo>
                      <a:pt x="3" y="17"/>
                      <a:pt x="3" y="20"/>
                      <a:pt x="3" y="24"/>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1" name="Freeform 50"/>
              <p:cNvSpPr>
                <a:spLocks/>
              </p:cNvSpPr>
              <p:nvPr/>
            </p:nvSpPr>
            <p:spPr bwMode="auto">
              <a:xfrm>
                <a:off x="6969126" y="2663826"/>
                <a:ext cx="79375" cy="15875"/>
              </a:xfrm>
              <a:custGeom>
                <a:avLst/>
                <a:gdLst>
                  <a:gd name="T0" fmla="*/ 18 w 21"/>
                  <a:gd name="T1" fmla="*/ 4 h 4"/>
                  <a:gd name="T2" fmla="*/ 3 w 21"/>
                  <a:gd name="T3" fmla="*/ 4 h 4"/>
                  <a:gd name="T4" fmla="*/ 3 w 21"/>
                  <a:gd name="T5" fmla="*/ 0 h 4"/>
                  <a:gd name="T6" fmla="*/ 18 w 21"/>
                  <a:gd name="T7" fmla="*/ 0 h 4"/>
                  <a:gd name="T8" fmla="*/ 18 w 21"/>
                  <a:gd name="T9" fmla="*/ 4 h 4"/>
                </a:gdLst>
                <a:ahLst/>
                <a:cxnLst>
                  <a:cxn ang="0">
                    <a:pos x="T0" y="T1"/>
                  </a:cxn>
                  <a:cxn ang="0">
                    <a:pos x="T2" y="T3"/>
                  </a:cxn>
                  <a:cxn ang="0">
                    <a:pos x="T4" y="T5"/>
                  </a:cxn>
                  <a:cxn ang="0">
                    <a:pos x="T6" y="T7"/>
                  </a:cxn>
                  <a:cxn ang="0">
                    <a:pos x="T8" y="T9"/>
                  </a:cxn>
                </a:cxnLst>
                <a:rect l="0" t="0" r="r" b="b"/>
                <a:pathLst>
                  <a:path w="21" h="4">
                    <a:moveTo>
                      <a:pt x="18" y="4"/>
                    </a:moveTo>
                    <a:cubicBezTo>
                      <a:pt x="3" y="4"/>
                      <a:pt x="3" y="4"/>
                      <a:pt x="3" y="4"/>
                    </a:cubicBezTo>
                    <a:cubicBezTo>
                      <a:pt x="0" y="4"/>
                      <a:pt x="0" y="0"/>
                      <a:pt x="3" y="0"/>
                    </a:cubicBezTo>
                    <a:cubicBezTo>
                      <a:pt x="18" y="0"/>
                      <a:pt x="18" y="0"/>
                      <a:pt x="18" y="0"/>
                    </a:cubicBezTo>
                    <a:cubicBezTo>
                      <a:pt x="21" y="0"/>
                      <a:pt x="21" y="4"/>
                      <a:pt x="18" y="4"/>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2" name="Freeform 51"/>
              <p:cNvSpPr>
                <a:spLocks/>
              </p:cNvSpPr>
              <p:nvPr/>
            </p:nvSpPr>
            <p:spPr bwMode="auto">
              <a:xfrm>
                <a:off x="6973888" y="2682876"/>
                <a:ext cx="66675" cy="15875"/>
              </a:xfrm>
              <a:custGeom>
                <a:avLst/>
                <a:gdLst>
                  <a:gd name="T0" fmla="*/ 16 w 18"/>
                  <a:gd name="T1" fmla="*/ 4 h 4"/>
                  <a:gd name="T2" fmla="*/ 2 w 18"/>
                  <a:gd name="T3" fmla="*/ 4 h 4"/>
                  <a:gd name="T4" fmla="*/ 2 w 18"/>
                  <a:gd name="T5" fmla="*/ 0 h 4"/>
                  <a:gd name="T6" fmla="*/ 16 w 18"/>
                  <a:gd name="T7" fmla="*/ 0 h 4"/>
                  <a:gd name="T8" fmla="*/ 16 w 18"/>
                  <a:gd name="T9" fmla="*/ 4 h 4"/>
                </a:gdLst>
                <a:ahLst/>
                <a:cxnLst>
                  <a:cxn ang="0">
                    <a:pos x="T0" y="T1"/>
                  </a:cxn>
                  <a:cxn ang="0">
                    <a:pos x="T2" y="T3"/>
                  </a:cxn>
                  <a:cxn ang="0">
                    <a:pos x="T4" y="T5"/>
                  </a:cxn>
                  <a:cxn ang="0">
                    <a:pos x="T6" y="T7"/>
                  </a:cxn>
                  <a:cxn ang="0">
                    <a:pos x="T8" y="T9"/>
                  </a:cxn>
                </a:cxnLst>
                <a:rect l="0" t="0" r="r" b="b"/>
                <a:pathLst>
                  <a:path w="18" h="4">
                    <a:moveTo>
                      <a:pt x="16" y="4"/>
                    </a:moveTo>
                    <a:cubicBezTo>
                      <a:pt x="2" y="4"/>
                      <a:pt x="2" y="4"/>
                      <a:pt x="2" y="4"/>
                    </a:cubicBezTo>
                    <a:cubicBezTo>
                      <a:pt x="0" y="4"/>
                      <a:pt x="0" y="0"/>
                      <a:pt x="2" y="0"/>
                    </a:cubicBezTo>
                    <a:cubicBezTo>
                      <a:pt x="16" y="0"/>
                      <a:pt x="16" y="0"/>
                      <a:pt x="16" y="0"/>
                    </a:cubicBezTo>
                    <a:cubicBezTo>
                      <a:pt x="18" y="0"/>
                      <a:pt x="18" y="4"/>
                      <a:pt x="16" y="4"/>
                    </a:cubicBezTo>
                    <a:close/>
                  </a:path>
                </a:pathLst>
              </a:custGeom>
              <a:grpFill/>
              <a:ln>
                <a:noFill/>
              </a:ln>
              <a:extLst/>
            </p:spPr>
            <p:txBody>
              <a:bodyPr/>
              <a:ls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fontAlgn="auto">
                  <a:spcBef>
                    <a:spcPts val="0"/>
                  </a:spcBef>
                  <a:spcAft>
                    <a:spcPts val="0"/>
                  </a:spcAft>
                  <a:defRPr/>
                </a:pPr>
                <a:endParaRPr lang="en-US">
                  <a:solidFill>
                    <a:prstClr val="black"/>
                  </a:solidFill>
                  <a:latin typeface="Calibri" panose="020F0502020204030204"/>
                  <a:cs typeface="+mn-cs"/>
                </a:endParaRPr>
              </a:p>
            </p:txBody>
          </p:sp>
        </p:grpSp>
      </p:grpSp>
    </p:spTree>
    <p:extLst>
      <p:ext uri="{BB962C8B-B14F-4D97-AF65-F5344CB8AC3E}">
        <p14:creationId xmlns:p14="http://schemas.microsoft.com/office/powerpoint/2010/main" val="37125191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4968136" y="95685"/>
            <a:ext cx="6068869" cy="759384"/>
          </a:xfrm>
        </p:spPr>
        <p:txBody>
          <a:bodyPr/>
          <a:lstStyle/>
          <a:p>
            <a:pPr marL="742950" lvl="0" indent="-742950" algn="r" rtl="1">
              <a:buFont typeface="+mj-lt"/>
              <a:buAutoNum type="arabicPeriod" startAt="4"/>
            </a:pPr>
            <a:r>
              <a:rPr lang="ar-SA" sz="4000" u="sng" dirty="0"/>
              <a:t>تطور المستحدثات تكنولوجيا </a:t>
            </a:r>
            <a:endParaRPr lang="en-US" sz="4000" u="sng" dirty="0"/>
          </a:p>
        </p:txBody>
      </p:sp>
      <p:sp>
        <p:nvSpPr>
          <p:cNvPr id="3" name="Text Placeholder 2"/>
          <p:cNvSpPr>
            <a:spLocks noGrp="1"/>
          </p:cNvSpPr>
          <p:nvPr>
            <p:ph type="body" sz="quarter" idx="11"/>
          </p:nvPr>
        </p:nvSpPr>
        <p:spPr>
          <a:xfrm>
            <a:off x="798533" y="912306"/>
            <a:ext cx="10972800" cy="791642"/>
          </a:xfrm>
        </p:spPr>
        <p:txBody>
          <a:bodyPr/>
          <a:lstStyle/>
          <a:p>
            <a:pPr algn="ctr" rtl="1"/>
            <a:r>
              <a:rPr lang="ar-SA" sz="2800" b="1" dirty="0"/>
              <a:t>هذا وقد مرت عملية تطور مستحدثات تكنولوجيا التعليم فى ثلاث مراحل رئيسية </a:t>
            </a:r>
            <a:r>
              <a:rPr lang="ar-SA" sz="2800" b="1" dirty="0" smtClean="0"/>
              <a:t>هي</a:t>
            </a:r>
            <a:endParaRPr lang="en-US" sz="2800" b="1" dirty="0" smtClean="0"/>
          </a:p>
          <a:p>
            <a:pPr algn="ctr" rtl="1"/>
            <a:r>
              <a:rPr lang="ar-SA" sz="2800" b="1" dirty="0" smtClean="0"/>
              <a:t> </a:t>
            </a:r>
            <a:r>
              <a:rPr lang="ar-SA" sz="2800" b="1" dirty="0"/>
              <a:t>(عبد المنعم، 1996؛ أمين، 2000؛ الملاح، 2015): </a:t>
            </a:r>
            <a:endParaRPr lang="en-US" sz="2800" b="1" dirty="0"/>
          </a:p>
        </p:txBody>
      </p:sp>
      <p:sp>
        <p:nvSpPr>
          <p:cNvPr id="4" name="Text Placeholder 3"/>
          <p:cNvSpPr>
            <a:spLocks noGrp="1"/>
          </p:cNvSpPr>
          <p:nvPr>
            <p:ph type="body" sz="quarter" idx="39"/>
          </p:nvPr>
        </p:nvSpPr>
        <p:spPr>
          <a:xfrm>
            <a:off x="666622" y="1797143"/>
            <a:ext cx="704141" cy="674519"/>
          </a:xfrm>
        </p:spPr>
        <p:txBody>
          <a:bodyPr/>
          <a:lstStyle/>
          <a:p>
            <a:pPr lvl="0"/>
            <a:r>
              <a:rPr lang="en-US" dirty="0">
                <a:ea typeface="FontAwesome"/>
                <a:sym typeface="FontAwesome"/>
              </a:rPr>
              <a:t> </a:t>
            </a:r>
            <a:endParaRPr lang="en-US" dirty="0"/>
          </a:p>
        </p:txBody>
      </p:sp>
      <p:sp>
        <p:nvSpPr>
          <p:cNvPr id="5" name="Text Placeholder 4"/>
          <p:cNvSpPr>
            <a:spLocks noGrp="1"/>
          </p:cNvSpPr>
          <p:nvPr>
            <p:ph type="body" sz="quarter" idx="19"/>
          </p:nvPr>
        </p:nvSpPr>
        <p:spPr>
          <a:xfrm>
            <a:off x="1734383" y="1730694"/>
            <a:ext cx="4121149" cy="440148"/>
          </a:xfrm>
        </p:spPr>
        <p:txBody>
          <a:bodyPr/>
          <a:lstStyle/>
          <a:p>
            <a:r>
              <a:rPr lang="ar-SA" sz="2800" b="1" u="sng" dirty="0">
                <a:solidFill>
                  <a:srgbClr val="9CB833"/>
                </a:solidFill>
              </a:rPr>
              <a:t>المرحلة الأولى</a:t>
            </a:r>
            <a:endParaRPr lang="en-US" sz="2800" u="sng" dirty="0">
              <a:solidFill>
                <a:srgbClr val="9CB833"/>
              </a:solidFill>
            </a:endParaRPr>
          </a:p>
        </p:txBody>
      </p:sp>
      <p:sp>
        <p:nvSpPr>
          <p:cNvPr id="6" name="Text Placeholder 5"/>
          <p:cNvSpPr>
            <a:spLocks noGrp="1"/>
          </p:cNvSpPr>
          <p:nvPr>
            <p:ph type="body" sz="quarter" idx="16"/>
          </p:nvPr>
        </p:nvSpPr>
        <p:spPr>
          <a:xfrm>
            <a:off x="1720629" y="2277575"/>
            <a:ext cx="5177930" cy="566901"/>
          </a:xfrm>
        </p:spPr>
        <p:txBody>
          <a:bodyPr/>
          <a:lstStyle/>
          <a:p>
            <a:pPr lvl="0">
              <a:lnSpc>
                <a:spcPct val="100000"/>
              </a:lnSpc>
            </a:pPr>
            <a:r>
              <a:rPr lang="ar-SA" sz="2800" b="1" dirty="0">
                <a:solidFill>
                  <a:schemeClr val="tx1"/>
                </a:solidFill>
              </a:rPr>
              <a:t>مرحلة التركيز على المواد التعليمية المنفصلة</a:t>
            </a:r>
            <a:endParaRPr lang="en-US" sz="2800" b="1" dirty="0">
              <a:solidFill>
                <a:schemeClr val="tx1"/>
              </a:solidFill>
            </a:endParaRPr>
          </a:p>
        </p:txBody>
      </p:sp>
      <p:sp>
        <p:nvSpPr>
          <p:cNvPr id="7" name="Text Placeholder 6"/>
          <p:cNvSpPr>
            <a:spLocks noGrp="1"/>
          </p:cNvSpPr>
          <p:nvPr>
            <p:ph type="body" sz="quarter" idx="43"/>
          </p:nvPr>
        </p:nvSpPr>
        <p:spPr/>
        <p:txBody>
          <a:bodyPr/>
          <a:lstStyle/>
          <a:p>
            <a:pPr lvl="0"/>
            <a:r>
              <a:rPr lang="en-US" dirty="0">
                <a:ea typeface="FontAwesome"/>
                <a:sym typeface="FontAwesome"/>
              </a:rPr>
              <a:t> </a:t>
            </a:r>
            <a:endParaRPr lang="en-US" dirty="0"/>
          </a:p>
        </p:txBody>
      </p:sp>
      <p:sp>
        <p:nvSpPr>
          <p:cNvPr id="8" name="Text Placeholder 7"/>
          <p:cNvSpPr>
            <a:spLocks noGrp="1"/>
          </p:cNvSpPr>
          <p:nvPr>
            <p:ph type="body" sz="quarter" idx="44"/>
          </p:nvPr>
        </p:nvSpPr>
        <p:spPr/>
        <p:txBody>
          <a:bodyPr/>
          <a:lstStyle/>
          <a:p>
            <a:r>
              <a:rPr lang="ar-SA" sz="2800" b="1" u="sng" dirty="0">
                <a:solidFill>
                  <a:srgbClr val="1487B1"/>
                </a:solidFill>
              </a:rPr>
              <a:t>المرحلة الثانية</a:t>
            </a:r>
            <a:endParaRPr lang="en-US" sz="2800" u="sng" dirty="0">
              <a:solidFill>
                <a:srgbClr val="1487B1"/>
              </a:solidFill>
            </a:endParaRPr>
          </a:p>
        </p:txBody>
      </p:sp>
      <p:sp>
        <p:nvSpPr>
          <p:cNvPr id="9" name="Text Placeholder 8"/>
          <p:cNvSpPr>
            <a:spLocks noGrp="1"/>
          </p:cNvSpPr>
          <p:nvPr>
            <p:ph type="body" sz="quarter" idx="45"/>
          </p:nvPr>
        </p:nvSpPr>
        <p:spPr>
          <a:xfrm>
            <a:off x="2097534" y="3547118"/>
            <a:ext cx="4121148" cy="685033"/>
          </a:xfrm>
        </p:spPr>
        <p:txBody>
          <a:bodyPr/>
          <a:lstStyle/>
          <a:p>
            <a:pPr lvl="0"/>
            <a:r>
              <a:rPr lang="ar-SA" sz="2800" b="1" dirty="0">
                <a:solidFill>
                  <a:schemeClr val="tx1"/>
                </a:solidFill>
              </a:rPr>
              <a:t>مرحلة التركيز على العدد والآلات</a:t>
            </a:r>
            <a:endParaRPr lang="en-US" sz="2800" b="1" dirty="0">
              <a:solidFill>
                <a:schemeClr val="tx1"/>
              </a:solidFill>
            </a:endParaRPr>
          </a:p>
        </p:txBody>
      </p:sp>
      <p:sp>
        <p:nvSpPr>
          <p:cNvPr id="10" name="Text Placeholder 9"/>
          <p:cNvSpPr>
            <a:spLocks noGrp="1"/>
          </p:cNvSpPr>
          <p:nvPr>
            <p:ph type="body" sz="quarter" idx="49"/>
          </p:nvPr>
        </p:nvSpPr>
        <p:spPr/>
        <p:txBody>
          <a:bodyPr/>
          <a:lstStyle/>
          <a:p>
            <a:pPr lvl="0"/>
            <a:r>
              <a:rPr lang="en-US" dirty="0">
                <a:ea typeface="FontAwesome"/>
                <a:sym typeface="FontAwesome"/>
              </a:rPr>
              <a:t></a:t>
            </a:r>
            <a:endParaRPr lang="en-US" dirty="0"/>
          </a:p>
        </p:txBody>
      </p:sp>
      <p:sp>
        <p:nvSpPr>
          <p:cNvPr id="11" name="Text Placeholder 10"/>
          <p:cNvSpPr>
            <a:spLocks noGrp="1"/>
          </p:cNvSpPr>
          <p:nvPr>
            <p:ph type="body" sz="quarter" idx="50"/>
          </p:nvPr>
        </p:nvSpPr>
        <p:spPr>
          <a:xfrm>
            <a:off x="1788287" y="4538754"/>
            <a:ext cx="4121149" cy="440148"/>
          </a:xfrm>
        </p:spPr>
        <p:txBody>
          <a:bodyPr/>
          <a:lstStyle/>
          <a:p>
            <a:r>
              <a:rPr lang="ar-SA" sz="2800" b="1" u="sng" dirty="0">
                <a:solidFill>
                  <a:srgbClr val="44BE9B"/>
                </a:solidFill>
              </a:rPr>
              <a:t>المرحلة الثالثة</a:t>
            </a:r>
            <a:endParaRPr lang="en-US" sz="2800" u="sng" dirty="0">
              <a:solidFill>
                <a:srgbClr val="44BE9B"/>
              </a:solidFill>
            </a:endParaRPr>
          </a:p>
        </p:txBody>
      </p:sp>
      <p:sp>
        <p:nvSpPr>
          <p:cNvPr id="12" name="Text Placeholder 11"/>
          <p:cNvSpPr>
            <a:spLocks noGrp="1"/>
          </p:cNvSpPr>
          <p:nvPr>
            <p:ph type="body" sz="quarter" idx="51"/>
          </p:nvPr>
        </p:nvSpPr>
        <p:spPr>
          <a:xfrm>
            <a:off x="1805518" y="4981670"/>
            <a:ext cx="4407001" cy="997490"/>
          </a:xfrm>
        </p:spPr>
        <p:txBody>
          <a:bodyPr/>
          <a:lstStyle/>
          <a:p>
            <a:pPr lvl="0">
              <a:lnSpc>
                <a:spcPct val="100000"/>
              </a:lnSpc>
            </a:pPr>
            <a:r>
              <a:rPr lang="ar-SA" sz="2800" b="1" dirty="0">
                <a:solidFill>
                  <a:schemeClr val="tx1"/>
                </a:solidFill>
              </a:rPr>
              <a:t>مرحلة التركيز على الطرق والأساليب والاستراتيجيات</a:t>
            </a:r>
            <a:endParaRPr lang="en-US" sz="2800" b="1" dirty="0">
              <a:solidFill>
                <a:schemeClr val="tx1"/>
              </a:solidFill>
            </a:endParaRPr>
          </a:p>
        </p:txBody>
      </p:sp>
      <p:grpSp>
        <p:nvGrpSpPr>
          <p:cNvPr id="13" name="Group 12"/>
          <p:cNvGrpSpPr/>
          <p:nvPr/>
        </p:nvGrpSpPr>
        <p:grpSpPr>
          <a:xfrm>
            <a:off x="6229610" y="1562117"/>
            <a:ext cx="4864812" cy="4554682"/>
            <a:chOff x="3049607" y="-634436"/>
            <a:chExt cx="8484126" cy="7943267"/>
          </a:xfrm>
        </p:grpSpPr>
        <p:sp>
          <p:nvSpPr>
            <p:cNvPr id="14" name="Freeform 4"/>
            <p:cNvSpPr>
              <a:spLocks/>
            </p:cNvSpPr>
            <p:nvPr/>
          </p:nvSpPr>
          <p:spPr bwMode="gray">
            <a:xfrm>
              <a:off x="3055316" y="1788111"/>
              <a:ext cx="3086295" cy="4165822"/>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solidFill>
              <a:schemeClr val="accent2">
                <a:lumMod val="75000"/>
              </a:schemeClr>
            </a:solidFill>
            <a:ln>
              <a:noFill/>
            </a:ln>
            <a:extLst/>
          </p:spPr>
          <p:txBody>
            <a:bodyPr/>
            <a:lstStyle/>
            <a:p>
              <a:pPr defTabSz="486044" fontAlgn="auto">
                <a:spcBef>
                  <a:spcPts val="0"/>
                </a:spcBef>
                <a:spcAft>
                  <a:spcPts val="0"/>
                </a:spcAft>
              </a:pPr>
              <a:endParaRPr lang="id-ID" sz="3000">
                <a:solidFill>
                  <a:prstClr val="black"/>
                </a:solidFill>
                <a:latin typeface="Lato Light"/>
                <a:cs typeface="Lato Light"/>
              </a:endParaRPr>
            </a:p>
          </p:txBody>
        </p:sp>
        <p:sp>
          <p:nvSpPr>
            <p:cNvPr id="15" name="Freeform 5"/>
            <p:cNvSpPr>
              <a:spLocks/>
            </p:cNvSpPr>
            <p:nvPr/>
          </p:nvSpPr>
          <p:spPr bwMode="gray">
            <a:xfrm rot="7200000">
              <a:off x="6693212" y="-626608"/>
              <a:ext cx="2910325" cy="4416247"/>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solidFill>
              <a:schemeClr val="accent4">
                <a:lumMod val="75000"/>
              </a:schemeClr>
            </a:solidFill>
            <a:ln>
              <a:noFill/>
            </a:ln>
            <a:extLst/>
          </p:spPr>
          <p:txBody>
            <a:bodyPr/>
            <a:lstStyle/>
            <a:p>
              <a:pPr defTabSz="486044" fontAlgn="auto">
                <a:spcBef>
                  <a:spcPts val="0"/>
                </a:spcBef>
                <a:spcAft>
                  <a:spcPts val="0"/>
                </a:spcAft>
              </a:pPr>
              <a:endParaRPr lang="id-ID" sz="3000">
                <a:solidFill>
                  <a:prstClr val="black"/>
                </a:solidFill>
                <a:latin typeface="Lato Light"/>
                <a:cs typeface="Lato Light"/>
              </a:endParaRPr>
            </a:p>
          </p:txBody>
        </p:sp>
        <p:grpSp>
          <p:nvGrpSpPr>
            <p:cNvPr id="16" name="Group 6"/>
            <p:cNvGrpSpPr>
              <a:grpSpLocks/>
            </p:cNvGrpSpPr>
            <p:nvPr/>
          </p:nvGrpSpPr>
          <p:grpSpPr bwMode="auto">
            <a:xfrm>
              <a:off x="3261742" y="-634436"/>
              <a:ext cx="5008459" cy="4406096"/>
              <a:chOff x="1712" y="1389"/>
              <a:chExt cx="1480" cy="1302"/>
            </a:xfrm>
            <a:solidFill>
              <a:schemeClr val="accent1"/>
            </a:solidFill>
          </p:grpSpPr>
          <p:sp>
            <p:nvSpPr>
              <p:cNvPr id="29" name="AutoShape 7"/>
              <p:cNvSpPr>
                <a:spLocks noChangeArrowheads="1"/>
              </p:cNvSpPr>
              <p:nvPr/>
            </p:nvSpPr>
            <p:spPr bwMode="gray">
              <a:xfrm rot="12600000">
                <a:off x="1712" y="2311"/>
                <a:ext cx="908" cy="380"/>
              </a:xfrm>
              <a:prstGeom prst="triangle">
                <a:avLst>
                  <a:gd name="adj" fmla="val 50000"/>
                </a:avLst>
              </a:prstGeom>
              <a:solidFill>
                <a:schemeClr val="accent4"/>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defTabSz="486044" fontAlgn="auto">
                  <a:spcBef>
                    <a:spcPts val="0"/>
                  </a:spcBef>
                  <a:spcAft>
                    <a:spcPts val="0"/>
                  </a:spcAft>
                </a:pPr>
                <a:endParaRPr lang="id-ID" sz="3000">
                  <a:solidFill>
                    <a:prstClr val="black"/>
                  </a:solidFill>
                  <a:latin typeface="Lato Light"/>
                  <a:cs typeface="Lato Light"/>
                </a:endParaRPr>
              </a:p>
            </p:txBody>
          </p:sp>
          <p:sp>
            <p:nvSpPr>
              <p:cNvPr id="30" name="Freeform 8"/>
              <p:cNvSpPr>
                <a:spLocks/>
              </p:cNvSpPr>
              <p:nvPr/>
            </p:nvSpPr>
            <p:spPr bwMode="gray">
              <a:xfrm rot="7200000">
                <a:off x="1961" y="1810"/>
                <a:ext cx="948" cy="508"/>
              </a:xfrm>
              <a:custGeom>
                <a:avLst/>
                <a:gdLst>
                  <a:gd name="T0" fmla="*/ 750 w 750"/>
                  <a:gd name="T1" fmla="*/ 0 h 378"/>
                  <a:gd name="T2" fmla="*/ 0 w 750"/>
                  <a:gd name="T3" fmla="*/ 0 h 378"/>
                  <a:gd name="T4" fmla="*/ 2 w 750"/>
                  <a:gd name="T5" fmla="*/ 194 h 378"/>
                  <a:gd name="T6" fmla="*/ 28 w 750"/>
                  <a:gd name="T7" fmla="*/ 378 h 378"/>
                  <a:gd name="T8" fmla="*/ 750 w 750"/>
                  <a:gd name="T9" fmla="*/ 378 h 378"/>
                  <a:gd name="T10" fmla="*/ 750 w 750"/>
                  <a:gd name="T11" fmla="*/ 0 h 378"/>
                  <a:gd name="T12" fmla="*/ 750 w 750"/>
                  <a:gd name="T13" fmla="*/ 0 h 378"/>
                </a:gdLst>
                <a:ahLst/>
                <a:cxnLst>
                  <a:cxn ang="0">
                    <a:pos x="T0" y="T1"/>
                  </a:cxn>
                  <a:cxn ang="0">
                    <a:pos x="T2" y="T3"/>
                  </a:cxn>
                  <a:cxn ang="0">
                    <a:pos x="T4" y="T5"/>
                  </a:cxn>
                  <a:cxn ang="0">
                    <a:pos x="T6" y="T7"/>
                  </a:cxn>
                  <a:cxn ang="0">
                    <a:pos x="T8" y="T9"/>
                  </a:cxn>
                  <a:cxn ang="0">
                    <a:pos x="T10" y="T11"/>
                  </a:cxn>
                  <a:cxn ang="0">
                    <a:pos x="T12" y="T13"/>
                  </a:cxn>
                </a:cxnLst>
                <a:rect l="0" t="0" r="r" b="b"/>
                <a:pathLst>
                  <a:path w="750" h="378">
                    <a:moveTo>
                      <a:pt x="750" y="0"/>
                    </a:moveTo>
                    <a:lnTo>
                      <a:pt x="0" y="0"/>
                    </a:lnTo>
                    <a:lnTo>
                      <a:pt x="2" y="194"/>
                    </a:lnTo>
                    <a:lnTo>
                      <a:pt x="28" y="378"/>
                    </a:lnTo>
                    <a:lnTo>
                      <a:pt x="750" y="378"/>
                    </a:lnTo>
                    <a:lnTo>
                      <a:pt x="750" y="0"/>
                    </a:lnTo>
                    <a:lnTo>
                      <a:pt x="750" y="0"/>
                    </a:lnTo>
                    <a:close/>
                  </a:path>
                </a:pathLst>
              </a:custGeom>
              <a:solidFill>
                <a:schemeClr val="accent4"/>
              </a:solidFill>
              <a:ln>
                <a:noFill/>
              </a:ln>
              <a:extLst>
                <a:ext uri="{91240B29-F687-4f45-9708-019B960494DF}">
                  <a14:hiddenLine xmlns="" xmlns:a14="http://schemas.microsoft.com/office/drawing/2010/main" w="0">
                    <a:solidFill>
                      <a:srgbClr val="ABABAB"/>
                    </a:solidFill>
                    <a:prstDash val="solid"/>
                    <a:round/>
                    <a:headEnd/>
                    <a:tailEnd/>
                  </a14:hiddenLine>
                </a:ext>
              </a:extLst>
            </p:spPr>
            <p:txBody>
              <a:bodyPr/>
              <a:lstStyle/>
              <a:p>
                <a:pPr defTabSz="486044" fontAlgn="auto">
                  <a:spcBef>
                    <a:spcPts val="0"/>
                  </a:spcBef>
                  <a:spcAft>
                    <a:spcPts val="0"/>
                  </a:spcAft>
                </a:pPr>
                <a:endParaRPr lang="id-ID" sz="3000">
                  <a:solidFill>
                    <a:prstClr val="black"/>
                  </a:solidFill>
                  <a:latin typeface="Lato Light"/>
                  <a:cs typeface="Lato Light"/>
                </a:endParaRPr>
              </a:p>
            </p:txBody>
          </p:sp>
          <p:sp>
            <p:nvSpPr>
              <p:cNvPr id="31" name="Freeform 9"/>
              <p:cNvSpPr>
                <a:spLocks/>
              </p:cNvSpPr>
              <p:nvPr/>
            </p:nvSpPr>
            <p:spPr bwMode="gray">
              <a:xfrm rot="7200000">
                <a:off x="2637" y="1226"/>
                <a:ext cx="392" cy="718"/>
              </a:xfrm>
              <a:custGeom>
                <a:avLst/>
                <a:gdLst>
                  <a:gd name="T0" fmla="*/ 495 w 495"/>
                  <a:gd name="T1" fmla="*/ 285 h 971"/>
                  <a:gd name="T2" fmla="*/ 495 w 495"/>
                  <a:gd name="T3" fmla="*/ 971 h 971"/>
                  <a:gd name="T4" fmla="*/ 462 w 495"/>
                  <a:gd name="T5" fmla="*/ 964 h 971"/>
                  <a:gd name="T6" fmla="*/ 430 w 495"/>
                  <a:gd name="T7" fmla="*/ 953 h 971"/>
                  <a:gd name="T8" fmla="*/ 401 w 495"/>
                  <a:gd name="T9" fmla="*/ 931 h 971"/>
                  <a:gd name="T10" fmla="*/ 372 w 495"/>
                  <a:gd name="T11" fmla="*/ 898 h 971"/>
                  <a:gd name="T12" fmla="*/ 339 w 495"/>
                  <a:gd name="T13" fmla="*/ 855 h 971"/>
                  <a:gd name="T14" fmla="*/ 306 w 495"/>
                  <a:gd name="T15" fmla="*/ 801 h 971"/>
                  <a:gd name="T16" fmla="*/ 270 w 495"/>
                  <a:gd name="T17" fmla="*/ 732 h 971"/>
                  <a:gd name="T18" fmla="*/ 227 w 495"/>
                  <a:gd name="T19" fmla="*/ 648 h 971"/>
                  <a:gd name="T20" fmla="*/ 183 w 495"/>
                  <a:gd name="T21" fmla="*/ 554 h 971"/>
                  <a:gd name="T22" fmla="*/ 129 w 495"/>
                  <a:gd name="T23" fmla="*/ 438 h 971"/>
                  <a:gd name="T24" fmla="*/ 96 w 495"/>
                  <a:gd name="T25" fmla="*/ 369 h 971"/>
                  <a:gd name="T26" fmla="*/ 29 w 495"/>
                  <a:gd name="T27" fmla="*/ 211 h 971"/>
                  <a:gd name="T28" fmla="*/ 2 w 495"/>
                  <a:gd name="T29" fmla="*/ 127 h 971"/>
                  <a:gd name="T30" fmla="*/ 0 w 495"/>
                  <a:gd name="T31" fmla="*/ 60 h 971"/>
                  <a:gd name="T32" fmla="*/ 15 w 495"/>
                  <a:gd name="T33" fmla="*/ 0 h 971"/>
                  <a:gd name="T34" fmla="*/ 15 w 495"/>
                  <a:gd name="T35" fmla="*/ 43 h 971"/>
                  <a:gd name="T36" fmla="*/ 15 w 495"/>
                  <a:gd name="T37" fmla="*/ 72 h 971"/>
                  <a:gd name="T38" fmla="*/ 15 w 495"/>
                  <a:gd name="T39" fmla="*/ 99 h 971"/>
                  <a:gd name="T40" fmla="*/ 18 w 495"/>
                  <a:gd name="T41" fmla="*/ 126 h 971"/>
                  <a:gd name="T42" fmla="*/ 29 w 495"/>
                  <a:gd name="T43" fmla="*/ 162 h 971"/>
                  <a:gd name="T44" fmla="*/ 53 w 495"/>
                  <a:gd name="T45" fmla="*/ 198 h 971"/>
                  <a:gd name="T46" fmla="*/ 85 w 495"/>
                  <a:gd name="T47" fmla="*/ 231 h 971"/>
                  <a:gd name="T48" fmla="*/ 125 w 495"/>
                  <a:gd name="T49" fmla="*/ 260 h 971"/>
                  <a:gd name="T50" fmla="*/ 180 w 495"/>
                  <a:gd name="T51" fmla="*/ 278 h 971"/>
                  <a:gd name="T52" fmla="*/ 245 w 495"/>
                  <a:gd name="T53" fmla="*/ 282 h 971"/>
                  <a:gd name="T54" fmla="*/ 495 w 495"/>
                  <a:gd name="T55" fmla="*/ 285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solidFill>
                <a:schemeClr val="accent4"/>
              </a:solidFill>
              <a:ln>
                <a:noFill/>
              </a:ln>
              <a:extLst>
                <a:ext uri="{91240B29-F687-4f45-9708-019B960494DF}">
                  <a14:hiddenLine xmlns="" xmlns:a14="http://schemas.microsoft.com/office/drawing/2010/main" w="0">
                    <a:solidFill>
                      <a:srgbClr val="ABABAB"/>
                    </a:solidFill>
                    <a:prstDash val="solid"/>
                    <a:round/>
                    <a:headEnd/>
                    <a:tailEnd/>
                  </a14:hiddenLine>
                </a:ext>
              </a:extLst>
            </p:spPr>
            <p:txBody>
              <a:bodyPr/>
              <a:lstStyle/>
              <a:p>
                <a:pPr defTabSz="486044" fontAlgn="auto">
                  <a:spcBef>
                    <a:spcPts val="0"/>
                  </a:spcBef>
                  <a:spcAft>
                    <a:spcPts val="0"/>
                  </a:spcAft>
                </a:pPr>
                <a:endParaRPr lang="id-ID" sz="3000">
                  <a:solidFill>
                    <a:prstClr val="black"/>
                  </a:solidFill>
                  <a:latin typeface="Lato Light"/>
                  <a:cs typeface="Lato Light"/>
                </a:endParaRPr>
              </a:p>
            </p:txBody>
          </p:sp>
        </p:grpSp>
        <p:sp>
          <p:nvSpPr>
            <p:cNvPr id="17" name="Freeform 16"/>
            <p:cNvSpPr>
              <a:spLocks/>
            </p:cNvSpPr>
            <p:nvPr/>
          </p:nvSpPr>
          <p:spPr bwMode="gray">
            <a:xfrm rot="14400000">
              <a:off x="6936870" y="3394493"/>
              <a:ext cx="2910325" cy="4416247"/>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solidFill>
              <a:schemeClr val="accent3">
                <a:lumMod val="75000"/>
              </a:schemeClr>
            </a:solidFill>
            <a:ln>
              <a:noFill/>
            </a:ln>
            <a:extLst/>
          </p:spPr>
          <p:txBody>
            <a:bodyPr/>
            <a:lstStyle/>
            <a:p>
              <a:pPr defTabSz="486044" fontAlgn="auto">
                <a:spcBef>
                  <a:spcPts val="0"/>
                </a:spcBef>
                <a:spcAft>
                  <a:spcPts val="0"/>
                </a:spcAft>
              </a:pPr>
              <a:endParaRPr lang="id-ID" sz="3000">
                <a:solidFill>
                  <a:prstClr val="black"/>
                </a:solidFill>
                <a:latin typeface="Lato Light"/>
                <a:cs typeface="Lato Light"/>
              </a:endParaRPr>
            </a:p>
          </p:txBody>
        </p:sp>
        <p:grpSp>
          <p:nvGrpSpPr>
            <p:cNvPr id="18" name="Group 17"/>
            <p:cNvGrpSpPr>
              <a:grpSpLocks/>
            </p:cNvGrpSpPr>
            <p:nvPr/>
          </p:nvGrpSpPr>
          <p:grpSpPr bwMode="auto">
            <a:xfrm>
              <a:off x="7147944" y="1402789"/>
              <a:ext cx="4385789" cy="4673438"/>
              <a:chOff x="2854" y="1996"/>
              <a:chExt cx="1296" cy="1381"/>
            </a:xfrm>
            <a:solidFill>
              <a:schemeClr val="accent3"/>
            </a:solidFill>
          </p:grpSpPr>
          <p:sp>
            <p:nvSpPr>
              <p:cNvPr id="26" name="AutoShape 12"/>
              <p:cNvSpPr>
                <a:spLocks noChangeArrowheads="1"/>
              </p:cNvSpPr>
              <p:nvPr/>
            </p:nvSpPr>
            <p:spPr bwMode="gray">
              <a:xfrm rot="19800000">
                <a:off x="2854" y="1996"/>
                <a:ext cx="906" cy="380"/>
              </a:xfrm>
              <a:prstGeom prst="triangle">
                <a:avLst>
                  <a:gd name="adj" fmla="val 50000"/>
                </a:avLst>
              </a:prstGeom>
              <a:grp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defTabSz="486044" fontAlgn="auto">
                  <a:spcBef>
                    <a:spcPts val="0"/>
                  </a:spcBef>
                  <a:spcAft>
                    <a:spcPts val="0"/>
                  </a:spcAft>
                </a:pPr>
                <a:endParaRPr lang="id-ID" sz="3000">
                  <a:solidFill>
                    <a:prstClr val="black"/>
                  </a:solidFill>
                  <a:latin typeface="Lato Light"/>
                  <a:cs typeface="Lato Light"/>
                </a:endParaRPr>
              </a:p>
            </p:txBody>
          </p:sp>
          <p:sp>
            <p:nvSpPr>
              <p:cNvPr id="27" name="Freeform 13"/>
              <p:cNvSpPr>
                <a:spLocks/>
              </p:cNvSpPr>
              <p:nvPr/>
            </p:nvSpPr>
            <p:spPr bwMode="gray">
              <a:xfrm rot="14400000">
                <a:off x="3102" y="2371"/>
                <a:ext cx="948" cy="507"/>
              </a:xfrm>
              <a:custGeom>
                <a:avLst/>
                <a:gdLst>
                  <a:gd name="T0" fmla="*/ 750 w 750"/>
                  <a:gd name="T1" fmla="*/ 0 h 378"/>
                  <a:gd name="T2" fmla="*/ 0 w 750"/>
                  <a:gd name="T3" fmla="*/ 0 h 378"/>
                  <a:gd name="T4" fmla="*/ 2 w 750"/>
                  <a:gd name="T5" fmla="*/ 194 h 378"/>
                  <a:gd name="T6" fmla="*/ 28 w 750"/>
                  <a:gd name="T7" fmla="*/ 378 h 378"/>
                  <a:gd name="T8" fmla="*/ 750 w 750"/>
                  <a:gd name="T9" fmla="*/ 378 h 378"/>
                  <a:gd name="T10" fmla="*/ 750 w 750"/>
                  <a:gd name="T11" fmla="*/ 0 h 378"/>
                  <a:gd name="T12" fmla="*/ 750 w 750"/>
                  <a:gd name="T13" fmla="*/ 0 h 378"/>
                </a:gdLst>
                <a:ahLst/>
                <a:cxnLst>
                  <a:cxn ang="0">
                    <a:pos x="T0" y="T1"/>
                  </a:cxn>
                  <a:cxn ang="0">
                    <a:pos x="T2" y="T3"/>
                  </a:cxn>
                  <a:cxn ang="0">
                    <a:pos x="T4" y="T5"/>
                  </a:cxn>
                  <a:cxn ang="0">
                    <a:pos x="T6" y="T7"/>
                  </a:cxn>
                  <a:cxn ang="0">
                    <a:pos x="T8" y="T9"/>
                  </a:cxn>
                  <a:cxn ang="0">
                    <a:pos x="T10" y="T11"/>
                  </a:cxn>
                  <a:cxn ang="0">
                    <a:pos x="T12" y="T13"/>
                  </a:cxn>
                </a:cxnLst>
                <a:rect l="0" t="0" r="r" b="b"/>
                <a:pathLst>
                  <a:path w="750" h="378">
                    <a:moveTo>
                      <a:pt x="750" y="0"/>
                    </a:moveTo>
                    <a:lnTo>
                      <a:pt x="0" y="0"/>
                    </a:lnTo>
                    <a:lnTo>
                      <a:pt x="2" y="194"/>
                    </a:lnTo>
                    <a:lnTo>
                      <a:pt x="28" y="378"/>
                    </a:lnTo>
                    <a:lnTo>
                      <a:pt x="750" y="378"/>
                    </a:lnTo>
                    <a:lnTo>
                      <a:pt x="750" y="0"/>
                    </a:lnTo>
                    <a:lnTo>
                      <a:pt x="750" y="0"/>
                    </a:lnTo>
                    <a:close/>
                  </a:path>
                </a:pathLst>
              </a:custGeom>
              <a:grpFill/>
              <a:ln>
                <a:noFill/>
              </a:ln>
              <a:extLst>
                <a:ext uri="{91240B29-F687-4f45-9708-019B960494DF}">
                  <a14:hiddenLine xmlns="" xmlns:a14="http://schemas.microsoft.com/office/drawing/2010/main" w="0">
                    <a:solidFill>
                      <a:srgbClr val="ABABAB"/>
                    </a:solidFill>
                    <a:prstDash val="solid"/>
                    <a:round/>
                    <a:headEnd/>
                    <a:tailEnd/>
                  </a14:hiddenLine>
                </a:ext>
              </a:extLst>
            </p:spPr>
            <p:txBody>
              <a:bodyPr/>
              <a:lstStyle/>
              <a:p>
                <a:pPr defTabSz="486044" fontAlgn="auto">
                  <a:spcBef>
                    <a:spcPts val="0"/>
                  </a:spcBef>
                  <a:spcAft>
                    <a:spcPts val="0"/>
                  </a:spcAft>
                </a:pPr>
                <a:endParaRPr lang="id-ID" sz="3000">
                  <a:solidFill>
                    <a:prstClr val="black"/>
                  </a:solidFill>
                  <a:latin typeface="Lato Light"/>
                  <a:cs typeface="Lato Light"/>
                </a:endParaRPr>
              </a:p>
            </p:txBody>
          </p:sp>
          <p:sp>
            <p:nvSpPr>
              <p:cNvPr id="28" name="Freeform 14"/>
              <p:cNvSpPr>
                <a:spLocks/>
              </p:cNvSpPr>
              <p:nvPr/>
            </p:nvSpPr>
            <p:spPr bwMode="gray">
              <a:xfrm rot="14400000">
                <a:off x="3618" y="2845"/>
                <a:ext cx="346" cy="718"/>
              </a:xfrm>
              <a:custGeom>
                <a:avLst/>
                <a:gdLst>
                  <a:gd name="T0" fmla="*/ 495 w 495"/>
                  <a:gd name="T1" fmla="*/ 285 h 971"/>
                  <a:gd name="T2" fmla="*/ 495 w 495"/>
                  <a:gd name="T3" fmla="*/ 971 h 971"/>
                  <a:gd name="T4" fmla="*/ 462 w 495"/>
                  <a:gd name="T5" fmla="*/ 964 h 971"/>
                  <a:gd name="T6" fmla="*/ 430 w 495"/>
                  <a:gd name="T7" fmla="*/ 953 h 971"/>
                  <a:gd name="T8" fmla="*/ 401 w 495"/>
                  <a:gd name="T9" fmla="*/ 931 h 971"/>
                  <a:gd name="T10" fmla="*/ 372 w 495"/>
                  <a:gd name="T11" fmla="*/ 898 h 971"/>
                  <a:gd name="T12" fmla="*/ 339 w 495"/>
                  <a:gd name="T13" fmla="*/ 855 h 971"/>
                  <a:gd name="T14" fmla="*/ 306 w 495"/>
                  <a:gd name="T15" fmla="*/ 801 h 971"/>
                  <a:gd name="T16" fmla="*/ 270 w 495"/>
                  <a:gd name="T17" fmla="*/ 732 h 971"/>
                  <a:gd name="T18" fmla="*/ 227 w 495"/>
                  <a:gd name="T19" fmla="*/ 648 h 971"/>
                  <a:gd name="T20" fmla="*/ 183 w 495"/>
                  <a:gd name="T21" fmla="*/ 554 h 971"/>
                  <a:gd name="T22" fmla="*/ 129 w 495"/>
                  <a:gd name="T23" fmla="*/ 438 h 971"/>
                  <a:gd name="T24" fmla="*/ 96 w 495"/>
                  <a:gd name="T25" fmla="*/ 369 h 971"/>
                  <a:gd name="T26" fmla="*/ 29 w 495"/>
                  <a:gd name="T27" fmla="*/ 211 h 971"/>
                  <a:gd name="T28" fmla="*/ 2 w 495"/>
                  <a:gd name="T29" fmla="*/ 127 h 971"/>
                  <a:gd name="T30" fmla="*/ 0 w 495"/>
                  <a:gd name="T31" fmla="*/ 60 h 971"/>
                  <a:gd name="T32" fmla="*/ 15 w 495"/>
                  <a:gd name="T33" fmla="*/ 0 h 971"/>
                  <a:gd name="T34" fmla="*/ 15 w 495"/>
                  <a:gd name="T35" fmla="*/ 43 h 971"/>
                  <a:gd name="T36" fmla="*/ 15 w 495"/>
                  <a:gd name="T37" fmla="*/ 72 h 971"/>
                  <a:gd name="T38" fmla="*/ 15 w 495"/>
                  <a:gd name="T39" fmla="*/ 99 h 971"/>
                  <a:gd name="T40" fmla="*/ 18 w 495"/>
                  <a:gd name="T41" fmla="*/ 126 h 971"/>
                  <a:gd name="T42" fmla="*/ 29 w 495"/>
                  <a:gd name="T43" fmla="*/ 162 h 971"/>
                  <a:gd name="T44" fmla="*/ 53 w 495"/>
                  <a:gd name="T45" fmla="*/ 198 h 971"/>
                  <a:gd name="T46" fmla="*/ 85 w 495"/>
                  <a:gd name="T47" fmla="*/ 231 h 971"/>
                  <a:gd name="T48" fmla="*/ 125 w 495"/>
                  <a:gd name="T49" fmla="*/ 260 h 971"/>
                  <a:gd name="T50" fmla="*/ 180 w 495"/>
                  <a:gd name="T51" fmla="*/ 278 h 971"/>
                  <a:gd name="T52" fmla="*/ 245 w 495"/>
                  <a:gd name="T53" fmla="*/ 282 h 971"/>
                  <a:gd name="T54" fmla="*/ 495 w 495"/>
                  <a:gd name="T55" fmla="*/ 285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 xmlns:a14="http://schemas.microsoft.com/office/drawing/2010/main" w="0">
                    <a:solidFill>
                      <a:srgbClr val="3399FF"/>
                    </a:solidFill>
                    <a:prstDash val="solid"/>
                    <a:round/>
                    <a:headEnd/>
                    <a:tailEnd/>
                  </a14:hiddenLine>
                </a:ext>
              </a:extLst>
            </p:spPr>
            <p:txBody>
              <a:bodyPr/>
              <a:lstStyle/>
              <a:p>
                <a:pPr defTabSz="486044" fontAlgn="auto">
                  <a:spcBef>
                    <a:spcPts val="0"/>
                  </a:spcBef>
                  <a:spcAft>
                    <a:spcPts val="0"/>
                  </a:spcAft>
                </a:pPr>
                <a:endParaRPr lang="id-ID" sz="3000">
                  <a:solidFill>
                    <a:prstClr val="black"/>
                  </a:solidFill>
                  <a:latin typeface="Lato Light"/>
                  <a:cs typeface="Lato Light"/>
                </a:endParaRPr>
              </a:p>
            </p:txBody>
          </p:sp>
        </p:grpSp>
        <p:grpSp>
          <p:nvGrpSpPr>
            <p:cNvPr id="19" name="Group 15"/>
            <p:cNvGrpSpPr>
              <a:grpSpLocks/>
            </p:cNvGrpSpPr>
            <p:nvPr/>
          </p:nvGrpSpPr>
          <p:grpSpPr bwMode="auto">
            <a:xfrm>
              <a:off x="3049607" y="4334209"/>
              <a:ext cx="5316417" cy="2974622"/>
              <a:chOff x="1655" y="2837"/>
              <a:chExt cx="1571" cy="879"/>
            </a:xfrm>
            <a:solidFill>
              <a:schemeClr val="accent2"/>
            </a:solidFill>
          </p:grpSpPr>
          <p:sp>
            <p:nvSpPr>
              <p:cNvPr id="23" name="Freeform 16"/>
              <p:cNvSpPr>
                <a:spLocks/>
              </p:cNvSpPr>
              <p:nvPr/>
            </p:nvSpPr>
            <p:spPr bwMode="gray">
              <a:xfrm>
                <a:off x="1655" y="2837"/>
                <a:ext cx="366" cy="692"/>
              </a:xfrm>
              <a:custGeom>
                <a:avLst/>
                <a:gdLst>
                  <a:gd name="T0" fmla="*/ 495 w 495"/>
                  <a:gd name="T1" fmla="*/ 285 h 971"/>
                  <a:gd name="T2" fmla="*/ 495 w 495"/>
                  <a:gd name="T3" fmla="*/ 971 h 971"/>
                  <a:gd name="T4" fmla="*/ 462 w 495"/>
                  <a:gd name="T5" fmla="*/ 964 h 971"/>
                  <a:gd name="T6" fmla="*/ 430 w 495"/>
                  <a:gd name="T7" fmla="*/ 953 h 971"/>
                  <a:gd name="T8" fmla="*/ 401 w 495"/>
                  <a:gd name="T9" fmla="*/ 931 h 971"/>
                  <a:gd name="T10" fmla="*/ 372 w 495"/>
                  <a:gd name="T11" fmla="*/ 898 h 971"/>
                  <a:gd name="T12" fmla="*/ 339 w 495"/>
                  <a:gd name="T13" fmla="*/ 855 h 971"/>
                  <a:gd name="T14" fmla="*/ 306 w 495"/>
                  <a:gd name="T15" fmla="*/ 801 h 971"/>
                  <a:gd name="T16" fmla="*/ 270 w 495"/>
                  <a:gd name="T17" fmla="*/ 732 h 971"/>
                  <a:gd name="T18" fmla="*/ 227 w 495"/>
                  <a:gd name="T19" fmla="*/ 648 h 971"/>
                  <a:gd name="T20" fmla="*/ 183 w 495"/>
                  <a:gd name="T21" fmla="*/ 554 h 971"/>
                  <a:gd name="T22" fmla="*/ 129 w 495"/>
                  <a:gd name="T23" fmla="*/ 438 h 971"/>
                  <a:gd name="T24" fmla="*/ 96 w 495"/>
                  <a:gd name="T25" fmla="*/ 369 h 971"/>
                  <a:gd name="T26" fmla="*/ 29 w 495"/>
                  <a:gd name="T27" fmla="*/ 211 h 971"/>
                  <a:gd name="T28" fmla="*/ 2 w 495"/>
                  <a:gd name="T29" fmla="*/ 127 h 971"/>
                  <a:gd name="T30" fmla="*/ 0 w 495"/>
                  <a:gd name="T31" fmla="*/ 60 h 971"/>
                  <a:gd name="T32" fmla="*/ 15 w 495"/>
                  <a:gd name="T33" fmla="*/ 0 h 971"/>
                  <a:gd name="T34" fmla="*/ 15 w 495"/>
                  <a:gd name="T35" fmla="*/ 43 h 971"/>
                  <a:gd name="T36" fmla="*/ 15 w 495"/>
                  <a:gd name="T37" fmla="*/ 72 h 971"/>
                  <a:gd name="T38" fmla="*/ 15 w 495"/>
                  <a:gd name="T39" fmla="*/ 99 h 971"/>
                  <a:gd name="T40" fmla="*/ 18 w 495"/>
                  <a:gd name="T41" fmla="*/ 126 h 971"/>
                  <a:gd name="T42" fmla="*/ 29 w 495"/>
                  <a:gd name="T43" fmla="*/ 162 h 971"/>
                  <a:gd name="T44" fmla="*/ 53 w 495"/>
                  <a:gd name="T45" fmla="*/ 198 h 971"/>
                  <a:gd name="T46" fmla="*/ 85 w 495"/>
                  <a:gd name="T47" fmla="*/ 231 h 971"/>
                  <a:gd name="T48" fmla="*/ 125 w 495"/>
                  <a:gd name="T49" fmla="*/ 260 h 971"/>
                  <a:gd name="T50" fmla="*/ 180 w 495"/>
                  <a:gd name="T51" fmla="*/ 278 h 971"/>
                  <a:gd name="T52" fmla="*/ 245 w 495"/>
                  <a:gd name="T53" fmla="*/ 282 h 971"/>
                  <a:gd name="T54" fmla="*/ 495 w 495"/>
                  <a:gd name="T55" fmla="*/ 285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 xmlns:a14="http://schemas.microsoft.com/office/drawing/2010/main" w="0">
                    <a:solidFill>
                      <a:srgbClr val="ABABAB"/>
                    </a:solidFill>
                    <a:prstDash val="solid"/>
                    <a:round/>
                    <a:headEnd/>
                    <a:tailEnd/>
                  </a14:hiddenLine>
                </a:ext>
              </a:extLst>
            </p:spPr>
            <p:txBody>
              <a:bodyPr/>
              <a:lstStyle/>
              <a:p>
                <a:pPr defTabSz="486044" fontAlgn="auto">
                  <a:spcBef>
                    <a:spcPts val="0"/>
                  </a:spcBef>
                  <a:spcAft>
                    <a:spcPts val="0"/>
                  </a:spcAft>
                </a:pPr>
                <a:endParaRPr lang="id-ID" sz="3000">
                  <a:solidFill>
                    <a:prstClr val="black"/>
                  </a:solidFill>
                  <a:latin typeface="Lato Light"/>
                  <a:cs typeface="Lato Light"/>
                </a:endParaRPr>
              </a:p>
            </p:txBody>
          </p:sp>
          <p:sp>
            <p:nvSpPr>
              <p:cNvPr id="24" name="AutoShape 17"/>
              <p:cNvSpPr>
                <a:spLocks noChangeArrowheads="1"/>
              </p:cNvSpPr>
              <p:nvPr/>
            </p:nvSpPr>
            <p:spPr bwMode="gray">
              <a:xfrm rot="5400000">
                <a:off x="2589" y="3078"/>
                <a:ext cx="872" cy="403"/>
              </a:xfrm>
              <a:prstGeom prst="triangle">
                <a:avLst>
                  <a:gd name="adj" fmla="val 50000"/>
                </a:avLst>
              </a:prstGeom>
              <a:grp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defTabSz="486044" fontAlgn="auto">
                  <a:spcBef>
                    <a:spcPts val="0"/>
                  </a:spcBef>
                  <a:spcAft>
                    <a:spcPts val="0"/>
                  </a:spcAft>
                </a:pPr>
                <a:endParaRPr lang="id-ID" sz="3000">
                  <a:solidFill>
                    <a:prstClr val="black"/>
                  </a:solidFill>
                  <a:latin typeface="Lato Light"/>
                  <a:cs typeface="Lato Light"/>
                </a:endParaRPr>
              </a:p>
            </p:txBody>
          </p:sp>
          <p:sp>
            <p:nvSpPr>
              <p:cNvPr id="25" name="Freeform 18"/>
              <p:cNvSpPr>
                <a:spLocks/>
              </p:cNvSpPr>
              <p:nvPr/>
            </p:nvSpPr>
            <p:spPr bwMode="gray">
              <a:xfrm>
                <a:off x="1985" y="3040"/>
                <a:ext cx="1005" cy="489"/>
              </a:xfrm>
              <a:custGeom>
                <a:avLst/>
                <a:gdLst>
                  <a:gd name="T0" fmla="*/ 750 w 750"/>
                  <a:gd name="T1" fmla="*/ 0 h 378"/>
                  <a:gd name="T2" fmla="*/ 0 w 750"/>
                  <a:gd name="T3" fmla="*/ 0 h 378"/>
                  <a:gd name="T4" fmla="*/ 2 w 750"/>
                  <a:gd name="T5" fmla="*/ 194 h 378"/>
                  <a:gd name="T6" fmla="*/ 28 w 750"/>
                  <a:gd name="T7" fmla="*/ 378 h 378"/>
                  <a:gd name="T8" fmla="*/ 750 w 750"/>
                  <a:gd name="T9" fmla="*/ 378 h 378"/>
                  <a:gd name="T10" fmla="*/ 750 w 750"/>
                  <a:gd name="T11" fmla="*/ 0 h 378"/>
                  <a:gd name="T12" fmla="*/ 750 w 750"/>
                  <a:gd name="T13" fmla="*/ 0 h 378"/>
                </a:gdLst>
                <a:ahLst/>
                <a:cxnLst>
                  <a:cxn ang="0">
                    <a:pos x="T0" y="T1"/>
                  </a:cxn>
                  <a:cxn ang="0">
                    <a:pos x="T2" y="T3"/>
                  </a:cxn>
                  <a:cxn ang="0">
                    <a:pos x="T4" y="T5"/>
                  </a:cxn>
                  <a:cxn ang="0">
                    <a:pos x="T6" y="T7"/>
                  </a:cxn>
                  <a:cxn ang="0">
                    <a:pos x="T8" y="T9"/>
                  </a:cxn>
                  <a:cxn ang="0">
                    <a:pos x="T10" y="T11"/>
                  </a:cxn>
                  <a:cxn ang="0">
                    <a:pos x="T12" y="T13"/>
                  </a:cxn>
                </a:cxnLst>
                <a:rect l="0" t="0" r="r" b="b"/>
                <a:pathLst>
                  <a:path w="750" h="378">
                    <a:moveTo>
                      <a:pt x="750" y="0"/>
                    </a:moveTo>
                    <a:lnTo>
                      <a:pt x="0" y="0"/>
                    </a:lnTo>
                    <a:lnTo>
                      <a:pt x="2" y="194"/>
                    </a:lnTo>
                    <a:lnTo>
                      <a:pt x="28" y="378"/>
                    </a:lnTo>
                    <a:lnTo>
                      <a:pt x="750" y="378"/>
                    </a:lnTo>
                    <a:lnTo>
                      <a:pt x="750" y="0"/>
                    </a:lnTo>
                    <a:lnTo>
                      <a:pt x="750" y="0"/>
                    </a:lnTo>
                    <a:close/>
                  </a:path>
                </a:pathLst>
              </a:custGeom>
              <a:grpFill/>
              <a:ln>
                <a:noFill/>
              </a:ln>
              <a:extLst>
                <a:ext uri="{91240B29-F687-4f45-9708-019B960494DF}">
                  <a14:hiddenLine xmlns="" xmlns:a14="http://schemas.microsoft.com/office/drawing/2010/main" w="0">
                    <a:solidFill>
                      <a:srgbClr val="ABABAB"/>
                    </a:solidFill>
                    <a:prstDash val="solid"/>
                    <a:round/>
                    <a:headEnd/>
                    <a:tailEnd/>
                  </a14:hiddenLine>
                </a:ext>
              </a:extLst>
            </p:spPr>
            <p:txBody>
              <a:bodyPr/>
              <a:lstStyle/>
              <a:p>
                <a:pPr defTabSz="486044" fontAlgn="auto">
                  <a:spcBef>
                    <a:spcPts val="0"/>
                  </a:spcBef>
                  <a:spcAft>
                    <a:spcPts val="0"/>
                  </a:spcAft>
                </a:pPr>
                <a:endParaRPr lang="id-ID" sz="3000">
                  <a:solidFill>
                    <a:prstClr val="black"/>
                  </a:solidFill>
                  <a:latin typeface="Lato Light"/>
                  <a:cs typeface="Lato Light"/>
                </a:endParaRPr>
              </a:p>
            </p:txBody>
          </p:sp>
        </p:grpSp>
        <p:sp>
          <p:nvSpPr>
            <p:cNvPr id="20" name="Title 1"/>
            <p:cNvSpPr txBox="1">
              <a:spLocks/>
            </p:cNvSpPr>
            <p:nvPr/>
          </p:nvSpPr>
          <p:spPr>
            <a:xfrm>
              <a:off x="3985253" y="5365071"/>
              <a:ext cx="3742160" cy="999282"/>
            </a:xfrm>
            <a:prstGeom prst="rect">
              <a:avLst/>
            </a:prstGeom>
          </p:spPr>
          <p:txBody>
            <a:bodyPr vert="horz" lIns="109728" tIns="54864" rIns="109728" bIns="54864"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r>
                <a:rPr lang="ar-SA" sz="2800" b="1" dirty="0">
                  <a:solidFill>
                    <a:schemeClr val="bg1"/>
                  </a:solidFill>
                </a:rPr>
                <a:t>المرحلة الثانية</a:t>
              </a:r>
              <a:endParaRPr lang="en-US" sz="3000" dirty="0">
                <a:solidFill>
                  <a:schemeClr val="bg1"/>
                </a:solidFill>
                <a:latin typeface="Lato Light"/>
                <a:ea typeface="Roboto" panose="02000000000000000000" pitchFamily="2" charset="0"/>
                <a:cs typeface="Lato Light"/>
              </a:endParaRPr>
            </a:p>
          </p:txBody>
        </p:sp>
        <p:sp>
          <p:nvSpPr>
            <p:cNvPr id="21" name="Title 1"/>
            <p:cNvSpPr txBox="1">
              <a:spLocks/>
            </p:cNvSpPr>
            <p:nvPr/>
          </p:nvSpPr>
          <p:spPr>
            <a:xfrm rot="18000000">
              <a:off x="3831148" y="1083678"/>
              <a:ext cx="3585780" cy="1014765"/>
            </a:xfrm>
            <a:prstGeom prst="rect">
              <a:avLst/>
            </a:prstGeom>
          </p:spPr>
          <p:txBody>
            <a:bodyPr vert="horz" lIns="109728" tIns="54864" rIns="109728" bIns="54864"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r>
                <a:rPr lang="ar-SA" sz="2800" b="1" dirty="0">
                  <a:solidFill>
                    <a:schemeClr val="bg1"/>
                  </a:solidFill>
                </a:rPr>
                <a:t>المرحلة الأولى</a:t>
              </a:r>
              <a:endParaRPr lang="en-US" sz="3000" dirty="0">
                <a:solidFill>
                  <a:schemeClr val="bg1"/>
                </a:solidFill>
                <a:latin typeface="Lato Light"/>
                <a:ea typeface="Roboto" panose="02000000000000000000" pitchFamily="2" charset="0"/>
                <a:cs typeface="Lato Light"/>
              </a:endParaRPr>
            </a:p>
          </p:txBody>
        </p:sp>
        <p:sp>
          <p:nvSpPr>
            <p:cNvPr id="22" name="Title 1"/>
            <p:cNvSpPr txBox="1">
              <a:spLocks/>
            </p:cNvSpPr>
            <p:nvPr/>
          </p:nvSpPr>
          <p:spPr>
            <a:xfrm rot="3600000">
              <a:off x="7721775" y="3231076"/>
              <a:ext cx="3747912" cy="1084010"/>
            </a:xfrm>
            <a:prstGeom prst="rect">
              <a:avLst/>
            </a:prstGeom>
          </p:spPr>
          <p:txBody>
            <a:bodyPr vert="horz" lIns="109728" tIns="54864" rIns="109728" bIns="54864"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r>
                <a:rPr lang="ar-SA" sz="2800" b="1" dirty="0">
                  <a:solidFill>
                    <a:schemeClr val="bg1"/>
                  </a:solidFill>
                </a:rPr>
                <a:t>المرحلة الثالثة</a:t>
              </a:r>
              <a:endParaRPr lang="en-US" sz="3000" dirty="0">
                <a:solidFill>
                  <a:schemeClr val="bg1"/>
                </a:solidFill>
                <a:latin typeface="Lato Light"/>
                <a:ea typeface="Roboto" panose="02000000000000000000" pitchFamily="2" charset="0"/>
                <a:cs typeface="Lato Light"/>
              </a:endParaRPr>
            </a:p>
          </p:txBody>
        </p:sp>
      </p:gr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8876473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122218" y="237021"/>
            <a:ext cx="10448275" cy="642938"/>
          </a:xfrm>
        </p:spPr>
        <p:txBody>
          <a:bodyPr/>
          <a:lstStyle/>
          <a:p>
            <a:pPr marL="742950" lvl="0" indent="-742950" algn="r" rtl="1">
              <a:buFont typeface="+mj-lt"/>
              <a:buAutoNum type="arabicPeriod" startAt="5"/>
            </a:pPr>
            <a:r>
              <a:rPr lang="ar-SA" b="1" u="sng" dirty="0"/>
              <a:t>طرق توظيف المستحدثات التكنولوجية </a:t>
            </a:r>
            <a:endParaRPr lang="en-US" u="sng" dirty="0"/>
          </a:p>
        </p:txBody>
      </p:sp>
      <p:sp>
        <p:nvSpPr>
          <p:cNvPr id="3" name="Oval 2"/>
          <p:cNvSpPr/>
          <p:nvPr/>
        </p:nvSpPr>
        <p:spPr>
          <a:xfrm>
            <a:off x="2412205" y="2978943"/>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smtClean="0">
                <a:solidFill>
                  <a:prstClr val="black">
                    <a:lumMod val="75000"/>
                    <a:lumOff val="25000"/>
                  </a:prstClr>
                </a:solidFill>
                <a:latin typeface="FontAwesome" pitchFamily="2" charset="0"/>
              </a:rPr>
              <a:t></a:t>
            </a:r>
            <a:endParaRPr lang="ru-RU" sz="3600" dirty="0">
              <a:solidFill>
                <a:prstClr val="black">
                  <a:lumMod val="75000"/>
                  <a:lumOff val="25000"/>
                </a:prstClr>
              </a:solidFill>
            </a:endParaRPr>
          </a:p>
        </p:txBody>
      </p:sp>
      <p:sp>
        <p:nvSpPr>
          <p:cNvPr id="27" name="Oval 26"/>
          <p:cNvSpPr/>
          <p:nvPr/>
        </p:nvSpPr>
        <p:spPr>
          <a:xfrm>
            <a:off x="5269706" y="2978944"/>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smtClean="0">
                <a:solidFill>
                  <a:prstClr val="black">
                    <a:lumMod val="75000"/>
                    <a:lumOff val="25000"/>
                  </a:prstClr>
                </a:solidFill>
                <a:latin typeface="FontAwesome" pitchFamily="2" charset="0"/>
              </a:rPr>
              <a:t></a:t>
            </a:r>
            <a:endParaRPr lang="ru-RU" sz="3600" dirty="0">
              <a:solidFill>
                <a:prstClr val="black">
                  <a:lumMod val="75000"/>
                  <a:lumOff val="25000"/>
                </a:prstClr>
              </a:solidFill>
            </a:endParaRPr>
          </a:p>
        </p:txBody>
      </p:sp>
      <p:sp>
        <p:nvSpPr>
          <p:cNvPr id="28" name="Oval 27"/>
          <p:cNvSpPr/>
          <p:nvPr/>
        </p:nvSpPr>
        <p:spPr>
          <a:xfrm>
            <a:off x="8136731" y="2973068"/>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a:solidFill>
                  <a:prstClr val="black">
                    <a:lumMod val="75000"/>
                    <a:lumOff val="25000"/>
                  </a:prstClr>
                </a:solidFill>
                <a:latin typeface="FontAwesome" pitchFamily="2" charset="0"/>
              </a:rPr>
              <a:t></a:t>
            </a:r>
            <a:endParaRPr lang="en-US" sz="3600" dirty="0">
              <a:solidFill>
                <a:prstClr val="black">
                  <a:lumMod val="75000"/>
                  <a:lumOff val="25000"/>
                </a:prstClr>
              </a:solidFill>
            </a:endParaRPr>
          </a:p>
        </p:txBody>
      </p:sp>
      <p:grpSp>
        <p:nvGrpSpPr>
          <p:cNvPr id="5" name="Group 4"/>
          <p:cNvGrpSpPr/>
          <p:nvPr/>
        </p:nvGrpSpPr>
        <p:grpSpPr>
          <a:xfrm>
            <a:off x="1528762" y="2043113"/>
            <a:ext cx="3436620" cy="3429475"/>
            <a:chOff x="1528762" y="2043113"/>
            <a:chExt cx="3436620" cy="3429475"/>
          </a:xfrm>
        </p:grpSpPr>
        <p:sp>
          <p:nvSpPr>
            <p:cNvPr id="2" name="Block Arc 1"/>
            <p:cNvSpPr/>
            <p:nvPr/>
          </p:nvSpPr>
          <p:spPr>
            <a:xfrm>
              <a:off x="1528762" y="2043113"/>
              <a:ext cx="3429000" cy="3429000"/>
            </a:xfrm>
            <a:prstGeom prst="blockArc">
              <a:avLst>
                <a:gd name="adj1" fmla="val 10800000"/>
                <a:gd name="adj2" fmla="val 0"/>
                <a:gd name="adj3" fmla="val 16667"/>
              </a:avLst>
            </a:prstGeom>
            <a:pattFill prst="pct70">
              <a:fgClr>
                <a:srgbClr val="0087B1"/>
              </a:fgClr>
              <a:bgClr>
                <a:schemeClr val="accent5">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29" name="Block Arc 28"/>
            <p:cNvSpPr/>
            <p:nvPr/>
          </p:nvSpPr>
          <p:spPr>
            <a:xfrm>
              <a:off x="1536382" y="2043588"/>
              <a:ext cx="3429000" cy="3429000"/>
            </a:xfrm>
            <a:prstGeom prst="blockArc">
              <a:avLst>
                <a:gd name="adj1" fmla="val 17438820"/>
                <a:gd name="adj2" fmla="val 21599999"/>
                <a:gd name="adj3" fmla="val 1727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9" name="Group 8"/>
          <p:cNvGrpSpPr/>
          <p:nvPr/>
        </p:nvGrpSpPr>
        <p:grpSpPr>
          <a:xfrm>
            <a:off x="4395787" y="2100263"/>
            <a:ext cx="3432812" cy="3431380"/>
            <a:chOff x="4395787" y="2100263"/>
            <a:chExt cx="3432812" cy="3431380"/>
          </a:xfrm>
        </p:grpSpPr>
        <p:sp>
          <p:nvSpPr>
            <p:cNvPr id="23" name="Block Arc 22"/>
            <p:cNvSpPr/>
            <p:nvPr/>
          </p:nvSpPr>
          <p:spPr>
            <a:xfrm rot="10800000">
              <a:off x="4395787" y="2100263"/>
              <a:ext cx="3429000" cy="3429000"/>
            </a:xfrm>
            <a:prstGeom prst="blockArc">
              <a:avLst>
                <a:gd name="adj1" fmla="val 10800000"/>
                <a:gd name="adj2" fmla="val 0"/>
                <a:gd name="adj3" fmla="val 16667"/>
              </a:avLst>
            </a:prstGeom>
            <a:pattFill prst="pct70">
              <a:fgClr>
                <a:srgbClr val="FE8301"/>
              </a:fgClr>
              <a:bgClr>
                <a:schemeClr val="accent2">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0" name="Block Arc 29"/>
            <p:cNvSpPr/>
            <p:nvPr/>
          </p:nvSpPr>
          <p:spPr>
            <a:xfrm rot="4048770">
              <a:off x="4399599" y="2102643"/>
              <a:ext cx="3429000" cy="3429000"/>
            </a:xfrm>
            <a:prstGeom prst="blockArc">
              <a:avLst>
                <a:gd name="adj1" fmla="val 17506167"/>
                <a:gd name="adj2" fmla="val 2318438"/>
                <a:gd name="adj3" fmla="val 1705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0" name="Group 9"/>
          <p:cNvGrpSpPr/>
          <p:nvPr/>
        </p:nvGrpSpPr>
        <p:grpSpPr>
          <a:xfrm>
            <a:off x="7253287" y="2037558"/>
            <a:ext cx="3443763" cy="3434555"/>
            <a:chOff x="7253287" y="2037558"/>
            <a:chExt cx="3443763" cy="3434555"/>
          </a:xfrm>
        </p:grpSpPr>
        <p:sp>
          <p:nvSpPr>
            <p:cNvPr id="26" name="Block Arc 25"/>
            <p:cNvSpPr/>
            <p:nvPr/>
          </p:nvSpPr>
          <p:spPr>
            <a:xfrm>
              <a:off x="7253287" y="2043113"/>
              <a:ext cx="3429000" cy="3429000"/>
            </a:xfrm>
            <a:prstGeom prst="blockArc">
              <a:avLst>
                <a:gd name="adj1" fmla="val 10800000"/>
                <a:gd name="adj2" fmla="val 0"/>
                <a:gd name="adj3" fmla="val 16667"/>
              </a:avLst>
            </a:prstGeom>
            <a:pattFill prst="pct70">
              <a:fgClr>
                <a:srgbClr val="A1BB22"/>
              </a:fgClr>
              <a:bgClr>
                <a:schemeClr val="accent6">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1" name="Block Arc 30"/>
            <p:cNvSpPr/>
            <p:nvPr/>
          </p:nvSpPr>
          <p:spPr>
            <a:xfrm>
              <a:off x="7268050" y="2037558"/>
              <a:ext cx="3429000" cy="3429000"/>
            </a:xfrm>
            <a:prstGeom prst="blockArc">
              <a:avLst>
                <a:gd name="adj1" fmla="val 17003911"/>
                <a:gd name="adj2" fmla="val 66214"/>
                <a:gd name="adj3" fmla="val 1754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1" name="Group 10"/>
          <p:cNvGrpSpPr/>
          <p:nvPr/>
        </p:nvGrpSpPr>
        <p:grpSpPr>
          <a:xfrm>
            <a:off x="3175038" y="4650260"/>
            <a:ext cx="131208" cy="402198"/>
            <a:chOff x="3175038" y="4650260"/>
            <a:chExt cx="131208" cy="402198"/>
          </a:xfrm>
        </p:grpSpPr>
        <p:sp>
          <p:nvSpPr>
            <p:cNvPr id="4" name="Oval 3"/>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8" name="Straight Connector 7"/>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8909484" y="4650260"/>
            <a:ext cx="131208" cy="402198"/>
            <a:chOff x="3175038" y="4650260"/>
            <a:chExt cx="131208" cy="402198"/>
          </a:xfrm>
        </p:grpSpPr>
        <p:sp>
          <p:nvSpPr>
            <p:cNvPr id="35" name="Oval 34"/>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6" name="Straight Connector 35"/>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rot="10800000">
            <a:off x="6045320" y="2570870"/>
            <a:ext cx="131208" cy="402198"/>
            <a:chOff x="3175038" y="4650260"/>
            <a:chExt cx="131208" cy="402198"/>
          </a:xfrm>
        </p:grpSpPr>
        <p:sp>
          <p:nvSpPr>
            <p:cNvPr id="40" name="Oval 39"/>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1" name="Straight Connector 40"/>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a:off x="290759" y="4879126"/>
            <a:ext cx="5032707" cy="1430758"/>
            <a:chOff x="937652" y="5588071"/>
            <a:chExt cx="5032707" cy="1430758"/>
          </a:xfrm>
        </p:grpSpPr>
        <p:sp>
          <p:nvSpPr>
            <p:cNvPr id="44" name="TextBox 43"/>
            <p:cNvSpPr txBox="1"/>
            <p:nvPr/>
          </p:nvSpPr>
          <p:spPr>
            <a:xfrm>
              <a:off x="937652" y="6064722"/>
              <a:ext cx="5032707" cy="954107"/>
            </a:xfrm>
            <a:prstGeom prst="rect">
              <a:avLst/>
            </a:prstGeom>
            <a:noFill/>
          </p:spPr>
          <p:txBody>
            <a:bodyPr wrap="square" rtlCol="0">
              <a:spAutoFit/>
            </a:bodyPr>
            <a:lstStyle/>
            <a:p>
              <a:pPr algn="ctr" fontAlgn="auto">
                <a:spcBef>
                  <a:spcPts val="0"/>
                </a:spcBef>
                <a:spcAft>
                  <a:spcPts val="0"/>
                </a:spcAft>
              </a:pPr>
              <a:r>
                <a:rPr lang="ar-EG" sz="2800" b="1" dirty="0"/>
                <a:t>وفيه يتم استخدام المستحدث بصورة مصغره حسب الإمكانيات المتاحة </a:t>
              </a:r>
              <a:endParaRPr lang="en-US" sz="2800" b="1" dirty="0" smtClean="0">
                <a:solidFill>
                  <a:prstClr val="black">
                    <a:lumMod val="50000"/>
                    <a:lumOff val="50000"/>
                  </a:prstClr>
                </a:solidFill>
                <a:latin typeface="Lato Light" panose="020F0302020204030203" pitchFamily="34" charset="0"/>
              </a:endParaRPr>
            </a:p>
          </p:txBody>
        </p:sp>
        <p:sp>
          <p:nvSpPr>
            <p:cNvPr id="47" name="TextBox 46"/>
            <p:cNvSpPr txBox="1"/>
            <p:nvPr/>
          </p:nvSpPr>
          <p:spPr>
            <a:xfrm>
              <a:off x="2333351" y="5588071"/>
              <a:ext cx="2570584" cy="584775"/>
            </a:xfrm>
            <a:prstGeom prst="rect">
              <a:avLst/>
            </a:prstGeom>
            <a:noFill/>
          </p:spPr>
          <p:txBody>
            <a:bodyPr wrap="square" rtlCol="0">
              <a:spAutoFit/>
            </a:bodyPr>
            <a:lstStyle/>
            <a:p>
              <a:pPr algn="ctr" fontAlgn="auto">
                <a:spcBef>
                  <a:spcPts val="0"/>
                </a:spcBef>
                <a:spcAft>
                  <a:spcPts val="0"/>
                </a:spcAft>
              </a:pPr>
              <a:r>
                <a:rPr lang="ar-EG" sz="3200" b="1" u="sng" dirty="0">
                  <a:solidFill>
                    <a:srgbClr val="0087B1"/>
                  </a:solidFill>
                </a:rPr>
                <a:t>التوظيف المصغر</a:t>
              </a:r>
              <a:endParaRPr lang="en-US" sz="3200" b="1" u="sng" dirty="0">
                <a:solidFill>
                  <a:srgbClr val="0087B1"/>
                </a:solidFill>
                <a:latin typeface="Lato Black" panose="020F0A02020204030203" pitchFamily="34" charset="0"/>
              </a:endParaRPr>
            </a:p>
          </p:txBody>
        </p:sp>
      </p:grpSp>
      <p:grpSp>
        <p:nvGrpSpPr>
          <p:cNvPr id="13" name="Group 12"/>
          <p:cNvGrpSpPr/>
          <p:nvPr/>
        </p:nvGrpSpPr>
        <p:grpSpPr>
          <a:xfrm>
            <a:off x="4041182" y="1106851"/>
            <a:ext cx="4270692" cy="1552805"/>
            <a:chOff x="4041182" y="1106851"/>
            <a:chExt cx="4270692" cy="1552805"/>
          </a:xfrm>
        </p:grpSpPr>
        <p:sp>
          <p:nvSpPr>
            <p:cNvPr id="48" name="TextBox 47"/>
            <p:cNvSpPr txBox="1"/>
            <p:nvPr/>
          </p:nvSpPr>
          <p:spPr>
            <a:xfrm>
              <a:off x="4041182" y="1106851"/>
              <a:ext cx="4270692" cy="954107"/>
            </a:xfrm>
            <a:prstGeom prst="rect">
              <a:avLst/>
            </a:prstGeom>
            <a:noFill/>
          </p:spPr>
          <p:txBody>
            <a:bodyPr wrap="square" rtlCol="0">
              <a:spAutoFit/>
            </a:bodyPr>
            <a:lstStyle/>
            <a:p>
              <a:pPr algn="ctr" fontAlgn="auto">
                <a:spcBef>
                  <a:spcPts val="0"/>
                </a:spcBef>
                <a:spcAft>
                  <a:spcPts val="0"/>
                </a:spcAft>
              </a:pPr>
              <a:r>
                <a:rPr lang="ar-EG" sz="2800" b="1" dirty="0"/>
                <a:t>وفيه يكون توظيف المستحدث مقصوراً على معالجة مشكله محدده</a:t>
              </a:r>
              <a:endParaRPr lang="en-US" sz="2800" b="1" dirty="0" smtClean="0">
                <a:solidFill>
                  <a:prstClr val="black">
                    <a:lumMod val="50000"/>
                    <a:lumOff val="50000"/>
                  </a:prstClr>
                </a:solidFill>
                <a:latin typeface="Lato Light" panose="020F0302020204030203" pitchFamily="34" charset="0"/>
              </a:endParaRPr>
            </a:p>
          </p:txBody>
        </p:sp>
        <p:sp>
          <p:nvSpPr>
            <p:cNvPr id="49" name="TextBox 48"/>
            <p:cNvSpPr txBox="1"/>
            <p:nvPr/>
          </p:nvSpPr>
          <p:spPr>
            <a:xfrm>
              <a:off x="4272188" y="2074881"/>
              <a:ext cx="3291008" cy="584775"/>
            </a:xfrm>
            <a:prstGeom prst="rect">
              <a:avLst/>
            </a:prstGeom>
            <a:noFill/>
          </p:spPr>
          <p:txBody>
            <a:bodyPr wrap="square" rtlCol="0">
              <a:spAutoFit/>
            </a:bodyPr>
            <a:lstStyle/>
            <a:p>
              <a:pPr algn="ctr" fontAlgn="auto">
                <a:spcBef>
                  <a:spcPts val="0"/>
                </a:spcBef>
                <a:spcAft>
                  <a:spcPts val="0"/>
                </a:spcAft>
              </a:pPr>
              <a:r>
                <a:rPr lang="ar-EG" sz="3200" b="1" u="sng" dirty="0">
                  <a:solidFill>
                    <a:srgbClr val="FE8301"/>
                  </a:solidFill>
                </a:rPr>
                <a:t>التوظيف المختار</a:t>
              </a:r>
              <a:endParaRPr lang="en-US" sz="3200" b="1" u="sng" dirty="0">
                <a:solidFill>
                  <a:srgbClr val="FE8301"/>
                </a:solidFill>
                <a:latin typeface="Lato Black" panose="020F0A02020204030203" pitchFamily="34" charset="0"/>
              </a:endParaRPr>
            </a:p>
          </p:txBody>
        </p:sp>
      </p:grpSp>
      <p:grpSp>
        <p:nvGrpSpPr>
          <p:cNvPr id="14" name="Group 13"/>
          <p:cNvGrpSpPr/>
          <p:nvPr/>
        </p:nvGrpSpPr>
        <p:grpSpPr>
          <a:xfrm>
            <a:off x="7697116" y="5025610"/>
            <a:ext cx="3179043" cy="1265231"/>
            <a:chOff x="7697116" y="5025610"/>
            <a:chExt cx="3179043" cy="1265231"/>
          </a:xfrm>
        </p:grpSpPr>
        <p:sp>
          <p:nvSpPr>
            <p:cNvPr id="52" name="TextBox 51"/>
            <p:cNvSpPr txBox="1"/>
            <p:nvPr/>
          </p:nvSpPr>
          <p:spPr>
            <a:xfrm>
              <a:off x="7697116" y="5767621"/>
              <a:ext cx="3179043" cy="523220"/>
            </a:xfrm>
            <a:prstGeom prst="rect">
              <a:avLst/>
            </a:prstGeom>
            <a:noFill/>
          </p:spPr>
          <p:txBody>
            <a:bodyPr wrap="square" rtlCol="0">
              <a:spAutoFit/>
            </a:bodyPr>
            <a:lstStyle/>
            <a:p>
              <a:pPr algn="ctr" fontAlgn="auto">
                <a:spcBef>
                  <a:spcPts val="0"/>
                </a:spcBef>
                <a:spcAft>
                  <a:spcPts val="0"/>
                </a:spcAft>
              </a:pPr>
              <a:r>
                <a:rPr lang="ar-EG" sz="2800" b="1" dirty="0"/>
                <a:t>أي أسلوب النظم وتحليلها</a:t>
              </a:r>
              <a:endParaRPr lang="en-US" sz="2800" b="1" dirty="0" smtClean="0">
                <a:solidFill>
                  <a:prstClr val="black">
                    <a:lumMod val="50000"/>
                    <a:lumOff val="50000"/>
                  </a:prstClr>
                </a:solidFill>
                <a:latin typeface="Lato Light" panose="020F0302020204030203" pitchFamily="34" charset="0"/>
              </a:endParaRPr>
            </a:p>
          </p:txBody>
        </p:sp>
        <p:sp>
          <p:nvSpPr>
            <p:cNvPr id="53" name="TextBox 52"/>
            <p:cNvSpPr txBox="1"/>
            <p:nvPr/>
          </p:nvSpPr>
          <p:spPr>
            <a:xfrm>
              <a:off x="7762831" y="5025610"/>
              <a:ext cx="3007350" cy="584775"/>
            </a:xfrm>
            <a:prstGeom prst="rect">
              <a:avLst/>
            </a:prstGeom>
            <a:noFill/>
          </p:spPr>
          <p:txBody>
            <a:bodyPr wrap="square" rtlCol="0">
              <a:spAutoFit/>
            </a:bodyPr>
            <a:lstStyle/>
            <a:p>
              <a:pPr algn="ctr" fontAlgn="auto">
                <a:spcBef>
                  <a:spcPts val="0"/>
                </a:spcBef>
                <a:spcAft>
                  <a:spcPts val="0"/>
                </a:spcAft>
              </a:pPr>
              <a:r>
                <a:rPr lang="ar-EG" sz="3200" b="1" u="sng" dirty="0">
                  <a:solidFill>
                    <a:srgbClr val="548235"/>
                  </a:solidFill>
                </a:rPr>
                <a:t>التوظيف المنظومي</a:t>
              </a:r>
              <a:endParaRPr lang="en-US" sz="3200" b="1" u="sng" dirty="0">
                <a:solidFill>
                  <a:srgbClr val="548235"/>
                </a:solidFill>
                <a:latin typeface="Lato Black" panose="020F0A02020204030203" pitchFamily="34" charset="0"/>
              </a:endParaRPr>
            </a:p>
          </p:txBody>
        </p:sp>
      </p:grpSp>
      <p:sp>
        <p:nvSpPr>
          <p:cNvPr id="3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238634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3"/>
                                        </p:tgtEl>
                                        <p:attrNameLst>
                                          <p:attrName>style.visibility</p:attrName>
                                        </p:attrNameLst>
                                      </p:cBhvr>
                                      <p:to>
                                        <p:strVal val="visible"/>
                                      </p:to>
                                    </p:set>
                                    <p:anim calcmode="lin" valueType="num">
                                      <p:cBhvr>
                                        <p:cTn id="10" dur="500" fill="hold"/>
                                        <p:tgtEl>
                                          <p:spTgt spid="3"/>
                                        </p:tgtEl>
                                        <p:attrNameLst>
                                          <p:attrName>ppt_w</p:attrName>
                                        </p:attrNameLst>
                                      </p:cBhvr>
                                      <p:tavLst>
                                        <p:tav tm="0">
                                          <p:val>
                                            <p:fltVal val="0"/>
                                          </p:val>
                                        </p:tav>
                                        <p:tav tm="100000">
                                          <p:val>
                                            <p:strVal val="#ppt_w"/>
                                          </p:val>
                                        </p:tav>
                                      </p:tavLst>
                                    </p:anim>
                                    <p:anim calcmode="lin" valueType="num">
                                      <p:cBhvr>
                                        <p:cTn id="11" dur="500" fill="hold"/>
                                        <p:tgtEl>
                                          <p:spTgt spid="3"/>
                                        </p:tgtEl>
                                        <p:attrNameLst>
                                          <p:attrName>ppt_h</p:attrName>
                                        </p:attrNameLst>
                                      </p:cBhvr>
                                      <p:tavLst>
                                        <p:tav tm="0">
                                          <p:val>
                                            <p:fltVal val="0"/>
                                          </p:val>
                                        </p:tav>
                                        <p:tav tm="100000">
                                          <p:val>
                                            <p:strVal val="#ppt_h"/>
                                          </p:val>
                                        </p:tav>
                                      </p:tavLst>
                                    </p:anim>
                                    <p:animEffect transition="in" filter="fade">
                                      <p:cBhvr>
                                        <p:cTn id="12" dur="500"/>
                                        <p:tgtEl>
                                          <p:spTgt spid="3"/>
                                        </p:tgtEl>
                                      </p:cBhvr>
                                    </p:animEffect>
                                  </p:childTnLst>
                                </p:cTn>
                              </p:par>
                              <p:par>
                                <p:cTn id="13" presetID="22" presetClass="entr" presetSubtype="1" fill="hold" nodeType="withEffect">
                                  <p:stCondLst>
                                    <p:cond delay="500"/>
                                  </p:stCondLst>
                                  <p:childTnLst>
                                    <p:set>
                                      <p:cBhvr>
                                        <p:cTn id="14" dur="1" fill="hold">
                                          <p:stCondLst>
                                            <p:cond delay="0"/>
                                          </p:stCondLst>
                                        </p:cTn>
                                        <p:tgtEl>
                                          <p:spTgt spid="11"/>
                                        </p:tgtEl>
                                        <p:attrNameLst>
                                          <p:attrName>style.visibility</p:attrName>
                                        </p:attrNameLst>
                                      </p:cBhvr>
                                      <p:to>
                                        <p:strVal val="visible"/>
                                      </p:to>
                                    </p:set>
                                    <p:animEffect transition="in" filter="wipe(up)">
                                      <p:cBhvr>
                                        <p:cTn id="15" dur="500"/>
                                        <p:tgtEl>
                                          <p:spTgt spid="11"/>
                                        </p:tgtEl>
                                      </p:cBhvr>
                                    </p:animEffect>
                                  </p:childTnLst>
                                </p:cTn>
                              </p:par>
                              <p:par>
                                <p:cTn id="16" presetID="10" presetClass="entr" presetSubtype="0" fill="hold" nodeType="withEffect">
                                  <p:stCondLst>
                                    <p:cond delay="75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par>
                                <p:cTn id="19" presetID="22" presetClass="entr" presetSubtype="8" fill="hold" nodeType="withEffect">
                                  <p:stCondLst>
                                    <p:cond delay="500"/>
                                  </p:stCondLst>
                                  <p:childTnLst>
                                    <p:set>
                                      <p:cBhvr>
                                        <p:cTn id="20" dur="1" fill="hold">
                                          <p:stCondLst>
                                            <p:cond delay="0"/>
                                          </p:stCondLst>
                                        </p:cTn>
                                        <p:tgtEl>
                                          <p:spTgt spid="9"/>
                                        </p:tgtEl>
                                        <p:attrNameLst>
                                          <p:attrName>style.visibility</p:attrName>
                                        </p:attrNameLst>
                                      </p:cBhvr>
                                      <p:to>
                                        <p:strVal val="visible"/>
                                      </p:to>
                                    </p:set>
                                    <p:animEffect transition="in" filter="wipe(left)">
                                      <p:cBhvr>
                                        <p:cTn id="21" dur="500"/>
                                        <p:tgtEl>
                                          <p:spTgt spid="9"/>
                                        </p:tgtEl>
                                      </p:cBhvr>
                                    </p:animEffect>
                                  </p:childTnLst>
                                </p:cTn>
                              </p:par>
                              <p:par>
                                <p:cTn id="22" presetID="53" presetClass="entr" presetSubtype="16" fill="hold" grpId="0" nodeType="withEffect">
                                  <p:stCondLst>
                                    <p:cond delay="750"/>
                                  </p:stCondLst>
                                  <p:childTnLst>
                                    <p:set>
                                      <p:cBhvr>
                                        <p:cTn id="23" dur="1" fill="hold">
                                          <p:stCondLst>
                                            <p:cond delay="0"/>
                                          </p:stCondLst>
                                        </p:cTn>
                                        <p:tgtEl>
                                          <p:spTgt spid="27"/>
                                        </p:tgtEl>
                                        <p:attrNameLst>
                                          <p:attrName>style.visibility</p:attrName>
                                        </p:attrNameLst>
                                      </p:cBhvr>
                                      <p:to>
                                        <p:strVal val="visible"/>
                                      </p:to>
                                    </p:set>
                                    <p:anim calcmode="lin" valueType="num">
                                      <p:cBhvr>
                                        <p:cTn id="24" dur="500" fill="hold"/>
                                        <p:tgtEl>
                                          <p:spTgt spid="27"/>
                                        </p:tgtEl>
                                        <p:attrNameLst>
                                          <p:attrName>ppt_w</p:attrName>
                                        </p:attrNameLst>
                                      </p:cBhvr>
                                      <p:tavLst>
                                        <p:tav tm="0">
                                          <p:val>
                                            <p:fltVal val="0"/>
                                          </p:val>
                                        </p:tav>
                                        <p:tav tm="100000">
                                          <p:val>
                                            <p:strVal val="#ppt_w"/>
                                          </p:val>
                                        </p:tav>
                                      </p:tavLst>
                                    </p:anim>
                                    <p:anim calcmode="lin" valueType="num">
                                      <p:cBhvr>
                                        <p:cTn id="25" dur="500" fill="hold"/>
                                        <p:tgtEl>
                                          <p:spTgt spid="27"/>
                                        </p:tgtEl>
                                        <p:attrNameLst>
                                          <p:attrName>ppt_h</p:attrName>
                                        </p:attrNameLst>
                                      </p:cBhvr>
                                      <p:tavLst>
                                        <p:tav tm="0">
                                          <p:val>
                                            <p:fltVal val="0"/>
                                          </p:val>
                                        </p:tav>
                                        <p:tav tm="100000">
                                          <p:val>
                                            <p:strVal val="#ppt_h"/>
                                          </p:val>
                                        </p:tav>
                                      </p:tavLst>
                                    </p:anim>
                                    <p:animEffect transition="in" filter="fade">
                                      <p:cBhvr>
                                        <p:cTn id="26" dur="500"/>
                                        <p:tgtEl>
                                          <p:spTgt spid="27"/>
                                        </p:tgtEl>
                                      </p:cBhvr>
                                    </p:animEffect>
                                  </p:childTnLst>
                                </p:cTn>
                              </p:par>
                              <p:par>
                                <p:cTn id="27" presetID="22" presetClass="entr" presetSubtype="4" fill="hold" nodeType="withEffect">
                                  <p:stCondLst>
                                    <p:cond delay="1000"/>
                                  </p:stCondLst>
                                  <p:childTnLst>
                                    <p:set>
                                      <p:cBhvr>
                                        <p:cTn id="28" dur="1" fill="hold">
                                          <p:stCondLst>
                                            <p:cond delay="0"/>
                                          </p:stCondLst>
                                        </p:cTn>
                                        <p:tgtEl>
                                          <p:spTgt spid="37"/>
                                        </p:tgtEl>
                                        <p:attrNameLst>
                                          <p:attrName>style.visibility</p:attrName>
                                        </p:attrNameLst>
                                      </p:cBhvr>
                                      <p:to>
                                        <p:strVal val="visible"/>
                                      </p:to>
                                    </p:set>
                                    <p:animEffect transition="in" filter="wipe(down)">
                                      <p:cBhvr>
                                        <p:cTn id="29" dur="500"/>
                                        <p:tgtEl>
                                          <p:spTgt spid="37"/>
                                        </p:tgtEl>
                                      </p:cBhvr>
                                    </p:animEffect>
                                  </p:childTnLst>
                                </p:cTn>
                              </p:par>
                              <p:par>
                                <p:cTn id="30" presetID="10" presetClass="entr" presetSubtype="0" fill="hold" nodeType="withEffect">
                                  <p:stCondLst>
                                    <p:cond delay="125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par>
                                <p:cTn id="33" presetID="22" presetClass="entr" presetSubtype="8" fill="hold" nodeType="withEffect">
                                  <p:stCondLst>
                                    <p:cond delay="1000"/>
                                  </p:stCondLst>
                                  <p:childTnLst>
                                    <p:set>
                                      <p:cBhvr>
                                        <p:cTn id="34" dur="1" fill="hold">
                                          <p:stCondLst>
                                            <p:cond delay="0"/>
                                          </p:stCondLst>
                                        </p:cTn>
                                        <p:tgtEl>
                                          <p:spTgt spid="10"/>
                                        </p:tgtEl>
                                        <p:attrNameLst>
                                          <p:attrName>style.visibility</p:attrName>
                                        </p:attrNameLst>
                                      </p:cBhvr>
                                      <p:to>
                                        <p:strVal val="visible"/>
                                      </p:to>
                                    </p:set>
                                    <p:animEffect transition="in" filter="wipe(left)">
                                      <p:cBhvr>
                                        <p:cTn id="35" dur="500"/>
                                        <p:tgtEl>
                                          <p:spTgt spid="10"/>
                                        </p:tgtEl>
                                      </p:cBhvr>
                                    </p:animEffect>
                                  </p:childTnLst>
                                </p:cTn>
                              </p:par>
                              <p:par>
                                <p:cTn id="36" presetID="53" presetClass="entr" presetSubtype="16" fill="hold" grpId="0" nodeType="withEffect">
                                  <p:stCondLst>
                                    <p:cond delay="1250"/>
                                  </p:stCondLst>
                                  <p:childTnLst>
                                    <p:set>
                                      <p:cBhvr>
                                        <p:cTn id="37" dur="1" fill="hold">
                                          <p:stCondLst>
                                            <p:cond delay="0"/>
                                          </p:stCondLst>
                                        </p:cTn>
                                        <p:tgtEl>
                                          <p:spTgt spid="28"/>
                                        </p:tgtEl>
                                        <p:attrNameLst>
                                          <p:attrName>style.visibility</p:attrName>
                                        </p:attrNameLst>
                                      </p:cBhvr>
                                      <p:to>
                                        <p:strVal val="visible"/>
                                      </p:to>
                                    </p:set>
                                    <p:anim calcmode="lin" valueType="num">
                                      <p:cBhvr>
                                        <p:cTn id="38" dur="500" fill="hold"/>
                                        <p:tgtEl>
                                          <p:spTgt spid="28"/>
                                        </p:tgtEl>
                                        <p:attrNameLst>
                                          <p:attrName>ppt_w</p:attrName>
                                        </p:attrNameLst>
                                      </p:cBhvr>
                                      <p:tavLst>
                                        <p:tav tm="0">
                                          <p:val>
                                            <p:fltVal val="0"/>
                                          </p:val>
                                        </p:tav>
                                        <p:tav tm="100000">
                                          <p:val>
                                            <p:strVal val="#ppt_w"/>
                                          </p:val>
                                        </p:tav>
                                      </p:tavLst>
                                    </p:anim>
                                    <p:anim calcmode="lin" valueType="num">
                                      <p:cBhvr>
                                        <p:cTn id="39" dur="500" fill="hold"/>
                                        <p:tgtEl>
                                          <p:spTgt spid="28"/>
                                        </p:tgtEl>
                                        <p:attrNameLst>
                                          <p:attrName>ppt_h</p:attrName>
                                        </p:attrNameLst>
                                      </p:cBhvr>
                                      <p:tavLst>
                                        <p:tav tm="0">
                                          <p:val>
                                            <p:fltVal val="0"/>
                                          </p:val>
                                        </p:tav>
                                        <p:tav tm="100000">
                                          <p:val>
                                            <p:strVal val="#ppt_h"/>
                                          </p:val>
                                        </p:tav>
                                      </p:tavLst>
                                    </p:anim>
                                    <p:animEffect transition="in" filter="fade">
                                      <p:cBhvr>
                                        <p:cTn id="40" dur="500"/>
                                        <p:tgtEl>
                                          <p:spTgt spid="28"/>
                                        </p:tgtEl>
                                      </p:cBhvr>
                                    </p:animEffect>
                                  </p:childTnLst>
                                </p:cTn>
                              </p:par>
                              <p:par>
                                <p:cTn id="41" presetID="22" presetClass="entr" presetSubtype="1" fill="hold" nodeType="withEffect">
                                  <p:stCondLst>
                                    <p:cond delay="1500"/>
                                  </p:stCondLst>
                                  <p:childTnLst>
                                    <p:set>
                                      <p:cBhvr>
                                        <p:cTn id="42" dur="1" fill="hold">
                                          <p:stCondLst>
                                            <p:cond delay="0"/>
                                          </p:stCondLst>
                                        </p:cTn>
                                        <p:tgtEl>
                                          <p:spTgt spid="34"/>
                                        </p:tgtEl>
                                        <p:attrNameLst>
                                          <p:attrName>style.visibility</p:attrName>
                                        </p:attrNameLst>
                                      </p:cBhvr>
                                      <p:to>
                                        <p:strVal val="visible"/>
                                      </p:to>
                                    </p:set>
                                    <p:animEffect transition="in" filter="wipe(up)">
                                      <p:cBhvr>
                                        <p:cTn id="43" dur="500"/>
                                        <p:tgtEl>
                                          <p:spTgt spid="34"/>
                                        </p:tgtEl>
                                      </p:cBhvr>
                                    </p:animEffect>
                                  </p:childTnLst>
                                </p:cTn>
                              </p:par>
                              <p:par>
                                <p:cTn id="44" presetID="10" presetClass="entr" presetSubtype="0" fill="hold" nodeType="withEffect">
                                  <p:stCondLst>
                                    <p:cond delay="175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7" grpId="0" animBg="1"/>
      <p:bldP spid="28"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entagon 6"/>
          <p:cNvSpPr/>
          <p:nvPr/>
        </p:nvSpPr>
        <p:spPr>
          <a:xfrm>
            <a:off x="7545324" y="3214688"/>
            <a:ext cx="3465576" cy="457200"/>
          </a:xfrm>
          <a:prstGeom prst="homePlate">
            <a:avLst/>
          </a:prstGeom>
          <a:solidFill>
            <a:srgbClr val="548235"/>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Pentagon 5"/>
          <p:cNvSpPr/>
          <p:nvPr/>
        </p:nvSpPr>
        <p:spPr>
          <a:xfrm>
            <a:off x="4363212" y="3214688"/>
            <a:ext cx="3465576" cy="457200"/>
          </a:xfrm>
          <a:prstGeom prst="homePlate">
            <a:avLst/>
          </a:pr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 name="Pentagon 4"/>
          <p:cNvSpPr/>
          <p:nvPr/>
        </p:nvSpPr>
        <p:spPr>
          <a:xfrm>
            <a:off x="1181100" y="3214688"/>
            <a:ext cx="3465576" cy="457200"/>
          </a:xfrm>
          <a:prstGeom prst="homePlate">
            <a:avLst/>
          </a:prstGeom>
          <a:solidFill>
            <a:srgbClr val="F58F2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 name="Rectangle 7"/>
          <p:cNvSpPr/>
          <p:nvPr/>
        </p:nvSpPr>
        <p:spPr>
          <a:xfrm>
            <a:off x="2351673" y="3892973"/>
            <a:ext cx="1124430" cy="1169551"/>
          </a:xfrm>
          <a:prstGeom prst="rect">
            <a:avLst/>
          </a:prstGeom>
          <a:noFill/>
          <a:ln>
            <a:noFill/>
          </a:ln>
        </p:spPr>
        <p:txBody>
          <a:bodyPr wrap="square" lIns="91440" tIns="45720" rIns="91440" bIns="45720">
            <a:spAutoFit/>
          </a:bodyPr>
          <a:lstStyle/>
          <a:p>
            <a:pPr algn="ctr" fontAlgn="auto">
              <a:spcBef>
                <a:spcPts val="0"/>
              </a:spcBef>
              <a:spcAft>
                <a:spcPts val="0"/>
              </a:spcAft>
            </a:pPr>
            <a:r>
              <a:rPr lang="en-US" sz="7000" b="1" dirty="0">
                <a:ln w="0"/>
                <a:solidFill>
                  <a:srgbClr val="FE8301"/>
                </a:solidFill>
                <a:latin typeface="FontAwesome" pitchFamily="2" charset="0"/>
              </a:rPr>
              <a:t>1</a:t>
            </a:r>
            <a:endParaRPr lang="en-US" sz="7000" b="1" dirty="0">
              <a:ln w="0"/>
              <a:solidFill>
                <a:srgbClr val="FE8301"/>
              </a:solidFill>
              <a:latin typeface="Calibri" panose="020F0502020204030204"/>
            </a:endParaRPr>
          </a:p>
        </p:txBody>
      </p:sp>
      <p:sp>
        <p:nvSpPr>
          <p:cNvPr id="9" name="TextBox 8"/>
          <p:cNvSpPr txBox="1"/>
          <p:nvPr/>
        </p:nvSpPr>
        <p:spPr>
          <a:xfrm>
            <a:off x="1181100" y="2037957"/>
            <a:ext cx="3430724" cy="1077218"/>
          </a:xfrm>
          <a:prstGeom prst="rect">
            <a:avLst/>
          </a:prstGeom>
          <a:noFill/>
          <a:ln>
            <a:noFill/>
          </a:ln>
        </p:spPr>
        <p:txBody>
          <a:bodyPr wrap="square" rtlCol="0">
            <a:spAutoFit/>
          </a:bodyPr>
          <a:lstStyle/>
          <a:p>
            <a:pPr algn="ctr" fontAlgn="auto">
              <a:spcBef>
                <a:spcPts val="0"/>
              </a:spcBef>
              <a:spcAft>
                <a:spcPts val="0"/>
              </a:spcAft>
            </a:pPr>
            <a:r>
              <a:rPr lang="ar-JO" sz="3200" b="1" dirty="0"/>
              <a:t>تطور العلوم السلوكية والتربوية</a:t>
            </a:r>
            <a:endParaRPr lang="en-US" sz="3200" b="1" dirty="0" smtClean="0">
              <a:solidFill>
                <a:prstClr val="black">
                  <a:lumMod val="65000"/>
                  <a:lumOff val="35000"/>
                </a:prstClr>
              </a:solidFill>
              <a:latin typeface="Raleway" panose="020B0503030101060003" pitchFamily="34" charset="0"/>
            </a:endParaRPr>
          </a:p>
        </p:txBody>
      </p:sp>
      <p:sp>
        <p:nvSpPr>
          <p:cNvPr id="14" name="Rectangle 13"/>
          <p:cNvSpPr/>
          <p:nvPr/>
        </p:nvSpPr>
        <p:spPr>
          <a:xfrm>
            <a:off x="8857629" y="3892973"/>
            <a:ext cx="1124430" cy="1169551"/>
          </a:xfrm>
          <a:prstGeom prst="rect">
            <a:avLst/>
          </a:prstGeom>
          <a:noFill/>
          <a:ln>
            <a:noFill/>
          </a:ln>
        </p:spPr>
        <p:txBody>
          <a:bodyPr wrap="square" lIns="91440" tIns="45720" rIns="91440" bIns="45720">
            <a:spAutoFit/>
          </a:bodyPr>
          <a:lstStyle/>
          <a:p>
            <a:pPr algn="ctr" fontAlgn="auto">
              <a:spcBef>
                <a:spcPts val="0"/>
              </a:spcBef>
              <a:spcAft>
                <a:spcPts val="0"/>
              </a:spcAft>
            </a:pPr>
            <a:r>
              <a:rPr lang="en-US" sz="7000" b="1" dirty="0">
                <a:ln w="0"/>
                <a:solidFill>
                  <a:srgbClr val="548235"/>
                </a:solidFill>
                <a:latin typeface="FontAwesome" pitchFamily="2" charset="0"/>
              </a:rPr>
              <a:t>3</a:t>
            </a:r>
            <a:endParaRPr lang="en-US" sz="7000" b="1" dirty="0">
              <a:ln w="0"/>
              <a:solidFill>
                <a:srgbClr val="548235"/>
              </a:solidFill>
              <a:latin typeface="Calibri" panose="020F0502020204030204"/>
            </a:endParaRPr>
          </a:p>
        </p:txBody>
      </p:sp>
      <p:sp>
        <p:nvSpPr>
          <p:cNvPr id="15" name="TextBox 14"/>
          <p:cNvSpPr txBox="1"/>
          <p:nvPr/>
        </p:nvSpPr>
        <p:spPr>
          <a:xfrm>
            <a:off x="8025876" y="2151966"/>
            <a:ext cx="2985024" cy="584775"/>
          </a:xfrm>
          <a:prstGeom prst="rect">
            <a:avLst/>
          </a:prstGeom>
          <a:noFill/>
          <a:ln>
            <a:noFill/>
          </a:ln>
        </p:spPr>
        <p:txBody>
          <a:bodyPr wrap="square" rtlCol="0">
            <a:spAutoFit/>
          </a:bodyPr>
          <a:lstStyle/>
          <a:p>
            <a:pPr algn="ctr" fontAlgn="auto">
              <a:spcBef>
                <a:spcPts val="0"/>
              </a:spcBef>
              <a:spcAft>
                <a:spcPts val="0"/>
              </a:spcAft>
            </a:pPr>
            <a:r>
              <a:rPr lang="ar-JO" sz="3200" b="1" dirty="0"/>
              <a:t>أزمة التجديد التربوي</a:t>
            </a:r>
            <a:endParaRPr lang="en-US" sz="3200" b="1" dirty="0" smtClean="0">
              <a:solidFill>
                <a:prstClr val="black">
                  <a:lumMod val="65000"/>
                  <a:lumOff val="35000"/>
                </a:prstClr>
              </a:solidFill>
              <a:latin typeface="Raleway" panose="020B0503030101060003" pitchFamily="34" charset="0"/>
            </a:endParaRPr>
          </a:p>
        </p:txBody>
      </p:sp>
      <p:sp>
        <p:nvSpPr>
          <p:cNvPr id="17" name="Rectangle 16"/>
          <p:cNvSpPr/>
          <p:nvPr/>
        </p:nvSpPr>
        <p:spPr>
          <a:xfrm>
            <a:off x="5571885" y="1828801"/>
            <a:ext cx="1124430" cy="1169551"/>
          </a:xfrm>
          <a:prstGeom prst="rect">
            <a:avLst/>
          </a:prstGeom>
          <a:noFill/>
          <a:ln>
            <a:noFill/>
          </a:ln>
        </p:spPr>
        <p:txBody>
          <a:bodyPr wrap="square" lIns="91440" tIns="45720" rIns="91440" bIns="45720">
            <a:spAutoFit/>
          </a:bodyPr>
          <a:lstStyle/>
          <a:p>
            <a:pPr algn="ctr" fontAlgn="auto">
              <a:spcBef>
                <a:spcPts val="0"/>
              </a:spcBef>
              <a:spcAft>
                <a:spcPts val="0"/>
              </a:spcAft>
            </a:pPr>
            <a:r>
              <a:rPr lang="en-US" sz="7000" b="1" dirty="0">
                <a:ln w="0"/>
                <a:solidFill>
                  <a:srgbClr val="4EA6DC"/>
                </a:solidFill>
                <a:latin typeface="FontAwesome" pitchFamily="2" charset="0"/>
              </a:rPr>
              <a:t>2</a:t>
            </a:r>
            <a:endParaRPr lang="en-US" sz="7000" b="1" dirty="0">
              <a:ln w="0"/>
              <a:solidFill>
                <a:srgbClr val="4EA6DC"/>
              </a:solidFill>
              <a:latin typeface="Calibri" panose="020F0502020204030204"/>
            </a:endParaRPr>
          </a:p>
        </p:txBody>
      </p:sp>
      <p:sp>
        <p:nvSpPr>
          <p:cNvPr id="18" name="TextBox 17"/>
          <p:cNvSpPr txBox="1"/>
          <p:nvPr/>
        </p:nvSpPr>
        <p:spPr>
          <a:xfrm>
            <a:off x="4073237" y="4151240"/>
            <a:ext cx="3755552" cy="1569660"/>
          </a:xfrm>
          <a:prstGeom prst="rect">
            <a:avLst/>
          </a:prstGeom>
          <a:noFill/>
          <a:ln>
            <a:noFill/>
          </a:ln>
        </p:spPr>
        <p:txBody>
          <a:bodyPr wrap="square" rtlCol="0">
            <a:spAutoFit/>
          </a:bodyPr>
          <a:lstStyle/>
          <a:p>
            <a:pPr algn="ctr" fontAlgn="auto">
              <a:spcBef>
                <a:spcPts val="0"/>
              </a:spcBef>
              <a:spcAft>
                <a:spcPts val="0"/>
              </a:spcAft>
            </a:pPr>
            <a:r>
              <a:rPr lang="ar-JO" sz="3200" b="1" dirty="0"/>
              <a:t>تطور التكنولوجيا والتقنيات الحديثة في الجانبين المادي والفكري</a:t>
            </a:r>
            <a:endParaRPr lang="en-US" sz="3200" b="1" dirty="0" smtClean="0">
              <a:solidFill>
                <a:prstClr val="black">
                  <a:lumMod val="65000"/>
                  <a:lumOff val="35000"/>
                </a:prstClr>
              </a:solidFill>
              <a:latin typeface="Raleway" panose="020B0503030101060003" pitchFamily="34" charset="0"/>
            </a:endParaRPr>
          </a:p>
        </p:txBody>
      </p:sp>
      <p:sp>
        <p:nvSpPr>
          <p:cNvPr id="21" name="Title 2"/>
          <p:cNvSpPr txBox="1">
            <a:spLocks/>
          </p:cNvSpPr>
          <p:nvPr/>
        </p:nvSpPr>
        <p:spPr>
          <a:xfrm>
            <a:off x="665018" y="460208"/>
            <a:ext cx="11159837" cy="955377"/>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marL="742950" indent="-742950" algn="r" rtl="1" fontAlgn="auto">
              <a:spcAft>
                <a:spcPts val="0"/>
              </a:spcAft>
              <a:buFont typeface="+mj-lt"/>
              <a:buAutoNum type="arabicPeriod" startAt="6"/>
              <a:defRPr/>
            </a:pPr>
            <a:r>
              <a:rPr lang="ar-SA" sz="4000" u="sng" dirty="0"/>
              <a:t>مبررات ودواعي استخدام المستحدثات التكنولوجية في التعليم</a:t>
            </a:r>
            <a:endParaRPr lang="en-US" sz="4000" u="sng" dirty="0">
              <a:solidFill>
                <a:prstClr val="black">
                  <a:lumMod val="65000"/>
                  <a:lumOff val="35000"/>
                </a:prstClr>
              </a:solidFill>
            </a:endParaRPr>
          </a:p>
        </p:txBody>
      </p:sp>
      <p:sp>
        <p:nvSpPr>
          <p:cNvPr id="13" name="Footer Placeholder 1"/>
          <p:cNvSpPr txBox="1">
            <a:spLocks/>
          </p:cNvSpPr>
          <p:nvPr/>
        </p:nvSpPr>
        <p:spPr>
          <a:xfrm>
            <a:off x="4191000" y="65087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002139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fade">
                                      <p:cBhvr>
                                        <p:cTn id="23" dur="500"/>
                                        <p:tgtEl>
                                          <p:spTgt spid="18"/>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fade">
                                      <p:cBhvr>
                                        <p:cTn id="30" dur="500"/>
                                        <p:tgtEl>
                                          <p:spTgt spid="14"/>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fade">
                                      <p:cBhvr>
                                        <p:cTn id="3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animBg="1"/>
      <p:bldP spid="5" grpId="0" animBg="1"/>
      <p:bldP spid="8" grpId="0"/>
      <p:bldP spid="9" grpId="0"/>
      <p:bldP spid="14" grpId="0"/>
      <p:bldP spid="15" grpId="0"/>
      <p:bldP spid="17" grpId="0"/>
      <p:bldP spid="18"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Pentagon 5"/>
          <p:cNvSpPr/>
          <p:nvPr/>
        </p:nvSpPr>
        <p:spPr>
          <a:xfrm>
            <a:off x="5090576" y="3331511"/>
            <a:ext cx="3465576" cy="457200"/>
          </a:xfrm>
          <a:prstGeom prst="homePlate">
            <a:avLst/>
          </a:prstGeom>
          <a:solidFill>
            <a:srgbClr val="C0000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 name="Pentagon 4"/>
          <p:cNvSpPr/>
          <p:nvPr/>
        </p:nvSpPr>
        <p:spPr>
          <a:xfrm>
            <a:off x="1908464" y="3331511"/>
            <a:ext cx="3465576" cy="457200"/>
          </a:xfrm>
          <a:prstGeom prst="homePlate">
            <a:avLst/>
          </a:prstGeom>
          <a:solidFill>
            <a:srgbClr val="00206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 name="Rectangle 7"/>
          <p:cNvSpPr/>
          <p:nvPr/>
        </p:nvSpPr>
        <p:spPr>
          <a:xfrm>
            <a:off x="3079037" y="4009796"/>
            <a:ext cx="1124430" cy="1169551"/>
          </a:xfrm>
          <a:prstGeom prst="rect">
            <a:avLst/>
          </a:prstGeom>
          <a:noFill/>
          <a:ln>
            <a:noFill/>
          </a:ln>
        </p:spPr>
        <p:txBody>
          <a:bodyPr wrap="square" lIns="91440" tIns="45720" rIns="91440" bIns="45720">
            <a:spAutoFit/>
          </a:bodyPr>
          <a:lstStyle/>
          <a:p>
            <a:pPr algn="ctr" fontAlgn="auto">
              <a:spcBef>
                <a:spcPts val="0"/>
              </a:spcBef>
              <a:spcAft>
                <a:spcPts val="0"/>
              </a:spcAft>
            </a:pPr>
            <a:r>
              <a:rPr lang="en-US" sz="7000" b="1" dirty="0" smtClean="0">
                <a:ln w="0"/>
                <a:solidFill>
                  <a:srgbClr val="002060"/>
                </a:solidFill>
                <a:latin typeface="FontAwesome" pitchFamily="2" charset="0"/>
              </a:rPr>
              <a:t>4</a:t>
            </a:r>
            <a:endParaRPr lang="en-US" sz="7000" b="1" dirty="0">
              <a:ln w="0"/>
              <a:solidFill>
                <a:srgbClr val="002060"/>
              </a:solidFill>
              <a:latin typeface="Calibri" panose="020F0502020204030204"/>
            </a:endParaRPr>
          </a:p>
        </p:txBody>
      </p:sp>
      <p:sp>
        <p:nvSpPr>
          <p:cNvPr id="9" name="TextBox 8"/>
          <p:cNvSpPr txBox="1"/>
          <p:nvPr/>
        </p:nvSpPr>
        <p:spPr>
          <a:xfrm>
            <a:off x="1683328" y="2154780"/>
            <a:ext cx="3655860" cy="1077218"/>
          </a:xfrm>
          <a:prstGeom prst="rect">
            <a:avLst/>
          </a:prstGeom>
          <a:noFill/>
          <a:ln>
            <a:noFill/>
          </a:ln>
        </p:spPr>
        <p:txBody>
          <a:bodyPr wrap="square" rtlCol="0">
            <a:spAutoFit/>
          </a:bodyPr>
          <a:lstStyle/>
          <a:p>
            <a:pPr algn="ctr" fontAlgn="auto">
              <a:spcBef>
                <a:spcPts val="0"/>
              </a:spcBef>
              <a:spcAft>
                <a:spcPts val="0"/>
              </a:spcAft>
            </a:pPr>
            <a:r>
              <a:rPr lang="ar-JO" sz="3200" b="1" dirty="0"/>
              <a:t>الانفجار السكاني والمعرفي</a:t>
            </a:r>
            <a:endParaRPr lang="en-US" sz="3200" b="1" dirty="0" smtClean="0">
              <a:solidFill>
                <a:prstClr val="black">
                  <a:lumMod val="65000"/>
                  <a:lumOff val="35000"/>
                </a:prstClr>
              </a:solidFill>
              <a:latin typeface="Raleway" panose="020B0503030101060003" pitchFamily="34" charset="0"/>
            </a:endParaRPr>
          </a:p>
        </p:txBody>
      </p:sp>
      <p:sp>
        <p:nvSpPr>
          <p:cNvPr id="17" name="Rectangle 16"/>
          <p:cNvSpPr/>
          <p:nvPr/>
        </p:nvSpPr>
        <p:spPr>
          <a:xfrm>
            <a:off x="6299249" y="1945624"/>
            <a:ext cx="1124430" cy="1169551"/>
          </a:xfrm>
          <a:prstGeom prst="rect">
            <a:avLst/>
          </a:prstGeom>
          <a:noFill/>
          <a:ln>
            <a:noFill/>
          </a:ln>
        </p:spPr>
        <p:txBody>
          <a:bodyPr wrap="square" lIns="91440" tIns="45720" rIns="91440" bIns="45720">
            <a:spAutoFit/>
          </a:bodyPr>
          <a:lstStyle/>
          <a:p>
            <a:pPr algn="ctr" fontAlgn="auto">
              <a:spcBef>
                <a:spcPts val="0"/>
              </a:spcBef>
              <a:spcAft>
                <a:spcPts val="0"/>
              </a:spcAft>
            </a:pPr>
            <a:r>
              <a:rPr lang="en-US" sz="7000" b="1" dirty="0" smtClean="0">
                <a:ln w="0"/>
                <a:solidFill>
                  <a:srgbClr val="C00000"/>
                </a:solidFill>
                <a:latin typeface="FontAwesome" pitchFamily="2" charset="0"/>
              </a:rPr>
              <a:t>5</a:t>
            </a:r>
            <a:endParaRPr lang="en-US" sz="7000" b="1" dirty="0">
              <a:ln w="0"/>
              <a:solidFill>
                <a:srgbClr val="C00000"/>
              </a:solidFill>
              <a:latin typeface="Calibri" panose="020F0502020204030204"/>
            </a:endParaRPr>
          </a:p>
        </p:txBody>
      </p:sp>
      <p:sp>
        <p:nvSpPr>
          <p:cNvPr id="18" name="TextBox 17"/>
          <p:cNvSpPr txBox="1"/>
          <p:nvPr/>
        </p:nvSpPr>
        <p:spPr>
          <a:xfrm>
            <a:off x="4800601" y="4268063"/>
            <a:ext cx="3755552" cy="1077218"/>
          </a:xfrm>
          <a:prstGeom prst="rect">
            <a:avLst/>
          </a:prstGeom>
          <a:noFill/>
          <a:ln>
            <a:noFill/>
          </a:ln>
        </p:spPr>
        <p:txBody>
          <a:bodyPr wrap="square" rtlCol="0">
            <a:spAutoFit/>
          </a:bodyPr>
          <a:lstStyle/>
          <a:p>
            <a:pPr algn="ctr" fontAlgn="auto">
              <a:spcBef>
                <a:spcPts val="0"/>
              </a:spcBef>
              <a:spcAft>
                <a:spcPts val="0"/>
              </a:spcAft>
            </a:pPr>
            <a:r>
              <a:rPr lang="ar-JO" sz="3200" b="1" dirty="0"/>
              <a:t>مبرر ذوي الاحتياجات الخاصة</a:t>
            </a:r>
            <a:endParaRPr lang="en-US" sz="3200" b="1" dirty="0" smtClean="0">
              <a:solidFill>
                <a:prstClr val="black">
                  <a:lumMod val="65000"/>
                  <a:lumOff val="35000"/>
                </a:prstClr>
              </a:solidFill>
              <a:latin typeface="Raleway" panose="020B0503030101060003" pitchFamily="34" charset="0"/>
            </a:endParaRPr>
          </a:p>
        </p:txBody>
      </p:sp>
      <p:sp>
        <p:nvSpPr>
          <p:cNvPr id="21" name="Title 2"/>
          <p:cNvSpPr txBox="1">
            <a:spLocks/>
          </p:cNvSpPr>
          <p:nvPr/>
        </p:nvSpPr>
        <p:spPr>
          <a:xfrm>
            <a:off x="665018" y="460208"/>
            <a:ext cx="11159837" cy="955377"/>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marL="742950" indent="-742950" algn="r" rtl="1" fontAlgn="auto">
              <a:spcAft>
                <a:spcPts val="0"/>
              </a:spcAft>
              <a:buFont typeface="+mj-lt"/>
              <a:buAutoNum type="arabicPeriod" startAt="6"/>
              <a:defRPr/>
            </a:pPr>
            <a:r>
              <a:rPr lang="ar-SA" sz="4000" u="sng" dirty="0">
                <a:cs typeface="+mn-cs"/>
              </a:rPr>
              <a:t>مبررات ودواعي استخدام المستحدثات التكنولوجية في التعليم</a:t>
            </a:r>
            <a:endParaRPr lang="en-US" sz="4000" u="sng" dirty="0">
              <a:solidFill>
                <a:prstClr val="black">
                  <a:lumMod val="65000"/>
                  <a:lumOff val="35000"/>
                </a:prstClr>
              </a:solidFill>
              <a:cs typeface="+mn-cs"/>
            </a:endParaRPr>
          </a:p>
        </p:txBody>
      </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0807794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fade">
                                      <p:cBhvr>
                                        <p:cTn id="23"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 grpId="0" animBg="1"/>
      <p:bldP spid="8" grpId="0"/>
      <p:bldP spid="9" grpId="0"/>
      <p:bldP spid="17" grpId="0"/>
      <p:bldP spid="18"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0" y="782670"/>
            <a:ext cx="12192000" cy="954107"/>
          </a:xfrm>
          <a:prstGeom prst="rect">
            <a:avLst/>
          </a:prstGeom>
        </p:spPr>
        <p:txBody>
          <a:bodyPr wrap="square">
            <a:spAutoFit/>
          </a:bodyPr>
          <a:lstStyle/>
          <a:p>
            <a:pPr algn="ctr" rtl="1"/>
            <a:r>
              <a:rPr lang="ar-SA" sz="2800" b="1" dirty="0">
                <a:solidFill>
                  <a:schemeClr val="bg2">
                    <a:lumMod val="50000"/>
                  </a:schemeClr>
                </a:solidFill>
              </a:rPr>
              <a:t>كان لاستخدام المستحدثات التكنولوجية تأثير إيجابي ودور هام في النظام التعليمي، ويمكن نلحظ ذلك التأثير في النواحي الآتية (الخياط والعجمعي، 2001: 265): </a:t>
            </a:r>
            <a:endParaRPr lang="en-US" sz="2800" b="1" dirty="0">
              <a:solidFill>
                <a:schemeClr val="bg2">
                  <a:lumMod val="50000"/>
                </a:schemeClr>
              </a:solidFill>
            </a:endParaRPr>
          </a:p>
        </p:txBody>
      </p:sp>
      <p:sp>
        <p:nvSpPr>
          <p:cNvPr id="8" name="TextBox 7"/>
          <p:cNvSpPr txBox="1"/>
          <p:nvPr/>
        </p:nvSpPr>
        <p:spPr>
          <a:xfrm>
            <a:off x="2189016" y="161471"/>
            <a:ext cx="9393382" cy="584775"/>
          </a:xfrm>
          <a:prstGeom prst="rect">
            <a:avLst/>
          </a:prstGeom>
          <a:noFill/>
        </p:spPr>
        <p:txBody>
          <a:bodyPr wrap="square" rtlCol="0">
            <a:spAutoFit/>
          </a:bodyPr>
          <a:lstStyle/>
          <a:p>
            <a:pPr marL="514350" indent="-514350" algn="r" rtl="1">
              <a:buFont typeface="+mj-lt"/>
              <a:buAutoNum type="arabicPeriod" startAt="7"/>
            </a:pPr>
            <a:r>
              <a:rPr lang="ar-JO" sz="3200" b="1" u="sng" dirty="0"/>
              <a:t>تأثير</a:t>
            </a:r>
            <a:r>
              <a:rPr lang="ar-SA" sz="3200" b="1" u="sng" dirty="0"/>
              <a:t> استخدام المستحدثات التكنولوجية على المنظومة التعليمية </a:t>
            </a:r>
            <a:endParaRPr lang="en-US" sz="3200" u="sng" dirty="0">
              <a:solidFill>
                <a:srgbClr val="1B6AA3"/>
              </a:solidFill>
            </a:endParaRPr>
          </a:p>
        </p:txBody>
      </p:sp>
      <p:sp>
        <p:nvSpPr>
          <p:cNvPr id="10" name="TextBox 9"/>
          <p:cNvSpPr txBox="1"/>
          <p:nvPr/>
        </p:nvSpPr>
        <p:spPr>
          <a:xfrm>
            <a:off x="6768464" y="2795090"/>
            <a:ext cx="4923930" cy="584775"/>
          </a:xfrm>
          <a:prstGeom prst="rect">
            <a:avLst/>
          </a:prstGeom>
          <a:noFill/>
        </p:spPr>
        <p:txBody>
          <a:bodyPr wrap="square" rtlCol="0">
            <a:spAutoFit/>
          </a:bodyPr>
          <a:lstStyle/>
          <a:p>
            <a:pPr rtl="1"/>
            <a:r>
              <a:rPr lang="ar-SA" sz="3200" b="1" dirty="0"/>
              <a:t>فلسفة التعليم</a:t>
            </a:r>
            <a:endParaRPr lang="en-US" sz="3200" dirty="0"/>
          </a:p>
        </p:txBody>
      </p:sp>
      <p:sp>
        <p:nvSpPr>
          <p:cNvPr id="3" name="Rectangle 2"/>
          <p:cNvSpPr/>
          <p:nvPr/>
        </p:nvSpPr>
        <p:spPr>
          <a:xfrm>
            <a:off x="6036944" y="1939934"/>
            <a:ext cx="104775" cy="4141552"/>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 name="Oval 3"/>
          <p:cNvSpPr/>
          <p:nvPr/>
        </p:nvSpPr>
        <p:spPr>
          <a:xfrm>
            <a:off x="5671184" y="2890995"/>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b="1" dirty="0">
                <a:solidFill>
                  <a:prstClr val="white"/>
                </a:solidFill>
              </a:rPr>
              <a:t>1</a:t>
            </a:r>
            <a:endParaRPr lang="en-US" b="1" dirty="0">
              <a:solidFill>
                <a:prstClr val="white"/>
              </a:solidFill>
            </a:endParaRPr>
          </a:p>
        </p:txBody>
      </p:sp>
      <p:sp>
        <p:nvSpPr>
          <p:cNvPr id="11" name="Oval 10"/>
          <p:cNvSpPr/>
          <p:nvPr/>
        </p:nvSpPr>
        <p:spPr>
          <a:xfrm>
            <a:off x="5671184" y="4573576"/>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b="1" dirty="0" smtClean="0">
                <a:solidFill>
                  <a:prstClr val="white"/>
                </a:solidFill>
              </a:rPr>
              <a:t>2</a:t>
            </a:r>
            <a:endParaRPr lang="en-US" b="1" dirty="0">
              <a:solidFill>
                <a:prstClr val="white"/>
              </a:solidFill>
            </a:endParaRPr>
          </a:p>
        </p:txBody>
      </p:sp>
      <p:sp>
        <p:nvSpPr>
          <p:cNvPr id="17" name="TextBox 16"/>
          <p:cNvSpPr txBox="1"/>
          <p:nvPr/>
        </p:nvSpPr>
        <p:spPr>
          <a:xfrm>
            <a:off x="2548114" y="4776733"/>
            <a:ext cx="3123070" cy="584775"/>
          </a:xfrm>
          <a:prstGeom prst="rect">
            <a:avLst/>
          </a:prstGeom>
          <a:noFill/>
        </p:spPr>
        <p:txBody>
          <a:bodyPr wrap="square" rtlCol="0">
            <a:spAutoFit/>
          </a:bodyPr>
          <a:lstStyle/>
          <a:p>
            <a:pPr algn="ctr" fontAlgn="auto">
              <a:spcBef>
                <a:spcPts val="0"/>
              </a:spcBef>
              <a:spcAft>
                <a:spcPts val="0"/>
              </a:spcAft>
            </a:pPr>
            <a:r>
              <a:rPr lang="ar-SA" sz="3200" b="1" dirty="0"/>
              <a:t>تغير دور المعلم</a:t>
            </a:r>
            <a:endParaRPr lang="en-US" sz="3200" dirty="0">
              <a:solidFill>
                <a:srgbClr val="17406D">
                  <a:lumMod val="50000"/>
                </a:srgbClr>
              </a:solidFill>
              <a:latin typeface="Bebas Neue" panose="020B0606020202050201" pitchFamily="34" charset="0"/>
            </a:endParaRPr>
          </a:p>
        </p:txBody>
      </p:sp>
      <p:sp>
        <p:nvSpPr>
          <p:cNvPr id="21" name="Oval 20"/>
          <p:cNvSpPr/>
          <p:nvPr/>
        </p:nvSpPr>
        <p:spPr>
          <a:xfrm>
            <a:off x="5997891" y="1809024"/>
            <a:ext cx="182880" cy="18288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570913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500" fill="hold"/>
                                        <p:tgtEl>
                                          <p:spTgt spid="11"/>
                                        </p:tgtEl>
                                        <p:attrNameLst>
                                          <p:attrName>ppt_x</p:attrName>
                                        </p:attrNameLst>
                                      </p:cBhvr>
                                      <p:tavLst>
                                        <p:tav tm="0">
                                          <p:val>
                                            <p:strVal val="#ppt_x"/>
                                          </p:val>
                                        </p:tav>
                                        <p:tav tm="100000">
                                          <p:val>
                                            <p:strVal val="#ppt_x"/>
                                          </p:val>
                                        </p:tav>
                                      </p:tavLst>
                                    </p:anim>
                                    <p:anim calcmode="lin" valueType="num">
                                      <p:cBhvr additive="base">
                                        <p:cTn id="13"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6036944" y="1939934"/>
            <a:ext cx="104775" cy="4141552"/>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 name="Rectangle 6"/>
          <p:cNvSpPr/>
          <p:nvPr/>
        </p:nvSpPr>
        <p:spPr>
          <a:xfrm>
            <a:off x="277609" y="746246"/>
            <a:ext cx="12192000" cy="954107"/>
          </a:xfrm>
          <a:prstGeom prst="rect">
            <a:avLst/>
          </a:prstGeom>
        </p:spPr>
        <p:txBody>
          <a:bodyPr wrap="square">
            <a:spAutoFit/>
          </a:bodyPr>
          <a:lstStyle/>
          <a:p>
            <a:pPr algn="ctr" rtl="1"/>
            <a:r>
              <a:rPr lang="ar-SA" sz="2800" b="1" dirty="0">
                <a:solidFill>
                  <a:schemeClr val="bg2">
                    <a:lumMod val="50000"/>
                  </a:schemeClr>
                </a:solidFill>
              </a:rPr>
              <a:t>كان لاستخدام المستحدثات التكنولوجية تأثير إيجابي ودور هام في النظام التعليمي، ويمكن نلحظ ذلك التأثير في النواحي الآتية (الخياط والعجمعي، 2001: 265): </a:t>
            </a:r>
            <a:endParaRPr lang="en-US" sz="2800" b="1" dirty="0">
              <a:solidFill>
                <a:schemeClr val="bg2">
                  <a:lumMod val="50000"/>
                </a:schemeClr>
              </a:solidFill>
            </a:endParaRPr>
          </a:p>
        </p:txBody>
      </p:sp>
      <p:sp>
        <p:nvSpPr>
          <p:cNvPr id="8" name="TextBox 7"/>
          <p:cNvSpPr txBox="1"/>
          <p:nvPr/>
        </p:nvSpPr>
        <p:spPr>
          <a:xfrm>
            <a:off x="2189016" y="161471"/>
            <a:ext cx="9393382" cy="584775"/>
          </a:xfrm>
          <a:prstGeom prst="rect">
            <a:avLst/>
          </a:prstGeom>
          <a:noFill/>
        </p:spPr>
        <p:txBody>
          <a:bodyPr wrap="square" rtlCol="0">
            <a:spAutoFit/>
          </a:bodyPr>
          <a:lstStyle/>
          <a:p>
            <a:pPr marL="514350" indent="-514350" algn="r" rtl="1">
              <a:buFont typeface="+mj-lt"/>
              <a:buAutoNum type="arabicPeriod" startAt="7"/>
            </a:pPr>
            <a:r>
              <a:rPr lang="ar-JO" sz="3200" b="1" u="sng" dirty="0"/>
              <a:t>تأثير</a:t>
            </a:r>
            <a:r>
              <a:rPr lang="ar-SA" sz="3200" b="1" u="sng" dirty="0"/>
              <a:t> استخدام المستحدثات التكنولوجية على المنظومة التعليمية </a:t>
            </a:r>
            <a:endParaRPr lang="en-US" sz="3200" u="sng" dirty="0">
              <a:solidFill>
                <a:srgbClr val="1B6AA3"/>
              </a:solidFill>
            </a:endParaRPr>
          </a:p>
        </p:txBody>
      </p:sp>
      <p:sp>
        <p:nvSpPr>
          <p:cNvPr id="12" name="TextBox 11"/>
          <p:cNvSpPr txBox="1"/>
          <p:nvPr/>
        </p:nvSpPr>
        <p:spPr>
          <a:xfrm>
            <a:off x="6373609" y="1835163"/>
            <a:ext cx="2730781" cy="584775"/>
          </a:xfrm>
          <a:prstGeom prst="rect">
            <a:avLst/>
          </a:prstGeom>
          <a:noFill/>
        </p:spPr>
        <p:txBody>
          <a:bodyPr wrap="square" rtlCol="0">
            <a:spAutoFit/>
          </a:bodyPr>
          <a:lstStyle/>
          <a:p>
            <a:pPr algn="ctr" fontAlgn="auto">
              <a:spcBef>
                <a:spcPts val="0"/>
              </a:spcBef>
              <a:spcAft>
                <a:spcPts val="0"/>
              </a:spcAft>
            </a:pPr>
            <a:r>
              <a:rPr lang="ar-SA" sz="3200" b="1" dirty="0"/>
              <a:t>تغير دور المتعلم</a:t>
            </a:r>
            <a:endParaRPr lang="en-US" sz="3200" dirty="0">
              <a:solidFill>
                <a:srgbClr val="17406D">
                  <a:lumMod val="50000"/>
                </a:srgbClr>
              </a:solidFill>
              <a:latin typeface="Bebas Neue" panose="020B0606020202050201" pitchFamily="34" charset="0"/>
            </a:endParaRPr>
          </a:p>
        </p:txBody>
      </p:sp>
      <p:sp>
        <p:nvSpPr>
          <p:cNvPr id="13" name="Oval 12"/>
          <p:cNvSpPr/>
          <p:nvPr/>
        </p:nvSpPr>
        <p:spPr>
          <a:xfrm>
            <a:off x="5750933" y="1802135"/>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b="1" dirty="0" smtClean="0">
                <a:solidFill>
                  <a:prstClr val="white"/>
                </a:solidFill>
              </a:rPr>
              <a:t>3</a:t>
            </a:r>
            <a:endParaRPr lang="en-US" b="1" dirty="0">
              <a:solidFill>
                <a:prstClr val="white"/>
              </a:solidFill>
            </a:endParaRPr>
          </a:p>
        </p:txBody>
      </p:sp>
      <p:sp>
        <p:nvSpPr>
          <p:cNvPr id="14" name="Oval 13"/>
          <p:cNvSpPr/>
          <p:nvPr/>
        </p:nvSpPr>
        <p:spPr>
          <a:xfrm>
            <a:off x="5750933" y="2890995"/>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b="1" dirty="0" smtClean="0">
                <a:solidFill>
                  <a:prstClr val="white"/>
                </a:solidFill>
              </a:rPr>
              <a:t>4</a:t>
            </a:r>
            <a:endParaRPr lang="en-US" b="1" dirty="0">
              <a:solidFill>
                <a:prstClr val="white"/>
              </a:solidFill>
            </a:endParaRPr>
          </a:p>
        </p:txBody>
      </p:sp>
      <p:sp>
        <p:nvSpPr>
          <p:cNvPr id="15" name="Oval 14"/>
          <p:cNvSpPr/>
          <p:nvPr/>
        </p:nvSpPr>
        <p:spPr>
          <a:xfrm>
            <a:off x="5750933" y="3979855"/>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b="1" dirty="0" smtClean="0">
                <a:solidFill>
                  <a:prstClr val="white"/>
                </a:solidFill>
              </a:rPr>
              <a:t>5</a:t>
            </a:r>
            <a:endParaRPr lang="en-US" b="1" dirty="0">
              <a:solidFill>
                <a:prstClr val="white"/>
              </a:solidFill>
            </a:endParaRPr>
          </a:p>
        </p:txBody>
      </p:sp>
      <p:sp>
        <p:nvSpPr>
          <p:cNvPr id="16" name="TextBox 15"/>
          <p:cNvSpPr txBox="1"/>
          <p:nvPr/>
        </p:nvSpPr>
        <p:spPr>
          <a:xfrm>
            <a:off x="6482453" y="4019267"/>
            <a:ext cx="3634249" cy="1077218"/>
          </a:xfrm>
          <a:prstGeom prst="rect">
            <a:avLst/>
          </a:prstGeom>
          <a:noFill/>
        </p:spPr>
        <p:txBody>
          <a:bodyPr wrap="square" rtlCol="0">
            <a:spAutoFit/>
          </a:bodyPr>
          <a:lstStyle/>
          <a:p>
            <a:pPr algn="ctr" fontAlgn="auto">
              <a:spcBef>
                <a:spcPts val="0"/>
              </a:spcBef>
              <a:spcAft>
                <a:spcPts val="0"/>
              </a:spcAft>
            </a:pPr>
            <a:r>
              <a:rPr lang="ar-SA" sz="3200" b="1" dirty="0"/>
              <a:t>تغيير معالجات التدريس واستراتيجياته</a:t>
            </a:r>
            <a:endParaRPr lang="en-US" sz="3200" dirty="0">
              <a:solidFill>
                <a:srgbClr val="17406D">
                  <a:lumMod val="50000"/>
                </a:srgbClr>
              </a:solidFill>
              <a:latin typeface="Bebas Neue" panose="020B0606020202050201" pitchFamily="34" charset="0"/>
            </a:endParaRPr>
          </a:p>
        </p:txBody>
      </p:sp>
      <p:sp>
        <p:nvSpPr>
          <p:cNvPr id="18" name="TextBox 17"/>
          <p:cNvSpPr txBox="1"/>
          <p:nvPr/>
        </p:nvSpPr>
        <p:spPr>
          <a:xfrm>
            <a:off x="2683678" y="2944679"/>
            <a:ext cx="2895573" cy="584775"/>
          </a:xfrm>
          <a:prstGeom prst="rect">
            <a:avLst/>
          </a:prstGeom>
          <a:noFill/>
        </p:spPr>
        <p:txBody>
          <a:bodyPr wrap="square" rtlCol="0">
            <a:spAutoFit/>
          </a:bodyPr>
          <a:lstStyle/>
          <a:p>
            <a:pPr algn="ctr" fontAlgn="auto">
              <a:spcBef>
                <a:spcPts val="0"/>
              </a:spcBef>
              <a:spcAft>
                <a:spcPts val="0"/>
              </a:spcAft>
            </a:pPr>
            <a:r>
              <a:rPr lang="ar-SA" sz="3200" b="1" dirty="0"/>
              <a:t>تغيير أهداف المنهج</a:t>
            </a:r>
            <a:endParaRPr lang="en-US" sz="3200" dirty="0">
              <a:solidFill>
                <a:srgbClr val="17406D">
                  <a:lumMod val="50000"/>
                </a:srgbClr>
              </a:solidFill>
              <a:latin typeface="Bebas Neue" panose="020B0606020202050201" pitchFamily="34" charset="0"/>
            </a:endParaRPr>
          </a:p>
        </p:txBody>
      </p:sp>
      <p:sp>
        <p:nvSpPr>
          <p:cNvPr id="19" name="Oval 18"/>
          <p:cNvSpPr/>
          <p:nvPr/>
        </p:nvSpPr>
        <p:spPr>
          <a:xfrm>
            <a:off x="5754159" y="5162876"/>
            <a:ext cx="731520" cy="73152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b="1" dirty="0" smtClean="0">
                <a:solidFill>
                  <a:prstClr val="white"/>
                </a:solidFill>
              </a:rPr>
              <a:t>6</a:t>
            </a:r>
            <a:endParaRPr lang="en-US" b="1" dirty="0">
              <a:solidFill>
                <a:prstClr val="white"/>
              </a:solidFill>
            </a:endParaRPr>
          </a:p>
        </p:txBody>
      </p:sp>
      <p:sp>
        <p:nvSpPr>
          <p:cNvPr id="20" name="TextBox 19"/>
          <p:cNvSpPr txBox="1"/>
          <p:nvPr/>
        </p:nvSpPr>
        <p:spPr>
          <a:xfrm>
            <a:off x="1373719" y="5309621"/>
            <a:ext cx="4377214" cy="584775"/>
          </a:xfrm>
          <a:prstGeom prst="rect">
            <a:avLst/>
          </a:prstGeom>
          <a:noFill/>
        </p:spPr>
        <p:txBody>
          <a:bodyPr wrap="square" rtlCol="0">
            <a:spAutoFit/>
          </a:bodyPr>
          <a:lstStyle/>
          <a:p>
            <a:pPr algn="ctr" fontAlgn="auto">
              <a:spcBef>
                <a:spcPts val="0"/>
              </a:spcBef>
              <a:spcAft>
                <a:spcPts val="0"/>
              </a:spcAft>
            </a:pPr>
            <a:r>
              <a:rPr lang="ar-SA" sz="3200" b="1" dirty="0"/>
              <a:t>تطور مفهوم الوسائل التعليمية</a:t>
            </a:r>
            <a:endParaRPr lang="en-US" sz="3200" dirty="0">
              <a:solidFill>
                <a:srgbClr val="17406D">
                  <a:lumMod val="50000"/>
                </a:srgbClr>
              </a:solidFill>
              <a:latin typeface="Bebas Neue" panose="020B0606020202050201" pitchFamily="34" charset="0"/>
            </a:endParaRPr>
          </a:p>
        </p:txBody>
      </p:sp>
      <p:sp>
        <p:nvSpPr>
          <p:cNvPr id="22" name="Oval 21"/>
          <p:cNvSpPr/>
          <p:nvPr/>
        </p:nvSpPr>
        <p:spPr>
          <a:xfrm>
            <a:off x="5983344" y="5999721"/>
            <a:ext cx="182880" cy="18288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7464094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additive="base">
                                        <p:cTn id="12" dur="500" fill="hold"/>
                                        <p:tgtEl>
                                          <p:spTgt spid="14"/>
                                        </p:tgtEl>
                                        <p:attrNameLst>
                                          <p:attrName>ppt_x</p:attrName>
                                        </p:attrNameLst>
                                      </p:cBhvr>
                                      <p:tavLst>
                                        <p:tav tm="0">
                                          <p:val>
                                            <p:strVal val="#ppt_x"/>
                                          </p:val>
                                        </p:tav>
                                        <p:tav tm="100000">
                                          <p:val>
                                            <p:strVal val="#ppt_x"/>
                                          </p:val>
                                        </p:tav>
                                      </p:tavLst>
                                    </p:anim>
                                    <p:anim calcmode="lin" valueType="num">
                                      <p:cBhvr additive="base">
                                        <p:cTn id="13" dur="500" fill="hold"/>
                                        <p:tgtEl>
                                          <p:spTgt spid="14"/>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additive="base">
                                        <p:cTn id="17" dur="500" fill="hold"/>
                                        <p:tgtEl>
                                          <p:spTgt spid="15"/>
                                        </p:tgtEl>
                                        <p:attrNameLst>
                                          <p:attrName>ppt_x</p:attrName>
                                        </p:attrNameLst>
                                      </p:cBhvr>
                                      <p:tavLst>
                                        <p:tav tm="0">
                                          <p:val>
                                            <p:strVal val="#ppt_x"/>
                                          </p:val>
                                        </p:tav>
                                        <p:tav tm="100000">
                                          <p:val>
                                            <p:strVal val="#ppt_x"/>
                                          </p:val>
                                        </p:tav>
                                      </p:tavLst>
                                    </p:anim>
                                    <p:anim calcmode="lin" valueType="num">
                                      <p:cBhvr additive="base">
                                        <p:cTn id="18" dur="500" fill="hold"/>
                                        <p:tgtEl>
                                          <p:spTgt spid="15"/>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additive="base">
                                        <p:cTn id="22" dur="500" fill="hold"/>
                                        <p:tgtEl>
                                          <p:spTgt spid="19"/>
                                        </p:tgtEl>
                                        <p:attrNameLst>
                                          <p:attrName>ppt_x</p:attrName>
                                        </p:attrNameLst>
                                      </p:cBhvr>
                                      <p:tavLst>
                                        <p:tav tm="0">
                                          <p:val>
                                            <p:strVal val="#ppt_x"/>
                                          </p:val>
                                        </p:tav>
                                        <p:tav tm="100000">
                                          <p:val>
                                            <p:strVal val="#ppt_x"/>
                                          </p:val>
                                        </p:tav>
                                      </p:tavLst>
                                    </p:anim>
                                    <p:anim calcmode="lin" valueType="num">
                                      <p:cBhvr additive="base">
                                        <p:cTn id="23"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9"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644235" y="346366"/>
            <a:ext cx="11159837" cy="828098"/>
          </a:xfrm>
        </p:spPr>
        <p:txBody>
          <a:bodyPr>
            <a:normAutofit fontScale="90000"/>
          </a:bodyPr>
          <a:lstStyle/>
          <a:p>
            <a:pPr marL="742950" lvl="0" indent="-742950" algn="r" rtl="1">
              <a:buFont typeface="+mj-lt"/>
              <a:buAutoNum type="arabicPeriod" startAt="8"/>
            </a:pPr>
            <a:r>
              <a:rPr lang="ar-SA" u="sng" dirty="0">
                <a:solidFill>
                  <a:schemeClr val="tx1"/>
                </a:solidFill>
              </a:rPr>
              <a:t>أهمية المستحدثات التكنولوجية فى تطوير الممارسات التعليمية</a:t>
            </a:r>
            <a:endParaRPr lang="en-US" u="sng" dirty="0">
              <a:solidFill>
                <a:schemeClr val="tx1"/>
              </a:solidFill>
            </a:endParaRPr>
          </a:p>
        </p:txBody>
      </p:sp>
      <p:grpSp>
        <p:nvGrpSpPr>
          <p:cNvPr id="228" name="Group 227"/>
          <p:cNvGrpSpPr/>
          <p:nvPr/>
        </p:nvGrpSpPr>
        <p:grpSpPr>
          <a:xfrm>
            <a:off x="1881118" y="1679121"/>
            <a:ext cx="2089231" cy="4401642"/>
            <a:chOff x="2701175" y="2061936"/>
            <a:chExt cx="1772241" cy="3733800"/>
          </a:xfrm>
        </p:grpSpPr>
        <p:pic>
          <p:nvPicPr>
            <p:cNvPr id="6"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10996" y="5414736"/>
              <a:ext cx="16192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Freeform 130"/>
            <p:cNvSpPr>
              <a:spLocks/>
            </p:cNvSpPr>
            <p:nvPr/>
          </p:nvSpPr>
          <p:spPr bwMode="auto">
            <a:xfrm>
              <a:off x="3095171" y="5316311"/>
              <a:ext cx="431800" cy="203200"/>
            </a:xfrm>
            <a:custGeom>
              <a:avLst/>
              <a:gdLst>
                <a:gd name="T0" fmla="*/ 272 w 272"/>
                <a:gd name="T1" fmla="*/ 54 h 128"/>
                <a:gd name="T2" fmla="*/ 4 w 272"/>
                <a:gd name="T3" fmla="*/ 128 h 128"/>
                <a:gd name="T4" fmla="*/ 0 w 272"/>
                <a:gd name="T5" fmla="*/ 118 h 128"/>
                <a:gd name="T6" fmla="*/ 272 w 272"/>
                <a:gd name="T7" fmla="*/ 0 h 128"/>
                <a:gd name="T8" fmla="*/ 272 w 272"/>
                <a:gd name="T9" fmla="*/ 54 h 128"/>
              </a:gdLst>
              <a:ahLst/>
              <a:cxnLst>
                <a:cxn ang="0">
                  <a:pos x="T0" y="T1"/>
                </a:cxn>
                <a:cxn ang="0">
                  <a:pos x="T2" y="T3"/>
                </a:cxn>
                <a:cxn ang="0">
                  <a:pos x="T4" y="T5"/>
                </a:cxn>
                <a:cxn ang="0">
                  <a:pos x="T6" y="T7"/>
                </a:cxn>
                <a:cxn ang="0">
                  <a:pos x="T8" y="T9"/>
                </a:cxn>
              </a:cxnLst>
              <a:rect l="0" t="0" r="r" b="b"/>
              <a:pathLst>
                <a:path w="272" h="128">
                  <a:moveTo>
                    <a:pt x="272" y="54"/>
                  </a:moveTo>
                  <a:lnTo>
                    <a:pt x="4" y="128"/>
                  </a:lnTo>
                  <a:lnTo>
                    <a:pt x="0" y="118"/>
                  </a:lnTo>
                  <a:lnTo>
                    <a:pt x="272" y="0"/>
                  </a:lnTo>
                  <a:lnTo>
                    <a:pt x="272" y="54"/>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 name="Freeform 131"/>
            <p:cNvSpPr>
              <a:spLocks/>
            </p:cNvSpPr>
            <p:nvPr/>
          </p:nvSpPr>
          <p:spPr bwMode="auto">
            <a:xfrm>
              <a:off x="3050721" y="5529036"/>
              <a:ext cx="117475" cy="114300"/>
            </a:xfrm>
            <a:custGeom>
              <a:avLst/>
              <a:gdLst>
                <a:gd name="T0" fmla="*/ 74 w 74"/>
                <a:gd name="T1" fmla="*/ 36 h 72"/>
                <a:gd name="T2" fmla="*/ 74 w 74"/>
                <a:gd name="T3" fmla="*/ 36 h 72"/>
                <a:gd name="T4" fmla="*/ 72 w 74"/>
                <a:gd name="T5" fmla="*/ 44 h 72"/>
                <a:gd name="T6" fmla="*/ 70 w 74"/>
                <a:gd name="T7" fmla="*/ 50 h 72"/>
                <a:gd name="T8" fmla="*/ 68 w 74"/>
                <a:gd name="T9" fmla="*/ 56 h 72"/>
                <a:gd name="T10" fmla="*/ 62 w 74"/>
                <a:gd name="T11" fmla="*/ 62 h 72"/>
                <a:gd name="T12" fmla="*/ 58 w 74"/>
                <a:gd name="T13" fmla="*/ 66 h 72"/>
                <a:gd name="T14" fmla="*/ 52 w 74"/>
                <a:gd name="T15" fmla="*/ 70 h 72"/>
                <a:gd name="T16" fmla="*/ 44 w 74"/>
                <a:gd name="T17" fmla="*/ 72 h 72"/>
                <a:gd name="T18" fmla="*/ 36 w 74"/>
                <a:gd name="T19" fmla="*/ 72 h 72"/>
                <a:gd name="T20" fmla="*/ 36 w 74"/>
                <a:gd name="T21" fmla="*/ 72 h 72"/>
                <a:gd name="T22" fmla="*/ 30 w 74"/>
                <a:gd name="T23" fmla="*/ 72 h 72"/>
                <a:gd name="T24" fmla="*/ 22 w 74"/>
                <a:gd name="T25" fmla="*/ 70 h 72"/>
                <a:gd name="T26" fmla="*/ 16 w 74"/>
                <a:gd name="T27" fmla="*/ 66 h 72"/>
                <a:gd name="T28" fmla="*/ 10 w 74"/>
                <a:gd name="T29" fmla="*/ 62 h 72"/>
                <a:gd name="T30" fmla="*/ 6 w 74"/>
                <a:gd name="T31" fmla="*/ 56 h 72"/>
                <a:gd name="T32" fmla="*/ 4 w 74"/>
                <a:gd name="T33" fmla="*/ 50 h 72"/>
                <a:gd name="T34" fmla="*/ 0 w 74"/>
                <a:gd name="T35" fmla="*/ 44 h 72"/>
                <a:gd name="T36" fmla="*/ 0 w 74"/>
                <a:gd name="T37" fmla="*/ 36 h 72"/>
                <a:gd name="T38" fmla="*/ 0 w 74"/>
                <a:gd name="T39" fmla="*/ 36 h 72"/>
                <a:gd name="T40" fmla="*/ 0 w 74"/>
                <a:gd name="T41" fmla="*/ 28 h 72"/>
                <a:gd name="T42" fmla="*/ 4 w 74"/>
                <a:gd name="T43" fmla="*/ 22 h 72"/>
                <a:gd name="T44" fmla="*/ 6 w 74"/>
                <a:gd name="T45" fmla="*/ 16 h 72"/>
                <a:gd name="T46" fmla="*/ 10 w 74"/>
                <a:gd name="T47" fmla="*/ 10 h 72"/>
                <a:gd name="T48" fmla="*/ 16 w 74"/>
                <a:gd name="T49" fmla="*/ 6 h 72"/>
                <a:gd name="T50" fmla="*/ 22 w 74"/>
                <a:gd name="T51" fmla="*/ 2 h 72"/>
                <a:gd name="T52" fmla="*/ 30 w 74"/>
                <a:gd name="T53" fmla="*/ 0 h 72"/>
                <a:gd name="T54" fmla="*/ 36 w 74"/>
                <a:gd name="T55" fmla="*/ 0 h 72"/>
                <a:gd name="T56" fmla="*/ 36 w 74"/>
                <a:gd name="T57" fmla="*/ 0 h 72"/>
                <a:gd name="T58" fmla="*/ 44 w 74"/>
                <a:gd name="T59" fmla="*/ 0 h 72"/>
                <a:gd name="T60" fmla="*/ 52 w 74"/>
                <a:gd name="T61" fmla="*/ 2 h 72"/>
                <a:gd name="T62" fmla="*/ 58 w 74"/>
                <a:gd name="T63" fmla="*/ 6 h 72"/>
                <a:gd name="T64" fmla="*/ 62 w 74"/>
                <a:gd name="T65" fmla="*/ 10 h 72"/>
                <a:gd name="T66" fmla="*/ 68 w 74"/>
                <a:gd name="T67" fmla="*/ 16 h 72"/>
                <a:gd name="T68" fmla="*/ 70 w 74"/>
                <a:gd name="T69" fmla="*/ 22 h 72"/>
                <a:gd name="T70" fmla="*/ 72 w 74"/>
                <a:gd name="T71" fmla="*/ 28 h 72"/>
                <a:gd name="T72" fmla="*/ 74 w 74"/>
                <a:gd name="T73" fmla="*/ 36 h 72"/>
                <a:gd name="T74" fmla="*/ 74 w 74"/>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2">
                  <a:moveTo>
                    <a:pt x="74" y="36"/>
                  </a:moveTo>
                  <a:lnTo>
                    <a:pt x="74" y="36"/>
                  </a:lnTo>
                  <a:lnTo>
                    <a:pt x="72" y="44"/>
                  </a:lnTo>
                  <a:lnTo>
                    <a:pt x="70" y="50"/>
                  </a:lnTo>
                  <a:lnTo>
                    <a:pt x="68" y="56"/>
                  </a:lnTo>
                  <a:lnTo>
                    <a:pt x="62" y="62"/>
                  </a:lnTo>
                  <a:lnTo>
                    <a:pt x="58" y="66"/>
                  </a:lnTo>
                  <a:lnTo>
                    <a:pt x="52" y="70"/>
                  </a:lnTo>
                  <a:lnTo>
                    <a:pt x="44" y="72"/>
                  </a:lnTo>
                  <a:lnTo>
                    <a:pt x="36" y="72"/>
                  </a:lnTo>
                  <a:lnTo>
                    <a:pt x="36" y="72"/>
                  </a:lnTo>
                  <a:lnTo>
                    <a:pt x="30" y="72"/>
                  </a:lnTo>
                  <a:lnTo>
                    <a:pt x="22" y="70"/>
                  </a:lnTo>
                  <a:lnTo>
                    <a:pt x="16" y="66"/>
                  </a:lnTo>
                  <a:lnTo>
                    <a:pt x="10" y="62"/>
                  </a:lnTo>
                  <a:lnTo>
                    <a:pt x="6" y="56"/>
                  </a:lnTo>
                  <a:lnTo>
                    <a:pt x="4" y="50"/>
                  </a:lnTo>
                  <a:lnTo>
                    <a:pt x="0" y="44"/>
                  </a:lnTo>
                  <a:lnTo>
                    <a:pt x="0" y="36"/>
                  </a:lnTo>
                  <a:lnTo>
                    <a:pt x="0" y="36"/>
                  </a:lnTo>
                  <a:lnTo>
                    <a:pt x="0" y="28"/>
                  </a:lnTo>
                  <a:lnTo>
                    <a:pt x="4" y="22"/>
                  </a:lnTo>
                  <a:lnTo>
                    <a:pt x="6" y="16"/>
                  </a:lnTo>
                  <a:lnTo>
                    <a:pt x="10" y="10"/>
                  </a:lnTo>
                  <a:lnTo>
                    <a:pt x="16" y="6"/>
                  </a:lnTo>
                  <a:lnTo>
                    <a:pt x="22" y="2"/>
                  </a:lnTo>
                  <a:lnTo>
                    <a:pt x="30" y="0"/>
                  </a:lnTo>
                  <a:lnTo>
                    <a:pt x="36" y="0"/>
                  </a:lnTo>
                  <a:lnTo>
                    <a:pt x="36" y="0"/>
                  </a:lnTo>
                  <a:lnTo>
                    <a:pt x="44" y="0"/>
                  </a:lnTo>
                  <a:lnTo>
                    <a:pt x="52" y="2"/>
                  </a:lnTo>
                  <a:lnTo>
                    <a:pt x="58" y="6"/>
                  </a:lnTo>
                  <a:lnTo>
                    <a:pt x="62" y="10"/>
                  </a:lnTo>
                  <a:lnTo>
                    <a:pt x="68" y="16"/>
                  </a:lnTo>
                  <a:lnTo>
                    <a:pt x="70" y="22"/>
                  </a:lnTo>
                  <a:lnTo>
                    <a:pt x="72" y="28"/>
                  </a:lnTo>
                  <a:lnTo>
                    <a:pt x="74" y="36"/>
                  </a:lnTo>
                  <a:lnTo>
                    <a:pt x="74"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 name="Freeform 132"/>
            <p:cNvSpPr>
              <a:spLocks/>
            </p:cNvSpPr>
            <p:nvPr/>
          </p:nvSpPr>
          <p:spPr bwMode="auto">
            <a:xfrm>
              <a:off x="3063421" y="5541736"/>
              <a:ext cx="92075" cy="92075"/>
            </a:xfrm>
            <a:custGeom>
              <a:avLst/>
              <a:gdLst>
                <a:gd name="T0" fmla="*/ 58 w 58"/>
                <a:gd name="T1" fmla="*/ 28 h 58"/>
                <a:gd name="T2" fmla="*/ 58 w 58"/>
                <a:gd name="T3" fmla="*/ 28 h 58"/>
                <a:gd name="T4" fmla="*/ 56 w 58"/>
                <a:gd name="T5" fmla="*/ 40 h 58"/>
                <a:gd name="T6" fmla="*/ 50 w 58"/>
                <a:gd name="T7" fmla="*/ 48 h 58"/>
                <a:gd name="T8" fmla="*/ 40 w 58"/>
                <a:gd name="T9" fmla="*/ 54 h 58"/>
                <a:gd name="T10" fmla="*/ 28 w 58"/>
                <a:gd name="T11" fmla="*/ 58 h 58"/>
                <a:gd name="T12" fmla="*/ 28 w 58"/>
                <a:gd name="T13" fmla="*/ 58 h 58"/>
                <a:gd name="T14" fmla="*/ 18 w 58"/>
                <a:gd name="T15" fmla="*/ 54 h 58"/>
                <a:gd name="T16" fmla="*/ 8 w 58"/>
                <a:gd name="T17" fmla="*/ 48 h 58"/>
                <a:gd name="T18" fmla="*/ 2 w 58"/>
                <a:gd name="T19" fmla="*/ 40 h 58"/>
                <a:gd name="T20" fmla="*/ 0 w 58"/>
                <a:gd name="T21" fmla="*/ 28 h 58"/>
                <a:gd name="T22" fmla="*/ 0 w 58"/>
                <a:gd name="T23" fmla="*/ 28 h 58"/>
                <a:gd name="T24" fmla="*/ 2 w 58"/>
                <a:gd name="T25" fmla="*/ 18 h 58"/>
                <a:gd name="T26" fmla="*/ 8 w 58"/>
                <a:gd name="T27" fmla="*/ 8 h 58"/>
                <a:gd name="T28" fmla="*/ 18 w 58"/>
                <a:gd name="T29" fmla="*/ 2 h 58"/>
                <a:gd name="T30" fmla="*/ 28 w 58"/>
                <a:gd name="T31" fmla="*/ 0 h 58"/>
                <a:gd name="T32" fmla="*/ 28 w 58"/>
                <a:gd name="T33" fmla="*/ 0 h 58"/>
                <a:gd name="T34" fmla="*/ 40 w 58"/>
                <a:gd name="T35" fmla="*/ 2 h 58"/>
                <a:gd name="T36" fmla="*/ 50 w 58"/>
                <a:gd name="T37" fmla="*/ 8 h 58"/>
                <a:gd name="T38" fmla="*/ 56 w 58"/>
                <a:gd name="T39" fmla="*/ 18 h 58"/>
                <a:gd name="T40" fmla="*/ 58 w 58"/>
                <a:gd name="T41" fmla="*/ 28 h 58"/>
                <a:gd name="T42" fmla="*/ 58 w 58"/>
                <a:gd name="T4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58" y="28"/>
                  </a:moveTo>
                  <a:lnTo>
                    <a:pt x="58" y="28"/>
                  </a:lnTo>
                  <a:lnTo>
                    <a:pt x="56" y="40"/>
                  </a:lnTo>
                  <a:lnTo>
                    <a:pt x="50" y="48"/>
                  </a:lnTo>
                  <a:lnTo>
                    <a:pt x="40" y="54"/>
                  </a:lnTo>
                  <a:lnTo>
                    <a:pt x="28" y="58"/>
                  </a:lnTo>
                  <a:lnTo>
                    <a:pt x="28" y="58"/>
                  </a:lnTo>
                  <a:lnTo>
                    <a:pt x="18" y="54"/>
                  </a:lnTo>
                  <a:lnTo>
                    <a:pt x="8" y="48"/>
                  </a:lnTo>
                  <a:lnTo>
                    <a:pt x="2" y="40"/>
                  </a:lnTo>
                  <a:lnTo>
                    <a:pt x="0" y="28"/>
                  </a:lnTo>
                  <a:lnTo>
                    <a:pt x="0" y="28"/>
                  </a:lnTo>
                  <a:lnTo>
                    <a:pt x="2" y="18"/>
                  </a:lnTo>
                  <a:lnTo>
                    <a:pt x="8" y="8"/>
                  </a:lnTo>
                  <a:lnTo>
                    <a:pt x="18" y="2"/>
                  </a:lnTo>
                  <a:lnTo>
                    <a:pt x="28" y="0"/>
                  </a:lnTo>
                  <a:lnTo>
                    <a:pt x="28" y="0"/>
                  </a:lnTo>
                  <a:lnTo>
                    <a:pt x="40" y="2"/>
                  </a:lnTo>
                  <a:lnTo>
                    <a:pt x="50" y="8"/>
                  </a:lnTo>
                  <a:lnTo>
                    <a:pt x="56" y="18"/>
                  </a:lnTo>
                  <a:lnTo>
                    <a:pt x="58" y="28"/>
                  </a:lnTo>
                  <a:lnTo>
                    <a:pt x="58"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 name="Freeform 133"/>
            <p:cNvSpPr>
              <a:spLocks/>
            </p:cNvSpPr>
            <p:nvPr/>
          </p:nvSpPr>
          <p:spPr bwMode="auto">
            <a:xfrm>
              <a:off x="3079296" y="5557611"/>
              <a:ext cx="60325" cy="57150"/>
            </a:xfrm>
            <a:custGeom>
              <a:avLst/>
              <a:gdLst>
                <a:gd name="T0" fmla="*/ 38 w 38"/>
                <a:gd name="T1" fmla="*/ 18 h 36"/>
                <a:gd name="T2" fmla="*/ 38 w 38"/>
                <a:gd name="T3" fmla="*/ 18 h 36"/>
                <a:gd name="T4" fmla="*/ 36 w 38"/>
                <a:gd name="T5" fmla="*/ 26 h 36"/>
                <a:gd name="T6" fmla="*/ 32 w 38"/>
                <a:gd name="T7" fmla="*/ 32 h 36"/>
                <a:gd name="T8" fmla="*/ 26 w 38"/>
                <a:gd name="T9" fmla="*/ 36 h 36"/>
                <a:gd name="T10" fmla="*/ 18 w 38"/>
                <a:gd name="T11" fmla="*/ 36 h 36"/>
                <a:gd name="T12" fmla="*/ 18 w 38"/>
                <a:gd name="T13" fmla="*/ 36 h 36"/>
                <a:gd name="T14" fmla="*/ 12 w 38"/>
                <a:gd name="T15" fmla="*/ 36 h 36"/>
                <a:gd name="T16" fmla="*/ 6 w 38"/>
                <a:gd name="T17" fmla="*/ 32 h 36"/>
                <a:gd name="T18" fmla="*/ 2 w 38"/>
                <a:gd name="T19" fmla="*/ 26 h 36"/>
                <a:gd name="T20" fmla="*/ 0 w 38"/>
                <a:gd name="T21" fmla="*/ 18 h 36"/>
                <a:gd name="T22" fmla="*/ 0 w 38"/>
                <a:gd name="T23" fmla="*/ 18 h 36"/>
                <a:gd name="T24" fmla="*/ 2 w 38"/>
                <a:gd name="T25" fmla="*/ 12 h 36"/>
                <a:gd name="T26" fmla="*/ 6 w 38"/>
                <a:gd name="T27" fmla="*/ 6 h 36"/>
                <a:gd name="T28" fmla="*/ 12 w 38"/>
                <a:gd name="T29" fmla="*/ 2 h 36"/>
                <a:gd name="T30" fmla="*/ 18 w 38"/>
                <a:gd name="T31" fmla="*/ 0 h 36"/>
                <a:gd name="T32" fmla="*/ 18 w 38"/>
                <a:gd name="T33" fmla="*/ 0 h 36"/>
                <a:gd name="T34" fmla="*/ 26 w 38"/>
                <a:gd name="T35" fmla="*/ 2 h 36"/>
                <a:gd name="T36" fmla="*/ 32 w 38"/>
                <a:gd name="T37" fmla="*/ 6 h 36"/>
                <a:gd name="T38" fmla="*/ 36 w 38"/>
                <a:gd name="T39" fmla="*/ 12 h 36"/>
                <a:gd name="T40" fmla="*/ 38 w 38"/>
                <a:gd name="T41" fmla="*/ 18 h 36"/>
                <a:gd name="T42" fmla="*/ 38 w 38"/>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36">
                  <a:moveTo>
                    <a:pt x="38" y="18"/>
                  </a:moveTo>
                  <a:lnTo>
                    <a:pt x="38" y="18"/>
                  </a:lnTo>
                  <a:lnTo>
                    <a:pt x="36" y="26"/>
                  </a:lnTo>
                  <a:lnTo>
                    <a:pt x="32" y="32"/>
                  </a:lnTo>
                  <a:lnTo>
                    <a:pt x="26" y="36"/>
                  </a:lnTo>
                  <a:lnTo>
                    <a:pt x="18" y="36"/>
                  </a:lnTo>
                  <a:lnTo>
                    <a:pt x="18" y="36"/>
                  </a:lnTo>
                  <a:lnTo>
                    <a:pt x="12" y="36"/>
                  </a:lnTo>
                  <a:lnTo>
                    <a:pt x="6" y="32"/>
                  </a:lnTo>
                  <a:lnTo>
                    <a:pt x="2" y="26"/>
                  </a:lnTo>
                  <a:lnTo>
                    <a:pt x="0" y="18"/>
                  </a:lnTo>
                  <a:lnTo>
                    <a:pt x="0" y="18"/>
                  </a:lnTo>
                  <a:lnTo>
                    <a:pt x="2" y="12"/>
                  </a:lnTo>
                  <a:lnTo>
                    <a:pt x="6" y="6"/>
                  </a:lnTo>
                  <a:lnTo>
                    <a:pt x="12" y="2"/>
                  </a:lnTo>
                  <a:lnTo>
                    <a:pt x="18" y="0"/>
                  </a:lnTo>
                  <a:lnTo>
                    <a:pt x="18" y="0"/>
                  </a:lnTo>
                  <a:lnTo>
                    <a:pt x="26" y="2"/>
                  </a:lnTo>
                  <a:lnTo>
                    <a:pt x="32" y="6"/>
                  </a:lnTo>
                  <a:lnTo>
                    <a:pt x="36" y="12"/>
                  </a:lnTo>
                  <a:lnTo>
                    <a:pt x="38" y="18"/>
                  </a:lnTo>
                  <a:lnTo>
                    <a:pt x="38"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 name="Freeform 134"/>
            <p:cNvSpPr>
              <a:spLocks/>
            </p:cNvSpPr>
            <p:nvPr/>
          </p:nvSpPr>
          <p:spPr bwMode="auto">
            <a:xfrm>
              <a:off x="3034846" y="5500461"/>
              <a:ext cx="149225" cy="82550"/>
            </a:xfrm>
            <a:custGeom>
              <a:avLst/>
              <a:gdLst>
                <a:gd name="T0" fmla="*/ 46 w 94"/>
                <a:gd name="T1" fmla="*/ 12 h 52"/>
                <a:gd name="T2" fmla="*/ 46 w 94"/>
                <a:gd name="T3" fmla="*/ 12 h 52"/>
                <a:gd name="T4" fmla="*/ 56 w 94"/>
                <a:gd name="T5" fmla="*/ 12 h 52"/>
                <a:gd name="T6" fmla="*/ 64 w 94"/>
                <a:gd name="T7" fmla="*/ 14 h 52"/>
                <a:gd name="T8" fmla="*/ 72 w 94"/>
                <a:gd name="T9" fmla="*/ 18 h 52"/>
                <a:gd name="T10" fmla="*/ 78 w 94"/>
                <a:gd name="T11" fmla="*/ 22 h 52"/>
                <a:gd name="T12" fmla="*/ 84 w 94"/>
                <a:gd name="T13" fmla="*/ 28 h 52"/>
                <a:gd name="T14" fmla="*/ 88 w 94"/>
                <a:gd name="T15" fmla="*/ 36 h 52"/>
                <a:gd name="T16" fmla="*/ 92 w 94"/>
                <a:gd name="T17" fmla="*/ 44 h 52"/>
                <a:gd name="T18" fmla="*/ 94 w 94"/>
                <a:gd name="T19" fmla="*/ 52 h 52"/>
                <a:gd name="T20" fmla="*/ 94 w 94"/>
                <a:gd name="T21" fmla="*/ 52 h 52"/>
                <a:gd name="T22" fmla="*/ 94 w 94"/>
                <a:gd name="T23" fmla="*/ 46 h 52"/>
                <a:gd name="T24" fmla="*/ 94 w 94"/>
                <a:gd name="T25" fmla="*/ 46 h 52"/>
                <a:gd name="T26" fmla="*/ 92 w 94"/>
                <a:gd name="T27" fmla="*/ 36 h 52"/>
                <a:gd name="T28" fmla="*/ 90 w 94"/>
                <a:gd name="T29" fmla="*/ 28 h 52"/>
                <a:gd name="T30" fmla="*/ 86 w 94"/>
                <a:gd name="T31" fmla="*/ 20 h 52"/>
                <a:gd name="T32" fmla="*/ 80 w 94"/>
                <a:gd name="T33" fmla="*/ 14 h 52"/>
                <a:gd name="T34" fmla="*/ 74 w 94"/>
                <a:gd name="T35" fmla="*/ 8 h 52"/>
                <a:gd name="T36" fmla="*/ 66 w 94"/>
                <a:gd name="T37" fmla="*/ 4 h 52"/>
                <a:gd name="T38" fmla="*/ 56 w 94"/>
                <a:gd name="T39" fmla="*/ 0 h 52"/>
                <a:gd name="T40" fmla="*/ 46 w 94"/>
                <a:gd name="T41" fmla="*/ 0 h 52"/>
                <a:gd name="T42" fmla="*/ 46 w 94"/>
                <a:gd name="T43" fmla="*/ 0 h 52"/>
                <a:gd name="T44" fmla="*/ 38 w 94"/>
                <a:gd name="T45" fmla="*/ 0 h 52"/>
                <a:gd name="T46" fmla="*/ 28 w 94"/>
                <a:gd name="T47" fmla="*/ 4 h 52"/>
                <a:gd name="T48" fmla="*/ 20 w 94"/>
                <a:gd name="T49" fmla="*/ 8 h 52"/>
                <a:gd name="T50" fmla="*/ 14 w 94"/>
                <a:gd name="T51" fmla="*/ 14 h 52"/>
                <a:gd name="T52" fmla="*/ 8 w 94"/>
                <a:gd name="T53" fmla="*/ 20 h 52"/>
                <a:gd name="T54" fmla="*/ 4 w 94"/>
                <a:gd name="T55" fmla="*/ 28 h 52"/>
                <a:gd name="T56" fmla="*/ 0 w 94"/>
                <a:gd name="T57" fmla="*/ 36 h 52"/>
                <a:gd name="T58" fmla="*/ 0 w 94"/>
                <a:gd name="T59" fmla="*/ 46 h 52"/>
                <a:gd name="T60" fmla="*/ 0 w 94"/>
                <a:gd name="T61" fmla="*/ 46 h 52"/>
                <a:gd name="T62" fmla="*/ 0 w 94"/>
                <a:gd name="T63" fmla="*/ 52 h 52"/>
                <a:gd name="T64" fmla="*/ 0 w 94"/>
                <a:gd name="T65" fmla="*/ 52 h 52"/>
                <a:gd name="T66" fmla="*/ 2 w 94"/>
                <a:gd name="T67" fmla="*/ 44 h 52"/>
                <a:gd name="T68" fmla="*/ 6 w 94"/>
                <a:gd name="T69" fmla="*/ 36 h 52"/>
                <a:gd name="T70" fmla="*/ 10 w 94"/>
                <a:gd name="T71" fmla="*/ 28 h 52"/>
                <a:gd name="T72" fmla="*/ 16 w 94"/>
                <a:gd name="T73" fmla="*/ 22 h 52"/>
                <a:gd name="T74" fmla="*/ 22 w 94"/>
                <a:gd name="T75" fmla="*/ 18 h 52"/>
                <a:gd name="T76" fmla="*/ 30 w 94"/>
                <a:gd name="T77" fmla="*/ 14 h 52"/>
                <a:gd name="T78" fmla="*/ 38 w 94"/>
                <a:gd name="T79" fmla="*/ 12 h 52"/>
                <a:gd name="T80" fmla="*/ 46 w 94"/>
                <a:gd name="T81" fmla="*/ 12 h 52"/>
                <a:gd name="T82" fmla="*/ 46 w 94"/>
                <a:gd name="T83"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6" y="12"/>
                  </a:moveTo>
                  <a:lnTo>
                    <a:pt x="46" y="12"/>
                  </a:lnTo>
                  <a:lnTo>
                    <a:pt x="56" y="12"/>
                  </a:lnTo>
                  <a:lnTo>
                    <a:pt x="64" y="14"/>
                  </a:lnTo>
                  <a:lnTo>
                    <a:pt x="72" y="18"/>
                  </a:lnTo>
                  <a:lnTo>
                    <a:pt x="78" y="22"/>
                  </a:lnTo>
                  <a:lnTo>
                    <a:pt x="84" y="28"/>
                  </a:lnTo>
                  <a:lnTo>
                    <a:pt x="88" y="36"/>
                  </a:lnTo>
                  <a:lnTo>
                    <a:pt x="92" y="44"/>
                  </a:lnTo>
                  <a:lnTo>
                    <a:pt x="94" y="52"/>
                  </a:lnTo>
                  <a:lnTo>
                    <a:pt x="94" y="52"/>
                  </a:lnTo>
                  <a:lnTo>
                    <a:pt x="94" y="46"/>
                  </a:lnTo>
                  <a:lnTo>
                    <a:pt x="94" y="46"/>
                  </a:lnTo>
                  <a:lnTo>
                    <a:pt x="92" y="36"/>
                  </a:lnTo>
                  <a:lnTo>
                    <a:pt x="90" y="28"/>
                  </a:lnTo>
                  <a:lnTo>
                    <a:pt x="86" y="20"/>
                  </a:lnTo>
                  <a:lnTo>
                    <a:pt x="80" y="14"/>
                  </a:lnTo>
                  <a:lnTo>
                    <a:pt x="74" y="8"/>
                  </a:lnTo>
                  <a:lnTo>
                    <a:pt x="66" y="4"/>
                  </a:lnTo>
                  <a:lnTo>
                    <a:pt x="56" y="0"/>
                  </a:lnTo>
                  <a:lnTo>
                    <a:pt x="46" y="0"/>
                  </a:lnTo>
                  <a:lnTo>
                    <a:pt x="46" y="0"/>
                  </a:lnTo>
                  <a:lnTo>
                    <a:pt x="38" y="0"/>
                  </a:lnTo>
                  <a:lnTo>
                    <a:pt x="28" y="4"/>
                  </a:lnTo>
                  <a:lnTo>
                    <a:pt x="20" y="8"/>
                  </a:lnTo>
                  <a:lnTo>
                    <a:pt x="14" y="14"/>
                  </a:lnTo>
                  <a:lnTo>
                    <a:pt x="8" y="20"/>
                  </a:lnTo>
                  <a:lnTo>
                    <a:pt x="4" y="28"/>
                  </a:lnTo>
                  <a:lnTo>
                    <a:pt x="0" y="36"/>
                  </a:lnTo>
                  <a:lnTo>
                    <a:pt x="0" y="46"/>
                  </a:lnTo>
                  <a:lnTo>
                    <a:pt x="0" y="46"/>
                  </a:lnTo>
                  <a:lnTo>
                    <a:pt x="0" y="52"/>
                  </a:lnTo>
                  <a:lnTo>
                    <a:pt x="0" y="52"/>
                  </a:lnTo>
                  <a:lnTo>
                    <a:pt x="2" y="44"/>
                  </a:lnTo>
                  <a:lnTo>
                    <a:pt x="6" y="36"/>
                  </a:lnTo>
                  <a:lnTo>
                    <a:pt x="10" y="28"/>
                  </a:lnTo>
                  <a:lnTo>
                    <a:pt x="16" y="22"/>
                  </a:lnTo>
                  <a:lnTo>
                    <a:pt x="22" y="18"/>
                  </a:lnTo>
                  <a:lnTo>
                    <a:pt x="30" y="14"/>
                  </a:lnTo>
                  <a:lnTo>
                    <a:pt x="38" y="12"/>
                  </a:lnTo>
                  <a:lnTo>
                    <a:pt x="46" y="12"/>
                  </a:lnTo>
                  <a:lnTo>
                    <a:pt x="46"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 name="Freeform 135"/>
            <p:cNvSpPr>
              <a:spLocks/>
            </p:cNvSpPr>
            <p:nvPr/>
          </p:nvSpPr>
          <p:spPr bwMode="auto">
            <a:xfrm>
              <a:off x="3571421" y="5325836"/>
              <a:ext cx="431800" cy="193675"/>
            </a:xfrm>
            <a:custGeom>
              <a:avLst/>
              <a:gdLst>
                <a:gd name="T0" fmla="*/ 0 w 272"/>
                <a:gd name="T1" fmla="*/ 48 h 122"/>
                <a:gd name="T2" fmla="*/ 268 w 272"/>
                <a:gd name="T3" fmla="*/ 122 h 122"/>
                <a:gd name="T4" fmla="*/ 272 w 272"/>
                <a:gd name="T5" fmla="*/ 112 h 122"/>
                <a:gd name="T6" fmla="*/ 0 w 272"/>
                <a:gd name="T7" fmla="*/ 0 h 122"/>
                <a:gd name="T8" fmla="*/ 0 w 272"/>
                <a:gd name="T9" fmla="*/ 48 h 122"/>
              </a:gdLst>
              <a:ahLst/>
              <a:cxnLst>
                <a:cxn ang="0">
                  <a:pos x="T0" y="T1"/>
                </a:cxn>
                <a:cxn ang="0">
                  <a:pos x="T2" y="T3"/>
                </a:cxn>
                <a:cxn ang="0">
                  <a:pos x="T4" y="T5"/>
                </a:cxn>
                <a:cxn ang="0">
                  <a:pos x="T6" y="T7"/>
                </a:cxn>
                <a:cxn ang="0">
                  <a:pos x="T8" y="T9"/>
                </a:cxn>
              </a:cxnLst>
              <a:rect l="0" t="0" r="r" b="b"/>
              <a:pathLst>
                <a:path w="272" h="122">
                  <a:moveTo>
                    <a:pt x="0" y="48"/>
                  </a:moveTo>
                  <a:lnTo>
                    <a:pt x="268" y="122"/>
                  </a:lnTo>
                  <a:lnTo>
                    <a:pt x="272" y="112"/>
                  </a:lnTo>
                  <a:lnTo>
                    <a:pt x="0" y="0"/>
                  </a:lnTo>
                  <a:lnTo>
                    <a:pt x="0" y="48"/>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 name="Freeform 136"/>
            <p:cNvSpPr>
              <a:spLocks/>
            </p:cNvSpPr>
            <p:nvPr/>
          </p:nvSpPr>
          <p:spPr bwMode="auto">
            <a:xfrm>
              <a:off x="3930196" y="5529036"/>
              <a:ext cx="117475" cy="114300"/>
            </a:xfrm>
            <a:custGeom>
              <a:avLst/>
              <a:gdLst>
                <a:gd name="T0" fmla="*/ 0 w 74"/>
                <a:gd name="T1" fmla="*/ 36 h 72"/>
                <a:gd name="T2" fmla="*/ 0 w 74"/>
                <a:gd name="T3" fmla="*/ 36 h 72"/>
                <a:gd name="T4" fmla="*/ 2 w 74"/>
                <a:gd name="T5" fmla="*/ 44 h 72"/>
                <a:gd name="T6" fmla="*/ 4 w 74"/>
                <a:gd name="T7" fmla="*/ 50 h 72"/>
                <a:gd name="T8" fmla="*/ 8 w 74"/>
                <a:gd name="T9" fmla="*/ 56 h 72"/>
                <a:gd name="T10" fmla="*/ 12 w 74"/>
                <a:gd name="T11" fmla="*/ 62 h 72"/>
                <a:gd name="T12" fmla="*/ 18 w 74"/>
                <a:gd name="T13" fmla="*/ 66 h 72"/>
                <a:gd name="T14" fmla="*/ 24 w 74"/>
                <a:gd name="T15" fmla="*/ 70 h 72"/>
                <a:gd name="T16" fmla="*/ 30 w 74"/>
                <a:gd name="T17" fmla="*/ 72 h 72"/>
                <a:gd name="T18" fmla="*/ 38 w 74"/>
                <a:gd name="T19" fmla="*/ 72 h 72"/>
                <a:gd name="T20" fmla="*/ 38 w 74"/>
                <a:gd name="T21" fmla="*/ 72 h 72"/>
                <a:gd name="T22" fmla="*/ 44 w 74"/>
                <a:gd name="T23" fmla="*/ 72 h 72"/>
                <a:gd name="T24" fmla="*/ 52 w 74"/>
                <a:gd name="T25" fmla="*/ 70 h 72"/>
                <a:gd name="T26" fmla="*/ 58 w 74"/>
                <a:gd name="T27" fmla="*/ 66 h 72"/>
                <a:gd name="T28" fmla="*/ 64 w 74"/>
                <a:gd name="T29" fmla="*/ 62 h 72"/>
                <a:gd name="T30" fmla="*/ 68 w 74"/>
                <a:gd name="T31" fmla="*/ 56 h 72"/>
                <a:gd name="T32" fmla="*/ 72 w 74"/>
                <a:gd name="T33" fmla="*/ 50 h 72"/>
                <a:gd name="T34" fmla="*/ 74 w 74"/>
                <a:gd name="T35" fmla="*/ 44 h 72"/>
                <a:gd name="T36" fmla="*/ 74 w 74"/>
                <a:gd name="T37" fmla="*/ 36 h 72"/>
                <a:gd name="T38" fmla="*/ 74 w 74"/>
                <a:gd name="T39" fmla="*/ 36 h 72"/>
                <a:gd name="T40" fmla="*/ 74 w 74"/>
                <a:gd name="T41" fmla="*/ 28 h 72"/>
                <a:gd name="T42" fmla="*/ 72 w 74"/>
                <a:gd name="T43" fmla="*/ 22 h 72"/>
                <a:gd name="T44" fmla="*/ 68 w 74"/>
                <a:gd name="T45" fmla="*/ 16 h 72"/>
                <a:gd name="T46" fmla="*/ 64 w 74"/>
                <a:gd name="T47" fmla="*/ 10 h 72"/>
                <a:gd name="T48" fmla="*/ 58 w 74"/>
                <a:gd name="T49" fmla="*/ 6 h 72"/>
                <a:gd name="T50" fmla="*/ 52 w 74"/>
                <a:gd name="T51" fmla="*/ 2 h 72"/>
                <a:gd name="T52" fmla="*/ 44 w 74"/>
                <a:gd name="T53" fmla="*/ 0 h 72"/>
                <a:gd name="T54" fmla="*/ 38 w 74"/>
                <a:gd name="T55" fmla="*/ 0 h 72"/>
                <a:gd name="T56" fmla="*/ 38 w 74"/>
                <a:gd name="T57" fmla="*/ 0 h 72"/>
                <a:gd name="T58" fmla="*/ 30 w 74"/>
                <a:gd name="T59" fmla="*/ 0 h 72"/>
                <a:gd name="T60" fmla="*/ 24 w 74"/>
                <a:gd name="T61" fmla="*/ 2 h 72"/>
                <a:gd name="T62" fmla="*/ 18 w 74"/>
                <a:gd name="T63" fmla="*/ 6 h 72"/>
                <a:gd name="T64" fmla="*/ 12 w 74"/>
                <a:gd name="T65" fmla="*/ 10 h 72"/>
                <a:gd name="T66" fmla="*/ 8 w 74"/>
                <a:gd name="T67" fmla="*/ 16 h 72"/>
                <a:gd name="T68" fmla="*/ 4 w 74"/>
                <a:gd name="T69" fmla="*/ 22 h 72"/>
                <a:gd name="T70" fmla="*/ 2 w 74"/>
                <a:gd name="T71" fmla="*/ 28 h 72"/>
                <a:gd name="T72" fmla="*/ 0 w 74"/>
                <a:gd name="T73" fmla="*/ 36 h 72"/>
                <a:gd name="T74" fmla="*/ 0 w 74"/>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2">
                  <a:moveTo>
                    <a:pt x="0" y="36"/>
                  </a:moveTo>
                  <a:lnTo>
                    <a:pt x="0" y="36"/>
                  </a:lnTo>
                  <a:lnTo>
                    <a:pt x="2" y="44"/>
                  </a:lnTo>
                  <a:lnTo>
                    <a:pt x="4" y="50"/>
                  </a:lnTo>
                  <a:lnTo>
                    <a:pt x="8" y="56"/>
                  </a:lnTo>
                  <a:lnTo>
                    <a:pt x="12" y="62"/>
                  </a:lnTo>
                  <a:lnTo>
                    <a:pt x="18" y="66"/>
                  </a:lnTo>
                  <a:lnTo>
                    <a:pt x="24" y="70"/>
                  </a:lnTo>
                  <a:lnTo>
                    <a:pt x="30" y="72"/>
                  </a:lnTo>
                  <a:lnTo>
                    <a:pt x="38" y="72"/>
                  </a:lnTo>
                  <a:lnTo>
                    <a:pt x="38" y="72"/>
                  </a:lnTo>
                  <a:lnTo>
                    <a:pt x="44" y="72"/>
                  </a:lnTo>
                  <a:lnTo>
                    <a:pt x="52" y="70"/>
                  </a:lnTo>
                  <a:lnTo>
                    <a:pt x="58" y="66"/>
                  </a:lnTo>
                  <a:lnTo>
                    <a:pt x="64" y="62"/>
                  </a:lnTo>
                  <a:lnTo>
                    <a:pt x="68" y="56"/>
                  </a:lnTo>
                  <a:lnTo>
                    <a:pt x="72" y="50"/>
                  </a:lnTo>
                  <a:lnTo>
                    <a:pt x="74" y="44"/>
                  </a:lnTo>
                  <a:lnTo>
                    <a:pt x="74" y="36"/>
                  </a:lnTo>
                  <a:lnTo>
                    <a:pt x="74" y="36"/>
                  </a:lnTo>
                  <a:lnTo>
                    <a:pt x="74" y="28"/>
                  </a:lnTo>
                  <a:lnTo>
                    <a:pt x="72" y="22"/>
                  </a:lnTo>
                  <a:lnTo>
                    <a:pt x="68" y="16"/>
                  </a:lnTo>
                  <a:lnTo>
                    <a:pt x="64" y="10"/>
                  </a:lnTo>
                  <a:lnTo>
                    <a:pt x="58" y="6"/>
                  </a:lnTo>
                  <a:lnTo>
                    <a:pt x="52" y="2"/>
                  </a:lnTo>
                  <a:lnTo>
                    <a:pt x="44" y="0"/>
                  </a:lnTo>
                  <a:lnTo>
                    <a:pt x="38" y="0"/>
                  </a:lnTo>
                  <a:lnTo>
                    <a:pt x="38" y="0"/>
                  </a:lnTo>
                  <a:lnTo>
                    <a:pt x="30" y="0"/>
                  </a:lnTo>
                  <a:lnTo>
                    <a:pt x="24" y="2"/>
                  </a:lnTo>
                  <a:lnTo>
                    <a:pt x="18" y="6"/>
                  </a:lnTo>
                  <a:lnTo>
                    <a:pt x="12" y="10"/>
                  </a:lnTo>
                  <a:lnTo>
                    <a:pt x="8" y="16"/>
                  </a:lnTo>
                  <a:lnTo>
                    <a:pt x="4" y="22"/>
                  </a:lnTo>
                  <a:lnTo>
                    <a:pt x="2" y="28"/>
                  </a:lnTo>
                  <a:lnTo>
                    <a:pt x="0" y="36"/>
                  </a:lnTo>
                  <a:lnTo>
                    <a:pt x="0"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 name="Freeform 137"/>
            <p:cNvSpPr>
              <a:spLocks/>
            </p:cNvSpPr>
            <p:nvPr/>
          </p:nvSpPr>
          <p:spPr bwMode="auto">
            <a:xfrm>
              <a:off x="3942896" y="5541736"/>
              <a:ext cx="92075" cy="92075"/>
            </a:xfrm>
            <a:custGeom>
              <a:avLst/>
              <a:gdLst>
                <a:gd name="T0" fmla="*/ 0 w 58"/>
                <a:gd name="T1" fmla="*/ 28 h 58"/>
                <a:gd name="T2" fmla="*/ 0 w 58"/>
                <a:gd name="T3" fmla="*/ 28 h 58"/>
                <a:gd name="T4" fmla="*/ 4 w 58"/>
                <a:gd name="T5" fmla="*/ 40 h 58"/>
                <a:gd name="T6" fmla="*/ 10 w 58"/>
                <a:gd name="T7" fmla="*/ 48 h 58"/>
                <a:gd name="T8" fmla="*/ 18 w 58"/>
                <a:gd name="T9" fmla="*/ 54 h 58"/>
                <a:gd name="T10" fmla="*/ 30 w 58"/>
                <a:gd name="T11" fmla="*/ 58 h 58"/>
                <a:gd name="T12" fmla="*/ 30 w 58"/>
                <a:gd name="T13" fmla="*/ 58 h 58"/>
                <a:gd name="T14" fmla="*/ 40 w 58"/>
                <a:gd name="T15" fmla="*/ 54 h 58"/>
                <a:gd name="T16" fmla="*/ 50 w 58"/>
                <a:gd name="T17" fmla="*/ 48 h 58"/>
                <a:gd name="T18" fmla="*/ 56 w 58"/>
                <a:gd name="T19" fmla="*/ 40 h 58"/>
                <a:gd name="T20" fmla="*/ 58 w 58"/>
                <a:gd name="T21" fmla="*/ 28 h 58"/>
                <a:gd name="T22" fmla="*/ 58 w 58"/>
                <a:gd name="T23" fmla="*/ 28 h 58"/>
                <a:gd name="T24" fmla="*/ 56 w 58"/>
                <a:gd name="T25" fmla="*/ 18 h 58"/>
                <a:gd name="T26" fmla="*/ 50 w 58"/>
                <a:gd name="T27" fmla="*/ 8 h 58"/>
                <a:gd name="T28" fmla="*/ 40 w 58"/>
                <a:gd name="T29" fmla="*/ 2 h 58"/>
                <a:gd name="T30" fmla="*/ 30 w 58"/>
                <a:gd name="T31" fmla="*/ 0 h 58"/>
                <a:gd name="T32" fmla="*/ 30 w 58"/>
                <a:gd name="T33" fmla="*/ 0 h 58"/>
                <a:gd name="T34" fmla="*/ 18 w 58"/>
                <a:gd name="T35" fmla="*/ 2 h 58"/>
                <a:gd name="T36" fmla="*/ 10 w 58"/>
                <a:gd name="T37" fmla="*/ 8 h 58"/>
                <a:gd name="T38" fmla="*/ 4 w 58"/>
                <a:gd name="T39" fmla="*/ 18 h 58"/>
                <a:gd name="T40" fmla="*/ 0 w 58"/>
                <a:gd name="T41" fmla="*/ 28 h 58"/>
                <a:gd name="T42" fmla="*/ 0 w 58"/>
                <a:gd name="T4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0" y="28"/>
                  </a:moveTo>
                  <a:lnTo>
                    <a:pt x="0" y="28"/>
                  </a:lnTo>
                  <a:lnTo>
                    <a:pt x="4" y="40"/>
                  </a:lnTo>
                  <a:lnTo>
                    <a:pt x="10" y="48"/>
                  </a:lnTo>
                  <a:lnTo>
                    <a:pt x="18" y="54"/>
                  </a:lnTo>
                  <a:lnTo>
                    <a:pt x="30" y="58"/>
                  </a:lnTo>
                  <a:lnTo>
                    <a:pt x="30" y="58"/>
                  </a:lnTo>
                  <a:lnTo>
                    <a:pt x="40" y="54"/>
                  </a:lnTo>
                  <a:lnTo>
                    <a:pt x="50" y="48"/>
                  </a:lnTo>
                  <a:lnTo>
                    <a:pt x="56" y="40"/>
                  </a:lnTo>
                  <a:lnTo>
                    <a:pt x="58" y="28"/>
                  </a:lnTo>
                  <a:lnTo>
                    <a:pt x="58" y="28"/>
                  </a:lnTo>
                  <a:lnTo>
                    <a:pt x="56" y="18"/>
                  </a:lnTo>
                  <a:lnTo>
                    <a:pt x="50" y="8"/>
                  </a:lnTo>
                  <a:lnTo>
                    <a:pt x="40" y="2"/>
                  </a:lnTo>
                  <a:lnTo>
                    <a:pt x="30" y="0"/>
                  </a:lnTo>
                  <a:lnTo>
                    <a:pt x="30" y="0"/>
                  </a:lnTo>
                  <a:lnTo>
                    <a:pt x="18" y="2"/>
                  </a:lnTo>
                  <a:lnTo>
                    <a:pt x="10" y="8"/>
                  </a:lnTo>
                  <a:lnTo>
                    <a:pt x="4" y="18"/>
                  </a:lnTo>
                  <a:lnTo>
                    <a:pt x="0" y="28"/>
                  </a:lnTo>
                  <a:lnTo>
                    <a:pt x="0"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 name="Freeform 138"/>
            <p:cNvSpPr>
              <a:spLocks/>
            </p:cNvSpPr>
            <p:nvPr/>
          </p:nvSpPr>
          <p:spPr bwMode="auto">
            <a:xfrm>
              <a:off x="3961946" y="5557611"/>
              <a:ext cx="57150" cy="57150"/>
            </a:xfrm>
            <a:custGeom>
              <a:avLst/>
              <a:gdLst>
                <a:gd name="T0" fmla="*/ 0 w 36"/>
                <a:gd name="T1" fmla="*/ 18 h 36"/>
                <a:gd name="T2" fmla="*/ 0 w 36"/>
                <a:gd name="T3" fmla="*/ 18 h 36"/>
                <a:gd name="T4" fmla="*/ 0 w 36"/>
                <a:gd name="T5" fmla="*/ 26 h 36"/>
                <a:gd name="T6" fmla="*/ 4 w 36"/>
                <a:gd name="T7" fmla="*/ 32 h 36"/>
                <a:gd name="T8" fmla="*/ 10 w 36"/>
                <a:gd name="T9" fmla="*/ 36 h 36"/>
                <a:gd name="T10" fmla="*/ 18 w 36"/>
                <a:gd name="T11" fmla="*/ 36 h 36"/>
                <a:gd name="T12" fmla="*/ 18 w 36"/>
                <a:gd name="T13" fmla="*/ 36 h 36"/>
                <a:gd name="T14" fmla="*/ 24 w 36"/>
                <a:gd name="T15" fmla="*/ 36 h 36"/>
                <a:gd name="T16" fmla="*/ 30 w 36"/>
                <a:gd name="T17" fmla="*/ 32 h 36"/>
                <a:gd name="T18" fmla="*/ 34 w 36"/>
                <a:gd name="T19" fmla="*/ 26 h 36"/>
                <a:gd name="T20" fmla="*/ 36 w 36"/>
                <a:gd name="T21" fmla="*/ 18 h 36"/>
                <a:gd name="T22" fmla="*/ 36 w 36"/>
                <a:gd name="T23" fmla="*/ 18 h 36"/>
                <a:gd name="T24" fmla="*/ 34 w 36"/>
                <a:gd name="T25" fmla="*/ 12 h 36"/>
                <a:gd name="T26" fmla="*/ 30 w 36"/>
                <a:gd name="T27" fmla="*/ 6 h 36"/>
                <a:gd name="T28" fmla="*/ 24 w 36"/>
                <a:gd name="T29" fmla="*/ 2 h 36"/>
                <a:gd name="T30" fmla="*/ 18 w 36"/>
                <a:gd name="T31" fmla="*/ 0 h 36"/>
                <a:gd name="T32" fmla="*/ 18 w 36"/>
                <a:gd name="T33" fmla="*/ 0 h 36"/>
                <a:gd name="T34" fmla="*/ 10 w 36"/>
                <a:gd name="T35" fmla="*/ 2 h 36"/>
                <a:gd name="T36" fmla="*/ 4 w 36"/>
                <a:gd name="T37" fmla="*/ 6 h 36"/>
                <a:gd name="T38" fmla="*/ 0 w 36"/>
                <a:gd name="T39" fmla="*/ 12 h 36"/>
                <a:gd name="T40" fmla="*/ 0 w 36"/>
                <a:gd name="T41" fmla="*/ 18 h 36"/>
                <a:gd name="T42" fmla="*/ 0 w 36"/>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0" y="18"/>
                  </a:moveTo>
                  <a:lnTo>
                    <a:pt x="0" y="18"/>
                  </a:lnTo>
                  <a:lnTo>
                    <a:pt x="0" y="26"/>
                  </a:lnTo>
                  <a:lnTo>
                    <a:pt x="4" y="32"/>
                  </a:lnTo>
                  <a:lnTo>
                    <a:pt x="10" y="36"/>
                  </a:lnTo>
                  <a:lnTo>
                    <a:pt x="18" y="36"/>
                  </a:lnTo>
                  <a:lnTo>
                    <a:pt x="18" y="36"/>
                  </a:lnTo>
                  <a:lnTo>
                    <a:pt x="24" y="36"/>
                  </a:lnTo>
                  <a:lnTo>
                    <a:pt x="30" y="32"/>
                  </a:lnTo>
                  <a:lnTo>
                    <a:pt x="34" y="26"/>
                  </a:lnTo>
                  <a:lnTo>
                    <a:pt x="36" y="18"/>
                  </a:lnTo>
                  <a:lnTo>
                    <a:pt x="36" y="18"/>
                  </a:lnTo>
                  <a:lnTo>
                    <a:pt x="34" y="12"/>
                  </a:lnTo>
                  <a:lnTo>
                    <a:pt x="30" y="6"/>
                  </a:lnTo>
                  <a:lnTo>
                    <a:pt x="24" y="2"/>
                  </a:lnTo>
                  <a:lnTo>
                    <a:pt x="18" y="0"/>
                  </a:lnTo>
                  <a:lnTo>
                    <a:pt x="18" y="0"/>
                  </a:lnTo>
                  <a:lnTo>
                    <a:pt x="10" y="2"/>
                  </a:lnTo>
                  <a:lnTo>
                    <a:pt x="4" y="6"/>
                  </a:lnTo>
                  <a:lnTo>
                    <a:pt x="0" y="12"/>
                  </a:lnTo>
                  <a:lnTo>
                    <a:pt x="0" y="18"/>
                  </a:lnTo>
                  <a:lnTo>
                    <a:pt x="0"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 name="Freeform 139"/>
            <p:cNvSpPr>
              <a:spLocks/>
            </p:cNvSpPr>
            <p:nvPr/>
          </p:nvSpPr>
          <p:spPr bwMode="auto">
            <a:xfrm>
              <a:off x="3914321" y="5500461"/>
              <a:ext cx="149225" cy="82550"/>
            </a:xfrm>
            <a:custGeom>
              <a:avLst/>
              <a:gdLst>
                <a:gd name="T0" fmla="*/ 48 w 94"/>
                <a:gd name="T1" fmla="*/ 12 h 52"/>
                <a:gd name="T2" fmla="*/ 48 w 94"/>
                <a:gd name="T3" fmla="*/ 12 h 52"/>
                <a:gd name="T4" fmla="*/ 38 w 94"/>
                <a:gd name="T5" fmla="*/ 12 h 52"/>
                <a:gd name="T6" fmla="*/ 30 w 94"/>
                <a:gd name="T7" fmla="*/ 14 h 52"/>
                <a:gd name="T8" fmla="*/ 24 w 94"/>
                <a:gd name="T9" fmla="*/ 18 h 52"/>
                <a:gd name="T10" fmla="*/ 16 w 94"/>
                <a:gd name="T11" fmla="*/ 22 h 52"/>
                <a:gd name="T12" fmla="*/ 10 w 94"/>
                <a:gd name="T13" fmla="*/ 28 h 52"/>
                <a:gd name="T14" fmla="*/ 6 w 94"/>
                <a:gd name="T15" fmla="*/ 36 h 52"/>
                <a:gd name="T16" fmla="*/ 2 w 94"/>
                <a:gd name="T17" fmla="*/ 44 h 52"/>
                <a:gd name="T18" fmla="*/ 0 w 94"/>
                <a:gd name="T19" fmla="*/ 52 h 52"/>
                <a:gd name="T20" fmla="*/ 0 w 94"/>
                <a:gd name="T21" fmla="*/ 52 h 52"/>
                <a:gd name="T22" fmla="*/ 0 w 94"/>
                <a:gd name="T23" fmla="*/ 46 h 52"/>
                <a:gd name="T24" fmla="*/ 0 w 94"/>
                <a:gd name="T25" fmla="*/ 46 h 52"/>
                <a:gd name="T26" fmla="*/ 2 w 94"/>
                <a:gd name="T27" fmla="*/ 36 h 52"/>
                <a:gd name="T28" fmla="*/ 4 w 94"/>
                <a:gd name="T29" fmla="*/ 28 h 52"/>
                <a:gd name="T30" fmla="*/ 8 w 94"/>
                <a:gd name="T31" fmla="*/ 20 h 52"/>
                <a:gd name="T32" fmla="*/ 14 w 94"/>
                <a:gd name="T33" fmla="*/ 14 h 52"/>
                <a:gd name="T34" fmla="*/ 22 w 94"/>
                <a:gd name="T35" fmla="*/ 8 h 52"/>
                <a:gd name="T36" fmla="*/ 30 w 94"/>
                <a:gd name="T37" fmla="*/ 4 h 52"/>
                <a:gd name="T38" fmla="*/ 38 w 94"/>
                <a:gd name="T39" fmla="*/ 0 h 52"/>
                <a:gd name="T40" fmla="*/ 48 w 94"/>
                <a:gd name="T41" fmla="*/ 0 h 52"/>
                <a:gd name="T42" fmla="*/ 48 w 94"/>
                <a:gd name="T43" fmla="*/ 0 h 52"/>
                <a:gd name="T44" fmla="*/ 56 w 94"/>
                <a:gd name="T45" fmla="*/ 0 h 52"/>
                <a:gd name="T46" fmla="*/ 66 w 94"/>
                <a:gd name="T47" fmla="*/ 4 h 52"/>
                <a:gd name="T48" fmla="*/ 74 w 94"/>
                <a:gd name="T49" fmla="*/ 8 h 52"/>
                <a:gd name="T50" fmla="*/ 80 w 94"/>
                <a:gd name="T51" fmla="*/ 14 h 52"/>
                <a:gd name="T52" fmla="*/ 86 w 94"/>
                <a:gd name="T53" fmla="*/ 20 h 52"/>
                <a:gd name="T54" fmla="*/ 90 w 94"/>
                <a:gd name="T55" fmla="*/ 28 h 52"/>
                <a:gd name="T56" fmla="*/ 94 w 94"/>
                <a:gd name="T57" fmla="*/ 36 h 52"/>
                <a:gd name="T58" fmla="*/ 94 w 94"/>
                <a:gd name="T59" fmla="*/ 46 h 52"/>
                <a:gd name="T60" fmla="*/ 94 w 94"/>
                <a:gd name="T61" fmla="*/ 46 h 52"/>
                <a:gd name="T62" fmla="*/ 94 w 94"/>
                <a:gd name="T63" fmla="*/ 52 h 52"/>
                <a:gd name="T64" fmla="*/ 94 w 94"/>
                <a:gd name="T65" fmla="*/ 52 h 52"/>
                <a:gd name="T66" fmla="*/ 92 w 94"/>
                <a:gd name="T67" fmla="*/ 44 h 52"/>
                <a:gd name="T68" fmla="*/ 88 w 94"/>
                <a:gd name="T69" fmla="*/ 36 h 52"/>
                <a:gd name="T70" fmla="*/ 84 w 94"/>
                <a:gd name="T71" fmla="*/ 28 h 52"/>
                <a:gd name="T72" fmla="*/ 78 w 94"/>
                <a:gd name="T73" fmla="*/ 22 h 52"/>
                <a:gd name="T74" fmla="*/ 72 w 94"/>
                <a:gd name="T75" fmla="*/ 18 h 52"/>
                <a:gd name="T76" fmla="*/ 64 w 94"/>
                <a:gd name="T77" fmla="*/ 14 h 52"/>
                <a:gd name="T78" fmla="*/ 56 w 94"/>
                <a:gd name="T79" fmla="*/ 12 h 52"/>
                <a:gd name="T80" fmla="*/ 48 w 94"/>
                <a:gd name="T81" fmla="*/ 12 h 52"/>
                <a:gd name="T82" fmla="*/ 48 w 94"/>
                <a:gd name="T83"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8" y="12"/>
                  </a:moveTo>
                  <a:lnTo>
                    <a:pt x="48" y="12"/>
                  </a:lnTo>
                  <a:lnTo>
                    <a:pt x="38" y="12"/>
                  </a:lnTo>
                  <a:lnTo>
                    <a:pt x="30" y="14"/>
                  </a:lnTo>
                  <a:lnTo>
                    <a:pt x="24" y="18"/>
                  </a:lnTo>
                  <a:lnTo>
                    <a:pt x="16" y="22"/>
                  </a:lnTo>
                  <a:lnTo>
                    <a:pt x="10" y="28"/>
                  </a:lnTo>
                  <a:lnTo>
                    <a:pt x="6" y="36"/>
                  </a:lnTo>
                  <a:lnTo>
                    <a:pt x="2" y="44"/>
                  </a:lnTo>
                  <a:lnTo>
                    <a:pt x="0" y="52"/>
                  </a:lnTo>
                  <a:lnTo>
                    <a:pt x="0" y="52"/>
                  </a:lnTo>
                  <a:lnTo>
                    <a:pt x="0" y="46"/>
                  </a:lnTo>
                  <a:lnTo>
                    <a:pt x="0" y="46"/>
                  </a:lnTo>
                  <a:lnTo>
                    <a:pt x="2" y="36"/>
                  </a:lnTo>
                  <a:lnTo>
                    <a:pt x="4" y="28"/>
                  </a:lnTo>
                  <a:lnTo>
                    <a:pt x="8" y="20"/>
                  </a:lnTo>
                  <a:lnTo>
                    <a:pt x="14" y="14"/>
                  </a:lnTo>
                  <a:lnTo>
                    <a:pt x="22" y="8"/>
                  </a:lnTo>
                  <a:lnTo>
                    <a:pt x="30" y="4"/>
                  </a:lnTo>
                  <a:lnTo>
                    <a:pt x="38" y="0"/>
                  </a:lnTo>
                  <a:lnTo>
                    <a:pt x="48" y="0"/>
                  </a:lnTo>
                  <a:lnTo>
                    <a:pt x="48" y="0"/>
                  </a:lnTo>
                  <a:lnTo>
                    <a:pt x="56" y="0"/>
                  </a:lnTo>
                  <a:lnTo>
                    <a:pt x="66" y="4"/>
                  </a:lnTo>
                  <a:lnTo>
                    <a:pt x="74" y="8"/>
                  </a:lnTo>
                  <a:lnTo>
                    <a:pt x="80" y="14"/>
                  </a:lnTo>
                  <a:lnTo>
                    <a:pt x="86" y="20"/>
                  </a:lnTo>
                  <a:lnTo>
                    <a:pt x="90" y="28"/>
                  </a:lnTo>
                  <a:lnTo>
                    <a:pt x="94" y="36"/>
                  </a:lnTo>
                  <a:lnTo>
                    <a:pt x="94" y="46"/>
                  </a:lnTo>
                  <a:lnTo>
                    <a:pt x="94" y="46"/>
                  </a:lnTo>
                  <a:lnTo>
                    <a:pt x="94" y="52"/>
                  </a:lnTo>
                  <a:lnTo>
                    <a:pt x="94" y="52"/>
                  </a:lnTo>
                  <a:lnTo>
                    <a:pt x="92" y="44"/>
                  </a:lnTo>
                  <a:lnTo>
                    <a:pt x="88" y="36"/>
                  </a:lnTo>
                  <a:lnTo>
                    <a:pt x="84" y="28"/>
                  </a:lnTo>
                  <a:lnTo>
                    <a:pt x="78" y="22"/>
                  </a:lnTo>
                  <a:lnTo>
                    <a:pt x="72" y="18"/>
                  </a:lnTo>
                  <a:lnTo>
                    <a:pt x="64" y="14"/>
                  </a:lnTo>
                  <a:lnTo>
                    <a:pt x="56" y="12"/>
                  </a:lnTo>
                  <a:lnTo>
                    <a:pt x="48" y="12"/>
                  </a:lnTo>
                  <a:lnTo>
                    <a:pt x="48"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7" name="Rectangle 140"/>
            <p:cNvSpPr>
              <a:spLocks noChangeArrowheads="1"/>
            </p:cNvSpPr>
            <p:nvPr/>
          </p:nvSpPr>
          <p:spPr bwMode="auto">
            <a:xfrm>
              <a:off x="3253921" y="4389211"/>
              <a:ext cx="590550" cy="107950"/>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8" name="Rectangle 141"/>
            <p:cNvSpPr>
              <a:spLocks noChangeArrowheads="1"/>
            </p:cNvSpPr>
            <p:nvPr/>
          </p:nvSpPr>
          <p:spPr bwMode="auto">
            <a:xfrm>
              <a:off x="3523796" y="4497161"/>
              <a:ext cx="41275" cy="860425"/>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9" name="Rectangle 142"/>
            <p:cNvSpPr>
              <a:spLocks noChangeArrowheads="1"/>
            </p:cNvSpPr>
            <p:nvPr/>
          </p:nvSpPr>
          <p:spPr bwMode="auto">
            <a:xfrm>
              <a:off x="3501571" y="4582886"/>
              <a:ext cx="85725" cy="29845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0" name="Rectangle 143"/>
            <p:cNvSpPr>
              <a:spLocks noChangeArrowheads="1"/>
            </p:cNvSpPr>
            <p:nvPr/>
          </p:nvSpPr>
          <p:spPr bwMode="auto">
            <a:xfrm>
              <a:off x="3517446" y="5027386"/>
              <a:ext cx="53975" cy="298450"/>
            </a:xfrm>
            <a:prstGeom prst="rect">
              <a:avLst/>
            </a:prstGeom>
            <a:solidFill>
              <a:srgbClr val="36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1" name="Rectangle 144"/>
            <p:cNvSpPr>
              <a:spLocks noChangeArrowheads="1"/>
            </p:cNvSpPr>
            <p:nvPr/>
          </p:nvSpPr>
          <p:spPr bwMode="auto">
            <a:xfrm>
              <a:off x="3501571" y="5113111"/>
              <a:ext cx="85725" cy="29845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2" name="Freeform 145"/>
            <p:cNvSpPr>
              <a:spLocks/>
            </p:cNvSpPr>
            <p:nvPr/>
          </p:nvSpPr>
          <p:spPr bwMode="auto">
            <a:xfrm>
              <a:off x="3076121" y="4271736"/>
              <a:ext cx="936625" cy="180975"/>
            </a:xfrm>
            <a:custGeom>
              <a:avLst/>
              <a:gdLst>
                <a:gd name="T0" fmla="*/ 2 w 590"/>
                <a:gd name="T1" fmla="*/ 4 h 114"/>
                <a:gd name="T2" fmla="*/ 2 w 590"/>
                <a:gd name="T3" fmla="*/ 4 h 114"/>
                <a:gd name="T4" fmla="*/ 0 w 590"/>
                <a:gd name="T5" fmla="*/ 12 h 114"/>
                <a:gd name="T6" fmla="*/ 0 w 590"/>
                <a:gd name="T7" fmla="*/ 24 h 114"/>
                <a:gd name="T8" fmla="*/ 2 w 590"/>
                <a:gd name="T9" fmla="*/ 46 h 114"/>
                <a:gd name="T10" fmla="*/ 2 w 590"/>
                <a:gd name="T11" fmla="*/ 46 h 114"/>
                <a:gd name="T12" fmla="*/ 2 w 590"/>
                <a:gd name="T13" fmla="*/ 52 h 114"/>
                <a:gd name="T14" fmla="*/ 8 w 590"/>
                <a:gd name="T15" fmla="*/ 60 h 114"/>
                <a:gd name="T16" fmla="*/ 14 w 590"/>
                <a:gd name="T17" fmla="*/ 66 h 114"/>
                <a:gd name="T18" fmla="*/ 24 w 590"/>
                <a:gd name="T19" fmla="*/ 72 h 114"/>
                <a:gd name="T20" fmla="*/ 36 w 590"/>
                <a:gd name="T21" fmla="*/ 78 h 114"/>
                <a:gd name="T22" fmla="*/ 52 w 590"/>
                <a:gd name="T23" fmla="*/ 84 h 114"/>
                <a:gd name="T24" fmla="*/ 88 w 590"/>
                <a:gd name="T25" fmla="*/ 94 h 114"/>
                <a:gd name="T26" fmla="*/ 130 w 590"/>
                <a:gd name="T27" fmla="*/ 102 h 114"/>
                <a:gd name="T28" fmla="*/ 180 w 590"/>
                <a:gd name="T29" fmla="*/ 110 h 114"/>
                <a:gd name="T30" fmla="*/ 236 w 590"/>
                <a:gd name="T31" fmla="*/ 114 h 114"/>
                <a:gd name="T32" fmla="*/ 296 w 590"/>
                <a:gd name="T33" fmla="*/ 114 h 114"/>
                <a:gd name="T34" fmla="*/ 296 w 590"/>
                <a:gd name="T35" fmla="*/ 114 h 114"/>
                <a:gd name="T36" fmla="*/ 354 w 590"/>
                <a:gd name="T37" fmla="*/ 114 h 114"/>
                <a:gd name="T38" fmla="*/ 410 w 590"/>
                <a:gd name="T39" fmla="*/ 110 h 114"/>
                <a:gd name="T40" fmla="*/ 460 w 590"/>
                <a:gd name="T41" fmla="*/ 102 h 114"/>
                <a:gd name="T42" fmla="*/ 502 w 590"/>
                <a:gd name="T43" fmla="*/ 94 h 114"/>
                <a:gd name="T44" fmla="*/ 538 w 590"/>
                <a:gd name="T45" fmla="*/ 84 h 114"/>
                <a:gd name="T46" fmla="*/ 554 w 590"/>
                <a:gd name="T47" fmla="*/ 78 h 114"/>
                <a:gd name="T48" fmla="*/ 566 w 590"/>
                <a:gd name="T49" fmla="*/ 72 h 114"/>
                <a:gd name="T50" fmla="*/ 576 w 590"/>
                <a:gd name="T51" fmla="*/ 66 h 114"/>
                <a:gd name="T52" fmla="*/ 582 w 590"/>
                <a:gd name="T53" fmla="*/ 60 h 114"/>
                <a:gd name="T54" fmla="*/ 588 w 590"/>
                <a:gd name="T55" fmla="*/ 52 h 114"/>
                <a:gd name="T56" fmla="*/ 588 w 590"/>
                <a:gd name="T57" fmla="*/ 46 h 114"/>
                <a:gd name="T58" fmla="*/ 588 w 590"/>
                <a:gd name="T59" fmla="*/ 46 h 114"/>
                <a:gd name="T60" fmla="*/ 590 w 590"/>
                <a:gd name="T61" fmla="*/ 22 h 114"/>
                <a:gd name="T62" fmla="*/ 590 w 590"/>
                <a:gd name="T63" fmla="*/ 8 h 114"/>
                <a:gd name="T64" fmla="*/ 588 w 590"/>
                <a:gd name="T65" fmla="*/ 0 h 114"/>
                <a:gd name="T66" fmla="*/ 2 w 590"/>
                <a:gd name="T67" fmla="*/ 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0" h="114">
                  <a:moveTo>
                    <a:pt x="2" y="4"/>
                  </a:moveTo>
                  <a:lnTo>
                    <a:pt x="2" y="4"/>
                  </a:lnTo>
                  <a:lnTo>
                    <a:pt x="0" y="12"/>
                  </a:lnTo>
                  <a:lnTo>
                    <a:pt x="0" y="24"/>
                  </a:lnTo>
                  <a:lnTo>
                    <a:pt x="2" y="46"/>
                  </a:lnTo>
                  <a:lnTo>
                    <a:pt x="2" y="46"/>
                  </a:lnTo>
                  <a:lnTo>
                    <a:pt x="2" y="52"/>
                  </a:lnTo>
                  <a:lnTo>
                    <a:pt x="8" y="60"/>
                  </a:lnTo>
                  <a:lnTo>
                    <a:pt x="14" y="66"/>
                  </a:lnTo>
                  <a:lnTo>
                    <a:pt x="24" y="72"/>
                  </a:lnTo>
                  <a:lnTo>
                    <a:pt x="36" y="78"/>
                  </a:lnTo>
                  <a:lnTo>
                    <a:pt x="52" y="84"/>
                  </a:lnTo>
                  <a:lnTo>
                    <a:pt x="88" y="94"/>
                  </a:lnTo>
                  <a:lnTo>
                    <a:pt x="130" y="102"/>
                  </a:lnTo>
                  <a:lnTo>
                    <a:pt x="180" y="110"/>
                  </a:lnTo>
                  <a:lnTo>
                    <a:pt x="236" y="114"/>
                  </a:lnTo>
                  <a:lnTo>
                    <a:pt x="296" y="114"/>
                  </a:lnTo>
                  <a:lnTo>
                    <a:pt x="296" y="114"/>
                  </a:lnTo>
                  <a:lnTo>
                    <a:pt x="354" y="114"/>
                  </a:lnTo>
                  <a:lnTo>
                    <a:pt x="410" y="110"/>
                  </a:lnTo>
                  <a:lnTo>
                    <a:pt x="460" y="102"/>
                  </a:lnTo>
                  <a:lnTo>
                    <a:pt x="502" y="94"/>
                  </a:lnTo>
                  <a:lnTo>
                    <a:pt x="538" y="84"/>
                  </a:lnTo>
                  <a:lnTo>
                    <a:pt x="554" y="78"/>
                  </a:lnTo>
                  <a:lnTo>
                    <a:pt x="566" y="72"/>
                  </a:lnTo>
                  <a:lnTo>
                    <a:pt x="576" y="66"/>
                  </a:lnTo>
                  <a:lnTo>
                    <a:pt x="582" y="60"/>
                  </a:lnTo>
                  <a:lnTo>
                    <a:pt x="588" y="52"/>
                  </a:lnTo>
                  <a:lnTo>
                    <a:pt x="588" y="46"/>
                  </a:lnTo>
                  <a:lnTo>
                    <a:pt x="588" y="46"/>
                  </a:lnTo>
                  <a:lnTo>
                    <a:pt x="590" y="22"/>
                  </a:lnTo>
                  <a:lnTo>
                    <a:pt x="590" y="8"/>
                  </a:lnTo>
                  <a:lnTo>
                    <a:pt x="588" y="0"/>
                  </a:lnTo>
                  <a:lnTo>
                    <a:pt x="2" y="4"/>
                  </a:lnTo>
                  <a:close/>
                </a:path>
              </a:pathLst>
            </a:custGeom>
            <a:solidFill>
              <a:srgbClr val="6E6F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3" name="Freeform 146"/>
            <p:cNvSpPr>
              <a:spLocks/>
            </p:cNvSpPr>
            <p:nvPr/>
          </p:nvSpPr>
          <p:spPr bwMode="auto">
            <a:xfrm>
              <a:off x="3079296" y="4166961"/>
              <a:ext cx="930275" cy="222250"/>
            </a:xfrm>
            <a:custGeom>
              <a:avLst/>
              <a:gdLst>
                <a:gd name="T0" fmla="*/ 586 w 586"/>
                <a:gd name="T1" fmla="*/ 70 h 140"/>
                <a:gd name="T2" fmla="*/ 586 w 586"/>
                <a:gd name="T3" fmla="*/ 70 h 140"/>
                <a:gd name="T4" fmla="*/ 586 w 586"/>
                <a:gd name="T5" fmla="*/ 76 h 140"/>
                <a:gd name="T6" fmla="*/ 580 w 586"/>
                <a:gd name="T7" fmla="*/ 84 h 140"/>
                <a:gd name="T8" fmla="*/ 574 w 586"/>
                <a:gd name="T9" fmla="*/ 90 h 140"/>
                <a:gd name="T10" fmla="*/ 564 w 586"/>
                <a:gd name="T11" fmla="*/ 96 h 140"/>
                <a:gd name="T12" fmla="*/ 552 w 586"/>
                <a:gd name="T13" fmla="*/ 102 h 140"/>
                <a:gd name="T14" fmla="*/ 536 w 586"/>
                <a:gd name="T15" fmla="*/ 108 h 140"/>
                <a:gd name="T16" fmla="*/ 500 w 586"/>
                <a:gd name="T17" fmla="*/ 118 h 140"/>
                <a:gd name="T18" fmla="*/ 458 w 586"/>
                <a:gd name="T19" fmla="*/ 128 h 140"/>
                <a:gd name="T20" fmla="*/ 408 w 586"/>
                <a:gd name="T21" fmla="*/ 134 h 140"/>
                <a:gd name="T22" fmla="*/ 352 w 586"/>
                <a:gd name="T23" fmla="*/ 138 h 140"/>
                <a:gd name="T24" fmla="*/ 294 w 586"/>
                <a:gd name="T25" fmla="*/ 140 h 140"/>
                <a:gd name="T26" fmla="*/ 294 w 586"/>
                <a:gd name="T27" fmla="*/ 140 h 140"/>
                <a:gd name="T28" fmla="*/ 234 w 586"/>
                <a:gd name="T29" fmla="*/ 138 h 140"/>
                <a:gd name="T30" fmla="*/ 178 w 586"/>
                <a:gd name="T31" fmla="*/ 134 h 140"/>
                <a:gd name="T32" fmla="*/ 128 w 586"/>
                <a:gd name="T33" fmla="*/ 128 h 140"/>
                <a:gd name="T34" fmla="*/ 86 w 586"/>
                <a:gd name="T35" fmla="*/ 118 h 140"/>
                <a:gd name="T36" fmla="*/ 50 w 586"/>
                <a:gd name="T37" fmla="*/ 108 h 140"/>
                <a:gd name="T38" fmla="*/ 34 w 586"/>
                <a:gd name="T39" fmla="*/ 102 h 140"/>
                <a:gd name="T40" fmla="*/ 22 w 586"/>
                <a:gd name="T41" fmla="*/ 96 h 140"/>
                <a:gd name="T42" fmla="*/ 12 w 586"/>
                <a:gd name="T43" fmla="*/ 90 h 140"/>
                <a:gd name="T44" fmla="*/ 6 w 586"/>
                <a:gd name="T45" fmla="*/ 84 h 140"/>
                <a:gd name="T46" fmla="*/ 0 w 586"/>
                <a:gd name="T47" fmla="*/ 76 h 140"/>
                <a:gd name="T48" fmla="*/ 0 w 586"/>
                <a:gd name="T49" fmla="*/ 70 h 140"/>
                <a:gd name="T50" fmla="*/ 0 w 586"/>
                <a:gd name="T51" fmla="*/ 70 h 140"/>
                <a:gd name="T52" fmla="*/ 0 w 586"/>
                <a:gd name="T53" fmla="*/ 62 h 140"/>
                <a:gd name="T54" fmla="*/ 6 w 586"/>
                <a:gd name="T55" fmla="*/ 56 h 140"/>
                <a:gd name="T56" fmla="*/ 12 w 586"/>
                <a:gd name="T57" fmla="*/ 50 h 140"/>
                <a:gd name="T58" fmla="*/ 22 w 586"/>
                <a:gd name="T59" fmla="*/ 42 h 140"/>
                <a:gd name="T60" fmla="*/ 34 w 586"/>
                <a:gd name="T61" fmla="*/ 36 h 140"/>
                <a:gd name="T62" fmla="*/ 50 w 586"/>
                <a:gd name="T63" fmla="*/ 30 h 140"/>
                <a:gd name="T64" fmla="*/ 86 w 586"/>
                <a:gd name="T65" fmla="*/ 20 h 140"/>
                <a:gd name="T66" fmla="*/ 128 w 586"/>
                <a:gd name="T67" fmla="*/ 12 h 140"/>
                <a:gd name="T68" fmla="*/ 178 w 586"/>
                <a:gd name="T69" fmla="*/ 6 h 140"/>
                <a:gd name="T70" fmla="*/ 234 w 586"/>
                <a:gd name="T71" fmla="*/ 2 h 140"/>
                <a:gd name="T72" fmla="*/ 294 w 586"/>
                <a:gd name="T73" fmla="*/ 0 h 140"/>
                <a:gd name="T74" fmla="*/ 294 w 586"/>
                <a:gd name="T75" fmla="*/ 0 h 140"/>
                <a:gd name="T76" fmla="*/ 352 w 586"/>
                <a:gd name="T77" fmla="*/ 2 h 140"/>
                <a:gd name="T78" fmla="*/ 408 w 586"/>
                <a:gd name="T79" fmla="*/ 6 h 140"/>
                <a:gd name="T80" fmla="*/ 458 w 586"/>
                <a:gd name="T81" fmla="*/ 12 h 140"/>
                <a:gd name="T82" fmla="*/ 500 w 586"/>
                <a:gd name="T83" fmla="*/ 20 h 140"/>
                <a:gd name="T84" fmla="*/ 536 w 586"/>
                <a:gd name="T85" fmla="*/ 30 h 140"/>
                <a:gd name="T86" fmla="*/ 552 w 586"/>
                <a:gd name="T87" fmla="*/ 36 h 140"/>
                <a:gd name="T88" fmla="*/ 564 w 586"/>
                <a:gd name="T89" fmla="*/ 42 h 140"/>
                <a:gd name="T90" fmla="*/ 574 w 586"/>
                <a:gd name="T91" fmla="*/ 50 h 140"/>
                <a:gd name="T92" fmla="*/ 580 w 586"/>
                <a:gd name="T93" fmla="*/ 56 h 140"/>
                <a:gd name="T94" fmla="*/ 586 w 586"/>
                <a:gd name="T95" fmla="*/ 62 h 140"/>
                <a:gd name="T96" fmla="*/ 586 w 586"/>
                <a:gd name="T97" fmla="*/ 70 h 140"/>
                <a:gd name="T98" fmla="*/ 586 w 586"/>
                <a:gd name="T99" fmla="*/ 7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6" h="140">
                  <a:moveTo>
                    <a:pt x="586" y="70"/>
                  </a:moveTo>
                  <a:lnTo>
                    <a:pt x="586" y="70"/>
                  </a:lnTo>
                  <a:lnTo>
                    <a:pt x="586" y="76"/>
                  </a:lnTo>
                  <a:lnTo>
                    <a:pt x="580" y="84"/>
                  </a:lnTo>
                  <a:lnTo>
                    <a:pt x="574" y="90"/>
                  </a:lnTo>
                  <a:lnTo>
                    <a:pt x="564" y="96"/>
                  </a:lnTo>
                  <a:lnTo>
                    <a:pt x="552" y="102"/>
                  </a:lnTo>
                  <a:lnTo>
                    <a:pt x="536" y="108"/>
                  </a:lnTo>
                  <a:lnTo>
                    <a:pt x="500" y="118"/>
                  </a:lnTo>
                  <a:lnTo>
                    <a:pt x="458" y="128"/>
                  </a:lnTo>
                  <a:lnTo>
                    <a:pt x="408" y="134"/>
                  </a:lnTo>
                  <a:lnTo>
                    <a:pt x="352" y="138"/>
                  </a:lnTo>
                  <a:lnTo>
                    <a:pt x="294" y="140"/>
                  </a:lnTo>
                  <a:lnTo>
                    <a:pt x="294" y="140"/>
                  </a:lnTo>
                  <a:lnTo>
                    <a:pt x="234" y="138"/>
                  </a:lnTo>
                  <a:lnTo>
                    <a:pt x="178" y="134"/>
                  </a:lnTo>
                  <a:lnTo>
                    <a:pt x="128" y="128"/>
                  </a:lnTo>
                  <a:lnTo>
                    <a:pt x="86" y="118"/>
                  </a:lnTo>
                  <a:lnTo>
                    <a:pt x="50" y="108"/>
                  </a:lnTo>
                  <a:lnTo>
                    <a:pt x="34" y="102"/>
                  </a:lnTo>
                  <a:lnTo>
                    <a:pt x="22" y="96"/>
                  </a:lnTo>
                  <a:lnTo>
                    <a:pt x="12" y="90"/>
                  </a:lnTo>
                  <a:lnTo>
                    <a:pt x="6" y="84"/>
                  </a:lnTo>
                  <a:lnTo>
                    <a:pt x="0" y="76"/>
                  </a:lnTo>
                  <a:lnTo>
                    <a:pt x="0" y="70"/>
                  </a:lnTo>
                  <a:lnTo>
                    <a:pt x="0" y="70"/>
                  </a:lnTo>
                  <a:lnTo>
                    <a:pt x="0" y="62"/>
                  </a:lnTo>
                  <a:lnTo>
                    <a:pt x="6" y="56"/>
                  </a:lnTo>
                  <a:lnTo>
                    <a:pt x="12" y="50"/>
                  </a:lnTo>
                  <a:lnTo>
                    <a:pt x="22" y="42"/>
                  </a:lnTo>
                  <a:lnTo>
                    <a:pt x="34" y="36"/>
                  </a:lnTo>
                  <a:lnTo>
                    <a:pt x="50" y="30"/>
                  </a:lnTo>
                  <a:lnTo>
                    <a:pt x="86" y="20"/>
                  </a:lnTo>
                  <a:lnTo>
                    <a:pt x="128" y="12"/>
                  </a:lnTo>
                  <a:lnTo>
                    <a:pt x="178" y="6"/>
                  </a:lnTo>
                  <a:lnTo>
                    <a:pt x="234" y="2"/>
                  </a:lnTo>
                  <a:lnTo>
                    <a:pt x="294" y="0"/>
                  </a:lnTo>
                  <a:lnTo>
                    <a:pt x="294" y="0"/>
                  </a:lnTo>
                  <a:lnTo>
                    <a:pt x="352" y="2"/>
                  </a:lnTo>
                  <a:lnTo>
                    <a:pt x="408" y="6"/>
                  </a:lnTo>
                  <a:lnTo>
                    <a:pt x="458" y="12"/>
                  </a:lnTo>
                  <a:lnTo>
                    <a:pt x="500" y="20"/>
                  </a:lnTo>
                  <a:lnTo>
                    <a:pt x="536" y="30"/>
                  </a:lnTo>
                  <a:lnTo>
                    <a:pt x="552" y="36"/>
                  </a:lnTo>
                  <a:lnTo>
                    <a:pt x="564" y="42"/>
                  </a:lnTo>
                  <a:lnTo>
                    <a:pt x="574" y="50"/>
                  </a:lnTo>
                  <a:lnTo>
                    <a:pt x="580" y="56"/>
                  </a:lnTo>
                  <a:lnTo>
                    <a:pt x="586" y="62"/>
                  </a:lnTo>
                  <a:lnTo>
                    <a:pt x="586" y="70"/>
                  </a:lnTo>
                  <a:lnTo>
                    <a:pt x="586" y="70"/>
                  </a:lnTo>
                  <a:close/>
                </a:path>
              </a:pathLst>
            </a:custGeom>
            <a:solidFill>
              <a:srgbClr val="A6A8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4" name="Freeform 147"/>
            <p:cNvSpPr>
              <a:spLocks/>
            </p:cNvSpPr>
            <p:nvPr/>
          </p:nvSpPr>
          <p:spPr bwMode="auto">
            <a:xfrm>
              <a:off x="3838121" y="3373211"/>
              <a:ext cx="438150" cy="409575"/>
            </a:xfrm>
            <a:custGeom>
              <a:avLst/>
              <a:gdLst>
                <a:gd name="T0" fmla="*/ 156 w 276"/>
                <a:gd name="T1" fmla="*/ 234 h 258"/>
                <a:gd name="T2" fmla="*/ 156 w 276"/>
                <a:gd name="T3" fmla="*/ 234 h 258"/>
                <a:gd name="T4" fmla="*/ 172 w 276"/>
                <a:gd name="T5" fmla="*/ 244 h 258"/>
                <a:gd name="T6" fmla="*/ 188 w 276"/>
                <a:gd name="T7" fmla="*/ 250 h 258"/>
                <a:gd name="T8" fmla="*/ 202 w 276"/>
                <a:gd name="T9" fmla="*/ 254 h 258"/>
                <a:gd name="T10" fmla="*/ 214 w 276"/>
                <a:gd name="T11" fmla="*/ 256 h 258"/>
                <a:gd name="T12" fmla="*/ 226 w 276"/>
                <a:gd name="T13" fmla="*/ 258 h 258"/>
                <a:gd name="T14" fmla="*/ 236 w 276"/>
                <a:gd name="T15" fmla="*/ 256 h 258"/>
                <a:gd name="T16" fmla="*/ 244 w 276"/>
                <a:gd name="T17" fmla="*/ 254 h 258"/>
                <a:gd name="T18" fmla="*/ 252 w 276"/>
                <a:gd name="T19" fmla="*/ 252 h 258"/>
                <a:gd name="T20" fmla="*/ 262 w 276"/>
                <a:gd name="T21" fmla="*/ 244 h 258"/>
                <a:gd name="T22" fmla="*/ 270 w 276"/>
                <a:gd name="T23" fmla="*/ 234 h 258"/>
                <a:gd name="T24" fmla="*/ 276 w 276"/>
                <a:gd name="T25" fmla="*/ 226 h 258"/>
                <a:gd name="T26" fmla="*/ 140 w 276"/>
                <a:gd name="T27" fmla="*/ 0 h 258"/>
                <a:gd name="T28" fmla="*/ 0 w 276"/>
                <a:gd name="T29" fmla="*/ 60 h 258"/>
                <a:gd name="T30" fmla="*/ 0 w 276"/>
                <a:gd name="T31" fmla="*/ 60 h 258"/>
                <a:gd name="T32" fmla="*/ 10 w 276"/>
                <a:gd name="T33" fmla="*/ 82 h 258"/>
                <a:gd name="T34" fmla="*/ 22 w 276"/>
                <a:gd name="T35" fmla="*/ 104 h 258"/>
                <a:gd name="T36" fmla="*/ 40 w 276"/>
                <a:gd name="T37" fmla="*/ 130 h 258"/>
                <a:gd name="T38" fmla="*/ 62 w 276"/>
                <a:gd name="T39" fmla="*/ 158 h 258"/>
                <a:gd name="T40" fmla="*/ 88 w 276"/>
                <a:gd name="T41" fmla="*/ 188 h 258"/>
                <a:gd name="T42" fmla="*/ 104 w 276"/>
                <a:gd name="T43" fmla="*/ 200 h 258"/>
                <a:gd name="T44" fmla="*/ 120 w 276"/>
                <a:gd name="T45" fmla="*/ 212 h 258"/>
                <a:gd name="T46" fmla="*/ 138 w 276"/>
                <a:gd name="T47" fmla="*/ 224 h 258"/>
                <a:gd name="T48" fmla="*/ 156 w 276"/>
                <a:gd name="T49" fmla="*/ 234 h 258"/>
                <a:gd name="T50" fmla="*/ 156 w 276"/>
                <a:gd name="T51" fmla="*/ 23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6" h="258">
                  <a:moveTo>
                    <a:pt x="156" y="234"/>
                  </a:moveTo>
                  <a:lnTo>
                    <a:pt x="156" y="234"/>
                  </a:lnTo>
                  <a:lnTo>
                    <a:pt x="172" y="244"/>
                  </a:lnTo>
                  <a:lnTo>
                    <a:pt x="188" y="250"/>
                  </a:lnTo>
                  <a:lnTo>
                    <a:pt x="202" y="254"/>
                  </a:lnTo>
                  <a:lnTo>
                    <a:pt x="214" y="256"/>
                  </a:lnTo>
                  <a:lnTo>
                    <a:pt x="226" y="258"/>
                  </a:lnTo>
                  <a:lnTo>
                    <a:pt x="236" y="256"/>
                  </a:lnTo>
                  <a:lnTo>
                    <a:pt x="244" y="254"/>
                  </a:lnTo>
                  <a:lnTo>
                    <a:pt x="252" y="252"/>
                  </a:lnTo>
                  <a:lnTo>
                    <a:pt x="262" y="244"/>
                  </a:lnTo>
                  <a:lnTo>
                    <a:pt x="270" y="234"/>
                  </a:lnTo>
                  <a:lnTo>
                    <a:pt x="276" y="226"/>
                  </a:lnTo>
                  <a:lnTo>
                    <a:pt x="140" y="0"/>
                  </a:lnTo>
                  <a:lnTo>
                    <a:pt x="0" y="60"/>
                  </a:lnTo>
                  <a:lnTo>
                    <a:pt x="0" y="60"/>
                  </a:lnTo>
                  <a:lnTo>
                    <a:pt x="10" y="82"/>
                  </a:lnTo>
                  <a:lnTo>
                    <a:pt x="22" y="104"/>
                  </a:lnTo>
                  <a:lnTo>
                    <a:pt x="40" y="130"/>
                  </a:lnTo>
                  <a:lnTo>
                    <a:pt x="62" y="158"/>
                  </a:lnTo>
                  <a:lnTo>
                    <a:pt x="88" y="188"/>
                  </a:lnTo>
                  <a:lnTo>
                    <a:pt x="104" y="200"/>
                  </a:lnTo>
                  <a:lnTo>
                    <a:pt x="120" y="212"/>
                  </a:lnTo>
                  <a:lnTo>
                    <a:pt x="138" y="224"/>
                  </a:lnTo>
                  <a:lnTo>
                    <a:pt x="156" y="234"/>
                  </a:lnTo>
                  <a:lnTo>
                    <a:pt x="156" y="23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5" name="Freeform 148"/>
            <p:cNvSpPr>
              <a:spLocks/>
            </p:cNvSpPr>
            <p:nvPr/>
          </p:nvSpPr>
          <p:spPr bwMode="auto">
            <a:xfrm>
              <a:off x="3441246" y="2925536"/>
              <a:ext cx="190500" cy="155575"/>
            </a:xfrm>
            <a:custGeom>
              <a:avLst/>
              <a:gdLst>
                <a:gd name="T0" fmla="*/ 10 w 120"/>
                <a:gd name="T1" fmla="*/ 0 h 98"/>
                <a:gd name="T2" fmla="*/ 112 w 120"/>
                <a:gd name="T3" fmla="*/ 0 h 98"/>
                <a:gd name="T4" fmla="*/ 112 w 120"/>
                <a:gd name="T5" fmla="*/ 0 h 98"/>
                <a:gd name="T6" fmla="*/ 108 w 120"/>
                <a:gd name="T7" fmla="*/ 8 h 98"/>
                <a:gd name="T8" fmla="*/ 106 w 120"/>
                <a:gd name="T9" fmla="*/ 32 h 98"/>
                <a:gd name="T10" fmla="*/ 106 w 120"/>
                <a:gd name="T11" fmla="*/ 46 h 98"/>
                <a:gd name="T12" fmla="*/ 108 w 120"/>
                <a:gd name="T13" fmla="*/ 64 h 98"/>
                <a:gd name="T14" fmla="*/ 112 w 120"/>
                <a:gd name="T15" fmla="*/ 80 h 98"/>
                <a:gd name="T16" fmla="*/ 120 w 120"/>
                <a:gd name="T17" fmla="*/ 98 h 98"/>
                <a:gd name="T18" fmla="*/ 0 w 120"/>
                <a:gd name="T19" fmla="*/ 98 h 98"/>
                <a:gd name="T20" fmla="*/ 0 w 120"/>
                <a:gd name="T21" fmla="*/ 98 h 98"/>
                <a:gd name="T22" fmla="*/ 6 w 120"/>
                <a:gd name="T23" fmla="*/ 92 h 98"/>
                <a:gd name="T24" fmla="*/ 10 w 120"/>
                <a:gd name="T25" fmla="*/ 86 h 98"/>
                <a:gd name="T26" fmla="*/ 14 w 120"/>
                <a:gd name="T27" fmla="*/ 76 h 98"/>
                <a:gd name="T28" fmla="*/ 18 w 120"/>
                <a:gd name="T29" fmla="*/ 62 h 98"/>
                <a:gd name="T30" fmla="*/ 20 w 120"/>
                <a:gd name="T31" fmla="*/ 46 h 98"/>
                <a:gd name="T32" fmla="*/ 16 w 120"/>
                <a:gd name="T33" fmla="*/ 24 h 98"/>
                <a:gd name="T34" fmla="*/ 10 w 120"/>
                <a:gd name="T35" fmla="*/ 0 h 98"/>
                <a:gd name="T36" fmla="*/ 10 w 120"/>
                <a:gd name="T3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0" h="98">
                  <a:moveTo>
                    <a:pt x="10" y="0"/>
                  </a:moveTo>
                  <a:lnTo>
                    <a:pt x="112" y="0"/>
                  </a:lnTo>
                  <a:lnTo>
                    <a:pt x="112" y="0"/>
                  </a:lnTo>
                  <a:lnTo>
                    <a:pt x="108" y="8"/>
                  </a:lnTo>
                  <a:lnTo>
                    <a:pt x="106" y="32"/>
                  </a:lnTo>
                  <a:lnTo>
                    <a:pt x="106" y="46"/>
                  </a:lnTo>
                  <a:lnTo>
                    <a:pt x="108" y="64"/>
                  </a:lnTo>
                  <a:lnTo>
                    <a:pt x="112" y="80"/>
                  </a:lnTo>
                  <a:lnTo>
                    <a:pt x="120" y="98"/>
                  </a:lnTo>
                  <a:lnTo>
                    <a:pt x="0" y="98"/>
                  </a:lnTo>
                  <a:lnTo>
                    <a:pt x="0" y="98"/>
                  </a:lnTo>
                  <a:lnTo>
                    <a:pt x="6" y="92"/>
                  </a:lnTo>
                  <a:lnTo>
                    <a:pt x="10" y="86"/>
                  </a:lnTo>
                  <a:lnTo>
                    <a:pt x="14" y="76"/>
                  </a:lnTo>
                  <a:lnTo>
                    <a:pt x="18" y="62"/>
                  </a:lnTo>
                  <a:lnTo>
                    <a:pt x="20" y="46"/>
                  </a:lnTo>
                  <a:lnTo>
                    <a:pt x="16" y="24"/>
                  </a:lnTo>
                  <a:lnTo>
                    <a:pt x="10" y="0"/>
                  </a:lnTo>
                  <a:lnTo>
                    <a:pt x="10"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6" name="Freeform 149"/>
            <p:cNvSpPr>
              <a:spLocks/>
            </p:cNvSpPr>
            <p:nvPr/>
          </p:nvSpPr>
          <p:spPr bwMode="auto">
            <a:xfrm>
              <a:off x="3457121" y="2925536"/>
              <a:ext cx="161925" cy="98425"/>
            </a:xfrm>
            <a:custGeom>
              <a:avLst/>
              <a:gdLst>
                <a:gd name="T0" fmla="*/ 0 w 102"/>
                <a:gd name="T1" fmla="*/ 0 h 62"/>
                <a:gd name="T2" fmla="*/ 102 w 102"/>
                <a:gd name="T3" fmla="*/ 0 h 62"/>
                <a:gd name="T4" fmla="*/ 102 w 102"/>
                <a:gd name="T5" fmla="*/ 0 h 62"/>
                <a:gd name="T6" fmla="*/ 100 w 102"/>
                <a:gd name="T7" fmla="*/ 6 h 62"/>
                <a:gd name="T8" fmla="*/ 96 w 102"/>
                <a:gd name="T9" fmla="*/ 20 h 62"/>
                <a:gd name="T10" fmla="*/ 94 w 102"/>
                <a:gd name="T11" fmla="*/ 40 h 62"/>
                <a:gd name="T12" fmla="*/ 96 w 102"/>
                <a:gd name="T13" fmla="*/ 50 h 62"/>
                <a:gd name="T14" fmla="*/ 98 w 102"/>
                <a:gd name="T15" fmla="*/ 62 h 62"/>
                <a:gd name="T16" fmla="*/ 98 w 102"/>
                <a:gd name="T17" fmla="*/ 62 h 62"/>
                <a:gd name="T18" fmla="*/ 88 w 102"/>
                <a:gd name="T19" fmla="*/ 62 h 62"/>
                <a:gd name="T20" fmla="*/ 64 w 102"/>
                <a:gd name="T21" fmla="*/ 56 h 62"/>
                <a:gd name="T22" fmla="*/ 50 w 102"/>
                <a:gd name="T23" fmla="*/ 52 h 62"/>
                <a:gd name="T24" fmla="*/ 34 w 102"/>
                <a:gd name="T25" fmla="*/ 46 h 62"/>
                <a:gd name="T26" fmla="*/ 20 w 102"/>
                <a:gd name="T27" fmla="*/ 40 h 62"/>
                <a:gd name="T28" fmla="*/ 8 w 102"/>
                <a:gd name="T29" fmla="*/ 32 h 62"/>
                <a:gd name="T30" fmla="*/ 8 w 102"/>
                <a:gd name="T31" fmla="*/ 32 h 62"/>
                <a:gd name="T32" fmla="*/ 6 w 102"/>
                <a:gd name="T33" fmla="*/ 22 h 62"/>
                <a:gd name="T34" fmla="*/ 0 w 102"/>
                <a:gd name="T35" fmla="*/ 0 h 62"/>
                <a:gd name="T36" fmla="*/ 0 w 102"/>
                <a:gd name="T3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62">
                  <a:moveTo>
                    <a:pt x="0" y="0"/>
                  </a:moveTo>
                  <a:lnTo>
                    <a:pt x="102" y="0"/>
                  </a:lnTo>
                  <a:lnTo>
                    <a:pt x="102" y="0"/>
                  </a:lnTo>
                  <a:lnTo>
                    <a:pt x="100" y="6"/>
                  </a:lnTo>
                  <a:lnTo>
                    <a:pt x="96" y="20"/>
                  </a:lnTo>
                  <a:lnTo>
                    <a:pt x="94" y="40"/>
                  </a:lnTo>
                  <a:lnTo>
                    <a:pt x="96" y="50"/>
                  </a:lnTo>
                  <a:lnTo>
                    <a:pt x="98" y="62"/>
                  </a:lnTo>
                  <a:lnTo>
                    <a:pt x="98" y="62"/>
                  </a:lnTo>
                  <a:lnTo>
                    <a:pt x="88" y="62"/>
                  </a:lnTo>
                  <a:lnTo>
                    <a:pt x="64" y="56"/>
                  </a:lnTo>
                  <a:lnTo>
                    <a:pt x="50" y="52"/>
                  </a:lnTo>
                  <a:lnTo>
                    <a:pt x="34" y="46"/>
                  </a:lnTo>
                  <a:lnTo>
                    <a:pt x="20" y="40"/>
                  </a:lnTo>
                  <a:lnTo>
                    <a:pt x="8" y="32"/>
                  </a:lnTo>
                  <a:lnTo>
                    <a:pt x="8" y="32"/>
                  </a:lnTo>
                  <a:lnTo>
                    <a:pt x="6" y="22"/>
                  </a:lnTo>
                  <a:lnTo>
                    <a:pt x="0" y="0"/>
                  </a:lnTo>
                  <a:lnTo>
                    <a:pt x="0" y="0"/>
                  </a:lnTo>
                  <a:close/>
                </a:path>
              </a:pathLst>
            </a:custGeom>
            <a:solidFill>
              <a:srgbClr val="D4A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7" name="Freeform 150"/>
            <p:cNvSpPr>
              <a:spLocks/>
            </p:cNvSpPr>
            <p:nvPr/>
          </p:nvSpPr>
          <p:spPr bwMode="auto">
            <a:xfrm>
              <a:off x="3787321" y="2582636"/>
              <a:ext cx="60325" cy="111125"/>
            </a:xfrm>
            <a:custGeom>
              <a:avLst/>
              <a:gdLst>
                <a:gd name="T0" fmla="*/ 36 w 38"/>
                <a:gd name="T1" fmla="*/ 38 h 70"/>
                <a:gd name="T2" fmla="*/ 36 w 38"/>
                <a:gd name="T3" fmla="*/ 38 h 70"/>
                <a:gd name="T4" fmla="*/ 32 w 38"/>
                <a:gd name="T5" fmla="*/ 52 h 70"/>
                <a:gd name="T6" fmla="*/ 26 w 38"/>
                <a:gd name="T7" fmla="*/ 62 h 70"/>
                <a:gd name="T8" fmla="*/ 18 w 38"/>
                <a:gd name="T9" fmla="*/ 68 h 70"/>
                <a:gd name="T10" fmla="*/ 14 w 38"/>
                <a:gd name="T11" fmla="*/ 70 h 70"/>
                <a:gd name="T12" fmla="*/ 12 w 38"/>
                <a:gd name="T13" fmla="*/ 70 h 70"/>
                <a:gd name="T14" fmla="*/ 12 w 38"/>
                <a:gd name="T15" fmla="*/ 70 h 70"/>
                <a:gd name="T16" fmla="*/ 8 w 38"/>
                <a:gd name="T17" fmla="*/ 68 h 70"/>
                <a:gd name="T18" fmla="*/ 6 w 38"/>
                <a:gd name="T19" fmla="*/ 66 h 70"/>
                <a:gd name="T20" fmla="*/ 2 w 38"/>
                <a:gd name="T21" fmla="*/ 58 h 70"/>
                <a:gd name="T22" fmla="*/ 0 w 38"/>
                <a:gd name="T23" fmla="*/ 46 h 70"/>
                <a:gd name="T24" fmla="*/ 2 w 38"/>
                <a:gd name="T25" fmla="*/ 32 h 70"/>
                <a:gd name="T26" fmla="*/ 2 w 38"/>
                <a:gd name="T27" fmla="*/ 32 h 70"/>
                <a:gd name="T28" fmla="*/ 6 w 38"/>
                <a:gd name="T29" fmla="*/ 18 h 70"/>
                <a:gd name="T30" fmla="*/ 12 w 38"/>
                <a:gd name="T31" fmla="*/ 8 h 70"/>
                <a:gd name="T32" fmla="*/ 18 w 38"/>
                <a:gd name="T33" fmla="*/ 0 h 70"/>
                <a:gd name="T34" fmla="*/ 22 w 38"/>
                <a:gd name="T35" fmla="*/ 0 h 70"/>
                <a:gd name="T36" fmla="*/ 26 w 38"/>
                <a:gd name="T37" fmla="*/ 0 h 70"/>
                <a:gd name="T38" fmla="*/ 26 w 38"/>
                <a:gd name="T39" fmla="*/ 0 h 70"/>
                <a:gd name="T40" fmla="*/ 30 w 38"/>
                <a:gd name="T41" fmla="*/ 0 h 70"/>
                <a:gd name="T42" fmla="*/ 32 w 38"/>
                <a:gd name="T43" fmla="*/ 4 h 70"/>
                <a:gd name="T44" fmla="*/ 36 w 38"/>
                <a:gd name="T45" fmla="*/ 12 h 70"/>
                <a:gd name="T46" fmla="*/ 38 w 38"/>
                <a:gd name="T47" fmla="*/ 24 h 70"/>
                <a:gd name="T48" fmla="*/ 36 w 38"/>
                <a:gd name="T49" fmla="*/ 38 h 70"/>
                <a:gd name="T50" fmla="*/ 36 w 38"/>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70">
                  <a:moveTo>
                    <a:pt x="36" y="38"/>
                  </a:moveTo>
                  <a:lnTo>
                    <a:pt x="36" y="38"/>
                  </a:lnTo>
                  <a:lnTo>
                    <a:pt x="32" y="52"/>
                  </a:lnTo>
                  <a:lnTo>
                    <a:pt x="26" y="62"/>
                  </a:lnTo>
                  <a:lnTo>
                    <a:pt x="18" y="68"/>
                  </a:lnTo>
                  <a:lnTo>
                    <a:pt x="14" y="70"/>
                  </a:lnTo>
                  <a:lnTo>
                    <a:pt x="12" y="70"/>
                  </a:lnTo>
                  <a:lnTo>
                    <a:pt x="12" y="70"/>
                  </a:lnTo>
                  <a:lnTo>
                    <a:pt x="8" y="68"/>
                  </a:lnTo>
                  <a:lnTo>
                    <a:pt x="6" y="66"/>
                  </a:lnTo>
                  <a:lnTo>
                    <a:pt x="2" y="58"/>
                  </a:lnTo>
                  <a:lnTo>
                    <a:pt x="0" y="46"/>
                  </a:lnTo>
                  <a:lnTo>
                    <a:pt x="2" y="32"/>
                  </a:lnTo>
                  <a:lnTo>
                    <a:pt x="2" y="32"/>
                  </a:lnTo>
                  <a:lnTo>
                    <a:pt x="6" y="18"/>
                  </a:lnTo>
                  <a:lnTo>
                    <a:pt x="12" y="8"/>
                  </a:lnTo>
                  <a:lnTo>
                    <a:pt x="18" y="0"/>
                  </a:lnTo>
                  <a:lnTo>
                    <a:pt x="22" y="0"/>
                  </a:lnTo>
                  <a:lnTo>
                    <a:pt x="26" y="0"/>
                  </a:lnTo>
                  <a:lnTo>
                    <a:pt x="26" y="0"/>
                  </a:lnTo>
                  <a:lnTo>
                    <a:pt x="30" y="0"/>
                  </a:lnTo>
                  <a:lnTo>
                    <a:pt x="32" y="4"/>
                  </a:lnTo>
                  <a:lnTo>
                    <a:pt x="36" y="12"/>
                  </a:lnTo>
                  <a:lnTo>
                    <a:pt x="38" y="24"/>
                  </a:lnTo>
                  <a:lnTo>
                    <a:pt x="36" y="38"/>
                  </a:lnTo>
                  <a:lnTo>
                    <a:pt x="36"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8" name="Freeform 151"/>
            <p:cNvSpPr>
              <a:spLocks/>
            </p:cNvSpPr>
            <p:nvPr/>
          </p:nvSpPr>
          <p:spPr bwMode="auto">
            <a:xfrm>
              <a:off x="3774621" y="2592161"/>
              <a:ext cx="57150" cy="92075"/>
            </a:xfrm>
            <a:custGeom>
              <a:avLst/>
              <a:gdLst>
                <a:gd name="T0" fmla="*/ 34 w 36"/>
                <a:gd name="T1" fmla="*/ 32 h 58"/>
                <a:gd name="T2" fmla="*/ 34 w 36"/>
                <a:gd name="T3" fmla="*/ 32 h 58"/>
                <a:gd name="T4" fmla="*/ 30 w 36"/>
                <a:gd name="T5" fmla="*/ 44 h 58"/>
                <a:gd name="T6" fmla="*/ 26 w 36"/>
                <a:gd name="T7" fmla="*/ 52 h 58"/>
                <a:gd name="T8" fmla="*/ 18 w 36"/>
                <a:gd name="T9" fmla="*/ 58 h 58"/>
                <a:gd name="T10" fmla="*/ 12 w 36"/>
                <a:gd name="T11" fmla="*/ 58 h 58"/>
                <a:gd name="T12" fmla="*/ 12 w 36"/>
                <a:gd name="T13" fmla="*/ 58 h 58"/>
                <a:gd name="T14" fmla="*/ 6 w 36"/>
                <a:gd name="T15" fmla="*/ 54 h 58"/>
                <a:gd name="T16" fmla="*/ 0 w 36"/>
                <a:gd name="T17" fmla="*/ 46 h 58"/>
                <a:gd name="T18" fmla="*/ 0 w 36"/>
                <a:gd name="T19" fmla="*/ 36 h 58"/>
                <a:gd name="T20" fmla="*/ 0 w 36"/>
                <a:gd name="T21" fmla="*/ 26 h 58"/>
                <a:gd name="T22" fmla="*/ 0 w 36"/>
                <a:gd name="T23" fmla="*/ 26 h 58"/>
                <a:gd name="T24" fmla="*/ 4 w 36"/>
                <a:gd name="T25" fmla="*/ 14 h 58"/>
                <a:gd name="T26" fmla="*/ 10 w 36"/>
                <a:gd name="T27" fmla="*/ 6 h 58"/>
                <a:gd name="T28" fmla="*/ 16 w 36"/>
                <a:gd name="T29" fmla="*/ 0 h 58"/>
                <a:gd name="T30" fmla="*/ 24 w 36"/>
                <a:gd name="T31" fmla="*/ 0 h 58"/>
                <a:gd name="T32" fmla="*/ 24 w 36"/>
                <a:gd name="T33" fmla="*/ 0 h 58"/>
                <a:gd name="T34" fmla="*/ 30 w 36"/>
                <a:gd name="T35" fmla="*/ 4 h 58"/>
                <a:gd name="T36" fmla="*/ 34 w 36"/>
                <a:gd name="T37" fmla="*/ 10 h 58"/>
                <a:gd name="T38" fmla="*/ 36 w 36"/>
                <a:gd name="T39" fmla="*/ 20 h 58"/>
                <a:gd name="T40" fmla="*/ 34 w 36"/>
                <a:gd name="T41" fmla="*/ 32 h 58"/>
                <a:gd name="T42" fmla="*/ 34 w 36"/>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58">
                  <a:moveTo>
                    <a:pt x="34" y="32"/>
                  </a:moveTo>
                  <a:lnTo>
                    <a:pt x="34" y="32"/>
                  </a:lnTo>
                  <a:lnTo>
                    <a:pt x="30" y="44"/>
                  </a:lnTo>
                  <a:lnTo>
                    <a:pt x="26" y="52"/>
                  </a:lnTo>
                  <a:lnTo>
                    <a:pt x="18" y="58"/>
                  </a:lnTo>
                  <a:lnTo>
                    <a:pt x="12" y="58"/>
                  </a:lnTo>
                  <a:lnTo>
                    <a:pt x="12" y="58"/>
                  </a:lnTo>
                  <a:lnTo>
                    <a:pt x="6" y="54"/>
                  </a:lnTo>
                  <a:lnTo>
                    <a:pt x="0" y="46"/>
                  </a:lnTo>
                  <a:lnTo>
                    <a:pt x="0" y="36"/>
                  </a:lnTo>
                  <a:lnTo>
                    <a:pt x="0" y="26"/>
                  </a:lnTo>
                  <a:lnTo>
                    <a:pt x="0" y="26"/>
                  </a:lnTo>
                  <a:lnTo>
                    <a:pt x="4" y="14"/>
                  </a:lnTo>
                  <a:lnTo>
                    <a:pt x="10" y="6"/>
                  </a:lnTo>
                  <a:lnTo>
                    <a:pt x="16" y="0"/>
                  </a:lnTo>
                  <a:lnTo>
                    <a:pt x="24" y="0"/>
                  </a:lnTo>
                  <a:lnTo>
                    <a:pt x="24" y="0"/>
                  </a:lnTo>
                  <a:lnTo>
                    <a:pt x="30" y="4"/>
                  </a:lnTo>
                  <a:lnTo>
                    <a:pt x="34" y="10"/>
                  </a:lnTo>
                  <a:lnTo>
                    <a:pt x="36" y="20"/>
                  </a:lnTo>
                  <a:lnTo>
                    <a:pt x="34" y="32"/>
                  </a:lnTo>
                  <a:lnTo>
                    <a:pt x="34"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9" name="Freeform 152"/>
            <p:cNvSpPr>
              <a:spLocks/>
            </p:cNvSpPr>
            <p:nvPr/>
          </p:nvSpPr>
          <p:spPr bwMode="auto">
            <a:xfrm>
              <a:off x="3244396" y="2592161"/>
              <a:ext cx="57150" cy="111125"/>
            </a:xfrm>
            <a:custGeom>
              <a:avLst/>
              <a:gdLst>
                <a:gd name="T0" fmla="*/ 0 w 36"/>
                <a:gd name="T1" fmla="*/ 38 h 70"/>
                <a:gd name="T2" fmla="*/ 0 w 36"/>
                <a:gd name="T3" fmla="*/ 38 h 70"/>
                <a:gd name="T4" fmla="*/ 4 w 36"/>
                <a:gd name="T5" fmla="*/ 52 h 70"/>
                <a:gd name="T6" fmla="*/ 10 w 36"/>
                <a:gd name="T7" fmla="*/ 62 h 70"/>
                <a:gd name="T8" fmla="*/ 18 w 36"/>
                <a:gd name="T9" fmla="*/ 68 h 70"/>
                <a:gd name="T10" fmla="*/ 22 w 36"/>
                <a:gd name="T11" fmla="*/ 70 h 70"/>
                <a:gd name="T12" fmla="*/ 26 w 36"/>
                <a:gd name="T13" fmla="*/ 70 h 70"/>
                <a:gd name="T14" fmla="*/ 26 w 36"/>
                <a:gd name="T15" fmla="*/ 70 h 70"/>
                <a:gd name="T16" fmla="*/ 28 w 36"/>
                <a:gd name="T17" fmla="*/ 68 h 70"/>
                <a:gd name="T18" fmla="*/ 32 w 36"/>
                <a:gd name="T19" fmla="*/ 66 h 70"/>
                <a:gd name="T20" fmla="*/ 36 w 36"/>
                <a:gd name="T21" fmla="*/ 58 h 70"/>
                <a:gd name="T22" fmla="*/ 36 w 36"/>
                <a:gd name="T23" fmla="*/ 46 h 70"/>
                <a:gd name="T24" fmla="*/ 34 w 36"/>
                <a:gd name="T25" fmla="*/ 32 h 70"/>
                <a:gd name="T26" fmla="*/ 34 w 36"/>
                <a:gd name="T27" fmla="*/ 32 h 70"/>
                <a:gd name="T28" fmla="*/ 30 w 36"/>
                <a:gd name="T29" fmla="*/ 18 h 70"/>
                <a:gd name="T30" fmla="*/ 24 w 36"/>
                <a:gd name="T31" fmla="*/ 8 h 70"/>
                <a:gd name="T32" fmla="*/ 18 w 36"/>
                <a:gd name="T33" fmla="*/ 2 h 70"/>
                <a:gd name="T34" fmla="*/ 14 w 36"/>
                <a:gd name="T35" fmla="*/ 0 h 70"/>
                <a:gd name="T36" fmla="*/ 10 w 36"/>
                <a:gd name="T37" fmla="*/ 0 h 70"/>
                <a:gd name="T38" fmla="*/ 10 w 36"/>
                <a:gd name="T39" fmla="*/ 0 h 70"/>
                <a:gd name="T40" fmla="*/ 8 w 36"/>
                <a:gd name="T41" fmla="*/ 2 h 70"/>
                <a:gd name="T42" fmla="*/ 4 w 36"/>
                <a:gd name="T43" fmla="*/ 4 h 70"/>
                <a:gd name="T44" fmla="*/ 0 w 36"/>
                <a:gd name="T45" fmla="*/ 12 h 70"/>
                <a:gd name="T46" fmla="*/ 0 w 36"/>
                <a:gd name="T47" fmla="*/ 24 h 70"/>
                <a:gd name="T48" fmla="*/ 0 w 36"/>
                <a:gd name="T49" fmla="*/ 38 h 70"/>
                <a:gd name="T50" fmla="*/ 0 w 36"/>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70">
                  <a:moveTo>
                    <a:pt x="0" y="38"/>
                  </a:moveTo>
                  <a:lnTo>
                    <a:pt x="0" y="38"/>
                  </a:lnTo>
                  <a:lnTo>
                    <a:pt x="4" y="52"/>
                  </a:lnTo>
                  <a:lnTo>
                    <a:pt x="10" y="62"/>
                  </a:lnTo>
                  <a:lnTo>
                    <a:pt x="18" y="68"/>
                  </a:lnTo>
                  <a:lnTo>
                    <a:pt x="22" y="70"/>
                  </a:lnTo>
                  <a:lnTo>
                    <a:pt x="26" y="70"/>
                  </a:lnTo>
                  <a:lnTo>
                    <a:pt x="26" y="70"/>
                  </a:lnTo>
                  <a:lnTo>
                    <a:pt x="28" y="68"/>
                  </a:lnTo>
                  <a:lnTo>
                    <a:pt x="32" y="66"/>
                  </a:lnTo>
                  <a:lnTo>
                    <a:pt x="36" y="58"/>
                  </a:lnTo>
                  <a:lnTo>
                    <a:pt x="36" y="46"/>
                  </a:lnTo>
                  <a:lnTo>
                    <a:pt x="34" y="32"/>
                  </a:lnTo>
                  <a:lnTo>
                    <a:pt x="34" y="32"/>
                  </a:lnTo>
                  <a:lnTo>
                    <a:pt x="30" y="18"/>
                  </a:lnTo>
                  <a:lnTo>
                    <a:pt x="24" y="8"/>
                  </a:lnTo>
                  <a:lnTo>
                    <a:pt x="18" y="2"/>
                  </a:lnTo>
                  <a:lnTo>
                    <a:pt x="14" y="0"/>
                  </a:lnTo>
                  <a:lnTo>
                    <a:pt x="10" y="0"/>
                  </a:lnTo>
                  <a:lnTo>
                    <a:pt x="10" y="0"/>
                  </a:lnTo>
                  <a:lnTo>
                    <a:pt x="8" y="2"/>
                  </a:lnTo>
                  <a:lnTo>
                    <a:pt x="4" y="4"/>
                  </a:lnTo>
                  <a:lnTo>
                    <a:pt x="0" y="12"/>
                  </a:lnTo>
                  <a:lnTo>
                    <a:pt x="0" y="24"/>
                  </a:lnTo>
                  <a:lnTo>
                    <a:pt x="0" y="38"/>
                  </a:lnTo>
                  <a:lnTo>
                    <a:pt x="0"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0" name="Freeform 153"/>
            <p:cNvSpPr>
              <a:spLocks/>
            </p:cNvSpPr>
            <p:nvPr/>
          </p:nvSpPr>
          <p:spPr bwMode="auto">
            <a:xfrm>
              <a:off x="3257096" y="2601686"/>
              <a:ext cx="60325" cy="92075"/>
            </a:xfrm>
            <a:custGeom>
              <a:avLst/>
              <a:gdLst>
                <a:gd name="T0" fmla="*/ 2 w 38"/>
                <a:gd name="T1" fmla="*/ 32 h 58"/>
                <a:gd name="T2" fmla="*/ 2 w 38"/>
                <a:gd name="T3" fmla="*/ 32 h 58"/>
                <a:gd name="T4" fmla="*/ 6 w 38"/>
                <a:gd name="T5" fmla="*/ 44 h 58"/>
                <a:gd name="T6" fmla="*/ 12 w 38"/>
                <a:gd name="T7" fmla="*/ 52 h 58"/>
                <a:gd name="T8" fmla="*/ 18 w 38"/>
                <a:gd name="T9" fmla="*/ 58 h 58"/>
                <a:gd name="T10" fmla="*/ 26 w 38"/>
                <a:gd name="T11" fmla="*/ 58 h 58"/>
                <a:gd name="T12" fmla="*/ 26 w 38"/>
                <a:gd name="T13" fmla="*/ 58 h 58"/>
                <a:gd name="T14" fmla="*/ 32 w 38"/>
                <a:gd name="T15" fmla="*/ 54 h 58"/>
                <a:gd name="T16" fmla="*/ 36 w 38"/>
                <a:gd name="T17" fmla="*/ 48 h 58"/>
                <a:gd name="T18" fmla="*/ 38 w 38"/>
                <a:gd name="T19" fmla="*/ 38 h 58"/>
                <a:gd name="T20" fmla="*/ 36 w 38"/>
                <a:gd name="T21" fmla="*/ 26 h 58"/>
                <a:gd name="T22" fmla="*/ 36 w 38"/>
                <a:gd name="T23" fmla="*/ 26 h 58"/>
                <a:gd name="T24" fmla="*/ 32 w 38"/>
                <a:gd name="T25" fmla="*/ 14 h 58"/>
                <a:gd name="T26" fmla="*/ 26 w 38"/>
                <a:gd name="T27" fmla="*/ 6 h 58"/>
                <a:gd name="T28" fmla="*/ 20 w 38"/>
                <a:gd name="T29" fmla="*/ 0 h 58"/>
                <a:gd name="T30" fmla="*/ 12 w 38"/>
                <a:gd name="T31" fmla="*/ 0 h 58"/>
                <a:gd name="T32" fmla="*/ 12 w 38"/>
                <a:gd name="T33" fmla="*/ 0 h 58"/>
                <a:gd name="T34" fmla="*/ 6 w 38"/>
                <a:gd name="T35" fmla="*/ 4 h 58"/>
                <a:gd name="T36" fmla="*/ 2 w 38"/>
                <a:gd name="T37" fmla="*/ 10 h 58"/>
                <a:gd name="T38" fmla="*/ 0 w 38"/>
                <a:gd name="T39" fmla="*/ 20 h 58"/>
                <a:gd name="T40" fmla="*/ 2 w 38"/>
                <a:gd name="T41" fmla="*/ 32 h 58"/>
                <a:gd name="T42" fmla="*/ 2 w 38"/>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58">
                  <a:moveTo>
                    <a:pt x="2" y="32"/>
                  </a:moveTo>
                  <a:lnTo>
                    <a:pt x="2" y="32"/>
                  </a:lnTo>
                  <a:lnTo>
                    <a:pt x="6" y="44"/>
                  </a:lnTo>
                  <a:lnTo>
                    <a:pt x="12" y="52"/>
                  </a:lnTo>
                  <a:lnTo>
                    <a:pt x="18" y="58"/>
                  </a:lnTo>
                  <a:lnTo>
                    <a:pt x="26" y="58"/>
                  </a:lnTo>
                  <a:lnTo>
                    <a:pt x="26" y="58"/>
                  </a:lnTo>
                  <a:lnTo>
                    <a:pt x="32" y="54"/>
                  </a:lnTo>
                  <a:lnTo>
                    <a:pt x="36" y="48"/>
                  </a:lnTo>
                  <a:lnTo>
                    <a:pt x="38" y="38"/>
                  </a:lnTo>
                  <a:lnTo>
                    <a:pt x="36" y="26"/>
                  </a:lnTo>
                  <a:lnTo>
                    <a:pt x="36" y="26"/>
                  </a:lnTo>
                  <a:lnTo>
                    <a:pt x="32" y="14"/>
                  </a:lnTo>
                  <a:lnTo>
                    <a:pt x="26" y="6"/>
                  </a:lnTo>
                  <a:lnTo>
                    <a:pt x="20" y="0"/>
                  </a:lnTo>
                  <a:lnTo>
                    <a:pt x="12" y="0"/>
                  </a:lnTo>
                  <a:lnTo>
                    <a:pt x="12" y="0"/>
                  </a:lnTo>
                  <a:lnTo>
                    <a:pt x="6" y="4"/>
                  </a:lnTo>
                  <a:lnTo>
                    <a:pt x="2" y="10"/>
                  </a:lnTo>
                  <a:lnTo>
                    <a:pt x="0" y="20"/>
                  </a:lnTo>
                  <a:lnTo>
                    <a:pt x="2" y="32"/>
                  </a:lnTo>
                  <a:lnTo>
                    <a:pt x="2"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1" name="Freeform 154"/>
            <p:cNvSpPr>
              <a:spLocks/>
            </p:cNvSpPr>
            <p:nvPr/>
          </p:nvSpPr>
          <p:spPr bwMode="auto">
            <a:xfrm>
              <a:off x="3269796" y="2214336"/>
              <a:ext cx="546100" cy="752475"/>
            </a:xfrm>
            <a:custGeom>
              <a:avLst/>
              <a:gdLst>
                <a:gd name="T0" fmla="*/ 340 w 344"/>
                <a:gd name="T1" fmla="*/ 248 h 474"/>
                <a:gd name="T2" fmla="*/ 330 w 344"/>
                <a:gd name="T3" fmla="*/ 310 h 474"/>
                <a:gd name="T4" fmla="*/ 308 w 344"/>
                <a:gd name="T5" fmla="*/ 368 h 474"/>
                <a:gd name="T6" fmla="*/ 300 w 344"/>
                <a:gd name="T7" fmla="*/ 382 h 474"/>
                <a:gd name="T8" fmla="*/ 274 w 344"/>
                <a:gd name="T9" fmla="*/ 414 h 474"/>
                <a:gd name="T10" fmla="*/ 242 w 344"/>
                <a:gd name="T11" fmla="*/ 442 h 474"/>
                <a:gd name="T12" fmla="*/ 210 w 344"/>
                <a:gd name="T13" fmla="*/ 464 h 474"/>
                <a:gd name="T14" fmla="*/ 194 w 344"/>
                <a:gd name="T15" fmla="*/ 470 h 474"/>
                <a:gd name="T16" fmla="*/ 174 w 344"/>
                <a:gd name="T17" fmla="*/ 474 h 474"/>
                <a:gd name="T18" fmla="*/ 172 w 344"/>
                <a:gd name="T19" fmla="*/ 474 h 474"/>
                <a:gd name="T20" fmla="*/ 164 w 344"/>
                <a:gd name="T21" fmla="*/ 474 h 474"/>
                <a:gd name="T22" fmla="*/ 154 w 344"/>
                <a:gd name="T23" fmla="*/ 470 h 474"/>
                <a:gd name="T24" fmla="*/ 120 w 344"/>
                <a:gd name="T25" fmla="*/ 454 h 474"/>
                <a:gd name="T26" fmla="*/ 88 w 344"/>
                <a:gd name="T27" fmla="*/ 428 h 474"/>
                <a:gd name="T28" fmla="*/ 58 w 344"/>
                <a:gd name="T29" fmla="*/ 398 h 474"/>
                <a:gd name="T30" fmla="*/ 38 w 344"/>
                <a:gd name="T31" fmla="*/ 368 h 474"/>
                <a:gd name="T32" fmla="*/ 26 w 344"/>
                <a:gd name="T33" fmla="*/ 338 h 474"/>
                <a:gd name="T34" fmla="*/ 12 w 344"/>
                <a:gd name="T35" fmla="*/ 278 h 474"/>
                <a:gd name="T36" fmla="*/ 6 w 344"/>
                <a:gd name="T37" fmla="*/ 248 h 474"/>
                <a:gd name="T38" fmla="*/ 2 w 344"/>
                <a:gd name="T39" fmla="*/ 208 h 474"/>
                <a:gd name="T40" fmla="*/ 2 w 344"/>
                <a:gd name="T41" fmla="*/ 166 h 474"/>
                <a:gd name="T42" fmla="*/ 8 w 344"/>
                <a:gd name="T43" fmla="*/ 120 h 474"/>
                <a:gd name="T44" fmla="*/ 26 w 344"/>
                <a:gd name="T45" fmla="*/ 74 h 474"/>
                <a:gd name="T46" fmla="*/ 48 w 344"/>
                <a:gd name="T47" fmla="*/ 44 h 474"/>
                <a:gd name="T48" fmla="*/ 68 w 344"/>
                <a:gd name="T49" fmla="*/ 26 h 474"/>
                <a:gd name="T50" fmla="*/ 92 w 344"/>
                <a:gd name="T51" fmla="*/ 14 h 474"/>
                <a:gd name="T52" fmla="*/ 122 w 344"/>
                <a:gd name="T53" fmla="*/ 4 h 474"/>
                <a:gd name="T54" fmla="*/ 160 w 344"/>
                <a:gd name="T55" fmla="*/ 0 h 474"/>
                <a:gd name="T56" fmla="*/ 180 w 344"/>
                <a:gd name="T57" fmla="*/ 0 h 474"/>
                <a:gd name="T58" fmla="*/ 208 w 344"/>
                <a:gd name="T59" fmla="*/ 4 h 474"/>
                <a:gd name="T60" fmla="*/ 238 w 344"/>
                <a:gd name="T61" fmla="*/ 12 h 474"/>
                <a:gd name="T62" fmla="*/ 270 w 344"/>
                <a:gd name="T63" fmla="*/ 28 h 474"/>
                <a:gd name="T64" fmla="*/ 302 w 344"/>
                <a:gd name="T65" fmla="*/ 56 h 474"/>
                <a:gd name="T66" fmla="*/ 326 w 344"/>
                <a:gd name="T67" fmla="*/ 100 h 474"/>
                <a:gd name="T68" fmla="*/ 342 w 344"/>
                <a:gd name="T69" fmla="*/ 164 h 474"/>
                <a:gd name="T70" fmla="*/ 340 w 344"/>
                <a:gd name="T71" fmla="*/ 248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474">
                  <a:moveTo>
                    <a:pt x="340" y="248"/>
                  </a:moveTo>
                  <a:lnTo>
                    <a:pt x="340" y="248"/>
                  </a:lnTo>
                  <a:lnTo>
                    <a:pt x="336" y="278"/>
                  </a:lnTo>
                  <a:lnTo>
                    <a:pt x="330" y="310"/>
                  </a:lnTo>
                  <a:lnTo>
                    <a:pt x="320" y="338"/>
                  </a:lnTo>
                  <a:lnTo>
                    <a:pt x="308" y="368"/>
                  </a:lnTo>
                  <a:lnTo>
                    <a:pt x="308" y="368"/>
                  </a:lnTo>
                  <a:lnTo>
                    <a:pt x="300" y="382"/>
                  </a:lnTo>
                  <a:lnTo>
                    <a:pt x="288" y="398"/>
                  </a:lnTo>
                  <a:lnTo>
                    <a:pt x="274" y="414"/>
                  </a:lnTo>
                  <a:lnTo>
                    <a:pt x="258" y="428"/>
                  </a:lnTo>
                  <a:lnTo>
                    <a:pt x="242" y="442"/>
                  </a:lnTo>
                  <a:lnTo>
                    <a:pt x="226" y="454"/>
                  </a:lnTo>
                  <a:lnTo>
                    <a:pt x="210" y="464"/>
                  </a:lnTo>
                  <a:lnTo>
                    <a:pt x="194" y="470"/>
                  </a:lnTo>
                  <a:lnTo>
                    <a:pt x="194" y="470"/>
                  </a:lnTo>
                  <a:lnTo>
                    <a:pt x="182" y="474"/>
                  </a:lnTo>
                  <a:lnTo>
                    <a:pt x="174" y="474"/>
                  </a:lnTo>
                  <a:lnTo>
                    <a:pt x="174" y="474"/>
                  </a:lnTo>
                  <a:lnTo>
                    <a:pt x="172" y="474"/>
                  </a:lnTo>
                  <a:lnTo>
                    <a:pt x="172" y="474"/>
                  </a:lnTo>
                  <a:lnTo>
                    <a:pt x="164" y="474"/>
                  </a:lnTo>
                  <a:lnTo>
                    <a:pt x="154" y="470"/>
                  </a:lnTo>
                  <a:lnTo>
                    <a:pt x="154" y="470"/>
                  </a:lnTo>
                  <a:lnTo>
                    <a:pt x="138" y="464"/>
                  </a:lnTo>
                  <a:lnTo>
                    <a:pt x="120" y="454"/>
                  </a:lnTo>
                  <a:lnTo>
                    <a:pt x="104" y="442"/>
                  </a:lnTo>
                  <a:lnTo>
                    <a:pt x="88" y="428"/>
                  </a:lnTo>
                  <a:lnTo>
                    <a:pt x="72" y="414"/>
                  </a:lnTo>
                  <a:lnTo>
                    <a:pt x="58" y="398"/>
                  </a:lnTo>
                  <a:lnTo>
                    <a:pt x="48" y="382"/>
                  </a:lnTo>
                  <a:lnTo>
                    <a:pt x="38" y="368"/>
                  </a:lnTo>
                  <a:lnTo>
                    <a:pt x="38" y="368"/>
                  </a:lnTo>
                  <a:lnTo>
                    <a:pt x="26" y="338"/>
                  </a:lnTo>
                  <a:lnTo>
                    <a:pt x="18" y="308"/>
                  </a:lnTo>
                  <a:lnTo>
                    <a:pt x="12" y="278"/>
                  </a:lnTo>
                  <a:lnTo>
                    <a:pt x="6" y="248"/>
                  </a:lnTo>
                  <a:lnTo>
                    <a:pt x="6" y="248"/>
                  </a:lnTo>
                  <a:lnTo>
                    <a:pt x="4" y="236"/>
                  </a:lnTo>
                  <a:lnTo>
                    <a:pt x="2" y="208"/>
                  </a:lnTo>
                  <a:lnTo>
                    <a:pt x="0" y="188"/>
                  </a:lnTo>
                  <a:lnTo>
                    <a:pt x="2" y="166"/>
                  </a:lnTo>
                  <a:lnTo>
                    <a:pt x="4" y="144"/>
                  </a:lnTo>
                  <a:lnTo>
                    <a:pt x="8" y="120"/>
                  </a:lnTo>
                  <a:lnTo>
                    <a:pt x="16" y="96"/>
                  </a:lnTo>
                  <a:lnTo>
                    <a:pt x="26" y="74"/>
                  </a:lnTo>
                  <a:lnTo>
                    <a:pt x="40" y="54"/>
                  </a:lnTo>
                  <a:lnTo>
                    <a:pt x="48" y="44"/>
                  </a:lnTo>
                  <a:lnTo>
                    <a:pt x="58" y="34"/>
                  </a:lnTo>
                  <a:lnTo>
                    <a:pt x="68" y="26"/>
                  </a:lnTo>
                  <a:lnTo>
                    <a:pt x="80" y="20"/>
                  </a:lnTo>
                  <a:lnTo>
                    <a:pt x="92" y="14"/>
                  </a:lnTo>
                  <a:lnTo>
                    <a:pt x="108" y="8"/>
                  </a:lnTo>
                  <a:lnTo>
                    <a:pt x="122" y="4"/>
                  </a:lnTo>
                  <a:lnTo>
                    <a:pt x="140" y="2"/>
                  </a:lnTo>
                  <a:lnTo>
                    <a:pt x="160" y="0"/>
                  </a:lnTo>
                  <a:lnTo>
                    <a:pt x="180" y="0"/>
                  </a:lnTo>
                  <a:lnTo>
                    <a:pt x="180" y="0"/>
                  </a:lnTo>
                  <a:lnTo>
                    <a:pt x="188" y="0"/>
                  </a:lnTo>
                  <a:lnTo>
                    <a:pt x="208" y="4"/>
                  </a:lnTo>
                  <a:lnTo>
                    <a:pt x="222" y="6"/>
                  </a:lnTo>
                  <a:lnTo>
                    <a:pt x="238" y="12"/>
                  </a:lnTo>
                  <a:lnTo>
                    <a:pt x="254" y="18"/>
                  </a:lnTo>
                  <a:lnTo>
                    <a:pt x="270" y="28"/>
                  </a:lnTo>
                  <a:lnTo>
                    <a:pt x="286" y="40"/>
                  </a:lnTo>
                  <a:lnTo>
                    <a:pt x="302" y="56"/>
                  </a:lnTo>
                  <a:lnTo>
                    <a:pt x="316" y="76"/>
                  </a:lnTo>
                  <a:lnTo>
                    <a:pt x="326" y="100"/>
                  </a:lnTo>
                  <a:lnTo>
                    <a:pt x="336" y="130"/>
                  </a:lnTo>
                  <a:lnTo>
                    <a:pt x="342" y="164"/>
                  </a:lnTo>
                  <a:lnTo>
                    <a:pt x="344" y="202"/>
                  </a:lnTo>
                  <a:lnTo>
                    <a:pt x="340" y="248"/>
                  </a:lnTo>
                  <a:lnTo>
                    <a:pt x="340" y="24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2" name="Freeform 155"/>
            <p:cNvSpPr>
              <a:spLocks/>
            </p:cNvSpPr>
            <p:nvPr/>
          </p:nvSpPr>
          <p:spPr bwMode="auto">
            <a:xfrm>
              <a:off x="3095171" y="3062061"/>
              <a:ext cx="892175" cy="263525"/>
            </a:xfrm>
            <a:custGeom>
              <a:avLst/>
              <a:gdLst>
                <a:gd name="T0" fmla="*/ 554 w 562"/>
                <a:gd name="T1" fmla="*/ 114 h 166"/>
                <a:gd name="T2" fmla="*/ 554 w 562"/>
                <a:gd name="T3" fmla="*/ 114 h 166"/>
                <a:gd name="T4" fmla="*/ 548 w 562"/>
                <a:gd name="T5" fmla="*/ 98 h 166"/>
                <a:gd name="T6" fmla="*/ 538 w 562"/>
                <a:gd name="T7" fmla="*/ 80 h 166"/>
                <a:gd name="T8" fmla="*/ 528 w 562"/>
                <a:gd name="T9" fmla="*/ 66 h 166"/>
                <a:gd name="T10" fmla="*/ 514 w 562"/>
                <a:gd name="T11" fmla="*/ 52 h 166"/>
                <a:gd name="T12" fmla="*/ 500 w 562"/>
                <a:gd name="T13" fmla="*/ 42 h 166"/>
                <a:gd name="T14" fmla="*/ 482 w 562"/>
                <a:gd name="T15" fmla="*/ 32 h 166"/>
                <a:gd name="T16" fmla="*/ 466 w 562"/>
                <a:gd name="T17" fmla="*/ 26 h 166"/>
                <a:gd name="T18" fmla="*/ 446 w 562"/>
                <a:gd name="T19" fmla="*/ 24 h 166"/>
                <a:gd name="T20" fmla="*/ 446 w 562"/>
                <a:gd name="T21" fmla="*/ 24 h 166"/>
                <a:gd name="T22" fmla="*/ 406 w 562"/>
                <a:gd name="T23" fmla="*/ 18 h 166"/>
                <a:gd name="T24" fmla="*/ 364 w 562"/>
                <a:gd name="T25" fmla="*/ 12 h 166"/>
                <a:gd name="T26" fmla="*/ 282 w 562"/>
                <a:gd name="T27" fmla="*/ 0 h 166"/>
                <a:gd name="T28" fmla="*/ 282 w 562"/>
                <a:gd name="T29" fmla="*/ 0 h 166"/>
                <a:gd name="T30" fmla="*/ 198 w 562"/>
                <a:gd name="T31" fmla="*/ 12 h 166"/>
                <a:gd name="T32" fmla="*/ 156 w 562"/>
                <a:gd name="T33" fmla="*/ 18 h 166"/>
                <a:gd name="T34" fmla="*/ 116 w 562"/>
                <a:gd name="T35" fmla="*/ 24 h 166"/>
                <a:gd name="T36" fmla="*/ 116 w 562"/>
                <a:gd name="T37" fmla="*/ 24 h 166"/>
                <a:gd name="T38" fmla="*/ 96 w 562"/>
                <a:gd name="T39" fmla="*/ 26 h 166"/>
                <a:gd name="T40" fmla="*/ 80 w 562"/>
                <a:gd name="T41" fmla="*/ 32 h 166"/>
                <a:gd name="T42" fmla="*/ 62 w 562"/>
                <a:gd name="T43" fmla="*/ 42 h 166"/>
                <a:gd name="T44" fmla="*/ 48 w 562"/>
                <a:gd name="T45" fmla="*/ 52 h 166"/>
                <a:gd name="T46" fmla="*/ 34 w 562"/>
                <a:gd name="T47" fmla="*/ 66 h 166"/>
                <a:gd name="T48" fmla="*/ 24 w 562"/>
                <a:gd name="T49" fmla="*/ 80 h 166"/>
                <a:gd name="T50" fmla="*/ 14 w 562"/>
                <a:gd name="T51" fmla="*/ 98 h 166"/>
                <a:gd name="T52" fmla="*/ 8 w 562"/>
                <a:gd name="T53" fmla="*/ 114 h 166"/>
                <a:gd name="T54" fmla="*/ 8 w 562"/>
                <a:gd name="T55" fmla="*/ 114 h 166"/>
                <a:gd name="T56" fmla="*/ 2 w 562"/>
                <a:gd name="T57" fmla="*/ 140 h 166"/>
                <a:gd name="T58" fmla="*/ 0 w 562"/>
                <a:gd name="T59" fmla="*/ 166 h 166"/>
                <a:gd name="T60" fmla="*/ 282 w 562"/>
                <a:gd name="T61" fmla="*/ 166 h 166"/>
                <a:gd name="T62" fmla="*/ 562 w 562"/>
                <a:gd name="T63" fmla="*/ 166 h 166"/>
                <a:gd name="T64" fmla="*/ 562 w 562"/>
                <a:gd name="T65" fmla="*/ 166 h 166"/>
                <a:gd name="T66" fmla="*/ 560 w 562"/>
                <a:gd name="T67" fmla="*/ 140 h 166"/>
                <a:gd name="T68" fmla="*/ 554 w 562"/>
                <a:gd name="T69" fmla="*/ 114 h 166"/>
                <a:gd name="T70" fmla="*/ 554 w 562"/>
                <a:gd name="T71" fmla="*/ 11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2" h="166">
                  <a:moveTo>
                    <a:pt x="554" y="114"/>
                  </a:moveTo>
                  <a:lnTo>
                    <a:pt x="554" y="114"/>
                  </a:lnTo>
                  <a:lnTo>
                    <a:pt x="548" y="98"/>
                  </a:lnTo>
                  <a:lnTo>
                    <a:pt x="538" y="80"/>
                  </a:lnTo>
                  <a:lnTo>
                    <a:pt x="528" y="66"/>
                  </a:lnTo>
                  <a:lnTo>
                    <a:pt x="514" y="52"/>
                  </a:lnTo>
                  <a:lnTo>
                    <a:pt x="500" y="42"/>
                  </a:lnTo>
                  <a:lnTo>
                    <a:pt x="482" y="32"/>
                  </a:lnTo>
                  <a:lnTo>
                    <a:pt x="466" y="26"/>
                  </a:lnTo>
                  <a:lnTo>
                    <a:pt x="446" y="24"/>
                  </a:lnTo>
                  <a:lnTo>
                    <a:pt x="446" y="24"/>
                  </a:lnTo>
                  <a:lnTo>
                    <a:pt x="406" y="18"/>
                  </a:lnTo>
                  <a:lnTo>
                    <a:pt x="364" y="12"/>
                  </a:lnTo>
                  <a:lnTo>
                    <a:pt x="282" y="0"/>
                  </a:lnTo>
                  <a:lnTo>
                    <a:pt x="282" y="0"/>
                  </a:lnTo>
                  <a:lnTo>
                    <a:pt x="198" y="12"/>
                  </a:lnTo>
                  <a:lnTo>
                    <a:pt x="156" y="18"/>
                  </a:lnTo>
                  <a:lnTo>
                    <a:pt x="116" y="24"/>
                  </a:lnTo>
                  <a:lnTo>
                    <a:pt x="116" y="24"/>
                  </a:lnTo>
                  <a:lnTo>
                    <a:pt x="96" y="26"/>
                  </a:lnTo>
                  <a:lnTo>
                    <a:pt x="80" y="32"/>
                  </a:lnTo>
                  <a:lnTo>
                    <a:pt x="62" y="42"/>
                  </a:lnTo>
                  <a:lnTo>
                    <a:pt x="48" y="52"/>
                  </a:lnTo>
                  <a:lnTo>
                    <a:pt x="34" y="66"/>
                  </a:lnTo>
                  <a:lnTo>
                    <a:pt x="24" y="80"/>
                  </a:lnTo>
                  <a:lnTo>
                    <a:pt x="14" y="98"/>
                  </a:lnTo>
                  <a:lnTo>
                    <a:pt x="8" y="114"/>
                  </a:lnTo>
                  <a:lnTo>
                    <a:pt x="8" y="114"/>
                  </a:lnTo>
                  <a:lnTo>
                    <a:pt x="2" y="140"/>
                  </a:lnTo>
                  <a:lnTo>
                    <a:pt x="0" y="166"/>
                  </a:lnTo>
                  <a:lnTo>
                    <a:pt x="282" y="166"/>
                  </a:lnTo>
                  <a:lnTo>
                    <a:pt x="562" y="166"/>
                  </a:lnTo>
                  <a:lnTo>
                    <a:pt x="562" y="166"/>
                  </a:lnTo>
                  <a:lnTo>
                    <a:pt x="560" y="140"/>
                  </a:lnTo>
                  <a:lnTo>
                    <a:pt x="554" y="114"/>
                  </a:lnTo>
                  <a:lnTo>
                    <a:pt x="554" y="11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3" name="Freeform 156"/>
            <p:cNvSpPr>
              <a:spLocks/>
            </p:cNvSpPr>
            <p:nvPr/>
          </p:nvSpPr>
          <p:spPr bwMode="auto">
            <a:xfrm>
              <a:off x="2834821" y="3331936"/>
              <a:ext cx="431800" cy="396875"/>
            </a:xfrm>
            <a:custGeom>
              <a:avLst/>
              <a:gdLst>
                <a:gd name="T0" fmla="*/ 116 w 272"/>
                <a:gd name="T1" fmla="*/ 224 h 250"/>
                <a:gd name="T2" fmla="*/ 116 w 272"/>
                <a:gd name="T3" fmla="*/ 224 h 250"/>
                <a:gd name="T4" fmla="*/ 98 w 272"/>
                <a:gd name="T5" fmla="*/ 234 h 250"/>
                <a:gd name="T6" fmla="*/ 84 w 272"/>
                <a:gd name="T7" fmla="*/ 242 h 250"/>
                <a:gd name="T8" fmla="*/ 70 w 272"/>
                <a:gd name="T9" fmla="*/ 246 h 250"/>
                <a:gd name="T10" fmla="*/ 58 w 272"/>
                <a:gd name="T11" fmla="*/ 250 h 250"/>
                <a:gd name="T12" fmla="*/ 46 w 272"/>
                <a:gd name="T13" fmla="*/ 250 h 250"/>
                <a:gd name="T14" fmla="*/ 38 w 272"/>
                <a:gd name="T15" fmla="*/ 250 h 250"/>
                <a:gd name="T16" fmla="*/ 30 w 272"/>
                <a:gd name="T17" fmla="*/ 250 h 250"/>
                <a:gd name="T18" fmla="*/ 22 w 272"/>
                <a:gd name="T19" fmla="*/ 248 h 250"/>
                <a:gd name="T20" fmla="*/ 12 w 272"/>
                <a:gd name="T21" fmla="*/ 242 h 250"/>
                <a:gd name="T22" fmla="*/ 4 w 272"/>
                <a:gd name="T23" fmla="*/ 234 h 250"/>
                <a:gd name="T24" fmla="*/ 0 w 272"/>
                <a:gd name="T25" fmla="*/ 226 h 250"/>
                <a:gd name="T26" fmla="*/ 136 w 272"/>
                <a:gd name="T27" fmla="*/ 0 h 250"/>
                <a:gd name="T28" fmla="*/ 272 w 272"/>
                <a:gd name="T29" fmla="*/ 52 h 250"/>
                <a:gd name="T30" fmla="*/ 272 w 272"/>
                <a:gd name="T31" fmla="*/ 52 h 250"/>
                <a:gd name="T32" fmla="*/ 262 w 272"/>
                <a:gd name="T33" fmla="*/ 72 h 250"/>
                <a:gd name="T34" fmla="*/ 250 w 272"/>
                <a:gd name="T35" fmla="*/ 94 h 250"/>
                <a:gd name="T36" fmla="*/ 232 w 272"/>
                <a:gd name="T37" fmla="*/ 120 h 250"/>
                <a:gd name="T38" fmla="*/ 210 w 272"/>
                <a:gd name="T39" fmla="*/ 150 h 250"/>
                <a:gd name="T40" fmla="*/ 182 w 272"/>
                <a:gd name="T41" fmla="*/ 178 h 250"/>
                <a:gd name="T42" fmla="*/ 168 w 272"/>
                <a:gd name="T43" fmla="*/ 192 h 250"/>
                <a:gd name="T44" fmla="*/ 152 w 272"/>
                <a:gd name="T45" fmla="*/ 204 h 250"/>
                <a:gd name="T46" fmla="*/ 134 w 272"/>
                <a:gd name="T47" fmla="*/ 216 h 250"/>
                <a:gd name="T48" fmla="*/ 116 w 272"/>
                <a:gd name="T49" fmla="*/ 224 h 250"/>
                <a:gd name="T50" fmla="*/ 116 w 272"/>
                <a:gd name="T51" fmla="*/ 22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2" h="250">
                  <a:moveTo>
                    <a:pt x="116" y="224"/>
                  </a:moveTo>
                  <a:lnTo>
                    <a:pt x="116" y="224"/>
                  </a:lnTo>
                  <a:lnTo>
                    <a:pt x="98" y="234"/>
                  </a:lnTo>
                  <a:lnTo>
                    <a:pt x="84" y="242"/>
                  </a:lnTo>
                  <a:lnTo>
                    <a:pt x="70" y="246"/>
                  </a:lnTo>
                  <a:lnTo>
                    <a:pt x="58" y="250"/>
                  </a:lnTo>
                  <a:lnTo>
                    <a:pt x="46" y="250"/>
                  </a:lnTo>
                  <a:lnTo>
                    <a:pt x="38" y="250"/>
                  </a:lnTo>
                  <a:lnTo>
                    <a:pt x="30" y="250"/>
                  </a:lnTo>
                  <a:lnTo>
                    <a:pt x="22" y="248"/>
                  </a:lnTo>
                  <a:lnTo>
                    <a:pt x="12" y="242"/>
                  </a:lnTo>
                  <a:lnTo>
                    <a:pt x="4" y="234"/>
                  </a:lnTo>
                  <a:lnTo>
                    <a:pt x="0" y="226"/>
                  </a:lnTo>
                  <a:lnTo>
                    <a:pt x="136" y="0"/>
                  </a:lnTo>
                  <a:lnTo>
                    <a:pt x="272" y="52"/>
                  </a:lnTo>
                  <a:lnTo>
                    <a:pt x="272" y="52"/>
                  </a:lnTo>
                  <a:lnTo>
                    <a:pt x="262" y="72"/>
                  </a:lnTo>
                  <a:lnTo>
                    <a:pt x="250" y="94"/>
                  </a:lnTo>
                  <a:lnTo>
                    <a:pt x="232" y="120"/>
                  </a:lnTo>
                  <a:lnTo>
                    <a:pt x="210" y="150"/>
                  </a:lnTo>
                  <a:lnTo>
                    <a:pt x="182" y="178"/>
                  </a:lnTo>
                  <a:lnTo>
                    <a:pt x="168" y="192"/>
                  </a:lnTo>
                  <a:lnTo>
                    <a:pt x="152" y="204"/>
                  </a:lnTo>
                  <a:lnTo>
                    <a:pt x="134" y="216"/>
                  </a:lnTo>
                  <a:lnTo>
                    <a:pt x="116" y="224"/>
                  </a:lnTo>
                  <a:lnTo>
                    <a:pt x="116" y="22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4" name="Freeform 157"/>
            <p:cNvSpPr>
              <a:spLocks/>
            </p:cNvSpPr>
            <p:nvPr/>
          </p:nvSpPr>
          <p:spPr bwMode="auto">
            <a:xfrm>
              <a:off x="3260271" y="3325586"/>
              <a:ext cx="561975" cy="682625"/>
            </a:xfrm>
            <a:custGeom>
              <a:avLst/>
              <a:gdLst>
                <a:gd name="T0" fmla="*/ 18 w 354"/>
                <a:gd name="T1" fmla="*/ 0 h 430"/>
                <a:gd name="T2" fmla="*/ 346 w 354"/>
                <a:gd name="T3" fmla="*/ 0 h 430"/>
                <a:gd name="T4" fmla="*/ 346 w 354"/>
                <a:gd name="T5" fmla="*/ 0 h 430"/>
                <a:gd name="T6" fmla="*/ 342 w 354"/>
                <a:gd name="T7" fmla="*/ 12 h 430"/>
                <a:gd name="T8" fmla="*/ 334 w 354"/>
                <a:gd name="T9" fmla="*/ 44 h 430"/>
                <a:gd name="T10" fmla="*/ 324 w 354"/>
                <a:gd name="T11" fmla="*/ 92 h 430"/>
                <a:gd name="T12" fmla="*/ 314 w 354"/>
                <a:gd name="T13" fmla="*/ 154 h 430"/>
                <a:gd name="T14" fmla="*/ 312 w 354"/>
                <a:gd name="T15" fmla="*/ 186 h 430"/>
                <a:gd name="T16" fmla="*/ 310 w 354"/>
                <a:gd name="T17" fmla="*/ 222 h 430"/>
                <a:gd name="T18" fmla="*/ 310 w 354"/>
                <a:gd name="T19" fmla="*/ 258 h 430"/>
                <a:gd name="T20" fmla="*/ 314 w 354"/>
                <a:gd name="T21" fmla="*/ 294 h 430"/>
                <a:gd name="T22" fmla="*/ 318 w 354"/>
                <a:gd name="T23" fmla="*/ 330 h 430"/>
                <a:gd name="T24" fmla="*/ 328 w 354"/>
                <a:gd name="T25" fmla="*/ 364 h 430"/>
                <a:gd name="T26" fmla="*/ 338 w 354"/>
                <a:gd name="T27" fmla="*/ 398 h 430"/>
                <a:gd name="T28" fmla="*/ 354 w 354"/>
                <a:gd name="T29" fmla="*/ 430 h 430"/>
                <a:gd name="T30" fmla="*/ 0 w 354"/>
                <a:gd name="T31" fmla="*/ 430 h 430"/>
                <a:gd name="T32" fmla="*/ 0 w 354"/>
                <a:gd name="T33" fmla="*/ 430 h 430"/>
                <a:gd name="T34" fmla="*/ 4 w 354"/>
                <a:gd name="T35" fmla="*/ 424 h 430"/>
                <a:gd name="T36" fmla="*/ 12 w 354"/>
                <a:gd name="T37" fmla="*/ 406 h 430"/>
                <a:gd name="T38" fmla="*/ 22 w 354"/>
                <a:gd name="T39" fmla="*/ 374 h 430"/>
                <a:gd name="T40" fmla="*/ 26 w 354"/>
                <a:gd name="T41" fmla="*/ 354 h 430"/>
                <a:gd name="T42" fmla="*/ 32 w 354"/>
                <a:gd name="T43" fmla="*/ 330 h 430"/>
                <a:gd name="T44" fmla="*/ 36 w 354"/>
                <a:gd name="T45" fmla="*/ 302 h 430"/>
                <a:gd name="T46" fmla="*/ 40 w 354"/>
                <a:gd name="T47" fmla="*/ 270 h 430"/>
                <a:gd name="T48" fmla="*/ 40 w 354"/>
                <a:gd name="T49" fmla="*/ 236 h 430"/>
                <a:gd name="T50" fmla="*/ 40 w 354"/>
                <a:gd name="T51" fmla="*/ 196 h 430"/>
                <a:gd name="T52" fmla="*/ 38 w 354"/>
                <a:gd name="T53" fmla="*/ 154 h 430"/>
                <a:gd name="T54" fmla="*/ 34 w 354"/>
                <a:gd name="T55" fmla="*/ 106 h 430"/>
                <a:gd name="T56" fmla="*/ 28 w 354"/>
                <a:gd name="T57" fmla="*/ 56 h 430"/>
                <a:gd name="T58" fmla="*/ 18 w 354"/>
                <a:gd name="T59" fmla="*/ 0 h 430"/>
                <a:gd name="T60" fmla="*/ 18 w 354"/>
                <a:gd name="T61" fmla="*/ 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4" h="430">
                  <a:moveTo>
                    <a:pt x="18" y="0"/>
                  </a:moveTo>
                  <a:lnTo>
                    <a:pt x="346" y="0"/>
                  </a:lnTo>
                  <a:lnTo>
                    <a:pt x="346" y="0"/>
                  </a:lnTo>
                  <a:lnTo>
                    <a:pt x="342" y="12"/>
                  </a:lnTo>
                  <a:lnTo>
                    <a:pt x="334" y="44"/>
                  </a:lnTo>
                  <a:lnTo>
                    <a:pt x="324" y="92"/>
                  </a:lnTo>
                  <a:lnTo>
                    <a:pt x="314" y="154"/>
                  </a:lnTo>
                  <a:lnTo>
                    <a:pt x="312" y="186"/>
                  </a:lnTo>
                  <a:lnTo>
                    <a:pt x="310" y="222"/>
                  </a:lnTo>
                  <a:lnTo>
                    <a:pt x="310" y="258"/>
                  </a:lnTo>
                  <a:lnTo>
                    <a:pt x="314" y="294"/>
                  </a:lnTo>
                  <a:lnTo>
                    <a:pt x="318" y="330"/>
                  </a:lnTo>
                  <a:lnTo>
                    <a:pt x="328" y="364"/>
                  </a:lnTo>
                  <a:lnTo>
                    <a:pt x="338" y="398"/>
                  </a:lnTo>
                  <a:lnTo>
                    <a:pt x="354" y="430"/>
                  </a:lnTo>
                  <a:lnTo>
                    <a:pt x="0" y="430"/>
                  </a:lnTo>
                  <a:lnTo>
                    <a:pt x="0" y="430"/>
                  </a:lnTo>
                  <a:lnTo>
                    <a:pt x="4" y="424"/>
                  </a:lnTo>
                  <a:lnTo>
                    <a:pt x="12" y="406"/>
                  </a:lnTo>
                  <a:lnTo>
                    <a:pt x="22" y="374"/>
                  </a:lnTo>
                  <a:lnTo>
                    <a:pt x="26" y="354"/>
                  </a:lnTo>
                  <a:lnTo>
                    <a:pt x="32" y="330"/>
                  </a:lnTo>
                  <a:lnTo>
                    <a:pt x="36" y="302"/>
                  </a:lnTo>
                  <a:lnTo>
                    <a:pt x="40" y="270"/>
                  </a:lnTo>
                  <a:lnTo>
                    <a:pt x="40" y="236"/>
                  </a:lnTo>
                  <a:lnTo>
                    <a:pt x="40" y="196"/>
                  </a:lnTo>
                  <a:lnTo>
                    <a:pt x="38" y="154"/>
                  </a:lnTo>
                  <a:lnTo>
                    <a:pt x="34" y="106"/>
                  </a:lnTo>
                  <a:lnTo>
                    <a:pt x="28" y="56"/>
                  </a:lnTo>
                  <a:lnTo>
                    <a:pt x="18" y="0"/>
                  </a:lnTo>
                  <a:lnTo>
                    <a:pt x="18"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5" name="Freeform 158"/>
            <p:cNvSpPr>
              <a:spLocks/>
            </p:cNvSpPr>
            <p:nvPr/>
          </p:nvSpPr>
          <p:spPr bwMode="auto">
            <a:xfrm>
              <a:off x="3107871" y="3887561"/>
              <a:ext cx="857250" cy="450850"/>
            </a:xfrm>
            <a:custGeom>
              <a:avLst/>
              <a:gdLst>
                <a:gd name="T0" fmla="*/ 100 w 540"/>
                <a:gd name="T1" fmla="*/ 0 h 284"/>
                <a:gd name="T2" fmla="*/ 436 w 540"/>
                <a:gd name="T3" fmla="*/ 0 h 284"/>
                <a:gd name="T4" fmla="*/ 436 w 540"/>
                <a:gd name="T5" fmla="*/ 0 h 284"/>
                <a:gd name="T6" fmla="*/ 450 w 540"/>
                <a:gd name="T7" fmla="*/ 16 h 284"/>
                <a:gd name="T8" fmla="*/ 478 w 540"/>
                <a:gd name="T9" fmla="*/ 54 h 284"/>
                <a:gd name="T10" fmla="*/ 496 w 540"/>
                <a:gd name="T11" fmla="*/ 80 h 284"/>
                <a:gd name="T12" fmla="*/ 512 w 540"/>
                <a:gd name="T13" fmla="*/ 106 h 284"/>
                <a:gd name="T14" fmla="*/ 526 w 540"/>
                <a:gd name="T15" fmla="*/ 136 h 284"/>
                <a:gd name="T16" fmla="*/ 536 w 540"/>
                <a:gd name="T17" fmla="*/ 164 h 284"/>
                <a:gd name="T18" fmla="*/ 538 w 540"/>
                <a:gd name="T19" fmla="*/ 180 h 284"/>
                <a:gd name="T20" fmla="*/ 540 w 540"/>
                <a:gd name="T21" fmla="*/ 194 h 284"/>
                <a:gd name="T22" fmla="*/ 538 w 540"/>
                <a:gd name="T23" fmla="*/ 206 h 284"/>
                <a:gd name="T24" fmla="*/ 536 w 540"/>
                <a:gd name="T25" fmla="*/ 220 h 284"/>
                <a:gd name="T26" fmla="*/ 530 w 540"/>
                <a:gd name="T27" fmla="*/ 232 h 284"/>
                <a:gd name="T28" fmla="*/ 524 w 540"/>
                <a:gd name="T29" fmla="*/ 242 h 284"/>
                <a:gd name="T30" fmla="*/ 514 w 540"/>
                <a:gd name="T31" fmla="*/ 252 h 284"/>
                <a:gd name="T32" fmla="*/ 500 w 540"/>
                <a:gd name="T33" fmla="*/ 260 h 284"/>
                <a:gd name="T34" fmla="*/ 484 w 540"/>
                <a:gd name="T35" fmla="*/ 268 h 284"/>
                <a:gd name="T36" fmla="*/ 466 w 540"/>
                <a:gd name="T37" fmla="*/ 274 h 284"/>
                <a:gd name="T38" fmla="*/ 442 w 540"/>
                <a:gd name="T39" fmla="*/ 278 h 284"/>
                <a:gd name="T40" fmla="*/ 416 w 540"/>
                <a:gd name="T41" fmla="*/ 280 h 284"/>
                <a:gd name="T42" fmla="*/ 386 w 540"/>
                <a:gd name="T43" fmla="*/ 280 h 284"/>
                <a:gd name="T44" fmla="*/ 352 w 540"/>
                <a:gd name="T45" fmla="*/ 280 h 284"/>
                <a:gd name="T46" fmla="*/ 314 w 540"/>
                <a:gd name="T47" fmla="*/ 276 h 284"/>
                <a:gd name="T48" fmla="*/ 270 w 540"/>
                <a:gd name="T49" fmla="*/ 268 h 284"/>
                <a:gd name="T50" fmla="*/ 270 w 540"/>
                <a:gd name="T51" fmla="*/ 268 h 284"/>
                <a:gd name="T52" fmla="*/ 250 w 540"/>
                <a:gd name="T53" fmla="*/ 274 h 284"/>
                <a:gd name="T54" fmla="*/ 202 w 540"/>
                <a:gd name="T55" fmla="*/ 280 h 284"/>
                <a:gd name="T56" fmla="*/ 170 w 540"/>
                <a:gd name="T57" fmla="*/ 284 h 284"/>
                <a:gd name="T58" fmla="*/ 138 w 540"/>
                <a:gd name="T59" fmla="*/ 284 h 284"/>
                <a:gd name="T60" fmla="*/ 104 w 540"/>
                <a:gd name="T61" fmla="*/ 284 h 284"/>
                <a:gd name="T62" fmla="*/ 74 w 540"/>
                <a:gd name="T63" fmla="*/ 278 h 284"/>
                <a:gd name="T64" fmla="*/ 58 w 540"/>
                <a:gd name="T65" fmla="*/ 274 h 284"/>
                <a:gd name="T66" fmla="*/ 46 w 540"/>
                <a:gd name="T67" fmla="*/ 268 h 284"/>
                <a:gd name="T68" fmla="*/ 34 w 540"/>
                <a:gd name="T69" fmla="*/ 262 h 284"/>
                <a:gd name="T70" fmla="*/ 22 w 540"/>
                <a:gd name="T71" fmla="*/ 254 h 284"/>
                <a:gd name="T72" fmla="*/ 14 w 540"/>
                <a:gd name="T73" fmla="*/ 244 h 284"/>
                <a:gd name="T74" fmla="*/ 8 w 540"/>
                <a:gd name="T75" fmla="*/ 232 h 284"/>
                <a:gd name="T76" fmla="*/ 2 w 540"/>
                <a:gd name="T77" fmla="*/ 220 h 284"/>
                <a:gd name="T78" fmla="*/ 0 w 540"/>
                <a:gd name="T79" fmla="*/ 204 h 284"/>
                <a:gd name="T80" fmla="*/ 2 w 540"/>
                <a:gd name="T81" fmla="*/ 186 h 284"/>
                <a:gd name="T82" fmla="*/ 6 w 540"/>
                <a:gd name="T83" fmla="*/ 168 h 284"/>
                <a:gd name="T84" fmla="*/ 12 w 540"/>
                <a:gd name="T85" fmla="*/ 146 h 284"/>
                <a:gd name="T86" fmla="*/ 22 w 540"/>
                <a:gd name="T87" fmla="*/ 122 h 284"/>
                <a:gd name="T88" fmla="*/ 36 w 540"/>
                <a:gd name="T89" fmla="*/ 96 h 284"/>
                <a:gd name="T90" fmla="*/ 54 w 540"/>
                <a:gd name="T91" fmla="*/ 66 h 284"/>
                <a:gd name="T92" fmla="*/ 74 w 540"/>
                <a:gd name="T93" fmla="*/ 36 h 284"/>
                <a:gd name="T94" fmla="*/ 100 w 540"/>
                <a:gd name="T95" fmla="*/ 0 h 284"/>
                <a:gd name="T96" fmla="*/ 100 w 540"/>
                <a:gd name="T97"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0" h="284">
                  <a:moveTo>
                    <a:pt x="100" y="0"/>
                  </a:moveTo>
                  <a:lnTo>
                    <a:pt x="436" y="0"/>
                  </a:lnTo>
                  <a:lnTo>
                    <a:pt x="436" y="0"/>
                  </a:lnTo>
                  <a:lnTo>
                    <a:pt x="450" y="16"/>
                  </a:lnTo>
                  <a:lnTo>
                    <a:pt x="478" y="54"/>
                  </a:lnTo>
                  <a:lnTo>
                    <a:pt x="496" y="80"/>
                  </a:lnTo>
                  <a:lnTo>
                    <a:pt x="512" y="106"/>
                  </a:lnTo>
                  <a:lnTo>
                    <a:pt x="526" y="136"/>
                  </a:lnTo>
                  <a:lnTo>
                    <a:pt x="536" y="164"/>
                  </a:lnTo>
                  <a:lnTo>
                    <a:pt x="538" y="180"/>
                  </a:lnTo>
                  <a:lnTo>
                    <a:pt x="540" y="194"/>
                  </a:lnTo>
                  <a:lnTo>
                    <a:pt x="538" y="206"/>
                  </a:lnTo>
                  <a:lnTo>
                    <a:pt x="536" y="220"/>
                  </a:lnTo>
                  <a:lnTo>
                    <a:pt x="530" y="232"/>
                  </a:lnTo>
                  <a:lnTo>
                    <a:pt x="524" y="242"/>
                  </a:lnTo>
                  <a:lnTo>
                    <a:pt x="514" y="252"/>
                  </a:lnTo>
                  <a:lnTo>
                    <a:pt x="500" y="260"/>
                  </a:lnTo>
                  <a:lnTo>
                    <a:pt x="484" y="268"/>
                  </a:lnTo>
                  <a:lnTo>
                    <a:pt x="466" y="274"/>
                  </a:lnTo>
                  <a:lnTo>
                    <a:pt x="442" y="278"/>
                  </a:lnTo>
                  <a:lnTo>
                    <a:pt x="416" y="280"/>
                  </a:lnTo>
                  <a:lnTo>
                    <a:pt x="386" y="280"/>
                  </a:lnTo>
                  <a:lnTo>
                    <a:pt x="352" y="280"/>
                  </a:lnTo>
                  <a:lnTo>
                    <a:pt x="314" y="276"/>
                  </a:lnTo>
                  <a:lnTo>
                    <a:pt x="270" y="268"/>
                  </a:lnTo>
                  <a:lnTo>
                    <a:pt x="270" y="268"/>
                  </a:lnTo>
                  <a:lnTo>
                    <a:pt x="250" y="274"/>
                  </a:lnTo>
                  <a:lnTo>
                    <a:pt x="202" y="280"/>
                  </a:lnTo>
                  <a:lnTo>
                    <a:pt x="170" y="284"/>
                  </a:lnTo>
                  <a:lnTo>
                    <a:pt x="138" y="284"/>
                  </a:lnTo>
                  <a:lnTo>
                    <a:pt x="104" y="284"/>
                  </a:lnTo>
                  <a:lnTo>
                    <a:pt x="74" y="278"/>
                  </a:lnTo>
                  <a:lnTo>
                    <a:pt x="58" y="274"/>
                  </a:lnTo>
                  <a:lnTo>
                    <a:pt x="46" y="268"/>
                  </a:lnTo>
                  <a:lnTo>
                    <a:pt x="34" y="262"/>
                  </a:lnTo>
                  <a:lnTo>
                    <a:pt x="22" y="254"/>
                  </a:lnTo>
                  <a:lnTo>
                    <a:pt x="14" y="244"/>
                  </a:lnTo>
                  <a:lnTo>
                    <a:pt x="8" y="232"/>
                  </a:lnTo>
                  <a:lnTo>
                    <a:pt x="2" y="220"/>
                  </a:lnTo>
                  <a:lnTo>
                    <a:pt x="0" y="204"/>
                  </a:lnTo>
                  <a:lnTo>
                    <a:pt x="2" y="186"/>
                  </a:lnTo>
                  <a:lnTo>
                    <a:pt x="6" y="168"/>
                  </a:lnTo>
                  <a:lnTo>
                    <a:pt x="12" y="146"/>
                  </a:lnTo>
                  <a:lnTo>
                    <a:pt x="22" y="122"/>
                  </a:lnTo>
                  <a:lnTo>
                    <a:pt x="36" y="96"/>
                  </a:lnTo>
                  <a:lnTo>
                    <a:pt x="54" y="66"/>
                  </a:lnTo>
                  <a:lnTo>
                    <a:pt x="74" y="36"/>
                  </a:lnTo>
                  <a:lnTo>
                    <a:pt x="100" y="0"/>
                  </a:lnTo>
                  <a:lnTo>
                    <a:pt x="100" y="0"/>
                  </a:lnTo>
                  <a:close/>
                </a:path>
              </a:pathLst>
            </a:custGeom>
            <a:solidFill>
              <a:srgbClr val="002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6" name="Freeform 159"/>
            <p:cNvSpPr>
              <a:spLocks/>
            </p:cNvSpPr>
            <p:nvPr/>
          </p:nvSpPr>
          <p:spPr bwMode="auto">
            <a:xfrm>
              <a:off x="3399971" y="5297261"/>
              <a:ext cx="161925" cy="336550"/>
            </a:xfrm>
            <a:custGeom>
              <a:avLst/>
              <a:gdLst>
                <a:gd name="T0" fmla="*/ 0 w 102"/>
                <a:gd name="T1" fmla="*/ 16 h 212"/>
                <a:gd name="T2" fmla="*/ 72 w 102"/>
                <a:gd name="T3" fmla="*/ 0 h 212"/>
                <a:gd name="T4" fmla="*/ 98 w 102"/>
                <a:gd name="T5" fmla="*/ 108 h 212"/>
                <a:gd name="T6" fmla="*/ 98 w 102"/>
                <a:gd name="T7" fmla="*/ 108 h 212"/>
                <a:gd name="T8" fmla="*/ 100 w 102"/>
                <a:gd name="T9" fmla="*/ 122 h 212"/>
                <a:gd name="T10" fmla="*/ 102 w 102"/>
                <a:gd name="T11" fmla="*/ 136 h 212"/>
                <a:gd name="T12" fmla="*/ 102 w 102"/>
                <a:gd name="T13" fmla="*/ 152 h 212"/>
                <a:gd name="T14" fmla="*/ 100 w 102"/>
                <a:gd name="T15" fmla="*/ 170 h 212"/>
                <a:gd name="T16" fmla="*/ 96 w 102"/>
                <a:gd name="T17" fmla="*/ 188 h 212"/>
                <a:gd name="T18" fmla="*/ 92 w 102"/>
                <a:gd name="T19" fmla="*/ 194 h 212"/>
                <a:gd name="T20" fmla="*/ 86 w 102"/>
                <a:gd name="T21" fmla="*/ 202 h 212"/>
                <a:gd name="T22" fmla="*/ 80 w 102"/>
                <a:gd name="T23" fmla="*/ 208 h 212"/>
                <a:gd name="T24" fmla="*/ 74 w 102"/>
                <a:gd name="T25" fmla="*/ 212 h 212"/>
                <a:gd name="T26" fmla="*/ 74 w 102"/>
                <a:gd name="T27" fmla="*/ 212 h 212"/>
                <a:gd name="T28" fmla="*/ 68 w 102"/>
                <a:gd name="T29" fmla="*/ 210 h 212"/>
                <a:gd name="T30" fmla="*/ 60 w 102"/>
                <a:gd name="T31" fmla="*/ 206 h 212"/>
                <a:gd name="T32" fmla="*/ 52 w 102"/>
                <a:gd name="T33" fmla="*/ 198 h 212"/>
                <a:gd name="T34" fmla="*/ 44 w 102"/>
                <a:gd name="T35" fmla="*/ 188 h 212"/>
                <a:gd name="T36" fmla="*/ 34 w 102"/>
                <a:gd name="T37" fmla="*/ 174 h 212"/>
                <a:gd name="T38" fmla="*/ 26 w 102"/>
                <a:gd name="T39" fmla="*/ 154 h 212"/>
                <a:gd name="T40" fmla="*/ 20 w 102"/>
                <a:gd name="T41" fmla="*/ 128 h 212"/>
                <a:gd name="T42" fmla="*/ 0 w 102"/>
                <a:gd name="T43" fmla="*/ 1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2" h="212">
                  <a:moveTo>
                    <a:pt x="0" y="16"/>
                  </a:moveTo>
                  <a:lnTo>
                    <a:pt x="72" y="0"/>
                  </a:lnTo>
                  <a:lnTo>
                    <a:pt x="98" y="108"/>
                  </a:lnTo>
                  <a:lnTo>
                    <a:pt x="98" y="108"/>
                  </a:lnTo>
                  <a:lnTo>
                    <a:pt x="100" y="122"/>
                  </a:lnTo>
                  <a:lnTo>
                    <a:pt x="102" y="136"/>
                  </a:lnTo>
                  <a:lnTo>
                    <a:pt x="102" y="152"/>
                  </a:lnTo>
                  <a:lnTo>
                    <a:pt x="100" y="170"/>
                  </a:lnTo>
                  <a:lnTo>
                    <a:pt x="96" y="188"/>
                  </a:lnTo>
                  <a:lnTo>
                    <a:pt x="92" y="194"/>
                  </a:lnTo>
                  <a:lnTo>
                    <a:pt x="86" y="202"/>
                  </a:lnTo>
                  <a:lnTo>
                    <a:pt x="80" y="208"/>
                  </a:lnTo>
                  <a:lnTo>
                    <a:pt x="74" y="212"/>
                  </a:lnTo>
                  <a:lnTo>
                    <a:pt x="74" y="212"/>
                  </a:lnTo>
                  <a:lnTo>
                    <a:pt x="68" y="210"/>
                  </a:lnTo>
                  <a:lnTo>
                    <a:pt x="60" y="206"/>
                  </a:lnTo>
                  <a:lnTo>
                    <a:pt x="52" y="198"/>
                  </a:lnTo>
                  <a:lnTo>
                    <a:pt x="44" y="188"/>
                  </a:lnTo>
                  <a:lnTo>
                    <a:pt x="34" y="174"/>
                  </a:lnTo>
                  <a:lnTo>
                    <a:pt x="26" y="154"/>
                  </a:lnTo>
                  <a:lnTo>
                    <a:pt x="20" y="128"/>
                  </a:lnTo>
                  <a:lnTo>
                    <a:pt x="0" y="1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7" name="Freeform 160"/>
            <p:cNvSpPr>
              <a:spLocks/>
            </p:cNvSpPr>
            <p:nvPr/>
          </p:nvSpPr>
          <p:spPr bwMode="auto">
            <a:xfrm>
              <a:off x="3431721" y="5465536"/>
              <a:ext cx="155575" cy="231775"/>
            </a:xfrm>
            <a:custGeom>
              <a:avLst/>
              <a:gdLst>
                <a:gd name="T0" fmla="*/ 0 w 98"/>
                <a:gd name="T1" fmla="*/ 16 h 146"/>
                <a:gd name="T2" fmla="*/ 0 w 98"/>
                <a:gd name="T3" fmla="*/ 16 h 146"/>
                <a:gd name="T4" fmla="*/ 6 w 98"/>
                <a:gd name="T5" fmla="*/ 16 h 146"/>
                <a:gd name="T6" fmla="*/ 24 w 98"/>
                <a:gd name="T7" fmla="*/ 14 h 146"/>
                <a:gd name="T8" fmla="*/ 50 w 98"/>
                <a:gd name="T9" fmla="*/ 8 h 146"/>
                <a:gd name="T10" fmla="*/ 62 w 98"/>
                <a:gd name="T11" fmla="*/ 4 h 146"/>
                <a:gd name="T12" fmla="*/ 78 w 98"/>
                <a:gd name="T13" fmla="*/ 0 h 146"/>
                <a:gd name="T14" fmla="*/ 78 w 98"/>
                <a:gd name="T15" fmla="*/ 0 h 146"/>
                <a:gd name="T16" fmla="*/ 84 w 98"/>
                <a:gd name="T17" fmla="*/ 20 h 146"/>
                <a:gd name="T18" fmla="*/ 92 w 98"/>
                <a:gd name="T19" fmla="*/ 42 h 146"/>
                <a:gd name="T20" fmla="*/ 96 w 98"/>
                <a:gd name="T21" fmla="*/ 68 h 146"/>
                <a:gd name="T22" fmla="*/ 98 w 98"/>
                <a:gd name="T23" fmla="*/ 94 h 146"/>
                <a:gd name="T24" fmla="*/ 98 w 98"/>
                <a:gd name="T25" fmla="*/ 106 h 146"/>
                <a:gd name="T26" fmla="*/ 96 w 98"/>
                <a:gd name="T27" fmla="*/ 118 h 146"/>
                <a:gd name="T28" fmla="*/ 92 w 98"/>
                <a:gd name="T29" fmla="*/ 128 h 146"/>
                <a:gd name="T30" fmla="*/ 84 w 98"/>
                <a:gd name="T31" fmla="*/ 136 h 146"/>
                <a:gd name="T32" fmla="*/ 76 w 98"/>
                <a:gd name="T33" fmla="*/ 142 h 146"/>
                <a:gd name="T34" fmla="*/ 64 w 98"/>
                <a:gd name="T35" fmla="*/ 146 h 146"/>
                <a:gd name="T36" fmla="*/ 64 w 98"/>
                <a:gd name="T37" fmla="*/ 146 h 146"/>
                <a:gd name="T38" fmla="*/ 62 w 98"/>
                <a:gd name="T39" fmla="*/ 146 h 146"/>
                <a:gd name="T40" fmla="*/ 54 w 98"/>
                <a:gd name="T41" fmla="*/ 144 h 146"/>
                <a:gd name="T42" fmla="*/ 44 w 98"/>
                <a:gd name="T43" fmla="*/ 140 h 146"/>
                <a:gd name="T44" fmla="*/ 34 w 98"/>
                <a:gd name="T45" fmla="*/ 132 h 146"/>
                <a:gd name="T46" fmla="*/ 28 w 98"/>
                <a:gd name="T47" fmla="*/ 126 h 146"/>
                <a:gd name="T48" fmla="*/ 22 w 98"/>
                <a:gd name="T49" fmla="*/ 118 h 146"/>
                <a:gd name="T50" fmla="*/ 16 w 98"/>
                <a:gd name="T51" fmla="*/ 106 h 146"/>
                <a:gd name="T52" fmla="*/ 12 w 98"/>
                <a:gd name="T53" fmla="*/ 94 h 146"/>
                <a:gd name="T54" fmla="*/ 6 w 98"/>
                <a:gd name="T55" fmla="*/ 78 h 146"/>
                <a:gd name="T56" fmla="*/ 4 w 98"/>
                <a:gd name="T57" fmla="*/ 60 h 146"/>
                <a:gd name="T58" fmla="*/ 0 w 98"/>
                <a:gd name="T59" fmla="*/ 40 h 146"/>
                <a:gd name="T60" fmla="*/ 0 w 98"/>
                <a:gd name="T61" fmla="*/ 16 h 146"/>
                <a:gd name="T62" fmla="*/ 0 w 98"/>
                <a:gd name="T63"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146">
                  <a:moveTo>
                    <a:pt x="0" y="16"/>
                  </a:moveTo>
                  <a:lnTo>
                    <a:pt x="0" y="16"/>
                  </a:lnTo>
                  <a:lnTo>
                    <a:pt x="6" y="16"/>
                  </a:lnTo>
                  <a:lnTo>
                    <a:pt x="24" y="14"/>
                  </a:lnTo>
                  <a:lnTo>
                    <a:pt x="50" y="8"/>
                  </a:lnTo>
                  <a:lnTo>
                    <a:pt x="62" y="4"/>
                  </a:lnTo>
                  <a:lnTo>
                    <a:pt x="78" y="0"/>
                  </a:lnTo>
                  <a:lnTo>
                    <a:pt x="78" y="0"/>
                  </a:lnTo>
                  <a:lnTo>
                    <a:pt x="84" y="20"/>
                  </a:lnTo>
                  <a:lnTo>
                    <a:pt x="92" y="42"/>
                  </a:lnTo>
                  <a:lnTo>
                    <a:pt x="96" y="68"/>
                  </a:lnTo>
                  <a:lnTo>
                    <a:pt x="98" y="94"/>
                  </a:lnTo>
                  <a:lnTo>
                    <a:pt x="98" y="106"/>
                  </a:lnTo>
                  <a:lnTo>
                    <a:pt x="96" y="118"/>
                  </a:lnTo>
                  <a:lnTo>
                    <a:pt x="92" y="128"/>
                  </a:lnTo>
                  <a:lnTo>
                    <a:pt x="84" y="136"/>
                  </a:lnTo>
                  <a:lnTo>
                    <a:pt x="76" y="142"/>
                  </a:lnTo>
                  <a:lnTo>
                    <a:pt x="64" y="146"/>
                  </a:lnTo>
                  <a:lnTo>
                    <a:pt x="64" y="146"/>
                  </a:lnTo>
                  <a:lnTo>
                    <a:pt x="62" y="146"/>
                  </a:lnTo>
                  <a:lnTo>
                    <a:pt x="54" y="144"/>
                  </a:lnTo>
                  <a:lnTo>
                    <a:pt x="44" y="140"/>
                  </a:lnTo>
                  <a:lnTo>
                    <a:pt x="34" y="132"/>
                  </a:lnTo>
                  <a:lnTo>
                    <a:pt x="28" y="126"/>
                  </a:lnTo>
                  <a:lnTo>
                    <a:pt x="22" y="118"/>
                  </a:lnTo>
                  <a:lnTo>
                    <a:pt x="16" y="106"/>
                  </a:lnTo>
                  <a:lnTo>
                    <a:pt x="12" y="94"/>
                  </a:lnTo>
                  <a:lnTo>
                    <a:pt x="6" y="78"/>
                  </a:lnTo>
                  <a:lnTo>
                    <a:pt x="4" y="60"/>
                  </a:lnTo>
                  <a:lnTo>
                    <a:pt x="0" y="40"/>
                  </a:lnTo>
                  <a:lnTo>
                    <a:pt x="0" y="16"/>
                  </a:lnTo>
                  <a:lnTo>
                    <a:pt x="0" y="16"/>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8" name="Freeform 161"/>
            <p:cNvSpPr>
              <a:spLocks/>
            </p:cNvSpPr>
            <p:nvPr/>
          </p:nvSpPr>
          <p:spPr bwMode="auto">
            <a:xfrm>
              <a:off x="3438071" y="5544911"/>
              <a:ext cx="149225" cy="155575"/>
            </a:xfrm>
            <a:custGeom>
              <a:avLst/>
              <a:gdLst>
                <a:gd name="T0" fmla="*/ 58 w 94"/>
                <a:gd name="T1" fmla="*/ 84 h 98"/>
                <a:gd name="T2" fmla="*/ 58 w 94"/>
                <a:gd name="T3" fmla="*/ 84 h 98"/>
                <a:gd name="T4" fmla="*/ 50 w 94"/>
                <a:gd name="T5" fmla="*/ 84 h 98"/>
                <a:gd name="T6" fmla="*/ 44 w 94"/>
                <a:gd name="T7" fmla="*/ 82 h 98"/>
                <a:gd name="T8" fmla="*/ 36 w 94"/>
                <a:gd name="T9" fmla="*/ 78 h 98"/>
                <a:gd name="T10" fmla="*/ 26 w 94"/>
                <a:gd name="T11" fmla="*/ 70 h 98"/>
                <a:gd name="T12" fmla="*/ 16 w 94"/>
                <a:gd name="T13" fmla="*/ 58 h 98"/>
                <a:gd name="T14" fmla="*/ 8 w 94"/>
                <a:gd name="T15" fmla="*/ 40 h 98"/>
                <a:gd name="T16" fmla="*/ 0 w 94"/>
                <a:gd name="T17" fmla="*/ 18 h 98"/>
                <a:gd name="T18" fmla="*/ 0 w 94"/>
                <a:gd name="T19" fmla="*/ 18 h 98"/>
                <a:gd name="T20" fmla="*/ 8 w 94"/>
                <a:gd name="T21" fmla="*/ 44 h 98"/>
                <a:gd name="T22" fmla="*/ 16 w 94"/>
                <a:gd name="T23" fmla="*/ 66 h 98"/>
                <a:gd name="T24" fmla="*/ 26 w 94"/>
                <a:gd name="T25" fmla="*/ 80 h 98"/>
                <a:gd name="T26" fmla="*/ 36 w 94"/>
                <a:gd name="T27" fmla="*/ 90 h 98"/>
                <a:gd name="T28" fmla="*/ 46 w 94"/>
                <a:gd name="T29" fmla="*/ 94 h 98"/>
                <a:gd name="T30" fmla="*/ 52 w 94"/>
                <a:gd name="T31" fmla="*/ 96 h 98"/>
                <a:gd name="T32" fmla="*/ 60 w 94"/>
                <a:gd name="T33" fmla="*/ 98 h 98"/>
                <a:gd name="T34" fmla="*/ 60 w 94"/>
                <a:gd name="T35" fmla="*/ 98 h 98"/>
                <a:gd name="T36" fmla="*/ 68 w 94"/>
                <a:gd name="T37" fmla="*/ 96 h 98"/>
                <a:gd name="T38" fmla="*/ 74 w 94"/>
                <a:gd name="T39" fmla="*/ 92 h 98"/>
                <a:gd name="T40" fmla="*/ 84 w 94"/>
                <a:gd name="T41" fmla="*/ 84 h 98"/>
                <a:gd name="T42" fmla="*/ 90 w 94"/>
                <a:gd name="T43" fmla="*/ 74 h 98"/>
                <a:gd name="T44" fmla="*/ 94 w 94"/>
                <a:gd name="T45" fmla="*/ 60 h 98"/>
                <a:gd name="T46" fmla="*/ 94 w 94"/>
                <a:gd name="T47" fmla="*/ 46 h 98"/>
                <a:gd name="T48" fmla="*/ 94 w 94"/>
                <a:gd name="T49" fmla="*/ 30 h 98"/>
                <a:gd name="T50" fmla="*/ 92 w 94"/>
                <a:gd name="T51" fmla="*/ 16 h 98"/>
                <a:gd name="T52" fmla="*/ 90 w 94"/>
                <a:gd name="T53" fmla="*/ 0 h 98"/>
                <a:gd name="T54" fmla="*/ 90 w 94"/>
                <a:gd name="T55" fmla="*/ 0 h 98"/>
                <a:gd name="T56" fmla="*/ 92 w 94"/>
                <a:gd name="T57" fmla="*/ 28 h 98"/>
                <a:gd name="T58" fmla="*/ 92 w 94"/>
                <a:gd name="T59" fmla="*/ 40 h 98"/>
                <a:gd name="T60" fmla="*/ 90 w 94"/>
                <a:gd name="T61" fmla="*/ 52 h 98"/>
                <a:gd name="T62" fmla="*/ 86 w 94"/>
                <a:gd name="T63" fmla="*/ 64 h 98"/>
                <a:gd name="T64" fmla="*/ 78 w 94"/>
                <a:gd name="T65" fmla="*/ 72 h 98"/>
                <a:gd name="T66" fmla="*/ 70 w 94"/>
                <a:gd name="T67" fmla="*/ 80 h 98"/>
                <a:gd name="T68" fmla="*/ 58 w 94"/>
                <a:gd name="T69" fmla="*/ 84 h 98"/>
                <a:gd name="T70" fmla="*/ 58 w 94"/>
                <a:gd name="T71" fmla="*/ 8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 h="98">
                  <a:moveTo>
                    <a:pt x="58" y="84"/>
                  </a:moveTo>
                  <a:lnTo>
                    <a:pt x="58" y="84"/>
                  </a:lnTo>
                  <a:lnTo>
                    <a:pt x="50" y="84"/>
                  </a:lnTo>
                  <a:lnTo>
                    <a:pt x="44" y="82"/>
                  </a:lnTo>
                  <a:lnTo>
                    <a:pt x="36" y="78"/>
                  </a:lnTo>
                  <a:lnTo>
                    <a:pt x="26" y="70"/>
                  </a:lnTo>
                  <a:lnTo>
                    <a:pt x="16" y="58"/>
                  </a:lnTo>
                  <a:lnTo>
                    <a:pt x="8" y="40"/>
                  </a:lnTo>
                  <a:lnTo>
                    <a:pt x="0" y="18"/>
                  </a:lnTo>
                  <a:lnTo>
                    <a:pt x="0" y="18"/>
                  </a:lnTo>
                  <a:lnTo>
                    <a:pt x="8" y="44"/>
                  </a:lnTo>
                  <a:lnTo>
                    <a:pt x="16" y="66"/>
                  </a:lnTo>
                  <a:lnTo>
                    <a:pt x="26" y="80"/>
                  </a:lnTo>
                  <a:lnTo>
                    <a:pt x="36" y="90"/>
                  </a:lnTo>
                  <a:lnTo>
                    <a:pt x="46" y="94"/>
                  </a:lnTo>
                  <a:lnTo>
                    <a:pt x="52" y="96"/>
                  </a:lnTo>
                  <a:lnTo>
                    <a:pt x="60" y="98"/>
                  </a:lnTo>
                  <a:lnTo>
                    <a:pt x="60" y="98"/>
                  </a:lnTo>
                  <a:lnTo>
                    <a:pt x="68" y="96"/>
                  </a:lnTo>
                  <a:lnTo>
                    <a:pt x="74" y="92"/>
                  </a:lnTo>
                  <a:lnTo>
                    <a:pt x="84" y="84"/>
                  </a:lnTo>
                  <a:lnTo>
                    <a:pt x="90" y="74"/>
                  </a:lnTo>
                  <a:lnTo>
                    <a:pt x="94" y="60"/>
                  </a:lnTo>
                  <a:lnTo>
                    <a:pt x="94" y="46"/>
                  </a:lnTo>
                  <a:lnTo>
                    <a:pt x="94" y="30"/>
                  </a:lnTo>
                  <a:lnTo>
                    <a:pt x="92" y="16"/>
                  </a:lnTo>
                  <a:lnTo>
                    <a:pt x="90" y="0"/>
                  </a:lnTo>
                  <a:lnTo>
                    <a:pt x="90" y="0"/>
                  </a:lnTo>
                  <a:lnTo>
                    <a:pt x="92" y="28"/>
                  </a:lnTo>
                  <a:lnTo>
                    <a:pt x="92" y="40"/>
                  </a:lnTo>
                  <a:lnTo>
                    <a:pt x="90" y="52"/>
                  </a:lnTo>
                  <a:lnTo>
                    <a:pt x="86" y="64"/>
                  </a:lnTo>
                  <a:lnTo>
                    <a:pt x="78" y="72"/>
                  </a:lnTo>
                  <a:lnTo>
                    <a:pt x="70" y="80"/>
                  </a:lnTo>
                  <a:lnTo>
                    <a:pt x="58" y="84"/>
                  </a:lnTo>
                  <a:lnTo>
                    <a:pt x="58" y="8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9" name="Freeform 162"/>
            <p:cNvSpPr>
              <a:spLocks/>
            </p:cNvSpPr>
            <p:nvPr/>
          </p:nvSpPr>
          <p:spPr bwMode="auto">
            <a:xfrm>
              <a:off x="3472996" y="5516336"/>
              <a:ext cx="12700" cy="12700"/>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2 h 8"/>
                <a:gd name="T18" fmla="*/ 4 w 8"/>
                <a:gd name="T19" fmla="*/ 0 h 8"/>
                <a:gd name="T20" fmla="*/ 4 w 8"/>
                <a:gd name="T21" fmla="*/ 0 h 8"/>
                <a:gd name="T22" fmla="*/ 6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8"/>
                  </a:lnTo>
                  <a:lnTo>
                    <a:pt x="0" y="4"/>
                  </a:lnTo>
                  <a:lnTo>
                    <a:pt x="0" y="4"/>
                  </a:lnTo>
                  <a:lnTo>
                    <a:pt x="0" y="2"/>
                  </a:lnTo>
                  <a:lnTo>
                    <a:pt x="4" y="0"/>
                  </a:lnTo>
                  <a:lnTo>
                    <a:pt x="4" y="0"/>
                  </a:lnTo>
                  <a:lnTo>
                    <a:pt x="6"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0" name="Freeform 163"/>
            <p:cNvSpPr>
              <a:spLocks/>
            </p:cNvSpPr>
            <p:nvPr/>
          </p:nvSpPr>
          <p:spPr bwMode="auto">
            <a:xfrm>
              <a:off x="3514271" y="5506811"/>
              <a:ext cx="15875" cy="12700"/>
            </a:xfrm>
            <a:custGeom>
              <a:avLst/>
              <a:gdLst>
                <a:gd name="T0" fmla="*/ 10 w 10"/>
                <a:gd name="T1" fmla="*/ 4 h 8"/>
                <a:gd name="T2" fmla="*/ 10 w 10"/>
                <a:gd name="T3" fmla="*/ 4 h 8"/>
                <a:gd name="T4" fmla="*/ 8 w 10"/>
                <a:gd name="T5" fmla="*/ 6 h 8"/>
                <a:gd name="T6" fmla="*/ 6 w 10"/>
                <a:gd name="T7" fmla="*/ 8 h 8"/>
                <a:gd name="T8" fmla="*/ 6 w 10"/>
                <a:gd name="T9" fmla="*/ 8 h 8"/>
                <a:gd name="T10" fmla="*/ 2 w 10"/>
                <a:gd name="T11" fmla="*/ 8 h 8"/>
                <a:gd name="T12" fmla="*/ 0 w 10"/>
                <a:gd name="T13" fmla="*/ 6 h 8"/>
                <a:gd name="T14" fmla="*/ 0 w 10"/>
                <a:gd name="T15" fmla="*/ 6 h 8"/>
                <a:gd name="T16" fmla="*/ 2 w 10"/>
                <a:gd name="T17" fmla="*/ 2 h 8"/>
                <a:gd name="T18" fmla="*/ 4 w 10"/>
                <a:gd name="T19" fmla="*/ 0 h 8"/>
                <a:gd name="T20" fmla="*/ 4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6"/>
                  </a:lnTo>
                  <a:lnTo>
                    <a:pt x="6" y="8"/>
                  </a:lnTo>
                  <a:lnTo>
                    <a:pt x="6" y="8"/>
                  </a:lnTo>
                  <a:lnTo>
                    <a:pt x="2" y="8"/>
                  </a:lnTo>
                  <a:lnTo>
                    <a:pt x="0" y="6"/>
                  </a:lnTo>
                  <a:lnTo>
                    <a:pt x="0" y="6"/>
                  </a:lnTo>
                  <a:lnTo>
                    <a:pt x="2" y="2"/>
                  </a:lnTo>
                  <a:lnTo>
                    <a:pt x="4" y="0"/>
                  </a:lnTo>
                  <a:lnTo>
                    <a:pt x="4"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1" name="Freeform 164"/>
            <p:cNvSpPr>
              <a:spLocks/>
            </p:cNvSpPr>
            <p:nvPr/>
          </p:nvSpPr>
          <p:spPr bwMode="auto">
            <a:xfrm>
              <a:off x="3479346" y="5544911"/>
              <a:ext cx="12700" cy="12700"/>
            </a:xfrm>
            <a:custGeom>
              <a:avLst/>
              <a:gdLst>
                <a:gd name="T0" fmla="*/ 8 w 8"/>
                <a:gd name="T1" fmla="*/ 2 h 8"/>
                <a:gd name="T2" fmla="*/ 8 w 8"/>
                <a:gd name="T3" fmla="*/ 2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2 h 8"/>
                <a:gd name="T18" fmla="*/ 2 w 8"/>
                <a:gd name="T19" fmla="*/ 0 h 8"/>
                <a:gd name="T20" fmla="*/ 2 w 8"/>
                <a:gd name="T21" fmla="*/ 0 h 8"/>
                <a:gd name="T22" fmla="*/ 6 w 8"/>
                <a:gd name="T23" fmla="*/ 0 h 8"/>
                <a:gd name="T24" fmla="*/ 8 w 8"/>
                <a:gd name="T25" fmla="*/ 2 h 8"/>
                <a:gd name="T26" fmla="*/ 8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2"/>
                  </a:moveTo>
                  <a:lnTo>
                    <a:pt x="8" y="2"/>
                  </a:lnTo>
                  <a:lnTo>
                    <a:pt x="8" y="6"/>
                  </a:lnTo>
                  <a:lnTo>
                    <a:pt x="4" y="8"/>
                  </a:lnTo>
                  <a:lnTo>
                    <a:pt x="4" y="8"/>
                  </a:lnTo>
                  <a:lnTo>
                    <a:pt x="2" y="8"/>
                  </a:lnTo>
                  <a:lnTo>
                    <a:pt x="0" y="4"/>
                  </a:lnTo>
                  <a:lnTo>
                    <a:pt x="0" y="4"/>
                  </a:lnTo>
                  <a:lnTo>
                    <a:pt x="0" y="2"/>
                  </a:lnTo>
                  <a:lnTo>
                    <a:pt x="2" y="0"/>
                  </a:lnTo>
                  <a:lnTo>
                    <a:pt x="2" y="0"/>
                  </a:lnTo>
                  <a:lnTo>
                    <a:pt x="6" y="0"/>
                  </a:lnTo>
                  <a:lnTo>
                    <a:pt x="8" y="2"/>
                  </a:lnTo>
                  <a:lnTo>
                    <a:pt x="8"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2" name="Freeform 165"/>
            <p:cNvSpPr>
              <a:spLocks/>
            </p:cNvSpPr>
            <p:nvPr/>
          </p:nvSpPr>
          <p:spPr bwMode="auto">
            <a:xfrm>
              <a:off x="3520621" y="5535386"/>
              <a:ext cx="15875" cy="12700"/>
            </a:xfrm>
            <a:custGeom>
              <a:avLst/>
              <a:gdLst>
                <a:gd name="T0" fmla="*/ 10 w 10"/>
                <a:gd name="T1" fmla="*/ 2 h 8"/>
                <a:gd name="T2" fmla="*/ 10 w 10"/>
                <a:gd name="T3" fmla="*/ 2 h 8"/>
                <a:gd name="T4" fmla="*/ 8 w 10"/>
                <a:gd name="T5" fmla="*/ 6 h 8"/>
                <a:gd name="T6" fmla="*/ 6 w 10"/>
                <a:gd name="T7" fmla="*/ 8 h 8"/>
                <a:gd name="T8" fmla="*/ 6 w 10"/>
                <a:gd name="T9" fmla="*/ 8 h 8"/>
                <a:gd name="T10" fmla="*/ 2 w 10"/>
                <a:gd name="T11" fmla="*/ 8 h 8"/>
                <a:gd name="T12" fmla="*/ 0 w 10"/>
                <a:gd name="T13" fmla="*/ 4 h 8"/>
                <a:gd name="T14" fmla="*/ 0 w 10"/>
                <a:gd name="T15" fmla="*/ 4 h 8"/>
                <a:gd name="T16" fmla="*/ 0 w 10"/>
                <a:gd name="T17" fmla="*/ 2 h 8"/>
                <a:gd name="T18" fmla="*/ 4 w 10"/>
                <a:gd name="T19" fmla="*/ 0 h 8"/>
                <a:gd name="T20" fmla="*/ 4 w 10"/>
                <a:gd name="T21" fmla="*/ 0 h 8"/>
                <a:gd name="T22" fmla="*/ 8 w 10"/>
                <a:gd name="T23" fmla="*/ 0 h 8"/>
                <a:gd name="T24" fmla="*/ 10 w 10"/>
                <a:gd name="T25" fmla="*/ 2 h 8"/>
                <a:gd name="T26" fmla="*/ 10 w 10"/>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2"/>
                  </a:moveTo>
                  <a:lnTo>
                    <a:pt x="10" y="2"/>
                  </a:lnTo>
                  <a:lnTo>
                    <a:pt x="8" y="6"/>
                  </a:lnTo>
                  <a:lnTo>
                    <a:pt x="6" y="8"/>
                  </a:lnTo>
                  <a:lnTo>
                    <a:pt x="6" y="8"/>
                  </a:lnTo>
                  <a:lnTo>
                    <a:pt x="2" y="8"/>
                  </a:lnTo>
                  <a:lnTo>
                    <a:pt x="0" y="4"/>
                  </a:lnTo>
                  <a:lnTo>
                    <a:pt x="0" y="4"/>
                  </a:lnTo>
                  <a:lnTo>
                    <a:pt x="0" y="2"/>
                  </a:lnTo>
                  <a:lnTo>
                    <a:pt x="4" y="0"/>
                  </a:lnTo>
                  <a:lnTo>
                    <a:pt x="4" y="0"/>
                  </a:lnTo>
                  <a:lnTo>
                    <a:pt x="8" y="0"/>
                  </a:lnTo>
                  <a:lnTo>
                    <a:pt x="10" y="2"/>
                  </a:lnTo>
                  <a:lnTo>
                    <a:pt x="1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3" name="Freeform 166"/>
            <p:cNvSpPr>
              <a:spLocks/>
            </p:cNvSpPr>
            <p:nvPr/>
          </p:nvSpPr>
          <p:spPr bwMode="auto">
            <a:xfrm>
              <a:off x="3482521" y="5567136"/>
              <a:ext cx="15875" cy="15875"/>
            </a:xfrm>
            <a:custGeom>
              <a:avLst/>
              <a:gdLst>
                <a:gd name="T0" fmla="*/ 10 w 10"/>
                <a:gd name="T1" fmla="*/ 4 h 10"/>
                <a:gd name="T2" fmla="*/ 10 w 10"/>
                <a:gd name="T3" fmla="*/ 4 h 10"/>
                <a:gd name="T4" fmla="*/ 8 w 10"/>
                <a:gd name="T5" fmla="*/ 8 h 10"/>
                <a:gd name="T6" fmla="*/ 6 w 10"/>
                <a:gd name="T7" fmla="*/ 10 h 10"/>
                <a:gd name="T8" fmla="*/ 6 w 10"/>
                <a:gd name="T9" fmla="*/ 10 h 10"/>
                <a:gd name="T10" fmla="*/ 2 w 10"/>
                <a:gd name="T11" fmla="*/ 8 h 10"/>
                <a:gd name="T12" fmla="*/ 0 w 10"/>
                <a:gd name="T13" fmla="*/ 6 h 10"/>
                <a:gd name="T14" fmla="*/ 0 w 10"/>
                <a:gd name="T15" fmla="*/ 6 h 10"/>
                <a:gd name="T16" fmla="*/ 0 w 10"/>
                <a:gd name="T17" fmla="*/ 2 h 10"/>
                <a:gd name="T18" fmla="*/ 4 w 10"/>
                <a:gd name="T19" fmla="*/ 0 h 10"/>
                <a:gd name="T20" fmla="*/ 4 w 10"/>
                <a:gd name="T21" fmla="*/ 0 h 10"/>
                <a:gd name="T22" fmla="*/ 8 w 10"/>
                <a:gd name="T23" fmla="*/ 2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8" y="8"/>
                  </a:lnTo>
                  <a:lnTo>
                    <a:pt x="6" y="10"/>
                  </a:lnTo>
                  <a:lnTo>
                    <a:pt x="6" y="10"/>
                  </a:lnTo>
                  <a:lnTo>
                    <a:pt x="2" y="8"/>
                  </a:lnTo>
                  <a:lnTo>
                    <a:pt x="0" y="6"/>
                  </a:lnTo>
                  <a:lnTo>
                    <a:pt x="0" y="6"/>
                  </a:lnTo>
                  <a:lnTo>
                    <a:pt x="0" y="2"/>
                  </a:lnTo>
                  <a:lnTo>
                    <a:pt x="4" y="0"/>
                  </a:lnTo>
                  <a:lnTo>
                    <a:pt x="4"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4" name="Freeform 167"/>
            <p:cNvSpPr>
              <a:spLocks/>
            </p:cNvSpPr>
            <p:nvPr/>
          </p:nvSpPr>
          <p:spPr bwMode="auto">
            <a:xfrm>
              <a:off x="3526971" y="5560786"/>
              <a:ext cx="12700" cy="12700"/>
            </a:xfrm>
            <a:custGeom>
              <a:avLst/>
              <a:gdLst>
                <a:gd name="T0" fmla="*/ 8 w 8"/>
                <a:gd name="T1" fmla="*/ 2 h 8"/>
                <a:gd name="T2" fmla="*/ 8 w 8"/>
                <a:gd name="T3" fmla="*/ 2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0 h 8"/>
                <a:gd name="T18" fmla="*/ 4 w 8"/>
                <a:gd name="T19" fmla="*/ 0 h 8"/>
                <a:gd name="T20" fmla="*/ 4 w 8"/>
                <a:gd name="T21" fmla="*/ 0 h 8"/>
                <a:gd name="T22" fmla="*/ 6 w 8"/>
                <a:gd name="T23" fmla="*/ 0 h 8"/>
                <a:gd name="T24" fmla="*/ 8 w 8"/>
                <a:gd name="T25" fmla="*/ 2 h 8"/>
                <a:gd name="T26" fmla="*/ 8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2"/>
                  </a:moveTo>
                  <a:lnTo>
                    <a:pt x="8" y="2"/>
                  </a:lnTo>
                  <a:lnTo>
                    <a:pt x="8" y="6"/>
                  </a:lnTo>
                  <a:lnTo>
                    <a:pt x="4" y="8"/>
                  </a:lnTo>
                  <a:lnTo>
                    <a:pt x="4" y="8"/>
                  </a:lnTo>
                  <a:lnTo>
                    <a:pt x="2" y="8"/>
                  </a:lnTo>
                  <a:lnTo>
                    <a:pt x="0" y="4"/>
                  </a:lnTo>
                  <a:lnTo>
                    <a:pt x="0" y="4"/>
                  </a:lnTo>
                  <a:lnTo>
                    <a:pt x="0" y="0"/>
                  </a:lnTo>
                  <a:lnTo>
                    <a:pt x="4" y="0"/>
                  </a:lnTo>
                  <a:lnTo>
                    <a:pt x="4" y="0"/>
                  </a:lnTo>
                  <a:lnTo>
                    <a:pt x="6" y="0"/>
                  </a:lnTo>
                  <a:lnTo>
                    <a:pt x="8" y="2"/>
                  </a:lnTo>
                  <a:lnTo>
                    <a:pt x="8"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5" name="Freeform 168"/>
            <p:cNvSpPr>
              <a:spLocks/>
            </p:cNvSpPr>
            <p:nvPr/>
          </p:nvSpPr>
          <p:spPr bwMode="auto">
            <a:xfrm>
              <a:off x="3488871" y="5592536"/>
              <a:ext cx="12700" cy="12700"/>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8 h 8"/>
                <a:gd name="T12" fmla="*/ 0 w 8"/>
                <a:gd name="T13" fmla="*/ 6 h 8"/>
                <a:gd name="T14" fmla="*/ 0 w 8"/>
                <a:gd name="T15" fmla="*/ 6 h 8"/>
                <a:gd name="T16" fmla="*/ 0 w 8"/>
                <a:gd name="T17" fmla="*/ 2 h 8"/>
                <a:gd name="T18" fmla="*/ 2 w 8"/>
                <a:gd name="T19" fmla="*/ 0 h 8"/>
                <a:gd name="T20" fmla="*/ 2 w 8"/>
                <a:gd name="T21" fmla="*/ 0 h 8"/>
                <a:gd name="T22" fmla="*/ 6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8"/>
                  </a:lnTo>
                  <a:lnTo>
                    <a:pt x="0" y="6"/>
                  </a:lnTo>
                  <a:lnTo>
                    <a:pt x="0" y="6"/>
                  </a:lnTo>
                  <a:lnTo>
                    <a:pt x="0" y="2"/>
                  </a:lnTo>
                  <a:lnTo>
                    <a:pt x="2" y="0"/>
                  </a:lnTo>
                  <a:lnTo>
                    <a:pt x="2" y="0"/>
                  </a:lnTo>
                  <a:lnTo>
                    <a:pt x="6"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6" name="Freeform 169"/>
            <p:cNvSpPr>
              <a:spLocks/>
            </p:cNvSpPr>
            <p:nvPr/>
          </p:nvSpPr>
          <p:spPr bwMode="auto">
            <a:xfrm>
              <a:off x="3530146" y="5583011"/>
              <a:ext cx="15875" cy="15875"/>
            </a:xfrm>
            <a:custGeom>
              <a:avLst/>
              <a:gdLst>
                <a:gd name="T0" fmla="*/ 10 w 10"/>
                <a:gd name="T1" fmla="*/ 4 h 10"/>
                <a:gd name="T2" fmla="*/ 10 w 10"/>
                <a:gd name="T3" fmla="*/ 4 h 10"/>
                <a:gd name="T4" fmla="*/ 8 w 10"/>
                <a:gd name="T5" fmla="*/ 8 h 10"/>
                <a:gd name="T6" fmla="*/ 6 w 10"/>
                <a:gd name="T7" fmla="*/ 10 h 10"/>
                <a:gd name="T8" fmla="*/ 6 w 10"/>
                <a:gd name="T9" fmla="*/ 10 h 10"/>
                <a:gd name="T10" fmla="*/ 2 w 10"/>
                <a:gd name="T11" fmla="*/ 8 h 10"/>
                <a:gd name="T12" fmla="*/ 0 w 10"/>
                <a:gd name="T13" fmla="*/ 6 h 10"/>
                <a:gd name="T14" fmla="*/ 0 w 10"/>
                <a:gd name="T15" fmla="*/ 6 h 10"/>
                <a:gd name="T16" fmla="*/ 2 w 10"/>
                <a:gd name="T17" fmla="*/ 2 h 10"/>
                <a:gd name="T18" fmla="*/ 4 w 10"/>
                <a:gd name="T19" fmla="*/ 0 h 10"/>
                <a:gd name="T20" fmla="*/ 4 w 10"/>
                <a:gd name="T21" fmla="*/ 0 h 10"/>
                <a:gd name="T22" fmla="*/ 8 w 10"/>
                <a:gd name="T23" fmla="*/ 2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8" y="8"/>
                  </a:lnTo>
                  <a:lnTo>
                    <a:pt x="6" y="10"/>
                  </a:lnTo>
                  <a:lnTo>
                    <a:pt x="6" y="10"/>
                  </a:lnTo>
                  <a:lnTo>
                    <a:pt x="2" y="8"/>
                  </a:lnTo>
                  <a:lnTo>
                    <a:pt x="0" y="6"/>
                  </a:lnTo>
                  <a:lnTo>
                    <a:pt x="0" y="6"/>
                  </a:lnTo>
                  <a:lnTo>
                    <a:pt x="2" y="2"/>
                  </a:lnTo>
                  <a:lnTo>
                    <a:pt x="4" y="0"/>
                  </a:lnTo>
                  <a:lnTo>
                    <a:pt x="4"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7" name="Freeform 170"/>
            <p:cNvSpPr>
              <a:spLocks/>
            </p:cNvSpPr>
            <p:nvPr/>
          </p:nvSpPr>
          <p:spPr bwMode="auto">
            <a:xfrm>
              <a:off x="3476171" y="5509986"/>
              <a:ext cx="47625" cy="15875"/>
            </a:xfrm>
            <a:custGeom>
              <a:avLst/>
              <a:gdLst>
                <a:gd name="T0" fmla="*/ 30 w 30"/>
                <a:gd name="T1" fmla="*/ 2 h 10"/>
                <a:gd name="T2" fmla="*/ 30 w 30"/>
                <a:gd name="T3" fmla="*/ 2 h 10"/>
                <a:gd name="T4" fmla="*/ 30 w 30"/>
                <a:gd name="T5" fmla="*/ 4 h 10"/>
                <a:gd name="T6" fmla="*/ 2 w 30"/>
                <a:gd name="T7" fmla="*/ 10 h 10"/>
                <a:gd name="T8" fmla="*/ 2 w 30"/>
                <a:gd name="T9" fmla="*/ 10 h 10"/>
                <a:gd name="T10" fmla="*/ 0 w 30"/>
                <a:gd name="T11" fmla="*/ 8 h 10"/>
                <a:gd name="T12" fmla="*/ 0 w 30"/>
                <a:gd name="T13" fmla="*/ 8 h 10"/>
                <a:gd name="T14" fmla="*/ 0 w 30"/>
                <a:gd name="T15" fmla="*/ 6 h 10"/>
                <a:gd name="T16" fmla="*/ 30 w 30"/>
                <a:gd name="T17" fmla="*/ 0 h 10"/>
                <a:gd name="T18" fmla="*/ 30 w 30"/>
                <a:gd name="T19" fmla="*/ 0 h 10"/>
                <a:gd name="T20" fmla="*/ 30 w 30"/>
                <a:gd name="T21" fmla="*/ 2 h 10"/>
                <a:gd name="T22" fmla="*/ 30 w 30"/>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0">
                  <a:moveTo>
                    <a:pt x="30" y="2"/>
                  </a:moveTo>
                  <a:lnTo>
                    <a:pt x="30" y="2"/>
                  </a:lnTo>
                  <a:lnTo>
                    <a:pt x="30" y="4"/>
                  </a:lnTo>
                  <a:lnTo>
                    <a:pt x="2" y="10"/>
                  </a:lnTo>
                  <a:lnTo>
                    <a:pt x="2" y="10"/>
                  </a:lnTo>
                  <a:lnTo>
                    <a:pt x="0" y="8"/>
                  </a:lnTo>
                  <a:lnTo>
                    <a:pt x="0" y="8"/>
                  </a:lnTo>
                  <a:lnTo>
                    <a:pt x="0" y="6"/>
                  </a:lnTo>
                  <a:lnTo>
                    <a:pt x="30" y="0"/>
                  </a:lnTo>
                  <a:lnTo>
                    <a:pt x="30" y="0"/>
                  </a:lnTo>
                  <a:lnTo>
                    <a:pt x="30" y="2"/>
                  </a:lnTo>
                  <a:lnTo>
                    <a:pt x="3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8" name="Freeform 171"/>
            <p:cNvSpPr>
              <a:spLocks/>
            </p:cNvSpPr>
            <p:nvPr/>
          </p:nvSpPr>
          <p:spPr bwMode="auto">
            <a:xfrm>
              <a:off x="3482521" y="5538561"/>
              <a:ext cx="47625" cy="15875"/>
            </a:xfrm>
            <a:custGeom>
              <a:avLst/>
              <a:gdLst>
                <a:gd name="T0" fmla="*/ 30 w 30"/>
                <a:gd name="T1" fmla="*/ 2 h 10"/>
                <a:gd name="T2" fmla="*/ 30 w 30"/>
                <a:gd name="T3" fmla="*/ 2 h 10"/>
                <a:gd name="T4" fmla="*/ 30 w 30"/>
                <a:gd name="T5" fmla="*/ 4 h 10"/>
                <a:gd name="T6" fmla="*/ 2 w 30"/>
                <a:gd name="T7" fmla="*/ 10 h 10"/>
                <a:gd name="T8" fmla="*/ 2 w 30"/>
                <a:gd name="T9" fmla="*/ 10 h 10"/>
                <a:gd name="T10" fmla="*/ 0 w 30"/>
                <a:gd name="T11" fmla="*/ 8 h 10"/>
                <a:gd name="T12" fmla="*/ 0 w 30"/>
                <a:gd name="T13" fmla="*/ 8 h 10"/>
                <a:gd name="T14" fmla="*/ 0 w 30"/>
                <a:gd name="T15" fmla="*/ 6 h 10"/>
                <a:gd name="T16" fmla="*/ 30 w 30"/>
                <a:gd name="T17" fmla="*/ 0 h 10"/>
                <a:gd name="T18" fmla="*/ 30 w 30"/>
                <a:gd name="T19" fmla="*/ 0 h 10"/>
                <a:gd name="T20" fmla="*/ 30 w 30"/>
                <a:gd name="T21" fmla="*/ 2 h 10"/>
                <a:gd name="T22" fmla="*/ 30 w 30"/>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0">
                  <a:moveTo>
                    <a:pt x="30" y="2"/>
                  </a:moveTo>
                  <a:lnTo>
                    <a:pt x="30" y="2"/>
                  </a:lnTo>
                  <a:lnTo>
                    <a:pt x="30" y="4"/>
                  </a:lnTo>
                  <a:lnTo>
                    <a:pt x="2" y="10"/>
                  </a:lnTo>
                  <a:lnTo>
                    <a:pt x="2" y="10"/>
                  </a:lnTo>
                  <a:lnTo>
                    <a:pt x="0" y="8"/>
                  </a:lnTo>
                  <a:lnTo>
                    <a:pt x="0" y="8"/>
                  </a:lnTo>
                  <a:lnTo>
                    <a:pt x="0" y="6"/>
                  </a:lnTo>
                  <a:lnTo>
                    <a:pt x="30" y="0"/>
                  </a:lnTo>
                  <a:lnTo>
                    <a:pt x="30" y="0"/>
                  </a:lnTo>
                  <a:lnTo>
                    <a:pt x="30" y="2"/>
                  </a:lnTo>
                  <a:lnTo>
                    <a:pt x="3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9" name="Freeform 172"/>
            <p:cNvSpPr>
              <a:spLocks/>
            </p:cNvSpPr>
            <p:nvPr/>
          </p:nvSpPr>
          <p:spPr bwMode="auto">
            <a:xfrm>
              <a:off x="3485696" y="5563961"/>
              <a:ext cx="50800" cy="12700"/>
            </a:xfrm>
            <a:custGeom>
              <a:avLst/>
              <a:gdLst>
                <a:gd name="T0" fmla="*/ 32 w 32"/>
                <a:gd name="T1" fmla="*/ 0 h 8"/>
                <a:gd name="T2" fmla="*/ 32 w 32"/>
                <a:gd name="T3" fmla="*/ 0 h 8"/>
                <a:gd name="T4" fmla="*/ 30 w 32"/>
                <a:gd name="T5" fmla="*/ 2 h 8"/>
                <a:gd name="T6" fmla="*/ 2 w 32"/>
                <a:gd name="T7" fmla="*/ 8 h 8"/>
                <a:gd name="T8" fmla="*/ 2 w 32"/>
                <a:gd name="T9" fmla="*/ 8 h 8"/>
                <a:gd name="T10" fmla="*/ 0 w 32"/>
                <a:gd name="T11" fmla="*/ 8 h 8"/>
                <a:gd name="T12" fmla="*/ 0 w 32"/>
                <a:gd name="T13" fmla="*/ 8 h 8"/>
                <a:gd name="T14" fmla="*/ 2 w 32"/>
                <a:gd name="T15" fmla="*/ 6 h 8"/>
                <a:gd name="T16" fmla="*/ 30 w 32"/>
                <a:gd name="T17" fmla="*/ 0 h 8"/>
                <a:gd name="T18" fmla="*/ 30 w 32"/>
                <a:gd name="T19" fmla="*/ 0 h 8"/>
                <a:gd name="T20" fmla="*/ 32 w 32"/>
                <a:gd name="T21" fmla="*/ 0 h 8"/>
                <a:gd name="T22" fmla="*/ 32 w 32"/>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0"/>
                  </a:moveTo>
                  <a:lnTo>
                    <a:pt x="32" y="0"/>
                  </a:lnTo>
                  <a:lnTo>
                    <a:pt x="30" y="2"/>
                  </a:lnTo>
                  <a:lnTo>
                    <a:pt x="2" y="8"/>
                  </a:lnTo>
                  <a:lnTo>
                    <a:pt x="2" y="8"/>
                  </a:lnTo>
                  <a:lnTo>
                    <a:pt x="0" y="8"/>
                  </a:lnTo>
                  <a:lnTo>
                    <a:pt x="0" y="8"/>
                  </a:lnTo>
                  <a:lnTo>
                    <a:pt x="2" y="6"/>
                  </a:lnTo>
                  <a:lnTo>
                    <a:pt x="30" y="0"/>
                  </a:lnTo>
                  <a:lnTo>
                    <a:pt x="30" y="0"/>
                  </a:lnTo>
                  <a:lnTo>
                    <a:pt x="32" y="0"/>
                  </a:lnTo>
                  <a:lnTo>
                    <a:pt x="32"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0" name="Freeform 173"/>
            <p:cNvSpPr>
              <a:spLocks/>
            </p:cNvSpPr>
            <p:nvPr/>
          </p:nvSpPr>
          <p:spPr bwMode="auto">
            <a:xfrm>
              <a:off x="3492046" y="5589361"/>
              <a:ext cx="47625" cy="12700"/>
            </a:xfrm>
            <a:custGeom>
              <a:avLst/>
              <a:gdLst>
                <a:gd name="T0" fmla="*/ 30 w 30"/>
                <a:gd name="T1" fmla="*/ 0 h 8"/>
                <a:gd name="T2" fmla="*/ 30 w 30"/>
                <a:gd name="T3" fmla="*/ 0 h 8"/>
                <a:gd name="T4" fmla="*/ 30 w 30"/>
                <a:gd name="T5" fmla="*/ 2 h 8"/>
                <a:gd name="T6" fmla="*/ 2 w 30"/>
                <a:gd name="T7" fmla="*/ 8 h 8"/>
                <a:gd name="T8" fmla="*/ 2 w 30"/>
                <a:gd name="T9" fmla="*/ 8 h 8"/>
                <a:gd name="T10" fmla="*/ 0 w 30"/>
                <a:gd name="T11" fmla="*/ 6 h 8"/>
                <a:gd name="T12" fmla="*/ 0 w 30"/>
                <a:gd name="T13" fmla="*/ 6 h 8"/>
                <a:gd name="T14" fmla="*/ 0 w 30"/>
                <a:gd name="T15" fmla="*/ 6 h 8"/>
                <a:gd name="T16" fmla="*/ 30 w 30"/>
                <a:gd name="T17" fmla="*/ 0 h 8"/>
                <a:gd name="T18" fmla="*/ 30 w 30"/>
                <a:gd name="T19" fmla="*/ 0 h 8"/>
                <a:gd name="T20" fmla="*/ 30 w 30"/>
                <a:gd name="T21" fmla="*/ 0 h 8"/>
                <a:gd name="T22" fmla="*/ 30 w 30"/>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8">
                  <a:moveTo>
                    <a:pt x="30" y="0"/>
                  </a:moveTo>
                  <a:lnTo>
                    <a:pt x="30" y="0"/>
                  </a:lnTo>
                  <a:lnTo>
                    <a:pt x="30" y="2"/>
                  </a:lnTo>
                  <a:lnTo>
                    <a:pt x="2" y="8"/>
                  </a:lnTo>
                  <a:lnTo>
                    <a:pt x="2" y="8"/>
                  </a:lnTo>
                  <a:lnTo>
                    <a:pt x="0" y="6"/>
                  </a:lnTo>
                  <a:lnTo>
                    <a:pt x="0" y="6"/>
                  </a:lnTo>
                  <a:lnTo>
                    <a:pt x="0" y="6"/>
                  </a:lnTo>
                  <a:lnTo>
                    <a:pt x="30" y="0"/>
                  </a:lnTo>
                  <a:lnTo>
                    <a:pt x="30" y="0"/>
                  </a:lnTo>
                  <a:lnTo>
                    <a:pt x="30" y="0"/>
                  </a:lnTo>
                  <a:lnTo>
                    <a:pt x="3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1" name="Freeform 174"/>
            <p:cNvSpPr>
              <a:spLocks/>
            </p:cNvSpPr>
            <p:nvPr/>
          </p:nvSpPr>
          <p:spPr bwMode="auto">
            <a:xfrm>
              <a:off x="3476171" y="5519511"/>
              <a:ext cx="53975" cy="25400"/>
            </a:xfrm>
            <a:custGeom>
              <a:avLst/>
              <a:gdLst>
                <a:gd name="T0" fmla="*/ 34 w 34"/>
                <a:gd name="T1" fmla="*/ 14 h 16"/>
                <a:gd name="T2" fmla="*/ 34 w 34"/>
                <a:gd name="T3" fmla="*/ 14 h 16"/>
                <a:gd name="T4" fmla="*/ 32 w 34"/>
                <a:gd name="T5" fmla="*/ 16 h 16"/>
                <a:gd name="T6" fmla="*/ 0 w 34"/>
                <a:gd name="T7" fmla="*/ 4 h 16"/>
                <a:gd name="T8" fmla="*/ 0 w 34"/>
                <a:gd name="T9" fmla="*/ 4 h 16"/>
                <a:gd name="T10" fmla="*/ 0 w 34"/>
                <a:gd name="T11" fmla="*/ 2 h 16"/>
                <a:gd name="T12" fmla="*/ 0 w 34"/>
                <a:gd name="T13" fmla="*/ 2 h 16"/>
                <a:gd name="T14" fmla="*/ 2 w 34"/>
                <a:gd name="T15" fmla="*/ 0 h 16"/>
                <a:gd name="T16" fmla="*/ 34 w 34"/>
                <a:gd name="T17" fmla="*/ 12 h 16"/>
                <a:gd name="T18" fmla="*/ 34 w 34"/>
                <a:gd name="T19" fmla="*/ 12 h 16"/>
                <a:gd name="T20" fmla="*/ 34 w 34"/>
                <a:gd name="T21" fmla="*/ 14 h 16"/>
                <a:gd name="T22" fmla="*/ 34 w 34"/>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34" y="14"/>
                  </a:moveTo>
                  <a:lnTo>
                    <a:pt x="34" y="14"/>
                  </a:lnTo>
                  <a:lnTo>
                    <a:pt x="32" y="16"/>
                  </a:lnTo>
                  <a:lnTo>
                    <a:pt x="0" y="4"/>
                  </a:lnTo>
                  <a:lnTo>
                    <a:pt x="0" y="4"/>
                  </a:lnTo>
                  <a:lnTo>
                    <a:pt x="0" y="2"/>
                  </a:lnTo>
                  <a:lnTo>
                    <a:pt x="0" y="2"/>
                  </a:lnTo>
                  <a:lnTo>
                    <a:pt x="2" y="0"/>
                  </a:lnTo>
                  <a:lnTo>
                    <a:pt x="34" y="12"/>
                  </a:lnTo>
                  <a:lnTo>
                    <a:pt x="34" y="12"/>
                  </a:lnTo>
                  <a:lnTo>
                    <a:pt x="34" y="14"/>
                  </a:lnTo>
                  <a:lnTo>
                    <a:pt x="34"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2" name="Freeform 175"/>
            <p:cNvSpPr>
              <a:spLocks/>
            </p:cNvSpPr>
            <p:nvPr/>
          </p:nvSpPr>
          <p:spPr bwMode="auto">
            <a:xfrm>
              <a:off x="3482521" y="5509986"/>
              <a:ext cx="41275" cy="41275"/>
            </a:xfrm>
            <a:custGeom>
              <a:avLst/>
              <a:gdLst>
                <a:gd name="T0" fmla="*/ 0 w 26"/>
                <a:gd name="T1" fmla="*/ 26 h 26"/>
                <a:gd name="T2" fmla="*/ 0 w 26"/>
                <a:gd name="T3" fmla="*/ 24 h 26"/>
                <a:gd name="T4" fmla="*/ 24 w 26"/>
                <a:gd name="T5" fmla="*/ 0 h 26"/>
                <a:gd name="T6" fmla="*/ 26 w 26"/>
                <a:gd name="T7" fmla="*/ 0 h 26"/>
                <a:gd name="T8" fmla="*/ 26 w 26"/>
                <a:gd name="T9" fmla="*/ 4 h 26"/>
                <a:gd name="T10" fmla="*/ 2 w 26"/>
                <a:gd name="T11" fmla="*/ 26 h 26"/>
                <a:gd name="T12" fmla="*/ 0 w 26"/>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0" y="26"/>
                  </a:moveTo>
                  <a:lnTo>
                    <a:pt x="0" y="24"/>
                  </a:lnTo>
                  <a:lnTo>
                    <a:pt x="24" y="0"/>
                  </a:lnTo>
                  <a:lnTo>
                    <a:pt x="26" y="0"/>
                  </a:lnTo>
                  <a:lnTo>
                    <a:pt x="26" y="4"/>
                  </a:lnTo>
                  <a:lnTo>
                    <a:pt x="2" y="26"/>
                  </a:lnTo>
                  <a:lnTo>
                    <a:pt x="0" y="2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3" name="Freeform 176"/>
            <p:cNvSpPr>
              <a:spLocks/>
            </p:cNvSpPr>
            <p:nvPr/>
          </p:nvSpPr>
          <p:spPr bwMode="auto">
            <a:xfrm>
              <a:off x="3482521" y="5544911"/>
              <a:ext cx="53975" cy="25400"/>
            </a:xfrm>
            <a:custGeom>
              <a:avLst/>
              <a:gdLst>
                <a:gd name="T0" fmla="*/ 34 w 34"/>
                <a:gd name="T1" fmla="*/ 14 h 16"/>
                <a:gd name="T2" fmla="*/ 34 w 34"/>
                <a:gd name="T3" fmla="*/ 14 h 16"/>
                <a:gd name="T4" fmla="*/ 32 w 34"/>
                <a:gd name="T5" fmla="*/ 16 h 16"/>
                <a:gd name="T6" fmla="*/ 0 w 34"/>
                <a:gd name="T7" fmla="*/ 4 h 16"/>
                <a:gd name="T8" fmla="*/ 0 w 34"/>
                <a:gd name="T9" fmla="*/ 4 h 16"/>
                <a:gd name="T10" fmla="*/ 0 w 34"/>
                <a:gd name="T11" fmla="*/ 2 h 16"/>
                <a:gd name="T12" fmla="*/ 0 w 34"/>
                <a:gd name="T13" fmla="*/ 2 h 16"/>
                <a:gd name="T14" fmla="*/ 2 w 34"/>
                <a:gd name="T15" fmla="*/ 0 h 16"/>
                <a:gd name="T16" fmla="*/ 34 w 34"/>
                <a:gd name="T17" fmla="*/ 12 h 16"/>
                <a:gd name="T18" fmla="*/ 34 w 34"/>
                <a:gd name="T19" fmla="*/ 12 h 16"/>
                <a:gd name="T20" fmla="*/ 34 w 34"/>
                <a:gd name="T21" fmla="*/ 14 h 16"/>
                <a:gd name="T22" fmla="*/ 34 w 34"/>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34" y="14"/>
                  </a:moveTo>
                  <a:lnTo>
                    <a:pt x="34" y="14"/>
                  </a:lnTo>
                  <a:lnTo>
                    <a:pt x="32" y="16"/>
                  </a:lnTo>
                  <a:lnTo>
                    <a:pt x="0" y="4"/>
                  </a:lnTo>
                  <a:lnTo>
                    <a:pt x="0" y="4"/>
                  </a:lnTo>
                  <a:lnTo>
                    <a:pt x="0" y="2"/>
                  </a:lnTo>
                  <a:lnTo>
                    <a:pt x="0" y="2"/>
                  </a:lnTo>
                  <a:lnTo>
                    <a:pt x="2" y="0"/>
                  </a:lnTo>
                  <a:lnTo>
                    <a:pt x="34" y="12"/>
                  </a:lnTo>
                  <a:lnTo>
                    <a:pt x="34" y="12"/>
                  </a:lnTo>
                  <a:lnTo>
                    <a:pt x="34" y="14"/>
                  </a:lnTo>
                  <a:lnTo>
                    <a:pt x="34"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4" name="Freeform 177"/>
            <p:cNvSpPr>
              <a:spLocks/>
            </p:cNvSpPr>
            <p:nvPr/>
          </p:nvSpPr>
          <p:spPr bwMode="auto">
            <a:xfrm>
              <a:off x="3485696" y="5538561"/>
              <a:ext cx="44450" cy="38100"/>
            </a:xfrm>
            <a:custGeom>
              <a:avLst/>
              <a:gdLst>
                <a:gd name="T0" fmla="*/ 0 w 28"/>
                <a:gd name="T1" fmla="*/ 24 h 24"/>
                <a:gd name="T2" fmla="*/ 0 w 28"/>
                <a:gd name="T3" fmla="*/ 22 h 24"/>
                <a:gd name="T4" fmla="*/ 24 w 28"/>
                <a:gd name="T5" fmla="*/ 0 h 24"/>
                <a:gd name="T6" fmla="*/ 28 w 28"/>
                <a:gd name="T7" fmla="*/ 0 h 24"/>
                <a:gd name="T8" fmla="*/ 28 w 28"/>
                <a:gd name="T9" fmla="*/ 2 h 24"/>
                <a:gd name="T10" fmla="*/ 4 w 28"/>
                <a:gd name="T11" fmla="*/ 24 h 24"/>
                <a:gd name="T12" fmla="*/ 0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0" y="24"/>
                  </a:moveTo>
                  <a:lnTo>
                    <a:pt x="0" y="22"/>
                  </a:lnTo>
                  <a:lnTo>
                    <a:pt x="24" y="0"/>
                  </a:lnTo>
                  <a:lnTo>
                    <a:pt x="28" y="0"/>
                  </a:lnTo>
                  <a:lnTo>
                    <a:pt x="28" y="2"/>
                  </a:lnTo>
                  <a:lnTo>
                    <a:pt x="4" y="24"/>
                  </a:lnTo>
                  <a:lnTo>
                    <a:pt x="0"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5" name="Freeform 178"/>
            <p:cNvSpPr>
              <a:spLocks/>
            </p:cNvSpPr>
            <p:nvPr/>
          </p:nvSpPr>
          <p:spPr bwMode="auto">
            <a:xfrm>
              <a:off x="3485696" y="5573486"/>
              <a:ext cx="53975" cy="19050"/>
            </a:xfrm>
            <a:custGeom>
              <a:avLst/>
              <a:gdLst>
                <a:gd name="T0" fmla="*/ 34 w 34"/>
                <a:gd name="T1" fmla="*/ 12 h 12"/>
                <a:gd name="T2" fmla="*/ 34 w 34"/>
                <a:gd name="T3" fmla="*/ 12 h 12"/>
                <a:gd name="T4" fmla="*/ 32 w 34"/>
                <a:gd name="T5" fmla="*/ 12 h 12"/>
                <a:gd name="T6" fmla="*/ 2 w 34"/>
                <a:gd name="T7" fmla="*/ 2 h 12"/>
                <a:gd name="T8" fmla="*/ 2 w 34"/>
                <a:gd name="T9" fmla="*/ 2 h 12"/>
                <a:gd name="T10" fmla="*/ 0 w 34"/>
                <a:gd name="T11" fmla="*/ 0 h 12"/>
                <a:gd name="T12" fmla="*/ 0 w 34"/>
                <a:gd name="T13" fmla="*/ 0 h 12"/>
                <a:gd name="T14" fmla="*/ 2 w 34"/>
                <a:gd name="T15" fmla="*/ 0 h 12"/>
                <a:gd name="T16" fmla="*/ 34 w 34"/>
                <a:gd name="T17" fmla="*/ 10 h 12"/>
                <a:gd name="T18" fmla="*/ 34 w 34"/>
                <a:gd name="T19" fmla="*/ 10 h 12"/>
                <a:gd name="T20" fmla="*/ 34 w 34"/>
                <a:gd name="T21" fmla="*/ 12 h 12"/>
                <a:gd name="T22" fmla="*/ 34 w 34"/>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2">
                  <a:moveTo>
                    <a:pt x="34" y="12"/>
                  </a:moveTo>
                  <a:lnTo>
                    <a:pt x="34" y="12"/>
                  </a:lnTo>
                  <a:lnTo>
                    <a:pt x="32" y="12"/>
                  </a:lnTo>
                  <a:lnTo>
                    <a:pt x="2" y="2"/>
                  </a:lnTo>
                  <a:lnTo>
                    <a:pt x="2" y="2"/>
                  </a:lnTo>
                  <a:lnTo>
                    <a:pt x="0" y="0"/>
                  </a:lnTo>
                  <a:lnTo>
                    <a:pt x="0" y="0"/>
                  </a:lnTo>
                  <a:lnTo>
                    <a:pt x="2" y="0"/>
                  </a:lnTo>
                  <a:lnTo>
                    <a:pt x="34" y="10"/>
                  </a:lnTo>
                  <a:lnTo>
                    <a:pt x="34" y="10"/>
                  </a:lnTo>
                  <a:lnTo>
                    <a:pt x="34" y="12"/>
                  </a:lnTo>
                  <a:lnTo>
                    <a:pt x="34"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6" name="Freeform 179"/>
            <p:cNvSpPr>
              <a:spLocks/>
            </p:cNvSpPr>
            <p:nvPr/>
          </p:nvSpPr>
          <p:spPr bwMode="auto">
            <a:xfrm>
              <a:off x="3492046" y="5563961"/>
              <a:ext cx="41275" cy="38100"/>
            </a:xfrm>
            <a:custGeom>
              <a:avLst/>
              <a:gdLst>
                <a:gd name="T0" fmla="*/ 0 w 26"/>
                <a:gd name="T1" fmla="*/ 24 h 24"/>
                <a:gd name="T2" fmla="*/ 0 w 26"/>
                <a:gd name="T3" fmla="*/ 22 h 24"/>
                <a:gd name="T4" fmla="*/ 24 w 26"/>
                <a:gd name="T5" fmla="*/ 0 h 24"/>
                <a:gd name="T6" fmla="*/ 26 w 26"/>
                <a:gd name="T7" fmla="*/ 0 h 24"/>
                <a:gd name="T8" fmla="*/ 26 w 26"/>
                <a:gd name="T9" fmla="*/ 2 h 24"/>
                <a:gd name="T10" fmla="*/ 2 w 26"/>
                <a:gd name="T11" fmla="*/ 24 h 24"/>
                <a:gd name="T12" fmla="*/ 0 w 2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6" h="24">
                  <a:moveTo>
                    <a:pt x="0" y="24"/>
                  </a:moveTo>
                  <a:lnTo>
                    <a:pt x="0" y="22"/>
                  </a:lnTo>
                  <a:lnTo>
                    <a:pt x="24" y="0"/>
                  </a:lnTo>
                  <a:lnTo>
                    <a:pt x="26" y="0"/>
                  </a:lnTo>
                  <a:lnTo>
                    <a:pt x="26" y="2"/>
                  </a:lnTo>
                  <a:lnTo>
                    <a:pt x="2" y="24"/>
                  </a:lnTo>
                  <a:lnTo>
                    <a:pt x="0"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7" name="Freeform 180"/>
            <p:cNvSpPr>
              <a:spLocks/>
            </p:cNvSpPr>
            <p:nvPr/>
          </p:nvSpPr>
          <p:spPr bwMode="auto">
            <a:xfrm>
              <a:off x="3072946" y="4103461"/>
              <a:ext cx="495300" cy="1393825"/>
            </a:xfrm>
            <a:custGeom>
              <a:avLst/>
              <a:gdLst>
                <a:gd name="T0" fmla="*/ 4 w 312"/>
                <a:gd name="T1" fmla="*/ 56 h 878"/>
                <a:gd name="T2" fmla="*/ 4 w 312"/>
                <a:gd name="T3" fmla="*/ 56 h 878"/>
                <a:gd name="T4" fmla="*/ 10 w 312"/>
                <a:gd name="T5" fmla="*/ 42 h 878"/>
                <a:gd name="T6" fmla="*/ 20 w 312"/>
                <a:gd name="T7" fmla="*/ 30 h 878"/>
                <a:gd name="T8" fmla="*/ 32 w 312"/>
                <a:gd name="T9" fmla="*/ 18 h 878"/>
                <a:gd name="T10" fmla="*/ 48 w 312"/>
                <a:gd name="T11" fmla="*/ 8 h 878"/>
                <a:gd name="T12" fmla="*/ 48 w 312"/>
                <a:gd name="T13" fmla="*/ 8 h 878"/>
                <a:gd name="T14" fmla="*/ 60 w 312"/>
                <a:gd name="T15" fmla="*/ 4 h 878"/>
                <a:gd name="T16" fmla="*/ 72 w 312"/>
                <a:gd name="T17" fmla="*/ 0 h 878"/>
                <a:gd name="T18" fmla="*/ 86 w 312"/>
                <a:gd name="T19" fmla="*/ 0 h 878"/>
                <a:gd name="T20" fmla="*/ 98 w 312"/>
                <a:gd name="T21" fmla="*/ 0 h 878"/>
                <a:gd name="T22" fmla="*/ 98 w 312"/>
                <a:gd name="T23" fmla="*/ 0 h 878"/>
                <a:gd name="T24" fmla="*/ 110 w 312"/>
                <a:gd name="T25" fmla="*/ 0 h 878"/>
                <a:gd name="T26" fmla="*/ 120 w 312"/>
                <a:gd name="T27" fmla="*/ 4 h 878"/>
                <a:gd name="T28" fmla="*/ 130 w 312"/>
                <a:gd name="T29" fmla="*/ 8 h 878"/>
                <a:gd name="T30" fmla="*/ 140 w 312"/>
                <a:gd name="T31" fmla="*/ 14 h 878"/>
                <a:gd name="T32" fmla="*/ 146 w 312"/>
                <a:gd name="T33" fmla="*/ 20 h 878"/>
                <a:gd name="T34" fmla="*/ 154 w 312"/>
                <a:gd name="T35" fmla="*/ 26 h 878"/>
                <a:gd name="T36" fmla="*/ 166 w 312"/>
                <a:gd name="T37" fmla="*/ 44 h 878"/>
                <a:gd name="T38" fmla="*/ 174 w 312"/>
                <a:gd name="T39" fmla="*/ 62 h 878"/>
                <a:gd name="T40" fmla="*/ 182 w 312"/>
                <a:gd name="T41" fmla="*/ 82 h 878"/>
                <a:gd name="T42" fmla="*/ 190 w 312"/>
                <a:gd name="T43" fmla="*/ 124 h 878"/>
                <a:gd name="T44" fmla="*/ 190 w 312"/>
                <a:gd name="T45" fmla="*/ 124 h 878"/>
                <a:gd name="T46" fmla="*/ 202 w 312"/>
                <a:gd name="T47" fmla="*/ 182 h 878"/>
                <a:gd name="T48" fmla="*/ 214 w 312"/>
                <a:gd name="T49" fmla="*/ 238 h 878"/>
                <a:gd name="T50" fmla="*/ 228 w 312"/>
                <a:gd name="T51" fmla="*/ 296 h 878"/>
                <a:gd name="T52" fmla="*/ 240 w 312"/>
                <a:gd name="T53" fmla="*/ 354 h 878"/>
                <a:gd name="T54" fmla="*/ 240 w 312"/>
                <a:gd name="T55" fmla="*/ 354 h 878"/>
                <a:gd name="T56" fmla="*/ 254 w 312"/>
                <a:gd name="T57" fmla="*/ 436 h 878"/>
                <a:gd name="T58" fmla="*/ 266 w 312"/>
                <a:gd name="T59" fmla="*/ 518 h 878"/>
                <a:gd name="T60" fmla="*/ 266 w 312"/>
                <a:gd name="T61" fmla="*/ 518 h 878"/>
                <a:gd name="T62" fmla="*/ 290 w 312"/>
                <a:gd name="T63" fmla="*/ 686 h 878"/>
                <a:gd name="T64" fmla="*/ 304 w 312"/>
                <a:gd name="T65" fmla="*/ 780 h 878"/>
                <a:gd name="T66" fmla="*/ 312 w 312"/>
                <a:gd name="T67" fmla="*/ 856 h 878"/>
                <a:gd name="T68" fmla="*/ 204 w 312"/>
                <a:gd name="T69" fmla="*/ 878 h 878"/>
                <a:gd name="T70" fmla="*/ 204 w 312"/>
                <a:gd name="T71" fmla="*/ 878 h 878"/>
                <a:gd name="T72" fmla="*/ 188 w 312"/>
                <a:gd name="T73" fmla="*/ 836 h 878"/>
                <a:gd name="T74" fmla="*/ 172 w 312"/>
                <a:gd name="T75" fmla="*/ 796 h 878"/>
                <a:gd name="T76" fmla="*/ 150 w 312"/>
                <a:gd name="T77" fmla="*/ 722 h 878"/>
                <a:gd name="T78" fmla="*/ 132 w 312"/>
                <a:gd name="T79" fmla="*/ 658 h 878"/>
                <a:gd name="T80" fmla="*/ 118 w 312"/>
                <a:gd name="T81" fmla="*/ 608 h 878"/>
                <a:gd name="T82" fmla="*/ 118 w 312"/>
                <a:gd name="T83" fmla="*/ 608 h 878"/>
                <a:gd name="T84" fmla="*/ 92 w 312"/>
                <a:gd name="T85" fmla="*/ 522 h 878"/>
                <a:gd name="T86" fmla="*/ 66 w 312"/>
                <a:gd name="T87" fmla="*/ 432 h 878"/>
                <a:gd name="T88" fmla="*/ 44 w 312"/>
                <a:gd name="T89" fmla="*/ 340 h 878"/>
                <a:gd name="T90" fmla="*/ 26 w 312"/>
                <a:gd name="T91" fmla="*/ 250 h 878"/>
                <a:gd name="T92" fmla="*/ 26 w 312"/>
                <a:gd name="T93" fmla="*/ 250 h 878"/>
                <a:gd name="T94" fmla="*/ 6 w 312"/>
                <a:gd name="T95" fmla="*/ 150 h 878"/>
                <a:gd name="T96" fmla="*/ 6 w 312"/>
                <a:gd name="T97" fmla="*/ 150 h 878"/>
                <a:gd name="T98" fmla="*/ 2 w 312"/>
                <a:gd name="T99" fmla="*/ 128 h 878"/>
                <a:gd name="T100" fmla="*/ 0 w 312"/>
                <a:gd name="T101" fmla="*/ 104 h 878"/>
                <a:gd name="T102" fmla="*/ 0 w 312"/>
                <a:gd name="T103" fmla="*/ 80 h 878"/>
                <a:gd name="T104" fmla="*/ 4 w 312"/>
                <a:gd name="T105" fmla="*/ 56 h 878"/>
                <a:gd name="T106" fmla="*/ 4 w 312"/>
                <a:gd name="T107" fmla="*/ 56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2" h="878">
                  <a:moveTo>
                    <a:pt x="4" y="56"/>
                  </a:moveTo>
                  <a:lnTo>
                    <a:pt x="4" y="56"/>
                  </a:lnTo>
                  <a:lnTo>
                    <a:pt x="10" y="42"/>
                  </a:lnTo>
                  <a:lnTo>
                    <a:pt x="20" y="30"/>
                  </a:lnTo>
                  <a:lnTo>
                    <a:pt x="32" y="18"/>
                  </a:lnTo>
                  <a:lnTo>
                    <a:pt x="48" y="8"/>
                  </a:lnTo>
                  <a:lnTo>
                    <a:pt x="48" y="8"/>
                  </a:lnTo>
                  <a:lnTo>
                    <a:pt x="60" y="4"/>
                  </a:lnTo>
                  <a:lnTo>
                    <a:pt x="72" y="0"/>
                  </a:lnTo>
                  <a:lnTo>
                    <a:pt x="86" y="0"/>
                  </a:lnTo>
                  <a:lnTo>
                    <a:pt x="98" y="0"/>
                  </a:lnTo>
                  <a:lnTo>
                    <a:pt x="98" y="0"/>
                  </a:lnTo>
                  <a:lnTo>
                    <a:pt x="110" y="0"/>
                  </a:lnTo>
                  <a:lnTo>
                    <a:pt x="120" y="4"/>
                  </a:lnTo>
                  <a:lnTo>
                    <a:pt x="130" y="8"/>
                  </a:lnTo>
                  <a:lnTo>
                    <a:pt x="140" y="14"/>
                  </a:lnTo>
                  <a:lnTo>
                    <a:pt x="146" y="20"/>
                  </a:lnTo>
                  <a:lnTo>
                    <a:pt x="154" y="26"/>
                  </a:lnTo>
                  <a:lnTo>
                    <a:pt x="166" y="44"/>
                  </a:lnTo>
                  <a:lnTo>
                    <a:pt x="174" y="62"/>
                  </a:lnTo>
                  <a:lnTo>
                    <a:pt x="182" y="82"/>
                  </a:lnTo>
                  <a:lnTo>
                    <a:pt x="190" y="124"/>
                  </a:lnTo>
                  <a:lnTo>
                    <a:pt x="190" y="124"/>
                  </a:lnTo>
                  <a:lnTo>
                    <a:pt x="202" y="182"/>
                  </a:lnTo>
                  <a:lnTo>
                    <a:pt x="214" y="238"/>
                  </a:lnTo>
                  <a:lnTo>
                    <a:pt x="228" y="296"/>
                  </a:lnTo>
                  <a:lnTo>
                    <a:pt x="240" y="354"/>
                  </a:lnTo>
                  <a:lnTo>
                    <a:pt x="240" y="354"/>
                  </a:lnTo>
                  <a:lnTo>
                    <a:pt x="254" y="436"/>
                  </a:lnTo>
                  <a:lnTo>
                    <a:pt x="266" y="518"/>
                  </a:lnTo>
                  <a:lnTo>
                    <a:pt x="266" y="518"/>
                  </a:lnTo>
                  <a:lnTo>
                    <a:pt x="290" y="686"/>
                  </a:lnTo>
                  <a:lnTo>
                    <a:pt x="304" y="780"/>
                  </a:lnTo>
                  <a:lnTo>
                    <a:pt x="312" y="856"/>
                  </a:lnTo>
                  <a:lnTo>
                    <a:pt x="204" y="878"/>
                  </a:lnTo>
                  <a:lnTo>
                    <a:pt x="204" y="878"/>
                  </a:lnTo>
                  <a:lnTo>
                    <a:pt x="188" y="836"/>
                  </a:lnTo>
                  <a:lnTo>
                    <a:pt x="172" y="796"/>
                  </a:lnTo>
                  <a:lnTo>
                    <a:pt x="150" y="722"/>
                  </a:lnTo>
                  <a:lnTo>
                    <a:pt x="132" y="658"/>
                  </a:lnTo>
                  <a:lnTo>
                    <a:pt x="118" y="608"/>
                  </a:lnTo>
                  <a:lnTo>
                    <a:pt x="118" y="608"/>
                  </a:lnTo>
                  <a:lnTo>
                    <a:pt x="92" y="522"/>
                  </a:lnTo>
                  <a:lnTo>
                    <a:pt x="66" y="432"/>
                  </a:lnTo>
                  <a:lnTo>
                    <a:pt x="44" y="340"/>
                  </a:lnTo>
                  <a:lnTo>
                    <a:pt x="26" y="250"/>
                  </a:lnTo>
                  <a:lnTo>
                    <a:pt x="26" y="250"/>
                  </a:lnTo>
                  <a:lnTo>
                    <a:pt x="6" y="150"/>
                  </a:lnTo>
                  <a:lnTo>
                    <a:pt x="6" y="150"/>
                  </a:lnTo>
                  <a:lnTo>
                    <a:pt x="2" y="128"/>
                  </a:lnTo>
                  <a:lnTo>
                    <a:pt x="0" y="104"/>
                  </a:lnTo>
                  <a:lnTo>
                    <a:pt x="0" y="80"/>
                  </a:lnTo>
                  <a:lnTo>
                    <a:pt x="4" y="56"/>
                  </a:lnTo>
                  <a:lnTo>
                    <a:pt x="4" y="56"/>
                  </a:lnTo>
                  <a:close/>
                </a:path>
              </a:pathLst>
            </a:custGeom>
            <a:solidFill>
              <a:srgbClr val="071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8" name="Freeform 181"/>
            <p:cNvSpPr>
              <a:spLocks/>
            </p:cNvSpPr>
            <p:nvPr/>
          </p:nvSpPr>
          <p:spPr bwMode="auto">
            <a:xfrm>
              <a:off x="3596821" y="5189311"/>
              <a:ext cx="155575" cy="333375"/>
            </a:xfrm>
            <a:custGeom>
              <a:avLst/>
              <a:gdLst>
                <a:gd name="T0" fmla="*/ 24 w 98"/>
                <a:gd name="T1" fmla="*/ 0 h 210"/>
                <a:gd name="T2" fmla="*/ 98 w 98"/>
                <a:gd name="T3" fmla="*/ 12 h 210"/>
                <a:gd name="T4" fmla="*/ 82 w 98"/>
                <a:gd name="T5" fmla="*/ 122 h 210"/>
                <a:gd name="T6" fmla="*/ 82 w 98"/>
                <a:gd name="T7" fmla="*/ 122 h 210"/>
                <a:gd name="T8" fmla="*/ 80 w 98"/>
                <a:gd name="T9" fmla="*/ 136 h 210"/>
                <a:gd name="T10" fmla="*/ 76 w 98"/>
                <a:gd name="T11" fmla="*/ 150 h 210"/>
                <a:gd name="T12" fmla="*/ 70 w 98"/>
                <a:gd name="T13" fmla="*/ 166 h 210"/>
                <a:gd name="T14" fmla="*/ 62 w 98"/>
                <a:gd name="T15" fmla="*/ 182 h 210"/>
                <a:gd name="T16" fmla="*/ 52 w 98"/>
                <a:gd name="T17" fmla="*/ 196 h 210"/>
                <a:gd name="T18" fmla="*/ 46 w 98"/>
                <a:gd name="T19" fmla="*/ 202 h 210"/>
                <a:gd name="T20" fmla="*/ 40 w 98"/>
                <a:gd name="T21" fmla="*/ 206 h 210"/>
                <a:gd name="T22" fmla="*/ 32 w 98"/>
                <a:gd name="T23" fmla="*/ 210 h 210"/>
                <a:gd name="T24" fmla="*/ 24 w 98"/>
                <a:gd name="T25" fmla="*/ 210 h 210"/>
                <a:gd name="T26" fmla="*/ 24 w 98"/>
                <a:gd name="T27" fmla="*/ 210 h 210"/>
                <a:gd name="T28" fmla="*/ 18 w 98"/>
                <a:gd name="T29" fmla="*/ 206 h 210"/>
                <a:gd name="T30" fmla="*/ 14 w 98"/>
                <a:gd name="T31" fmla="*/ 200 h 210"/>
                <a:gd name="T32" fmla="*/ 8 w 98"/>
                <a:gd name="T33" fmla="*/ 192 h 210"/>
                <a:gd name="T34" fmla="*/ 4 w 98"/>
                <a:gd name="T35" fmla="*/ 178 h 210"/>
                <a:gd name="T36" fmla="*/ 0 w 98"/>
                <a:gd name="T37" fmla="*/ 162 h 210"/>
                <a:gd name="T38" fmla="*/ 0 w 98"/>
                <a:gd name="T39" fmla="*/ 140 h 210"/>
                <a:gd name="T40" fmla="*/ 4 w 98"/>
                <a:gd name="T41" fmla="*/ 114 h 210"/>
                <a:gd name="T42" fmla="*/ 24 w 98"/>
                <a:gd name="T4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210">
                  <a:moveTo>
                    <a:pt x="24" y="0"/>
                  </a:moveTo>
                  <a:lnTo>
                    <a:pt x="98" y="12"/>
                  </a:lnTo>
                  <a:lnTo>
                    <a:pt x="82" y="122"/>
                  </a:lnTo>
                  <a:lnTo>
                    <a:pt x="82" y="122"/>
                  </a:lnTo>
                  <a:lnTo>
                    <a:pt x="80" y="136"/>
                  </a:lnTo>
                  <a:lnTo>
                    <a:pt x="76" y="150"/>
                  </a:lnTo>
                  <a:lnTo>
                    <a:pt x="70" y="166"/>
                  </a:lnTo>
                  <a:lnTo>
                    <a:pt x="62" y="182"/>
                  </a:lnTo>
                  <a:lnTo>
                    <a:pt x="52" y="196"/>
                  </a:lnTo>
                  <a:lnTo>
                    <a:pt x="46" y="202"/>
                  </a:lnTo>
                  <a:lnTo>
                    <a:pt x="40" y="206"/>
                  </a:lnTo>
                  <a:lnTo>
                    <a:pt x="32" y="210"/>
                  </a:lnTo>
                  <a:lnTo>
                    <a:pt x="24" y="210"/>
                  </a:lnTo>
                  <a:lnTo>
                    <a:pt x="24" y="210"/>
                  </a:lnTo>
                  <a:lnTo>
                    <a:pt x="18" y="206"/>
                  </a:lnTo>
                  <a:lnTo>
                    <a:pt x="14" y="200"/>
                  </a:lnTo>
                  <a:lnTo>
                    <a:pt x="8" y="192"/>
                  </a:lnTo>
                  <a:lnTo>
                    <a:pt x="4" y="178"/>
                  </a:lnTo>
                  <a:lnTo>
                    <a:pt x="0" y="162"/>
                  </a:lnTo>
                  <a:lnTo>
                    <a:pt x="0" y="140"/>
                  </a:lnTo>
                  <a:lnTo>
                    <a:pt x="4" y="114"/>
                  </a:lnTo>
                  <a:lnTo>
                    <a:pt x="24"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9" name="Freeform 182"/>
            <p:cNvSpPr>
              <a:spLocks/>
            </p:cNvSpPr>
            <p:nvPr/>
          </p:nvSpPr>
          <p:spPr bwMode="auto">
            <a:xfrm>
              <a:off x="3574596" y="5373461"/>
              <a:ext cx="152400" cy="231775"/>
            </a:xfrm>
            <a:custGeom>
              <a:avLst/>
              <a:gdLst>
                <a:gd name="T0" fmla="*/ 18 w 96"/>
                <a:gd name="T1" fmla="*/ 0 h 146"/>
                <a:gd name="T2" fmla="*/ 18 w 96"/>
                <a:gd name="T3" fmla="*/ 0 h 146"/>
                <a:gd name="T4" fmla="*/ 24 w 96"/>
                <a:gd name="T5" fmla="*/ 2 h 146"/>
                <a:gd name="T6" fmla="*/ 42 w 96"/>
                <a:gd name="T7" fmla="*/ 6 h 146"/>
                <a:gd name="T8" fmla="*/ 66 w 96"/>
                <a:gd name="T9" fmla="*/ 12 h 146"/>
                <a:gd name="T10" fmla="*/ 80 w 96"/>
                <a:gd name="T11" fmla="*/ 12 h 146"/>
                <a:gd name="T12" fmla="*/ 96 w 96"/>
                <a:gd name="T13" fmla="*/ 12 h 146"/>
                <a:gd name="T14" fmla="*/ 96 w 96"/>
                <a:gd name="T15" fmla="*/ 12 h 146"/>
                <a:gd name="T16" fmla="*/ 96 w 96"/>
                <a:gd name="T17" fmla="*/ 34 h 146"/>
                <a:gd name="T18" fmla="*/ 94 w 96"/>
                <a:gd name="T19" fmla="*/ 58 h 146"/>
                <a:gd name="T20" fmla="*/ 90 w 96"/>
                <a:gd name="T21" fmla="*/ 82 h 146"/>
                <a:gd name="T22" fmla="*/ 82 w 96"/>
                <a:gd name="T23" fmla="*/ 108 h 146"/>
                <a:gd name="T24" fmla="*/ 78 w 96"/>
                <a:gd name="T25" fmla="*/ 120 h 146"/>
                <a:gd name="T26" fmla="*/ 72 w 96"/>
                <a:gd name="T27" fmla="*/ 128 h 146"/>
                <a:gd name="T28" fmla="*/ 64 w 96"/>
                <a:gd name="T29" fmla="*/ 136 h 146"/>
                <a:gd name="T30" fmla="*/ 54 w 96"/>
                <a:gd name="T31" fmla="*/ 142 h 146"/>
                <a:gd name="T32" fmla="*/ 44 w 96"/>
                <a:gd name="T33" fmla="*/ 146 h 146"/>
                <a:gd name="T34" fmla="*/ 32 w 96"/>
                <a:gd name="T35" fmla="*/ 144 h 146"/>
                <a:gd name="T36" fmla="*/ 32 w 96"/>
                <a:gd name="T37" fmla="*/ 144 h 146"/>
                <a:gd name="T38" fmla="*/ 28 w 96"/>
                <a:gd name="T39" fmla="*/ 144 h 146"/>
                <a:gd name="T40" fmla="*/ 22 w 96"/>
                <a:gd name="T41" fmla="*/ 140 h 146"/>
                <a:gd name="T42" fmla="*/ 14 w 96"/>
                <a:gd name="T43" fmla="*/ 134 h 146"/>
                <a:gd name="T44" fmla="*/ 8 w 96"/>
                <a:gd name="T45" fmla="*/ 120 h 146"/>
                <a:gd name="T46" fmla="*/ 4 w 96"/>
                <a:gd name="T47" fmla="*/ 112 h 146"/>
                <a:gd name="T48" fmla="*/ 2 w 96"/>
                <a:gd name="T49" fmla="*/ 102 h 146"/>
                <a:gd name="T50" fmla="*/ 0 w 96"/>
                <a:gd name="T51" fmla="*/ 90 h 146"/>
                <a:gd name="T52" fmla="*/ 0 w 96"/>
                <a:gd name="T53" fmla="*/ 78 h 146"/>
                <a:gd name="T54" fmla="*/ 2 w 96"/>
                <a:gd name="T55" fmla="*/ 62 h 146"/>
                <a:gd name="T56" fmla="*/ 4 w 96"/>
                <a:gd name="T57" fmla="*/ 44 h 146"/>
                <a:gd name="T58" fmla="*/ 10 w 96"/>
                <a:gd name="T59" fmla="*/ 22 h 146"/>
                <a:gd name="T60" fmla="*/ 18 w 96"/>
                <a:gd name="T61" fmla="*/ 0 h 146"/>
                <a:gd name="T62" fmla="*/ 18 w 96"/>
                <a:gd name="T6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146">
                  <a:moveTo>
                    <a:pt x="18" y="0"/>
                  </a:moveTo>
                  <a:lnTo>
                    <a:pt x="18" y="0"/>
                  </a:lnTo>
                  <a:lnTo>
                    <a:pt x="24" y="2"/>
                  </a:lnTo>
                  <a:lnTo>
                    <a:pt x="42" y="6"/>
                  </a:lnTo>
                  <a:lnTo>
                    <a:pt x="66" y="12"/>
                  </a:lnTo>
                  <a:lnTo>
                    <a:pt x="80" y="12"/>
                  </a:lnTo>
                  <a:lnTo>
                    <a:pt x="96" y="12"/>
                  </a:lnTo>
                  <a:lnTo>
                    <a:pt x="96" y="12"/>
                  </a:lnTo>
                  <a:lnTo>
                    <a:pt x="96" y="34"/>
                  </a:lnTo>
                  <a:lnTo>
                    <a:pt x="94" y="58"/>
                  </a:lnTo>
                  <a:lnTo>
                    <a:pt x="90" y="82"/>
                  </a:lnTo>
                  <a:lnTo>
                    <a:pt x="82" y="108"/>
                  </a:lnTo>
                  <a:lnTo>
                    <a:pt x="78" y="120"/>
                  </a:lnTo>
                  <a:lnTo>
                    <a:pt x="72" y="128"/>
                  </a:lnTo>
                  <a:lnTo>
                    <a:pt x="64" y="136"/>
                  </a:lnTo>
                  <a:lnTo>
                    <a:pt x="54" y="142"/>
                  </a:lnTo>
                  <a:lnTo>
                    <a:pt x="44" y="146"/>
                  </a:lnTo>
                  <a:lnTo>
                    <a:pt x="32" y="144"/>
                  </a:lnTo>
                  <a:lnTo>
                    <a:pt x="32" y="144"/>
                  </a:lnTo>
                  <a:lnTo>
                    <a:pt x="28" y="144"/>
                  </a:lnTo>
                  <a:lnTo>
                    <a:pt x="22" y="140"/>
                  </a:lnTo>
                  <a:lnTo>
                    <a:pt x="14" y="134"/>
                  </a:lnTo>
                  <a:lnTo>
                    <a:pt x="8" y="120"/>
                  </a:lnTo>
                  <a:lnTo>
                    <a:pt x="4" y="112"/>
                  </a:lnTo>
                  <a:lnTo>
                    <a:pt x="2" y="102"/>
                  </a:lnTo>
                  <a:lnTo>
                    <a:pt x="0" y="90"/>
                  </a:lnTo>
                  <a:lnTo>
                    <a:pt x="0" y="78"/>
                  </a:lnTo>
                  <a:lnTo>
                    <a:pt x="2" y="62"/>
                  </a:lnTo>
                  <a:lnTo>
                    <a:pt x="4" y="44"/>
                  </a:lnTo>
                  <a:lnTo>
                    <a:pt x="10" y="22"/>
                  </a:lnTo>
                  <a:lnTo>
                    <a:pt x="18" y="0"/>
                  </a:lnTo>
                  <a:lnTo>
                    <a:pt x="18"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0" name="Freeform 183"/>
            <p:cNvSpPr>
              <a:spLocks/>
            </p:cNvSpPr>
            <p:nvPr/>
          </p:nvSpPr>
          <p:spPr bwMode="auto">
            <a:xfrm>
              <a:off x="3574596" y="5452836"/>
              <a:ext cx="146050" cy="152400"/>
            </a:xfrm>
            <a:custGeom>
              <a:avLst/>
              <a:gdLst>
                <a:gd name="T0" fmla="*/ 34 w 92"/>
                <a:gd name="T1" fmla="*/ 82 h 96"/>
                <a:gd name="T2" fmla="*/ 34 w 92"/>
                <a:gd name="T3" fmla="*/ 82 h 96"/>
                <a:gd name="T4" fmla="*/ 28 w 92"/>
                <a:gd name="T5" fmla="*/ 80 h 96"/>
                <a:gd name="T6" fmla="*/ 22 w 92"/>
                <a:gd name="T7" fmla="*/ 76 h 96"/>
                <a:gd name="T8" fmla="*/ 16 w 92"/>
                <a:gd name="T9" fmla="*/ 68 h 96"/>
                <a:gd name="T10" fmla="*/ 8 w 92"/>
                <a:gd name="T11" fmla="*/ 58 h 96"/>
                <a:gd name="T12" fmla="*/ 4 w 92"/>
                <a:gd name="T13" fmla="*/ 44 h 96"/>
                <a:gd name="T14" fmla="*/ 2 w 92"/>
                <a:gd name="T15" fmla="*/ 24 h 96"/>
                <a:gd name="T16" fmla="*/ 4 w 92"/>
                <a:gd name="T17" fmla="*/ 0 h 96"/>
                <a:gd name="T18" fmla="*/ 4 w 92"/>
                <a:gd name="T19" fmla="*/ 0 h 96"/>
                <a:gd name="T20" fmla="*/ 0 w 92"/>
                <a:gd name="T21" fmla="*/ 28 h 96"/>
                <a:gd name="T22" fmla="*/ 2 w 92"/>
                <a:gd name="T23" fmla="*/ 50 h 96"/>
                <a:gd name="T24" fmla="*/ 6 w 92"/>
                <a:gd name="T25" fmla="*/ 68 h 96"/>
                <a:gd name="T26" fmla="*/ 12 w 92"/>
                <a:gd name="T27" fmla="*/ 80 h 96"/>
                <a:gd name="T28" fmla="*/ 18 w 92"/>
                <a:gd name="T29" fmla="*/ 88 h 96"/>
                <a:gd name="T30" fmla="*/ 24 w 92"/>
                <a:gd name="T31" fmla="*/ 94 h 96"/>
                <a:gd name="T32" fmla="*/ 30 w 92"/>
                <a:gd name="T33" fmla="*/ 96 h 96"/>
                <a:gd name="T34" fmla="*/ 30 w 92"/>
                <a:gd name="T35" fmla="*/ 96 h 96"/>
                <a:gd name="T36" fmla="*/ 38 w 92"/>
                <a:gd name="T37" fmla="*/ 96 h 96"/>
                <a:gd name="T38" fmla="*/ 46 w 92"/>
                <a:gd name="T39" fmla="*/ 96 h 96"/>
                <a:gd name="T40" fmla="*/ 58 w 92"/>
                <a:gd name="T41" fmla="*/ 92 h 96"/>
                <a:gd name="T42" fmla="*/ 68 w 92"/>
                <a:gd name="T43" fmla="*/ 84 h 96"/>
                <a:gd name="T44" fmla="*/ 76 w 92"/>
                <a:gd name="T45" fmla="*/ 74 h 96"/>
                <a:gd name="T46" fmla="*/ 82 w 92"/>
                <a:gd name="T47" fmla="*/ 60 h 96"/>
                <a:gd name="T48" fmla="*/ 86 w 92"/>
                <a:gd name="T49" fmla="*/ 46 h 96"/>
                <a:gd name="T50" fmla="*/ 90 w 92"/>
                <a:gd name="T51" fmla="*/ 30 h 96"/>
                <a:gd name="T52" fmla="*/ 92 w 92"/>
                <a:gd name="T53" fmla="*/ 16 h 96"/>
                <a:gd name="T54" fmla="*/ 92 w 92"/>
                <a:gd name="T55" fmla="*/ 16 h 96"/>
                <a:gd name="T56" fmla="*/ 86 w 92"/>
                <a:gd name="T57" fmla="*/ 42 h 96"/>
                <a:gd name="T58" fmla="*/ 80 w 92"/>
                <a:gd name="T59" fmla="*/ 54 h 96"/>
                <a:gd name="T60" fmla="*/ 74 w 92"/>
                <a:gd name="T61" fmla="*/ 64 h 96"/>
                <a:gd name="T62" fmla="*/ 66 w 92"/>
                <a:gd name="T63" fmla="*/ 74 h 96"/>
                <a:gd name="T64" fmla="*/ 58 w 92"/>
                <a:gd name="T65" fmla="*/ 80 h 96"/>
                <a:gd name="T66" fmla="*/ 46 w 92"/>
                <a:gd name="T67" fmla="*/ 82 h 96"/>
                <a:gd name="T68" fmla="*/ 34 w 92"/>
                <a:gd name="T69" fmla="*/ 82 h 96"/>
                <a:gd name="T70" fmla="*/ 34 w 92"/>
                <a:gd name="T71"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2" h="96">
                  <a:moveTo>
                    <a:pt x="34" y="82"/>
                  </a:moveTo>
                  <a:lnTo>
                    <a:pt x="34" y="82"/>
                  </a:lnTo>
                  <a:lnTo>
                    <a:pt x="28" y="80"/>
                  </a:lnTo>
                  <a:lnTo>
                    <a:pt x="22" y="76"/>
                  </a:lnTo>
                  <a:lnTo>
                    <a:pt x="16" y="68"/>
                  </a:lnTo>
                  <a:lnTo>
                    <a:pt x="8" y="58"/>
                  </a:lnTo>
                  <a:lnTo>
                    <a:pt x="4" y="44"/>
                  </a:lnTo>
                  <a:lnTo>
                    <a:pt x="2" y="24"/>
                  </a:lnTo>
                  <a:lnTo>
                    <a:pt x="4" y="0"/>
                  </a:lnTo>
                  <a:lnTo>
                    <a:pt x="4" y="0"/>
                  </a:lnTo>
                  <a:lnTo>
                    <a:pt x="0" y="28"/>
                  </a:lnTo>
                  <a:lnTo>
                    <a:pt x="2" y="50"/>
                  </a:lnTo>
                  <a:lnTo>
                    <a:pt x="6" y="68"/>
                  </a:lnTo>
                  <a:lnTo>
                    <a:pt x="12" y="80"/>
                  </a:lnTo>
                  <a:lnTo>
                    <a:pt x="18" y="88"/>
                  </a:lnTo>
                  <a:lnTo>
                    <a:pt x="24" y="94"/>
                  </a:lnTo>
                  <a:lnTo>
                    <a:pt x="30" y="96"/>
                  </a:lnTo>
                  <a:lnTo>
                    <a:pt x="30" y="96"/>
                  </a:lnTo>
                  <a:lnTo>
                    <a:pt x="38" y="96"/>
                  </a:lnTo>
                  <a:lnTo>
                    <a:pt x="46" y="96"/>
                  </a:lnTo>
                  <a:lnTo>
                    <a:pt x="58" y="92"/>
                  </a:lnTo>
                  <a:lnTo>
                    <a:pt x="68" y="84"/>
                  </a:lnTo>
                  <a:lnTo>
                    <a:pt x="76" y="74"/>
                  </a:lnTo>
                  <a:lnTo>
                    <a:pt x="82" y="60"/>
                  </a:lnTo>
                  <a:lnTo>
                    <a:pt x="86" y="46"/>
                  </a:lnTo>
                  <a:lnTo>
                    <a:pt x="90" y="30"/>
                  </a:lnTo>
                  <a:lnTo>
                    <a:pt x="92" y="16"/>
                  </a:lnTo>
                  <a:lnTo>
                    <a:pt x="92" y="16"/>
                  </a:lnTo>
                  <a:lnTo>
                    <a:pt x="86" y="42"/>
                  </a:lnTo>
                  <a:lnTo>
                    <a:pt x="80" y="54"/>
                  </a:lnTo>
                  <a:lnTo>
                    <a:pt x="74" y="64"/>
                  </a:lnTo>
                  <a:lnTo>
                    <a:pt x="66" y="74"/>
                  </a:lnTo>
                  <a:lnTo>
                    <a:pt x="58" y="80"/>
                  </a:lnTo>
                  <a:lnTo>
                    <a:pt x="46" y="82"/>
                  </a:lnTo>
                  <a:lnTo>
                    <a:pt x="34" y="82"/>
                  </a:lnTo>
                  <a:lnTo>
                    <a:pt x="34" y="8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1" name="Freeform 184"/>
            <p:cNvSpPr>
              <a:spLocks/>
            </p:cNvSpPr>
            <p:nvPr/>
          </p:nvSpPr>
          <p:spPr bwMode="auto">
            <a:xfrm>
              <a:off x="3628571" y="5414736"/>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0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0"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2" name="Freeform 185"/>
            <p:cNvSpPr>
              <a:spLocks/>
            </p:cNvSpPr>
            <p:nvPr/>
          </p:nvSpPr>
          <p:spPr bwMode="auto">
            <a:xfrm>
              <a:off x="3673021" y="5421086"/>
              <a:ext cx="12700" cy="12700"/>
            </a:xfrm>
            <a:custGeom>
              <a:avLst/>
              <a:gdLst>
                <a:gd name="T0" fmla="*/ 8 w 8"/>
                <a:gd name="T1" fmla="*/ 4 h 8"/>
                <a:gd name="T2" fmla="*/ 8 w 8"/>
                <a:gd name="T3" fmla="*/ 4 h 8"/>
                <a:gd name="T4" fmla="*/ 6 w 8"/>
                <a:gd name="T5" fmla="*/ 8 h 8"/>
                <a:gd name="T6" fmla="*/ 4 w 8"/>
                <a:gd name="T7" fmla="*/ 8 h 8"/>
                <a:gd name="T8" fmla="*/ 4 w 8"/>
                <a:gd name="T9" fmla="*/ 8 h 8"/>
                <a:gd name="T10" fmla="*/ 0 w 8"/>
                <a:gd name="T11" fmla="*/ 6 h 8"/>
                <a:gd name="T12" fmla="*/ 0 w 8"/>
                <a:gd name="T13" fmla="*/ 4 h 8"/>
                <a:gd name="T14" fmla="*/ 0 w 8"/>
                <a:gd name="T15" fmla="*/ 4 h 8"/>
                <a:gd name="T16" fmla="*/ 2 w 8"/>
                <a:gd name="T17" fmla="*/ 0 h 8"/>
                <a:gd name="T18" fmla="*/ 4 w 8"/>
                <a:gd name="T19" fmla="*/ 0 h 8"/>
                <a:gd name="T20" fmla="*/ 4 w 8"/>
                <a:gd name="T21" fmla="*/ 0 h 8"/>
                <a:gd name="T22" fmla="*/ 8 w 8"/>
                <a:gd name="T23" fmla="*/ 2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4" y="8"/>
                  </a:lnTo>
                  <a:lnTo>
                    <a:pt x="4" y="8"/>
                  </a:lnTo>
                  <a:lnTo>
                    <a:pt x="0" y="6"/>
                  </a:lnTo>
                  <a:lnTo>
                    <a:pt x="0" y="4"/>
                  </a:lnTo>
                  <a:lnTo>
                    <a:pt x="0" y="4"/>
                  </a:lnTo>
                  <a:lnTo>
                    <a:pt x="2" y="0"/>
                  </a:lnTo>
                  <a:lnTo>
                    <a:pt x="4" y="0"/>
                  </a:lnTo>
                  <a:lnTo>
                    <a:pt x="4" y="0"/>
                  </a:lnTo>
                  <a:lnTo>
                    <a:pt x="8" y="2"/>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3" name="Freeform 186"/>
            <p:cNvSpPr>
              <a:spLocks/>
            </p:cNvSpPr>
            <p:nvPr/>
          </p:nvSpPr>
          <p:spPr bwMode="auto">
            <a:xfrm>
              <a:off x="3625396" y="5443311"/>
              <a:ext cx="12700" cy="12700"/>
            </a:xfrm>
            <a:custGeom>
              <a:avLst/>
              <a:gdLst>
                <a:gd name="T0" fmla="*/ 8 w 8"/>
                <a:gd name="T1" fmla="*/ 4 h 8"/>
                <a:gd name="T2" fmla="*/ 8 w 8"/>
                <a:gd name="T3" fmla="*/ 4 h 8"/>
                <a:gd name="T4" fmla="*/ 6 w 8"/>
                <a:gd name="T5" fmla="*/ 8 h 8"/>
                <a:gd name="T6" fmla="*/ 2 w 8"/>
                <a:gd name="T7" fmla="*/ 8 h 8"/>
                <a:gd name="T8" fmla="*/ 2 w 8"/>
                <a:gd name="T9" fmla="*/ 8 h 8"/>
                <a:gd name="T10" fmla="*/ 0 w 8"/>
                <a:gd name="T11" fmla="*/ 6 h 8"/>
                <a:gd name="T12" fmla="*/ 0 w 8"/>
                <a:gd name="T13" fmla="*/ 2 h 8"/>
                <a:gd name="T14" fmla="*/ 0 w 8"/>
                <a:gd name="T15" fmla="*/ 2 h 8"/>
                <a:gd name="T16" fmla="*/ 0 w 8"/>
                <a:gd name="T17" fmla="*/ 0 h 8"/>
                <a:gd name="T18" fmla="*/ 4 w 8"/>
                <a:gd name="T19" fmla="*/ 0 h 8"/>
                <a:gd name="T20" fmla="*/ 4 w 8"/>
                <a:gd name="T21" fmla="*/ 0 h 8"/>
                <a:gd name="T22" fmla="*/ 8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2" y="8"/>
                  </a:lnTo>
                  <a:lnTo>
                    <a:pt x="2" y="8"/>
                  </a:lnTo>
                  <a:lnTo>
                    <a:pt x="0" y="6"/>
                  </a:lnTo>
                  <a:lnTo>
                    <a:pt x="0" y="2"/>
                  </a:lnTo>
                  <a:lnTo>
                    <a:pt x="0" y="2"/>
                  </a:lnTo>
                  <a:lnTo>
                    <a:pt x="0" y="0"/>
                  </a:lnTo>
                  <a:lnTo>
                    <a:pt x="4" y="0"/>
                  </a:lnTo>
                  <a:lnTo>
                    <a:pt x="4" y="0"/>
                  </a:lnTo>
                  <a:lnTo>
                    <a:pt x="8"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4" name="Freeform 187"/>
            <p:cNvSpPr>
              <a:spLocks/>
            </p:cNvSpPr>
            <p:nvPr/>
          </p:nvSpPr>
          <p:spPr bwMode="auto">
            <a:xfrm>
              <a:off x="3666671" y="5449661"/>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2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2"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5" name="Freeform 188"/>
            <p:cNvSpPr>
              <a:spLocks/>
            </p:cNvSpPr>
            <p:nvPr/>
          </p:nvSpPr>
          <p:spPr bwMode="auto">
            <a:xfrm>
              <a:off x="3619046" y="5465536"/>
              <a:ext cx="15875" cy="15875"/>
            </a:xfrm>
            <a:custGeom>
              <a:avLst/>
              <a:gdLst>
                <a:gd name="T0" fmla="*/ 10 w 10"/>
                <a:gd name="T1" fmla="*/ 6 h 10"/>
                <a:gd name="T2" fmla="*/ 10 w 10"/>
                <a:gd name="T3" fmla="*/ 6 h 10"/>
                <a:gd name="T4" fmla="*/ 8 w 10"/>
                <a:gd name="T5" fmla="*/ 8 h 10"/>
                <a:gd name="T6" fmla="*/ 4 w 10"/>
                <a:gd name="T7" fmla="*/ 10 h 10"/>
                <a:gd name="T8" fmla="*/ 4 w 10"/>
                <a:gd name="T9" fmla="*/ 10 h 10"/>
                <a:gd name="T10" fmla="*/ 2 w 10"/>
                <a:gd name="T11" fmla="*/ 8 h 10"/>
                <a:gd name="T12" fmla="*/ 0 w 10"/>
                <a:gd name="T13" fmla="*/ 4 h 10"/>
                <a:gd name="T14" fmla="*/ 0 w 10"/>
                <a:gd name="T15" fmla="*/ 4 h 10"/>
                <a:gd name="T16" fmla="*/ 2 w 10"/>
                <a:gd name="T17" fmla="*/ 2 h 10"/>
                <a:gd name="T18" fmla="*/ 6 w 10"/>
                <a:gd name="T19" fmla="*/ 0 h 10"/>
                <a:gd name="T20" fmla="*/ 6 w 10"/>
                <a:gd name="T21" fmla="*/ 0 h 10"/>
                <a:gd name="T22" fmla="*/ 8 w 10"/>
                <a:gd name="T23" fmla="*/ 2 h 10"/>
                <a:gd name="T24" fmla="*/ 10 w 10"/>
                <a:gd name="T25" fmla="*/ 6 h 10"/>
                <a:gd name="T26" fmla="*/ 10 w 10"/>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6"/>
                  </a:moveTo>
                  <a:lnTo>
                    <a:pt x="10" y="6"/>
                  </a:lnTo>
                  <a:lnTo>
                    <a:pt x="8" y="8"/>
                  </a:lnTo>
                  <a:lnTo>
                    <a:pt x="4" y="10"/>
                  </a:lnTo>
                  <a:lnTo>
                    <a:pt x="4" y="10"/>
                  </a:lnTo>
                  <a:lnTo>
                    <a:pt x="2" y="8"/>
                  </a:lnTo>
                  <a:lnTo>
                    <a:pt x="0" y="4"/>
                  </a:lnTo>
                  <a:lnTo>
                    <a:pt x="0" y="4"/>
                  </a:lnTo>
                  <a:lnTo>
                    <a:pt x="2" y="2"/>
                  </a:lnTo>
                  <a:lnTo>
                    <a:pt x="6" y="0"/>
                  </a:lnTo>
                  <a:lnTo>
                    <a:pt x="6" y="0"/>
                  </a:lnTo>
                  <a:lnTo>
                    <a:pt x="8" y="2"/>
                  </a:lnTo>
                  <a:lnTo>
                    <a:pt x="10" y="6"/>
                  </a:lnTo>
                  <a:lnTo>
                    <a:pt x="1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6" name="Freeform 189"/>
            <p:cNvSpPr>
              <a:spLocks/>
            </p:cNvSpPr>
            <p:nvPr/>
          </p:nvSpPr>
          <p:spPr bwMode="auto">
            <a:xfrm>
              <a:off x="3663496" y="5475061"/>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0 w 10"/>
                <a:gd name="T11" fmla="*/ 6 h 8"/>
                <a:gd name="T12" fmla="*/ 0 w 10"/>
                <a:gd name="T13" fmla="*/ 2 h 8"/>
                <a:gd name="T14" fmla="*/ 0 w 10"/>
                <a:gd name="T15" fmla="*/ 2 h 8"/>
                <a:gd name="T16" fmla="*/ 2 w 10"/>
                <a:gd name="T17" fmla="*/ 0 h 8"/>
                <a:gd name="T18" fmla="*/ 6 w 10"/>
                <a:gd name="T19" fmla="*/ 0 h 8"/>
                <a:gd name="T20" fmla="*/ 6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0" y="6"/>
                  </a:lnTo>
                  <a:lnTo>
                    <a:pt x="0" y="2"/>
                  </a:lnTo>
                  <a:lnTo>
                    <a:pt x="0" y="2"/>
                  </a:lnTo>
                  <a:lnTo>
                    <a:pt x="2" y="0"/>
                  </a:lnTo>
                  <a:lnTo>
                    <a:pt x="6" y="0"/>
                  </a:lnTo>
                  <a:lnTo>
                    <a:pt x="6"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7" name="Freeform 190"/>
            <p:cNvSpPr>
              <a:spLocks/>
            </p:cNvSpPr>
            <p:nvPr/>
          </p:nvSpPr>
          <p:spPr bwMode="auto">
            <a:xfrm>
              <a:off x="3615871" y="5490936"/>
              <a:ext cx="15875" cy="15875"/>
            </a:xfrm>
            <a:custGeom>
              <a:avLst/>
              <a:gdLst>
                <a:gd name="T0" fmla="*/ 10 w 10"/>
                <a:gd name="T1" fmla="*/ 6 h 10"/>
                <a:gd name="T2" fmla="*/ 10 w 10"/>
                <a:gd name="T3" fmla="*/ 6 h 10"/>
                <a:gd name="T4" fmla="*/ 8 w 10"/>
                <a:gd name="T5" fmla="*/ 8 h 10"/>
                <a:gd name="T6" fmla="*/ 4 w 10"/>
                <a:gd name="T7" fmla="*/ 10 h 10"/>
                <a:gd name="T8" fmla="*/ 4 w 10"/>
                <a:gd name="T9" fmla="*/ 10 h 10"/>
                <a:gd name="T10" fmla="*/ 0 w 10"/>
                <a:gd name="T11" fmla="*/ 8 h 10"/>
                <a:gd name="T12" fmla="*/ 0 w 10"/>
                <a:gd name="T13" fmla="*/ 4 h 10"/>
                <a:gd name="T14" fmla="*/ 0 w 10"/>
                <a:gd name="T15" fmla="*/ 4 h 10"/>
                <a:gd name="T16" fmla="*/ 2 w 10"/>
                <a:gd name="T17" fmla="*/ 2 h 10"/>
                <a:gd name="T18" fmla="*/ 6 w 10"/>
                <a:gd name="T19" fmla="*/ 0 h 10"/>
                <a:gd name="T20" fmla="*/ 6 w 10"/>
                <a:gd name="T21" fmla="*/ 0 h 10"/>
                <a:gd name="T22" fmla="*/ 8 w 10"/>
                <a:gd name="T23" fmla="*/ 2 h 10"/>
                <a:gd name="T24" fmla="*/ 10 w 10"/>
                <a:gd name="T25" fmla="*/ 6 h 10"/>
                <a:gd name="T26" fmla="*/ 10 w 10"/>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6"/>
                  </a:moveTo>
                  <a:lnTo>
                    <a:pt x="10" y="6"/>
                  </a:lnTo>
                  <a:lnTo>
                    <a:pt x="8" y="8"/>
                  </a:lnTo>
                  <a:lnTo>
                    <a:pt x="4" y="10"/>
                  </a:lnTo>
                  <a:lnTo>
                    <a:pt x="4" y="10"/>
                  </a:lnTo>
                  <a:lnTo>
                    <a:pt x="0" y="8"/>
                  </a:lnTo>
                  <a:lnTo>
                    <a:pt x="0" y="4"/>
                  </a:lnTo>
                  <a:lnTo>
                    <a:pt x="0" y="4"/>
                  </a:lnTo>
                  <a:lnTo>
                    <a:pt x="2" y="2"/>
                  </a:lnTo>
                  <a:lnTo>
                    <a:pt x="6" y="0"/>
                  </a:lnTo>
                  <a:lnTo>
                    <a:pt x="6" y="0"/>
                  </a:lnTo>
                  <a:lnTo>
                    <a:pt x="8" y="2"/>
                  </a:lnTo>
                  <a:lnTo>
                    <a:pt x="10" y="6"/>
                  </a:lnTo>
                  <a:lnTo>
                    <a:pt x="1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8" name="Freeform 191"/>
            <p:cNvSpPr>
              <a:spLocks/>
            </p:cNvSpPr>
            <p:nvPr/>
          </p:nvSpPr>
          <p:spPr bwMode="auto">
            <a:xfrm>
              <a:off x="3660321" y="5497286"/>
              <a:ext cx="12700" cy="15875"/>
            </a:xfrm>
            <a:custGeom>
              <a:avLst/>
              <a:gdLst>
                <a:gd name="T0" fmla="*/ 8 w 8"/>
                <a:gd name="T1" fmla="*/ 6 h 10"/>
                <a:gd name="T2" fmla="*/ 8 w 8"/>
                <a:gd name="T3" fmla="*/ 6 h 10"/>
                <a:gd name="T4" fmla="*/ 6 w 8"/>
                <a:gd name="T5" fmla="*/ 8 h 10"/>
                <a:gd name="T6" fmla="*/ 4 w 8"/>
                <a:gd name="T7" fmla="*/ 10 h 10"/>
                <a:gd name="T8" fmla="*/ 4 w 8"/>
                <a:gd name="T9" fmla="*/ 10 h 10"/>
                <a:gd name="T10" fmla="*/ 0 w 8"/>
                <a:gd name="T11" fmla="*/ 8 h 10"/>
                <a:gd name="T12" fmla="*/ 0 w 8"/>
                <a:gd name="T13" fmla="*/ 4 h 10"/>
                <a:gd name="T14" fmla="*/ 0 w 8"/>
                <a:gd name="T15" fmla="*/ 4 h 10"/>
                <a:gd name="T16" fmla="*/ 2 w 8"/>
                <a:gd name="T17" fmla="*/ 2 h 10"/>
                <a:gd name="T18" fmla="*/ 4 w 8"/>
                <a:gd name="T19" fmla="*/ 0 h 10"/>
                <a:gd name="T20" fmla="*/ 4 w 8"/>
                <a:gd name="T21" fmla="*/ 0 h 10"/>
                <a:gd name="T22" fmla="*/ 8 w 8"/>
                <a:gd name="T23" fmla="*/ 2 h 10"/>
                <a:gd name="T24" fmla="*/ 8 w 8"/>
                <a:gd name="T25" fmla="*/ 6 h 10"/>
                <a:gd name="T26" fmla="*/ 8 w 8"/>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8" y="6"/>
                  </a:moveTo>
                  <a:lnTo>
                    <a:pt x="8" y="6"/>
                  </a:lnTo>
                  <a:lnTo>
                    <a:pt x="6" y="8"/>
                  </a:lnTo>
                  <a:lnTo>
                    <a:pt x="4" y="10"/>
                  </a:lnTo>
                  <a:lnTo>
                    <a:pt x="4" y="10"/>
                  </a:lnTo>
                  <a:lnTo>
                    <a:pt x="0" y="8"/>
                  </a:lnTo>
                  <a:lnTo>
                    <a:pt x="0" y="4"/>
                  </a:lnTo>
                  <a:lnTo>
                    <a:pt x="0" y="4"/>
                  </a:lnTo>
                  <a:lnTo>
                    <a:pt x="2" y="2"/>
                  </a:lnTo>
                  <a:lnTo>
                    <a:pt x="4" y="0"/>
                  </a:lnTo>
                  <a:lnTo>
                    <a:pt x="4" y="0"/>
                  </a:lnTo>
                  <a:lnTo>
                    <a:pt x="8" y="2"/>
                  </a:lnTo>
                  <a:lnTo>
                    <a:pt x="8" y="6"/>
                  </a:lnTo>
                  <a:lnTo>
                    <a:pt x="8"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9" name="Freeform 192"/>
            <p:cNvSpPr>
              <a:spLocks/>
            </p:cNvSpPr>
            <p:nvPr/>
          </p:nvSpPr>
          <p:spPr bwMode="auto">
            <a:xfrm>
              <a:off x="3631746" y="5417911"/>
              <a:ext cx="50800" cy="12700"/>
            </a:xfrm>
            <a:custGeom>
              <a:avLst/>
              <a:gdLst>
                <a:gd name="T0" fmla="*/ 32 w 32"/>
                <a:gd name="T1" fmla="*/ 6 h 8"/>
                <a:gd name="T2" fmla="*/ 32 w 32"/>
                <a:gd name="T3" fmla="*/ 6 h 8"/>
                <a:gd name="T4" fmla="*/ 30 w 32"/>
                <a:gd name="T5" fmla="*/ 8 h 8"/>
                <a:gd name="T6" fmla="*/ 2 w 32"/>
                <a:gd name="T7" fmla="*/ 2 h 8"/>
                <a:gd name="T8" fmla="*/ 2 w 32"/>
                <a:gd name="T9" fmla="*/ 2 h 8"/>
                <a:gd name="T10" fmla="*/ 0 w 32"/>
                <a:gd name="T11" fmla="*/ 2 h 8"/>
                <a:gd name="T12" fmla="*/ 0 w 32"/>
                <a:gd name="T13" fmla="*/ 2 h 8"/>
                <a:gd name="T14" fmla="*/ 2 w 32"/>
                <a:gd name="T15" fmla="*/ 0 h 8"/>
                <a:gd name="T16" fmla="*/ 30 w 32"/>
                <a:gd name="T17" fmla="*/ 4 h 8"/>
                <a:gd name="T18" fmla="*/ 30 w 32"/>
                <a:gd name="T19" fmla="*/ 4 h 8"/>
                <a:gd name="T20" fmla="*/ 32 w 32"/>
                <a:gd name="T21" fmla="*/ 6 h 8"/>
                <a:gd name="T22" fmla="*/ 32 w 3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6"/>
                  </a:moveTo>
                  <a:lnTo>
                    <a:pt x="32" y="6"/>
                  </a:lnTo>
                  <a:lnTo>
                    <a:pt x="30" y="8"/>
                  </a:lnTo>
                  <a:lnTo>
                    <a:pt x="2" y="2"/>
                  </a:lnTo>
                  <a:lnTo>
                    <a:pt x="2" y="2"/>
                  </a:lnTo>
                  <a:lnTo>
                    <a:pt x="0" y="2"/>
                  </a:lnTo>
                  <a:lnTo>
                    <a:pt x="0" y="2"/>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0" name="Freeform 193"/>
            <p:cNvSpPr>
              <a:spLocks/>
            </p:cNvSpPr>
            <p:nvPr/>
          </p:nvSpPr>
          <p:spPr bwMode="auto">
            <a:xfrm>
              <a:off x="3628571" y="5446486"/>
              <a:ext cx="50800" cy="12700"/>
            </a:xfrm>
            <a:custGeom>
              <a:avLst/>
              <a:gdLst>
                <a:gd name="T0" fmla="*/ 32 w 32"/>
                <a:gd name="T1" fmla="*/ 6 h 8"/>
                <a:gd name="T2" fmla="*/ 32 w 32"/>
                <a:gd name="T3" fmla="*/ 6 h 8"/>
                <a:gd name="T4" fmla="*/ 30 w 32"/>
                <a:gd name="T5" fmla="*/ 8 h 8"/>
                <a:gd name="T6" fmla="*/ 0 w 32"/>
                <a:gd name="T7" fmla="*/ 2 h 8"/>
                <a:gd name="T8" fmla="*/ 0 w 32"/>
                <a:gd name="T9" fmla="*/ 2 h 8"/>
                <a:gd name="T10" fmla="*/ 0 w 32"/>
                <a:gd name="T11" fmla="*/ 2 h 8"/>
                <a:gd name="T12" fmla="*/ 0 w 32"/>
                <a:gd name="T13" fmla="*/ 2 h 8"/>
                <a:gd name="T14" fmla="*/ 2 w 32"/>
                <a:gd name="T15" fmla="*/ 0 h 8"/>
                <a:gd name="T16" fmla="*/ 30 w 32"/>
                <a:gd name="T17" fmla="*/ 4 h 8"/>
                <a:gd name="T18" fmla="*/ 30 w 32"/>
                <a:gd name="T19" fmla="*/ 4 h 8"/>
                <a:gd name="T20" fmla="*/ 32 w 32"/>
                <a:gd name="T21" fmla="*/ 6 h 8"/>
                <a:gd name="T22" fmla="*/ 32 w 3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6"/>
                  </a:moveTo>
                  <a:lnTo>
                    <a:pt x="32" y="6"/>
                  </a:lnTo>
                  <a:lnTo>
                    <a:pt x="30" y="8"/>
                  </a:lnTo>
                  <a:lnTo>
                    <a:pt x="0" y="2"/>
                  </a:lnTo>
                  <a:lnTo>
                    <a:pt x="0" y="2"/>
                  </a:lnTo>
                  <a:lnTo>
                    <a:pt x="0" y="2"/>
                  </a:lnTo>
                  <a:lnTo>
                    <a:pt x="0" y="2"/>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1" name="Freeform 194"/>
            <p:cNvSpPr>
              <a:spLocks/>
            </p:cNvSpPr>
            <p:nvPr/>
          </p:nvSpPr>
          <p:spPr bwMode="auto">
            <a:xfrm>
              <a:off x="3625396" y="5471886"/>
              <a:ext cx="47625" cy="9525"/>
            </a:xfrm>
            <a:custGeom>
              <a:avLst/>
              <a:gdLst>
                <a:gd name="T0" fmla="*/ 30 w 30"/>
                <a:gd name="T1" fmla="*/ 6 h 6"/>
                <a:gd name="T2" fmla="*/ 30 w 30"/>
                <a:gd name="T3" fmla="*/ 6 h 6"/>
                <a:gd name="T4" fmla="*/ 30 w 30"/>
                <a:gd name="T5" fmla="*/ 6 h 6"/>
                <a:gd name="T6" fmla="*/ 0 w 30"/>
                <a:gd name="T7" fmla="*/ 2 h 6"/>
                <a:gd name="T8" fmla="*/ 0 w 30"/>
                <a:gd name="T9" fmla="*/ 2 h 6"/>
                <a:gd name="T10" fmla="*/ 0 w 30"/>
                <a:gd name="T11" fmla="*/ 0 h 6"/>
                <a:gd name="T12" fmla="*/ 0 w 30"/>
                <a:gd name="T13" fmla="*/ 0 h 6"/>
                <a:gd name="T14" fmla="*/ 0 w 30"/>
                <a:gd name="T15" fmla="*/ 0 h 6"/>
                <a:gd name="T16" fmla="*/ 30 w 30"/>
                <a:gd name="T17" fmla="*/ 4 h 6"/>
                <a:gd name="T18" fmla="*/ 30 w 30"/>
                <a:gd name="T19" fmla="*/ 4 h 6"/>
                <a:gd name="T20" fmla="*/ 30 w 30"/>
                <a:gd name="T21" fmla="*/ 6 h 6"/>
                <a:gd name="T22" fmla="*/ 30 w 30"/>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6">
                  <a:moveTo>
                    <a:pt x="30" y="6"/>
                  </a:moveTo>
                  <a:lnTo>
                    <a:pt x="30" y="6"/>
                  </a:lnTo>
                  <a:lnTo>
                    <a:pt x="30" y="6"/>
                  </a:lnTo>
                  <a:lnTo>
                    <a:pt x="0" y="2"/>
                  </a:lnTo>
                  <a:lnTo>
                    <a:pt x="0" y="2"/>
                  </a:lnTo>
                  <a:lnTo>
                    <a:pt x="0" y="0"/>
                  </a:lnTo>
                  <a:lnTo>
                    <a:pt x="0" y="0"/>
                  </a:lnTo>
                  <a:lnTo>
                    <a:pt x="0" y="0"/>
                  </a:lnTo>
                  <a:lnTo>
                    <a:pt x="30" y="4"/>
                  </a:lnTo>
                  <a:lnTo>
                    <a:pt x="30" y="4"/>
                  </a:lnTo>
                  <a:lnTo>
                    <a:pt x="30" y="6"/>
                  </a:lnTo>
                  <a:lnTo>
                    <a:pt x="3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2" name="Freeform 195"/>
            <p:cNvSpPr>
              <a:spLocks/>
            </p:cNvSpPr>
            <p:nvPr/>
          </p:nvSpPr>
          <p:spPr bwMode="auto">
            <a:xfrm>
              <a:off x="3619046" y="5497286"/>
              <a:ext cx="50800" cy="9525"/>
            </a:xfrm>
            <a:custGeom>
              <a:avLst/>
              <a:gdLst>
                <a:gd name="T0" fmla="*/ 32 w 32"/>
                <a:gd name="T1" fmla="*/ 6 h 6"/>
                <a:gd name="T2" fmla="*/ 32 w 32"/>
                <a:gd name="T3" fmla="*/ 6 h 6"/>
                <a:gd name="T4" fmla="*/ 30 w 32"/>
                <a:gd name="T5" fmla="*/ 6 h 6"/>
                <a:gd name="T6" fmla="*/ 2 w 32"/>
                <a:gd name="T7" fmla="*/ 2 h 6"/>
                <a:gd name="T8" fmla="*/ 2 w 32"/>
                <a:gd name="T9" fmla="*/ 2 h 6"/>
                <a:gd name="T10" fmla="*/ 0 w 32"/>
                <a:gd name="T11" fmla="*/ 0 h 6"/>
                <a:gd name="T12" fmla="*/ 0 w 32"/>
                <a:gd name="T13" fmla="*/ 0 h 6"/>
                <a:gd name="T14" fmla="*/ 2 w 32"/>
                <a:gd name="T15" fmla="*/ 0 h 6"/>
                <a:gd name="T16" fmla="*/ 30 w 32"/>
                <a:gd name="T17" fmla="*/ 4 h 6"/>
                <a:gd name="T18" fmla="*/ 30 w 32"/>
                <a:gd name="T19" fmla="*/ 4 h 6"/>
                <a:gd name="T20" fmla="*/ 32 w 32"/>
                <a:gd name="T21" fmla="*/ 6 h 6"/>
                <a:gd name="T22" fmla="*/ 32 w 32"/>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6">
                  <a:moveTo>
                    <a:pt x="32" y="6"/>
                  </a:moveTo>
                  <a:lnTo>
                    <a:pt x="32" y="6"/>
                  </a:lnTo>
                  <a:lnTo>
                    <a:pt x="30" y="6"/>
                  </a:lnTo>
                  <a:lnTo>
                    <a:pt x="2" y="2"/>
                  </a:lnTo>
                  <a:lnTo>
                    <a:pt x="2" y="2"/>
                  </a:lnTo>
                  <a:lnTo>
                    <a:pt x="0" y="0"/>
                  </a:lnTo>
                  <a:lnTo>
                    <a:pt x="0" y="0"/>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3" name="Freeform 196"/>
            <p:cNvSpPr>
              <a:spLocks/>
            </p:cNvSpPr>
            <p:nvPr/>
          </p:nvSpPr>
          <p:spPr bwMode="auto">
            <a:xfrm>
              <a:off x="3631746" y="5417911"/>
              <a:ext cx="44450" cy="38100"/>
            </a:xfrm>
            <a:custGeom>
              <a:avLst/>
              <a:gdLst>
                <a:gd name="T0" fmla="*/ 28 w 28"/>
                <a:gd name="T1" fmla="*/ 24 h 24"/>
                <a:gd name="T2" fmla="*/ 26 w 28"/>
                <a:gd name="T3" fmla="*/ 24 h 24"/>
                <a:gd name="T4" fmla="*/ 0 w 28"/>
                <a:gd name="T5" fmla="*/ 2 h 24"/>
                <a:gd name="T6" fmla="*/ 0 w 28"/>
                <a:gd name="T7" fmla="*/ 0 h 24"/>
                <a:gd name="T8" fmla="*/ 2 w 28"/>
                <a:gd name="T9" fmla="*/ 0 h 24"/>
                <a:gd name="T10" fmla="*/ 28 w 28"/>
                <a:gd name="T11" fmla="*/ 22 h 24"/>
                <a:gd name="T12" fmla="*/ 28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8" y="24"/>
                  </a:moveTo>
                  <a:lnTo>
                    <a:pt x="26" y="24"/>
                  </a:lnTo>
                  <a:lnTo>
                    <a:pt x="0" y="2"/>
                  </a:lnTo>
                  <a:lnTo>
                    <a:pt x="0" y="0"/>
                  </a:lnTo>
                  <a:lnTo>
                    <a:pt x="2" y="0"/>
                  </a:lnTo>
                  <a:lnTo>
                    <a:pt x="28" y="22"/>
                  </a:lnTo>
                  <a:lnTo>
                    <a:pt x="28"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4" name="Freeform 197"/>
            <p:cNvSpPr>
              <a:spLocks/>
            </p:cNvSpPr>
            <p:nvPr/>
          </p:nvSpPr>
          <p:spPr bwMode="auto">
            <a:xfrm>
              <a:off x="3628571" y="5424261"/>
              <a:ext cx="53975" cy="25400"/>
            </a:xfrm>
            <a:custGeom>
              <a:avLst/>
              <a:gdLst>
                <a:gd name="T0" fmla="*/ 0 w 34"/>
                <a:gd name="T1" fmla="*/ 16 h 16"/>
                <a:gd name="T2" fmla="*/ 0 w 34"/>
                <a:gd name="T3" fmla="*/ 16 h 16"/>
                <a:gd name="T4" fmla="*/ 0 w 34"/>
                <a:gd name="T5" fmla="*/ 12 h 16"/>
                <a:gd name="T6" fmla="*/ 32 w 34"/>
                <a:gd name="T7" fmla="*/ 0 h 16"/>
                <a:gd name="T8" fmla="*/ 32 w 34"/>
                <a:gd name="T9" fmla="*/ 0 h 16"/>
                <a:gd name="T10" fmla="*/ 34 w 34"/>
                <a:gd name="T11" fmla="*/ 2 h 16"/>
                <a:gd name="T12" fmla="*/ 34 w 34"/>
                <a:gd name="T13" fmla="*/ 2 h 16"/>
                <a:gd name="T14" fmla="*/ 34 w 34"/>
                <a:gd name="T15" fmla="*/ 4 h 16"/>
                <a:gd name="T16" fmla="*/ 2 w 34"/>
                <a:gd name="T17" fmla="*/ 16 h 16"/>
                <a:gd name="T18" fmla="*/ 2 w 34"/>
                <a:gd name="T19" fmla="*/ 16 h 16"/>
                <a:gd name="T20" fmla="*/ 0 w 34"/>
                <a:gd name="T21" fmla="*/ 16 h 16"/>
                <a:gd name="T22" fmla="*/ 0 w 34"/>
                <a:gd name="T2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0" y="16"/>
                  </a:moveTo>
                  <a:lnTo>
                    <a:pt x="0" y="16"/>
                  </a:lnTo>
                  <a:lnTo>
                    <a:pt x="0" y="12"/>
                  </a:lnTo>
                  <a:lnTo>
                    <a:pt x="32" y="0"/>
                  </a:lnTo>
                  <a:lnTo>
                    <a:pt x="32" y="0"/>
                  </a:lnTo>
                  <a:lnTo>
                    <a:pt x="34" y="2"/>
                  </a:lnTo>
                  <a:lnTo>
                    <a:pt x="34" y="2"/>
                  </a:lnTo>
                  <a:lnTo>
                    <a:pt x="34" y="4"/>
                  </a:lnTo>
                  <a:lnTo>
                    <a:pt x="2" y="16"/>
                  </a:lnTo>
                  <a:lnTo>
                    <a:pt x="2" y="16"/>
                  </a:lnTo>
                  <a:lnTo>
                    <a:pt x="0" y="16"/>
                  </a:lnTo>
                  <a:lnTo>
                    <a:pt x="0" y="1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5" name="Freeform 198"/>
            <p:cNvSpPr>
              <a:spLocks/>
            </p:cNvSpPr>
            <p:nvPr/>
          </p:nvSpPr>
          <p:spPr bwMode="auto">
            <a:xfrm>
              <a:off x="3628571" y="5446486"/>
              <a:ext cx="44450" cy="38100"/>
            </a:xfrm>
            <a:custGeom>
              <a:avLst/>
              <a:gdLst>
                <a:gd name="T0" fmla="*/ 28 w 28"/>
                <a:gd name="T1" fmla="*/ 24 h 24"/>
                <a:gd name="T2" fmla="*/ 26 w 28"/>
                <a:gd name="T3" fmla="*/ 24 h 24"/>
                <a:gd name="T4" fmla="*/ 0 w 28"/>
                <a:gd name="T5" fmla="*/ 2 h 24"/>
                <a:gd name="T6" fmla="*/ 0 w 28"/>
                <a:gd name="T7" fmla="*/ 0 h 24"/>
                <a:gd name="T8" fmla="*/ 4 w 28"/>
                <a:gd name="T9" fmla="*/ 0 h 24"/>
                <a:gd name="T10" fmla="*/ 28 w 28"/>
                <a:gd name="T11" fmla="*/ 22 h 24"/>
                <a:gd name="T12" fmla="*/ 28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8" y="24"/>
                  </a:moveTo>
                  <a:lnTo>
                    <a:pt x="26" y="24"/>
                  </a:lnTo>
                  <a:lnTo>
                    <a:pt x="0" y="2"/>
                  </a:lnTo>
                  <a:lnTo>
                    <a:pt x="0" y="0"/>
                  </a:lnTo>
                  <a:lnTo>
                    <a:pt x="4" y="0"/>
                  </a:lnTo>
                  <a:lnTo>
                    <a:pt x="28" y="22"/>
                  </a:lnTo>
                  <a:lnTo>
                    <a:pt x="28"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6" name="Freeform 199"/>
            <p:cNvSpPr>
              <a:spLocks/>
            </p:cNvSpPr>
            <p:nvPr/>
          </p:nvSpPr>
          <p:spPr bwMode="auto">
            <a:xfrm>
              <a:off x="3625396" y="5452836"/>
              <a:ext cx="50800" cy="22225"/>
            </a:xfrm>
            <a:custGeom>
              <a:avLst/>
              <a:gdLst>
                <a:gd name="T0" fmla="*/ 0 w 32"/>
                <a:gd name="T1" fmla="*/ 14 h 14"/>
                <a:gd name="T2" fmla="*/ 0 w 32"/>
                <a:gd name="T3" fmla="*/ 14 h 14"/>
                <a:gd name="T4" fmla="*/ 0 w 32"/>
                <a:gd name="T5" fmla="*/ 12 h 14"/>
                <a:gd name="T6" fmla="*/ 30 w 32"/>
                <a:gd name="T7" fmla="*/ 0 h 14"/>
                <a:gd name="T8" fmla="*/ 30 w 32"/>
                <a:gd name="T9" fmla="*/ 0 h 14"/>
                <a:gd name="T10" fmla="*/ 32 w 32"/>
                <a:gd name="T11" fmla="*/ 0 h 14"/>
                <a:gd name="T12" fmla="*/ 32 w 32"/>
                <a:gd name="T13" fmla="*/ 0 h 14"/>
                <a:gd name="T14" fmla="*/ 32 w 32"/>
                <a:gd name="T15" fmla="*/ 2 h 14"/>
                <a:gd name="T16" fmla="*/ 2 w 32"/>
                <a:gd name="T17" fmla="*/ 14 h 14"/>
                <a:gd name="T18" fmla="*/ 2 w 32"/>
                <a:gd name="T19" fmla="*/ 14 h 14"/>
                <a:gd name="T20" fmla="*/ 0 w 32"/>
                <a:gd name="T21" fmla="*/ 14 h 14"/>
                <a:gd name="T22" fmla="*/ 0 w 32"/>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4">
                  <a:moveTo>
                    <a:pt x="0" y="14"/>
                  </a:moveTo>
                  <a:lnTo>
                    <a:pt x="0" y="14"/>
                  </a:lnTo>
                  <a:lnTo>
                    <a:pt x="0" y="12"/>
                  </a:lnTo>
                  <a:lnTo>
                    <a:pt x="30" y="0"/>
                  </a:lnTo>
                  <a:lnTo>
                    <a:pt x="30" y="0"/>
                  </a:lnTo>
                  <a:lnTo>
                    <a:pt x="32" y="0"/>
                  </a:lnTo>
                  <a:lnTo>
                    <a:pt x="32" y="0"/>
                  </a:lnTo>
                  <a:lnTo>
                    <a:pt x="32" y="2"/>
                  </a:lnTo>
                  <a:lnTo>
                    <a:pt x="2" y="14"/>
                  </a:lnTo>
                  <a:lnTo>
                    <a:pt x="2" y="14"/>
                  </a:lnTo>
                  <a:lnTo>
                    <a:pt x="0" y="14"/>
                  </a:lnTo>
                  <a:lnTo>
                    <a:pt x="0"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7" name="Freeform 200"/>
            <p:cNvSpPr>
              <a:spLocks/>
            </p:cNvSpPr>
            <p:nvPr/>
          </p:nvSpPr>
          <p:spPr bwMode="auto">
            <a:xfrm>
              <a:off x="3625396" y="5471886"/>
              <a:ext cx="44450" cy="34925"/>
            </a:xfrm>
            <a:custGeom>
              <a:avLst/>
              <a:gdLst>
                <a:gd name="T0" fmla="*/ 28 w 28"/>
                <a:gd name="T1" fmla="*/ 22 h 22"/>
                <a:gd name="T2" fmla="*/ 26 w 28"/>
                <a:gd name="T3" fmla="*/ 22 h 22"/>
                <a:gd name="T4" fmla="*/ 0 w 28"/>
                <a:gd name="T5" fmla="*/ 2 h 22"/>
                <a:gd name="T6" fmla="*/ 0 w 28"/>
                <a:gd name="T7" fmla="*/ 0 h 22"/>
                <a:gd name="T8" fmla="*/ 2 w 28"/>
                <a:gd name="T9" fmla="*/ 0 h 22"/>
                <a:gd name="T10" fmla="*/ 28 w 28"/>
                <a:gd name="T11" fmla="*/ 20 h 22"/>
                <a:gd name="T12" fmla="*/ 28 w 28"/>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28" y="22"/>
                  </a:moveTo>
                  <a:lnTo>
                    <a:pt x="26" y="22"/>
                  </a:lnTo>
                  <a:lnTo>
                    <a:pt x="0" y="2"/>
                  </a:lnTo>
                  <a:lnTo>
                    <a:pt x="0" y="0"/>
                  </a:lnTo>
                  <a:lnTo>
                    <a:pt x="2" y="0"/>
                  </a:lnTo>
                  <a:lnTo>
                    <a:pt x="28" y="20"/>
                  </a:lnTo>
                  <a:lnTo>
                    <a:pt x="28" y="2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8" name="Freeform 201"/>
            <p:cNvSpPr>
              <a:spLocks/>
            </p:cNvSpPr>
            <p:nvPr/>
          </p:nvSpPr>
          <p:spPr bwMode="auto">
            <a:xfrm>
              <a:off x="3619046" y="5478236"/>
              <a:ext cx="50800" cy="22225"/>
            </a:xfrm>
            <a:custGeom>
              <a:avLst/>
              <a:gdLst>
                <a:gd name="T0" fmla="*/ 0 w 32"/>
                <a:gd name="T1" fmla="*/ 12 h 14"/>
                <a:gd name="T2" fmla="*/ 0 w 32"/>
                <a:gd name="T3" fmla="*/ 12 h 14"/>
                <a:gd name="T4" fmla="*/ 0 w 32"/>
                <a:gd name="T5" fmla="*/ 10 h 14"/>
                <a:gd name="T6" fmla="*/ 30 w 32"/>
                <a:gd name="T7" fmla="*/ 0 h 14"/>
                <a:gd name="T8" fmla="*/ 30 w 32"/>
                <a:gd name="T9" fmla="*/ 0 h 14"/>
                <a:gd name="T10" fmla="*/ 32 w 32"/>
                <a:gd name="T11" fmla="*/ 2 h 14"/>
                <a:gd name="T12" fmla="*/ 32 w 32"/>
                <a:gd name="T13" fmla="*/ 2 h 14"/>
                <a:gd name="T14" fmla="*/ 32 w 32"/>
                <a:gd name="T15" fmla="*/ 2 h 14"/>
                <a:gd name="T16" fmla="*/ 2 w 32"/>
                <a:gd name="T17" fmla="*/ 14 h 14"/>
                <a:gd name="T18" fmla="*/ 2 w 32"/>
                <a:gd name="T19" fmla="*/ 14 h 14"/>
                <a:gd name="T20" fmla="*/ 0 w 32"/>
                <a:gd name="T21" fmla="*/ 12 h 14"/>
                <a:gd name="T22" fmla="*/ 0 w 32"/>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4">
                  <a:moveTo>
                    <a:pt x="0" y="12"/>
                  </a:moveTo>
                  <a:lnTo>
                    <a:pt x="0" y="12"/>
                  </a:lnTo>
                  <a:lnTo>
                    <a:pt x="0" y="10"/>
                  </a:lnTo>
                  <a:lnTo>
                    <a:pt x="30" y="0"/>
                  </a:lnTo>
                  <a:lnTo>
                    <a:pt x="30" y="0"/>
                  </a:lnTo>
                  <a:lnTo>
                    <a:pt x="32" y="2"/>
                  </a:lnTo>
                  <a:lnTo>
                    <a:pt x="32" y="2"/>
                  </a:lnTo>
                  <a:lnTo>
                    <a:pt x="32" y="2"/>
                  </a:lnTo>
                  <a:lnTo>
                    <a:pt x="2" y="14"/>
                  </a:lnTo>
                  <a:lnTo>
                    <a:pt x="2" y="14"/>
                  </a:lnTo>
                  <a:lnTo>
                    <a:pt x="0" y="12"/>
                  </a:lnTo>
                  <a:lnTo>
                    <a:pt x="0"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9" name="Freeform 202"/>
            <p:cNvSpPr>
              <a:spLocks/>
            </p:cNvSpPr>
            <p:nvPr/>
          </p:nvSpPr>
          <p:spPr bwMode="auto">
            <a:xfrm>
              <a:off x="3587296" y="3995511"/>
              <a:ext cx="466725" cy="1393825"/>
            </a:xfrm>
            <a:custGeom>
              <a:avLst/>
              <a:gdLst>
                <a:gd name="T0" fmla="*/ 128 w 294"/>
                <a:gd name="T1" fmla="*/ 30 h 878"/>
                <a:gd name="T2" fmla="*/ 128 w 294"/>
                <a:gd name="T3" fmla="*/ 30 h 878"/>
                <a:gd name="T4" fmla="*/ 136 w 294"/>
                <a:gd name="T5" fmla="*/ 20 h 878"/>
                <a:gd name="T6" fmla="*/ 148 w 294"/>
                <a:gd name="T7" fmla="*/ 12 h 878"/>
                <a:gd name="T8" fmla="*/ 162 w 294"/>
                <a:gd name="T9" fmla="*/ 4 h 878"/>
                <a:gd name="T10" fmla="*/ 178 w 294"/>
                <a:gd name="T11" fmla="*/ 0 h 878"/>
                <a:gd name="T12" fmla="*/ 178 w 294"/>
                <a:gd name="T13" fmla="*/ 0 h 878"/>
                <a:gd name="T14" fmla="*/ 188 w 294"/>
                <a:gd name="T15" fmla="*/ 0 h 878"/>
                <a:gd name="T16" fmla="*/ 200 w 294"/>
                <a:gd name="T17" fmla="*/ 0 h 878"/>
                <a:gd name="T18" fmla="*/ 224 w 294"/>
                <a:gd name="T19" fmla="*/ 6 h 878"/>
                <a:gd name="T20" fmla="*/ 224 w 294"/>
                <a:gd name="T21" fmla="*/ 6 h 878"/>
                <a:gd name="T22" fmla="*/ 238 w 294"/>
                <a:gd name="T23" fmla="*/ 10 h 878"/>
                <a:gd name="T24" fmla="*/ 250 w 294"/>
                <a:gd name="T25" fmla="*/ 16 h 878"/>
                <a:gd name="T26" fmla="*/ 260 w 294"/>
                <a:gd name="T27" fmla="*/ 22 h 878"/>
                <a:gd name="T28" fmla="*/ 268 w 294"/>
                <a:gd name="T29" fmla="*/ 30 h 878"/>
                <a:gd name="T30" fmla="*/ 276 w 294"/>
                <a:gd name="T31" fmla="*/ 40 h 878"/>
                <a:gd name="T32" fmla="*/ 282 w 294"/>
                <a:gd name="T33" fmla="*/ 48 h 878"/>
                <a:gd name="T34" fmla="*/ 286 w 294"/>
                <a:gd name="T35" fmla="*/ 58 h 878"/>
                <a:gd name="T36" fmla="*/ 290 w 294"/>
                <a:gd name="T37" fmla="*/ 68 h 878"/>
                <a:gd name="T38" fmla="*/ 294 w 294"/>
                <a:gd name="T39" fmla="*/ 90 h 878"/>
                <a:gd name="T40" fmla="*/ 294 w 294"/>
                <a:gd name="T41" fmla="*/ 114 h 878"/>
                <a:gd name="T42" fmla="*/ 292 w 294"/>
                <a:gd name="T43" fmla="*/ 136 h 878"/>
                <a:gd name="T44" fmla="*/ 288 w 294"/>
                <a:gd name="T45" fmla="*/ 156 h 878"/>
                <a:gd name="T46" fmla="*/ 288 w 294"/>
                <a:gd name="T47" fmla="*/ 156 h 878"/>
                <a:gd name="T48" fmla="*/ 278 w 294"/>
                <a:gd name="T49" fmla="*/ 214 h 878"/>
                <a:gd name="T50" fmla="*/ 266 w 294"/>
                <a:gd name="T51" fmla="*/ 270 h 878"/>
                <a:gd name="T52" fmla="*/ 252 w 294"/>
                <a:gd name="T53" fmla="*/ 328 h 878"/>
                <a:gd name="T54" fmla="*/ 242 w 294"/>
                <a:gd name="T55" fmla="*/ 384 h 878"/>
                <a:gd name="T56" fmla="*/ 242 w 294"/>
                <a:gd name="T57" fmla="*/ 384 h 878"/>
                <a:gd name="T58" fmla="*/ 232 w 294"/>
                <a:gd name="T59" fmla="*/ 426 h 878"/>
                <a:gd name="T60" fmla="*/ 220 w 294"/>
                <a:gd name="T61" fmla="*/ 468 h 878"/>
                <a:gd name="T62" fmla="*/ 208 w 294"/>
                <a:gd name="T63" fmla="*/ 510 h 878"/>
                <a:gd name="T64" fmla="*/ 198 w 294"/>
                <a:gd name="T65" fmla="*/ 550 h 878"/>
                <a:gd name="T66" fmla="*/ 198 w 294"/>
                <a:gd name="T67" fmla="*/ 550 h 878"/>
                <a:gd name="T68" fmla="*/ 180 w 294"/>
                <a:gd name="T69" fmla="*/ 624 h 878"/>
                <a:gd name="T70" fmla="*/ 154 w 294"/>
                <a:gd name="T71" fmla="*/ 714 h 878"/>
                <a:gd name="T72" fmla="*/ 110 w 294"/>
                <a:gd name="T73" fmla="*/ 878 h 878"/>
                <a:gd name="T74" fmla="*/ 0 w 294"/>
                <a:gd name="T75" fmla="*/ 866 h 878"/>
                <a:gd name="T76" fmla="*/ 0 w 294"/>
                <a:gd name="T77" fmla="*/ 866 h 878"/>
                <a:gd name="T78" fmla="*/ 8 w 294"/>
                <a:gd name="T79" fmla="*/ 808 h 878"/>
                <a:gd name="T80" fmla="*/ 16 w 294"/>
                <a:gd name="T81" fmla="*/ 728 h 878"/>
                <a:gd name="T82" fmla="*/ 28 w 294"/>
                <a:gd name="T83" fmla="*/ 582 h 878"/>
                <a:gd name="T84" fmla="*/ 28 w 294"/>
                <a:gd name="T85" fmla="*/ 582 h 878"/>
                <a:gd name="T86" fmla="*/ 36 w 294"/>
                <a:gd name="T87" fmla="*/ 494 h 878"/>
                <a:gd name="T88" fmla="*/ 46 w 294"/>
                <a:gd name="T89" fmla="*/ 404 h 878"/>
                <a:gd name="T90" fmla="*/ 58 w 294"/>
                <a:gd name="T91" fmla="*/ 314 h 878"/>
                <a:gd name="T92" fmla="*/ 74 w 294"/>
                <a:gd name="T93" fmla="*/ 226 h 878"/>
                <a:gd name="T94" fmla="*/ 74 w 294"/>
                <a:gd name="T95" fmla="*/ 226 h 878"/>
                <a:gd name="T96" fmla="*/ 94 w 294"/>
                <a:gd name="T97" fmla="*/ 124 h 878"/>
                <a:gd name="T98" fmla="*/ 94 w 294"/>
                <a:gd name="T99" fmla="*/ 124 h 878"/>
                <a:gd name="T100" fmla="*/ 98 w 294"/>
                <a:gd name="T101" fmla="*/ 100 h 878"/>
                <a:gd name="T102" fmla="*/ 106 w 294"/>
                <a:gd name="T103" fmla="*/ 76 h 878"/>
                <a:gd name="T104" fmla="*/ 116 w 294"/>
                <a:gd name="T105" fmla="*/ 52 h 878"/>
                <a:gd name="T106" fmla="*/ 128 w 294"/>
                <a:gd name="T107" fmla="*/ 30 h 878"/>
                <a:gd name="T108" fmla="*/ 128 w 294"/>
                <a:gd name="T109" fmla="*/ 30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4" h="878">
                  <a:moveTo>
                    <a:pt x="128" y="30"/>
                  </a:moveTo>
                  <a:lnTo>
                    <a:pt x="128" y="30"/>
                  </a:lnTo>
                  <a:lnTo>
                    <a:pt x="136" y="20"/>
                  </a:lnTo>
                  <a:lnTo>
                    <a:pt x="148" y="12"/>
                  </a:lnTo>
                  <a:lnTo>
                    <a:pt x="162" y="4"/>
                  </a:lnTo>
                  <a:lnTo>
                    <a:pt x="178" y="0"/>
                  </a:lnTo>
                  <a:lnTo>
                    <a:pt x="178" y="0"/>
                  </a:lnTo>
                  <a:lnTo>
                    <a:pt x="188" y="0"/>
                  </a:lnTo>
                  <a:lnTo>
                    <a:pt x="200" y="0"/>
                  </a:lnTo>
                  <a:lnTo>
                    <a:pt x="224" y="6"/>
                  </a:lnTo>
                  <a:lnTo>
                    <a:pt x="224" y="6"/>
                  </a:lnTo>
                  <a:lnTo>
                    <a:pt x="238" y="10"/>
                  </a:lnTo>
                  <a:lnTo>
                    <a:pt x="250" y="16"/>
                  </a:lnTo>
                  <a:lnTo>
                    <a:pt x="260" y="22"/>
                  </a:lnTo>
                  <a:lnTo>
                    <a:pt x="268" y="30"/>
                  </a:lnTo>
                  <a:lnTo>
                    <a:pt x="276" y="40"/>
                  </a:lnTo>
                  <a:lnTo>
                    <a:pt x="282" y="48"/>
                  </a:lnTo>
                  <a:lnTo>
                    <a:pt x="286" y="58"/>
                  </a:lnTo>
                  <a:lnTo>
                    <a:pt x="290" y="68"/>
                  </a:lnTo>
                  <a:lnTo>
                    <a:pt x="294" y="90"/>
                  </a:lnTo>
                  <a:lnTo>
                    <a:pt x="294" y="114"/>
                  </a:lnTo>
                  <a:lnTo>
                    <a:pt x="292" y="136"/>
                  </a:lnTo>
                  <a:lnTo>
                    <a:pt x="288" y="156"/>
                  </a:lnTo>
                  <a:lnTo>
                    <a:pt x="288" y="156"/>
                  </a:lnTo>
                  <a:lnTo>
                    <a:pt x="278" y="214"/>
                  </a:lnTo>
                  <a:lnTo>
                    <a:pt x="266" y="270"/>
                  </a:lnTo>
                  <a:lnTo>
                    <a:pt x="252" y="328"/>
                  </a:lnTo>
                  <a:lnTo>
                    <a:pt x="242" y="384"/>
                  </a:lnTo>
                  <a:lnTo>
                    <a:pt x="242" y="384"/>
                  </a:lnTo>
                  <a:lnTo>
                    <a:pt x="232" y="426"/>
                  </a:lnTo>
                  <a:lnTo>
                    <a:pt x="220" y="468"/>
                  </a:lnTo>
                  <a:lnTo>
                    <a:pt x="208" y="510"/>
                  </a:lnTo>
                  <a:lnTo>
                    <a:pt x="198" y="550"/>
                  </a:lnTo>
                  <a:lnTo>
                    <a:pt x="198" y="550"/>
                  </a:lnTo>
                  <a:lnTo>
                    <a:pt x="180" y="624"/>
                  </a:lnTo>
                  <a:lnTo>
                    <a:pt x="154" y="714"/>
                  </a:lnTo>
                  <a:lnTo>
                    <a:pt x="110" y="878"/>
                  </a:lnTo>
                  <a:lnTo>
                    <a:pt x="0" y="866"/>
                  </a:lnTo>
                  <a:lnTo>
                    <a:pt x="0" y="866"/>
                  </a:lnTo>
                  <a:lnTo>
                    <a:pt x="8" y="808"/>
                  </a:lnTo>
                  <a:lnTo>
                    <a:pt x="16" y="728"/>
                  </a:lnTo>
                  <a:lnTo>
                    <a:pt x="28" y="582"/>
                  </a:lnTo>
                  <a:lnTo>
                    <a:pt x="28" y="582"/>
                  </a:lnTo>
                  <a:lnTo>
                    <a:pt x="36" y="494"/>
                  </a:lnTo>
                  <a:lnTo>
                    <a:pt x="46" y="404"/>
                  </a:lnTo>
                  <a:lnTo>
                    <a:pt x="58" y="314"/>
                  </a:lnTo>
                  <a:lnTo>
                    <a:pt x="74" y="226"/>
                  </a:lnTo>
                  <a:lnTo>
                    <a:pt x="74" y="226"/>
                  </a:lnTo>
                  <a:lnTo>
                    <a:pt x="94" y="124"/>
                  </a:lnTo>
                  <a:lnTo>
                    <a:pt x="94" y="124"/>
                  </a:lnTo>
                  <a:lnTo>
                    <a:pt x="98" y="100"/>
                  </a:lnTo>
                  <a:lnTo>
                    <a:pt x="106" y="76"/>
                  </a:lnTo>
                  <a:lnTo>
                    <a:pt x="116" y="52"/>
                  </a:lnTo>
                  <a:lnTo>
                    <a:pt x="128" y="30"/>
                  </a:lnTo>
                  <a:lnTo>
                    <a:pt x="128" y="30"/>
                  </a:lnTo>
                  <a:close/>
                </a:path>
              </a:pathLst>
            </a:custGeom>
            <a:solidFill>
              <a:srgbClr val="071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0" name="Freeform 203"/>
            <p:cNvSpPr>
              <a:spLocks/>
            </p:cNvSpPr>
            <p:nvPr/>
          </p:nvSpPr>
          <p:spPr bwMode="auto">
            <a:xfrm>
              <a:off x="3095171" y="3087461"/>
              <a:ext cx="892175" cy="368300"/>
            </a:xfrm>
            <a:custGeom>
              <a:avLst/>
              <a:gdLst>
                <a:gd name="T0" fmla="*/ 404 w 562"/>
                <a:gd name="T1" fmla="*/ 2 h 232"/>
                <a:gd name="T2" fmla="*/ 404 w 562"/>
                <a:gd name="T3" fmla="*/ 2 h 232"/>
                <a:gd name="T4" fmla="*/ 426 w 562"/>
                <a:gd name="T5" fmla="*/ 4 h 232"/>
                <a:gd name="T6" fmla="*/ 448 w 562"/>
                <a:gd name="T7" fmla="*/ 6 h 232"/>
                <a:gd name="T8" fmla="*/ 448 w 562"/>
                <a:gd name="T9" fmla="*/ 6 h 232"/>
                <a:gd name="T10" fmla="*/ 466 w 562"/>
                <a:gd name="T11" fmla="*/ 8 h 232"/>
                <a:gd name="T12" fmla="*/ 484 w 562"/>
                <a:gd name="T13" fmla="*/ 16 h 232"/>
                <a:gd name="T14" fmla="*/ 500 w 562"/>
                <a:gd name="T15" fmla="*/ 24 h 232"/>
                <a:gd name="T16" fmla="*/ 514 w 562"/>
                <a:gd name="T17" fmla="*/ 36 h 232"/>
                <a:gd name="T18" fmla="*/ 528 w 562"/>
                <a:gd name="T19" fmla="*/ 50 h 232"/>
                <a:gd name="T20" fmla="*/ 538 w 562"/>
                <a:gd name="T21" fmla="*/ 64 h 232"/>
                <a:gd name="T22" fmla="*/ 548 w 562"/>
                <a:gd name="T23" fmla="*/ 82 h 232"/>
                <a:gd name="T24" fmla="*/ 554 w 562"/>
                <a:gd name="T25" fmla="*/ 98 h 232"/>
                <a:gd name="T26" fmla="*/ 554 w 562"/>
                <a:gd name="T27" fmla="*/ 98 h 232"/>
                <a:gd name="T28" fmla="*/ 560 w 562"/>
                <a:gd name="T29" fmla="*/ 124 h 232"/>
                <a:gd name="T30" fmla="*/ 562 w 562"/>
                <a:gd name="T31" fmla="*/ 150 h 232"/>
                <a:gd name="T32" fmla="*/ 282 w 562"/>
                <a:gd name="T33" fmla="*/ 150 h 232"/>
                <a:gd name="T34" fmla="*/ 0 w 562"/>
                <a:gd name="T35" fmla="*/ 150 h 232"/>
                <a:gd name="T36" fmla="*/ 0 w 562"/>
                <a:gd name="T37" fmla="*/ 150 h 232"/>
                <a:gd name="T38" fmla="*/ 2 w 562"/>
                <a:gd name="T39" fmla="*/ 124 h 232"/>
                <a:gd name="T40" fmla="*/ 8 w 562"/>
                <a:gd name="T41" fmla="*/ 98 h 232"/>
                <a:gd name="T42" fmla="*/ 8 w 562"/>
                <a:gd name="T43" fmla="*/ 98 h 232"/>
                <a:gd name="T44" fmla="*/ 14 w 562"/>
                <a:gd name="T45" fmla="*/ 82 h 232"/>
                <a:gd name="T46" fmla="*/ 24 w 562"/>
                <a:gd name="T47" fmla="*/ 64 h 232"/>
                <a:gd name="T48" fmla="*/ 34 w 562"/>
                <a:gd name="T49" fmla="*/ 50 h 232"/>
                <a:gd name="T50" fmla="*/ 48 w 562"/>
                <a:gd name="T51" fmla="*/ 36 h 232"/>
                <a:gd name="T52" fmla="*/ 62 w 562"/>
                <a:gd name="T53" fmla="*/ 26 h 232"/>
                <a:gd name="T54" fmla="*/ 80 w 562"/>
                <a:gd name="T55" fmla="*/ 16 h 232"/>
                <a:gd name="T56" fmla="*/ 96 w 562"/>
                <a:gd name="T57" fmla="*/ 10 h 232"/>
                <a:gd name="T58" fmla="*/ 116 w 562"/>
                <a:gd name="T59" fmla="*/ 8 h 232"/>
                <a:gd name="T60" fmla="*/ 116 w 562"/>
                <a:gd name="T61" fmla="*/ 8 h 232"/>
                <a:gd name="T62" fmla="*/ 172 w 562"/>
                <a:gd name="T63" fmla="*/ 0 h 232"/>
                <a:gd name="T64" fmla="*/ 276 w 562"/>
                <a:gd name="T65" fmla="*/ 232 h 232"/>
                <a:gd name="T66" fmla="*/ 404 w 562"/>
                <a:gd name="T67" fmla="*/ 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62" h="232">
                  <a:moveTo>
                    <a:pt x="404" y="2"/>
                  </a:moveTo>
                  <a:lnTo>
                    <a:pt x="404" y="2"/>
                  </a:lnTo>
                  <a:lnTo>
                    <a:pt x="426" y="4"/>
                  </a:lnTo>
                  <a:lnTo>
                    <a:pt x="448" y="6"/>
                  </a:lnTo>
                  <a:lnTo>
                    <a:pt x="448" y="6"/>
                  </a:lnTo>
                  <a:lnTo>
                    <a:pt x="466" y="8"/>
                  </a:lnTo>
                  <a:lnTo>
                    <a:pt x="484" y="16"/>
                  </a:lnTo>
                  <a:lnTo>
                    <a:pt x="500" y="24"/>
                  </a:lnTo>
                  <a:lnTo>
                    <a:pt x="514" y="36"/>
                  </a:lnTo>
                  <a:lnTo>
                    <a:pt x="528" y="50"/>
                  </a:lnTo>
                  <a:lnTo>
                    <a:pt x="538" y="64"/>
                  </a:lnTo>
                  <a:lnTo>
                    <a:pt x="548" y="82"/>
                  </a:lnTo>
                  <a:lnTo>
                    <a:pt x="554" y="98"/>
                  </a:lnTo>
                  <a:lnTo>
                    <a:pt x="554" y="98"/>
                  </a:lnTo>
                  <a:lnTo>
                    <a:pt x="560" y="124"/>
                  </a:lnTo>
                  <a:lnTo>
                    <a:pt x="562" y="150"/>
                  </a:lnTo>
                  <a:lnTo>
                    <a:pt x="282" y="150"/>
                  </a:lnTo>
                  <a:lnTo>
                    <a:pt x="0" y="150"/>
                  </a:lnTo>
                  <a:lnTo>
                    <a:pt x="0" y="150"/>
                  </a:lnTo>
                  <a:lnTo>
                    <a:pt x="2" y="124"/>
                  </a:lnTo>
                  <a:lnTo>
                    <a:pt x="8" y="98"/>
                  </a:lnTo>
                  <a:lnTo>
                    <a:pt x="8" y="98"/>
                  </a:lnTo>
                  <a:lnTo>
                    <a:pt x="14" y="82"/>
                  </a:lnTo>
                  <a:lnTo>
                    <a:pt x="24" y="64"/>
                  </a:lnTo>
                  <a:lnTo>
                    <a:pt x="34" y="50"/>
                  </a:lnTo>
                  <a:lnTo>
                    <a:pt x="48" y="36"/>
                  </a:lnTo>
                  <a:lnTo>
                    <a:pt x="62" y="26"/>
                  </a:lnTo>
                  <a:lnTo>
                    <a:pt x="80" y="16"/>
                  </a:lnTo>
                  <a:lnTo>
                    <a:pt x="96" y="10"/>
                  </a:lnTo>
                  <a:lnTo>
                    <a:pt x="116" y="8"/>
                  </a:lnTo>
                  <a:lnTo>
                    <a:pt x="116" y="8"/>
                  </a:lnTo>
                  <a:lnTo>
                    <a:pt x="172" y="0"/>
                  </a:lnTo>
                  <a:lnTo>
                    <a:pt x="276" y="232"/>
                  </a:lnTo>
                  <a:lnTo>
                    <a:pt x="404" y="2"/>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1" name="Freeform 204"/>
            <p:cNvSpPr>
              <a:spLocks/>
            </p:cNvSpPr>
            <p:nvPr/>
          </p:nvSpPr>
          <p:spPr bwMode="auto">
            <a:xfrm>
              <a:off x="3241221" y="3312886"/>
              <a:ext cx="593725" cy="609600"/>
            </a:xfrm>
            <a:custGeom>
              <a:avLst/>
              <a:gdLst>
                <a:gd name="T0" fmla="*/ 362 w 374"/>
                <a:gd name="T1" fmla="*/ 0 h 384"/>
                <a:gd name="T2" fmla="*/ 16 w 374"/>
                <a:gd name="T3" fmla="*/ 0 h 384"/>
                <a:gd name="T4" fmla="*/ 16 w 374"/>
                <a:gd name="T5" fmla="*/ 0 h 384"/>
                <a:gd name="T6" fmla="*/ 16 w 374"/>
                <a:gd name="T7" fmla="*/ 146 h 384"/>
                <a:gd name="T8" fmla="*/ 16 w 374"/>
                <a:gd name="T9" fmla="*/ 146 h 384"/>
                <a:gd name="T10" fmla="*/ 16 w 374"/>
                <a:gd name="T11" fmla="*/ 190 h 384"/>
                <a:gd name="T12" fmla="*/ 14 w 374"/>
                <a:gd name="T13" fmla="*/ 232 h 384"/>
                <a:gd name="T14" fmla="*/ 8 w 374"/>
                <a:gd name="T15" fmla="*/ 308 h 384"/>
                <a:gd name="T16" fmla="*/ 0 w 374"/>
                <a:gd name="T17" fmla="*/ 384 h 384"/>
                <a:gd name="T18" fmla="*/ 374 w 374"/>
                <a:gd name="T19" fmla="*/ 384 h 384"/>
                <a:gd name="T20" fmla="*/ 374 w 374"/>
                <a:gd name="T21" fmla="*/ 384 h 384"/>
                <a:gd name="T22" fmla="*/ 370 w 374"/>
                <a:gd name="T23" fmla="*/ 276 h 384"/>
                <a:gd name="T24" fmla="*/ 366 w 374"/>
                <a:gd name="T25" fmla="*/ 186 h 384"/>
                <a:gd name="T26" fmla="*/ 366 w 374"/>
                <a:gd name="T27" fmla="*/ 134 h 384"/>
                <a:gd name="T28" fmla="*/ 366 w 374"/>
                <a:gd name="T29" fmla="*/ 148 h 384"/>
                <a:gd name="T30" fmla="*/ 366 w 374"/>
                <a:gd name="T31" fmla="*/ 148 h 384"/>
                <a:gd name="T32" fmla="*/ 366 w 374"/>
                <a:gd name="T33" fmla="*/ 102 h 384"/>
                <a:gd name="T34" fmla="*/ 362 w 374"/>
                <a:gd name="T35" fmla="*/ 0 h 384"/>
                <a:gd name="T36" fmla="*/ 362 w 374"/>
                <a:gd name="T37"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4" h="384">
                  <a:moveTo>
                    <a:pt x="362" y="0"/>
                  </a:moveTo>
                  <a:lnTo>
                    <a:pt x="16" y="0"/>
                  </a:lnTo>
                  <a:lnTo>
                    <a:pt x="16" y="0"/>
                  </a:lnTo>
                  <a:lnTo>
                    <a:pt x="16" y="146"/>
                  </a:lnTo>
                  <a:lnTo>
                    <a:pt x="16" y="146"/>
                  </a:lnTo>
                  <a:lnTo>
                    <a:pt x="16" y="190"/>
                  </a:lnTo>
                  <a:lnTo>
                    <a:pt x="14" y="232"/>
                  </a:lnTo>
                  <a:lnTo>
                    <a:pt x="8" y="308"/>
                  </a:lnTo>
                  <a:lnTo>
                    <a:pt x="0" y="384"/>
                  </a:lnTo>
                  <a:lnTo>
                    <a:pt x="374" y="384"/>
                  </a:lnTo>
                  <a:lnTo>
                    <a:pt x="374" y="384"/>
                  </a:lnTo>
                  <a:lnTo>
                    <a:pt x="370" y="276"/>
                  </a:lnTo>
                  <a:lnTo>
                    <a:pt x="366" y="186"/>
                  </a:lnTo>
                  <a:lnTo>
                    <a:pt x="366" y="134"/>
                  </a:lnTo>
                  <a:lnTo>
                    <a:pt x="366" y="148"/>
                  </a:lnTo>
                  <a:lnTo>
                    <a:pt x="366" y="148"/>
                  </a:lnTo>
                  <a:lnTo>
                    <a:pt x="366" y="102"/>
                  </a:lnTo>
                  <a:lnTo>
                    <a:pt x="362" y="0"/>
                  </a:lnTo>
                  <a:lnTo>
                    <a:pt x="362"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2" name="Freeform 206"/>
            <p:cNvSpPr>
              <a:spLocks/>
            </p:cNvSpPr>
            <p:nvPr/>
          </p:nvSpPr>
          <p:spPr bwMode="auto">
            <a:xfrm>
              <a:off x="2904671" y="3185886"/>
              <a:ext cx="396875" cy="463550"/>
            </a:xfrm>
            <a:custGeom>
              <a:avLst/>
              <a:gdLst>
                <a:gd name="T0" fmla="*/ 146 w 250"/>
                <a:gd name="T1" fmla="*/ 0 h 292"/>
                <a:gd name="T2" fmla="*/ 146 w 250"/>
                <a:gd name="T3" fmla="*/ 0 h 292"/>
                <a:gd name="T4" fmla="*/ 134 w 250"/>
                <a:gd name="T5" fmla="*/ 14 h 292"/>
                <a:gd name="T6" fmla="*/ 118 w 250"/>
                <a:gd name="T7" fmla="*/ 34 h 292"/>
                <a:gd name="T8" fmla="*/ 100 w 250"/>
                <a:gd name="T9" fmla="*/ 60 h 292"/>
                <a:gd name="T10" fmla="*/ 78 w 250"/>
                <a:gd name="T11" fmla="*/ 94 h 292"/>
                <a:gd name="T12" fmla="*/ 52 w 250"/>
                <a:gd name="T13" fmla="*/ 138 h 292"/>
                <a:gd name="T14" fmla="*/ 26 w 250"/>
                <a:gd name="T15" fmla="*/ 188 h 292"/>
                <a:gd name="T16" fmla="*/ 0 w 250"/>
                <a:gd name="T17" fmla="*/ 244 h 292"/>
                <a:gd name="T18" fmla="*/ 146 w 250"/>
                <a:gd name="T19" fmla="*/ 292 h 292"/>
                <a:gd name="T20" fmla="*/ 250 w 250"/>
                <a:gd name="T21" fmla="*/ 118 h 292"/>
                <a:gd name="T22" fmla="*/ 250 w 250"/>
                <a:gd name="T23" fmla="*/ 118 h 292"/>
                <a:gd name="T24" fmla="*/ 250 w 250"/>
                <a:gd name="T25" fmla="*/ 100 h 292"/>
                <a:gd name="T26" fmla="*/ 250 w 250"/>
                <a:gd name="T27" fmla="*/ 84 h 292"/>
                <a:gd name="T28" fmla="*/ 246 w 250"/>
                <a:gd name="T29" fmla="*/ 64 h 292"/>
                <a:gd name="T30" fmla="*/ 240 w 250"/>
                <a:gd name="T31" fmla="*/ 52 h 292"/>
                <a:gd name="T32" fmla="*/ 234 w 250"/>
                <a:gd name="T33" fmla="*/ 42 h 292"/>
                <a:gd name="T34" fmla="*/ 226 w 250"/>
                <a:gd name="T35" fmla="*/ 32 h 292"/>
                <a:gd name="T36" fmla="*/ 216 w 250"/>
                <a:gd name="T37" fmla="*/ 24 h 292"/>
                <a:gd name="T38" fmla="*/ 202 w 250"/>
                <a:gd name="T39" fmla="*/ 16 h 292"/>
                <a:gd name="T40" fmla="*/ 186 w 250"/>
                <a:gd name="T41" fmla="*/ 8 h 292"/>
                <a:gd name="T42" fmla="*/ 168 w 250"/>
                <a:gd name="T43" fmla="*/ 2 h 292"/>
                <a:gd name="T44" fmla="*/ 146 w 250"/>
                <a:gd name="T45" fmla="*/ 0 h 292"/>
                <a:gd name="T46" fmla="*/ 146 w 250"/>
                <a:gd name="T4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0" h="292">
                  <a:moveTo>
                    <a:pt x="146" y="0"/>
                  </a:moveTo>
                  <a:lnTo>
                    <a:pt x="146" y="0"/>
                  </a:lnTo>
                  <a:lnTo>
                    <a:pt x="134" y="14"/>
                  </a:lnTo>
                  <a:lnTo>
                    <a:pt x="118" y="34"/>
                  </a:lnTo>
                  <a:lnTo>
                    <a:pt x="100" y="60"/>
                  </a:lnTo>
                  <a:lnTo>
                    <a:pt x="78" y="94"/>
                  </a:lnTo>
                  <a:lnTo>
                    <a:pt x="52" y="138"/>
                  </a:lnTo>
                  <a:lnTo>
                    <a:pt x="26" y="188"/>
                  </a:lnTo>
                  <a:lnTo>
                    <a:pt x="0" y="244"/>
                  </a:lnTo>
                  <a:lnTo>
                    <a:pt x="146" y="292"/>
                  </a:lnTo>
                  <a:lnTo>
                    <a:pt x="250" y="118"/>
                  </a:lnTo>
                  <a:lnTo>
                    <a:pt x="250" y="118"/>
                  </a:lnTo>
                  <a:lnTo>
                    <a:pt x="250" y="100"/>
                  </a:lnTo>
                  <a:lnTo>
                    <a:pt x="250" y="84"/>
                  </a:lnTo>
                  <a:lnTo>
                    <a:pt x="246" y="64"/>
                  </a:lnTo>
                  <a:lnTo>
                    <a:pt x="240" y="52"/>
                  </a:lnTo>
                  <a:lnTo>
                    <a:pt x="234" y="42"/>
                  </a:lnTo>
                  <a:lnTo>
                    <a:pt x="226" y="32"/>
                  </a:lnTo>
                  <a:lnTo>
                    <a:pt x="216" y="24"/>
                  </a:lnTo>
                  <a:lnTo>
                    <a:pt x="202" y="16"/>
                  </a:lnTo>
                  <a:lnTo>
                    <a:pt x="186" y="8"/>
                  </a:lnTo>
                  <a:lnTo>
                    <a:pt x="168" y="2"/>
                  </a:lnTo>
                  <a:lnTo>
                    <a:pt x="146" y="0"/>
                  </a:lnTo>
                  <a:lnTo>
                    <a:pt x="146"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3" name="Freeform 207"/>
            <p:cNvSpPr>
              <a:spLocks/>
            </p:cNvSpPr>
            <p:nvPr/>
          </p:nvSpPr>
          <p:spPr bwMode="auto">
            <a:xfrm>
              <a:off x="3777796" y="3195411"/>
              <a:ext cx="412750" cy="476250"/>
            </a:xfrm>
            <a:custGeom>
              <a:avLst/>
              <a:gdLst>
                <a:gd name="T0" fmla="*/ 112 w 260"/>
                <a:gd name="T1" fmla="*/ 0 h 300"/>
                <a:gd name="T2" fmla="*/ 112 w 260"/>
                <a:gd name="T3" fmla="*/ 0 h 300"/>
                <a:gd name="T4" fmla="*/ 124 w 260"/>
                <a:gd name="T5" fmla="*/ 14 h 300"/>
                <a:gd name="T6" fmla="*/ 140 w 260"/>
                <a:gd name="T7" fmla="*/ 34 h 300"/>
                <a:gd name="T8" fmla="*/ 160 w 260"/>
                <a:gd name="T9" fmla="*/ 58 h 300"/>
                <a:gd name="T10" fmla="*/ 182 w 260"/>
                <a:gd name="T11" fmla="*/ 92 h 300"/>
                <a:gd name="T12" fmla="*/ 208 w 260"/>
                <a:gd name="T13" fmla="*/ 134 h 300"/>
                <a:gd name="T14" fmla="*/ 234 w 260"/>
                <a:gd name="T15" fmla="*/ 182 h 300"/>
                <a:gd name="T16" fmla="*/ 260 w 260"/>
                <a:gd name="T17" fmla="*/ 240 h 300"/>
                <a:gd name="T18" fmla="*/ 106 w 260"/>
                <a:gd name="T19" fmla="*/ 300 h 300"/>
                <a:gd name="T20" fmla="*/ 0 w 260"/>
                <a:gd name="T21" fmla="*/ 118 h 300"/>
                <a:gd name="T22" fmla="*/ 0 w 260"/>
                <a:gd name="T23" fmla="*/ 118 h 300"/>
                <a:gd name="T24" fmla="*/ 0 w 260"/>
                <a:gd name="T25" fmla="*/ 102 h 300"/>
                <a:gd name="T26" fmla="*/ 2 w 260"/>
                <a:gd name="T27" fmla="*/ 84 h 300"/>
                <a:gd name="T28" fmla="*/ 8 w 260"/>
                <a:gd name="T29" fmla="*/ 64 h 300"/>
                <a:gd name="T30" fmla="*/ 14 w 260"/>
                <a:gd name="T31" fmla="*/ 54 h 300"/>
                <a:gd name="T32" fmla="*/ 20 w 260"/>
                <a:gd name="T33" fmla="*/ 44 h 300"/>
                <a:gd name="T34" fmla="*/ 30 w 260"/>
                <a:gd name="T35" fmla="*/ 34 h 300"/>
                <a:gd name="T36" fmla="*/ 40 w 260"/>
                <a:gd name="T37" fmla="*/ 24 h 300"/>
                <a:gd name="T38" fmla="*/ 54 w 260"/>
                <a:gd name="T39" fmla="*/ 16 h 300"/>
                <a:gd name="T40" fmla="*/ 70 w 260"/>
                <a:gd name="T41" fmla="*/ 10 h 300"/>
                <a:gd name="T42" fmla="*/ 88 w 260"/>
                <a:gd name="T43" fmla="*/ 4 h 300"/>
                <a:gd name="T44" fmla="*/ 112 w 260"/>
                <a:gd name="T45" fmla="*/ 0 h 300"/>
                <a:gd name="T46" fmla="*/ 112 w 260"/>
                <a:gd name="T47"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0" h="300">
                  <a:moveTo>
                    <a:pt x="112" y="0"/>
                  </a:moveTo>
                  <a:lnTo>
                    <a:pt x="112" y="0"/>
                  </a:lnTo>
                  <a:lnTo>
                    <a:pt x="124" y="14"/>
                  </a:lnTo>
                  <a:lnTo>
                    <a:pt x="140" y="34"/>
                  </a:lnTo>
                  <a:lnTo>
                    <a:pt x="160" y="58"/>
                  </a:lnTo>
                  <a:lnTo>
                    <a:pt x="182" y="92"/>
                  </a:lnTo>
                  <a:lnTo>
                    <a:pt x="208" y="134"/>
                  </a:lnTo>
                  <a:lnTo>
                    <a:pt x="234" y="182"/>
                  </a:lnTo>
                  <a:lnTo>
                    <a:pt x="260" y="240"/>
                  </a:lnTo>
                  <a:lnTo>
                    <a:pt x="106" y="300"/>
                  </a:lnTo>
                  <a:lnTo>
                    <a:pt x="0" y="118"/>
                  </a:lnTo>
                  <a:lnTo>
                    <a:pt x="0" y="118"/>
                  </a:lnTo>
                  <a:lnTo>
                    <a:pt x="0" y="102"/>
                  </a:lnTo>
                  <a:lnTo>
                    <a:pt x="2" y="84"/>
                  </a:lnTo>
                  <a:lnTo>
                    <a:pt x="8" y="64"/>
                  </a:lnTo>
                  <a:lnTo>
                    <a:pt x="14" y="54"/>
                  </a:lnTo>
                  <a:lnTo>
                    <a:pt x="20" y="44"/>
                  </a:lnTo>
                  <a:lnTo>
                    <a:pt x="30" y="34"/>
                  </a:lnTo>
                  <a:lnTo>
                    <a:pt x="40" y="24"/>
                  </a:lnTo>
                  <a:lnTo>
                    <a:pt x="54" y="16"/>
                  </a:lnTo>
                  <a:lnTo>
                    <a:pt x="70" y="10"/>
                  </a:lnTo>
                  <a:lnTo>
                    <a:pt x="88" y="4"/>
                  </a:lnTo>
                  <a:lnTo>
                    <a:pt x="112" y="0"/>
                  </a:lnTo>
                  <a:lnTo>
                    <a:pt x="112"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4" name="Freeform 208"/>
            <p:cNvSpPr>
              <a:spLocks/>
            </p:cNvSpPr>
            <p:nvPr/>
          </p:nvSpPr>
          <p:spPr bwMode="auto">
            <a:xfrm>
              <a:off x="3263446" y="2233386"/>
              <a:ext cx="558800" cy="387350"/>
            </a:xfrm>
            <a:custGeom>
              <a:avLst/>
              <a:gdLst>
                <a:gd name="T0" fmla="*/ 174 w 352"/>
                <a:gd name="T1" fmla="*/ 134 h 244"/>
                <a:gd name="T2" fmla="*/ 154 w 352"/>
                <a:gd name="T3" fmla="*/ 124 h 244"/>
                <a:gd name="T4" fmla="*/ 120 w 352"/>
                <a:gd name="T5" fmla="*/ 116 h 244"/>
                <a:gd name="T6" fmla="*/ 94 w 352"/>
                <a:gd name="T7" fmla="*/ 116 h 244"/>
                <a:gd name="T8" fmla="*/ 66 w 352"/>
                <a:gd name="T9" fmla="*/ 128 h 244"/>
                <a:gd name="T10" fmla="*/ 38 w 352"/>
                <a:gd name="T11" fmla="*/ 152 h 244"/>
                <a:gd name="T12" fmla="*/ 16 w 352"/>
                <a:gd name="T13" fmla="*/ 196 h 244"/>
                <a:gd name="T14" fmla="*/ 6 w 352"/>
                <a:gd name="T15" fmla="*/ 226 h 244"/>
                <a:gd name="T16" fmla="*/ 2 w 352"/>
                <a:gd name="T17" fmla="*/ 198 h 244"/>
                <a:gd name="T18" fmla="*/ 0 w 352"/>
                <a:gd name="T19" fmla="*/ 148 h 244"/>
                <a:gd name="T20" fmla="*/ 8 w 352"/>
                <a:gd name="T21" fmla="*/ 110 h 244"/>
                <a:gd name="T22" fmla="*/ 26 w 352"/>
                <a:gd name="T23" fmla="*/ 72 h 244"/>
                <a:gd name="T24" fmla="*/ 58 w 352"/>
                <a:gd name="T25" fmla="*/ 38 h 244"/>
                <a:gd name="T26" fmla="*/ 108 w 352"/>
                <a:gd name="T27" fmla="*/ 12 h 244"/>
                <a:gd name="T28" fmla="*/ 142 w 352"/>
                <a:gd name="T29" fmla="*/ 2 h 244"/>
                <a:gd name="T30" fmla="*/ 174 w 352"/>
                <a:gd name="T31" fmla="*/ 0 h 244"/>
                <a:gd name="T32" fmla="*/ 228 w 352"/>
                <a:gd name="T33" fmla="*/ 4 h 244"/>
                <a:gd name="T34" fmla="*/ 268 w 352"/>
                <a:gd name="T35" fmla="*/ 14 h 244"/>
                <a:gd name="T36" fmla="*/ 304 w 352"/>
                <a:gd name="T37" fmla="*/ 34 h 244"/>
                <a:gd name="T38" fmla="*/ 334 w 352"/>
                <a:gd name="T39" fmla="*/ 68 h 244"/>
                <a:gd name="T40" fmla="*/ 344 w 352"/>
                <a:gd name="T41" fmla="*/ 90 h 244"/>
                <a:gd name="T42" fmla="*/ 350 w 352"/>
                <a:gd name="T43" fmla="*/ 114 h 244"/>
                <a:gd name="T44" fmla="*/ 352 w 352"/>
                <a:gd name="T45" fmla="*/ 146 h 244"/>
                <a:gd name="T46" fmla="*/ 352 w 352"/>
                <a:gd name="T47" fmla="*/ 178 h 244"/>
                <a:gd name="T48" fmla="*/ 342 w 352"/>
                <a:gd name="T49" fmla="*/ 244 h 244"/>
                <a:gd name="T50" fmla="*/ 340 w 352"/>
                <a:gd name="T51" fmla="*/ 236 h 244"/>
                <a:gd name="T52" fmla="*/ 324 w 352"/>
                <a:gd name="T53" fmla="*/ 186 h 244"/>
                <a:gd name="T54" fmla="*/ 308 w 352"/>
                <a:gd name="T55" fmla="*/ 158 h 244"/>
                <a:gd name="T56" fmla="*/ 286 w 352"/>
                <a:gd name="T57" fmla="*/ 132 h 244"/>
                <a:gd name="T58" fmla="*/ 256 w 352"/>
                <a:gd name="T59" fmla="*/ 116 h 244"/>
                <a:gd name="T60" fmla="*/ 220 w 352"/>
                <a:gd name="T61" fmla="*/ 114 h 244"/>
                <a:gd name="T62" fmla="*/ 174 w 352"/>
                <a:gd name="T63" fmla="*/ 13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2" h="244">
                  <a:moveTo>
                    <a:pt x="174" y="134"/>
                  </a:moveTo>
                  <a:lnTo>
                    <a:pt x="174" y="134"/>
                  </a:lnTo>
                  <a:lnTo>
                    <a:pt x="170" y="132"/>
                  </a:lnTo>
                  <a:lnTo>
                    <a:pt x="154" y="124"/>
                  </a:lnTo>
                  <a:lnTo>
                    <a:pt x="134" y="118"/>
                  </a:lnTo>
                  <a:lnTo>
                    <a:pt x="120" y="116"/>
                  </a:lnTo>
                  <a:lnTo>
                    <a:pt x="108" y="114"/>
                  </a:lnTo>
                  <a:lnTo>
                    <a:pt x="94" y="116"/>
                  </a:lnTo>
                  <a:lnTo>
                    <a:pt x="80" y="120"/>
                  </a:lnTo>
                  <a:lnTo>
                    <a:pt x="66" y="128"/>
                  </a:lnTo>
                  <a:lnTo>
                    <a:pt x="52" y="138"/>
                  </a:lnTo>
                  <a:lnTo>
                    <a:pt x="38" y="152"/>
                  </a:lnTo>
                  <a:lnTo>
                    <a:pt x="26" y="172"/>
                  </a:lnTo>
                  <a:lnTo>
                    <a:pt x="16" y="196"/>
                  </a:lnTo>
                  <a:lnTo>
                    <a:pt x="6" y="226"/>
                  </a:lnTo>
                  <a:lnTo>
                    <a:pt x="6" y="226"/>
                  </a:lnTo>
                  <a:lnTo>
                    <a:pt x="4" y="218"/>
                  </a:lnTo>
                  <a:lnTo>
                    <a:pt x="2" y="198"/>
                  </a:lnTo>
                  <a:lnTo>
                    <a:pt x="0" y="166"/>
                  </a:lnTo>
                  <a:lnTo>
                    <a:pt x="0" y="148"/>
                  </a:lnTo>
                  <a:lnTo>
                    <a:pt x="2" y="130"/>
                  </a:lnTo>
                  <a:lnTo>
                    <a:pt x="8" y="110"/>
                  </a:lnTo>
                  <a:lnTo>
                    <a:pt x="16" y="90"/>
                  </a:lnTo>
                  <a:lnTo>
                    <a:pt x="26" y="72"/>
                  </a:lnTo>
                  <a:lnTo>
                    <a:pt x="40" y="54"/>
                  </a:lnTo>
                  <a:lnTo>
                    <a:pt x="58" y="38"/>
                  </a:lnTo>
                  <a:lnTo>
                    <a:pt x="82" y="24"/>
                  </a:lnTo>
                  <a:lnTo>
                    <a:pt x="108" y="12"/>
                  </a:lnTo>
                  <a:lnTo>
                    <a:pt x="142" y="2"/>
                  </a:lnTo>
                  <a:lnTo>
                    <a:pt x="142" y="2"/>
                  </a:lnTo>
                  <a:lnTo>
                    <a:pt x="150" y="2"/>
                  </a:lnTo>
                  <a:lnTo>
                    <a:pt x="174" y="0"/>
                  </a:lnTo>
                  <a:lnTo>
                    <a:pt x="208" y="2"/>
                  </a:lnTo>
                  <a:lnTo>
                    <a:pt x="228" y="4"/>
                  </a:lnTo>
                  <a:lnTo>
                    <a:pt x="248" y="8"/>
                  </a:lnTo>
                  <a:lnTo>
                    <a:pt x="268" y="14"/>
                  </a:lnTo>
                  <a:lnTo>
                    <a:pt x="286" y="24"/>
                  </a:lnTo>
                  <a:lnTo>
                    <a:pt x="304" y="34"/>
                  </a:lnTo>
                  <a:lnTo>
                    <a:pt x="320" y="50"/>
                  </a:lnTo>
                  <a:lnTo>
                    <a:pt x="334" y="68"/>
                  </a:lnTo>
                  <a:lnTo>
                    <a:pt x="340" y="78"/>
                  </a:lnTo>
                  <a:lnTo>
                    <a:pt x="344" y="90"/>
                  </a:lnTo>
                  <a:lnTo>
                    <a:pt x="348" y="102"/>
                  </a:lnTo>
                  <a:lnTo>
                    <a:pt x="350" y="114"/>
                  </a:lnTo>
                  <a:lnTo>
                    <a:pt x="352" y="130"/>
                  </a:lnTo>
                  <a:lnTo>
                    <a:pt x="352" y="146"/>
                  </a:lnTo>
                  <a:lnTo>
                    <a:pt x="352" y="146"/>
                  </a:lnTo>
                  <a:lnTo>
                    <a:pt x="352" y="178"/>
                  </a:lnTo>
                  <a:lnTo>
                    <a:pt x="348" y="208"/>
                  </a:lnTo>
                  <a:lnTo>
                    <a:pt x="342" y="244"/>
                  </a:lnTo>
                  <a:lnTo>
                    <a:pt x="342" y="244"/>
                  </a:lnTo>
                  <a:lnTo>
                    <a:pt x="340" y="236"/>
                  </a:lnTo>
                  <a:lnTo>
                    <a:pt x="334" y="214"/>
                  </a:lnTo>
                  <a:lnTo>
                    <a:pt x="324" y="186"/>
                  </a:lnTo>
                  <a:lnTo>
                    <a:pt x="318" y="172"/>
                  </a:lnTo>
                  <a:lnTo>
                    <a:pt x="308" y="158"/>
                  </a:lnTo>
                  <a:lnTo>
                    <a:pt x="298" y="144"/>
                  </a:lnTo>
                  <a:lnTo>
                    <a:pt x="286" y="132"/>
                  </a:lnTo>
                  <a:lnTo>
                    <a:pt x="272" y="122"/>
                  </a:lnTo>
                  <a:lnTo>
                    <a:pt x="256" y="116"/>
                  </a:lnTo>
                  <a:lnTo>
                    <a:pt x="240" y="114"/>
                  </a:lnTo>
                  <a:lnTo>
                    <a:pt x="220" y="114"/>
                  </a:lnTo>
                  <a:lnTo>
                    <a:pt x="198" y="122"/>
                  </a:lnTo>
                  <a:lnTo>
                    <a:pt x="174" y="134"/>
                  </a:lnTo>
                  <a:lnTo>
                    <a:pt x="174" y="13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5" name="Freeform 209"/>
            <p:cNvSpPr>
              <a:spLocks/>
            </p:cNvSpPr>
            <p:nvPr/>
          </p:nvSpPr>
          <p:spPr bwMode="auto">
            <a:xfrm>
              <a:off x="3247571" y="2061936"/>
              <a:ext cx="650875" cy="609600"/>
            </a:xfrm>
            <a:custGeom>
              <a:avLst/>
              <a:gdLst>
                <a:gd name="T0" fmla="*/ 352 w 410"/>
                <a:gd name="T1" fmla="*/ 384 h 384"/>
                <a:gd name="T2" fmla="*/ 352 w 410"/>
                <a:gd name="T3" fmla="*/ 360 h 384"/>
                <a:gd name="T4" fmla="*/ 356 w 410"/>
                <a:gd name="T5" fmla="*/ 320 h 384"/>
                <a:gd name="T6" fmla="*/ 374 w 410"/>
                <a:gd name="T7" fmla="*/ 270 h 384"/>
                <a:gd name="T8" fmla="*/ 362 w 410"/>
                <a:gd name="T9" fmla="*/ 254 h 384"/>
                <a:gd name="T10" fmla="*/ 364 w 410"/>
                <a:gd name="T11" fmla="*/ 240 h 384"/>
                <a:gd name="T12" fmla="*/ 368 w 410"/>
                <a:gd name="T13" fmla="*/ 208 h 384"/>
                <a:gd name="T14" fmla="*/ 382 w 410"/>
                <a:gd name="T15" fmla="*/ 174 h 384"/>
                <a:gd name="T16" fmla="*/ 394 w 410"/>
                <a:gd name="T17" fmla="*/ 160 h 384"/>
                <a:gd name="T18" fmla="*/ 410 w 410"/>
                <a:gd name="T19" fmla="*/ 152 h 384"/>
                <a:gd name="T20" fmla="*/ 352 w 410"/>
                <a:gd name="T21" fmla="*/ 194 h 384"/>
                <a:gd name="T22" fmla="*/ 352 w 410"/>
                <a:gd name="T23" fmla="*/ 182 h 384"/>
                <a:gd name="T24" fmla="*/ 358 w 410"/>
                <a:gd name="T25" fmla="*/ 162 h 384"/>
                <a:gd name="T26" fmla="*/ 380 w 410"/>
                <a:gd name="T27" fmla="*/ 130 h 384"/>
                <a:gd name="T28" fmla="*/ 400 w 410"/>
                <a:gd name="T29" fmla="*/ 108 h 384"/>
                <a:gd name="T30" fmla="*/ 366 w 410"/>
                <a:gd name="T31" fmla="*/ 120 h 384"/>
                <a:gd name="T32" fmla="*/ 340 w 410"/>
                <a:gd name="T33" fmla="*/ 132 h 384"/>
                <a:gd name="T34" fmla="*/ 324 w 410"/>
                <a:gd name="T35" fmla="*/ 150 h 384"/>
                <a:gd name="T36" fmla="*/ 320 w 410"/>
                <a:gd name="T37" fmla="*/ 138 h 384"/>
                <a:gd name="T38" fmla="*/ 316 w 410"/>
                <a:gd name="T39" fmla="*/ 108 h 384"/>
                <a:gd name="T40" fmla="*/ 322 w 410"/>
                <a:gd name="T41" fmla="*/ 78 h 384"/>
                <a:gd name="T42" fmla="*/ 334 w 410"/>
                <a:gd name="T43" fmla="*/ 54 h 384"/>
                <a:gd name="T44" fmla="*/ 354 w 410"/>
                <a:gd name="T45" fmla="*/ 30 h 384"/>
                <a:gd name="T46" fmla="*/ 366 w 410"/>
                <a:gd name="T47" fmla="*/ 18 h 384"/>
                <a:gd name="T48" fmla="*/ 342 w 410"/>
                <a:gd name="T49" fmla="*/ 18 h 384"/>
                <a:gd name="T50" fmla="*/ 310 w 410"/>
                <a:gd name="T51" fmla="*/ 30 h 384"/>
                <a:gd name="T52" fmla="*/ 294 w 410"/>
                <a:gd name="T53" fmla="*/ 44 h 384"/>
                <a:gd name="T54" fmla="*/ 278 w 410"/>
                <a:gd name="T55" fmla="*/ 64 h 384"/>
                <a:gd name="T56" fmla="*/ 264 w 410"/>
                <a:gd name="T57" fmla="*/ 92 h 384"/>
                <a:gd name="T58" fmla="*/ 262 w 410"/>
                <a:gd name="T59" fmla="*/ 84 h 384"/>
                <a:gd name="T60" fmla="*/ 256 w 410"/>
                <a:gd name="T61" fmla="*/ 46 h 384"/>
                <a:gd name="T62" fmla="*/ 240 w 410"/>
                <a:gd name="T63" fmla="*/ 16 h 384"/>
                <a:gd name="T64" fmla="*/ 226 w 410"/>
                <a:gd name="T65" fmla="*/ 0 h 384"/>
                <a:gd name="T66" fmla="*/ 236 w 410"/>
                <a:gd name="T67" fmla="*/ 26 h 384"/>
                <a:gd name="T68" fmla="*/ 238 w 410"/>
                <a:gd name="T69" fmla="*/ 50 h 384"/>
                <a:gd name="T70" fmla="*/ 226 w 410"/>
                <a:gd name="T71" fmla="*/ 76 h 384"/>
                <a:gd name="T72" fmla="*/ 220 w 410"/>
                <a:gd name="T73" fmla="*/ 74 h 384"/>
                <a:gd name="T74" fmla="*/ 174 w 410"/>
                <a:gd name="T75" fmla="*/ 66 h 384"/>
                <a:gd name="T76" fmla="*/ 140 w 410"/>
                <a:gd name="T77" fmla="*/ 68 h 384"/>
                <a:gd name="T78" fmla="*/ 104 w 410"/>
                <a:gd name="T79" fmla="*/ 78 h 384"/>
                <a:gd name="T80" fmla="*/ 66 w 410"/>
                <a:gd name="T81" fmla="*/ 96 h 384"/>
                <a:gd name="T82" fmla="*/ 30 w 410"/>
                <a:gd name="T83" fmla="*/ 130 h 384"/>
                <a:gd name="T84" fmla="*/ 0 w 410"/>
                <a:gd name="T85" fmla="*/ 180 h 384"/>
                <a:gd name="T86" fmla="*/ 4 w 410"/>
                <a:gd name="T87" fmla="*/ 176 h 384"/>
                <a:gd name="T88" fmla="*/ 24 w 410"/>
                <a:gd name="T89" fmla="*/ 162 h 384"/>
                <a:gd name="T90" fmla="*/ 42 w 410"/>
                <a:gd name="T91" fmla="*/ 156 h 384"/>
                <a:gd name="T92" fmla="*/ 50 w 410"/>
                <a:gd name="T93" fmla="*/ 158 h 384"/>
                <a:gd name="T94" fmla="*/ 38 w 410"/>
                <a:gd name="T95" fmla="*/ 164 h 384"/>
                <a:gd name="T96" fmla="*/ 20 w 410"/>
                <a:gd name="T97" fmla="*/ 184 h 384"/>
                <a:gd name="T98" fmla="*/ 4 w 410"/>
                <a:gd name="T99" fmla="*/ 224 h 384"/>
                <a:gd name="T100" fmla="*/ 28 w 410"/>
                <a:gd name="T101" fmla="*/ 230 h 384"/>
                <a:gd name="T102" fmla="*/ 260 w 410"/>
                <a:gd name="T103" fmla="*/ 206 h 384"/>
                <a:gd name="T104" fmla="*/ 352 w 410"/>
                <a:gd name="T10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0" h="384">
                  <a:moveTo>
                    <a:pt x="352" y="384"/>
                  </a:moveTo>
                  <a:lnTo>
                    <a:pt x="352" y="384"/>
                  </a:lnTo>
                  <a:lnTo>
                    <a:pt x="352" y="372"/>
                  </a:lnTo>
                  <a:lnTo>
                    <a:pt x="352" y="360"/>
                  </a:lnTo>
                  <a:lnTo>
                    <a:pt x="352" y="342"/>
                  </a:lnTo>
                  <a:lnTo>
                    <a:pt x="356" y="320"/>
                  </a:lnTo>
                  <a:lnTo>
                    <a:pt x="364" y="298"/>
                  </a:lnTo>
                  <a:lnTo>
                    <a:pt x="374" y="270"/>
                  </a:lnTo>
                  <a:lnTo>
                    <a:pt x="392" y="242"/>
                  </a:lnTo>
                  <a:lnTo>
                    <a:pt x="362" y="254"/>
                  </a:lnTo>
                  <a:lnTo>
                    <a:pt x="362" y="254"/>
                  </a:lnTo>
                  <a:lnTo>
                    <a:pt x="364" y="240"/>
                  </a:lnTo>
                  <a:lnTo>
                    <a:pt x="366" y="224"/>
                  </a:lnTo>
                  <a:lnTo>
                    <a:pt x="368" y="208"/>
                  </a:lnTo>
                  <a:lnTo>
                    <a:pt x="374" y="190"/>
                  </a:lnTo>
                  <a:lnTo>
                    <a:pt x="382" y="174"/>
                  </a:lnTo>
                  <a:lnTo>
                    <a:pt x="388" y="166"/>
                  </a:lnTo>
                  <a:lnTo>
                    <a:pt x="394" y="160"/>
                  </a:lnTo>
                  <a:lnTo>
                    <a:pt x="402" y="156"/>
                  </a:lnTo>
                  <a:lnTo>
                    <a:pt x="410" y="152"/>
                  </a:lnTo>
                  <a:lnTo>
                    <a:pt x="352" y="194"/>
                  </a:lnTo>
                  <a:lnTo>
                    <a:pt x="352" y="194"/>
                  </a:lnTo>
                  <a:lnTo>
                    <a:pt x="352" y="188"/>
                  </a:lnTo>
                  <a:lnTo>
                    <a:pt x="352" y="182"/>
                  </a:lnTo>
                  <a:lnTo>
                    <a:pt x="352" y="174"/>
                  </a:lnTo>
                  <a:lnTo>
                    <a:pt x="358" y="162"/>
                  </a:lnTo>
                  <a:lnTo>
                    <a:pt x="366" y="148"/>
                  </a:lnTo>
                  <a:lnTo>
                    <a:pt x="380" y="130"/>
                  </a:lnTo>
                  <a:lnTo>
                    <a:pt x="400" y="108"/>
                  </a:lnTo>
                  <a:lnTo>
                    <a:pt x="400" y="108"/>
                  </a:lnTo>
                  <a:lnTo>
                    <a:pt x="390" y="112"/>
                  </a:lnTo>
                  <a:lnTo>
                    <a:pt x="366" y="120"/>
                  </a:lnTo>
                  <a:lnTo>
                    <a:pt x="352" y="126"/>
                  </a:lnTo>
                  <a:lnTo>
                    <a:pt x="340" y="132"/>
                  </a:lnTo>
                  <a:lnTo>
                    <a:pt x="330" y="140"/>
                  </a:lnTo>
                  <a:lnTo>
                    <a:pt x="324" y="150"/>
                  </a:lnTo>
                  <a:lnTo>
                    <a:pt x="324" y="150"/>
                  </a:lnTo>
                  <a:lnTo>
                    <a:pt x="320" y="138"/>
                  </a:lnTo>
                  <a:lnTo>
                    <a:pt x="316" y="126"/>
                  </a:lnTo>
                  <a:lnTo>
                    <a:pt x="316" y="108"/>
                  </a:lnTo>
                  <a:lnTo>
                    <a:pt x="320" y="88"/>
                  </a:lnTo>
                  <a:lnTo>
                    <a:pt x="322" y="78"/>
                  </a:lnTo>
                  <a:lnTo>
                    <a:pt x="328" y="66"/>
                  </a:lnTo>
                  <a:lnTo>
                    <a:pt x="334" y="54"/>
                  </a:lnTo>
                  <a:lnTo>
                    <a:pt x="342" y="42"/>
                  </a:lnTo>
                  <a:lnTo>
                    <a:pt x="354" y="30"/>
                  </a:lnTo>
                  <a:lnTo>
                    <a:pt x="366" y="18"/>
                  </a:lnTo>
                  <a:lnTo>
                    <a:pt x="366" y="18"/>
                  </a:lnTo>
                  <a:lnTo>
                    <a:pt x="356" y="18"/>
                  </a:lnTo>
                  <a:lnTo>
                    <a:pt x="342" y="18"/>
                  </a:lnTo>
                  <a:lnTo>
                    <a:pt x="328" y="22"/>
                  </a:lnTo>
                  <a:lnTo>
                    <a:pt x="310" y="30"/>
                  </a:lnTo>
                  <a:lnTo>
                    <a:pt x="302" y="36"/>
                  </a:lnTo>
                  <a:lnTo>
                    <a:pt x="294" y="44"/>
                  </a:lnTo>
                  <a:lnTo>
                    <a:pt x="286" y="54"/>
                  </a:lnTo>
                  <a:lnTo>
                    <a:pt x="278" y="64"/>
                  </a:lnTo>
                  <a:lnTo>
                    <a:pt x="270" y="78"/>
                  </a:lnTo>
                  <a:lnTo>
                    <a:pt x="264" y="92"/>
                  </a:lnTo>
                  <a:lnTo>
                    <a:pt x="264" y="92"/>
                  </a:lnTo>
                  <a:lnTo>
                    <a:pt x="262" y="84"/>
                  </a:lnTo>
                  <a:lnTo>
                    <a:pt x="260" y="62"/>
                  </a:lnTo>
                  <a:lnTo>
                    <a:pt x="256" y="46"/>
                  </a:lnTo>
                  <a:lnTo>
                    <a:pt x="248" y="32"/>
                  </a:lnTo>
                  <a:lnTo>
                    <a:pt x="240" y="16"/>
                  </a:lnTo>
                  <a:lnTo>
                    <a:pt x="226" y="0"/>
                  </a:lnTo>
                  <a:lnTo>
                    <a:pt x="226" y="0"/>
                  </a:lnTo>
                  <a:lnTo>
                    <a:pt x="230" y="6"/>
                  </a:lnTo>
                  <a:lnTo>
                    <a:pt x="236" y="26"/>
                  </a:lnTo>
                  <a:lnTo>
                    <a:pt x="238" y="38"/>
                  </a:lnTo>
                  <a:lnTo>
                    <a:pt x="238" y="50"/>
                  </a:lnTo>
                  <a:lnTo>
                    <a:pt x="234" y="64"/>
                  </a:lnTo>
                  <a:lnTo>
                    <a:pt x="226" y="76"/>
                  </a:lnTo>
                  <a:lnTo>
                    <a:pt x="226" y="76"/>
                  </a:lnTo>
                  <a:lnTo>
                    <a:pt x="220" y="74"/>
                  </a:lnTo>
                  <a:lnTo>
                    <a:pt x="202" y="70"/>
                  </a:lnTo>
                  <a:lnTo>
                    <a:pt x="174" y="66"/>
                  </a:lnTo>
                  <a:lnTo>
                    <a:pt x="158" y="66"/>
                  </a:lnTo>
                  <a:lnTo>
                    <a:pt x="140" y="68"/>
                  </a:lnTo>
                  <a:lnTo>
                    <a:pt x="122" y="72"/>
                  </a:lnTo>
                  <a:lnTo>
                    <a:pt x="104" y="78"/>
                  </a:lnTo>
                  <a:lnTo>
                    <a:pt x="84" y="86"/>
                  </a:lnTo>
                  <a:lnTo>
                    <a:pt x="66" y="96"/>
                  </a:lnTo>
                  <a:lnTo>
                    <a:pt x="48" y="112"/>
                  </a:lnTo>
                  <a:lnTo>
                    <a:pt x="30" y="130"/>
                  </a:lnTo>
                  <a:lnTo>
                    <a:pt x="14" y="154"/>
                  </a:lnTo>
                  <a:lnTo>
                    <a:pt x="0" y="180"/>
                  </a:lnTo>
                  <a:lnTo>
                    <a:pt x="0" y="180"/>
                  </a:lnTo>
                  <a:lnTo>
                    <a:pt x="4" y="176"/>
                  </a:lnTo>
                  <a:lnTo>
                    <a:pt x="16" y="168"/>
                  </a:lnTo>
                  <a:lnTo>
                    <a:pt x="24" y="162"/>
                  </a:lnTo>
                  <a:lnTo>
                    <a:pt x="34" y="160"/>
                  </a:lnTo>
                  <a:lnTo>
                    <a:pt x="42" y="156"/>
                  </a:lnTo>
                  <a:lnTo>
                    <a:pt x="50" y="158"/>
                  </a:lnTo>
                  <a:lnTo>
                    <a:pt x="50" y="158"/>
                  </a:lnTo>
                  <a:lnTo>
                    <a:pt x="44" y="160"/>
                  </a:lnTo>
                  <a:lnTo>
                    <a:pt x="38" y="164"/>
                  </a:lnTo>
                  <a:lnTo>
                    <a:pt x="28" y="172"/>
                  </a:lnTo>
                  <a:lnTo>
                    <a:pt x="20" y="184"/>
                  </a:lnTo>
                  <a:lnTo>
                    <a:pt x="12" y="200"/>
                  </a:lnTo>
                  <a:lnTo>
                    <a:pt x="4" y="224"/>
                  </a:lnTo>
                  <a:lnTo>
                    <a:pt x="0" y="256"/>
                  </a:lnTo>
                  <a:lnTo>
                    <a:pt x="28" y="230"/>
                  </a:lnTo>
                  <a:lnTo>
                    <a:pt x="166" y="180"/>
                  </a:lnTo>
                  <a:lnTo>
                    <a:pt x="260" y="206"/>
                  </a:lnTo>
                  <a:lnTo>
                    <a:pt x="308" y="208"/>
                  </a:lnTo>
                  <a:lnTo>
                    <a:pt x="352" y="38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6" name="Freeform 210"/>
            <p:cNvSpPr>
              <a:spLocks/>
            </p:cNvSpPr>
            <p:nvPr/>
          </p:nvSpPr>
          <p:spPr bwMode="auto">
            <a:xfrm>
              <a:off x="3752396" y="2471511"/>
              <a:ext cx="66675" cy="200025"/>
            </a:xfrm>
            <a:custGeom>
              <a:avLst/>
              <a:gdLst>
                <a:gd name="T0" fmla="*/ 0 w 42"/>
                <a:gd name="T1" fmla="*/ 0 h 126"/>
                <a:gd name="T2" fmla="*/ 0 w 42"/>
                <a:gd name="T3" fmla="*/ 0 h 126"/>
                <a:gd name="T4" fmla="*/ 2 w 42"/>
                <a:gd name="T5" fmla="*/ 8 h 126"/>
                <a:gd name="T6" fmla="*/ 6 w 42"/>
                <a:gd name="T7" fmla="*/ 14 h 126"/>
                <a:gd name="T8" fmla="*/ 8 w 42"/>
                <a:gd name="T9" fmla="*/ 24 h 126"/>
                <a:gd name="T10" fmla="*/ 10 w 42"/>
                <a:gd name="T11" fmla="*/ 38 h 126"/>
                <a:gd name="T12" fmla="*/ 10 w 42"/>
                <a:gd name="T13" fmla="*/ 52 h 126"/>
                <a:gd name="T14" fmla="*/ 6 w 42"/>
                <a:gd name="T15" fmla="*/ 68 h 126"/>
                <a:gd name="T16" fmla="*/ 0 w 42"/>
                <a:gd name="T17" fmla="*/ 84 h 126"/>
                <a:gd name="T18" fmla="*/ 0 w 42"/>
                <a:gd name="T19" fmla="*/ 84 h 126"/>
                <a:gd name="T20" fmla="*/ 0 w 42"/>
                <a:gd name="T21" fmla="*/ 88 h 126"/>
                <a:gd name="T22" fmla="*/ 6 w 42"/>
                <a:gd name="T23" fmla="*/ 100 h 126"/>
                <a:gd name="T24" fmla="*/ 18 w 42"/>
                <a:gd name="T25" fmla="*/ 114 h 126"/>
                <a:gd name="T26" fmla="*/ 26 w 42"/>
                <a:gd name="T27" fmla="*/ 120 h 126"/>
                <a:gd name="T28" fmla="*/ 34 w 42"/>
                <a:gd name="T29" fmla="*/ 126 h 126"/>
                <a:gd name="T30" fmla="*/ 42 w 42"/>
                <a:gd name="T31" fmla="*/ 54 h 126"/>
                <a:gd name="T32" fmla="*/ 0 w 42"/>
                <a:gd name="T3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126">
                  <a:moveTo>
                    <a:pt x="0" y="0"/>
                  </a:moveTo>
                  <a:lnTo>
                    <a:pt x="0" y="0"/>
                  </a:lnTo>
                  <a:lnTo>
                    <a:pt x="2" y="8"/>
                  </a:lnTo>
                  <a:lnTo>
                    <a:pt x="6" y="14"/>
                  </a:lnTo>
                  <a:lnTo>
                    <a:pt x="8" y="24"/>
                  </a:lnTo>
                  <a:lnTo>
                    <a:pt x="10" y="38"/>
                  </a:lnTo>
                  <a:lnTo>
                    <a:pt x="10" y="52"/>
                  </a:lnTo>
                  <a:lnTo>
                    <a:pt x="6" y="68"/>
                  </a:lnTo>
                  <a:lnTo>
                    <a:pt x="0" y="84"/>
                  </a:lnTo>
                  <a:lnTo>
                    <a:pt x="0" y="84"/>
                  </a:lnTo>
                  <a:lnTo>
                    <a:pt x="0" y="88"/>
                  </a:lnTo>
                  <a:lnTo>
                    <a:pt x="6" y="100"/>
                  </a:lnTo>
                  <a:lnTo>
                    <a:pt x="18" y="114"/>
                  </a:lnTo>
                  <a:lnTo>
                    <a:pt x="26" y="120"/>
                  </a:lnTo>
                  <a:lnTo>
                    <a:pt x="34" y="126"/>
                  </a:lnTo>
                  <a:lnTo>
                    <a:pt x="42" y="54"/>
                  </a:lnTo>
                  <a:lnTo>
                    <a:pt x="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7" name="Freeform 211"/>
            <p:cNvSpPr>
              <a:spLocks/>
            </p:cNvSpPr>
            <p:nvPr/>
          </p:nvSpPr>
          <p:spPr bwMode="auto">
            <a:xfrm>
              <a:off x="3266621" y="2468336"/>
              <a:ext cx="63500" cy="196850"/>
            </a:xfrm>
            <a:custGeom>
              <a:avLst/>
              <a:gdLst>
                <a:gd name="T0" fmla="*/ 40 w 40"/>
                <a:gd name="T1" fmla="*/ 0 h 124"/>
                <a:gd name="T2" fmla="*/ 40 w 40"/>
                <a:gd name="T3" fmla="*/ 0 h 124"/>
                <a:gd name="T4" fmla="*/ 38 w 40"/>
                <a:gd name="T5" fmla="*/ 6 h 124"/>
                <a:gd name="T6" fmla="*/ 34 w 40"/>
                <a:gd name="T7" fmla="*/ 14 h 124"/>
                <a:gd name="T8" fmla="*/ 32 w 40"/>
                <a:gd name="T9" fmla="*/ 24 h 124"/>
                <a:gd name="T10" fmla="*/ 30 w 40"/>
                <a:gd name="T11" fmla="*/ 36 h 124"/>
                <a:gd name="T12" fmla="*/ 30 w 40"/>
                <a:gd name="T13" fmla="*/ 50 h 124"/>
                <a:gd name="T14" fmla="*/ 34 w 40"/>
                <a:gd name="T15" fmla="*/ 66 h 124"/>
                <a:gd name="T16" fmla="*/ 40 w 40"/>
                <a:gd name="T17" fmla="*/ 82 h 124"/>
                <a:gd name="T18" fmla="*/ 40 w 40"/>
                <a:gd name="T19" fmla="*/ 82 h 124"/>
                <a:gd name="T20" fmla="*/ 38 w 40"/>
                <a:gd name="T21" fmla="*/ 88 h 124"/>
                <a:gd name="T22" fmla="*/ 32 w 40"/>
                <a:gd name="T23" fmla="*/ 98 h 124"/>
                <a:gd name="T24" fmla="*/ 22 w 40"/>
                <a:gd name="T25" fmla="*/ 112 h 124"/>
                <a:gd name="T26" fmla="*/ 14 w 40"/>
                <a:gd name="T27" fmla="*/ 118 h 124"/>
                <a:gd name="T28" fmla="*/ 4 w 40"/>
                <a:gd name="T29" fmla="*/ 124 h 124"/>
                <a:gd name="T30" fmla="*/ 0 w 40"/>
                <a:gd name="T31" fmla="*/ 46 h 124"/>
                <a:gd name="T32" fmla="*/ 40 w 40"/>
                <a:gd name="T3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124">
                  <a:moveTo>
                    <a:pt x="40" y="0"/>
                  </a:moveTo>
                  <a:lnTo>
                    <a:pt x="40" y="0"/>
                  </a:lnTo>
                  <a:lnTo>
                    <a:pt x="38" y="6"/>
                  </a:lnTo>
                  <a:lnTo>
                    <a:pt x="34" y="14"/>
                  </a:lnTo>
                  <a:lnTo>
                    <a:pt x="32" y="24"/>
                  </a:lnTo>
                  <a:lnTo>
                    <a:pt x="30" y="36"/>
                  </a:lnTo>
                  <a:lnTo>
                    <a:pt x="30" y="50"/>
                  </a:lnTo>
                  <a:lnTo>
                    <a:pt x="34" y="66"/>
                  </a:lnTo>
                  <a:lnTo>
                    <a:pt x="40" y="82"/>
                  </a:lnTo>
                  <a:lnTo>
                    <a:pt x="40" y="82"/>
                  </a:lnTo>
                  <a:lnTo>
                    <a:pt x="38" y="88"/>
                  </a:lnTo>
                  <a:lnTo>
                    <a:pt x="32" y="98"/>
                  </a:lnTo>
                  <a:lnTo>
                    <a:pt x="22" y="112"/>
                  </a:lnTo>
                  <a:lnTo>
                    <a:pt x="14" y="118"/>
                  </a:lnTo>
                  <a:lnTo>
                    <a:pt x="4" y="124"/>
                  </a:lnTo>
                  <a:lnTo>
                    <a:pt x="0" y="46"/>
                  </a:lnTo>
                  <a:lnTo>
                    <a:pt x="4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8" name="Freeform 212"/>
            <p:cNvSpPr>
              <a:spLocks/>
            </p:cNvSpPr>
            <p:nvPr/>
          </p:nvSpPr>
          <p:spPr bwMode="auto">
            <a:xfrm>
              <a:off x="3438071" y="3173186"/>
              <a:ext cx="196850" cy="257175"/>
            </a:xfrm>
            <a:custGeom>
              <a:avLst/>
              <a:gdLst>
                <a:gd name="T0" fmla="*/ 0 w 124"/>
                <a:gd name="T1" fmla="*/ 48 h 162"/>
                <a:gd name="T2" fmla="*/ 60 w 124"/>
                <a:gd name="T3" fmla="*/ 162 h 162"/>
                <a:gd name="T4" fmla="*/ 124 w 124"/>
                <a:gd name="T5" fmla="*/ 40 h 162"/>
                <a:gd name="T6" fmla="*/ 68 w 124"/>
                <a:gd name="T7" fmla="*/ 0 h 162"/>
                <a:gd name="T8" fmla="*/ 0 w 124"/>
                <a:gd name="T9" fmla="*/ 48 h 162"/>
              </a:gdLst>
              <a:ahLst/>
              <a:cxnLst>
                <a:cxn ang="0">
                  <a:pos x="T0" y="T1"/>
                </a:cxn>
                <a:cxn ang="0">
                  <a:pos x="T2" y="T3"/>
                </a:cxn>
                <a:cxn ang="0">
                  <a:pos x="T4" y="T5"/>
                </a:cxn>
                <a:cxn ang="0">
                  <a:pos x="T6" y="T7"/>
                </a:cxn>
                <a:cxn ang="0">
                  <a:pos x="T8" y="T9"/>
                </a:cxn>
              </a:cxnLst>
              <a:rect l="0" t="0" r="r" b="b"/>
              <a:pathLst>
                <a:path w="124" h="162">
                  <a:moveTo>
                    <a:pt x="0" y="48"/>
                  </a:moveTo>
                  <a:lnTo>
                    <a:pt x="60" y="162"/>
                  </a:lnTo>
                  <a:lnTo>
                    <a:pt x="124" y="40"/>
                  </a:lnTo>
                  <a:lnTo>
                    <a:pt x="68" y="0"/>
                  </a:lnTo>
                  <a:lnTo>
                    <a:pt x="0" y="48"/>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9" name="Freeform 213"/>
            <p:cNvSpPr>
              <a:spLocks/>
            </p:cNvSpPr>
            <p:nvPr/>
          </p:nvSpPr>
          <p:spPr bwMode="auto">
            <a:xfrm>
              <a:off x="3336471" y="3087461"/>
              <a:ext cx="196850" cy="406400"/>
            </a:xfrm>
            <a:custGeom>
              <a:avLst/>
              <a:gdLst>
                <a:gd name="T0" fmla="*/ 20 w 124"/>
                <a:gd name="T1" fmla="*/ 0 h 256"/>
                <a:gd name="T2" fmla="*/ 124 w 124"/>
                <a:gd name="T3" fmla="*/ 216 h 256"/>
                <a:gd name="T4" fmla="*/ 124 w 124"/>
                <a:gd name="T5" fmla="*/ 256 h 256"/>
                <a:gd name="T6" fmla="*/ 0 w 124"/>
                <a:gd name="T7" fmla="*/ 4 h 256"/>
                <a:gd name="T8" fmla="*/ 20 w 124"/>
                <a:gd name="T9" fmla="*/ 0 h 256"/>
              </a:gdLst>
              <a:ahLst/>
              <a:cxnLst>
                <a:cxn ang="0">
                  <a:pos x="T0" y="T1"/>
                </a:cxn>
                <a:cxn ang="0">
                  <a:pos x="T2" y="T3"/>
                </a:cxn>
                <a:cxn ang="0">
                  <a:pos x="T4" y="T5"/>
                </a:cxn>
                <a:cxn ang="0">
                  <a:pos x="T6" y="T7"/>
                </a:cxn>
                <a:cxn ang="0">
                  <a:pos x="T8" y="T9"/>
                </a:cxn>
              </a:cxnLst>
              <a:rect l="0" t="0" r="r" b="b"/>
              <a:pathLst>
                <a:path w="124" h="256">
                  <a:moveTo>
                    <a:pt x="20" y="0"/>
                  </a:moveTo>
                  <a:lnTo>
                    <a:pt x="124" y="216"/>
                  </a:lnTo>
                  <a:lnTo>
                    <a:pt x="124" y="256"/>
                  </a:lnTo>
                  <a:lnTo>
                    <a:pt x="0" y="4"/>
                  </a:lnTo>
                  <a:lnTo>
                    <a:pt x="2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0" name="Freeform 214"/>
            <p:cNvSpPr>
              <a:spLocks/>
            </p:cNvSpPr>
            <p:nvPr/>
          </p:nvSpPr>
          <p:spPr bwMode="auto">
            <a:xfrm>
              <a:off x="3533321" y="3087461"/>
              <a:ext cx="200025" cy="406400"/>
            </a:xfrm>
            <a:custGeom>
              <a:avLst/>
              <a:gdLst>
                <a:gd name="T0" fmla="*/ 106 w 126"/>
                <a:gd name="T1" fmla="*/ 0 h 256"/>
                <a:gd name="T2" fmla="*/ 0 w 126"/>
                <a:gd name="T3" fmla="*/ 216 h 256"/>
                <a:gd name="T4" fmla="*/ 0 w 126"/>
                <a:gd name="T5" fmla="*/ 256 h 256"/>
                <a:gd name="T6" fmla="*/ 126 w 126"/>
                <a:gd name="T7" fmla="*/ 4 h 256"/>
                <a:gd name="T8" fmla="*/ 106 w 126"/>
                <a:gd name="T9" fmla="*/ 0 h 256"/>
              </a:gdLst>
              <a:ahLst/>
              <a:cxnLst>
                <a:cxn ang="0">
                  <a:pos x="T0" y="T1"/>
                </a:cxn>
                <a:cxn ang="0">
                  <a:pos x="T2" y="T3"/>
                </a:cxn>
                <a:cxn ang="0">
                  <a:pos x="T4" y="T5"/>
                </a:cxn>
                <a:cxn ang="0">
                  <a:pos x="T6" y="T7"/>
                </a:cxn>
                <a:cxn ang="0">
                  <a:pos x="T8" y="T9"/>
                </a:cxn>
              </a:cxnLst>
              <a:rect l="0" t="0" r="r" b="b"/>
              <a:pathLst>
                <a:path w="126" h="256">
                  <a:moveTo>
                    <a:pt x="106" y="0"/>
                  </a:moveTo>
                  <a:lnTo>
                    <a:pt x="0" y="216"/>
                  </a:lnTo>
                  <a:lnTo>
                    <a:pt x="0" y="256"/>
                  </a:lnTo>
                  <a:lnTo>
                    <a:pt x="126" y="4"/>
                  </a:lnTo>
                  <a:lnTo>
                    <a:pt x="106"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1" name="Freeform 215"/>
            <p:cNvSpPr>
              <a:spLocks/>
            </p:cNvSpPr>
            <p:nvPr/>
          </p:nvSpPr>
          <p:spPr bwMode="auto">
            <a:xfrm>
              <a:off x="3345996" y="3055711"/>
              <a:ext cx="200025" cy="234950"/>
            </a:xfrm>
            <a:custGeom>
              <a:avLst/>
              <a:gdLst>
                <a:gd name="T0" fmla="*/ 0 w 126"/>
                <a:gd name="T1" fmla="*/ 16 h 148"/>
                <a:gd name="T2" fmla="*/ 72 w 126"/>
                <a:gd name="T3" fmla="*/ 0 h 148"/>
                <a:gd name="T4" fmla="*/ 126 w 126"/>
                <a:gd name="T5" fmla="*/ 74 h 148"/>
                <a:gd name="T6" fmla="*/ 22 w 126"/>
                <a:gd name="T7" fmla="*/ 148 h 148"/>
                <a:gd name="T8" fmla="*/ 0 w 126"/>
                <a:gd name="T9" fmla="*/ 16 h 148"/>
              </a:gdLst>
              <a:ahLst/>
              <a:cxnLst>
                <a:cxn ang="0">
                  <a:pos x="T0" y="T1"/>
                </a:cxn>
                <a:cxn ang="0">
                  <a:pos x="T2" y="T3"/>
                </a:cxn>
                <a:cxn ang="0">
                  <a:pos x="T4" y="T5"/>
                </a:cxn>
                <a:cxn ang="0">
                  <a:pos x="T6" y="T7"/>
                </a:cxn>
                <a:cxn ang="0">
                  <a:pos x="T8" y="T9"/>
                </a:cxn>
              </a:cxnLst>
              <a:rect l="0" t="0" r="r" b="b"/>
              <a:pathLst>
                <a:path w="126" h="148">
                  <a:moveTo>
                    <a:pt x="0" y="16"/>
                  </a:moveTo>
                  <a:lnTo>
                    <a:pt x="72" y="0"/>
                  </a:lnTo>
                  <a:lnTo>
                    <a:pt x="126" y="74"/>
                  </a:lnTo>
                  <a:lnTo>
                    <a:pt x="22" y="148"/>
                  </a:lnTo>
                  <a:lnTo>
                    <a:pt x="0" y="16"/>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2" name="Freeform 216"/>
            <p:cNvSpPr>
              <a:spLocks/>
            </p:cNvSpPr>
            <p:nvPr/>
          </p:nvSpPr>
          <p:spPr bwMode="auto">
            <a:xfrm>
              <a:off x="3546021" y="3055711"/>
              <a:ext cx="200025" cy="234950"/>
            </a:xfrm>
            <a:custGeom>
              <a:avLst/>
              <a:gdLst>
                <a:gd name="T0" fmla="*/ 126 w 126"/>
                <a:gd name="T1" fmla="*/ 16 h 148"/>
                <a:gd name="T2" fmla="*/ 46 w 126"/>
                <a:gd name="T3" fmla="*/ 0 h 148"/>
                <a:gd name="T4" fmla="*/ 0 w 126"/>
                <a:gd name="T5" fmla="*/ 74 h 148"/>
                <a:gd name="T6" fmla="*/ 102 w 126"/>
                <a:gd name="T7" fmla="*/ 148 h 148"/>
                <a:gd name="T8" fmla="*/ 126 w 126"/>
                <a:gd name="T9" fmla="*/ 16 h 148"/>
              </a:gdLst>
              <a:ahLst/>
              <a:cxnLst>
                <a:cxn ang="0">
                  <a:pos x="T0" y="T1"/>
                </a:cxn>
                <a:cxn ang="0">
                  <a:pos x="T2" y="T3"/>
                </a:cxn>
                <a:cxn ang="0">
                  <a:pos x="T4" y="T5"/>
                </a:cxn>
                <a:cxn ang="0">
                  <a:pos x="T6" y="T7"/>
                </a:cxn>
                <a:cxn ang="0">
                  <a:pos x="T8" y="T9"/>
                </a:cxn>
              </a:cxnLst>
              <a:rect l="0" t="0" r="r" b="b"/>
              <a:pathLst>
                <a:path w="126" h="148">
                  <a:moveTo>
                    <a:pt x="126" y="16"/>
                  </a:moveTo>
                  <a:lnTo>
                    <a:pt x="46" y="0"/>
                  </a:lnTo>
                  <a:lnTo>
                    <a:pt x="0" y="74"/>
                  </a:lnTo>
                  <a:lnTo>
                    <a:pt x="102" y="148"/>
                  </a:lnTo>
                  <a:lnTo>
                    <a:pt x="126" y="16"/>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3" name="Freeform 217"/>
            <p:cNvSpPr>
              <a:spLocks noEditPoints="1"/>
            </p:cNvSpPr>
            <p:nvPr/>
          </p:nvSpPr>
          <p:spPr bwMode="auto">
            <a:xfrm>
              <a:off x="3342821" y="2573111"/>
              <a:ext cx="177800" cy="149225"/>
            </a:xfrm>
            <a:custGeom>
              <a:avLst/>
              <a:gdLst>
                <a:gd name="T0" fmla="*/ 56 w 112"/>
                <a:gd name="T1" fmla="*/ 0 h 94"/>
                <a:gd name="T2" fmla="*/ 24 w 112"/>
                <a:gd name="T3" fmla="*/ 4 h 94"/>
                <a:gd name="T4" fmla="*/ 10 w 112"/>
                <a:gd name="T5" fmla="*/ 12 h 94"/>
                <a:gd name="T6" fmla="*/ 2 w 112"/>
                <a:gd name="T7" fmla="*/ 30 h 94"/>
                <a:gd name="T8" fmla="*/ 0 w 112"/>
                <a:gd name="T9" fmla="*/ 44 h 94"/>
                <a:gd name="T10" fmla="*/ 6 w 112"/>
                <a:gd name="T11" fmla="*/ 62 h 94"/>
                <a:gd name="T12" fmla="*/ 14 w 112"/>
                <a:gd name="T13" fmla="*/ 78 h 94"/>
                <a:gd name="T14" fmla="*/ 30 w 112"/>
                <a:gd name="T15" fmla="*/ 88 h 94"/>
                <a:gd name="T16" fmla="*/ 50 w 112"/>
                <a:gd name="T17" fmla="*/ 94 h 94"/>
                <a:gd name="T18" fmla="*/ 60 w 112"/>
                <a:gd name="T19" fmla="*/ 92 h 94"/>
                <a:gd name="T20" fmla="*/ 78 w 112"/>
                <a:gd name="T21" fmla="*/ 88 h 94"/>
                <a:gd name="T22" fmla="*/ 94 w 112"/>
                <a:gd name="T23" fmla="*/ 76 h 94"/>
                <a:gd name="T24" fmla="*/ 104 w 112"/>
                <a:gd name="T25" fmla="*/ 60 h 94"/>
                <a:gd name="T26" fmla="*/ 108 w 112"/>
                <a:gd name="T27" fmla="*/ 50 h 94"/>
                <a:gd name="T28" fmla="*/ 112 w 112"/>
                <a:gd name="T29" fmla="*/ 24 h 94"/>
                <a:gd name="T30" fmla="*/ 104 w 112"/>
                <a:gd name="T31" fmla="*/ 10 h 94"/>
                <a:gd name="T32" fmla="*/ 78 w 112"/>
                <a:gd name="T33" fmla="*/ 2 h 94"/>
                <a:gd name="T34" fmla="*/ 56 w 112"/>
                <a:gd name="T35" fmla="*/ 0 h 94"/>
                <a:gd name="T36" fmla="*/ 102 w 112"/>
                <a:gd name="T37" fmla="*/ 50 h 94"/>
                <a:gd name="T38" fmla="*/ 94 w 112"/>
                <a:gd name="T39" fmla="*/ 66 h 94"/>
                <a:gd name="T40" fmla="*/ 82 w 112"/>
                <a:gd name="T41" fmla="*/ 78 h 94"/>
                <a:gd name="T42" fmla="*/ 68 w 112"/>
                <a:gd name="T43" fmla="*/ 84 h 94"/>
                <a:gd name="T44" fmla="*/ 50 w 112"/>
                <a:gd name="T45" fmla="*/ 86 h 94"/>
                <a:gd name="T46" fmla="*/ 42 w 112"/>
                <a:gd name="T47" fmla="*/ 86 h 94"/>
                <a:gd name="T48" fmla="*/ 26 w 112"/>
                <a:gd name="T49" fmla="*/ 78 h 94"/>
                <a:gd name="T50" fmla="*/ 16 w 112"/>
                <a:gd name="T51" fmla="*/ 66 h 94"/>
                <a:gd name="T52" fmla="*/ 10 w 112"/>
                <a:gd name="T53" fmla="*/ 52 h 94"/>
                <a:gd name="T54" fmla="*/ 8 w 112"/>
                <a:gd name="T55" fmla="*/ 44 h 94"/>
                <a:gd name="T56" fmla="*/ 12 w 112"/>
                <a:gd name="T57" fmla="*/ 22 h 94"/>
                <a:gd name="T58" fmla="*/ 22 w 112"/>
                <a:gd name="T59" fmla="*/ 12 h 94"/>
                <a:gd name="T60" fmla="*/ 38 w 112"/>
                <a:gd name="T61" fmla="*/ 8 h 94"/>
                <a:gd name="T62" fmla="*/ 56 w 112"/>
                <a:gd name="T63" fmla="*/ 8 h 94"/>
                <a:gd name="T64" fmla="*/ 88 w 112"/>
                <a:gd name="T65" fmla="*/ 12 h 94"/>
                <a:gd name="T66" fmla="*/ 102 w 112"/>
                <a:gd name="T67" fmla="*/ 22 h 94"/>
                <a:gd name="T68" fmla="*/ 104 w 112"/>
                <a:gd name="T69" fmla="*/ 36 h 94"/>
                <a:gd name="T70" fmla="*/ 102 w 112"/>
                <a:gd name="T71" fmla="*/ 5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94">
                  <a:moveTo>
                    <a:pt x="56" y="0"/>
                  </a:moveTo>
                  <a:lnTo>
                    <a:pt x="56" y="0"/>
                  </a:lnTo>
                  <a:lnTo>
                    <a:pt x="34" y="2"/>
                  </a:lnTo>
                  <a:lnTo>
                    <a:pt x="24" y="4"/>
                  </a:lnTo>
                  <a:lnTo>
                    <a:pt x="16" y="6"/>
                  </a:lnTo>
                  <a:lnTo>
                    <a:pt x="10" y="12"/>
                  </a:lnTo>
                  <a:lnTo>
                    <a:pt x="4" y="18"/>
                  </a:lnTo>
                  <a:lnTo>
                    <a:pt x="2" y="30"/>
                  </a:lnTo>
                  <a:lnTo>
                    <a:pt x="0" y="44"/>
                  </a:lnTo>
                  <a:lnTo>
                    <a:pt x="0" y="44"/>
                  </a:lnTo>
                  <a:lnTo>
                    <a:pt x="2" y="52"/>
                  </a:lnTo>
                  <a:lnTo>
                    <a:pt x="6" y="62"/>
                  </a:lnTo>
                  <a:lnTo>
                    <a:pt x="10" y="70"/>
                  </a:lnTo>
                  <a:lnTo>
                    <a:pt x="14" y="78"/>
                  </a:lnTo>
                  <a:lnTo>
                    <a:pt x="22" y="84"/>
                  </a:lnTo>
                  <a:lnTo>
                    <a:pt x="30" y="88"/>
                  </a:lnTo>
                  <a:lnTo>
                    <a:pt x="38" y="92"/>
                  </a:lnTo>
                  <a:lnTo>
                    <a:pt x="50" y="94"/>
                  </a:lnTo>
                  <a:lnTo>
                    <a:pt x="50" y="94"/>
                  </a:lnTo>
                  <a:lnTo>
                    <a:pt x="60" y="92"/>
                  </a:lnTo>
                  <a:lnTo>
                    <a:pt x="70" y="90"/>
                  </a:lnTo>
                  <a:lnTo>
                    <a:pt x="78" y="88"/>
                  </a:lnTo>
                  <a:lnTo>
                    <a:pt x="86" y="82"/>
                  </a:lnTo>
                  <a:lnTo>
                    <a:pt x="94" y="76"/>
                  </a:lnTo>
                  <a:lnTo>
                    <a:pt x="100" y="68"/>
                  </a:lnTo>
                  <a:lnTo>
                    <a:pt x="104" y="60"/>
                  </a:lnTo>
                  <a:lnTo>
                    <a:pt x="108" y="50"/>
                  </a:lnTo>
                  <a:lnTo>
                    <a:pt x="108" y="50"/>
                  </a:lnTo>
                  <a:lnTo>
                    <a:pt x="112" y="34"/>
                  </a:lnTo>
                  <a:lnTo>
                    <a:pt x="112" y="24"/>
                  </a:lnTo>
                  <a:lnTo>
                    <a:pt x="110" y="18"/>
                  </a:lnTo>
                  <a:lnTo>
                    <a:pt x="104" y="10"/>
                  </a:lnTo>
                  <a:lnTo>
                    <a:pt x="94" y="6"/>
                  </a:lnTo>
                  <a:lnTo>
                    <a:pt x="78" y="2"/>
                  </a:lnTo>
                  <a:lnTo>
                    <a:pt x="56" y="0"/>
                  </a:lnTo>
                  <a:lnTo>
                    <a:pt x="56" y="0"/>
                  </a:lnTo>
                  <a:close/>
                  <a:moveTo>
                    <a:pt x="102" y="50"/>
                  </a:moveTo>
                  <a:lnTo>
                    <a:pt x="102" y="50"/>
                  </a:lnTo>
                  <a:lnTo>
                    <a:pt x="98" y="58"/>
                  </a:lnTo>
                  <a:lnTo>
                    <a:pt x="94" y="66"/>
                  </a:lnTo>
                  <a:lnTo>
                    <a:pt x="88" y="72"/>
                  </a:lnTo>
                  <a:lnTo>
                    <a:pt x="82" y="78"/>
                  </a:lnTo>
                  <a:lnTo>
                    <a:pt x="74" y="82"/>
                  </a:lnTo>
                  <a:lnTo>
                    <a:pt x="68" y="84"/>
                  </a:lnTo>
                  <a:lnTo>
                    <a:pt x="58" y="86"/>
                  </a:lnTo>
                  <a:lnTo>
                    <a:pt x="50" y="86"/>
                  </a:lnTo>
                  <a:lnTo>
                    <a:pt x="50" y="86"/>
                  </a:lnTo>
                  <a:lnTo>
                    <a:pt x="42" y="86"/>
                  </a:lnTo>
                  <a:lnTo>
                    <a:pt x="34" y="82"/>
                  </a:lnTo>
                  <a:lnTo>
                    <a:pt x="26" y="78"/>
                  </a:lnTo>
                  <a:lnTo>
                    <a:pt x="20" y="74"/>
                  </a:lnTo>
                  <a:lnTo>
                    <a:pt x="16" y="66"/>
                  </a:lnTo>
                  <a:lnTo>
                    <a:pt x="12" y="60"/>
                  </a:lnTo>
                  <a:lnTo>
                    <a:pt x="10" y="52"/>
                  </a:lnTo>
                  <a:lnTo>
                    <a:pt x="8" y="44"/>
                  </a:lnTo>
                  <a:lnTo>
                    <a:pt x="8" y="44"/>
                  </a:lnTo>
                  <a:lnTo>
                    <a:pt x="8" y="32"/>
                  </a:lnTo>
                  <a:lnTo>
                    <a:pt x="12" y="22"/>
                  </a:lnTo>
                  <a:lnTo>
                    <a:pt x="16" y="16"/>
                  </a:lnTo>
                  <a:lnTo>
                    <a:pt x="22" y="12"/>
                  </a:lnTo>
                  <a:lnTo>
                    <a:pt x="30" y="10"/>
                  </a:lnTo>
                  <a:lnTo>
                    <a:pt x="38" y="8"/>
                  </a:lnTo>
                  <a:lnTo>
                    <a:pt x="56" y="8"/>
                  </a:lnTo>
                  <a:lnTo>
                    <a:pt x="56" y="8"/>
                  </a:lnTo>
                  <a:lnTo>
                    <a:pt x="74" y="8"/>
                  </a:lnTo>
                  <a:lnTo>
                    <a:pt x="88" y="12"/>
                  </a:lnTo>
                  <a:lnTo>
                    <a:pt x="98" y="16"/>
                  </a:lnTo>
                  <a:lnTo>
                    <a:pt x="102" y="22"/>
                  </a:lnTo>
                  <a:lnTo>
                    <a:pt x="104" y="28"/>
                  </a:lnTo>
                  <a:lnTo>
                    <a:pt x="104" y="36"/>
                  </a:lnTo>
                  <a:lnTo>
                    <a:pt x="102" y="50"/>
                  </a:lnTo>
                  <a:lnTo>
                    <a:pt x="102" y="5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4" name="Freeform 218"/>
            <p:cNvSpPr>
              <a:spLocks noEditPoints="1"/>
            </p:cNvSpPr>
            <p:nvPr/>
          </p:nvSpPr>
          <p:spPr bwMode="auto">
            <a:xfrm>
              <a:off x="3555546" y="2573111"/>
              <a:ext cx="177800" cy="149225"/>
            </a:xfrm>
            <a:custGeom>
              <a:avLst/>
              <a:gdLst>
                <a:gd name="T0" fmla="*/ 6 w 112"/>
                <a:gd name="T1" fmla="*/ 54 h 94"/>
                <a:gd name="T2" fmla="*/ 16 w 112"/>
                <a:gd name="T3" fmla="*/ 70 h 94"/>
                <a:gd name="T4" fmla="*/ 30 w 112"/>
                <a:gd name="T5" fmla="*/ 84 h 94"/>
                <a:gd name="T6" fmla="*/ 46 w 112"/>
                <a:gd name="T7" fmla="*/ 92 h 94"/>
                <a:gd name="T8" fmla="*/ 66 w 112"/>
                <a:gd name="T9" fmla="*/ 92 h 94"/>
                <a:gd name="T10" fmla="*/ 78 w 112"/>
                <a:gd name="T11" fmla="*/ 90 h 94"/>
                <a:gd name="T12" fmla="*/ 94 w 112"/>
                <a:gd name="T13" fmla="*/ 82 h 94"/>
                <a:gd name="T14" fmla="*/ 106 w 112"/>
                <a:gd name="T15" fmla="*/ 68 h 94"/>
                <a:gd name="T16" fmla="*/ 112 w 112"/>
                <a:gd name="T17" fmla="*/ 50 h 94"/>
                <a:gd name="T18" fmla="*/ 112 w 112"/>
                <a:gd name="T19" fmla="*/ 42 h 94"/>
                <a:gd name="T20" fmla="*/ 108 w 112"/>
                <a:gd name="T21" fmla="*/ 16 h 94"/>
                <a:gd name="T22" fmla="*/ 96 w 112"/>
                <a:gd name="T23" fmla="*/ 4 h 94"/>
                <a:gd name="T24" fmla="*/ 78 w 112"/>
                <a:gd name="T25" fmla="*/ 0 h 94"/>
                <a:gd name="T26" fmla="*/ 56 w 112"/>
                <a:gd name="T27" fmla="*/ 0 h 94"/>
                <a:gd name="T28" fmla="*/ 18 w 112"/>
                <a:gd name="T29" fmla="*/ 8 h 94"/>
                <a:gd name="T30" fmla="*/ 2 w 112"/>
                <a:gd name="T31" fmla="*/ 20 h 94"/>
                <a:gd name="T32" fmla="*/ 2 w 112"/>
                <a:gd name="T33" fmla="*/ 36 h 94"/>
                <a:gd name="T34" fmla="*/ 6 w 112"/>
                <a:gd name="T35" fmla="*/ 54 h 94"/>
                <a:gd name="T36" fmla="*/ 56 w 112"/>
                <a:gd name="T37" fmla="*/ 8 h 94"/>
                <a:gd name="T38" fmla="*/ 84 w 112"/>
                <a:gd name="T39" fmla="*/ 8 h 94"/>
                <a:gd name="T40" fmla="*/ 96 w 112"/>
                <a:gd name="T41" fmla="*/ 14 h 94"/>
                <a:gd name="T42" fmla="*/ 104 w 112"/>
                <a:gd name="T43" fmla="*/ 30 h 94"/>
                <a:gd name="T44" fmla="*/ 106 w 112"/>
                <a:gd name="T45" fmla="*/ 42 h 94"/>
                <a:gd name="T46" fmla="*/ 102 w 112"/>
                <a:gd name="T47" fmla="*/ 58 h 94"/>
                <a:gd name="T48" fmla="*/ 94 w 112"/>
                <a:gd name="T49" fmla="*/ 72 h 94"/>
                <a:gd name="T50" fmla="*/ 82 w 112"/>
                <a:gd name="T51" fmla="*/ 82 h 94"/>
                <a:gd name="T52" fmla="*/ 66 w 112"/>
                <a:gd name="T53" fmla="*/ 86 h 94"/>
                <a:gd name="T54" fmla="*/ 56 w 112"/>
                <a:gd name="T55" fmla="*/ 86 h 94"/>
                <a:gd name="T56" fmla="*/ 40 w 112"/>
                <a:gd name="T57" fmla="*/ 82 h 94"/>
                <a:gd name="T58" fmla="*/ 26 w 112"/>
                <a:gd name="T59" fmla="*/ 74 h 94"/>
                <a:gd name="T60" fmla="*/ 16 w 112"/>
                <a:gd name="T61" fmla="*/ 60 h 94"/>
                <a:gd name="T62" fmla="*/ 14 w 112"/>
                <a:gd name="T63" fmla="*/ 52 h 94"/>
                <a:gd name="T64" fmla="*/ 8 w 112"/>
                <a:gd name="T65" fmla="*/ 30 h 94"/>
                <a:gd name="T66" fmla="*/ 16 w 112"/>
                <a:gd name="T67" fmla="*/ 18 h 94"/>
                <a:gd name="T68" fmla="*/ 38 w 112"/>
                <a:gd name="T69" fmla="*/ 10 h 94"/>
                <a:gd name="T70" fmla="*/ 56 w 112"/>
                <a:gd name="T71" fmla="*/ 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94">
                  <a:moveTo>
                    <a:pt x="6" y="54"/>
                  </a:moveTo>
                  <a:lnTo>
                    <a:pt x="6" y="54"/>
                  </a:lnTo>
                  <a:lnTo>
                    <a:pt x="10" y="62"/>
                  </a:lnTo>
                  <a:lnTo>
                    <a:pt x="16" y="70"/>
                  </a:lnTo>
                  <a:lnTo>
                    <a:pt x="22" y="78"/>
                  </a:lnTo>
                  <a:lnTo>
                    <a:pt x="30" y="84"/>
                  </a:lnTo>
                  <a:lnTo>
                    <a:pt x="38" y="88"/>
                  </a:lnTo>
                  <a:lnTo>
                    <a:pt x="46" y="92"/>
                  </a:lnTo>
                  <a:lnTo>
                    <a:pt x="56" y="94"/>
                  </a:lnTo>
                  <a:lnTo>
                    <a:pt x="66" y="92"/>
                  </a:lnTo>
                  <a:lnTo>
                    <a:pt x="66" y="92"/>
                  </a:lnTo>
                  <a:lnTo>
                    <a:pt x="78" y="90"/>
                  </a:lnTo>
                  <a:lnTo>
                    <a:pt x="86" y="88"/>
                  </a:lnTo>
                  <a:lnTo>
                    <a:pt x="94" y="82"/>
                  </a:lnTo>
                  <a:lnTo>
                    <a:pt x="100" y="76"/>
                  </a:lnTo>
                  <a:lnTo>
                    <a:pt x="106" y="68"/>
                  </a:lnTo>
                  <a:lnTo>
                    <a:pt x="110" y="60"/>
                  </a:lnTo>
                  <a:lnTo>
                    <a:pt x="112" y="50"/>
                  </a:lnTo>
                  <a:lnTo>
                    <a:pt x="112" y="42"/>
                  </a:lnTo>
                  <a:lnTo>
                    <a:pt x="112" y="42"/>
                  </a:lnTo>
                  <a:lnTo>
                    <a:pt x="112" y="26"/>
                  </a:lnTo>
                  <a:lnTo>
                    <a:pt x="108" y="16"/>
                  </a:lnTo>
                  <a:lnTo>
                    <a:pt x="102" y="10"/>
                  </a:lnTo>
                  <a:lnTo>
                    <a:pt x="96" y="4"/>
                  </a:lnTo>
                  <a:lnTo>
                    <a:pt x="88" y="2"/>
                  </a:lnTo>
                  <a:lnTo>
                    <a:pt x="78" y="0"/>
                  </a:lnTo>
                  <a:lnTo>
                    <a:pt x="56" y="0"/>
                  </a:lnTo>
                  <a:lnTo>
                    <a:pt x="56" y="0"/>
                  </a:lnTo>
                  <a:lnTo>
                    <a:pt x="34" y="4"/>
                  </a:lnTo>
                  <a:lnTo>
                    <a:pt x="18" y="8"/>
                  </a:lnTo>
                  <a:lnTo>
                    <a:pt x="8" y="12"/>
                  </a:lnTo>
                  <a:lnTo>
                    <a:pt x="2" y="20"/>
                  </a:lnTo>
                  <a:lnTo>
                    <a:pt x="0" y="28"/>
                  </a:lnTo>
                  <a:lnTo>
                    <a:pt x="2" y="36"/>
                  </a:lnTo>
                  <a:lnTo>
                    <a:pt x="6" y="54"/>
                  </a:lnTo>
                  <a:lnTo>
                    <a:pt x="6" y="54"/>
                  </a:lnTo>
                  <a:close/>
                  <a:moveTo>
                    <a:pt x="56" y="8"/>
                  </a:moveTo>
                  <a:lnTo>
                    <a:pt x="56" y="8"/>
                  </a:lnTo>
                  <a:lnTo>
                    <a:pt x="74" y="8"/>
                  </a:lnTo>
                  <a:lnTo>
                    <a:pt x="84" y="8"/>
                  </a:lnTo>
                  <a:lnTo>
                    <a:pt x="90" y="10"/>
                  </a:lnTo>
                  <a:lnTo>
                    <a:pt x="96" y="14"/>
                  </a:lnTo>
                  <a:lnTo>
                    <a:pt x="102" y="20"/>
                  </a:lnTo>
                  <a:lnTo>
                    <a:pt x="104" y="30"/>
                  </a:lnTo>
                  <a:lnTo>
                    <a:pt x="106" y="42"/>
                  </a:lnTo>
                  <a:lnTo>
                    <a:pt x="106" y="42"/>
                  </a:lnTo>
                  <a:lnTo>
                    <a:pt x="104" y="50"/>
                  </a:lnTo>
                  <a:lnTo>
                    <a:pt x="102" y="58"/>
                  </a:lnTo>
                  <a:lnTo>
                    <a:pt x="100" y="66"/>
                  </a:lnTo>
                  <a:lnTo>
                    <a:pt x="94" y="72"/>
                  </a:lnTo>
                  <a:lnTo>
                    <a:pt x="88" y="78"/>
                  </a:lnTo>
                  <a:lnTo>
                    <a:pt x="82" y="82"/>
                  </a:lnTo>
                  <a:lnTo>
                    <a:pt x="74" y="84"/>
                  </a:lnTo>
                  <a:lnTo>
                    <a:pt x="66" y="86"/>
                  </a:lnTo>
                  <a:lnTo>
                    <a:pt x="66" y="86"/>
                  </a:lnTo>
                  <a:lnTo>
                    <a:pt x="56" y="86"/>
                  </a:lnTo>
                  <a:lnTo>
                    <a:pt x="48" y="86"/>
                  </a:lnTo>
                  <a:lnTo>
                    <a:pt x="40" y="82"/>
                  </a:lnTo>
                  <a:lnTo>
                    <a:pt x="34" y="78"/>
                  </a:lnTo>
                  <a:lnTo>
                    <a:pt x="26" y="74"/>
                  </a:lnTo>
                  <a:lnTo>
                    <a:pt x="22" y="68"/>
                  </a:lnTo>
                  <a:lnTo>
                    <a:pt x="16" y="60"/>
                  </a:lnTo>
                  <a:lnTo>
                    <a:pt x="14" y="52"/>
                  </a:lnTo>
                  <a:lnTo>
                    <a:pt x="14" y="52"/>
                  </a:lnTo>
                  <a:lnTo>
                    <a:pt x="10" y="38"/>
                  </a:lnTo>
                  <a:lnTo>
                    <a:pt x="8" y="30"/>
                  </a:lnTo>
                  <a:lnTo>
                    <a:pt x="10" y="24"/>
                  </a:lnTo>
                  <a:lnTo>
                    <a:pt x="16" y="18"/>
                  </a:lnTo>
                  <a:lnTo>
                    <a:pt x="24" y="12"/>
                  </a:lnTo>
                  <a:lnTo>
                    <a:pt x="38" y="10"/>
                  </a:lnTo>
                  <a:lnTo>
                    <a:pt x="56" y="8"/>
                  </a:lnTo>
                  <a:lnTo>
                    <a:pt x="56" y="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5" name="Freeform 219"/>
            <p:cNvSpPr>
              <a:spLocks/>
            </p:cNvSpPr>
            <p:nvPr/>
          </p:nvSpPr>
          <p:spPr bwMode="auto">
            <a:xfrm>
              <a:off x="3514271" y="2588986"/>
              <a:ext cx="57150" cy="31750"/>
            </a:xfrm>
            <a:custGeom>
              <a:avLst/>
              <a:gdLst>
                <a:gd name="T0" fmla="*/ 4 w 36"/>
                <a:gd name="T1" fmla="*/ 20 h 20"/>
                <a:gd name="T2" fmla="*/ 4 w 36"/>
                <a:gd name="T3" fmla="*/ 20 h 20"/>
                <a:gd name="T4" fmla="*/ 6 w 36"/>
                <a:gd name="T5" fmla="*/ 18 h 20"/>
                <a:gd name="T6" fmla="*/ 12 w 36"/>
                <a:gd name="T7" fmla="*/ 16 h 20"/>
                <a:gd name="T8" fmla="*/ 22 w 36"/>
                <a:gd name="T9" fmla="*/ 16 h 20"/>
                <a:gd name="T10" fmla="*/ 28 w 36"/>
                <a:gd name="T11" fmla="*/ 16 h 20"/>
                <a:gd name="T12" fmla="*/ 32 w 36"/>
                <a:gd name="T13" fmla="*/ 20 h 20"/>
                <a:gd name="T14" fmla="*/ 32 w 36"/>
                <a:gd name="T15" fmla="*/ 20 h 20"/>
                <a:gd name="T16" fmla="*/ 32 w 36"/>
                <a:gd name="T17" fmla="*/ 14 h 20"/>
                <a:gd name="T18" fmla="*/ 32 w 36"/>
                <a:gd name="T19" fmla="*/ 8 h 20"/>
                <a:gd name="T20" fmla="*/ 36 w 36"/>
                <a:gd name="T21" fmla="*/ 4 h 20"/>
                <a:gd name="T22" fmla="*/ 36 w 36"/>
                <a:gd name="T23" fmla="*/ 4 h 20"/>
                <a:gd name="T24" fmla="*/ 24 w 36"/>
                <a:gd name="T25" fmla="*/ 0 h 20"/>
                <a:gd name="T26" fmla="*/ 14 w 36"/>
                <a:gd name="T27" fmla="*/ 0 h 20"/>
                <a:gd name="T28" fmla="*/ 0 w 36"/>
                <a:gd name="T29" fmla="*/ 4 h 20"/>
                <a:gd name="T30" fmla="*/ 0 w 36"/>
                <a:gd name="T31" fmla="*/ 4 h 20"/>
                <a:gd name="T32" fmla="*/ 2 w 36"/>
                <a:gd name="T33" fmla="*/ 10 h 20"/>
                <a:gd name="T34" fmla="*/ 2 w 36"/>
                <a:gd name="T35" fmla="*/ 14 h 20"/>
                <a:gd name="T36" fmla="*/ 4 w 36"/>
                <a:gd name="T37" fmla="*/ 20 h 20"/>
                <a:gd name="T38" fmla="*/ 4 w 36"/>
                <a:gd name="T3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 h="20">
                  <a:moveTo>
                    <a:pt x="4" y="20"/>
                  </a:moveTo>
                  <a:lnTo>
                    <a:pt x="4" y="20"/>
                  </a:lnTo>
                  <a:lnTo>
                    <a:pt x="6" y="18"/>
                  </a:lnTo>
                  <a:lnTo>
                    <a:pt x="12" y="16"/>
                  </a:lnTo>
                  <a:lnTo>
                    <a:pt x="22" y="16"/>
                  </a:lnTo>
                  <a:lnTo>
                    <a:pt x="28" y="16"/>
                  </a:lnTo>
                  <a:lnTo>
                    <a:pt x="32" y="20"/>
                  </a:lnTo>
                  <a:lnTo>
                    <a:pt x="32" y="20"/>
                  </a:lnTo>
                  <a:lnTo>
                    <a:pt x="32" y="14"/>
                  </a:lnTo>
                  <a:lnTo>
                    <a:pt x="32" y="8"/>
                  </a:lnTo>
                  <a:lnTo>
                    <a:pt x="36" y="4"/>
                  </a:lnTo>
                  <a:lnTo>
                    <a:pt x="36" y="4"/>
                  </a:lnTo>
                  <a:lnTo>
                    <a:pt x="24" y="0"/>
                  </a:lnTo>
                  <a:lnTo>
                    <a:pt x="14" y="0"/>
                  </a:lnTo>
                  <a:lnTo>
                    <a:pt x="0" y="4"/>
                  </a:lnTo>
                  <a:lnTo>
                    <a:pt x="0" y="4"/>
                  </a:lnTo>
                  <a:lnTo>
                    <a:pt x="2" y="10"/>
                  </a:lnTo>
                  <a:lnTo>
                    <a:pt x="2" y="14"/>
                  </a:lnTo>
                  <a:lnTo>
                    <a:pt x="4" y="20"/>
                  </a:lnTo>
                  <a:lnTo>
                    <a:pt x="4" y="2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6" name="Freeform 220"/>
            <p:cNvSpPr>
              <a:spLocks/>
            </p:cNvSpPr>
            <p:nvPr/>
          </p:nvSpPr>
          <p:spPr bwMode="auto">
            <a:xfrm>
              <a:off x="3317421" y="2582636"/>
              <a:ext cx="50800" cy="73025"/>
            </a:xfrm>
            <a:custGeom>
              <a:avLst/>
              <a:gdLst>
                <a:gd name="T0" fmla="*/ 32 w 32"/>
                <a:gd name="T1" fmla="*/ 0 h 46"/>
                <a:gd name="T2" fmla="*/ 2 w 32"/>
                <a:gd name="T3" fmla="*/ 4 h 46"/>
                <a:gd name="T4" fmla="*/ 0 w 32"/>
                <a:gd name="T5" fmla="*/ 32 h 46"/>
                <a:gd name="T6" fmla="*/ 22 w 32"/>
                <a:gd name="T7" fmla="*/ 46 h 46"/>
                <a:gd name="T8" fmla="*/ 22 w 32"/>
                <a:gd name="T9" fmla="*/ 46 h 46"/>
                <a:gd name="T10" fmla="*/ 20 w 32"/>
                <a:gd name="T11" fmla="*/ 42 h 46"/>
                <a:gd name="T12" fmla="*/ 20 w 32"/>
                <a:gd name="T13" fmla="*/ 30 h 46"/>
                <a:gd name="T14" fmla="*/ 24 w 32"/>
                <a:gd name="T15" fmla="*/ 16 h 46"/>
                <a:gd name="T16" fmla="*/ 26 w 32"/>
                <a:gd name="T17" fmla="*/ 8 h 46"/>
                <a:gd name="T18" fmla="*/ 32 w 32"/>
                <a:gd name="T19" fmla="*/ 0 h 46"/>
                <a:gd name="T20" fmla="*/ 32 w 32"/>
                <a:gd name="T2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6">
                  <a:moveTo>
                    <a:pt x="32" y="0"/>
                  </a:moveTo>
                  <a:lnTo>
                    <a:pt x="2" y="4"/>
                  </a:lnTo>
                  <a:lnTo>
                    <a:pt x="0" y="32"/>
                  </a:lnTo>
                  <a:lnTo>
                    <a:pt x="22" y="46"/>
                  </a:lnTo>
                  <a:lnTo>
                    <a:pt x="22" y="46"/>
                  </a:lnTo>
                  <a:lnTo>
                    <a:pt x="20" y="42"/>
                  </a:lnTo>
                  <a:lnTo>
                    <a:pt x="20" y="30"/>
                  </a:lnTo>
                  <a:lnTo>
                    <a:pt x="24" y="16"/>
                  </a:lnTo>
                  <a:lnTo>
                    <a:pt x="26" y="8"/>
                  </a:lnTo>
                  <a:lnTo>
                    <a:pt x="32" y="0"/>
                  </a:lnTo>
                  <a:lnTo>
                    <a:pt x="32"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7" name="Freeform 221"/>
            <p:cNvSpPr>
              <a:spLocks/>
            </p:cNvSpPr>
            <p:nvPr/>
          </p:nvSpPr>
          <p:spPr bwMode="auto">
            <a:xfrm>
              <a:off x="3714296" y="2585811"/>
              <a:ext cx="50800" cy="69850"/>
            </a:xfrm>
            <a:custGeom>
              <a:avLst/>
              <a:gdLst>
                <a:gd name="T0" fmla="*/ 0 w 32"/>
                <a:gd name="T1" fmla="*/ 0 h 44"/>
                <a:gd name="T2" fmla="*/ 30 w 32"/>
                <a:gd name="T3" fmla="*/ 2 h 44"/>
                <a:gd name="T4" fmla="*/ 32 w 32"/>
                <a:gd name="T5" fmla="*/ 30 h 44"/>
                <a:gd name="T6" fmla="*/ 12 w 32"/>
                <a:gd name="T7" fmla="*/ 44 h 44"/>
                <a:gd name="T8" fmla="*/ 12 w 32"/>
                <a:gd name="T9" fmla="*/ 44 h 44"/>
                <a:gd name="T10" fmla="*/ 12 w 32"/>
                <a:gd name="T11" fmla="*/ 40 h 44"/>
                <a:gd name="T12" fmla="*/ 12 w 32"/>
                <a:gd name="T13" fmla="*/ 28 h 44"/>
                <a:gd name="T14" fmla="*/ 8 w 32"/>
                <a:gd name="T15" fmla="*/ 14 h 44"/>
                <a:gd name="T16" fmla="*/ 6 w 32"/>
                <a:gd name="T17" fmla="*/ 6 h 44"/>
                <a:gd name="T18" fmla="*/ 0 w 32"/>
                <a:gd name="T19" fmla="*/ 0 h 44"/>
                <a:gd name="T20" fmla="*/ 0 w 32"/>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4">
                  <a:moveTo>
                    <a:pt x="0" y="0"/>
                  </a:moveTo>
                  <a:lnTo>
                    <a:pt x="30" y="2"/>
                  </a:lnTo>
                  <a:lnTo>
                    <a:pt x="32" y="30"/>
                  </a:lnTo>
                  <a:lnTo>
                    <a:pt x="12" y="44"/>
                  </a:lnTo>
                  <a:lnTo>
                    <a:pt x="12" y="44"/>
                  </a:lnTo>
                  <a:lnTo>
                    <a:pt x="12" y="40"/>
                  </a:lnTo>
                  <a:lnTo>
                    <a:pt x="12" y="28"/>
                  </a:lnTo>
                  <a:lnTo>
                    <a:pt x="8" y="14"/>
                  </a:lnTo>
                  <a:lnTo>
                    <a:pt x="6" y="6"/>
                  </a:lnTo>
                  <a:lnTo>
                    <a:pt x="0" y="0"/>
                  </a:lnTo>
                  <a:lnTo>
                    <a:pt x="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8" name="Freeform 222"/>
            <p:cNvSpPr>
              <a:spLocks/>
            </p:cNvSpPr>
            <p:nvPr/>
          </p:nvSpPr>
          <p:spPr bwMode="auto">
            <a:xfrm>
              <a:off x="2825296" y="3630386"/>
              <a:ext cx="695325" cy="225425"/>
            </a:xfrm>
            <a:custGeom>
              <a:avLst/>
              <a:gdLst>
                <a:gd name="T0" fmla="*/ 426 w 438"/>
                <a:gd name="T1" fmla="*/ 86 h 142"/>
                <a:gd name="T2" fmla="*/ 438 w 438"/>
                <a:gd name="T3" fmla="*/ 142 h 142"/>
                <a:gd name="T4" fmla="*/ 438 w 438"/>
                <a:gd name="T5" fmla="*/ 142 h 142"/>
                <a:gd name="T6" fmla="*/ 314 w 438"/>
                <a:gd name="T7" fmla="*/ 130 h 142"/>
                <a:gd name="T8" fmla="*/ 192 w 438"/>
                <a:gd name="T9" fmla="*/ 118 h 142"/>
                <a:gd name="T10" fmla="*/ 192 w 438"/>
                <a:gd name="T11" fmla="*/ 118 h 142"/>
                <a:gd name="T12" fmla="*/ 138 w 438"/>
                <a:gd name="T13" fmla="*/ 112 h 142"/>
                <a:gd name="T14" fmla="*/ 84 w 438"/>
                <a:gd name="T15" fmla="*/ 106 h 142"/>
                <a:gd name="T16" fmla="*/ 84 w 438"/>
                <a:gd name="T17" fmla="*/ 106 h 142"/>
                <a:gd name="T18" fmla="*/ 54 w 438"/>
                <a:gd name="T19" fmla="*/ 102 h 142"/>
                <a:gd name="T20" fmla="*/ 38 w 438"/>
                <a:gd name="T21" fmla="*/ 100 h 142"/>
                <a:gd name="T22" fmla="*/ 24 w 438"/>
                <a:gd name="T23" fmla="*/ 94 h 142"/>
                <a:gd name="T24" fmla="*/ 12 w 438"/>
                <a:gd name="T25" fmla="*/ 86 h 142"/>
                <a:gd name="T26" fmla="*/ 8 w 438"/>
                <a:gd name="T27" fmla="*/ 82 h 142"/>
                <a:gd name="T28" fmla="*/ 4 w 438"/>
                <a:gd name="T29" fmla="*/ 76 h 142"/>
                <a:gd name="T30" fmla="*/ 2 w 438"/>
                <a:gd name="T31" fmla="*/ 70 h 142"/>
                <a:gd name="T32" fmla="*/ 0 w 438"/>
                <a:gd name="T33" fmla="*/ 62 h 142"/>
                <a:gd name="T34" fmla="*/ 0 w 438"/>
                <a:gd name="T35" fmla="*/ 54 h 142"/>
                <a:gd name="T36" fmla="*/ 2 w 438"/>
                <a:gd name="T37" fmla="*/ 46 h 142"/>
                <a:gd name="T38" fmla="*/ 2 w 438"/>
                <a:gd name="T39" fmla="*/ 46 h 142"/>
                <a:gd name="T40" fmla="*/ 4 w 438"/>
                <a:gd name="T41" fmla="*/ 38 h 142"/>
                <a:gd name="T42" fmla="*/ 8 w 438"/>
                <a:gd name="T43" fmla="*/ 32 h 142"/>
                <a:gd name="T44" fmla="*/ 14 w 438"/>
                <a:gd name="T45" fmla="*/ 26 h 142"/>
                <a:gd name="T46" fmla="*/ 20 w 438"/>
                <a:gd name="T47" fmla="*/ 20 h 142"/>
                <a:gd name="T48" fmla="*/ 36 w 438"/>
                <a:gd name="T49" fmla="*/ 12 h 142"/>
                <a:gd name="T50" fmla="*/ 54 w 438"/>
                <a:gd name="T51" fmla="*/ 6 h 142"/>
                <a:gd name="T52" fmla="*/ 72 w 438"/>
                <a:gd name="T53" fmla="*/ 2 h 142"/>
                <a:gd name="T54" fmla="*/ 90 w 438"/>
                <a:gd name="T55" fmla="*/ 0 h 142"/>
                <a:gd name="T56" fmla="*/ 122 w 438"/>
                <a:gd name="T57" fmla="*/ 0 h 142"/>
                <a:gd name="T58" fmla="*/ 122 w 438"/>
                <a:gd name="T59" fmla="*/ 0 h 142"/>
                <a:gd name="T60" fmla="*/ 160 w 438"/>
                <a:gd name="T61" fmla="*/ 4 h 142"/>
                <a:gd name="T62" fmla="*/ 202 w 438"/>
                <a:gd name="T63" fmla="*/ 12 h 142"/>
                <a:gd name="T64" fmla="*/ 252 w 438"/>
                <a:gd name="T65" fmla="*/ 20 h 142"/>
                <a:gd name="T66" fmla="*/ 304 w 438"/>
                <a:gd name="T67" fmla="*/ 32 h 142"/>
                <a:gd name="T68" fmla="*/ 354 w 438"/>
                <a:gd name="T69" fmla="*/ 48 h 142"/>
                <a:gd name="T70" fmla="*/ 378 w 438"/>
                <a:gd name="T71" fmla="*/ 56 h 142"/>
                <a:gd name="T72" fmla="*/ 396 w 438"/>
                <a:gd name="T73" fmla="*/ 66 h 142"/>
                <a:gd name="T74" fmla="*/ 414 w 438"/>
                <a:gd name="T75" fmla="*/ 76 h 142"/>
                <a:gd name="T76" fmla="*/ 426 w 438"/>
                <a:gd name="T77"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8" h="142">
                  <a:moveTo>
                    <a:pt x="426" y="86"/>
                  </a:moveTo>
                  <a:lnTo>
                    <a:pt x="438" y="142"/>
                  </a:lnTo>
                  <a:lnTo>
                    <a:pt x="438" y="142"/>
                  </a:lnTo>
                  <a:lnTo>
                    <a:pt x="314" y="130"/>
                  </a:lnTo>
                  <a:lnTo>
                    <a:pt x="192" y="118"/>
                  </a:lnTo>
                  <a:lnTo>
                    <a:pt x="192" y="118"/>
                  </a:lnTo>
                  <a:lnTo>
                    <a:pt x="138" y="112"/>
                  </a:lnTo>
                  <a:lnTo>
                    <a:pt x="84" y="106"/>
                  </a:lnTo>
                  <a:lnTo>
                    <a:pt x="84" y="106"/>
                  </a:lnTo>
                  <a:lnTo>
                    <a:pt x="54" y="102"/>
                  </a:lnTo>
                  <a:lnTo>
                    <a:pt x="38" y="100"/>
                  </a:lnTo>
                  <a:lnTo>
                    <a:pt x="24" y="94"/>
                  </a:lnTo>
                  <a:lnTo>
                    <a:pt x="12" y="86"/>
                  </a:lnTo>
                  <a:lnTo>
                    <a:pt x="8" y="82"/>
                  </a:lnTo>
                  <a:lnTo>
                    <a:pt x="4" y="76"/>
                  </a:lnTo>
                  <a:lnTo>
                    <a:pt x="2" y="70"/>
                  </a:lnTo>
                  <a:lnTo>
                    <a:pt x="0" y="62"/>
                  </a:lnTo>
                  <a:lnTo>
                    <a:pt x="0" y="54"/>
                  </a:lnTo>
                  <a:lnTo>
                    <a:pt x="2" y="46"/>
                  </a:lnTo>
                  <a:lnTo>
                    <a:pt x="2" y="46"/>
                  </a:lnTo>
                  <a:lnTo>
                    <a:pt x="4" y="38"/>
                  </a:lnTo>
                  <a:lnTo>
                    <a:pt x="8" y="32"/>
                  </a:lnTo>
                  <a:lnTo>
                    <a:pt x="14" y="26"/>
                  </a:lnTo>
                  <a:lnTo>
                    <a:pt x="20" y="20"/>
                  </a:lnTo>
                  <a:lnTo>
                    <a:pt x="36" y="12"/>
                  </a:lnTo>
                  <a:lnTo>
                    <a:pt x="54" y="6"/>
                  </a:lnTo>
                  <a:lnTo>
                    <a:pt x="72" y="2"/>
                  </a:lnTo>
                  <a:lnTo>
                    <a:pt x="90" y="0"/>
                  </a:lnTo>
                  <a:lnTo>
                    <a:pt x="122" y="0"/>
                  </a:lnTo>
                  <a:lnTo>
                    <a:pt x="122" y="0"/>
                  </a:lnTo>
                  <a:lnTo>
                    <a:pt x="160" y="4"/>
                  </a:lnTo>
                  <a:lnTo>
                    <a:pt x="202" y="12"/>
                  </a:lnTo>
                  <a:lnTo>
                    <a:pt x="252" y="20"/>
                  </a:lnTo>
                  <a:lnTo>
                    <a:pt x="304" y="32"/>
                  </a:lnTo>
                  <a:lnTo>
                    <a:pt x="354" y="48"/>
                  </a:lnTo>
                  <a:lnTo>
                    <a:pt x="378" y="56"/>
                  </a:lnTo>
                  <a:lnTo>
                    <a:pt x="396" y="66"/>
                  </a:lnTo>
                  <a:lnTo>
                    <a:pt x="414" y="76"/>
                  </a:lnTo>
                  <a:lnTo>
                    <a:pt x="426" y="8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9" name="Freeform 223"/>
            <p:cNvSpPr>
              <a:spLocks/>
            </p:cNvSpPr>
            <p:nvPr/>
          </p:nvSpPr>
          <p:spPr bwMode="auto">
            <a:xfrm>
              <a:off x="2825296" y="3630386"/>
              <a:ext cx="695325" cy="225425"/>
            </a:xfrm>
            <a:custGeom>
              <a:avLst/>
              <a:gdLst>
                <a:gd name="T0" fmla="*/ 426 w 438"/>
                <a:gd name="T1" fmla="*/ 86 h 142"/>
                <a:gd name="T2" fmla="*/ 438 w 438"/>
                <a:gd name="T3" fmla="*/ 142 h 142"/>
                <a:gd name="T4" fmla="*/ 438 w 438"/>
                <a:gd name="T5" fmla="*/ 142 h 142"/>
                <a:gd name="T6" fmla="*/ 314 w 438"/>
                <a:gd name="T7" fmla="*/ 130 h 142"/>
                <a:gd name="T8" fmla="*/ 192 w 438"/>
                <a:gd name="T9" fmla="*/ 118 h 142"/>
                <a:gd name="T10" fmla="*/ 192 w 438"/>
                <a:gd name="T11" fmla="*/ 118 h 142"/>
                <a:gd name="T12" fmla="*/ 138 w 438"/>
                <a:gd name="T13" fmla="*/ 112 h 142"/>
                <a:gd name="T14" fmla="*/ 84 w 438"/>
                <a:gd name="T15" fmla="*/ 106 h 142"/>
                <a:gd name="T16" fmla="*/ 84 w 438"/>
                <a:gd name="T17" fmla="*/ 106 h 142"/>
                <a:gd name="T18" fmla="*/ 54 w 438"/>
                <a:gd name="T19" fmla="*/ 102 h 142"/>
                <a:gd name="T20" fmla="*/ 38 w 438"/>
                <a:gd name="T21" fmla="*/ 100 h 142"/>
                <a:gd name="T22" fmla="*/ 24 w 438"/>
                <a:gd name="T23" fmla="*/ 94 h 142"/>
                <a:gd name="T24" fmla="*/ 12 w 438"/>
                <a:gd name="T25" fmla="*/ 86 h 142"/>
                <a:gd name="T26" fmla="*/ 8 w 438"/>
                <a:gd name="T27" fmla="*/ 82 h 142"/>
                <a:gd name="T28" fmla="*/ 4 w 438"/>
                <a:gd name="T29" fmla="*/ 76 h 142"/>
                <a:gd name="T30" fmla="*/ 2 w 438"/>
                <a:gd name="T31" fmla="*/ 70 h 142"/>
                <a:gd name="T32" fmla="*/ 0 w 438"/>
                <a:gd name="T33" fmla="*/ 62 h 142"/>
                <a:gd name="T34" fmla="*/ 0 w 438"/>
                <a:gd name="T35" fmla="*/ 54 h 142"/>
                <a:gd name="T36" fmla="*/ 2 w 438"/>
                <a:gd name="T37" fmla="*/ 46 h 142"/>
                <a:gd name="T38" fmla="*/ 2 w 438"/>
                <a:gd name="T39" fmla="*/ 46 h 142"/>
                <a:gd name="T40" fmla="*/ 4 w 438"/>
                <a:gd name="T41" fmla="*/ 38 h 142"/>
                <a:gd name="T42" fmla="*/ 8 w 438"/>
                <a:gd name="T43" fmla="*/ 32 h 142"/>
                <a:gd name="T44" fmla="*/ 14 w 438"/>
                <a:gd name="T45" fmla="*/ 26 h 142"/>
                <a:gd name="T46" fmla="*/ 20 w 438"/>
                <a:gd name="T47" fmla="*/ 20 h 142"/>
                <a:gd name="T48" fmla="*/ 36 w 438"/>
                <a:gd name="T49" fmla="*/ 12 h 142"/>
                <a:gd name="T50" fmla="*/ 54 w 438"/>
                <a:gd name="T51" fmla="*/ 6 h 142"/>
                <a:gd name="T52" fmla="*/ 72 w 438"/>
                <a:gd name="T53" fmla="*/ 2 h 142"/>
                <a:gd name="T54" fmla="*/ 90 w 438"/>
                <a:gd name="T55" fmla="*/ 0 h 142"/>
                <a:gd name="T56" fmla="*/ 122 w 438"/>
                <a:gd name="T57" fmla="*/ 0 h 142"/>
                <a:gd name="T58" fmla="*/ 122 w 438"/>
                <a:gd name="T59" fmla="*/ 0 h 142"/>
                <a:gd name="T60" fmla="*/ 160 w 438"/>
                <a:gd name="T61" fmla="*/ 4 h 142"/>
                <a:gd name="T62" fmla="*/ 202 w 438"/>
                <a:gd name="T63" fmla="*/ 12 h 142"/>
                <a:gd name="T64" fmla="*/ 252 w 438"/>
                <a:gd name="T65" fmla="*/ 20 h 142"/>
                <a:gd name="T66" fmla="*/ 304 w 438"/>
                <a:gd name="T67" fmla="*/ 32 h 142"/>
                <a:gd name="T68" fmla="*/ 354 w 438"/>
                <a:gd name="T69" fmla="*/ 48 h 142"/>
                <a:gd name="T70" fmla="*/ 378 w 438"/>
                <a:gd name="T71" fmla="*/ 56 h 142"/>
                <a:gd name="T72" fmla="*/ 396 w 438"/>
                <a:gd name="T73" fmla="*/ 66 h 142"/>
                <a:gd name="T74" fmla="*/ 414 w 438"/>
                <a:gd name="T75" fmla="*/ 76 h 142"/>
                <a:gd name="T76" fmla="*/ 426 w 438"/>
                <a:gd name="T77"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8" h="142">
                  <a:moveTo>
                    <a:pt x="426" y="86"/>
                  </a:moveTo>
                  <a:lnTo>
                    <a:pt x="438" y="142"/>
                  </a:lnTo>
                  <a:lnTo>
                    <a:pt x="438" y="142"/>
                  </a:lnTo>
                  <a:lnTo>
                    <a:pt x="314" y="130"/>
                  </a:lnTo>
                  <a:lnTo>
                    <a:pt x="192" y="118"/>
                  </a:lnTo>
                  <a:lnTo>
                    <a:pt x="192" y="118"/>
                  </a:lnTo>
                  <a:lnTo>
                    <a:pt x="138" y="112"/>
                  </a:lnTo>
                  <a:lnTo>
                    <a:pt x="84" y="106"/>
                  </a:lnTo>
                  <a:lnTo>
                    <a:pt x="84" y="106"/>
                  </a:lnTo>
                  <a:lnTo>
                    <a:pt x="54" y="102"/>
                  </a:lnTo>
                  <a:lnTo>
                    <a:pt x="38" y="100"/>
                  </a:lnTo>
                  <a:lnTo>
                    <a:pt x="24" y="94"/>
                  </a:lnTo>
                  <a:lnTo>
                    <a:pt x="12" y="86"/>
                  </a:lnTo>
                  <a:lnTo>
                    <a:pt x="8" y="82"/>
                  </a:lnTo>
                  <a:lnTo>
                    <a:pt x="4" y="76"/>
                  </a:lnTo>
                  <a:lnTo>
                    <a:pt x="2" y="70"/>
                  </a:lnTo>
                  <a:lnTo>
                    <a:pt x="0" y="62"/>
                  </a:lnTo>
                  <a:lnTo>
                    <a:pt x="0" y="54"/>
                  </a:lnTo>
                  <a:lnTo>
                    <a:pt x="2" y="46"/>
                  </a:lnTo>
                  <a:lnTo>
                    <a:pt x="2" y="46"/>
                  </a:lnTo>
                  <a:lnTo>
                    <a:pt x="4" y="38"/>
                  </a:lnTo>
                  <a:lnTo>
                    <a:pt x="8" y="32"/>
                  </a:lnTo>
                  <a:lnTo>
                    <a:pt x="14" y="26"/>
                  </a:lnTo>
                  <a:lnTo>
                    <a:pt x="20" y="20"/>
                  </a:lnTo>
                  <a:lnTo>
                    <a:pt x="36" y="12"/>
                  </a:lnTo>
                  <a:lnTo>
                    <a:pt x="54" y="6"/>
                  </a:lnTo>
                  <a:lnTo>
                    <a:pt x="72" y="2"/>
                  </a:lnTo>
                  <a:lnTo>
                    <a:pt x="90" y="0"/>
                  </a:lnTo>
                  <a:lnTo>
                    <a:pt x="122" y="0"/>
                  </a:lnTo>
                  <a:lnTo>
                    <a:pt x="122" y="0"/>
                  </a:lnTo>
                  <a:lnTo>
                    <a:pt x="160" y="4"/>
                  </a:lnTo>
                  <a:lnTo>
                    <a:pt x="202" y="12"/>
                  </a:lnTo>
                  <a:lnTo>
                    <a:pt x="252" y="20"/>
                  </a:lnTo>
                  <a:lnTo>
                    <a:pt x="304" y="32"/>
                  </a:lnTo>
                  <a:lnTo>
                    <a:pt x="354" y="48"/>
                  </a:lnTo>
                  <a:lnTo>
                    <a:pt x="378" y="56"/>
                  </a:lnTo>
                  <a:lnTo>
                    <a:pt x="396" y="66"/>
                  </a:lnTo>
                  <a:lnTo>
                    <a:pt x="414" y="76"/>
                  </a:lnTo>
                  <a:lnTo>
                    <a:pt x="426"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0" name="Freeform 224"/>
            <p:cNvSpPr>
              <a:spLocks/>
            </p:cNvSpPr>
            <p:nvPr/>
          </p:nvSpPr>
          <p:spPr bwMode="auto">
            <a:xfrm>
              <a:off x="2822121" y="3493861"/>
              <a:ext cx="727075" cy="374650"/>
            </a:xfrm>
            <a:custGeom>
              <a:avLst/>
              <a:gdLst>
                <a:gd name="T0" fmla="*/ 74 w 458"/>
                <a:gd name="T1" fmla="*/ 0 h 236"/>
                <a:gd name="T2" fmla="*/ 458 w 458"/>
                <a:gd name="T3" fmla="*/ 158 h 236"/>
                <a:gd name="T4" fmla="*/ 448 w 458"/>
                <a:gd name="T5" fmla="*/ 236 h 236"/>
                <a:gd name="T6" fmla="*/ 30 w 458"/>
                <a:gd name="T7" fmla="*/ 192 h 236"/>
                <a:gd name="T8" fmla="*/ 30 w 458"/>
                <a:gd name="T9" fmla="*/ 192 h 236"/>
                <a:gd name="T10" fmla="*/ 22 w 458"/>
                <a:gd name="T11" fmla="*/ 188 h 236"/>
                <a:gd name="T12" fmla="*/ 14 w 458"/>
                <a:gd name="T13" fmla="*/ 182 h 236"/>
                <a:gd name="T14" fmla="*/ 8 w 458"/>
                <a:gd name="T15" fmla="*/ 174 h 236"/>
                <a:gd name="T16" fmla="*/ 2 w 458"/>
                <a:gd name="T17" fmla="*/ 160 h 236"/>
                <a:gd name="T18" fmla="*/ 2 w 458"/>
                <a:gd name="T19" fmla="*/ 154 h 236"/>
                <a:gd name="T20" fmla="*/ 0 w 458"/>
                <a:gd name="T21" fmla="*/ 144 h 236"/>
                <a:gd name="T22" fmla="*/ 2 w 458"/>
                <a:gd name="T23" fmla="*/ 134 h 236"/>
                <a:gd name="T24" fmla="*/ 4 w 458"/>
                <a:gd name="T25" fmla="*/ 124 h 236"/>
                <a:gd name="T26" fmla="*/ 10 w 458"/>
                <a:gd name="T27" fmla="*/ 112 h 236"/>
                <a:gd name="T28" fmla="*/ 16 w 458"/>
                <a:gd name="T29" fmla="*/ 98 h 236"/>
                <a:gd name="T30" fmla="*/ 74 w 458"/>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6">
                  <a:moveTo>
                    <a:pt x="74" y="0"/>
                  </a:moveTo>
                  <a:lnTo>
                    <a:pt x="458" y="158"/>
                  </a:lnTo>
                  <a:lnTo>
                    <a:pt x="448" y="236"/>
                  </a:lnTo>
                  <a:lnTo>
                    <a:pt x="30" y="192"/>
                  </a:lnTo>
                  <a:lnTo>
                    <a:pt x="30" y="192"/>
                  </a:lnTo>
                  <a:lnTo>
                    <a:pt x="22" y="188"/>
                  </a:lnTo>
                  <a:lnTo>
                    <a:pt x="14" y="182"/>
                  </a:lnTo>
                  <a:lnTo>
                    <a:pt x="8" y="174"/>
                  </a:lnTo>
                  <a:lnTo>
                    <a:pt x="2" y="160"/>
                  </a:lnTo>
                  <a:lnTo>
                    <a:pt x="2" y="154"/>
                  </a:lnTo>
                  <a:lnTo>
                    <a:pt x="0" y="144"/>
                  </a:lnTo>
                  <a:lnTo>
                    <a:pt x="2" y="134"/>
                  </a:lnTo>
                  <a:lnTo>
                    <a:pt x="4" y="124"/>
                  </a:lnTo>
                  <a:lnTo>
                    <a:pt x="10" y="112"/>
                  </a:lnTo>
                  <a:lnTo>
                    <a:pt x="16" y="98"/>
                  </a:lnTo>
                  <a:lnTo>
                    <a:pt x="74"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1" name="Freeform 225"/>
            <p:cNvSpPr>
              <a:spLocks/>
            </p:cNvSpPr>
            <p:nvPr/>
          </p:nvSpPr>
          <p:spPr bwMode="auto">
            <a:xfrm>
              <a:off x="2822121" y="3493861"/>
              <a:ext cx="727075" cy="374650"/>
            </a:xfrm>
            <a:custGeom>
              <a:avLst/>
              <a:gdLst>
                <a:gd name="T0" fmla="*/ 74 w 458"/>
                <a:gd name="T1" fmla="*/ 0 h 236"/>
                <a:gd name="T2" fmla="*/ 458 w 458"/>
                <a:gd name="T3" fmla="*/ 158 h 236"/>
                <a:gd name="T4" fmla="*/ 448 w 458"/>
                <a:gd name="T5" fmla="*/ 236 h 236"/>
                <a:gd name="T6" fmla="*/ 30 w 458"/>
                <a:gd name="T7" fmla="*/ 192 h 236"/>
                <a:gd name="T8" fmla="*/ 30 w 458"/>
                <a:gd name="T9" fmla="*/ 192 h 236"/>
                <a:gd name="T10" fmla="*/ 22 w 458"/>
                <a:gd name="T11" fmla="*/ 188 h 236"/>
                <a:gd name="T12" fmla="*/ 14 w 458"/>
                <a:gd name="T13" fmla="*/ 182 h 236"/>
                <a:gd name="T14" fmla="*/ 8 w 458"/>
                <a:gd name="T15" fmla="*/ 174 h 236"/>
                <a:gd name="T16" fmla="*/ 2 w 458"/>
                <a:gd name="T17" fmla="*/ 160 h 236"/>
                <a:gd name="T18" fmla="*/ 2 w 458"/>
                <a:gd name="T19" fmla="*/ 154 h 236"/>
                <a:gd name="T20" fmla="*/ 0 w 458"/>
                <a:gd name="T21" fmla="*/ 144 h 236"/>
                <a:gd name="T22" fmla="*/ 2 w 458"/>
                <a:gd name="T23" fmla="*/ 134 h 236"/>
                <a:gd name="T24" fmla="*/ 4 w 458"/>
                <a:gd name="T25" fmla="*/ 124 h 236"/>
                <a:gd name="T26" fmla="*/ 10 w 458"/>
                <a:gd name="T27" fmla="*/ 112 h 236"/>
                <a:gd name="T28" fmla="*/ 16 w 458"/>
                <a:gd name="T29" fmla="*/ 98 h 236"/>
                <a:gd name="T30" fmla="*/ 74 w 458"/>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6">
                  <a:moveTo>
                    <a:pt x="74" y="0"/>
                  </a:moveTo>
                  <a:lnTo>
                    <a:pt x="458" y="158"/>
                  </a:lnTo>
                  <a:lnTo>
                    <a:pt x="448" y="236"/>
                  </a:lnTo>
                  <a:lnTo>
                    <a:pt x="30" y="192"/>
                  </a:lnTo>
                  <a:lnTo>
                    <a:pt x="30" y="192"/>
                  </a:lnTo>
                  <a:lnTo>
                    <a:pt x="22" y="188"/>
                  </a:lnTo>
                  <a:lnTo>
                    <a:pt x="14" y="182"/>
                  </a:lnTo>
                  <a:lnTo>
                    <a:pt x="8" y="174"/>
                  </a:lnTo>
                  <a:lnTo>
                    <a:pt x="2" y="160"/>
                  </a:lnTo>
                  <a:lnTo>
                    <a:pt x="2" y="154"/>
                  </a:lnTo>
                  <a:lnTo>
                    <a:pt x="0" y="144"/>
                  </a:lnTo>
                  <a:lnTo>
                    <a:pt x="2" y="134"/>
                  </a:lnTo>
                  <a:lnTo>
                    <a:pt x="4" y="124"/>
                  </a:lnTo>
                  <a:lnTo>
                    <a:pt x="10" y="112"/>
                  </a:lnTo>
                  <a:lnTo>
                    <a:pt x="16" y="98"/>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2" name="Freeform 226"/>
            <p:cNvSpPr>
              <a:spLocks/>
            </p:cNvSpPr>
            <p:nvPr/>
          </p:nvSpPr>
          <p:spPr bwMode="auto">
            <a:xfrm>
              <a:off x="3580946" y="3652611"/>
              <a:ext cx="695325" cy="225425"/>
            </a:xfrm>
            <a:custGeom>
              <a:avLst/>
              <a:gdLst>
                <a:gd name="T0" fmla="*/ 10 w 438"/>
                <a:gd name="T1" fmla="*/ 86 h 142"/>
                <a:gd name="T2" fmla="*/ 0 w 438"/>
                <a:gd name="T3" fmla="*/ 142 h 142"/>
                <a:gd name="T4" fmla="*/ 0 w 438"/>
                <a:gd name="T5" fmla="*/ 142 h 142"/>
                <a:gd name="T6" fmla="*/ 122 w 438"/>
                <a:gd name="T7" fmla="*/ 130 h 142"/>
                <a:gd name="T8" fmla="*/ 244 w 438"/>
                <a:gd name="T9" fmla="*/ 118 h 142"/>
                <a:gd name="T10" fmla="*/ 244 w 438"/>
                <a:gd name="T11" fmla="*/ 118 h 142"/>
                <a:gd name="T12" fmla="*/ 300 w 438"/>
                <a:gd name="T13" fmla="*/ 112 h 142"/>
                <a:gd name="T14" fmla="*/ 354 w 438"/>
                <a:gd name="T15" fmla="*/ 106 h 142"/>
                <a:gd name="T16" fmla="*/ 354 w 438"/>
                <a:gd name="T17" fmla="*/ 106 h 142"/>
                <a:gd name="T18" fmla="*/ 382 w 438"/>
                <a:gd name="T19" fmla="*/ 102 h 142"/>
                <a:gd name="T20" fmla="*/ 398 w 438"/>
                <a:gd name="T21" fmla="*/ 98 h 142"/>
                <a:gd name="T22" fmla="*/ 412 w 438"/>
                <a:gd name="T23" fmla="*/ 94 h 142"/>
                <a:gd name="T24" fmla="*/ 424 w 438"/>
                <a:gd name="T25" fmla="*/ 86 h 142"/>
                <a:gd name="T26" fmla="*/ 430 w 438"/>
                <a:gd name="T27" fmla="*/ 80 h 142"/>
                <a:gd name="T28" fmla="*/ 434 w 438"/>
                <a:gd name="T29" fmla="*/ 76 h 142"/>
                <a:gd name="T30" fmla="*/ 436 w 438"/>
                <a:gd name="T31" fmla="*/ 70 h 142"/>
                <a:gd name="T32" fmla="*/ 438 w 438"/>
                <a:gd name="T33" fmla="*/ 62 h 142"/>
                <a:gd name="T34" fmla="*/ 438 w 438"/>
                <a:gd name="T35" fmla="*/ 54 h 142"/>
                <a:gd name="T36" fmla="*/ 436 w 438"/>
                <a:gd name="T37" fmla="*/ 46 h 142"/>
                <a:gd name="T38" fmla="*/ 436 w 438"/>
                <a:gd name="T39" fmla="*/ 46 h 142"/>
                <a:gd name="T40" fmla="*/ 432 w 438"/>
                <a:gd name="T41" fmla="*/ 38 h 142"/>
                <a:gd name="T42" fmla="*/ 428 w 438"/>
                <a:gd name="T43" fmla="*/ 32 h 142"/>
                <a:gd name="T44" fmla="*/ 422 w 438"/>
                <a:gd name="T45" fmla="*/ 26 h 142"/>
                <a:gd name="T46" fmla="*/ 416 w 438"/>
                <a:gd name="T47" fmla="*/ 20 h 142"/>
                <a:gd name="T48" fmla="*/ 402 w 438"/>
                <a:gd name="T49" fmla="*/ 12 h 142"/>
                <a:gd name="T50" fmla="*/ 384 w 438"/>
                <a:gd name="T51" fmla="*/ 6 h 142"/>
                <a:gd name="T52" fmla="*/ 366 w 438"/>
                <a:gd name="T53" fmla="*/ 2 h 142"/>
                <a:gd name="T54" fmla="*/ 346 w 438"/>
                <a:gd name="T55" fmla="*/ 0 h 142"/>
                <a:gd name="T56" fmla="*/ 316 w 438"/>
                <a:gd name="T57" fmla="*/ 0 h 142"/>
                <a:gd name="T58" fmla="*/ 316 w 438"/>
                <a:gd name="T59" fmla="*/ 0 h 142"/>
                <a:gd name="T60" fmla="*/ 276 w 438"/>
                <a:gd name="T61" fmla="*/ 4 h 142"/>
                <a:gd name="T62" fmla="*/ 234 w 438"/>
                <a:gd name="T63" fmla="*/ 10 h 142"/>
                <a:gd name="T64" fmla="*/ 184 w 438"/>
                <a:gd name="T65" fmla="*/ 20 h 142"/>
                <a:gd name="T66" fmla="*/ 132 w 438"/>
                <a:gd name="T67" fmla="*/ 32 h 142"/>
                <a:gd name="T68" fmla="*/ 82 w 438"/>
                <a:gd name="T69" fmla="*/ 48 h 142"/>
                <a:gd name="T70" fmla="*/ 60 w 438"/>
                <a:gd name="T71" fmla="*/ 56 h 142"/>
                <a:gd name="T72" fmla="*/ 40 w 438"/>
                <a:gd name="T73" fmla="*/ 64 h 142"/>
                <a:gd name="T74" fmla="*/ 24 w 438"/>
                <a:gd name="T75" fmla="*/ 74 h 142"/>
                <a:gd name="T76" fmla="*/ 10 w 438"/>
                <a:gd name="T77" fmla="*/ 86 h 142"/>
                <a:gd name="T78" fmla="*/ 10 w 438"/>
                <a:gd name="T79"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8" h="142">
                  <a:moveTo>
                    <a:pt x="10" y="86"/>
                  </a:moveTo>
                  <a:lnTo>
                    <a:pt x="0" y="142"/>
                  </a:lnTo>
                  <a:lnTo>
                    <a:pt x="0" y="142"/>
                  </a:lnTo>
                  <a:lnTo>
                    <a:pt x="122" y="130"/>
                  </a:lnTo>
                  <a:lnTo>
                    <a:pt x="244" y="118"/>
                  </a:lnTo>
                  <a:lnTo>
                    <a:pt x="244" y="118"/>
                  </a:lnTo>
                  <a:lnTo>
                    <a:pt x="300" y="112"/>
                  </a:lnTo>
                  <a:lnTo>
                    <a:pt x="354" y="106"/>
                  </a:lnTo>
                  <a:lnTo>
                    <a:pt x="354" y="106"/>
                  </a:lnTo>
                  <a:lnTo>
                    <a:pt x="382" y="102"/>
                  </a:lnTo>
                  <a:lnTo>
                    <a:pt x="398" y="98"/>
                  </a:lnTo>
                  <a:lnTo>
                    <a:pt x="412" y="94"/>
                  </a:lnTo>
                  <a:lnTo>
                    <a:pt x="424" y="86"/>
                  </a:lnTo>
                  <a:lnTo>
                    <a:pt x="430" y="80"/>
                  </a:lnTo>
                  <a:lnTo>
                    <a:pt x="434" y="76"/>
                  </a:lnTo>
                  <a:lnTo>
                    <a:pt x="436" y="70"/>
                  </a:lnTo>
                  <a:lnTo>
                    <a:pt x="438" y="62"/>
                  </a:lnTo>
                  <a:lnTo>
                    <a:pt x="438" y="54"/>
                  </a:lnTo>
                  <a:lnTo>
                    <a:pt x="436" y="46"/>
                  </a:lnTo>
                  <a:lnTo>
                    <a:pt x="436" y="46"/>
                  </a:lnTo>
                  <a:lnTo>
                    <a:pt x="432" y="38"/>
                  </a:lnTo>
                  <a:lnTo>
                    <a:pt x="428" y="32"/>
                  </a:lnTo>
                  <a:lnTo>
                    <a:pt x="422" y="26"/>
                  </a:lnTo>
                  <a:lnTo>
                    <a:pt x="416" y="20"/>
                  </a:lnTo>
                  <a:lnTo>
                    <a:pt x="402" y="12"/>
                  </a:lnTo>
                  <a:lnTo>
                    <a:pt x="384" y="6"/>
                  </a:lnTo>
                  <a:lnTo>
                    <a:pt x="366" y="2"/>
                  </a:lnTo>
                  <a:lnTo>
                    <a:pt x="346" y="0"/>
                  </a:lnTo>
                  <a:lnTo>
                    <a:pt x="316" y="0"/>
                  </a:lnTo>
                  <a:lnTo>
                    <a:pt x="316" y="0"/>
                  </a:lnTo>
                  <a:lnTo>
                    <a:pt x="276" y="4"/>
                  </a:lnTo>
                  <a:lnTo>
                    <a:pt x="234" y="10"/>
                  </a:lnTo>
                  <a:lnTo>
                    <a:pt x="184" y="20"/>
                  </a:lnTo>
                  <a:lnTo>
                    <a:pt x="132" y="32"/>
                  </a:lnTo>
                  <a:lnTo>
                    <a:pt x="82" y="48"/>
                  </a:lnTo>
                  <a:lnTo>
                    <a:pt x="60" y="56"/>
                  </a:lnTo>
                  <a:lnTo>
                    <a:pt x="40" y="64"/>
                  </a:lnTo>
                  <a:lnTo>
                    <a:pt x="24" y="74"/>
                  </a:lnTo>
                  <a:lnTo>
                    <a:pt x="10" y="86"/>
                  </a:lnTo>
                  <a:lnTo>
                    <a:pt x="10" y="8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3" name="Freeform 227"/>
            <p:cNvSpPr>
              <a:spLocks/>
            </p:cNvSpPr>
            <p:nvPr/>
          </p:nvSpPr>
          <p:spPr bwMode="auto">
            <a:xfrm>
              <a:off x="3552371" y="3516086"/>
              <a:ext cx="727075" cy="371475"/>
            </a:xfrm>
            <a:custGeom>
              <a:avLst/>
              <a:gdLst>
                <a:gd name="T0" fmla="*/ 384 w 458"/>
                <a:gd name="T1" fmla="*/ 0 h 234"/>
                <a:gd name="T2" fmla="*/ 0 w 458"/>
                <a:gd name="T3" fmla="*/ 158 h 234"/>
                <a:gd name="T4" fmla="*/ 10 w 458"/>
                <a:gd name="T5" fmla="*/ 234 h 234"/>
                <a:gd name="T6" fmla="*/ 430 w 458"/>
                <a:gd name="T7" fmla="*/ 190 h 234"/>
                <a:gd name="T8" fmla="*/ 430 w 458"/>
                <a:gd name="T9" fmla="*/ 190 h 234"/>
                <a:gd name="T10" fmla="*/ 438 w 458"/>
                <a:gd name="T11" fmla="*/ 186 h 234"/>
                <a:gd name="T12" fmla="*/ 444 w 458"/>
                <a:gd name="T13" fmla="*/ 180 h 234"/>
                <a:gd name="T14" fmla="*/ 452 w 458"/>
                <a:gd name="T15" fmla="*/ 172 h 234"/>
                <a:gd name="T16" fmla="*/ 456 w 458"/>
                <a:gd name="T17" fmla="*/ 160 h 234"/>
                <a:gd name="T18" fmla="*/ 458 w 458"/>
                <a:gd name="T19" fmla="*/ 152 h 234"/>
                <a:gd name="T20" fmla="*/ 458 w 458"/>
                <a:gd name="T21" fmla="*/ 144 h 234"/>
                <a:gd name="T22" fmla="*/ 458 w 458"/>
                <a:gd name="T23" fmla="*/ 134 h 234"/>
                <a:gd name="T24" fmla="*/ 454 w 458"/>
                <a:gd name="T25" fmla="*/ 122 h 234"/>
                <a:gd name="T26" fmla="*/ 450 w 458"/>
                <a:gd name="T27" fmla="*/ 110 h 234"/>
                <a:gd name="T28" fmla="*/ 444 w 458"/>
                <a:gd name="T29" fmla="*/ 98 h 234"/>
                <a:gd name="T30" fmla="*/ 384 w 458"/>
                <a:gd name="T3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4">
                  <a:moveTo>
                    <a:pt x="384" y="0"/>
                  </a:moveTo>
                  <a:lnTo>
                    <a:pt x="0" y="158"/>
                  </a:lnTo>
                  <a:lnTo>
                    <a:pt x="10" y="234"/>
                  </a:lnTo>
                  <a:lnTo>
                    <a:pt x="430" y="190"/>
                  </a:lnTo>
                  <a:lnTo>
                    <a:pt x="430" y="190"/>
                  </a:lnTo>
                  <a:lnTo>
                    <a:pt x="438" y="186"/>
                  </a:lnTo>
                  <a:lnTo>
                    <a:pt x="444" y="180"/>
                  </a:lnTo>
                  <a:lnTo>
                    <a:pt x="452" y="172"/>
                  </a:lnTo>
                  <a:lnTo>
                    <a:pt x="456" y="160"/>
                  </a:lnTo>
                  <a:lnTo>
                    <a:pt x="458" y="152"/>
                  </a:lnTo>
                  <a:lnTo>
                    <a:pt x="458" y="144"/>
                  </a:lnTo>
                  <a:lnTo>
                    <a:pt x="458" y="134"/>
                  </a:lnTo>
                  <a:lnTo>
                    <a:pt x="454" y="122"/>
                  </a:lnTo>
                  <a:lnTo>
                    <a:pt x="450" y="110"/>
                  </a:lnTo>
                  <a:lnTo>
                    <a:pt x="444" y="98"/>
                  </a:lnTo>
                  <a:lnTo>
                    <a:pt x="384"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4" name="Freeform 228"/>
            <p:cNvSpPr>
              <a:spLocks/>
            </p:cNvSpPr>
            <p:nvPr/>
          </p:nvSpPr>
          <p:spPr bwMode="auto">
            <a:xfrm>
              <a:off x="3120571" y="3449411"/>
              <a:ext cx="831850" cy="498475"/>
            </a:xfrm>
            <a:custGeom>
              <a:avLst/>
              <a:gdLst>
                <a:gd name="T0" fmla="*/ 496 w 524"/>
                <a:gd name="T1" fmla="*/ 282 h 314"/>
                <a:gd name="T2" fmla="*/ 496 w 524"/>
                <a:gd name="T3" fmla="*/ 282 h 314"/>
                <a:gd name="T4" fmla="*/ 496 w 524"/>
                <a:gd name="T5" fmla="*/ 288 h 314"/>
                <a:gd name="T6" fmla="*/ 494 w 524"/>
                <a:gd name="T7" fmla="*/ 294 h 314"/>
                <a:gd name="T8" fmla="*/ 492 w 524"/>
                <a:gd name="T9" fmla="*/ 300 h 314"/>
                <a:gd name="T10" fmla="*/ 488 w 524"/>
                <a:gd name="T11" fmla="*/ 304 h 314"/>
                <a:gd name="T12" fmla="*/ 482 w 524"/>
                <a:gd name="T13" fmla="*/ 308 h 314"/>
                <a:gd name="T14" fmla="*/ 478 w 524"/>
                <a:gd name="T15" fmla="*/ 312 h 314"/>
                <a:gd name="T16" fmla="*/ 472 w 524"/>
                <a:gd name="T17" fmla="*/ 314 h 314"/>
                <a:gd name="T18" fmla="*/ 464 w 524"/>
                <a:gd name="T19" fmla="*/ 314 h 314"/>
                <a:gd name="T20" fmla="*/ 60 w 524"/>
                <a:gd name="T21" fmla="*/ 314 h 314"/>
                <a:gd name="T22" fmla="*/ 60 w 524"/>
                <a:gd name="T23" fmla="*/ 314 h 314"/>
                <a:gd name="T24" fmla="*/ 52 w 524"/>
                <a:gd name="T25" fmla="*/ 314 h 314"/>
                <a:gd name="T26" fmla="*/ 46 w 524"/>
                <a:gd name="T27" fmla="*/ 312 h 314"/>
                <a:gd name="T28" fmla="*/ 42 w 524"/>
                <a:gd name="T29" fmla="*/ 308 h 314"/>
                <a:gd name="T30" fmla="*/ 36 w 524"/>
                <a:gd name="T31" fmla="*/ 304 h 314"/>
                <a:gd name="T32" fmla="*/ 32 w 524"/>
                <a:gd name="T33" fmla="*/ 300 h 314"/>
                <a:gd name="T34" fmla="*/ 30 w 524"/>
                <a:gd name="T35" fmla="*/ 294 h 314"/>
                <a:gd name="T36" fmla="*/ 28 w 524"/>
                <a:gd name="T37" fmla="*/ 288 h 314"/>
                <a:gd name="T38" fmla="*/ 28 w 524"/>
                <a:gd name="T39" fmla="*/ 282 h 314"/>
                <a:gd name="T40" fmla="*/ 0 w 524"/>
                <a:gd name="T41" fmla="*/ 32 h 314"/>
                <a:gd name="T42" fmla="*/ 0 w 524"/>
                <a:gd name="T43" fmla="*/ 32 h 314"/>
                <a:gd name="T44" fmla="*/ 0 w 524"/>
                <a:gd name="T45" fmla="*/ 26 h 314"/>
                <a:gd name="T46" fmla="*/ 2 w 524"/>
                <a:gd name="T47" fmla="*/ 20 h 314"/>
                <a:gd name="T48" fmla="*/ 6 w 524"/>
                <a:gd name="T49" fmla="*/ 14 h 314"/>
                <a:gd name="T50" fmla="*/ 10 w 524"/>
                <a:gd name="T51" fmla="*/ 10 h 314"/>
                <a:gd name="T52" fmla="*/ 14 w 524"/>
                <a:gd name="T53" fmla="*/ 6 h 314"/>
                <a:gd name="T54" fmla="*/ 20 w 524"/>
                <a:gd name="T55" fmla="*/ 2 h 314"/>
                <a:gd name="T56" fmla="*/ 26 w 524"/>
                <a:gd name="T57" fmla="*/ 0 h 314"/>
                <a:gd name="T58" fmla="*/ 32 w 524"/>
                <a:gd name="T59" fmla="*/ 0 h 314"/>
                <a:gd name="T60" fmla="*/ 492 w 524"/>
                <a:gd name="T61" fmla="*/ 0 h 314"/>
                <a:gd name="T62" fmla="*/ 492 w 524"/>
                <a:gd name="T63" fmla="*/ 0 h 314"/>
                <a:gd name="T64" fmla="*/ 498 w 524"/>
                <a:gd name="T65" fmla="*/ 0 h 314"/>
                <a:gd name="T66" fmla="*/ 504 w 524"/>
                <a:gd name="T67" fmla="*/ 2 h 314"/>
                <a:gd name="T68" fmla="*/ 510 w 524"/>
                <a:gd name="T69" fmla="*/ 6 h 314"/>
                <a:gd name="T70" fmla="*/ 514 w 524"/>
                <a:gd name="T71" fmla="*/ 10 h 314"/>
                <a:gd name="T72" fmla="*/ 518 w 524"/>
                <a:gd name="T73" fmla="*/ 14 h 314"/>
                <a:gd name="T74" fmla="*/ 522 w 524"/>
                <a:gd name="T75" fmla="*/ 20 h 314"/>
                <a:gd name="T76" fmla="*/ 524 w 524"/>
                <a:gd name="T77" fmla="*/ 26 h 314"/>
                <a:gd name="T78" fmla="*/ 524 w 524"/>
                <a:gd name="T79" fmla="*/ 32 h 314"/>
                <a:gd name="T80" fmla="*/ 496 w 524"/>
                <a:gd name="T81" fmla="*/ 28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24" h="314">
                  <a:moveTo>
                    <a:pt x="496" y="282"/>
                  </a:moveTo>
                  <a:lnTo>
                    <a:pt x="496" y="282"/>
                  </a:lnTo>
                  <a:lnTo>
                    <a:pt x="496" y="288"/>
                  </a:lnTo>
                  <a:lnTo>
                    <a:pt x="494" y="294"/>
                  </a:lnTo>
                  <a:lnTo>
                    <a:pt x="492" y="300"/>
                  </a:lnTo>
                  <a:lnTo>
                    <a:pt x="488" y="304"/>
                  </a:lnTo>
                  <a:lnTo>
                    <a:pt x="482" y="308"/>
                  </a:lnTo>
                  <a:lnTo>
                    <a:pt x="478" y="312"/>
                  </a:lnTo>
                  <a:lnTo>
                    <a:pt x="472" y="314"/>
                  </a:lnTo>
                  <a:lnTo>
                    <a:pt x="464" y="314"/>
                  </a:lnTo>
                  <a:lnTo>
                    <a:pt x="60" y="314"/>
                  </a:lnTo>
                  <a:lnTo>
                    <a:pt x="60" y="314"/>
                  </a:lnTo>
                  <a:lnTo>
                    <a:pt x="52" y="314"/>
                  </a:lnTo>
                  <a:lnTo>
                    <a:pt x="46" y="312"/>
                  </a:lnTo>
                  <a:lnTo>
                    <a:pt x="42" y="308"/>
                  </a:lnTo>
                  <a:lnTo>
                    <a:pt x="36" y="304"/>
                  </a:lnTo>
                  <a:lnTo>
                    <a:pt x="32" y="300"/>
                  </a:lnTo>
                  <a:lnTo>
                    <a:pt x="30" y="294"/>
                  </a:lnTo>
                  <a:lnTo>
                    <a:pt x="28" y="288"/>
                  </a:lnTo>
                  <a:lnTo>
                    <a:pt x="28" y="282"/>
                  </a:lnTo>
                  <a:lnTo>
                    <a:pt x="0" y="32"/>
                  </a:lnTo>
                  <a:lnTo>
                    <a:pt x="0" y="32"/>
                  </a:lnTo>
                  <a:lnTo>
                    <a:pt x="0" y="26"/>
                  </a:lnTo>
                  <a:lnTo>
                    <a:pt x="2" y="20"/>
                  </a:lnTo>
                  <a:lnTo>
                    <a:pt x="6" y="14"/>
                  </a:lnTo>
                  <a:lnTo>
                    <a:pt x="10" y="10"/>
                  </a:lnTo>
                  <a:lnTo>
                    <a:pt x="14" y="6"/>
                  </a:lnTo>
                  <a:lnTo>
                    <a:pt x="20" y="2"/>
                  </a:lnTo>
                  <a:lnTo>
                    <a:pt x="26" y="0"/>
                  </a:lnTo>
                  <a:lnTo>
                    <a:pt x="32" y="0"/>
                  </a:lnTo>
                  <a:lnTo>
                    <a:pt x="492" y="0"/>
                  </a:lnTo>
                  <a:lnTo>
                    <a:pt x="492" y="0"/>
                  </a:lnTo>
                  <a:lnTo>
                    <a:pt x="498" y="0"/>
                  </a:lnTo>
                  <a:lnTo>
                    <a:pt x="504" y="2"/>
                  </a:lnTo>
                  <a:lnTo>
                    <a:pt x="510" y="6"/>
                  </a:lnTo>
                  <a:lnTo>
                    <a:pt x="514" y="10"/>
                  </a:lnTo>
                  <a:lnTo>
                    <a:pt x="518" y="14"/>
                  </a:lnTo>
                  <a:lnTo>
                    <a:pt x="522" y="20"/>
                  </a:lnTo>
                  <a:lnTo>
                    <a:pt x="524" y="26"/>
                  </a:lnTo>
                  <a:lnTo>
                    <a:pt x="524" y="32"/>
                  </a:lnTo>
                  <a:lnTo>
                    <a:pt x="496" y="282"/>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5" name="Freeform 229"/>
            <p:cNvSpPr>
              <a:spLocks/>
            </p:cNvSpPr>
            <p:nvPr/>
          </p:nvSpPr>
          <p:spPr bwMode="auto">
            <a:xfrm>
              <a:off x="3149146" y="3487511"/>
              <a:ext cx="774700" cy="460375"/>
            </a:xfrm>
            <a:custGeom>
              <a:avLst/>
              <a:gdLst>
                <a:gd name="T0" fmla="*/ 462 w 488"/>
                <a:gd name="T1" fmla="*/ 260 h 290"/>
                <a:gd name="T2" fmla="*/ 462 w 488"/>
                <a:gd name="T3" fmla="*/ 260 h 290"/>
                <a:gd name="T4" fmla="*/ 462 w 488"/>
                <a:gd name="T5" fmla="*/ 266 h 290"/>
                <a:gd name="T6" fmla="*/ 460 w 488"/>
                <a:gd name="T7" fmla="*/ 272 h 290"/>
                <a:gd name="T8" fmla="*/ 454 w 488"/>
                <a:gd name="T9" fmla="*/ 282 h 290"/>
                <a:gd name="T10" fmla="*/ 444 w 488"/>
                <a:gd name="T11" fmla="*/ 288 h 290"/>
                <a:gd name="T12" fmla="*/ 438 w 488"/>
                <a:gd name="T13" fmla="*/ 290 h 290"/>
                <a:gd name="T14" fmla="*/ 432 w 488"/>
                <a:gd name="T15" fmla="*/ 290 h 290"/>
                <a:gd name="T16" fmla="*/ 56 w 488"/>
                <a:gd name="T17" fmla="*/ 290 h 290"/>
                <a:gd name="T18" fmla="*/ 56 w 488"/>
                <a:gd name="T19" fmla="*/ 290 h 290"/>
                <a:gd name="T20" fmla="*/ 50 w 488"/>
                <a:gd name="T21" fmla="*/ 290 h 290"/>
                <a:gd name="T22" fmla="*/ 44 w 488"/>
                <a:gd name="T23" fmla="*/ 288 h 290"/>
                <a:gd name="T24" fmla="*/ 36 w 488"/>
                <a:gd name="T25" fmla="*/ 282 h 290"/>
                <a:gd name="T26" fmla="*/ 28 w 488"/>
                <a:gd name="T27" fmla="*/ 272 h 290"/>
                <a:gd name="T28" fmla="*/ 26 w 488"/>
                <a:gd name="T29" fmla="*/ 266 h 290"/>
                <a:gd name="T30" fmla="*/ 26 w 488"/>
                <a:gd name="T31" fmla="*/ 260 h 290"/>
                <a:gd name="T32" fmla="*/ 0 w 488"/>
                <a:gd name="T33" fmla="*/ 30 h 290"/>
                <a:gd name="T34" fmla="*/ 0 w 488"/>
                <a:gd name="T35" fmla="*/ 30 h 290"/>
                <a:gd name="T36" fmla="*/ 0 w 488"/>
                <a:gd name="T37" fmla="*/ 24 h 290"/>
                <a:gd name="T38" fmla="*/ 2 w 488"/>
                <a:gd name="T39" fmla="*/ 18 h 290"/>
                <a:gd name="T40" fmla="*/ 8 w 488"/>
                <a:gd name="T41" fmla="*/ 8 h 290"/>
                <a:gd name="T42" fmla="*/ 18 w 488"/>
                <a:gd name="T43" fmla="*/ 2 h 290"/>
                <a:gd name="T44" fmla="*/ 24 w 488"/>
                <a:gd name="T45" fmla="*/ 0 h 290"/>
                <a:gd name="T46" fmla="*/ 30 w 488"/>
                <a:gd name="T47" fmla="*/ 0 h 290"/>
                <a:gd name="T48" fmla="*/ 458 w 488"/>
                <a:gd name="T49" fmla="*/ 0 h 290"/>
                <a:gd name="T50" fmla="*/ 458 w 488"/>
                <a:gd name="T51" fmla="*/ 0 h 290"/>
                <a:gd name="T52" fmla="*/ 464 w 488"/>
                <a:gd name="T53" fmla="*/ 0 h 290"/>
                <a:gd name="T54" fmla="*/ 470 w 488"/>
                <a:gd name="T55" fmla="*/ 2 h 290"/>
                <a:gd name="T56" fmla="*/ 480 w 488"/>
                <a:gd name="T57" fmla="*/ 8 h 290"/>
                <a:gd name="T58" fmla="*/ 486 w 488"/>
                <a:gd name="T59" fmla="*/ 18 h 290"/>
                <a:gd name="T60" fmla="*/ 488 w 488"/>
                <a:gd name="T61" fmla="*/ 24 h 290"/>
                <a:gd name="T62" fmla="*/ 488 w 488"/>
                <a:gd name="T63" fmla="*/ 30 h 290"/>
                <a:gd name="T64" fmla="*/ 462 w 488"/>
                <a:gd name="T65" fmla="*/ 26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8" h="290">
                  <a:moveTo>
                    <a:pt x="462" y="260"/>
                  </a:moveTo>
                  <a:lnTo>
                    <a:pt x="462" y="260"/>
                  </a:lnTo>
                  <a:lnTo>
                    <a:pt x="462" y="266"/>
                  </a:lnTo>
                  <a:lnTo>
                    <a:pt x="460" y="272"/>
                  </a:lnTo>
                  <a:lnTo>
                    <a:pt x="454" y="282"/>
                  </a:lnTo>
                  <a:lnTo>
                    <a:pt x="444" y="288"/>
                  </a:lnTo>
                  <a:lnTo>
                    <a:pt x="438" y="290"/>
                  </a:lnTo>
                  <a:lnTo>
                    <a:pt x="432" y="290"/>
                  </a:lnTo>
                  <a:lnTo>
                    <a:pt x="56" y="290"/>
                  </a:lnTo>
                  <a:lnTo>
                    <a:pt x="56" y="290"/>
                  </a:lnTo>
                  <a:lnTo>
                    <a:pt x="50" y="290"/>
                  </a:lnTo>
                  <a:lnTo>
                    <a:pt x="44" y="288"/>
                  </a:lnTo>
                  <a:lnTo>
                    <a:pt x="36" y="282"/>
                  </a:lnTo>
                  <a:lnTo>
                    <a:pt x="28" y="272"/>
                  </a:lnTo>
                  <a:lnTo>
                    <a:pt x="26" y="266"/>
                  </a:lnTo>
                  <a:lnTo>
                    <a:pt x="26" y="260"/>
                  </a:lnTo>
                  <a:lnTo>
                    <a:pt x="0" y="30"/>
                  </a:lnTo>
                  <a:lnTo>
                    <a:pt x="0" y="30"/>
                  </a:lnTo>
                  <a:lnTo>
                    <a:pt x="0" y="24"/>
                  </a:lnTo>
                  <a:lnTo>
                    <a:pt x="2" y="18"/>
                  </a:lnTo>
                  <a:lnTo>
                    <a:pt x="8" y="8"/>
                  </a:lnTo>
                  <a:lnTo>
                    <a:pt x="18" y="2"/>
                  </a:lnTo>
                  <a:lnTo>
                    <a:pt x="24" y="0"/>
                  </a:lnTo>
                  <a:lnTo>
                    <a:pt x="30" y="0"/>
                  </a:lnTo>
                  <a:lnTo>
                    <a:pt x="458" y="0"/>
                  </a:lnTo>
                  <a:lnTo>
                    <a:pt x="458" y="0"/>
                  </a:lnTo>
                  <a:lnTo>
                    <a:pt x="464" y="0"/>
                  </a:lnTo>
                  <a:lnTo>
                    <a:pt x="470" y="2"/>
                  </a:lnTo>
                  <a:lnTo>
                    <a:pt x="480" y="8"/>
                  </a:lnTo>
                  <a:lnTo>
                    <a:pt x="486" y="18"/>
                  </a:lnTo>
                  <a:lnTo>
                    <a:pt x="488" y="24"/>
                  </a:lnTo>
                  <a:lnTo>
                    <a:pt x="488" y="30"/>
                  </a:lnTo>
                  <a:lnTo>
                    <a:pt x="462" y="26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6" name="Freeform 230"/>
            <p:cNvSpPr>
              <a:spLocks noEditPoints="1"/>
            </p:cNvSpPr>
            <p:nvPr/>
          </p:nvSpPr>
          <p:spPr bwMode="auto">
            <a:xfrm>
              <a:off x="3463471" y="3633561"/>
              <a:ext cx="174625" cy="177800"/>
            </a:xfrm>
            <a:custGeom>
              <a:avLst/>
              <a:gdLst>
                <a:gd name="T0" fmla="*/ 56 w 110"/>
                <a:gd name="T1" fmla="*/ 0 h 112"/>
                <a:gd name="T2" fmla="*/ 34 w 110"/>
                <a:gd name="T3" fmla="*/ 4 h 112"/>
                <a:gd name="T4" fmla="*/ 16 w 110"/>
                <a:gd name="T5" fmla="*/ 16 h 112"/>
                <a:gd name="T6" fmla="*/ 4 w 110"/>
                <a:gd name="T7" fmla="*/ 34 h 112"/>
                <a:gd name="T8" fmla="*/ 0 w 110"/>
                <a:gd name="T9" fmla="*/ 56 h 112"/>
                <a:gd name="T10" fmla="*/ 2 w 110"/>
                <a:gd name="T11" fmla="*/ 68 h 112"/>
                <a:gd name="T12" fmla="*/ 10 w 110"/>
                <a:gd name="T13" fmla="*/ 86 h 112"/>
                <a:gd name="T14" fmla="*/ 24 w 110"/>
                <a:gd name="T15" fmla="*/ 102 h 112"/>
                <a:gd name="T16" fmla="*/ 44 w 110"/>
                <a:gd name="T17" fmla="*/ 110 h 112"/>
                <a:gd name="T18" fmla="*/ 56 w 110"/>
                <a:gd name="T19" fmla="*/ 112 h 112"/>
                <a:gd name="T20" fmla="*/ 78 w 110"/>
                <a:gd name="T21" fmla="*/ 106 h 112"/>
                <a:gd name="T22" fmla="*/ 94 w 110"/>
                <a:gd name="T23" fmla="*/ 96 h 112"/>
                <a:gd name="T24" fmla="*/ 106 w 110"/>
                <a:gd name="T25" fmla="*/ 78 h 112"/>
                <a:gd name="T26" fmla="*/ 110 w 110"/>
                <a:gd name="T27" fmla="*/ 56 h 112"/>
                <a:gd name="T28" fmla="*/ 110 w 110"/>
                <a:gd name="T29" fmla="*/ 44 h 112"/>
                <a:gd name="T30" fmla="*/ 102 w 110"/>
                <a:gd name="T31" fmla="*/ 24 h 112"/>
                <a:gd name="T32" fmla="*/ 86 w 110"/>
                <a:gd name="T33" fmla="*/ 10 h 112"/>
                <a:gd name="T34" fmla="*/ 66 w 110"/>
                <a:gd name="T35" fmla="*/ 2 h 112"/>
                <a:gd name="T36" fmla="*/ 56 w 110"/>
                <a:gd name="T37" fmla="*/ 0 h 112"/>
                <a:gd name="T38" fmla="*/ 56 w 110"/>
                <a:gd name="T39" fmla="*/ 98 h 112"/>
                <a:gd name="T40" fmla="*/ 38 w 110"/>
                <a:gd name="T41" fmla="*/ 96 h 112"/>
                <a:gd name="T42" fmla="*/ 26 w 110"/>
                <a:gd name="T43" fmla="*/ 86 h 112"/>
                <a:gd name="T44" fmla="*/ 16 w 110"/>
                <a:gd name="T45" fmla="*/ 72 h 112"/>
                <a:gd name="T46" fmla="*/ 12 w 110"/>
                <a:gd name="T47" fmla="*/ 56 h 112"/>
                <a:gd name="T48" fmla="*/ 14 w 110"/>
                <a:gd name="T49" fmla="*/ 48 h 112"/>
                <a:gd name="T50" fmla="*/ 20 w 110"/>
                <a:gd name="T51" fmla="*/ 32 h 112"/>
                <a:gd name="T52" fmla="*/ 32 w 110"/>
                <a:gd name="T53" fmla="*/ 20 h 112"/>
                <a:gd name="T54" fmla="*/ 46 w 110"/>
                <a:gd name="T55" fmla="*/ 14 h 112"/>
                <a:gd name="T56" fmla="*/ 56 w 110"/>
                <a:gd name="T57" fmla="*/ 14 h 112"/>
                <a:gd name="T58" fmla="*/ 72 w 110"/>
                <a:gd name="T59" fmla="*/ 16 h 112"/>
                <a:gd name="T60" fmla="*/ 86 w 110"/>
                <a:gd name="T61" fmla="*/ 26 h 112"/>
                <a:gd name="T62" fmla="*/ 94 w 110"/>
                <a:gd name="T63" fmla="*/ 40 h 112"/>
                <a:gd name="T64" fmla="*/ 98 w 110"/>
                <a:gd name="T65" fmla="*/ 56 h 112"/>
                <a:gd name="T66" fmla="*/ 98 w 110"/>
                <a:gd name="T67" fmla="*/ 64 h 112"/>
                <a:gd name="T68" fmla="*/ 90 w 110"/>
                <a:gd name="T69" fmla="*/ 80 h 112"/>
                <a:gd name="T70" fmla="*/ 80 w 110"/>
                <a:gd name="T71" fmla="*/ 92 h 112"/>
                <a:gd name="T72" fmla="*/ 64 w 110"/>
                <a:gd name="T73" fmla="*/ 98 h 112"/>
                <a:gd name="T74" fmla="*/ 56 w 110"/>
                <a:gd name="T75" fmla="*/ 9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12">
                  <a:moveTo>
                    <a:pt x="56" y="0"/>
                  </a:moveTo>
                  <a:lnTo>
                    <a:pt x="56" y="0"/>
                  </a:lnTo>
                  <a:lnTo>
                    <a:pt x="44" y="2"/>
                  </a:lnTo>
                  <a:lnTo>
                    <a:pt x="34" y="4"/>
                  </a:lnTo>
                  <a:lnTo>
                    <a:pt x="24" y="10"/>
                  </a:lnTo>
                  <a:lnTo>
                    <a:pt x="16" y="16"/>
                  </a:lnTo>
                  <a:lnTo>
                    <a:pt x="10" y="24"/>
                  </a:lnTo>
                  <a:lnTo>
                    <a:pt x="4" y="34"/>
                  </a:lnTo>
                  <a:lnTo>
                    <a:pt x="2" y="44"/>
                  </a:lnTo>
                  <a:lnTo>
                    <a:pt x="0" y="56"/>
                  </a:lnTo>
                  <a:lnTo>
                    <a:pt x="0" y="56"/>
                  </a:lnTo>
                  <a:lnTo>
                    <a:pt x="2" y="68"/>
                  </a:lnTo>
                  <a:lnTo>
                    <a:pt x="4" y="78"/>
                  </a:lnTo>
                  <a:lnTo>
                    <a:pt x="10" y="86"/>
                  </a:lnTo>
                  <a:lnTo>
                    <a:pt x="16" y="96"/>
                  </a:lnTo>
                  <a:lnTo>
                    <a:pt x="24" y="102"/>
                  </a:lnTo>
                  <a:lnTo>
                    <a:pt x="34" y="106"/>
                  </a:lnTo>
                  <a:lnTo>
                    <a:pt x="44" y="110"/>
                  </a:lnTo>
                  <a:lnTo>
                    <a:pt x="56" y="112"/>
                  </a:lnTo>
                  <a:lnTo>
                    <a:pt x="56" y="112"/>
                  </a:lnTo>
                  <a:lnTo>
                    <a:pt x="66" y="110"/>
                  </a:lnTo>
                  <a:lnTo>
                    <a:pt x="78" y="106"/>
                  </a:lnTo>
                  <a:lnTo>
                    <a:pt x="86" y="102"/>
                  </a:lnTo>
                  <a:lnTo>
                    <a:pt x="94" y="96"/>
                  </a:lnTo>
                  <a:lnTo>
                    <a:pt x="102" y="86"/>
                  </a:lnTo>
                  <a:lnTo>
                    <a:pt x="106" y="78"/>
                  </a:lnTo>
                  <a:lnTo>
                    <a:pt x="110" y="68"/>
                  </a:lnTo>
                  <a:lnTo>
                    <a:pt x="110" y="56"/>
                  </a:lnTo>
                  <a:lnTo>
                    <a:pt x="110" y="56"/>
                  </a:lnTo>
                  <a:lnTo>
                    <a:pt x="110" y="44"/>
                  </a:lnTo>
                  <a:lnTo>
                    <a:pt x="106" y="34"/>
                  </a:lnTo>
                  <a:lnTo>
                    <a:pt x="102" y="24"/>
                  </a:lnTo>
                  <a:lnTo>
                    <a:pt x="94" y="16"/>
                  </a:lnTo>
                  <a:lnTo>
                    <a:pt x="86" y="10"/>
                  </a:lnTo>
                  <a:lnTo>
                    <a:pt x="78" y="4"/>
                  </a:lnTo>
                  <a:lnTo>
                    <a:pt x="66" y="2"/>
                  </a:lnTo>
                  <a:lnTo>
                    <a:pt x="56" y="0"/>
                  </a:lnTo>
                  <a:lnTo>
                    <a:pt x="56" y="0"/>
                  </a:lnTo>
                  <a:close/>
                  <a:moveTo>
                    <a:pt x="56" y="98"/>
                  </a:moveTo>
                  <a:lnTo>
                    <a:pt x="56" y="98"/>
                  </a:lnTo>
                  <a:lnTo>
                    <a:pt x="46" y="98"/>
                  </a:lnTo>
                  <a:lnTo>
                    <a:pt x="38" y="96"/>
                  </a:lnTo>
                  <a:lnTo>
                    <a:pt x="32" y="92"/>
                  </a:lnTo>
                  <a:lnTo>
                    <a:pt x="26" y="86"/>
                  </a:lnTo>
                  <a:lnTo>
                    <a:pt x="20" y="80"/>
                  </a:lnTo>
                  <a:lnTo>
                    <a:pt x="16" y="72"/>
                  </a:lnTo>
                  <a:lnTo>
                    <a:pt x="14" y="64"/>
                  </a:lnTo>
                  <a:lnTo>
                    <a:pt x="12" y="56"/>
                  </a:lnTo>
                  <a:lnTo>
                    <a:pt x="12" y="56"/>
                  </a:lnTo>
                  <a:lnTo>
                    <a:pt x="14" y="48"/>
                  </a:lnTo>
                  <a:lnTo>
                    <a:pt x="16" y="40"/>
                  </a:lnTo>
                  <a:lnTo>
                    <a:pt x="20" y="32"/>
                  </a:lnTo>
                  <a:lnTo>
                    <a:pt x="26" y="26"/>
                  </a:lnTo>
                  <a:lnTo>
                    <a:pt x="32" y="20"/>
                  </a:lnTo>
                  <a:lnTo>
                    <a:pt x="38" y="16"/>
                  </a:lnTo>
                  <a:lnTo>
                    <a:pt x="46" y="14"/>
                  </a:lnTo>
                  <a:lnTo>
                    <a:pt x="56" y="14"/>
                  </a:lnTo>
                  <a:lnTo>
                    <a:pt x="56" y="14"/>
                  </a:lnTo>
                  <a:lnTo>
                    <a:pt x="64" y="14"/>
                  </a:lnTo>
                  <a:lnTo>
                    <a:pt x="72" y="16"/>
                  </a:lnTo>
                  <a:lnTo>
                    <a:pt x="80" y="20"/>
                  </a:lnTo>
                  <a:lnTo>
                    <a:pt x="86" y="26"/>
                  </a:lnTo>
                  <a:lnTo>
                    <a:pt x="90" y="32"/>
                  </a:lnTo>
                  <a:lnTo>
                    <a:pt x="94" y="40"/>
                  </a:lnTo>
                  <a:lnTo>
                    <a:pt x="98" y="48"/>
                  </a:lnTo>
                  <a:lnTo>
                    <a:pt x="98" y="56"/>
                  </a:lnTo>
                  <a:lnTo>
                    <a:pt x="98" y="56"/>
                  </a:lnTo>
                  <a:lnTo>
                    <a:pt x="98" y="64"/>
                  </a:lnTo>
                  <a:lnTo>
                    <a:pt x="94" y="72"/>
                  </a:lnTo>
                  <a:lnTo>
                    <a:pt x="90" y="80"/>
                  </a:lnTo>
                  <a:lnTo>
                    <a:pt x="86" y="86"/>
                  </a:lnTo>
                  <a:lnTo>
                    <a:pt x="80" y="92"/>
                  </a:lnTo>
                  <a:lnTo>
                    <a:pt x="72" y="96"/>
                  </a:lnTo>
                  <a:lnTo>
                    <a:pt x="64" y="98"/>
                  </a:lnTo>
                  <a:lnTo>
                    <a:pt x="56" y="98"/>
                  </a:lnTo>
                  <a:lnTo>
                    <a:pt x="56" y="9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7" name="Freeform 231"/>
            <p:cNvSpPr>
              <a:spLocks noEditPoints="1"/>
            </p:cNvSpPr>
            <p:nvPr/>
          </p:nvSpPr>
          <p:spPr bwMode="auto">
            <a:xfrm>
              <a:off x="3501571" y="3697061"/>
              <a:ext cx="44450" cy="47625"/>
            </a:xfrm>
            <a:custGeom>
              <a:avLst/>
              <a:gdLst>
                <a:gd name="T0" fmla="*/ 20 w 28"/>
                <a:gd name="T1" fmla="*/ 0 h 30"/>
                <a:gd name="T2" fmla="*/ 20 w 28"/>
                <a:gd name="T3" fmla="*/ 0 h 30"/>
                <a:gd name="T4" fmla="*/ 26 w 28"/>
                <a:gd name="T5" fmla="*/ 2 h 30"/>
                <a:gd name="T6" fmla="*/ 28 w 28"/>
                <a:gd name="T7" fmla="*/ 6 h 30"/>
                <a:gd name="T8" fmla="*/ 28 w 28"/>
                <a:gd name="T9" fmla="*/ 16 h 30"/>
                <a:gd name="T10" fmla="*/ 28 w 28"/>
                <a:gd name="T11" fmla="*/ 16 h 30"/>
                <a:gd name="T12" fmla="*/ 26 w 28"/>
                <a:gd name="T13" fmla="*/ 20 h 30"/>
                <a:gd name="T14" fmla="*/ 20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6 w 28"/>
                <a:gd name="T35" fmla="*/ 0 h 30"/>
                <a:gd name="T36" fmla="*/ 20 w 28"/>
                <a:gd name="T37" fmla="*/ 0 h 30"/>
                <a:gd name="T38" fmla="*/ 4 w 28"/>
                <a:gd name="T39" fmla="*/ 18 h 30"/>
                <a:gd name="T40" fmla="*/ 20 w 28"/>
                <a:gd name="T41" fmla="*/ 18 h 30"/>
                <a:gd name="T42" fmla="*/ 20 w 28"/>
                <a:gd name="T43" fmla="*/ 18 h 30"/>
                <a:gd name="T44" fmla="*/ 22 w 28"/>
                <a:gd name="T45" fmla="*/ 18 h 30"/>
                <a:gd name="T46" fmla="*/ 24 w 28"/>
                <a:gd name="T47" fmla="*/ 16 h 30"/>
                <a:gd name="T48" fmla="*/ 24 w 28"/>
                <a:gd name="T49" fmla="*/ 6 h 30"/>
                <a:gd name="T50" fmla="*/ 24 w 28"/>
                <a:gd name="T51" fmla="*/ 6 h 30"/>
                <a:gd name="T52" fmla="*/ 22 w 28"/>
                <a:gd name="T53" fmla="*/ 4 h 30"/>
                <a:gd name="T54" fmla="*/ 20 w 28"/>
                <a:gd name="T55" fmla="*/ 4 h 30"/>
                <a:gd name="T56" fmla="*/ 6 w 28"/>
                <a:gd name="T57" fmla="*/ 4 h 30"/>
                <a:gd name="T58" fmla="*/ 6 w 28"/>
                <a:gd name="T59" fmla="*/ 4 h 30"/>
                <a:gd name="T60" fmla="*/ 4 w 28"/>
                <a:gd name="T61" fmla="*/ 4 h 30"/>
                <a:gd name="T62" fmla="*/ 4 w 28"/>
                <a:gd name="T63" fmla="*/ 6 h 30"/>
                <a:gd name="T64" fmla="*/ 4 w 28"/>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0" y="0"/>
                  </a:moveTo>
                  <a:lnTo>
                    <a:pt x="20" y="0"/>
                  </a:lnTo>
                  <a:lnTo>
                    <a:pt x="26" y="2"/>
                  </a:lnTo>
                  <a:lnTo>
                    <a:pt x="28" y="6"/>
                  </a:lnTo>
                  <a:lnTo>
                    <a:pt x="28" y="16"/>
                  </a:lnTo>
                  <a:lnTo>
                    <a:pt x="28" y="16"/>
                  </a:lnTo>
                  <a:lnTo>
                    <a:pt x="26" y="20"/>
                  </a:lnTo>
                  <a:lnTo>
                    <a:pt x="20" y="22"/>
                  </a:lnTo>
                  <a:lnTo>
                    <a:pt x="4" y="22"/>
                  </a:lnTo>
                  <a:lnTo>
                    <a:pt x="4" y="28"/>
                  </a:lnTo>
                  <a:lnTo>
                    <a:pt x="4" y="28"/>
                  </a:lnTo>
                  <a:lnTo>
                    <a:pt x="2" y="30"/>
                  </a:lnTo>
                  <a:lnTo>
                    <a:pt x="2" y="30"/>
                  </a:lnTo>
                  <a:lnTo>
                    <a:pt x="0" y="28"/>
                  </a:lnTo>
                  <a:lnTo>
                    <a:pt x="0" y="6"/>
                  </a:lnTo>
                  <a:lnTo>
                    <a:pt x="0" y="6"/>
                  </a:lnTo>
                  <a:lnTo>
                    <a:pt x="2" y="2"/>
                  </a:lnTo>
                  <a:lnTo>
                    <a:pt x="6" y="0"/>
                  </a:lnTo>
                  <a:lnTo>
                    <a:pt x="20" y="0"/>
                  </a:lnTo>
                  <a:close/>
                  <a:moveTo>
                    <a:pt x="4" y="18"/>
                  </a:moveTo>
                  <a:lnTo>
                    <a:pt x="20" y="18"/>
                  </a:lnTo>
                  <a:lnTo>
                    <a:pt x="20" y="18"/>
                  </a:lnTo>
                  <a:lnTo>
                    <a:pt x="22" y="18"/>
                  </a:lnTo>
                  <a:lnTo>
                    <a:pt x="24" y="16"/>
                  </a:lnTo>
                  <a:lnTo>
                    <a:pt x="24" y="6"/>
                  </a:lnTo>
                  <a:lnTo>
                    <a:pt x="24" y="6"/>
                  </a:lnTo>
                  <a:lnTo>
                    <a:pt x="22" y="4"/>
                  </a:lnTo>
                  <a:lnTo>
                    <a:pt x="20" y="4"/>
                  </a:lnTo>
                  <a:lnTo>
                    <a:pt x="6" y="4"/>
                  </a:lnTo>
                  <a:lnTo>
                    <a:pt x="6" y="4"/>
                  </a:lnTo>
                  <a:lnTo>
                    <a:pt x="4" y="4"/>
                  </a:lnTo>
                  <a:lnTo>
                    <a:pt x="4" y="6"/>
                  </a:lnTo>
                  <a:lnTo>
                    <a:pt x="4" y="1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8" name="Freeform 232"/>
            <p:cNvSpPr>
              <a:spLocks/>
            </p:cNvSpPr>
            <p:nvPr/>
          </p:nvSpPr>
          <p:spPr bwMode="auto">
            <a:xfrm>
              <a:off x="3552371" y="3697061"/>
              <a:ext cx="41275" cy="47625"/>
            </a:xfrm>
            <a:custGeom>
              <a:avLst/>
              <a:gdLst>
                <a:gd name="T0" fmla="*/ 24 w 26"/>
                <a:gd name="T1" fmla="*/ 0 h 30"/>
                <a:gd name="T2" fmla="*/ 24 w 26"/>
                <a:gd name="T3" fmla="*/ 0 h 30"/>
                <a:gd name="T4" fmla="*/ 24 w 26"/>
                <a:gd name="T5" fmla="*/ 0 h 30"/>
                <a:gd name="T6" fmla="*/ 26 w 26"/>
                <a:gd name="T7" fmla="*/ 2 h 30"/>
                <a:gd name="T8" fmla="*/ 26 w 26"/>
                <a:gd name="T9" fmla="*/ 2 h 30"/>
                <a:gd name="T10" fmla="*/ 24 w 26"/>
                <a:gd name="T11" fmla="*/ 4 h 30"/>
                <a:gd name="T12" fmla="*/ 24 w 26"/>
                <a:gd name="T13" fmla="*/ 4 h 30"/>
                <a:gd name="T14" fmla="*/ 6 w 26"/>
                <a:gd name="T15" fmla="*/ 4 h 30"/>
                <a:gd name="T16" fmla="*/ 6 w 26"/>
                <a:gd name="T17" fmla="*/ 4 h 30"/>
                <a:gd name="T18" fmla="*/ 4 w 26"/>
                <a:gd name="T19" fmla="*/ 4 h 30"/>
                <a:gd name="T20" fmla="*/ 4 w 26"/>
                <a:gd name="T21" fmla="*/ 6 h 30"/>
                <a:gd name="T22" fmla="*/ 4 w 26"/>
                <a:gd name="T23" fmla="*/ 24 h 30"/>
                <a:gd name="T24" fmla="*/ 4 w 26"/>
                <a:gd name="T25" fmla="*/ 24 h 30"/>
                <a:gd name="T26" fmla="*/ 4 w 26"/>
                <a:gd name="T27" fmla="*/ 26 h 30"/>
                <a:gd name="T28" fmla="*/ 6 w 26"/>
                <a:gd name="T29" fmla="*/ 26 h 30"/>
                <a:gd name="T30" fmla="*/ 24 w 26"/>
                <a:gd name="T31" fmla="*/ 26 h 30"/>
                <a:gd name="T32" fmla="*/ 24 w 26"/>
                <a:gd name="T33" fmla="*/ 26 h 30"/>
                <a:gd name="T34" fmla="*/ 24 w 26"/>
                <a:gd name="T35" fmla="*/ 28 h 30"/>
                <a:gd name="T36" fmla="*/ 26 w 26"/>
                <a:gd name="T37" fmla="*/ 28 h 30"/>
                <a:gd name="T38" fmla="*/ 26 w 26"/>
                <a:gd name="T39" fmla="*/ 28 h 30"/>
                <a:gd name="T40" fmla="*/ 24 w 26"/>
                <a:gd name="T41" fmla="*/ 30 h 30"/>
                <a:gd name="T42" fmla="*/ 24 w 26"/>
                <a:gd name="T43" fmla="*/ 30 h 30"/>
                <a:gd name="T44" fmla="*/ 6 w 26"/>
                <a:gd name="T45" fmla="*/ 30 h 30"/>
                <a:gd name="T46" fmla="*/ 6 w 26"/>
                <a:gd name="T47" fmla="*/ 30 h 30"/>
                <a:gd name="T48" fmla="*/ 2 w 26"/>
                <a:gd name="T49" fmla="*/ 28 h 30"/>
                <a:gd name="T50" fmla="*/ 0 w 26"/>
                <a:gd name="T51" fmla="*/ 24 h 30"/>
                <a:gd name="T52" fmla="*/ 0 w 26"/>
                <a:gd name="T53" fmla="*/ 6 h 30"/>
                <a:gd name="T54" fmla="*/ 0 w 26"/>
                <a:gd name="T55" fmla="*/ 6 h 30"/>
                <a:gd name="T56" fmla="*/ 2 w 26"/>
                <a:gd name="T57" fmla="*/ 2 h 30"/>
                <a:gd name="T58" fmla="*/ 6 w 26"/>
                <a:gd name="T59" fmla="*/ 0 h 30"/>
                <a:gd name="T60" fmla="*/ 24 w 26"/>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30">
                  <a:moveTo>
                    <a:pt x="24" y="0"/>
                  </a:moveTo>
                  <a:lnTo>
                    <a:pt x="24" y="0"/>
                  </a:lnTo>
                  <a:lnTo>
                    <a:pt x="24" y="0"/>
                  </a:lnTo>
                  <a:lnTo>
                    <a:pt x="26" y="2"/>
                  </a:lnTo>
                  <a:lnTo>
                    <a:pt x="26" y="2"/>
                  </a:lnTo>
                  <a:lnTo>
                    <a:pt x="24" y="4"/>
                  </a:lnTo>
                  <a:lnTo>
                    <a:pt x="24" y="4"/>
                  </a:lnTo>
                  <a:lnTo>
                    <a:pt x="6" y="4"/>
                  </a:lnTo>
                  <a:lnTo>
                    <a:pt x="6" y="4"/>
                  </a:lnTo>
                  <a:lnTo>
                    <a:pt x="4" y="4"/>
                  </a:lnTo>
                  <a:lnTo>
                    <a:pt x="4" y="6"/>
                  </a:lnTo>
                  <a:lnTo>
                    <a:pt x="4" y="24"/>
                  </a:lnTo>
                  <a:lnTo>
                    <a:pt x="4" y="24"/>
                  </a:lnTo>
                  <a:lnTo>
                    <a:pt x="4" y="26"/>
                  </a:lnTo>
                  <a:lnTo>
                    <a:pt x="6" y="26"/>
                  </a:lnTo>
                  <a:lnTo>
                    <a:pt x="24" y="26"/>
                  </a:lnTo>
                  <a:lnTo>
                    <a:pt x="24" y="26"/>
                  </a:lnTo>
                  <a:lnTo>
                    <a:pt x="24" y="28"/>
                  </a:lnTo>
                  <a:lnTo>
                    <a:pt x="26" y="28"/>
                  </a:lnTo>
                  <a:lnTo>
                    <a:pt x="26" y="28"/>
                  </a:lnTo>
                  <a:lnTo>
                    <a:pt x="24"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9" name="Freeform 233"/>
            <p:cNvSpPr>
              <a:spLocks noEditPoints="1"/>
            </p:cNvSpPr>
            <p:nvPr/>
          </p:nvSpPr>
          <p:spPr bwMode="auto">
            <a:xfrm>
              <a:off x="3447596" y="3630386"/>
              <a:ext cx="177800" cy="174625"/>
            </a:xfrm>
            <a:custGeom>
              <a:avLst/>
              <a:gdLst>
                <a:gd name="T0" fmla="*/ 56 w 112"/>
                <a:gd name="T1" fmla="*/ 0 h 110"/>
                <a:gd name="T2" fmla="*/ 34 w 112"/>
                <a:gd name="T3" fmla="*/ 4 h 110"/>
                <a:gd name="T4" fmla="*/ 16 w 112"/>
                <a:gd name="T5" fmla="*/ 16 h 110"/>
                <a:gd name="T6" fmla="*/ 4 w 112"/>
                <a:gd name="T7" fmla="*/ 34 h 110"/>
                <a:gd name="T8" fmla="*/ 0 w 112"/>
                <a:gd name="T9" fmla="*/ 54 h 110"/>
                <a:gd name="T10" fmla="*/ 2 w 112"/>
                <a:gd name="T11" fmla="*/ 66 h 110"/>
                <a:gd name="T12" fmla="*/ 10 w 112"/>
                <a:gd name="T13" fmla="*/ 86 h 110"/>
                <a:gd name="T14" fmla="*/ 26 w 112"/>
                <a:gd name="T15" fmla="*/ 100 h 110"/>
                <a:gd name="T16" fmla="*/ 44 w 112"/>
                <a:gd name="T17" fmla="*/ 110 h 110"/>
                <a:gd name="T18" fmla="*/ 56 w 112"/>
                <a:gd name="T19" fmla="*/ 110 h 110"/>
                <a:gd name="T20" fmla="*/ 78 w 112"/>
                <a:gd name="T21" fmla="*/ 106 h 110"/>
                <a:gd name="T22" fmla="*/ 96 w 112"/>
                <a:gd name="T23" fmla="*/ 94 h 110"/>
                <a:gd name="T24" fmla="*/ 108 w 112"/>
                <a:gd name="T25" fmla="*/ 76 h 110"/>
                <a:gd name="T26" fmla="*/ 112 w 112"/>
                <a:gd name="T27" fmla="*/ 54 h 110"/>
                <a:gd name="T28" fmla="*/ 110 w 112"/>
                <a:gd name="T29" fmla="*/ 44 h 110"/>
                <a:gd name="T30" fmla="*/ 102 w 112"/>
                <a:gd name="T31" fmla="*/ 24 h 110"/>
                <a:gd name="T32" fmla="*/ 88 w 112"/>
                <a:gd name="T33" fmla="*/ 10 h 110"/>
                <a:gd name="T34" fmla="*/ 68 w 112"/>
                <a:gd name="T35" fmla="*/ 0 h 110"/>
                <a:gd name="T36" fmla="*/ 56 w 112"/>
                <a:gd name="T37" fmla="*/ 0 h 110"/>
                <a:gd name="T38" fmla="*/ 56 w 112"/>
                <a:gd name="T39" fmla="*/ 98 h 110"/>
                <a:gd name="T40" fmla="*/ 40 w 112"/>
                <a:gd name="T41" fmla="*/ 94 h 110"/>
                <a:gd name="T42" fmla="*/ 26 w 112"/>
                <a:gd name="T43" fmla="*/ 86 h 110"/>
                <a:gd name="T44" fmla="*/ 16 w 112"/>
                <a:gd name="T45" fmla="*/ 72 h 110"/>
                <a:gd name="T46" fmla="*/ 14 w 112"/>
                <a:gd name="T47" fmla="*/ 54 h 110"/>
                <a:gd name="T48" fmla="*/ 14 w 112"/>
                <a:gd name="T49" fmla="*/ 46 h 110"/>
                <a:gd name="T50" fmla="*/ 20 w 112"/>
                <a:gd name="T51" fmla="*/ 32 h 110"/>
                <a:gd name="T52" fmla="*/ 32 w 112"/>
                <a:gd name="T53" fmla="*/ 20 h 110"/>
                <a:gd name="T54" fmla="*/ 48 w 112"/>
                <a:gd name="T55" fmla="*/ 14 h 110"/>
                <a:gd name="T56" fmla="*/ 56 w 112"/>
                <a:gd name="T57" fmla="*/ 12 h 110"/>
                <a:gd name="T58" fmla="*/ 72 w 112"/>
                <a:gd name="T59" fmla="*/ 16 h 110"/>
                <a:gd name="T60" fmla="*/ 86 w 112"/>
                <a:gd name="T61" fmla="*/ 24 h 110"/>
                <a:gd name="T62" fmla="*/ 96 w 112"/>
                <a:gd name="T63" fmla="*/ 38 h 110"/>
                <a:gd name="T64" fmla="*/ 98 w 112"/>
                <a:gd name="T65" fmla="*/ 54 h 110"/>
                <a:gd name="T66" fmla="*/ 98 w 112"/>
                <a:gd name="T67" fmla="*/ 64 h 110"/>
                <a:gd name="T68" fmla="*/ 92 w 112"/>
                <a:gd name="T69" fmla="*/ 78 h 110"/>
                <a:gd name="T70" fmla="*/ 80 w 112"/>
                <a:gd name="T71" fmla="*/ 90 h 110"/>
                <a:gd name="T72" fmla="*/ 64 w 112"/>
                <a:gd name="T73" fmla="*/ 96 h 110"/>
                <a:gd name="T74" fmla="*/ 56 w 112"/>
                <a:gd name="T75" fmla="*/ 9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0">
                  <a:moveTo>
                    <a:pt x="56" y="0"/>
                  </a:moveTo>
                  <a:lnTo>
                    <a:pt x="56" y="0"/>
                  </a:lnTo>
                  <a:lnTo>
                    <a:pt x="44" y="0"/>
                  </a:lnTo>
                  <a:lnTo>
                    <a:pt x="34" y="4"/>
                  </a:lnTo>
                  <a:lnTo>
                    <a:pt x="26" y="10"/>
                  </a:lnTo>
                  <a:lnTo>
                    <a:pt x="16" y="16"/>
                  </a:lnTo>
                  <a:lnTo>
                    <a:pt x="10" y="24"/>
                  </a:lnTo>
                  <a:lnTo>
                    <a:pt x="4" y="34"/>
                  </a:lnTo>
                  <a:lnTo>
                    <a:pt x="2" y="44"/>
                  </a:lnTo>
                  <a:lnTo>
                    <a:pt x="0" y="54"/>
                  </a:lnTo>
                  <a:lnTo>
                    <a:pt x="0" y="54"/>
                  </a:lnTo>
                  <a:lnTo>
                    <a:pt x="2" y="66"/>
                  </a:lnTo>
                  <a:lnTo>
                    <a:pt x="4" y="76"/>
                  </a:lnTo>
                  <a:lnTo>
                    <a:pt x="10" y="86"/>
                  </a:lnTo>
                  <a:lnTo>
                    <a:pt x="16" y="94"/>
                  </a:lnTo>
                  <a:lnTo>
                    <a:pt x="26" y="100"/>
                  </a:lnTo>
                  <a:lnTo>
                    <a:pt x="34" y="106"/>
                  </a:lnTo>
                  <a:lnTo>
                    <a:pt x="44" y="110"/>
                  </a:lnTo>
                  <a:lnTo>
                    <a:pt x="56" y="110"/>
                  </a:lnTo>
                  <a:lnTo>
                    <a:pt x="56" y="110"/>
                  </a:lnTo>
                  <a:lnTo>
                    <a:pt x="68" y="110"/>
                  </a:lnTo>
                  <a:lnTo>
                    <a:pt x="78" y="106"/>
                  </a:lnTo>
                  <a:lnTo>
                    <a:pt x="88" y="100"/>
                  </a:lnTo>
                  <a:lnTo>
                    <a:pt x="96" y="94"/>
                  </a:lnTo>
                  <a:lnTo>
                    <a:pt x="102" y="86"/>
                  </a:lnTo>
                  <a:lnTo>
                    <a:pt x="108" y="76"/>
                  </a:lnTo>
                  <a:lnTo>
                    <a:pt x="110" y="66"/>
                  </a:lnTo>
                  <a:lnTo>
                    <a:pt x="112" y="54"/>
                  </a:lnTo>
                  <a:lnTo>
                    <a:pt x="112" y="54"/>
                  </a:lnTo>
                  <a:lnTo>
                    <a:pt x="110" y="44"/>
                  </a:lnTo>
                  <a:lnTo>
                    <a:pt x="108" y="34"/>
                  </a:lnTo>
                  <a:lnTo>
                    <a:pt x="102" y="24"/>
                  </a:lnTo>
                  <a:lnTo>
                    <a:pt x="96" y="16"/>
                  </a:lnTo>
                  <a:lnTo>
                    <a:pt x="88" y="10"/>
                  </a:lnTo>
                  <a:lnTo>
                    <a:pt x="78" y="4"/>
                  </a:lnTo>
                  <a:lnTo>
                    <a:pt x="68" y="0"/>
                  </a:lnTo>
                  <a:lnTo>
                    <a:pt x="56" y="0"/>
                  </a:lnTo>
                  <a:lnTo>
                    <a:pt x="56" y="0"/>
                  </a:lnTo>
                  <a:close/>
                  <a:moveTo>
                    <a:pt x="56" y="98"/>
                  </a:moveTo>
                  <a:lnTo>
                    <a:pt x="56" y="98"/>
                  </a:lnTo>
                  <a:lnTo>
                    <a:pt x="48" y="96"/>
                  </a:lnTo>
                  <a:lnTo>
                    <a:pt x="40" y="94"/>
                  </a:lnTo>
                  <a:lnTo>
                    <a:pt x="32" y="90"/>
                  </a:lnTo>
                  <a:lnTo>
                    <a:pt x="26" y="86"/>
                  </a:lnTo>
                  <a:lnTo>
                    <a:pt x="20" y="78"/>
                  </a:lnTo>
                  <a:lnTo>
                    <a:pt x="16" y="72"/>
                  </a:lnTo>
                  <a:lnTo>
                    <a:pt x="14" y="64"/>
                  </a:lnTo>
                  <a:lnTo>
                    <a:pt x="14" y="54"/>
                  </a:lnTo>
                  <a:lnTo>
                    <a:pt x="14" y="54"/>
                  </a:lnTo>
                  <a:lnTo>
                    <a:pt x="14" y="46"/>
                  </a:lnTo>
                  <a:lnTo>
                    <a:pt x="16" y="38"/>
                  </a:lnTo>
                  <a:lnTo>
                    <a:pt x="20" y="32"/>
                  </a:lnTo>
                  <a:lnTo>
                    <a:pt x="26" y="24"/>
                  </a:lnTo>
                  <a:lnTo>
                    <a:pt x="32" y="20"/>
                  </a:lnTo>
                  <a:lnTo>
                    <a:pt x="40" y="16"/>
                  </a:lnTo>
                  <a:lnTo>
                    <a:pt x="48" y="14"/>
                  </a:lnTo>
                  <a:lnTo>
                    <a:pt x="56" y="12"/>
                  </a:lnTo>
                  <a:lnTo>
                    <a:pt x="56" y="12"/>
                  </a:lnTo>
                  <a:lnTo>
                    <a:pt x="64" y="14"/>
                  </a:lnTo>
                  <a:lnTo>
                    <a:pt x="72" y="16"/>
                  </a:lnTo>
                  <a:lnTo>
                    <a:pt x="80" y="20"/>
                  </a:lnTo>
                  <a:lnTo>
                    <a:pt x="86" y="24"/>
                  </a:lnTo>
                  <a:lnTo>
                    <a:pt x="92" y="32"/>
                  </a:lnTo>
                  <a:lnTo>
                    <a:pt x="96" y="38"/>
                  </a:lnTo>
                  <a:lnTo>
                    <a:pt x="98" y="46"/>
                  </a:lnTo>
                  <a:lnTo>
                    <a:pt x="98" y="54"/>
                  </a:lnTo>
                  <a:lnTo>
                    <a:pt x="98" y="54"/>
                  </a:lnTo>
                  <a:lnTo>
                    <a:pt x="98" y="64"/>
                  </a:lnTo>
                  <a:lnTo>
                    <a:pt x="96" y="72"/>
                  </a:lnTo>
                  <a:lnTo>
                    <a:pt x="92" y="78"/>
                  </a:lnTo>
                  <a:lnTo>
                    <a:pt x="86" y="86"/>
                  </a:lnTo>
                  <a:lnTo>
                    <a:pt x="80" y="90"/>
                  </a:lnTo>
                  <a:lnTo>
                    <a:pt x="72" y="94"/>
                  </a:lnTo>
                  <a:lnTo>
                    <a:pt x="64" y="96"/>
                  </a:lnTo>
                  <a:lnTo>
                    <a:pt x="56" y="98"/>
                  </a:lnTo>
                  <a:lnTo>
                    <a:pt x="56" y="9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0" name="Freeform 234"/>
            <p:cNvSpPr>
              <a:spLocks noEditPoints="1"/>
            </p:cNvSpPr>
            <p:nvPr/>
          </p:nvSpPr>
          <p:spPr bwMode="auto">
            <a:xfrm>
              <a:off x="3495221" y="3693886"/>
              <a:ext cx="44450" cy="47625"/>
            </a:xfrm>
            <a:custGeom>
              <a:avLst/>
              <a:gdLst>
                <a:gd name="T0" fmla="*/ 22 w 28"/>
                <a:gd name="T1" fmla="*/ 0 h 30"/>
                <a:gd name="T2" fmla="*/ 22 w 28"/>
                <a:gd name="T3" fmla="*/ 0 h 30"/>
                <a:gd name="T4" fmla="*/ 26 w 28"/>
                <a:gd name="T5" fmla="*/ 2 h 30"/>
                <a:gd name="T6" fmla="*/ 28 w 28"/>
                <a:gd name="T7" fmla="*/ 6 h 30"/>
                <a:gd name="T8" fmla="*/ 28 w 28"/>
                <a:gd name="T9" fmla="*/ 16 h 30"/>
                <a:gd name="T10" fmla="*/ 28 w 28"/>
                <a:gd name="T11" fmla="*/ 16 h 30"/>
                <a:gd name="T12" fmla="*/ 26 w 28"/>
                <a:gd name="T13" fmla="*/ 20 h 30"/>
                <a:gd name="T14" fmla="*/ 22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6 w 28"/>
                <a:gd name="T35" fmla="*/ 0 h 30"/>
                <a:gd name="T36" fmla="*/ 22 w 28"/>
                <a:gd name="T37" fmla="*/ 0 h 30"/>
                <a:gd name="T38" fmla="*/ 4 w 28"/>
                <a:gd name="T39" fmla="*/ 18 h 30"/>
                <a:gd name="T40" fmla="*/ 22 w 28"/>
                <a:gd name="T41" fmla="*/ 18 h 30"/>
                <a:gd name="T42" fmla="*/ 22 w 28"/>
                <a:gd name="T43" fmla="*/ 18 h 30"/>
                <a:gd name="T44" fmla="*/ 22 w 28"/>
                <a:gd name="T45" fmla="*/ 18 h 30"/>
                <a:gd name="T46" fmla="*/ 24 w 28"/>
                <a:gd name="T47" fmla="*/ 16 h 30"/>
                <a:gd name="T48" fmla="*/ 24 w 28"/>
                <a:gd name="T49" fmla="*/ 6 h 30"/>
                <a:gd name="T50" fmla="*/ 24 w 28"/>
                <a:gd name="T51" fmla="*/ 6 h 30"/>
                <a:gd name="T52" fmla="*/ 22 w 28"/>
                <a:gd name="T53" fmla="*/ 4 h 30"/>
                <a:gd name="T54" fmla="*/ 22 w 28"/>
                <a:gd name="T55" fmla="*/ 4 h 30"/>
                <a:gd name="T56" fmla="*/ 6 w 28"/>
                <a:gd name="T57" fmla="*/ 4 h 30"/>
                <a:gd name="T58" fmla="*/ 6 w 28"/>
                <a:gd name="T59" fmla="*/ 4 h 30"/>
                <a:gd name="T60" fmla="*/ 4 w 28"/>
                <a:gd name="T61" fmla="*/ 4 h 30"/>
                <a:gd name="T62" fmla="*/ 4 w 28"/>
                <a:gd name="T63" fmla="*/ 6 h 30"/>
                <a:gd name="T64" fmla="*/ 4 w 28"/>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2" y="0"/>
                  </a:moveTo>
                  <a:lnTo>
                    <a:pt x="22" y="0"/>
                  </a:lnTo>
                  <a:lnTo>
                    <a:pt x="26" y="2"/>
                  </a:lnTo>
                  <a:lnTo>
                    <a:pt x="28" y="6"/>
                  </a:lnTo>
                  <a:lnTo>
                    <a:pt x="28" y="16"/>
                  </a:lnTo>
                  <a:lnTo>
                    <a:pt x="28" y="16"/>
                  </a:lnTo>
                  <a:lnTo>
                    <a:pt x="26" y="20"/>
                  </a:lnTo>
                  <a:lnTo>
                    <a:pt x="22" y="22"/>
                  </a:lnTo>
                  <a:lnTo>
                    <a:pt x="4" y="22"/>
                  </a:lnTo>
                  <a:lnTo>
                    <a:pt x="4" y="28"/>
                  </a:lnTo>
                  <a:lnTo>
                    <a:pt x="4" y="28"/>
                  </a:lnTo>
                  <a:lnTo>
                    <a:pt x="2" y="30"/>
                  </a:lnTo>
                  <a:lnTo>
                    <a:pt x="2" y="30"/>
                  </a:lnTo>
                  <a:lnTo>
                    <a:pt x="0" y="28"/>
                  </a:lnTo>
                  <a:lnTo>
                    <a:pt x="0" y="6"/>
                  </a:lnTo>
                  <a:lnTo>
                    <a:pt x="0" y="6"/>
                  </a:lnTo>
                  <a:lnTo>
                    <a:pt x="2" y="2"/>
                  </a:lnTo>
                  <a:lnTo>
                    <a:pt x="6" y="0"/>
                  </a:lnTo>
                  <a:lnTo>
                    <a:pt x="22" y="0"/>
                  </a:lnTo>
                  <a:close/>
                  <a:moveTo>
                    <a:pt x="4" y="18"/>
                  </a:moveTo>
                  <a:lnTo>
                    <a:pt x="22" y="18"/>
                  </a:lnTo>
                  <a:lnTo>
                    <a:pt x="22" y="18"/>
                  </a:lnTo>
                  <a:lnTo>
                    <a:pt x="22" y="18"/>
                  </a:lnTo>
                  <a:lnTo>
                    <a:pt x="24" y="16"/>
                  </a:lnTo>
                  <a:lnTo>
                    <a:pt x="24" y="6"/>
                  </a:lnTo>
                  <a:lnTo>
                    <a:pt x="24" y="6"/>
                  </a:lnTo>
                  <a:lnTo>
                    <a:pt x="22" y="4"/>
                  </a:lnTo>
                  <a:lnTo>
                    <a:pt x="22" y="4"/>
                  </a:lnTo>
                  <a:lnTo>
                    <a:pt x="6" y="4"/>
                  </a:lnTo>
                  <a:lnTo>
                    <a:pt x="6" y="4"/>
                  </a:lnTo>
                  <a:lnTo>
                    <a:pt x="4" y="4"/>
                  </a:lnTo>
                  <a:lnTo>
                    <a:pt x="4" y="6"/>
                  </a:lnTo>
                  <a:lnTo>
                    <a:pt x="4" y="1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1" name="Freeform 235"/>
            <p:cNvSpPr>
              <a:spLocks/>
            </p:cNvSpPr>
            <p:nvPr/>
          </p:nvSpPr>
          <p:spPr bwMode="auto">
            <a:xfrm>
              <a:off x="3546021" y="3693886"/>
              <a:ext cx="41275" cy="47625"/>
            </a:xfrm>
            <a:custGeom>
              <a:avLst/>
              <a:gdLst>
                <a:gd name="T0" fmla="*/ 24 w 26"/>
                <a:gd name="T1" fmla="*/ 0 h 30"/>
                <a:gd name="T2" fmla="*/ 24 w 26"/>
                <a:gd name="T3" fmla="*/ 0 h 30"/>
                <a:gd name="T4" fmla="*/ 26 w 26"/>
                <a:gd name="T5" fmla="*/ 0 h 30"/>
                <a:gd name="T6" fmla="*/ 26 w 26"/>
                <a:gd name="T7" fmla="*/ 2 h 30"/>
                <a:gd name="T8" fmla="*/ 26 w 26"/>
                <a:gd name="T9" fmla="*/ 2 h 30"/>
                <a:gd name="T10" fmla="*/ 26 w 26"/>
                <a:gd name="T11" fmla="*/ 4 h 30"/>
                <a:gd name="T12" fmla="*/ 24 w 26"/>
                <a:gd name="T13" fmla="*/ 4 h 30"/>
                <a:gd name="T14" fmla="*/ 6 w 26"/>
                <a:gd name="T15" fmla="*/ 4 h 30"/>
                <a:gd name="T16" fmla="*/ 6 w 26"/>
                <a:gd name="T17" fmla="*/ 4 h 30"/>
                <a:gd name="T18" fmla="*/ 4 w 26"/>
                <a:gd name="T19" fmla="*/ 4 h 30"/>
                <a:gd name="T20" fmla="*/ 4 w 26"/>
                <a:gd name="T21" fmla="*/ 6 h 30"/>
                <a:gd name="T22" fmla="*/ 4 w 26"/>
                <a:gd name="T23" fmla="*/ 24 h 30"/>
                <a:gd name="T24" fmla="*/ 4 w 26"/>
                <a:gd name="T25" fmla="*/ 24 h 30"/>
                <a:gd name="T26" fmla="*/ 4 w 26"/>
                <a:gd name="T27" fmla="*/ 26 h 30"/>
                <a:gd name="T28" fmla="*/ 6 w 26"/>
                <a:gd name="T29" fmla="*/ 26 h 30"/>
                <a:gd name="T30" fmla="*/ 24 w 26"/>
                <a:gd name="T31" fmla="*/ 26 h 30"/>
                <a:gd name="T32" fmla="*/ 24 w 26"/>
                <a:gd name="T33" fmla="*/ 26 h 30"/>
                <a:gd name="T34" fmla="*/ 26 w 26"/>
                <a:gd name="T35" fmla="*/ 28 h 30"/>
                <a:gd name="T36" fmla="*/ 26 w 26"/>
                <a:gd name="T37" fmla="*/ 28 h 30"/>
                <a:gd name="T38" fmla="*/ 26 w 26"/>
                <a:gd name="T39" fmla="*/ 28 h 30"/>
                <a:gd name="T40" fmla="*/ 26 w 26"/>
                <a:gd name="T41" fmla="*/ 30 h 30"/>
                <a:gd name="T42" fmla="*/ 24 w 26"/>
                <a:gd name="T43" fmla="*/ 30 h 30"/>
                <a:gd name="T44" fmla="*/ 6 w 26"/>
                <a:gd name="T45" fmla="*/ 30 h 30"/>
                <a:gd name="T46" fmla="*/ 6 w 26"/>
                <a:gd name="T47" fmla="*/ 30 h 30"/>
                <a:gd name="T48" fmla="*/ 2 w 26"/>
                <a:gd name="T49" fmla="*/ 28 h 30"/>
                <a:gd name="T50" fmla="*/ 0 w 26"/>
                <a:gd name="T51" fmla="*/ 24 h 30"/>
                <a:gd name="T52" fmla="*/ 0 w 26"/>
                <a:gd name="T53" fmla="*/ 6 h 30"/>
                <a:gd name="T54" fmla="*/ 0 w 26"/>
                <a:gd name="T55" fmla="*/ 6 h 30"/>
                <a:gd name="T56" fmla="*/ 2 w 26"/>
                <a:gd name="T57" fmla="*/ 2 h 30"/>
                <a:gd name="T58" fmla="*/ 6 w 26"/>
                <a:gd name="T59" fmla="*/ 0 h 30"/>
                <a:gd name="T60" fmla="*/ 24 w 26"/>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30">
                  <a:moveTo>
                    <a:pt x="24" y="0"/>
                  </a:moveTo>
                  <a:lnTo>
                    <a:pt x="24" y="0"/>
                  </a:lnTo>
                  <a:lnTo>
                    <a:pt x="26" y="0"/>
                  </a:lnTo>
                  <a:lnTo>
                    <a:pt x="26" y="2"/>
                  </a:lnTo>
                  <a:lnTo>
                    <a:pt x="26" y="2"/>
                  </a:lnTo>
                  <a:lnTo>
                    <a:pt x="26" y="4"/>
                  </a:lnTo>
                  <a:lnTo>
                    <a:pt x="24" y="4"/>
                  </a:lnTo>
                  <a:lnTo>
                    <a:pt x="6" y="4"/>
                  </a:lnTo>
                  <a:lnTo>
                    <a:pt x="6" y="4"/>
                  </a:lnTo>
                  <a:lnTo>
                    <a:pt x="4" y="4"/>
                  </a:lnTo>
                  <a:lnTo>
                    <a:pt x="4" y="6"/>
                  </a:lnTo>
                  <a:lnTo>
                    <a:pt x="4" y="24"/>
                  </a:lnTo>
                  <a:lnTo>
                    <a:pt x="4" y="24"/>
                  </a:lnTo>
                  <a:lnTo>
                    <a:pt x="4" y="26"/>
                  </a:lnTo>
                  <a:lnTo>
                    <a:pt x="6" y="26"/>
                  </a:lnTo>
                  <a:lnTo>
                    <a:pt x="24" y="26"/>
                  </a:lnTo>
                  <a:lnTo>
                    <a:pt x="24" y="26"/>
                  </a:lnTo>
                  <a:lnTo>
                    <a:pt x="26" y="28"/>
                  </a:lnTo>
                  <a:lnTo>
                    <a:pt x="26" y="28"/>
                  </a:lnTo>
                  <a:lnTo>
                    <a:pt x="26" y="28"/>
                  </a:lnTo>
                  <a:lnTo>
                    <a:pt x="26"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2" name="Freeform 382"/>
            <p:cNvSpPr>
              <a:spLocks/>
            </p:cNvSpPr>
            <p:nvPr/>
          </p:nvSpPr>
          <p:spPr bwMode="auto">
            <a:xfrm>
              <a:off x="2920546" y="3751036"/>
              <a:ext cx="193675" cy="212725"/>
            </a:xfrm>
            <a:custGeom>
              <a:avLst/>
              <a:gdLst>
                <a:gd name="T0" fmla="*/ 0 w 122"/>
                <a:gd name="T1" fmla="*/ 80 h 134"/>
                <a:gd name="T2" fmla="*/ 0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4 w 122"/>
                <a:gd name="T27" fmla="*/ 116 h 134"/>
                <a:gd name="T28" fmla="*/ 112 w 122"/>
                <a:gd name="T29" fmla="*/ 106 h 134"/>
                <a:gd name="T30" fmla="*/ 118 w 122"/>
                <a:gd name="T31" fmla="*/ 94 h 134"/>
                <a:gd name="T32" fmla="*/ 120 w 122"/>
                <a:gd name="T33" fmla="*/ 82 h 134"/>
                <a:gd name="T34" fmla="*/ 122 w 122"/>
                <a:gd name="T35" fmla="*/ 68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8 w 122"/>
                <a:gd name="T65" fmla="*/ 30 h 134"/>
                <a:gd name="T66" fmla="*/ 4 w 122"/>
                <a:gd name="T67" fmla="*/ 40 h 134"/>
                <a:gd name="T68" fmla="*/ 0 w 122"/>
                <a:gd name="T69" fmla="*/ 52 h 134"/>
                <a:gd name="T70" fmla="*/ 0 w 122"/>
                <a:gd name="T71" fmla="*/ 66 h 134"/>
                <a:gd name="T72" fmla="*/ 0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80"/>
                  </a:moveTo>
                  <a:lnTo>
                    <a:pt x="0"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4" y="116"/>
                  </a:lnTo>
                  <a:lnTo>
                    <a:pt x="112" y="106"/>
                  </a:lnTo>
                  <a:lnTo>
                    <a:pt x="118" y="94"/>
                  </a:lnTo>
                  <a:lnTo>
                    <a:pt x="120" y="82"/>
                  </a:lnTo>
                  <a:lnTo>
                    <a:pt x="122" y="68"/>
                  </a:lnTo>
                  <a:lnTo>
                    <a:pt x="120" y="56"/>
                  </a:lnTo>
                  <a:lnTo>
                    <a:pt x="120" y="56"/>
                  </a:lnTo>
                  <a:lnTo>
                    <a:pt x="116" y="42"/>
                  </a:lnTo>
                  <a:lnTo>
                    <a:pt x="110" y="30"/>
                  </a:lnTo>
                  <a:lnTo>
                    <a:pt x="102" y="20"/>
                  </a:lnTo>
                  <a:lnTo>
                    <a:pt x="94" y="12"/>
                  </a:lnTo>
                  <a:lnTo>
                    <a:pt x="82" y="6"/>
                  </a:lnTo>
                  <a:lnTo>
                    <a:pt x="72" y="2"/>
                  </a:lnTo>
                  <a:lnTo>
                    <a:pt x="60" y="0"/>
                  </a:lnTo>
                  <a:lnTo>
                    <a:pt x="48" y="2"/>
                  </a:lnTo>
                  <a:lnTo>
                    <a:pt x="48" y="2"/>
                  </a:lnTo>
                  <a:lnTo>
                    <a:pt x="36" y="6"/>
                  </a:lnTo>
                  <a:lnTo>
                    <a:pt x="26" y="12"/>
                  </a:lnTo>
                  <a:lnTo>
                    <a:pt x="16" y="20"/>
                  </a:lnTo>
                  <a:lnTo>
                    <a:pt x="8" y="30"/>
                  </a:lnTo>
                  <a:lnTo>
                    <a:pt x="4" y="40"/>
                  </a:lnTo>
                  <a:lnTo>
                    <a:pt x="0" y="52"/>
                  </a:lnTo>
                  <a:lnTo>
                    <a:pt x="0" y="66"/>
                  </a:lnTo>
                  <a:lnTo>
                    <a:pt x="0" y="8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3" name="Freeform 383"/>
            <p:cNvSpPr>
              <a:spLocks/>
            </p:cNvSpPr>
            <p:nvPr/>
          </p:nvSpPr>
          <p:spPr bwMode="auto">
            <a:xfrm>
              <a:off x="2920546" y="3751036"/>
              <a:ext cx="193675" cy="212725"/>
            </a:xfrm>
            <a:custGeom>
              <a:avLst/>
              <a:gdLst>
                <a:gd name="T0" fmla="*/ 0 w 122"/>
                <a:gd name="T1" fmla="*/ 80 h 134"/>
                <a:gd name="T2" fmla="*/ 0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4 w 122"/>
                <a:gd name="T27" fmla="*/ 116 h 134"/>
                <a:gd name="T28" fmla="*/ 112 w 122"/>
                <a:gd name="T29" fmla="*/ 106 h 134"/>
                <a:gd name="T30" fmla="*/ 118 w 122"/>
                <a:gd name="T31" fmla="*/ 94 h 134"/>
                <a:gd name="T32" fmla="*/ 120 w 122"/>
                <a:gd name="T33" fmla="*/ 82 h 134"/>
                <a:gd name="T34" fmla="*/ 122 w 122"/>
                <a:gd name="T35" fmla="*/ 68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8 w 122"/>
                <a:gd name="T65" fmla="*/ 30 h 134"/>
                <a:gd name="T66" fmla="*/ 4 w 122"/>
                <a:gd name="T67" fmla="*/ 40 h 134"/>
                <a:gd name="T68" fmla="*/ 0 w 122"/>
                <a:gd name="T69" fmla="*/ 52 h 134"/>
                <a:gd name="T70" fmla="*/ 0 w 122"/>
                <a:gd name="T71" fmla="*/ 66 h 134"/>
                <a:gd name="T72" fmla="*/ 0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80"/>
                  </a:moveTo>
                  <a:lnTo>
                    <a:pt x="0"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4" y="116"/>
                  </a:lnTo>
                  <a:lnTo>
                    <a:pt x="112" y="106"/>
                  </a:lnTo>
                  <a:lnTo>
                    <a:pt x="118" y="94"/>
                  </a:lnTo>
                  <a:lnTo>
                    <a:pt x="120" y="82"/>
                  </a:lnTo>
                  <a:lnTo>
                    <a:pt x="122" y="68"/>
                  </a:lnTo>
                  <a:lnTo>
                    <a:pt x="120" y="56"/>
                  </a:lnTo>
                  <a:lnTo>
                    <a:pt x="120" y="56"/>
                  </a:lnTo>
                  <a:lnTo>
                    <a:pt x="116" y="42"/>
                  </a:lnTo>
                  <a:lnTo>
                    <a:pt x="110" y="30"/>
                  </a:lnTo>
                  <a:lnTo>
                    <a:pt x="102" y="20"/>
                  </a:lnTo>
                  <a:lnTo>
                    <a:pt x="94" y="12"/>
                  </a:lnTo>
                  <a:lnTo>
                    <a:pt x="82" y="6"/>
                  </a:lnTo>
                  <a:lnTo>
                    <a:pt x="72" y="2"/>
                  </a:lnTo>
                  <a:lnTo>
                    <a:pt x="60" y="0"/>
                  </a:lnTo>
                  <a:lnTo>
                    <a:pt x="48" y="2"/>
                  </a:lnTo>
                  <a:lnTo>
                    <a:pt x="48" y="2"/>
                  </a:lnTo>
                  <a:lnTo>
                    <a:pt x="36" y="6"/>
                  </a:lnTo>
                  <a:lnTo>
                    <a:pt x="26" y="12"/>
                  </a:lnTo>
                  <a:lnTo>
                    <a:pt x="16" y="20"/>
                  </a:lnTo>
                  <a:lnTo>
                    <a:pt x="8" y="30"/>
                  </a:lnTo>
                  <a:lnTo>
                    <a:pt x="4" y="40"/>
                  </a:lnTo>
                  <a:lnTo>
                    <a:pt x="0" y="52"/>
                  </a:lnTo>
                  <a:lnTo>
                    <a:pt x="0" y="66"/>
                  </a:lnTo>
                  <a:lnTo>
                    <a:pt x="0"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4" name="Freeform 384"/>
            <p:cNvSpPr>
              <a:spLocks/>
            </p:cNvSpPr>
            <p:nvPr/>
          </p:nvSpPr>
          <p:spPr bwMode="auto">
            <a:xfrm>
              <a:off x="2911021" y="3754211"/>
              <a:ext cx="193675" cy="212725"/>
            </a:xfrm>
            <a:custGeom>
              <a:avLst/>
              <a:gdLst>
                <a:gd name="T0" fmla="*/ 2 w 122"/>
                <a:gd name="T1" fmla="*/ 78 h 134"/>
                <a:gd name="T2" fmla="*/ 2 w 122"/>
                <a:gd name="T3" fmla="*/ 78 h 134"/>
                <a:gd name="T4" fmla="*/ 6 w 122"/>
                <a:gd name="T5" fmla="*/ 92 h 134"/>
                <a:gd name="T6" fmla="*/ 12 w 122"/>
                <a:gd name="T7" fmla="*/ 104 h 134"/>
                <a:gd name="T8" fmla="*/ 20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6 w 122"/>
                <a:gd name="T27" fmla="*/ 114 h 134"/>
                <a:gd name="T28" fmla="*/ 112 w 122"/>
                <a:gd name="T29" fmla="*/ 104 h 134"/>
                <a:gd name="T30" fmla="*/ 118 w 122"/>
                <a:gd name="T31" fmla="*/ 94 h 134"/>
                <a:gd name="T32" fmla="*/ 122 w 122"/>
                <a:gd name="T33" fmla="*/ 80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4 w 122"/>
                <a:gd name="T45" fmla="*/ 20 h 134"/>
                <a:gd name="T46" fmla="*/ 94 w 122"/>
                <a:gd name="T47" fmla="*/ 12 h 134"/>
                <a:gd name="T48" fmla="*/ 84 w 122"/>
                <a:gd name="T49" fmla="*/ 4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2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78"/>
                  </a:moveTo>
                  <a:lnTo>
                    <a:pt x="2" y="78"/>
                  </a:lnTo>
                  <a:lnTo>
                    <a:pt x="6" y="92"/>
                  </a:lnTo>
                  <a:lnTo>
                    <a:pt x="12" y="104"/>
                  </a:lnTo>
                  <a:lnTo>
                    <a:pt x="20" y="114"/>
                  </a:lnTo>
                  <a:lnTo>
                    <a:pt x="28" y="122"/>
                  </a:lnTo>
                  <a:lnTo>
                    <a:pt x="38" y="128"/>
                  </a:lnTo>
                  <a:lnTo>
                    <a:pt x="50" y="132"/>
                  </a:lnTo>
                  <a:lnTo>
                    <a:pt x="62" y="134"/>
                  </a:lnTo>
                  <a:lnTo>
                    <a:pt x="74" y="132"/>
                  </a:lnTo>
                  <a:lnTo>
                    <a:pt x="74" y="132"/>
                  </a:lnTo>
                  <a:lnTo>
                    <a:pt x="86" y="128"/>
                  </a:lnTo>
                  <a:lnTo>
                    <a:pt x="96" y="122"/>
                  </a:lnTo>
                  <a:lnTo>
                    <a:pt x="106" y="114"/>
                  </a:lnTo>
                  <a:lnTo>
                    <a:pt x="112" y="104"/>
                  </a:lnTo>
                  <a:lnTo>
                    <a:pt x="118" y="94"/>
                  </a:lnTo>
                  <a:lnTo>
                    <a:pt x="122" y="80"/>
                  </a:lnTo>
                  <a:lnTo>
                    <a:pt x="122" y="68"/>
                  </a:lnTo>
                  <a:lnTo>
                    <a:pt x="120" y="54"/>
                  </a:lnTo>
                  <a:lnTo>
                    <a:pt x="120" y="54"/>
                  </a:lnTo>
                  <a:lnTo>
                    <a:pt x="116" y="42"/>
                  </a:lnTo>
                  <a:lnTo>
                    <a:pt x="110" y="30"/>
                  </a:lnTo>
                  <a:lnTo>
                    <a:pt x="104" y="20"/>
                  </a:lnTo>
                  <a:lnTo>
                    <a:pt x="94" y="12"/>
                  </a:lnTo>
                  <a:lnTo>
                    <a:pt x="84" y="4"/>
                  </a:lnTo>
                  <a:lnTo>
                    <a:pt x="72" y="0"/>
                  </a:lnTo>
                  <a:lnTo>
                    <a:pt x="60" y="0"/>
                  </a:lnTo>
                  <a:lnTo>
                    <a:pt x="48" y="0"/>
                  </a:lnTo>
                  <a:lnTo>
                    <a:pt x="48" y="0"/>
                  </a:lnTo>
                  <a:lnTo>
                    <a:pt x="36" y="4"/>
                  </a:lnTo>
                  <a:lnTo>
                    <a:pt x="26" y="10"/>
                  </a:lnTo>
                  <a:lnTo>
                    <a:pt x="16" y="18"/>
                  </a:lnTo>
                  <a:lnTo>
                    <a:pt x="10" y="28"/>
                  </a:lnTo>
                  <a:lnTo>
                    <a:pt x="4" y="40"/>
                  </a:lnTo>
                  <a:lnTo>
                    <a:pt x="0" y="52"/>
                  </a:lnTo>
                  <a:lnTo>
                    <a:pt x="0" y="64"/>
                  </a:lnTo>
                  <a:lnTo>
                    <a:pt x="2" y="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5" name="Freeform 385"/>
            <p:cNvSpPr>
              <a:spLocks/>
            </p:cNvSpPr>
            <p:nvPr/>
          </p:nvSpPr>
          <p:spPr bwMode="auto">
            <a:xfrm>
              <a:off x="2911021" y="3754211"/>
              <a:ext cx="193675" cy="212725"/>
            </a:xfrm>
            <a:custGeom>
              <a:avLst/>
              <a:gdLst>
                <a:gd name="T0" fmla="*/ 2 w 122"/>
                <a:gd name="T1" fmla="*/ 78 h 134"/>
                <a:gd name="T2" fmla="*/ 2 w 122"/>
                <a:gd name="T3" fmla="*/ 78 h 134"/>
                <a:gd name="T4" fmla="*/ 6 w 122"/>
                <a:gd name="T5" fmla="*/ 92 h 134"/>
                <a:gd name="T6" fmla="*/ 12 w 122"/>
                <a:gd name="T7" fmla="*/ 104 h 134"/>
                <a:gd name="T8" fmla="*/ 20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6 w 122"/>
                <a:gd name="T27" fmla="*/ 114 h 134"/>
                <a:gd name="T28" fmla="*/ 112 w 122"/>
                <a:gd name="T29" fmla="*/ 104 h 134"/>
                <a:gd name="T30" fmla="*/ 118 w 122"/>
                <a:gd name="T31" fmla="*/ 94 h 134"/>
                <a:gd name="T32" fmla="*/ 122 w 122"/>
                <a:gd name="T33" fmla="*/ 80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4 w 122"/>
                <a:gd name="T45" fmla="*/ 20 h 134"/>
                <a:gd name="T46" fmla="*/ 94 w 122"/>
                <a:gd name="T47" fmla="*/ 12 h 134"/>
                <a:gd name="T48" fmla="*/ 84 w 122"/>
                <a:gd name="T49" fmla="*/ 4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2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78"/>
                  </a:moveTo>
                  <a:lnTo>
                    <a:pt x="2" y="78"/>
                  </a:lnTo>
                  <a:lnTo>
                    <a:pt x="6" y="92"/>
                  </a:lnTo>
                  <a:lnTo>
                    <a:pt x="12" y="104"/>
                  </a:lnTo>
                  <a:lnTo>
                    <a:pt x="20" y="114"/>
                  </a:lnTo>
                  <a:lnTo>
                    <a:pt x="28" y="122"/>
                  </a:lnTo>
                  <a:lnTo>
                    <a:pt x="38" y="128"/>
                  </a:lnTo>
                  <a:lnTo>
                    <a:pt x="50" y="132"/>
                  </a:lnTo>
                  <a:lnTo>
                    <a:pt x="62" y="134"/>
                  </a:lnTo>
                  <a:lnTo>
                    <a:pt x="74" y="132"/>
                  </a:lnTo>
                  <a:lnTo>
                    <a:pt x="74" y="132"/>
                  </a:lnTo>
                  <a:lnTo>
                    <a:pt x="86" y="128"/>
                  </a:lnTo>
                  <a:lnTo>
                    <a:pt x="96" y="122"/>
                  </a:lnTo>
                  <a:lnTo>
                    <a:pt x="106" y="114"/>
                  </a:lnTo>
                  <a:lnTo>
                    <a:pt x="112" y="104"/>
                  </a:lnTo>
                  <a:lnTo>
                    <a:pt x="118" y="94"/>
                  </a:lnTo>
                  <a:lnTo>
                    <a:pt x="122" y="80"/>
                  </a:lnTo>
                  <a:lnTo>
                    <a:pt x="122" y="68"/>
                  </a:lnTo>
                  <a:lnTo>
                    <a:pt x="120" y="54"/>
                  </a:lnTo>
                  <a:lnTo>
                    <a:pt x="120" y="54"/>
                  </a:lnTo>
                  <a:lnTo>
                    <a:pt x="116" y="42"/>
                  </a:lnTo>
                  <a:lnTo>
                    <a:pt x="110" y="30"/>
                  </a:lnTo>
                  <a:lnTo>
                    <a:pt x="104" y="20"/>
                  </a:lnTo>
                  <a:lnTo>
                    <a:pt x="94" y="12"/>
                  </a:lnTo>
                  <a:lnTo>
                    <a:pt x="84" y="4"/>
                  </a:lnTo>
                  <a:lnTo>
                    <a:pt x="72" y="0"/>
                  </a:lnTo>
                  <a:lnTo>
                    <a:pt x="60" y="0"/>
                  </a:lnTo>
                  <a:lnTo>
                    <a:pt x="48" y="0"/>
                  </a:lnTo>
                  <a:lnTo>
                    <a:pt x="48" y="0"/>
                  </a:lnTo>
                  <a:lnTo>
                    <a:pt x="36" y="4"/>
                  </a:lnTo>
                  <a:lnTo>
                    <a:pt x="26" y="10"/>
                  </a:lnTo>
                  <a:lnTo>
                    <a:pt x="16" y="18"/>
                  </a:lnTo>
                  <a:lnTo>
                    <a:pt x="10" y="28"/>
                  </a:lnTo>
                  <a:lnTo>
                    <a:pt x="4" y="40"/>
                  </a:lnTo>
                  <a:lnTo>
                    <a:pt x="0" y="52"/>
                  </a:lnTo>
                  <a:lnTo>
                    <a:pt x="0" y="64"/>
                  </a:lnTo>
                  <a:lnTo>
                    <a:pt x="2"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6" name="Freeform 386"/>
            <p:cNvSpPr>
              <a:spLocks/>
            </p:cNvSpPr>
            <p:nvPr/>
          </p:nvSpPr>
          <p:spPr bwMode="auto">
            <a:xfrm>
              <a:off x="2898321" y="3763736"/>
              <a:ext cx="180975" cy="200025"/>
            </a:xfrm>
            <a:custGeom>
              <a:avLst/>
              <a:gdLst>
                <a:gd name="T0" fmla="*/ 2 w 114"/>
                <a:gd name="T1" fmla="*/ 74 h 126"/>
                <a:gd name="T2" fmla="*/ 2 w 114"/>
                <a:gd name="T3" fmla="*/ 74 h 126"/>
                <a:gd name="T4" fmla="*/ 4 w 114"/>
                <a:gd name="T5" fmla="*/ 86 h 126"/>
                <a:gd name="T6" fmla="*/ 10 w 114"/>
                <a:gd name="T7" fmla="*/ 98 h 126"/>
                <a:gd name="T8" fmla="*/ 18 w 114"/>
                <a:gd name="T9" fmla="*/ 106 h 126"/>
                <a:gd name="T10" fmla="*/ 26 w 114"/>
                <a:gd name="T11" fmla="*/ 114 h 126"/>
                <a:gd name="T12" fmla="*/ 36 w 114"/>
                <a:gd name="T13" fmla="*/ 120 h 126"/>
                <a:gd name="T14" fmla="*/ 46 w 114"/>
                <a:gd name="T15" fmla="*/ 124 h 126"/>
                <a:gd name="T16" fmla="*/ 58 w 114"/>
                <a:gd name="T17" fmla="*/ 126 h 126"/>
                <a:gd name="T18" fmla="*/ 70 w 114"/>
                <a:gd name="T19" fmla="*/ 124 h 126"/>
                <a:gd name="T20" fmla="*/ 70 w 114"/>
                <a:gd name="T21" fmla="*/ 124 h 126"/>
                <a:gd name="T22" fmla="*/ 80 w 114"/>
                <a:gd name="T23" fmla="*/ 122 h 126"/>
                <a:gd name="T24" fmla="*/ 90 w 114"/>
                <a:gd name="T25" fmla="*/ 116 h 126"/>
                <a:gd name="T26" fmla="*/ 98 w 114"/>
                <a:gd name="T27" fmla="*/ 108 h 126"/>
                <a:gd name="T28" fmla="*/ 106 w 114"/>
                <a:gd name="T29" fmla="*/ 98 h 126"/>
                <a:gd name="T30" fmla="*/ 110 w 114"/>
                <a:gd name="T31" fmla="*/ 88 h 126"/>
                <a:gd name="T32" fmla="*/ 114 w 114"/>
                <a:gd name="T33" fmla="*/ 76 h 126"/>
                <a:gd name="T34" fmla="*/ 114 w 114"/>
                <a:gd name="T35" fmla="*/ 64 h 126"/>
                <a:gd name="T36" fmla="*/ 114 w 114"/>
                <a:gd name="T37" fmla="*/ 52 h 126"/>
                <a:gd name="T38" fmla="*/ 114 w 114"/>
                <a:gd name="T39" fmla="*/ 52 h 126"/>
                <a:gd name="T40" fmla="*/ 110 w 114"/>
                <a:gd name="T41" fmla="*/ 40 h 126"/>
                <a:gd name="T42" fmla="*/ 104 w 114"/>
                <a:gd name="T43" fmla="*/ 28 h 126"/>
                <a:gd name="T44" fmla="*/ 96 w 114"/>
                <a:gd name="T45" fmla="*/ 18 h 126"/>
                <a:gd name="T46" fmla="*/ 88 w 114"/>
                <a:gd name="T47" fmla="*/ 12 h 126"/>
                <a:gd name="T48" fmla="*/ 78 w 114"/>
                <a:gd name="T49" fmla="*/ 6 h 126"/>
                <a:gd name="T50" fmla="*/ 68 w 114"/>
                <a:gd name="T51" fmla="*/ 2 h 126"/>
                <a:gd name="T52" fmla="*/ 56 w 114"/>
                <a:gd name="T53" fmla="*/ 0 h 126"/>
                <a:gd name="T54" fmla="*/ 44 w 114"/>
                <a:gd name="T55" fmla="*/ 2 h 126"/>
                <a:gd name="T56" fmla="*/ 44 w 114"/>
                <a:gd name="T57" fmla="*/ 2 h 126"/>
                <a:gd name="T58" fmla="*/ 34 w 114"/>
                <a:gd name="T59" fmla="*/ 4 h 126"/>
                <a:gd name="T60" fmla="*/ 24 w 114"/>
                <a:gd name="T61" fmla="*/ 10 h 126"/>
                <a:gd name="T62" fmla="*/ 16 w 114"/>
                <a:gd name="T63" fmla="*/ 18 h 126"/>
                <a:gd name="T64" fmla="*/ 8 w 114"/>
                <a:gd name="T65" fmla="*/ 28 h 126"/>
                <a:gd name="T66" fmla="*/ 4 w 114"/>
                <a:gd name="T67" fmla="*/ 38 h 126"/>
                <a:gd name="T68" fmla="*/ 0 w 114"/>
                <a:gd name="T69" fmla="*/ 50 h 126"/>
                <a:gd name="T70" fmla="*/ 0 w 114"/>
                <a:gd name="T71" fmla="*/ 62 h 126"/>
                <a:gd name="T72" fmla="*/ 2 w 114"/>
                <a:gd name="T73" fmla="*/ 7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26">
                  <a:moveTo>
                    <a:pt x="2" y="74"/>
                  </a:moveTo>
                  <a:lnTo>
                    <a:pt x="2" y="74"/>
                  </a:lnTo>
                  <a:lnTo>
                    <a:pt x="4" y="86"/>
                  </a:lnTo>
                  <a:lnTo>
                    <a:pt x="10" y="98"/>
                  </a:lnTo>
                  <a:lnTo>
                    <a:pt x="18" y="106"/>
                  </a:lnTo>
                  <a:lnTo>
                    <a:pt x="26" y="114"/>
                  </a:lnTo>
                  <a:lnTo>
                    <a:pt x="36" y="120"/>
                  </a:lnTo>
                  <a:lnTo>
                    <a:pt x="46" y="124"/>
                  </a:lnTo>
                  <a:lnTo>
                    <a:pt x="58" y="126"/>
                  </a:lnTo>
                  <a:lnTo>
                    <a:pt x="70" y="124"/>
                  </a:lnTo>
                  <a:lnTo>
                    <a:pt x="70" y="124"/>
                  </a:lnTo>
                  <a:lnTo>
                    <a:pt x="80" y="122"/>
                  </a:lnTo>
                  <a:lnTo>
                    <a:pt x="90" y="116"/>
                  </a:lnTo>
                  <a:lnTo>
                    <a:pt x="98" y="108"/>
                  </a:lnTo>
                  <a:lnTo>
                    <a:pt x="106" y="98"/>
                  </a:lnTo>
                  <a:lnTo>
                    <a:pt x="110" y="88"/>
                  </a:lnTo>
                  <a:lnTo>
                    <a:pt x="114" y="76"/>
                  </a:lnTo>
                  <a:lnTo>
                    <a:pt x="114" y="64"/>
                  </a:lnTo>
                  <a:lnTo>
                    <a:pt x="114" y="52"/>
                  </a:lnTo>
                  <a:lnTo>
                    <a:pt x="114" y="52"/>
                  </a:lnTo>
                  <a:lnTo>
                    <a:pt x="110" y="40"/>
                  </a:lnTo>
                  <a:lnTo>
                    <a:pt x="104" y="28"/>
                  </a:lnTo>
                  <a:lnTo>
                    <a:pt x="96" y="18"/>
                  </a:lnTo>
                  <a:lnTo>
                    <a:pt x="88" y="12"/>
                  </a:lnTo>
                  <a:lnTo>
                    <a:pt x="78" y="6"/>
                  </a:lnTo>
                  <a:lnTo>
                    <a:pt x="68" y="2"/>
                  </a:lnTo>
                  <a:lnTo>
                    <a:pt x="56" y="0"/>
                  </a:lnTo>
                  <a:lnTo>
                    <a:pt x="44" y="2"/>
                  </a:lnTo>
                  <a:lnTo>
                    <a:pt x="44" y="2"/>
                  </a:lnTo>
                  <a:lnTo>
                    <a:pt x="34" y="4"/>
                  </a:lnTo>
                  <a:lnTo>
                    <a:pt x="24" y="10"/>
                  </a:lnTo>
                  <a:lnTo>
                    <a:pt x="16" y="18"/>
                  </a:lnTo>
                  <a:lnTo>
                    <a:pt x="8" y="28"/>
                  </a:lnTo>
                  <a:lnTo>
                    <a:pt x="4" y="38"/>
                  </a:lnTo>
                  <a:lnTo>
                    <a:pt x="0" y="50"/>
                  </a:lnTo>
                  <a:lnTo>
                    <a:pt x="0" y="62"/>
                  </a:lnTo>
                  <a:lnTo>
                    <a:pt x="2" y="74"/>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7" name="Freeform 387"/>
            <p:cNvSpPr>
              <a:spLocks/>
            </p:cNvSpPr>
            <p:nvPr/>
          </p:nvSpPr>
          <p:spPr bwMode="auto">
            <a:xfrm>
              <a:off x="2898321" y="3763736"/>
              <a:ext cx="180975" cy="200025"/>
            </a:xfrm>
            <a:custGeom>
              <a:avLst/>
              <a:gdLst>
                <a:gd name="T0" fmla="*/ 2 w 114"/>
                <a:gd name="T1" fmla="*/ 74 h 126"/>
                <a:gd name="T2" fmla="*/ 2 w 114"/>
                <a:gd name="T3" fmla="*/ 74 h 126"/>
                <a:gd name="T4" fmla="*/ 4 w 114"/>
                <a:gd name="T5" fmla="*/ 86 h 126"/>
                <a:gd name="T6" fmla="*/ 10 w 114"/>
                <a:gd name="T7" fmla="*/ 98 h 126"/>
                <a:gd name="T8" fmla="*/ 18 w 114"/>
                <a:gd name="T9" fmla="*/ 106 h 126"/>
                <a:gd name="T10" fmla="*/ 26 w 114"/>
                <a:gd name="T11" fmla="*/ 114 h 126"/>
                <a:gd name="T12" fmla="*/ 36 w 114"/>
                <a:gd name="T13" fmla="*/ 120 h 126"/>
                <a:gd name="T14" fmla="*/ 46 w 114"/>
                <a:gd name="T15" fmla="*/ 124 h 126"/>
                <a:gd name="T16" fmla="*/ 58 w 114"/>
                <a:gd name="T17" fmla="*/ 126 h 126"/>
                <a:gd name="T18" fmla="*/ 70 w 114"/>
                <a:gd name="T19" fmla="*/ 124 h 126"/>
                <a:gd name="T20" fmla="*/ 70 w 114"/>
                <a:gd name="T21" fmla="*/ 124 h 126"/>
                <a:gd name="T22" fmla="*/ 80 w 114"/>
                <a:gd name="T23" fmla="*/ 122 h 126"/>
                <a:gd name="T24" fmla="*/ 90 w 114"/>
                <a:gd name="T25" fmla="*/ 116 h 126"/>
                <a:gd name="T26" fmla="*/ 98 w 114"/>
                <a:gd name="T27" fmla="*/ 108 h 126"/>
                <a:gd name="T28" fmla="*/ 106 w 114"/>
                <a:gd name="T29" fmla="*/ 98 h 126"/>
                <a:gd name="T30" fmla="*/ 110 w 114"/>
                <a:gd name="T31" fmla="*/ 88 h 126"/>
                <a:gd name="T32" fmla="*/ 114 w 114"/>
                <a:gd name="T33" fmla="*/ 76 h 126"/>
                <a:gd name="T34" fmla="*/ 114 w 114"/>
                <a:gd name="T35" fmla="*/ 64 h 126"/>
                <a:gd name="T36" fmla="*/ 114 w 114"/>
                <a:gd name="T37" fmla="*/ 52 h 126"/>
                <a:gd name="T38" fmla="*/ 114 w 114"/>
                <a:gd name="T39" fmla="*/ 52 h 126"/>
                <a:gd name="T40" fmla="*/ 110 w 114"/>
                <a:gd name="T41" fmla="*/ 40 h 126"/>
                <a:gd name="T42" fmla="*/ 104 w 114"/>
                <a:gd name="T43" fmla="*/ 28 h 126"/>
                <a:gd name="T44" fmla="*/ 96 w 114"/>
                <a:gd name="T45" fmla="*/ 18 h 126"/>
                <a:gd name="T46" fmla="*/ 88 w 114"/>
                <a:gd name="T47" fmla="*/ 12 h 126"/>
                <a:gd name="T48" fmla="*/ 78 w 114"/>
                <a:gd name="T49" fmla="*/ 6 h 126"/>
                <a:gd name="T50" fmla="*/ 68 w 114"/>
                <a:gd name="T51" fmla="*/ 2 h 126"/>
                <a:gd name="T52" fmla="*/ 56 w 114"/>
                <a:gd name="T53" fmla="*/ 0 h 126"/>
                <a:gd name="T54" fmla="*/ 44 w 114"/>
                <a:gd name="T55" fmla="*/ 2 h 126"/>
                <a:gd name="T56" fmla="*/ 44 w 114"/>
                <a:gd name="T57" fmla="*/ 2 h 126"/>
                <a:gd name="T58" fmla="*/ 34 w 114"/>
                <a:gd name="T59" fmla="*/ 4 h 126"/>
                <a:gd name="T60" fmla="*/ 24 w 114"/>
                <a:gd name="T61" fmla="*/ 10 h 126"/>
                <a:gd name="T62" fmla="*/ 16 w 114"/>
                <a:gd name="T63" fmla="*/ 18 h 126"/>
                <a:gd name="T64" fmla="*/ 8 w 114"/>
                <a:gd name="T65" fmla="*/ 28 h 126"/>
                <a:gd name="T66" fmla="*/ 4 w 114"/>
                <a:gd name="T67" fmla="*/ 38 h 126"/>
                <a:gd name="T68" fmla="*/ 0 w 114"/>
                <a:gd name="T69" fmla="*/ 50 h 126"/>
                <a:gd name="T70" fmla="*/ 0 w 114"/>
                <a:gd name="T71" fmla="*/ 62 h 126"/>
                <a:gd name="T72" fmla="*/ 2 w 114"/>
                <a:gd name="T73" fmla="*/ 7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26">
                  <a:moveTo>
                    <a:pt x="2" y="74"/>
                  </a:moveTo>
                  <a:lnTo>
                    <a:pt x="2" y="74"/>
                  </a:lnTo>
                  <a:lnTo>
                    <a:pt x="4" y="86"/>
                  </a:lnTo>
                  <a:lnTo>
                    <a:pt x="10" y="98"/>
                  </a:lnTo>
                  <a:lnTo>
                    <a:pt x="18" y="106"/>
                  </a:lnTo>
                  <a:lnTo>
                    <a:pt x="26" y="114"/>
                  </a:lnTo>
                  <a:lnTo>
                    <a:pt x="36" y="120"/>
                  </a:lnTo>
                  <a:lnTo>
                    <a:pt x="46" y="124"/>
                  </a:lnTo>
                  <a:lnTo>
                    <a:pt x="58" y="126"/>
                  </a:lnTo>
                  <a:lnTo>
                    <a:pt x="70" y="124"/>
                  </a:lnTo>
                  <a:lnTo>
                    <a:pt x="70" y="124"/>
                  </a:lnTo>
                  <a:lnTo>
                    <a:pt x="80" y="122"/>
                  </a:lnTo>
                  <a:lnTo>
                    <a:pt x="90" y="116"/>
                  </a:lnTo>
                  <a:lnTo>
                    <a:pt x="98" y="108"/>
                  </a:lnTo>
                  <a:lnTo>
                    <a:pt x="106" y="98"/>
                  </a:lnTo>
                  <a:lnTo>
                    <a:pt x="110" y="88"/>
                  </a:lnTo>
                  <a:lnTo>
                    <a:pt x="114" y="76"/>
                  </a:lnTo>
                  <a:lnTo>
                    <a:pt x="114" y="64"/>
                  </a:lnTo>
                  <a:lnTo>
                    <a:pt x="114" y="52"/>
                  </a:lnTo>
                  <a:lnTo>
                    <a:pt x="114" y="52"/>
                  </a:lnTo>
                  <a:lnTo>
                    <a:pt x="110" y="40"/>
                  </a:lnTo>
                  <a:lnTo>
                    <a:pt x="104" y="28"/>
                  </a:lnTo>
                  <a:lnTo>
                    <a:pt x="96" y="18"/>
                  </a:lnTo>
                  <a:lnTo>
                    <a:pt x="88" y="12"/>
                  </a:lnTo>
                  <a:lnTo>
                    <a:pt x="78" y="6"/>
                  </a:lnTo>
                  <a:lnTo>
                    <a:pt x="68" y="2"/>
                  </a:lnTo>
                  <a:lnTo>
                    <a:pt x="56" y="0"/>
                  </a:lnTo>
                  <a:lnTo>
                    <a:pt x="44" y="2"/>
                  </a:lnTo>
                  <a:lnTo>
                    <a:pt x="44" y="2"/>
                  </a:lnTo>
                  <a:lnTo>
                    <a:pt x="34" y="4"/>
                  </a:lnTo>
                  <a:lnTo>
                    <a:pt x="24" y="10"/>
                  </a:lnTo>
                  <a:lnTo>
                    <a:pt x="16" y="18"/>
                  </a:lnTo>
                  <a:lnTo>
                    <a:pt x="8" y="28"/>
                  </a:lnTo>
                  <a:lnTo>
                    <a:pt x="4" y="38"/>
                  </a:lnTo>
                  <a:lnTo>
                    <a:pt x="0" y="50"/>
                  </a:lnTo>
                  <a:lnTo>
                    <a:pt x="0" y="62"/>
                  </a:lnTo>
                  <a:lnTo>
                    <a:pt x="2"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8" name="Freeform 388"/>
            <p:cNvSpPr>
              <a:spLocks/>
            </p:cNvSpPr>
            <p:nvPr/>
          </p:nvSpPr>
          <p:spPr bwMode="auto">
            <a:xfrm>
              <a:off x="2920546" y="3776436"/>
              <a:ext cx="146050" cy="168275"/>
            </a:xfrm>
            <a:custGeom>
              <a:avLst/>
              <a:gdLst>
                <a:gd name="T0" fmla="*/ 40 w 92"/>
                <a:gd name="T1" fmla="*/ 30 h 106"/>
                <a:gd name="T2" fmla="*/ 34 w 92"/>
                <a:gd name="T3" fmla="*/ 12 h 106"/>
                <a:gd name="T4" fmla="*/ 36 w 92"/>
                <a:gd name="T5" fmla="*/ 30 h 106"/>
                <a:gd name="T6" fmla="*/ 32 w 92"/>
                <a:gd name="T7" fmla="*/ 34 h 106"/>
                <a:gd name="T8" fmla="*/ 22 w 92"/>
                <a:gd name="T9" fmla="*/ 28 h 106"/>
                <a:gd name="T10" fmla="*/ 26 w 92"/>
                <a:gd name="T11" fmla="*/ 36 h 106"/>
                <a:gd name="T12" fmla="*/ 22 w 92"/>
                <a:gd name="T13" fmla="*/ 44 h 106"/>
                <a:gd name="T14" fmla="*/ 0 w 92"/>
                <a:gd name="T15" fmla="*/ 36 h 106"/>
                <a:gd name="T16" fmla="*/ 20 w 92"/>
                <a:gd name="T17" fmla="*/ 48 h 106"/>
                <a:gd name="T18" fmla="*/ 20 w 92"/>
                <a:gd name="T19" fmla="*/ 52 h 106"/>
                <a:gd name="T20" fmla="*/ 6 w 92"/>
                <a:gd name="T21" fmla="*/ 52 h 106"/>
                <a:gd name="T22" fmla="*/ 20 w 92"/>
                <a:gd name="T23" fmla="*/ 54 h 106"/>
                <a:gd name="T24" fmla="*/ 22 w 92"/>
                <a:gd name="T25" fmla="*/ 60 h 106"/>
                <a:gd name="T26" fmla="*/ 10 w 92"/>
                <a:gd name="T27" fmla="*/ 66 h 106"/>
                <a:gd name="T28" fmla="*/ 22 w 92"/>
                <a:gd name="T29" fmla="*/ 64 h 106"/>
                <a:gd name="T30" fmla="*/ 24 w 92"/>
                <a:gd name="T31" fmla="*/ 66 h 106"/>
                <a:gd name="T32" fmla="*/ 12 w 92"/>
                <a:gd name="T33" fmla="*/ 84 h 106"/>
                <a:gd name="T34" fmla="*/ 24 w 92"/>
                <a:gd name="T35" fmla="*/ 70 h 106"/>
                <a:gd name="T36" fmla="*/ 28 w 92"/>
                <a:gd name="T37" fmla="*/ 74 h 106"/>
                <a:gd name="T38" fmla="*/ 22 w 92"/>
                <a:gd name="T39" fmla="*/ 84 h 106"/>
                <a:gd name="T40" fmla="*/ 30 w 92"/>
                <a:gd name="T41" fmla="*/ 76 h 106"/>
                <a:gd name="T42" fmla="*/ 32 w 92"/>
                <a:gd name="T43" fmla="*/ 78 h 106"/>
                <a:gd name="T44" fmla="*/ 32 w 92"/>
                <a:gd name="T45" fmla="*/ 100 h 106"/>
                <a:gd name="T46" fmla="*/ 36 w 92"/>
                <a:gd name="T47" fmla="*/ 78 h 106"/>
                <a:gd name="T48" fmla="*/ 40 w 92"/>
                <a:gd name="T49" fmla="*/ 78 h 106"/>
                <a:gd name="T50" fmla="*/ 40 w 92"/>
                <a:gd name="T51" fmla="*/ 100 h 106"/>
                <a:gd name="T52" fmla="*/ 42 w 92"/>
                <a:gd name="T53" fmla="*/ 80 h 106"/>
                <a:gd name="T54" fmla="*/ 46 w 92"/>
                <a:gd name="T55" fmla="*/ 80 h 106"/>
                <a:gd name="T56" fmla="*/ 52 w 92"/>
                <a:gd name="T57" fmla="*/ 106 h 106"/>
                <a:gd name="T58" fmla="*/ 48 w 92"/>
                <a:gd name="T59" fmla="*/ 78 h 106"/>
                <a:gd name="T60" fmla="*/ 50 w 92"/>
                <a:gd name="T61" fmla="*/ 76 h 106"/>
                <a:gd name="T62" fmla="*/ 62 w 92"/>
                <a:gd name="T63" fmla="*/ 98 h 106"/>
                <a:gd name="T64" fmla="*/ 54 w 92"/>
                <a:gd name="T65" fmla="*/ 76 h 106"/>
                <a:gd name="T66" fmla="*/ 56 w 92"/>
                <a:gd name="T67" fmla="*/ 74 h 106"/>
                <a:gd name="T68" fmla="*/ 66 w 92"/>
                <a:gd name="T69" fmla="*/ 86 h 106"/>
                <a:gd name="T70" fmla="*/ 58 w 92"/>
                <a:gd name="T71" fmla="*/ 72 h 106"/>
                <a:gd name="T72" fmla="*/ 60 w 92"/>
                <a:gd name="T73" fmla="*/ 70 h 106"/>
                <a:gd name="T74" fmla="*/ 78 w 92"/>
                <a:gd name="T75" fmla="*/ 76 h 106"/>
                <a:gd name="T76" fmla="*/ 62 w 92"/>
                <a:gd name="T77" fmla="*/ 66 h 106"/>
                <a:gd name="T78" fmla="*/ 64 w 92"/>
                <a:gd name="T79" fmla="*/ 64 h 106"/>
                <a:gd name="T80" fmla="*/ 92 w 92"/>
                <a:gd name="T81" fmla="*/ 72 h 106"/>
                <a:gd name="T82" fmla="*/ 66 w 92"/>
                <a:gd name="T83" fmla="*/ 60 h 106"/>
                <a:gd name="T84" fmla="*/ 66 w 92"/>
                <a:gd name="T85" fmla="*/ 58 h 106"/>
                <a:gd name="T86" fmla="*/ 92 w 92"/>
                <a:gd name="T87" fmla="*/ 52 h 106"/>
                <a:gd name="T88" fmla="*/ 66 w 92"/>
                <a:gd name="T89" fmla="*/ 54 h 106"/>
                <a:gd name="T90" fmla="*/ 64 w 92"/>
                <a:gd name="T91" fmla="*/ 50 h 106"/>
                <a:gd name="T92" fmla="*/ 80 w 92"/>
                <a:gd name="T93" fmla="*/ 40 h 106"/>
                <a:gd name="T94" fmla="*/ 64 w 92"/>
                <a:gd name="T95" fmla="*/ 46 h 106"/>
                <a:gd name="T96" fmla="*/ 60 w 92"/>
                <a:gd name="T97" fmla="*/ 42 h 106"/>
                <a:gd name="T98" fmla="*/ 74 w 92"/>
                <a:gd name="T99" fmla="*/ 18 h 106"/>
                <a:gd name="T100" fmla="*/ 58 w 92"/>
                <a:gd name="T101" fmla="*/ 38 h 106"/>
                <a:gd name="T102" fmla="*/ 56 w 92"/>
                <a:gd name="T103" fmla="*/ 36 h 106"/>
                <a:gd name="T104" fmla="*/ 60 w 92"/>
                <a:gd name="T105" fmla="*/ 14 h 106"/>
                <a:gd name="T106" fmla="*/ 52 w 92"/>
                <a:gd name="T107" fmla="*/ 34 h 106"/>
                <a:gd name="T108" fmla="*/ 48 w 92"/>
                <a:gd name="T109" fmla="*/ 32 h 106"/>
                <a:gd name="T110" fmla="*/ 52 w 92"/>
                <a:gd name="T111" fmla="*/ 0 h 106"/>
                <a:gd name="T112" fmla="*/ 44 w 92"/>
                <a:gd name="T113" fmla="*/ 30 h 106"/>
                <a:gd name="T114" fmla="*/ 40 w 92"/>
                <a:gd name="T115"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106">
                  <a:moveTo>
                    <a:pt x="40" y="30"/>
                  </a:moveTo>
                  <a:lnTo>
                    <a:pt x="34" y="12"/>
                  </a:lnTo>
                  <a:lnTo>
                    <a:pt x="36" y="30"/>
                  </a:lnTo>
                  <a:lnTo>
                    <a:pt x="32" y="34"/>
                  </a:lnTo>
                  <a:lnTo>
                    <a:pt x="22" y="28"/>
                  </a:lnTo>
                  <a:lnTo>
                    <a:pt x="26" y="36"/>
                  </a:lnTo>
                  <a:lnTo>
                    <a:pt x="22" y="44"/>
                  </a:lnTo>
                  <a:lnTo>
                    <a:pt x="0" y="36"/>
                  </a:lnTo>
                  <a:lnTo>
                    <a:pt x="20" y="48"/>
                  </a:lnTo>
                  <a:lnTo>
                    <a:pt x="20" y="52"/>
                  </a:lnTo>
                  <a:lnTo>
                    <a:pt x="6" y="52"/>
                  </a:lnTo>
                  <a:lnTo>
                    <a:pt x="20" y="54"/>
                  </a:lnTo>
                  <a:lnTo>
                    <a:pt x="22" y="60"/>
                  </a:lnTo>
                  <a:lnTo>
                    <a:pt x="10" y="66"/>
                  </a:lnTo>
                  <a:lnTo>
                    <a:pt x="22" y="64"/>
                  </a:lnTo>
                  <a:lnTo>
                    <a:pt x="24" y="66"/>
                  </a:lnTo>
                  <a:lnTo>
                    <a:pt x="12" y="84"/>
                  </a:lnTo>
                  <a:lnTo>
                    <a:pt x="24" y="70"/>
                  </a:lnTo>
                  <a:lnTo>
                    <a:pt x="28" y="74"/>
                  </a:lnTo>
                  <a:lnTo>
                    <a:pt x="22" y="84"/>
                  </a:lnTo>
                  <a:lnTo>
                    <a:pt x="30" y="76"/>
                  </a:lnTo>
                  <a:lnTo>
                    <a:pt x="32" y="78"/>
                  </a:lnTo>
                  <a:lnTo>
                    <a:pt x="32" y="100"/>
                  </a:lnTo>
                  <a:lnTo>
                    <a:pt x="36" y="78"/>
                  </a:lnTo>
                  <a:lnTo>
                    <a:pt x="40" y="78"/>
                  </a:lnTo>
                  <a:lnTo>
                    <a:pt x="40" y="100"/>
                  </a:lnTo>
                  <a:lnTo>
                    <a:pt x="42" y="80"/>
                  </a:lnTo>
                  <a:lnTo>
                    <a:pt x="46" y="80"/>
                  </a:lnTo>
                  <a:lnTo>
                    <a:pt x="52" y="106"/>
                  </a:lnTo>
                  <a:lnTo>
                    <a:pt x="48" y="78"/>
                  </a:lnTo>
                  <a:lnTo>
                    <a:pt x="50" y="76"/>
                  </a:lnTo>
                  <a:lnTo>
                    <a:pt x="62" y="98"/>
                  </a:lnTo>
                  <a:lnTo>
                    <a:pt x="54" y="76"/>
                  </a:lnTo>
                  <a:lnTo>
                    <a:pt x="56" y="74"/>
                  </a:lnTo>
                  <a:lnTo>
                    <a:pt x="66" y="86"/>
                  </a:lnTo>
                  <a:lnTo>
                    <a:pt x="58" y="72"/>
                  </a:lnTo>
                  <a:lnTo>
                    <a:pt x="60" y="70"/>
                  </a:lnTo>
                  <a:lnTo>
                    <a:pt x="78" y="76"/>
                  </a:lnTo>
                  <a:lnTo>
                    <a:pt x="62" y="66"/>
                  </a:lnTo>
                  <a:lnTo>
                    <a:pt x="64" y="64"/>
                  </a:lnTo>
                  <a:lnTo>
                    <a:pt x="92" y="72"/>
                  </a:lnTo>
                  <a:lnTo>
                    <a:pt x="66" y="60"/>
                  </a:lnTo>
                  <a:lnTo>
                    <a:pt x="66" y="58"/>
                  </a:lnTo>
                  <a:lnTo>
                    <a:pt x="92" y="52"/>
                  </a:lnTo>
                  <a:lnTo>
                    <a:pt x="66" y="54"/>
                  </a:lnTo>
                  <a:lnTo>
                    <a:pt x="64" y="50"/>
                  </a:lnTo>
                  <a:lnTo>
                    <a:pt x="80" y="40"/>
                  </a:lnTo>
                  <a:lnTo>
                    <a:pt x="64" y="46"/>
                  </a:lnTo>
                  <a:lnTo>
                    <a:pt x="60" y="42"/>
                  </a:lnTo>
                  <a:lnTo>
                    <a:pt x="74" y="18"/>
                  </a:lnTo>
                  <a:lnTo>
                    <a:pt x="58" y="38"/>
                  </a:lnTo>
                  <a:lnTo>
                    <a:pt x="56" y="36"/>
                  </a:lnTo>
                  <a:lnTo>
                    <a:pt x="60" y="14"/>
                  </a:lnTo>
                  <a:lnTo>
                    <a:pt x="52" y="34"/>
                  </a:lnTo>
                  <a:lnTo>
                    <a:pt x="48" y="32"/>
                  </a:lnTo>
                  <a:lnTo>
                    <a:pt x="52" y="0"/>
                  </a:lnTo>
                  <a:lnTo>
                    <a:pt x="44" y="30"/>
                  </a:lnTo>
                  <a:lnTo>
                    <a:pt x="40" y="30"/>
                  </a:lnTo>
                  <a:close/>
                </a:path>
              </a:pathLst>
            </a:custGeom>
            <a:solidFill>
              <a:srgbClr val="BD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9" name="Freeform 389"/>
            <p:cNvSpPr>
              <a:spLocks/>
            </p:cNvSpPr>
            <p:nvPr/>
          </p:nvSpPr>
          <p:spPr bwMode="auto">
            <a:xfrm>
              <a:off x="2920546" y="3776436"/>
              <a:ext cx="146050" cy="168275"/>
            </a:xfrm>
            <a:custGeom>
              <a:avLst/>
              <a:gdLst>
                <a:gd name="T0" fmla="*/ 40 w 92"/>
                <a:gd name="T1" fmla="*/ 30 h 106"/>
                <a:gd name="T2" fmla="*/ 34 w 92"/>
                <a:gd name="T3" fmla="*/ 12 h 106"/>
                <a:gd name="T4" fmla="*/ 36 w 92"/>
                <a:gd name="T5" fmla="*/ 30 h 106"/>
                <a:gd name="T6" fmla="*/ 32 w 92"/>
                <a:gd name="T7" fmla="*/ 34 h 106"/>
                <a:gd name="T8" fmla="*/ 22 w 92"/>
                <a:gd name="T9" fmla="*/ 28 h 106"/>
                <a:gd name="T10" fmla="*/ 26 w 92"/>
                <a:gd name="T11" fmla="*/ 36 h 106"/>
                <a:gd name="T12" fmla="*/ 22 w 92"/>
                <a:gd name="T13" fmla="*/ 44 h 106"/>
                <a:gd name="T14" fmla="*/ 0 w 92"/>
                <a:gd name="T15" fmla="*/ 36 h 106"/>
                <a:gd name="T16" fmla="*/ 20 w 92"/>
                <a:gd name="T17" fmla="*/ 48 h 106"/>
                <a:gd name="T18" fmla="*/ 20 w 92"/>
                <a:gd name="T19" fmla="*/ 52 h 106"/>
                <a:gd name="T20" fmla="*/ 6 w 92"/>
                <a:gd name="T21" fmla="*/ 52 h 106"/>
                <a:gd name="T22" fmla="*/ 20 w 92"/>
                <a:gd name="T23" fmla="*/ 54 h 106"/>
                <a:gd name="T24" fmla="*/ 22 w 92"/>
                <a:gd name="T25" fmla="*/ 60 h 106"/>
                <a:gd name="T26" fmla="*/ 10 w 92"/>
                <a:gd name="T27" fmla="*/ 66 h 106"/>
                <a:gd name="T28" fmla="*/ 22 w 92"/>
                <a:gd name="T29" fmla="*/ 64 h 106"/>
                <a:gd name="T30" fmla="*/ 24 w 92"/>
                <a:gd name="T31" fmla="*/ 66 h 106"/>
                <a:gd name="T32" fmla="*/ 12 w 92"/>
                <a:gd name="T33" fmla="*/ 84 h 106"/>
                <a:gd name="T34" fmla="*/ 24 w 92"/>
                <a:gd name="T35" fmla="*/ 70 h 106"/>
                <a:gd name="T36" fmla="*/ 28 w 92"/>
                <a:gd name="T37" fmla="*/ 74 h 106"/>
                <a:gd name="T38" fmla="*/ 22 w 92"/>
                <a:gd name="T39" fmla="*/ 84 h 106"/>
                <a:gd name="T40" fmla="*/ 30 w 92"/>
                <a:gd name="T41" fmla="*/ 76 h 106"/>
                <a:gd name="T42" fmla="*/ 32 w 92"/>
                <a:gd name="T43" fmla="*/ 78 h 106"/>
                <a:gd name="T44" fmla="*/ 32 w 92"/>
                <a:gd name="T45" fmla="*/ 100 h 106"/>
                <a:gd name="T46" fmla="*/ 36 w 92"/>
                <a:gd name="T47" fmla="*/ 78 h 106"/>
                <a:gd name="T48" fmla="*/ 40 w 92"/>
                <a:gd name="T49" fmla="*/ 78 h 106"/>
                <a:gd name="T50" fmla="*/ 40 w 92"/>
                <a:gd name="T51" fmla="*/ 100 h 106"/>
                <a:gd name="T52" fmla="*/ 42 w 92"/>
                <a:gd name="T53" fmla="*/ 80 h 106"/>
                <a:gd name="T54" fmla="*/ 46 w 92"/>
                <a:gd name="T55" fmla="*/ 80 h 106"/>
                <a:gd name="T56" fmla="*/ 52 w 92"/>
                <a:gd name="T57" fmla="*/ 106 h 106"/>
                <a:gd name="T58" fmla="*/ 48 w 92"/>
                <a:gd name="T59" fmla="*/ 78 h 106"/>
                <a:gd name="T60" fmla="*/ 50 w 92"/>
                <a:gd name="T61" fmla="*/ 76 h 106"/>
                <a:gd name="T62" fmla="*/ 62 w 92"/>
                <a:gd name="T63" fmla="*/ 98 h 106"/>
                <a:gd name="T64" fmla="*/ 54 w 92"/>
                <a:gd name="T65" fmla="*/ 76 h 106"/>
                <a:gd name="T66" fmla="*/ 56 w 92"/>
                <a:gd name="T67" fmla="*/ 74 h 106"/>
                <a:gd name="T68" fmla="*/ 66 w 92"/>
                <a:gd name="T69" fmla="*/ 86 h 106"/>
                <a:gd name="T70" fmla="*/ 58 w 92"/>
                <a:gd name="T71" fmla="*/ 72 h 106"/>
                <a:gd name="T72" fmla="*/ 60 w 92"/>
                <a:gd name="T73" fmla="*/ 70 h 106"/>
                <a:gd name="T74" fmla="*/ 78 w 92"/>
                <a:gd name="T75" fmla="*/ 76 h 106"/>
                <a:gd name="T76" fmla="*/ 62 w 92"/>
                <a:gd name="T77" fmla="*/ 66 h 106"/>
                <a:gd name="T78" fmla="*/ 64 w 92"/>
                <a:gd name="T79" fmla="*/ 64 h 106"/>
                <a:gd name="T80" fmla="*/ 92 w 92"/>
                <a:gd name="T81" fmla="*/ 72 h 106"/>
                <a:gd name="T82" fmla="*/ 66 w 92"/>
                <a:gd name="T83" fmla="*/ 60 h 106"/>
                <a:gd name="T84" fmla="*/ 66 w 92"/>
                <a:gd name="T85" fmla="*/ 58 h 106"/>
                <a:gd name="T86" fmla="*/ 92 w 92"/>
                <a:gd name="T87" fmla="*/ 52 h 106"/>
                <a:gd name="T88" fmla="*/ 66 w 92"/>
                <a:gd name="T89" fmla="*/ 54 h 106"/>
                <a:gd name="T90" fmla="*/ 64 w 92"/>
                <a:gd name="T91" fmla="*/ 50 h 106"/>
                <a:gd name="T92" fmla="*/ 80 w 92"/>
                <a:gd name="T93" fmla="*/ 40 h 106"/>
                <a:gd name="T94" fmla="*/ 64 w 92"/>
                <a:gd name="T95" fmla="*/ 46 h 106"/>
                <a:gd name="T96" fmla="*/ 60 w 92"/>
                <a:gd name="T97" fmla="*/ 42 h 106"/>
                <a:gd name="T98" fmla="*/ 74 w 92"/>
                <a:gd name="T99" fmla="*/ 18 h 106"/>
                <a:gd name="T100" fmla="*/ 58 w 92"/>
                <a:gd name="T101" fmla="*/ 38 h 106"/>
                <a:gd name="T102" fmla="*/ 56 w 92"/>
                <a:gd name="T103" fmla="*/ 36 h 106"/>
                <a:gd name="T104" fmla="*/ 60 w 92"/>
                <a:gd name="T105" fmla="*/ 14 h 106"/>
                <a:gd name="T106" fmla="*/ 52 w 92"/>
                <a:gd name="T107" fmla="*/ 34 h 106"/>
                <a:gd name="T108" fmla="*/ 48 w 92"/>
                <a:gd name="T109" fmla="*/ 32 h 106"/>
                <a:gd name="T110" fmla="*/ 52 w 92"/>
                <a:gd name="T111" fmla="*/ 0 h 106"/>
                <a:gd name="T112" fmla="*/ 44 w 92"/>
                <a:gd name="T113" fmla="*/ 30 h 106"/>
                <a:gd name="T114" fmla="*/ 40 w 92"/>
                <a:gd name="T115"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106">
                  <a:moveTo>
                    <a:pt x="40" y="30"/>
                  </a:moveTo>
                  <a:lnTo>
                    <a:pt x="34" y="12"/>
                  </a:lnTo>
                  <a:lnTo>
                    <a:pt x="36" y="30"/>
                  </a:lnTo>
                  <a:lnTo>
                    <a:pt x="32" y="34"/>
                  </a:lnTo>
                  <a:lnTo>
                    <a:pt x="22" y="28"/>
                  </a:lnTo>
                  <a:lnTo>
                    <a:pt x="26" y="36"/>
                  </a:lnTo>
                  <a:lnTo>
                    <a:pt x="22" y="44"/>
                  </a:lnTo>
                  <a:lnTo>
                    <a:pt x="0" y="36"/>
                  </a:lnTo>
                  <a:lnTo>
                    <a:pt x="20" y="48"/>
                  </a:lnTo>
                  <a:lnTo>
                    <a:pt x="20" y="52"/>
                  </a:lnTo>
                  <a:lnTo>
                    <a:pt x="6" y="52"/>
                  </a:lnTo>
                  <a:lnTo>
                    <a:pt x="20" y="54"/>
                  </a:lnTo>
                  <a:lnTo>
                    <a:pt x="22" y="60"/>
                  </a:lnTo>
                  <a:lnTo>
                    <a:pt x="10" y="66"/>
                  </a:lnTo>
                  <a:lnTo>
                    <a:pt x="22" y="64"/>
                  </a:lnTo>
                  <a:lnTo>
                    <a:pt x="24" y="66"/>
                  </a:lnTo>
                  <a:lnTo>
                    <a:pt x="12" y="84"/>
                  </a:lnTo>
                  <a:lnTo>
                    <a:pt x="24" y="70"/>
                  </a:lnTo>
                  <a:lnTo>
                    <a:pt x="28" y="74"/>
                  </a:lnTo>
                  <a:lnTo>
                    <a:pt x="22" y="84"/>
                  </a:lnTo>
                  <a:lnTo>
                    <a:pt x="30" y="76"/>
                  </a:lnTo>
                  <a:lnTo>
                    <a:pt x="32" y="78"/>
                  </a:lnTo>
                  <a:lnTo>
                    <a:pt x="32" y="100"/>
                  </a:lnTo>
                  <a:lnTo>
                    <a:pt x="36" y="78"/>
                  </a:lnTo>
                  <a:lnTo>
                    <a:pt x="40" y="78"/>
                  </a:lnTo>
                  <a:lnTo>
                    <a:pt x="40" y="100"/>
                  </a:lnTo>
                  <a:lnTo>
                    <a:pt x="42" y="80"/>
                  </a:lnTo>
                  <a:lnTo>
                    <a:pt x="46" y="80"/>
                  </a:lnTo>
                  <a:lnTo>
                    <a:pt x="52" y="106"/>
                  </a:lnTo>
                  <a:lnTo>
                    <a:pt x="48" y="78"/>
                  </a:lnTo>
                  <a:lnTo>
                    <a:pt x="50" y="76"/>
                  </a:lnTo>
                  <a:lnTo>
                    <a:pt x="62" y="98"/>
                  </a:lnTo>
                  <a:lnTo>
                    <a:pt x="54" y="76"/>
                  </a:lnTo>
                  <a:lnTo>
                    <a:pt x="56" y="74"/>
                  </a:lnTo>
                  <a:lnTo>
                    <a:pt x="66" y="86"/>
                  </a:lnTo>
                  <a:lnTo>
                    <a:pt x="58" y="72"/>
                  </a:lnTo>
                  <a:lnTo>
                    <a:pt x="60" y="70"/>
                  </a:lnTo>
                  <a:lnTo>
                    <a:pt x="78" y="76"/>
                  </a:lnTo>
                  <a:lnTo>
                    <a:pt x="62" y="66"/>
                  </a:lnTo>
                  <a:lnTo>
                    <a:pt x="64" y="64"/>
                  </a:lnTo>
                  <a:lnTo>
                    <a:pt x="92" y="72"/>
                  </a:lnTo>
                  <a:lnTo>
                    <a:pt x="66" y="60"/>
                  </a:lnTo>
                  <a:lnTo>
                    <a:pt x="66" y="58"/>
                  </a:lnTo>
                  <a:lnTo>
                    <a:pt x="92" y="52"/>
                  </a:lnTo>
                  <a:lnTo>
                    <a:pt x="66" y="54"/>
                  </a:lnTo>
                  <a:lnTo>
                    <a:pt x="64" y="50"/>
                  </a:lnTo>
                  <a:lnTo>
                    <a:pt x="80" y="40"/>
                  </a:lnTo>
                  <a:lnTo>
                    <a:pt x="64" y="46"/>
                  </a:lnTo>
                  <a:lnTo>
                    <a:pt x="60" y="42"/>
                  </a:lnTo>
                  <a:lnTo>
                    <a:pt x="74" y="18"/>
                  </a:lnTo>
                  <a:lnTo>
                    <a:pt x="58" y="38"/>
                  </a:lnTo>
                  <a:lnTo>
                    <a:pt x="56" y="36"/>
                  </a:lnTo>
                  <a:lnTo>
                    <a:pt x="60" y="14"/>
                  </a:lnTo>
                  <a:lnTo>
                    <a:pt x="52" y="34"/>
                  </a:lnTo>
                  <a:lnTo>
                    <a:pt x="48" y="32"/>
                  </a:lnTo>
                  <a:lnTo>
                    <a:pt x="52" y="0"/>
                  </a:lnTo>
                  <a:lnTo>
                    <a:pt x="44" y="30"/>
                  </a:lnTo>
                  <a:lnTo>
                    <a:pt x="40"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0" name="Freeform 390"/>
            <p:cNvSpPr>
              <a:spLocks/>
            </p:cNvSpPr>
            <p:nvPr/>
          </p:nvSpPr>
          <p:spPr bwMode="auto">
            <a:xfrm>
              <a:off x="2952296" y="3820886"/>
              <a:ext cx="73025" cy="82550"/>
            </a:xfrm>
            <a:custGeom>
              <a:avLst/>
              <a:gdLst>
                <a:gd name="T0" fmla="*/ 0 w 46"/>
                <a:gd name="T1" fmla="*/ 32 h 52"/>
                <a:gd name="T2" fmla="*/ 0 w 46"/>
                <a:gd name="T3" fmla="*/ 32 h 52"/>
                <a:gd name="T4" fmla="*/ 4 w 46"/>
                <a:gd name="T5" fmla="*/ 42 h 52"/>
                <a:gd name="T6" fmla="*/ 10 w 46"/>
                <a:gd name="T7" fmla="*/ 48 h 52"/>
                <a:gd name="T8" fmla="*/ 18 w 46"/>
                <a:gd name="T9" fmla="*/ 52 h 52"/>
                <a:gd name="T10" fmla="*/ 28 w 46"/>
                <a:gd name="T11" fmla="*/ 52 h 52"/>
                <a:gd name="T12" fmla="*/ 28 w 46"/>
                <a:gd name="T13" fmla="*/ 52 h 52"/>
                <a:gd name="T14" fmla="*/ 38 w 46"/>
                <a:gd name="T15" fmla="*/ 48 h 52"/>
                <a:gd name="T16" fmla="*/ 44 w 46"/>
                <a:gd name="T17" fmla="*/ 42 h 52"/>
                <a:gd name="T18" fmla="*/ 46 w 46"/>
                <a:gd name="T19" fmla="*/ 32 h 52"/>
                <a:gd name="T20" fmla="*/ 46 w 46"/>
                <a:gd name="T21" fmla="*/ 22 h 52"/>
                <a:gd name="T22" fmla="*/ 46 w 46"/>
                <a:gd name="T23" fmla="*/ 22 h 52"/>
                <a:gd name="T24" fmla="*/ 42 w 46"/>
                <a:gd name="T25" fmla="*/ 12 h 52"/>
                <a:gd name="T26" fmla="*/ 36 w 46"/>
                <a:gd name="T27" fmla="*/ 6 h 52"/>
                <a:gd name="T28" fmla="*/ 28 w 46"/>
                <a:gd name="T29" fmla="*/ 2 h 52"/>
                <a:gd name="T30" fmla="*/ 18 w 46"/>
                <a:gd name="T31" fmla="*/ 0 h 52"/>
                <a:gd name="T32" fmla="*/ 18 w 46"/>
                <a:gd name="T33" fmla="*/ 0 h 52"/>
                <a:gd name="T34" fmla="*/ 10 w 46"/>
                <a:gd name="T35" fmla="*/ 4 h 52"/>
                <a:gd name="T36" fmla="*/ 2 w 46"/>
                <a:gd name="T37" fmla="*/ 12 h 52"/>
                <a:gd name="T38" fmla="*/ 0 w 46"/>
                <a:gd name="T39" fmla="*/ 22 h 52"/>
                <a:gd name="T40" fmla="*/ 0 w 46"/>
                <a:gd name="T41" fmla="*/ 32 h 52"/>
                <a:gd name="T42" fmla="*/ 0 w 46"/>
                <a:gd name="T4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52">
                  <a:moveTo>
                    <a:pt x="0" y="32"/>
                  </a:moveTo>
                  <a:lnTo>
                    <a:pt x="0" y="32"/>
                  </a:lnTo>
                  <a:lnTo>
                    <a:pt x="4" y="42"/>
                  </a:lnTo>
                  <a:lnTo>
                    <a:pt x="10" y="48"/>
                  </a:lnTo>
                  <a:lnTo>
                    <a:pt x="18" y="52"/>
                  </a:lnTo>
                  <a:lnTo>
                    <a:pt x="28" y="52"/>
                  </a:lnTo>
                  <a:lnTo>
                    <a:pt x="28" y="52"/>
                  </a:lnTo>
                  <a:lnTo>
                    <a:pt x="38" y="48"/>
                  </a:lnTo>
                  <a:lnTo>
                    <a:pt x="44" y="42"/>
                  </a:lnTo>
                  <a:lnTo>
                    <a:pt x="46" y="32"/>
                  </a:lnTo>
                  <a:lnTo>
                    <a:pt x="46" y="22"/>
                  </a:lnTo>
                  <a:lnTo>
                    <a:pt x="46" y="22"/>
                  </a:lnTo>
                  <a:lnTo>
                    <a:pt x="42" y="12"/>
                  </a:lnTo>
                  <a:lnTo>
                    <a:pt x="36" y="6"/>
                  </a:lnTo>
                  <a:lnTo>
                    <a:pt x="28" y="2"/>
                  </a:lnTo>
                  <a:lnTo>
                    <a:pt x="18" y="0"/>
                  </a:lnTo>
                  <a:lnTo>
                    <a:pt x="18" y="0"/>
                  </a:lnTo>
                  <a:lnTo>
                    <a:pt x="10" y="4"/>
                  </a:lnTo>
                  <a:lnTo>
                    <a:pt x="2" y="12"/>
                  </a:lnTo>
                  <a:lnTo>
                    <a:pt x="0" y="22"/>
                  </a:lnTo>
                  <a:lnTo>
                    <a:pt x="0" y="32"/>
                  </a:lnTo>
                  <a:lnTo>
                    <a:pt x="0" y="32"/>
                  </a:lnTo>
                  <a:close/>
                </a:path>
              </a:pathLst>
            </a:custGeom>
            <a:solidFill>
              <a:srgbClr val="93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1" name="Freeform 391"/>
            <p:cNvSpPr>
              <a:spLocks/>
            </p:cNvSpPr>
            <p:nvPr/>
          </p:nvSpPr>
          <p:spPr bwMode="auto">
            <a:xfrm>
              <a:off x="2787196" y="3852636"/>
              <a:ext cx="38100" cy="53975"/>
            </a:xfrm>
            <a:custGeom>
              <a:avLst/>
              <a:gdLst>
                <a:gd name="T0" fmla="*/ 6 w 24"/>
                <a:gd name="T1" fmla="*/ 34 h 34"/>
                <a:gd name="T2" fmla="*/ 24 w 24"/>
                <a:gd name="T3" fmla="*/ 30 h 34"/>
                <a:gd name="T4" fmla="*/ 18 w 24"/>
                <a:gd name="T5" fmla="*/ 0 h 34"/>
                <a:gd name="T6" fmla="*/ 0 w 24"/>
                <a:gd name="T7" fmla="*/ 4 h 34"/>
                <a:gd name="T8" fmla="*/ 6 w 24"/>
                <a:gd name="T9" fmla="*/ 34 h 34"/>
              </a:gdLst>
              <a:ahLst/>
              <a:cxnLst>
                <a:cxn ang="0">
                  <a:pos x="T0" y="T1"/>
                </a:cxn>
                <a:cxn ang="0">
                  <a:pos x="T2" y="T3"/>
                </a:cxn>
                <a:cxn ang="0">
                  <a:pos x="T4" y="T5"/>
                </a:cxn>
                <a:cxn ang="0">
                  <a:pos x="T6" y="T7"/>
                </a:cxn>
                <a:cxn ang="0">
                  <a:pos x="T8" y="T9"/>
                </a:cxn>
              </a:cxnLst>
              <a:rect l="0" t="0" r="r" b="b"/>
              <a:pathLst>
                <a:path w="24" h="34">
                  <a:moveTo>
                    <a:pt x="6" y="34"/>
                  </a:moveTo>
                  <a:lnTo>
                    <a:pt x="24" y="30"/>
                  </a:lnTo>
                  <a:lnTo>
                    <a:pt x="18" y="0"/>
                  </a:lnTo>
                  <a:lnTo>
                    <a:pt x="0" y="4"/>
                  </a:lnTo>
                  <a:lnTo>
                    <a:pt x="6" y="34"/>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2" name="Freeform 392"/>
            <p:cNvSpPr>
              <a:spLocks/>
            </p:cNvSpPr>
            <p:nvPr/>
          </p:nvSpPr>
          <p:spPr bwMode="auto">
            <a:xfrm>
              <a:off x="2787196" y="3852636"/>
              <a:ext cx="38100" cy="53975"/>
            </a:xfrm>
            <a:custGeom>
              <a:avLst/>
              <a:gdLst>
                <a:gd name="T0" fmla="*/ 6 w 24"/>
                <a:gd name="T1" fmla="*/ 34 h 34"/>
                <a:gd name="T2" fmla="*/ 24 w 24"/>
                <a:gd name="T3" fmla="*/ 30 h 34"/>
                <a:gd name="T4" fmla="*/ 18 w 24"/>
                <a:gd name="T5" fmla="*/ 0 h 34"/>
                <a:gd name="T6" fmla="*/ 0 w 24"/>
                <a:gd name="T7" fmla="*/ 4 h 34"/>
                <a:gd name="T8" fmla="*/ 6 w 24"/>
                <a:gd name="T9" fmla="*/ 34 h 34"/>
              </a:gdLst>
              <a:ahLst/>
              <a:cxnLst>
                <a:cxn ang="0">
                  <a:pos x="T0" y="T1"/>
                </a:cxn>
                <a:cxn ang="0">
                  <a:pos x="T2" y="T3"/>
                </a:cxn>
                <a:cxn ang="0">
                  <a:pos x="T4" y="T5"/>
                </a:cxn>
                <a:cxn ang="0">
                  <a:pos x="T6" y="T7"/>
                </a:cxn>
                <a:cxn ang="0">
                  <a:pos x="T8" y="T9"/>
                </a:cxn>
              </a:cxnLst>
              <a:rect l="0" t="0" r="r" b="b"/>
              <a:pathLst>
                <a:path w="24" h="34">
                  <a:moveTo>
                    <a:pt x="6" y="34"/>
                  </a:moveTo>
                  <a:lnTo>
                    <a:pt x="24" y="30"/>
                  </a:lnTo>
                  <a:lnTo>
                    <a:pt x="18" y="0"/>
                  </a:lnTo>
                  <a:lnTo>
                    <a:pt x="0" y="4"/>
                  </a:lnTo>
                  <a:lnTo>
                    <a:pt x="6"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3" name="Freeform 393"/>
            <p:cNvSpPr>
              <a:spLocks/>
            </p:cNvSpPr>
            <p:nvPr/>
          </p:nvSpPr>
          <p:spPr bwMode="auto">
            <a:xfrm>
              <a:off x="2825296" y="3751036"/>
              <a:ext cx="193675" cy="212725"/>
            </a:xfrm>
            <a:custGeom>
              <a:avLst/>
              <a:gdLst>
                <a:gd name="T0" fmla="*/ 0 w 122"/>
                <a:gd name="T1" fmla="*/ 78 h 134"/>
                <a:gd name="T2" fmla="*/ 0 w 122"/>
                <a:gd name="T3" fmla="*/ 78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4 w 122"/>
                <a:gd name="T27" fmla="*/ 114 h 134"/>
                <a:gd name="T28" fmla="*/ 112 w 122"/>
                <a:gd name="T29" fmla="*/ 104 h 134"/>
                <a:gd name="T30" fmla="*/ 118 w 122"/>
                <a:gd name="T31" fmla="*/ 94 h 134"/>
                <a:gd name="T32" fmla="*/ 120 w 122"/>
                <a:gd name="T33" fmla="*/ 82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0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78"/>
                  </a:moveTo>
                  <a:lnTo>
                    <a:pt x="0" y="78"/>
                  </a:lnTo>
                  <a:lnTo>
                    <a:pt x="4" y="92"/>
                  </a:lnTo>
                  <a:lnTo>
                    <a:pt x="10" y="104"/>
                  </a:lnTo>
                  <a:lnTo>
                    <a:pt x="18" y="114"/>
                  </a:lnTo>
                  <a:lnTo>
                    <a:pt x="28" y="122"/>
                  </a:lnTo>
                  <a:lnTo>
                    <a:pt x="38" y="128"/>
                  </a:lnTo>
                  <a:lnTo>
                    <a:pt x="50" y="132"/>
                  </a:lnTo>
                  <a:lnTo>
                    <a:pt x="62" y="134"/>
                  </a:lnTo>
                  <a:lnTo>
                    <a:pt x="74" y="132"/>
                  </a:lnTo>
                  <a:lnTo>
                    <a:pt x="74" y="132"/>
                  </a:lnTo>
                  <a:lnTo>
                    <a:pt x="86" y="128"/>
                  </a:lnTo>
                  <a:lnTo>
                    <a:pt x="96" y="122"/>
                  </a:lnTo>
                  <a:lnTo>
                    <a:pt x="104" y="114"/>
                  </a:lnTo>
                  <a:lnTo>
                    <a:pt x="112" y="104"/>
                  </a:lnTo>
                  <a:lnTo>
                    <a:pt x="118" y="94"/>
                  </a:lnTo>
                  <a:lnTo>
                    <a:pt x="120" y="82"/>
                  </a:lnTo>
                  <a:lnTo>
                    <a:pt x="122" y="68"/>
                  </a:lnTo>
                  <a:lnTo>
                    <a:pt x="120" y="54"/>
                  </a:lnTo>
                  <a:lnTo>
                    <a:pt x="120" y="54"/>
                  </a:lnTo>
                  <a:lnTo>
                    <a:pt x="116" y="42"/>
                  </a:lnTo>
                  <a:lnTo>
                    <a:pt x="110" y="30"/>
                  </a:lnTo>
                  <a:lnTo>
                    <a:pt x="102" y="20"/>
                  </a:lnTo>
                  <a:lnTo>
                    <a:pt x="94" y="12"/>
                  </a:lnTo>
                  <a:lnTo>
                    <a:pt x="82" y="6"/>
                  </a:lnTo>
                  <a:lnTo>
                    <a:pt x="72" y="0"/>
                  </a:lnTo>
                  <a:lnTo>
                    <a:pt x="60" y="0"/>
                  </a:lnTo>
                  <a:lnTo>
                    <a:pt x="48" y="0"/>
                  </a:lnTo>
                  <a:lnTo>
                    <a:pt x="48" y="0"/>
                  </a:lnTo>
                  <a:lnTo>
                    <a:pt x="36" y="4"/>
                  </a:lnTo>
                  <a:lnTo>
                    <a:pt x="26" y="10"/>
                  </a:lnTo>
                  <a:lnTo>
                    <a:pt x="16" y="18"/>
                  </a:lnTo>
                  <a:lnTo>
                    <a:pt x="10" y="28"/>
                  </a:lnTo>
                  <a:lnTo>
                    <a:pt x="4" y="40"/>
                  </a:lnTo>
                  <a:lnTo>
                    <a:pt x="0" y="52"/>
                  </a:lnTo>
                  <a:lnTo>
                    <a:pt x="0" y="64"/>
                  </a:lnTo>
                  <a:lnTo>
                    <a:pt x="0" y="7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4" name="Freeform 394"/>
            <p:cNvSpPr>
              <a:spLocks/>
            </p:cNvSpPr>
            <p:nvPr/>
          </p:nvSpPr>
          <p:spPr bwMode="auto">
            <a:xfrm>
              <a:off x="2825296" y="3751036"/>
              <a:ext cx="193675" cy="212725"/>
            </a:xfrm>
            <a:custGeom>
              <a:avLst/>
              <a:gdLst>
                <a:gd name="T0" fmla="*/ 0 w 122"/>
                <a:gd name="T1" fmla="*/ 78 h 134"/>
                <a:gd name="T2" fmla="*/ 0 w 122"/>
                <a:gd name="T3" fmla="*/ 78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4 w 122"/>
                <a:gd name="T27" fmla="*/ 114 h 134"/>
                <a:gd name="T28" fmla="*/ 112 w 122"/>
                <a:gd name="T29" fmla="*/ 104 h 134"/>
                <a:gd name="T30" fmla="*/ 118 w 122"/>
                <a:gd name="T31" fmla="*/ 94 h 134"/>
                <a:gd name="T32" fmla="*/ 120 w 122"/>
                <a:gd name="T33" fmla="*/ 82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0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78"/>
                  </a:moveTo>
                  <a:lnTo>
                    <a:pt x="0" y="78"/>
                  </a:lnTo>
                  <a:lnTo>
                    <a:pt x="4" y="92"/>
                  </a:lnTo>
                  <a:lnTo>
                    <a:pt x="10" y="104"/>
                  </a:lnTo>
                  <a:lnTo>
                    <a:pt x="18" y="114"/>
                  </a:lnTo>
                  <a:lnTo>
                    <a:pt x="28" y="122"/>
                  </a:lnTo>
                  <a:lnTo>
                    <a:pt x="38" y="128"/>
                  </a:lnTo>
                  <a:lnTo>
                    <a:pt x="50" y="132"/>
                  </a:lnTo>
                  <a:lnTo>
                    <a:pt x="62" y="134"/>
                  </a:lnTo>
                  <a:lnTo>
                    <a:pt x="74" y="132"/>
                  </a:lnTo>
                  <a:lnTo>
                    <a:pt x="74" y="132"/>
                  </a:lnTo>
                  <a:lnTo>
                    <a:pt x="86" y="128"/>
                  </a:lnTo>
                  <a:lnTo>
                    <a:pt x="96" y="122"/>
                  </a:lnTo>
                  <a:lnTo>
                    <a:pt x="104" y="114"/>
                  </a:lnTo>
                  <a:lnTo>
                    <a:pt x="112" y="104"/>
                  </a:lnTo>
                  <a:lnTo>
                    <a:pt x="118" y="94"/>
                  </a:lnTo>
                  <a:lnTo>
                    <a:pt x="120" y="82"/>
                  </a:lnTo>
                  <a:lnTo>
                    <a:pt x="122" y="68"/>
                  </a:lnTo>
                  <a:lnTo>
                    <a:pt x="120" y="54"/>
                  </a:lnTo>
                  <a:lnTo>
                    <a:pt x="120" y="54"/>
                  </a:lnTo>
                  <a:lnTo>
                    <a:pt x="116" y="42"/>
                  </a:lnTo>
                  <a:lnTo>
                    <a:pt x="110" y="30"/>
                  </a:lnTo>
                  <a:lnTo>
                    <a:pt x="102" y="20"/>
                  </a:lnTo>
                  <a:lnTo>
                    <a:pt x="94" y="12"/>
                  </a:lnTo>
                  <a:lnTo>
                    <a:pt x="82" y="6"/>
                  </a:lnTo>
                  <a:lnTo>
                    <a:pt x="72" y="0"/>
                  </a:lnTo>
                  <a:lnTo>
                    <a:pt x="60" y="0"/>
                  </a:lnTo>
                  <a:lnTo>
                    <a:pt x="48" y="0"/>
                  </a:lnTo>
                  <a:lnTo>
                    <a:pt x="48" y="0"/>
                  </a:lnTo>
                  <a:lnTo>
                    <a:pt x="36" y="4"/>
                  </a:lnTo>
                  <a:lnTo>
                    <a:pt x="26" y="10"/>
                  </a:lnTo>
                  <a:lnTo>
                    <a:pt x="16" y="18"/>
                  </a:lnTo>
                  <a:lnTo>
                    <a:pt x="10" y="28"/>
                  </a:lnTo>
                  <a:lnTo>
                    <a:pt x="4" y="40"/>
                  </a:lnTo>
                  <a:lnTo>
                    <a:pt x="0" y="52"/>
                  </a:lnTo>
                  <a:lnTo>
                    <a:pt x="0" y="64"/>
                  </a:lnTo>
                  <a:lnTo>
                    <a:pt x="0"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5" name="Freeform 395"/>
            <p:cNvSpPr>
              <a:spLocks/>
            </p:cNvSpPr>
            <p:nvPr/>
          </p:nvSpPr>
          <p:spPr bwMode="auto">
            <a:xfrm>
              <a:off x="2726871" y="3865336"/>
              <a:ext cx="41275" cy="53975"/>
            </a:xfrm>
            <a:custGeom>
              <a:avLst/>
              <a:gdLst>
                <a:gd name="T0" fmla="*/ 6 w 26"/>
                <a:gd name="T1" fmla="*/ 34 h 34"/>
                <a:gd name="T2" fmla="*/ 26 w 26"/>
                <a:gd name="T3" fmla="*/ 30 h 34"/>
                <a:gd name="T4" fmla="*/ 20 w 26"/>
                <a:gd name="T5" fmla="*/ 0 h 34"/>
                <a:gd name="T6" fmla="*/ 0 w 26"/>
                <a:gd name="T7" fmla="*/ 4 h 34"/>
                <a:gd name="T8" fmla="*/ 6 w 26"/>
                <a:gd name="T9" fmla="*/ 34 h 34"/>
              </a:gdLst>
              <a:ahLst/>
              <a:cxnLst>
                <a:cxn ang="0">
                  <a:pos x="T0" y="T1"/>
                </a:cxn>
                <a:cxn ang="0">
                  <a:pos x="T2" y="T3"/>
                </a:cxn>
                <a:cxn ang="0">
                  <a:pos x="T4" y="T5"/>
                </a:cxn>
                <a:cxn ang="0">
                  <a:pos x="T6" y="T7"/>
                </a:cxn>
                <a:cxn ang="0">
                  <a:pos x="T8" y="T9"/>
                </a:cxn>
              </a:cxnLst>
              <a:rect l="0" t="0" r="r" b="b"/>
              <a:pathLst>
                <a:path w="26" h="34">
                  <a:moveTo>
                    <a:pt x="6" y="34"/>
                  </a:moveTo>
                  <a:lnTo>
                    <a:pt x="26" y="30"/>
                  </a:lnTo>
                  <a:lnTo>
                    <a:pt x="20" y="0"/>
                  </a:lnTo>
                  <a:lnTo>
                    <a:pt x="0" y="4"/>
                  </a:lnTo>
                  <a:lnTo>
                    <a:pt x="6" y="34"/>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6" name="Freeform 396"/>
            <p:cNvSpPr>
              <a:spLocks/>
            </p:cNvSpPr>
            <p:nvPr/>
          </p:nvSpPr>
          <p:spPr bwMode="auto">
            <a:xfrm>
              <a:off x="2745921" y="3846286"/>
              <a:ext cx="50800" cy="82550"/>
            </a:xfrm>
            <a:custGeom>
              <a:avLst/>
              <a:gdLst>
                <a:gd name="T0" fmla="*/ 10 w 32"/>
                <a:gd name="T1" fmla="*/ 52 h 52"/>
                <a:gd name="T2" fmla="*/ 32 w 32"/>
                <a:gd name="T3" fmla="*/ 46 h 52"/>
                <a:gd name="T4" fmla="*/ 24 w 32"/>
                <a:gd name="T5" fmla="*/ 0 h 52"/>
                <a:gd name="T6" fmla="*/ 0 w 32"/>
                <a:gd name="T7" fmla="*/ 4 h 52"/>
                <a:gd name="T8" fmla="*/ 10 w 32"/>
                <a:gd name="T9" fmla="*/ 52 h 52"/>
              </a:gdLst>
              <a:ahLst/>
              <a:cxnLst>
                <a:cxn ang="0">
                  <a:pos x="T0" y="T1"/>
                </a:cxn>
                <a:cxn ang="0">
                  <a:pos x="T2" y="T3"/>
                </a:cxn>
                <a:cxn ang="0">
                  <a:pos x="T4" y="T5"/>
                </a:cxn>
                <a:cxn ang="0">
                  <a:pos x="T6" y="T7"/>
                </a:cxn>
                <a:cxn ang="0">
                  <a:pos x="T8" y="T9"/>
                </a:cxn>
              </a:cxnLst>
              <a:rect l="0" t="0" r="r" b="b"/>
              <a:pathLst>
                <a:path w="32" h="52">
                  <a:moveTo>
                    <a:pt x="10" y="52"/>
                  </a:moveTo>
                  <a:lnTo>
                    <a:pt x="32" y="46"/>
                  </a:lnTo>
                  <a:lnTo>
                    <a:pt x="24" y="0"/>
                  </a:lnTo>
                  <a:lnTo>
                    <a:pt x="0" y="4"/>
                  </a:lnTo>
                  <a:lnTo>
                    <a:pt x="10" y="52"/>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7" name="Freeform 397"/>
            <p:cNvSpPr>
              <a:spLocks/>
            </p:cNvSpPr>
            <p:nvPr/>
          </p:nvSpPr>
          <p:spPr bwMode="auto">
            <a:xfrm>
              <a:off x="2745921" y="3846286"/>
              <a:ext cx="50800" cy="82550"/>
            </a:xfrm>
            <a:custGeom>
              <a:avLst/>
              <a:gdLst>
                <a:gd name="T0" fmla="*/ 10 w 32"/>
                <a:gd name="T1" fmla="*/ 52 h 52"/>
                <a:gd name="T2" fmla="*/ 32 w 32"/>
                <a:gd name="T3" fmla="*/ 46 h 52"/>
                <a:gd name="T4" fmla="*/ 24 w 32"/>
                <a:gd name="T5" fmla="*/ 0 h 52"/>
                <a:gd name="T6" fmla="*/ 0 w 32"/>
                <a:gd name="T7" fmla="*/ 4 h 52"/>
                <a:gd name="T8" fmla="*/ 10 w 32"/>
                <a:gd name="T9" fmla="*/ 52 h 52"/>
              </a:gdLst>
              <a:ahLst/>
              <a:cxnLst>
                <a:cxn ang="0">
                  <a:pos x="T0" y="T1"/>
                </a:cxn>
                <a:cxn ang="0">
                  <a:pos x="T2" y="T3"/>
                </a:cxn>
                <a:cxn ang="0">
                  <a:pos x="T4" y="T5"/>
                </a:cxn>
                <a:cxn ang="0">
                  <a:pos x="T6" y="T7"/>
                </a:cxn>
                <a:cxn ang="0">
                  <a:pos x="T8" y="T9"/>
                </a:cxn>
              </a:cxnLst>
              <a:rect l="0" t="0" r="r" b="b"/>
              <a:pathLst>
                <a:path w="32" h="52">
                  <a:moveTo>
                    <a:pt x="10" y="52"/>
                  </a:moveTo>
                  <a:lnTo>
                    <a:pt x="32" y="46"/>
                  </a:lnTo>
                  <a:lnTo>
                    <a:pt x="24" y="0"/>
                  </a:lnTo>
                  <a:lnTo>
                    <a:pt x="0" y="4"/>
                  </a:lnTo>
                  <a:lnTo>
                    <a:pt x="10" y="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8" name="Freeform 400"/>
            <p:cNvSpPr>
              <a:spLocks/>
            </p:cNvSpPr>
            <p:nvPr/>
          </p:nvSpPr>
          <p:spPr bwMode="auto">
            <a:xfrm>
              <a:off x="2799896" y="3754211"/>
              <a:ext cx="193675" cy="212725"/>
            </a:xfrm>
            <a:custGeom>
              <a:avLst/>
              <a:gdLst>
                <a:gd name="T0" fmla="*/ 2 w 122"/>
                <a:gd name="T1" fmla="*/ 80 h 134"/>
                <a:gd name="T2" fmla="*/ 2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6 w 122"/>
                <a:gd name="T27" fmla="*/ 116 h 134"/>
                <a:gd name="T28" fmla="*/ 112 w 122"/>
                <a:gd name="T29" fmla="*/ 106 h 134"/>
                <a:gd name="T30" fmla="*/ 118 w 122"/>
                <a:gd name="T31" fmla="*/ 94 h 134"/>
                <a:gd name="T32" fmla="*/ 120 w 122"/>
                <a:gd name="T33" fmla="*/ 82 h 134"/>
                <a:gd name="T34" fmla="*/ 122 w 122"/>
                <a:gd name="T35" fmla="*/ 70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4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10 w 122"/>
                <a:gd name="T65" fmla="*/ 30 h 134"/>
                <a:gd name="T66" fmla="*/ 4 w 122"/>
                <a:gd name="T67" fmla="*/ 40 h 134"/>
                <a:gd name="T68" fmla="*/ 0 w 122"/>
                <a:gd name="T69" fmla="*/ 52 h 134"/>
                <a:gd name="T70" fmla="*/ 0 w 122"/>
                <a:gd name="T71" fmla="*/ 66 h 134"/>
                <a:gd name="T72" fmla="*/ 2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80"/>
                  </a:moveTo>
                  <a:lnTo>
                    <a:pt x="2"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6" y="116"/>
                  </a:lnTo>
                  <a:lnTo>
                    <a:pt x="112" y="106"/>
                  </a:lnTo>
                  <a:lnTo>
                    <a:pt x="118" y="94"/>
                  </a:lnTo>
                  <a:lnTo>
                    <a:pt x="120" y="82"/>
                  </a:lnTo>
                  <a:lnTo>
                    <a:pt x="122" y="70"/>
                  </a:lnTo>
                  <a:lnTo>
                    <a:pt x="120" y="56"/>
                  </a:lnTo>
                  <a:lnTo>
                    <a:pt x="120" y="56"/>
                  </a:lnTo>
                  <a:lnTo>
                    <a:pt x="116" y="42"/>
                  </a:lnTo>
                  <a:lnTo>
                    <a:pt x="110" y="30"/>
                  </a:lnTo>
                  <a:lnTo>
                    <a:pt x="102" y="20"/>
                  </a:lnTo>
                  <a:lnTo>
                    <a:pt x="94" y="12"/>
                  </a:lnTo>
                  <a:lnTo>
                    <a:pt x="84" y="6"/>
                  </a:lnTo>
                  <a:lnTo>
                    <a:pt x="72" y="2"/>
                  </a:lnTo>
                  <a:lnTo>
                    <a:pt x="60" y="0"/>
                  </a:lnTo>
                  <a:lnTo>
                    <a:pt x="48" y="2"/>
                  </a:lnTo>
                  <a:lnTo>
                    <a:pt x="48" y="2"/>
                  </a:lnTo>
                  <a:lnTo>
                    <a:pt x="36" y="6"/>
                  </a:lnTo>
                  <a:lnTo>
                    <a:pt x="26" y="12"/>
                  </a:lnTo>
                  <a:lnTo>
                    <a:pt x="16" y="20"/>
                  </a:lnTo>
                  <a:lnTo>
                    <a:pt x="10" y="30"/>
                  </a:lnTo>
                  <a:lnTo>
                    <a:pt x="4" y="40"/>
                  </a:lnTo>
                  <a:lnTo>
                    <a:pt x="0" y="52"/>
                  </a:lnTo>
                  <a:lnTo>
                    <a:pt x="0" y="66"/>
                  </a:lnTo>
                  <a:lnTo>
                    <a:pt x="2" y="80"/>
                  </a:lnTo>
                  <a:close/>
                </a:path>
              </a:pathLst>
            </a:custGeom>
            <a:solidFill>
              <a:srgbClr val="A8A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9" name="Freeform 401"/>
            <p:cNvSpPr>
              <a:spLocks/>
            </p:cNvSpPr>
            <p:nvPr/>
          </p:nvSpPr>
          <p:spPr bwMode="auto">
            <a:xfrm>
              <a:off x="2799896" y="3754211"/>
              <a:ext cx="193675" cy="212725"/>
            </a:xfrm>
            <a:custGeom>
              <a:avLst/>
              <a:gdLst>
                <a:gd name="T0" fmla="*/ 2 w 122"/>
                <a:gd name="T1" fmla="*/ 80 h 134"/>
                <a:gd name="T2" fmla="*/ 2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6 w 122"/>
                <a:gd name="T27" fmla="*/ 116 h 134"/>
                <a:gd name="T28" fmla="*/ 112 w 122"/>
                <a:gd name="T29" fmla="*/ 106 h 134"/>
                <a:gd name="T30" fmla="*/ 118 w 122"/>
                <a:gd name="T31" fmla="*/ 94 h 134"/>
                <a:gd name="T32" fmla="*/ 120 w 122"/>
                <a:gd name="T33" fmla="*/ 82 h 134"/>
                <a:gd name="T34" fmla="*/ 122 w 122"/>
                <a:gd name="T35" fmla="*/ 70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4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10 w 122"/>
                <a:gd name="T65" fmla="*/ 30 h 134"/>
                <a:gd name="T66" fmla="*/ 4 w 122"/>
                <a:gd name="T67" fmla="*/ 40 h 134"/>
                <a:gd name="T68" fmla="*/ 0 w 122"/>
                <a:gd name="T69" fmla="*/ 52 h 134"/>
                <a:gd name="T70" fmla="*/ 0 w 122"/>
                <a:gd name="T71" fmla="*/ 66 h 134"/>
                <a:gd name="T72" fmla="*/ 2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80"/>
                  </a:moveTo>
                  <a:lnTo>
                    <a:pt x="2"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6" y="116"/>
                  </a:lnTo>
                  <a:lnTo>
                    <a:pt x="112" y="106"/>
                  </a:lnTo>
                  <a:lnTo>
                    <a:pt x="118" y="94"/>
                  </a:lnTo>
                  <a:lnTo>
                    <a:pt x="120" y="82"/>
                  </a:lnTo>
                  <a:lnTo>
                    <a:pt x="122" y="70"/>
                  </a:lnTo>
                  <a:lnTo>
                    <a:pt x="120" y="56"/>
                  </a:lnTo>
                  <a:lnTo>
                    <a:pt x="120" y="56"/>
                  </a:lnTo>
                  <a:lnTo>
                    <a:pt x="116" y="42"/>
                  </a:lnTo>
                  <a:lnTo>
                    <a:pt x="110" y="30"/>
                  </a:lnTo>
                  <a:lnTo>
                    <a:pt x="102" y="20"/>
                  </a:lnTo>
                  <a:lnTo>
                    <a:pt x="94" y="12"/>
                  </a:lnTo>
                  <a:lnTo>
                    <a:pt x="84" y="6"/>
                  </a:lnTo>
                  <a:lnTo>
                    <a:pt x="72" y="2"/>
                  </a:lnTo>
                  <a:lnTo>
                    <a:pt x="60" y="0"/>
                  </a:lnTo>
                  <a:lnTo>
                    <a:pt x="48" y="2"/>
                  </a:lnTo>
                  <a:lnTo>
                    <a:pt x="48" y="2"/>
                  </a:lnTo>
                  <a:lnTo>
                    <a:pt x="36" y="6"/>
                  </a:lnTo>
                  <a:lnTo>
                    <a:pt x="26" y="12"/>
                  </a:lnTo>
                  <a:lnTo>
                    <a:pt x="16" y="20"/>
                  </a:lnTo>
                  <a:lnTo>
                    <a:pt x="10" y="30"/>
                  </a:lnTo>
                  <a:lnTo>
                    <a:pt x="4" y="40"/>
                  </a:lnTo>
                  <a:lnTo>
                    <a:pt x="0" y="52"/>
                  </a:lnTo>
                  <a:lnTo>
                    <a:pt x="0" y="66"/>
                  </a:lnTo>
                  <a:lnTo>
                    <a:pt x="2"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0" name="Freeform 402"/>
            <p:cNvSpPr>
              <a:spLocks/>
            </p:cNvSpPr>
            <p:nvPr/>
          </p:nvSpPr>
          <p:spPr bwMode="auto">
            <a:xfrm>
              <a:off x="2806246" y="3763736"/>
              <a:ext cx="177800" cy="196850"/>
            </a:xfrm>
            <a:custGeom>
              <a:avLst/>
              <a:gdLst>
                <a:gd name="T0" fmla="*/ 2 w 112"/>
                <a:gd name="T1" fmla="*/ 72 h 124"/>
                <a:gd name="T2" fmla="*/ 2 w 112"/>
                <a:gd name="T3" fmla="*/ 72 h 124"/>
                <a:gd name="T4" fmla="*/ 6 w 112"/>
                <a:gd name="T5" fmla="*/ 84 h 124"/>
                <a:gd name="T6" fmla="*/ 12 w 112"/>
                <a:gd name="T7" fmla="*/ 96 h 124"/>
                <a:gd name="T8" fmla="*/ 18 w 112"/>
                <a:gd name="T9" fmla="*/ 104 h 124"/>
                <a:gd name="T10" fmla="*/ 26 w 112"/>
                <a:gd name="T11" fmla="*/ 112 h 124"/>
                <a:gd name="T12" fmla="*/ 36 w 112"/>
                <a:gd name="T13" fmla="*/ 118 h 124"/>
                <a:gd name="T14" fmla="*/ 46 w 112"/>
                <a:gd name="T15" fmla="*/ 122 h 124"/>
                <a:gd name="T16" fmla="*/ 58 w 112"/>
                <a:gd name="T17" fmla="*/ 124 h 124"/>
                <a:gd name="T18" fmla="*/ 68 w 112"/>
                <a:gd name="T19" fmla="*/ 122 h 124"/>
                <a:gd name="T20" fmla="*/ 68 w 112"/>
                <a:gd name="T21" fmla="*/ 122 h 124"/>
                <a:gd name="T22" fmla="*/ 80 w 112"/>
                <a:gd name="T23" fmla="*/ 118 h 124"/>
                <a:gd name="T24" fmla="*/ 90 w 112"/>
                <a:gd name="T25" fmla="*/ 112 h 124"/>
                <a:gd name="T26" fmla="*/ 98 w 112"/>
                <a:gd name="T27" fmla="*/ 106 h 124"/>
                <a:gd name="T28" fmla="*/ 104 w 112"/>
                <a:gd name="T29" fmla="*/ 96 h 124"/>
                <a:gd name="T30" fmla="*/ 108 w 112"/>
                <a:gd name="T31" fmla="*/ 86 h 124"/>
                <a:gd name="T32" fmla="*/ 112 w 112"/>
                <a:gd name="T33" fmla="*/ 74 h 124"/>
                <a:gd name="T34" fmla="*/ 112 w 112"/>
                <a:gd name="T35" fmla="*/ 62 h 124"/>
                <a:gd name="T36" fmla="*/ 112 w 112"/>
                <a:gd name="T37" fmla="*/ 50 h 124"/>
                <a:gd name="T38" fmla="*/ 112 w 112"/>
                <a:gd name="T39" fmla="*/ 50 h 124"/>
                <a:gd name="T40" fmla="*/ 108 w 112"/>
                <a:gd name="T41" fmla="*/ 38 h 124"/>
                <a:gd name="T42" fmla="*/ 102 w 112"/>
                <a:gd name="T43" fmla="*/ 28 h 124"/>
                <a:gd name="T44" fmla="*/ 96 w 112"/>
                <a:gd name="T45" fmla="*/ 18 h 124"/>
                <a:gd name="T46" fmla="*/ 86 w 112"/>
                <a:gd name="T47" fmla="*/ 12 h 124"/>
                <a:gd name="T48" fmla="*/ 78 w 112"/>
                <a:gd name="T49" fmla="*/ 6 h 124"/>
                <a:gd name="T50" fmla="*/ 66 w 112"/>
                <a:gd name="T51" fmla="*/ 2 h 124"/>
                <a:gd name="T52" fmla="*/ 56 w 112"/>
                <a:gd name="T53" fmla="*/ 0 h 124"/>
                <a:gd name="T54" fmla="*/ 44 w 112"/>
                <a:gd name="T55" fmla="*/ 2 h 124"/>
                <a:gd name="T56" fmla="*/ 44 w 112"/>
                <a:gd name="T57" fmla="*/ 2 h 124"/>
                <a:gd name="T58" fmla="*/ 34 w 112"/>
                <a:gd name="T59" fmla="*/ 4 h 124"/>
                <a:gd name="T60" fmla="*/ 24 w 112"/>
                <a:gd name="T61" fmla="*/ 10 h 124"/>
                <a:gd name="T62" fmla="*/ 16 w 112"/>
                <a:gd name="T63" fmla="*/ 18 h 124"/>
                <a:gd name="T64" fmla="*/ 10 w 112"/>
                <a:gd name="T65" fmla="*/ 26 h 124"/>
                <a:gd name="T66" fmla="*/ 4 w 112"/>
                <a:gd name="T67" fmla="*/ 36 h 124"/>
                <a:gd name="T68" fmla="*/ 2 w 112"/>
                <a:gd name="T69" fmla="*/ 48 h 124"/>
                <a:gd name="T70" fmla="*/ 0 w 112"/>
                <a:gd name="T71" fmla="*/ 60 h 124"/>
                <a:gd name="T72" fmla="*/ 2 w 112"/>
                <a:gd name="T73"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24">
                  <a:moveTo>
                    <a:pt x="2" y="72"/>
                  </a:moveTo>
                  <a:lnTo>
                    <a:pt x="2" y="72"/>
                  </a:lnTo>
                  <a:lnTo>
                    <a:pt x="6" y="84"/>
                  </a:lnTo>
                  <a:lnTo>
                    <a:pt x="12" y="96"/>
                  </a:lnTo>
                  <a:lnTo>
                    <a:pt x="18" y="104"/>
                  </a:lnTo>
                  <a:lnTo>
                    <a:pt x="26" y="112"/>
                  </a:lnTo>
                  <a:lnTo>
                    <a:pt x="36" y="118"/>
                  </a:lnTo>
                  <a:lnTo>
                    <a:pt x="46" y="122"/>
                  </a:lnTo>
                  <a:lnTo>
                    <a:pt x="58" y="124"/>
                  </a:lnTo>
                  <a:lnTo>
                    <a:pt x="68" y="122"/>
                  </a:lnTo>
                  <a:lnTo>
                    <a:pt x="68" y="122"/>
                  </a:lnTo>
                  <a:lnTo>
                    <a:pt x="80" y="118"/>
                  </a:lnTo>
                  <a:lnTo>
                    <a:pt x="90" y="112"/>
                  </a:lnTo>
                  <a:lnTo>
                    <a:pt x="98" y="106"/>
                  </a:lnTo>
                  <a:lnTo>
                    <a:pt x="104" y="96"/>
                  </a:lnTo>
                  <a:lnTo>
                    <a:pt x="108" y="86"/>
                  </a:lnTo>
                  <a:lnTo>
                    <a:pt x="112" y="74"/>
                  </a:lnTo>
                  <a:lnTo>
                    <a:pt x="112" y="62"/>
                  </a:lnTo>
                  <a:lnTo>
                    <a:pt x="112" y="50"/>
                  </a:lnTo>
                  <a:lnTo>
                    <a:pt x="112" y="50"/>
                  </a:lnTo>
                  <a:lnTo>
                    <a:pt x="108" y="38"/>
                  </a:lnTo>
                  <a:lnTo>
                    <a:pt x="102" y="28"/>
                  </a:lnTo>
                  <a:lnTo>
                    <a:pt x="96" y="18"/>
                  </a:lnTo>
                  <a:lnTo>
                    <a:pt x="86" y="12"/>
                  </a:lnTo>
                  <a:lnTo>
                    <a:pt x="78" y="6"/>
                  </a:lnTo>
                  <a:lnTo>
                    <a:pt x="66" y="2"/>
                  </a:lnTo>
                  <a:lnTo>
                    <a:pt x="56" y="0"/>
                  </a:lnTo>
                  <a:lnTo>
                    <a:pt x="44" y="2"/>
                  </a:lnTo>
                  <a:lnTo>
                    <a:pt x="44" y="2"/>
                  </a:lnTo>
                  <a:lnTo>
                    <a:pt x="34" y="4"/>
                  </a:lnTo>
                  <a:lnTo>
                    <a:pt x="24" y="10"/>
                  </a:lnTo>
                  <a:lnTo>
                    <a:pt x="16" y="18"/>
                  </a:lnTo>
                  <a:lnTo>
                    <a:pt x="10" y="26"/>
                  </a:lnTo>
                  <a:lnTo>
                    <a:pt x="4" y="36"/>
                  </a:lnTo>
                  <a:lnTo>
                    <a:pt x="2" y="48"/>
                  </a:lnTo>
                  <a:lnTo>
                    <a:pt x="0" y="60"/>
                  </a:lnTo>
                  <a:lnTo>
                    <a:pt x="2" y="72"/>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1" name="Freeform 403"/>
            <p:cNvSpPr>
              <a:spLocks/>
            </p:cNvSpPr>
            <p:nvPr/>
          </p:nvSpPr>
          <p:spPr bwMode="auto">
            <a:xfrm>
              <a:off x="2806246" y="3763736"/>
              <a:ext cx="177800" cy="196850"/>
            </a:xfrm>
            <a:custGeom>
              <a:avLst/>
              <a:gdLst>
                <a:gd name="T0" fmla="*/ 2 w 112"/>
                <a:gd name="T1" fmla="*/ 72 h 124"/>
                <a:gd name="T2" fmla="*/ 2 w 112"/>
                <a:gd name="T3" fmla="*/ 72 h 124"/>
                <a:gd name="T4" fmla="*/ 6 w 112"/>
                <a:gd name="T5" fmla="*/ 84 h 124"/>
                <a:gd name="T6" fmla="*/ 12 w 112"/>
                <a:gd name="T7" fmla="*/ 96 h 124"/>
                <a:gd name="T8" fmla="*/ 18 w 112"/>
                <a:gd name="T9" fmla="*/ 104 h 124"/>
                <a:gd name="T10" fmla="*/ 26 w 112"/>
                <a:gd name="T11" fmla="*/ 112 h 124"/>
                <a:gd name="T12" fmla="*/ 36 w 112"/>
                <a:gd name="T13" fmla="*/ 118 h 124"/>
                <a:gd name="T14" fmla="*/ 46 w 112"/>
                <a:gd name="T15" fmla="*/ 122 h 124"/>
                <a:gd name="T16" fmla="*/ 58 w 112"/>
                <a:gd name="T17" fmla="*/ 124 h 124"/>
                <a:gd name="T18" fmla="*/ 68 w 112"/>
                <a:gd name="T19" fmla="*/ 122 h 124"/>
                <a:gd name="T20" fmla="*/ 68 w 112"/>
                <a:gd name="T21" fmla="*/ 122 h 124"/>
                <a:gd name="T22" fmla="*/ 80 w 112"/>
                <a:gd name="T23" fmla="*/ 118 h 124"/>
                <a:gd name="T24" fmla="*/ 90 w 112"/>
                <a:gd name="T25" fmla="*/ 112 h 124"/>
                <a:gd name="T26" fmla="*/ 98 w 112"/>
                <a:gd name="T27" fmla="*/ 106 h 124"/>
                <a:gd name="T28" fmla="*/ 104 w 112"/>
                <a:gd name="T29" fmla="*/ 96 h 124"/>
                <a:gd name="T30" fmla="*/ 108 w 112"/>
                <a:gd name="T31" fmla="*/ 86 h 124"/>
                <a:gd name="T32" fmla="*/ 112 w 112"/>
                <a:gd name="T33" fmla="*/ 74 h 124"/>
                <a:gd name="T34" fmla="*/ 112 w 112"/>
                <a:gd name="T35" fmla="*/ 62 h 124"/>
                <a:gd name="T36" fmla="*/ 112 w 112"/>
                <a:gd name="T37" fmla="*/ 50 h 124"/>
                <a:gd name="T38" fmla="*/ 112 w 112"/>
                <a:gd name="T39" fmla="*/ 50 h 124"/>
                <a:gd name="T40" fmla="*/ 108 w 112"/>
                <a:gd name="T41" fmla="*/ 38 h 124"/>
                <a:gd name="T42" fmla="*/ 102 w 112"/>
                <a:gd name="T43" fmla="*/ 28 h 124"/>
                <a:gd name="T44" fmla="*/ 96 w 112"/>
                <a:gd name="T45" fmla="*/ 18 h 124"/>
                <a:gd name="T46" fmla="*/ 86 w 112"/>
                <a:gd name="T47" fmla="*/ 12 h 124"/>
                <a:gd name="T48" fmla="*/ 78 w 112"/>
                <a:gd name="T49" fmla="*/ 6 h 124"/>
                <a:gd name="T50" fmla="*/ 66 w 112"/>
                <a:gd name="T51" fmla="*/ 2 h 124"/>
                <a:gd name="T52" fmla="*/ 56 w 112"/>
                <a:gd name="T53" fmla="*/ 0 h 124"/>
                <a:gd name="T54" fmla="*/ 44 w 112"/>
                <a:gd name="T55" fmla="*/ 2 h 124"/>
                <a:gd name="T56" fmla="*/ 44 w 112"/>
                <a:gd name="T57" fmla="*/ 2 h 124"/>
                <a:gd name="T58" fmla="*/ 34 w 112"/>
                <a:gd name="T59" fmla="*/ 4 h 124"/>
                <a:gd name="T60" fmla="*/ 24 w 112"/>
                <a:gd name="T61" fmla="*/ 10 h 124"/>
                <a:gd name="T62" fmla="*/ 16 w 112"/>
                <a:gd name="T63" fmla="*/ 18 h 124"/>
                <a:gd name="T64" fmla="*/ 10 w 112"/>
                <a:gd name="T65" fmla="*/ 26 h 124"/>
                <a:gd name="T66" fmla="*/ 4 w 112"/>
                <a:gd name="T67" fmla="*/ 36 h 124"/>
                <a:gd name="T68" fmla="*/ 2 w 112"/>
                <a:gd name="T69" fmla="*/ 48 h 124"/>
                <a:gd name="T70" fmla="*/ 0 w 112"/>
                <a:gd name="T71" fmla="*/ 60 h 124"/>
                <a:gd name="T72" fmla="*/ 2 w 112"/>
                <a:gd name="T73"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24">
                  <a:moveTo>
                    <a:pt x="2" y="72"/>
                  </a:moveTo>
                  <a:lnTo>
                    <a:pt x="2" y="72"/>
                  </a:lnTo>
                  <a:lnTo>
                    <a:pt x="6" y="84"/>
                  </a:lnTo>
                  <a:lnTo>
                    <a:pt x="12" y="96"/>
                  </a:lnTo>
                  <a:lnTo>
                    <a:pt x="18" y="104"/>
                  </a:lnTo>
                  <a:lnTo>
                    <a:pt x="26" y="112"/>
                  </a:lnTo>
                  <a:lnTo>
                    <a:pt x="36" y="118"/>
                  </a:lnTo>
                  <a:lnTo>
                    <a:pt x="46" y="122"/>
                  </a:lnTo>
                  <a:lnTo>
                    <a:pt x="58" y="124"/>
                  </a:lnTo>
                  <a:lnTo>
                    <a:pt x="68" y="122"/>
                  </a:lnTo>
                  <a:lnTo>
                    <a:pt x="68" y="122"/>
                  </a:lnTo>
                  <a:lnTo>
                    <a:pt x="80" y="118"/>
                  </a:lnTo>
                  <a:lnTo>
                    <a:pt x="90" y="112"/>
                  </a:lnTo>
                  <a:lnTo>
                    <a:pt x="98" y="106"/>
                  </a:lnTo>
                  <a:lnTo>
                    <a:pt x="104" y="96"/>
                  </a:lnTo>
                  <a:lnTo>
                    <a:pt x="108" y="86"/>
                  </a:lnTo>
                  <a:lnTo>
                    <a:pt x="112" y="74"/>
                  </a:lnTo>
                  <a:lnTo>
                    <a:pt x="112" y="62"/>
                  </a:lnTo>
                  <a:lnTo>
                    <a:pt x="112" y="50"/>
                  </a:lnTo>
                  <a:lnTo>
                    <a:pt x="112" y="50"/>
                  </a:lnTo>
                  <a:lnTo>
                    <a:pt x="108" y="38"/>
                  </a:lnTo>
                  <a:lnTo>
                    <a:pt x="102" y="28"/>
                  </a:lnTo>
                  <a:lnTo>
                    <a:pt x="96" y="18"/>
                  </a:lnTo>
                  <a:lnTo>
                    <a:pt x="86" y="12"/>
                  </a:lnTo>
                  <a:lnTo>
                    <a:pt x="78" y="6"/>
                  </a:lnTo>
                  <a:lnTo>
                    <a:pt x="66" y="2"/>
                  </a:lnTo>
                  <a:lnTo>
                    <a:pt x="56" y="0"/>
                  </a:lnTo>
                  <a:lnTo>
                    <a:pt x="44" y="2"/>
                  </a:lnTo>
                  <a:lnTo>
                    <a:pt x="44" y="2"/>
                  </a:lnTo>
                  <a:lnTo>
                    <a:pt x="34" y="4"/>
                  </a:lnTo>
                  <a:lnTo>
                    <a:pt x="24" y="10"/>
                  </a:lnTo>
                  <a:lnTo>
                    <a:pt x="16" y="18"/>
                  </a:lnTo>
                  <a:lnTo>
                    <a:pt x="10" y="26"/>
                  </a:lnTo>
                  <a:lnTo>
                    <a:pt x="4" y="36"/>
                  </a:lnTo>
                  <a:lnTo>
                    <a:pt x="2" y="48"/>
                  </a:lnTo>
                  <a:lnTo>
                    <a:pt x="0" y="60"/>
                  </a:lnTo>
                  <a:lnTo>
                    <a:pt x="2"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2" name="Freeform 404"/>
            <p:cNvSpPr>
              <a:spLocks/>
            </p:cNvSpPr>
            <p:nvPr/>
          </p:nvSpPr>
          <p:spPr bwMode="auto">
            <a:xfrm>
              <a:off x="2812596" y="3766911"/>
              <a:ext cx="168275" cy="187325"/>
            </a:xfrm>
            <a:custGeom>
              <a:avLst/>
              <a:gdLst>
                <a:gd name="T0" fmla="*/ 0 w 106"/>
                <a:gd name="T1" fmla="*/ 70 h 118"/>
                <a:gd name="T2" fmla="*/ 0 w 106"/>
                <a:gd name="T3" fmla="*/ 70 h 118"/>
                <a:gd name="T4" fmla="*/ 4 w 106"/>
                <a:gd name="T5" fmla="*/ 82 h 118"/>
                <a:gd name="T6" fmla="*/ 10 w 106"/>
                <a:gd name="T7" fmla="*/ 92 h 118"/>
                <a:gd name="T8" fmla="*/ 16 w 106"/>
                <a:gd name="T9" fmla="*/ 100 h 118"/>
                <a:gd name="T10" fmla="*/ 24 w 106"/>
                <a:gd name="T11" fmla="*/ 108 h 118"/>
                <a:gd name="T12" fmla="*/ 34 w 106"/>
                <a:gd name="T13" fmla="*/ 114 h 118"/>
                <a:gd name="T14" fmla="*/ 44 w 106"/>
                <a:gd name="T15" fmla="*/ 116 h 118"/>
                <a:gd name="T16" fmla="*/ 54 w 106"/>
                <a:gd name="T17" fmla="*/ 118 h 118"/>
                <a:gd name="T18" fmla="*/ 64 w 106"/>
                <a:gd name="T19" fmla="*/ 118 h 118"/>
                <a:gd name="T20" fmla="*/ 64 w 106"/>
                <a:gd name="T21" fmla="*/ 118 h 118"/>
                <a:gd name="T22" fmla="*/ 74 w 106"/>
                <a:gd name="T23" fmla="*/ 114 h 118"/>
                <a:gd name="T24" fmla="*/ 84 w 106"/>
                <a:gd name="T25" fmla="*/ 108 h 118"/>
                <a:gd name="T26" fmla="*/ 92 w 106"/>
                <a:gd name="T27" fmla="*/ 102 h 118"/>
                <a:gd name="T28" fmla="*/ 98 w 106"/>
                <a:gd name="T29" fmla="*/ 92 h 118"/>
                <a:gd name="T30" fmla="*/ 102 w 106"/>
                <a:gd name="T31" fmla="*/ 84 h 118"/>
                <a:gd name="T32" fmla="*/ 106 w 106"/>
                <a:gd name="T33" fmla="*/ 72 h 118"/>
                <a:gd name="T34" fmla="*/ 106 w 106"/>
                <a:gd name="T35" fmla="*/ 60 h 118"/>
                <a:gd name="T36" fmla="*/ 104 w 106"/>
                <a:gd name="T37" fmla="*/ 50 h 118"/>
                <a:gd name="T38" fmla="*/ 104 w 106"/>
                <a:gd name="T39" fmla="*/ 50 h 118"/>
                <a:gd name="T40" fmla="*/ 102 w 106"/>
                <a:gd name="T41" fmla="*/ 38 h 118"/>
                <a:gd name="T42" fmla="*/ 96 w 106"/>
                <a:gd name="T43" fmla="*/ 28 h 118"/>
                <a:gd name="T44" fmla="*/ 90 w 106"/>
                <a:gd name="T45" fmla="*/ 18 h 118"/>
                <a:gd name="T46" fmla="*/ 82 w 106"/>
                <a:gd name="T47" fmla="*/ 12 h 118"/>
                <a:gd name="T48" fmla="*/ 72 w 106"/>
                <a:gd name="T49" fmla="*/ 6 h 118"/>
                <a:gd name="T50" fmla="*/ 62 w 106"/>
                <a:gd name="T51" fmla="*/ 2 h 118"/>
                <a:gd name="T52" fmla="*/ 52 w 106"/>
                <a:gd name="T53" fmla="*/ 0 h 118"/>
                <a:gd name="T54" fmla="*/ 42 w 106"/>
                <a:gd name="T55" fmla="*/ 2 h 118"/>
                <a:gd name="T56" fmla="*/ 42 w 106"/>
                <a:gd name="T57" fmla="*/ 2 h 118"/>
                <a:gd name="T58" fmla="*/ 30 w 106"/>
                <a:gd name="T59" fmla="*/ 6 h 118"/>
                <a:gd name="T60" fmla="*/ 22 w 106"/>
                <a:gd name="T61" fmla="*/ 10 h 118"/>
                <a:gd name="T62" fmla="*/ 14 w 106"/>
                <a:gd name="T63" fmla="*/ 18 h 118"/>
                <a:gd name="T64" fmla="*/ 8 w 106"/>
                <a:gd name="T65" fmla="*/ 26 h 118"/>
                <a:gd name="T66" fmla="*/ 2 w 106"/>
                <a:gd name="T67" fmla="*/ 36 h 118"/>
                <a:gd name="T68" fmla="*/ 0 w 106"/>
                <a:gd name="T69" fmla="*/ 46 h 118"/>
                <a:gd name="T70" fmla="*/ 0 w 106"/>
                <a:gd name="T71" fmla="*/ 58 h 118"/>
                <a:gd name="T72" fmla="*/ 0 w 106"/>
                <a:gd name="T7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118">
                  <a:moveTo>
                    <a:pt x="0" y="70"/>
                  </a:moveTo>
                  <a:lnTo>
                    <a:pt x="0" y="70"/>
                  </a:lnTo>
                  <a:lnTo>
                    <a:pt x="4" y="82"/>
                  </a:lnTo>
                  <a:lnTo>
                    <a:pt x="10" y="92"/>
                  </a:lnTo>
                  <a:lnTo>
                    <a:pt x="16" y="100"/>
                  </a:lnTo>
                  <a:lnTo>
                    <a:pt x="24" y="108"/>
                  </a:lnTo>
                  <a:lnTo>
                    <a:pt x="34" y="114"/>
                  </a:lnTo>
                  <a:lnTo>
                    <a:pt x="44" y="116"/>
                  </a:lnTo>
                  <a:lnTo>
                    <a:pt x="54" y="118"/>
                  </a:lnTo>
                  <a:lnTo>
                    <a:pt x="64" y="118"/>
                  </a:lnTo>
                  <a:lnTo>
                    <a:pt x="64" y="118"/>
                  </a:lnTo>
                  <a:lnTo>
                    <a:pt x="74" y="114"/>
                  </a:lnTo>
                  <a:lnTo>
                    <a:pt x="84" y="108"/>
                  </a:lnTo>
                  <a:lnTo>
                    <a:pt x="92" y="102"/>
                  </a:lnTo>
                  <a:lnTo>
                    <a:pt x="98" y="92"/>
                  </a:lnTo>
                  <a:lnTo>
                    <a:pt x="102" y="84"/>
                  </a:lnTo>
                  <a:lnTo>
                    <a:pt x="106" y="72"/>
                  </a:lnTo>
                  <a:lnTo>
                    <a:pt x="106" y="60"/>
                  </a:lnTo>
                  <a:lnTo>
                    <a:pt x="104" y="50"/>
                  </a:lnTo>
                  <a:lnTo>
                    <a:pt x="104" y="50"/>
                  </a:lnTo>
                  <a:lnTo>
                    <a:pt x="102" y="38"/>
                  </a:lnTo>
                  <a:lnTo>
                    <a:pt x="96" y="28"/>
                  </a:lnTo>
                  <a:lnTo>
                    <a:pt x="90" y="18"/>
                  </a:lnTo>
                  <a:lnTo>
                    <a:pt x="82" y="12"/>
                  </a:lnTo>
                  <a:lnTo>
                    <a:pt x="72" y="6"/>
                  </a:lnTo>
                  <a:lnTo>
                    <a:pt x="62" y="2"/>
                  </a:lnTo>
                  <a:lnTo>
                    <a:pt x="52" y="0"/>
                  </a:lnTo>
                  <a:lnTo>
                    <a:pt x="42" y="2"/>
                  </a:lnTo>
                  <a:lnTo>
                    <a:pt x="42" y="2"/>
                  </a:lnTo>
                  <a:lnTo>
                    <a:pt x="30" y="6"/>
                  </a:lnTo>
                  <a:lnTo>
                    <a:pt x="22" y="10"/>
                  </a:lnTo>
                  <a:lnTo>
                    <a:pt x="14" y="18"/>
                  </a:lnTo>
                  <a:lnTo>
                    <a:pt x="8" y="26"/>
                  </a:lnTo>
                  <a:lnTo>
                    <a:pt x="2" y="36"/>
                  </a:lnTo>
                  <a:lnTo>
                    <a:pt x="0" y="46"/>
                  </a:lnTo>
                  <a:lnTo>
                    <a:pt x="0" y="58"/>
                  </a:lnTo>
                  <a:lnTo>
                    <a:pt x="0" y="7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3" name="Freeform 405"/>
            <p:cNvSpPr>
              <a:spLocks/>
            </p:cNvSpPr>
            <p:nvPr/>
          </p:nvSpPr>
          <p:spPr bwMode="auto">
            <a:xfrm>
              <a:off x="2812596" y="3766911"/>
              <a:ext cx="168275" cy="187325"/>
            </a:xfrm>
            <a:custGeom>
              <a:avLst/>
              <a:gdLst>
                <a:gd name="T0" fmla="*/ 0 w 106"/>
                <a:gd name="T1" fmla="*/ 70 h 118"/>
                <a:gd name="T2" fmla="*/ 0 w 106"/>
                <a:gd name="T3" fmla="*/ 70 h 118"/>
                <a:gd name="T4" fmla="*/ 4 w 106"/>
                <a:gd name="T5" fmla="*/ 82 h 118"/>
                <a:gd name="T6" fmla="*/ 10 w 106"/>
                <a:gd name="T7" fmla="*/ 92 h 118"/>
                <a:gd name="T8" fmla="*/ 16 w 106"/>
                <a:gd name="T9" fmla="*/ 100 h 118"/>
                <a:gd name="T10" fmla="*/ 24 w 106"/>
                <a:gd name="T11" fmla="*/ 108 h 118"/>
                <a:gd name="T12" fmla="*/ 34 w 106"/>
                <a:gd name="T13" fmla="*/ 114 h 118"/>
                <a:gd name="T14" fmla="*/ 44 w 106"/>
                <a:gd name="T15" fmla="*/ 116 h 118"/>
                <a:gd name="T16" fmla="*/ 54 w 106"/>
                <a:gd name="T17" fmla="*/ 118 h 118"/>
                <a:gd name="T18" fmla="*/ 64 w 106"/>
                <a:gd name="T19" fmla="*/ 118 h 118"/>
                <a:gd name="T20" fmla="*/ 64 w 106"/>
                <a:gd name="T21" fmla="*/ 118 h 118"/>
                <a:gd name="T22" fmla="*/ 74 w 106"/>
                <a:gd name="T23" fmla="*/ 114 h 118"/>
                <a:gd name="T24" fmla="*/ 84 w 106"/>
                <a:gd name="T25" fmla="*/ 108 h 118"/>
                <a:gd name="T26" fmla="*/ 92 w 106"/>
                <a:gd name="T27" fmla="*/ 102 h 118"/>
                <a:gd name="T28" fmla="*/ 98 w 106"/>
                <a:gd name="T29" fmla="*/ 92 h 118"/>
                <a:gd name="T30" fmla="*/ 102 w 106"/>
                <a:gd name="T31" fmla="*/ 84 h 118"/>
                <a:gd name="T32" fmla="*/ 106 w 106"/>
                <a:gd name="T33" fmla="*/ 72 h 118"/>
                <a:gd name="T34" fmla="*/ 106 w 106"/>
                <a:gd name="T35" fmla="*/ 60 h 118"/>
                <a:gd name="T36" fmla="*/ 104 w 106"/>
                <a:gd name="T37" fmla="*/ 50 h 118"/>
                <a:gd name="T38" fmla="*/ 104 w 106"/>
                <a:gd name="T39" fmla="*/ 50 h 118"/>
                <a:gd name="T40" fmla="*/ 102 w 106"/>
                <a:gd name="T41" fmla="*/ 38 h 118"/>
                <a:gd name="T42" fmla="*/ 96 w 106"/>
                <a:gd name="T43" fmla="*/ 28 h 118"/>
                <a:gd name="T44" fmla="*/ 90 w 106"/>
                <a:gd name="T45" fmla="*/ 18 h 118"/>
                <a:gd name="T46" fmla="*/ 82 w 106"/>
                <a:gd name="T47" fmla="*/ 12 h 118"/>
                <a:gd name="T48" fmla="*/ 72 w 106"/>
                <a:gd name="T49" fmla="*/ 6 h 118"/>
                <a:gd name="T50" fmla="*/ 62 w 106"/>
                <a:gd name="T51" fmla="*/ 2 h 118"/>
                <a:gd name="T52" fmla="*/ 52 w 106"/>
                <a:gd name="T53" fmla="*/ 0 h 118"/>
                <a:gd name="T54" fmla="*/ 42 w 106"/>
                <a:gd name="T55" fmla="*/ 2 h 118"/>
                <a:gd name="T56" fmla="*/ 42 w 106"/>
                <a:gd name="T57" fmla="*/ 2 h 118"/>
                <a:gd name="T58" fmla="*/ 30 w 106"/>
                <a:gd name="T59" fmla="*/ 6 h 118"/>
                <a:gd name="T60" fmla="*/ 22 w 106"/>
                <a:gd name="T61" fmla="*/ 10 h 118"/>
                <a:gd name="T62" fmla="*/ 14 w 106"/>
                <a:gd name="T63" fmla="*/ 18 h 118"/>
                <a:gd name="T64" fmla="*/ 8 w 106"/>
                <a:gd name="T65" fmla="*/ 26 h 118"/>
                <a:gd name="T66" fmla="*/ 2 w 106"/>
                <a:gd name="T67" fmla="*/ 36 h 118"/>
                <a:gd name="T68" fmla="*/ 0 w 106"/>
                <a:gd name="T69" fmla="*/ 46 h 118"/>
                <a:gd name="T70" fmla="*/ 0 w 106"/>
                <a:gd name="T71" fmla="*/ 58 h 118"/>
                <a:gd name="T72" fmla="*/ 0 w 106"/>
                <a:gd name="T7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118">
                  <a:moveTo>
                    <a:pt x="0" y="70"/>
                  </a:moveTo>
                  <a:lnTo>
                    <a:pt x="0" y="70"/>
                  </a:lnTo>
                  <a:lnTo>
                    <a:pt x="4" y="82"/>
                  </a:lnTo>
                  <a:lnTo>
                    <a:pt x="10" y="92"/>
                  </a:lnTo>
                  <a:lnTo>
                    <a:pt x="16" y="100"/>
                  </a:lnTo>
                  <a:lnTo>
                    <a:pt x="24" y="108"/>
                  </a:lnTo>
                  <a:lnTo>
                    <a:pt x="34" y="114"/>
                  </a:lnTo>
                  <a:lnTo>
                    <a:pt x="44" y="116"/>
                  </a:lnTo>
                  <a:lnTo>
                    <a:pt x="54" y="118"/>
                  </a:lnTo>
                  <a:lnTo>
                    <a:pt x="64" y="118"/>
                  </a:lnTo>
                  <a:lnTo>
                    <a:pt x="64" y="118"/>
                  </a:lnTo>
                  <a:lnTo>
                    <a:pt x="74" y="114"/>
                  </a:lnTo>
                  <a:lnTo>
                    <a:pt x="84" y="108"/>
                  </a:lnTo>
                  <a:lnTo>
                    <a:pt x="92" y="102"/>
                  </a:lnTo>
                  <a:lnTo>
                    <a:pt x="98" y="92"/>
                  </a:lnTo>
                  <a:lnTo>
                    <a:pt x="102" y="84"/>
                  </a:lnTo>
                  <a:lnTo>
                    <a:pt x="106" y="72"/>
                  </a:lnTo>
                  <a:lnTo>
                    <a:pt x="106" y="60"/>
                  </a:lnTo>
                  <a:lnTo>
                    <a:pt x="104" y="50"/>
                  </a:lnTo>
                  <a:lnTo>
                    <a:pt x="104" y="50"/>
                  </a:lnTo>
                  <a:lnTo>
                    <a:pt x="102" y="38"/>
                  </a:lnTo>
                  <a:lnTo>
                    <a:pt x="96" y="28"/>
                  </a:lnTo>
                  <a:lnTo>
                    <a:pt x="90" y="18"/>
                  </a:lnTo>
                  <a:lnTo>
                    <a:pt x="82" y="12"/>
                  </a:lnTo>
                  <a:lnTo>
                    <a:pt x="72" y="6"/>
                  </a:lnTo>
                  <a:lnTo>
                    <a:pt x="62" y="2"/>
                  </a:lnTo>
                  <a:lnTo>
                    <a:pt x="52" y="0"/>
                  </a:lnTo>
                  <a:lnTo>
                    <a:pt x="42" y="2"/>
                  </a:lnTo>
                  <a:lnTo>
                    <a:pt x="42" y="2"/>
                  </a:lnTo>
                  <a:lnTo>
                    <a:pt x="30" y="6"/>
                  </a:lnTo>
                  <a:lnTo>
                    <a:pt x="22" y="10"/>
                  </a:lnTo>
                  <a:lnTo>
                    <a:pt x="14" y="18"/>
                  </a:lnTo>
                  <a:lnTo>
                    <a:pt x="8" y="26"/>
                  </a:lnTo>
                  <a:lnTo>
                    <a:pt x="2" y="36"/>
                  </a:lnTo>
                  <a:lnTo>
                    <a:pt x="0" y="46"/>
                  </a:lnTo>
                  <a:lnTo>
                    <a:pt x="0" y="58"/>
                  </a:lnTo>
                  <a:lnTo>
                    <a:pt x="0" y="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4" name="Freeform 407"/>
            <p:cNvSpPr>
              <a:spLocks/>
            </p:cNvSpPr>
            <p:nvPr/>
          </p:nvSpPr>
          <p:spPr bwMode="auto">
            <a:xfrm>
              <a:off x="2822121" y="3779611"/>
              <a:ext cx="149225" cy="165100"/>
            </a:xfrm>
            <a:custGeom>
              <a:avLst/>
              <a:gdLst>
                <a:gd name="T0" fmla="*/ 0 w 94"/>
                <a:gd name="T1" fmla="*/ 60 h 104"/>
                <a:gd name="T2" fmla="*/ 0 w 94"/>
                <a:gd name="T3" fmla="*/ 60 h 104"/>
                <a:gd name="T4" fmla="*/ 4 w 94"/>
                <a:gd name="T5" fmla="*/ 72 h 104"/>
                <a:gd name="T6" fmla="*/ 8 w 94"/>
                <a:gd name="T7" fmla="*/ 80 h 104"/>
                <a:gd name="T8" fmla="*/ 14 w 94"/>
                <a:gd name="T9" fmla="*/ 88 h 104"/>
                <a:gd name="T10" fmla="*/ 22 w 94"/>
                <a:gd name="T11" fmla="*/ 94 h 104"/>
                <a:gd name="T12" fmla="*/ 30 w 94"/>
                <a:gd name="T13" fmla="*/ 100 h 104"/>
                <a:gd name="T14" fmla="*/ 38 w 94"/>
                <a:gd name="T15" fmla="*/ 102 h 104"/>
                <a:gd name="T16" fmla="*/ 48 w 94"/>
                <a:gd name="T17" fmla="*/ 104 h 104"/>
                <a:gd name="T18" fmla="*/ 58 w 94"/>
                <a:gd name="T19" fmla="*/ 102 h 104"/>
                <a:gd name="T20" fmla="*/ 58 w 94"/>
                <a:gd name="T21" fmla="*/ 102 h 104"/>
                <a:gd name="T22" fmla="*/ 66 w 94"/>
                <a:gd name="T23" fmla="*/ 100 h 104"/>
                <a:gd name="T24" fmla="*/ 74 w 94"/>
                <a:gd name="T25" fmla="*/ 96 h 104"/>
                <a:gd name="T26" fmla="*/ 82 w 94"/>
                <a:gd name="T27" fmla="*/ 88 h 104"/>
                <a:gd name="T28" fmla="*/ 86 w 94"/>
                <a:gd name="T29" fmla="*/ 82 h 104"/>
                <a:gd name="T30" fmla="*/ 90 w 94"/>
                <a:gd name="T31" fmla="*/ 72 h 104"/>
                <a:gd name="T32" fmla="*/ 94 w 94"/>
                <a:gd name="T33" fmla="*/ 62 h 104"/>
                <a:gd name="T34" fmla="*/ 94 w 94"/>
                <a:gd name="T35" fmla="*/ 52 h 104"/>
                <a:gd name="T36" fmla="*/ 94 w 94"/>
                <a:gd name="T37" fmla="*/ 42 h 104"/>
                <a:gd name="T38" fmla="*/ 94 w 94"/>
                <a:gd name="T39" fmla="*/ 42 h 104"/>
                <a:gd name="T40" fmla="*/ 90 w 94"/>
                <a:gd name="T41" fmla="*/ 32 h 104"/>
                <a:gd name="T42" fmla="*/ 86 w 94"/>
                <a:gd name="T43" fmla="*/ 24 h 104"/>
                <a:gd name="T44" fmla="*/ 80 w 94"/>
                <a:gd name="T45" fmla="*/ 16 h 104"/>
                <a:gd name="T46" fmla="*/ 72 w 94"/>
                <a:gd name="T47" fmla="*/ 8 h 104"/>
                <a:gd name="T48" fmla="*/ 64 w 94"/>
                <a:gd name="T49" fmla="*/ 4 h 104"/>
                <a:gd name="T50" fmla="*/ 56 w 94"/>
                <a:gd name="T51" fmla="*/ 0 h 104"/>
                <a:gd name="T52" fmla="*/ 46 w 94"/>
                <a:gd name="T53" fmla="*/ 0 h 104"/>
                <a:gd name="T54" fmla="*/ 36 w 94"/>
                <a:gd name="T55" fmla="*/ 0 h 104"/>
                <a:gd name="T56" fmla="*/ 36 w 94"/>
                <a:gd name="T57" fmla="*/ 0 h 104"/>
                <a:gd name="T58" fmla="*/ 28 w 94"/>
                <a:gd name="T59" fmla="*/ 4 h 104"/>
                <a:gd name="T60" fmla="*/ 20 w 94"/>
                <a:gd name="T61" fmla="*/ 8 h 104"/>
                <a:gd name="T62" fmla="*/ 12 w 94"/>
                <a:gd name="T63" fmla="*/ 14 h 104"/>
                <a:gd name="T64" fmla="*/ 6 w 94"/>
                <a:gd name="T65" fmla="*/ 22 h 104"/>
                <a:gd name="T66" fmla="*/ 2 w 94"/>
                <a:gd name="T67" fmla="*/ 30 h 104"/>
                <a:gd name="T68" fmla="*/ 0 w 94"/>
                <a:gd name="T69" fmla="*/ 40 h 104"/>
                <a:gd name="T70" fmla="*/ 0 w 94"/>
                <a:gd name="T71" fmla="*/ 50 h 104"/>
                <a:gd name="T72" fmla="*/ 0 w 94"/>
                <a:gd name="T73" fmla="*/ 6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104">
                  <a:moveTo>
                    <a:pt x="0" y="60"/>
                  </a:moveTo>
                  <a:lnTo>
                    <a:pt x="0" y="60"/>
                  </a:lnTo>
                  <a:lnTo>
                    <a:pt x="4" y="72"/>
                  </a:lnTo>
                  <a:lnTo>
                    <a:pt x="8" y="80"/>
                  </a:lnTo>
                  <a:lnTo>
                    <a:pt x="14" y="88"/>
                  </a:lnTo>
                  <a:lnTo>
                    <a:pt x="22" y="94"/>
                  </a:lnTo>
                  <a:lnTo>
                    <a:pt x="30" y="100"/>
                  </a:lnTo>
                  <a:lnTo>
                    <a:pt x="38" y="102"/>
                  </a:lnTo>
                  <a:lnTo>
                    <a:pt x="48" y="104"/>
                  </a:lnTo>
                  <a:lnTo>
                    <a:pt x="58" y="102"/>
                  </a:lnTo>
                  <a:lnTo>
                    <a:pt x="58" y="102"/>
                  </a:lnTo>
                  <a:lnTo>
                    <a:pt x="66" y="100"/>
                  </a:lnTo>
                  <a:lnTo>
                    <a:pt x="74" y="96"/>
                  </a:lnTo>
                  <a:lnTo>
                    <a:pt x="82" y="88"/>
                  </a:lnTo>
                  <a:lnTo>
                    <a:pt x="86" y="82"/>
                  </a:lnTo>
                  <a:lnTo>
                    <a:pt x="90" y="72"/>
                  </a:lnTo>
                  <a:lnTo>
                    <a:pt x="94" y="62"/>
                  </a:lnTo>
                  <a:lnTo>
                    <a:pt x="94" y="52"/>
                  </a:lnTo>
                  <a:lnTo>
                    <a:pt x="94" y="42"/>
                  </a:lnTo>
                  <a:lnTo>
                    <a:pt x="94" y="42"/>
                  </a:lnTo>
                  <a:lnTo>
                    <a:pt x="90" y="32"/>
                  </a:lnTo>
                  <a:lnTo>
                    <a:pt x="86" y="24"/>
                  </a:lnTo>
                  <a:lnTo>
                    <a:pt x="80" y="16"/>
                  </a:lnTo>
                  <a:lnTo>
                    <a:pt x="72" y="8"/>
                  </a:lnTo>
                  <a:lnTo>
                    <a:pt x="64" y="4"/>
                  </a:lnTo>
                  <a:lnTo>
                    <a:pt x="56" y="0"/>
                  </a:lnTo>
                  <a:lnTo>
                    <a:pt x="46" y="0"/>
                  </a:lnTo>
                  <a:lnTo>
                    <a:pt x="36" y="0"/>
                  </a:lnTo>
                  <a:lnTo>
                    <a:pt x="36" y="0"/>
                  </a:lnTo>
                  <a:lnTo>
                    <a:pt x="28" y="4"/>
                  </a:lnTo>
                  <a:lnTo>
                    <a:pt x="20" y="8"/>
                  </a:lnTo>
                  <a:lnTo>
                    <a:pt x="12" y="14"/>
                  </a:lnTo>
                  <a:lnTo>
                    <a:pt x="6" y="22"/>
                  </a:lnTo>
                  <a:lnTo>
                    <a:pt x="2" y="30"/>
                  </a:lnTo>
                  <a:lnTo>
                    <a:pt x="0" y="40"/>
                  </a:lnTo>
                  <a:lnTo>
                    <a:pt x="0" y="50"/>
                  </a:lnTo>
                  <a:lnTo>
                    <a:pt x="0" y="60"/>
                  </a:lnTo>
                  <a:close/>
                </a:path>
              </a:pathLst>
            </a:custGeom>
            <a:solidFill>
              <a:srgbClr val="F794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5" name="Freeform 408"/>
            <p:cNvSpPr>
              <a:spLocks/>
            </p:cNvSpPr>
            <p:nvPr/>
          </p:nvSpPr>
          <p:spPr bwMode="auto">
            <a:xfrm>
              <a:off x="2822121" y="3779611"/>
              <a:ext cx="149225" cy="165100"/>
            </a:xfrm>
            <a:custGeom>
              <a:avLst/>
              <a:gdLst>
                <a:gd name="T0" fmla="*/ 0 w 94"/>
                <a:gd name="T1" fmla="*/ 60 h 104"/>
                <a:gd name="T2" fmla="*/ 0 w 94"/>
                <a:gd name="T3" fmla="*/ 60 h 104"/>
                <a:gd name="T4" fmla="*/ 4 w 94"/>
                <a:gd name="T5" fmla="*/ 72 h 104"/>
                <a:gd name="T6" fmla="*/ 8 w 94"/>
                <a:gd name="T7" fmla="*/ 80 h 104"/>
                <a:gd name="T8" fmla="*/ 14 w 94"/>
                <a:gd name="T9" fmla="*/ 88 h 104"/>
                <a:gd name="T10" fmla="*/ 22 w 94"/>
                <a:gd name="T11" fmla="*/ 94 h 104"/>
                <a:gd name="T12" fmla="*/ 30 w 94"/>
                <a:gd name="T13" fmla="*/ 100 h 104"/>
                <a:gd name="T14" fmla="*/ 38 w 94"/>
                <a:gd name="T15" fmla="*/ 102 h 104"/>
                <a:gd name="T16" fmla="*/ 48 w 94"/>
                <a:gd name="T17" fmla="*/ 104 h 104"/>
                <a:gd name="T18" fmla="*/ 58 w 94"/>
                <a:gd name="T19" fmla="*/ 102 h 104"/>
                <a:gd name="T20" fmla="*/ 58 w 94"/>
                <a:gd name="T21" fmla="*/ 102 h 104"/>
                <a:gd name="T22" fmla="*/ 66 w 94"/>
                <a:gd name="T23" fmla="*/ 100 h 104"/>
                <a:gd name="T24" fmla="*/ 74 w 94"/>
                <a:gd name="T25" fmla="*/ 96 h 104"/>
                <a:gd name="T26" fmla="*/ 82 w 94"/>
                <a:gd name="T27" fmla="*/ 88 h 104"/>
                <a:gd name="T28" fmla="*/ 86 w 94"/>
                <a:gd name="T29" fmla="*/ 82 h 104"/>
                <a:gd name="T30" fmla="*/ 90 w 94"/>
                <a:gd name="T31" fmla="*/ 72 h 104"/>
                <a:gd name="T32" fmla="*/ 94 w 94"/>
                <a:gd name="T33" fmla="*/ 62 h 104"/>
                <a:gd name="T34" fmla="*/ 94 w 94"/>
                <a:gd name="T35" fmla="*/ 52 h 104"/>
                <a:gd name="T36" fmla="*/ 94 w 94"/>
                <a:gd name="T37" fmla="*/ 42 h 104"/>
                <a:gd name="T38" fmla="*/ 94 w 94"/>
                <a:gd name="T39" fmla="*/ 42 h 104"/>
                <a:gd name="T40" fmla="*/ 90 w 94"/>
                <a:gd name="T41" fmla="*/ 32 h 104"/>
                <a:gd name="T42" fmla="*/ 86 w 94"/>
                <a:gd name="T43" fmla="*/ 24 h 104"/>
                <a:gd name="T44" fmla="*/ 80 w 94"/>
                <a:gd name="T45" fmla="*/ 16 h 104"/>
                <a:gd name="T46" fmla="*/ 72 w 94"/>
                <a:gd name="T47" fmla="*/ 8 h 104"/>
                <a:gd name="T48" fmla="*/ 64 w 94"/>
                <a:gd name="T49" fmla="*/ 4 h 104"/>
                <a:gd name="T50" fmla="*/ 56 w 94"/>
                <a:gd name="T51" fmla="*/ 0 h 104"/>
                <a:gd name="T52" fmla="*/ 46 w 94"/>
                <a:gd name="T53" fmla="*/ 0 h 104"/>
                <a:gd name="T54" fmla="*/ 36 w 94"/>
                <a:gd name="T55" fmla="*/ 0 h 104"/>
                <a:gd name="T56" fmla="*/ 36 w 94"/>
                <a:gd name="T57" fmla="*/ 0 h 104"/>
                <a:gd name="T58" fmla="*/ 28 w 94"/>
                <a:gd name="T59" fmla="*/ 4 h 104"/>
                <a:gd name="T60" fmla="*/ 20 w 94"/>
                <a:gd name="T61" fmla="*/ 8 h 104"/>
                <a:gd name="T62" fmla="*/ 12 w 94"/>
                <a:gd name="T63" fmla="*/ 14 h 104"/>
                <a:gd name="T64" fmla="*/ 6 w 94"/>
                <a:gd name="T65" fmla="*/ 22 h 104"/>
                <a:gd name="T66" fmla="*/ 2 w 94"/>
                <a:gd name="T67" fmla="*/ 30 h 104"/>
                <a:gd name="T68" fmla="*/ 0 w 94"/>
                <a:gd name="T69" fmla="*/ 40 h 104"/>
                <a:gd name="T70" fmla="*/ 0 w 94"/>
                <a:gd name="T71" fmla="*/ 50 h 104"/>
                <a:gd name="T72" fmla="*/ 0 w 94"/>
                <a:gd name="T73" fmla="*/ 6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104">
                  <a:moveTo>
                    <a:pt x="0" y="60"/>
                  </a:moveTo>
                  <a:lnTo>
                    <a:pt x="0" y="60"/>
                  </a:lnTo>
                  <a:lnTo>
                    <a:pt x="4" y="72"/>
                  </a:lnTo>
                  <a:lnTo>
                    <a:pt x="8" y="80"/>
                  </a:lnTo>
                  <a:lnTo>
                    <a:pt x="14" y="88"/>
                  </a:lnTo>
                  <a:lnTo>
                    <a:pt x="22" y="94"/>
                  </a:lnTo>
                  <a:lnTo>
                    <a:pt x="30" y="100"/>
                  </a:lnTo>
                  <a:lnTo>
                    <a:pt x="38" y="102"/>
                  </a:lnTo>
                  <a:lnTo>
                    <a:pt x="48" y="104"/>
                  </a:lnTo>
                  <a:lnTo>
                    <a:pt x="58" y="102"/>
                  </a:lnTo>
                  <a:lnTo>
                    <a:pt x="58" y="102"/>
                  </a:lnTo>
                  <a:lnTo>
                    <a:pt x="66" y="100"/>
                  </a:lnTo>
                  <a:lnTo>
                    <a:pt x="74" y="96"/>
                  </a:lnTo>
                  <a:lnTo>
                    <a:pt x="82" y="88"/>
                  </a:lnTo>
                  <a:lnTo>
                    <a:pt x="86" y="82"/>
                  </a:lnTo>
                  <a:lnTo>
                    <a:pt x="90" y="72"/>
                  </a:lnTo>
                  <a:lnTo>
                    <a:pt x="94" y="62"/>
                  </a:lnTo>
                  <a:lnTo>
                    <a:pt x="94" y="52"/>
                  </a:lnTo>
                  <a:lnTo>
                    <a:pt x="94" y="42"/>
                  </a:lnTo>
                  <a:lnTo>
                    <a:pt x="94" y="42"/>
                  </a:lnTo>
                  <a:lnTo>
                    <a:pt x="90" y="32"/>
                  </a:lnTo>
                  <a:lnTo>
                    <a:pt x="86" y="24"/>
                  </a:lnTo>
                  <a:lnTo>
                    <a:pt x="80" y="16"/>
                  </a:lnTo>
                  <a:lnTo>
                    <a:pt x="72" y="8"/>
                  </a:lnTo>
                  <a:lnTo>
                    <a:pt x="64" y="4"/>
                  </a:lnTo>
                  <a:lnTo>
                    <a:pt x="56" y="0"/>
                  </a:lnTo>
                  <a:lnTo>
                    <a:pt x="46" y="0"/>
                  </a:lnTo>
                  <a:lnTo>
                    <a:pt x="36" y="0"/>
                  </a:lnTo>
                  <a:lnTo>
                    <a:pt x="36" y="0"/>
                  </a:lnTo>
                  <a:lnTo>
                    <a:pt x="28" y="4"/>
                  </a:lnTo>
                  <a:lnTo>
                    <a:pt x="20" y="8"/>
                  </a:lnTo>
                  <a:lnTo>
                    <a:pt x="12" y="14"/>
                  </a:lnTo>
                  <a:lnTo>
                    <a:pt x="6" y="22"/>
                  </a:lnTo>
                  <a:lnTo>
                    <a:pt x="2" y="30"/>
                  </a:lnTo>
                  <a:lnTo>
                    <a:pt x="0" y="40"/>
                  </a:lnTo>
                  <a:lnTo>
                    <a:pt x="0" y="50"/>
                  </a:lnTo>
                  <a:lnTo>
                    <a:pt x="0"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6" name="Freeform 409"/>
            <p:cNvSpPr>
              <a:spLocks/>
            </p:cNvSpPr>
            <p:nvPr/>
          </p:nvSpPr>
          <p:spPr bwMode="auto">
            <a:xfrm>
              <a:off x="2866571" y="3827236"/>
              <a:ext cx="60325" cy="66675"/>
            </a:xfrm>
            <a:custGeom>
              <a:avLst/>
              <a:gdLst>
                <a:gd name="T0" fmla="*/ 0 w 38"/>
                <a:gd name="T1" fmla="*/ 26 h 42"/>
                <a:gd name="T2" fmla="*/ 0 w 38"/>
                <a:gd name="T3" fmla="*/ 26 h 42"/>
                <a:gd name="T4" fmla="*/ 4 w 38"/>
                <a:gd name="T5" fmla="*/ 34 h 42"/>
                <a:gd name="T6" fmla="*/ 8 w 38"/>
                <a:gd name="T7" fmla="*/ 38 h 42"/>
                <a:gd name="T8" fmla="*/ 16 w 38"/>
                <a:gd name="T9" fmla="*/ 42 h 42"/>
                <a:gd name="T10" fmla="*/ 22 w 38"/>
                <a:gd name="T11" fmla="*/ 42 h 42"/>
                <a:gd name="T12" fmla="*/ 22 w 38"/>
                <a:gd name="T13" fmla="*/ 42 h 42"/>
                <a:gd name="T14" fmla="*/ 30 w 38"/>
                <a:gd name="T15" fmla="*/ 40 h 42"/>
                <a:gd name="T16" fmla="*/ 34 w 38"/>
                <a:gd name="T17" fmla="*/ 34 h 42"/>
                <a:gd name="T18" fmla="*/ 38 w 38"/>
                <a:gd name="T19" fmla="*/ 26 h 42"/>
                <a:gd name="T20" fmla="*/ 38 w 38"/>
                <a:gd name="T21" fmla="*/ 18 h 42"/>
                <a:gd name="T22" fmla="*/ 38 w 38"/>
                <a:gd name="T23" fmla="*/ 18 h 42"/>
                <a:gd name="T24" fmla="*/ 34 w 38"/>
                <a:gd name="T25" fmla="*/ 10 h 42"/>
                <a:gd name="T26" fmla="*/ 30 w 38"/>
                <a:gd name="T27" fmla="*/ 4 h 42"/>
                <a:gd name="T28" fmla="*/ 22 w 38"/>
                <a:gd name="T29" fmla="*/ 2 h 42"/>
                <a:gd name="T30" fmla="*/ 14 w 38"/>
                <a:gd name="T31" fmla="*/ 0 h 42"/>
                <a:gd name="T32" fmla="*/ 14 w 38"/>
                <a:gd name="T33" fmla="*/ 0 h 42"/>
                <a:gd name="T34" fmla="*/ 8 w 38"/>
                <a:gd name="T35" fmla="*/ 4 h 42"/>
                <a:gd name="T36" fmla="*/ 2 w 38"/>
                <a:gd name="T37" fmla="*/ 10 h 42"/>
                <a:gd name="T38" fmla="*/ 0 w 38"/>
                <a:gd name="T39" fmla="*/ 16 h 42"/>
                <a:gd name="T40" fmla="*/ 0 w 38"/>
                <a:gd name="T4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0" y="26"/>
                  </a:moveTo>
                  <a:lnTo>
                    <a:pt x="0" y="26"/>
                  </a:lnTo>
                  <a:lnTo>
                    <a:pt x="4" y="34"/>
                  </a:lnTo>
                  <a:lnTo>
                    <a:pt x="8" y="38"/>
                  </a:lnTo>
                  <a:lnTo>
                    <a:pt x="16" y="42"/>
                  </a:lnTo>
                  <a:lnTo>
                    <a:pt x="22" y="42"/>
                  </a:lnTo>
                  <a:lnTo>
                    <a:pt x="22" y="42"/>
                  </a:lnTo>
                  <a:lnTo>
                    <a:pt x="30" y="40"/>
                  </a:lnTo>
                  <a:lnTo>
                    <a:pt x="34" y="34"/>
                  </a:lnTo>
                  <a:lnTo>
                    <a:pt x="38" y="26"/>
                  </a:lnTo>
                  <a:lnTo>
                    <a:pt x="38" y="18"/>
                  </a:lnTo>
                  <a:lnTo>
                    <a:pt x="38" y="18"/>
                  </a:lnTo>
                  <a:lnTo>
                    <a:pt x="34" y="10"/>
                  </a:lnTo>
                  <a:lnTo>
                    <a:pt x="30" y="4"/>
                  </a:lnTo>
                  <a:lnTo>
                    <a:pt x="22" y="2"/>
                  </a:lnTo>
                  <a:lnTo>
                    <a:pt x="14" y="0"/>
                  </a:lnTo>
                  <a:lnTo>
                    <a:pt x="14" y="0"/>
                  </a:lnTo>
                  <a:lnTo>
                    <a:pt x="8" y="4"/>
                  </a:lnTo>
                  <a:lnTo>
                    <a:pt x="2" y="10"/>
                  </a:lnTo>
                  <a:lnTo>
                    <a:pt x="0" y="16"/>
                  </a:lnTo>
                  <a:lnTo>
                    <a:pt x="0" y="26"/>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7" name="Freeform 410"/>
            <p:cNvSpPr>
              <a:spLocks/>
            </p:cNvSpPr>
            <p:nvPr/>
          </p:nvSpPr>
          <p:spPr bwMode="auto">
            <a:xfrm>
              <a:off x="2866571" y="3827236"/>
              <a:ext cx="60325" cy="66675"/>
            </a:xfrm>
            <a:custGeom>
              <a:avLst/>
              <a:gdLst>
                <a:gd name="T0" fmla="*/ 0 w 38"/>
                <a:gd name="T1" fmla="*/ 26 h 42"/>
                <a:gd name="T2" fmla="*/ 0 w 38"/>
                <a:gd name="T3" fmla="*/ 26 h 42"/>
                <a:gd name="T4" fmla="*/ 4 w 38"/>
                <a:gd name="T5" fmla="*/ 34 h 42"/>
                <a:gd name="T6" fmla="*/ 8 w 38"/>
                <a:gd name="T7" fmla="*/ 38 h 42"/>
                <a:gd name="T8" fmla="*/ 16 w 38"/>
                <a:gd name="T9" fmla="*/ 42 h 42"/>
                <a:gd name="T10" fmla="*/ 22 w 38"/>
                <a:gd name="T11" fmla="*/ 42 h 42"/>
                <a:gd name="T12" fmla="*/ 22 w 38"/>
                <a:gd name="T13" fmla="*/ 42 h 42"/>
                <a:gd name="T14" fmla="*/ 30 w 38"/>
                <a:gd name="T15" fmla="*/ 40 h 42"/>
                <a:gd name="T16" fmla="*/ 34 w 38"/>
                <a:gd name="T17" fmla="*/ 34 h 42"/>
                <a:gd name="T18" fmla="*/ 38 w 38"/>
                <a:gd name="T19" fmla="*/ 26 h 42"/>
                <a:gd name="T20" fmla="*/ 38 w 38"/>
                <a:gd name="T21" fmla="*/ 18 h 42"/>
                <a:gd name="T22" fmla="*/ 38 w 38"/>
                <a:gd name="T23" fmla="*/ 18 h 42"/>
                <a:gd name="T24" fmla="*/ 34 w 38"/>
                <a:gd name="T25" fmla="*/ 10 h 42"/>
                <a:gd name="T26" fmla="*/ 30 w 38"/>
                <a:gd name="T27" fmla="*/ 4 h 42"/>
                <a:gd name="T28" fmla="*/ 22 w 38"/>
                <a:gd name="T29" fmla="*/ 2 h 42"/>
                <a:gd name="T30" fmla="*/ 14 w 38"/>
                <a:gd name="T31" fmla="*/ 0 h 42"/>
                <a:gd name="T32" fmla="*/ 14 w 38"/>
                <a:gd name="T33" fmla="*/ 0 h 42"/>
                <a:gd name="T34" fmla="*/ 8 w 38"/>
                <a:gd name="T35" fmla="*/ 4 h 42"/>
                <a:gd name="T36" fmla="*/ 2 w 38"/>
                <a:gd name="T37" fmla="*/ 10 h 42"/>
                <a:gd name="T38" fmla="*/ 0 w 38"/>
                <a:gd name="T39" fmla="*/ 16 h 42"/>
                <a:gd name="T40" fmla="*/ 0 w 38"/>
                <a:gd name="T4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0" y="26"/>
                  </a:moveTo>
                  <a:lnTo>
                    <a:pt x="0" y="26"/>
                  </a:lnTo>
                  <a:lnTo>
                    <a:pt x="4" y="34"/>
                  </a:lnTo>
                  <a:lnTo>
                    <a:pt x="8" y="38"/>
                  </a:lnTo>
                  <a:lnTo>
                    <a:pt x="16" y="42"/>
                  </a:lnTo>
                  <a:lnTo>
                    <a:pt x="22" y="42"/>
                  </a:lnTo>
                  <a:lnTo>
                    <a:pt x="22" y="42"/>
                  </a:lnTo>
                  <a:lnTo>
                    <a:pt x="30" y="40"/>
                  </a:lnTo>
                  <a:lnTo>
                    <a:pt x="34" y="34"/>
                  </a:lnTo>
                  <a:lnTo>
                    <a:pt x="38" y="26"/>
                  </a:lnTo>
                  <a:lnTo>
                    <a:pt x="38" y="18"/>
                  </a:lnTo>
                  <a:lnTo>
                    <a:pt x="38" y="18"/>
                  </a:lnTo>
                  <a:lnTo>
                    <a:pt x="34" y="10"/>
                  </a:lnTo>
                  <a:lnTo>
                    <a:pt x="30" y="4"/>
                  </a:lnTo>
                  <a:lnTo>
                    <a:pt x="22" y="2"/>
                  </a:lnTo>
                  <a:lnTo>
                    <a:pt x="14" y="0"/>
                  </a:lnTo>
                  <a:lnTo>
                    <a:pt x="14" y="0"/>
                  </a:lnTo>
                  <a:lnTo>
                    <a:pt x="8" y="4"/>
                  </a:lnTo>
                  <a:lnTo>
                    <a:pt x="2" y="10"/>
                  </a:lnTo>
                  <a:lnTo>
                    <a:pt x="0" y="16"/>
                  </a:lnTo>
                  <a:lnTo>
                    <a:pt x="0"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8" name="Freeform 411"/>
            <p:cNvSpPr>
              <a:spLocks/>
            </p:cNvSpPr>
            <p:nvPr/>
          </p:nvSpPr>
          <p:spPr bwMode="auto">
            <a:xfrm>
              <a:off x="2809421" y="3903436"/>
              <a:ext cx="41275" cy="50800"/>
            </a:xfrm>
            <a:custGeom>
              <a:avLst/>
              <a:gdLst>
                <a:gd name="T0" fmla="*/ 0 w 26"/>
                <a:gd name="T1" fmla="*/ 0 h 32"/>
                <a:gd name="T2" fmla="*/ 0 w 26"/>
                <a:gd name="T3" fmla="*/ 0 h 32"/>
                <a:gd name="T4" fmla="*/ 0 w 26"/>
                <a:gd name="T5" fmla="*/ 0 h 32"/>
                <a:gd name="T6" fmla="*/ 4 w 26"/>
                <a:gd name="T7" fmla="*/ 10 h 32"/>
                <a:gd name="T8" fmla="*/ 10 w 26"/>
                <a:gd name="T9" fmla="*/ 18 h 32"/>
                <a:gd name="T10" fmla="*/ 18 w 26"/>
                <a:gd name="T11" fmla="*/ 26 h 32"/>
                <a:gd name="T12" fmla="*/ 26 w 26"/>
                <a:gd name="T13" fmla="*/ 32 h 32"/>
                <a:gd name="T14" fmla="*/ 26 w 26"/>
                <a:gd name="T15" fmla="*/ 32 h 32"/>
                <a:gd name="T16" fmla="*/ 26 w 26"/>
                <a:gd name="T17" fmla="*/ 32 h 32"/>
                <a:gd name="T18" fmla="*/ 18 w 26"/>
                <a:gd name="T19" fmla="*/ 26 h 32"/>
                <a:gd name="T20" fmla="*/ 12 w 26"/>
                <a:gd name="T21" fmla="*/ 18 h 32"/>
                <a:gd name="T22" fmla="*/ 4 w 26"/>
                <a:gd name="T23" fmla="*/ 10 h 32"/>
                <a:gd name="T24" fmla="*/ 0 w 26"/>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2">
                  <a:moveTo>
                    <a:pt x="0" y="0"/>
                  </a:moveTo>
                  <a:lnTo>
                    <a:pt x="0" y="0"/>
                  </a:lnTo>
                  <a:lnTo>
                    <a:pt x="0" y="0"/>
                  </a:lnTo>
                  <a:lnTo>
                    <a:pt x="4" y="10"/>
                  </a:lnTo>
                  <a:lnTo>
                    <a:pt x="10" y="18"/>
                  </a:lnTo>
                  <a:lnTo>
                    <a:pt x="18" y="26"/>
                  </a:lnTo>
                  <a:lnTo>
                    <a:pt x="26" y="32"/>
                  </a:lnTo>
                  <a:lnTo>
                    <a:pt x="26" y="32"/>
                  </a:lnTo>
                  <a:lnTo>
                    <a:pt x="26" y="32"/>
                  </a:lnTo>
                  <a:lnTo>
                    <a:pt x="18" y="26"/>
                  </a:lnTo>
                  <a:lnTo>
                    <a:pt x="12" y="18"/>
                  </a:lnTo>
                  <a:lnTo>
                    <a:pt x="4" y="10"/>
                  </a:lnTo>
                  <a:lnTo>
                    <a:pt x="0" y="0"/>
                  </a:lnTo>
                  <a:close/>
                </a:path>
              </a:pathLst>
            </a:custGeom>
            <a:solidFill>
              <a:srgbClr val="D4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9" name="Freeform 412"/>
            <p:cNvSpPr>
              <a:spLocks/>
            </p:cNvSpPr>
            <p:nvPr/>
          </p:nvSpPr>
          <p:spPr bwMode="auto">
            <a:xfrm>
              <a:off x="2809421" y="3903436"/>
              <a:ext cx="41275" cy="50800"/>
            </a:xfrm>
            <a:custGeom>
              <a:avLst/>
              <a:gdLst>
                <a:gd name="T0" fmla="*/ 0 w 26"/>
                <a:gd name="T1" fmla="*/ 0 h 32"/>
                <a:gd name="T2" fmla="*/ 0 w 26"/>
                <a:gd name="T3" fmla="*/ 0 h 32"/>
                <a:gd name="T4" fmla="*/ 0 w 26"/>
                <a:gd name="T5" fmla="*/ 0 h 32"/>
                <a:gd name="T6" fmla="*/ 4 w 26"/>
                <a:gd name="T7" fmla="*/ 10 h 32"/>
                <a:gd name="T8" fmla="*/ 10 w 26"/>
                <a:gd name="T9" fmla="*/ 18 h 32"/>
                <a:gd name="T10" fmla="*/ 18 w 26"/>
                <a:gd name="T11" fmla="*/ 26 h 32"/>
                <a:gd name="T12" fmla="*/ 26 w 26"/>
                <a:gd name="T13" fmla="*/ 32 h 32"/>
                <a:gd name="T14" fmla="*/ 26 w 26"/>
                <a:gd name="T15" fmla="*/ 32 h 32"/>
                <a:gd name="T16" fmla="*/ 26 w 26"/>
                <a:gd name="T17" fmla="*/ 32 h 32"/>
                <a:gd name="T18" fmla="*/ 18 w 26"/>
                <a:gd name="T19" fmla="*/ 26 h 32"/>
                <a:gd name="T20" fmla="*/ 12 w 26"/>
                <a:gd name="T21" fmla="*/ 18 h 32"/>
                <a:gd name="T22" fmla="*/ 4 w 26"/>
                <a:gd name="T23" fmla="*/ 10 h 32"/>
                <a:gd name="T24" fmla="*/ 0 w 26"/>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2">
                  <a:moveTo>
                    <a:pt x="0" y="0"/>
                  </a:moveTo>
                  <a:lnTo>
                    <a:pt x="0" y="0"/>
                  </a:lnTo>
                  <a:lnTo>
                    <a:pt x="0" y="0"/>
                  </a:lnTo>
                  <a:lnTo>
                    <a:pt x="4" y="10"/>
                  </a:lnTo>
                  <a:lnTo>
                    <a:pt x="10" y="18"/>
                  </a:lnTo>
                  <a:lnTo>
                    <a:pt x="18" y="26"/>
                  </a:lnTo>
                  <a:lnTo>
                    <a:pt x="26" y="32"/>
                  </a:lnTo>
                  <a:lnTo>
                    <a:pt x="26" y="32"/>
                  </a:lnTo>
                  <a:lnTo>
                    <a:pt x="26" y="32"/>
                  </a:lnTo>
                  <a:lnTo>
                    <a:pt x="18" y="26"/>
                  </a:lnTo>
                  <a:lnTo>
                    <a:pt x="12" y="18"/>
                  </a:lnTo>
                  <a:lnTo>
                    <a:pt x="4"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0" name="Freeform 413"/>
            <p:cNvSpPr>
              <a:spLocks/>
            </p:cNvSpPr>
            <p:nvPr/>
          </p:nvSpPr>
          <p:spPr bwMode="auto">
            <a:xfrm>
              <a:off x="2850696" y="3954236"/>
              <a:ext cx="85725" cy="15875"/>
            </a:xfrm>
            <a:custGeom>
              <a:avLst/>
              <a:gdLst>
                <a:gd name="T0" fmla="*/ 0 w 54"/>
                <a:gd name="T1" fmla="*/ 0 h 10"/>
                <a:gd name="T2" fmla="*/ 0 w 54"/>
                <a:gd name="T3" fmla="*/ 0 h 10"/>
                <a:gd name="T4" fmla="*/ 0 w 54"/>
                <a:gd name="T5" fmla="*/ 0 h 10"/>
                <a:gd name="T6" fmla="*/ 14 w 54"/>
                <a:gd name="T7" fmla="*/ 8 h 10"/>
                <a:gd name="T8" fmla="*/ 22 w 54"/>
                <a:gd name="T9" fmla="*/ 8 h 10"/>
                <a:gd name="T10" fmla="*/ 32 w 54"/>
                <a:gd name="T11" fmla="*/ 10 h 10"/>
                <a:gd name="T12" fmla="*/ 32 w 54"/>
                <a:gd name="T13" fmla="*/ 10 h 10"/>
                <a:gd name="T14" fmla="*/ 42 w 54"/>
                <a:gd name="T15" fmla="*/ 8 h 10"/>
                <a:gd name="T16" fmla="*/ 42 w 54"/>
                <a:gd name="T17" fmla="*/ 8 h 10"/>
                <a:gd name="T18" fmla="*/ 54 w 54"/>
                <a:gd name="T19" fmla="*/ 6 h 10"/>
                <a:gd name="T20" fmla="*/ 54 w 54"/>
                <a:gd name="T21" fmla="*/ 6 h 10"/>
                <a:gd name="T22" fmla="*/ 50 w 54"/>
                <a:gd name="T23" fmla="*/ 6 h 10"/>
                <a:gd name="T24" fmla="*/ 50 w 54"/>
                <a:gd name="T25" fmla="*/ 6 h 10"/>
                <a:gd name="T26" fmla="*/ 42 w 54"/>
                <a:gd name="T27" fmla="*/ 8 h 10"/>
                <a:gd name="T28" fmla="*/ 42 w 54"/>
                <a:gd name="T29" fmla="*/ 8 h 10"/>
                <a:gd name="T30" fmla="*/ 32 w 54"/>
                <a:gd name="T31" fmla="*/ 8 h 10"/>
                <a:gd name="T32" fmla="*/ 32 w 54"/>
                <a:gd name="T33" fmla="*/ 8 h 10"/>
                <a:gd name="T34" fmla="*/ 16 w 54"/>
                <a:gd name="T35" fmla="*/ 6 h 10"/>
                <a:gd name="T36" fmla="*/ 0 w 54"/>
                <a:gd name="T3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
                  <a:moveTo>
                    <a:pt x="0" y="0"/>
                  </a:moveTo>
                  <a:lnTo>
                    <a:pt x="0" y="0"/>
                  </a:lnTo>
                  <a:lnTo>
                    <a:pt x="0" y="0"/>
                  </a:lnTo>
                  <a:lnTo>
                    <a:pt x="14" y="8"/>
                  </a:lnTo>
                  <a:lnTo>
                    <a:pt x="22" y="8"/>
                  </a:lnTo>
                  <a:lnTo>
                    <a:pt x="32" y="10"/>
                  </a:lnTo>
                  <a:lnTo>
                    <a:pt x="32" y="10"/>
                  </a:lnTo>
                  <a:lnTo>
                    <a:pt x="42" y="8"/>
                  </a:lnTo>
                  <a:lnTo>
                    <a:pt x="42" y="8"/>
                  </a:lnTo>
                  <a:lnTo>
                    <a:pt x="54" y="6"/>
                  </a:lnTo>
                  <a:lnTo>
                    <a:pt x="54" y="6"/>
                  </a:lnTo>
                  <a:lnTo>
                    <a:pt x="50" y="6"/>
                  </a:lnTo>
                  <a:lnTo>
                    <a:pt x="50" y="6"/>
                  </a:lnTo>
                  <a:lnTo>
                    <a:pt x="42" y="8"/>
                  </a:lnTo>
                  <a:lnTo>
                    <a:pt x="42" y="8"/>
                  </a:lnTo>
                  <a:lnTo>
                    <a:pt x="32" y="8"/>
                  </a:lnTo>
                  <a:lnTo>
                    <a:pt x="32" y="8"/>
                  </a:lnTo>
                  <a:lnTo>
                    <a:pt x="16" y="6"/>
                  </a:lnTo>
                  <a:lnTo>
                    <a:pt x="0" y="0"/>
                  </a:lnTo>
                  <a:close/>
                </a:path>
              </a:pathLst>
            </a:custGeom>
            <a:solidFill>
              <a:srgbClr val="CC8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1" name="Freeform 414"/>
            <p:cNvSpPr>
              <a:spLocks/>
            </p:cNvSpPr>
            <p:nvPr/>
          </p:nvSpPr>
          <p:spPr bwMode="auto">
            <a:xfrm>
              <a:off x="2850696" y="3954236"/>
              <a:ext cx="85725" cy="15875"/>
            </a:xfrm>
            <a:custGeom>
              <a:avLst/>
              <a:gdLst>
                <a:gd name="T0" fmla="*/ 0 w 54"/>
                <a:gd name="T1" fmla="*/ 0 h 10"/>
                <a:gd name="T2" fmla="*/ 0 w 54"/>
                <a:gd name="T3" fmla="*/ 0 h 10"/>
                <a:gd name="T4" fmla="*/ 0 w 54"/>
                <a:gd name="T5" fmla="*/ 0 h 10"/>
                <a:gd name="T6" fmla="*/ 14 w 54"/>
                <a:gd name="T7" fmla="*/ 8 h 10"/>
                <a:gd name="T8" fmla="*/ 22 w 54"/>
                <a:gd name="T9" fmla="*/ 8 h 10"/>
                <a:gd name="T10" fmla="*/ 32 w 54"/>
                <a:gd name="T11" fmla="*/ 10 h 10"/>
                <a:gd name="T12" fmla="*/ 32 w 54"/>
                <a:gd name="T13" fmla="*/ 10 h 10"/>
                <a:gd name="T14" fmla="*/ 42 w 54"/>
                <a:gd name="T15" fmla="*/ 8 h 10"/>
                <a:gd name="T16" fmla="*/ 42 w 54"/>
                <a:gd name="T17" fmla="*/ 8 h 10"/>
                <a:gd name="T18" fmla="*/ 54 w 54"/>
                <a:gd name="T19" fmla="*/ 6 h 10"/>
                <a:gd name="T20" fmla="*/ 54 w 54"/>
                <a:gd name="T21" fmla="*/ 6 h 10"/>
                <a:gd name="T22" fmla="*/ 50 w 54"/>
                <a:gd name="T23" fmla="*/ 6 h 10"/>
                <a:gd name="T24" fmla="*/ 50 w 54"/>
                <a:gd name="T25" fmla="*/ 6 h 10"/>
                <a:gd name="T26" fmla="*/ 42 w 54"/>
                <a:gd name="T27" fmla="*/ 8 h 10"/>
                <a:gd name="T28" fmla="*/ 42 w 54"/>
                <a:gd name="T29" fmla="*/ 8 h 10"/>
                <a:gd name="T30" fmla="*/ 32 w 54"/>
                <a:gd name="T31" fmla="*/ 8 h 10"/>
                <a:gd name="T32" fmla="*/ 32 w 54"/>
                <a:gd name="T33" fmla="*/ 8 h 10"/>
                <a:gd name="T34" fmla="*/ 16 w 54"/>
                <a:gd name="T35" fmla="*/ 6 h 10"/>
                <a:gd name="T36" fmla="*/ 0 w 54"/>
                <a:gd name="T3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
                  <a:moveTo>
                    <a:pt x="0" y="0"/>
                  </a:moveTo>
                  <a:lnTo>
                    <a:pt x="0" y="0"/>
                  </a:lnTo>
                  <a:lnTo>
                    <a:pt x="0" y="0"/>
                  </a:lnTo>
                  <a:lnTo>
                    <a:pt x="14" y="8"/>
                  </a:lnTo>
                  <a:lnTo>
                    <a:pt x="22" y="8"/>
                  </a:lnTo>
                  <a:lnTo>
                    <a:pt x="32" y="10"/>
                  </a:lnTo>
                  <a:lnTo>
                    <a:pt x="32" y="10"/>
                  </a:lnTo>
                  <a:lnTo>
                    <a:pt x="42" y="8"/>
                  </a:lnTo>
                  <a:lnTo>
                    <a:pt x="42" y="8"/>
                  </a:lnTo>
                  <a:lnTo>
                    <a:pt x="54" y="6"/>
                  </a:lnTo>
                  <a:lnTo>
                    <a:pt x="54" y="6"/>
                  </a:lnTo>
                  <a:lnTo>
                    <a:pt x="50" y="6"/>
                  </a:lnTo>
                  <a:lnTo>
                    <a:pt x="50" y="6"/>
                  </a:lnTo>
                  <a:lnTo>
                    <a:pt x="42" y="8"/>
                  </a:lnTo>
                  <a:lnTo>
                    <a:pt x="42" y="8"/>
                  </a:lnTo>
                  <a:lnTo>
                    <a:pt x="32" y="8"/>
                  </a:lnTo>
                  <a:lnTo>
                    <a:pt x="32" y="8"/>
                  </a:lnTo>
                  <a:lnTo>
                    <a:pt x="16"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2" name="Freeform 415"/>
            <p:cNvSpPr>
              <a:spLocks/>
            </p:cNvSpPr>
            <p:nvPr/>
          </p:nvSpPr>
          <p:spPr bwMode="auto">
            <a:xfrm>
              <a:off x="2799896" y="3858986"/>
              <a:ext cx="9525" cy="44450"/>
            </a:xfrm>
            <a:custGeom>
              <a:avLst/>
              <a:gdLst>
                <a:gd name="T0" fmla="*/ 0 w 6"/>
                <a:gd name="T1" fmla="*/ 0 h 28"/>
                <a:gd name="T2" fmla="*/ 0 w 6"/>
                <a:gd name="T3" fmla="*/ 0 h 28"/>
                <a:gd name="T4" fmla="*/ 2 w 6"/>
                <a:gd name="T5" fmla="*/ 14 h 28"/>
                <a:gd name="T6" fmla="*/ 2 w 6"/>
                <a:gd name="T7" fmla="*/ 14 h 28"/>
                <a:gd name="T8" fmla="*/ 6 w 6"/>
                <a:gd name="T9" fmla="*/ 28 h 28"/>
                <a:gd name="T10" fmla="*/ 6 w 6"/>
                <a:gd name="T11" fmla="*/ 28 h 28"/>
                <a:gd name="T12" fmla="*/ 6 w 6"/>
                <a:gd name="T13" fmla="*/ 28 h 28"/>
                <a:gd name="T14" fmla="*/ 2 w 6"/>
                <a:gd name="T15" fmla="*/ 14 h 28"/>
                <a:gd name="T16" fmla="*/ 2 w 6"/>
                <a:gd name="T17" fmla="*/ 14 h 28"/>
                <a:gd name="T18" fmla="*/ 0 w 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8">
                  <a:moveTo>
                    <a:pt x="0" y="0"/>
                  </a:moveTo>
                  <a:lnTo>
                    <a:pt x="0" y="0"/>
                  </a:lnTo>
                  <a:lnTo>
                    <a:pt x="2" y="14"/>
                  </a:lnTo>
                  <a:lnTo>
                    <a:pt x="2" y="14"/>
                  </a:lnTo>
                  <a:lnTo>
                    <a:pt x="6" y="28"/>
                  </a:lnTo>
                  <a:lnTo>
                    <a:pt x="6" y="28"/>
                  </a:lnTo>
                  <a:lnTo>
                    <a:pt x="6" y="28"/>
                  </a:lnTo>
                  <a:lnTo>
                    <a:pt x="2" y="14"/>
                  </a:lnTo>
                  <a:lnTo>
                    <a:pt x="2" y="14"/>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3" name="Freeform 416"/>
            <p:cNvSpPr>
              <a:spLocks/>
            </p:cNvSpPr>
            <p:nvPr/>
          </p:nvSpPr>
          <p:spPr bwMode="auto">
            <a:xfrm>
              <a:off x="2799896" y="3858986"/>
              <a:ext cx="9525" cy="44450"/>
            </a:xfrm>
            <a:custGeom>
              <a:avLst/>
              <a:gdLst>
                <a:gd name="T0" fmla="*/ 0 w 6"/>
                <a:gd name="T1" fmla="*/ 0 h 28"/>
                <a:gd name="T2" fmla="*/ 0 w 6"/>
                <a:gd name="T3" fmla="*/ 0 h 28"/>
                <a:gd name="T4" fmla="*/ 2 w 6"/>
                <a:gd name="T5" fmla="*/ 14 h 28"/>
                <a:gd name="T6" fmla="*/ 2 w 6"/>
                <a:gd name="T7" fmla="*/ 14 h 28"/>
                <a:gd name="T8" fmla="*/ 6 w 6"/>
                <a:gd name="T9" fmla="*/ 28 h 28"/>
                <a:gd name="T10" fmla="*/ 6 w 6"/>
                <a:gd name="T11" fmla="*/ 28 h 28"/>
                <a:gd name="T12" fmla="*/ 6 w 6"/>
                <a:gd name="T13" fmla="*/ 28 h 28"/>
                <a:gd name="T14" fmla="*/ 2 w 6"/>
                <a:gd name="T15" fmla="*/ 14 h 28"/>
                <a:gd name="T16" fmla="*/ 2 w 6"/>
                <a:gd name="T17" fmla="*/ 14 h 28"/>
                <a:gd name="T18" fmla="*/ 0 w 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8">
                  <a:moveTo>
                    <a:pt x="0" y="0"/>
                  </a:moveTo>
                  <a:lnTo>
                    <a:pt x="0" y="0"/>
                  </a:lnTo>
                  <a:lnTo>
                    <a:pt x="2" y="14"/>
                  </a:lnTo>
                  <a:lnTo>
                    <a:pt x="2" y="14"/>
                  </a:lnTo>
                  <a:lnTo>
                    <a:pt x="6" y="28"/>
                  </a:lnTo>
                  <a:lnTo>
                    <a:pt x="6" y="28"/>
                  </a:lnTo>
                  <a:lnTo>
                    <a:pt x="6" y="28"/>
                  </a:lnTo>
                  <a:lnTo>
                    <a:pt x="2" y="14"/>
                  </a:lnTo>
                  <a:lnTo>
                    <a:pt x="2" y="1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4" name="Freeform 417"/>
            <p:cNvSpPr>
              <a:spLocks/>
            </p:cNvSpPr>
            <p:nvPr/>
          </p:nvSpPr>
          <p:spPr bwMode="auto">
            <a:xfrm>
              <a:off x="2930071" y="3912961"/>
              <a:ext cx="53975" cy="50800"/>
            </a:xfrm>
            <a:custGeom>
              <a:avLst/>
              <a:gdLst>
                <a:gd name="T0" fmla="*/ 34 w 34"/>
                <a:gd name="T1" fmla="*/ 0 h 32"/>
                <a:gd name="T2" fmla="*/ 34 w 34"/>
                <a:gd name="T3" fmla="*/ 0 h 32"/>
                <a:gd name="T4" fmla="*/ 32 w 34"/>
                <a:gd name="T5" fmla="*/ 0 h 32"/>
                <a:gd name="T6" fmla="*/ 32 w 34"/>
                <a:gd name="T7" fmla="*/ 0 h 32"/>
                <a:gd name="T8" fmla="*/ 26 w 34"/>
                <a:gd name="T9" fmla="*/ 10 h 32"/>
                <a:gd name="T10" fmla="*/ 20 w 34"/>
                <a:gd name="T11" fmla="*/ 20 h 32"/>
                <a:gd name="T12" fmla="*/ 10 w 34"/>
                <a:gd name="T13" fmla="*/ 26 h 32"/>
                <a:gd name="T14" fmla="*/ 0 w 34"/>
                <a:gd name="T15" fmla="*/ 32 h 32"/>
                <a:gd name="T16" fmla="*/ 0 w 34"/>
                <a:gd name="T17" fmla="*/ 32 h 32"/>
                <a:gd name="T18" fmla="*/ 4 w 34"/>
                <a:gd name="T19" fmla="*/ 32 h 32"/>
                <a:gd name="T20" fmla="*/ 4 w 34"/>
                <a:gd name="T21" fmla="*/ 32 h 32"/>
                <a:gd name="T22" fmla="*/ 12 w 34"/>
                <a:gd name="T23" fmla="*/ 26 h 32"/>
                <a:gd name="T24" fmla="*/ 22 w 34"/>
                <a:gd name="T25" fmla="*/ 18 h 32"/>
                <a:gd name="T26" fmla="*/ 28 w 34"/>
                <a:gd name="T27" fmla="*/ 10 h 32"/>
                <a:gd name="T28" fmla="*/ 34 w 34"/>
                <a:gd name="T2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2">
                  <a:moveTo>
                    <a:pt x="34" y="0"/>
                  </a:moveTo>
                  <a:lnTo>
                    <a:pt x="34" y="0"/>
                  </a:lnTo>
                  <a:lnTo>
                    <a:pt x="32" y="0"/>
                  </a:lnTo>
                  <a:lnTo>
                    <a:pt x="32" y="0"/>
                  </a:lnTo>
                  <a:lnTo>
                    <a:pt x="26" y="10"/>
                  </a:lnTo>
                  <a:lnTo>
                    <a:pt x="20" y="20"/>
                  </a:lnTo>
                  <a:lnTo>
                    <a:pt x="10" y="26"/>
                  </a:lnTo>
                  <a:lnTo>
                    <a:pt x="0" y="32"/>
                  </a:lnTo>
                  <a:lnTo>
                    <a:pt x="0" y="32"/>
                  </a:lnTo>
                  <a:lnTo>
                    <a:pt x="4" y="32"/>
                  </a:lnTo>
                  <a:lnTo>
                    <a:pt x="4" y="32"/>
                  </a:lnTo>
                  <a:lnTo>
                    <a:pt x="12" y="26"/>
                  </a:lnTo>
                  <a:lnTo>
                    <a:pt x="22" y="18"/>
                  </a:lnTo>
                  <a:lnTo>
                    <a:pt x="28" y="10"/>
                  </a:lnTo>
                  <a:lnTo>
                    <a:pt x="34"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5" name="Freeform 418"/>
            <p:cNvSpPr>
              <a:spLocks/>
            </p:cNvSpPr>
            <p:nvPr/>
          </p:nvSpPr>
          <p:spPr bwMode="auto">
            <a:xfrm>
              <a:off x="2930071" y="3912961"/>
              <a:ext cx="53975" cy="50800"/>
            </a:xfrm>
            <a:custGeom>
              <a:avLst/>
              <a:gdLst>
                <a:gd name="T0" fmla="*/ 34 w 34"/>
                <a:gd name="T1" fmla="*/ 0 h 32"/>
                <a:gd name="T2" fmla="*/ 34 w 34"/>
                <a:gd name="T3" fmla="*/ 0 h 32"/>
                <a:gd name="T4" fmla="*/ 32 w 34"/>
                <a:gd name="T5" fmla="*/ 0 h 32"/>
                <a:gd name="T6" fmla="*/ 32 w 34"/>
                <a:gd name="T7" fmla="*/ 0 h 32"/>
                <a:gd name="T8" fmla="*/ 26 w 34"/>
                <a:gd name="T9" fmla="*/ 10 h 32"/>
                <a:gd name="T10" fmla="*/ 20 w 34"/>
                <a:gd name="T11" fmla="*/ 20 h 32"/>
                <a:gd name="T12" fmla="*/ 10 w 34"/>
                <a:gd name="T13" fmla="*/ 26 h 32"/>
                <a:gd name="T14" fmla="*/ 0 w 34"/>
                <a:gd name="T15" fmla="*/ 32 h 32"/>
                <a:gd name="T16" fmla="*/ 0 w 34"/>
                <a:gd name="T17" fmla="*/ 32 h 32"/>
                <a:gd name="T18" fmla="*/ 4 w 34"/>
                <a:gd name="T19" fmla="*/ 32 h 32"/>
                <a:gd name="T20" fmla="*/ 4 w 34"/>
                <a:gd name="T21" fmla="*/ 32 h 32"/>
                <a:gd name="T22" fmla="*/ 12 w 34"/>
                <a:gd name="T23" fmla="*/ 26 h 32"/>
                <a:gd name="T24" fmla="*/ 22 w 34"/>
                <a:gd name="T25" fmla="*/ 18 h 32"/>
                <a:gd name="T26" fmla="*/ 28 w 34"/>
                <a:gd name="T27" fmla="*/ 10 h 32"/>
                <a:gd name="T28" fmla="*/ 34 w 34"/>
                <a:gd name="T2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2">
                  <a:moveTo>
                    <a:pt x="34" y="0"/>
                  </a:moveTo>
                  <a:lnTo>
                    <a:pt x="34" y="0"/>
                  </a:lnTo>
                  <a:lnTo>
                    <a:pt x="32" y="0"/>
                  </a:lnTo>
                  <a:lnTo>
                    <a:pt x="32" y="0"/>
                  </a:lnTo>
                  <a:lnTo>
                    <a:pt x="26" y="10"/>
                  </a:lnTo>
                  <a:lnTo>
                    <a:pt x="20" y="20"/>
                  </a:lnTo>
                  <a:lnTo>
                    <a:pt x="10" y="26"/>
                  </a:lnTo>
                  <a:lnTo>
                    <a:pt x="0" y="32"/>
                  </a:lnTo>
                  <a:lnTo>
                    <a:pt x="0" y="32"/>
                  </a:lnTo>
                  <a:lnTo>
                    <a:pt x="4" y="32"/>
                  </a:lnTo>
                  <a:lnTo>
                    <a:pt x="4" y="32"/>
                  </a:lnTo>
                  <a:lnTo>
                    <a:pt x="12" y="26"/>
                  </a:lnTo>
                  <a:lnTo>
                    <a:pt x="22" y="18"/>
                  </a:lnTo>
                  <a:lnTo>
                    <a:pt x="28" y="10"/>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6" name="Freeform 419"/>
            <p:cNvSpPr>
              <a:spLocks/>
            </p:cNvSpPr>
            <p:nvPr/>
          </p:nvSpPr>
          <p:spPr bwMode="auto">
            <a:xfrm>
              <a:off x="2799896" y="3760561"/>
              <a:ext cx="180975" cy="206375"/>
            </a:xfrm>
            <a:custGeom>
              <a:avLst/>
              <a:gdLst>
                <a:gd name="T0" fmla="*/ 40 w 114"/>
                <a:gd name="T1" fmla="*/ 0 h 130"/>
                <a:gd name="T2" fmla="*/ 40 w 114"/>
                <a:gd name="T3" fmla="*/ 0 h 130"/>
                <a:gd name="T4" fmla="*/ 32 w 114"/>
                <a:gd name="T5" fmla="*/ 4 h 130"/>
                <a:gd name="T6" fmla="*/ 24 w 114"/>
                <a:gd name="T7" fmla="*/ 10 h 130"/>
                <a:gd name="T8" fmla="*/ 16 w 114"/>
                <a:gd name="T9" fmla="*/ 16 h 130"/>
                <a:gd name="T10" fmla="*/ 10 w 114"/>
                <a:gd name="T11" fmla="*/ 24 h 130"/>
                <a:gd name="T12" fmla="*/ 6 w 114"/>
                <a:gd name="T13" fmla="*/ 34 h 130"/>
                <a:gd name="T14" fmla="*/ 2 w 114"/>
                <a:gd name="T15" fmla="*/ 42 h 130"/>
                <a:gd name="T16" fmla="*/ 0 w 114"/>
                <a:gd name="T17" fmla="*/ 52 h 130"/>
                <a:gd name="T18" fmla="*/ 0 w 114"/>
                <a:gd name="T19" fmla="*/ 62 h 130"/>
                <a:gd name="T20" fmla="*/ 0 w 114"/>
                <a:gd name="T21" fmla="*/ 62 h 130"/>
                <a:gd name="T22" fmla="*/ 2 w 114"/>
                <a:gd name="T23" fmla="*/ 76 h 130"/>
                <a:gd name="T24" fmla="*/ 2 w 114"/>
                <a:gd name="T25" fmla="*/ 76 h 130"/>
                <a:gd name="T26" fmla="*/ 6 w 114"/>
                <a:gd name="T27" fmla="*/ 90 h 130"/>
                <a:gd name="T28" fmla="*/ 6 w 114"/>
                <a:gd name="T29" fmla="*/ 90 h 130"/>
                <a:gd name="T30" fmla="*/ 10 w 114"/>
                <a:gd name="T31" fmla="*/ 100 h 130"/>
                <a:gd name="T32" fmla="*/ 18 w 114"/>
                <a:gd name="T33" fmla="*/ 108 h 130"/>
                <a:gd name="T34" fmla="*/ 24 w 114"/>
                <a:gd name="T35" fmla="*/ 116 h 130"/>
                <a:gd name="T36" fmla="*/ 32 w 114"/>
                <a:gd name="T37" fmla="*/ 122 h 130"/>
                <a:gd name="T38" fmla="*/ 32 w 114"/>
                <a:gd name="T39" fmla="*/ 122 h 130"/>
                <a:gd name="T40" fmla="*/ 48 w 114"/>
                <a:gd name="T41" fmla="*/ 128 h 130"/>
                <a:gd name="T42" fmla="*/ 64 w 114"/>
                <a:gd name="T43" fmla="*/ 130 h 130"/>
                <a:gd name="T44" fmla="*/ 64 w 114"/>
                <a:gd name="T45" fmla="*/ 130 h 130"/>
                <a:gd name="T46" fmla="*/ 74 w 114"/>
                <a:gd name="T47" fmla="*/ 130 h 130"/>
                <a:gd name="T48" fmla="*/ 74 w 114"/>
                <a:gd name="T49" fmla="*/ 130 h 130"/>
                <a:gd name="T50" fmla="*/ 82 w 114"/>
                <a:gd name="T51" fmla="*/ 128 h 130"/>
                <a:gd name="T52" fmla="*/ 82 w 114"/>
                <a:gd name="T53" fmla="*/ 128 h 130"/>
                <a:gd name="T54" fmla="*/ 92 w 114"/>
                <a:gd name="T55" fmla="*/ 122 h 130"/>
                <a:gd name="T56" fmla="*/ 102 w 114"/>
                <a:gd name="T57" fmla="*/ 116 h 130"/>
                <a:gd name="T58" fmla="*/ 108 w 114"/>
                <a:gd name="T59" fmla="*/ 106 h 130"/>
                <a:gd name="T60" fmla="*/ 114 w 114"/>
                <a:gd name="T61" fmla="*/ 96 h 130"/>
                <a:gd name="T62" fmla="*/ 114 w 114"/>
                <a:gd name="T63" fmla="*/ 96 h 130"/>
                <a:gd name="T64" fmla="*/ 108 w 114"/>
                <a:gd name="T65" fmla="*/ 98 h 130"/>
                <a:gd name="T66" fmla="*/ 108 w 114"/>
                <a:gd name="T67" fmla="*/ 98 h 130"/>
                <a:gd name="T68" fmla="*/ 102 w 114"/>
                <a:gd name="T69" fmla="*/ 108 h 130"/>
                <a:gd name="T70" fmla="*/ 94 w 114"/>
                <a:gd name="T71" fmla="*/ 116 h 130"/>
                <a:gd name="T72" fmla="*/ 84 w 114"/>
                <a:gd name="T73" fmla="*/ 120 h 130"/>
                <a:gd name="T74" fmla="*/ 72 w 114"/>
                <a:gd name="T75" fmla="*/ 124 h 130"/>
                <a:gd name="T76" fmla="*/ 72 w 114"/>
                <a:gd name="T77" fmla="*/ 124 h 130"/>
                <a:gd name="T78" fmla="*/ 62 w 114"/>
                <a:gd name="T79" fmla="*/ 126 h 130"/>
                <a:gd name="T80" fmla="*/ 62 w 114"/>
                <a:gd name="T81" fmla="*/ 126 h 130"/>
                <a:gd name="T82" fmla="*/ 54 w 114"/>
                <a:gd name="T83" fmla="*/ 124 h 130"/>
                <a:gd name="T84" fmla="*/ 44 w 114"/>
                <a:gd name="T85" fmla="*/ 122 h 130"/>
                <a:gd name="T86" fmla="*/ 34 w 114"/>
                <a:gd name="T87" fmla="*/ 116 h 130"/>
                <a:gd name="T88" fmla="*/ 26 w 114"/>
                <a:gd name="T89" fmla="*/ 110 h 130"/>
                <a:gd name="T90" fmla="*/ 20 w 114"/>
                <a:gd name="T91" fmla="*/ 104 h 130"/>
                <a:gd name="T92" fmla="*/ 14 w 114"/>
                <a:gd name="T93" fmla="*/ 94 h 130"/>
                <a:gd name="T94" fmla="*/ 10 w 114"/>
                <a:gd name="T95" fmla="*/ 86 h 130"/>
                <a:gd name="T96" fmla="*/ 6 w 114"/>
                <a:gd name="T97" fmla="*/ 74 h 130"/>
                <a:gd name="T98" fmla="*/ 6 w 114"/>
                <a:gd name="T99" fmla="*/ 74 h 130"/>
                <a:gd name="T100" fmla="*/ 4 w 114"/>
                <a:gd name="T101" fmla="*/ 64 h 130"/>
                <a:gd name="T102" fmla="*/ 6 w 114"/>
                <a:gd name="T103" fmla="*/ 54 h 130"/>
                <a:gd name="T104" fmla="*/ 8 w 114"/>
                <a:gd name="T105" fmla="*/ 44 h 130"/>
                <a:gd name="T106" fmla="*/ 10 w 114"/>
                <a:gd name="T107" fmla="*/ 34 h 130"/>
                <a:gd name="T108" fmla="*/ 16 w 114"/>
                <a:gd name="T109" fmla="*/ 26 h 130"/>
                <a:gd name="T110" fmla="*/ 22 w 114"/>
                <a:gd name="T111" fmla="*/ 18 h 130"/>
                <a:gd name="T112" fmla="*/ 30 w 114"/>
                <a:gd name="T113" fmla="*/ 12 h 130"/>
                <a:gd name="T114" fmla="*/ 38 w 114"/>
                <a:gd name="T115" fmla="*/ 6 h 130"/>
                <a:gd name="T116" fmla="*/ 38 w 114"/>
                <a:gd name="T117" fmla="*/ 6 h 130"/>
                <a:gd name="T118" fmla="*/ 40 w 114"/>
                <a:gd name="T1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 h="130">
                  <a:moveTo>
                    <a:pt x="40" y="0"/>
                  </a:moveTo>
                  <a:lnTo>
                    <a:pt x="40" y="0"/>
                  </a:lnTo>
                  <a:lnTo>
                    <a:pt x="32" y="4"/>
                  </a:lnTo>
                  <a:lnTo>
                    <a:pt x="24" y="10"/>
                  </a:lnTo>
                  <a:lnTo>
                    <a:pt x="16" y="16"/>
                  </a:lnTo>
                  <a:lnTo>
                    <a:pt x="10" y="24"/>
                  </a:lnTo>
                  <a:lnTo>
                    <a:pt x="6" y="34"/>
                  </a:lnTo>
                  <a:lnTo>
                    <a:pt x="2" y="42"/>
                  </a:lnTo>
                  <a:lnTo>
                    <a:pt x="0" y="52"/>
                  </a:lnTo>
                  <a:lnTo>
                    <a:pt x="0" y="62"/>
                  </a:lnTo>
                  <a:lnTo>
                    <a:pt x="0" y="62"/>
                  </a:lnTo>
                  <a:lnTo>
                    <a:pt x="2" y="76"/>
                  </a:lnTo>
                  <a:lnTo>
                    <a:pt x="2" y="76"/>
                  </a:lnTo>
                  <a:lnTo>
                    <a:pt x="6" y="90"/>
                  </a:lnTo>
                  <a:lnTo>
                    <a:pt x="6" y="90"/>
                  </a:lnTo>
                  <a:lnTo>
                    <a:pt x="10" y="100"/>
                  </a:lnTo>
                  <a:lnTo>
                    <a:pt x="18" y="108"/>
                  </a:lnTo>
                  <a:lnTo>
                    <a:pt x="24" y="116"/>
                  </a:lnTo>
                  <a:lnTo>
                    <a:pt x="32" y="122"/>
                  </a:lnTo>
                  <a:lnTo>
                    <a:pt x="32" y="122"/>
                  </a:lnTo>
                  <a:lnTo>
                    <a:pt x="48" y="128"/>
                  </a:lnTo>
                  <a:lnTo>
                    <a:pt x="64" y="130"/>
                  </a:lnTo>
                  <a:lnTo>
                    <a:pt x="64" y="130"/>
                  </a:lnTo>
                  <a:lnTo>
                    <a:pt x="74" y="130"/>
                  </a:lnTo>
                  <a:lnTo>
                    <a:pt x="74" y="130"/>
                  </a:lnTo>
                  <a:lnTo>
                    <a:pt x="82" y="128"/>
                  </a:lnTo>
                  <a:lnTo>
                    <a:pt x="82" y="128"/>
                  </a:lnTo>
                  <a:lnTo>
                    <a:pt x="92" y="122"/>
                  </a:lnTo>
                  <a:lnTo>
                    <a:pt x="102" y="116"/>
                  </a:lnTo>
                  <a:lnTo>
                    <a:pt x="108" y="106"/>
                  </a:lnTo>
                  <a:lnTo>
                    <a:pt x="114" y="96"/>
                  </a:lnTo>
                  <a:lnTo>
                    <a:pt x="114" y="96"/>
                  </a:lnTo>
                  <a:lnTo>
                    <a:pt x="108" y="98"/>
                  </a:lnTo>
                  <a:lnTo>
                    <a:pt x="108" y="98"/>
                  </a:lnTo>
                  <a:lnTo>
                    <a:pt x="102" y="108"/>
                  </a:lnTo>
                  <a:lnTo>
                    <a:pt x="94" y="116"/>
                  </a:lnTo>
                  <a:lnTo>
                    <a:pt x="84" y="120"/>
                  </a:lnTo>
                  <a:lnTo>
                    <a:pt x="72" y="124"/>
                  </a:lnTo>
                  <a:lnTo>
                    <a:pt x="72" y="124"/>
                  </a:lnTo>
                  <a:lnTo>
                    <a:pt x="62" y="126"/>
                  </a:lnTo>
                  <a:lnTo>
                    <a:pt x="62" y="126"/>
                  </a:lnTo>
                  <a:lnTo>
                    <a:pt x="54" y="124"/>
                  </a:lnTo>
                  <a:lnTo>
                    <a:pt x="44" y="122"/>
                  </a:lnTo>
                  <a:lnTo>
                    <a:pt x="34" y="116"/>
                  </a:lnTo>
                  <a:lnTo>
                    <a:pt x="26" y="110"/>
                  </a:lnTo>
                  <a:lnTo>
                    <a:pt x="20" y="104"/>
                  </a:lnTo>
                  <a:lnTo>
                    <a:pt x="14" y="94"/>
                  </a:lnTo>
                  <a:lnTo>
                    <a:pt x="10" y="86"/>
                  </a:lnTo>
                  <a:lnTo>
                    <a:pt x="6" y="74"/>
                  </a:lnTo>
                  <a:lnTo>
                    <a:pt x="6" y="74"/>
                  </a:lnTo>
                  <a:lnTo>
                    <a:pt x="4" y="64"/>
                  </a:lnTo>
                  <a:lnTo>
                    <a:pt x="6" y="54"/>
                  </a:lnTo>
                  <a:lnTo>
                    <a:pt x="8" y="44"/>
                  </a:lnTo>
                  <a:lnTo>
                    <a:pt x="10" y="34"/>
                  </a:lnTo>
                  <a:lnTo>
                    <a:pt x="16" y="26"/>
                  </a:lnTo>
                  <a:lnTo>
                    <a:pt x="22" y="18"/>
                  </a:lnTo>
                  <a:lnTo>
                    <a:pt x="30" y="12"/>
                  </a:lnTo>
                  <a:lnTo>
                    <a:pt x="38" y="6"/>
                  </a:lnTo>
                  <a:lnTo>
                    <a:pt x="38" y="6"/>
                  </a:lnTo>
                  <a:lnTo>
                    <a:pt x="40" y="0"/>
                  </a:lnTo>
                  <a:close/>
                </a:path>
              </a:pathLst>
            </a:custGeom>
            <a:solidFill>
              <a:srgbClr val="939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7" name="Freeform 420"/>
            <p:cNvSpPr>
              <a:spLocks/>
            </p:cNvSpPr>
            <p:nvPr/>
          </p:nvSpPr>
          <p:spPr bwMode="auto">
            <a:xfrm>
              <a:off x="2799896" y="3760561"/>
              <a:ext cx="180975" cy="206375"/>
            </a:xfrm>
            <a:custGeom>
              <a:avLst/>
              <a:gdLst>
                <a:gd name="T0" fmla="*/ 40 w 114"/>
                <a:gd name="T1" fmla="*/ 0 h 130"/>
                <a:gd name="T2" fmla="*/ 40 w 114"/>
                <a:gd name="T3" fmla="*/ 0 h 130"/>
                <a:gd name="T4" fmla="*/ 32 w 114"/>
                <a:gd name="T5" fmla="*/ 4 h 130"/>
                <a:gd name="T6" fmla="*/ 24 w 114"/>
                <a:gd name="T7" fmla="*/ 10 h 130"/>
                <a:gd name="T8" fmla="*/ 16 w 114"/>
                <a:gd name="T9" fmla="*/ 16 h 130"/>
                <a:gd name="T10" fmla="*/ 10 w 114"/>
                <a:gd name="T11" fmla="*/ 24 h 130"/>
                <a:gd name="T12" fmla="*/ 6 w 114"/>
                <a:gd name="T13" fmla="*/ 34 h 130"/>
                <a:gd name="T14" fmla="*/ 2 w 114"/>
                <a:gd name="T15" fmla="*/ 42 h 130"/>
                <a:gd name="T16" fmla="*/ 0 w 114"/>
                <a:gd name="T17" fmla="*/ 52 h 130"/>
                <a:gd name="T18" fmla="*/ 0 w 114"/>
                <a:gd name="T19" fmla="*/ 62 h 130"/>
                <a:gd name="T20" fmla="*/ 0 w 114"/>
                <a:gd name="T21" fmla="*/ 62 h 130"/>
                <a:gd name="T22" fmla="*/ 2 w 114"/>
                <a:gd name="T23" fmla="*/ 76 h 130"/>
                <a:gd name="T24" fmla="*/ 2 w 114"/>
                <a:gd name="T25" fmla="*/ 76 h 130"/>
                <a:gd name="T26" fmla="*/ 6 w 114"/>
                <a:gd name="T27" fmla="*/ 90 h 130"/>
                <a:gd name="T28" fmla="*/ 6 w 114"/>
                <a:gd name="T29" fmla="*/ 90 h 130"/>
                <a:gd name="T30" fmla="*/ 10 w 114"/>
                <a:gd name="T31" fmla="*/ 100 h 130"/>
                <a:gd name="T32" fmla="*/ 18 w 114"/>
                <a:gd name="T33" fmla="*/ 108 h 130"/>
                <a:gd name="T34" fmla="*/ 24 w 114"/>
                <a:gd name="T35" fmla="*/ 116 h 130"/>
                <a:gd name="T36" fmla="*/ 32 w 114"/>
                <a:gd name="T37" fmla="*/ 122 h 130"/>
                <a:gd name="T38" fmla="*/ 32 w 114"/>
                <a:gd name="T39" fmla="*/ 122 h 130"/>
                <a:gd name="T40" fmla="*/ 48 w 114"/>
                <a:gd name="T41" fmla="*/ 128 h 130"/>
                <a:gd name="T42" fmla="*/ 64 w 114"/>
                <a:gd name="T43" fmla="*/ 130 h 130"/>
                <a:gd name="T44" fmla="*/ 64 w 114"/>
                <a:gd name="T45" fmla="*/ 130 h 130"/>
                <a:gd name="T46" fmla="*/ 74 w 114"/>
                <a:gd name="T47" fmla="*/ 130 h 130"/>
                <a:gd name="T48" fmla="*/ 74 w 114"/>
                <a:gd name="T49" fmla="*/ 130 h 130"/>
                <a:gd name="T50" fmla="*/ 82 w 114"/>
                <a:gd name="T51" fmla="*/ 128 h 130"/>
                <a:gd name="T52" fmla="*/ 82 w 114"/>
                <a:gd name="T53" fmla="*/ 128 h 130"/>
                <a:gd name="T54" fmla="*/ 92 w 114"/>
                <a:gd name="T55" fmla="*/ 122 h 130"/>
                <a:gd name="T56" fmla="*/ 102 w 114"/>
                <a:gd name="T57" fmla="*/ 116 h 130"/>
                <a:gd name="T58" fmla="*/ 108 w 114"/>
                <a:gd name="T59" fmla="*/ 106 h 130"/>
                <a:gd name="T60" fmla="*/ 114 w 114"/>
                <a:gd name="T61" fmla="*/ 96 h 130"/>
                <a:gd name="T62" fmla="*/ 114 w 114"/>
                <a:gd name="T63" fmla="*/ 96 h 130"/>
                <a:gd name="T64" fmla="*/ 108 w 114"/>
                <a:gd name="T65" fmla="*/ 98 h 130"/>
                <a:gd name="T66" fmla="*/ 108 w 114"/>
                <a:gd name="T67" fmla="*/ 98 h 130"/>
                <a:gd name="T68" fmla="*/ 102 w 114"/>
                <a:gd name="T69" fmla="*/ 108 h 130"/>
                <a:gd name="T70" fmla="*/ 94 w 114"/>
                <a:gd name="T71" fmla="*/ 116 h 130"/>
                <a:gd name="T72" fmla="*/ 84 w 114"/>
                <a:gd name="T73" fmla="*/ 120 h 130"/>
                <a:gd name="T74" fmla="*/ 72 w 114"/>
                <a:gd name="T75" fmla="*/ 124 h 130"/>
                <a:gd name="T76" fmla="*/ 72 w 114"/>
                <a:gd name="T77" fmla="*/ 124 h 130"/>
                <a:gd name="T78" fmla="*/ 62 w 114"/>
                <a:gd name="T79" fmla="*/ 126 h 130"/>
                <a:gd name="T80" fmla="*/ 62 w 114"/>
                <a:gd name="T81" fmla="*/ 126 h 130"/>
                <a:gd name="T82" fmla="*/ 54 w 114"/>
                <a:gd name="T83" fmla="*/ 124 h 130"/>
                <a:gd name="T84" fmla="*/ 44 w 114"/>
                <a:gd name="T85" fmla="*/ 122 h 130"/>
                <a:gd name="T86" fmla="*/ 34 w 114"/>
                <a:gd name="T87" fmla="*/ 116 h 130"/>
                <a:gd name="T88" fmla="*/ 26 w 114"/>
                <a:gd name="T89" fmla="*/ 110 h 130"/>
                <a:gd name="T90" fmla="*/ 20 w 114"/>
                <a:gd name="T91" fmla="*/ 104 h 130"/>
                <a:gd name="T92" fmla="*/ 14 w 114"/>
                <a:gd name="T93" fmla="*/ 94 h 130"/>
                <a:gd name="T94" fmla="*/ 10 w 114"/>
                <a:gd name="T95" fmla="*/ 86 h 130"/>
                <a:gd name="T96" fmla="*/ 6 w 114"/>
                <a:gd name="T97" fmla="*/ 74 h 130"/>
                <a:gd name="T98" fmla="*/ 6 w 114"/>
                <a:gd name="T99" fmla="*/ 74 h 130"/>
                <a:gd name="T100" fmla="*/ 4 w 114"/>
                <a:gd name="T101" fmla="*/ 64 h 130"/>
                <a:gd name="T102" fmla="*/ 6 w 114"/>
                <a:gd name="T103" fmla="*/ 54 h 130"/>
                <a:gd name="T104" fmla="*/ 8 w 114"/>
                <a:gd name="T105" fmla="*/ 44 h 130"/>
                <a:gd name="T106" fmla="*/ 10 w 114"/>
                <a:gd name="T107" fmla="*/ 34 h 130"/>
                <a:gd name="T108" fmla="*/ 16 w 114"/>
                <a:gd name="T109" fmla="*/ 26 h 130"/>
                <a:gd name="T110" fmla="*/ 22 w 114"/>
                <a:gd name="T111" fmla="*/ 18 h 130"/>
                <a:gd name="T112" fmla="*/ 30 w 114"/>
                <a:gd name="T113" fmla="*/ 12 h 130"/>
                <a:gd name="T114" fmla="*/ 38 w 114"/>
                <a:gd name="T115" fmla="*/ 6 h 130"/>
                <a:gd name="T116" fmla="*/ 38 w 114"/>
                <a:gd name="T117" fmla="*/ 6 h 130"/>
                <a:gd name="T118" fmla="*/ 40 w 114"/>
                <a:gd name="T1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 h="130">
                  <a:moveTo>
                    <a:pt x="40" y="0"/>
                  </a:moveTo>
                  <a:lnTo>
                    <a:pt x="40" y="0"/>
                  </a:lnTo>
                  <a:lnTo>
                    <a:pt x="32" y="4"/>
                  </a:lnTo>
                  <a:lnTo>
                    <a:pt x="24" y="10"/>
                  </a:lnTo>
                  <a:lnTo>
                    <a:pt x="16" y="16"/>
                  </a:lnTo>
                  <a:lnTo>
                    <a:pt x="10" y="24"/>
                  </a:lnTo>
                  <a:lnTo>
                    <a:pt x="6" y="34"/>
                  </a:lnTo>
                  <a:lnTo>
                    <a:pt x="2" y="42"/>
                  </a:lnTo>
                  <a:lnTo>
                    <a:pt x="0" y="52"/>
                  </a:lnTo>
                  <a:lnTo>
                    <a:pt x="0" y="62"/>
                  </a:lnTo>
                  <a:lnTo>
                    <a:pt x="0" y="62"/>
                  </a:lnTo>
                  <a:lnTo>
                    <a:pt x="2" y="76"/>
                  </a:lnTo>
                  <a:lnTo>
                    <a:pt x="2" y="76"/>
                  </a:lnTo>
                  <a:lnTo>
                    <a:pt x="6" y="90"/>
                  </a:lnTo>
                  <a:lnTo>
                    <a:pt x="6" y="90"/>
                  </a:lnTo>
                  <a:lnTo>
                    <a:pt x="10" y="100"/>
                  </a:lnTo>
                  <a:lnTo>
                    <a:pt x="18" y="108"/>
                  </a:lnTo>
                  <a:lnTo>
                    <a:pt x="24" y="116"/>
                  </a:lnTo>
                  <a:lnTo>
                    <a:pt x="32" y="122"/>
                  </a:lnTo>
                  <a:lnTo>
                    <a:pt x="32" y="122"/>
                  </a:lnTo>
                  <a:lnTo>
                    <a:pt x="48" y="128"/>
                  </a:lnTo>
                  <a:lnTo>
                    <a:pt x="64" y="130"/>
                  </a:lnTo>
                  <a:lnTo>
                    <a:pt x="64" y="130"/>
                  </a:lnTo>
                  <a:lnTo>
                    <a:pt x="74" y="130"/>
                  </a:lnTo>
                  <a:lnTo>
                    <a:pt x="74" y="130"/>
                  </a:lnTo>
                  <a:lnTo>
                    <a:pt x="82" y="128"/>
                  </a:lnTo>
                  <a:lnTo>
                    <a:pt x="82" y="128"/>
                  </a:lnTo>
                  <a:lnTo>
                    <a:pt x="92" y="122"/>
                  </a:lnTo>
                  <a:lnTo>
                    <a:pt x="102" y="116"/>
                  </a:lnTo>
                  <a:lnTo>
                    <a:pt x="108" y="106"/>
                  </a:lnTo>
                  <a:lnTo>
                    <a:pt x="114" y="96"/>
                  </a:lnTo>
                  <a:lnTo>
                    <a:pt x="114" y="96"/>
                  </a:lnTo>
                  <a:lnTo>
                    <a:pt x="108" y="98"/>
                  </a:lnTo>
                  <a:lnTo>
                    <a:pt x="108" y="98"/>
                  </a:lnTo>
                  <a:lnTo>
                    <a:pt x="102" y="108"/>
                  </a:lnTo>
                  <a:lnTo>
                    <a:pt x="94" y="116"/>
                  </a:lnTo>
                  <a:lnTo>
                    <a:pt x="84" y="120"/>
                  </a:lnTo>
                  <a:lnTo>
                    <a:pt x="72" y="124"/>
                  </a:lnTo>
                  <a:lnTo>
                    <a:pt x="72" y="124"/>
                  </a:lnTo>
                  <a:lnTo>
                    <a:pt x="62" y="126"/>
                  </a:lnTo>
                  <a:lnTo>
                    <a:pt x="62" y="126"/>
                  </a:lnTo>
                  <a:lnTo>
                    <a:pt x="54" y="124"/>
                  </a:lnTo>
                  <a:lnTo>
                    <a:pt x="44" y="122"/>
                  </a:lnTo>
                  <a:lnTo>
                    <a:pt x="34" y="116"/>
                  </a:lnTo>
                  <a:lnTo>
                    <a:pt x="26" y="110"/>
                  </a:lnTo>
                  <a:lnTo>
                    <a:pt x="20" y="104"/>
                  </a:lnTo>
                  <a:lnTo>
                    <a:pt x="14" y="94"/>
                  </a:lnTo>
                  <a:lnTo>
                    <a:pt x="10" y="86"/>
                  </a:lnTo>
                  <a:lnTo>
                    <a:pt x="6" y="74"/>
                  </a:lnTo>
                  <a:lnTo>
                    <a:pt x="6" y="74"/>
                  </a:lnTo>
                  <a:lnTo>
                    <a:pt x="4" y="64"/>
                  </a:lnTo>
                  <a:lnTo>
                    <a:pt x="6" y="54"/>
                  </a:lnTo>
                  <a:lnTo>
                    <a:pt x="8" y="44"/>
                  </a:lnTo>
                  <a:lnTo>
                    <a:pt x="10" y="34"/>
                  </a:lnTo>
                  <a:lnTo>
                    <a:pt x="16" y="26"/>
                  </a:lnTo>
                  <a:lnTo>
                    <a:pt x="22" y="18"/>
                  </a:lnTo>
                  <a:lnTo>
                    <a:pt x="30" y="12"/>
                  </a:lnTo>
                  <a:lnTo>
                    <a:pt x="38" y="6"/>
                  </a:lnTo>
                  <a:lnTo>
                    <a:pt x="38" y="6"/>
                  </a:lnTo>
                  <a:lnTo>
                    <a:pt x="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8" name="Freeform 421"/>
            <p:cNvSpPr>
              <a:spLocks/>
            </p:cNvSpPr>
            <p:nvPr/>
          </p:nvSpPr>
          <p:spPr bwMode="auto">
            <a:xfrm>
              <a:off x="2806246" y="3770086"/>
              <a:ext cx="165100" cy="190500"/>
            </a:xfrm>
            <a:custGeom>
              <a:avLst/>
              <a:gdLst>
                <a:gd name="T0" fmla="*/ 34 w 104"/>
                <a:gd name="T1" fmla="*/ 0 h 120"/>
                <a:gd name="T2" fmla="*/ 34 w 104"/>
                <a:gd name="T3" fmla="*/ 0 h 120"/>
                <a:gd name="T4" fmla="*/ 26 w 104"/>
                <a:gd name="T5" fmla="*/ 6 h 120"/>
                <a:gd name="T6" fmla="*/ 18 w 104"/>
                <a:gd name="T7" fmla="*/ 12 h 120"/>
                <a:gd name="T8" fmla="*/ 12 w 104"/>
                <a:gd name="T9" fmla="*/ 20 h 120"/>
                <a:gd name="T10" fmla="*/ 6 w 104"/>
                <a:gd name="T11" fmla="*/ 28 h 120"/>
                <a:gd name="T12" fmla="*/ 4 w 104"/>
                <a:gd name="T13" fmla="*/ 38 h 120"/>
                <a:gd name="T14" fmla="*/ 2 w 104"/>
                <a:gd name="T15" fmla="*/ 48 h 120"/>
                <a:gd name="T16" fmla="*/ 0 w 104"/>
                <a:gd name="T17" fmla="*/ 58 h 120"/>
                <a:gd name="T18" fmla="*/ 2 w 104"/>
                <a:gd name="T19" fmla="*/ 68 h 120"/>
                <a:gd name="T20" fmla="*/ 2 w 104"/>
                <a:gd name="T21" fmla="*/ 68 h 120"/>
                <a:gd name="T22" fmla="*/ 6 w 104"/>
                <a:gd name="T23" fmla="*/ 80 h 120"/>
                <a:gd name="T24" fmla="*/ 10 w 104"/>
                <a:gd name="T25" fmla="*/ 88 h 120"/>
                <a:gd name="T26" fmla="*/ 16 w 104"/>
                <a:gd name="T27" fmla="*/ 98 h 120"/>
                <a:gd name="T28" fmla="*/ 22 w 104"/>
                <a:gd name="T29" fmla="*/ 104 h 120"/>
                <a:gd name="T30" fmla="*/ 30 w 104"/>
                <a:gd name="T31" fmla="*/ 110 h 120"/>
                <a:gd name="T32" fmla="*/ 40 w 104"/>
                <a:gd name="T33" fmla="*/ 116 h 120"/>
                <a:gd name="T34" fmla="*/ 50 w 104"/>
                <a:gd name="T35" fmla="*/ 118 h 120"/>
                <a:gd name="T36" fmla="*/ 58 w 104"/>
                <a:gd name="T37" fmla="*/ 120 h 120"/>
                <a:gd name="T38" fmla="*/ 58 w 104"/>
                <a:gd name="T39" fmla="*/ 120 h 120"/>
                <a:gd name="T40" fmla="*/ 68 w 104"/>
                <a:gd name="T41" fmla="*/ 118 h 120"/>
                <a:gd name="T42" fmla="*/ 68 w 104"/>
                <a:gd name="T43" fmla="*/ 118 h 120"/>
                <a:gd name="T44" fmla="*/ 80 w 104"/>
                <a:gd name="T45" fmla="*/ 114 h 120"/>
                <a:gd name="T46" fmla="*/ 90 w 104"/>
                <a:gd name="T47" fmla="*/ 110 h 120"/>
                <a:gd name="T48" fmla="*/ 98 w 104"/>
                <a:gd name="T49" fmla="*/ 102 h 120"/>
                <a:gd name="T50" fmla="*/ 104 w 104"/>
                <a:gd name="T51" fmla="*/ 92 h 120"/>
                <a:gd name="T52" fmla="*/ 104 w 104"/>
                <a:gd name="T53" fmla="*/ 92 h 120"/>
                <a:gd name="T54" fmla="*/ 104 w 104"/>
                <a:gd name="T55" fmla="*/ 92 h 120"/>
                <a:gd name="T56" fmla="*/ 104 w 104"/>
                <a:gd name="T57" fmla="*/ 92 h 120"/>
                <a:gd name="T58" fmla="*/ 100 w 104"/>
                <a:gd name="T59" fmla="*/ 94 h 120"/>
                <a:gd name="T60" fmla="*/ 100 w 104"/>
                <a:gd name="T61" fmla="*/ 94 h 120"/>
                <a:gd name="T62" fmla="*/ 94 w 104"/>
                <a:gd name="T63" fmla="*/ 102 h 120"/>
                <a:gd name="T64" fmla="*/ 86 w 104"/>
                <a:gd name="T65" fmla="*/ 108 h 120"/>
                <a:gd name="T66" fmla="*/ 78 w 104"/>
                <a:gd name="T67" fmla="*/ 112 h 120"/>
                <a:gd name="T68" fmla="*/ 68 w 104"/>
                <a:gd name="T69" fmla="*/ 116 h 120"/>
                <a:gd name="T70" fmla="*/ 68 w 104"/>
                <a:gd name="T71" fmla="*/ 116 h 120"/>
                <a:gd name="T72" fmla="*/ 58 w 104"/>
                <a:gd name="T73" fmla="*/ 116 h 120"/>
                <a:gd name="T74" fmla="*/ 58 w 104"/>
                <a:gd name="T75" fmla="*/ 116 h 120"/>
                <a:gd name="T76" fmla="*/ 50 w 104"/>
                <a:gd name="T77" fmla="*/ 116 h 120"/>
                <a:gd name="T78" fmla="*/ 40 w 104"/>
                <a:gd name="T79" fmla="*/ 112 h 120"/>
                <a:gd name="T80" fmla="*/ 32 w 104"/>
                <a:gd name="T81" fmla="*/ 108 h 120"/>
                <a:gd name="T82" fmla="*/ 24 w 104"/>
                <a:gd name="T83" fmla="*/ 102 h 120"/>
                <a:gd name="T84" fmla="*/ 18 w 104"/>
                <a:gd name="T85" fmla="*/ 96 h 120"/>
                <a:gd name="T86" fmla="*/ 12 w 104"/>
                <a:gd name="T87" fmla="*/ 88 h 120"/>
                <a:gd name="T88" fmla="*/ 8 w 104"/>
                <a:gd name="T89" fmla="*/ 78 h 120"/>
                <a:gd name="T90" fmla="*/ 4 w 104"/>
                <a:gd name="T91" fmla="*/ 68 h 120"/>
                <a:gd name="T92" fmla="*/ 4 w 104"/>
                <a:gd name="T93" fmla="*/ 68 h 120"/>
                <a:gd name="T94" fmla="*/ 4 w 104"/>
                <a:gd name="T95" fmla="*/ 58 h 120"/>
                <a:gd name="T96" fmla="*/ 4 w 104"/>
                <a:gd name="T97" fmla="*/ 48 h 120"/>
                <a:gd name="T98" fmla="*/ 6 w 104"/>
                <a:gd name="T99" fmla="*/ 40 h 120"/>
                <a:gd name="T100" fmla="*/ 8 w 104"/>
                <a:gd name="T101" fmla="*/ 30 h 120"/>
                <a:gd name="T102" fmla="*/ 12 w 104"/>
                <a:gd name="T103" fmla="*/ 22 h 120"/>
                <a:gd name="T104" fmla="*/ 18 w 104"/>
                <a:gd name="T105" fmla="*/ 16 h 120"/>
                <a:gd name="T106" fmla="*/ 24 w 104"/>
                <a:gd name="T107" fmla="*/ 10 h 120"/>
                <a:gd name="T108" fmla="*/ 32 w 104"/>
                <a:gd name="T109" fmla="*/ 4 h 120"/>
                <a:gd name="T110" fmla="*/ 32 w 104"/>
                <a:gd name="T111" fmla="*/ 4 h 120"/>
                <a:gd name="T112" fmla="*/ 34 w 1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120">
                  <a:moveTo>
                    <a:pt x="34" y="0"/>
                  </a:moveTo>
                  <a:lnTo>
                    <a:pt x="34" y="0"/>
                  </a:lnTo>
                  <a:lnTo>
                    <a:pt x="26" y="6"/>
                  </a:lnTo>
                  <a:lnTo>
                    <a:pt x="18" y="12"/>
                  </a:lnTo>
                  <a:lnTo>
                    <a:pt x="12" y="20"/>
                  </a:lnTo>
                  <a:lnTo>
                    <a:pt x="6" y="28"/>
                  </a:lnTo>
                  <a:lnTo>
                    <a:pt x="4" y="38"/>
                  </a:lnTo>
                  <a:lnTo>
                    <a:pt x="2" y="48"/>
                  </a:lnTo>
                  <a:lnTo>
                    <a:pt x="0" y="58"/>
                  </a:lnTo>
                  <a:lnTo>
                    <a:pt x="2" y="68"/>
                  </a:lnTo>
                  <a:lnTo>
                    <a:pt x="2" y="68"/>
                  </a:lnTo>
                  <a:lnTo>
                    <a:pt x="6" y="80"/>
                  </a:lnTo>
                  <a:lnTo>
                    <a:pt x="10" y="88"/>
                  </a:lnTo>
                  <a:lnTo>
                    <a:pt x="16" y="98"/>
                  </a:lnTo>
                  <a:lnTo>
                    <a:pt x="22" y="104"/>
                  </a:lnTo>
                  <a:lnTo>
                    <a:pt x="30" y="110"/>
                  </a:lnTo>
                  <a:lnTo>
                    <a:pt x="40" y="116"/>
                  </a:lnTo>
                  <a:lnTo>
                    <a:pt x="50" y="118"/>
                  </a:lnTo>
                  <a:lnTo>
                    <a:pt x="58" y="120"/>
                  </a:lnTo>
                  <a:lnTo>
                    <a:pt x="58" y="120"/>
                  </a:lnTo>
                  <a:lnTo>
                    <a:pt x="68" y="118"/>
                  </a:lnTo>
                  <a:lnTo>
                    <a:pt x="68" y="118"/>
                  </a:lnTo>
                  <a:lnTo>
                    <a:pt x="80" y="114"/>
                  </a:lnTo>
                  <a:lnTo>
                    <a:pt x="90" y="110"/>
                  </a:lnTo>
                  <a:lnTo>
                    <a:pt x="98" y="102"/>
                  </a:lnTo>
                  <a:lnTo>
                    <a:pt x="104" y="92"/>
                  </a:lnTo>
                  <a:lnTo>
                    <a:pt x="104" y="92"/>
                  </a:lnTo>
                  <a:lnTo>
                    <a:pt x="104" y="92"/>
                  </a:lnTo>
                  <a:lnTo>
                    <a:pt x="104" y="92"/>
                  </a:lnTo>
                  <a:lnTo>
                    <a:pt x="100" y="94"/>
                  </a:lnTo>
                  <a:lnTo>
                    <a:pt x="100" y="94"/>
                  </a:lnTo>
                  <a:lnTo>
                    <a:pt x="94" y="102"/>
                  </a:lnTo>
                  <a:lnTo>
                    <a:pt x="86" y="108"/>
                  </a:lnTo>
                  <a:lnTo>
                    <a:pt x="78" y="112"/>
                  </a:lnTo>
                  <a:lnTo>
                    <a:pt x="68" y="116"/>
                  </a:lnTo>
                  <a:lnTo>
                    <a:pt x="68" y="116"/>
                  </a:lnTo>
                  <a:lnTo>
                    <a:pt x="58" y="116"/>
                  </a:lnTo>
                  <a:lnTo>
                    <a:pt x="58" y="116"/>
                  </a:lnTo>
                  <a:lnTo>
                    <a:pt x="50" y="116"/>
                  </a:lnTo>
                  <a:lnTo>
                    <a:pt x="40" y="112"/>
                  </a:lnTo>
                  <a:lnTo>
                    <a:pt x="32" y="108"/>
                  </a:lnTo>
                  <a:lnTo>
                    <a:pt x="24" y="102"/>
                  </a:lnTo>
                  <a:lnTo>
                    <a:pt x="18" y="96"/>
                  </a:lnTo>
                  <a:lnTo>
                    <a:pt x="12" y="88"/>
                  </a:lnTo>
                  <a:lnTo>
                    <a:pt x="8" y="78"/>
                  </a:lnTo>
                  <a:lnTo>
                    <a:pt x="4" y="68"/>
                  </a:lnTo>
                  <a:lnTo>
                    <a:pt x="4" y="68"/>
                  </a:lnTo>
                  <a:lnTo>
                    <a:pt x="4" y="58"/>
                  </a:lnTo>
                  <a:lnTo>
                    <a:pt x="4" y="48"/>
                  </a:lnTo>
                  <a:lnTo>
                    <a:pt x="6" y="40"/>
                  </a:lnTo>
                  <a:lnTo>
                    <a:pt x="8" y="30"/>
                  </a:lnTo>
                  <a:lnTo>
                    <a:pt x="12" y="22"/>
                  </a:lnTo>
                  <a:lnTo>
                    <a:pt x="18" y="16"/>
                  </a:lnTo>
                  <a:lnTo>
                    <a:pt x="24" y="10"/>
                  </a:lnTo>
                  <a:lnTo>
                    <a:pt x="32" y="4"/>
                  </a:lnTo>
                  <a:lnTo>
                    <a:pt x="32" y="4"/>
                  </a:lnTo>
                  <a:lnTo>
                    <a:pt x="34" y="0"/>
                  </a:ln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9" name="Freeform 422"/>
            <p:cNvSpPr>
              <a:spLocks/>
            </p:cNvSpPr>
            <p:nvPr/>
          </p:nvSpPr>
          <p:spPr bwMode="auto">
            <a:xfrm>
              <a:off x="2806246" y="3770086"/>
              <a:ext cx="165100" cy="190500"/>
            </a:xfrm>
            <a:custGeom>
              <a:avLst/>
              <a:gdLst>
                <a:gd name="T0" fmla="*/ 34 w 104"/>
                <a:gd name="T1" fmla="*/ 0 h 120"/>
                <a:gd name="T2" fmla="*/ 34 w 104"/>
                <a:gd name="T3" fmla="*/ 0 h 120"/>
                <a:gd name="T4" fmla="*/ 26 w 104"/>
                <a:gd name="T5" fmla="*/ 6 h 120"/>
                <a:gd name="T6" fmla="*/ 18 w 104"/>
                <a:gd name="T7" fmla="*/ 12 h 120"/>
                <a:gd name="T8" fmla="*/ 12 w 104"/>
                <a:gd name="T9" fmla="*/ 20 h 120"/>
                <a:gd name="T10" fmla="*/ 6 w 104"/>
                <a:gd name="T11" fmla="*/ 28 h 120"/>
                <a:gd name="T12" fmla="*/ 4 w 104"/>
                <a:gd name="T13" fmla="*/ 38 h 120"/>
                <a:gd name="T14" fmla="*/ 2 w 104"/>
                <a:gd name="T15" fmla="*/ 48 h 120"/>
                <a:gd name="T16" fmla="*/ 0 w 104"/>
                <a:gd name="T17" fmla="*/ 58 h 120"/>
                <a:gd name="T18" fmla="*/ 2 w 104"/>
                <a:gd name="T19" fmla="*/ 68 h 120"/>
                <a:gd name="T20" fmla="*/ 2 w 104"/>
                <a:gd name="T21" fmla="*/ 68 h 120"/>
                <a:gd name="T22" fmla="*/ 6 w 104"/>
                <a:gd name="T23" fmla="*/ 80 h 120"/>
                <a:gd name="T24" fmla="*/ 10 w 104"/>
                <a:gd name="T25" fmla="*/ 88 h 120"/>
                <a:gd name="T26" fmla="*/ 16 w 104"/>
                <a:gd name="T27" fmla="*/ 98 h 120"/>
                <a:gd name="T28" fmla="*/ 22 w 104"/>
                <a:gd name="T29" fmla="*/ 104 h 120"/>
                <a:gd name="T30" fmla="*/ 30 w 104"/>
                <a:gd name="T31" fmla="*/ 110 h 120"/>
                <a:gd name="T32" fmla="*/ 40 w 104"/>
                <a:gd name="T33" fmla="*/ 116 h 120"/>
                <a:gd name="T34" fmla="*/ 50 w 104"/>
                <a:gd name="T35" fmla="*/ 118 h 120"/>
                <a:gd name="T36" fmla="*/ 58 w 104"/>
                <a:gd name="T37" fmla="*/ 120 h 120"/>
                <a:gd name="T38" fmla="*/ 58 w 104"/>
                <a:gd name="T39" fmla="*/ 120 h 120"/>
                <a:gd name="T40" fmla="*/ 68 w 104"/>
                <a:gd name="T41" fmla="*/ 118 h 120"/>
                <a:gd name="T42" fmla="*/ 68 w 104"/>
                <a:gd name="T43" fmla="*/ 118 h 120"/>
                <a:gd name="T44" fmla="*/ 80 w 104"/>
                <a:gd name="T45" fmla="*/ 114 h 120"/>
                <a:gd name="T46" fmla="*/ 90 w 104"/>
                <a:gd name="T47" fmla="*/ 110 h 120"/>
                <a:gd name="T48" fmla="*/ 98 w 104"/>
                <a:gd name="T49" fmla="*/ 102 h 120"/>
                <a:gd name="T50" fmla="*/ 104 w 104"/>
                <a:gd name="T51" fmla="*/ 92 h 120"/>
                <a:gd name="T52" fmla="*/ 104 w 104"/>
                <a:gd name="T53" fmla="*/ 92 h 120"/>
                <a:gd name="T54" fmla="*/ 104 w 104"/>
                <a:gd name="T55" fmla="*/ 92 h 120"/>
                <a:gd name="T56" fmla="*/ 104 w 104"/>
                <a:gd name="T57" fmla="*/ 92 h 120"/>
                <a:gd name="T58" fmla="*/ 100 w 104"/>
                <a:gd name="T59" fmla="*/ 94 h 120"/>
                <a:gd name="T60" fmla="*/ 100 w 104"/>
                <a:gd name="T61" fmla="*/ 94 h 120"/>
                <a:gd name="T62" fmla="*/ 94 w 104"/>
                <a:gd name="T63" fmla="*/ 102 h 120"/>
                <a:gd name="T64" fmla="*/ 86 w 104"/>
                <a:gd name="T65" fmla="*/ 108 h 120"/>
                <a:gd name="T66" fmla="*/ 78 w 104"/>
                <a:gd name="T67" fmla="*/ 112 h 120"/>
                <a:gd name="T68" fmla="*/ 68 w 104"/>
                <a:gd name="T69" fmla="*/ 116 h 120"/>
                <a:gd name="T70" fmla="*/ 68 w 104"/>
                <a:gd name="T71" fmla="*/ 116 h 120"/>
                <a:gd name="T72" fmla="*/ 58 w 104"/>
                <a:gd name="T73" fmla="*/ 116 h 120"/>
                <a:gd name="T74" fmla="*/ 58 w 104"/>
                <a:gd name="T75" fmla="*/ 116 h 120"/>
                <a:gd name="T76" fmla="*/ 50 w 104"/>
                <a:gd name="T77" fmla="*/ 116 h 120"/>
                <a:gd name="T78" fmla="*/ 40 w 104"/>
                <a:gd name="T79" fmla="*/ 112 h 120"/>
                <a:gd name="T80" fmla="*/ 32 w 104"/>
                <a:gd name="T81" fmla="*/ 108 h 120"/>
                <a:gd name="T82" fmla="*/ 24 w 104"/>
                <a:gd name="T83" fmla="*/ 102 h 120"/>
                <a:gd name="T84" fmla="*/ 18 w 104"/>
                <a:gd name="T85" fmla="*/ 96 h 120"/>
                <a:gd name="T86" fmla="*/ 12 w 104"/>
                <a:gd name="T87" fmla="*/ 88 h 120"/>
                <a:gd name="T88" fmla="*/ 8 w 104"/>
                <a:gd name="T89" fmla="*/ 78 h 120"/>
                <a:gd name="T90" fmla="*/ 4 w 104"/>
                <a:gd name="T91" fmla="*/ 68 h 120"/>
                <a:gd name="T92" fmla="*/ 4 w 104"/>
                <a:gd name="T93" fmla="*/ 68 h 120"/>
                <a:gd name="T94" fmla="*/ 4 w 104"/>
                <a:gd name="T95" fmla="*/ 58 h 120"/>
                <a:gd name="T96" fmla="*/ 4 w 104"/>
                <a:gd name="T97" fmla="*/ 48 h 120"/>
                <a:gd name="T98" fmla="*/ 6 w 104"/>
                <a:gd name="T99" fmla="*/ 40 h 120"/>
                <a:gd name="T100" fmla="*/ 8 w 104"/>
                <a:gd name="T101" fmla="*/ 30 h 120"/>
                <a:gd name="T102" fmla="*/ 12 w 104"/>
                <a:gd name="T103" fmla="*/ 22 h 120"/>
                <a:gd name="T104" fmla="*/ 18 w 104"/>
                <a:gd name="T105" fmla="*/ 16 h 120"/>
                <a:gd name="T106" fmla="*/ 24 w 104"/>
                <a:gd name="T107" fmla="*/ 10 h 120"/>
                <a:gd name="T108" fmla="*/ 32 w 104"/>
                <a:gd name="T109" fmla="*/ 4 h 120"/>
                <a:gd name="T110" fmla="*/ 32 w 104"/>
                <a:gd name="T111" fmla="*/ 4 h 120"/>
                <a:gd name="T112" fmla="*/ 34 w 1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120">
                  <a:moveTo>
                    <a:pt x="34" y="0"/>
                  </a:moveTo>
                  <a:lnTo>
                    <a:pt x="34" y="0"/>
                  </a:lnTo>
                  <a:lnTo>
                    <a:pt x="26" y="6"/>
                  </a:lnTo>
                  <a:lnTo>
                    <a:pt x="18" y="12"/>
                  </a:lnTo>
                  <a:lnTo>
                    <a:pt x="12" y="20"/>
                  </a:lnTo>
                  <a:lnTo>
                    <a:pt x="6" y="28"/>
                  </a:lnTo>
                  <a:lnTo>
                    <a:pt x="4" y="38"/>
                  </a:lnTo>
                  <a:lnTo>
                    <a:pt x="2" y="48"/>
                  </a:lnTo>
                  <a:lnTo>
                    <a:pt x="0" y="58"/>
                  </a:lnTo>
                  <a:lnTo>
                    <a:pt x="2" y="68"/>
                  </a:lnTo>
                  <a:lnTo>
                    <a:pt x="2" y="68"/>
                  </a:lnTo>
                  <a:lnTo>
                    <a:pt x="6" y="80"/>
                  </a:lnTo>
                  <a:lnTo>
                    <a:pt x="10" y="88"/>
                  </a:lnTo>
                  <a:lnTo>
                    <a:pt x="16" y="98"/>
                  </a:lnTo>
                  <a:lnTo>
                    <a:pt x="22" y="104"/>
                  </a:lnTo>
                  <a:lnTo>
                    <a:pt x="30" y="110"/>
                  </a:lnTo>
                  <a:lnTo>
                    <a:pt x="40" y="116"/>
                  </a:lnTo>
                  <a:lnTo>
                    <a:pt x="50" y="118"/>
                  </a:lnTo>
                  <a:lnTo>
                    <a:pt x="58" y="120"/>
                  </a:lnTo>
                  <a:lnTo>
                    <a:pt x="58" y="120"/>
                  </a:lnTo>
                  <a:lnTo>
                    <a:pt x="68" y="118"/>
                  </a:lnTo>
                  <a:lnTo>
                    <a:pt x="68" y="118"/>
                  </a:lnTo>
                  <a:lnTo>
                    <a:pt x="80" y="114"/>
                  </a:lnTo>
                  <a:lnTo>
                    <a:pt x="90" y="110"/>
                  </a:lnTo>
                  <a:lnTo>
                    <a:pt x="98" y="102"/>
                  </a:lnTo>
                  <a:lnTo>
                    <a:pt x="104" y="92"/>
                  </a:lnTo>
                  <a:lnTo>
                    <a:pt x="104" y="92"/>
                  </a:lnTo>
                  <a:lnTo>
                    <a:pt x="104" y="92"/>
                  </a:lnTo>
                  <a:lnTo>
                    <a:pt x="104" y="92"/>
                  </a:lnTo>
                  <a:lnTo>
                    <a:pt x="100" y="94"/>
                  </a:lnTo>
                  <a:lnTo>
                    <a:pt x="100" y="94"/>
                  </a:lnTo>
                  <a:lnTo>
                    <a:pt x="94" y="102"/>
                  </a:lnTo>
                  <a:lnTo>
                    <a:pt x="86" y="108"/>
                  </a:lnTo>
                  <a:lnTo>
                    <a:pt x="78" y="112"/>
                  </a:lnTo>
                  <a:lnTo>
                    <a:pt x="68" y="116"/>
                  </a:lnTo>
                  <a:lnTo>
                    <a:pt x="68" y="116"/>
                  </a:lnTo>
                  <a:lnTo>
                    <a:pt x="58" y="116"/>
                  </a:lnTo>
                  <a:lnTo>
                    <a:pt x="58" y="116"/>
                  </a:lnTo>
                  <a:lnTo>
                    <a:pt x="50" y="116"/>
                  </a:lnTo>
                  <a:lnTo>
                    <a:pt x="40" y="112"/>
                  </a:lnTo>
                  <a:lnTo>
                    <a:pt x="32" y="108"/>
                  </a:lnTo>
                  <a:lnTo>
                    <a:pt x="24" y="102"/>
                  </a:lnTo>
                  <a:lnTo>
                    <a:pt x="18" y="96"/>
                  </a:lnTo>
                  <a:lnTo>
                    <a:pt x="12" y="88"/>
                  </a:lnTo>
                  <a:lnTo>
                    <a:pt x="8" y="78"/>
                  </a:lnTo>
                  <a:lnTo>
                    <a:pt x="4" y="68"/>
                  </a:lnTo>
                  <a:lnTo>
                    <a:pt x="4" y="68"/>
                  </a:lnTo>
                  <a:lnTo>
                    <a:pt x="4" y="58"/>
                  </a:lnTo>
                  <a:lnTo>
                    <a:pt x="4" y="48"/>
                  </a:lnTo>
                  <a:lnTo>
                    <a:pt x="6" y="40"/>
                  </a:lnTo>
                  <a:lnTo>
                    <a:pt x="8" y="30"/>
                  </a:lnTo>
                  <a:lnTo>
                    <a:pt x="12" y="22"/>
                  </a:lnTo>
                  <a:lnTo>
                    <a:pt x="18" y="16"/>
                  </a:lnTo>
                  <a:lnTo>
                    <a:pt x="24" y="10"/>
                  </a:lnTo>
                  <a:lnTo>
                    <a:pt x="32" y="4"/>
                  </a:lnTo>
                  <a:lnTo>
                    <a:pt x="32" y="4"/>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0" name="Freeform 423"/>
            <p:cNvSpPr>
              <a:spLocks/>
            </p:cNvSpPr>
            <p:nvPr/>
          </p:nvSpPr>
          <p:spPr bwMode="auto">
            <a:xfrm>
              <a:off x="2812596" y="3776436"/>
              <a:ext cx="152400" cy="177800"/>
            </a:xfrm>
            <a:custGeom>
              <a:avLst/>
              <a:gdLst>
                <a:gd name="T0" fmla="*/ 28 w 96"/>
                <a:gd name="T1" fmla="*/ 0 h 112"/>
                <a:gd name="T2" fmla="*/ 28 w 96"/>
                <a:gd name="T3" fmla="*/ 0 h 112"/>
                <a:gd name="T4" fmla="*/ 20 w 96"/>
                <a:gd name="T5" fmla="*/ 6 h 112"/>
                <a:gd name="T6" fmla="*/ 14 w 96"/>
                <a:gd name="T7" fmla="*/ 12 h 112"/>
                <a:gd name="T8" fmla="*/ 8 w 96"/>
                <a:gd name="T9" fmla="*/ 18 h 112"/>
                <a:gd name="T10" fmla="*/ 4 w 96"/>
                <a:gd name="T11" fmla="*/ 26 h 112"/>
                <a:gd name="T12" fmla="*/ 2 w 96"/>
                <a:gd name="T13" fmla="*/ 36 h 112"/>
                <a:gd name="T14" fmla="*/ 0 w 96"/>
                <a:gd name="T15" fmla="*/ 44 h 112"/>
                <a:gd name="T16" fmla="*/ 0 w 96"/>
                <a:gd name="T17" fmla="*/ 54 h 112"/>
                <a:gd name="T18" fmla="*/ 0 w 96"/>
                <a:gd name="T19" fmla="*/ 64 h 112"/>
                <a:gd name="T20" fmla="*/ 0 w 96"/>
                <a:gd name="T21" fmla="*/ 64 h 112"/>
                <a:gd name="T22" fmla="*/ 4 w 96"/>
                <a:gd name="T23" fmla="*/ 74 h 112"/>
                <a:gd name="T24" fmla="*/ 8 w 96"/>
                <a:gd name="T25" fmla="*/ 84 h 112"/>
                <a:gd name="T26" fmla="*/ 14 w 96"/>
                <a:gd name="T27" fmla="*/ 92 h 112"/>
                <a:gd name="T28" fmla="*/ 20 w 96"/>
                <a:gd name="T29" fmla="*/ 98 h 112"/>
                <a:gd name="T30" fmla="*/ 28 w 96"/>
                <a:gd name="T31" fmla="*/ 104 h 112"/>
                <a:gd name="T32" fmla="*/ 36 w 96"/>
                <a:gd name="T33" fmla="*/ 108 h 112"/>
                <a:gd name="T34" fmla="*/ 46 w 96"/>
                <a:gd name="T35" fmla="*/ 112 h 112"/>
                <a:gd name="T36" fmla="*/ 54 w 96"/>
                <a:gd name="T37" fmla="*/ 112 h 112"/>
                <a:gd name="T38" fmla="*/ 54 w 96"/>
                <a:gd name="T39" fmla="*/ 112 h 112"/>
                <a:gd name="T40" fmla="*/ 64 w 96"/>
                <a:gd name="T41" fmla="*/ 112 h 112"/>
                <a:gd name="T42" fmla="*/ 64 w 96"/>
                <a:gd name="T43" fmla="*/ 112 h 112"/>
                <a:gd name="T44" fmla="*/ 74 w 96"/>
                <a:gd name="T45" fmla="*/ 108 h 112"/>
                <a:gd name="T46" fmla="*/ 82 w 96"/>
                <a:gd name="T47" fmla="*/ 104 h 112"/>
                <a:gd name="T48" fmla="*/ 90 w 96"/>
                <a:gd name="T49" fmla="*/ 98 h 112"/>
                <a:gd name="T50" fmla="*/ 96 w 96"/>
                <a:gd name="T51" fmla="*/ 90 h 112"/>
                <a:gd name="T52" fmla="*/ 96 w 96"/>
                <a:gd name="T53" fmla="*/ 90 h 112"/>
                <a:gd name="T54" fmla="*/ 88 w 96"/>
                <a:gd name="T55" fmla="*/ 90 h 112"/>
                <a:gd name="T56" fmla="*/ 88 w 96"/>
                <a:gd name="T57" fmla="*/ 90 h 112"/>
                <a:gd name="T58" fmla="*/ 88 w 96"/>
                <a:gd name="T59" fmla="*/ 90 h 112"/>
                <a:gd name="T60" fmla="*/ 88 w 96"/>
                <a:gd name="T61" fmla="*/ 90 h 112"/>
                <a:gd name="T62" fmla="*/ 76 w 96"/>
                <a:gd name="T63" fmla="*/ 100 h 112"/>
                <a:gd name="T64" fmla="*/ 70 w 96"/>
                <a:gd name="T65" fmla="*/ 102 h 112"/>
                <a:gd name="T66" fmla="*/ 64 w 96"/>
                <a:gd name="T67" fmla="*/ 104 h 112"/>
                <a:gd name="T68" fmla="*/ 64 w 96"/>
                <a:gd name="T69" fmla="*/ 104 h 112"/>
                <a:gd name="T70" fmla="*/ 54 w 96"/>
                <a:gd name="T71" fmla="*/ 106 h 112"/>
                <a:gd name="T72" fmla="*/ 54 w 96"/>
                <a:gd name="T73" fmla="*/ 106 h 112"/>
                <a:gd name="T74" fmla="*/ 46 w 96"/>
                <a:gd name="T75" fmla="*/ 104 h 112"/>
                <a:gd name="T76" fmla="*/ 38 w 96"/>
                <a:gd name="T77" fmla="*/ 102 h 112"/>
                <a:gd name="T78" fmla="*/ 30 w 96"/>
                <a:gd name="T79" fmla="*/ 98 h 112"/>
                <a:gd name="T80" fmla="*/ 24 w 96"/>
                <a:gd name="T81" fmla="*/ 94 h 112"/>
                <a:gd name="T82" fmla="*/ 18 w 96"/>
                <a:gd name="T83" fmla="*/ 88 h 112"/>
                <a:gd name="T84" fmla="*/ 12 w 96"/>
                <a:gd name="T85" fmla="*/ 80 h 112"/>
                <a:gd name="T86" fmla="*/ 10 w 96"/>
                <a:gd name="T87" fmla="*/ 72 h 112"/>
                <a:gd name="T88" fmla="*/ 6 w 96"/>
                <a:gd name="T89" fmla="*/ 62 h 112"/>
                <a:gd name="T90" fmla="*/ 6 w 96"/>
                <a:gd name="T91" fmla="*/ 62 h 112"/>
                <a:gd name="T92" fmla="*/ 6 w 96"/>
                <a:gd name="T93" fmla="*/ 46 h 112"/>
                <a:gd name="T94" fmla="*/ 8 w 96"/>
                <a:gd name="T95" fmla="*/ 32 h 112"/>
                <a:gd name="T96" fmla="*/ 16 w 96"/>
                <a:gd name="T97" fmla="*/ 20 h 112"/>
                <a:gd name="T98" fmla="*/ 26 w 96"/>
                <a:gd name="T99" fmla="*/ 10 h 112"/>
                <a:gd name="T100" fmla="*/ 26 w 96"/>
                <a:gd name="T101" fmla="*/ 10 h 112"/>
                <a:gd name="T102" fmla="*/ 28 w 96"/>
                <a:gd name="T10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112">
                  <a:moveTo>
                    <a:pt x="28" y="0"/>
                  </a:moveTo>
                  <a:lnTo>
                    <a:pt x="28" y="0"/>
                  </a:lnTo>
                  <a:lnTo>
                    <a:pt x="20" y="6"/>
                  </a:lnTo>
                  <a:lnTo>
                    <a:pt x="14" y="12"/>
                  </a:lnTo>
                  <a:lnTo>
                    <a:pt x="8" y="18"/>
                  </a:lnTo>
                  <a:lnTo>
                    <a:pt x="4" y="26"/>
                  </a:lnTo>
                  <a:lnTo>
                    <a:pt x="2" y="36"/>
                  </a:lnTo>
                  <a:lnTo>
                    <a:pt x="0" y="44"/>
                  </a:lnTo>
                  <a:lnTo>
                    <a:pt x="0" y="54"/>
                  </a:lnTo>
                  <a:lnTo>
                    <a:pt x="0" y="64"/>
                  </a:lnTo>
                  <a:lnTo>
                    <a:pt x="0" y="64"/>
                  </a:lnTo>
                  <a:lnTo>
                    <a:pt x="4" y="74"/>
                  </a:lnTo>
                  <a:lnTo>
                    <a:pt x="8" y="84"/>
                  </a:lnTo>
                  <a:lnTo>
                    <a:pt x="14" y="92"/>
                  </a:lnTo>
                  <a:lnTo>
                    <a:pt x="20" y="98"/>
                  </a:lnTo>
                  <a:lnTo>
                    <a:pt x="28" y="104"/>
                  </a:lnTo>
                  <a:lnTo>
                    <a:pt x="36" y="108"/>
                  </a:lnTo>
                  <a:lnTo>
                    <a:pt x="46" y="112"/>
                  </a:lnTo>
                  <a:lnTo>
                    <a:pt x="54" y="112"/>
                  </a:lnTo>
                  <a:lnTo>
                    <a:pt x="54" y="112"/>
                  </a:lnTo>
                  <a:lnTo>
                    <a:pt x="64" y="112"/>
                  </a:lnTo>
                  <a:lnTo>
                    <a:pt x="64" y="112"/>
                  </a:lnTo>
                  <a:lnTo>
                    <a:pt x="74" y="108"/>
                  </a:lnTo>
                  <a:lnTo>
                    <a:pt x="82" y="104"/>
                  </a:lnTo>
                  <a:lnTo>
                    <a:pt x="90" y="98"/>
                  </a:lnTo>
                  <a:lnTo>
                    <a:pt x="96" y="90"/>
                  </a:lnTo>
                  <a:lnTo>
                    <a:pt x="96" y="90"/>
                  </a:lnTo>
                  <a:lnTo>
                    <a:pt x="88" y="90"/>
                  </a:lnTo>
                  <a:lnTo>
                    <a:pt x="88" y="90"/>
                  </a:lnTo>
                  <a:lnTo>
                    <a:pt x="88" y="90"/>
                  </a:lnTo>
                  <a:lnTo>
                    <a:pt x="88" y="90"/>
                  </a:lnTo>
                  <a:lnTo>
                    <a:pt x="76" y="100"/>
                  </a:lnTo>
                  <a:lnTo>
                    <a:pt x="70" y="102"/>
                  </a:lnTo>
                  <a:lnTo>
                    <a:pt x="64" y="104"/>
                  </a:lnTo>
                  <a:lnTo>
                    <a:pt x="64" y="104"/>
                  </a:lnTo>
                  <a:lnTo>
                    <a:pt x="54" y="106"/>
                  </a:lnTo>
                  <a:lnTo>
                    <a:pt x="54" y="106"/>
                  </a:lnTo>
                  <a:lnTo>
                    <a:pt x="46" y="104"/>
                  </a:lnTo>
                  <a:lnTo>
                    <a:pt x="38" y="102"/>
                  </a:lnTo>
                  <a:lnTo>
                    <a:pt x="30" y="98"/>
                  </a:lnTo>
                  <a:lnTo>
                    <a:pt x="24" y="94"/>
                  </a:lnTo>
                  <a:lnTo>
                    <a:pt x="18" y="88"/>
                  </a:lnTo>
                  <a:lnTo>
                    <a:pt x="12" y="80"/>
                  </a:lnTo>
                  <a:lnTo>
                    <a:pt x="10" y="72"/>
                  </a:lnTo>
                  <a:lnTo>
                    <a:pt x="6" y="62"/>
                  </a:lnTo>
                  <a:lnTo>
                    <a:pt x="6" y="62"/>
                  </a:lnTo>
                  <a:lnTo>
                    <a:pt x="6" y="46"/>
                  </a:lnTo>
                  <a:lnTo>
                    <a:pt x="8" y="32"/>
                  </a:lnTo>
                  <a:lnTo>
                    <a:pt x="16" y="20"/>
                  </a:lnTo>
                  <a:lnTo>
                    <a:pt x="26" y="10"/>
                  </a:lnTo>
                  <a:lnTo>
                    <a:pt x="26" y="10"/>
                  </a:lnTo>
                  <a:lnTo>
                    <a:pt x="28"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1" name="Freeform 424"/>
            <p:cNvSpPr>
              <a:spLocks/>
            </p:cNvSpPr>
            <p:nvPr/>
          </p:nvSpPr>
          <p:spPr bwMode="auto">
            <a:xfrm>
              <a:off x="2812596" y="3776436"/>
              <a:ext cx="152400" cy="177800"/>
            </a:xfrm>
            <a:custGeom>
              <a:avLst/>
              <a:gdLst>
                <a:gd name="T0" fmla="*/ 28 w 96"/>
                <a:gd name="T1" fmla="*/ 0 h 112"/>
                <a:gd name="T2" fmla="*/ 28 w 96"/>
                <a:gd name="T3" fmla="*/ 0 h 112"/>
                <a:gd name="T4" fmla="*/ 20 w 96"/>
                <a:gd name="T5" fmla="*/ 6 h 112"/>
                <a:gd name="T6" fmla="*/ 14 w 96"/>
                <a:gd name="T7" fmla="*/ 12 h 112"/>
                <a:gd name="T8" fmla="*/ 8 w 96"/>
                <a:gd name="T9" fmla="*/ 18 h 112"/>
                <a:gd name="T10" fmla="*/ 4 w 96"/>
                <a:gd name="T11" fmla="*/ 26 h 112"/>
                <a:gd name="T12" fmla="*/ 2 w 96"/>
                <a:gd name="T13" fmla="*/ 36 h 112"/>
                <a:gd name="T14" fmla="*/ 0 w 96"/>
                <a:gd name="T15" fmla="*/ 44 h 112"/>
                <a:gd name="T16" fmla="*/ 0 w 96"/>
                <a:gd name="T17" fmla="*/ 54 h 112"/>
                <a:gd name="T18" fmla="*/ 0 w 96"/>
                <a:gd name="T19" fmla="*/ 64 h 112"/>
                <a:gd name="T20" fmla="*/ 0 w 96"/>
                <a:gd name="T21" fmla="*/ 64 h 112"/>
                <a:gd name="T22" fmla="*/ 4 w 96"/>
                <a:gd name="T23" fmla="*/ 74 h 112"/>
                <a:gd name="T24" fmla="*/ 8 w 96"/>
                <a:gd name="T25" fmla="*/ 84 h 112"/>
                <a:gd name="T26" fmla="*/ 14 w 96"/>
                <a:gd name="T27" fmla="*/ 92 h 112"/>
                <a:gd name="T28" fmla="*/ 20 w 96"/>
                <a:gd name="T29" fmla="*/ 98 h 112"/>
                <a:gd name="T30" fmla="*/ 28 w 96"/>
                <a:gd name="T31" fmla="*/ 104 h 112"/>
                <a:gd name="T32" fmla="*/ 36 w 96"/>
                <a:gd name="T33" fmla="*/ 108 h 112"/>
                <a:gd name="T34" fmla="*/ 46 w 96"/>
                <a:gd name="T35" fmla="*/ 112 h 112"/>
                <a:gd name="T36" fmla="*/ 54 w 96"/>
                <a:gd name="T37" fmla="*/ 112 h 112"/>
                <a:gd name="T38" fmla="*/ 54 w 96"/>
                <a:gd name="T39" fmla="*/ 112 h 112"/>
                <a:gd name="T40" fmla="*/ 64 w 96"/>
                <a:gd name="T41" fmla="*/ 112 h 112"/>
                <a:gd name="T42" fmla="*/ 64 w 96"/>
                <a:gd name="T43" fmla="*/ 112 h 112"/>
                <a:gd name="T44" fmla="*/ 74 w 96"/>
                <a:gd name="T45" fmla="*/ 108 h 112"/>
                <a:gd name="T46" fmla="*/ 82 w 96"/>
                <a:gd name="T47" fmla="*/ 104 h 112"/>
                <a:gd name="T48" fmla="*/ 90 w 96"/>
                <a:gd name="T49" fmla="*/ 98 h 112"/>
                <a:gd name="T50" fmla="*/ 96 w 96"/>
                <a:gd name="T51" fmla="*/ 90 h 112"/>
                <a:gd name="T52" fmla="*/ 96 w 96"/>
                <a:gd name="T53" fmla="*/ 90 h 112"/>
                <a:gd name="T54" fmla="*/ 88 w 96"/>
                <a:gd name="T55" fmla="*/ 90 h 112"/>
                <a:gd name="T56" fmla="*/ 88 w 96"/>
                <a:gd name="T57" fmla="*/ 90 h 112"/>
                <a:gd name="T58" fmla="*/ 88 w 96"/>
                <a:gd name="T59" fmla="*/ 90 h 112"/>
                <a:gd name="T60" fmla="*/ 88 w 96"/>
                <a:gd name="T61" fmla="*/ 90 h 112"/>
                <a:gd name="T62" fmla="*/ 76 w 96"/>
                <a:gd name="T63" fmla="*/ 100 h 112"/>
                <a:gd name="T64" fmla="*/ 70 w 96"/>
                <a:gd name="T65" fmla="*/ 102 h 112"/>
                <a:gd name="T66" fmla="*/ 64 w 96"/>
                <a:gd name="T67" fmla="*/ 104 h 112"/>
                <a:gd name="T68" fmla="*/ 64 w 96"/>
                <a:gd name="T69" fmla="*/ 104 h 112"/>
                <a:gd name="T70" fmla="*/ 54 w 96"/>
                <a:gd name="T71" fmla="*/ 106 h 112"/>
                <a:gd name="T72" fmla="*/ 54 w 96"/>
                <a:gd name="T73" fmla="*/ 106 h 112"/>
                <a:gd name="T74" fmla="*/ 46 w 96"/>
                <a:gd name="T75" fmla="*/ 104 h 112"/>
                <a:gd name="T76" fmla="*/ 38 w 96"/>
                <a:gd name="T77" fmla="*/ 102 h 112"/>
                <a:gd name="T78" fmla="*/ 30 w 96"/>
                <a:gd name="T79" fmla="*/ 98 h 112"/>
                <a:gd name="T80" fmla="*/ 24 w 96"/>
                <a:gd name="T81" fmla="*/ 94 h 112"/>
                <a:gd name="T82" fmla="*/ 18 w 96"/>
                <a:gd name="T83" fmla="*/ 88 h 112"/>
                <a:gd name="T84" fmla="*/ 12 w 96"/>
                <a:gd name="T85" fmla="*/ 80 h 112"/>
                <a:gd name="T86" fmla="*/ 10 w 96"/>
                <a:gd name="T87" fmla="*/ 72 h 112"/>
                <a:gd name="T88" fmla="*/ 6 w 96"/>
                <a:gd name="T89" fmla="*/ 62 h 112"/>
                <a:gd name="T90" fmla="*/ 6 w 96"/>
                <a:gd name="T91" fmla="*/ 62 h 112"/>
                <a:gd name="T92" fmla="*/ 6 w 96"/>
                <a:gd name="T93" fmla="*/ 46 h 112"/>
                <a:gd name="T94" fmla="*/ 8 w 96"/>
                <a:gd name="T95" fmla="*/ 32 h 112"/>
                <a:gd name="T96" fmla="*/ 16 w 96"/>
                <a:gd name="T97" fmla="*/ 20 h 112"/>
                <a:gd name="T98" fmla="*/ 26 w 96"/>
                <a:gd name="T99" fmla="*/ 10 h 112"/>
                <a:gd name="T100" fmla="*/ 26 w 96"/>
                <a:gd name="T101" fmla="*/ 10 h 112"/>
                <a:gd name="T102" fmla="*/ 28 w 96"/>
                <a:gd name="T10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112">
                  <a:moveTo>
                    <a:pt x="28" y="0"/>
                  </a:moveTo>
                  <a:lnTo>
                    <a:pt x="28" y="0"/>
                  </a:lnTo>
                  <a:lnTo>
                    <a:pt x="20" y="6"/>
                  </a:lnTo>
                  <a:lnTo>
                    <a:pt x="14" y="12"/>
                  </a:lnTo>
                  <a:lnTo>
                    <a:pt x="8" y="18"/>
                  </a:lnTo>
                  <a:lnTo>
                    <a:pt x="4" y="26"/>
                  </a:lnTo>
                  <a:lnTo>
                    <a:pt x="2" y="36"/>
                  </a:lnTo>
                  <a:lnTo>
                    <a:pt x="0" y="44"/>
                  </a:lnTo>
                  <a:lnTo>
                    <a:pt x="0" y="54"/>
                  </a:lnTo>
                  <a:lnTo>
                    <a:pt x="0" y="64"/>
                  </a:lnTo>
                  <a:lnTo>
                    <a:pt x="0" y="64"/>
                  </a:lnTo>
                  <a:lnTo>
                    <a:pt x="4" y="74"/>
                  </a:lnTo>
                  <a:lnTo>
                    <a:pt x="8" y="84"/>
                  </a:lnTo>
                  <a:lnTo>
                    <a:pt x="14" y="92"/>
                  </a:lnTo>
                  <a:lnTo>
                    <a:pt x="20" y="98"/>
                  </a:lnTo>
                  <a:lnTo>
                    <a:pt x="28" y="104"/>
                  </a:lnTo>
                  <a:lnTo>
                    <a:pt x="36" y="108"/>
                  </a:lnTo>
                  <a:lnTo>
                    <a:pt x="46" y="112"/>
                  </a:lnTo>
                  <a:lnTo>
                    <a:pt x="54" y="112"/>
                  </a:lnTo>
                  <a:lnTo>
                    <a:pt x="54" y="112"/>
                  </a:lnTo>
                  <a:lnTo>
                    <a:pt x="64" y="112"/>
                  </a:lnTo>
                  <a:lnTo>
                    <a:pt x="64" y="112"/>
                  </a:lnTo>
                  <a:lnTo>
                    <a:pt x="74" y="108"/>
                  </a:lnTo>
                  <a:lnTo>
                    <a:pt x="82" y="104"/>
                  </a:lnTo>
                  <a:lnTo>
                    <a:pt x="90" y="98"/>
                  </a:lnTo>
                  <a:lnTo>
                    <a:pt x="96" y="90"/>
                  </a:lnTo>
                  <a:lnTo>
                    <a:pt x="96" y="90"/>
                  </a:lnTo>
                  <a:lnTo>
                    <a:pt x="88" y="90"/>
                  </a:lnTo>
                  <a:lnTo>
                    <a:pt x="88" y="90"/>
                  </a:lnTo>
                  <a:lnTo>
                    <a:pt x="88" y="90"/>
                  </a:lnTo>
                  <a:lnTo>
                    <a:pt x="88" y="90"/>
                  </a:lnTo>
                  <a:lnTo>
                    <a:pt x="76" y="100"/>
                  </a:lnTo>
                  <a:lnTo>
                    <a:pt x="70" y="102"/>
                  </a:lnTo>
                  <a:lnTo>
                    <a:pt x="64" y="104"/>
                  </a:lnTo>
                  <a:lnTo>
                    <a:pt x="64" y="104"/>
                  </a:lnTo>
                  <a:lnTo>
                    <a:pt x="54" y="106"/>
                  </a:lnTo>
                  <a:lnTo>
                    <a:pt x="54" y="106"/>
                  </a:lnTo>
                  <a:lnTo>
                    <a:pt x="46" y="104"/>
                  </a:lnTo>
                  <a:lnTo>
                    <a:pt x="38" y="102"/>
                  </a:lnTo>
                  <a:lnTo>
                    <a:pt x="30" y="98"/>
                  </a:lnTo>
                  <a:lnTo>
                    <a:pt x="24" y="94"/>
                  </a:lnTo>
                  <a:lnTo>
                    <a:pt x="18" y="88"/>
                  </a:lnTo>
                  <a:lnTo>
                    <a:pt x="12" y="80"/>
                  </a:lnTo>
                  <a:lnTo>
                    <a:pt x="10" y="72"/>
                  </a:lnTo>
                  <a:lnTo>
                    <a:pt x="6" y="62"/>
                  </a:lnTo>
                  <a:lnTo>
                    <a:pt x="6" y="62"/>
                  </a:lnTo>
                  <a:lnTo>
                    <a:pt x="6" y="46"/>
                  </a:lnTo>
                  <a:lnTo>
                    <a:pt x="8" y="32"/>
                  </a:lnTo>
                  <a:lnTo>
                    <a:pt x="16" y="20"/>
                  </a:lnTo>
                  <a:lnTo>
                    <a:pt x="26" y="10"/>
                  </a:lnTo>
                  <a:lnTo>
                    <a:pt x="26" y="1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2" name="Freeform 425"/>
            <p:cNvSpPr>
              <a:spLocks/>
            </p:cNvSpPr>
            <p:nvPr/>
          </p:nvSpPr>
          <p:spPr bwMode="auto">
            <a:xfrm>
              <a:off x="2822121" y="3792311"/>
              <a:ext cx="130175" cy="152400"/>
            </a:xfrm>
            <a:custGeom>
              <a:avLst/>
              <a:gdLst>
                <a:gd name="T0" fmla="*/ 20 w 82"/>
                <a:gd name="T1" fmla="*/ 0 h 96"/>
                <a:gd name="T2" fmla="*/ 20 w 82"/>
                <a:gd name="T3" fmla="*/ 0 h 96"/>
                <a:gd name="T4" fmla="*/ 10 w 82"/>
                <a:gd name="T5" fmla="*/ 10 h 96"/>
                <a:gd name="T6" fmla="*/ 2 w 82"/>
                <a:gd name="T7" fmla="*/ 22 h 96"/>
                <a:gd name="T8" fmla="*/ 0 w 82"/>
                <a:gd name="T9" fmla="*/ 36 h 96"/>
                <a:gd name="T10" fmla="*/ 0 w 82"/>
                <a:gd name="T11" fmla="*/ 52 h 96"/>
                <a:gd name="T12" fmla="*/ 0 w 82"/>
                <a:gd name="T13" fmla="*/ 52 h 96"/>
                <a:gd name="T14" fmla="*/ 4 w 82"/>
                <a:gd name="T15" fmla="*/ 62 h 96"/>
                <a:gd name="T16" fmla="*/ 6 w 82"/>
                <a:gd name="T17" fmla="*/ 70 h 96"/>
                <a:gd name="T18" fmla="*/ 12 w 82"/>
                <a:gd name="T19" fmla="*/ 78 h 96"/>
                <a:gd name="T20" fmla="*/ 18 w 82"/>
                <a:gd name="T21" fmla="*/ 84 h 96"/>
                <a:gd name="T22" fmla="*/ 24 w 82"/>
                <a:gd name="T23" fmla="*/ 88 h 96"/>
                <a:gd name="T24" fmla="*/ 32 w 82"/>
                <a:gd name="T25" fmla="*/ 92 h 96"/>
                <a:gd name="T26" fmla="*/ 40 w 82"/>
                <a:gd name="T27" fmla="*/ 94 h 96"/>
                <a:gd name="T28" fmla="*/ 48 w 82"/>
                <a:gd name="T29" fmla="*/ 96 h 96"/>
                <a:gd name="T30" fmla="*/ 48 w 82"/>
                <a:gd name="T31" fmla="*/ 96 h 96"/>
                <a:gd name="T32" fmla="*/ 58 w 82"/>
                <a:gd name="T33" fmla="*/ 94 h 96"/>
                <a:gd name="T34" fmla="*/ 58 w 82"/>
                <a:gd name="T35" fmla="*/ 94 h 96"/>
                <a:gd name="T36" fmla="*/ 64 w 82"/>
                <a:gd name="T37" fmla="*/ 92 h 96"/>
                <a:gd name="T38" fmla="*/ 70 w 82"/>
                <a:gd name="T39" fmla="*/ 90 h 96"/>
                <a:gd name="T40" fmla="*/ 82 w 82"/>
                <a:gd name="T41" fmla="*/ 80 h 96"/>
                <a:gd name="T42" fmla="*/ 82 w 82"/>
                <a:gd name="T43" fmla="*/ 80 h 96"/>
                <a:gd name="T44" fmla="*/ 72 w 82"/>
                <a:gd name="T45" fmla="*/ 78 h 96"/>
                <a:gd name="T46" fmla="*/ 62 w 82"/>
                <a:gd name="T47" fmla="*/ 76 h 96"/>
                <a:gd name="T48" fmla="*/ 52 w 82"/>
                <a:gd name="T49" fmla="*/ 70 h 96"/>
                <a:gd name="T50" fmla="*/ 42 w 82"/>
                <a:gd name="T51" fmla="*/ 64 h 96"/>
                <a:gd name="T52" fmla="*/ 42 w 82"/>
                <a:gd name="T53" fmla="*/ 64 h 96"/>
                <a:gd name="T54" fmla="*/ 38 w 82"/>
                <a:gd name="T55" fmla="*/ 62 h 96"/>
                <a:gd name="T56" fmla="*/ 34 w 82"/>
                <a:gd name="T57" fmla="*/ 58 h 96"/>
                <a:gd name="T58" fmla="*/ 30 w 82"/>
                <a:gd name="T59" fmla="*/ 54 h 96"/>
                <a:gd name="T60" fmla="*/ 28 w 82"/>
                <a:gd name="T61" fmla="*/ 48 h 96"/>
                <a:gd name="T62" fmla="*/ 28 w 82"/>
                <a:gd name="T63" fmla="*/ 48 h 96"/>
                <a:gd name="T64" fmla="*/ 28 w 82"/>
                <a:gd name="T65" fmla="*/ 44 h 96"/>
                <a:gd name="T66" fmla="*/ 28 w 82"/>
                <a:gd name="T67" fmla="*/ 44 h 96"/>
                <a:gd name="T68" fmla="*/ 24 w 82"/>
                <a:gd name="T69" fmla="*/ 34 h 96"/>
                <a:gd name="T70" fmla="*/ 20 w 82"/>
                <a:gd name="T71" fmla="*/ 24 h 96"/>
                <a:gd name="T72" fmla="*/ 20 w 82"/>
                <a:gd name="T73" fmla="*/ 24 h 96"/>
                <a:gd name="T74" fmla="*/ 20 w 82"/>
                <a:gd name="T75" fmla="*/ 12 h 96"/>
                <a:gd name="T76" fmla="*/ 20 w 82"/>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6">
                  <a:moveTo>
                    <a:pt x="20" y="0"/>
                  </a:moveTo>
                  <a:lnTo>
                    <a:pt x="20" y="0"/>
                  </a:lnTo>
                  <a:lnTo>
                    <a:pt x="10" y="10"/>
                  </a:lnTo>
                  <a:lnTo>
                    <a:pt x="2" y="22"/>
                  </a:lnTo>
                  <a:lnTo>
                    <a:pt x="0" y="36"/>
                  </a:lnTo>
                  <a:lnTo>
                    <a:pt x="0" y="52"/>
                  </a:lnTo>
                  <a:lnTo>
                    <a:pt x="0" y="52"/>
                  </a:lnTo>
                  <a:lnTo>
                    <a:pt x="4" y="62"/>
                  </a:lnTo>
                  <a:lnTo>
                    <a:pt x="6" y="70"/>
                  </a:lnTo>
                  <a:lnTo>
                    <a:pt x="12" y="78"/>
                  </a:lnTo>
                  <a:lnTo>
                    <a:pt x="18" y="84"/>
                  </a:lnTo>
                  <a:lnTo>
                    <a:pt x="24" y="88"/>
                  </a:lnTo>
                  <a:lnTo>
                    <a:pt x="32" y="92"/>
                  </a:lnTo>
                  <a:lnTo>
                    <a:pt x="40" y="94"/>
                  </a:lnTo>
                  <a:lnTo>
                    <a:pt x="48" y="96"/>
                  </a:lnTo>
                  <a:lnTo>
                    <a:pt x="48" y="96"/>
                  </a:lnTo>
                  <a:lnTo>
                    <a:pt x="58" y="94"/>
                  </a:lnTo>
                  <a:lnTo>
                    <a:pt x="58" y="94"/>
                  </a:lnTo>
                  <a:lnTo>
                    <a:pt x="64" y="92"/>
                  </a:lnTo>
                  <a:lnTo>
                    <a:pt x="70" y="90"/>
                  </a:lnTo>
                  <a:lnTo>
                    <a:pt x="82" y="80"/>
                  </a:lnTo>
                  <a:lnTo>
                    <a:pt x="82" y="80"/>
                  </a:lnTo>
                  <a:lnTo>
                    <a:pt x="72" y="78"/>
                  </a:lnTo>
                  <a:lnTo>
                    <a:pt x="62" y="76"/>
                  </a:lnTo>
                  <a:lnTo>
                    <a:pt x="52" y="70"/>
                  </a:lnTo>
                  <a:lnTo>
                    <a:pt x="42" y="64"/>
                  </a:lnTo>
                  <a:lnTo>
                    <a:pt x="42" y="64"/>
                  </a:lnTo>
                  <a:lnTo>
                    <a:pt x="38" y="62"/>
                  </a:lnTo>
                  <a:lnTo>
                    <a:pt x="34" y="58"/>
                  </a:lnTo>
                  <a:lnTo>
                    <a:pt x="30" y="54"/>
                  </a:lnTo>
                  <a:lnTo>
                    <a:pt x="28" y="48"/>
                  </a:lnTo>
                  <a:lnTo>
                    <a:pt x="28" y="48"/>
                  </a:lnTo>
                  <a:lnTo>
                    <a:pt x="28" y="44"/>
                  </a:lnTo>
                  <a:lnTo>
                    <a:pt x="28" y="44"/>
                  </a:lnTo>
                  <a:lnTo>
                    <a:pt x="24" y="34"/>
                  </a:lnTo>
                  <a:lnTo>
                    <a:pt x="20" y="24"/>
                  </a:lnTo>
                  <a:lnTo>
                    <a:pt x="20" y="24"/>
                  </a:lnTo>
                  <a:lnTo>
                    <a:pt x="20" y="12"/>
                  </a:lnTo>
                  <a:lnTo>
                    <a:pt x="20" y="0"/>
                  </a:lnTo>
                  <a:close/>
                </a:path>
              </a:pathLst>
            </a:custGeom>
            <a:solidFill>
              <a:srgbClr val="D38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3" name="Freeform 426"/>
            <p:cNvSpPr>
              <a:spLocks/>
            </p:cNvSpPr>
            <p:nvPr/>
          </p:nvSpPr>
          <p:spPr bwMode="auto">
            <a:xfrm>
              <a:off x="2822121" y="3792311"/>
              <a:ext cx="130175" cy="152400"/>
            </a:xfrm>
            <a:custGeom>
              <a:avLst/>
              <a:gdLst>
                <a:gd name="T0" fmla="*/ 20 w 82"/>
                <a:gd name="T1" fmla="*/ 0 h 96"/>
                <a:gd name="T2" fmla="*/ 20 w 82"/>
                <a:gd name="T3" fmla="*/ 0 h 96"/>
                <a:gd name="T4" fmla="*/ 10 w 82"/>
                <a:gd name="T5" fmla="*/ 10 h 96"/>
                <a:gd name="T6" fmla="*/ 2 w 82"/>
                <a:gd name="T7" fmla="*/ 22 h 96"/>
                <a:gd name="T8" fmla="*/ 0 w 82"/>
                <a:gd name="T9" fmla="*/ 36 h 96"/>
                <a:gd name="T10" fmla="*/ 0 w 82"/>
                <a:gd name="T11" fmla="*/ 52 h 96"/>
                <a:gd name="T12" fmla="*/ 0 w 82"/>
                <a:gd name="T13" fmla="*/ 52 h 96"/>
                <a:gd name="T14" fmla="*/ 4 w 82"/>
                <a:gd name="T15" fmla="*/ 62 h 96"/>
                <a:gd name="T16" fmla="*/ 6 w 82"/>
                <a:gd name="T17" fmla="*/ 70 h 96"/>
                <a:gd name="T18" fmla="*/ 12 w 82"/>
                <a:gd name="T19" fmla="*/ 78 h 96"/>
                <a:gd name="T20" fmla="*/ 18 w 82"/>
                <a:gd name="T21" fmla="*/ 84 h 96"/>
                <a:gd name="T22" fmla="*/ 24 w 82"/>
                <a:gd name="T23" fmla="*/ 88 h 96"/>
                <a:gd name="T24" fmla="*/ 32 w 82"/>
                <a:gd name="T25" fmla="*/ 92 h 96"/>
                <a:gd name="T26" fmla="*/ 40 w 82"/>
                <a:gd name="T27" fmla="*/ 94 h 96"/>
                <a:gd name="T28" fmla="*/ 48 w 82"/>
                <a:gd name="T29" fmla="*/ 96 h 96"/>
                <a:gd name="T30" fmla="*/ 48 w 82"/>
                <a:gd name="T31" fmla="*/ 96 h 96"/>
                <a:gd name="T32" fmla="*/ 58 w 82"/>
                <a:gd name="T33" fmla="*/ 94 h 96"/>
                <a:gd name="T34" fmla="*/ 58 w 82"/>
                <a:gd name="T35" fmla="*/ 94 h 96"/>
                <a:gd name="T36" fmla="*/ 64 w 82"/>
                <a:gd name="T37" fmla="*/ 92 h 96"/>
                <a:gd name="T38" fmla="*/ 70 w 82"/>
                <a:gd name="T39" fmla="*/ 90 h 96"/>
                <a:gd name="T40" fmla="*/ 82 w 82"/>
                <a:gd name="T41" fmla="*/ 80 h 96"/>
                <a:gd name="T42" fmla="*/ 82 w 82"/>
                <a:gd name="T43" fmla="*/ 80 h 96"/>
                <a:gd name="T44" fmla="*/ 72 w 82"/>
                <a:gd name="T45" fmla="*/ 78 h 96"/>
                <a:gd name="T46" fmla="*/ 62 w 82"/>
                <a:gd name="T47" fmla="*/ 76 h 96"/>
                <a:gd name="T48" fmla="*/ 52 w 82"/>
                <a:gd name="T49" fmla="*/ 70 h 96"/>
                <a:gd name="T50" fmla="*/ 42 w 82"/>
                <a:gd name="T51" fmla="*/ 64 h 96"/>
                <a:gd name="T52" fmla="*/ 42 w 82"/>
                <a:gd name="T53" fmla="*/ 64 h 96"/>
                <a:gd name="T54" fmla="*/ 38 w 82"/>
                <a:gd name="T55" fmla="*/ 62 h 96"/>
                <a:gd name="T56" fmla="*/ 34 w 82"/>
                <a:gd name="T57" fmla="*/ 58 h 96"/>
                <a:gd name="T58" fmla="*/ 30 w 82"/>
                <a:gd name="T59" fmla="*/ 54 h 96"/>
                <a:gd name="T60" fmla="*/ 28 w 82"/>
                <a:gd name="T61" fmla="*/ 48 h 96"/>
                <a:gd name="T62" fmla="*/ 28 w 82"/>
                <a:gd name="T63" fmla="*/ 48 h 96"/>
                <a:gd name="T64" fmla="*/ 28 w 82"/>
                <a:gd name="T65" fmla="*/ 44 h 96"/>
                <a:gd name="T66" fmla="*/ 28 w 82"/>
                <a:gd name="T67" fmla="*/ 44 h 96"/>
                <a:gd name="T68" fmla="*/ 24 w 82"/>
                <a:gd name="T69" fmla="*/ 34 h 96"/>
                <a:gd name="T70" fmla="*/ 20 w 82"/>
                <a:gd name="T71" fmla="*/ 24 h 96"/>
                <a:gd name="T72" fmla="*/ 20 w 82"/>
                <a:gd name="T73" fmla="*/ 24 h 96"/>
                <a:gd name="T74" fmla="*/ 20 w 82"/>
                <a:gd name="T75" fmla="*/ 12 h 96"/>
                <a:gd name="T76" fmla="*/ 20 w 82"/>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6">
                  <a:moveTo>
                    <a:pt x="20" y="0"/>
                  </a:moveTo>
                  <a:lnTo>
                    <a:pt x="20" y="0"/>
                  </a:lnTo>
                  <a:lnTo>
                    <a:pt x="10" y="10"/>
                  </a:lnTo>
                  <a:lnTo>
                    <a:pt x="2" y="22"/>
                  </a:lnTo>
                  <a:lnTo>
                    <a:pt x="0" y="36"/>
                  </a:lnTo>
                  <a:lnTo>
                    <a:pt x="0" y="52"/>
                  </a:lnTo>
                  <a:lnTo>
                    <a:pt x="0" y="52"/>
                  </a:lnTo>
                  <a:lnTo>
                    <a:pt x="4" y="62"/>
                  </a:lnTo>
                  <a:lnTo>
                    <a:pt x="6" y="70"/>
                  </a:lnTo>
                  <a:lnTo>
                    <a:pt x="12" y="78"/>
                  </a:lnTo>
                  <a:lnTo>
                    <a:pt x="18" y="84"/>
                  </a:lnTo>
                  <a:lnTo>
                    <a:pt x="24" y="88"/>
                  </a:lnTo>
                  <a:lnTo>
                    <a:pt x="32" y="92"/>
                  </a:lnTo>
                  <a:lnTo>
                    <a:pt x="40" y="94"/>
                  </a:lnTo>
                  <a:lnTo>
                    <a:pt x="48" y="96"/>
                  </a:lnTo>
                  <a:lnTo>
                    <a:pt x="48" y="96"/>
                  </a:lnTo>
                  <a:lnTo>
                    <a:pt x="58" y="94"/>
                  </a:lnTo>
                  <a:lnTo>
                    <a:pt x="58" y="94"/>
                  </a:lnTo>
                  <a:lnTo>
                    <a:pt x="64" y="92"/>
                  </a:lnTo>
                  <a:lnTo>
                    <a:pt x="70" y="90"/>
                  </a:lnTo>
                  <a:lnTo>
                    <a:pt x="82" y="80"/>
                  </a:lnTo>
                  <a:lnTo>
                    <a:pt x="82" y="80"/>
                  </a:lnTo>
                  <a:lnTo>
                    <a:pt x="72" y="78"/>
                  </a:lnTo>
                  <a:lnTo>
                    <a:pt x="62" y="76"/>
                  </a:lnTo>
                  <a:lnTo>
                    <a:pt x="52" y="70"/>
                  </a:lnTo>
                  <a:lnTo>
                    <a:pt x="42" y="64"/>
                  </a:lnTo>
                  <a:lnTo>
                    <a:pt x="42" y="64"/>
                  </a:lnTo>
                  <a:lnTo>
                    <a:pt x="38" y="62"/>
                  </a:lnTo>
                  <a:lnTo>
                    <a:pt x="34" y="58"/>
                  </a:lnTo>
                  <a:lnTo>
                    <a:pt x="30" y="54"/>
                  </a:lnTo>
                  <a:lnTo>
                    <a:pt x="28" y="48"/>
                  </a:lnTo>
                  <a:lnTo>
                    <a:pt x="28" y="48"/>
                  </a:lnTo>
                  <a:lnTo>
                    <a:pt x="28" y="44"/>
                  </a:lnTo>
                  <a:lnTo>
                    <a:pt x="28" y="44"/>
                  </a:lnTo>
                  <a:lnTo>
                    <a:pt x="24" y="34"/>
                  </a:lnTo>
                  <a:lnTo>
                    <a:pt x="20" y="24"/>
                  </a:lnTo>
                  <a:lnTo>
                    <a:pt x="20" y="24"/>
                  </a:lnTo>
                  <a:lnTo>
                    <a:pt x="20" y="12"/>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4" name="Freeform 427"/>
            <p:cNvSpPr>
              <a:spLocks/>
            </p:cNvSpPr>
            <p:nvPr/>
          </p:nvSpPr>
          <p:spPr bwMode="auto">
            <a:xfrm>
              <a:off x="2866571" y="3862161"/>
              <a:ext cx="22225" cy="31750"/>
            </a:xfrm>
            <a:custGeom>
              <a:avLst/>
              <a:gdLst>
                <a:gd name="T0" fmla="*/ 0 w 14"/>
                <a:gd name="T1" fmla="*/ 0 h 20"/>
                <a:gd name="T2" fmla="*/ 0 w 14"/>
                <a:gd name="T3" fmla="*/ 0 h 20"/>
                <a:gd name="T4" fmla="*/ 0 w 14"/>
                <a:gd name="T5" fmla="*/ 4 h 20"/>
                <a:gd name="T6" fmla="*/ 0 w 14"/>
                <a:gd name="T7" fmla="*/ 4 h 20"/>
                <a:gd name="T8" fmla="*/ 2 w 14"/>
                <a:gd name="T9" fmla="*/ 10 h 20"/>
                <a:gd name="T10" fmla="*/ 6 w 14"/>
                <a:gd name="T11" fmla="*/ 14 h 20"/>
                <a:gd name="T12" fmla="*/ 10 w 14"/>
                <a:gd name="T13" fmla="*/ 18 h 20"/>
                <a:gd name="T14" fmla="*/ 14 w 14"/>
                <a:gd name="T15" fmla="*/ 20 h 20"/>
                <a:gd name="T16" fmla="*/ 14 w 14"/>
                <a:gd name="T17" fmla="*/ 20 h 20"/>
                <a:gd name="T18" fmla="*/ 6 w 14"/>
                <a:gd name="T19" fmla="*/ 10 h 20"/>
                <a:gd name="T20" fmla="*/ 0 w 1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0" y="0"/>
                  </a:moveTo>
                  <a:lnTo>
                    <a:pt x="0" y="0"/>
                  </a:lnTo>
                  <a:lnTo>
                    <a:pt x="0" y="4"/>
                  </a:lnTo>
                  <a:lnTo>
                    <a:pt x="0" y="4"/>
                  </a:lnTo>
                  <a:lnTo>
                    <a:pt x="2" y="10"/>
                  </a:lnTo>
                  <a:lnTo>
                    <a:pt x="6" y="14"/>
                  </a:lnTo>
                  <a:lnTo>
                    <a:pt x="10" y="18"/>
                  </a:lnTo>
                  <a:lnTo>
                    <a:pt x="14" y="20"/>
                  </a:lnTo>
                  <a:lnTo>
                    <a:pt x="14" y="20"/>
                  </a:lnTo>
                  <a:lnTo>
                    <a:pt x="6" y="10"/>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5" name="Freeform 428"/>
            <p:cNvSpPr>
              <a:spLocks/>
            </p:cNvSpPr>
            <p:nvPr/>
          </p:nvSpPr>
          <p:spPr bwMode="auto">
            <a:xfrm>
              <a:off x="2866571" y="3862161"/>
              <a:ext cx="22225" cy="31750"/>
            </a:xfrm>
            <a:custGeom>
              <a:avLst/>
              <a:gdLst>
                <a:gd name="T0" fmla="*/ 0 w 14"/>
                <a:gd name="T1" fmla="*/ 0 h 20"/>
                <a:gd name="T2" fmla="*/ 0 w 14"/>
                <a:gd name="T3" fmla="*/ 0 h 20"/>
                <a:gd name="T4" fmla="*/ 0 w 14"/>
                <a:gd name="T5" fmla="*/ 4 h 20"/>
                <a:gd name="T6" fmla="*/ 0 w 14"/>
                <a:gd name="T7" fmla="*/ 4 h 20"/>
                <a:gd name="T8" fmla="*/ 2 w 14"/>
                <a:gd name="T9" fmla="*/ 10 h 20"/>
                <a:gd name="T10" fmla="*/ 6 w 14"/>
                <a:gd name="T11" fmla="*/ 14 h 20"/>
                <a:gd name="T12" fmla="*/ 10 w 14"/>
                <a:gd name="T13" fmla="*/ 18 h 20"/>
                <a:gd name="T14" fmla="*/ 14 w 14"/>
                <a:gd name="T15" fmla="*/ 20 h 20"/>
                <a:gd name="T16" fmla="*/ 14 w 14"/>
                <a:gd name="T17" fmla="*/ 20 h 20"/>
                <a:gd name="T18" fmla="*/ 6 w 14"/>
                <a:gd name="T19" fmla="*/ 10 h 20"/>
                <a:gd name="T20" fmla="*/ 0 w 1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0" y="0"/>
                  </a:moveTo>
                  <a:lnTo>
                    <a:pt x="0" y="0"/>
                  </a:lnTo>
                  <a:lnTo>
                    <a:pt x="0" y="4"/>
                  </a:lnTo>
                  <a:lnTo>
                    <a:pt x="0" y="4"/>
                  </a:lnTo>
                  <a:lnTo>
                    <a:pt x="2" y="10"/>
                  </a:lnTo>
                  <a:lnTo>
                    <a:pt x="6" y="14"/>
                  </a:lnTo>
                  <a:lnTo>
                    <a:pt x="10" y="18"/>
                  </a:lnTo>
                  <a:lnTo>
                    <a:pt x="14" y="20"/>
                  </a:lnTo>
                  <a:lnTo>
                    <a:pt x="14" y="20"/>
                  </a:lnTo>
                  <a:lnTo>
                    <a:pt x="6"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nvGrpSpPr>
            <p:cNvPr id="3" name="Group 2"/>
            <p:cNvGrpSpPr/>
            <p:nvPr/>
          </p:nvGrpSpPr>
          <p:grpSpPr>
            <a:xfrm>
              <a:off x="2701175" y="3947886"/>
              <a:ext cx="1772241" cy="1711325"/>
              <a:chOff x="3044825" y="3765550"/>
              <a:chExt cx="6988175" cy="1711325"/>
            </a:xfrm>
          </p:grpSpPr>
          <p:sp>
            <p:nvSpPr>
              <p:cNvPr id="158" name="Freeform 236"/>
              <p:cNvSpPr>
                <a:spLocks/>
              </p:cNvSpPr>
              <p:nvPr/>
            </p:nvSpPr>
            <p:spPr bwMode="auto">
              <a:xfrm>
                <a:off x="3044825" y="3765550"/>
                <a:ext cx="6988175" cy="117475"/>
              </a:xfrm>
              <a:custGeom>
                <a:avLst/>
                <a:gdLst>
                  <a:gd name="T0" fmla="*/ 4368 w 4402"/>
                  <a:gd name="T1" fmla="*/ 74 h 74"/>
                  <a:gd name="T2" fmla="*/ 32 w 4402"/>
                  <a:gd name="T3" fmla="*/ 74 h 74"/>
                  <a:gd name="T4" fmla="*/ 0 w 4402"/>
                  <a:gd name="T5" fmla="*/ 0 h 74"/>
                  <a:gd name="T6" fmla="*/ 4402 w 4402"/>
                  <a:gd name="T7" fmla="*/ 0 h 74"/>
                  <a:gd name="T8" fmla="*/ 4368 w 4402"/>
                  <a:gd name="T9" fmla="*/ 74 h 74"/>
                </a:gdLst>
                <a:ahLst/>
                <a:cxnLst>
                  <a:cxn ang="0">
                    <a:pos x="T0" y="T1"/>
                  </a:cxn>
                  <a:cxn ang="0">
                    <a:pos x="T2" y="T3"/>
                  </a:cxn>
                  <a:cxn ang="0">
                    <a:pos x="T4" y="T5"/>
                  </a:cxn>
                  <a:cxn ang="0">
                    <a:pos x="T6" y="T7"/>
                  </a:cxn>
                  <a:cxn ang="0">
                    <a:pos x="T8" y="T9"/>
                  </a:cxn>
                </a:cxnLst>
                <a:rect l="0" t="0" r="r" b="b"/>
                <a:pathLst>
                  <a:path w="4402" h="74">
                    <a:moveTo>
                      <a:pt x="4368" y="74"/>
                    </a:moveTo>
                    <a:lnTo>
                      <a:pt x="32" y="74"/>
                    </a:lnTo>
                    <a:lnTo>
                      <a:pt x="0" y="0"/>
                    </a:lnTo>
                    <a:lnTo>
                      <a:pt x="4402" y="0"/>
                    </a:lnTo>
                    <a:lnTo>
                      <a:pt x="4368" y="74"/>
                    </a:lnTo>
                    <a:close/>
                  </a:path>
                </a:pathLst>
              </a:custGeom>
              <a:solidFill>
                <a:srgbClr val="755B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9" name="Freeform 238"/>
              <p:cNvSpPr>
                <a:spLocks/>
              </p:cNvSpPr>
              <p:nvPr/>
            </p:nvSpPr>
            <p:spPr bwMode="auto">
              <a:xfrm>
                <a:off x="3044825" y="3765550"/>
                <a:ext cx="6988175" cy="44450"/>
              </a:xfrm>
              <a:custGeom>
                <a:avLst/>
                <a:gdLst>
                  <a:gd name="T0" fmla="*/ 4402 w 4402"/>
                  <a:gd name="T1" fmla="*/ 0 h 28"/>
                  <a:gd name="T2" fmla="*/ 0 w 4402"/>
                  <a:gd name="T3" fmla="*/ 0 h 28"/>
                  <a:gd name="T4" fmla="*/ 12 w 4402"/>
                  <a:gd name="T5" fmla="*/ 28 h 28"/>
                  <a:gd name="T6" fmla="*/ 4390 w 4402"/>
                  <a:gd name="T7" fmla="*/ 28 h 28"/>
                  <a:gd name="T8" fmla="*/ 4402 w 4402"/>
                  <a:gd name="T9" fmla="*/ 0 h 28"/>
                </a:gdLst>
                <a:ahLst/>
                <a:cxnLst>
                  <a:cxn ang="0">
                    <a:pos x="T0" y="T1"/>
                  </a:cxn>
                  <a:cxn ang="0">
                    <a:pos x="T2" y="T3"/>
                  </a:cxn>
                  <a:cxn ang="0">
                    <a:pos x="T4" y="T5"/>
                  </a:cxn>
                  <a:cxn ang="0">
                    <a:pos x="T6" y="T7"/>
                  </a:cxn>
                  <a:cxn ang="0">
                    <a:pos x="T8" y="T9"/>
                  </a:cxn>
                </a:cxnLst>
                <a:rect l="0" t="0" r="r" b="b"/>
                <a:pathLst>
                  <a:path w="4402" h="28">
                    <a:moveTo>
                      <a:pt x="4402" y="0"/>
                    </a:moveTo>
                    <a:lnTo>
                      <a:pt x="0" y="0"/>
                    </a:lnTo>
                    <a:lnTo>
                      <a:pt x="12" y="28"/>
                    </a:lnTo>
                    <a:lnTo>
                      <a:pt x="4390" y="28"/>
                    </a:lnTo>
                    <a:lnTo>
                      <a:pt x="4402" y="0"/>
                    </a:lnTo>
                    <a:close/>
                  </a:path>
                </a:pathLst>
              </a:custGeom>
              <a:solidFill>
                <a:srgbClr val="EEA2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0" name="Rectangle 240"/>
              <p:cNvSpPr>
                <a:spLocks noChangeArrowheads="1"/>
              </p:cNvSpPr>
              <p:nvPr/>
            </p:nvSpPr>
            <p:spPr bwMode="auto">
              <a:xfrm>
                <a:off x="9277130" y="3883025"/>
                <a:ext cx="244801" cy="1593850"/>
              </a:xfrm>
              <a:prstGeom prst="rect">
                <a:avLst/>
              </a:prstGeom>
              <a:solidFill>
                <a:srgbClr val="755B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1" name="Rectangle 241"/>
              <p:cNvSpPr>
                <a:spLocks noChangeArrowheads="1"/>
              </p:cNvSpPr>
              <p:nvPr/>
            </p:nvSpPr>
            <p:spPr bwMode="auto">
              <a:xfrm>
                <a:off x="3533552" y="3883025"/>
                <a:ext cx="244801" cy="1593850"/>
              </a:xfrm>
              <a:prstGeom prst="rect">
                <a:avLst/>
              </a:prstGeom>
              <a:solidFill>
                <a:srgbClr val="755B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sp>
          <p:nvSpPr>
            <p:cNvPr id="189" name="Freeform 188"/>
            <p:cNvSpPr>
              <a:spLocks/>
            </p:cNvSpPr>
            <p:nvPr/>
          </p:nvSpPr>
          <p:spPr bwMode="auto">
            <a:xfrm>
              <a:off x="3528358" y="2677622"/>
              <a:ext cx="43779" cy="65670"/>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1" name="Freeform 190"/>
            <p:cNvSpPr>
              <a:spLocks/>
            </p:cNvSpPr>
            <p:nvPr/>
          </p:nvSpPr>
          <p:spPr bwMode="auto">
            <a:xfrm>
              <a:off x="3357156" y="2529139"/>
              <a:ext cx="101231" cy="47084"/>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2" name="Freeform 191"/>
            <p:cNvSpPr>
              <a:spLocks/>
            </p:cNvSpPr>
            <p:nvPr/>
          </p:nvSpPr>
          <p:spPr bwMode="auto">
            <a:xfrm>
              <a:off x="3373635" y="2590643"/>
              <a:ext cx="108293" cy="94168"/>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3" name="Oval 192"/>
            <p:cNvSpPr>
              <a:spLocks noChangeArrowheads="1"/>
            </p:cNvSpPr>
            <p:nvPr/>
          </p:nvSpPr>
          <p:spPr bwMode="auto">
            <a:xfrm>
              <a:off x="3401885" y="2602413"/>
              <a:ext cx="68272" cy="65918"/>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4" name="Oval 193"/>
            <p:cNvSpPr>
              <a:spLocks noChangeArrowheads="1"/>
            </p:cNvSpPr>
            <p:nvPr/>
          </p:nvSpPr>
          <p:spPr bwMode="auto">
            <a:xfrm>
              <a:off x="3413657" y="2618893"/>
              <a:ext cx="16480" cy="1648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5" name="Freeform 194"/>
            <p:cNvSpPr>
              <a:spLocks/>
            </p:cNvSpPr>
            <p:nvPr/>
          </p:nvSpPr>
          <p:spPr bwMode="auto">
            <a:xfrm>
              <a:off x="3632596" y="2529139"/>
              <a:ext cx="98876" cy="47084"/>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6" name="Freeform 195"/>
            <p:cNvSpPr>
              <a:spLocks/>
            </p:cNvSpPr>
            <p:nvPr/>
          </p:nvSpPr>
          <p:spPr bwMode="auto">
            <a:xfrm>
              <a:off x="3604346" y="2590643"/>
              <a:ext cx="110648" cy="94168"/>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7" name="Oval 196"/>
            <p:cNvSpPr>
              <a:spLocks noChangeArrowheads="1"/>
            </p:cNvSpPr>
            <p:nvPr/>
          </p:nvSpPr>
          <p:spPr bwMode="auto">
            <a:xfrm>
              <a:off x="3620826" y="2602413"/>
              <a:ext cx="65918" cy="65918"/>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8" name="Oval 197"/>
            <p:cNvSpPr>
              <a:spLocks noChangeArrowheads="1"/>
            </p:cNvSpPr>
            <p:nvPr/>
          </p:nvSpPr>
          <p:spPr bwMode="auto">
            <a:xfrm>
              <a:off x="3660847" y="2618893"/>
              <a:ext cx="16480" cy="1648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grpSp>
          <p:nvGrpSpPr>
            <p:cNvPr id="227" name="Group 226"/>
            <p:cNvGrpSpPr/>
            <p:nvPr/>
          </p:nvGrpSpPr>
          <p:grpSpPr>
            <a:xfrm>
              <a:off x="3467322" y="2770510"/>
              <a:ext cx="171945" cy="135505"/>
              <a:chOff x="3298711" y="2633973"/>
              <a:chExt cx="469203" cy="345002"/>
            </a:xfrm>
          </p:grpSpPr>
          <p:sp>
            <p:nvSpPr>
              <p:cNvPr id="225" name="Freeform 32"/>
              <p:cNvSpPr>
                <a:spLocks/>
              </p:cNvSpPr>
              <p:nvPr/>
            </p:nvSpPr>
            <p:spPr bwMode="auto">
              <a:xfrm>
                <a:off x="3376911" y="2850174"/>
                <a:ext cx="308202" cy="128801"/>
              </a:xfrm>
              <a:custGeom>
                <a:avLst/>
                <a:gdLst>
                  <a:gd name="T0" fmla="*/ 0 w 268"/>
                  <a:gd name="T1" fmla="*/ 4 h 112"/>
                  <a:gd name="T2" fmla="*/ 0 w 268"/>
                  <a:gd name="T3" fmla="*/ 4 h 112"/>
                  <a:gd name="T4" fmla="*/ 18 w 268"/>
                  <a:gd name="T5" fmla="*/ 26 h 112"/>
                  <a:gd name="T6" fmla="*/ 40 w 268"/>
                  <a:gd name="T7" fmla="*/ 48 h 112"/>
                  <a:gd name="T8" fmla="*/ 62 w 268"/>
                  <a:gd name="T9" fmla="*/ 66 h 112"/>
                  <a:gd name="T10" fmla="*/ 86 w 268"/>
                  <a:gd name="T11" fmla="*/ 84 h 112"/>
                  <a:gd name="T12" fmla="*/ 114 w 268"/>
                  <a:gd name="T13" fmla="*/ 98 h 112"/>
                  <a:gd name="T14" fmla="*/ 128 w 268"/>
                  <a:gd name="T15" fmla="*/ 102 h 112"/>
                  <a:gd name="T16" fmla="*/ 142 w 268"/>
                  <a:gd name="T17" fmla="*/ 108 h 112"/>
                  <a:gd name="T18" fmla="*/ 156 w 268"/>
                  <a:gd name="T19" fmla="*/ 110 h 112"/>
                  <a:gd name="T20" fmla="*/ 170 w 268"/>
                  <a:gd name="T21" fmla="*/ 112 h 112"/>
                  <a:gd name="T22" fmla="*/ 186 w 268"/>
                  <a:gd name="T23" fmla="*/ 112 h 112"/>
                  <a:gd name="T24" fmla="*/ 202 w 268"/>
                  <a:gd name="T25" fmla="*/ 110 h 112"/>
                  <a:gd name="T26" fmla="*/ 202 w 268"/>
                  <a:gd name="T27" fmla="*/ 110 h 112"/>
                  <a:gd name="T28" fmla="*/ 222 w 268"/>
                  <a:gd name="T29" fmla="*/ 106 h 112"/>
                  <a:gd name="T30" fmla="*/ 238 w 268"/>
                  <a:gd name="T31" fmla="*/ 98 h 112"/>
                  <a:gd name="T32" fmla="*/ 254 w 268"/>
                  <a:gd name="T33" fmla="*/ 90 h 112"/>
                  <a:gd name="T34" fmla="*/ 268 w 268"/>
                  <a:gd name="T35" fmla="*/ 78 h 112"/>
                  <a:gd name="T36" fmla="*/ 268 w 268"/>
                  <a:gd name="T37" fmla="*/ 78 h 112"/>
                  <a:gd name="T38" fmla="*/ 256 w 268"/>
                  <a:gd name="T39" fmla="*/ 62 h 112"/>
                  <a:gd name="T40" fmla="*/ 240 w 268"/>
                  <a:gd name="T41" fmla="*/ 50 h 112"/>
                  <a:gd name="T42" fmla="*/ 224 w 268"/>
                  <a:gd name="T43" fmla="*/ 38 h 112"/>
                  <a:gd name="T44" fmla="*/ 208 w 268"/>
                  <a:gd name="T45" fmla="*/ 28 h 112"/>
                  <a:gd name="T46" fmla="*/ 190 w 268"/>
                  <a:gd name="T47" fmla="*/ 20 h 112"/>
                  <a:gd name="T48" fmla="*/ 172 w 268"/>
                  <a:gd name="T49" fmla="*/ 14 h 112"/>
                  <a:gd name="T50" fmla="*/ 154 w 268"/>
                  <a:gd name="T51" fmla="*/ 8 h 112"/>
                  <a:gd name="T52" fmla="*/ 134 w 268"/>
                  <a:gd name="T53" fmla="*/ 4 h 112"/>
                  <a:gd name="T54" fmla="*/ 98 w 268"/>
                  <a:gd name="T55" fmla="*/ 0 h 112"/>
                  <a:gd name="T56" fmla="*/ 62 w 268"/>
                  <a:gd name="T57" fmla="*/ 0 h 112"/>
                  <a:gd name="T58" fmla="*/ 28 w 268"/>
                  <a:gd name="T59" fmla="*/ 2 h 112"/>
                  <a:gd name="T60" fmla="*/ 0 w 268"/>
                  <a:gd name="T61"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8" h="112">
                    <a:moveTo>
                      <a:pt x="0" y="4"/>
                    </a:moveTo>
                    <a:lnTo>
                      <a:pt x="0" y="4"/>
                    </a:lnTo>
                    <a:lnTo>
                      <a:pt x="18" y="26"/>
                    </a:lnTo>
                    <a:lnTo>
                      <a:pt x="40" y="48"/>
                    </a:lnTo>
                    <a:lnTo>
                      <a:pt x="62" y="66"/>
                    </a:lnTo>
                    <a:lnTo>
                      <a:pt x="86" y="84"/>
                    </a:lnTo>
                    <a:lnTo>
                      <a:pt x="114" y="98"/>
                    </a:lnTo>
                    <a:lnTo>
                      <a:pt x="128" y="102"/>
                    </a:lnTo>
                    <a:lnTo>
                      <a:pt x="142" y="108"/>
                    </a:lnTo>
                    <a:lnTo>
                      <a:pt x="156" y="110"/>
                    </a:lnTo>
                    <a:lnTo>
                      <a:pt x="170" y="112"/>
                    </a:lnTo>
                    <a:lnTo>
                      <a:pt x="186" y="112"/>
                    </a:lnTo>
                    <a:lnTo>
                      <a:pt x="202" y="110"/>
                    </a:lnTo>
                    <a:lnTo>
                      <a:pt x="202" y="110"/>
                    </a:lnTo>
                    <a:lnTo>
                      <a:pt x="222" y="106"/>
                    </a:lnTo>
                    <a:lnTo>
                      <a:pt x="238" y="98"/>
                    </a:lnTo>
                    <a:lnTo>
                      <a:pt x="254" y="90"/>
                    </a:lnTo>
                    <a:lnTo>
                      <a:pt x="268" y="78"/>
                    </a:lnTo>
                    <a:lnTo>
                      <a:pt x="268" y="78"/>
                    </a:lnTo>
                    <a:lnTo>
                      <a:pt x="256" y="62"/>
                    </a:lnTo>
                    <a:lnTo>
                      <a:pt x="240" y="50"/>
                    </a:lnTo>
                    <a:lnTo>
                      <a:pt x="224" y="38"/>
                    </a:lnTo>
                    <a:lnTo>
                      <a:pt x="208" y="28"/>
                    </a:lnTo>
                    <a:lnTo>
                      <a:pt x="190" y="20"/>
                    </a:lnTo>
                    <a:lnTo>
                      <a:pt x="172" y="14"/>
                    </a:lnTo>
                    <a:lnTo>
                      <a:pt x="154" y="8"/>
                    </a:lnTo>
                    <a:lnTo>
                      <a:pt x="134" y="4"/>
                    </a:lnTo>
                    <a:lnTo>
                      <a:pt x="98" y="0"/>
                    </a:lnTo>
                    <a:lnTo>
                      <a:pt x="62" y="0"/>
                    </a:lnTo>
                    <a:lnTo>
                      <a:pt x="28" y="2"/>
                    </a:lnTo>
                    <a:lnTo>
                      <a:pt x="0" y="4"/>
                    </a:lnTo>
                    <a:close/>
                  </a:path>
                </a:pathLst>
              </a:custGeom>
              <a:solidFill>
                <a:srgbClr val="DA9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26" name="Freeform 34"/>
              <p:cNvSpPr>
                <a:spLocks/>
              </p:cNvSpPr>
              <p:nvPr/>
            </p:nvSpPr>
            <p:spPr bwMode="auto">
              <a:xfrm>
                <a:off x="3298711" y="2633973"/>
                <a:ext cx="469203" cy="305902"/>
              </a:xfrm>
              <a:custGeom>
                <a:avLst/>
                <a:gdLst>
                  <a:gd name="T0" fmla="*/ 408 w 408"/>
                  <a:gd name="T1" fmla="*/ 0 h 266"/>
                  <a:gd name="T2" fmla="*/ 408 w 408"/>
                  <a:gd name="T3" fmla="*/ 0 h 266"/>
                  <a:gd name="T4" fmla="*/ 378 w 408"/>
                  <a:gd name="T5" fmla="*/ 2 h 266"/>
                  <a:gd name="T6" fmla="*/ 346 w 408"/>
                  <a:gd name="T7" fmla="*/ 4 h 266"/>
                  <a:gd name="T8" fmla="*/ 312 w 408"/>
                  <a:gd name="T9" fmla="*/ 8 h 266"/>
                  <a:gd name="T10" fmla="*/ 278 w 408"/>
                  <a:gd name="T11" fmla="*/ 14 h 266"/>
                  <a:gd name="T12" fmla="*/ 210 w 408"/>
                  <a:gd name="T13" fmla="*/ 28 h 266"/>
                  <a:gd name="T14" fmla="*/ 144 w 408"/>
                  <a:gd name="T15" fmla="*/ 44 h 266"/>
                  <a:gd name="T16" fmla="*/ 86 w 408"/>
                  <a:gd name="T17" fmla="*/ 60 h 266"/>
                  <a:gd name="T18" fmla="*/ 40 w 408"/>
                  <a:gd name="T19" fmla="*/ 74 h 266"/>
                  <a:gd name="T20" fmla="*/ 0 w 408"/>
                  <a:gd name="T21" fmla="*/ 88 h 266"/>
                  <a:gd name="T22" fmla="*/ 0 w 408"/>
                  <a:gd name="T23" fmla="*/ 88 h 266"/>
                  <a:gd name="T24" fmla="*/ 16 w 408"/>
                  <a:gd name="T25" fmla="*/ 120 h 266"/>
                  <a:gd name="T26" fmla="*/ 38 w 408"/>
                  <a:gd name="T27" fmla="*/ 154 h 266"/>
                  <a:gd name="T28" fmla="*/ 68 w 408"/>
                  <a:gd name="T29" fmla="*/ 192 h 266"/>
                  <a:gd name="T30" fmla="*/ 68 w 408"/>
                  <a:gd name="T31" fmla="*/ 192 h 266"/>
                  <a:gd name="T32" fmla="*/ 96 w 408"/>
                  <a:gd name="T33" fmla="*/ 190 h 266"/>
                  <a:gd name="T34" fmla="*/ 130 w 408"/>
                  <a:gd name="T35" fmla="*/ 188 h 266"/>
                  <a:gd name="T36" fmla="*/ 166 w 408"/>
                  <a:gd name="T37" fmla="*/ 188 h 266"/>
                  <a:gd name="T38" fmla="*/ 202 w 408"/>
                  <a:gd name="T39" fmla="*/ 192 h 266"/>
                  <a:gd name="T40" fmla="*/ 222 w 408"/>
                  <a:gd name="T41" fmla="*/ 196 h 266"/>
                  <a:gd name="T42" fmla="*/ 240 w 408"/>
                  <a:gd name="T43" fmla="*/ 202 h 266"/>
                  <a:gd name="T44" fmla="*/ 258 w 408"/>
                  <a:gd name="T45" fmla="*/ 208 h 266"/>
                  <a:gd name="T46" fmla="*/ 276 w 408"/>
                  <a:gd name="T47" fmla="*/ 216 h 266"/>
                  <a:gd name="T48" fmla="*/ 292 w 408"/>
                  <a:gd name="T49" fmla="*/ 226 h 266"/>
                  <a:gd name="T50" fmla="*/ 308 w 408"/>
                  <a:gd name="T51" fmla="*/ 238 h 266"/>
                  <a:gd name="T52" fmla="*/ 324 w 408"/>
                  <a:gd name="T53" fmla="*/ 250 h 266"/>
                  <a:gd name="T54" fmla="*/ 336 w 408"/>
                  <a:gd name="T55" fmla="*/ 266 h 266"/>
                  <a:gd name="T56" fmla="*/ 336 w 408"/>
                  <a:gd name="T57" fmla="*/ 266 h 266"/>
                  <a:gd name="T58" fmla="*/ 352 w 408"/>
                  <a:gd name="T59" fmla="*/ 250 h 266"/>
                  <a:gd name="T60" fmla="*/ 364 w 408"/>
                  <a:gd name="T61" fmla="*/ 232 h 266"/>
                  <a:gd name="T62" fmla="*/ 374 w 408"/>
                  <a:gd name="T63" fmla="*/ 212 h 266"/>
                  <a:gd name="T64" fmla="*/ 384 w 408"/>
                  <a:gd name="T65" fmla="*/ 192 h 266"/>
                  <a:gd name="T66" fmla="*/ 390 w 408"/>
                  <a:gd name="T67" fmla="*/ 170 h 266"/>
                  <a:gd name="T68" fmla="*/ 396 w 408"/>
                  <a:gd name="T69" fmla="*/ 148 h 266"/>
                  <a:gd name="T70" fmla="*/ 404 w 408"/>
                  <a:gd name="T71" fmla="*/ 104 h 266"/>
                  <a:gd name="T72" fmla="*/ 408 w 408"/>
                  <a:gd name="T73" fmla="*/ 64 h 266"/>
                  <a:gd name="T74" fmla="*/ 408 w 408"/>
                  <a:gd name="T75" fmla="*/ 32 h 266"/>
                  <a:gd name="T76" fmla="*/ 408 w 408"/>
                  <a:gd name="T7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8" h="266">
                    <a:moveTo>
                      <a:pt x="408" y="0"/>
                    </a:moveTo>
                    <a:lnTo>
                      <a:pt x="408" y="0"/>
                    </a:lnTo>
                    <a:lnTo>
                      <a:pt x="378" y="2"/>
                    </a:lnTo>
                    <a:lnTo>
                      <a:pt x="346" y="4"/>
                    </a:lnTo>
                    <a:lnTo>
                      <a:pt x="312" y="8"/>
                    </a:lnTo>
                    <a:lnTo>
                      <a:pt x="278" y="14"/>
                    </a:lnTo>
                    <a:lnTo>
                      <a:pt x="210" y="28"/>
                    </a:lnTo>
                    <a:lnTo>
                      <a:pt x="144" y="44"/>
                    </a:lnTo>
                    <a:lnTo>
                      <a:pt x="86" y="60"/>
                    </a:lnTo>
                    <a:lnTo>
                      <a:pt x="40" y="74"/>
                    </a:lnTo>
                    <a:lnTo>
                      <a:pt x="0" y="88"/>
                    </a:lnTo>
                    <a:lnTo>
                      <a:pt x="0" y="88"/>
                    </a:lnTo>
                    <a:lnTo>
                      <a:pt x="16" y="120"/>
                    </a:lnTo>
                    <a:lnTo>
                      <a:pt x="38" y="154"/>
                    </a:lnTo>
                    <a:lnTo>
                      <a:pt x="68" y="192"/>
                    </a:lnTo>
                    <a:lnTo>
                      <a:pt x="68" y="192"/>
                    </a:lnTo>
                    <a:lnTo>
                      <a:pt x="96" y="190"/>
                    </a:lnTo>
                    <a:lnTo>
                      <a:pt x="130" y="188"/>
                    </a:lnTo>
                    <a:lnTo>
                      <a:pt x="166" y="188"/>
                    </a:lnTo>
                    <a:lnTo>
                      <a:pt x="202" y="192"/>
                    </a:lnTo>
                    <a:lnTo>
                      <a:pt x="222" y="196"/>
                    </a:lnTo>
                    <a:lnTo>
                      <a:pt x="240" y="202"/>
                    </a:lnTo>
                    <a:lnTo>
                      <a:pt x="258" y="208"/>
                    </a:lnTo>
                    <a:lnTo>
                      <a:pt x="276" y="216"/>
                    </a:lnTo>
                    <a:lnTo>
                      <a:pt x="292" y="226"/>
                    </a:lnTo>
                    <a:lnTo>
                      <a:pt x="308" y="238"/>
                    </a:lnTo>
                    <a:lnTo>
                      <a:pt x="324" y="250"/>
                    </a:lnTo>
                    <a:lnTo>
                      <a:pt x="336" y="266"/>
                    </a:lnTo>
                    <a:lnTo>
                      <a:pt x="336" y="266"/>
                    </a:lnTo>
                    <a:lnTo>
                      <a:pt x="352" y="250"/>
                    </a:lnTo>
                    <a:lnTo>
                      <a:pt x="364" y="232"/>
                    </a:lnTo>
                    <a:lnTo>
                      <a:pt x="374" y="212"/>
                    </a:lnTo>
                    <a:lnTo>
                      <a:pt x="384" y="192"/>
                    </a:lnTo>
                    <a:lnTo>
                      <a:pt x="390" y="170"/>
                    </a:lnTo>
                    <a:lnTo>
                      <a:pt x="396" y="148"/>
                    </a:lnTo>
                    <a:lnTo>
                      <a:pt x="404" y="104"/>
                    </a:lnTo>
                    <a:lnTo>
                      <a:pt x="408" y="64"/>
                    </a:lnTo>
                    <a:lnTo>
                      <a:pt x="408" y="32"/>
                    </a:lnTo>
                    <a:lnTo>
                      <a:pt x="408" y="0"/>
                    </a:lnTo>
                    <a:close/>
                  </a:path>
                </a:pathLst>
              </a:custGeom>
              <a:solidFill>
                <a:srgbClr val="763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grpSp>
      <p:sp>
        <p:nvSpPr>
          <p:cNvPr id="301" name="TextBox 300"/>
          <p:cNvSpPr txBox="1"/>
          <p:nvPr/>
        </p:nvSpPr>
        <p:spPr>
          <a:xfrm>
            <a:off x="2192127" y="5998668"/>
            <a:ext cx="1497681" cy="200055"/>
          </a:xfrm>
          <a:prstGeom prst="rect">
            <a:avLst/>
          </a:prstGeom>
          <a:noFill/>
        </p:spPr>
        <p:txBody>
          <a:bodyPr wrap="square" rtlCol="0">
            <a:spAutoFit/>
          </a:bodyPr>
          <a:lstStyle/>
          <a:p>
            <a:pPr algn="ctr" fontAlgn="auto">
              <a:spcBef>
                <a:spcPts val="0"/>
              </a:spcBef>
              <a:spcAft>
                <a:spcPts val="0"/>
              </a:spcAft>
            </a:pPr>
            <a:r>
              <a:rPr lang="id-ID" sz="700" dirty="0" smtClean="0">
                <a:solidFill>
                  <a:prstClr val="black">
                    <a:lumMod val="50000"/>
                    <a:lumOff val="50000"/>
                  </a:prstClr>
                </a:solidFill>
                <a:latin typeface="Montserrat Light"/>
              </a:rPr>
              <a:t>Designed by freepik</a:t>
            </a:r>
            <a:endParaRPr lang="en-US" sz="700" b="1" dirty="0">
              <a:solidFill>
                <a:prstClr val="black">
                  <a:lumMod val="50000"/>
                  <a:lumOff val="50000"/>
                </a:prstClr>
              </a:solidFill>
              <a:latin typeface="Montserrat Light"/>
            </a:endParaRPr>
          </a:p>
        </p:txBody>
      </p:sp>
      <p:sp>
        <p:nvSpPr>
          <p:cNvPr id="302" name="Freeform 222"/>
          <p:cNvSpPr>
            <a:spLocks noEditPoints="1"/>
          </p:cNvSpPr>
          <p:nvPr/>
        </p:nvSpPr>
        <p:spPr bwMode="auto">
          <a:xfrm>
            <a:off x="10914924" y="3410209"/>
            <a:ext cx="221343" cy="222318"/>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rgbClr val="002060"/>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303" name="Freeform 222"/>
          <p:cNvSpPr>
            <a:spLocks noEditPoints="1"/>
          </p:cNvSpPr>
          <p:nvPr/>
        </p:nvSpPr>
        <p:spPr bwMode="auto">
          <a:xfrm>
            <a:off x="10914924" y="5063824"/>
            <a:ext cx="221343" cy="222318"/>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rgbClr val="00B050"/>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307" name="TextBox 306"/>
          <p:cNvSpPr txBox="1"/>
          <p:nvPr/>
        </p:nvSpPr>
        <p:spPr>
          <a:xfrm>
            <a:off x="4241754" y="1482873"/>
            <a:ext cx="7605754" cy="1384995"/>
          </a:xfrm>
          <a:prstGeom prst="rect">
            <a:avLst/>
          </a:prstGeom>
          <a:noFill/>
        </p:spPr>
        <p:txBody>
          <a:bodyPr wrap="square" rtlCol="0">
            <a:spAutoFit/>
          </a:bodyPr>
          <a:lstStyle/>
          <a:p>
            <a:pPr algn="ctr" fontAlgn="auto">
              <a:spcBef>
                <a:spcPts val="0"/>
              </a:spcBef>
              <a:spcAft>
                <a:spcPts val="0"/>
              </a:spcAft>
            </a:pPr>
            <a:r>
              <a:rPr lang="ar-SA" sz="2800" b="1" dirty="0">
                <a:solidFill>
                  <a:schemeClr val="accent1"/>
                </a:solidFill>
              </a:rPr>
              <a:t>أربع مستويات يمكن أن يتم من خلالها إدخال مستحدثات التكنولوجيا في التعليم وهي (الحلفاوي، 2006: 35؛ خميس، 2003)</a:t>
            </a:r>
            <a:endParaRPr lang="en-US" sz="2800" b="1" dirty="0">
              <a:solidFill>
                <a:schemeClr val="accent1"/>
              </a:solidFill>
              <a:latin typeface="Montserrat Light"/>
            </a:endParaRPr>
          </a:p>
        </p:txBody>
      </p:sp>
      <p:sp>
        <p:nvSpPr>
          <p:cNvPr id="308" name="TextBox 307"/>
          <p:cNvSpPr txBox="1"/>
          <p:nvPr/>
        </p:nvSpPr>
        <p:spPr>
          <a:xfrm>
            <a:off x="4443485" y="3009025"/>
            <a:ext cx="6420655" cy="1569660"/>
          </a:xfrm>
          <a:prstGeom prst="rect">
            <a:avLst/>
          </a:prstGeom>
          <a:noFill/>
        </p:spPr>
        <p:txBody>
          <a:bodyPr wrap="square" rtlCol="0">
            <a:spAutoFit/>
          </a:bodyPr>
          <a:lstStyle/>
          <a:p>
            <a:pPr algn="r" rtl="1" fontAlgn="auto">
              <a:lnSpc>
                <a:spcPct val="150000"/>
              </a:lnSpc>
              <a:spcBef>
                <a:spcPts val="0"/>
              </a:spcBef>
              <a:spcAft>
                <a:spcPts val="0"/>
              </a:spcAft>
            </a:pPr>
            <a:r>
              <a:rPr lang="ar-SA" sz="3200" b="1" u="sng" dirty="0">
                <a:solidFill>
                  <a:srgbClr val="002060"/>
                </a:solidFill>
              </a:rPr>
              <a:t>المستوى </a:t>
            </a:r>
            <a:r>
              <a:rPr lang="ar-SA" sz="3200" b="1" u="sng" dirty="0" smtClean="0">
                <a:solidFill>
                  <a:srgbClr val="002060"/>
                </a:solidFill>
              </a:rPr>
              <a:t>الأول</a:t>
            </a:r>
            <a:r>
              <a:rPr lang="en-US" sz="3200" b="1" u="sng" dirty="0">
                <a:solidFill>
                  <a:srgbClr val="002060"/>
                </a:solidFill>
              </a:rPr>
              <a:t>:</a:t>
            </a:r>
            <a:endParaRPr lang="en-US" sz="3200" b="1" u="sng" dirty="0" smtClean="0">
              <a:solidFill>
                <a:srgbClr val="002060"/>
              </a:solidFill>
            </a:endParaRPr>
          </a:p>
          <a:p>
            <a:pPr algn="r" fontAlgn="auto">
              <a:spcBef>
                <a:spcPts val="0"/>
              </a:spcBef>
              <a:spcAft>
                <a:spcPts val="0"/>
              </a:spcAft>
            </a:pPr>
            <a:r>
              <a:rPr lang="ar-SA" sz="2400" b="1" dirty="0"/>
              <a:t>وفيه يتم الاهتمام بالمستحدث التكنولوجي، مع الأخذ بعين الاعتبار لمتطلبات البيئة التعليمية التي سيدخل فيها المستحدث</a:t>
            </a:r>
            <a:endParaRPr lang="en-US" sz="2400" b="1" u="sng" dirty="0">
              <a:solidFill>
                <a:prstClr val="black">
                  <a:lumMod val="50000"/>
                  <a:lumOff val="50000"/>
                </a:prstClr>
              </a:solidFill>
              <a:latin typeface="Montserrat Light"/>
            </a:endParaRPr>
          </a:p>
        </p:txBody>
      </p:sp>
      <p:sp>
        <p:nvSpPr>
          <p:cNvPr id="311" name="TextBox 310"/>
          <p:cNvSpPr txBox="1"/>
          <p:nvPr/>
        </p:nvSpPr>
        <p:spPr>
          <a:xfrm>
            <a:off x="4862945" y="4719842"/>
            <a:ext cx="5910284" cy="1569660"/>
          </a:xfrm>
          <a:prstGeom prst="rect">
            <a:avLst/>
          </a:prstGeom>
          <a:noFill/>
        </p:spPr>
        <p:txBody>
          <a:bodyPr wrap="square" rtlCol="0">
            <a:spAutoFit/>
          </a:bodyPr>
          <a:lstStyle/>
          <a:p>
            <a:pPr algn="r" rtl="1" fontAlgn="auto">
              <a:lnSpc>
                <a:spcPct val="150000"/>
              </a:lnSpc>
              <a:spcBef>
                <a:spcPts val="0"/>
              </a:spcBef>
              <a:spcAft>
                <a:spcPts val="0"/>
              </a:spcAft>
            </a:pPr>
            <a:r>
              <a:rPr lang="ar-SA" sz="3200" b="1" u="sng" dirty="0">
                <a:solidFill>
                  <a:srgbClr val="00B050"/>
                </a:solidFill>
              </a:rPr>
              <a:t>المستوى الثاني</a:t>
            </a:r>
            <a:r>
              <a:rPr lang="ar-SA" sz="3200" u="sng" dirty="0" smtClean="0">
                <a:solidFill>
                  <a:srgbClr val="00B050"/>
                </a:solidFill>
              </a:rPr>
              <a:t>:</a:t>
            </a:r>
            <a:endParaRPr lang="en-US" sz="3200" u="sng" dirty="0" smtClean="0">
              <a:solidFill>
                <a:srgbClr val="00B050"/>
              </a:solidFill>
            </a:endParaRPr>
          </a:p>
          <a:p>
            <a:pPr algn="r" rtl="1" fontAlgn="auto">
              <a:spcBef>
                <a:spcPts val="0"/>
              </a:spcBef>
              <a:spcAft>
                <a:spcPts val="0"/>
              </a:spcAft>
            </a:pPr>
            <a:r>
              <a:rPr lang="ar-SA" sz="2400" b="1" dirty="0" smtClean="0"/>
              <a:t> </a:t>
            </a:r>
            <a:r>
              <a:rPr lang="ar-SA" sz="2400" b="1" dirty="0"/>
              <a:t>وفيه يتم التركيز من قبل المسئولين على المواصفات الفنية للمستحدث التكنولوجي</a:t>
            </a:r>
            <a:endParaRPr lang="en-US" sz="2400" b="1" dirty="0">
              <a:solidFill>
                <a:prstClr val="black">
                  <a:lumMod val="50000"/>
                  <a:lumOff val="50000"/>
                </a:prstClr>
              </a:solidFill>
              <a:latin typeface="Montserrat Light"/>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32011184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28"/>
                                        </p:tgtEl>
                                        <p:attrNameLst>
                                          <p:attrName>style.visibility</p:attrName>
                                        </p:attrNameLst>
                                      </p:cBhvr>
                                      <p:to>
                                        <p:strVal val="visible"/>
                                      </p:to>
                                    </p:set>
                                    <p:anim calcmode="lin" valueType="num">
                                      <p:cBhvr>
                                        <p:cTn id="7" dur="500" fill="hold"/>
                                        <p:tgtEl>
                                          <p:spTgt spid="228"/>
                                        </p:tgtEl>
                                        <p:attrNameLst>
                                          <p:attrName>ppt_w</p:attrName>
                                        </p:attrNameLst>
                                      </p:cBhvr>
                                      <p:tavLst>
                                        <p:tav tm="0">
                                          <p:val>
                                            <p:fltVal val="0"/>
                                          </p:val>
                                        </p:tav>
                                        <p:tav tm="100000">
                                          <p:val>
                                            <p:strVal val="#ppt_w"/>
                                          </p:val>
                                        </p:tav>
                                      </p:tavLst>
                                    </p:anim>
                                    <p:anim calcmode="lin" valueType="num">
                                      <p:cBhvr>
                                        <p:cTn id="8" dur="500" fill="hold"/>
                                        <p:tgtEl>
                                          <p:spTgt spid="228"/>
                                        </p:tgtEl>
                                        <p:attrNameLst>
                                          <p:attrName>ppt_h</p:attrName>
                                        </p:attrNameLst>
                                      </p:cBhvr>
                                      <p:tavLst>
                                        <p:tav tm="0">
                                          <p:val>
                                            <p:fltVal val="0"/>
                                          </p:val>
                                        </p:tav>
                                        <p:tav tm="100000">
                                          <p:val>
                                            <p:strVal val="#ppt_h"/>
                                          </p:val>
                                        </p:tav>
                                      </p:tavLst>
                                    </p:anim>
                                    <p:animEffect transition="in" filter="fade">
                                      <p:cBhvr>
                                        <p:cTn id="9" dur="500"/>
                                        <p:tgtEl>
                                          <p:spTgt spid="228"/>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301"/>
                                        </p:tgtEl>
                                        <p:attrNameLst>
                                          <p:attrName>style.visibility</p:attrName>
                                        </p:attrNameLst>
                                      </p:cBhvr>
                                      <p:to>
                                        <p:strVal val="visible"/>
                                      </p:to>
                                    </p:set>
                                    <p:animEffect transition="in" filter="fade">
                                      <p:cBhvr>
                                        <p:cTn id="12" dur="500"/>
                                        <p:tgtEl>
                                          <p:spTgt spid="301"/>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07"/>
                                        </p:tgtEl>
                                        <p:attrNameLst>
                                          <p:attrName>style.visibility</p:attrName>
                                        </p:attrNameLst>
                                      </p:cBhvr>
                                      <p:to>
                                        <p:strVal val="visible"/>
                                      </p:to>
                                    </p:set>
                                    <p:animEffect transition="in" filter="fade">
                                      <p:cBhvr>
                                        <p:cTn id="15" dur="500"/>
                                        <p:tgtEl>
                                          <p:spTgt spid="307"/>
                                        </p:tgtEl>
                                      </p:cBhvr>
                                    </p:animEffect>
                                  </p:childTnLst>
                                </p:cTn>
                              </p:par>
                            </p:childTnLst>
                          </p:cTn>
                        </p:par>
                        <p:par>
                          <p:cTn id="16" fill="hold">
                            <p:stCondLst>
                              <p:cond delay="500"/>
                            </p:stCondLst>
                            <p:childTnLst>
                              <p:par>
                                <p:cTn id="17" presetID="10" presetClass="entr" presetSubtype="0" fill="hold" grpId="0" nodeType="afterEffect">
                                  <p:stCondLst>
                                    <p:cond delay="0"/>
                                  </p:stCondLst>
                                  <p:childTnLst>
                                    <p:set>
                                      <p:cBhvr>
                                        <p:cTn id="18" dur="1" fill="hold">
                                          <p:stCondLst>
                                            <p:cond delay="0"/>
                                          </p:stCondLst>
                                        </p:cTn>
                                        <p:tgtEl>
                                          <p:spTgt spid="302"/>
                                        </p:tgtEl>
                                        <p:attrNameLst>
                                          <p:attrName>style.visibility</p:attrName>
                                        </p:attrNameLst>
                                      </p:cBhvr>
                                      <p:to>
                                        <p:strVal val="visible"/>
                                      </p:to>
                                    </p:set>
                                    <p:animEffect transition="in" filter="fade">
                                      <p:cBhvr>
                                        <p:cTn id="19" dur="500"/>
                                        <p:tgtEl>
                                          <p:spTgt spid="302"/>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08"/>
                                        </p:tgtEl>
                                        <p:attrNameLst>
                                          <p:attrName>style.visibility</p:attrName>
                                        </p:attrNameLst>
                                      </p:cBhvr>
                                      <p:to>
                                        <p:strVal val="visible"/>
                                      </p:to>
                                    </p:set>
                                    <p:animEffect transition="in" filter="fade">
                                      <p:cBhvr>
                                        <p:cTn id="22" dur="500"/>
                                        <p:tgtEl>
                                          <p:spTgt spid="308"/>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303"/>
                                        </p:tgtEl>
                                        <p:attrNameLst>
                                          <p:attrName>style.visibility</p:attrName>
                                        </p:attrNameLst>
                                      </p:cBhvr>
                                      <p:to>
                                        <p:strVal val="visible"/>
                                      </p:to>
                                    </p:set>
                                    <p:animEffect transition="in" filter="fade">
                                      <p:cBhvr>
                                        <p:cTn id="26" dur="500"/>
                                        <p:tgtEl>
                                          <p:spTgt spid="30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311"/>
                                        </p:tgtEl>
                                        <p:attrNameLst>
                                          <p:attrName>style.visibility</p:attrName>
                                        </p:attrNameLst>
                                      </p:cBhvr>
                                      <p:to>
                                        <p:strVal val="visible"/>
                                      </p:to>
                                    </p:set>
                                    <p:animEffect transition="in" filter="fade">
                                      <p:cBhvr>
                                        <p:cTn id="29" dur="500"/>
                                        <p:tgtEl>
                                          <p:spTgt spid="3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1" grpId="0"/>
      <p:bldP spid="302" grpId="0" animBg="1"/>
      <p:bldP spid="303" grpId="0" animBg="1"/>
      <p:bldP spid="307" grpId="0"/>
      <p:bldP spid="308" grpId="0"/>
      <p:bldP spid="311"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644235" y="346366"/>
            <a:ext cx="11159837" cy="828098"/>
          </a:xfrm>
        </p:spPr>
        <p:txBody>
          <a:bodyPr>
            <a:normAutofit fontScale="90000"/>
          </a:bodyPr>
          <a:lstStyle/>
          <a:p>
            <a:pPr marL="742950" lvl="0" indent="-742950" algn="r" rtl="1">
              <a:buFont typeface="+mj-lt"/>
              <a:buAutoNum type="arabicPeriod" startAt="8"/>
            </a:pPr>
            <a:r>
              <a:rPr lang="ar-SA" u="sng" dirty="0">
                <a:solidFill>
                  <a:schemeClr val="tx1"/>
                </a:solidFill>
              </a:rPr>
              <a:t>أهمية المستحدثات التكنولوجية فى تطوير الممارسات التعليمية</a:t>
            </a:r>
            <a:endParaRPr lang="en-US" u="sng" dirty="0">
              <a:solidFill>
                <a:schemeClr val="tx1"/>
              </a:solidFill>
            </a:endParaRPr>
          </a:p>
        </p:txBody>
      </p:sp>
      <p:grpSp>
        <p:nvGrpSpPr>
          <p:cNvPr id="228" name="Group 227"/>
          <p:cNvGrpSpPr/>
          <p:nvPr/>
        </p:nvGrpSpPr>
        <p:grpSpPr>
          <a:xfrm>
            <a:off x="1881118" y="1679121"/>
            <a:ext cx="2089231" cy="4401642"/>
            <a:chOff x="2701175" y="2061936"/>
            <a:chExt cx="1772241" cy="3733800"/>
          </a:xfrm>
        </p:grpSpPr>
        <p:pic>
          <p:nvPicPr>
            <p:cNvPr id="6"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10996" y="5414736"/>
              <a:ext cx="16192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Freeform 130"/>
            <p:cNvSpPr>
              <a:spLocks/>
            </p:cNvSpPr>
            <p:nvPr/>
          </p:nvSpPr>
          <p:spPr bwMode="auto">
            <a:xfrm>
              <a:off x="3095171" y="5316311"/>
              <a:ext cx="431800" cy="203200"/>
            </a:xfrm>
            <a:custGeom>
              <a:avLst/>
              <a:gdLst>
                <a:gd name="T0" fmla="*/ 272 w 272"/>
                <a:gd name="T1" fmla="*/ 54 h 128"/>
                <a:gd name="T2" fmla="*/ 4 w 272"/>
                <a:gd name="T3" fmla="*/ 128 h 128"/>
                <a:gd name="T4" fmla="*/ 0 w 272"/>
                <a:gd name="T5" fmla="*/ 118 h 128"/>
                <a:gd name="T6" fmla="*/ 272 w 272"/>
                <a:gd name="T7" fmla="*/ 0 h 128"/>
                <a:gd name="T8" fmla="*/ 272 w 272"/>
                <a:gd name="T9" fmla="*/ 54 h 128"/>
              </a:gdLst>
              <a:ahLst/>
              <a:cxnLst>
                <a:cxn ang="0">
                  <a:pos x="T0" y="T1"/>
                </a:cxn>
                <a:cxn ang="0">
                  <a:pos x="T2" y="T3"/>
                </a:cxn>
                <a:cxn ang="0">
                  <a:pos x="T4" y="T5"/>
                </a:cxn>
                <a:cxn ang="0">
                  <a:pos x="T6" y="T7"/>
                </a:cxn>
                <a:cxn ang="0">
                  <a:pos x="T8" y="T9"/>
                </a:cxn>
              </a:cxnLst>
              <a:rect l="0" t="0" r="r" b="b"/>
              <a:pathLst>
                <a:path w="272" h="128">
                  <a:moveTo>
                    <a:pt x="272" y="54"/>
                  </a:moveTo>
                  <a:lnTo>
                    <a:pt x="4" y="128"/>
                  </a:lnTo>
                  <a:lnTo>
                    <a:pt x="0" y="118"/>
                  </a:lnTo>
                  <a:lnTo>
                    <a:pt x="272" y="0"/>
                  </a:lnTo>
                  <a:lnTo>
                    <a:pt x="272" y="54"/>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 name="Freeform 131"/>
            <p:cNvSpPr>
              <a:spLocks/>
            </p:cNvSpPr>
            <p:nvPr/>
          </p:nvSpPr>
          <p:spPr bwMode="auto">
            <a:xfrm>
              <a:off x="3050721" y="5529036"/>
              <a:ext cx="117475" cy="114300"/>
            </a:xfrm>
            <a:custGeom>
              <a:avLst/>
              <a:gdLst>
                <a:gd name="T0" fmla="*/ 74 w 74"/>
                <a:gd name="T1" fmla="*/ 36 h 72"/>
                <a:gd name="T2" fmla="*/ 74 w 74"/>
                <a:gd name="T3" fmla="*/ 36 h 72"/>
                <a:gd name="T4" fmla="*/ 72 w 74"/>
                <a:gd name="T5" fmla="*/ 44 h 72"/>
                <a:gd name="T6" fmla="*/ 70 w 74"/>
                <a:gd name="T7" fmla="*/ 50 h 72"/>
                <a:gd name="T8" fmla="*/ 68 w 74"/>
                <a:gd name="T9" fmla="*/ 56 h 72"/>
                <a:gd name="T10" fmla="*/ 62 w 74"/>
                <a:gd name="T11" fmla="*/ 62 h 72"/>
                <a:gd name="T12" fmla="*/ 58 w 74"/>
                <a:gd name="T13" fmla="*/ 66 h 72"/>
                <a:gd name="T14" fmla="*/ 52 w 74"/>
                <a:gd name="T15" fmla="*/ 70 h 72"/>
                <a:gd name="T16" fmla="*/ 44 w 74"/>
                <a:gd name="T17" fmla="*/ 72 h 72"/>
                <a:gd name="T18" fmla="*/ 36 w 74"/>
                <a:gd name="T19" fmla="*/ 72 h 72"/>
                <a:gd name="T20" fmla="*/ 36 w 74"/>
                <a:gd name="T21" fmla="*/ 72 h 72"/>
                <a:gd name="T22" fmla="*/ 30 w 74"/>
                <a:gd name="T23" fmla="*/ 72 h 72"/>
                <a:gd name="T24" fmla="*/ 22 w 74"/>
                <a:gd name="T25" fmla="*/ 70 h 72"/>
                <a:gd name="T26" fmla="*/ 16 w 74"/>
                <a:gd name="T27" fmla="*/ 66 h 72"/>
                <a:gd name="T28" fmla="*/ 10 w 74"/>
                <a:gd name="T29" fmla="*/ 62 h 72"/>
                <a:gd name="T30" fmla="*/ 6 w 74"/>
                <a:gd name="T31" fmla="*/ 56 h 72"/>
                <a:gd name="T32" fmla="*/ 4 w 74"/>
                <a:gd name="T33" fmla="*/ 50 h 72"/>
                <a:gd name="T34" fmla="*/ 0 w 74"/>
                <a:gd name="T35" fmla="*/ 44 h 72"/>
                <a:gd name="T36" fmla="*/ 0 w 74"/>
                <a:gd name="T37" fmla="*/ 36 h 72"/>
                <a:gd name="T38" fmla="*/ 0 w 74"/>
                <a:gd name="T39" fmla="*/ 36 h 72"/>
                <a:gd name="T40" fmla="*/ 0 w 74"/>
                <a:gd name="T41" fmla="*/ 28 h 72"/>
                <a:gd name="T42" fmla="*/ 4 w 74"/>
                <a:gd name="T43" fmla="*/ 22 h 72"/>
                <a:gd name="T44" fmla="*/ 6 w 74"/>
                <a:gd name="T45" fmla="*/ 16 h 72"/>
                <a:gd name="T46" fmla="*/ 10 w 74"/>
                <a:gd name="T47" fmla="*/ 10 h 72"/>
                <a:gd name="T48" fmla="*/ 16 w 74"/>
                <a:gd name="T49" fmla="*/ 6 h 72"/>
                <a:gd name="T50" fmla="*/ 22 w 74"/>
                <a:gd name="T51" fmla="*/ 2 h 72"/>
                <a:gd name="T52" fmla="*/ 30 w 74"/>
                <a:gd name="T53" fmla="*/ 0 h 72"/>
                <a:gd name="T54" fmla="*/ 36 w 74"/>
                <a:gd name="T55" fmla="*/ 0 h 72"/>
                <a:gd name="T56" fmla="*/ 36 w 74"/>
                <a:gd name="T57" fmla="*/ 0 h 72"/>
                <a:gd name="T58" fmla="*/ 44 w 74"/>
                <a:gd name="T59" fmla="*/ 0 h 72"/>
                <a:gd name="T60" fmla="*/ 52 w 74"/>
                <a:gd name="T61" fmla="*/ 2 h 72"/>
                <a:gd name="T62" fmla="*/ 58 w 74"/>
                <a:gd name="T63" fmla="*/ 6 h 72"/>
                <a:gd name="T64" fmla="*/ 62 w 74"/>
                <a:gd name="T65" fmla="*/ 10 h 72"/>
                <a:gd name="T66" fmla="*/ 68 w 74"/>
                <a:gd name="T67" fmla="*/ 16 h 72"/>
                <a:gd name="T68" fmla="*/ 70 w 74"/>
                <a:gd name="T69" fmla="*/ 22 h 72"/>
                <a:gd name="T70" fmla="*/ 72 w 74"/>
                <a:gd name="T71" fmla="*/ 28 h 72"/>
                <a:gd name="T72" fmla="*/ 74 w 74"/>
                <a:gd name="T73" fmla="*/ 36 h 72"/>
                <a:gd name="T74" fmla="*/ 74 w 74"/>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2">
                  <a:moveTo>
                    <a:pt x="74" y="36"/>
                  </a:moveTo>
                  <a:lnTo>
                    <a:pt x="74" y="36"/>
                  </a:lnTo>
                  <a:lnTo>
                    <a:pt x="72" y="44"/>
                  </a:lnTo>
                  <a:lnTo>
                    <a:pt x="70" y="50"/>
                  </a:lnTo>
                  <a:lnTo>
                    <a:pt x="68" y="56"/>
                  </a:lnTo>
                  <a:lnTo>
                    <a:pt x="62" y="62"/>
                  </a:lnTo>
                  <a:lnTo>
                    <a:pt x="58" y="66"/>
                  </a:lnTo>
                  <a:lnTo>
                    <a:pt x="52" y="70"/>
                  </a:lnTo>
                  <a:lnTo>
                    <a:pt x="44" y="72"/>
                  </a:lnTo>
                  <a:lnTo>
                    <a:pt x="36" y="72"/>
                  </a:lnTo>
                  <a:lnTo>
                    <a:pt x="36" y="72"/>
                  </a:lnTo>
                  <a:lnTo>
                    <a:pt x="30" y="72"/>
                  </a:lnTo>
                  <a:lnTo>
                    <a:pt x="22" y="70"/>
                  </a:lnTo>
                  <a:lnTo>
                    <a:pt x="16" y="66"/>
                  </a:lnTo>
                  <a:lnTo>
                    <a:pt x="10" y="62"/>
                  </a:lnTo>
                  <a:lnTo>
                    <a:pt x="6" y="56"/>
                  </a:lnTo>
                  <a:lnTo>
                    <a:pt x="4" y="50"/>
                  </a:lnTo>
                  <a:lnTo>
                    <a:pt x="0" y="44"/>
                  </a:lnTo>
                  <a:lnTo>
                    <a:pt x="0" y="36"/>
                  </a:lnTo>
                  <a:lnTo>
                    <a:pt x="0" y="36"/>
                  </a:lnTo>
                  <a:lnTo>
                    <a:pt x="0" y="28"/>
                  </a:lnTo>
                  <a:lnTo>
                    <a:pt x="4" y="22"/>
                  </a:lnTo>
                  <a:lnTo>
                    <a:pt x="6" y="16"/>
                  </a:lnTo>
                  <a:lnTo>
                    <a:pt x="10" y="10"/>
                  </a:lnTo>
                  <a:lnTo>
                    <a:pt x="16" y="6"/>
                  </a:lnTo>
                  <a:lnTo>
                    <a:pt x="22" y="2"/>
                  </a:lnTo>
                  <a:lnTo>
                    <a:pt x="30" y="0"/>
                  </a:lnTo>
                  <a:lnTo>
                    <a:pt x="36" y="0"/>
                  </a:lnTo>
                  <a:lnTo>
                    <a:pt x="36" y="0"/>
                  </a:lnTo>
                  <a:lnTo>
                    <a:pt x="44" y="0"/>
                  </a:lnTo>
                  <a:lnTo>
                    <a:pt x="52" y="2"/>
                  </a:lnTo>
                  <a:lnTo>
                    <a:pt x="58" y="6"/>
                  </a:lnTo>
                  <a:lnTo>
                    <a:pt x="62" y="10"/>
                  </a:lnTo>
                  <a:lnTo>
                    <a:pt x="68" y="16"/>
                  </a:lnTo>
                  <a:lnTo>
                    <a:pt x="70" y="22"/>
                  </a:lnTo>
                  <a:lnTo>
                    <a:pt x="72" y="28"/>
                  </a:lnTo>
                  <a:lnTo>
                    <a:pt x="74" y="36"/>
                  </a:lnTo>
                  <a:lnTo>
                    <a:pt x="74"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 name="Freeform 132"/>
            <p:cNvSpPr>
              <a:spLocks/>
            </p:cNvSpPr>
            <p:nvPr/>
          </p:nvSpPr>
          <p:spPr bwMode="auto">
            <a:xfrm>
              <a:off x="3063421" y="5541736"/>
              <a:ext cx="92075" cy="92075"/>
            </a:xfrm>
            <a:custGeom>
              <a:avLst/>
              <a:gdLst>
                <a:gd name="T0" fmla="*/ 58 w 58"/>
                <a:gd name="T1" fmla="*/ 28 h 58"/>
                <a:gd name="T2" fmla="*/ 58 w 58"/>
                <a:gd name="T3" fmla="*/ 28 h 58"/>
                <a:gd name="T4" fmla="*/ 56 w 58"/>
                <a:gd name="T5" fmla="*/ 40 h 58"/>
                <a:gd name="T6" fmla="*/ 50 w 58"/>
                <a:gd name="T7" fmla="*/ 48 h 58"/>
                <a:gd name="T8" fmla="*/ 40 w 58"/>
                <a:gd name="T9" fmla="*/ 54 h 58"/>
                <a:gd name="T10" fmla="*/ 28 w 58"/>
                <a:gd name="T11" fmla="*/ 58 h 58"/>
                <a:gd name="T12" fmla="*/ 28 w 58"/>
                <a:gd name="T13" fmla="*/ 58 h 58"/>
                <a:gd name="T14" fmla="*/ 18 w 58"/>
                <a:gd name="T15" fmla="*/ 54 h 58"/>
                <a:gd name="T16" fmla="*/ 8 w 58"/>
                <a:gd name="T17" fmla="*/ 48 h 58"/>
                <a:gd name="T18" fmla="*/ 2 w 58"/>
                <a:gd name="T19" fmla="*/ 40 h 58"/>
                <a:gd name="T20" fmla="*/ 0 w 58"/>
                <a:gd name="T21" fmla="*/ 28 h 58"/>
                <a:gd name="T22" fmla="*/ 0 w 58"/>
                <a:gd name="T23" fmla="*/ 28 h 58"/>
                <a:gd name="T24" fmla="*/ 2 w 58"/>
                <a:gd name="T25" fmla="*/ 18 h 58"/>
                <a:gd name="T26" fmla="*/ 8 w 58"/>
                <a:gd name="T27" fmla="*/ 8 h 58"/>
                <a:gd name="T28" fmla="*/ 18 w 58"/>
                <a:gd name="T29" fmla="*/ 2 h 58"/>
                <a:gd name="T30" fmla="*/ 28 w 58"/>
                <a:gd name="T31" fmla="*/ 0 h 58"/>
                <a:gd name="T32" fmla="*/ 28 w 58"/>
                <a:gd name="T33" fmla="*/ 0 h 58"/>
                <a:gd name="T34" fmla="*/ 40 w 58"/>
                <a:gd name="T35" fmla="*/ 2 h 58"/>
                <a:gd name="T36" fmla="*/ 50 w 58"/>
                <a:gd name="T37" fmla="*/ 8 h 58"/>
                <a:gd name="T38" fmla="*/ 56 w 58"/>
                <a:gd name="T39" fmla="*/ 18 h 58"/>
                <a:gd name="T40" fmla="*/ 58 w 58"/>
                <a:gd name="T41" fmla="*/ 28 h 58"/>
                <a:gd name="T42" fmla="*/ 58 w 58"/>
                <a:gd name="T4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58" y="28"/>
                  </a:moveTo>
                  <a:lnTo>
                    <a:pt x="58" y="28"/>
                  </a:lnTo>
                  <a:lnTo>
                    <a:pt x="56" y="40"/>
                  </a:lnTo>
                  <a:lnTo>
                    <a:pt x="50" y="48"/>
                  </a:lnTo>
                  <a:lnTo>
                    <a:pt x="40" y="54"/>
                  </a:lnTo>
                  <a:lnTo>
                    <a:pt x="28" y="58"/>
                  </a:lnTo>
                  <a:lnTo>
                    <a:pt x="28" y="58"/>
                  </a:lnTo>
                  <a:lnTo>
                    <a:pt x="18" y="54"/>
                  </a:lnTo>
                  <a:lnTo>
                    <a:pt x="8" y="48"/>
                  </a:lnTo>
                  <a:lnTo>
                    <a:pt x="2" y="40"/>
                  </a:lnTo>
                  <a:lnTo>
                    <a:pt x="0" y="28"/>
                  </a:lnTo>
                  <a:lnTo>
                    <a:pt x="0" y="28"/>
                  </a:lnTo>
                  <a:lnTo>
                    <a:pt x="2" y="18"/>
                  </a:lnTo>
                  <a:lnTo>
                    <a:pt x="8" y="8"/>
                  </a:lnTo>
                  <a:lnTo>
                    <a:pt x="18" y="2"/>
                  </a:lnTo>
                  <a:lnTo>
                    <a:pt x="28" y="0"/>
                  </a:lnTo>
                  <a:lnTo>
                    <a:pt x="28" y="0"/>
                  </a:lnTo>
                  <a:lnTo>
                    <a:pt x="40" y="2"/>
                  </a:lnTo>
                  <a:lnTo>
                    <a:pt x="50" y="8"/>
                  </a:lnTo>
                  <a:lnTo>
                    <a:pt x="56" y="18"/>
                  </a:lnTo>
                  <a:lnTo>
                    <a:pt x="58" y="28"/>
                  </a:lnTo>
                  <a:lnTo>
                    <a:pt x="58"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 name="Freeform 133"/>
            <p:cNvSpPr>
              <a:spLocks/>
            </p:cNvSpPr>
            <p:nvPr/>
          </p:nvSpPr>
          <p:spPr bwMode="auto">
            <a:xfrm>
              <a:off x="3079296" y="5557611"/>
              <a:ext cx="60325" cy="57150"/>
            </a:xfrm>
            <a:custGeom>
              <a:avLst/>
              <a:gdLst>
                <a:gd name="T0" fmla="*/ 38 w 38"/>
                <a:gd name="T1" fmla="*/ 18 h 36"/>
                <a:gd name="T2" fmla="*/ 38 w 38"/>
                <a:gd name="T3" fmla="*/ 18 h 36"/>
                <a:gd name="T4" fmla="*/ 36 w 38"/>
                <a:gd name="T5" fmla="*/ 26 h 36"/>
                <a:gd name="T6" fmla="*/ 32 w 38"/>
                <a:gd name="T7" fmla="*/ 32 h 36"/>
                <a:gd name="T8" fmla="*/ 26 w 38"/>
                <a:gd name="T9" fmla="*/ 36 h 36"/>
                <a:gd name="T10" fmla="*/ 18 w 38"/>
                <a:gd name="T11" fmla="*/ 36 h 36"/>
                <a:gd name="T12" fmla="*/ 18 w 38"/>
                <a:gd name="T13" fmla="*/ 36 h 36"/>
                <a:gd name="T14" fmla="*/ 12 w 38"/>
                <a:gd name="T15" fmla="*/ 36 h 36"/>
                <a:gd name="T16" fmla="*/ 6 w 38"/>
                <a:gd name="T17" fmla="*/ 32 h 36"/>
                <a:gd name="T18" fmla="*/ 2 w 38"/>
                <a:gd name="T19" fmla="*/ 26 h 36"/>
                <a:gd name="T20" fmla="*/ 0 w 38"/>
                <a:gd name="T21" fmla="*/ 18 h 36"/>
                <a:gd name="T22" fmla="*/ 0 w 38"/>
                <a:gd name="T23" fmla="*/ 18 h 36"/>
                <a:gd name="T24" fmla="*/ 2 w 38"/>
                <a:gd name="T25" fmla="*/ 12 h 36"/>
                <a:gd name="T26" fmla="*/ 6 w 38"/>
                <a:gd name="T27" fmla="*/ 6 h 36"/>
                <a:gd name="T28" fmla="*/ 12 w 38"/>
                <a:gd name="T29" fmla="*/ 2 h 36"/>
                <a:gd name="T30" fmla="*/ 18 w 38"/>
                <a:gd name="T31" fmla="*/ 0 h 36"/>
                <a:gd name="T32" fmla="*/ 18 w 38"/>
                <a:gd name="T33" fmla="*/ 0 h 36"/>
                <a:gd name="T34" fmla="*/ 26 w 38"/>
                <a:gd name="T35" fmla="*/ 2 h 36"/>
                <a:gd name="T36" fmla="*/ 32 w 38"/>
                <a:gd name="T37" fmla="*/ 6 h 36"/>
                <a:gd name="T38" fmla="*/ 36 w 38"/>
                <a:gd name="T39" fmla="*/ 12 h 36"/>
                <a:gd name="T40" fmla="*/ 38 w 38"/>
                <a:gd name="T41" fmla="*/ 18 h 36"/>
                <a:gd name="T42" fmla="*/ 38 w 38"/>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36">
                  <a:moveTo>
                    <a:pt x="38" y="18"/>
                  </a:moveTo>
                  <a:lnTo>
                    <a:pt x="38" y="18"/>
                  </a:lnTo>
                  <a:lnTo>
                    <a:pt x="36" y="26"/>
                  </a:lnTo>
                  <a:lnTo>
                    <a:pt x="32" y="32"/>
                  </a:lnTo>
                  <a:lnTo>
                    <a:pt x="26" y="36"/>
                  </a:lnTo>
                  <a:lnTo>
                    <a:pt x="18" y="36"/>
                  </a:lnTo>
                  <a:lnTo>
                    <a:pt x="18" y="36"/>
                  </a:lnTo>
                  <a:lnTo>
                    <a:pt x="12" y="36"/>
                  </a:lnTo>
                  <a:lnTo>
                    <a:pt x="6" y="32"/>
                  </a:lnTo>
                  <a:lnTo>
                    <a:pt x="2" y="26"/>
                  </a:lnTo>
                  <a:lnTo>
                    <a:pt x="0" y="18"/>
                  </a:lnTo>
                  <a:lnTo>
                    <a:pt x="0" y="18"/>
                  </a:lnTo>
                  <a:lnTo>
                    <a:pt x="2" y="12"/>
                  </a:lnTo>
                  <a:lnTo>
                    <a:pt x="6" y="6"/>
                  </a:lnTo>
                  <a:lnTo>
                    <a:pt x="12" y="2"/>
                  </a:lnTo>
                  <a:lnTo>
                    <a:pt x="18" y="0"/>
                  </a:lnTo>
                  <a:lnTo>
                    <a:pt x="18" y="0"/>
                  </a:lnTo>
                  <a:lnTo>
                    <a:pt x="26" y="2"/>
                  </a:lnTo>
                  <a:lnTo>
                    <a:pt x="32" y="6"/>
                  </a:lnTo>
                  <a:lnTo>
                    <a:pt x="36" y="12"/>
                  </a:lnTo>
                  <a:lnTo>
                    <a:pt x="38" y="18"/>
                  </a:lnTo>
                  <a:lnTo>
                    <a:pt x="38"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 name="Freeform 134"/>
            <p:cNvSpPr>
              <a:spLocks/>
            </p:cNvSpPr>
            <p:nvPr/>
          </p:nvSpPr>
          <p:spPr bwMode="auto">
            <a:xfrm>
              <a:off x="3034846" y="5500461"/>
              <a:ext cx="149225" cy="82550"/>
            </a:xfrm>
            <a:custGeom>
              <a:avLst/>
              <a:gdLst>
                <a:gd name="T0" fmla="*/ 46 w 94"/>
                <a:gd name="T1" fmla="*/ 12 h 52"/>
                <a:gd name="T2" fmla="*/ 46 w 94"/>
                <a:gd name="T3" fmla="*/ 12 h 52"/>
                <a:gd name="T4" fmla="*/ 56 w 94"/>
                <a:gd name="T5" fmla="*/ 12 h 52"/>
                <a:gd name="T6" fmla="*/ 64 w 94"/>
                <a:gd name="T7" fmla="*/ 14 h 52"/>
                <a:gd name="T8" fmla="*/ 72 w 94"/>
                <a:gd name="T9" fmla="*/ 18 h 52"/>
                <a:gd name="T10" fmla="*/ 78 w 94"/>
                <a:gd name="T11" fmla="*/ 22 h 52"/>
                <a:gd name="T12" fmla="*/ 84 w 94"/>
                <a:gd name="T13" fmla="*/ 28 h 52"/>
                <a:gd name="T14" fmla="*/ 88 w 94"/>
                <a:gd name="T15" fmla="*/ 36 h 52"/>
                <a:gd name="T16" fmla="*/ 92 w 94"/>
                <a:gd name="T17" fmla="*/ 44 h 52"/>
                <a:gd name="T18" fmla="*/ 94 w 94"/>
                <a:gd name="T19" fmla="*/ 52 h 52"/>
                <a:gd name="T20" fmla="*/ 94 w 94"/>
                <a:gd name="T21" fmla="*/ 52 h 52"/>
                <a:gd name="T22" fmla="*/ 94 w 94"/>
                <a:gd name="T23" fmla="*/ 46 h 52"/>
                <a:gd name="T24" fmla="*/ 94 w 94"/>
                <a:gd name="T25" fmla="*/ 46 h 52"/>
                <a:gd name="T26" fmla="*/ 92 w 94"/>
                <a:gd name="T27" fmla="*/ 36 h 52"/>
                <a:gd name="T28" fmla="*/ 90 w 94"/>
                <a:gd name="T29" fmla="*/ 28 h 52"/>
                <a:gd name="T30" fmla="*/ 86 w 94"/>
                <a:gd name="T31" fmla="*/ 20 h 52"/>
                <a:gd name="T32" fmla="*/ 80 w 94"/>
                <a:gd name="T33" fmla="*/ 14 h 52"/>
                <a:gd name="T34" fmla="*/ 74 w 94"/>
                <a:gd name="T35" fmla="*/ 8 h 52"/>
                <a:gd name="T36" fmla="*/ 66 w 94"/>
                <a:gd name="T37" fmla="*/ 4 h 52"/>
                <a:gd name="T38" fmla="*/ 56 w 94"/>
                <a:gd name="T39" fmla="*/ 0 h 52"/>
                <a:gd name="T40" fmla="*/ 46 w 94"/>
                <a:gd name="T41" fmla="*/ 0 h 52"/>
                <a:gd name="T42" fmla="*/ 46 w 94"/>
                <a:gd name="T43" fmla="*/ 0 h 52"/>
                <a:gd name="T44" fmla="*/ 38 w 94"/>
                <a:gd name="T45" fmla="*/ 0 h 52"/>
                <a:gd name="T46" fmla="*/ 28 w 94"/>
                <a:gd name="T47" fmla="*/ 4 h 52"/>
                <a:gd name="T48" fmla="*/ 20 w 94"/>
                <a:gd name="T49" fmla="*/ 8 h 52"/>
                <a:gd name="T50" fmla="*/ 14 w 94"/>
                <a:gd name="T51" fmla="*/ 14 h 52"/>
                <a:gd name="T52" fmla="*/ 8 w 94"/>
                <a:gd name="T53" fmla="*/ 20 h 52"/>
                <a:gd name="T54" fmla="*/ 4 w 94"/>
                <a:gd name="T55" fmla="*/ 28 h 52"/>
                <a:gd name="T56" fmla="*/ 0 w 94"/>
                <a:gd name="T57" fmla="*/ 36 h 52"/>
                <a:gd name="T58" fmla="*/ 0 w 94"/>
                <a:gd name="T59" fmla="*/ 46 h 52"/>
                <a:gd name="T60" fmla="*/ 0 w 94"/>
                <a:gd name="T61" fmla="*/ 46 h 52"/>
                <a:gd name="T62" fmla="*/ 0 w 94"/>
                <a:gd name="T63" fmla="*/ 52 h 52"/>
                <a:gd name="T64" fmla="*/ 0 w 94"/>
                <a:gd name="T65" fmla="*/ 52 h 52"/>
                <a:gd name="T66" fmla="*/ 2 w 94"/>
                <a:gd name="T67" fmla="*/ 44 h 52"/>
                <a:gd name="T68" fmla="*/ 6 w 94"/>
                <a:gd name="T69" fmla="*/ 36 h 52"/>
                <a:gd name="T70" fmla="*/ 10 w 94"/>
                <a:gd name="T71" fmla="*/ 28 h 52"/>
                <a:gd name="T72" fmla="*/ 16 w 94"/>
                <a:gd name="T73" fmla="*/ 22 h 52"/>
                <a:gd name="T74" fmla="*/ 22 w 94"/>
                <a:gd name="T75" fmla="*/ 18 h 52"/>
                <a:gd name="T76" fmla="*/ 30 w 94"/>
                <a:gd name="T77" fmla="*/ 14 h 52"/>
                <a:gd name="T78" fmla="*/ 38 w 94"/>
                <a:gd name="T79" fmla="*/ 12 h 52"/>
                <a:gd name="T80" fmla="*/ 46 w 94"/>
                <a:gd name="T81" fmla="*/ 12 h 52"/>
                <a:gd name="T82" fmla="*/ 46 w 94"/>
                <a:gd name="T83"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6" y="12"/>
                  </a:moveTo>
                  <a:lnTo>
                    <a:pt x="46" y="12"/>
                  </a:lnTo>
                  <a:lnTo>
                    <a:pt x="56" y="12"/>
                  </a:lnTo>
                  <a:lnTo>
                    <a:pt x="64" y="14"/>
                  </a:lnTo>
                  <a:lnTo>
                    <a:pt x="72" y="18"/>
                  </a:lnTo>
                  <a:lnTo>
                    <a:pt x="78" y="22"/>
                  </a:lnTo>
                  <a:lnTo>
                    <a:pt x="84" y="28"/>
                  </a:lnTo>
                  <a:lnTo>
                    <a:pt x="88" y="36"/>
                  </a:lnTo>
                  <a:lnTo>
                    <a:pt x="92" y="44"/>
                  </a:lnTo>
                  <a:lnTo>
                    <a:pt x="94" y="52"/>
                  </a:lnTo>
                  <a:lnTo>
                    <a:pt x="94" y="52"/>
                  </a:lnTo>
                  <a:lnTo>
                    <a:pt x="94" y="46"/>
                  </a:lnTo>
                  <a:lnTo>
                    <a:pt x="94" y="46"/>
                  </a:lnTo>
                  <a:lnTo>
                    <a:pt x="92" y="36"/>
                  </a:lnTo>
                  <a:lnTo>
                    <a:pt x="90" y="28"/>
                  </a:lnTo>
                  <a:lnTo>
                    <a:pt x="86" y="20"/>
                  </a:lnTo>
                  <a:lnTo>
                    <a:pt x="80" y="14"/>
                  </a:lnTo>
                  <a:lnTo>
                    <a:pt x="74" y="8"/>
                  </a:lnTo>
                  <a:lnTo>
                    <a:pt x="66" y="4"/>
                  </a:lnTo>
                  <a:lnTo>
                    <a:pt x="56" y="0"/>
                  </a:lnTo>
                  <a:lnTo>
                    <a:pt x="46" y="0"/>
                  </a:lnTo>
                  <a:lnTo>
                    <a:pt x="46" y="0"/>
                  </a:lnTo>
                  <a:lnTo>
                    <a:pt x="38" y="0"/>
                  </a:lnTo>
                  <a:lnTo>
                    <a:pt x="28" y="4"/>
                  </a:lnTo>
                  <a:lnTo>
                    <a:pt x="20" y="8"/>
                  </a:lnTo>
                  <a:lnTo>
                    <a:pt x="14" y="14"/>
                  </a:lnTo>
                  <a:lnTo>
                    <a:pt x="8" y="20"/>
                  </a:lnTo>
                  <a:lnTo>
                    <a:pt x="4" y="28"/>
                  </a:lnTo>
                  <a:lnTo>
                    <a:pt x="0" y="36"/>
                  </a:lnTo>
                  <a:lnTo>
                    <a:pt x="0" y="46"/>
                  </a:lnTo>
                  <a:lnTo>
                    <a:pt x="0" y="46"/>
                  </a:lnTo>
                  <a:lnTo>
                    <a:pt x="0" y="52"/>
                  </a:lnTo>
                  <a:lnTo>
                    <a:pt x="0" y="52"/>
                  </a:lnTo>
                  <a:lnTo>
                    <a:pt x="2" y="44"/>
                  </a:lnTo>
                  <a:lnTo>
                    <a:pt x="6" y="36"/>
                  </a:lnTo>
                  <a:lnTo>
                    <a:pt x="10" y="28"/>
                  </a:lnTo>
                  <a:lnTo>
                    <a:pt x="16" y="22"/>
                  </a:lnTo>
                  <a:lnTo>
                    <a:pt x="22" y="18"/>
                  </a:lnTo>
                  <a:lnTo>
                    <a:pt x="30" y="14"/>
                  </a:lnTo>
                  <a:lnTo>
                    <a:pt x="38" y="12"/>
                  </a:lnTo>
                  <a:lnTo>
                    <a:pt x="46" y="12"/>
                  </a:lnTo>
                  <a:lnTo>
                    <a:pt x="46"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 name="Freeform 135"/>
            <p:cNvSpPr>
              <a:spLocks/>
            </p:cNvSpPr>
            <p:nvPr/>
          </p:nvSpPr>
          <p:spPr bwMode="auto">
            <a:xfrm>
              <a:off x="3571421" y="5325836"/>
              <a:ext cx="431800" cy="193675"/>
            </a:xfrm>
            <a:custGeom>
              <a:avLst/>
              <a:gdLst>
                <a:gd name="T0" fmla="*/ 0 w 272"/>
                <a:gd name="T1" fmla="*/ 48 h 122"/>
                <a:gd name="T2" fmla="*/ 268 w 272"/>
                <a:gd name="T3" fmla="*/ 122 h 122"/>
                <a:gd name="T4" fmla="*/ 272 w 272"/>
                <a:gd name="T5" fmla="*/ 112 h 122"/>
                <a:gd name="T6" fmla="*/ 0 w 272"/>
                <a:gd name="T7" fmla="*/ 0 h 122"/>
                <a:gd name="T8" fmla="*/ 0 w 272"/>
                <a:gd name="T9" fmla="*/ 48 h 122"/>
              </a:gdLst>
              <a:ahLst/>
              <a:cxnLst>
                <a:cxn ang="0">
                  <a:pos x="T0" y="T1"/>
                </a:cxn>
                <a:cxn ang="0">
                  <a:pos x="T2" y="T3"/>
                </a:cxn>
                <a:cxn ang="0">
                  <a:pos x="T4" y="T5"/>
                </a:cxn>
                <a:cxn ang="0">
                  <a:pos x="T6" y="T7"/>
                </a:cxn>
                <a:cxn ang="0">
                  <a:pos x="T8" y="T9"/>
                </a:cxn>
              </a:cxnLst>
              <a:rect l="0" t="0" r="r" b="b"/>
              <a:pathLst>
                <a:path w="272" h="122">
                  <a:moveTo>
                    <a:pt x="0" y="48"/>
                  </a:moveTo>
                  <a:lnTo>
                    <a:pt x="268" y="122"/>
                  </a:lnTo>
                  <a:lnTo>
                    <a:pt x="272" y="112"/>
                  </a:lnTo>
                  <a:lnTo>
                    <a:pt x="0" y="0"/>
                  </a:lnTo>
                  <a:lnTo>
                    <a:pt x="0" y="48"/>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 name="Freeform 136"/>
            <p:cNvSpPr>
              <a:spLocks/>
            </p:cNvSpPr>
            <p:nvPr/>
          </p:nvSpPr>
          <p:spPr bwMode="auto">
            <a:xfrm>
              <a:off x="3930196" y="5529036"/>
              <a:ext cx="117475" cy="114300"/>
            </a:xfrm>
            <a:custGeom>
              <a:avLst/>
              <a:gdLst>
                <a:gd name="T0" fmla="*/ 0 w 74"/>
                <a:gd name="T1" fmla="*/ 36 h 72"/>
                <a:gd name="T2" fmla="*/ 0 w 74"/>
                <a:gd name="T3" fmla="*/ 36 h 72"/>
                <a:gd name="T4" fmla="*/ 2 w 74"/>
                <a:gd name="T5" fmla="*/ 44 h 72"/>
                <a:gd name="T6" fmla="*/ 4 w 74"/>
                <a:gd name="T7" fmla="*/ 50 h 72"/>
                <a:gd name="T8" fmla="*/ 8 w 74"/>
                <a:gd name="T9" fmla="*/ 56 h 72"/>
                <a:gd name="T10" fmla="*/ 12 w 74"/>
                <a:gd name="T11" fmla="*/ 62 h 72"/>
                <a:gd name="T12" fmla="*/ 18 w 74"/>
                <a:gd name="T13" fmla="*/ 66 h 72"/>
                <a:gd name="T14" fmla="*/ 24 w 74"/>
                <a:gd name="T15" fmla="*/ 70 h 72"/>
                <a:gd name="T16" fmla="*/ 30 w 74"/>
                <a:gd name="T17" fmla="*/ 72 h 72"/>
                <a:gd name="T18" fmla="*/ 38 w 74"/>
                <a:gd name="T19" fmla="*/ 72 h 72"/>
                <a:gd name="T20" fmla="*/ 38 w 74"/>
                <a:gd name="T21" fmla="*/ 72 h 72"/>
                <a:gd name="T22" fmla="*/ 44 w 74"/>
                <a:gd name="T23" fmla="*/ 72 h 72"/>
                <a:gd name="T24" fmla="*/ 52 w 74"/>
                <a:gd name="T25" fmla="*/ 70 h 72"/>
                <a:gd name="T26" fmla="*/ 58 w 74"/>
                <a:gd name="T27" fmla="*/ 66 h 72"/>
                <a:gd name="T28" fmla="*/ 64 w 74"/>
                <a:gd name="T29" fmla="*/ 62 h 72"/>
                <a:gd name="T30" fmla="*/ 68 w 74"/>
                <a:gd name="T31" fmla="*/ 56 h 72"/>
                <a:gd name="T32" fmla="*/ 72 w 74"/>
                <a:gd name="T33" fmla="*/ 50 h 72"/>
                <a:gd name="T34" fmla="*/ 74 w 74"/>
                <a:gd name="T35" fmla="*/ 44 h 72"/>
                <a:gd name="T36" fmla="*/ 74 w 74"/>
                <a:gd name="T37" fmla="*/ 36 h 72"/>
                <a:gd name="T38" fmla="*/ 74 w 74"/>
                <a:gd name="T39" fmla="*/ 36 h 72"/>
                <a:gd name="T40" fmla="*/ 74 w 74"/>
                <a:gd name="T41" fmla="*/ 28 h 72"/>
                <a:gd name="T42" fmla="*/ 72 w 74"/>
                <a:gd name="T43" fmla="*/ 22 h 72"/>
                <a:gd name="T44" fmla="*/ 68 w 74"/>
                <a:gd name="T45" fmla="*/ 16 h 72"/>
                <a:gd name="T46" fmla="*/ 64 w 74"/>
                <a:gd name="T47" fmla="*/ 10 h 72"/>
                <a:gd name="T48" fmla="*/ 58 w 74"/>
                <a:gd name="T49" fmla="*/ 6 h 72"/>
                <a:gd name="T50" fmla="*/ 52 w 74"/>
                <a:gd name="T51" fmla="*/ 2 h 72"/>
                <a:gd name="T52" fmla="*/ 44 w 74"/>
                <a:gd name="T53" fmla="*/ 0 h 72"/>
                <a:gd name="T54" fmla="*/ 38 w 74"/>
                <a:gd name="T55" fmla="*/ 0 h 72"/>
                <a:gd name="T56" fmla="*/ 38 w 74"/>
                <a:gd name="T57" fmla="*/ 0 h 72"/>
                <a:gd name="T58" fmla="*/ 30 w 74"/>
                <a:gd name="T59" fmla="*/ 0 h 72"/>
                <a:gd name="T60" fmla="*/ 24 w 74"/>
                <a:gd name="T61" fmla="*/ 2 h 72"/>
                <a:gd name="T62" fmla="*/ 18 w 74"/>
                <a:gd name="T63" fmla="*/ 6 h 72"/>
                <a:gd name="T64" fmla="*/ 12 w 74"/>
                <a:gd name="T65" fmla="*/ 10 h 72"/>
                <a:gd name="T66" fmla="*/ 8 w 74"/>
                <a:gd name="T67" fmla="*/ 16 h 72"/>
                <a:gd name="T68" fmla="*/ 4 w 74"/>
                <a:gd name="T69" fmla="*/ 22 h 72"/>
                <a:gd name="T70" fmla="*/ 2 w 74"/>
                <a:gd name="T71" fmla="*/ 28 h 72"/>
                <a:gd name="T72" fmla="*/ 0 w 74"/>
                <a:gd name="T73" fmla="*/ 36 h 72"/>
                <a:gd name="T74" fmla="*/ 0 w 74"/>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2">
                  <a:moveTo>
                    <a:pt x="0" y="36"/>
                  </a:moveTo>
                  <a:lnTo>
                    <a:pt x="0" y="36"/>
                  </a:lnTo>
                  <a:lnTo>
                    <a:pt x="2" y="44"/>
                  </a:lnTo>
                  <a:lnTo>
                    <a:pt x="4" y="50"/>
                  </a:lnTo>
                  <a:lnTo>
                    <a:pt x="8" y="56"/>
                  </a:lnTo>
                  <a:lnTo>
                    <a:pt x="12" y="62"/>
                  </a:lnTo>
                  <a:lnTo>
                    <a:pt x="18" y="66"/>
                  </a:lnTo>
                  <a:lnTo>
                    <a:pt x="24" y="70"/>
                  </a:lnTo>
                  <a:lnTo>
                    <a:pt x="30" y="72"/>
                  </a:lnTo>
                  <a:lnTo>
                    <a:pt x="38" y="72"/>
                  </a:lnTo>
                  <a:lnTo>
                    <a:pt x="38" y="72"/>
                  </a:lnTo>
                  <a:lnTo>
                    <a:pt x="44" y="72"/>
                  </a:lnTo>
                  <a:lnTo>
                    <a:pt x="52" y="70"/>
                  </a:lnTo>
                  <a:lnTo>
                    <a:pt x="58" y="66"/>
                  </a:lnTo>
                  <a:lnTo>
                    <a:pt x="64" y="62"/>
                  </a:lnTo>
                  <a:lnTo>
                    <a:pt x="68" y="56"/>
                  </a:lnTo>
                  <a:lnTo>
                    <a:pt x="72" y="50"/>
                  </a:lnTo>
                  <a:lnTo>
                    <a:pt x="74" y="44"/>
                  </a:lnTo>
                  <a:lnTo>
                    <a:pt x="74" y="36"/>
                  </a:lnTo>
                  <a:lnTo>
                    <a:pt x="74" y="36"/>
                  </a:lnTo>
                  <a:lnTo>
                    <a:pt x="74" y="28"/>
                  </a:lnTo>
                  <a:lnTo>
                    <a:pt x="72" y="22"/>
                  </a:lnTo>
                  <a:lnTo>
                    <a:pt x="68" y="16"/>
                  </a:lnTo>
                  <a:lnTo>
                    <a:pt x="64" y="10"/>
                  </a:lnTo>
                  <a:lnTo>
                    <a:pt x="58" y="6"/>
                  </a:lnTo>
                  <a:lnTo>
                    <a:pt x="52" y="2"/>
                  </a:lnTo>
                  <a:lnTo>
                    <a:pt x="44" y="0"/>
                  </a:lnTo>
                  <a:lnTo>
                    <a:pt x="38" y="0"/>
                  </a:lnTo>
                  <a:lnTo>
                    <a:pt x="38" y="0"/>
                  </a:lnTo>
                  <a:lnTo>
                    <a:pt x="30" y="0"/>
                  </a:lnTo>
                  <a:lnTo>
                    <a:pt x="24" y="2"/>
                  </a:lnTo>
                  <a:lnTo>
                    <a:pt x="18" y="6"/>
                  </a:lnTo>
                  <a:lnTo>
                    <a:pt x="12" y="10"/>
                  </a:lnTo>
                  <a:lnTo>
                    <a:pt x="8" y="16"/>
                  </a:lnTo>
                  <a:lnTo>
                    <a:pt x="4" y="22"/>
                  </a:lnTo>
                  <a:lnTo>
                    <a:pt x="2" y="28"/>
                  </a:lnTo>
                  <a:lnTo>
                    <a:pt x="0" y="36"/>
                  </a:lnTo>
                  <a:lnTo>
                    <a:pt x="0"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 name="Freeform 137"/>
            <p:cNvSpPr>
              <a:spLocks/>
            </p:cNvSpPr>
            <p:nvPr/>
          </p:nvSpPr>
          <p:spPr bwMode="auto">
            <a:xfrm>
              <a:off x="3942896" y="5541736"/>
              <a:ext cx="92075" cy="92075"/>
            </a:xfrm>
            <a:custGeom>
              <a:avLst/>
              <a:gdLst>
                <a:gd name="T0" fmla="*/ 0 w 58"/>
                <a:gd name="T1" fmla="*/ 28 h 58"/>
                <a:gd name="T2" fmla="*/ 0 w 58"/>
                <a:gd name="T3" fmla="*/ 28 h 58"/>
                <a:gd name="T4" fmla="*/ 4 w 58"/>
                <a:gd name="T5" fmla="*/ 40 h 58"/>
                <a:gd name="T6" fmla="*/ 10 w 58"/>
                <a:gd name="T7" fmla="*/ 48 h 58"/>
                <a:gd name="T8" fmla="*/ 18 w 58"/>
                <a:gd name="T9" fmla="*/ 54 h 58"/>
                <a:gd name="T10" fmla="*/ 30 w 58"/>
                <a:gd name="T11" fmla="*/ 58 h 58"/>
                <a:gd name="T12" fmla="*/ 30 w 58"/>
                <a:gd name="T13" fmla="*/ 58 h 58"/>
                <a:gd name="T14" fmla="*/ 40 w 58"/>
                <a:gd name="T15" fmla="*/ 54 h 58"/>
                <a:gd name="T16" fmla="*/ 50 w 58"/>
                <a:gd name="T17" fmla="*/ 48 h 58"/>
                <a:gd name="T18" fmla="*/ 56 w 58"/>
                <a:gd name="T19" fmla="*/ 40 h 58"/>
                <a:gd name="T20" fmla="*/ 58 w 58"/>
                <a:gd name="T21" fmla="*/ 28 h 58"/>
                <a:gd name="T22" fmla="*/ 58 w 58"/>
                <a:gd name="T23" fmla="*/ 28 h 58"/>
                <a:gd name="T24" fmla="*/ 56 w 58"/>
                <a:gd name="T25" fmla="*/ 18 h 58"/>
                <a:gd name="T26" fmla="*/ 50 w 58"/>
                <a:gd name="T27" fmla="*/ 8 h 58"/>
                <a:gd name="T28" fmla="*/ 40 w 58"/>
                <a:gd name="T29" fmla="*/ 2 h 58"/>
                <a:gd name="T30" fmla="*/ 30 w 58"/>
                <a:gd name="T31" fmla="*/ 0 h 58"/>
                <a:gd name="T32" fmla="*/ 30 w 58"/>
                <a:gd name="T33" fmla="*/ 0 h 58"/>
                <a:gd name="T34" fmla="*/ 18 w 58"/>
                <a:gd name="T35" fmla="*/ 2 h 58"/>
                <a:gd name="T36" fmla="*/ 10 w 58"/>
                <a:gd name="T37" fmla="*/ 8 h 58"/>
                <a:gd name="T38" fmla="*/ 4 w 58"/>
                <a:gd name="T39" fmla="*/ 18 h 58"/>
                <a:gd name="T40" fmla="*/ 0 w 58"/>
                <a:gd name="T41" fmla="*/ 28 h 58"/>
                <a:gd name="T42" fmla="*/ 0 w 58"/>
                <a:gd name="T4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0" y="28"/>
                  </a:moveTo>
                  <a:lnTo>
                    <a:pt x="0" y="28"/>
                  </a:lnTo>
                  <a:lnTo>
                    <a:pt x="4" y="40"/>
                  </a:lnTo>
                  <a:lnTo>
                    <a:pt x="10" y="48"/>
                  </a:lnTo>
                  <a:lnTo>
                    <a:pt x="18" y="54"/>
                  </a:lnTo>
                  <a:lnTo>
                    <a:pt x="30" y="58"/>
                  </a:lnTo>
                  <a:lnTo>
                    <a:pt x="30" y="58"/>
                  </a:lnTo>
                  <a:lnTo>
                    <a:pt x="40" y="54"/>
                  </a:lnTo>
                  <a:lnTo>
                    <a:pt x="50" y="48"/>
                  </a:lnTo>
                  <a:lnTo>
                    <a:pt x="56" y="40"/>
                  </a:lnTo>
                  <a:lnTo>
                    <a:pt x="58" y="28"/>
                  </a:lnTo>
                  <a:lnTo>
                    <a:pt x="58" y="28"/>
                  </a:lnTo>
                  <a:lnTo>
                    <a:pt x="56" y="18"/>
                  </a:lnTo>
                  <a:lnTo>
                    <a:pt x="50" y="8"/>
                  </a:lnTo>
                  <a:lnTo>
                    <a:pt x="40" y="2"/>
                  </a:lnTo>
                  <a:lnTo>
                    <a:pt x="30" y="0"/>
                  </a:lnTo>
                  <a:lnTo>
                    <a:pt x="30" y="0"/>
                  </a:lnTo>
                  <a:lnTo>
                    <a:pt x="18" y="2"/>
                  </a:lnTo>
                  <a:lnTo>
                    <a:pt x="10" y="8"/>
                  </a:lnTo>
                  <a:lnTo>
                    <a:pt x="4" y="18"/>
                  </a:lnTo>
                  <a:lnTo>
                    <a:pt x="0" y="28"/>
                  </a:lnTo>
                  <a:lnTo>
                    <a:pt x="0"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 name="Freeform 138"/>
            <p:cNvSpPr>
              <a:spLocks/>
            </p:cNvSpPr>
            <p:nvPr/>
          </p:nvSpPr>
          <p:spPr bwMode="auto">
            <a:xfrm>
              <a:off x="3961946" y="5557611"/>
              <a:ext cx="57150" cy="57150"/>
            </a:xfrm>
            <a:custGeom>
              <a:avLst/>
              <a:gdLst>
                <a:gd name="T0" fmla="*/ 0 w 36"/>
                <a:gd name="T1" fmla="*/ 18 h 36"/>
                <a:gd name="T2" fmla="*/ 0 w 36"/>
                <a:gd name="T3" fmla="*/ 18 h 36"/>
                <a:gd name="T4" fmla="*/ 0 w 36"/>
                <a:gd name="T5" fmla="*/ 26 h 36"/>
                <a:gd name="T6" fmla="*/ 4 w 36"/>
                <a:gd name="T7" fmla="*/ 32 h 36"/>
                <a:gd name="T8" fmla="*/ 10 w 36"/>
                <a:gd name="T9" fmla="*/ 36 h 36"/>
                <a:gd name="T10" fmla="*/ 18 w 36"/>
                <a:gd name="T11" fmla="*/ 36 h 36"/>
                <a:gd name="T12" fmla="*/ 18 w 36"/>
                <a:gd name="T13" fmla="*/ 36 h 36"/>
                <a:gd name="T14" fmla="*/ 24 w 36"/>
                <a:gd name="T15" fmla="*/ 36 h 36"/>
                <a:gd name="T16" fmla="*/ 30 w 36"/>
                <a:gd name="T17" fmla="*/ 32 h 36"/>
                <a:gd name="T18" fmla="*/ 34 w 36"/>
                <a:gd name="T19" fmla="*/ 26 h 36"/>
                <a:gd name="T20" fmla="*/ 36 w 36"/>
                <a:gd name="T21" fmla="*/ 18 h 36"/>
                <a:gd name="T22" fmla="*/ 36 w 36"/>
                <a:gd name="T23" fmla="*/ 18 h 36"/>
                <a:gd name="T24" fmla="*/ 34 w 36"/>
                <a:gd name="T25" fmla="*/ 12 h 36"/>
                <a:gd name="T26" fmla="*/ 30 w 36"/>
                <a:gd name="T27" fmla="*/ 6 h 36"/>
                <a:gd name="T28" fmla="*/ 24 w 36"/>
                <a:gd name="T29" fmla="*/ 2 h 36"/>
                <a:gd name="T30" fmla="*/ 18 w 36"/>
                <a:gd name="T31" fmla="*/ 0 h 36"/>
                <a:gd name="T32" fmla="*/ 18 w 36"/>
                <a:gd name="T33" fmla="*/ 0 h 36"/>
                <a:gd name="T34" fmla="*/ 10 w 36"/>
                <a:gd name="T35" fmla="*/ 2 h 36"/>
                <a:gd name="T36" fmla="*/ 4 w 36"/>
                <a:gd name="T37" fmla="*/ 6 h 36"/>
                <a:gd name="T38" fmla="*/ 0 w 36"/>
                <a:gd name="T39" fmla="*/ 12 h 36"/>
                <a:gd name="T40" fmla="*/ 0 w 36"/>
                <a:gd name="T41" fmla="*/ 18 h 36"/>
                <a:gd name="T42" fmla="*/ 0 w 36"/>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0" y="18"/>
                  </a:moveTo>
                  <a:lnTo>
                    <a:pt x="0" y="18"/>
                  </a:lnTo>
                  <a:lnTo>
                    <a:pt x="0" y="26"/>
                  </a:lnTo>
                  <a:lnTo>
                    <a:pt x="4" y="32"/>
                  </a:lnTo>
                  <a:lnTo>
                    <a:pt x="10" y="36"/>
                  </a:lnTo>
                  <a:lnTo>
                    <a:pt x="18" y="36"/>
                  </a:lnTo>
                  <a:lnTo>
                    <a:pt x="18" y="36"/>
                  </a:lnTo>
                  <a:lnTo>
                    <a:pt x="24" y="36"/>
                  </a:lnTo>
                  <a:lnTo>
                    <a:pt x="30" y="32"/>
                  </a:lnTo>
                  <a:lnTo>
                    <a:pt x="34" y="26"/>
                  </a:lnTo>
                  <a:lnTo>
                    <a:pt x="36" y="18"/>
                  </a:lnTo>
                  <a:lnTo>
                    <a:pt x="36" y="18"/>
                  </a:lnTo>
                  <a:lnTo>
                    <a:pt x="34" y="12"/>
                  </a:lnTo>
                  <a:lnTo>
                    <a:pt x="30" y="6"/>
                  </a:lnTo>
                  <a:lnTo>
                    <a:pt x="24" y="2"/>
                  </a:lnTo>
                  <a:lnTo>
                    <a:pt x="18" y="0"/>
                  </a:lnTo>
                  <a:lnTo>
                    <a:pt x="18" y="0"/>
                  </a:lnTo>
                  <a:lnTo>
                    <a:pt x="10" y="2"/>
                  </a:lnTo>
                  <a:lnTo>
                    <a:pt x="4" y="6"/>
                  </a:lnTo>
                  <a:lnTo>
                    <a:pt x="0" y="12"/>
                  </a:lnTo>
                  <a:lnTo>
                    <a:pt x="0" y="18"/>
                  </a:lnTo>
                  <a:lnTo>
                    <a:pt x="0"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 name="Freeform 139"/>
            <p:cNvSpPr>
              <a:spLocks/>
            </p:cNvSpPr>
            <p:nvPr/>
          </p:nvSpPr>
          <p:spPr bwMode="auto">
            <a:xfrm>
              <a:off x="3914321" y="5500461"/>
              <a:ext cx="149225" cy="82550"/>
            </a:xfrm>
            <a:custGeom>
              <a:avLst/>
              <a:gdLst>
                <a:gd name="T0" fmla="*/ 48 w 94"/>
                <a:gd name="T1" fmla="*/ 12 h 52"/>
                <a:gd name="T2" fmla="*/ 48 w 94"/>
                <a:gd name="T3" fmla="*/ 12 h 52"/>
                <a:gd name="T4" fmla="*/ 38 w 94"/>
                <a:gd name="T5" fmla="*/ 12 h 52"/>
                <a:gd name="T6" fmla="*/ 30 w 94"/>
                <a:gd name="T7" fmla="*/ 14 h 52"/>
                <a:gd name="T8" fmla="*/ 24 w 94"/>
                <a:gd name="T9" fmla="*/ 18 h 52"/>
                <a:gd name="T10" fmla="*/ 16 w 94"/>
                <a:gd name="T11" fmla="*/ 22 h 52"/>
                <a:gd name="T12" fmla="*/ 10 w 94"/>
                <a:gd name="T13" fmla="*/ 28 h 52"/>
                <a:gd name="T14" fmla="*/ 6 w 94"/>
                <a:gd name="T15" fmla="*/ 36 h 52"/>
                <a:gd name="T16" fmla="*/ 2 w 94"/>
                <a:gd name="T17" fmla="*/ 44 h 52"/>
                <a:gd name="T18" fmla="*/ 0 w 94"/>
                <a:gd name="T19" fmla="*/ 52 h 52"/>
                <a:gd name="T20" fmla="*/ 0 w 94"/>
                <a:gd name="T21" fmla="*/ 52 h 52"/>
                <a:gd name="T22" fmla="*/ 0 w 94"/>
                <a:gd name="T23" fmla="*/ 46 h 52"/>
                <a:gd name="T24" fmla="*/ 0 w 94"/>
                <a:gd name="T25" fmla="*/ 46 h 52"/>
                <a:gd name="T26" fmla="*/ 2 w 94"/>
                <a:gd name="T27" fmla="*/ 36 h 52"/>
                <a:gd name="T28" fmla="*/ 4 w 94"/>
                <a:gd name="T29" fmla="*/ 28 h 52"/>
                <a:gd name="T30" fmla="*/ 8 w 94"/>
                <a:gd name="T31" fmla="*/ 20 h 52"/>
                <a:gd name="T32" fmla="*/ 14 w 94"/>
                <a:gd name="T33" fmla="*/ 14 h 52"/>
                <a:gd name="T34" fmla="*/ 22 w 94"/>
                <a:gd name="T35" fmla="*/ 8 h 52"/>
                <a:gd name="T36" fmla="*/ 30 w 94"/>
                <a:gd name="T37" fmla="*/ 4 h 52"/>
                <a:gd name="T38" fmla="*/ 38 w 94"/>
                <a:gd name="T39" fmla="*/ 0 h 52"/>
                <a:gd name="T40" fmla="*/ 48 w 94"/>
                <a:gd name="T41" fmla="*/ 0 h 52"/>
                <a:gd name="T42" fmla="*/ 48 w 94"/>
                <a:gd name="T43" fmla="*/ 0 h 52"/>
                <a:gd name="T44" fmla="*/ 56 w 94"/>
                <a:gd name="T45" fmla="*/ 0 h 52"/>
                <a:gd name="T46" fmla="*/ 66 w 94"/>
                <a:gd name="T47" fmla="*/ 4 h 52"/>
                <a:gd name="T48" fmla="*/ 74 w 94"/>
                <a:gd name="T49" fmla="*/ 8 h 52"/>
                <a:gd name="T50" fmla="*/ 80 w 94"/>
                <a:gd name="T51" fmla="*/ 14 h 52"/>
                <a:gd name="T52" fmla="*/ 86 w 94"/>
                <a:gd name="T53" fmla="*/ 20 h 52"/>
                <a:gd name="T54" fmla="*/ 90 w 94"/>
                <a:gd name="T55" fmla="*/ 28 h 52"/>
                <a:gd name="T56" fmla="*/ 94 w 94"/>
                <a:gd name="T57" fmla="*/ 36 h 52"/>
                <a:gd name="T58" fmla="*/ 94 w 94"/>
                <a:gd name="T59" fmla="*/ 46 h 52"/>
                <a:gd name="T60" fmla="*/ 94 w 94"/>
                <a:gd name="T61" fmla="*/ 46 h 52"/>
                <a:gd name="T62" fmla="*/ 94 w 94"/>
                <a:gd name="T63" fmla="*/ 52 h 52"/>
                <a:gd name="T64" fmla="*/ 94 w 94"/>
                <a:gd name="T65" fmla="*/ 52 h 52"/>
                <a:gd name="T66" fmla="*/ 92 w 94"/>
                <a:gd name="T67" fmla="*/ 44 h 52"/>
                <a:gd name="T68" fmla="*/ 88 w 94"/>
                <a:gd name="T69" fmla="*/ 36 h 52"/>
                <a:gd name="T70" fmla="*/ 84 w 94"/>
                <a:gd name="T71" fmla="*/ 28 h 52"/>
                <a:gd name="T72" fmla="*/ 78 w 94"/>
                <a:gd name="T73" fmla="*/ 22 h 52"/>
                <a:gd name="T74" fmla="*/ 72 w 94"/>
                <a:gd name="T75" fmla="*/ 18 h 52"/>
                <a:gd name="T76" fmla="*/ 64 w 94"/>
                <a:gd name="T77" fmla="*/ 14 h 52"/>
                <a:gd name="T78" fmla="*/ 56 w 94"/>
                <a:gd name="T79" fmla="*/ 12 h 52"/>
                <a:gd name="T80" fmla="*/ 48 w 94"/>
                <a:gd name="T81" fmla="*/ 12 h 52"/>
                <a:gd name="T82" fmla="*/ 48 w 94"/>
                <a:gd name="T83"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8" y="12"/>
                  </a:moveTo>
                  <a:lnTo>
                    <a:pt x="48" y="12"/>
                  </a:lnTo>
                  <a:lnTo>
                    <a:pt x="38" y="12"/>
                  </a:lnTo>
                  <a:lnTo>
                    <a:pt x="30" y="14"/>
                  </a:lnTo>
                  <a:lnTo>
                    <a:pt x="24" y="18"/>
                  </a:lnTo>
                  <a:lnTo>
                    <a:pt x="16" y="22"/>
                  </a:lnTo>
                  <a:lnTo>
                    <a:pt x="10" y="28"/>
                  </a:lnTo>
                  <a:lnTo>
                    <a:pt x="6" y="36"/>
                  </a:lnTo>
                  <a:lnTo>
                    <a:pt x="2" y="44"/>
                  </a:lnTo>
                  <a:lnTo>
                    <a:pt x="0" y="52"/>
                  </a:lnTo>
                  <a:lnTo>
                    <a:pt x="0" y="52"/>
                  </a:lnTo>
                  <a:lnTo>
                    <a:pt x="0" y="46"/>
                  </a:lnTo>
                  <a:lnTo>
                    <a:pt x="0" y="46"/>
                  </a:lnTo>
                  <a:lnTo>
                    <a:pt x="2" y="36"/>
                  </a:lnTo>
                  <a:lnTo>
                    <a:pt x="4" y="28"/>
                  </a:lnTo>
                  <a:lnTo>
                    <a:pt x="8" y="20"/>
                  </a:lnTo>
                  <a:lnTo>
                    <a:pt x="14" y="14"/>
                  </a:lnTo>
                  <a:lnTo>
                    <a:pt x="22" y="8"/>
                  </a:lnTo>
                  <a:lnTo>
                    <a:pt x="30" y="4"/>
                  </a:lnTo>
                  <a:lnTo>
                    <a:pt x="38" y="0"/>
                  </a:lnTo>
                  <a:lnTo>
                    <a:pt x="48" y="0"/>
                  </a:lnTo>
                  <a:lnTo>
                    <a:pt x="48" y="0"/>
                  </a:lnTo>
                  <a:lnTo>
                    <a:pt x="56" y="0"/>
                  </a:lnTo>
                  <a:lnTo>
                    <a:pt x="66" y="4"/>
                  </a:lnTo>
                  <a:lnTo>
                    <a:pt x="74" y="8"/>
                  </a:lnTo>
                  <a:lnTo>
                    <a:pt x="80" y="14"/>
                  </a:lnTo>
                  <a:lnTo>
                    <a:pt x="86" y="20"/>
                  </a:lnTo>
                  <a:lnTo>
                    <a:pt x="90" y="28"/>
                  </a:lnTo>
                  <a:lnTo>
                    <a:pt x="94" y="36"/>
                  </a:lnTo>
                  <a:lnTo>
                    <a:pt x="94" y="46"/>
                  </a:lnTo>
                  <a:lnTo>
                    <a:pt x="94" y="46"/>
                  </a:lnTo>
                  <a:lnTo>
                    <a:pt x="94" y="52"/>
                  </a:lnTo>
                  <a:lnTo>
                    <a:pt x="94" y="52"/>
                  </a:lnTo>
                  <a:lnTo>
                    <a:pt x="92" y="44"/>
                  </a:lnTo>
                  <a:lnTo>
                    <a:pt x="88" y="36"/>
                  </a:lnTo>
                  <a:lnTo>
                    <a:pt x="84" y="28"/>
                  </a:lnTo>
                  <a:lnTo>
                    <a:pt x="78" y="22"/>
                  </a:lnTo>
                  <a:lnTo>
                    <a:pt x="72" y="18"/>
                  </a:lnTo>
                  <a:lnTo>
                    <a:pt x="64" y="14"/>
                  </a:lnTo>
                  <a:lnTo>
                    <a:pt x="56" y="12"/>
                  </a:lnTo>
                  <a:lnTo>
                    <a:pt x="48" y="12"/>
                  </a:lnTo>
                  <a:lnTo>
                    <a:pt x="48"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7" name="Rectangle 140"/>
            <p:cNvSpPr>
              <a:spLocks noChangeArrowheads="1"/>
            </p:cNvSpPr>
            <p:nvPr/>
          </p:nvSpPr>
          <p:spPr bwMode="auto">
            <a:xfrm>
              <a:off x="3253921" y="4389211"/>
              <a:ext cx="590550" cy="107950"/>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8" name="Rectangle 141"/>
            <p:cNvSpPr>
              <a:spLocks noChangeArrowheads="1"/>
            </p:cNvSpPr>
            <p:nvPr/>
          </p:nvSpPr>
          <p:spPr bwMode="auto">
            <a:xfrm>
              <a:off x="3523796" y="4497161"/>
              <a:ext cx="41275" cy="860425"/>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9" name="Rectangle 142"/>
            <p:cNvSpPr>
              <a:spLocks noChangeArrowheads="1"/>
            </p:cNvSpPr>
            <p:nvPr/>
          </p:nvSpPr>
          <p:spPr bwMode="auto">
            <a:xfrm>
              <a:off x="3501571" y="4582886"/>
              <a:ext cx="85725" cy="29845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0" name="Rectangle 143"/>
            <p:cNvSpPr>
              <a:spLocks noChangeArrowheads="1"/>
            </p:cNvSpPr>
            <p:nvPr/>
          </p:nvSpPr>
          <p:spPr bwMode="auto">
            <a:xfrm>
              <a:off x="3517446" y="5027386"/>
              <a:ext cx="53975" cy="298450"/>
            </a:xfrm>
            <a:prstGeom prst="rect">
              <a:avLst/>
            </a:prstGeom>
            <a:solidFill>
              <a:srgbClr val="36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1" name="Rectangle 144"/>
            <p:cNvSpPr>
              <a:spLocks noChangeArrowheads="1"/>
            </p:cNvSpPr>
            <p:nvPr/>
          </p:nvSpPr>
          <p:spPr bwMode="auto">
            <a:xfrm>
              <a:off x="3501571" y="5113111"/>
              <a:ext cx="85725" cy="29845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2" name="Freeform 145"/>
            <p:cNvSpPr>
              <a:spLocks/>
            </p:cNvSpPr>
            <p:nvPr/>
          </p:nvSpPr>
          <p:spPr bwMode="auto">
            <a:xfrm>
              <a:off x="3076121" y="4271736"/>
              <a:ext cx="936625" cy="180975"/>
            </a:xfrm>
            <a:custGeom>
              <a:avLst/>
              <a:gdLst>
                <a:gd name="T0" fmla="*/ 2 w 590"/>
                <a:gd name="T1" fmla="*/ 4 h 114"/>
                <a:gd name="T2" fmla="*/ 2 w 590"/>
                <a:gd name="T3" fmla="*/ 4 h 114"/>
                <a:gd name="T4" fmla="*/ 0 w 590"/>
                <a:gd name="T5" fmla="*/ 12 h 114"/>
                <a:gd name="T6" fmla="*/ 0 w 590"/>
                <a:gd name="T7" fmla="*/ 24 h 114"/>
                <a:gd name="T8" fmla="*/ 2 w 590"/>
                <a:gd name="T9" fmla="*/ 46 h 114"/>
                <a:gd name="T10" fmla="*/ 2 w 590"/>
                <a:gd name="T11" fmla="*/ 46 h 114"/>
                <a:gd name="T12" fmla="*/ 2 w 590"/>
                <a:gd name="T13" fmla="*/ 52 h 114"/>
                <a:gd name="T14" fmla="*/ 8 w 590"/>
                <a:gd name="T15" fmla="*/ 60 h 114"/>
                <a:gd name="T16" fmla="*/ 14 w 590"/>
                <a:gd name="T17" fmla="*/ 66 h 114"/>
                <a:gd name="T18" fmla="*/ 24 w 590"/>
                <a:gd name="T19" fmla="*/ 72 h 114"/>
                <a:gd name="T20" fmla="*/ 36 w 590"/>
                <a:gd name="T21" fmla="*/ 78 h 114"/>
                <a:gd name="T22" fmla="*/ 52 w 590"/>
                <a:gd name="T23" fmla="*/ 84 h 114"/>
                <a:gd name="T24" fmla="*/ 88 w 590"/>
                <a:gd name="T25" fmla="*/ 94 h 114"/>
                <a:gd name="T26" fmla="*/ 130 w 590"/>
                <a:gd name="T27" fmla="*/ 102 h 114"/>
                <a:gd name="T28" fmla="*/ 180 w 590"/>
                <a:gd name="T29" fmla="*/ 110 h 114"/>
                <a:gd name="T30" fmla="*/ 236 w 590"/>
                <a:gd name="T31" fmla="*/ 114 h 114"/>
                <a:gd name="T32" fmla="*/ 296 w 590"/>
                <a:gd name="T33" fmla="*/ 114 h 114"/>
                <a:gd name="T34" fmla="*/ 296 w 590"/>
                <a:gd name="T35" fmla="*/ 114 h 114"/>
                <a:gd name="T36" fmla="*/ 354 w 590"/>
                <a:gd name="T37" fmla="*/ 114 h 114"/>
                <a:gd name="T38" fmla="*/ 410 w 590"/>
                <a:gd name="T39" fmla="*/ 110 h 114"/>
                <a:gd name="T40" fmla="*/ 460 w 590"/>
                <a:gd name="T41" fmla="*/ 102 h 114"/>
                <a:gd name="T42" fmla="*/ 502 w 590"/>
                <a:gd name="T43" fmla="*/ 94 h 114"/>
                <a:gd name="T44" fmla="*/ 538 w 590"/>
                <a:gd name="T45" fmla="*/ 84 h 114"/>
                <a:gd name="T46" fmla="*/ 554 w 590"/>
                <a:gd name="T47" fmla="*/ 78 h 114"/>
                <a:gd name="T48" fmla="*/ 566 w 590"/>
                <a:gd name="T49" fmla="*/ 72 h 114"/>
                <a:gd name="T50" fmla="*/ 576 w 590"/>
                <a:gd name="T51" fmla="*/ 66 h 114"/>
                <a:gd name="T52" fmla="*/ 582 w 590"/>
                <a:gd name="T53" fmla="*/ 60 h 114"/>
                <a:gd name="T54" fmla="*/ 588 w 590"/>
                <a:gd name="T55" fmla="*/ 52 h 114"/>
                <a:gd name="T56" fmla="*/ 588 w 590"/>
                <a:gd name="T57" fmla="*/ 46 h 114"/>
                <a:gd name="T58" fmla="*/ 588 w 590"/>
                <a:gd name="T59" fmla="*/ 46 h 114"/>
                <a:gd name="T60" fmla="*/ 590 w 590"/>
                <a:gd name="T61" fmla="*/ 22 h 114"/>
                <a:gd name="T62" fmla="*/ 590 w 590"/>
                <a:gd name="T63" fmla="*/ 8 h 114"/>
                <a:gd name="T64" fmla="*/ 588 w 590"/>
                <a:gd name="T65" fmla="*/ 0 h 114"/>
                <a:gd name="T66" fmla="*/ 2 w 590"/>
                <a:gd name="T67" fmla="*/ 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0" h="114">
                  <a:moveTo>
                    <a:pt x="2" y="4"/>
                  </a:moveTo>
                  <a:lnTo>
                    <a:pt x="2" y="4"/>
                  </a:lnTo>
                  <a:lnTo>
                    <a:pt x="0" y="12"/>
                  </a:lnTo>
                  <a:lnTo>
                    <a:pt x="0" y="24"/>
                  </a:lnTo>
                  <a:lnTo>
                    <a:pt x="2" y="46"/>
                  </a:lnTo>
                  <a:lnTo>
                    <a:pt x="2" y="46"/>
                  </a:lnTo>
                  <a:lnTo>
                    <a:pt x="2" y="52"/>
                  </a:lnTo>
                  <a:lnTo>
                    <a:pt x="8" y="60"/>
                  </a:lnTo>
                  <a:lnTo>
                    <a:pt x="14" y="66"/>
                  </a:lnTo>
                  <a:lnTo>
                    <a:pt x="24" y="72"/>
                  </a:lnTo>
                  <a:lnTo>
                    <a:pt x="36" y="78"/>
                  </a:lnTo>
                  <a:lnTo>
                    <a:pt x="52" y="84"/>
                  </a:lnTo>
                  <a:lnTo>
                    <a:pt x="88" y="94"/>
                  </a:lnTo>
                  <a:lnTo>
                    <a:pt x="130" y="102"/>
                  </a:lnTo>
                  <a:lnTo>
                    <a:pt x="180" y="110"/>
                  </a:lnTo>
                  <a:lnTo>
                    <a:pt x="236" y="114"/>
                  </a:lnTo>
                  <a:lnTo>
                    <a:pt x="296" y="114"/>
                  </a:lnTo>
                  <a:lnTo>
                    <a:pt x="296" y="114"/>
                  </a:lnTo>
                  <a:lnTo>
                    <a:pt x="354" y="114"/>
                  </a:lnTo>
                  <a:lnTo>
                    <a:pt x="410" y="110"/>
                  </a:lnTo>
                  <a:lnTo>
                    <a:pt x="460" y="102"/>
                  </a:lnTo>
                  <a:lnTo>
                    <a:pt x="502" y="94"/>
                  </a:lnTo>
                  <a:lnTo>
                    <a:pt x="538" y="84"/>
                  </a:lnTo>
                  <a:lnTo>
                    <a:pt x="554" y="78"/>
                  </a:lnTo>
                  <a:lnTo>
                    <a:pt x="566" y="72"/>
                  </a:lnTo>
                  <a:lnTo>
                    <a:pt x="576" y="66"/>
                  </a:lnTo>
                  <a:lnTo>
                    <a:pt x="582" y="60"/>
                  </a:lnTo>
                  <a:lnTo>
                    <a:pt x="588" y="52"/>
                  </a:lnTo>
                  <a:lnTo>
                    <a:pt x="588" y="46"/>
                  </a:lnTo>
                  <a:lnTo>
                    <a:pt x="588" y="46"/>
                  </a:lnTo>
                  <a:lnTo>
                    <a:pt x="590" y="22"/>
                  </a:lnTo>
                  <a:lnTo>
                    <a:pt x="590" y="8"/>
                  </a:lnTo>
                  <a:lnTo>
                    <a:pt x="588" y="0"/>
                  </a:lnTo>
                  <a:lnTo>
                    <a:pt x="2" y="4"/>
                  </a:lnTo>
                  <a:close/>
                </a:path>
              </a:pathLst>
            </a:custGeom>
            <a:solidFill>
              <a:srgbClr val="6E6F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3" name="Freeform 146"/>
            <p:cNvSpPr>
              <a:spLocks/>
            </p:cNvSpPr>
            <p:nvPr/>
          </p:nvSpPr>
          <p:spPr bwMode="auto">
            <a:xfrm>
              <a:off x="3079296" y="4166961"/>
              <a:ext cx="930275" cy="222250"/>
            </a:xfrm>
            <a:custGeom>
              <a:avLst/>
              <a:gdLst>
                <a:gd name="T0" fmla="*/ 586 w 586"/>
                <a:gd name="T1" fmla="*/ 70 h 140"/>
                <a:gd name="T2" fmla="*/ 586 w 586"/>
                <a:gd name="T3" fmla="*/ 70 h 140"/>
                <a:gd name="T4" fmla="*/ 586 w 586"/>
                <a:gd name="T5" fmla="*/ 76 h 140"/>
                <a:gd name="T6" fmla="*/ 580 w 586"/>
                <a:gd name="T7" fmla="*/ 84 h 140"/>
                <a:gd name="T8" fmla="*/ 574 w 586"/>
                <a:gd name="T9" fmla="*/ 90 h 140"/>
                <a:gd name="T10" fmla="*/ 564 w 586"/>
                <a:gd name="T11" fmla="*/ 96 h 140"/>
                <a:gd name="T12" fmla="*/ 552 w 586"/>
                <a:gd name="T13" fmla="*/ 102 h 140"/>
                <a:gd name="T14" fmla="*/ 536 w 586"/>
                <a:gd name="T15" fmla="*/ 108 h 140"/>
                <a:gd name="T16" fmla="*/ 500 w 586"/>
                <a:gd name="T17" fmla="*/ 118 h 140"/>
                <a:gd name="T18" fmla="*/ 458 w 586"/>
                <a:gd name="T19" fmla="*/ 128 h 140"/>
                <a:gd name="T20" fmla="*/ 408 w 586"/>
                <a:gd name="T21" fmla="*/ 134 h 140"/>
                <a:gd name="T22" fmla="*/ 352 w 586"/>
                <a:gd name="T23" fmla="*/ 138 h 140"/>
                <a:gd name="T24" fmla="*/ 294 w 586"/>
                <a:gd name="T25" fmla="*/ 140 h 140"/>
                <a:gd name="T26" fmla="*/ 294 w 586"/>
                <a:gd name="T27" fmla="*/ 140 h 140"/>
                <a:gd name="T28" fmla="*/ 234 w 586"/>
                <a:gd name="T29" fmla="*/ 138 h 140"/>
                <a:gd name="T30" fmla="*/ 178 w 586"/>
                <a:gd name="T31" fmla="*/ 134 h 140"/>
                <a:gd name="T32" fmla="*/ 128 w 586"/>
                <a:gd name="T33" fmla="*/ 128 h 140"/>
                <a:gd name="T34" fmla="*/ 86 w 586"/>
                <a:gd name="T35" fmla="*/ 118 h 140"/>
                <a:gd name="T36" fmla="*/ 50 w 586"/>
                <a:gd name="T37" fmla="*/ 108 h 140"/>
                <a:gd name="T38" fmla="*/ 34 w 586"/>
                <a:gd name="T39" fmla="*/ 102 h 140"/>
                <a:gd name="T40" fmla="*/ 22 w 586"/>
                <a:gd name="T41" fmla="*/ 96 h 140"/>
                <a:gd name="T42" fmla="*/ 12 w 586"/>
                <a:gd name="T43" fmla="*/ 90 h 140"/>
                <a:gd name="T44" fmla="*/ 6 w 586"/>
                <a:gd name="T45" fmla="*/ 84 h 140"/>
                <a:gd name="T46" fmla="*/ 0 w 586"/>
                <a:gd name="T47" fmla="*/ 76 h 140"/>
                <a:gd name="T48" fmla="*/ 0 w 586"/>
                <a:gd name="T49" fmla="*/ 70 h 140"/>
                <a:gd name="T50" fmla="*/ 0 w 586"/>
                <a:gd name="T51" fmla="*/ 70 h 140"/>
                <a:gd name="T52" fmla="*/ 0 w 586"/>
                <a:gd name="T53" fmla="*/ 62 h 140"/>
                <a:gd name="T54" fmla="*/ 6 w 586"/>
                <a:gd name="T55" fmla="*/ 56 h 140"/>
                <a:gd name="T56" fmla="*/ 12 w 586"/>
                <a:gd name="T57" fmla="*/ 50 h 140"/>
                <a:gd name="T58" fmla="*/ 22 w 586"/>
                <a:gd name="T59" fmla="*/ 42 h 140"/>
                <a:gd name="T60" fmla="*/ 34 w 586"/>
                <a:gd name="T61" fmla="*/ 36 h 140"/>
                <a:gd name="T62" fmla="*/ 50 w 586"/>
                <a:gd name="T63" fmla="*/ 30 h 140"/>
                <a:gd name="T64" fmla="*/ 86 w 586"/>
                <a:gd name="T65" fmla="*/ 20 h 140"/>
                <a:gd name="T66" fmla="*/ 128 w 586"/>
                <a:gd name="T67" fmla="*/ 12 h 140"/>
                <a:gd name="T68" fmla="*/ 178 w 586"/>
                <a:gd name="T69" fmla="*/ 6 h 140"/>
                <a:gd name="T70" fmla="*/ 234 w 586"/>
                <a:gd name="T71" fmla="*/ 2 h 140"/>
                <a:gd name="T72" fmla="*/ 294 w 586"/>
                <a:gd name="T73" fmla="*/ 0 h 140"/>
                <a:gd name="T74" fmla="*/ 294 w 586"/>
                <a:gd name="T75" fmla="*/ 0 h 140"/>
                <a:gd name="T76" fmla="*/ 352 w 586"/>
                <a:gd name="T77" fmla="*/ 2 h 140"/>
                <a:gd name="T78" fmla="*/ 408 w 586"/>
                <a:gd name="T79" fmla="*/ 6 h 140"/>
                <a:gd name="T80" fmla="*/ 458 w 586"/>
                <a:gd name="T81" fmla="*/ 12 h 140"/>
                <a:gd name="T82" fmla="*/ 500 w 586"/>
                <a:gd name="T83" fmla="*/ 20 h 140"/>
                <a:gd name="T84" fmla="*/ 536 w 586"/>
                <a:gd name="T85" fmla="*/ 30 h 140"/>
                <a:gd name="T86" fmla="*/ 552 w 586"/>
                <a:gd name="T87" fmla="*/ 36 h 140"/>
                <a:gd name="T88" fmla="*/ 564 w 586"/>
                <a:gd name="T89" fmla="*/ 42 h 140"/>
                <a:gd name="T90" fmla="*/ 574 w 586"/>
                <a:gd name="T91" fmla="*/ 50 h 140"/>
                <a:gd name="T92" fmla="*/ 580 w 586"/>
                <a:gd name="T93" fmla="*/ 56 h 140"/>
                <a:gd name="T94" fmla="*/ 586 w 586"/>
                <a:gd name="T95" fmla="*/ 62 h 140"/>
                <a:gd name="T96" fmla="*/ 586 w 586"/>
                <a:gd name="T97" fmla="*/ 70 h 140"/>
                <a:gd name="T98" fmla="*/ 586 w 586"/>
                <a:gd name="T99" fmla="*/ 7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6" h="140">
                  <a:moveTo>
                    <a:pt x="586" y="70"/>
                  </a:moveTo>
                  <a:lnTo>
                    <a:pt x="586" y="70"/>
                  </a:lnTo>
                  <a:lnTo>
                    <a:pt x="586" y="76"/>
                  </a:lnTo>
                  <a:lnTo>
                    <a:pt x="580" y="84"/>
                  </a:lnTo>
                  <a:lnTo>
                    <a:pt x="574" y="90"/>
                  </a:lnTo>
                  <a:lnTo>
                    <a:pt x="564" y="96"/>
                  </a:lnTo>
                  <a:lnTo>
                    <a:pt x="552" y="102"/>
                  </a:lnTo>
                  <a:lnTo>
                    <a:pt x="536" y="108"/>
                  </a:lnTo>
                  <a:lnTo>
                    <a:pt x="500" y="118"/>
                  </a:lnTo>
                  <a:lnTo>
                    <a:pt x="458" y="128"/>
                  </a:lnTo>
                  <a:lnTo>
                    <a:pt x="408" y="134"/>
                  </a:lnTo>
                  <a:lnTo>
                    <a:pt x="352" y="138"/>
                  </a:lnTo>
                  <a:lnTo>
                    <a:pt x="294" y="140"/>
                  </a:lnTo>
                  <a:lnTo>
                    <a:pt x="294" y="140"/>
                  </a:lnTo>
                  <a:lnTo>
                    <a:pt x="234" y="138"/>
                  </a:lnTo>
                  <a:lnTo>
                    <a:pt x="178" y="134"/>
                  </a:lnTo>
                  <a:lnTo>
                    <a:pt x="128" y="128"/>
                  </a:lnTo>
                  <a:lnTo>
                    <a:pt x="86" y="118"/>
                  </a:lnTo>
                  <a:lnTo>
                    <a:pt x="50" y="108"/>
                  </a:lnTo>
                  <a:lnTo>
                    <a:pt x="34" y="102"/>
                  </a:lnTo>
                  <a:lnTo>
                    <a:pt x="22" y="96"/>
                  </a:lnTo>
                  <a:lnTo>
                    <a:pt x="12" y="90"/>
                  </a:lnTo>
                  <a:lnTo>
                    <a:pt x="6" y="84"/>
                  </a:lnTo>
                  <a:lnTo>
                    <a:pt x="0" y="76"/>
                  </a:lnTo>
                  <a:lnTo>
                    <a:pt x="0" y="70"/>
                  </a:lnTo>
                  <a:lnTo>
                    <a:pt x="0" y="70"/>
                  </a:lnTo>
                  <a:lnTo>
                    <a:pt x="0" y="62"/>
                  </a:lnTo>
                  <a:lnTo>
                    <a:pt x="6" y="56"/>
                  </a:lnTo>
                  <a:lnTo>
                    <a:pt x="12" y="50"/>
                  </a:lnTo>
                  <a:lnTo>
                    <a:pt x="22" y="42"/>
                  </a:lnTo>
                  <a:lnTo>
                    <a:pt x="34" y="36"/>
                  </a:lnTo>
                  <a:lnTo>
                    <a:pt x="50" y="30"/>
                  </a:lnTo>
                  <a:lnTo>
                    <a:pt x="86" y="20"/>
                  </a:lnTo>
                  <a:lnTo>
                    <a:pt x="128" y="12"/>
                  </a:lnTo>
                  <a:lnTo>
                    <a:pt x="178" y="6"/>
                  </a:lnTo>
                  <a:lnTo>
                    <a:pt x="234" y="2"/>
                  </a:lnTo>
                  <a:lnTo>
                    <a:pt x="294" y="0"/>
                  </a:lnTo>
                  <a:lnTo>
                    <a:pt x="294" y="0"/>
                  </a:lnTo>
                  <a:lnTo>
                    <a:pt x="352" y="2"/>
                  </a:lnTo>
                  <a:lnTo>
                    <a:pt x="408" y="6"/>
                  </a:lnTo>
                  <a:lnTo>
                    <a:pt x="458" y="12"/>
                  </a:lnTo>
                  <a:lnTo>
                    <a:pt x="500" y="20"/>
                  </a:lnTo>
                  <a:lnTo>
                    <a:pt x="536" y="30"/>
                  </a:lnTo>
                  <a:lnTo>
                    <a:pt x="552" y="36"/>
                  </a:lnTo>
                  <a:lnTo>
                    <a:pt x="564" y="42"/>
                  </a:lnTo>
                  <a:lnTo>
                    <a:pt x="574" y="50"/>
                  </a:lnTo>
                  <a:lnTo>
                    <a:pt x="580" y="56"/>
                  </a:lnTo>
                  <a:lnTo>
                    <a:pt x="586" y="62"/>
                  </a:lnTo>
                  <a:lnTo>
                    <a:pt x="586" y="70"/>
                  </a:lnTo>
                  <a:lnTo>
                    <a:pt x="586" y="70"/>
                  </a:lnTo>
                  <a:close/>
                </a:path>
              </a:pathLst>
            </a:custGeom>
            <a:solidFill>
              <a:srgbClr val="A6A8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4" name="Freeform 147"/>
            <p:cNvSpPr>
              <a:spLocks/>
            </p:cNvSpPr>
            <p:nvPr/>
          </p:nvSpPr>
          <p:spPr bwMode="auto">
            <a:xfrm>
              <a:off x="3838121" y="3373211"/>
              <a:ext cx="438150" cy="409575"/>
            </a:xfrm>
            <a:custGeom>
              <a:avLst/>
              <a:gdLst>
                <a:gd name="T0" fmla="*/ 156 w 276"/>
                <a:gd name="T1" fmla="*/ 234 h 258"/>
                <a:gd name="T2" fmla="*/ 156 w 276"/>
                <a:gd name="T3" fmla="*/ 234 h 258"/>
                <a:gd name="T4" fmla="*/ 172 w 276"/>
                <a:gd name="T5" fmla="*/ 244 h 258"/>
                <a:gd name="T6" fmla="*/ 188 w 276"/>
                <a:gd name="T7" fmla="*/ 250 h 258"/>
                <a:gd name="T8" fmla="*/ 202 w 276"/>
                <a:gd name="T9" fmla="*/ 254 h 258"/>
                <a:gd name="T10" fmla="*/ 214 w 276"/>
                <a:gd name="T11" fmla="*/ 256 h 258"/>
                <a:gd name="T12" fmla="*/ 226 w 276"/>
                <a:gd name="T13" fmla="*/ 258 h 258"/>
                <a:gd name="T14" fmla="*/ 236 w 276"/>
                <a:gd name="T15" fmla="*/ 256 h 258"/>
                <a:gd name="T16" fmla="*/ 244 w 276"/>
                <a:gd name="T17" fmla="*/ 254 h 258"/>
                <a:gd name="T18" fmla="*/ 252 w 276"/>
                <a:gd name="T19" fmla="*/ 252 h 258"/>
                <a:gd name="T20" fmla="*/ 262 w 276"/>
                <a:gd name="T21" fmla="*/ 244 h 258"/>
                <a:gd name="T22" fmla="*/ 270 w 276"/>
                <a:gd name="T23" fmla="*/ 234 h 258"/>
                <a:gd name="T24" fmla="*/ 276 w 276"/>
                <a:gd name="T25" fmla="*/ 226 h 258"/>
                <a:gd name="T26" fmla="*/ 140 w 276"/>
                <a:gd name="T27" fmla="*/ 0 h 258"/>
                <a:gd name="T28" fmla="*/ 0 w 276"/>
                <a:gd name="T29" fmla="*/ 60 h 258"/>
                <a:gd name="T30" fmla="*/ 0 w 276"/>
                <a:gd name="T31" fmla="*/ 60 h 258"/>
                <a:gd name="T32" fmla="*/ 10 w 276"/>
                <a:gd name="T33" fmla="*/ 82 h 258"/>
                <a:gd name="T34" fmla="*/ 22 w 276"/>
                <a:gd name="T35" fmla="*/ 104 h 258"/>
                <a:gd name="T36" fmla="*/ 40 w 276"/>
                <a:gd name="T37" fmla="*/ 130 h 258"/>
                <a:gd name="T38" fmla="*/ 62 w 276"/>
                <a:gd name="T39" fmla="*/ 158 h 258"/>
                <a:gd name="T40" fmla="*/ 88 w 276"/>
                <a:gd name="T41" fmla="*/ 188 h 258"/>
                <a:gd name="T42" fmla="*/ 104 w 276"/>
                <a:gd name="T43" fmla="*/ 200 h 258"/>
                <a:gd name="T44" fmla="*/ 120 w 276"/>
                <a:gd name="T45" fmla="*/ 212 h 258"/>
                <a:gd name="T46" fmla="*/ 138 w 276"/>
                <a:gd name="T47" fmla="*/ 224 h 258"/>
                <a:gd name="T48" fmla="*/ 156 w 276"/>
                <a:gd name="T49" fmla="*/ 234 h 258"/>
                <a:gd name="T50" fmla="*/ 156 w 276"/>
                <a:gd name="T51" fmla="*/ 23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6" h="258">
                  <a:moveTo>
                    <a:pt x="156" y="234"/>
                  </a:moveTo>
                  <a:lnTo>
                    <a:pt x="156" y="234"/>
                  </a:lnTo>
                  <a:lnTo>
                    <a:pt x="172" y="244"/>
                  </a:lnTo>
                  <a:lnTo>
                    <a:pt x="188" y="250"/>
                  </a:lnTo>
                  <a:lnTo>
                    <a:pt x="202" y="254"/>
                  </a:lnTo>
                  <a:lnTo>
                    <a:pt x="214" y="256"/>
                  </a:lnTo>
                  <a:lnTo>
                    <a:pt x="226" y="258"/>
                  </a:lnTo>
                  <a:lnTo>
                    <a:pt x="236" y="256"/>
                  </a:lnTo>
                  <a:lnTo>
                    <a:pt x="244" y="254"/>
                  </a:lnTo>
                  <a:lnTo>
                    <a:pt x="252" y="252"/>
                  </a:lnTo>
                  <a:lnTo>
                    <a:pt x="262" y="244"/>
                  </a:lnTo>
                  <a:lnTo>
                    <a:pt x="270" y="234"/>
                  </a:lnTo>
                  <a:lnTo>
                    <a:pt x="276" y="226"/>
                  </a:lnTo>
                  <a:lnTo>
                    <a:pt x="140" y="0"/>
                  </a:lnTo>
                  <a:lnTo>
                    <a:pt x="0" y="60"/>
                  </a:lnTo>
                  <a:lnTo>
                    <a:pt x="0" y="60"/>
                  </a:lnTo>
                  <a:lnTo>
                    <a:pt x="10" y="82"/>
                  </a:lnTo>
                  <a:lnTo>
                    <a:pt x="22" y="104"/>
                  </a:lnTo>
                  <a:lnTo>
                    <a:pt x="40" y="130"/>
                  </a:lnTo>
                  <a:lnTo>
                    <a:pt x="62" y="158"/>
                  </a:lnTo>
                  <a:lnTo>
                    <a:pt x="88" y="188"/>
                  </a:lnTo>
                  <a:lnTo>
                    <a:pt x="104" y="200"/>
                  </a:lnTo>
                  <a:lnTo>
                    <a:pt x="120" y="212"/>
                  </a:lnTo>
                  <a:lnTo>
                    <a:pt x="138" y="224"/>
                  </a:lnTo>
                  <a:lnTo>
                    <a:pt x="156" y="234"/>
                  </a:lnTo>
                  <a:lnTo>
                    <a:pt x="156" y="23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5" name="Freeform 148"/>
            <p:cNvSpPr>
              <a:spLocks/>
            </p:cNvSpPr>
            <p:nvPr/>
          </p:nvSpPr>
          <p:spPr bwMode="auto">
            <a:xfrm>
              <a:off x="3441246" y="2925536"/>
              <a:ext cx="190500" cy="155575"/>
            </a:xfrm>
            <a:custGeom>
              <a:avLst/>
              <a:gdLst>
                <a:gd name="T0" fmla="*/ 10 w 120"/>
                <a:gd name="T1" fmla="*/ 0 h 98"/>
                <a:gd name="T2" fmla="*/ 112 w 120"/>
                <a:gd name="T3" fmla="*/ 0 h 98"/>
                <a:gd name="T4" fmla="*/ 112 w 120"/>
                <a:gd name="T5" fmla="*/ 0 h 98"/>
                <a:gd name="T6" fmla="*/ 108 w 120"/>
                <a:gd name="T7" fmla="*/ 8 h 98"/>
                <a:gd name="T8" fmla="*/ 106 w 120"/>
                <a:gd name="T9" fmla="*/ 32 h 98"/>
                <a:gd name="T10" fmla="*/ 106 w 120"/>
                <a:gd name="T11" fmla="*/ 46 h 98"/>
                <a:gd name="T12" fmla="*/ 108 w 120"/>
                <a:gd name="T13" fmla="*/ 64 h 98"/>
                <a:gd name="T14" fmla="*/ 112 w 120"/>
                <a:gd name="T15" fmla="*/ 80 h 98"/>
                <a:gd name="T16" fmla="*/ 120 w 120"/>
                <a:gd name="T17" fmla="*/ 98 h 98"/>
                <a:gd name="T18" fmla="*/ 0 w 120"/>
                <a:gd name="T19" fmla="*/ 98 h 98"/>
                <a:gd name="T20" fmla="*/ 0 w 120"/>
                <a:gd name="T21" fmla="*/ 98 h 98"/>
                <a:gd name="T22" fmla="*/ 6 w 120"/>
                <a:gd name="T23" fmla="*/ 92 h 98"/>
                <a:gd name="T24" fmla="*/ 10 w 120"/>
                <a:gd name="T25" fmla="*/ 86 h 98"/>
                <a:gd name="T26" fmla="*/ 14 w 120"/>
                <a:gd name="T27" fmla="*/ 76 h 98"/>
                <a:gd name="T28" fmla="*/ 18 w 120"/>
                <a:gd name="T29" fmla="*/ 62 h 98"/>
                <a:gd name="T30" fmla="*/ 20 w 120"/>
                <a:gd name="T31" fmla="*/ 46 h 98"/>
                <a:gd name="T32" fmla="*/ 16 w 120"/>
                <a:gd name="T33" fmla="*/ 24 h 98"/>
                <a:gd name="T34" fmla="*/ 10 w 120"/>
                <a:gd name="T35" fmla="*/ 0 h 98"/>
                <a:gd name="T36" fmla="*/ 10 w 120"/>
                <a:gd name="T3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0" h="98">
                  <a:moveTo>
                    <a:pt x="10" y="0"/>
                  </a:moveTo>
                  <a:lnTo>
                    <a:pt x="112" y="0"/>
                  </a:lnTo>
                  <a:lnTo>
                    <a:pt x="112" y="0"/>
                  </a:lnTo>
                  <a:lnTo>
                    <a:pt x="108" y="8"/>
                  </a:lnTo>
                  <a:lnTo>
                    <a:pt x="106" y="32"/>
                  </a:lnTo>
                  <a:lnTo>
                    <a:pt x="106" y="46"/>
                  </a:lnTo>
                  <a:lnTo>
                    <a:pt x="108" y="64"/>
                  </a:lnTo>
                  <a:lnTo>
                    <a:pt x="112" y="80"/>
                  </a:lnTo>
                  <a:lnTo>
                    <a:pt x="120" y="98"/>
                  </a:lnTo>
                  <a:lnTo>
                    <a:pt x="0" y="98"/>
                  </a:lnTo>
                  <a:lnTo>
                    <a:pt x="0" y="98"/>
                  </a:lnTo>
                  <a:lnTo>
                    <a:pt x="6" y="92"/>
                  </a:lnTo>
                  <a:lnTo>
                    <a:pt x="10" y="86"/>
                  </a:lnTo>
                  <a:lnTo>
                    <a:pt x="14" y="76"/>
                  </a:lnTo>
                  <a:lnTo>
                    <a:pt x="18" y="62"/>
                  </a:lnTo>
                  <a:lnTo>
                    <a:pt x="20" y="46"/>
                  </a:lnTo>
                  <a:lnTo>
                    <a:pt x="16" y="24"/>
                  </a:lnTo>
                  <a:lnTo>
                    <a:pt x="10" y="0"/>
                  </a:lnTo>
                  <a:lnTo>
                    <a:pt x="10"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6" name="Freeform 149"/>
            <p:cNvSpPr>
              <a:spLocks/>
            </p:cNvSpPr>
            <p:nvPr/>
          </p:nvSpPr>
          <p:spPr bwMode="auto">
            <a:xfrm>
              <a:off x="3457121" y="2925536"/>
              <a:ext cx="161925" cy="98425"/>
            </a:xfrm>
            <a:custGeom>
              <a:avLst/>
              <a:gdLst>
                <a:gd name="T0" fmla="*/ 0 w 102"/>
                <a:gd name="T1" fmla="*/ 0 h 62"/>
                <a:gd name="T2" fmla="*/ 102 w 102"/>
                <a:gd name="T3" fmla="*/ 0 h 62"/>
                <a:gd name="T4" fmla="*/ 102 w 102"/>
                <a:gd name="T5" fmla="*/ 0 h 62"/>
                <a:gd name="T6" fmla="*/ 100 w 102"/>
                <a:gd name="T7" fmla="*/ 6 h 62"/>
                <a:gd name="T8" fmla="*/ 96 w 102"/>
                <a:gd name="T9" fmla="*/ 20 h 62"/>
                <a:gd name="T10" fmla="*/ 94 w 102"/>
                <a:gd name="T11" fmla="*/ 40 h 62"/>
                <a:gd name="T12" fmla="*/ 96 w 102"/>
                <a:gd name="T13" fmla="*/ 50 h 62"/>
                <a:gd name="T14" fmla="*/ 98 w 102"/>
                <a:gd name="T15" fmla="*/ 62 h 62"/>
                <a:gd name="T16" fmla="*/ 98 w 102"/>
                <a:gd name="T17" fmla="*/ 62 h 62"/>
                <a:gd name="T18" fmla="*/ 88 w 102"/>
                <a:gd name="T19" fmla="*/ 62 h 62"/>
                <a:gd name="T20" fmla="*/ 64 w 102"/>
                <a:gd name="T21" fmla="*/ 56 h 62"/>
                <a:gd name="T22" fmla="*/ 50 w 102"/>
                <a:gd name="T23" fmla="*/ 52 h 62"/>
                <a:gd name="T24" fmla="*/ 34 w 102"/>
                <a:gd name="T25" fmla="*/ 46 h 62"/>
                <a:gd name="T26" fmla="*/ 20 w 102"/>
                <a:gd name="T27" fmla="*/ 40 h 62"/>
                <a:gd name="T28" fmla="*/ 8 w 102"/>
                <a:gd name="T29" fmla="*/ 32 h 62"/>
                <a:gd name="T30" fmla="*/ 8 w 102"/>
                <a:gd name="T31" fmla="*/ 32 h 62"/>
                <a:gd name="T32" fmla="*/ 6 w 102"/>
                <a:gd name="T33" fmla="*/ 22 h 62"/>
                <a:gd name="T34" fmla="*/ 0 w 102"/>
                <a:gd name="T35" fmla="*/ 0 h 62"/>
                <a:gd name="T36" fmla="*/ 0 w 102"/>
                <a:gd name="T3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62">
                  <a:moveTo>
                    <a:pt x="0" y="0"/>
                  </a:moveTo>
                  <a:lnTo>
                    <a:pt x="102" y="0"/>
                  </a:lnTo>
                  <a:lnTo>
                    <a:pt x="102" y="0"/>
                  </a:lnTo>
                  <a:lnTo>
                    <a:pt x="100" y="6"/>
                  </a:lnTo>
                  <a:lnTo>
                    <a:pt x="96" y="20"/>
                  </a:lnTo>
                  <a:lnTo>
                    <a:pt x="94" y="40"/>
                  </a:lnTo>
                  <a:lnTo>
                    <a:pt x="96" y="50"/>
                  </a:lnTo>
                  <a:lnTo>
                    <a:pt x="98" y="62"/>
                  </a:lnTo>
                  <a:lnTo>
                    <a:pt x="98" y="62"/>
                  </a:lnTo>
                  <a:lnTo>
                    <a:pt x="88" y="62"/>
                  </a:lnTo>
                  <a:lnTo>
                    <a:pt x="64" y="56"/>
                  </a:lnTo>
                  <a:lnTo>
                    <a:pt x="50" y="52"/>
                  </a:lnTo>
                  <a:lnTo>
                    <a:pt x="34" y="46"/>
                  </a:lnTo>
                  <a:lnTo>
                    <a:pt x="20" y="40"/>
                  </a:lnTo>
                  <a:lnTo>
                    <a:pt x="8" y="32"/>
                  </a:lnTo>
                  <a:lnTo>
                    <a:pt x="8" y="32"/>
                  </a:lnTo>
                  <a:lnTo>
                    <a:pt x="6" y="22"/>
                  </a:lnTo>
                  <a:lnTo>
                    <a:pt x="0" y="0"/>
                  </a:lnTo>
                  <a:lnTo>
                    <a:pt x="0" y="0"/>
                  </a:lnTo>
                  <a:close/>
                </a:path>
              </a:pathLst>
            </a:custGeom>
            <a:solidFill>
              <a:srgbClr val="D4A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7" name="Freeform 150"/>
            <p:cNvSpPr>
              <a:spLocks/>
            </p:cNvSpPr>
            <p:nvPr/>
          </p:nvSpPr>
          <p:spPr bwMode="auto">
            <a:xfrm>
              <a:off x="3787321" y="2582636"/>
              <a:ext cx="60325" cy="111125"/>
            </a:xfrm>
            <a:custGeom>
              <a:avLst/>
              <a:gdLst>
                <a:gd name="T0" fmla="*/ 36 w 38"/>
                <a:gd name="T1" fmla="*/ 38 h 70"/>
                <a:gd name="T2" fmla="*/ 36 w 38"/>
                <a:gd name="T3" fmla="*/ 38 h 70"/>
                <a:gd name="T4" fmla="*/ 32 w 38"/>
                <a:gd name="T5" fmla="*/ 52 h 70"/>
                <a:gd name="T6" fmla="*/ 26 w 38"/>
                <a:gd name="T7" fmla="*/ 62 h 70"/>
                <a:gd name="T8" fmla="*/ 18 w 38"/>
                <a:gd name="T9" fmla="*/ 68 h 70"/>
                <a:gd name="T10" fmla="*/ 14 w 38"/>
                <a:gd name="T11" fmla="*/ 70 h 70"/>
                <a:gd name="T12" fmla="*/ 12 w 38"/>
                <a:gd name="T13" fmla="*/ 70 h 70"/>
                <a:gd name="T14" fmla="*/ 12 w 38"/>
                <a:gd name="T15" fmla="*/ 70 h 70"/>
                <a:gd name="T16" fmla="*/ 8 w 38"/>
                <a:gd name="T17" fmla="*/ 68 h 70"/>
                <a:gd name="T18" fmla="*/ 6 w 38"/>
                <a:gd name="T19" fmla="*/ 66 h 70"/>
                <a:gd name="T20" fmla="*/ 2 w 38"/>
                <a:gd name="T21" fmla="*/ 58 h 70"/>
                <a:gd name="T22" fmla="*/ 0 w 38"/>
                <a:gd name="T23" fmla="*/ 46 h 70"/>
                <a:gd name="T24" fmla="*/ 2 w 38"/>
                <a:gd name="T25" fmla="*/ 32 h 70"/>
                <a:gd name="T26" fmla="*/ 2 w 38"/>
                <a:gd name="T27" fmla="*/ 32 h 70"/>
                <a:gd name="T28" fmla="*/ 6 w 38"/>
                <a:gd name="T29" fmla="*/ 18 h 70"/>
                <a:gd name="T30" fmla="*/ 12 w 38"/>
                <a:gd name="T31" fmla="*/ 8 h 70"/>
                <a:gd name="T32" fmla="*/ 18 w 38"/>
                <a:gd name="T33" fmla="*/ 0 h 70"/>
                <a:gd name="T34" fmla="*/ 22 w 38"/>
                <a:gd name="T35" fmla="*/ 0 h 70"/>
                <a:gd name="T36" fmla="*/ 26 w 38"/>
                <a:gd name="T37" fmla="*/ 0 h 70"/>
                <a:gd name="T38" fmla="*/ 26 w 38"/>
                <a:gd name="T39" fmla="*/ 0 h 70"/>
                <a:gd name="T40" fmla="*/ 30 w 38"/>
                <a:gd name="T41" fmla="*/ 0 h 70"/>
                <a:gd name="T42" fmla="*/ 32 w 38"/>
                <a:gd name="T43" fmla="*/ 4 h 70"/>
                <a:gd name="T44" fmla="*/ 36 w 38"/>
                <a:gd name="T45" fmla="*/ 12 h 70"/>
                <a:gd name="T46" fmla="*/ 38 w 38"/>
                <a:gd name="T47" fmla="*/ 24 h 70"/>
                <a:gd name="T48" fmla="*/ 36 w 38"/>
                <a:gd name="T49" fmla="*/ 38 h 70"/>
                <a:gd name="T50" fmla="*/ 36 w 38"/>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70">
                  <a:moveTo>
                    <a:pt x="36" y="38"/>
                  </a:moveTo>
                  <a:lnTo>
                    <a:pt x="36" y="38"/>
                  </a:lnTo>
                  <a:lnTo>
                    <a:pt x="32" y="52"/>
                  </a:lnTo>
                  <a:lnTo>
                    <a:pt x="26" y="62"/>
                  </a:lnTo>
                  <a:lnTo>
                    <a:pt x="18" y="68"/>
                  </a:lnTo>
                  <a:lnTo>
                    <a:pt x="14" y="70"/>
                  </a:lnTo>
                  <a:lnTo>
                    <a:pt x="12" y="70"/>
                  </a:lnTo>
                  <a:lnTo>
                    <a:pt x="12" y="70"/>
                  </a:lnTo>
                  <a:lnTo>
                    <a:pt x="8" y="68"/>
                  </a:lnTo>
                  <a:lnTo>
                    <a:pt x="6" y="66"/>
                  </a:lnTo>
                  <a:lnTo>
                    <a:pt x="2" y="58"/>
                  </a:lnTo>
                  <a:lnTo>
                    <a:pt x="0" y="46"/>
                  </a:lnTo>
                  <a:lnTo>
                    <a:pt x="2" y="32"/>
                  </a:lnTo>
                  <a:lnTo>
                    <a:pt x="2" y="32"/>
                  </a:lnTo>
                  <a:lnTo>
                    <a:pt x="6" y="18"/>
                  </a:lnTo>
                  <a:lnTo>
                    <a:pt x="12" y="8"/>
                  </a:lnTo>
                  <a:lnTo>
                    <a:pt x="18" y="0"/>
                  </a:lnTo>
                  <a:lnTo>
                    <a:pt x="22" y="0"/>
                  </a:lnTo>
                  <a:lnTo>
                    <a:pt x="26" y="0"/>
                  </a:lnTo>
                  <a:lnTo>
                    <a:pt x="26" y="0"/>
                  </a:lnTo>
                  <a:lnTo>
                    <a:pt x="30" y="0"/>
                  </a:lnTo>
                  <a:lnTo>
                    <a:pt x="32" y="4"/>
                  </a:lnTo>
                  <a:lnTo>
                    <a:pt x="36" y="12"/>
                  </a:lnTo>
                  <a:lnTo>
                    <a:pt x="38" y="24"/>
                  </a:lnTo>
                  <a:lnTo>
                    <a:pt x="36" y="38"/>
                  </a:lnTo>
                  <a:lnTo>
                    <a:pt x="36"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8" name="Freeform 151"/>
            <p:cNvSpPr>
              <a:spLocks/>
            </p:cNvSpPr>
            <p:nvPr/>
          </p:nvSpPr>
          <p:spPr bwMode="auto">
            <a:xfrm>
              <a:off x="3774621" y="2592161"/>
              <a:ext cx="57150" cy="92075"/>
            </a:xfrm>
            <a:custGeom>
              <a:avLst/>
              <a:gdLst>
                <a:gd name="T0" fmla="*/ 34 w 36"/>
                <a:gd name="T1" fmla="*/ 32 h 58"/>
                <a:gd name="T2" fmla="*/ 34 w 36"/>
                <a:gd name="T3" fmla="*/ 32 h 58"/>
                <a:gd name="T4" fmla="*/ 30 w 36"/>
                <a:gd name="T5" fmla="*/ 44 h 58"/>
                <a:gd name="T6" fmla="*/ 26 w 36"/>
                <a:gd name="T7" fmla="*/ 52 h 58"/>
                <a:gd name="T8" fmla="*/ 18 w 36"/>
                <a:gd name="T9" fmla="*/ 58 h 58"/>
                <a:gd name="T10" fmla="*/ 12 w 36"/>
                <a:gd name="T11" fmla="*/ 58 h 58"/>
                <a:gd name="T12" fmla="*/ 12 w 36"/>
                <a:gd name="T13" fmla="*/ 58 h 58"/>
                <a:gd name="T14" fmla="*/ 6 w 36"/>
                <a:gd name="T15" fmla="*/ 54 h 58"/>
                <a:gd name="T16" fmla="*/ 0 w 36"/>
                <a:gd name="T17" fmla="*/ 46 h 58"/>
                <a:gd name="T18" fmla="*/ 0 w 36"/>
                <a:gd name="T19" fmla="*/ 36 h 58"/>
                <a:gd name="T20" fmla="*/ 0 w 36"/>
                <a:gd name="T21" fmla="*/ 26 h 58"/>
                <a:gd name="T22" fmla="*/ 0 w 36"/>
                <a:gd name="T23" fmla="*/ 26 h 58"/>
                <a:gd name="T24" fmla="*/ 4 w 36"/>
                <a:gd name="T25" fmla="*/ 14 h 58"/>
                <a:gd name="T26" fmla="*/ 10 w 36"/>
                <a:gd name="T27" fmla="*/ 6 h 58"/>
                <a:gd name="T28" fmla="*/ 16 w 36"/>
                <a:gd name="T29" fmla="*/ 0 h 58"/>
                <a:gd name="T30" fmla="*/ 24 w 36"/>
                <a:gd name="T31" fmla="*/ 0 h 58"/>
                <a:gd name="T32" fmla="*/ 24 w 36"/>
                <a:gd name="T33" fmla="*/ 0 h 58"/>
                <a:gd name="T34" fmla="*/ 30 w 36"/>
                <a:gd name="T35" fmla="*/ 4 h 58"/>
                <a:gd name="T36" fmla="*/ 34 w 36"/>
                <a:gd name="T37" fmla="*/ 10 h 58"/>
                <a:gd name="T38" fmla="*/ 36 w 36"/>
                <a:gd name="T39" fmla="*/ 20 h 58"/>
                <a:gd name="T40" fmla="*/ 34 w 36"/>
                <a:gd name="T41" fmla="*/ 32 h 58"/>
                <a:gd name="T42" fmla="*/ 34 w 36"/>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58">
                  <a:moveTo>
                    <a:pt x="34" y="32"/>
                  </a:moveTo>
                  <a:lnTo>
                    <a:pt x="34" y="32"/>
                  </a:lnTo>
                  <a:lnTo>
                    <a:pt x="30" y="44"/>
                  </a:lnTo>
                  <a:lnTo>
                    <a:pt x="26" y="52"/>
                  </a:lnTo>
                  <a:lnTo>
                    <a:pt x="18" y="58"/>
                  </a:lnTo>
                  <a:lnTo>
                    <a:pt x="12" y="58"/>
                  </a:lnTo>
                  <a:lnTo>
                    <a:pt x="12" y="58"/>
                  </a:lnTo>
                  <a:lnTo>
                    <a:pt x="6" y="54"/>
                  </a:lnTo>
                  <a:lnTo>
                    <a:pt x="0" y="46"/>
                  </a:lnTo>
                  <a:lnTo>
                    <a:pt x="0" y="36"/>
                  </a:lnTo>
                  <a:lnTo>
                    <a:pt x="0" y="26"/>
                  </a:lnTo>
                  <a:lnTo>
                    <a:pt x="0" y="26"/>
                  </a:lnTo>
                  <a:lnTo>
                    <a:pt x="4" y="14"/>
                  </a:lnTo>
                  <a:lnTo>
                    <a:pt x="10" y="6"/>
                  </a:lnTo>
                  <a:lnTo>
                    <a:pt x="16" y="0"/>
                  </a:lnTo>
                  <a:lnTo>
                    <a:pt x="24" y="0"/>
                  </a:lnTo>
                  <a:lnTo>
                    <a:pt x="24" y="0"/>
                  </a:lnTo>
                  <a:lnTo>
                    <a:pt x="30" y="4"/>
                  </a:lnTo>
                  <a:lnTo>
                    <a:pt x="34" y="10"/>
                  </a:lnTo>
                  <a:lnTo>
                    <a:pt x="36" y="20"/>
                  </a:lnTo>
                  <a:lnTo>
                    <a:pt x="34" y="32"/>
                  </a:lnTo>
                  <a:lnTo>
                    <a:pt x="34"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9" name="Freeform 152"/>
            <p:cNvSpPr>
              <a:spLocks/>
            </p:cNvSpPr>
            <p:nvPr/>
          </p:nvSpPr>
          <p:spPr bwMode="auto">
            <a:xfrm>
              <a:off x="3244396" y="2592161"/>
              <a:ext cx="57150" cy="111125"/>
            </a:xfrm>
            <a:custGeom>
              <a:avLst/>
              <a:gdLst>
                <a:gd name="T0" fmla="*/ 0 w 36"/>
                <a:gd name="T1" fmla="*/ 38 h 70"/>
                <a:gd name="T2" fmla="*/ 0 w 36"/>
                <a:gd name="T3" fmla="*/ 38 h 70"/>
                <a:gd name="T4" fmla="*/ 4 w 36"/>
                <a:gd name="T5" fmla="*/ 52 h 70"/>
                <a:gd name="T6" fmla="*/ 10 w 36"/>
                <a:gd name="T7" fmla="*/ 62 h 70"/>
                <a:gd name="T8" fmla="*/ 18 w 36"/>
                <a:gd name="T9" fmla="*/ 68 h 70"/>
                <a:gd name="T10" fmla="*/ 22 w 36"/>
                <a:gd name="T11" fmla="*/ 70 h 70"/>
                <a:gd name="T12" fmla="*/ 26 w 36"/>
                <a:gd name="T13" fmla="*/ 70 h 70"/>
                <a:gd name="T14" fmla="*/ 26 w 36"/>
                <a:gd name="T15" fmla="*/ 70 h 70"/>
                <a:gd name="T16" fmla="*/ 28 w 36"/>
                <a:gd name="T17" fmla="*/ 68 h 70"/>
                <a:gd name="T18" fmla="*/ 32 w 36"/>
                <a:gd name="T19" fmla="*/ 66 h 70"/>
                <a:gd name="T20" fmla="*/ 36 w 36"/>
                <a:gd name="T21" fmla="*/ 58 h 70"/>
                <a:gd name="T22" fmla="*/ 36 w 36"/>
                <a:gd name="T23" fmla="*/ 46 h 70"/>
                <a:gd name="T24" fmla="*/ 34 w 36"/>
                <a:gd name="T25" fmla="*/ 32 h 70"/>
                <a:gd name="T26" fmla="*/ 34 w 36"/>
                <a:gd name="T27" fmla="*/ 32 h 70"/>
                <a:gd name="T28" fmla="*/ 30 w 36"/>
                <a:gd name="T29" fmla="*/ 18 h 70"/>
                <a:gd name="T30" fmla="*/ 24 w 36"/>
                <a:gd name="T31" fmla="*/ 8 h 70"/>
                <a:gd name="T32" fmla="*/ 18 w 36"/>
                <a:gd name="T33" fmla="*/ 2 h 70"/>
                <a:gd name="T34" fmla="*/ 14 w 36"/>
                <a:gd name="T35" fmla="*/ 0 h 70"/>
                <a:gd name="T36" fmla="*/ 10 w 36"/>
                <a:gd name="T37" fmla="*/ 0 h 70"/>
                <a:gd name="T38" fmla="*/ 10 w 36"/>
                <a:gd name="T39" fmla="*/ 0 h 70"/>
                <a:gd name="T40" fmla="*/ 8 w 36"/>
                <a:gd name="T41" fmla="*/ 2 h 70"/>
                <a:gd name="T42" fmla="*/ 4 w 36"/>
                <a:gd name="T43" fmla="*/ 4 h 70"/>
                <a:gd name="T44" fmla="*/ 0 w 36"/>
                <a:gd name="T45" fmla="*/ 12 h 70"/>
                <a:gd name="T46" fmla="*/ 0 w 36"/>
                <a:gd name="T47" fmla="*/ 24 h 70"/>
                <a:gd name="T48" fmla="*/ 0 w 36"/>
                <a:gd name="T49" fmla="*/ 38 h 70"/>
                <a:gd name="T50" fmla="*/ 0 w 36"/>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70">
                  <a:moveTo>
                    <a:pt x="0" y="38"/>
                  </a:moveTo>
                  <a:lnTo>
                    <a:pt x="0" y="38"/>
                  </a:lnTo>
                  <a:lnTo>
                    <a:pt x="4" y="52"/>
                  </a:lnTo>
                  <a:lnTo>
                    <a:pt x="10" y="62"/>
                  </a:lnTo>
                  <a:lnTo>
                    <a:pt x="18" y="68"/>
                  </a:lnTo>
                  <a:lnTo>
                    <a:pt x="22" y="70"/>
                  </a:lnTo>
                  <a:lnTo>
                    <a:pt x="26" y="70"/>
                  </a:lnTo>
                  <a:lnTo>
                    <a:pt x="26" y="70"/>
                  </a:lnTo>
                  <a:lnTo>
                    <a:pt x="28" y="68"/>
                  </a:lnTo>
                  <a:lnTo>
                    <a:pt x="32" y="66"/>
                  </a:lnTo>
                  <a:lnTo>
                    <a:pt x="36" y="58"/>
                  </a:lnTo>
                  <a:lnTo>
                    <a:pt x="36" y="46"/>
                  </a:lnTo>
                  <a:lnTo>
                    <a:pt x="34" y="32"/>
                  </a:lnTo>
                  <a:lnTo>
                    <a:pt x="34" y="32"/>
                  </a:lnTo>
                  <a:lnTo>
                    <a:pt x="30" y="18"/>
                  </a:lnTo>
                  <a:lnTo>
                    <a:pt x="24" y="8"/>
                  </a:lnTo>
                  <a:lnTo>
                    <a:pt x="18" y="2"/>
                  </a:lnTo>
                  <a:lnTo>
                    <a:pt x="14" y="0"/>
                  </a:lnTo>
                  <a:lnTo>
                    <a:pt x="10" y="0"/>
                  </a:lnTo>
                  <a:lnTo>
                    <a:pt x="10" y="0"/>
                  </a:lnTo>
                  <a:lnTo>
                    <a:pt x="8" y="2"/>
                  </a:lnTo>
                  <a:lnTo>
                    <a:pt x="4" y="4"/>
                  </a:lnTo>
                  <a:lnTo>
                    <a:pt x="0" y="12"/>
                  </a:lnTo>
                  <a:lnTo>
                    <a:pt x="0" y="24"/>
                  </a:lnTo>
                  <a:lnTo>
                    <a:pt x="0" y="38"/>
                  </a:lnTo>
                  <a:lnTo>
                    <a:pt x="0"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0" name="Freeform 153"/>
            <p:cNvSpPr>
              <a:spLocks/>
            </p:cNvSpPr>
            <p:nvPr/>
          </p:nvSpPr>
          <p:spPr bwMode="auto">
            <a:xfrm>
              <a:off x="3257096" y="2601686"/>
              <a:ext cx="60325" cy="92075"/>
            </a:xfrm>
            <a:custGeom>
              <a:avLst/>
              <a:gdLst>
                <a:gd name="T0" fmla="*/ 2 w 38"/>
                <a:gd name="T1" fmla="*/ 32 h 58"/>
                <a:gd name="T2" fmla="*/ 2 w 38"/>
                <a:gd name="T3" fmla="*/ 32 h 58"/>
                <a:gd name="T4" fmla="*/ 6 w 38"/>
                <a:gd name="T5" fmla="*/ 44 h 58"/>
                <a:gd name="T6" fmla="*/ 12 w 38"/>
                <a:gd name="T7" fmla="*/ 52 h 58"/>
                <a:gd name="T8" fmla="*/ 18 w 38"/>
                <a:gd name="T9" fmla="*/ 58 h 58"/>
                <a:gd name="T10" fmla="*/ 26 w 38"/>
                <a:gd name="T11" fmla="*/ 58 h 58"/>
                <a:gd name="T12" fmla="*/ 26 w 38"/>
                <a:gd name="T13" fmla="*/ 58 h 58"/>
                <a:gd name="T14" fmla="*/ 32 w 38"/>
                <a:gd name="T15" fmla="*/ 54 h 58"/>
                <a:gd name="T16" fmla="*/ 36 w 38"/>
                <a:gd name="T17" fmla="*/ 48 h 58"/>
                <a:gd name="T18" fmla="*/ 38 w 38"/>
                <a:gd name="T19" fmla="*/ 38 h 58"/>
                <a:gd name="T20" fmla="*/ 36 w 38"/>
                <a:gd name="T21" fmla="*/ 26 h 58"/>
                <a:gd name="T22" fmla="*/ 36 w 38"/>
                <a:gd name="T23" fmla="*/ 26 h 58"/>
                <a:gd name="T24" fmla="*/ 32 w 38"/>
                <a:gd name="T25" fmla="*/ 14 h 58"/>
                <a:gd name="T26" fmla="*/ 26 w 38"/>
                <a:gd name="T27" fmla="*/ 6 h 58"/>
                <a:gd name="T28" fmla="*/ 20 w 38"/>
                <a:gd name="T29" fmla="*/ 0 h 58"/>
                <a:gd name="T30" fmla="*/ 12 w 38"/>
                <a:gd name="T31" fmla="*/ 0 h 58"/>
                <a:gd name="T32" fmla="*/ 12 w 38"/>
                <a:gd name="T33" fmla="*/ 0 h 58"/>
                <a:gd name="T34" fmla="*/ 6 w 38"/>
                <a:gd name="T35" fmla="*/ 4 h 58"/>
                <a:gd name="T36" fmla="*/ 2 w 38"/>
                <a:gd name="T37" fmla="*/ 10 h 58"/>
                <a:gd name="T38" fmla="*/ 0 w 38"/>
                <a:gd name="T39" fmla="*/ 20 h 58"/>
                <a:gd name="T40" fmla="*/ 2 w 38"/>
                <a:gd name="T41" fmla="*/ 32 h 58"/>
                <a:gd name="T42" fmla="*/ 2 w 38"/>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58">
                  <a:moveTo>
                    <a:pt x="2" y="32"/>
                  </a:moveTo>
                  <a:lnTo>
                    <a:pt x="2" y="32"/>
                  </a:lnTo>
                  <a:lnTo>
                    <a:pt x="6" y="44"/>
                  </a:lnTo>
                  <a:lnTo>
                    <a:pt x="12" y="52"/>
                  </a:lnTo>
                  <a:lnTo>
                    <a:pt x="18" y="58"/>
                  </a:lnTo>
                  <a:lnTo>
                    <a:pt x="26" y="58"/>
                  </a:lnTo>
                  <a:lnTo>
                    <a:pt x="26" y="58"/>
                  </a:lnTo>
                  <a:lnTo>
                    <a:pt x="32" y="54"/>
                  </a:lnTo>
                  <a:lnTo>
                    <a:pt x="36" y="48"/>
                  </a:lnTo>
                  <a:lnTo>
                    <a:pt x="38" y="38"/>
                  </a:lnTo>
                  <a:lnTo>
                    <a:pt x="36" y="26"/>
                  </a:lnTo>
                  <a:lnTo>
                    <a:pt x="36" y="26"/>
                  </a:lnTo>
                  <a:lnTo>
                    <a:pt x="32" y="14"/>
                  </a:lnTo>
                  <a:lnTo>
                    <a:pt x="26" y="6"/>
                  </a:lnTo>
                  <a:lnTo>
                    <a:pt x="20" y="0"/>
                  </a:lnTo>
                  <a:lnTo>
                    <a:pt x="12" y="0"/>
                  </a:lnTo>
                  <a:lnTo>
                    <a:pt x="12" y="0"/>
                  </a:lnTo>
                  <a:lnTo>
                    <a:pt x="6" y="4"/>
                  </a:lnTo>
                  <a:lnTo>
                    <a:pt x="2" y="10"/>
                  </a:lnTo>
                  <a:lnTo>
                    <a:pt x="0" y="20"/>
                  </a:lnTo>
                  <a:lnTo>
                    <a:pt x="2" y="32"/>
                  </a:lnTo>
                  <a:lnTo>
                    <a:pt x="2"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1" name="Freeform 154"/>
            <p:cNvSpPr>
              <a:spLocks/>
            </p:cNvSpPr>
            <p:nvPr/>
          </p:nvSpPr>
          <p:spPr bwMode="auto">
            <a:xfrm>
              <a:off x="3269796" y="2214336"/>
              <a:ext cx="546100" cy="752475"/>
            </a:xfrm>
            <a:custGeom>
              <a:avLst/>
              <a:gdLst>
                <a:gd name="T0" fmla="*/ 340 w 344"/>
                <a:gd name="T1" fmla="*/ 248 h 474"/>
                <a:gd name="T2" fmla="*/ 330 w 344"/>
                <a:gd name="T3" fmla="*/ 310 h 474"/>
                <a:gd name="T4" fmla="*/ 308 w 344"/>
                <a:gd name="T5" fmla="*/ 368 h 474"/>
                <a:gd name="T6" fmla="*/ 300 w 344"/>
                <a:gd name="T7" fmla="*/ 382 h 474"/>
                <a:gd name="T8" fmla="*/ 274 w 344"/>
                <a:gd name="T9" fmla="*/ 414 h 474"/>
                <a:gd name="T10" fmla="*/ 242 w 344"/>
                <a:gd name="T11" fmla="*/ 442 h 474"/>
                <a:gd name="T12" fmla="*/ 210 w 344"/>
                <a:gd name="T13" fmla="*/ 464 h 474"/>
                <a:gd name="T14" fmla="*/ 194 w 344"/>
                <a:gd name="T15" fmla="*/ 470 h 474"/>
                <a:gd name="T16" fmla="*/ 174 w 344"/>
                <a:gd name="T17" fmla="*/ 474 h 474"/>
                <a:gd name="T18" fmla="*/ 172 w 344"/>
                <a:gd name="T19" fmla="*/ 474 h 474"/>
                <a:gd name="T20" fmla="*/ 164 w 344"/>
                <a:gd name="T21" fmla="*/ 474 h 474"/>
                <a:gd name="T22" fmla="*/ 154 w 344"/>
                <a:gd name="T23" fmla="*/ 470 h 474"/>
                <a:gd name="T24" fmla="*/ 120 w 344"/>
                <a:gd name="T25" fmla="*/ 454 h 474"/>
                <a:gd name="T26" fmla="*/ 88 w 344"/>
                <a:gd name="T27" fmla="*/ 428 h 474"/>
                <a:gd name="T28" fmla="*/ 58 w 344"/>
                <a:gd name="T29" fmla="*/ 398 h 474"/>
                <a:gd name="T30" fmla="*/ 38 w 344"/>
                <a:gd name="T31" fmla="*/ 368 h 474"/>
                <a:gd name="T32" fmla="*/ 26 w 344"/>
                <a:gd name="T33" fmla="*/ 338 h 474"/>
                <a:gd name="T34" fmla="*/ 12 w 344"/>
                <a:gd name="T35" fmla="*/ 278 h 474"/>
                <a:gd name="T36" fmla="*/ 6 w 344"/>
                <a:gd name="T37" fmla="*/ 248 h 474"/>
                <a:gd name="T38" fmla="*/ 2 w 344"/>
                <a:gd name="T39" fmla="*/ 208 h 474"/>
                <a:gd name="T40" fmla="*/ 2 w 344"/>
                <a:gd name="T41" fmla="*/ 166 h 474"/>
                <a:gd name="T42" fmla="*/ 8 w 344"/>
                <a:gd name="T43" fmla="*/ 120 h 474"/>
                <a:gd name="T44" fmla="*/ 26 w 344"/>
                <a:gd name="T45" fmla="*/ 74 h 474"/>
                <a:gd name="T46" fmla="*/ 48 w 344"/>
                <a:gd name="T47" fmla="*/ 44 h 474"/>
                <a:gd name="T48" fmla="*/ 68 w 344"/>
                <a:gd name="T49" fmla="*/ 26 h 474"/>
                <a:gd name="T50" fmla="*/ 92 w 344"/>
                <a:gd name="T51" fmla="*/ 14 h 474"/>
                <a:gd name="T52" fmla="*/ 122 w 344"/>
                <a:gd name="T53" fmla="*/ 4 h 474"/>
                <a:gd name="T54" fmla="*/ 160 w 344"/>
                <a:gd name="T55" fmla="*/ 0 h 474"/>
                <a:gd name="T56" fmla="*/ 180 w 344"/>
                <a:gd name="T57" fmla="*/ 0 h 474"/>
                <a:gd name="T58" fmla="*/ 208 w 344"/>
                <a:gd name="T59" fmla="*/ 4 h 474"/>
                <a:gd name="T60" fmla="*/ 238 w 344"/>
                <a:gd name="T61" fmla="*/ 12 h 474"/>
                <a:gd name="T62" fmla="*/ 270 w 344"/>
                <a:gd name="T63" fmla="*/ 28 h 474"/>
                <a:gd name="T64" fmla="*/ 302 w 344"/>
                <a:gd name="T65" fmla="*/ 56 h 474"/>
                <a:gd name="T66" fmla="*/ 326 w 344"/>
                <a:gd name="T67" fmla="*/ 100 h 474"/>
                <a:gd name="T68" fmla="*/ 342 w 344"/>
                <a:gd name="T69" fmla="*/ 164 h 474"/>
                <a:gd name="T70" fmla="*/ 340 w 344"/>
                <a:gd name="T71" fmla="*/ 248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474">
                  <a:moveTo>
                    <a:pt x="340" y="248"/>
                  </a:moveTo>
                  <a:lnTo>
                    <a:pt x="340" y="248"/>
                  </a:lnTo>
                  <a:lnTo>
                    <a:pt x="336" y="278"/>
                  </a:lnTo>
                  <a:lnTo>
                    <a:pt x="330" y="310"/>
                  </a:lnTo>
                  <a:lnTo>
                    <a:pt x="320" y="338"/>
                  </a:lnTo>
                  <a:lnTo>
                    <a:pt x="308" y="368"/>
                  </a:lnTo>
                  <a:lnTo>
                    <a:pt x="308" y="368"/>
                  </a:lnTo>
                  <a:lnTo>
                    <a:pt x="300" y="382"/>
                  </a:lnTo>
                  <a:lnTo>
                    <a:pt x="288" y="398"/>
                  </a:lnTo>
                  <a:lnTo>
                    <a:pt x="274" y="414"/>
                  </a:lnTo>
                  <a:lnTo>
                    <a:pt x="258" y="428"/>
                  </a:lnTo>
                  <a:lnTo>
                    <a:pt x="242" y="442"/>
                  </a:lnTo>
                  <a:lnTo>
                    <a:pt x="226" y="454"/>
                  </a:lnTo>
                  <a:lnTo>
                    <a:pt x="210" y="464"/>
                  </a:lnTo>
                  <a:lnTo>
                    <a:pt x="194" y="470"/>
                  </a:lnTo>
                  <a:lnTo>
                    <a:pt x="194" y="470"/>
                  </a:lnTo>
                  <a:lnTo>
                    <a:pt x="182" y="474"/>
                  </a:lnTo>
                  <a:lnTo>
                    <a:pt x="174" y="474"/>
                  </a:lnTo>
                  <a:lnTo>
                    <a:pt x="174" y="474"/>
                  </a:lnTo>
                  <a:lnTo>
                    <a:pt x="172" y="474"/>
                  </a:lnTo>
                  <a:lnTo>
                    <a:pt x="172" y="474"/>
                  </a:lnTo>
                  <a:lnTo>
                    <a:pt x="164" y="474"/>
                  </a:lnTo>
                  <a:lnTo>
                    <a:pt x="154" y="470"/>
                  </a:lnTo>
                  <a:lnTo>
                    <a:pt x="154" y="470"/>
                  </a:lnTo>
                  <a:lnTo>
                    <a:pt x="138" y="464"/>
                  </a:lnTo>
                  <a:lnTo>
                    <a:pt x="120" y="454"/>
                  </a:lnTo>
                  <a:lnTo>
                    <a:pt x="104" y="442"/>
                  </a:lnTo>
                  <a:lnTo>
                    <a:pt x="88" y="428"/>
                  </a:lnTo>
                  <a:lnTo>
                    <a:pt x="72" y="414"/>
                  </a:lnTo>
                  <a:lnTo>
                    <a:pt x="58" y="398"/>
                  </a:lnTo>
                  <a:lnTo>
                    <a:pt x="48" y="382"/>
                  </a:lnTo>
                  <a:lnTo>
                    <a:pt x="38" y="368"/>
                  </a:lnTo>
                  <a:lnTo>
                    <a:pt x="38" y="368"/>
                  </a:lnTo>
                  <a:lnTo>
                    <a:pt x="26" y="338"/>
                  </a:lnTo>
                  <a:lnTo>
                    <a:pt x="18" y="308"/>
                  </a:lnTo>
                  <a:lnTo>
                    <a:pt x="12" y="278"/>
                  </a:lnTo>
                  <a:lnTo>
                    <a:pt x="6" y="248"/>
                  </a:lnTo>
                  <a:lnTo>
                    <a:pt x="6" y="248"/>
                  </a:lnTo>
                  <a:lnTo>
                    <a:pt x="4" y="236"/>
                  </a:lnTo>
                  <a:lnTo>
                    <a:pt x="2" y="208"/>
                  </a:lnTo>
                  <a:lnTo>
                    <a:pt x="0" y="188"/>
                  </a:lnTo>
                  <a:lnTo>
                    <a:pt x="2" y="166"/>
                  </a:lnTo>
                  <a:lnTo>
                    <a:pt x="4" y="144"/>
                  </a:lnTo>
                  <a:lnTo>
                    <a:pt x="8" y="120"/>
                  </a:lnTo>
                  <a:lnTo>
                    <a:pt x="16" y="96"/>
                  </a:lnTo>
                  <a:lnTo>
                    <a:pt x="26" y="74"/>
                  </a:lnTo>
                  <a:lnTo>
                    <a:pt x="40" y="54"/>
                  </a:lnTo>
                  <a:lnTo>
                    <a:pt x="48" y="44"/>
                  </a:lnTo>
                  <a:lnTo>
                    <a:pt x="58" y="34"/>
                  </a:lnTo>
                  <a:lnTo>
                    <a:pt x="68" y="26"/>
                  </a:lnTo>
                  <a:lnTo>
                    <a:pt x="80" y="20"/>
                  </a:lnTo>
                  <a:lnTo>
                    <a:pt x="92" y="14"/>
                  </a:lnTo>
                  <a:lnTo>
                    <a:pt x="108" y="8"/>
                  </a:lnTo>
                  <a:lnTo>
                    <a:pt x="122" y="4"/>
                  </a:lnTo>
                  <a:lnTo>
                    <a:pt x="140" y="2"/>
                  </a:lnTo>
                  <a:lnTo>
                    <a:pt x="160" y="0"/>
                  </a:lnTo>
                  <a:lnTo>
                    <a:pt x="180" y="0"/>
                  </a:lnTo>
                  <a:lnTo>
                    <a:pt x="180" y="0"/>
                  </a:lnTo>
                  <a:lnTo>
                    <a:pt x="188" y="0"/>
                  </a:lnTo>
                  <a:lnTo>
                    <a:pt x="208" y="4"/>
                  </a:lnTo>
                  <a:lnTo>
                    <a:pt x="222" y="6"/>
                  </a:lnTo>
                  <a:lnTo>
                    <a:pt x="238" y="12"/>
                  </a:lnTo>
                  <a:lnTo>
                    <a:pt x="254" y="18"/>
                  </a:lnTo>
                  <a:lnTo>
                    <a:pt x="270" y="28"/>
                  </a:lnTo>
                  <a:lnTo>
                    <a:pt x="286" y="40"/>
                  </a:lnTo>
                  <a:lnTo>
                    <a:pt x="302" y="56"/>
                  </a:lnTo>
                  <a:lnTo>
                    <a:pt x="316" y="76"/>
                  </a:lnTo>
                  <a:lnTo>
                    <a:pt x="326" y="100"/>
                  </a:lnTo>
                  <a:lnTo>
                    <a:pt x="336" y="130"/>
                  </a:lnTo>
                  <a:lnTo>
                    <a:pt x="342" y="164"/>
                  </a:lnTo>
                  <a:lnTo>
                    <a:pt x="344" y="202"/>
                  </a:lnTo>
                  <a:lnTo>
                    <a:pt x="340" y="248"/>
                  </a:lnTo>
                  <a:lnTo>
                    <a:pt x="340" y="24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2" name="Freeform 155"/>
            <p:cNvSpPr>
              <a:spLocks/>
            </p:cNvSpPr>
            <p:nvPr/>
          </p:nvSpPr>
          <p:spPr bwMode="auto">
            <a:xfrm>
              <a:off x="3095171" y="3062061"/>
              <a:ext cx="892175" cy="263525"/>
            </a:xfrm>
            <a:custGeom>
              <a:avLst/>
              <a:gdLst>
                <a:gd name="T0" fmla="*/ 554 w 562"/>
                <a:gd name="T1" fmla="*/ 114 h 166"/>
                <a:gd name="T2" fmla="*/ 554 w 562"/>
                <a:gd name="T3" fmla="*/ 114 h 166"/>
                <a:gd name="T4" fmla="*/ 548 w 562"/>
                <a:gd name="T5" fmla="*/ 98 h 166"/>
                <a:gd name="T6" fmla="*/ 538 w 562"/>
                <a:gd name="T7" fmla="*/ 80 h 166"/>
                <a:gd name="T8" fmla="*/ 528 w 562"/>
                <a:gd name="T9" fmla="*/ 66 h 166"/>
                <a:gd name="T10" fmla="*/ 514 w 562"/>
                <a:gd name="T11" fmla="*/ 52 h 166"/>
                <a:gd name="T12" fmla="*/ 500 w 562"/>
                <a:gd name="T13" fmla="*/ 42 h 166"/>
                <a:gd name="T14" fmla="*/ 482 w 562"/>
                <a:gd name="T15" fmla="*/ 32 h 166"/>
                <a:gd name="T16" fmla="*/ 466 w 562"/>
                <a:gd name="T17" fmla="*/ 26 h 166"/>
                <a:gd name="T18" fmla="*/ 446 w 562"/>
                <a:gd name="T19" fmla="*/ 24 h 166"/>
                <a:gd name="T20" fmla="*/ 446 w 562"/>
                <a:gd name="T21" fmla="*/ 24 h 166"/>
                <a:gd name="T22" fmla="*/ 406 w 562"/>
                <a:gd name="T23" fmla="*/ 18 h 166"/>
                <a:gd name="T24" fmla="*/ 364 w 562"/>
                <a:gd name="T25" fmla="*/ 12 h 166"/>
                <a:gd name="T26" fmla="*/ 282 w 562"/>
                <a:gd name="T27" fmla="*/ 0 h 166"/>
                <a:gd name="T28" fmla="*/ 282 w 562"/>
                <a:gd name="T29" fmla="*/ 0 h 166"/>
                <a:gd name="T30" fmla="*/ 198 w 562"/>
                <a:gd name="T31" fmla="*/ 12 h 166"/>
                <a:gd name="T32" fmla="*/ 156 w 562"/>
                <a:gd name="T33" fmla="*/ 18 h 166"/>
                <a:gd name="T34" fmla="*/ 116 w 562"/>
                <a:gd name="T35" fmla="*/ 24 h 166"/>
                <a:gd name="T36" fmla="*/ 116 w 562"/>
                <a:gd name="T37" fmla="*/ 24 h 166"/>
                <a:gd name="T38" fmla="*/ 96 w 562"/>
                <a:gd name="T39" fmla="*/ 26 h 166"/>
                <a:gd name="T40" fmla="*/ 80 w 562"/>
                <a:gd name="T41" fmla="*/ 32 h 166"/>
                <a:gd name="T42" fmla="*/ 62 w 562"/>
                <a:gd name="T43" fmla="*/ 42 h 166"/>
                <a:gd name="T44" fmla="*/ 48 w 562"/>
                <a:gd name="T45" fmla="*/ 52 h 166"/>
                <a:gd name="T46" fmla="*/ 34 w 562"/>
                <a:gd name="T47" fmla="*/ 66 h 166"/>
                <a:gd name="T48" fmla="*/ 24 w 562"/>
                <a:gd name="T49" fmla="*/ 80 h 166"/>
                <a:gd name="T50" fmla="*/ 14 w 562"/>
                <a:gd name="T51" fmla="*/ 98 h 166"/>
                <a:gd name="T52" fmla="*/ 8 w 562"/>
                <a:gd name="T53" fmla="*/ 114 h 166"/>
                <a:gd name="T54" fmla="*/ 8 w 562"/>
                <a:gd name="T55" fmla="*/ 114 h 166"/>
                <a:gd name="T56" fmla="*/ 2 w 562"/>
                <a:gd name="T57" fmla="*/ 140 h 166"/>
                <a:gd name="T58" fmla="*/ 0 w 562"/>
                <a:gd name="T59" fmla="*/ 166 h 166"/>
                <a:gd name="T60" fmla="*/ 282 w 562"/>
                <a:gd name="T61" fmla="*/ 166 h 166"/>
                <a:gd name="T62" fmla="*/ 562 w 562"/>
                <a:gd name="T63" fmla="*/ 166 h 166"/>
                <a:gd name="T64" fmla="*/ 562 w 562"/>
                <a:gd name="T65" fmla="*/ 166 h 166"/>
                <a:gd name="T66" fmla="*/ 560 w 562"/>
                <a:gd name="T67" fmla="*/ 140 h 166"/>
                <a:gd name="T68" fmla="*/ 554 w 562"/>
                <a:gd name="T69" fmla="*/ 114 h 166"/>
                <a:gd name="T70" fmla="*/ 554 w 562"/>
                <a:gd name="T71" fmla="*/ 11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2" h="166">
                  <a:moveTo>
                    <a:pt x="554" y="114"/>
                  </a:moveTo>
                  <a:lnTo>
                    <a:pt x="554" y="114"/>
                  </a:lnTo>
                  <a:lnTo>
                    <a:pt x="548" y="98"/>
                  </a:lnTo>
                  <a:lnTo>
                    <a:pt x="538" y="80"/>
                  </a:lnTo>
                  <a:lnTo>
                    <a:pt x="528" y="66"/>
                  </a:lnTo>
                  <a:lnTo>
                    <a:pt x="514" y="52"/>
                  </a:lnTo>
                  <a:lnTo>
                    <a:pt x="500" y="42"/>
                  </a:lnTo>
                  <a:lnTo>
                    <a:pt x="482" y="32"/>
                  </a:lnTo>
                  <a:lnTo>
                    <a:pt x="466" y="26"/>
                  </a:lnTo>
                  <a:lnTo>
                    <a:pt x="446" y="24"/>
                  </a:lnTo>
                  <a:lnTo>
                    <a:pt x="446" y="24"/>
                  </a:lnTo>
                  <a:lnTo>
                    <a:pt x="406" y="18"/>
                  </a:lnTo>
                  <a:lnTo>
                    <a:pt x="364" y="12"/>
                  </a:lnTo>
                  <a:lnTo>
                    <a:pt x="282" y="0"/>
                  </a:lnTo>
                  <a:lnTo>
                    <a:pt x="282" y="0"/>
                  </a:lnTo>
                  <a:lnTo>
                    <a:pt x="198" y="12"/>
                  </a:lnTo>
                  <a:lnTo>
                    <a:pt x="156" y="18"/>
                  </a:lnTo>
                  <a:lnTo>
                    <a:pt x="116" y="24"/>
                  </a:lnTo>
                  <a:lnTo>
                    <a:pt x="116" y="24"/>
                  </a:lnTo>
                  <a:lnTo>
                    <a:pt x="96" y="26"/>
                  </a:lnTo>
                  <a:lnTo>
                    <a:pt x="80" y="32"/>
                  </a:lnTo>
                  <a:lnTo>
                    <a:pt x="62" y="42"/>
                  </a:lnTo>
                  <a:lnTo>
                    <a:pt x="48" y="52"/>
                  </a:lnTo>
                  <a:lnTo>
                    <a:pt x="34" y="66"/>
                  </a:lnTo>
                  <a:lnTo>
                    <a:pt x="24" y="80"/>
                  </a:lnTo>
                  <a:lnTo>
                    <a:pt x="14" y="98"/>
                  </a:lnTo>
                  <a:lnTo>
                    <a:pt x="8" y="114"/>
                  </a:lnTo>
                  <a:lnTo>
                    <a:pt x="8" y="114"/>
                  </a:lnTo>
                  <a:lnTo>
                    <a:pt x="2" y="140"/>
                  </a:lnTo>
                  <a:lnTo>
                    <a:pt x="0" y="166"/>
                  </a:lnTo>
                  <a:lnTo>
                    <a:pt x="282" y="166"/>
                  </a:lnTo>
                  <a:lnTo>
                    <a:pt x="562" y="166"/>
                  </a:lnTo>
                  <a:lnTo>
                    <a:pt x="562" y="166"/>
                  </a:lnTo>
                  <a:lnTo>
                    <a:pt x="560" y="140"/>
                  </a:lnTo>
                  <a:lnTo>
                    <a:pt x="554" y="114"/>
                  </a:lnTo>
                  <a:lnTo>
                    <a:pt x="554" y="11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3" name="Freeform 156"/>
            <p:cNvSpPr>
              <a:spLocks/>
            </p:cNvSpPr>
            <p:nvPr/>
          </p:nvSpPr>
          <p:spPr bwMode="auto">
            <a:xfrm>
              <a:off x="2834821" y="3331936"/>
              <a:ext cx="431800" cy="396875"/>
            </a:xfrm>
            <a:custGeom>
              <a:avLst/>
              <a:gdLst>
                <a:gd name="T0" fmla="*/ 116 w 272"/>
                <a:gd name="T1" fmla="*/ 224 h 250"/>
                <a:gd name="T2" fmla="*/ 116 w 272"/>
                <a:gd name="T3" fmla="*/ 224 h 250"/>
                <a:gd name="T4" fmla="*/ 98 w 272"/>
                <a:gd name="T5" fmla="*/ 234 h 250"/>
                <a:gd name="T6" fmla="*/ 84 w 272"/>
                <a:gd name="T7" fmla="*/ 242 h 250"/>
                <a:gd name="T8" fmla="*/ 70 w 272"/>
                <a:gd name="T9" fmla="*/ 246 h 250"/>
                <a:gd name="T10" fmla="*/ 58 w 272"/>
                <a:gd name="T11" fmla="*/ 250 h 250"/>
                <a:gd name="T12" fmla="*/ 46 w 272"/>
                <a:gd name="T13" fmla="*/ 250 h 250"/>
                <a:gd name="T14" fmla="*/ 38 w 272"/>
                <a:gd name="T15" fmla="*/ 250 h 250"/>
                <a:gd name="T16" fmla="*/ 30 w 272"/>
                <a:gd name="T17" fmla="*/ 250 h 250"/>
                <a:gd name="T18" fmla="*/ 22 w 272"/>
                <a:gd name="T19" fmla="*/ 248 h 250"/>
                <a:gd name="T20" fmla="*/ 12 w 272"/>
                <a:gd name="T21" fmla="*/ 242 h 250"/>
                <a:gd name="T22" fmla="*/ 4 w 272"/>
                <a:gd name="T23" fmla="*/ 234 h 250"/>
                <a:gd name="T24" fmla="*/ 0 w 272"/>
                <a:gd name="T25" fmla="*/ 226 h 250"/>
                <a:gd name="T26" fmla="*/ 136 w 272"/>
                <a:gd name="T27" fmla="*/ 0 h 250"/>
                <a:gd name="T28" fmla="*/ 272 w 272"/>
                <a:gd name="T29" fmla="*/ 52 h 250"/>
                <a:gd name="T30" fmla="*/ 272 w 272"/>
                <a:gd name="T31" fmla="*/ 52 h 250"/>
                <a:gd name="T32" fmla="*/ 262 w 272"/>
                <a:gd name="T33" fmla="*/ 72 h 250"/>
                <a:gd name="T34" fmla="*/ 250 w 272"/>
                <a:gd name="T35" fmla="*/ 94 h 250"/>
                <a:gd name="T36" fmla="*/ 232 w 272"/>
                <a:gd name="T37" fmla="*/ 120 h 250"/>
                <a:gd name="T38" fmla="*/ 210 w 272"/>
                <a:gd name="T39" fmla="*/ 150 h 250"/>
                <a:gd name="T40" fmla="*/ 182 w 272"/>
                <a:gd name="T41" fmla="*/ 178 h 250"/>
                <a:gd name="T42" fmla="*/ 168 w 272"/>
                <a:gd name="T43" fmla="*/ 192 h 250"/>
                <a:gd name="T44" fmla="*/ 152 w 272"/>
                <a:gd name="T45" fmla="*/ 204 h 250"/>
                <a:gd name="T46" fmla="*/ 134 w 272"/>
                <a:gd name="T47" fmla="*/ 216 h 250"/>
                <a:gd name="T48" fmla="*/ 116 w 272"/>
                <a:gd name="T49" fmla="*/ 224 h 250"/>
                <a:gd name="T50" fmla="*/ 116 w 272"/>
                <a:gd name="T51" fmla="*/ 22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2" h="250">
                  <a:moveTo>
                    <a:pt x="116" y="224"/>
                  </a:moveTo>
                  <a:lnTo>
                    <a:pt x="116" y="224"/>
                  </a:lnTo>
                  <a:lnTo>
                    <a:pt x="98" y="234"/>
                  </a:lnTo>
                  <a:lnTo>
                    <a:pt x="84" y="242"/>
                  </a:lnTo>
                  <a:lnTo>
                    <a:pt x="70" y="246"/>
                  </a:lnTo>
                  <a:lnTo>
                    <a:pt x="58" y="250"/>
                  </a:lnTo>
                  <a:lnTo>
                    <a:pt x="46" y="250"/>
                  </a:lnTo>
                  <a:lnTo>
                    <a:pt x="38" y="250"/>
                  </a:lnTo>
                  <a:lnTo>
                    <a:pt x="30" y="250"/>
                  </a:lnTo>
                  <a:lnTo>
                    <a:pt x="22" y="248"/>
                  </a:lnTo>
                  <a:lnTo>
                    <a:pt x="12" y="242"/>
                  </a:lnTo>
                  <a:lnTo>
                    <a:pt x="4" y="234"/>
                  </a:lnTo>
                  <a:lnTo>
                    <a:pt x="0" y="226"/>
                  </a:lnTo>
                  <a:lnTo>
                    <a:pt x="136" y="0"/>
                  </a:lnTo>
                  <a:lnTo>
                    <a:pt x="272" y="52"/>
                  </a:lnTo>
                  <a:lnTo>
                    <a:pt x="272" y="52"/>
                  </a:lnTo>
                  <a:lnTo>
                    <a:pt x="262" y="72"/>
                  </a:lnTo>
                  <a:lnTo>
                    <a:pt x="250" y="94"/>
                  </a:lnTo>
                  <a:lnTo>
                    <a:pt x="232" y="120"/>
                  </a:lnTo>
                  <a:lnTo>
                    <a:pt x="210" y="150"/>
                  </a:lnTo>
                  <a:lnTo>
                    <a:pt x="182" y="178"/>
                  </a:lnTo>
                  <a:lnTo>
                    <a:pt x="168" y="192"/>
                  </a:lnTo>
                  <a:lnTo>
                    <a:pt x="152" y="204"/>
                  </a:lnTo>
                  <a:lnTo>
                    <a:pt x="134" y="216"/>
                  </a:lnTo>
                  <a:lnTo>
                    <a:pt x="116" y="224"/>
                  </a:lnTo>
                  <a:lnTo>
                    <a:pt x="116" y="22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4" name="Freeform 157"/>
            <p:cNvSpPr>
              <a:spLocks/>
            </p:cNvSpPr>
            <p:nvPr/>
          </p:nvSpPr>
          <p:spPr bwMode="auto">
            <a:xfrm>
              <a:off x="3260271" y="3325586"/>
              <a:ext cx="561975" cy="682625"/>
            </a:xfrm>
            <a:custGeom>
              <a:avLst/>
              <a:gdLst>
                <a:gd name="T0" fmla="*/ 18 w 354"/>
                <a:gd name="T1" fmla="*/ 0 h 430"/>
                <a:gd name="T2" fmla="*/ 346 w 354"/>
                <a:gd name="T3" fmla="*/ 0 h 430"/>
                <a:gd name="T4" fmla="*/ 346 w 354"/>
                <a:gd name="T5" fmla="*/ 0 h 430"/>
                <a:gd name="T6" fmla="*/ 342 w 354"/>
                <a:gd name="T7" fmla="*/ 12 h 430"/>
                <a:gd name="T8" fmla="*/ 334 w 354"/>
                <a:gd name="T9" fmla="*/ 44 h 430"/>
                <a:gd name="T10" fmla="*/ 324 w 354"/>
                <a:gd name="T11" fmla="*/ 92 h 430"/>
                <a:gd name="T12" fmla="*/ 314 w 354"/>
                <a:gd name="T13" fmla="*/ 154 h 430"/>
                <a:gd name="T14" fmla="*/ 312 w 354"/>
                <a:gd name="T15" fmla="*/ 186 h 430"/>
                <a:gd name="T16" fmla="*/ 310 w 354"/>
                <a:gd name="T17" fmla="*/ 222 h 430"/>
                <a:gd name="T18" fmla="*/ 310 w 354"/>
                <a:gd name="T19" fmla="*/ 258 h 430"/>
                <a:gd name="T20" fmla="*/ 314 w 354"/>
                <a:gd name="T21" fmla="*/ 294 h 430"/>
                <a:gd name="T22" fmla="*/ 318 w 354"/>
                <a:gd name="T23" fmla="*/ 330 h 430"/>
                <a:gd name="T24" fmla="*/ 328 w 354"/>
                <a:gd name="T25" fmla="*/ 364 h 430"/>
                <a:gd name="T26" fmla="*/ 338 w 354"/>
                <a:gd name="T27" fmla="*/ 398 h 430"/>
                <a:gd name="T28" fmla="*/ 354 w 354"/>
                <a:gd name="T29" fmla="*/ 430 h 430"/>
                <a:gd name="T30" fmla="*/ 0 w 354"/>
                <a:gd name="T31" fmla="*/ 430 h 430"/>
                <a:gd name="T32" fmla="*/ 0 w 354"/>
                <a:gd name="T33" fmla="*/ 430 h 430"/>
                <a:gd name="T34" fmla="*/ 4 w 354"/>
                <a:gd name="T35" fmla="*/ 424 h 430"/>
                <a:gd name="T36" fmla="*/ 12 w 354"/>
                <a:gd name="T37" fmla="*/ 406 h 430"/>
                <a:gd name="T38" fmla="*/ 22 w 354"/>
                <a:gd name="T39" fmla="*/ 374 h 430"/>
                <a:gd name="T40" fmla="*/ 26 w 354"/>
                <a:gd name="T41" fmla="*/ 354 h 430"/>
                <a:gd name="T42" fmla="*/ 32 w 354"/>
                <a:gd name="T43" fmla="*/ 330 h 430"/>
                <a:gd name="T44" fmla="*/ 36 w 354"/>
                <a:gd name="T45" fmla="*/ 302 h 430"/>
                <a:gd name="T46" fmla="*/ 40 w 354"/>
                <a:gd name="T47" fmla="*/ 270 h 430"/>
                <a:gd name="T48" fmla="*/ 40 w 354"/>
                <a:gd name="T49" fmla="*/ 236 h 430"/>
                <a:gd name="T50" fmla="*/ 40 w 354"/>
                <a:gd name="T51" fmla="*/ 196 h 430"/>
                <a:gd name="T52" fmla="*/ 38 w 354"/>
                <a:gd name="T53" fmla="*/ 154 h 430"/>
                <a:gd name="T54" fmla="*/ 34 w 354"/>
                <a:gd name="T55" fmla="*/ 106 h 430"/>
                <a:gd name="T56" fmla="*/ 28 w 354"/>
                <a:gd name="T57" fmla="*/ 56 h 430"/>
                <a:gd name="T58" fmla="*/ 18 w 354"/>
                <a:gd name="T59" fmla="*/ 0 h 430"/>
                <a:gd name="T60" fmla="*/ 18 w 354"/>
                <a:gd name="T61" fmla="*/ 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4" h="430">
                  <a:moveTo>
                    <a:pt x="18" y="0"/>
                  </a:moveTo>
                  <a:lnTo>
                    <a:pt x="346" y="0"/>
                  </a:lnTo>
                  <a:lnTo>
                    <a:pt x="346" y="0"/>
                  </a:lnTo>
                  <a:lnTo>
                    <a:pt x="342" y="12"/>
                  </a:lnTo>
                  <a:lnTo>
                    <a:pt x="334" y="44"/>
                  </a:lnTo>
                  <a:lnTo>
                    <a:pt x="324" y="92"/>
                  </a:lnTo>
                  <a:lnTo>
                    <a:pt x="314" y="154"/>
                  </a:lnTo>
                  <a:lnTo>
                    <a:pt x="312" y="186"/>
                  </a:lnTo>
                  <a:lnTo>
                    <a:pt x="310" y="222"/>
                  </a:lnTo>
                  <a:lnTo>
                    <a:pt x="310" y="258"/>
                  </a:lnTo>
                  <a:lnTo>
                    <a:pt x="314" y="294"/>
                  </a:lnTo>
                  <a:lnTo>
                    <a:pt x="318" y="330"/>
                  </a:lnTo>
                  <a:lnTo>
                    <a:pt x="328" y="364"/>
                  </a:lnTo>
                  <a:lnTo>
                    <a:pt x="338" y="398"/>
                  </a:lnTo>
                  <a:lnTo>
                    <a:pt x="354" y="430"/>
                  </a:lnTo>
                  <a:lnTo>
                    <a:pt x="0" y="430"/>
                  </a:lnTo>
                  <a:lnTo>
                    <a:pt x="0" y="430"/>
                  </a:lnTo>
                  <a:lnTo>
                    <a:pt x="4" y="424"/>
                  </a:lnTo>
                  <a:lnTo>
                    <a:pt x="12" y="406"/>
                  </a:lnTo>
                  <a:lnTo>
                    <a:pt x="22" y="374"/>
                  </a:lnTo>
                  <a:lnTo>
                    <a:pt x="26" y="354"/>
                  </a:lnTo>
                  <a:lnTo>
                    <a:pt x="32" y="330"/>
                  </a:lnTo>
                  <a:lnTo>
                    <a:pt x="36" y="302"/>
                  </a:lnTo>
                  <a:lnTo>
                    <a:pt x="40" y="270"/>
                  </a:lnTo>
                  <a:lnTo>
                    <a:pt x="40" y="236"/>
                  </a:lnTo>
                  <a:lnTo>
                    <a:pt x="40" y="196"/>
                  </a:lnTo>
                  <a:lnTo>
                    <a:pt x="38" y="154"/>
                  </a:lnTo>
                  <a:lnTo>
                    <a:pt x="34" y="106"/>
                  </a:lnTo>
                  <a:lnTo>
                    <a:pt x="28" y="56"/>
                  </a:lnTo>
                  <a:lnTo>
                    <a:pt x="18" y="0"/>
                  </a:lnTo>
                  <a:lnTo>
                    <a:pt x="18"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5" name="Freeform 158"/>
            <p:cNvSpPr>
              <a:spLocks/>
            </p:cNvSpPr>
            <p:nvPr/>
          </p:nvSpPr>
          <p:spPr bwMode="auto">
            <a:xfrm>
              <a:off x="3107871" y="3887561"/>
              <a:ext cx="857250" cy="450850"/>
            </a:xfrm>
            <a:custGeom>
              <a:avLst/>
              <a:gdLst>
                <a:gd name="T0" fmla="*/ 100 w 540"/>
                <a:gd name="T1" fmla="*/ 0 h 284"/>
                <a:gd name="T2" fmla="*/ 436 w 540"/>
                <a:gd name="T3" fmla="*/ 0 h 284"/>
                <a:gd name="T4" fmla="*/ 436 w 540"/>
                <a:gd name="T5" fmla="*/ 0 h 284"/>
                <a:gd name="T6" fmla="*/ 450 w 540"/>
                <a:gd name="T7" fmla="*/ 16 h 284"/>
                <a:gd name="T8" fmla="*/ 478 w 540"/>
                <a:gd name="T9" fmla="*/ 54 h 284"/>
                <a:gd name="T10" fmla="*/ 496 w 540"/>
                <a:gd name="T11" fmla="*/ 80 h 284"/>
                <a:gd name="T12" fmla="*/ 512 w 540"/>
                <a:gd name="T13" fmla="*/ 106 h 284"/>
                <a:gd name="T14" fmla="*/ 526 w 540"/>
                <a:gd name="T15" fmla="*/ 136 h 284"/>
                <a:gd name="T16" fmla="*/ 536 w 540"/>
                <a:gd name="T17" fmla="*/ 164 h 284"/>
                <a:gd name="T18" fmla="*/ 538 w 540"/>
                <a:gd name="T19" fmla="*/ 180 h 284"/>
                <a:gd name="T20" fmla="*/ 540 w 540"/>
                <a:gd name="T21" fmla="*/ 194 h 284"/>
                <a:gd name="T22" fmla="*/ 538 w 540"/>
                <a:gd name="T23" fmla="*/ 206 h 284"/>
                <a:gd name="T24" fmla="*/ 536 w 540"/>
                <a:gd name="T25" fmla="*/ 220 h 284"/>
                <a:gd name="T26" fmla="*/ 530 w 540"/>
                <a:gd name="T27" fmla="*/ 232 h 284"/>
                <a:gd name="T28" fmla="*/ 524 w 540"/>
                <a:gd name="T29" fmla="*/ 242 h 284"/>
                <a:gd name="T30" fmla="*/ 514 w 540"/>
                <a:gd name="T31" fmla="*/ 252 h 284"/>
                <a:gd name="T32" fmla="*/ 500 w 540"/>
                <a:gd name="T33" fmla="*/ 260 h 284"/>
                <a:gd name="T34" fmla="*/ 484 w 540"/>
                <a:gd name="T35" fmla="*/ 268 h 284"/>
                <a:gd name="T36" fmla="*/ 466 w 540"/>
                <a:gd name="T37" fmla="*/ 274 h 284"/>
                <a:gd name="T38" fmla="*/ 442 w 540"/>
                <a:gd name="T39" fmla="*/ 278 h 284"/>
                <a:gd name="T40" fmla="*/ 416 w 540"/>
                <a:gd name="T41" fmla="*/ 280 h 284"/>
                <a:gd name="T42" fmla="*/ 386 w 540"/>
                <a:gd name="T43" fmla="*/ 280 h 284"/>
                <a:gd name="T44" fmla="*/ 352 w 540"/>
                <a:gd name="T45" fmla="*/ 280 h 284"/>
                <a:gd name="T46" fmla="*/ 314 w 540"/>
                <a:gd name="T47" fmla="*/ 276 h 284"/>
                <a:gd name="T48" fmla="*/ 270 w 540"/>
                <a:gd name="T49" fmla="*/ 268 h 284"/>
                <a:gd name="T50" fmla="*/ 270 w 540"/>
                <a:gd name="T51" fmla="*/ 268 h 284"/>
                <a:gd name="T52" fmla="*/ 250 w 540"/>
                <a:gd name="T53" fmla="*/ 274 h 284"/>
                <a:gd name="T54" fmla="*/ 202 w 540"/>
                <a:gd name="T55" fmla="*/ 280 h 284"/>
                <a:gd name="T56" fmla="*/ 170 w 540"/>
                <a:gd name="T57" fmla="*/ 284 h 284"/>
                <a:gd name="T58" fmla="*/ 138 w 540"/>
                <a:gd name="T59" fmla="*/ 284 h 284"/>
                <a:gd name="T60" fmla="*/ 104 w 540"/>
                <a:gd name="T61" fmla="*/ 284 h 284"/>
                <a:gd name="T62" fmla="*/ 74 w 540"/>
                <a:gd name="T63" fmla="*/ 278 h 284"/>
                <a:gd name="T64" fmla="*/ 58 w 540"/>
                <a:gd name="T65" fmla="*/ 274 h 284"/>
                <a:gd name="T66" fmla="*/ 46 w 540"/>
                <a:gd name="T67" fmla="*/ 268 h 284"/>
                <a:gd name="T68" fmla="*/ 34 w 540"/>
                <a:gd name="T69" fmla="*/ 262 h 284"/>
                <a:gd name="T70" fmla="*/ 22 w 540"/>
                <a:gd name="T71" fmla="*/ 254 h 284"/>
                <a:gd name="T72" fmla="*/ 14 w 540"/>
                <a:gd name="T73" fmla="*/ 244 h 284"/>
                <a:gd name="T74" fmla="*/ 8 w 540"/>
                <a:gd name="T75" fmla="*/ 232 h 284"/>
                <a:gd name="T76" fmla="*/ 2 w 540"/>
                <a:gd name="T77" fmla="*/ 220 h 284"/>
                <a:gd name="T78" fmla="*/ 0 w 540"/>
                <a:gd name="T79" fmla="*/ 204 h 284"/>
                <a:gd name="T80" fmla="*/ 2 w 540"/>
                <a:gd name="T81" fmla="*/ 186 h 284"/>
                <a:gd name="T82" fmla="*/ 6 w 540"/>
                <a:gd name="T83" fmla="*/ 168 h 284"/>
                <a:gd name="T84" fmla="*/ 12 w 540"/>
                <a:gd name="T85" fmla="*/ 146 h 284"/>
                <a:gd name="T86" fmla="*/ 22 w 540"/>
                <a:gd name="T87" fmla="*/ 122 h 284"/>
                <a:gd name="T88" fmla="*/ 36 w 540"/>
                <a:gd name="T89" fmla="*/ 96 h 284"/>
                <a:gd name="T90" fmla="*/ 54 w 540"/>
                <a:gd name="T91" fmla="*/ 66 h 284"/>
                <a:gd name="T92" fmla="*/ 74 w 540"/>
                <a:gd name="T93" fmla="*/ 36 h 284"/>
                <a:gd name="T94" fmla="*/ 100 w 540"/>
                <a:gd name="T95" fmla="*/ 0 h 284"/>
                <a:gd name="T96" fmla="*/ 100 w 540"/>
                <a:gd name="T97"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0" h="284">
                  <a:moveTo>
                    <a:pt x="100" y="0"/>
                  </a:moveTo>
                  <a:lnTo>
                    <a:pt x="436" y="0"/>
                  </a:lnTo>
                  <a:lnTo>
                    <a:pt x="436" y="0"/>
                  </a:lnTo>
                  <a:lnTo>
                    <a:pt x="450" y="16"/>
                  </a:lnTo>
                  <a:lnTo>
                    <a:pt x="478" y="54"/>
                  </a:lnTo>
                  <a:lnTo>
                    <a:pt x="496" y="80"/>
                  </a:lnTo>
                  <a:lnTo>
                    <a:pt x="512" y="106"/>
                  </a:lnTo>
                  <a:lnTo>
                    <a:pt x="526" y="136"/>
                  </a:lnTo>
                  <a:lnTo>
                    <a:pt x="536" y="164"/>
                  </a:lnTo>
                  <a:lnTo>
                    <a:pt x="538" y="180"/>
                  </a:lnTo>
                  <a:lnTo>
                    <a:pt x="540" y="194"/>
                  </a:lnTo>
                  <a:lnTo>
                    <a:pt x="538" y="206"/>
                  </a:lnTo>
                  <a:lnTo>
                    <a:pt x="536" y="220"/>
                  </a:lnTo>
                  <a:lnTo>
                    <a:pt x="530" y="232"/>
                  </a:lnTo>
                  <a:lnTo>
                    <a:pt x="524" y="242"/>
                  </a:lnTo>
                  <a:lnTo>
                    <a:pt x="514" y="252"/>
                  </a:lnTo>
                  <a:lnTo>
                    <a:pt x="500" y="260"/>
                  </a:lnTo>
                  <a:lnTo>
                    <a:pt x="484" y="268"/>
                  </a:lnTo>
                  <a:lnTo>
                    <a:pt x="466" y="274"/>
                  </a:lnTo>
                  <a:lnTo>
                    <a:pt x="442" y="278"/>
                  </a:lnTo>
                  <a:lnTo>
                    <a:pt x="416" y="280"/>
                  </a:lnTo>
                  <a:lnTo>
                    <a:pt x="386" y="280"/>
                  </a:lnTo>
                  <a:lnTo>
                    <a:pt x="352" y="280"/>
                  </a:lnTo>
                  <a:lnTo>
                    <a:pt x="314" y="276"/>
                  </a:lnTo>
                  <a:lnTo>
                    <a:pt x="270" y="268"/>
                  </a:lnTo>
                  <a:lnTo>
                    <a:pt x="270" y="268"/>
                  </a:lnTo>
                  <a:lnTo>
                    <a:pt x="250" y="274"/>
                  </a:lnTo>
                  <a:lnTo>
                    <a:pt x="202" y="280"/>
                  </a:lnTo>
                  <a:lnTo>
                    <a:pt x="170" y="284"/>
                  </a:lnTo>
                  <a:lnTo>
                    <a:pt x="138" y="284"/>
                  </a:lnTo>
                  <a:lnTo>
                    <a:pt x="104" y="284"/>
                  </a:lnTo>
                  <a:lnTo>
                    <a:pt x="74" y="278"/>
                  </a:lnTo>
                  <a:lnTo>
                    <a:pt x="58" y="274"/>
                  </a:lnTo>
                  <a:lnTo>
                    <a:pt x="46" y="268"/>
                  </a:lnTo>
                  <a:lnTo>
                    <a:pt x="34" y="262"/>
                  </a:lnTo>
                  <a:lnTo>
                    <a:pt x="22" y="254"/>
                  </a:lnTo>
                  <a:lnTo>
                    <a:pt x="14" y="244"/>
                  </a:lnTo>
                  <a:lnTo>
                    <a:pt x="8" y="232"/>
                  </a:lnTo>
                  <a:lnTo>
                    <a:pt x="2" y="220"/>
                  </a:lnTo>
                  <a:lnTo>
                    <a:pt x="0" y="204"/>
                  </a:lnTo>
                  <a:lnTo>
                    <a:pt x="2" y="186"/>
                  </a:lnTo>
                  <a:lnTo>
                    <a:pt x="6" y="168"/>
                  </a:lnTo>
                  <a:lnTo>
                    <a:pt x="12" y="146"/>
                  </a:lnTo>
                  <a:lnTo>
                    <a:pt x="22" y="122"/>
                  </a:lnTo>
                  <a:lnTo>
                    <a:pt x="36" y="96"/>
                  </a:lnTo>
                  <a:lnTo>
                    <a:pt x="54" y="66"/>
                  </a:lnTo>
                  <a:lnTo>
                    <a:pt x="74" y="36"/>
                  </a:lnTo>
                  <a:lnTo>
                    <a:pt x="100" y="0"/>
                  </a:lnTo>
                  <a:lnTo>
                    <a:pt x="100" y="0"/>
                  </a:lnTo>
                  <a:close/>
                </a:path>
              </a:pathLst>
            </a:custGeom>
            <a:solidFill>
              <a:srgbClr val="002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6" name="Freeform 159"/>
            <p:cNvSpPr>
              <a:spLocks/>
            </p:cNvSpPr>
            <p:nvPr/>
          </p:nvSpPr>
          <p:spPr bwMode="auto">
            <a:xfrm>
              <a:off x="3399971" y="5297261"/>
              <a:ext cx="161925" cy="336550"/>
            </a:xfrm>
            <a:custGeom>
              <a:avLst/>
              <a:gdLst>
                <a:gd name="T0" fmla="*/ 0 w 102"/>
                <a:gd name="T1" fmla="*/ 16 h 212"/>
                <a:gd name="T2" fmla="*/ 72 w 102"/>
                <a:gd name="T3" fmla="*/ 0 h 212"/>
                <a:gd name="T4" fmla="*/ 98 w 102"/>
                <a:gd name="T5" fmla="*/ 108 h 212"/>
                <a:gd name="T6" fmla="*/ 98 w 102"/>
                <a:gd name="T7" fmla="*/ 108 h 212"/>
                <a:gd name="T8" fmla="*/ 100 w 102"/>
                <a:gd name="T9" fmla="*/ 122 h 212"/>
                <a:gd name="T10" fmla="*/ 102 w 102"/>
                <a:gd name="T11" fmla="*/ 136 h 212"/>
                <a:gd name="T12" fmla="*/ 102 w 102"/>
                <a:gd name="T13" fmla="*/ 152 h 212"/>
                <a:gd name="T14" fmla="*/ 100 w 102"/>
                <a:gd name="T15" fmla="*/ 170 h 212"/>
                <a:gd name="T16" fmla="*/ 96 w 102"/>
                <a:gd name="T17" fmla="*/ 188 h 212"/>
                <a:gd name="T18" fmla="*/ 92 w 102"/>
                <a:gd name="T19" fmla="*/ 194 h 212"/>
                <a:gd name="T20" fmla="*/ 86 w 102"/>
                <a:gd name="T21" fmla="*/ 202 h 212"/>
                <a:gd name="T22" fmla="*/ 80 w 102"/>
                <a:gd name="T23" fmla="*/ 208 h 212"/>
                <a:gd name="T24" fmla="*/ 74 w 102"/>
                <a:gd name="T25" fmla="*/ 212 h 212"/>
                <a:gd name="T26" fmla="*/ 74 w 102"/>
                <a:gd name="T27" fmla="*/ 212 h 212"/>
                <a:gd name="T28" fmla="*/ 68 w 102"/>
                <a:gd name="T29" fmla="*/ 210 h 212"/>
                <a:gd name="T30" fmla="*/ 60 w 102"/>
                <a:gd name="T31" fmla="*/ 206 h 212"/>
                <a:gd name="T32" fmla="*/ 52 w 102"/>
                <a:gd name="T33" fmla="*/ 198 h 212"/>
                <a:gd name="T34" fmla="*/ 44 w 102"/>
                <a:gd name="T35" fmla="*/ 188 h 212"/>
                <a:gd name="T36" fmla="*/ 34 w 102"/>
                <a:gd name="T37" fmla="*/ 174 h 212"/>
                <a:gd name="T38" fmla="*/ 26 w 102"/>
                <a:gd name="T39" fmla="*/ 154 h 212"/>
                <a:gd name="T40" fmla="*/ 20 w 102"/>
                <a:gd name="T41" fmla="*/ 128 h 212"/>
                <a:gd name="T42" fmla="*/ 0 w 102"/>
                <a:gd name="T43" fmla="*/ 1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2" h="212">
                  <a:moveTo>
                    <a:pt x="0" y="16"/>
                  </a:moveTo>
                  <a:lnTo>
                    <a:pt x="72" y="0"/>
                  </a:lnTo>
                  <a:lnTo>
                    <a:pt x="98" y="108"/>
                  </a:lnTo>
                  <a:lnTo>
                    <a:pt x="98" y="108"/>
                  </a:lnTo>
                  <a:lnTo>
                    <a:pt x="100" y="122"/>
                  </a:lnTo>
                  <a:lnTo>
                    <a:pt x="102" y="136"/>
                  </a:lnTo>
                  <a:lnTo>
                    <a:pt x="102" y="152"/>
                  </a:lnTo>
                  <a:lnTo>
                    <a:pt x="100" y="170"/>
                  </a:lnTo>
                  <a:lnTo>
                    <a:pt x="96" y="188"/>
                  </a:lnTo>
                  <a:lnTo>
                    <a:pt x="92" y="194"/>
                  </a:lnTo>
                  <a:lnTo>
                    <a:pt x="86" y="202"/>
                  </a:lnTo>
                  <a:lnTo>
                    <a:pt x="80" y="208"/>
                  </a:lnTo>
                  <a:lnTo>
                    <a:pt x="74" y="212"/>
                  </a:lnTo>
                  <a:lnTo>
                    <a:pt x="74" y="212"/>
                  </a:lnTo>
                  <a:lnTo>
                    <a:pt x="68" y="210"/>
                  </a:lnTo>
                  <a:lnTo>
                    <a:pt x="60" y="206"/>
                  </a:lnTo>
                  <a:lnTo>
                    <a:pt x="52" y="198"/>
                  </a:lnTo>
                  <a:lnTo>
                    <a:pt x="44" y="188"/>
                  </a:lnTo>
                  <a:lnTo>
                    <a:pt x="34" y="174"/>
                  </a:lnTo>
                  <a:lnTo>
                    <a:pt x="26" y="154"/>
                  </a:lnTo>
                  <a:lnTo>
                    <a:pt x="20" y="128"/>
                  </a:lnTo>
                  <a:lnTo>
                    <a:pt x="0" y="1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7" name="Freeform 160"/>
            <p:cNvSpPr>
              <a:spLocks/>
            </p:cNvSpPr>
            <p:nvPr/>
          </p:nvSpPr>
          <p:spPr bwMode="auto">
            <a:xfrm>
              <a:off x="3431721" y="5465536"/>
              <a:ext cx="155575" cy="231775"/>
            </a:xfrm>
            <a:custGeom>
              <a:avLst/>
              <a:gdLst>
                <a:gd name="T0" fmla="*/ 0 w 98"/>
                <a:gd name="T1" fmla="*/ 16 h 146"/>
                <a:gd name="T2" fmla="*/ 0 w 98"/>
                <a:gd name="T3" fmla="*/ 16 h 146"/>
                <a:gd name="T4" fmla="*/ 6 w 98"/>
                <a:gd name="T5" fmla="*/ 16 h 146"/>
                <a:gd name="T6" fmla="*/ 24 w 98"/>
                <a:gd name="T7" fmla="*/ 14 h 146"/>
                <a:gd name="T8" fmla="*/ 50 w 98"/>
                <a:gd name="T9" fmla="*/ 8 h 146"/>
                <a:gd name="T10" fmla="*/ 62 w 98"/>
                <a:gd name="T11" fmla="*/ 4 h 146"/>
                <a:gd name="T12" fmla="*/ 78 w 98"/>
                <a:gd name="T13" fmla="*/ 0 h 146"/>
                <a:gd name="T14" fmla="*/ 78 w 98"/>
                <a:gd name="T15" fmla="*/ 0 h 146"/>
                <a:gd name="T16" fmla="*/ 84 w 98"/>
                <a:gd name="T17" fmla="*/ 20 h 146"/>
                <a:gd name="T18" fmla="*/ 92 w 98"/>
                <a:gd name="T19" fmla="*/ 42 h 146"/>
                <a:gd name="T20" fmla="*/ 96 w 98"/>
                <a:gd name="T21" fmla="*/ 68 h 146"/>
                <a:gd name="T22" fmla="*/ 98 w 98"/>
                <a:gd name="T23" fmla="*/ 94 h 146"/>
                <a:gd name="T24" fmla="*/ 98 w 98"/>
                <a:gd name="T25" fmla="*/ 106 h 146"/>
                <a:gd name="T26" fmla="*/ 96 w 98"/>
                <a:gd name="T27" fmla="*/ 118 h 146"/>
                <a:gd name="T28" fmla="*/ 92 w 98"/>
                <a:gd name="T29" fmla="*/ 128 h 146"/>
                <a:gd name="T30" fmla="*/ 84 w 98"/>
                <a:gd name="T31" fmla="*/ 136 h 146"/>
                <a:gd name="T32" fmla="*/ 76 w 98"/>
                <a:gd name="T33" fmla="*/ 142 h 146"/>
                <a:gd name="T34" fmla="*/ 64 w 98"/>
                <a:gd name="T35" fmla="*/ 146 h 146"/>
                <a:gd name="T36" fmla="*/ 64 w 98"/>
                <a:gd name="T37" fmla="*/ 146 h 146"/>
                <a:gd name="T38" fmla="*/ 62 w 98"/>
                <a:gd name="T39" fmla="*/ 146 h 146"/>
                <a:gd name="T40" fmla="*/ 54 w 98"/>
                <a:gd name="T41" fmla="*/ 144 h 146"/>
                <a:gd name="T42" fmla="*/ 44 w 98"/>
                <a:gd name="T43" fmla="*/ 140 h 146"/>
                <a:gd name="T44" fmla="*/ 34 w 98"/>
                <a:gd name="T45" fmla="*/ 132 h 146"/>
                <a:gd name="T46" fmla="*/ 28 w 98"/>
                <a:gd name="T47" fmla="*/ 126 h 146"/>
                <a:gd name="T48" fmla="*/ 22 w 98"/>
                <a:gd name="T49" fmla="*/ 118 h 146"/>
                <a:gd name="T50" fmla="*/ 16 w 98"/>
                <a:gd name="T51" fmla="*/ 106 h 146"/>
                <a:gd name="T52" fmla="*/ 12 w 98"/>
                <a:gd name="T53" fmla="*/ 94 h 146"/>
                <a:gd name="T54" fmla="*/ 6 w 98"/>
                <a:gd name="T55" fmla="*/ 78 h 146"/>
                <a:gd name="T56" fmla="*/ 4 w 98"/>
                <a:gd name="T57" fmla="*/ 60 h 146"/>
                <a:gd name="T58" fmla="*/ 0 w 98"/>
                <a:gd name="T59" fmla="*/ 40 h 146"/>
                <a:gd name="T60" fmla="*/ 0 w 98"/>
                <a:gd name="T61" fmla="*/ 16 h 146"/>
                <a:gd name="T62" fmla="*/ 0 w 98"/>
                <a:gd name="T63"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146">
                  <a:moveTo>
                    <a:pt x="0" y="16"/>
                  </a:moveTo>
                  <a:lnTo>
                    <a:pt x="0" y="16"/>
                  </a:lnTo>
                  <a:lnTo>
                    <a:pt x="6" y="16"/>
                  </a:lnTo>
                  <a:lnTo>
                    <a:pt x="24" y="14"/>
                  </a:lnTo>
                  <a:lnTo>
                    <a:pt x="50" y="8"/>
                  </a:lnTo>
                  <a:lnTo>
                    <a:pt x="62" y="4"/>
                  </a:lnTo>
                  <a:lnTo>
                    <a:pt x="78" y="0"/>
                  </a:lnTo>
                  <a:lnTo>
                    <a:pt x="78" y="0"/>
                  </a:lnTo>
                  <a:lnTo>
                    <a:pt x="84" y="20"/>
                  </a:lnTo>
                  <a:lnTo>
                    <a:pt x="92" y="42"/>
                  </a:lnTo>
                  <a:lnTo>
                    <a:pt x="96" y="68"/>
                  </a:lnTo>
                  <a:lnTo>
                    <a:pt x="98" y="94"/>
                  </a:lnTo>
                  <a:lnTo>
                    <a:pt x="98" y="106"/>
                  </a:lnTo>
                  <a:lnTo>
                    <a:pt x="96" y="118"/>
                  </a:lnTo>
                  <a:lnTo>
                    <a:pt x="92" y="128"/>
                  </a:lnTo>
                  <a:lnTo>
                    <a:pt x="84" y="136"/>
                  </a:lnTo>
                  <a:lnTo>
                    <a:pt x="76" y="142"/>
                  </a:lnTo>
                  <a:lnTo>
                    <a:pt x="64" y="146"/>
                  </a:lnTo>
                  <a:lnTo>
                    <a:pt x="64" y="146"/>
                  </a:lnTo>
                  <a:lnTo>
                    <a:pt x="62" y="146"/>
                  </a:lnTo>
                  <a:lnTo>
                    <a:pt x="54" y="144"/>
                  </a:lnTo>
                  <a:lnTo>
                    <a:pt x="44" y="140"/>
                  </a:lnTo>
                  <a:lnTo>
                    <a:pt x="34" y="132"/>
                  </a:lnTo>
                  <a:lnTo>
                    <a:pt x="28" y="126"/>
                  </a:lnTo>
                  <a:lnTo>
                    <a:pt x="22" y="118"/>
                  </a:lnTo>
                  <a:lnTo>
                    <a:pt x="16" y="106"/>
                  </a:lnTo>
                  <a:lnTo>
                    <a:pt x="12" y="94"/>
                  </a:lnTo>
                  <a:lnTo>
                    <a:pt x="6" y="78"/>
                  </a:lnTo>
                  <a:lnTo>
                    <a:pt x="4" y="60"/>
                  </a:lnTo>
                  <a:lnTo>
                    <a:pt x="0" y="40"/>
                  </a:lnTo>
                  <a:lnTo>
                    <a:pt x="0" y="16"/>
                  </a:lnTo>
                  <a:lnTo>
                    <a:pt x="0" y="16"/>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8" name="Freeform 161"/>
            <p:cNvSpPr>
              <a:spLocks/>
            </p:cNvSpPr>
            <p:nvPr/>
          </p:nvSpPr>
          <p:spPr bwMode="auto">
            <a:xfrm>
              <a:off x="3438071" y="5544911"/>
              <a:ext cx="149225" cy="155575"/>
            </a:xfrm>
            <a:custGeom>
              <a:avLst/>
              <a:gdLst>
                <a:gd name="T0" fmla="*/ 58 w 94"/>
                <a:gd name="T1" fmla="*/ 84 h 98"/>
                <a:gd name="T2" fmla="*/ 58 w 94"/>
                <a:gd name="T3" fmla="*/ 84 h 98"/>
                <a:gd name="T4" fmla="*/ 50 w 94"/>
                <a:gd name="T5" fmla="*/ 84 h 98"/>
                <a:gd name="T6" fmla="*/ 44 w 94"/>
                <a:gd name="T7" fmla="*/ 82 h 98"/>
                <a:gd name="T8" fmla="*/ 36 w 94"/>
                <a:gd name="T9" fmla="*/ 78 h 98"/>
                <a:gd name="T10" fmla="*/ 26 w 94"/>
                <a:gd name="T11" fmla="*/ 70 h 98"/>
                <a:gd name="T12" fmla="*/ 16 w 94"/>
                <a:gd name="T13" fmla="*/ 58 h 98"/>
                <a:gd name="T14" fmla="*/ 8 w 94"/>
                <a:gd name="T15" fmla="*/ 40 h 98"/>
                <a:gd name="T16" fmla="*/ 0 w 94"/>
                <a:gd name="T17" fmla="*/ 18 h 98"/>
                <a:gd name="T18" fmla="*/ 0 w 94"/>
                <a:gd name="T19" fmla="*/ 18 h 98"/>
                <a:gd name="T20" fmla="*/ 8 w 94"/>
                <a:gd name="T21" fmla="*/ 44 h 98"/>
                <a:gd name="T22" fmla="*/ 16 w 94"/>
                <a:gd name="T23" fmla="*/ 66 h 98"/>
                <a:gd name="T24" fmla="*/ 26 w 94"/>
                <a:gd name="T25" fmla="*/ 80 h 98"/>
                <a:gd name="T26" fmla="*/ 36 w 94"/>
                <a:gd name="T27" fmla="*/ 90 h 98"/>
                <a:gd name="T28" fmla="*/ 46 w 94"/>
                <a:gd name="T29" fmla="*/ 94 h 98"/>
                <a:gd name="T30" fmla="*/ 52 w 94"/>
                <a:gd name="T31" fmla="*/ 96 h 98"/>
                <a:gd name="T32" fmla="*/ 60 w 94"/>
                <a:gd name="T33" fmla="*/ 98 h 98"/>
                <a:gd name="T34" fmla="*/ 60 w 94"/>
                <a:gd name="T35" fmla="*/ 98 h 98"/>
                <a:gd name="T36" fmla="*/ 68 w 94"/>
                <a:gd name="T37" fmla="*/ 96 h 98"/>
                <a:gd name="T38" fmla="*/ 74 w 94"/>
                <a:gd name="T39" fmla="*/ 92 h 98"/>
                <a:gd name="T40" fmla="*/ 84 w 94"/>
                <a:gd name="T41" fmla="*/ 84 h 98"/>
                <a:gd name="T42" fmla="*/ 90 w 94"/>
                <a:gd name="T43" fmla="*/ 74 h 98"/>
                <a:gd name="T44" fmla="*/ 94 w 94"/>
                <a:gd name="T45" fmla="*/ 60 h 98"/>
                <a:gd name="T46" fmla="*/ 94 w 94"/>
                <a:gd name="T47" fmla="*/ 46 h 98"/>
                <a:gd name="T48" fmla="*/ 94 w 94"/>
                <a:gd name="T49" fmla="*/ 30 h 98"/>
                <a:gd name="T50" fmla="*/ 92 w 94"/>
                <a:gd name="T51" fmla="*/ 16 h 98"/>
                <a:gd name="T52" fmla="*/ 90 w 94"/>
                <a:gd name="T53" fmla="*/ 0 h 98"/>
                <a:gd name="T54" fmla="*/ 90 w 94"/>
                <a:gd name="T55" fmla="*/ 0 h 98"/>
                <a:gd name="T56" fmla="*/ 92 w 94"/>
                <a:gd name="T57" fmla="*/ 28 h 98"/>
                <a:gd name="T58" fmla="*/ 92 w 94"/>
                <a:gd name="T59" fmla="*/ 40 h 98"/>
                <a:gd name="T60" fmla="*/ 90 w 94"/>
                <a:gd name="T61" fmla="*/ 52 h 98"/>
                <a:gd name="T62" fmla="*/ 86 w 94"/>
                <a:gd name="T63" fmla="*/ 64 h 98"/>
                <a:gd name="T64" fmla="*/ 78 w 94"/>
                <a:gd name="T65" fmla="*/ 72 h 98"/>
                <a:gd name="T66" fmla="*/ 70 w 94"/>
                <a:gd name="T67" fmla="*/ 80 h 98"/>
                <a:gd name="T68" fmla="*/ 58 w 94"/>
                <a:gd name="T69" fmla="*/ 84 h 98"/>
                <a:gd name="T70" fmla="*/ 58 w 94"/>
                <a:gd name="T71" fmla="*/ 8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 h="98">
                  <a:moveTo>
                    <a:pt x="58" y="84"/>
                  </a:moveTo>
                  <a:lnTo>
                    <a:pt x="58" y="84"/>
                  </a:lnTo>
                  <a:lnTo>
                    <a:pt x="50" y="84"/>
                  </a:lnTo>
                  <a:lnTo>
                    <a:pt x="44" y="82"/>
                  </a:lnTo>
                  <a:lnTo>
                    <a:pt x="36" y="78"/>
                  </a:lnTo>
                  <a:lnTo>
                    <a:pt x="26" y="70"/>
                  </a:lnTo>
                  <a:lnTo>
                    <a:pt x="16" y="58"/>
                  </a:lnTo>
                  <a:lnTo>
                    <a:pt x="8" y="40"/>
                  </a:lnTo>
                  <a:lnTo>
                    <a:pt x="0" y="18"/>
                  </a:lnTo>
                  <a:lnTo>
                    <a:pt x="0" y="18"/>
                  </a:lnTo>
                  <a:lnTo>
                    <a:pt x="8" y="44"/>
                  </a:lnTo>
                  <a:lnTo>
                    <a:pt x="16" y="66"/>
                  </a:lnTo>
                  <a:lnTo>
                    <a:pt x="26" y="80"/>
                  </a:lnTo>
                  <a:lnTo>
                    <a:pt x="36" y="90"/>
                  </a:lnTo>
                  <a:lnTo>
                    <a:pt x="46" y="94"/>
                  </a:lnTo>
                  <a:lnTo>
                    <a:pt x="52" y="96"/>
                  </a:lnTo>
                  <a:lnTo>
                    <a:pt x="60" y="98"/>
                  </a:lnTo>
                  <a:lnTo>
                    <a:pt x="60" y="98"/>
                  </a:lnTo>
                  <a:lnTo>
                    <a:pt x="68" y="96"/>
                  </a:lnTo>
                  <a:lnTo>
                    <a:pt x="74" y="92"/>
                  </a:lnTo>
                  <a:lnTo>
                    <a:pt x="84" y="84"/>
                  </a:lnTo>
                  <a:lnTo>
                    <a:pt x="90" y="74"/>
                  </a:lnTo>
                  <a:lnTo>
                    <a:pt x="94" y="60"/>
                  </a:lnTo>
                  <a:lnTo>
                    <a:pt x="94" y="46"/>
                  </a:lnTo>
                  <a:lnTo>
                    <a:pt x="94" y="30"/>
                  </a:lnTo>
                  <a:lnTo>
                    <a:pt x="92" y="16"/>
                  </a:lnTo>
                  <a:lnTo>
                    <a:pt x="90" y="0"/>
                  </a:lnTo>
                  <a:lnTo>
                    <a:pt x="90" y="0"/>
                  </a:lnTo>
                  <a:lnTo>
                    <a:pt x="92" y="28"/>
                  </a:lnTo>
                  <a:lnTo>
                    <a:pt x="92" y="40"/>
                  </a:lnTo>
                  <a:lnTo>
                    <a:pt x="90" y="52"/>
                  </a:lnTo>
                  <a:lnTo>
                    <a:pt x="86" y="64"/>
                  </a:lnTo>
                  <a:lnTo>
                    <a:pt x="78" y="72"/>
                  </a:lnTo>
                  <a:lnTo>
                    <a:pt x="70" y="80"/>
                  </a:lnTo>
                  <a:lnTo>
                    <a:pt x="58" y="84"/>
                  </a:lnTo>
                  <a:lnTo>
                    <a:pt x="58" y="8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39" name="Freeform 162"/>
            <p:cNvSpPr>
              <a:spLocks/>
            </p:cNvSpPr>
            <p:nvPr/>
          </p:nvSpPr>
          <p:spPr bwMode="auto">
            <a:xfrm>
              <a:off x="3472996" y="5516336"/>
              <a:ext cx="12700" cy="12700"/>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2 h 8"/>
                <a:gd name="T18" fmla="*/ 4 w 8"/>
                <a:gd name="T19" fmla="*/ 0 h 8"/>
                <a:gd name="T20" fmla="*/ 4 w 8"/>
                <a:gd name="T21" fmla="*/ 0 h 8"/>
                <a:gd name="T22" fmla="*/ 6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8"/>
                  </a:lnTo>
                  <a:lnTo>
                    <a:pt x="0" y="4"/>
                  </a:lnTo>
                  <a:lnTo>
                    <a:pt x="0" y="4"/>
                  </a:lnTo>
                  <a:lnTo>
                    <a:pt x="0" y="2"/>
                  </a:lnTo>
                  <a:lnTo>
                    <a:pt x="4" y="0"/>
                  </a:lnTo>
                  <a:lnTo>
                    <a:pt x="4" y="0"/>
                  </a:lnTo>
                  <a:lnTo>
                    <a:pt x="6"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0" name="Freeform 163"/>
            <p:cNvSpPr>
              <a:spLocks/>
            </p:cNvSpPr>
            <p:nvPr/>
          </p:nvSpPr>
          <p:spPr bwMode="auto">
            <a:xfrm>
              <a:off x="3514271" y="5506811"/>
              <a:ext cx="15875" cy="12700"/>
            </a:xfrm>
            <a:custGeom>
              <a:avLst/>
              <a:gdLst>
                <a:gd name="T0" fmla="*/ 10 w 10"/>
                <a:gd name="T1" fmla="*/ 4 h 8"/>
                <a:gd name="T2" fmla="*/ 10 w 10"/>
                <a:gd name="T3" fmla="*/ 4 h 8"/>
                <a:gd name="T4" fmla="*/ 8 w 10"/>
                <a:gd name="T5" fmla="*/ 6 h 8"/>
                <a:gd name="T6" fmla="*/ 6 w 10"/>
                <a:gd name="T7" fmla="*/ 8 h 8"/>
                <a:gd name="T8" fmla="*/ 6 w 10"/>
                <a:gd name="T9" fmla="*/ 8 h 8"/>
                <a:gd name="T10" fmla="*/ 2 w 10"/>
                <a:gd name="T11" fmla="*/ 8 h 8"/>
                <a:gd name="T12" fmla="*/ 0 w 10"/>
                <a:gd name="T13" fmla="*/ 6 h 8"/>
                <a:gd name="T14" fmla="*/ 0 w 10"/>
                <a:gd name="T15" fmla="*/ 6 h 8"/>
                <a:gd name="T16" fmla="*/ 2 w 10"/>
                <a:gd name="T17" fmla="*/ 2 h 8"/>
                <a:gd name="T18" fmla="*/ 4 w 10"/>
                <a:gd name="T19" fmla="*/ 0 h 8"/>
                <a:gd name="T20" fmla="*/ 4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6"/>
                  </a:lnTo>
                  <a:lnTo>
                    <a:pt x="6" y="8"/>
                  </a:lnTo>
                  <a:lnTo>
                    <a:pt x="6" y="8"/>
                  </a:lnTo>
                  <a:lnTo>
                    <a:pt x="2" y="8"/>
                  </a:lnTo>
                  <a:lnTo>
                    <a:pt x="0" y="6"/>
                  </a:lnTo>
                  <a:lnTo>
                    <a:pt x="0" y="6"/>
                  </a:lnTo>
                  <a:lnTo>
                    <a:pt x="2" y="2"/>
                  </a:lnTo>
                  <a:lnTo>
                    <a:pt x="4" y="0"/>
                  </a:lnTo>
                  <a:lnTo>
                    <a:pt x="4"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1" name="Freeform 164"/>
            <p:cNvSpPr>
              <a:spLocks/>
            </p:cNvSpPr>
            <p:nvPr/>
          </p:nvSpPr>
          <p:spPr bwMode="auto">
            <a:xfrm>
              <a:off x="3479346" y="5544911"/>
              <a:ext cx="12700" cy="12700"/>
            </a:xfrm>
            <a:custGeom>
              <a:avLst/>
              <a:gdLst>
                <a:gd name="T0" fmla="*/ 8 w 8"/>
                <a:gd name="T1" fmla="*/ 2 h 8"/>
                <a:gd name="T2" fmla="*/ 8 w 8"/>
                <a:gd name="T3" fmla="*/ 2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2 h 8"/>
                <a:gd name="T18" fmla="*/ 2 w 8"/>
                <a:gd name="T19" fmla="*/ 0 h 8"/>
                <a:gd name="T20" fmla="*/ 2 w 8"/>
                <a:gd name="T21" fmla="*/ 0 h 8"/>
                <a:gd name="T22" fmla="*/ 6 w 8"/>
                <a:gd name="T23" fmla="*/ 0 h 8"/>
                <a:gd name="T24" fmla="*/ 8 w 8"/>
                <a:gd name="T25" fmla="*/ 2 h 8"/>
                <a:gd name="T26" fmla="*/ 8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2"/>
                  </a:moveTo>
                  <a:lnTo>
                    <a:pt x="8" y="2"/>
                  </a:lnTo>
                  <a:lnTo>
                    <a:pt x="8" y="6"/>
                  </a:lnTo>
                  <a:lnTo>
                    <a:pt x="4" y="8"/>
                  </a:lnTo>
                  <a:lnTo>
                    <a:pt x="4" y="8"/>
                  </a:lnTo>
                  <a:lnTo>
                    <a:pt x="2" y="8"/>
                  </a:lnTo>
                  <a:lnTo>
                    <a:pt x="0" y="4"/>
                  </a:lnTo>
                  <a:lnTo>
                    <a:pt x="0" y="4"/>
                  </a:lnTo>
                  <a:lnTo>
                    <a:pt x="0" y="2"/>
                  </a:lnTo>
                  <a:lnTo>
                    <a:pt x="2" y="0"/>
                  </a:lnTo>
                  <a:lnTo>
                    <a:pt x="2" y="0"/>
                  </a:lnTo>
                  <a:lnTo>
                    <a:pt x="6" y="0"/>
                  </a:lnTo>
                  <a:lnTo>
                    <a:pt x="8" y="2"/>
                  </a:lnTo>
                  <a:lnTo>
                    <a:pt x="8"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2" name="Freeform 165"/>
            <p:cNvSpPr>
              <a:spLocks/>
            </p:cNvSpPr>
            <p:nvPr/>
          </p:nvSpPr>
          <p:spPr bwMode="auto">
            <a:xfrm>
              <a:off x="3520621" y="5535386"/>
              <a:ext cx="15875" cy="12700"/>
            </a:xfrm>
            <a:custGeom>
              <a:avLst/>
              <a:gdLst>
                <a:gd name="T0" fmla="*/ 10 w 10"/>
                <a:gd name="T1" fmla="*/ 2 h 8"/>
                <a:gd name="T2" fmla="*/ 10 w 10"/>
                <a:gd name="T3" fmla="*/ 2 h 8"/>
                <a:gd name="T4" fmla="*/ 8 w 10"/>
                <a:gd name="T5" fmla="*/ 6 h 8"/>
                <a:gd name="T6" fmla="*/ 6 w 10"/>
                <a:gd name="T7" fmla="*/ 8 h 8"/>
                <a:gd name="T8" fmla="*/ 6 w 10"/>
                <a:gd name="T9" fmla="*/ 8 h 8"/>
                <a:gd name="T10" fmla="*/ 2 w 10"/>
                <a:gd name="T11" fmla="*/ 8 h 8"/>
                <a:gd name="T12" fmla="*/ 0 w 10"/>
                <a:gd name="T13" fmla="*/ 4 h 8"/>
                <a:gd name="T14" fmla="*/ 0 w 10"/>
                <a:gd name="T15" fmla="*/ 4 h 8"/>
                <a:gd name="T16" fmla="*/ 0 w 10"/>
                <a:gd name="T17" fmla="*/ 2 h 8"/>
                <a:gd name="T18" fmla="*/ 4 w 10"/>
                <a:gd name="T19" fmla="*/ 0 h 8"/>
                <a:gd name="T20" fmla="*/ 4 w 10"/>
                <a:gd name="T21" fmla="*/ 0 h 8"/>
                <a:gd name="T22" fmla="*/ 8 w 10"/>
                <a:gd name="T23" fmla="*/ 0 h 8"/>
                <a:gd name="T24" fmla="*/ 10 w 10"/>
                <a:gd name="T25" fmla="*/ 2 h 8"/>
                <a:gd name="T26" fmla="*/ 10 w 10"/>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2"/>
                  </a:moveTo>
                  <a:lnTo>
                    <a:pt x="10" y="2"/>
                  </a:lnTo>
                  <a:lnTo>
                    <a:pt x="8" y="6"/>
                  </a:lnTo>
                  <a:lnTo>
                    <a:pt x="6" y="8"/>
                  </a:lnTo>
                  <a:lnTo>
                    <a:pt x="6" y="8"/>
                  </a:lnTo>
                  <a:lnTo>
                    <a:pt x="2" y="8"/>
                  </a:lnTo>
                  <a:lnTo>
                    <a:pt x="0" y="4"/>
                  </a:lnTo>
                  <a:lnTo>
                    <a:pt x="0" y="4"/>
                  </a:lnTo>
                  <a:lnTo>
                    <a:pt x="0" y="2"/>
                  </a:lnTo>
                  <a:lnTo>
                    <a:pt x="4" y="0"/>
                  </a:lnTo>
                  <a:lnTo>
                    <a:pt x="4" y="0"/>
                  </a:lnTo>
                  <a:lnTo>
                    <a:pt x="8" y="0"/>
                  </a:lnTo>
                  <a:lnTo>
                    <a:pt x="10" y="2"/>
                  </a:lnTo>
                  <a:lnTo>
                    <a:pt x="1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3" name="Freeform 166"/>
            <p:cNvSpPr>
              <a:spLocks/>
            </p:cNvSpPr>
            <p:nvPr/>
          </p:nvSpPr>
          <p:spPr bwMode="auto">
            <a:xfrm>
              <a:off x="3482521" y="5567136"/>
              <a:ext cx="15875" cy="15875"/>
            </a:xfrm>
            <a:custGeom>
              <a:avLst/>
              <a:gdLst>
                <a:gd name="T0" fmla="*/ 10 w 10"/>
                <a:gd name="T1" fmla="*/ 4 h 10"/>
                <a:gd name="T2" fmla="*/ 10 w 10"/>
                <a:gd name="T3" fmla="*/ 4 h 10"/>
                <a:gd name="T4" fmla="*/ 8 w 10"/>
                <a:gd name="T5" fmla="*/ 8 h 10"/>
                <a:gd name="T6" fmla="*/ 6 w 10"/>
                <a:gd name="T7" fmla="*/ 10 h 10"/>
                <a:gd name="T8" fmla="*/ 6 w 10"/>
                <a:gd name="T9" fmla="*/ 10 h 10"/>
                <a:gd name="T10" fmla="*/ 2 w 10"/>
                <a:gd name="T11" fmla="*/ 8 h 10"/>
                <a:gd name="T12" fmla="*/ 0 w 10"/>
                <a:gd name="T13" fmla="*/ 6 h 10"/>
                <a:gd name="T14" fmla="*/ 0 w 10"/>
                <a:gd name="T15" fmla="*/ 6 h 10"/>
                <a:gd name="T16" fmla="*/ 0 w 10"/>
                <a:gd name="T17" fmla="*/ 2 h 10"/>
                <a:gd name="T18" fmla="*/ 4 w 10"/>
                <a:gd name="T19" fmla="*/ 0 h 10"/>
                <a:gd name="T20" fmla="*/ 4 w 10"/>
                <a:gd name="T21" fmla="*/ 0 h 10"/>
                <a:gd name="T22" fmla="*/ 8 w 10"/>
                <a:gd name="T23" fmla="*/ 2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8" y="8"/>
                  </a:lnTo>
                  <a:lnTo>
                    <a:pt x="6" y="10"/>
                  </a:lnTo>
                  <a:lnTo>
                    <a:pt x="6" y="10"/>
                  </a:lnTo>
                  <a:lnTo>
                    <a:pt x="2" y="8"/>
                  </a:lnTo>
                  <a:lnTo>
                    <a:pt x="0" y="6"/>
                  </a:lnTo>
                  <a:lnTo>
                    <a:pt x="0" y="6"/>
                  </a:lnTo>
                  <a:lnTo>
                    <a:pt x="0" y="2"/>
                  </a:lnTo>
                  <a:lnTo>
                    <a:pt x="4" y="0"/>
                  </a:lnTo>
                  <a:lnTo>
                    <a:pt x="4"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4" name="Freeform 167"/>
            <p:cNvSpPr>
              <a:spLocks/>
            </p:cNvSpPr>
            <p:nvPr/>
          </p:nvSpPr>
          <p:spPr bwMode="auto">
            <a:xfrm>
              <a:off x="3526971" y="5560786"/>
              <a:ext cx="12700" cy="12700"/>
            </a:xfrm>
            <a:custGeom>
              <a:avLst/>
              <a:gdLst>
                <a:gd name="T0" fmla="*/ 8 w 8"/>
                <a:gd name="T1" fmla="*/ 2 h 8"/>
                <a:gd name="T2" fmla="*/ 8 w 8"/>
                <a:gd name="T3" fmla="*/ 2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0 h 8"/>
                <a:gd name="T18" fmla="*/ 4 w 8"/>
                <a:gd name="T19" fmla="*/ 0 h 8"/>
                <a:gd name="T20" fmla="*/ 4 w 8"/>
                <a:gd name="T21" fmla="*/ 0 h 8"/>
                <a:gd name="T22" fmla="*/ 6 w 8"/>
                <a:gd name="T23" fmla="*/ 0 h 8"/>
                <a:gd name="T24" fmla="*/ 8 w 8"/>
                <a:gd name="T25" fmla="*/ 2 h 8"/>
                <a:gd name="T26" fmla="*/ 8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2"/>
                  </a:moveTo>
                  <a:lnTo>
                    <a:pt x="8" y="2"/>
                  </a:lnTo>
                  <a:lnTo>
                    <a:pt x="8" y="6"/>
                  </a:lnTo>
                  <a:lnTo>
                    <a:pt x="4" y="8"/>
                  </a:lnTo>
                  <a:lnTo>
                    <a:pt x="4" y="8"/>
                  </a:lnTo>
                  <a:lnTo>
                    <a:pt x="2" y="8"/>
                  </a:lnTo>
                  <a:lnTo>
                    <a:pt x="0" y="4"/>
                  </a:lnTo>
                  <a:lnTo>
                    <a:pt x="0" y="4"/>
                  </a:lnTo>
                  <a:lnTo>
                    <a:pt x="0" y="0"/>
                  </a:lnTo>
                  <a:lnTo>
                    <a:pt x="4" y="0"/>
                  </a:lnTo>
                  <a:lnTo>
                    <a:pt x="4" y="0"/>
                  </a:lnTo>
                  <a:lnTo>
                    <a:pt x="6" y="0"/>
                  </a:lnTo>
                  <a:lnTo>
                    <a:pt x="8" y="2"/>
                  </a:lnTo>
                  <a:lnTo>
                    <a:pt x="8"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5" name="Freeform 168"/>
            <p:cNvSpPr>
              <a:spLocks/>
            </p:cNvSpPr>
            <p:nvPr/>
          </p:nvSpPr>
          <p:spPr bwMode="auto">
            <a:xfrm>
              <a:off x="3488871" y="5592536"/>
              <a:ext cx="12700" cy="12700"/>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8 h 8"/>
                <a:gd name="T12" fmla="*/ 0 w 8"/>
                <a:gd name="T13" fmla="*/ 6 h 8"/>
                <a:gd name="T14" fmla="*/ 0 w 8"/>
                <a:gd name="T15" fmla="*/ 6 h 8"/>
                <a:gd name="T16" fmla="*/ 0 w 8"/>
                <a:gd name="T17" fmla="*/ 2 h 8"/>
                <a:gd name="T18" fmla="*/ 2 w 8"/>
                <a:gd name="T19" fmla="*/ 0 h 8"/>
                <a:gd name="T20" fmla="*/ 2 w 8"/>
                <a:gd name="T21" fmla="*/ 0 h 8"/>
                <a:gd name="T22" fmla="*/ 6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8"/>
                  </a:lnTo>
                  <a:lnTo>
                    <a:pt x="0" y="6"/>
                  </a:lnTo>
                  <a:lnTo>
                    <a:pt x="0" y="6"/>
                  </a:lnTo>
                  <a:lnTo>
                    <a:pt x="0" y="2"/>
                  </a:lnTo>
                  <a:lnTo>
                    <a:pt x="2" y="0"/>
                  </a:lnTo>
                  <a:lnTo>
                    <a:pt x="2" y="0"/>
                  </a:lnTo>
                  <a:lnTo>
                    <a:pt x="6"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6" name="Freeform 169"/>
            <p:cNvSpPr>
              <a:spLocks/>
            </p:cNvSpPr>
            <p:nvPr/>
          </p:nvSpPr>
          <p:spPr bwMode="auto">
            <a:xfrm>
              <a:off x="3530146" y="5583011"/>
              <a:ext cx="15875" cy="15875"/>
            </a:xfrm>
            <a:custGeom>
              <a:avLst/>
              <a:gdLst>
                <a:gd name="T0" fmla="*/ 10 w 10"/>
                <a:gd name="T1" fmla="*/ 4 h 10"/>
                <a:gd name="T2" fmla="*/ 10 w 10"/>
                <a:gd name="T3" fmla="*/ 4 h 10"/>
                <a:gd name="T4" fmla="*/ 8 w 10"/>
                <a:gd name="T5" fmla="*/ 8 h 10"/>
                <a:gd name="T6" fmla="*/ 6 w 10"/>
                <a:gd name="T7" fmla="*/ 10 h 10"/>
                <a:gd name="T8" fmla="*/ 6 w 10"/>
                <a:gd name="T9" fmla="*/ 10 h 10"/>
                <a:gd name="T10" fmla="*/ 2 w 10"/>
                <a:gd name="T11" fmla="*/ 8 h 10"/>
                <a:gd name="T12" fmla="*/ 0 w 10"/>
                <a:gd name="T13" fmla="*/ 6 h 10"/>
                <a:gd name="T14" fmla="*/ 0 w 10"/>
                <a:gd name="T15" fmla="*/ 6 h 10"/>
                <a:gd name="T16" fmla="*/ 2 w 10"/>
                <a:gd name="T17" fmla="*/ 2 h 10"/>
                <a:gd name="T18" fmla="*/ 4 w 10"/>
                <a:gd name="T19" fmla="*/ 0 h 10"/>
                <a:gd name="T20" fmla="*/ 4 w 10"/>
                <a:gd name="T21" fmla="*/ 0 h 10"/>
                <a:gd name="T22" fmla="*/ 8 w 10"/>
                <a:gd name="T23" fmla="*/ 2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8" y="8"/>
                  </a:lnTo>
                  <a:lnTo>
                    <a:pt x="6" y="10"/>
                  </a:lnTo>
                  <a:lnTo>
                    <a:pt x="6" y="10"/>
                  </a:lnTo>
                  <a:lnTo>
                    <a:pt x="2" y="8"/>
                  </a:lnTo>
                  <a:lnTo>
                    <a:pt x="0" y="6"/>
                  </a:lnTo>
                  <a:lnTo>
                    <a:pt x="0" y="6"/>
                  </a:lnTo>
                  <a:lnTo>
                    <a:pt x="2" y="2"/>
                  </a:lnTo>
                  <a:lnTo>
                    <a:pt x="4" y="0"/>
                  </a:lnTo>
                  <a:lnTo>
                    <a:pt x="4"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7" name="Freeform 170"/>
            <p:cNvSpPr>
              <a:spLocks/>
            </p:cNvSpPr>
            <p:nvPr/>
          </p:nvSpPr>
          <p:spPr bwMode="auto">
            <a:xfrm>
              <a:off x="3476171" y="5509986"/>
              <a:ext cx="47625" cy="15875"/>
            </a:xfrm>
            <a:custGeom>
              <a:avLst/>
              <a:gdLst>
                <a:gd name="T0" fmla="*/ 30 w 30"/>
                <a:gd name="T1" fmla="*/ 2 h 10"/>
                <a:gd name="T2" fmla="*/ 30 w 30"/>
                <a:gd name="T3" fmla="*/ 2 h 10"/>
                <a:gd name="T4" fmla="*/ 30 w 30"/>
                <a:gd name="T5" fmla="*/ 4 h 10"/>
                <a:gd name="T6" fmla="*/ 2 w 30"/>
                <a:gd name="T7" fmla="*/ 10 h 10"/>
                <a:gd name="T8" fmla="*/ 2 w 30"/>
                <a:gd name="T9" fmla="*/ 10 h 10"/>
                <a:gd name="T10" fmla="*/ 0 w 30"/>
                <a:gd name="T11" fmla="*/ 8 h 10"/>
                <a:gd name="T12" fmla="*/ 0 w 30"/>
                <a:gd name="T13" fmla="*/ 8 h 10"/>
                <a:gd name="T14" fmla="*/ 0 w 30"/>
                <a:gd name="T15" fmla="*/ 6 h 10"/>
                <a:gd name="T16" fmla="*/ 30 w 30"/>
                <a:gd name="T17" fmla="*/ 0 h 10"/>
                <a:gd name="T18" fmla="*/ 30 w 30"/>
                <a:gd name="T19" fmla="*/ 0 h 10"/>
                <a:gd name="T20" fmla="*/ 30 w 30"/>
                <a:gd name="T21" fmla="*/ 2 h 10"/>
                <a:gd name="T22" fmla="*/ 30 w 30"/>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0">
                  <a:moveTo>
                    <a:pt x="30" y="2"/>
                  </a:moveTo>
                  <a:lnTo>
                    <a:pt x="30" y="2"/>
                  </a:lnTo>
                  <a:lnTo>
                    <a:pt x="30" y="4"/>
                  </a:lnTo>
                  <a:lnTo>
                    <a:pt x="2" y="10"/>
                  </a:lnTo>
                  <a:lnTo>
                    <a:pt x="2" y="10"/>
                  </a:lnTo>
                  <a:lnTo>
                    <a:pt x="0" y="8"/>
                  </a:lnTo>
                  <a:lnTo>
                    <a:pt x="0" y="8"/>
                  </a:lnTo>
                  <a:lnTo>
                    <a:pt x="0" y="6"/>
                  </a:lnTo>
                  <a:lnTo>
                    <a:pt x="30" y="0"/>
                  </a:lnTo>
                  <a:lnTo>
                    <a:pt x="30" y="0"/>
                  </a:lnTo>
                  <a:lnTo>
                    <a:pt x="30" y="2"/>
                  </a:lnTo>
                  <a:lnTo>
                    <a:pt x="3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8" name="Freeform 171"/>
            <p:cNvSpPr>
              <a:spLocks/>
            </p:cNvSpPr>
            <p:nvPr/>
          </p:nvSpPr>
          <p:spPr bwMode="auto">
            <a:xfrm>
              <a:off x="3482521" y="5538561"/>
              <a:ext cx="47625" cy="15875"/>
            </a:xfrm>
            <a:custGeom>
              <a:avLst/>
              <a:gdLst>
                <a:gd name="T0" fmla="*/ 30 w 30"/>
                <a:gd name="T1" fmla="*/ 2 h 10"/>
                <a:gd name="T2" fmla="*/ 30 w 30"/>
                <a:gd name="T3" fmla="*/ 2 h 10"/>
                <a:gd name="T4" fmla="*/ 30 w 30"/>
                <a:gd name="T5" fmla="*/ 4 h 10"/>
                <a:gd name="T6" fmla="*/ 2 w 30"/>
                <a:gd name="T7" fmla="*/ 10 h 10"/>
                <a:gd name="T8" fmla="*/ 2 w 30"/>
                <a:gd name="T9" fmla="*/ 10 h 10"/>
                <a:gd name="T10" fmla="*/ 0 w 30"/>
                <a:gd name="T11" fmla="*/ 8 h 10"/>
                <a:gd name="T12" fmla="*/ 0 w 30"/>
                <a:gd name="T13" fmla="*/ 8 h 10"/>
                <a:gd name="T14" fmla="*/ 0 w 30"/>
                <a:gd name="T15" fmla="*/ 6 h 10"/>
                <a:gd name="T16" fmla="*/ 30 w 30"/>
                <a:gd name="T17" fmla="*/ 0 h 10"/>
                <a:gd name="T18" fmla="*/ 30 w 30"/>
                <a:gd name="T19" fmla="*/ 0 h 10"/>
                <a:gd name="T20" fmla="*/ 30 w 30"/>
                <a:gd name="T21" fmla="*/ 2 h 10"/>
                <a:gd name="T22" fmla="*/ 30 w 30"/>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0">
                  <a:moveTo>
                    <a:pt x="30" y="2"/>
                  </a:moveTo>
                  <a:lnTo>
                    <a:pt x="30" y="2"/>
                  </a:lnTo>
                  <a:lnTo>
                    <a:pt x="30" y="4"/>
                  </a:lnTo>
                  <a:lnTo>
                    <a:pt x="2" y="10"/>
                  </a:lnTo>
                  <a:lnTo>
                    <a:pt x="2" y="10"/>
                  </a:lnTo>
                  <a:lnTo>
                    <a:pt x="0" y="8"/>
                  </a:lnTo>
                  <a:lnTo>
                    <a:pt x="0" y="8"/>
                  </a:lnTo>
                  <a:lnTo>
                    <a:pt x="0" y="6"/>
                  </a:lnTo>
                  <a:lnTo>
                    <a:pt x="30" y="0"/>
                  </a:lnTo>
                  <a:lnTo>
                    <a:pt x="30" y="0"/>
                  </a:lnTo>
                  <a:lnTo>
                    <a:pt x="30" y="2"/>
                  </a:lnTo>
                  <a:lnTo>
                    <a:pt x="3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49" name="Freeform 172"/>
            <p:cNvSpPr>
              <a:spLocks/>
            </p:cNvSpPr>
            <p:nvPr/>
          </p:nvSpPr>
          <p:spPr bwMode="auto">
            <a:xfrm>
              <a:off x="3485696" y="5563961"/>
              <a:ext cx="50800" cy="12700"/>
            </a:xfrm>
            <a:custGeom>
              <a:avLst/>
              <a:gdLst>
                <a:gd name="T0" fmla="*/ 32 w 32"/>
                <a:gd name="T1" fmla="*/ 0 h 8"/>
                <a:gd name="T2" fmla="*/ 32 w 32"/>
                <a:gd name="T3" fmla="*/ 0 h 8"/>
                <a:gd name="T4" fmla="*/ 30 w 32"/>
                <a:gd name="T5" fmla="*/ 2 h 8"/>
                <a:gd name="T6" fmla="*/ 2 w 32"/>
                <a:gd name="T7" fmla="*/ 8 h 8"/>
                <a:gd name="T8" fmla="*/ 2 w 32"/>
                <a:gd name="T9" fmla="*/ 8 h 8"/>
                <a:gd name="T10" fmla="*/ 0 w 32"/>
                <a:gd name="T11" fmla="*/ 8 h 8"/>
                <a:gd name="T12" fmla="*/ 0 w 32"/>
                <a:gd name="T13" fmla="*/ 8 h 8"/>
                <a:gd name="T14" fmla="*/ 2 w 32"/>
                <a:gd name="T15" fmla="*/ 6 h 8"/>
                <a:gd name="T16" fmla="*/ 30 w 32"/>
                <a:gd name="T17" fmla="*/ 0 h 8"/>
                <a:gd name="T18" fmla="*/ 30 w 32"/>
                <a:gd name="T19" fmla="*/ 0 h 8"/>
                <a:gd name="T20" fmla="*/ 32 w 32"/>
                <a:gd name="T21" fmla="*/ 0 h 8"/>
                <a:gd name="T22" fmla="*/ 32 w 32"/>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0"/>
                  </a:moveTo>
                  <a:lnTo>
                    <a:pt x="32" y="0"/>
                  </a:lnTo>
                  <a:lnTo>
                    <a:pt x="30" y="2"/>
                  </a:lnTo>
                  <a:lnTo>
                    <a:pt x="2" y="8"/>
                  </a:lnTo>
                  <a:lnTo>
                    <a:pt x="2" y="8"/>
                  </a:lnTo>
                  <a:lnTo>
                    <a:pt x="0" y="8"/>
                  </a:lnTo>
                  <a:lnTo>
                    <a:pt x="0" y="8"/>
                  </a:lnTo>
                  <a:lnTo>
                    <a:pt x="2" y="6"/>
                  </a:lnTo>
                  <a:lnTo>
                    <a:pt x="30" y="0"/>
                  </a:lnTo>
                  <a:lnTo>
                    <a:pt x="30" y="0"/>
                  </a:lnTo>
                  <a:lnTo>
                    <a:pt x="32" y="0"/>
                  </a:lnTo>
                  <a:lnTo>
                    <a:pt x="32"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0" name="Freeform 173"/>
            <p:cNvSpPr>
              <a:spLocks/>
            </p:cNvSpPr>
            <p:nvPr/>
          </p:nvSpPr>
          <p:spPr bwMode="auto">
            <a:xfrm>
              <a:off x="3492046" y="5589361"/>
              <a:ext cx="47625" cy="12700"/>
            </a:xfrm>
            <a:custGeom>
              <a:avLst/>
              <a:gdLst>
                <a:gd name="T0" fmla="*/ 30 w 30"/>
                <a:gd name="T1" fmla="*/ 0 h 8"/>
                <a:gd name="T2" fmla="*/ 30 w 30"/>
                <a:gd name="T3" fmla="*/ 0 h 8"/>
                <a:gd name="T4" fmla="*/ 30 w 30"/>
                <a:gd name="T5" fmla="*/ 2 h 8"/>
                <a:gd name="T6" fmla="*/ 2 w 30"/>
                <a:gd name="T7" fmla="*/ 8 h 8"/>
                <a:gd name="T8" fmla="*/ 2 w 30"/>
                <a:gd name="T9" fmla="*/ 8 h 8"/>
                <a:gd name="T10" fmla="*/ 0 w 30"/>
                <a:gd name="T11" fmla="*/ 6 h 8"/>
                <a:gd name="T12" fmla="*/ 0 w 30"/>
                <a:gd name="T13" fmla="*/ 6 h 8"/>
                <a:gd name="T14" fmla="*/ 0 w 30"/>
                <a:gd name="T15" fmla="*/ 6 h 8"/>
                <a:gd name="T16" fmla="*/ 30 w 30"/>
                <a:gd name="T17" fmla="*/ 0 h 8"/>
                <a:gd name="T18" fmla="*/ 30 w 30"/>
                <a:gd name="T19" fmla="*/ 0 h 8"/>
                <a:gd name="T20" fmla="*/ 30 w 30"/>
                <a:gd name="T21" fmla="*/ 0 h 8"/>
                <a:gd name="T22" fmla="*/ 30 w 30"/>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8">
                  <a:moveTo>
                    <a:pt x="30" y="0"/>
                  </a:moveTo>
                  <a:lnTo>
                    <a:pt x="30" y="0"/>
                  </a:lnTo>
                  <a:lnTo>
                    <a:pt x="30" y="2"/>
                  </a:lnTo>
                  <a:lnTo>
                    <a:pt x="2" y="8"/>
                  </a:lnTo>
                  <a:lnTo>
                    <a:pt x="2" y="8"/>
                  </a:lnTo>
                  <a:lnTo>
                    <a:pt x="0" y="6"/>
                  </a:lnTo>
                  <a:lnTo>
                    <a:pt x="0" y="6"/>
                  </a:lnTo>
                  <a:lnTo>
                    <a:pt x="0" y="6"/>
                  </a:lnTo>
                  <a:lnTo>
                    <a:pt x="30" y="0"/>
                  </a:lnTo>
                  <a:lnTo>
                    <a:pt x="30" y="0"/>
                  </a:lnTo>
                  <a:lnTo>
                    <a:pt x="30" y="0"/>
                  </a:lnTo>
                  <a:lnTo>
                    <a:pt x="3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1" name="Freeform 174"/>
            <p:cNvSpPr>
              <a:spLocks/>
            </p:cNvSpPr>
            <p:nvPr/>
          </p:nvSpPr>
          <p:spPr bwMode="auto">
            <a:xfrm>
              <a:off x="3476171" y="5519511"/>
              <a:ext cx="53975" cy="25400"/>
            </a:xfrm>
            <a:custGeom>
              <a:avLst/>
              <a:gdLst>
                <a:gd name="T0" fmla="*/ 34 w 34"/>
                <a:gd name="T1" fmla="*/ 14 h 16"/>
                <a:gd name="T2" fmla="*/ 34 w 34"/>
                <a:gd name="T3" fmla="*/ 14 h 16"/>
                <a:gd name="T4" fmla="*/ 32 w 34"/>
                <a:gd name="T5" fmla="*/ 16 h 16"/>
                <a:gd name="T6" fmla="*/ 0 w 34"/>
                <a:gd name="T7" fmla="*/ 4 h 16"/>
                <a:gd name="T8" fmla="*/ 0 w 34"/>
                <a:gd name="T9" fmla="*/ 4 h 16"/>
                <a:gd name="T10" fmla="*/ 0 w 34"/>
                <a:gd name="T11" fmla="*/ 2 h 16"/>
                <a:gd name="T12" fmla="*/ 0 w 34"/>
                <a:gd name="T13" fmla="*/ 2 h 16"/>
                <a:gd name="T14" fmla="*/ 2 w 34"/>
                <a:gd name="T15" fmla="*/ 0 h 16"/>
                <a:gd name="T16" fmla="*/ 34 w 34"/>
                <a:gd name="T17" fmla="*/ 12 h 16"/>
                <a:gd name="T18" fmla="*/ 34 w 34"/>
                <a:gd name="T19" fmla="*/ 12 h 16"/>
                <a:gd name="T20" fmla="*/ 34 w 34"/>
                <a:gd name="T21" fmla="*/ 14 h 16"/>
                <a:gd name="T22" fmla="*/ 34 w 34"/>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34" y="14"/>
                  </a:moveTo>
                  <a:lnTo>
                    <a:pt x="34" y="14"/>
                  </a:lnTo>
                  <a:lnTo>
                    <a:pt x="32" y="16"/>
                  </a:lnTo>
                  <a:lnTo>
                    <a:pt x="0" y="4"/>
                  </a:lnTo>
                  <a:lnTo>
                    <a:pt x="0" y="4"/>
                  </a:lnTo>
                  <a:lnTo>
                    <a:pt x="0" y="2"/>
                  </a:lnTo>
                  <a:lnTo>
                    <a:pt x="0" y="2"/>
                  </a:lnTo>
                  <a:lnTo>
                    <a:pt x="2" y="0"/>
                  </a:lnTo>
                  <a:lnTo>
                    <a:pt x="34" y="12"/>
                  </a:lnTo>
                  <a:lnTo>
                    <a:pt x="34" y="12"/>
                  </a:lnTo>
                  <a:lnTo>
                    <a:pt x="34" y="14"/>
                  </a:lnTo>
                  <a:lnTo>
                    <a:pt x="34"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2" name="Freeform 175"/>
            <p:cNvSpPr>
              <a:spLocks/>
            </p:cNvSpPr>
            <p:nvPr/>
          </p:nvSpPr>
          <p:spPr bwMode="auto">
            <a:xfrm>
              <a:off x="3482521" y="5509986"/>
              <a:ext cx="41275" cy="41275"/>
            </a:xfrm>
            <a:custGeom>
              <a:avLst/>
              <a:gdLst>
                <a:gd name="T0" fmla="*/ 0 w 26"/>
                <a:gd name="T1" fmla="*/ 26 h 26"/>
                <a:gd name="T2" fmla="*/ 0 w 26"/>
                <a:gd name="T3" fmla="*/ 24 h 26"/>
                <a:gd name="T4" fmla="*/ 24 w 26"/>
                <a:gd name="T5" fmla="*/ 0 h 26"/>
                <a:gd name="T6" fmla="*/ 26 w 26"/>
                <a:gd name="T7" fmla="*/ 0 h 26"/>
                <a:gd name="T8" fmla="*/ 26 w 26"/>
                <a:gd name="T9" fmla="*/ 4 h 26"/>
                <a:gd name="T10" fmla="*/ 2 w 26"/>
                <a:gd name="T11" fmla="*/ 26 h 26"/>
                <a:gd name="T12" fmla="*/ 0 w 26"/>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0" y="26"/>
                  </a:moveTo>
                  <a:lnTo>
                    <a:pt x="0" y="24"/>
                  </a:lnTo>
                  <a:lnTo>
                    <a:pt x="24" y="0"/>
                  </a:lnTo>
                  <a:lnTo>
                    <a:pt x="26" y="0"/>
                  </a:lnTo>
                  <a:lnTo>
                    <a:pt x="26" y="4"/>
                  </a:lnTo>
                  <a:lnTo>
                    <a:pt x="2" y="26"/>
                  </a:lnTo>
                  <a:lnTo>
                    <a:pt x="0" y="2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3" name="Freeform 176"/>
            <p:cNvSpPr>
              <a:spLocks/>
            </p:cNvSpPr>
            <p:nvPr/>
          </p:nvSpPr>
          <p:spPr bwMode="auto">
            <a:xfrm>
              <a:off x="3482521" y="5544911"/>
              <a:ext cx="53975" cy="25400"/>
            </a:xfrm>
            <a:custGeom>
              <a:avLst/>
              <a:gdLst>
                <a:gd name="T0" fmla="*/ 34 w 34"/>
                <a:gd name="T1" fmla="*/ 14 h 16"/>
                <a:gd name="T2" fmla="*/ 34 w 34"/>
                <a:gd name="T3" fmla="*/ 14 h 16"/>
                <a:gd name="T4" fmla="*/ 32 w 34"/>
                <a:gd name="T5" fmla="*/ 16 h 16"/>
                <a:gd name="T6" fmla="*/ 0 w 34"/>
                <a:gd name="T7" fmla="*/ 4 h 16"/>
                <a:gd name="T8" fmla="*/ 0 w 34"/>
                <a:gd name="T9" fmla="*/ 4 h 16"/>
                <a:gd name="T10" fmla="*/ 0 w 34"/>
                <a:gd name="T11" fmla="*/ 2 h 16"/>
                <a:gd name="T12" fmla="*/ 0 w 34"/>
                <a:gd name="T13" fmla="*/ 2 h 16"/>
                <a:gd name="T14" fmla="*/ 2 w 34"/>
                <a:gd name="T15" fmla="*/ 0 h 16"/>
                <a:gd name="T16" fmla="*/ 34 w 34"/>
                <a:gd name="T17" fmla="*/ 12 h 16"/>
                <a:gd name="T18" fmla="*/ 34 w 34"/>
                <a:gd name="T19" fmla="*/ 12 h 16"/>
                <a:gd name="T20" fmla="*/ 34 w 34"/>
                <a:gd name="T21" fmla="*/ 14 h 16"/>
                <a:gd name="T22" fmla="*/ 34 w 34"/>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34" y="14"/>
                  </a:moveTo>
                  <a:lnTo>
                    <a:pt x="34" y="14"/>
                  </a:lnTo>
                  <a:lnTo>
                    <a:pt x="32" y="16"/>
                  </a:lnTo>
                  <a:lnTo>
                    <a:pt x="0" y="4"/>
                  </a:lnTo>
                  <a:lnTo>
                    <a:pt x="0" y="4"/>
                  </a:lnTo>
                  <a:lnTo>
                    <a:pt x="0" y="2"/>
                  </a:lnTo>
                  <a:lnTo>
                    <a:pt x="0" y="2"/>
                  </a:lnTo>
                  <a:lnTo>
                    <a:pt x="2" y="0"/>
                  </a:lnTo>
                  <a:lnTo>
                    <a:pt x="34" y="12"/>
                  </a:lnTo>
                  <a:lnTo>
                    <a:pt x="34" y="12"/>
                  </a:lnTo>
                  <a:lnTo>
                    <a:pt x="34" y="14"/>
                  </a:lnTo>
                  <a:lnTo>
                    <a:pt x="34"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4" name="Freeform 177"/>
            <p:cNvSpPr>
              <a:spLocks/>
            </p:cNvSpPr>
            <p:nvPr/>
          </p:nvSpPr>
          <p:spPr bwMode="auto">
            <a:xfrm>
              <a:off x="3485696" y="5538561"/>
              <a:ext cx="44450" cy="38100"/>
            </a:xfrm>
            <a:custGeom>
              <a:avLst/>
              <a:gdLst>
                <a:gd name="T0" fmla="*/ 0 w 28"/>
                <a:gd name="T1" fmla="*/ 24 h 24"/>
                <a:gd name="T2" fmla="*/ 0 w 28"/>
                <a:gd name="T3" fmla="*/ 22 h 24"/>
                <a:gd name="T4" fmla="*/ 24 w 28"/>
                <a:gd name="T5" fmla="*/ 0 h 24"/>
                <a:gd name="T6" fmla="*/ 28 w 28"/>
                <a:gd name="T7" fmla="*/ 0 h 24"/>
                <a:gd name="T8" fmla="*/ 28 w 28"/>
                <a:gd name="T9" fmla="*/ 2 h 24"/>
                <a:gd name="T10" fmla="*/ 4 w 28"/>
                <a:gd name="T11" fmla="*/ 24 h 24"/>
                <a:gd name="T12" fmla="*/ 0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0" y="24"/>
                  </a:moveTo>
                  <a:lnTo>
                    <a:pt x="0" y="22"/>
                  </a:lnTo>
                  <a:lnTo>
                    <a:pt x="24" y="0"/>
                  </a:lnTo>
                  <a:lnTo>
                    <a:pt x="28" y="0"/>
                  </a:lnTo>
                  <a:lnTo>
                    <a:pt x="28" y="2"/>
                  </a:lnTo>
                  <a:lnTo>
                    <a:pt x="4" y="24"/>
                  </a:lnTo>
                  <a:lnTo>
                    <a:pt x="0"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5" name="Freeform 178"/>
            <p:cNvSpPr>
              <a:spLocks/>
            </p:cNvSpPr>
            <p:nvPr/>
          </p:nvSpPr>
          <p:spPr bwMode="auto">
            <a:xfrm>
              <a:off x="3485696" y="5573486"/>
              <a:ext cx="53975" cy="19050"/>
            </a:xfrm>
            <a:custGeom>
              <a:avLst/>
              <a:gdLst>
                <a:gd name="T0" fmla="*/ 34 w 34"/>
                <a:gd name="T1" fmla="*/ 12 h 12"/>
                <a:gd name="T2" fmla="*/ 34 w 34"/>
                <a:gd name="T3" fmla="*/ 12 h 12"/>
                <a:gd name="T4" fmla="*/ 32 w 34"/>
                <a:gd name="T5" fmla="*/ 12 h 12"/>
                <a:gd name="T6" fmla="*/ 2 w 34"/>
                <a:gd name="T7" fmla="*/ 2 h 12"/>
                <a:gd name="T8" fmla="*/ 2 w 34"/>
                <a:gd name="T9" fmla="*/ 2 h 12"/>
                <a:gd name="T10" fmla="*/ 0 w 34"/>
                <a:gd name="T11" fmla="*/ 0 h 12"/>
                <a:gd name="T12" fmla="*/ 0 w 34"/>
                <a:gd name="T13" fmla="*/ 0 h 12"/>
                <a:gd name="T14" fmla="*/ 2 w 34"/>
                <a:gd name="T15" fmla="*/ 0 h 12"/>
                <a:gd name="T16" fmla="*/ 34 w 34"/>
                <a:gd name="T17" fmla="*/ 10 h 12"/>
                <a:gd name="T18" fmla="*/ 34 w 34"/>
                <a:gd name="T19" fmla="*/ 10 h 12"/>
                <a:gd name="T20" fmla="*/ 34 w 34"/>
                <a:gd name="T21" fmla="*/ 12 h 12"/>
                <a:gd name="T22" fmla="*/ 34 w 34"/>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2">
                  <a:moveTo>
                    <a:pt x="34" y="12"/>
                  </a:moveTo>
                  <a:lnTo>
                    <a:pt x="34" y="12"/>
                  </a:lnTo>
                  <a:lnTo>
                    <a:pt x="32" y="12"/>
                  </a:lnTo>
                  <a:lnTo>
                    <a:pt x="2" y="2"/>
                  </a:lnTo>
                  <a:lnTo>
                    <a:pt x="2" y="2"/>
                  </a:lnTo>
                  <a:lnTo>
                    <a:pt x="0" y="0"/>
                  </a:lnTo>
                  <a:lnTo>
                    <a:pt x="0" y="0"/>
                  </a:lnTo>
                  <a:lnTo>
                    <a:pt x="2" y="0"/>
                  </a:lnTo>
                  <a:lnTo>
                    <a:pt x="34" y="10"/>
                  </a:lnTo>
                  <a:lnTo>
                    <a:pt x="34" y="10"/>
                  </a:lnTo>
                  <a:lnTo>
                    <a:pt x="34" y="12"/>
                  </a:lnTo>
                  <a:lnTo>
                    <a:pt x="34"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6" name="Freeform 179"/>
            <p:cNvSpPr>
              <a:spLocks/>
            </p:cNvSpPr>
            <p:nvPr/>
          </p:nvSpPr>
          <p:spPr bwMode="auto">
            <a:xfrm>
              <a:off x="3492046" y="5563961"/>
              <a:ext cx="41275" cy="38100"/>
            </a:xfrm>
            <a:custGeom>
              <a:avLst/>
              <a:gdLst>
                <a:gd name="T0" fmla="*/ 0 w 26"/>
                <a:gd name="T1" fmla="*/ 24 h 24"/>
                <a:gd name="T2" fmla="*/ 0 w 26"/>
                <a:gd name="T3" fmla="*/ 22 h 24"/>
                <a:gd name="T4" fmla="*/ 24 w 26"/>
                <a:gd name="T5" fmla="*/ 0 h 24"/>
                <a:gd name="T6" fmla="*/ 26 w 26"/>
                <a:gd name="T7" fmla="*/ 0 h 24"/>
                <a:gd name="T8" fmla="*/ 26 w 26"/>
                <a:gd name="T9" fmla="*/ 2 h 24"/>
                <a:gd name="T10" fmla="*/ 2 w 26"/>
                <a:gd name="T11" fmla="*/ 24 h 24"/>
                <a:gd name="T12" fmla="*/ 0 w 2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6" h="24">
                  <a:moveTo>
                    <a:pt x="0" y="24"/>
                  </a:moveTo>
                  <a:lnTo>
                    <a:pt x="0" y="22"/>
                  </a:lnTo>
                  <a:lnTo>
                    <a:pt x="24" y="0"/>
                  </a:lnTo>
                  <a:lnTo>
                    <a:pt x="26" y="0"/>
                  </a:lnTo>
                  <a:lnTo>
                    <a:pt x="26" y="2"/>
                  </a:lnTo>
                  <a:lnTo>
                    <a:pt x="2" y="24"/>
                  </a:lnTo>
                  <a:lnTo>
                    <a:pt x="0"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7" name="Freeform 180"/>
            <p:cNvSpPr>
              <a:spLocks/>
            </p:cNvSpPr>
            <p:nvPr/>
          </p:nvSpPr>
          <p:spPr bwMode="auto">
            <a:xfrm>
              <a:off x="3072946" y="4103461"/>
              <a:ext cx="495300" cy="1393825"/>
            </a:xfrm>
            <a:custGeom>
              <a:avLst/>
              <a:gdLst>
                <a:gd name="T0" fmla="*/ 4 w 312"/>
                <a:gd name="T1" fmla="*/ 56 h 878"/>
                <a:gd name="T2" fmla="*/ 4 w 312"/>
                <a:gd name="T3" fmla="*/ 56 h 878"/>
                <a:gd name="T4" fmla="*/ 10 w 312"/>
                <a:gd name="T5" fmla="*/ 42 h 878"/>
                <a:gd name="T6" fmla="*/ 20 w 312"/>
                <a:gd name="T7" fmla="*/ 30 h 878"/>
                <a:gd name="T8" fmla="*/ 32 w 312"/>
                <a:gd name="T9" fmla="*/ 18 h 878"/>
                <a:gd name="T10" fmla="*/ 48 w 312"/>
                <a:gd name="T11" fmla="*/ 8 h 878"/>
                <a:gd name="T12" fmla="*/ 48 w 312"/>
                <a:gd name="T13" fmla="*/ 8 h 878"/>
                <a:gd name="T14" fmla="*/ 60 w 312"/>
                <a:gd name="T15" fmla="*/ 4 h 878"/>
                <a:gd name="T16" fmla="*/ 72 w 312"/>
                <a:gd name="T17" fmla="*/ 0 h 878"/>
                <a:gd name="T18" fmla="*/ 86 w 312"/>
                <a:gd name="T19" fmla="*/ 0 h 878"/>
                <a:gd name="T20" fmla="*/ 98 w 312"/>
                <a:gd name="T21" fmla="*/ 0 h 878"/>
                <a:gd name="T22" fmla="*/ 98 w 312"/>
                <a:gd name="T23" fmla="*/ 0 h 878"/>
                <a:gd name="T24" fmla="*/ 110 w 312"/>
                <a:gd name="T25" fmla="*/ 0 h 878"/>
                <a:gd name="T26" fmla="*/ 120 w 312"/>
                <a:gd name="T27" fmla="*/ 4 h 878"/>
                <a:gd name="T28" fmla="*/ 130 w 312"/>
                <a:gd name="T29" fmla="*/ 8 h 878"/>
                <a:gd name="T30" fmla="*/ 140 w 312"/>
                <a:gd name="T31" fmla="*/ 14 h 878"/>
                <a:gd name="T32" fmla="*/ 146 w 312"/>
                <a:gd name="T33" fmla="*/ 20 h 878"/>
                <a:gd name="T34" fmla="*/ 154 w 312"/>
                <a:gd name="T35" fmla="*/ 26 h 878"/>
                <a:gd name="T36" fmla="*/ 166 w 312"/>
                <a:gd name="T37" fmla="*/ 44 h 878"/>
                <a:gd name="T38" fmla="*/ 174 w 312"/>
                <a:gd name="T39" fmla="*/ 62 h 878"/>
                <a:gd name="T40" fmla="*/ 182 w 312"/>
                <a:gd name="T41" fmla="*/ 82 h 878"/>
                <a:gd name="T42" fmla="*/ 190 w 312"/>
                <a:gd name="T43" fmla="*/ 124 h 878"/>
                <a:gd name="T44" fmla="*/ 190 w 312"/>
                <a:gd name="T45" fmla="*/ 124 h 878"/>
                <a:gd name="T46" fmla="*/ 202 w 312"/>
                <a:gd name="T47" fmla="*/ 182 h 878"/>
                <a:gd name="T48" fmla="*/ 214 w 312"/>
                <a:gd name="T49" fmla="*/ 238 h 878"/>
                <a:gd name="T50" fmla="*/ 228 w 312"/>
                <a:gd name="T51" fmla="*/ 296 h 878"/>
                <a:gd name="T52" fmla="*/ 240 w 312"/>
                <a:gd name="T53" fmla="*/ 354 h 878"/>
                <a:gd name="T54" fmla="*/ 240 w 312"/>
                <a:gd name="T55" fmla="*/ 354 h 878"/>
                <a:gd name="T56" fmla="*/ 254 w 312"/>
                <a:gd name="T57" fmla="*/ 436 h 878"/>
                <a:gd name="T58" fmla="*/ 266 w 312"/>
                <a:gd name="T59" fmla="*/ 518 h 878"/>
                <a:gd name="T60" fmla="*/ 266 w 312"/>
                <a:gd name="T61" fmla="*/ 518 h 878"/>
                <a:gd name="T62" fmla="*/ 290 w 312"/>
                <a:gd name="T63" fmla="*/ 686 h 878"/>
                <a:gd name="T64" fmla="*/ 304 w 312"/>
                <a:gd name="T65" fmla="*/ 780 h 878"/>
                <a:gd name="T66" fmla="*/ 312 w 312"/>
                <a:gd name="T67" fmla="*/ 856 h 878"/>
                <a:gd name="T68" fmla="*/ 204 w 312"/>
                <a:gd name="T69" fmla="*/ 878 h 878"/>
                <a:gd name="T70" fmla="*/ 204 w 312"/>
                <a:gd name="T71" fmla="*/ 878 h 878"/>
                <a:gd name="T72" fmla="*/ 188 w 312"/>
                <a:gd name="T73" fmla="*/ 836 h 878"/>
                <a:gd name="T74" fmla="*/ 172 w 312"/>
                <a:gd name="T75" fmla="*/ 796 h 878"/>
                <a:gd name="T76" fmla="*/ 150 w 312"/>
                <a:gd name="T77" fmla="*/ 722 h 878"/>
                <a:gd name="T78" fmla="*/ 132 w 312"/>
                <a:gd name="T79" fmla="*/ 658 h 878"/>
                <a:gd name="T80" fmla="*/ 118 w 312"/>
                <a:gd name="T81" fmla="*/ 608 h 878"/>
                <a:gd name="T82" fmla="*/ 118 w 312"/>
                <a:gd name="T83" fmla="*/ 608 h 878"/>
                <a:gd name="T84" fmla="*/ 92 w 312"/>
                <a:gd name="T85" fmla="*/ 522 h 878"/>
                <a:gd name="T86" fmla="*/ 66 w 312"/>
                <a:gd name="T87" fmla="*/ 432 h 878"/>
                <a:gd name="T88" fmla="*/ 44 w 312"/>
                <a:gd name="T89" fmla="*/ 340 h 878"/>
                <a:gd name="T90" fmla="*/ 26 w 312"/>
                <a:gd name="T91" fmla="*/ 250 h 878"/>
                <a:gd name="T92" fmla="*/ 26 w 312"/>
                <a:gd name="T93" fmla="*/ 250 h 878"/>
                <a:gd name="T94" fmla="*/ 6 w 312"/>
                <a:gd name="T95" fmla="*/ 150 h 878"/>
                <a:gd name="T96" fmla="*/ 6 w 312"/>
                <a:gd name="T97" fmla="*/ 150 h 878"/>
                <a:gd name="T98" fmla="*/ 2 w 312"/>
                <a:gd name="T99" fmla="*/ 128 h 878"/>
                <a:gd name="T100" fmla="*/ 0 w 312"/>
                <a:gd name="T101" fmla="*/ 104 h 878"/>
                <a:gd name="T102" fmla="*/ 0 w 312"/>
                <a:gd name="T103" fmla="*/ 80 h 878"/>
                <a:gd name="T104" fmla="*/ 4 w 312"/>
                <a:gd name="T105" fmla="*/ 56 h 878"/>
                <a:gd name="T106" fmla="*/ 4 w 312"/>
                <a:gd name="T107" fmla="*/ 56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2" h="878">
                  <a:moveTo>
                    <a:pt x="4" y="56"/>
                  </a:moveTo>
                  <a:lnTo>
                    <a:pt x="4" y="56"/>
                  </a:lnTo>
                  <a:lnTo>
                    <a:pt x="10" y="42"/>
                  </a:lnTo>
                  <a:lnTo>
                    <a:pt x="20" y="30"/>
                  </a:lnTo>
                  <a:lnTo>
                    <a:pt x="32" y="18"/>
                  </a:lnTo>
                  <a:lnTo>
                    <a:pt x="48" y="8"/>
                  </a:lnTo>
                  <a:lnTo>
                    <a:pt x="48" y="8"/>
                  </a:lnTo>
                  <a:lnTo>
                    <a:pt x="60" y="4"/>
                  </a:lnTo>
                  <a:lnTo>
                    <a:pt x="72" y="0"/>
                  </a:lnTo>
                  <a:lnTo>
                    <a:pt x="86" y="0"/>
                  </a:lnTo>
                  <a:lnTo>
                    <a:pt x="98" y="0"/>
                  </a:lnTo>
                  <a:lnTo>
                    <a:pt x="98" y="0"/>
                  </a:lnTo>
                  <a:lnTo>
                    <a:pt x="110" y="0"/>
                  </a:lnTo>
                  <a:lnTo>
                    <a:pt x="120" y="4"/>
                  </a:lnTo>
                  <a:lnTo>
                    <a:pt x="130" y="8"/>
                  </a:lnTo>
                  <a:lnTo>
                    <a:pt x="140" y="14"/>
                  </a:lnTo>
                  <a:lnTo>
                    <a:pt x="146" y="20"/>
                  </a:lnTo>
                  <a:lnTo>
                    <a:pt x="154" y="26"/>
                  </a:lnTo>
                  <a:lnTo>
                    <a:pt x="166" y="44"/>
                  </a:lnTo>
                  <a:lnTo>
                    <a:pt x="174" y="62"/>
                  </a:lnTo>
                  <a:lnTo>
                    <a:pt x="182" y="82"/>
                  </a:lnTo>
                  <a:lnTo>
                    <a:pt x="190" y="124"/>
                  </a:lnTo>
                  <a:lnTo>
                    <a:pt x="190" y="124"/>
                  </a:lnTo>
                  <a:lnTo>
                    <a:pt x="202" y="182"/>
                  </a:lnTo>
                  <a:lnTo>
                    <a:pt x="214" y="238"/>
                  </a:lnTo>
                  <a:lnTo>
                    <a:pt x="228" y="296"/>
                  </a:lnTo>
                  <a:lnTo>
                    <a:pt x="240" y="354"/>
                  </a:lnTo>
                  <a:lnTo>
                    <a:pt x="240" y="354"/>
                  </a:lnTo>
                  <a:lnTo>
                    <a:pt x="254" y="436"/>
                  </a:lnTo>
                  <a:lnTo>
                    <a:pt x="266" y="518"/>
                  </a:lnTo>
                  <a:lnTo>
                    <a:pt x="266" y="518"/>
                  </a:lnTo>
                  <a:lnTo>
                    <a:pt x="290" y="686"/>
                  </a:lnTo>
                  <a:lnTo>
                    <a:pt x="304" y="780"/>
                  </a:lnTo>
                  <a:lnTo>
                    <a:pt x="312" y="856"/>
                  </a:lnTo>
                  <a:lnTo>
                    <a:pt x="204" y="878"/>
                  </a:lnTo>
                  <a:lnTo>
                    <a:pt x="204" y="878"/>
                  </a:lnTo>
                  <a:lnTo>
                    <a:pt x="188" y="836"/>
                  </a:lnTo>
                  <a:lnTo>
                    <a:pt x="172" y="796"/>
                  </a:lnTo>
                  <a:lnTo>
                    <a:pt x="150" y="722"/>
                  </a:lnTo>
                  <a:lnTo>
                    <a:pt x="132" y="658"/>
                  </a:lnTo>
                  <a:lnTo>
                    <a:pt x="118" y="608"/>
                  </a:lnTo>
                  <a:lnTo>
                    <a:pt x="118" y="608"/>
                  </a:lnTo>
                  <a:lnTo>
                    <a:pt x="92" y="522"/>
                  </a:lnTo>
                  <a:lnTo>
                    <a:pt x="66" y="432"/>
                  </a:lnTo>
                  <a:lnTo>
                    <a:pt x="44" y="340"/>
                  </a:lnTo>
                  <a:lnTo>
                    <a:pt x="26" y="250"/>
                  </a:lnTo>
                  <a:lnTo>
                    <a:pt x="26" y="250"/>
                  </a:lnTo>
                  <a:lnTo>
                    <a:pt x="6" y="150"/>
                  </a:lnTo>
                  <a:lnTo>
                    <a:pt x="6" y="150"/>
                  </a:lnTo>
                  <a:lnTo>
                    <a:pt x="2" y="128"/>
                  </a:lnTo>
                  <a:lnTo>
                    <a:pt x="0" y="104"/>
                  </a:lnTo>
                  <a:lnTo>
                    <a:pt x="0" y="80"/>
                  </a:lnTo>
                  <a:lnTo>
                    <a:pt x="4" y="56"/>
                  </a:lnTo>
                  <a:lnTo>
                    <a:pt x="4" y="56"/>
                  </a:lnTo>
                  <a:close/>
                </a:path>
              </a:pathLst>
            </a:custGeom>
            <a:solidFill>
              <a:srgbClr val="071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8" name="Freeform 181"/>
            <p:cNvSpPr>
              <a:spLocks/>
            </p:cNvSpPr>
            <p:nvPr/>
          </p:nvSpPr>
          <p:spPr bwMode="auto">
            <a:xfrm>
              <a:off x="3596821" y="5189311"/>
              <a:ext cx="155575" cy="333375"/>
            </a:xfrm>
            <a:custGeom>
              <a:avLst/>
              <a:gdLst>
                <a:gd name="T0" fmla="*/ 24 w 98"/>
                <a:gd name="T1" fmla="*/ 0 h 210"/>
                <a:gd name="T2" fmla="*/ 98 w 98"/>
                <a:gd name="T3" fmla="*/ 12 h 210"/>
                <a:gd name="T4" fmla="*/ 82 w 98"/>
                <a:gd name="T5" fmla="*/ 122 h 210"/>
                <a:gd name="T6" fmla="*/ 82 w 98"/>
                <a:gd name="T7" fmla="*/ 122 h 210"/>
                <a:gd name="T8" fmla="*/ 80 w 98"/>
                <a:gd name="T9" fmla="*/ 136 h 210"/>
                <a:gd name="T10" fmla="*/ 76 w 98"/>
                <a:gd name="T11" fmla="*/ 150 h 210"/>
                <a:gd name="T12" fmla="*/ 70 w 98"/>
                <a:gd name="T13" fmla="*/ 166 h 210"/>
                <a:gd name="T14" fmla="*/ 62 w 98"/>
                <a:gd name="T15" fmla="*/ 182 h 210"/>
                <a:gd name="T16" fmla="*/ 52 w 98"/>
                <a:gd name="T17" fmla="*/ 196 h 210"/>
                <a:gd name="T18" fmla="*/ 46 w 98"/>
                <a:gd name="T19" fmla="*/ 202 h 210"/>
                <a:gd name="T20" fmla="*/ 40 w 98"/>
                <a:gd name="T21" fmla="*/ 206 h 210"/>
                <a:gd name="T22" fmla="*/ 32 w 98"/>
                <a:gd name="T23" fmla="*/ 210 h 210"/>
                <a:gd name="T24" fmla="*/ 24 w 98"/>
                <a:gd name="T25" fmla="*/ 210 h 210"/>
                <a:gd name="T26" fmla="*/ 24 w 98"/>
                <a:gd name="T27" fmla="*/ 210 h 210"/>
                <a:gd name="T28" fmla="*/ 18 w 98"/>
                <a:gd name="T29" fmla="*/ 206 h 210"/>
                <a:gd name="T30" fmla="*/ 14 w 98"/>
                <a:gd name="T31" fmla="*/ 200 h 210"/>
                <a:gd name="T32" fmla="*/ 8 w 98"/>
                <a:gd name="T33" fmla="*/ 192 h 210"/>
                <a:gd name="T34" fmla="*/ 4 w 98"/>
                <a:gd name="T35" fmla="*/ 178 h 210"/>
                <a:gd name="T36" fmla="*/ 0 w 98"/>
                <a:gd name="T37" fmla="*/ 162 h 210"/>
                <a:gd name="T38" fmla="*/ 0 w 98"/>
                <a:gd name="T39" fmla="*/ 140 h 210"/>
                <a:gd name="T40" fmla="*/ 4 w 98"/>
                <a:gd name="T41" fmla="*/ 114 h 210"/>
                <a:gd name="T42" fmla="*/ 24 w 98"/>
                <a:gd name="T4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210">
                  <a:moveTo>
                    <a:pt x="24" y="0"/>
                  </a:moveTo>
                  <a:lnTo>
                    <a:pt x="98" y="12"/>
                  </a:lnTo>
                  <a:lnTo>
                    <a:pt x="82" y="122"/>
                  </a:lnTo>
                  <a:lnTo>
                    <a:pt x="82" y="122"/>
                  </a:lnTo>
                  <a:lnTo>
                    <a:pt x="80" y="136"/>
                  </a:lnTo>
                  <a:lnTo>
                    <a:pt x="76" y="150"/>
                  </a:lnTo>
                  <a:lnTo>
                    <a:pt x="70" y="166"/>
                  </a:lnTo>
                  <a:lnTo>
                    <a:pt x="62" y="182"/>
                  </a:lnTo>
                  <a:lnTo>
                    <a:pt x="52" y="196"/>
                  </a:lnTo>
                  <a:lnTo>
                    <a:pt x="46" y="202"/>
                  </a:lnTo>
                  <a:lnTo>
                    <a:pt x="40" y="206"/>
                  </a:lnTo>
                  <a:lnTo>
                    <a:pt x="32" y="210"/>
                  </a:lnTo>
                  <a:lnTo>
                    <a:pt x="24" y="210"/>
                  </a:lnTo>
                  <a:lnTo>
                    <a:pt x="24" y="210"/>
                  </a:lnTo>
                  <a:lnTo>
                    <a:pt x="18" y="206"/>
                  </a:lnTo>
                  <a:lnTo>
                    <a:pt x="14" y="200"/>
                  </a:lnTo>
                  <a:lnTo>
                    <a:pt x="8" y="192"/>
                  </a:lnTo>
                  <a:lnTo>
                    <a:pt x="4" y="178"/>
                  </a:lnTo>
                  <a:lnTo>
                    <a:pt x="0" y="162"/>
                  </a:lnTo>
                  <a:lnTo>
                    <a:pt x="0" y="140"/>
                  </a:lnTo>
                  <a:lnTo>
                    <a:pt x="4" y="114"/>
                  </a:lnTo>
                  <a:lnTo>
                    <a:pt x="24"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59" name="Freeform 182"/>
            <p:cNvSpPr>
              <a:spLocks/>
            </p:cNvSpPr>
            <p:nvPr/>
          </p:nvSpPr>
          <p:spPr bwMode="auto">
            <a:xfrm>
              <a:off x="3574596" y="5373461"/>
              <a:ext cx="152400" cy="231775"/>
            </a:xfrm>
            <a:custGeom>
              <a:avLst/>
              <a:gdLst>
                <a:gd name="T0" fmla="*/ 18 w 96"/>
                <a:gd name="T1" fmla="*/ 0 h 146"/>
                <a:gd name="T2" fmla="*/ 18 w 96"/>
                <a:gd name="T3" fmla="*/ 0 h 146"/>
                <a:gd name="T4" fmla="*/ 24 w 96"/>
                <a:gd name="T5" fmla="*/ 2 h 146"/>
                <a:gd name="T6" fmla="*/ 42 w 96"/>
                <a:gd name="T7" fmla="*/ 6 h 146"/>
                <a:gd name="T8" fmla="*/ 66 w 96"/>
                <a:gd name="T9" fmla="*/ 12 h 146"/>
                <a:gd name="T10" fmla="*/ 80 w 96"/>
                <a:gd name="T11" fmla="*/ 12 h 146"/>
                <a:gd name="T12" fmla="*/ 96 w 96"/>
                <a:gd name="T13" fmla="*/ 12 h 146"/>
                <a:gd name="T14" fmla="*/ 96 w 96"/>
                <a:gd name="T15" fmla="*/ 12 h 146"/>
                <a:gd name="T16" fmla="*/ 96 w 96"/>
                <a:gd name="T17" fmla="*/ 34 h 146"/>
                <a:gd name="T18" fmla="*/ 94 w 96"/>
                <a:gd name="T19" fmla="*/ 58 h 146"/>
                <a:gd name="T20" fmla="*/ 90 w 96"/>
                <a:gd name="T21" fmla="*/ 82 h 146"/>
                <a:gd name="T22" fmla="*/ 82 w 96"/>
                <a:gd name="T23" fmla="*/ 108 h 146"/>
                <a:gd name="T24" fmla="*/ 78 w 96"/>
                <a:gd name="T25" fmla="*/ 120 h 146"/>
                <a:gd name="T26" fmla="*/ 72 w 96"/>
                <a:gd name="T27" fmla="*/ 128 h 146"/>
                <a:gd name="T28" fmla="*/ 64 w 96"/>
                <a:gd name="T29" fmla="*/ 136 h 146"/>
                <a:gd name="T30" fmla="*/ 54 w 96"/>
                <a:gd name="T31" fmla="*/ 142 h 146"/>
                <a:gd name="T32" fmla="*/ 44 w 96"/>
                <a:gd name="T33" fmla="*/ 146 h 146"/>
                <a:gd name="T34" fmla="*/ 32 w 96"/>
                <a:gd name="T35" fmla="*/ 144 h 146"/>
                <a:gd name="T36" fmla="*/ 32 w 96"/>
                <a:gd name="T37" fmla="*/ 144 h 146"/>
                <a:gd name="T38" fmla="*/ 28 w 96"/>
                <a:gd name="T39" fmla="*/ 144 h 146"/>
                <a:gd name="T40" fmla="*/ 22 w 96"/>
                <a:gd name="T41" fmla="*/ 140 h 146"/>
                <a:gd name="T42" fmla="*/ 14 w 96"/>
                <a:gd name="T43" fmla="*/ 134 h 146"/>
                <a:gd name="T44" fmla="*/ 8 w 96"/>
                <a:gd name="T45" fmla="*/ 120 h 146"/>
                <a:gd name="T46" fmla="*/ 4 w 96"/>
                <a:gd name="T47" fmla="*/ 112 h 146"/>
                <a:gd name="T48" fmla="*/ 2 w 96"/>
                <a:gd name="T49" fmla="*/ 102 h 146"/>
                <a:gd name="T50" fmla="*/ 0 w 96"/>
                <a:gd name="T51" fmla="*/ 90 h 146"/>
                <a:gd name="T52" fmla="*/ 0 w 96"/>
                <a:gd name="T53" fmla="*/ 78 h 146"/>
                <a:gd name="T54" fmla="*/ 2 w 96"/>
                <a:gd name="T55" fmla="*/ 62 h 146"/>
                <a:gd name="T56" fmla="*/ 4 w 96"/>
                <a:gd name="T57" fmla="*/ 44 h 146"/>
                <a:gd name="T58" fmla="*/ 10 w 96"/>
                <a:gd name="T59" fmla="*/ 22 h 146"/>
                <a:gd name="T60" fmla="*/ 18 w 96"/>
                <a:gd name="T61" fmla="*/ 0 h 146"/>
                <a:gd name="T62" fmla="*/ 18 w 96"/>
                <a:gd name="T6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146">
                  <a:moveTo>
                    <a:pt x="18" y="0"/>
                  </a:moveTo>
                  <a:lnTo>
                    <a:pt x="18" y="0"/>
                  </a:lnTo>
                  <a:lnTo>
                    <a:pt x="24" y="2"/>
                  </a:lnTo>
                  <a:lnTo>
                    <a:pt x="42" y="6"/>
                  </a:lnTo>
                  <a:lnTo>
                    <a:pt x="66" y="12"/>
                  </a:lnTo>
                  <a:lnTo>
                    <a:pt x="80" y="12"/>
                  </a:lnTo>
                  <a:lnTo>
                    <a:pt x="96" y="12"/>
                  </a:lnTo>
                  <a:lnTo>
                    <a:pt x="96" y="12"/>
                  </a:lnTo>
                  <a:lnTo>
                    <a:pt x="96" y="34"/>
                  </a:lnTo>
                  <a:lnTo>
                    <a:pt x="94" y="58"/>
                  </a:lnTo>
                  <a:lnTo>
                    <a:pt x="90" y="82"/>
                  </a:lnTo>
                  <a:lnTo>
                    <a:pt x="82" y="108"/>
                  </a:lnTo>
                  <a:lnTo>
                    <a:pt x="78" y="120"/>
                  </a:lnTo>
                  <a:lnTo>
                    <a:pt x="72" y="128"/>
                  </a:lnTo>
                  <a:lnTo>
                    <a:pt x="64" y="136"/>
                  </a:lnTo>
                  <a:lnTo>
                    <a:pt x="54" y="142"/>
                  </a:lnTo>
                  <a:lnTo>
                    <a:pt x="44" y="146"/>
                  </a:lnTo>
                  <a:lnTo>
                    <a:pt x="32" y="144"/>
                  </a:lnTo>
                  <a:lnTo>
                    <a:pt x="32" y="144"/>
                  </a:lnTo>
                  <a:lnTo>
                    <a:pt x="28" y="144"/>
                  </a:lnTo>
                  <a:lnTo>
                    <a:pt x="22" y="140"/>
                  </a:lnTo>
                  <a:lnTo>
                    <a:pt x="14" y="134"/>
                  </a:lnTo>
                  <a:lnTo>
                    <a:pt x="8" y="120"/>
                  </a:lnTo>
                  <a:lnTo>
                    <a:pt x="4" y="112"/>
                  </a:lnTo>
                  <a:lnTo>
                    <a:pt x="2" y="102"/>
                  </a:lnTo>
                  <a:lnTo>
                    <a:pt x="0" y="90"/>
                  </a:lnTo>
                  <a:lnTo>
                    <a:pt x="0" y="78"/>
                  </a:lnTo>
                  <a:lnTo>
                    <a:pt x="2" y="62"/>
                  </a:lnTo>
                  <a:lnTo>
                    <a:pt x="4" y="44"/>
                  </a:lnTo>
                  <a:lnTo>
                    <a:pt x="10" y="22"/>
                  </a:lnTo>
                  <a:lnTo>
                    <a:pt x="18" y="0"/>
                  </a:lnTo>
                  <a:lnTo>
                    <a:pt x="18"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0" name="Freeform 183"/>
            <p:cNvSpPr>
              <a:spLocks/>
            </p:cNvSpPr>
            <p:nvPr/>
          </p:nvSpPr>
          <p:spPr bwMode="auto">
            <a:xfrm>
              <a:off x="3574596" y="5452836"/>
              <a:ext cx="146050" cy="152400"/>
            </a:xfrm>
            <a:custGeom>
              <a:avLst/>
              <a:gdLst>
                <a:gd name="T0" fmla="*/ 34 w 92"/>
                <a:gd name="T1" fmla="*/ 82 h 96"/>
                <a:gd name="T2" fmla="*/ 34 w 92"/>
                <a:gd name="T3" fmla="*/ 82 h 96"/>
                <a:gd name="T4" fmla="*/ 28 w 92"/>
                <a:gd name="T5" fmla="*/ 80 h 96"/>
                <a:gd name="T6" fmla="*/ 22 w 92"/>
                <a:gd name="T7" fmla="*/ 76 h 96"/>
                <a:gd name="T8" fmla="*/ 16 w 92"/>
                <a:gd name="T9" fmla="*/ 68 h 96"/>
                <a:gd name="T10" fmla="*/ 8 w 92"/>
                <a:gd name="T11" fmla="*/ 58 h 96"/>
                <a:gd name="T12" fmla="*/ 4 w 92"/>
                <a:gd name="T13" fmla="*/ 44 h 96"/>
                <a:gd name="T14" fmla="*/ 2 w 92"/>
                <a:gd name="T15" fmla="*/ 24 h 96"/>
                <a:gd name="T16" fmla="*/ 4 w 92"/>
                <a:gd name="T17" fmla="*/ 0 h 96"/>
                <a:gd name="T18" fmla="*/ 4 w 92"/>
                <a:gd name="T19" fmla="*/ 0 h 96"/>
                <a:gd name="T20" fmla="*/ 0 w 92"/>
                <a:gd name="T21" fmla="*/ 28 h 96"/>
                <a:gd name="T22" fmla="*/ 2 w 92"/>
                <a:gd name="T23" fmla="*/ 50 h 96"/>
                <a:gd name="T24" fmla="*/ 6 w 92"/>
                <a:gd name="T25" fmla="*/ 68 h 96"/>
                <a:gd name="T26" fmla="*/ 12 w 92"/>
                <a:gd name="T27" fmla="*/ 80 h 96"/>
                <a:gd name="T28" fmla="*/ 18 w 92"/>
                <a:gd name="T29" fmla="*/ 88 h 96"/>
                <a:gd name="T30" fmla="*/ 24 w 92"/>
                <a:gd name="T31" fmla="*/ 94 h 96"/>
                <a:gd name="T32" fmla="*/ 30 w 92"/>
                <a:gd name="T33" fmla="*/ 96 h 96"/>
                <a:gd name="T34" fmla="*/ 30 w 92"/>
                <a:gd name="T35" fmla="*/ 96 h 96"/>
                <a:gd name="T36" fmla="*/ 38 w 92"/>
                <a:gd name="T37" fmla="*/ 96 h 96"/>
                <a:gd name="T38" fmla="*/ 46 w 92"/>
                <a:gd name="T39" fmla="*/ 96 h 96"/>
                <a:gd name="T40" fmla="*/ 58 w 92"/>
                <a:gd name="T41" fmla="*/ 92 h 96"/>
                <a:gd name="T42" fmla="*/ 68 w 92"/>
                <a:gd name="T43" fmla="*/ 84 h 96"/>
                <a:gd name="T44" fmla="*/ 76 w 92"/>
                <a:gd name="T45" fmla="*/ 74 h 96"/>
                <a:gd name="T46" fmla="*/ 82 w 92"/>
                <a:gd name="T47" fmla="*/ 60 h 96"/>
                <a:gd name="T48" fmla="*/ 86 w 92"/>
                <a:gd name="T49" fmla="*/ 46 h 96"/>
                <a:gd name="T50" fmla="*/ 90 w 92"/>
                <a:gd name="T51" fmla="*/ 30 h 96"/>
                <a:gd name="T52" fmla="*/ 92 w 92"/>
                <a:gd name="T53" fmla="*/ 16 h 96"/>
                <a:gd name="T54" fmla="*/ 92 w 92"/>
                <a:gd name="T55" fmla="*/ 16 h 96"/>
                <a:gd name="T56" fmla="*/ 86 w 92"/>
                <a:gd name="T57" fmla="*/ 42 h 96"/>
                <a:gd name="T58" fmla="*/ 80 w 92"/>
                <a:gd name="T59" fmla="*/ 54 h 96"/>
                <a:gd name="T60" fmla="*/ 74 w 92"/>
                <a:gd name="T61" fmla="*/ 64 h 96"/>
                <a:gd name="T62" fmla="*/ 66 w 92"/>
                <a:gd name="T63" fmla="*/ 74 h 96"/>
                <a:gd name="T64" fmla="*/ 58 w 92"/>
                <a:gd name="T65" fmla="*/ 80 h 96"/>
                <a:gd name="T66" fmla="*/ 46 w 92"/>
                <a:gd name="T67" fmla="*/ 82 h 96"/>
                <a:gd name="T68" fmla="*/ 34 w 92"/>
                <a:gd name="T69" fmla="*/ 82 h 96"/>
                <a:gd name="T70" fmla="*/ 34 w 92"/>
                <a:gd name="T71"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2" h="96">
                  <a:moveTo>
                    <a:pt x="34" y="82"/>
                  </a:moveTo>
                  <a:lnTo>
                    <a:pt x="34" y="82"/>
                  </a:lnTo>
                  <a:lnTo>
                    <a:pt x="28" y="80"/>
                  </a:lnTo>
                  <a:lnTo>
                    <a:pt x="22" y="76"/>
                  </a:lnTo>
                  <a:lnTo>
                    <a:pt x="16" y="68"/>
                  </a:lnTo>
                  <a:lnTo>
                    <a:pt x="8" y="58"/>
                  </a:lnTo>
                  <a:lnTo>
                    <a:pt x="4" y="44"/>
                  </a:lnTo>
                  <a:lnTo>
                    <a:pt x="2" y="24"/>
                  </a:lnTo>
                  <a:lnTo>
                    <a:pt x="4" y="0"/>
                  </a:lnTo>
                  <a:lnTo>
                    <a:pt x="4" y="0"/>
                  </a:lnTo>
                  <a:lnTo>
                    <a:pt x="0" y="28"/>
                  </a:lnTo>
                  <a:lnTo>
                    <a:pt x="2" y="50"/>
                  </a:lnTo>
                  <a:lnTo>
                    <a:pt x="6" y="68"/>
                  </a:lnTo>
                  <a:lnTo>
                    <a:pt x="12" y="80"/>
                  </a:lnTo>
                  <a:lnTo>
                    <a:pt x="18" y="88"/>
                  </a:lnTo>
                  <a:lnTo>
                    <a:pt x="24" y="94"/>
                  </a:lnTo>
                  <a:lnTo>
                    <a:pt x="30" y="96"/>
                  </a:lnTo>
                  <a:lnTo>
                    <a:pt x="30" y="96"/>
                  </a:lnTo>
                  <a:lnTo>
                    <a:pt x="38" y="96"/>
                  </a:lnTo>
                  <a:lnTo>
                    <a:pt x="46" y="96"/>
                  </a:lnTo>
                  <a:lnTo>
                    <a:pt x="58" y="92"/>
                  </a:lnTo>
                  <a:lnTo>
                    <a:pt x="68" y="84"/>
                  </a:lnTo>
                  <a:lnTo>
                    <a:pt x="76" y="74"/>
                  </a:lnTo>
                  <a:lnTo>
                    <a:pt x="82" y="60"/>
                  </a:lnTo>
                  <a:lnTo>
                    <a:pt x="86" y="46"/>
                  </a:lnTo>
                  <a:lnTo>
                    <a:pt x="90" y="30"/>
                  </a:lnTo>
                  <a:lnTo>
                    <a:pt x="92" y="16"/>
                  </a:lnTo>
                  <a:lnTo>
                    <a:pt x="92" y="16"/>
                  </a:lnTo>
                  <a:lnTo>
                    <a:pt x="86" y="42"/>
                  </a:lnTo>
                  <a:lnTo>
                    <a:pt x="80" y="54"/>
                  </a:lnTo>
                  <a:lnTo>
                    <a:pt x="74" y="64"/>
                  </a:lnTo>
                  <a:lnTo>
                    <a:pt x="66" y="74"/>
                  </a:lnTo>
                  <a:lnTo>
                    <a:pt x="58" y="80"/>
                  </a:lnTo>
                  <a:lnTo>
                    <a:pt x="46" y="82"/>
                  </a:lnTo>
                  <a:lnTo>
                    <a:pt x="34" y="82"/>
                  </a:lnTo>
                  <a:lnTo>
                    <a:pt x="34" y="8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1" name="Freeform 184"/>
            <p:cNvSpPr>
              <a:spLocks/>
            </p:cNvSpPr>
            <p:nvPr/>
          </p:nvSpPr>
          <p:spPr bwMode="auto">
            <a:xfrm>
              <a:off x="3628571" y="5414736"/>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0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0"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2" name="Freeform 185"/>
            <p:cNvSpPr>
              <a:spLocks/>
            </p:cNvSpPr>
            <p:nvPr/>
          </p:nvSpPr>
          <p:spPr bwMode="auto">
            <a:xfrm>
              <a:off x="3673021" y="5421086"/>
              <a:ext cx="12700" cy="12700"/>
            </a:xfrm>
            <a:custGeom>
              <a:avLst/>
              <a:gdLst>
                <a:gd name="T0" fmla="*/ 8 w 8"/>
                <a:gd name="T1" fmla="*/ 4 h 8"/>
                <a:gd name="T2" fmla="*/ 8 w 8"/>
                <a:gd name="T3" fmla="*/ 4 h 8"/>
                <a:gd name="T4" fmla="*/ 6 w 8"/>
                <a:gd name="T5" fmla="*/ 8 h 8"/>
                <a:gd name="T6" fmla="*/ 4 w 8"/>
                <a:gd name="T7" fmla="*/ 8 h 8"/>
                <a:gd name="T8" fmla="*/ 4 w 8"/>
                <a:gd name="T9" fmla="*/ 8 h 8"/>
                <a:gd name="T10" fmla="*/ 0 w 8"/>
                <a:gd name="T11" fmla="*/ 6 h 8"/>
                <a:gd name="T12" fmla="*/ 0 w 8"/>
                <a:gd name="T13" fmla="*/ 4 h 8"/>
                <a:gd name="T14" fmla="*/ 0 w 8"/>
                <a:gd name="T15" fmla="*/ 4 h 8"/>
                <a:gd name="T16" fmla="*/ 2 w 8"/>
                <a:gd name="T17" fmla="*/ 0 h 8"/>
                <a:gd name="T18" fmla="*/ 4 w 8"/>
                <a:gd name="T19" fmla="*/ 0 h 8"/>
                <a:gd name="T20" fmla="*/ 4 w 8"/>
                <a:gd name="T21" fmla="*/ 0 h 8"/>
                <a:gd name="T22" fmla="*/ 8 w 8"/>
                <a:gd name="T23" fmla="*/ 2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4" y="8"/>
                  </a:lnTo>
                  <a:lnTo>
                    <a:pt x="4" y="8"/>
                  </a:lnTo>
                  <a:lnTo>
                    <a:pt x="0" y="6"/>
                  </a:lnTo>
                  <a:lnTo>
                    <a:pt x="0" y="4"/>
                  </a:lnTo>
                  <a:lnTo>
                    <a:pt x="0" y="4"/>
                  </a:lnTo>
                  <a:lnTo>
                    <a:pt x="2" y="0"/>
                  </a:lnTo>
                  <a:lnTo>
                    <a:pt x="4" y="0"/>
                  </a:lnTo>
                  <a:lnTo>
                    <a:pt x="4" y="0"/>
                  </a:lnTo>
                  <a:lnTo>
                    <a:pt x="8" y="2"/>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3" name="Freeform 186"/>
            <p:cNvSpPr>
              <a:spLocks/>
            </p:cNvSpPr>
            <p:nvPr/>
          </p:nvSpPr>
          <p:spPr bwMode="auto">
            <a:xfrm>
              <a:off x="3625396" y="5443311"/>
              <a:ext cx="12700" cy="12700"/>
            </a:xfrm>
            <a:custGeom>
              <a:avLst/>
              <a:gdLst>
                <a:gd name="T0" fmla="*/ 8 w 8"/>
                <a:gd name="T1" fmla="*/ 4 h 8"/>
                <a:gd name="T2" fmla="*/ 8 w 8"/>
                <a:gd name="T3" fmla="*/ 4 h 8"/>
                <a:gd name="T4" fmla="*/ 6 w 8"/>
                <a:gd name="T5" fmla="*/ 8 h 8"/>
                <a:gd name="T6" fmla="*/ 2 w 8"/>
                <a:gd name="T7" fmla="*/ 8 h 8"/>
                <a:gd name="T8" fmla="*/ 2 w 8"/>
                <a:gd name="T9" fmla="*/ 8 h 8"/>
                <a:gd name="T10" fmla="*/ 0 w 8"/>
                <a:gd name="T11" fmla="*/ 6 h 8"/>
                <a:gd name="T12" fmla="*/ 0 w 8"/>
                <a:gd name="T13" fmla="*/ 2 h 8"/>
                <a:gd name="T14" fmla="*/ 0 w 8"/>
                <a:gd name="T15" fmla="*/ 2 h 8"/>
                <a:gd name="T16" fmla="*/ 0 w 8"/>
                <a:gd name="T17" fmla="*/ 0 h 8"/>
                <a:gd name="T18" fmla="*/ 4 w 8"/>
                <a:gd name="T19" fmla="*/ 0 h 8"/>
                <a:gd name="T20" fmla="*/ 4 w 8"/>
                <a:gd name="T21" fmla="*/ 0 h 8"/>
                <a:gd name="T22" fmla="*/ 8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2" y="8"/>
                  </a:lnTo>
                  <a:lnTo>
                    <a:pt x="2" y="8"/>
                  </a:lnTo>
                  <a:lnTo>
                    <a:pt x="0" y="6"/>
                  </a:lnTo>
                  <a:lnTo>
                    <a:pt x="0" y="2"/>
                  </a:lnTo>
                  <a:lnTo>
                    <a:pt x="0" y="2"/>
                  </a:lnTo>
                  <a:lnTo>
                    <a:pt x="0" y="0"/>
                  </a:lnTo>
                  <a:lnTo>
                    <a:pt x="4" y="0"/>
                  </a:lnTo>
                  <a:lnTo>
                    <a:pt x="4" y="0"/>
                  </a:lnTo>
                  <a:lnTo>
                    <a:pt x="8"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4" name="Freeform 187"/>
            <p:cNvSpPr>
              <a:spLocks/>
            </p:cNvSpPr>
            <p:nvPr/>
          </p:nvSpPr>
          <p:spPr bwMode="auto">
            <a:xfrm>
              <a:off x="3666671" y="5449661"/>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2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2"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5" name="Freeform 188"/>
            <p:cNvSpPr>
              <a:spLocks/>
            </p:cNvSpPr>
            <p:nvPr/>
          </p:nvSpPr>
          <p:spPr bwMode="auto">
            <a:xfrm>
              <a:off x="3619046" y="5465536"/>
              <a:ext cx="15875" cy="15875"/>
            </a:xfrm>
            <a:custGeom>
              <a:avLst/>
              <a:gdLst>
                <a:gd name="T0" fmla="*/ 10 w 10"/>
                <a:gd name="T1" fmla="*/ 6 h 10"/>
                <a:gd name="T2" fmla="*/ 10 w 10"/>
                <a:gd name="T3" fmla="*/ 6 h 10"/>
                <a:gd name="T4" fmla="*/ 8 w 10"/>
                <a:gd name="T5" fmla="*/ 8 h 10"/>
                <a:gd name="T6" fmla="*/ 4 w 10"/>
                <a:gd name="T7" fmla="*/ 10 h 10"/>
                <a:gd name="T8" fmla="*/ 4 w 10"/>
                <a:gd name="T9" fmla="*/ 10 h 10"/>
                <a:gd name="T10" fmla="*/ 2 w 10"/>
                <a:gd name="T11" fmla="*/ 8 h 10"/>
                <a:gd name="T12" fmla="*/ 0 w 10"/>
                <a:gd name="T13" fmla="*/ 4 h 10"/>
                <a:gd name="T14" fmla="*/ 0 w 10"/>
                <a:gd name="T15" fmla="*/ 4 h 10"/>
                <a:gd name="T16" fmla="*/ 2 w 10"/>
                <a:gd name="T17" fmla="*/ 2 h 10"/>
                <a:gd name="T18" fmla="*/ 6 w 10"/>
                <a:gd name="T19" fmla="*/ 0 h 10"/>
                <a:gd name="T20" fmla="*/ 6 w 10"/>
                <a:gd name="T21" fmla="*/ 0 h 10"/>
                <a:gd name="T22" fmla="*/ 8 w 10"/>
                <a:gd name="T23" fmla="*/ 2 h 10"/>
                <a:gd name="T24" fmla="*/ 10 w 10"/>
                <a:gd name="T25" fmla="*/ 6 h 10"/>
                <a:gd name="T26" fmla="*/ 10 w 10"/>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6"/>
                  </a:moveTo>
                  <a:lnTo>
                    <a:pt x="10" y="6"/>
                  </a:lnTo>
                  <a:lnTo>
                    <a:pt x="8" y="8"/>
                  </a:lnTo>
                  <a:lnTo>
                    <a:pt x="4" y="10"/>
                  </a:lnTo>
                  <a:lnTo>
                    <a:pt x="4" y="10"/>
                  </a:lnTo>
                  <a:lnTo>
                    <a:pt x="2" y="8"/>
                  </a:lnTo>
                  <a:lnTo>
                    <a:pt x="0" y="4"/>
                  </a:lnTo>
                  <a:lnTo>
                    <a:pt x="0" y="4"/>
                  </a:lnTo>
                  <a:lnTo>
                    <a:pt x="2" y="2"/>
                  </a:lnTo>
                  <a:lnTo>
                    <a:pt x="6" y="0"/>
                  </a:lnTo>
                  <a:lnTo>
                    <a:pt x="6" y="0"/>
                  </a:lnTo>
                  <a:lnTo>
                    <a:pt x="8" y="2"/>
                  </a:lnTo>
                  <a:lnTo>
                    <a:pt x="10" y="6"/>
                  </a:lnTo>
                  <a:lnTo>
                    <a:pt x="1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6" name="Freeform 189"/>
            <p:cNvSpPr>
              <a:spLocks/>
            </p:cNvSpPr>
            <p:nvPr/>
          </p:nvSpPr>
          <p:spPr bwMode="auto">
            <a:xfrm>
              <a:off x="3663496" y="5475061"/>
              <a:ext cx="15875" cy="12700"/>
            </a:xfrm>
            <a:custGeom>
              <a:avLst/>
              <a:gdLst>
                <a:gd name="T0" fmla="*/ 10 w 10"/>
                <a:gd name="T1" fmla="*/ 4 h 8"/>
                <a:gd name="T2" fmla="*/ 10 w 10"/>
                <a:gd name="T3" fmla="*/ 4 h 8"/>
                <a:gd name="T4" fmla="*/ 8 w 10"/>
                <a:gd name="T5" fmla="*/ 8 h 8"/>
                <a:gd name="T6" fmla="*/ 4 w 10"/>
                <a:gd name="T7" fmla="*/ 8 h 8"/>
                <a:gd name="T8" fmla="*/ 4 w 10"/>
                <a:gd name="T9" fmla="*/ 8 h 8"/>
                <a:gd name="T10" fmla="*/ 0 w 10"/>
                <a:gd name="T11" fmla="*/ 6 h 8"/>
                <a:gd name="T12" fmla="*/ 0 w 10"/>
                <a:gd name="T13" fmla="*/ 2 h 8"/>
                <a:gd name="T14" fmla="*/ 0 w 10"/>
                <a:gd name="T15" fmla="*/ 2 h 8"/>
                <a:gd name="T16" fmla="*/ 2 w 10"/>
                <a:gd name="T17" fmla="*/ 0 h 8"/>
                <a:gd name="T18" fmla="*/ 6 w 10"/>
                <a:gd name="T19" fmla="*/ 0 h 8"/>
                <a:gd name="T20" fmla="*/ 6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0" y="6"/>
                  </a:lnTo>
                  <a:lnTo>
                    <a:pt x="0" y="2"/>
                  </a:lnTo>
                  <a:lnTo>
                    <a:pt x="0" y="2"/>
                  </a:lnTo>
                  <a:lnTo>
                    <a:pt x="2" y="0"/>
                  </a:lnTo>
                  <a:lnTo>
                    <a:pt x="6" y="0"/>
                  </a:lnTo>
                  <a:lnTo>
                    <a:pt x="6"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7" name="Freeform 190"/>
            <p:cNvSpPr>
              <a:spLocks/>
            </p:cNvSpPr>
            <p:nvPr/>
          </p:nvSpPr>
          <p:spPr bwMode="auto">
            <a:xfrm>
              <a:off x="3615871" y="5490936"/>
              <a:ext cx="15875" cy="15875"/>
            </a:xfrm>
            <a:custGeom>
              <a:avLst/>
              <a:gdLst>
                <a:gd name="T0" fmla="*/ 10 w 10"/>
                <a:gd name="T1" fmla="*/ 6 h 10"/>
                <a:gd name="T2" fmla="*/ 10 w 10"/>
                <a:gd name="T3" fmla="*/ 6 h 10"/>
                <a:gd name="T4" fmla="*/ 8 w 10"/>
                <a:gd name="T5" fmla="*/ 8 h 10"/>
                <a:gd name="T6" fmla="*/ 4 w 10"/>
                <a:gd name="T7" fmla="*/ 10 h 10"/>
                <a:gd name="T8" fmla="*/ 4 w 10"/>
                <a:gd name="T9" fmla="*/ 10 h 10"/>
                <a:gd name="T10" fmla="*/ 0 w 10"/>
                <a:gd name="T11" fmla="*/ 8 h 10"/>
                <a:gd name="T12" fmla="*/ 0 w 10"/>
                <a:gd name="T13" fmla="*/ 4 h 10"/>
                <a:gd name="T14" fmla="*/ 0 w 10"/>
                <a:gd name="T15" fmla="*/ 4 h 10"/>
                <a:gd name="T16" fmla="*/ 2 w 10"/>
                <a:gd name="T17" fmla="*/ 2 h 10"/>
                <a:gd name="T18" fmla="*/ 6 w 10"/>
                <a:gd name="T19" fmla="*/ 0 h 10"/>
                <a:gd name="T20" fmla="*/ 6 w 10"/>
                <a:gd name="T21" fmla="*/ 0 h 10"/>
                <a:gd name="T22" fmla="*/ 8 w 10"/>
                <a:gd name="T23" fmla="*/ 2 h 10"/>
                <a:gd name="T24" fmla="*/ 10 w 10"/>
                <a:gd name="T25" fmla="*/ 6 h 10"/>
                <a:gd name="T26" fmla="*/ 10 w 10"/>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6"/>
                  </a:moveTo>
                  <a:lnTo>
                    <a:pt x="10" y="6"/>
                  </a:lnTo>
                  <a:lnTo>
                    <a:pt x="8" y="8"/>
                  </a:lnTo>
                  <a:lnTo>
                    <a:pt x="4" y="10"/>
                  </a:lnTo>
                  <a:lnTo>
                    <a:pt x="4" y="10"/>
                  </a:lnTo>
                  <a:lnTo>
                    <a:pt x="0" y="8"/>
                  </a:lnTo>
                  <a:lnTo>
                    <a:pt x="0" y="4"/>
                  </a:lnTo>
                  <a:lnTo>
                    <a:pt x="0" y="4"/>
                  </a:lnTo>
                  <a:lnTo>
                    <a:pt x="2" y="2"/>
                  </a:lnTo>
                  <a:lnTo>
                    <a:pt x="6" y="0"/>
                  </a:lnTo>
                  <a:lnTo>
                    <a:pt x="6" y="0"/>
                  </a:lnTo>
                  <a:lnTo>
                    <a:pt x="8" y="2"/>
                  </a:lnTo>
                  <a:lnTo>
                    <a:pt x="10" y="6"/>
                  </a:lnTo>
                  <a:lnTo>
                    <a:pt x="1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8" name="Freeform 191"/>
            <p:cNvSpPr>
              <a:spLocks/>
            </p:cNvSpPr>
            <p:nvPr/>
          </p:nvSpPr>
          <p:spPr bwMode="auto">
            <a:xfrm>
              <a:off x="3660321" y="5497286"/>
              <a:ext cx="12700" cy="15875"/>
            </a:xfrm>
            <a:custGeom>
              <a:avLst/>
              <a:gdLst>
                <a:gd name="T0" fmla="*/ 8 w 8"/>
                <a:gd name="T1" fmla="*/ 6 h 10"/>
                <a:gd name="T2" fmla="*/ 8 w 8"/>
                <a:gd name="T3" fmla="*/ 6 h 10"/>
                <a:gd name="T4" fmla="*/ 6 w 8"/>
                <a:gd name="T5" fmla="*/ 8 h 10"/>
                <a:gd name="T6" fmla="*/ 4 w 8"/>
                <a:gd name="T7" fmla="*/ 10 h 10"/>
                <a:gd name="T8" fmla="*/ 4 w 8"/>
                <a:gd name="T9" fmla="*/ 10 h 10"/>
                <a:gd name="T10" fmla="*/ 0 w 8"/>
                <a:gd name="T11" fmla="*/ 8 h 10"/>
                <a:gd name="T12" fmla="*/ 0 w 8"/>
                <a:gd name="T13" fmla="*/ 4 h 10"/>
                <a:gd name="T14" fmla="*/ 0 w 8"/>
                <a:gd name="T15" fmla="*/ 4 h 10"/>
                <a:gd name="T16" fmla="*/ 2 w 8"/>
                <a:gd name="T17" fmla="*/ 2 h 10"/>
                <a:gd name="T18" fmla="*/ 4 w 8"/>
                <a:gd name="T19" fmla="*/ 0 h 10"/>
                <a:gd name="T20" fmla="*/ 4 w 8"/>
                <a:gd name="T21" fmla="*/ 0 h 10"/>
                <a:gd name="T22" fmla="*/ 8 w 8"/>
                <a:gd name="T23" fmla="*/ 2 h 10"/>
                <a:gd name="T24" fmla="*/ 8 w 8"/>
                <a:gd name="T25" fmla="*/ 6 h 10"/>
                <a:gd name="T26" fmla="*/ 8 w 8"/>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8" y="6"/>
                  </a:moveTo>
                  <a:lnTo>
                    <a:pt x="8" y="6"/>
                  </a:lnTo>
                  <a:lnTo>
                    <a:pt x="6" y="8"/>
                  </a:lnTo>
                  <a:lnTo>
                    <a:pt x="4" y="10"/>
                  </a:lnTo>
                  <a:lnTo>
                    <a:pt x="4" y="10"/>
                  </a:lnTo>
                  <a:lnTo>
                    <a:pt x="0" y="8"/>
                  </a:lnTo>
                  <a:lnTo>
                    <a:pt x="0" y="4"/>
                  </a:lnTo>
                  <a:lnTo>
                    <a:pt x="0" y="4"/>
                  </a:lnTo>
                  <a:lnTo>
                    <a:pt x="2" y="2"/>
                  </a:lnTo>
                  <a:lnTo>
                    <a:pt x="4" y="0"/>
                  </a:lnTo>
                  <a:lnTo>
                    <a:pt x="4" y="0"/>
                  </a:lnTo>
                  <a:lnTo>
                    <a:pt x="8" y="2"/>
                  </a:lnTo>
                  <a:lnTo>
                    <a:pt x="8" y="6"/>
                  </a:lnTo>
                  <a:lnTo>
                    <a:pt x="8"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69" name="Freeform 192"/>
            <p:cNvSpPr>
              <a:spLocks/>
            </p:cNvSpPr>
            <p:nvPr/>
          </p:nvSpPr>
          <p:spPr bwMode="auto">
            <a:xfrm>
              <a:off x="3631746" y="5417911"/>
              <a:ext cx="50800" cy="12700"/>
            </a:xfrm>
            <a:custGeom>
              <a:avLst/>
              <a:gdLst>
                <a:gd name="T0" fmla="*/ 32 w 32"/>
                <a:gd name="T1" fmla="*/ 6 h 8"/>
                <a:gd name="T2" fmla="*/ 32 w 32"/>
                <a:gd name="T3" fmla="*/ 6 h 8"/>
                <a:gd name="T4" fmla="*/ 30 w 32"/>
                <a:gd name="T5" fmla="*/ 8 h 8"/>
                <a:gd name="T6" fmla="*/ 2 w 32"/>
                <a:gd name="T7" fmla="*/ 2 h 8"/>
                <a:gd name="T8" fmla="*/ 2 w 32"/>
                <a:gd name="T9" fmla="*/ 2 h 8"/>
                <a:gd name="T10" fmla="*/ 0 w 32"/>
                <a:gd name="T11" fmla="*/ 2 h 8"/>
                <a:gd name="T12" fmla="*/ 0 w 32"/>
                <a:gd name="T13" fmla="*/ 2 h 8"/>
                <a:gd name="T14" fmla="*/ 2 w 32"/>
                <a:gd name="T15" fmla="*/ 0 h 8"/>
                <a:gd name="T16" fmla="*/ 30 w 32"/>
                <a:gd name="T17" fmla="*/ 4 h 8"/>
                <a:gd name="T18" fmla="*/ 30 w 32"/>
                <a:gd name="T19" fmla="*/ 4 h 8"/>
                <a:gd name="T20" fmla="*/ 32 w 32"/>
                <a:gd name="T21" fmla="*/ 6 h 8"/>
                <a:gd name="T22" fmla="*/ 32 w 3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6"/>
                  </a:moveTo>
                  <a:lnTo>
                    <a:pt x="32" y="6"/>
                  </a:lnTo>
                  <a:lnTo>
                    <a:pt x="30" y="8"/>
                  </a:lnTo>
                  <a:lnTo>
                    <a:pt x="2" y="2"/>
                  </a:lnTo>
                  <a:lnTo>
                    <a:pt x="2" y="2"/>
                  </a:lnTo>
                  <a:lnTo>
                    <a:pt x="0" y="2"/>
                  </a:lnTo>
                  <a:lnTo>
                    <a:pt x="0" y="2"/>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0" name="Freeform 193"/>
            <p:cNvSpPr>
              <a:spLocks/>
            </p:cNvSpPr>
            <p:nvPr/>
          </p:nvSpPr>
          <p:spPr bwMode="auto">
            <a:xfrm>
              <a:off x="3628571" y="5446486"/>
              <a:ext cx="50800" cy="12700"/>
            </a:xfrm>
            <a:custGeom>
              <a:avLst/>
              <a:gdLst>
                <a:gd name="T0" fmla="*/ 32 w 32"/>
                <a:gd name="T1" fmla="*/ 6 h 8"/>
                <a:gd name="T2" fmla="*/ 32 w 32"/>
                <a:gd name="T3" fmla="*/ 6 h 8"/>
                <a:gd name="T4" fmla="*/ 30 w 32"/>
                <a:gd name="T5" fmla="*/ 8 h 8"/>
                <a:gd name="T6" fmla="*/ 0 w 32"/>
                <a:gd name="T7" fmla="*/ 2 h 8"/>
                <a:gd name="T8" fmla="*/ 0 w 32"/>
                <a:gd name="T9" fmla="*/ 2 h 8"/>
                <a:gd name="T10" fmla="*/ 0 w 32"/>
                <a:gd name="T11" fmla="*/ 2 h 8"/>
                <a:gd name="T12" fmla="*/ 0 w 32"/>
                <a:gd name="T13" fmla="*/ 2 h 8"/>
                <a:gd name="T14" fmla="*/ 2 w 32"/>
                <a:gd name="T15" fmla="*/ 0 h 8"/>
                <a:gd name="T16" fmla="*/ 30 w 32"/>
                <a:gd name="T17" fmla="*/ 4 h 8"/>
                <a:gd name="T18" fmla="*/ 30 w 32"/>
                <a:gd name="T19" fmla="*/ 4 h 8"/>
                <a:gd name="T20" fmla="*/ 32 w 32"/>
                <a:gd name="T21" fmla="*/ 6 h 8"/>
                <a:gd name="T22" fmla="*/ 32 w 3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6"/>
                  </a:moveTo>
                  <a:lnTo>
                    <a:pt x="32" y="6"/>
                  </a:lnTo>
                  <a:lnTo>
                    <a:pt x="30" y="8"/>
                  </a:lnTo>
                  <a:lnTo>
                    <a:pt x="0" y="2"/>
                  </a:lnTo>
                  <a:lnTo>
                    <a:pt x="0" y="2"/>
                  </a:lnTo>
                  <a:lnTo>
                    <a:pt x="0" y="2"/>
                  </a:lnTo>
                  <a:lnTo>
                    <a:pt x="0" y="2"/>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1" name="Freeform 194"/>
            <p:cNvSpPr>
              <a:spLocks/>
            </p:cNvSpPr>
            <p:nvPr/>
          </p:nvSpPr>
          <p:spPr bwMode="auto">
            <a:xfrm>
              <a:off x="3625396" y="5471886"/>
              <a:ext cx="47625" cy="9525"/>
            </a:xfrm>
            <a:custGeom>
              <a:avLst/>
              <a:gdLst>
                <a:gd name="T0" fmla="*/ 30 w 30"/>
                <a:gd name="T1" fmla="*/ 6 h 6"/>
                <a:gd name="T2" fmla="*/ 30 w 30"/>
                <a:gd name="T3" fmla="*/ 6 h 6"/>
                <a:gd name="T4" fmla="*/ 30 w 30"/>
                <a:gd name="T5" fmla="*/ 6 h 6"/>
                <a:gd name="T6" fmla="*/ 0 w 30"/>
                <a:gd name="T7" fmla="*/ 2 h 6"/>
                <a:gd name="T8" fmla="*/ 0 w 30"/>
                <a:gd name="T9" fmla="*/ 2 h 6"/>
                <a:gd name="T10" fmla="*/ 0 w 30"/>
                <a:gd name="T11" fmla="*/ 0 h 6"/>
                <a:gd name="T12" fmla="*/ 0 w 30"/>
                <a:gd name="T13" fmla="*/ 0 h 6"/>
                <a:gd name="T14" fmla="*/ 0 w 30"/>
                <a:gd name="T15" fmla="*/ 0 h 6"/>
                <a:gd name="T16" fmla="*/ 30 w 30"/>
                <a:gd name="T17" fmla="*/ 4 h 6"/>
                <a:gd name="T18" fmla="*/ 30 w 30"/>
                <a:gd name="T19" fmla="*/ 4 h 6"/>
                <a:gd name="T20" fmla="*/ 30 w 30"/>
                <a:gd name="T21" fmla="*/ 6 h 6"/>
                <a:gd name="T22" fmla="*/ 30 w 30"/>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6">
                  <a:moveTo>
                    <a:pt x="30" y="6"/>
                  </a:moveTo>
                  <a:lnTo>
                    <a:pt x="30" y="6"/>
                  </a:lnTo>
                  <a:lnTo>
                    <a:pt x="30" y="6"/>
                  </a:lnTo>
                  <a:lnTo>
                    <a:pt x="0" y="2"/>
                  </a:lnTo>
                  <a:lnTo>
                    <a:pt x="0" y="2"/>
                  </a:lnTo>
                  <a:lnTo>
                    <a:pt x="0" y="0"/>
                  </a:lnTo>
                  <a:lnTo>
                    <a:pt x="0" y="0"/>
                  </a:lnTo>
                  <a:lnTo>
                    <a:pt x="0" y="0"/>
                  </a:lnTo>
                  <a:lnTo>
                    <a:pt x="30" y="4"/>
                  </a:lnTo>
                  <a:lnTo>
                    <a:pt x="30" y="4"/>
                  </a:lnTo>
                  <a:lnTo>
                    <a:pt x="30" y="6"/>
                  </a:lnTo>
                  <a:lnTo>
                    <a:pt x="3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2" name="Freeform 195"/>
            <p:cNvSpPr>
              <a:spLocks/>
            </p:cNvSpPr>
            <p:nvPr/>
          </p:nvSpPr>
          <p:spPr bwMode="auto">
            <a:xfrm>
              <a:off x="3619046" y="5497286"/>
              <a:ext cx="50800" cy="9525"/>
            </a:xfrm>
            <a:custGeom>
              <a:avLst/>
              <a:gdLst>
                <a:gd name="T0" fmla="*/ 32 w 32"/>
                <a:gd name="T1" fmla="*/ 6 h 6"/>
                <a:gd name="T2" fmla="*/ 32 w 32"/>
                <a:gd name="T3" fmla="*/ 6 h 6"/>
                <a:gd name="T4" fmla="*/ 30 w 32"/>
                <a:gd name="T5" fmla="*/ 6 h 6"/>
                <a:gd name="T6" fmla="*/ 2 w 32"/>
                <a:gd name="T7" fmla="*/ 2 h 6"/>
                <a:gd name="T8" fmla="*/ 2 w 32"/>
                <a:gd name="T9" fmla="*/ 2 h 6"/>
                <a:gd name="T10" fmla="*/ 0 w 32"/>
                <a:gd name="T11" fmla="*/ 0 h 6"/>
                <a:gd name="T12" fmla="*/ 0 w 32"/>
                <a:gd name="T13" fmla="*/ 0 h 6"/>
                <a:gd name="T14" fmla="*/ 2 w 32"/>
                <a:gd name="T15" fmla="*/ 0 h 6"/>
                <a:gd name="T16" fmla="*/ 30 w 32"/>
                <a:gd name="T17" fmla="*/ 4 h 6"/>
                <a:gd name="T18" fmla="*/ 30 w 32"/>
                <a:gd name="T19" fmla="*/ 4 h 6"/>
                <a:gd name="T20" fmla="*/ 32 w 32"/>
                <a:gd name="T21" fmla="*/ 6 h 6"/>
                <a:gd name="T22" fmla="*/ 32 w 32"/>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6">
                  <a:moveTo>
                    <a:pt x="32" y="6"/>
                  </a:moveTo>
                  <a:lnTo>
                    <a:pt x="32" y="6"/>
                  </a:lnTo>
                  <a:lnTo>
                    <a:pt x="30" y="6"/>
                  </a:lnTo>
                  <a:lnTo>
                    <a:pt x="2" y="2"/>
                  </a:lnTo>
                  <a:lnTo>
                    <a:pt x="2" y="2"/>
                  </a:lnTo>
                  <a:lnTo>
                    <a:pt x="0" y="0"/>
                  </a:lnTo>
                  <a:lnTo>
                    <a:pt x="0" y="0"/>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3" name="Freeform 196"/>
            <p:cNvSpPr>
              <a:spLocks/>
            </p:cNvSpPr>
            <p:nvPr/>
          </p:nvSpPr>
          <p:spPr bwMode="auto">
            <a:xfrm>
              <a:off x="3631746" y="5417911"/>
              <a:ext cx="44450" cy="38100"/>
            </a:xfrm>
            <a:custGeom>
              <a:avLst/>
              <a:gdLst>
                <a:gd name="T0" fmla="*/ 28 w 28"/>
                <a:gd name="T1" fmla="*/ 24 h 24"/>
                <a:gd name="T2" fmla="*/ 26 w 28"/>
                <a:gd name="T3" fmla="*/ 24 h 24"/>
                <a:gd name="T4" fmla="*/ 0 w 28"/>
                <a:gd name="T5" fmla="*/ 2 h 24"/>
                <a:gd name="T6" fmla="*/ 0 w 28"/>
                <a:gd name="T7" fmla="*/ 0 h 24"/>
                <a:gd name="T8" fmla="*/ 2 w 28"/>
                <a:gd name="T9" fmla="*/ 0 h 24"/>
                <a:gd name="T10" fmla="*/ 28 w 28"/>
                <a:gd name="T11" fmla="*/ 22 h 24"/>
                <a:gd name="T12" fmla="*/ 28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8" y="24"/>
                  </a:moveTo>
                  <a:lnTo>
                    <a:pt x="26" y="24"/>
                  </a:lnTo>
                  <a:lnTo>
                    <a:pt x="0" y="2"/>
                  </a:lnTo>
                  <a:lnTo>
                    <a:pt x="0" y="0"/>
                  </a:lnTo>
                  <a:lnTo>
                    <a:pt x="2" y="0"/>
                  </a:lnTo>
                  <a:lnTo>
                    <a:pt x="28" y="22"/>
                  </a:lnTo>
                  <a:lnTo>
                    <a:pt x="28"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4" name="Freeform 197"/>
            <p:cNvSpPr>
              <a:spLocks/>
            </p:cNvSpPr>
            <p:nvPr/>
          </p:nvSpPr>
          <p:spPr bwMode="auto">
            <a:xfrm>
              <a:off x="3628571" y="5424261"/>
              <a:ext cx="53975" cy="25400"/>
            </a:xfrm>
            <a:custGeom>
              <a:avLst/>
              <a:gdLst>
                <a:gd name="T0" fmla="*/ 0 w 34"/>
                <a:gd name="T1" fmla="*/ 16 h 16"/>
                <a:gd name="T2" fmla="*/ 0 w 34"/>
                <a:gd name="T3" fmla="*/ 16 h 16"/>
                <a:gd name="T4" fmla="*/ 0 w 34"/>
                <a:gd name="T5" fmla="*/ 12 h 16"/>
                <a:gd name="T6" fmla="*/ 32 w 34"/>
                <a:gd name="T7" fmla="*/ 0 h 16"/>
                <a:gd name="T8" fmla="*/ 32 w 34"/>
                <a:gd name="T9" fmla="*/ 0 h 16"/>
                <a:gd name="T10" fmla="*/ 34 w 34"/>
                <a:gd name="T11" fmla="*/ 2 h 16"/>
                <a:gd name="T12" fmla="*/ 34 w 34"/>
                <a:gd name="T13" fmla="*/ 2 h 16"/>
                <a:gd name="T14" fmla="*/ 34 w 34"/>
                <a:gd name="T15" fmla="*/ 4 h 16"/>
                <a:gd name="T16" fmla="*/ 2 w 34"/>
                <a:gd name="T17" fmla="*/ 16 h 16"/>
                <a:gd name="T18" fmla="*/ 2 w 34"/>
                <a:gd name="T19" fmla="*/ 16 h 16"/>
                <a:gd name="T20" fmla="*/ 0 w 34"/>
                <a:gd name="T21" fmla="*/ 16 h 16"/>
                <a:gd name="T22" fmla="*/ 0 w 34"/>
                <a:gd name="T2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0" y="16"/>
                  </a:moveTo>
                  <a:lnTo>
                    <a:pt x="0" y="16"/>
                  </a:lnTo>
                  <a:lnTo>
                    <a:pt x="0" y="12"/>
                  </a:lnTo>
                  <a:lnTo>
                    <a:pt x="32" y="0"/>
                  </a:lnTo>
                  <a:lnTo>
                    <a:pt x="32" y="0"/>
                  </a:lnTo>
                  <a:lnTo>
                    <a:pt x="34" y="2"/>
                  </a:lnTo>
                  <a:lnTo>
                    <a:pt x="34" y="2"/>
                  </a:lnTo>
                  <a:lnTo>
                    <a:pt x="34" y="4"/>
                  </a:lnTo>
                  <a:lnTo>
                    <a:pt x="2" y="16"/>
                  </a:lnTo>
                  <a:lnTo>
                    <a:pt x="2" y="16"/>
                  </a:lnTo>
                  <a:lnTo>
                    <a:pt x="0" y="16"/>
                  </a:lnTo>
                  <a:lnTo>
                    <a:pt x="0" y="1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5" name="Freeform 198"/>
            <p:cNvSpPr>
              <a:spLocks/>
            </p:cNvSpPr>
            <p:nvPr/>
          </p:nvSpPr>
          <p:spPr bwMode="auto">
            <a:xfrm>
              <a:off x="3628571" y="5446486"/>
              <a:ext cx="44450" cy="38100"/>
            </a:xfrm>
            <a:custGeom>
              <a:avLst/>
              <a:gdLst>
                <a:gd name="T0" fmla="*/ 28 w 28"/>
                <a:gd name="T1" fmla="*/ 24 h 24"/>
                <a:gd name="T2" fmla="*/ 26 w 28"/>
                <a:gd name="T3" fmla="*/ 24 h 24"/>
                <a:gd name="T4" fmla="*/ 0 w 28"/>
                <a:gd name="T5" fmla="*/ 2 h 24"/>
                <a:gd name="T6" fmla="*/ 0 w 28"/>
                <a:gd name="T7" fmla="*/ 0 h 24"/>
                <a:gd name="T8" fmla="*/ 4 w 28"/>
                <a:gd name="T9" fmla="*/ 0 h 24"/>
                <a:gd name="T10" fmla="*/ 28 w 28"/>
                <a:gd name="T11" fmla="*/ 22 h 24"/>
                <a:gd name="T12" fmla="*/ 28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8" y="24"/>
                  </a:moveTo>
                  <a:lnTo>
                    <a:pt x="26" y="24"/>
                  </a:lnTo>
                  <a:lnTo>
                    <a:pt x="0" y="2"/>
                  </a:lnTo>
                  <a:lnTo>
                    <a:pt x="0" y="0"/>
                  </a:lnTo>
                  <a:lnTo>
                    <a:pt x="4" y="0"/>
                  </a:lnTo>
                  <a:lnTo>
                    <a:pt x="28" y="22"/>
                  </a:lnTo>
                  <a:lnTo>
                    <a:pt x="28"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6" name="Freeform 199"/>
            <p:cNvSpPr>
              <a:spLocks/>
            </p:cNvSpPr>
            <p:nvPr/>
          </p:nvSpPr>
          <p:spPr bwMode="auto">
            <a:xfrm>
              <a:off x="3625396" y="5452836"/>
              <a:ext cx="50800" cy="22225"/>
            </a:xfrm>
            <a:custGeom>
              <a:avLst/>
              <a:gdLst>
                <a:gd name="T0" fmla="*/ 0 w 32"/>
                <a:gd name="T1" fmla="*/ 14 h 14"/>
                <a:gd name="T2" fmla="*/ 0 w 32"/>
                <a:gd name="T3" fmla="*/ 14 h 14"/>
                <a:gd name="T4" fmla="*/ 0 w 32"/>
                <a:gd name="T5" fmla="*/ 12 h 14"/>
                <a:gd name="T6" fmla="*/ 30 w 32"/>
                <a:gd name="T7" fmla="*/ 0 h 14"/>
                <a:gd name="T8" fmla="*/ 30 w 32"/>
                <a:gd name="T9" fmla="*/ 0 h 14"/>
                <a:gd name="T10" fmla="*/ 32 w 32"/>
                <a:gd name="T11" fmla="*/ 0 h 14"/>
                <a:gd name="T12" fmla="*/ 32 w 32"/>
                <a:gd name="T13" fmla="*/ 0 h 14"/>
                <a:gd name="T14" fmla="*/ 32 w 32"/>
                <a:gd name="T15" fmla="*/ 2 h 14"/>
                <a:gd name="T16" fmla="*/ 2 w 32"/>
                <a:gd name="T17" fmla="*/ 14 h 14"/>
                <a:gd name="T18" fmla="*/ 2 w 32"/>
                <a:gd name="T19" fmla="*/ 14 h 14"/>
                <a:gd name="T20" fmla="*/ 0 w 32"/>
                <a:gd name="T21" fmla="*/ 14 h 14"/>
                <a:gd name="T22" fmla="*/ 0 w 32"/>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4">
                  <a:moveTo>
                    <a:pt x="0" y="14"/>
                  </a:moveTo>
                  <a:lnTo>
                    <a:pt x="0" y="14"/>
                  </a:lnTo>
                  <a:lnTo>
                    <a:pt x="0" y="12"/>
                  </a:lnTo>
                  <a:lnTo>
                    <a:pt x="30" y="0"/>
                  </a:lnTo>
                  <a:lnTo>
                    <a:pt x="30" y="0"/>
                  </a:lnTo>
                  <a:lnTo>
                    <a:pt x="32" y="0"/>
                  </a:lnTo>
                  <a:lnTo>
                    <a:pt x="32" y="0"/>
                  </a:lnTo>
                  <a:lnTo>
                    <a:pt x="32" y="2"/>
                  </a:lnTo>
                  <a:lnTo>
                    <a:pt x="2" y="14"/>
                  </a:lnTo>
                  <a:lnTo>
                    <a:pt x="2" y="14"/>
                  </a:lnTo>
                  <a:lnTo>
                    <a:pt x="0" y="14"/>
                  </a:lnTo>
                  <a:lnTo>
                    <a:pt x="0"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7" name="Freeform 200"/>
            <p:cNvSpPr>
              <a:spLocks/>
            </p:cNvSpPr>
            <p:nvPr/>
          </p:nvSpPr>
          <p:spPr bwMode="auto">
            <a:xfrm>
              <a:off x="3625396" y="5471886"/>
              <a:ext cx="44450" cy="34925"/>
            </a:xfrm>
            <a:custGeom>
              <a:avLst/>
              <a:gdLst>
                <a:gd name="T0" fmla="*/ 28 w 28"/>
                <a:gd name="T1" fmla="*/ 22 h 22"/>
                <a:gd name="T2" fmla="*/ 26 w 28"/>
                <a:gd name="T3" fmla="*/ 22 h 22"/>
                <a:gd name="T4" fmla="*/ 0 w 28"/>
                <a:gd name="T5" fmla="*/ 2 h 22"/>
                <a:gd name="T6" fmla="*/ 0 w 28"/>
                <a:gd name="T7" fmla="*/ 0 h 22"/>
                <a:gd name="T8" fmla="*/ 2 w 28"/>
                <a:gd name="T9" fmla="*/ 0 h 22"/>
                <a:gd name="T10" fmla="*/ 28 w 28"/>
                <a:gd name="T11" fmla="*/ 20 h 22"/>
                <a:gd name="T12" fmla="*/ 28 w 28"/>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28" y="22"/>
                  </a:moveTo>
                  <a:lnTo>
                    <a:pt x="26" y="22"/>
                  </a:lnTo>
                  <a:lnTo>
                    <a:pt x="0" y="2"/>
                  </a:lnTo>
                  <a:lnTo>
                    <a:pt x="0" y="0"/>
                  </a:lnTo>
                  <a:lnTo>
                    <a:pt x="2" y="0"/>
                  </a:lnTo>
                  <a:lnTo>
                    <a:pt x="28" y="20"/>
                  </a:lnTo>
                  <a:lnTo>
                    <a:pt x="28" y="2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8" name="Freeform 201"/>
            <p:cNvSpPr>
              <a:spLocks/>
            </p:cNvSpPr>
            <p:nvPr/>
          </p:nvSpPr>
          <p:spPr bwMode="auto">
            <a:xfrm>
              <a:off x="3619046" y="5478236"/>
              <a:ext cx="50800" cy="22225"/>
            </a:xfrm>
            <a:custGeom>
              <a:avLst/>
              <a:gdLst>
                <a:gd name="T0" fmla="*/ 0 w 32"/>
                <a:gd name="T1" fmla="*/ 12 h 14"/>
                <a:gd name="T2" fmla="*/ 0 w 32"/>
                <a:gd name="T3" fmla="*/ 12 h 14"/>
                <a:gd name="T4" fmla="*/ 0 w 32"/>
                <a:gd name="T5" fmla="*/ 10 h 14"/>
                <a:gd name="T6" fmla="*/ 30 w 32"/>
                <a:gd name="T7" fmla="*/ 0 h 14"/>
                <a:gd name="T8" fmla="*/ 30 w 32"/>
                <a:gd name="T9" fmla="*/ 0 h 14"/>
                <a:gd name="T10" fmla="*/ 32 w 32"/>
                <a:gd name="T11" fmla="*/ 2 h 14"/>
                <a:gd name="T12" fmla="*/ 32 w 32"/>
                <a:gd name="T13" fmla="*/ 2 h 14"/>
                <a:gd name="T14" fmla="*/ 32 w 32"/>
                <a:gd name="T15" fmla="*/ 2 h 14"/>
                <a:gd name="T16" fmla="*/ 2 w 32"/>
                <a:gd name="T17" fmla="*/ 14 h 14"/>
                <a:gd name="T18" fmla="*/ 2 w 32"/>
                <a:gd name="T19" fmla="*/ 14 h 14"/>
                <a:gd name="T20" fmla="*/ 0 w 32"/>
                <a:gd name="T21" fmla="*/ 12 h 14"/>
                <a:gd name="T22" fmla="*/ 0 w 32"/>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4">
                  <a:moveTo>
                    <a:pt x="0" y="12"/>
                  </a:moveTo>
                  <a:lnTo>
                    <a:pt x="0" y="12"/>
                  </a:lnTo>
                  <a:lnTo>
                    <a:pt x="0" y="10"/>
                  </a:lnTo>
                  <a:lnTo>
                    <a:pt x="30" y="0"/>
                  </a:lnTo>
                  <a:lnTo>
                    <a:pt x="30" y="0"/>
                  </a:lnTo>
                  <a:lnTo>
                    <a:pt x="32" y="2"/>
                  </a:lnTo>
                  <a:lnTo>
                    <a:pt x="32" y="2"/>
                  </a:lnTo>
                  <a:lnTo>
                    <a:pt x="32" y="2"/>
                  </a:lnTo>
                  <a:lnTo>
                    <a:pt x="2" y="14"/>
                  </a:lnTo>
                  <a:lnTo>
                    <a:pt x="2" y="14"/>
                  </a:lnTo>
                  <a:lnTo>
                    <a:pt x="0" y="12"/>
                  </a:lnTo>
                  <a:lnTo>
                    <a:pt x="0"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9" name="Freeform 202"/>
            <p:cNvSpPr>
              <a:spLocks/>
            </p:cNvSpPr>
            <p:nvPr/>
          </p:nvSpPr>
          <p:spPr bwMode="auto">
            <a:xfrm>
              <a:off x="3587296" y="3995511"/>
              <a:ext cx="466725" cy="1393825"/>
            </a:xfrm>
            <a:custGeom>
              <a:avLst/>
              <a:gdLst>
                <a:gd name="T0" fmla="*/ 128 w 294"/>
                <a:gd name="T1" fmla="*/ 30 h 878"/>
                <a:gd name="T2" fmla="*/ 128 w 294"/>
                <a:gd name="T3" fmla="*/ 30 h 878"/>
                <a:gd name="T4" fmla="*/ 136 w 294"/>
                <a:gd name="T5" fmla="*/ 20 h 878"/>
                <a:gd name="T6" fmla="*/ 148 w 294"/>
                <a:gd name="T7" fmla="*/ 12 h 878"/>
                <a:gd name="T8" fmla="*/ 162 w 294"/>
                <a:gd name="T9" fmla="*/ 4 h 878"/>
                <a:gd name="T10" fmla="*/ 178 w 294"/>
                <a:gd name="T11" fmla="*/ 0 h 878"/>
                <a:gd name="T12" fmla="*/ 178 w 294"/>
                <a:gd name="T13" fmla="*/ 0 h 878"/>
                <a:gd name="T14" fmla="*/ 188 w 294"/>
                <a:gd name="T15" fmla="*/ 0 h 878"/>
                <a:gd name="T16" fmla="*/ 200 w 294"/>
                <a:gd name="T17" fmla="*/ 0 h 878"/>
                <a:gd name="T18" fmla="*/ 224 w 294"/>
                <a:gd name="T19" fmla="*/ 6 h 878"/>
                <a:gd name="T20" fmla="*/ 224 w 294"/>
                <a:gd name="T21" fmla="*/ 6 h 878"/>
                <a:gd name="T22" fmla="*/ 238 w 294"/>
                <a:gd name="T23" fmla="*/ 10 h 878"/>
                <a:gd name="T24" fmla="*/ 250 w 294"/>
                <a:gd name="T25" fmla="*/ 16 h 878"/>
                <a:gd name="T26" fmla="*/ 260 w 294"/>
                <a:gd name="T27" fmla="*/ 22 h 878"/>
                <a:gd name="T28" fmla="*/ 268 w 294"/>
                <a:gd name="T29" fmla="*/ 30 h 878"/>
                <a:gd name="T30" fmla="*/ 276 w 294"/>
                <a:gd name="T31" fmla="*/ 40 h 878"/>
                <a:gd name="T32" fmla="*/ 282 w 294"/>
                <a:gd name="T33" fmla="*/ 48 h 878"/>
                <a:gd name="T34" fmla="*/ 286 w 294"/>
                <a:gd name="T35" fmla="*/ 58 h 878"/>
                <a:gd name="T36" fmla="*/ 290 w 294"/>
                <a:gd name="T37" fmla="*/ 68 h 878"/>
                <a:gd name="T38" fmla="*/ 294 w 294"/>
                <a:gd name="T39" fmla="*/ 90 h 878"/>
                <a:gd name="T40" fmla="*/ 294 w 294"/>
                <a:gd name="T41" fmla="*/ 114 h 878"/>
                <a:gd name="T42" fmla="*/ 292 w 294"/>
                <a:gd name="T43" fmla="*/ 136 h 878"/>
                <a:gd name="T44" fmla="*/ 288 w 294"/>
                <a:gd name="T45" fmla="*/ 156 h 878"/>
                <a:gd name="T46" fmla="*/ 288 w 294"/>
                <a:gd name="T47" fmla="*/ 156 h 878"/>
                <a:gd name="T48" fmla="*/ 278 w 294"/>
                <a:gd name="T49" fmla="*/ 214 h 878"/>
                <a:gd name="T50" fmla="*/ 266 w 294"/>
                <a:gd name="T51" fmla="*/ 270 h 878"/>
                <a:gd name="T52" fmla="*/ 252 w 294"/>
                <a:gd name="T53" fmla="*/ 328 h 878"/>
                <a:gd name="T54" fmla="*/ 242 w 294"/>
                <a:gd name="T55" fmla="*/ 384 h 878"/>
                <a:gd name="T56" fmla="*/ 242 w 294"/>
                <a:gd name="T57" fmla="*/ 384 h 878"/>
                <a:gd name="T58" fmla="*/ 232 w 294"/>
                <a:gd name="T59" fmla="*/ 426 h 878"/>
                <a:gd name="T60" fmla="*/ 220 w 294"/>
                <a:gd name="T61" fmla="*/ 468 h 878"/>
                <a:gd name="T62" fmla="*/ 208 w 294"/>
                <a:gd name="T63" fmla="*/ 510 h 878"/>
                <a:gd name="T64" fmla="*/ 198 w 294"/>
                <a:gd name="T65" fmla="*/ 550 h 878"/>
                <a:gd name="T66" fmla="*/ 198 w 294"/>
                <a:gd name="T67" fmla="*/ 550 h 878"/>
                <a:gd name="T68" fmla="*/ 180 w 294"/>
                <a:gd name="T69" fmla="*/ 624 h 878"/>
                <a:gd name="T70" fmla="*/ 154 w 294"/>
                <a:gd name="T71" fmla="*/ 714 h 878"/>
                <a:gd name="T72" fmla="*/ 110 w 294"/>
                <a:gd name="T73" fmla="*/ 878 h 878"/>
                <a:gd name="T74" fmla="*/ 0 w 294"/>
                <a:gd name="T75" fmla="*/ 866 h 878"/>
                <a:gd name="T76" fmla="*/ 0 w 294"/>
                <a:gd name="T77" fmla="*/ 866 h 878"/>
                <a:gd name="T78" fmla="*/ 8 w 294"/>
                <a:gd name="T79" fmla="*/ 808 h 878"/>
                <a:gd name="T80" fmla="*/ 16 w 294"/>
                <a:gd name="T81" fmla="*/ 728 h 878"/>
                <a:gd name="T82" fmla="*/ 28 w 294"/>
                <a:gd name="T83" fmla="*/ 582 h 878"/>
                <a:gd name="T84" fmla="*/ 28 w 294"/>
                <a:gd name="T85" fmla="*/ 582 h 878"/>
                <a:gd name="T86" fmla="*/ 36 w 294"/>
                <a:gd name="T87" fmla="*/ 494 h 878"/>
                <a:gd name="T88" fmla="*/ 46 w 294"/>
                <a:gd name="T89" fmla="*/ 404 h 878"/>
                <a:gd name="T90" fmla="*/ 58 w 294"/>
                <a:gd name="T91" fmla="*/ 314 h 878"/>
                <a:gd name="T92" fmla="*/ 74 w 294"/>
                <a:gd name="T93" fmla="*/ 226 h 878"/>
                <a:gd name="T94" fmla="*/ 74 w 294"/>
                <a:gd name="T95" fmla="*/ 226 h 878"/>
                <a:gd name="T96" fmla="*/ 94 w 294"/>
                <a:gd name="T97" fmla="*/ 124 h 878"/>
                <a:gd name="T98" fmla="*/ 94 w 294"/>
                <a:gd name="T99" fmla="*/ 124 h 878"/>
                <a:gd name="T100" fmla="*/ 98 w 294"/>
                <a:gd name="T101" fmla="*/ 100 h 878"/>
                <a:gd name="T102" fmla="*/ 106 w 294"/>
                <a:gd name="T103" fmla="*/ 76 h 878"/>
                <a:gd name="T104" fmla="*/ 116 w 294"/>
                <a:gd name="T105" fmla="*/ 52 h 878"/>
                <a:gd name="T106" fmla="*/ 128 w 294"/>
                <a:gd name="T107" fmla="*/ 30 h 878"/>
                <a:gd name="T108" fmla="*/ 128 w 294"/>
                <a:gd name="T109" fmla="*/ 30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4" h="878">
                  <a:moveTo>
                    <a:pt x="128" y="30"/>
                  </a:moveTo>
                  <a:lnTo>
                    <a:pt x="128" y="30"/>
                  </a:lnTo>
                  <a:lnTo>
                    <a:pt x="136" y="20"/>
                  </a:lnTo>
                  <a:lnTo>
                    <a:pt x="148" y="12"/>
                  </a:lnTo>
                  <a:lnTo>
                    <a:pt x="162" y="4"/>
                  </a:lnTo>
                  <a:lnTo>
                    <a:pt x="178" y="0"/>
                  </a:lnTo>
                  <a:lnTo>
                    <a:pt x="178" y="0"/>
                  </a:lnTo>
                  <a:lnTo>
                    <a:pt x="188" y="0"/>
                  </a:lnTo>
                  <a:lnTo>
                    <a:pt x="200" y="0"/>
                  </a:lnTo>
                  <a:lnTo>
                    <a:pt x="224" y="6"/>
                  </a:lnTo>
                  <a:lnTo>
                    <a:pt x="224" y="6"/>
                  </a:lnTo>
                  <a:lnTo>
                    <a:pt x="238" y="10"/>
                  </a:lnTo>
                  <a:lnTo>
                    <a:pt x="250" y="16"/>
                  </a:lnTo>
                  <a:lnTo>
                    <a:pt x="260" y="22"/>
                  </a:lnTo>
                  <a:lnTo>
                    <a:pt x="268" y="30"/>
                  </a:lnTo>
                  <a:lnTo>
                    <a:pt x="276" y="40"/>
                  </a:lnTo>
                  <a:lnTo>
                    <a:pt x="282" y="48"/>
                  </a:lnTo>
                  <a:lnTo>
                    <a:pt x="286" y="58"/>
                  </a:lnTo>
                  <a:lnTo>
                    <a:pt x="290" y="68"/>
                  </a:lnTo>
                  <a:lnTo>
                    <a:pt x="294" y="90"/>
                  </a:lnTo>
                  <a:lnTo>
                    <a:pt x="294" y="114"/>
                  </a:lnTo>
                  <a:lnTo>
                    <a:pt x="292" y="136"/>
                  </a:lnTo>
                  <a:lnTo>
                    <a:pt x="288" y="156"/>
                  </a:lnTo>
                  <a:lnTo>
                    <a:pt x="288" y="156"/>
                  </a:lnTo>
                  <a:lnTo>
                    <a:pt x="278" y="214"/>
                  </a:lnTo>
                  <a:lnTo>
                    <a:pt x="266" y="270"/>
                  </a:lnTo>
                  <a:lnTo>
                    <a:pt x="252" y="328"/>
                  </a:lnTo>
                  <a:lnTo>
                    <a:pt x="242" y="384"/>
                  </a:lnTo>
                  <a:lnTo>
                    <a:pt x="242" y="384"/>
                  </a:lnTo>
                  <a:lnTo>
                    <a:pt x="232" y="426"/>
                  </a:lnTo>
                  <a:lnTo>
                    <a:pt x="220" y="468"/>
                  </a:lnTo>
                  <a:lnTo>
                    <a:pt x="208" y="510"/>
                  </a:lnTo>
                  <a:lnTo>
                    <a:pt x="198" y="550"/>
                  </a:lnTo>
                  <a:lnTo>
                    <a:pt x="198" y="550"/>
                  </a:lnTo>
                  <a:lnTo>
                    <a:pt x="180" y="624"/>
                  </a:lnTo>
                  <a:lnTo>
                    <a:pt x="154" y="714"/>
                  </a:lnTo>
                  <a:lnTo>
                    <a:pt x="110" y="878"/>
                  </a:lnTo>
                  <a:lnTo>
                    <a:pt x="0" y="866"/>
                  </a:lnTo>
                  <a:lnTo>
                    <a:pt x="0" y="866"/>
                  </a:lnTo>
                  <a:lnTo>
                    <a:pt x="8" y="808"/>
                  </a:lnTo>
                  <a:lnTo>
                    <a:pt x="16" y="728"/>
                  </a:lnTo>
                  <a:lnTo>
                    <a:pt x="28" y="582"/>
                  </a:lnTo>
                  <a:lnTo>
                    <a:pt x="28" y="582"/>
                  </a:lnTo>
                  <a:lnTo>
                    <a:pt x="36" y="494"/>
                  </a:lnTo>
                  <a:lnTo>
                    <a:pt x="46" y="404"/>
                  </a:lnTo>
                  <a:lnTo>
                    <a:pt x="58" y="314"/>
                  </a:lnTo>
                  <a:lnTo>
                    <a:pt x="74" y="226"/>
                  </a:lnTo>
                  <a:lnTo>
                    <a:pt x="74" y="226"/>
                  </a:lnTo>
                  <a:lnTo>
                    <a:pt x="94" y="124"/>
                  </a:lnTo>
                  <a:lnTo>
                    <a:pt x="94" y="124"/>
                  </a:lnTo>
                  <a:lnTo>
                    <a:pt x="98" y="100"/>
                  </a:lnTo>
                  <a:lnTo>
                    <a:pt x="106" y="76"/>
                  </a:lnTo>
                  <a:lnTo>
                    <a:pt x="116" y="52"/>
                  </a:lnTo>
                  <a:lnTo>
                    <a:pt x="128" y="30"/>
                  </a:lnTo>
                  <a:lnTo>
                    <a:pt x="128" y="30"/>
                  </a:lnTo>
                  <a:close/>
                </a:path>
              </a:pathLst>
            </a:custGeom>
            <a:solidFill>
              <a:srgbClr val="071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0" name="Freeform 203"/>
            <p:cNvSpPr>
              <a:spLocks/>
            </p:cNvSpPr>
            <p:nvPr/>
          </p:nvSpPr>
          <p:spPr bwMode="auto">
            <a:xfrm>
              <a:off x="3095171" y="3087461"/>
              <a:ext cx="892175" cy="368300"/>
            </a:xfrm>
            <a:custGeom>
              <a:avLst/>
              <a:gdLst>
                <a:gd name="T0" fmla="*/ 404 w 562"/>
                <a:gd name="T1" fmla="*/ 2 h 232"/>
                <a:gd name="T2" fmla="*/ 404 w 562"/>
                <a:gd name="T3" fmla="*/ 2 h 232"/>
                <a:gd name="T4" fmla="*/ 426 w 562"/>
                <a:gd name="T5" fmla="*/ 4 h 232"/>
                <a:gd name="T6" fmla="*/ 448 w 562"/>
                <a:gd name="T7" fmla="*/ 6 h 232"/>
                <a:gd name="T8" fmla="*/ 448 w 562"/>
                <a:gd name="T9" fmla="*/ 6 h 232"/>
                <a:gd name="T10" fmla="*/ 466 w 562"/>
                <a:gd name="T11" fmla="*/ 8 h 232"/>
                <a:gd name="T12" fmla="*/ 484 w 562"/>
                <a:gd name="T13" fmla="*/ 16 h 232"/>
                <a:gd name="T14" fmla="*/ 500 w 562"/>
                <a:gd name="T15" fmla="*/ 24 h 232"/>
                <a:gd name="T16" fmla="*/ 514 w 562"/>
                <a:gd name="T17" fmla="*/ 36 h 232"/>
                <a:gd name="T18" fmla="*/ 528 w 562"/>
                <a:gd name="T19" fmla="*/ 50 h 232"/>
                <a:gd name="T20" fmla="*/ 538 w 562"/>
                <a:gd name="T21" fmla="*/ 64 h 232"/>
                <a:gd name="T22" fmla="*/ 548 w 562"/>
                <a:gd name="T23" fmla="*/ 82 h 232"/>
                <a:gd name="T24" fmla="*/ 554 w 562"/>
                <a:gd name="T25" fmla="*/ 98 h 232"/>
                <a:gd name="T26" fmla="*/ 554 w 562"/>
                <a:gd name="T27" fmla="*/ 98 h 232"/>
                <a:gd name="T28" fmla="*/ 560 w 562"/>
                <a:gd name="T29" fmla="*/ 124 h 232"/>
                <a:gd name="T30" fmla="*/ 562 w 562"/>
                <a:gd name="T31" fmla="*/ 150 h 232"/>
                <a:gd name="T32" fmla="*/ 282 w 562"/>
                <a:gd name="T33" fmla="*/ 150 h 232"/>
                <a:gd name="T34" fmla="*/ 0 w 562"/>
                <a:gd name="T35" fmla="*/ 150 h 232"/>
                <a:gd name="T36" fmla="*/ 0 w 562"/>
                <a:gd name="T37" fmla="*/ 150 h 232"/>
                <a:gd name="T38" fmla="*/ 2 w 562"/>
                <a:gd name="T39" fmla="*/ 124 h 232"/>
                <a:gd name="T40" fmla="*/ 8 w 562"/>
                <a:gd name="T41" fmla="*/ 98 h 232"/>
                <a:gd name="T42" fmla="*/ 8 w 562"/>
                <a:gd name="T43" fmla="*/ 98 h 232"/>
                <a:gd name="T44" fmla="*/ 14 w 562"/>
                <a:gd name="T45" fmla="*/ 82 h 232"/>
                <a:gd name="T46" fmla="*/ 24 w 562"/>
                <a:gd name="T47" fmla="*/ 64 h 232"/>
                <a:gd name="T48" fmla="*/ 34 w 562"/>
                <a:gd name="T49" fmla="*/ 50 h 232"/>
                <a:gd name="T50" fmla="*/ 48 w 562"/>
                <a:gd name="T51" fmla="*/ 36 h 232"/>
                <a:gd name="T52" fmla="*/ 62 w 562"/>
                <a:gd name="T53" fmla="*/ 26 h 232"/>
                <a:gd name="T54" fmla="*/ 80 w 562"/>
                <a:gd name="T55" fmla="*/ 16 h 232"/>
                <a:gd name="T56" fmla="*/ 96 w 562"/>
                <a:gd name="T57" fmla="*/ 10 h 232"/>
                <a:gd name="T58" fmla="*/ 116 w 562"/>
                <a:gd name="T59" fmla="*/ 8 h 232"/>
                <a:gd name="T60" fmla="*/ 116 w 562"/>
                <a:gd name="T61" fmla="*/ 8 h 232"/>
                <a:gd name="T62" fmla="*/ 172 w 562"/>
                <a:gd name="T63" fmla="*/ 0 h 232"/>
                <a:gd name="T64" fmla="*/ 276 w 562"/>
                <a:gd name="T65" fmla="*/ 232 h 232"/>
                <a:gd name="T66" fmla="*/ 404 w 562"/>
                <a:gd name="T67" fmla="*/ 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62" h="232">
                  <a:moveTo>
                    <a:pt x="404" y="2"/>
                  </a:moveTo>
                  <a:lnTo>
                    <a:pt x="404" y="2"/>
                  </a:lnTo>
                  <a:lnTo>
                    <a:pt x="426" y="4"/>
                  </a:lnTo>
                  <a:lnTo>
                    <a:pt x="448" y="6"/>
                  </a:lnTo>
                  <a:lnTo>
                    <a:pt x="448" y="6"/>
                  </a:lnTo>
                  <a:lnTo>
                    <a:pt x="466" y="8"/>
                  </a:lnTo>
                  <a:lnTo>
                    <a:pt x="484" y="16"/>
                  </a:lnTo>
                  <a:lnTo>
                    <a:pt x="500" y="24"/>
                  </a:lnTo>
                  <a:lnTo>
                    <a:pt x="514" y="36"/>
                  </a:lnTo>
                  <a:lnTo>
                    <a:pt x="528" y="50"/>
                  </a:lnTo>
                  <a:lnTo>
                    <a:pt x="538" y="64"/>
                  </a:lnTo>
                  <a:lnTo>
                    <a:pt x="548" y="82"/>
                  </a:lnTo>
                  <a:lnTo>
                    <a:pt x="554" y="98"/>
                  </a:lnTo>
                  <a:lnTo>
                    <a:pt x="554" y="98"/>
                  </a:lnTo>
                  <a:lnTo>
                    <a:pt x="560" y="124"/>
                  </a:lnTo>
                  <a:lnTo>
                    <a:pt x="562" y="150"/>
                  </a:lnTo>
                  <a:lnTo>
                    <a:pt x="282" y="150"/>
                  </a:lnTo>
                  <a:lnTo>
                    <a:pt x="0" y="150"/>
                  </a:lnTo>
                  <a:lnTo>
                    <a:pt x="0" y="150"/>
                  </a:lnTo>
                  <a:lnTo>
                    <a:pt x="2" y="124"/>
                  </a:lnTo>
                  <a:lnTo>
                    <a:pt x="8" y="98"/>
                  </a:lnTo>
                  <a:lnTo>
                    <a:pt x="8" y="98"/>
                  </a:lnTo>
                  <a:lnTo>
                    <a:pt x="14" y="82"/>
                  </a:lnTo>
                  <a:lnTo>
                    <a:pt x="24" y="64"/>
                  </a:lnTo>
                  <a:lnTo>
                    <a:pt x="34" y="50"/>
                  </a:lnTo>
                  <a:lnTo>
                    <a:pt x="48" y="36"/>
                  </a:lnTo>
                  <a:lnTo>
                    <a:pt x="62" y="26"/>
                  </a:lnTo>
                  <a:lnTo>
                    <a:pt x="80" y="16"/>
                  </a:lnTo>
                  <a:lnTo>
                    <a:pt x="96" y="10"/>
                  </a:lnTo>
                  <a:lnTo>
                    <a:pt x="116" y="8"/>
                  </a:lnTo>
                  <a:lnTo>
                    <a:pt x="116" y="8"/>
                  </a:lnTo>
                  <a:lnTo>
                    <a:pt x="172" y="0"/>
                  </a:lnTo>
                  <a:lnTo>
                    <a:pt x="276" y="232"/>
                  </a:lnTo>
                  <a:lnTo>
                    <a:pt x="404" y="2"/>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1" name="Freeform 204"/>
            <p:cNvSpPr>
              <a:spLocks/>
            </p:cNvSpPr>
            <p:nvPr/>
          </p:nvSpPr>
          <p:spPr bwMode="auto">
            <a:xfrm>
              <a:off x="3241221" y="3312886"/>
              <a:ext cx="593725" cy="609600"/>
            </a:xfrm>
            <a:custGeom>
              <a:avLst/>
              <a:gdLst>
                <a:gd name="T0" fmla="*/ 362 w 374"/>
                <a:gd name="T1" fmla="*/ 0 h 384"/>
                <a:gd name="T2" fmla="*/ 16 w 374"/>
                <a:gd name="T3" fmla="*/ 0 h 384"/>
                <a:gd name="T4" fmla="*/ 16 w 374"/>
                <a:gd name="T5" fmla="*/ 0 h 384"/>
                <a:gd name="T6" fmla="*/ 16 w 374"/>
                <a:gd name="T7" fmla="*/ 146 h 384"/>
                <a:gd name="T8" fmla="*/ 16 w 374"/>
                <a:gd name="T9" fmla="*/ 146 h 384"/>
                <a:gd name="T10" fmla="*/ 16 w 374"/>
                <a:gd name="T11" fmla="*/ 190 h 384"/>
                <a:gd name="T12" fmla="*/ 14 w 374"/>
                <a:gd name="T13" fmla="*/ 232 h 384"/>
                <a:gd name="T14" fmla="*/ 8 w 374"/>
                <a:gd name="T15" fmla="*/ 308 h 384"/>
                <a:gd name="T16" fmla="*/ 0 w 374"/>
                <a:gd name="T17" fmla="*/ 384 h 384"/>
                <a:gd name="T18" fmla="*/ 374 w 374"/>
                <a:gd name="T19" fmla="*/ 384 h 384"/>
                <a:gd name="T20" fmla="*/ 374 w 374"/>
                <a:gd name="T21" fmla="*/ 384 h 384"/>
                <a:gd name="T22" fmla="*/ 370 w 374"/>
                <a:gd name="T23" fmla="*/ 276 h 384"/>
                <a:gd name="T24" fmla="*/ 366 w 374"/>
                <a:gd name="T25" fmla="*/ 186 h 384"/>
                <a:gd name="T26" fmla="*/ 366 w 374"/>
                <a:gd name="T27" fmla="*/ 134 h 384"/>
                <a:gd name="T28" fmla="*/ 366 w 374"/>
                <a:gd name="T29" fmla="*/ 148 h 384"/>
                <a:gd name="T30" fmla="*/ 366 w 374"/>
                <a:gd name="T31" fmla="*/ 148 h 384"/>
                <a:gd name="T32" fmla="*/ 366 w 374"/>
                <a:gd name="T33" fmla="*/ 102 h 384"/>
                <a:gd name="T34" fmla="*/ 362 w 374"/>
                <a:gd name="T35" fmla="*/ 0 h 384"/>
                <a:gd name="T36" fmla="*/ 362 w 374"/>
                <a:gd name="T37"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4" h="384">
                  <a:moveTo>
                    <a:pt x="362" y="0"/>
                  </a:moveTo>
                  <a:lnTo>
                    <a:pt x="16" y="0"/>
                  </a:lnTo>
                  <a:lnTo>
                    <a:pt x="16" y="0"/>
                  </a:lnTo>
                  <a:lnTo>
                    <a:pt x="16" y="146"/>
                  </a:lnTo>
                  <a:lnTo>
                    <a:pt x="16" y="146"/>
                  </a:lnTo>
                  <a:lnTo>
                    <a:pt x="16" y="190"/>
                  </a:lnTo>
                  <a:lnTo>
                    <a:pt x="14" y="232"/>
                  </a:lnTo>
                  <a:lnTo>
                    <a:pt x="8" y="308"/>
                  </a:lnTo>
                  <a:lnTo>
                    <a:pt x="0" y="384"/>
                  </a:lnTo>
                  <a:lnTo>
                    <a:pt x="374" y="384"/>
                  </a:lnTo>
                  <a:lnTo>
                    <a:pt x="374" y="384"/>
                  </a:lnTo>
                  <a:lnTo>
                    <a:pt x="370" y="276"/>
                  </a:lnTo>
                  <a:lnTo>
                    <a:pt x="366" y="186"/>
                  </a:lnTo>
                  <a:lnTo>
                    <a:pt x="366" y="134"/>
                  </a:lnTo>
                  <a:lnTo>
                    <a:pt x="366" y="148"/>
                  </a:lnTo>
                  <a:lnTo>
                    <a:pt x="366" y="148"/>
                  </a:lnTo>
                  <a:lnTo>
                    <a:pt x="366" y="102"/>
                  </a:lnTo>
                  <a:lnTo>
                    <a:pt x="362" y="0"/>
                  </a:lnTo>
                  <a:lnTo>
                    <a:pt x="362"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2" name="Freeform 206"/>
            <p:cNvSpPr>
              <a:spLocks/>
            </p:cNvSpPr>
            <p:nvPr/>
          </p:nvSpPr>
          <p:spPr bwMode="auto">
            <a:xfrm>
              <a:off x="2904671" y="3185886"/>
              <a:ext cx="396875" cy="463550"/>
            </a:xfrm>
            <a:custGeom>
              <a:avLst/>
              <a:gdLst>
                <a:gd name="T0" fmla="*/ 146 w 250"/>
                <a:gd name="T1" fmla="*/ 0 h 292"/>
                <a:gd name="T2" fmla="*/ 146 w 250"/>
                <a:gd name="T3" fmla="*/ 0 h 292"/>
                <a:gd name="T4" fmla="*/ 134 w 250"/>
                <a:gd name="T5" fmla="*/ 14 h 292"/>
                <a:gd name="T6" fmla="*/ 118 w 250"/>
                <a:gd name="T7" fmla="*/ 34 h 292"/>
                <a:gd name="T8" fmla="*/ 100 w 250"/>
                <a:gd name="T9" fmla="*/ 60 h 292"/>
                <a:gd name="T10" fmla="*/ 78 w 250"/>
                <a:gd name="T11" fmla="*/ 94 h 292"/>
                <a:gd name="T12" fmla="*/ 52 w 250"/>
                <a:gd name="T13" fmla="*/ 138 h 292"/>
                <a:gd name="T14" fmla="*/ 26 w 250"/>
                <a:gd name="T15" fmla="*/ 188 h 292"/>
                <a:gd name="T16" fmla="*/ 0 w 250"/>
                <a:gd name="T17" fmla="*/ 244 h 292"/>
                <a:gd name="T18" fmla="*/ 146 w 250"/>
                <a:gd name="T19" fmla="*/ 292 h 292"/>
                <a:gd name="T20" fmla="*/ 250 w 250"/>
                <a:gd name="T21" fmla="*/ 118 h 292"/>
                <a:gd name="T22" fmla="*/ 250 w 250"/>
                <a:gd name="T23" fmla="*/ 118 h 292"/>
                <a:gd name="T24" fmla="*/ 250 w 250"/>
                <a:gd name="T25" fmla="*/ 100 h 292"/>
                <a:gd name="T26" fmla="*/ 250 w 250"/>
                <a:gd name="T27" fmla="*/ 84 h 292"/>
                <a:gd name="T28" fmla="*/ 246 w 250"/>
                <a:gd name="T29" fmla="*/ 64 h 292"/>
                <a:gd name="T30" fmla="*/ 240 w 250"/>
                <a:gd name="T31" fmla="*/ 52 h 292"/>
                <a:gd name="T32" fmla="*/ 234 w 250"/>
                <a:gd name="T33" fmla="*/ 42 h 292"/>
                <a:gd name="T34" fmla="*/ 226 w 250"/>
                <a:gd name="T35" fmla="*/ 32 h 292"/>
                <a:gd name="T36" fmla="*/ 216 w 250"/>
                <a:gd name="T37" fmla="*/ 24 h 292"/>
                <a:gd name="T38" fmla="*/ 202 w 250"/>
                <a:gd name="T39" fmla="*/ 16 h 292"/>
                <a:gd name="T40" fmla="*/ 186 w 250"/>
                <a:gd name="T41" fmla="*/ 8 h 292"/>
                <a:gd name="T42" fmla="*/ 168 w 250"/>
                <a:gd name="T43" fmla="*/ 2 h 292"/>
                <a:gd name="T44" fmla="*/ 146 w 250"/>
                <a:gd name="T45" fmla="*/ 0 h 292"/>
                <a:gd name="T46" fmla="*/ 146 w 250"/>
                <a:gd name="T4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0" h="292">
                  <a:moveTo>
                    <a:pt x="146" y="0"/>
                  </a:moveTo>
                  <a:lnTo>
                    <a:pt x="146" y="0"/>
                  </a:lnTo>
                  <a:lnTo>
                    <a:pt x="134" y="14"/>
                  </a:lnTo>
                  <a:lnTo>
                    <a:pt x="118" y="34"/>
                  </a:lnTo>
                  <a:lnTo>
                    <a:pt x="100" y="60"/>
                  </a:lnTo>
                  <a:lnTo>
                    <a:pt x="78" y="94"/>
                  </a:lnTo>
                  <a:lnTo>
                    <a:pt x="52" y="138"/>
                  </a:lnTo>
                  <a:lnTo>
                    <a:pt x="26" y="188"/>
                  </a:lnTo>
                  <a:lnTo>
                    <a:pt x="0" y="244"/>
                  </a:lnTo>
                  <a:lnTo>
                    <a:pt x="146" y="292"/>
                  </a:lnTo>
                  <a:lnTo>
                    <a:pt x="250" y="118"/>
                  </a:lnTo>
                  <a:lnTo>
                    <a:pt x="250" y="118"/>
                  </a:lnTo>
                  <a:lnTo>
                    <a:pt x="250" y="100"/>
                  </a:lnTo>
                  <a:lnTo>
                    <a:pt x="250" y="84"/>
                  </a:lnTo>
                  <a:lnTo>
                    <a:pt x="246" y="64"/>
                  </a:lnTo>
                  <a:lnTo>
                    <a:pt x="240" y="52"/>
                  </a:lnTo>
                  <a:lnTo>
                    <a:pt x="234" y="42"/>
                  </a:lnTo>
                  <a:lnTo>
                    <a:pt x="226" y="32"/>
                  </a:lnTo>
                  <a:lnTo>
                    <a:pt x="216" y="24"/>
                  </a:lnTo>
                  <a:lnTo>
                    <a:pt x="202" y="16"/>
                  </a:lnTo>
                  <a:lnTo>
                    <a:pt x="186" y="8"/>
                  </a:lnTo>
                  <a:lnTo>
                    <a:pt x="168" y="2"/>
                  </a:lnTo>
                  <a:lnTo>
                    <a:pt x="146" y="0"/>
                  </a:lnTo>
                  <a:lnTo>
                    <a:pt x="146"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3" name="Freeform 207"/>
            <p:cNvSpPr>
              <a:spLocks/>
            </p:cNvSpPr>
            <p:nvPr/>
          </p:nvSpPr>
          <p:spPr bwMode="auto">
            <a:xfrm>
              <a:off x="3777796" y="3195411"/>
              <a:ext cx="412750" cy="476250"/>
            </a:xfrm>
            <a:custGeom>
              <a:avLst/>
              <a:gdLst>
                <a:gd name="T0" fmla="*/ 112 w 260"/>
                <a:gd name="T1" fmla="*/ 0 h 300"/>
                <a:gd name="T2" fmla="*/ 112 w 260"/>
                <a:gd name="T3" fmla="*/ 0 h 300"/>
                <a:gd name="T4" fmla="*/ 124 w 260"/>
                <a:gd name="T5" fmla="*/ 14 h 300"/>
                <a:gd name="T6" fmla="*/ 140 w 260"/>
                <a:gd name="T7" fmla="*/ 34 h 300"/>
                <a:gd name="T8" fmla="*/ 160 w 260"/>
                <a:gd name="T9" fmla="*/ 58 h 300"/>
                <a:gd name="T10" fmla="*/ 182 w 260"/>
                <a:gd name="T11" fmla="*/ 92 h 300"/>
                <a:gd name="T12" fmla="*/ 208 w 260"/>
                <a:gd name="T13" fmla="*/ 134 h 300"/>
                <a:gd name="T14" fmla="*/ 234 w 260"/>
                <a:gd name="T15" fmla="*/ 182 h 300"/>
                <a:gd name="T16" fmla="*/ 260 w 260"/>
                <a:gd name="T17" fmla="*/ 240 h 300"/>
                <a:gd name="T18" fmla="*/ 106 w 260"/>
                <a:gd name="T19" fmla="*/ 300 h 300"/>
                <a:gd name="T20" fmla="*/ 0 w 260"/>
                <a:gd name="T21" fmla="*/ 118 h 300"/>
                <a:gd name="T22" fmla="*/ 0 w 260"/>
                <a:gd name="T23" fmla="*/ 118 h 300"/>
                <a:gd name="T24" fmla="*/ 0 w 260"/>
                <a:gd name="T25" fmla="*/ 102 h 300"/>
                <a:gd name="T26" fmla="*/ 2 w 260"/>
                <a:gd name="T27" fmla="*/ 84 h 300"/>
                <a:gd name="T28" fmla="*/ 8 w 260"/>
                <a:gd name="T29" fmla="*/ 64 h 300"/>
                <a:gd name="T30" fmla="*/ 14 w 260"/>
                <a:gd name="T31" fmla="*/ 54 h 300"/>
                <a:gd name="T32" fmla="*/ 20 w 260"/>
                <a:gd name="T33" fmla="*/ 44 h 300"/>
                <a:gd name="T34" fmla="*/ 30 w 260"/>
                <a:gd name="T35" fmla="*/ 34 h 300"/>
                <a:gd name="T36" fmla="*/ 40 w 260"/>
                <a:gd name="T37" fmla="*/ 24 h 300"/>
                <a:gd name="T38" fmla="*/ 54 w 260"/>
                <a:gd name="T39" fmla="*/ 16 h 300"/>
                <a:gd name="T40" fmla="*/ 70 w 260"/>
                <a:gd name="T41" fmla="*/ 10 h 300"/>
                <a:gd name="T42" fmla="*/ 88 w 260"/>
                <a:gd name="T43" fmla="*/ 4 h 300"/>
                <a:gd name="T44" fmla="*/ 112 w 260"/>
                <a:gd name="T45" fmla="*/ 0 h 300"/>
                <a:gd name="T46" fmla="*/ 112 w 260"/>
                <a:gd name="T47"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0" h="300">
                  <a:moveTo>
                    <a:pt x="112" y="0"/>
                  </a:moveTo>
                  <a:lnTo>
                    <a:pt x="112" y="0"/>
                  </a:lnTo>
                  <a:lnTo>
                    <a:pt x="124" y="14"/>
                  </a:lnTo>
                  <a:lnTo>
                    <a:pt x="140" y="34"/>
                  </a:lnTo>
                  <a:lnTo>
                    <a:pt x="160" y="58"/>
                  </a:lnTo>
                  <a:lnTo>
                    <a:pt x="182" y="92"/>
                  </a:lnTo>
                  <a:lnTo>
                    <a:pt x="208" y="134"/>
                  </a:lnTo>
                  <a:lnTo>
                    <a:pt x="234" y="182"/>
                  </a:lnTo>
                  <a:lnTo>
                    <a:pt x="260" y="240"/>
                  </a:lnTo>
                  <a:lnTo>
                    <a:pt x="106" y="300"/>
                  </a:lnTo>
                  <a:lnTo>
                    <a:pt x="0" y="118"/>
                  </a:lnTo>
                  <a:lnTo>
                    <a:pt x="0" y="118"/>
                  </a:lnTo>
                  <a:lnTo>
                    <a:pt x="0" y="102"/>
                  </a:lnTo>
                  <a:lnTo>
                    <a:pt x="2" y="84"/>
                  </a:lnTo>
                  <a:lnTo>
                    <a:pt x="8" y="64"/>
                  </a:lnTo>
                  <a:lnTo>
                    <a:pt x="14" y="54"/>
                  </a:lnTo>
                  <a:lnTo>
                    <a:pt x="20" y="44"/>
                  </a:lnTo>
                  <a:lnTo>
                    <a:pt x="30" y="34"/>
                  </a:lnTo>
                  <a:lnTo>
                    <a:pt x="40" y="24"/>
                  </a:lnTo>
                  <a:lnTo>
                    <a:pt x="54" y="16"/>
                  </a:lnTo>
                  <a:lnTo>
                    <a:pt x="70" y="10"/>
                  </a:lnTo>
                  <a:lnTo>
                    <a:pt x="88" y="4"/>
                  </a:lnTo>
                  <a:lnTo>
                    <a:pt x="112" y="0"/>
                  </a:lnTo>
                  <a:lnTo>
                    <a:pt x="112"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4" name="Freeform 208"/>
            <p:cNvSpPr>
              <a:spLocks/>
            </p:cNvSpPr>
            <p:nvPr/>
          </p:nvSpPr>
          <p:spPr bwMode="auto">
            <a:xfrm>
              <a:off x="3263446" y="2233386"/>
              <a:ext cx="558800" cy="387350"/>
            </a:xfrm>
            <a:custGeom>
              <a:avLst/>
              <a:gdLst>
                <a:gd name="T0" fmla="*/ 174 w 352"/>
                <a:gd name="T1" fmla="*/ 134 h 244"/>
                <a:gd name="T2" fmla="*/ 154 w 352"/>
                <a:gd name="T3" fmla="*/ 124 h 244"/>
                <a:gd name="T4" fmla="*/ 120 w 352"/>
                <a:gd name="T5" fmla="*/ 116 h 244"/>
                <a:gd name="T6" fmla="*/ 94 w 352"/>
                <a:gd name="T7" fmla="*/ 116 h 244"/>
                <a:gd name="T8" fmla="*/ 66 w 352"/>
                <a:gd name="T9" fmla="*/ 128 h 244"/>
                <a:gd name="T10" fmla="*/ 38 w 352"/>
                <a:gd name="T11" fmla="*/ 152 h 244"/>
                <a:gd name="T12" fmla="*/ 16 w 352"/>
                <a:gd name="T13" fmla="*/ 196 h 244"/>
                <a:gd name="T14" fmla="*/ 6 w 352"/>
                <a:gd name="T15" fmla="*/ 226 h 244"/>
                <a:gd name="T16" fmla="*/ 2 w 352"/>
                <a:gd name="T17" fmla="*/ 198 h 244"/>
                <a:gd name="T18" fmla="*/ 0 w 352"/>
                <a:gd name="T19" fmla="*/ 148 h 244"/>
                <a:gd name="T20" fmla="*/ 8 w 352"/>
                <a:gd name="T21" fmla="*/ 110 h 244"/>
                <a:gd name="T22" fmla="*/ 26 w 352"/>
                <a:gd name="T23" fmla="*/ 72 h 244"/>
                <a:gd name="T24" fmla="*/ 58 w 352"/>
                <a:gd name="T25" fmla="*/ 38 h 244"/>
                <a:gd name="T26" fmla="*/ 108 w 352"/>
                <a:gd name="T27" fmla="*/ 12 h 244"/>
                <a:gd name="T28" fmla="*/ 142 w 352"/>
                <a:gd name="T29" fmla="*/ 2 h 244"/>
                <a:gd name="T30" fmla="*/ 174 w 352"/>
                <a:gd name="T31" fmla="*/ 0 h 244"/>
                <a:gd name="T32" fmla="*/ 228 w 352"/>
                <a:gd name="T33" fmla="*/ 4 h 244"/>
                <a:gd name="T34" fmla="*/ 268 w 352"/>
                <a:gd name="T35" fmla="*/ 14 h 244"/>
                <a:gd name="T36" fmla="*/ 304 w 352"/>
                <a:gd name="T37" fmla="*/ 34 h 244"/>
                <a:gd name="T38" fmla="*/ 334 w 352"/>
                <a:gd name="T39" fmla="*/ 68 h 244"/>
                <a:gd name="T40" fmla="*/ 344 w 352"/>
                <a:gd name="T41" fmla="*/ 90 h 244"/>
                <a:gd name="T42" fmla="*/ 350 w 352"/>
                <a:gd name="T43" fmla="*/ 114 h 244"/>
                <a:gd name="T44" fmla="*/ 352 w 352"/>
                <a:gd name="T45" fmla="*/ 146 h 244"/>
                <a:gd name="T46" fmla="*/ 352 w 352"/>
                <a:gd name="T47" fmla="*/ 178 h 244"/>
                <a:gd name="T48" fmla="*/ 342 w 352"/>
                <a:gd name="T49" fmla="*/ 244 h 244"/>
                <a:gd name="T50" fmla="*/ 340 w 352"/>
                <a:gd name="T51" fmla="*/ 236 h 244"/>
                <a:gd name="T52" fmla="*/ 324 w 352"/>
                <a:gd name="T53" fmla="*/ 186 h 244"/>
                <a:gd name="T54" fmla="*/ 308 w 352"/>
                <a:gd name="T55" fmla="*/ 158 h 244"/>
                <a:gd name="T56" fmla="*/ 286 w 352"/>
                <a:gd name="T57" fmla="*/ 132 h 244"/>
                <a:gd name="T58" fmla="*/ 256 w 352"/>
                <a:gd name="T59" fmla="*/ 116 h 244"/>
                <a:gd name="T60" fmla="*/ 220 w 352"/>
                <a:gd name="T61" fmla="*/ 114 h 244"/>
                <a:gd name="T62" fmla="*/ 174 w 352"/>
                <a:gd name="T63" fmla="*/ 13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2" h="244">
                  <a:moveTo>
                    <a:pt x="174" y="134"/>
                  </a:moveTo>
                  <a:lnTo>
                    <a:pt x="174" y="134"/>
                  </a:lnTo>
                  <a:lnTo>
                    <a:pt x="170" y="132"/>
                  </a:lnTo>
                  <a:lnTo>
                    <a:pt x="154" y="124"/>
                  </a:lnTo>
                  <a:lnTo>
                    <a:pt x="134" y="118"/>
                  </a:lnTo>
                  <a:lnTo>
                    <a:pt x="120" y="116"/>
                  </a:lnTo>
                  <a:lnTo>
                    <a:pt x="108" y="114"/>
                  </a:lnTo>
                  <a:lnTo>
                    <a:pt x="94" y="116"/>
                  </a:lnTo>
                  <a:lnTo>
                    <a:pt x="80" y="120"/>
                  </a:lnTo>
                  <a:lnTo>
                    <a:pt x="66" y="128"/>
                  </a:lnTo>
                  <a:lnTo>
                    <a:pt x="52" y="138"/>
                  </a:lnTo>
                  <a:lnTo>
                    <a:pt x="38" y="152"/>
                  </a:lnTo>
                  <a:lnTo>
                    <a:pt x="26" y="172"/>
                  </a:lnTo>
                  <a:lnTo>
                    <a:pt x="16" y="196"/>
                  </a:lnTo>
                  <a:lnTo>
                    <a:pt x="6" y="226"/>
                  </a:lnTo>
                  <a:lnTo>
                    <a:pt x="6" y="226"/>
                  </a:lnTo>
                  <a:lnTo>
                    <a:pt x="4" y="218"/>
                  </a:lnTo>
                  <a:lnTo>
                    <a:pt x="2" y="198"/>
                  </a:lnTo>
                  <a:lnTo>
                    <a:pt x="0" y="166"/>
                  </a:lnTo>
                  <a:lnTo>
                    <a:pt x="0" y="148"/>
                  </a:lnTo>
                  <a:lnTo>
                    <a:pt x="2" y="130"/>
                  </a:lnTo>
                  <a:lnTo>
                    <a:pt x="8" y="110"/>
                  </a:lnTo>
                  <a:lnTo>
                    <a:pt x="16" y="90"/>
                  </a:lnTo>
                  <a:lnTo>
                    <a:pt x="26" y="72"/>
                  </a:lnTo>
                  <a:lnTo>
                    <a:pt x="40" y="54"/>
                  </a:lnTo>
                  <a:lnTo>
                    <a:pt x="58" y="38"/>
                  </a:lnTo>
                  <a:lnTo>
                    <a:pt x="82" y="24"/>
                  </a:lnTo>
                  <a:lnTo>
                    <a:pt x="108" y="12"/>
                  </a:lnTo>
                  <a:lnTo>
                    <a:pt x="142" y="2"/>
                  </a:lnTo>
                  <a:lnTo>
                    <a:pt x="142" y="2"/>
                  </a:lnTo>
                  <a:lnTo>
                    <a:pt x="150" y="2"/>
                  </a:lnTo>
                  <a:lnTo>
                    <a:pt x="174" y="0"/>
                  </a:lnTo>
                  <a:lnTo>
                    <a:pt x="208" y="2"/>
                  </a:lnTo>
                  <a:lnTo>
                    <a:pt x="228" y="4"/>
                  </a:lnTo>
                  <a:lnTo>
                    <a:pt x="248" y="8"/>
                  </a:lnTo>
                  <a:lnTo>
                    <a:pt x="268" y="14"/>
                  </a:lnTo>
                  <a:lnTo>
                    <a:pt x="286" y="24"/>
                  </a:lnTo>
                  <a:lnTo>
                    <a:pt x="304" y="34"/>
                  </a:lnTo>
                  <a:lnTo>
                    <a:pt x="320" y="50"/>
                  </a:lnTo>
                  <a:lnTo>
                    <a:pt x="334" y="68"/>
                  </a:lnTo>
                  <a:lnTo>
                    <a:pt x="340" y="78"/>
                  </a:lnTo>
                  <a:lnTo>
                    <a:pt x="344" y="90"/>
                  </a:lnTo>
                  <a:lnTo>
                    <a:pt x="348" y="102"/>
                  </a:lnTo>
                  <a:lnTo>
                    <a:pt x="350" y="114"/>
                  </a:lnTo>
                  <a:lnTo>
                    <a:pt x="352" y="130"/>
                  </a:lnTo>
                  <a:lnTo>
                    <a:pt x="352" y="146"/>
                  </a:lnTo>
                  <a:lnTo>
                    <a:pt x="352" y="146"/>
                  </a:lnTo>
                  <a:lnTo>
                    <a:pt x="352" y="178"/>
                  </a:lnTo>
                  <a:lnTo>
                    <a:pt x="348" y="208"/>
                  </a:lnTo>
                  <a:lnTo>
                    <a:pt x="342" y="244"/>
                  </a:lnTo>
                  <a:lnTo>
                    <a:pt x="342" y="244"/>
                  </a:lnTo>
                  <a:lnTo>
                    <a:pt x="340" y="236"/>
                  </a:lnTo>
                  <a:lnTo>
                    <a:pt x="334" y="214"/>
                  </a:lnTo>
                  <a:lnTo>
                    <a:pt x="324" y="186"/>
                  </a:lnTo>
                  <a:lnTo>
                    <a:pt x="318" y="172"/>
                  </a:lnTo>
                  <a:lnTo>
                    <a:pt x="308" y="158"/>
                  </a:lnTo>
                  <a:lnTo>
                    <a:pt x="298" y="144"/>
                  </a:lnTo>
                  <a:lnTo>
                    <a:pt x="286" y="132"/>
                  </a:lnTo>
                  <a:lnTo>
                    <a:pt x="272" y="122"/>
                  </a:lnTo>
                  <a:lnTo>
                    <a:pt x="256" y="116"/>
                  </a:lnTo>
                  <a:lnTo>
                    <a:pt x="240" y="114"/>
                  </a:lnTo>
                  <a:lnTo>
                    <a:pt x="220" y="114"/>
                  </a:lnTo>
                  <a:lnTo>
                    <a:pt x="198" y="122"/>
                  </a:lnTo>
                  <a:lnTo>
                    <a:pt x="174" y="134"/>
                  </a:lnTo>
                  <a:lnTo>
                    <a:pt x="174" y="13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5" name="Freeform 209"/>
            <p:cNvSpPr>
              <a:spLocks/>
            </p:cNvSpPr>
            <p:nvPr/>
          </p:nvSpPr>
          <p:spPr bwMode="auto">
            <a:xfrm>
              <a:off x="3247571" y="2061936"/>
              <a:ext cx="650875" cy="609600"/>
            </a:xfrm>
            <a:custGeom>
              <a:avLst/>
              <a:gdLst>
                <a:gd name="T0" fmla="*/ 352 w 410"/>
                <a:gd name="T1" fmla="*/ 384 h 384"/>
                <a:gd name="T2" fmla="*/ 352 w 410"/>
                <a:gd name="T3" fmla="*/ 360 h 384"/>
                <a:gd name="T4" fmla="*/ 356 w 410"/>
                <a:gd name="T5" fmla="*/ 320 h 384"/>
                <a:gd name="T6" fmla="*/ 374 w 410"/>
                <a:gd name="T7" fmla="*/ 270 h 384"/>
                <a:gd name="T8" fmla="*/ 362 w 410"/>
                <a:gd name="T9" fmla="*/ 254 h 384"/>
                <a:gd name="T10" fmla="*/ 364 w 410"/>
                <a:gd name="T11" fmla="*/ 240 h 384"/>
                <a:gd name="T12" fmla="*/ 368 w 410"/>
                <a:gd name="T13" fmla="*/ 208 h 384"/>
                <a:gd name="T14" fmla="*/ 382 w 410"/>
                <a:gd name="T15" fmla="*/ 174 h 384"/>
                <a:gd name="T16" fmla="*/ 394 w 410"/>
                <a:gd name="T17" fmla="*/ 160 h 384"/>
                <a:gd name="T18" fmla="*/ 410 w 410"/>
                <a:gd name="T19" fmla="*/ 152 h 384"/>
                <a:gd name="T20" fmla="*/ 352 w 410"/>
                <a:gd name="T21" fmla="*/ 194 h 384"/>
                <a:gd name="T22" fmla="*/ 352 w 410"/>
                <a:gd name="T23" fmla="*/ 182 h 384"/>
                <a:gd name="T24" fmla="*/ 358 w 410"/>
                <a:gd name="T25" fmla="*/ 162 h 384"/>
                <a:gd name="T26" fmla="*/ 380 w 410"/>
                <a:gd name="T27" fmla="*/ 130 h 384"/>
                <a:gd name="T28" fmla="*/ 400 w 410"/>
                <a:gd name="T29" fmla="*/ 108 h 384"/>
                <a:gd name="T30" fmla="*/ 366 w 410"/>
                <a:gd name="T31" fmla="*/ 120 h 384"/>
                <a:gd name="T32" fmla="*/ 340 w 410"/>
                <a:gd name="T33" fmla="*/ 132 h 384"/>
                <a:gd name="T34" fmla="*/ 324 w 410"/>
                <a:gd name="T35" fmla="*/ 150 h 384"/>
                <a:gd name="T36" fmla="*/ 320 w 410"/>
                <a:gd name="T37" fmla="*/ 138 h 384"/>
                <a:gd name="T38" fmla="*/ 316 w 410"/>
                <a:gd name="T39" fmla="*/ 108 h 384"/>
                <a:gd name="T40" fmla="*/ 322 w 410"/>
                <a:gd name="T41" fmla="*/ 78 h 384"/>
                <a:gd name="T42" fmla="*/ 334 w 410"/>
                <a:gd name="T43" fmla="*/ 54 h 384"/>
                <a:gd name="T44" fmla="*/ 354 w 410"/>
                <a:gd name="T45" fmla="*/ 30 h 384"/>
                <a:gd name="T46" fmla="*/ 366 w 410"/>
                <a:gd name="T47" fmla="*/ 18 h 384"/>
                <a:gd name="T48" fmla="*/ 342 w 410"/>
                <a:gd name="T49" fmla="*/ 18 h 384"/>
                <a:gd name="T50" fmla="*/ 310 w 410"/>
                <a:gd name="T51" fmla="*/ 30 h 384"/>
                <a:gd name="T52" fmla="*/ 294 w 410"/>
                <a:gd name="T53" fmla="*/ 44 h 384"/>
                <a:gd name="T54" fmla="*/ 278 w 410"/>
                <a:gd name="T55" fmla="*/ 64 h 384"/>
                <a:gd name="T56" fmla="*/ 264 w 410"/>
                <a:gd name="T57" fmla="*/ 92 h 384"/>
                <a:gd name="T58" fmla="*/ 262 w 410"/>
                <a:gd name="T59" fmla="*/ 84 h 384"/>
                <a:gd name="T60" fmla="*/ 256 w 410"/>
                <a:gd name="T61" fmla="*/ 46 h 384"/>
                <a:gd name="T62" fmla="*/ 240 w 410"/>
                <a:gd name="T63" fmla="*/ 16 h 384"/>
                <a:gd name="T64" fmla="*/ 226 w 410"/>
                <a:gd name="T65" fmla="*/ 0 h 384"/>
                <a:gd name="T66" fmla="*/ 236 w 410"/>
                <a:gd name="T67" fmla="*/ 26 h 384"/>
                <a:gd name="T68" fmla="*/ 238 w 410"/>
                <a:gd name="T69" fmla="*/ 50 h 384"/>
                <a:gd name="T70" fmla="*/ 226 w 410"/>
                <a:gd name="T71" fmla="*/ 76 h 384"/>
                <a:gd name="T72" fmla="*/ 220 w 410"/>
                <a:gd name="T73" fmla="*/ 74 h 384"/>
                <a:gd name="T74" fmla="*/ 174 w 410"/>
                <a:gd name="T75" fmla="*/ 66 h 384"/>
                <a:gd name="T76" fmla="*/ 140 w 410"/>
                <a:gd name="T77" fmla="*/ 68 h 384"/>
                <a:gd name="T78" fmla="*/ 104 w 410"/>
                <a:gd name="T79" fmla="*/ 78 h 384"/>
                <a:gd name="T80" fmla="*/ 66 w 410"/>
                <a:gd name="T81" fmla="*/ 96 h 384"/>
                <a:gd name="T82" fmla="*/ 30 w 410"/>
                <a:gd name="T83" fmla="*/ 130 h 384"/>
                <a:gd name="T84" fmla="*/ 0 w 410"/>
                <a:gd name="T85" fmla="*/ 180 h 384"/>
                <a:gd name="T86" fmla="*/ 4 w 410"/>
                <a:gd name="T87" fmla="*/ 176 h 384"/>
                <a:gd name="T88" fmla="*/ 24 w 410"/>
                <a:gd name="T89" fmla="*/ 162 h 384"/>
                <a:gd name="T90" fmla="*/ 42 w 410"/>
                <a:gd name="T91" fmla="*/ 156 h 384"/>
                <a:gd name="T92" fmla="*/ 50 w 410"/>
                <a:gd name="T93" fmla="*/ 158 h 384"/>
                <a:gd name="T94" fmla="*/ 38 w 410"/>
                <a:gd name="T95" fmla="*/ 164 h 384"/>
                <a:gd name="T96" fmla="*/ 20 w 410"/>
                <a:gd name="T97" fmla="*/ 184 h 384"/>
                <a:gd name="T98" fmla="*/ 4 w 410"/>
                <a:gd name="T99" fmla="*/ 224 h 384"/>
                <a:gd name="T100" fmla="*/ 28 w 410"/>
                <a:gd name="T101" fmla="*/ 230 h 384"/>
                <a:gd name="T102" fmla="*/ 260 w 410"/>
                <a:gd name="T103" fmla="*/ 206 h 384"/>
                <a:gd name="T104" fmla="*/ 352 w 410"/>
                <a:gd name="T10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0" h="384">
                  <a:moveTo>
                    <a:pt x="352" y="384"/>
                  </a:moveTo>
                  <a:lnTo>
                    <a:pt x="352" y="384"/>
                  </a:lnTo>
                  <a:lnTo>
                    <a:pt x="352" y="372"/>
                  </a:lnTo>
                  <a:lnTo>
                    <a:pt x="352" y="360"/>
                  </a:lnTo>
                  <a:lnTo>
                    <a:pt x="352" y="342"/>
                  </a:lnTo>
                  <a:lnTo>
                    <a:pt x="356" y="320"/>
                  </a:lnTo>
                  <a:lnTo>
                    <a:pt x="364" y="298"/>
                  </a:lnTo>
                  <a:lnTo>
                    <a:pt x="374" y="270"/>
                  </a:lnTo>
                  <a:lnTo>
                    <a:pt x="392" y="242"/>
                  </a:lnTo>
                  <a:lnTo>
                    <a:pt x="362" y="254"/>
                  </a:lnTo>
                  <a:lnTo>
                    <a:pt x="362" y="254"/>
                  </a:lnTo>
                  <a:lnTo>
                    <a:pt x="364" y="240"/>
                  </a:lnTo>
                  <a:lnTo>
                    <a:pt x="366" y="224"/>
                  </a:lnTo>
                  <a:lnTo>
                    <a:pt x="368" y="208"/>
                  </a:lnTo>
                  <a:lnTo>
                    <a:pt x="374" y="190"/>
                  </a:lnTo>
                  <a:lnTo>
                    <a:pt x="382" y="174"/>
                  </a:lnTo>
                  <a:lnTo>
                    <a:pt x="388" y="166"/>
                  </a:lnTo>
                  <a:lnTo>
                    <a:pt x="394" y="160"/>
                  </a:lnTo>
                  <a:lnTo>
                    <a:pt x="402" y="156"/>
                  </a:lnTo>
                  <a:lnTo>
                    <a:pt x="410" y="152"/>
                  </a:lnTo>
                  <a:lnTo>
                    <a:pt x="352" y="194"/>
                  </a:lnTo>
                  <a:lnTo>
                    <a:pt x="352" y="194"/>
                  </a:lnTo>
                  <a:lnTo>
                    <a:pt x="352" y="188"/>
                  </a:lnTo>
                  <a:lnTo>
                    <a:pt x="352" y="182"/>
                  </a:lnTo>
                  <a:lnTo>
                    <a:pt x="352" y="174"/>
                  </a:lnTo>
                  <a:lnTo>
                    <a:pt x="358" y="162"/>
                  </a:lnTo>
                  <a:lnTo>
                    <a:pt x="366" y="148"/>
                  </a:lnTo>
                  <a:lnTo>
                    <a:pt x="380" y="130"/>
                  </a:lnTo>
                  <a:lnTo>
                    <a:pt x="400" y="108"/>
                  </a:lnTo>
                  <a:lnTo>
                    <a:pt x="400" y="108"/>
                  </a:lnTo>
                  <a:lnTo>
                    <a:pt x="390" y="112"/>
                  </a:lnTo>
                  <a:lnTo>
                    <a:pt x="366" y="120"/>
                  </a:lnTo>
                  <a:lnTo>
                    <a:pt x="352" y="126"/>
                  </a:lnTo>
                  <a:lnTo>
                    <a:pt x="340" y="132"/>
                  </a:lnTo>
                  <a:lnTo>
                    <a:pt x="330" y="140"/>
                  </a:lnTo>
                  <a:lnTo>
                    <a:pt x="324" y="150"/>
                  </a:lnTo>
                  <a:lnTo>
                    <a:pt x="324" y="150"/>
                  </a:lnTo>
                  <a:lnTo>
                    <a:pt x="320" y="138"/>
                  </a:lnTo>
                  <a:lnTo>
                    <a:pt x="316" y="126"/>
                  </a:lnTo>
                  <a:lnTo>
                    <a:pt x="316" y="108"/>
                  </a:lnTo>
                  <a:lnTo>
                    <a:pt x="320" y="88"/>
                  </a:lnTo>
                  <a:lnTo>
                    <a:pt x="322" y="78"/>
                  </a:lnTo>
                  <a:lnTo>
                    <a:pt x="328" y="66"/>
                  </a:lnTo>
                  <a:lnTo>
                    <a:pt x="334" y="54"/>
                  </a:lnTo>
                  <a:lnTo>
                    <a:pt x="342" y="42"/>
                  </a:lnTo>
                  <a:lnTo>
                    <a:pt x="354" y="30"/>
                  </a:lnTo>
                  <a:lnTo>
                    <a:pt x="366" y="18"/>
                  </a:lnTo>
                  <a:lnTo>
                    <a:pt x="366" y="18"/>
                  </a:lnTo>
                  <a:lnTo>
                    <a:pt x="356" y="18"/>
                  </a:lnTo>
                  <a:lnTo>
                    <a:pt x="342" y="18"/>
                  </a:lnTo>
                  <a:lnTo>
                    <a:pt x="328" y="22"/>
                  </a:lnTo>
                  <a:lnTo>
                    <a:pt x="310" y="30"/>
                  </a:lnTo>
                  <a:lnTo>
                    <a:pt x="302" y="36"/>
                  </a:lnTo>
                  <a:lnTo>
                    <a:pt x="294" y="44"/>
                  </a:lnTo>
                  <a:lnTo>
                    <a:pt x="286" y="54"/>
                  </a:lnTo>
                  <a:lnTo>
                    <a:pt x="278" y="64"/>
                  </a:lnTo>
                  <a:lnTo>
                    <a:pt x="270" y="78"/>
                  </a:lnTo>
                  <a:lnTo>
                    <a:pt x="264" y="92"/>
                  </a:lnTo>
                  <a:lnTo>
                    <a:pt x="264" y="92"/>
                  </a:lnTo>
                  <a:lnTo>
                    <a:pt x="262" y="84"/>
                  </a:lnTo>
                  <a:lnTo>
                    <a:pt x="260" y="62"/>
                  </a:lnTo>
                  <a:lnTo>
                    <a:pt x="256" y="46"/>
                  </a:lnTo>
                  <a:lnTo>
                    <a:pt x="248" y="32"/>
                  </a:lnTo>
                  <a:lnTo>
                    <a:pt x="240" y="16"/>
                  </a:lnTo>
                  <a:lnTo>
                    <a:pt x="226" y="0"/>
                  </a:lnTo>
                  <a:lnTo>
                    <a:pt x="226" y="0"/>
                  </a:lnTo>
                  <a:lnTo>
                    <a:pt x="230" y="6"/>
                  </a:lnTo>
                  <a:lnTo>
                    <a:pt x="236" y="26"/>
                  </a:lnTo>
                  <a:lnTo>
                    <a:pt x="238" y="38"/>
                  </a:lnTo>
                  <a:lnTo>
                    <a:pt x="238" y="50"/>
                  </a:lnTo>
                  <a:lnTo>
                    <a:pt x="234" y="64"/>
                  </a:lnTo>
                  <a:lnTo>
                    <a:pt x="226" y="76"/>
                  </a:lnTo>
                  <a:lnTo>
                    <a:pt x="226" y="76"/>
                  </a:lnTo>
                  <a:lnTo>
                    <a:pt x="220" y="74"/>
                  </a:lnTo>
                  <a:lnTo>
                    <a:pt x="202" y="70"/>
                  </a:lnTo>
                  <a:lnTo>
                    <a:pt x="174" y="66"/>
                  </a:lnTo>
                  <a:lnTo>
                    <a:pt x="158" y="66"/>
                  </a:lnTo>
                  <a:lnTo>
                    <a:pt x="140" y="68"/>
                  </a:lnTo>
                  <a:lnTo>
                    <a:pt x="122" y="72"/>
                  </a:lnTo>
                  <a:lnTo>
                    <a:pt x="104" y="78"/>
                  </a:lnTo>
                  <a:lnTo>
                    <a:pt x="84" y="86"/>
                  </a:lnTo>
                  <a:lnTo>
                    <a:pt x="66" y="96"/>
                  </a:lnTo>
                  <a:lnTo>
                    <a:pt x="48" y="112"/>
                  </a:lnTo>
                  <a:lnTo>
                    <a:pt x="30" y="130"/>
                  </a:lnTo>
                  <a:lnTo>
                    <a:pt x="14" y="154"/>
                  </a:lnTo>
                  <a:lnTo>
                    <a:pt x="0" y="180"/>
                  </a:lnTo>
                  <a:lnTo>
                    <a:pt x="0" y="180"/>
                  </a:lnTo>
                  <a:lnTo>
                    <a:pt x="4" y="176"/>
                  </a:lnTo>
                  <a:lnTo>
                    <a:pt x="16" y="168"/>
                  </a:lnTo>
                  <a:lnTo>
                    <a:pt x="24" y="162"/>
                  </a:lnTo>
                  <a:lnTo>
                    <a:pt x="34" y="160"/>
                  </a:lnTo>
                  <a:lnTo>
                    <a:pt x="42" y="156"/>
                  </a:lnTo>
                  <a:lnTo>
                    <a:pt x="50" y="158"/>
                  </a:lnTo>
                  <a:lnTo>
                    <a:pt x="50" y="158"/>
                  </a:lnTo>
                  <a:lnTo>
                    <a:pt x="44" y="160"/>
                  </a:lnTo>
                  <a:lnTo>
                    <a:pt x="38" y="164"/>
                  </a:lnTo>
                  <a:lnTo>
                    <a:pt x="28" y="172"/>
                  </a:lnTo>
                  <a:lnTo>
                    <a:pt x="20" y="184"/>
                  </a:lnTo>
                  <a:lnTo>
                    <a:pt x="12" y="200"/>
                  </a:lnTo>
                  <a:lnTo>
                    <a:pt x="4" y="224"/>
                  </a:lnTo>
                  <a:lnTo>
                    <a:pt x="0" y="256"/>
                  </a:lnTo>
                  <a:lnTo>
                    <a:pt x="28" y="230"/>
                  </a:lnTo>
                  <a:lnTo>
                    <a:pt x="166" y="180"/>
                  </a:lnTo>
                  <a:lnTo>
                    <a:pt x="260" y="206"/>
                  </a:lnTo>
                  <a:lnTo>
                    <a:pt x="308" y="208"/>
                  </a:lnTo>
                  <a:lnTo>
                    <a:pt x="352" y="38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6" name="Freeform 210"/>
            <p:cNvSpPr>
              <a:spLocks/>
            </p:cNvSpPr>
            <p:nvPr/>
          </p:nvSpPr>
          <p:spPr bwMode="auto">
            <a:xfrm>
              <a:off x="3752396" y="2471511"/>
              <a:ext cx="66675" cy="200025"/>
            </a:xfrm>
            <a:custGeom>
              <a:avLst/>
              <a:gdLst>
                <a:gd name="T0" fmla="*/ 0 w 42"/>
                <a:gd name="T1" fmla="*/ 0 h 126"/>
                <a:gd name="T2" fmla="*/ 0 w 42"/>
                <a:gd name="T3" fmla="*/ 0 h 126"/>
                <a:gd name="T4" fmla="*/ 2 w 42"/>
                <a:gd name="T5" fmla="*/ 8 h 126"/>
                <a:gd name="T6" fmla="*/ 6 w 42"/>
                <a:gd name="T7" fmla="*/ 14 h 126"/>
                <a:gd name="T8" fmla="*/ 8 w 42"/>
                <a:gd name="T9" fmla="*/ 24 h 126"/>
                <a:gd name="T10" fmla="*/ 10 w 42"/>
                <a:gd name="T11" fmla="*/ 38 h 126"/>
                <a:gd name="T12" fmla="*/ 10 w 42"/>
                <a:gd name="T13" fmla="*/ 52 h 126"/>
                <a:gd name="T14" fmla="*/ 6 w 42"/>
                <a:gd name="T15" fmla="*/ 68 h 126"/>
                <a:gd name="T16" fmla="*/ 0 w 42"/>
                <a:gd name="T17" fmla="*/ 84 h 126"/>
                <a:gd name="T18" fmla="*/ 0 w 42"/>
                <a:gd name="T19" fmla="*/ 84 h 126"/>
                <a:gd name="T20" fmla="*/ 0 w 42"/>
                <a:gd name="T21" fmla="*/ 88 h 126"/>
                <a:gd name="T22" fmla="*/ 6 w 42"/>
                <a:gd name="T23" fmla="*/ 100 h 126"/>
                <a:gd name="T24" fmla="*/ 18 w 42"/>
                <a:gd name="T25" fmla="*/ 114 h 126"/>
                <a:gd name="T26" fmla="*/ 26 w 42"/>
                <a:gd name="T27" fmla="*/ 120 h 126"/>
                <a:gd name="T28" fmla="*/ 34 w 42"/>
                <a:gd name="T29" fmla="*/ 126 h 126"/>
                <a:gd name="T30" fmla="*/ 42 w 42"/>
                <a:gd name="T31" fmla="*/ 54 h 126"/>
                <a:gd name="T32" fmla="*/ 0 w 42"/>
                <a:gd name="T3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126">
                  <a:moveTo>
                    <a:pt x="0" y="0"/>
                  </a:moveTo>
                  <a:lnTo>
                    <a:pt x="0" y="0"/>
                  </a:lnTo>
                  <a:lnTo>
                    <a:pt x="2" y="8"/>
                  </a:lnTo>
                  <a:lnTo>
                    <a:pt x="6" y="14"/>
                  </a:lnTo>
                  <a:lnTo>
                    <a:pt x="8" y="24"/>
                  </a:lnTo>
                  <a:lnTo>
                    <a:pt x="10" y="38"/>
                  </a:lnTo>
                  <a:lnTo>
                    <a:pt x="10" y="52"/>
                  </a:lnTo>
                  <a:lnTo>
                    <a:pt x="6" y="68"/>
                  </a:lnTo>
                  <a:lnTo>
                    <a:pt x="0" y="84"/>
                  </a:lnTo>
                  <a:lnTo>
                    <a:pt x="0" y="84"/>
                  </a:lnTo>
                  <a:lnTo>
                    <a:pt x="0" y="88"/>
                  </a:lnTo>
                  <a:lnTo>
                    <a:pt x="6" y="100"/>
                  </a:lnTo>
                  <a:lnTo>
                    <a:pt x="18" y="114"/>
                  </a:lnTo>
                  <a:lnTo>
                    <a:pt x="26" y="120"/>
                  </a:lnTo>
                  <a:lnTo>
                    <a:pt x="34" y="126"/>
                  </a:lnTo>
                  <a:lnTo>
                    <a:pt x="42" y="54"/>
                  </a:lnTo>
                  <a:lnTo>
                    <a:pt x="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7" name="Freeform 211"/>
            <p:cNvSpPr>
              <a:spLocks/>
            </p:cNvSpPr>
            <p:nvPr/>
          </p:nvSpPr>
          <p:spPr bwMode="auto">
            <a:xfrm>
              <a:off x="3266621" y="2468336"/>
              <a:ext cx="63500" cy="196850"/>
            </a:xfrm>
            <a:custGeom>
              <a:avLst/>
              <a:gdLst>
                <a:gd name="T0" fmla="*/ 40 w 40"/>
                <a:gd name="T1" fmla="*/ 0 h 124"/>
                <a:gd name="T2" fmla="*/ 40 w 40"/>
                <a:gd name="T3" fmla="*/ 0 h 124"/>
                <a:gd name="T4" fmla="*/ 38 w 40"/>
                <a:gd name="T5" fmla="*/ 6 h 124"/>
                <a:gd name="T6" fmla="*/ 34 w 40"/>
                <a:gd name="T7" fmla="*/ 14 h 124"/>
                <a:gd name="T8" fmla="*/ 32 w 40"/>
                <a:gd name="T9" fmla="*/ 24 h 124"/>
                <a:gd name="T10" fmla="*/ 30 w 40"/>
                <a:gd name="T11" fmla="*/ 36 h 124"/>
                <a:gd name="T12" fmla="*/ 30 w 40"/>
                <a:gd name="T13" fmla="*/ 50 h 124"/>
                <a:gd name="T14" fmla="*/ 34 w 40"/>
                <a:gd name="T15" fmla="*/ 66 h 124"/>
                <a:gd name="T16" fmla="*/ 40 w 40"/>
                <a:gd name="T17" fmla="*/ 82 h 124"/>
                <a:gd name="T18" fmla="*/ 40 w 40"/>
                <a:gd name="T19" fmla="*/ 82 h 124"/>
                <a:gd name="T20" fmla="*/ 38 w 40"/>
                <a:gd name="T21" fmla="*/ 88 h 124"/>
                <a:gd name="T22" fmla="*/ 32 w 40"/>
                <a:gd name="T23" fmla="*/ 98 h 124"/>
                <a:gd name="T24" fmla="*/ 22 w 40"/>
                <a:gd name="T25" fmla="*/ 112 h 124"/>
                <a:gd name="T26" fmla="*/ 14 w 40"/>
                <a:gd name="T27" fmla="*/ 118 h 124"/>
                <a:gd name="T28" fmla="*/ 4 w 40"/>
                <a:gd name="T29" fmla="*/ 124 h 124"/>
                <a:gd name="T30" fmla="*/ 0 w 40"/>
                <a:gd name="T31" fmla="*/ 46 h 124"/>
                <a:gd name="T32" fmla="*/ 40 w 40"/>
                <a:gd name="T3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124">
                  <a:moveTo>
                    <a:pt x="40" y="0"/>
                  </a:moveTo>
                  <a:lnTo>
                    <a:pt x="40" y="0"/>
                  </a:lnTo>
                  <a:lnTo>
                    <a:pt x="38" y="6"/>
                  </a:lnTo>
                  <a:lnTo>
                    <a:pt x="34" y="14"/>
                  </a:lnTo>
                  <a:lnTo>
                    <a:pt x="32" y="24"/>
                  </a:lnTo>
                  <a:lnTo>
                    <a:pt x="30" y="36"/>
                  </a:lnTo>
                  <a:lnTo>
                    <a:pt x="30" y="50"/>
                  </a:lnTo>
                  <a:lnTo>
                    <a:pt x="34" y="66"/>
                  </a:lnTo>
                  <a:lnTo>
                    <a:pt x="40" y="82"/>
                  </a:lnTo>
                  <a:lnTo>
                    <a:pt x="40" y="82"/>
                  </a:lnTo>
                  <a:lnTo>
                    <a:pt x="38" y="88"/>
                  </a:lnTo>
                  <a:lnTo>
                    <a:pt x="32" y="98"/>
                  </a:lnTo>
                  <a:lnTo>
                    <a:pt x="22" y="112"/>
                  </a:lnTo>
                  <a:lnTo>
                    <a:pt x="14" y="118"/>
                  </a:lnTo>
                  <a:lnTo>
                    <a:pt x="4" y="124"/>
                  </a:lnTo>
                  <a:lnTo>
                    <a:pt x="0" y="46"/>
                  </a:lnTo>
                  <a:lnTo>
                    <a:pt x="4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8" name="Freeform 212"/>
            <p:cNvSpPr>
              <a:spLocks/>
            </p:cNvSpPr>
            <p:nvPr/>
          </p:nvSpPr>
          <p:spPr bwMode="auto">
            <a:xfrm>
              <a:off x="3438071" y="3173186"/>
              <a:ext cx="196850" cy="257175"/>
            </a:xfrm>
            <a:custGeom>
              <a:avLst/>
              <a:gdLst>
                <a:gd name="T0" fmla="*/ 0 w 124"/>
                <a:gd name="T1" fmla="*/ 48 h 162"/>
                <a:gd name="T2" fmla="*/ 60 w 124"/>
                <a:gd name="T3" fmla="*/ 162 h 162"/>
                <a:gd name="T4" fmla="*/ 124 w 124"/>
                <a:gd name="T5" fmla="*/ 40 h 162"/>
                <a:gd name="T6" fmla="*/ 68 w 124"/>
                <a:gd name="T7" fmla="*/ 0 h 162"/>
                <a:gd name="T8" fmla="*/ 0 w 124"/>
                <a:gd name="T9" fmla="*/ 48 h 162"/>
              </a:gdLst>
              <a:ahLst/>
              <a:cxnLst>
                <a:cxn ang="0">
                  <a:pos x="T0" y="T1"/>
                </a:cxn>
                <a:cxn ang="0">
                  <a:pos x="T2" y="T3"/>
                </a:cxn>
                <a:cxn ang="0">
                  <a:pos x="T4" y="T5"/>
                </a:cxn>
                <a:cxn ang="0">
                  <a:pos x="T6" y="T7"/>
                </a:cxn>
                <a:cxn ang="0">
                  <a:pos x="T8" y="T9"/>
                </a:cxn>
              </a:cxnLst>
              <a:rect l="0" t="0" r="r" b="b"/>
              <a:pathLst>
                <a:path w="124" h="162">
                  <a:moveTo>
                    <a:pt x="0" y="48"/>
                  </a:moveTo>
                  <a:lnTo>
                    <a:pt x="60" y="162"/>
                  </a:lnTo>
                  <a:lnTo>
                    <a:pt x="124" y="40"/>
                  </a:lnTo>
                  <a:lnTo>
                    <a:pt x="68" y="0"/>
                  </a:lnTo>
                  <a:lnTo>
                    <a:pt x="0" y="48"/>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9" name="Freeform 213"/>
            <p:cNvSpPr>
              <a:spLocks/>
            </p:cNvSpPr>
            <p:nvPr/>
          </p:nvSpPr>
          <p:spPr bwMode="auto">
            <a:xfrm>
              <a:off x="3336471" y="3087461"/>
              <a:ext cx="196850" cy="406400"/>
            </a:xfrm>
            <a:custGeom>
              <a:avLst/>
              <a:gdLst>
                <a:gd name="T0" fmla="*/ 20 w 124"/>
                <a:gd name="T1" fmla="*/ 0 h 256"/>
                <a:gd name="T2" fmla="*/ 124 w 124"/>
                <a:gd name="T3" fmla="*/ 216 h 256"/>
                <a:gd name="T4" fmla="*/ 124 w 124"/>
                <a:gd name="T5" fmla="*/ 256 h 256"/>
                <a:gd name="T6" fmla="*/ 0 w 124"/>
                <a:gd name="T7" fmla="*/ 4 h 256"/>
                <a:gd name="T8" fmla="*/ 20 w 124"/>
                <a:gd name="T9" fmla="*/ 0 h 256"/>
              </a:gdLst>
              <a:ahLst/>
              <a:cxnLst>
                <a:cxn ang="0">
                  <a:pos x="T0" y="T1"/>
                </a:cxn>
                <a:cxn ang="0">
                  <a:pos x="T2" y="T3"/>
                </a:cxn>
                <a:cxn ang="0">
                  <a:pos x="T4" y="T5"/>
                </a:cxn>
                <a:cxn ang="0">
                  <a:pos x="T6" y="T7"/>
                </a:cxn>
                <a:cxn ang="0">
                  <a:pos x="T8" y="T9"/>
                </a:cxn>
              </a:cxnLst>
              <a:rect l="0" t="0" r="r" b="b"/>
              <a:pathLst>
                <a:path w="124" h="256">
                  <a:moveTo>
                    <a:pt x="20" y="0"/>
                  </a:moveTo>
                  <a:lnTo>
                    <a:pt x="124" y="216"/>
                  </a:lnTo>
                  <a:lnTo>
                    <a:pt x="124" y="256"/>
                  </a:lnTo>
                  <a:lnTo>
                    <a:pt x="0" y="4"/>
                  </a:lnTo>
                  <a:lnTo>
                    <a:pt x="2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0" name="Freeform 214"/>
            <p:cNvSpPr>
              <a:spLocks/>
            </p:cNvSpPr>
            <p:nvPr/>
          </p:nvSpPr>
          <p:spPr bwMode="auto">
            <a:xfrm>
              <a:off x="3533321" y="3087461"/>
              <a:ext cx="200025" cy="406400"/>
            </a:xfrm>
            <a:custGeom>
              <a:avLst/>
              <a:gdLst>
                <a:gd name="T0" fmla="*/ 106 w 126"/>
                <a:gd name="T1" fmla="*/ 0 h 256"/>
                <a:gd name="T2" fmla="*/ 0 w 126"/>
                <a:gd name="T3" fmla="*/ 216 h 256"/>
                <a:gd name="T4" fmla="*/ 0 w 126"/>
                <a:gd name="T5" fmla="*/ 256 h 256"/>
                <a:gd name="T6" fmla="*/ 126 w 126"/>
                <a:gd name="T7" fmla="*/ 4 h 256"/>
                <a:gd name="T8" fmla="*/ 106 w 126"/>
                <a:gd name="T9" fmla="*/ 0 h 256"/>
              </a:gdLst>
              <a:ahLst/>
              <a:cxnLst>
                <a:cxn ang="0">
                  <a:pos x="T0" y="T1"/>
                </a:cxn>
                <a:cxn ang="0">
                  <a:pos x="T2" y="T3"/>
                </a:cxn>
                <a:cxn ang="0">
                  <a:pos x="T4" y="T5"/>
                </a:cxn>
                <a:cxn ang="0">
                  <a:pos x="T6" y="T7"/>
                </a:cxn>
                <a:cxn ang="0">
                  <a:pos x="T8" y="T9"/>
                </a:cxn>
              </a:cxnLst>
              <a:rect l="0" t="0" r="r" b="b"/>
              <a:pathLst>
                <a:path w="126" h="256">
                  <a:moveTo>
                    <a:pt x="106" y="0"/>
                  </a:moveTo>
                  <a:lnTo>
                    <a:pt x="0" y="216"/>
                  </a:lnTo>
                  <a:lnTo>
                    <a:pt x="0" y="256"/>
                  </a:lnTo>
                  <a:lnTo>
                    <a:pt x="126" y="4"/>
                  </a:lnTo>
                  <a:lnTo>
                    <a:pt x="106"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1" name="Freeform 215"/>
            <p:cNvSpPr>
              <a:spLocks/>
            </p:cNvSpPr>
            <p:nvPr/>
          </p:nvSpPr>
          <p:spPr bwMode="auto">
            <a:xfrm>
              <a:off x="3345996" y="3055711"/>
              <a:ext cx="200025" cy="234950"/>
            </a:xfrm>
            <a:custGeom>
              <a:avLst/>
              <a:gdLst>
                <a:gd name="T0" fmla="*/ 0 w 126"/>
                <a:gd name="T1" fmla="*/ 16 h 148"/>
                <a:gd name="T2" fmla="*/ 72 w 126"/>
                <a:gd name="T3" fmla="*/ 0 h 148"/>
                <a:gd name="T4" fmla="*/ 126 w 126"/>
                <a:gd name="T5" fmla="*/ 74 h 148"/>
                <a:gd name="T6" fmla="*/ 22 w 126"/>
                <a:gd name="T7" fmla="*/ 148 h 148"/>
                <a:gd name="T8" fmla="*/ 0 w 126"/>
                <a:gd name="T9" fmla="*/ 16 h 148"/>
              </a:gdLst>
              <a:ahLst/>
              <a:cxnLst>
                <a:cxn ang="0">
                  <a:pos x="T0" y="T1"/>
                </a:cxn>
                <a:cxn ang="0">
                  <a:pos x="T2" y="T3"/>
                </a:cxn>
                <a:cxn ang="0">
                  <a:pos x="T4" y="T5"/>
                </a:cxn>
                <a:cxn ang="0">
                  <a:pos x="T6" y="T7"/>
                </a:cxn>
                <a:cxn ang="0">
                  <a:pos x="T8" y="T9"/>
                </a:cxn>
              </a:cxnLst>
              <a:rect l="0" t="0" r="r" b="b"/>
              <a:pathLst>
                <a:path w="126" h="148">
                  <a:moveTo>
                    <a:pt x="0" y="16"/>
                  </a:moveTo>
                  <a:lnTo>
                    <a:pt x="72" y="0"/>
                  </a:lnTo>
                  <a:lnTo>
                    <a:pt x="126" y="74"/>
                  </a:lnTo>
                  <a:lnTo>
                    <a:pt x="22" y="148"/>
                  </a:lnTo>
                  <a:lnTo>
                    <a:pt x="0" y="16"/>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2" name="Freeform 216"/>
            <p:cNvSpPr>
              <a:spLocks/>
            </p:cNvSpPr>
            <p:nvPr/>
          </p:nvSpPr>
          <p:spPr bwMode="auto">
            <a:xfrm>
              <a:off x="3546021" y="3055711"/>
              <a:ext cx="200025" cy="234950"/>
            </a:xfrm>
            <a:custGeom>
              <a:avLst/>
              <a:gdLst>
                <a:gd name="T0" fmla="*/ 126 w 126"/>
                <a:gd name="T1" fmla="*/ 16 h 148"/>
                <a:gd name="T2" fmla="*/ 46 w 126"/>
                <a:gd name="T3" fmla="*/ 0 h 148"/>
                <a:gd name="T4" fmla="*/ 0 w 126"/>
                <a:gd name="T5" fmla="*/ 74 h 148"/>
                <a:gd name="T6" fmla="*/ 102 w 126"/>
                <a:gd name="T7" fmla="*/ 148 h 148"/>
                <a:gd name="T8" fmla="*/ 126 w 126"/>
                <a:gd name="T9" fmla="*/ 16 h 148"/>
              </a:gdLst>
              <a:ahLst/>
              <a:cxnLst>
                <a:cxn ang="0">
                  <a:pos x="T0" y="T1"/>
                </a:cxn>
                <a:cxn ang="0">
                  <a:pos x="T2" y="T3"/>
                </a:cxn>
                <a:cxn ang="0">
                  <a:pos x="T4" y="T5"/>
                </a:cxn>
                <a:cxn ang="0">
                  <a:pos x="T6" y="T7"/>
                </a:cxn>
                <a:cxn ang="0">
                  <a:pos x="T8" y="T9"/>
                </a:cxn>
              </a:cxnLst>
              <a:rect l="0" t="0" r="r" b="b"/>
              <a:pathLst>
                <a:path w="126" h="148">
                  <a:moveTo>
                    <a:pt x="126" y="16"/>
                  </a:moveTo>
                  <a:lnTo>
                    <a:pt x="46" y="0"/>
                  </a:lnTo>
                  <a:lnTo>
                    <a:pt x="0" y="74"/>
                  </a:lnTo>
                  <a:lnTo>
                    <a:pt x="102" y="148"/>
                  </a:lnTo>
                  <a:lnTo>
                    <a:pt x="126" y="16"/>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3" name="Freeform 217"/>
            <p:cNvSpPr>
              <a:spLocks noEditPoints="1"/>
            </p:cNvSpPr>
            <p:nvPr/>
          </p:nvSpPr>
          <p:spPr bwMode="auto">
            <a:xfrm>
              <a:off x="3342821" y="2573111"/>
              <a:ext cx="177800" cy="149225"/>
            </a:xfrm>
            <a:custGeom>
              <a:avLst/>
              <a:gdLst>
                <a:gd name="T0" fmla="*/ 56 w 112"/>
                <a:gd name="T1" fmla="*/ 0 h 94"/>
                <a:gd name="T2" fmla="*/ 24 w 112"/>
                <a:gd name="T3" fmla="*/ 4 h 94"/>
                <a:gd name="T4" fmla="*/ 10 w 112"/>
                <a:gd name="T5" fmla="*/ 12 h 94"/>
                <a:gd name="T6" fmla="*/ 2 w 112"/>
                <a:gd name="T7" fmla="*/ 30 h 94"/>
                <a:gd name="T8" fmla="*/ 0 w 112"/>
                <a:gd name="T9" fmla="*/ 44 h 94"/>
                <a:gd name="T10" fmla="*/ 6 w 112"/>
                <a:gd name="T11" fmla="*/ 62 h 94"/>
                <a:gd name="T12" fmla="*/ 14 w 112"/>
                <a:gd name="T13" fmla="*/ 78 h 94"/>
                <a:gd name="T14" fmla="*/ 30 w 112"/>
                <a:gd name="T15" fmla="*/ 88 h 94"/>
                <a:gd name="T16" fmla="*/ 50 w 112"/>
                <a:gd name="T17" fmla="*/ 94 h 94"/>
                <a:gd name="T18" fmla="*/ 60 w 112"/>
                <a:gd name="T19" fmla="*/ 92 h 94"/>
                <a:gd name="T20" fmla="*/ 78 w 112"/>
                <a:gd name="T21" fmla="*/ 88 h 94"/>
                <a:gd name="T22" fmla="*/ 94 w 112"/>
                <a:gd name="T23" fmla="*/ 76 h 94"/>
                <a:gd name="T24" fmla="*/ 104 w 112"/>
                <a:gd name="T25" fmla="*/ 60 h 94"/>
                <a:gd name="T26" fmla="*/ 108 w 112"/>
                <a:gd name="T27" fmla="*/ 50 h 94"/>
                <a:gd name="T28" fmla="*/ 112 w 112"/>
                <a:gd name="T29" fmla="*/ 24 h 94"/>
                <a:gd name="T30" fmla="*/ 104 w 112"/>
                <a:gd name="T31" fmla="*/ 10 h 94"/>
                <a:gd name="T32" fmla="*/ 78 w 112"/>
                <a:gd name="T33" fmla="*/ 2 h 94"/>
                <a:gd name="T34" fmla="*/ 56 w 112"/>
                <a:gd name="T35" fmla="*/ 0 h 94"/>
                <a:gd name="T36" fmla="*/ 102 w 112"/>
                <a:gd name="T37" fmla="*/ 50 h 94"/>
                <a:gd name="T38" fmla="*/ 94 w 112"/>
                <a:gd name="T39" fmla="*/ 66 h 94"/>
                <a:gd name="T40" fmla="*/ 82 w 112"/>
                <a:gd name="T41" fmla="*/ 78 h 94"/>
                <a:gd name="T42" fmla="*/ 68 w 112"/>
                <a:gd name="T43" fmla="*/ 84 h 94"/>
                <a:gd name="T44" fmla="*/ 50 w 112"/>
                <a:gd name="T45" fmla="*/ 86 h 94"/>
                <a:gd name="T46" fmla="*/ 42 w 112"/>
                <a:gd name="T47" fmla="*/ 86 h 94"/>
                <a:gd name="T48" fmla="*/ 26 w 112"/>
                <a:gd name="T49" fmla="*/ 78 h 94"/>
                <a:gd name="T50" fmla="*/ 16 w 112"/>
                <a:gd name="T51" fmla="*/ 66 h 94"/>
                <a:gd name="T52" fmla="*/ 10 w 112"/>
                <a:gd name="T53" fmla="*/ 52 h 94"/>
                <a:gd name="T54" fmla="*/ 8 w 112"/>
                <a:gd name="T55" fmla="*/ 44 h 94"/>
                <a:gd name="T56" fmla="*/ 12 w 112"/>
                <a:gd name="T57" fmla="*/ 22 h 94"/>
                <a:gd name="T58" fmla="*/ 22 w 112"/>
                <a:gd name="T59" fmla="*/ 12 h 94"/>
                <a:gd name="T60" fmla="*/ 38 w 112"/>
                <a:gd name="T61" fmla="*/ 8 h 94"/>
                <a:gd name="T62" fmla="*/ 56 w 112"/>
                <a:gd name="T63" fmla="*/ 8 h 94"/>
                <a:gd name="T64" fmla="*/ 88 w 112"/>
                <a:gd name="T65" fmla="*/ 12 h 94"/>
                <a:gd name="T66" fmla="*/ 102 w 112"/>
                <a:gd name="T67" fmla="*/ 22 h 94"/>
                <a:gd name="T68" fmla="*/ 104 w 112"/>
                <a:gd name="T69" fmla="*/ 36 h 94"/>
                <a:gd name="T70" fmla="*/ 102 w 112"/>
                <a:gd name="T71" fmla="*/ 5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94">
                  <a:moveTo>
                    <a:pt x="56" y="0"/>
                  </a:moveTo>
                  <a:lnTo>
                    <a:pt x="56" y="0"/>
                  </a:lnTo>
                  <a:lnTo>
                    <a:pt x="34" y="2"/>
                  </a:lnTo>
                  <a:lnTo>
                    <a:pt x="24" y="4"/>
                  </a:lnTo>
                  <a:lnTo>
                    <a:pt x="16" y="6"/>
                  </a:lnTo>
                  <a:lnTo>
                    <a:pt x="10" y="12"/>
                  </a:lnTo>
                  <a:lnTo>
                    <a:pt x="4" y="18"/>
                  </a:lnTo>
                  <a:lnTo>
                    <a:pt x="2" y="30"/>
                  </a:lnTo>
                  <a:lnTo>
                    <a:pt x="0" y="44"/>
                  </a:lnTo>
                  <a:lnTo>
                    <a:pt x="0" y="44"/>
                  </a:lnTo>
                  <a:lnTo>
                    <a:pt x="2" y="52"/>
                  </a:lnTo>
                  <a:lnTo>
                    <a:pt x="6" y="62"/>
                  </a:lnTo>
                  <a:lnTo>
                    <a:pt x="10" y="70"/>
                  </a:lnTo>
                  <a:lnTo>
                    <a:pt x="14" y="78"/>
                  </a:lnTo>
                  <a:lnTo>
                    <a:pt x="22" y="84"/>
                  </a:lnTo>
                  <a:lnTo>
                    <a:pt x="30" y="88"/>
                  </a:lnTo>
                  <a:lnTo>
                    <a:pt x="38" y="92"/>
                  </a:lnTo>
                  <a:lnTo>
                    <a:pt x="50" y="94"/>
                  </a:lnTo>
                  <a:lnTo>
                    <a:pt x="50" y="94"/>
                  </a:lnTo>
                  <a:lnTo>
                    <a:pt x="60" y="92"/>
                  </a:lnTo>
                  <a:lnTo>
                    <a:pt x="70" y="90"/>
                  </a:lnTo>
                  <a:lnTo>
                    <a:pt x="78" y="88"/>
                  </a:lnTo>
                  <a:lnTo>
                    <a:pt x="86" y="82"/>
                  </a:lnTo>
                  <a:lnTo>
                    <a:pt x="94" y="76"/>
                  </a:lnTo>
                  <a:lnTo>
                    <a:pt x="100" y="68"/>
                  </a:lnTo>
                  <a:lnTo>
                    <a:pt x="104" y="60"/>
                  </a:lnTo>
                  <a:lnTo>
                    <a:pt x="108" y="50"/>
                  </a:lnTo>
                  <a:lnTo>
                    <a:pt x="108" y="50"/>
                  </a:lnTo>
                  <a:lnTo>
                    <a:pt x="112" y="34"/>
                  </a:lnTo>
                  <a:lnTo>
                    <a:pt x="112" y="24"/>
                  </a:lnTo>
                  <a:lnTo>
                    <a:pt x="110" y="18"/>
                  </a:lnTo>
                  <a:lnTo>
                    <a:pt x="104" y="10"/>
                  </a:lnTo>
                  <a:lnTo>
                    <a:pt x="94" y="6"/>
                  </a:lnTo>
                  <a:lnTo>
                    <a:pt x="78" y="2"/>
                  </a:lnTo>
                  <a:lnTo>
                    <a:pt x="56" y="0"/>
                  </a:lnTo>
                  <a:lnTo>
                    <a:pt x="56" y="0"/>
                  </a:lnTo>
                  <a:close/>
                  <a:moveTo>
                    <a:pt x="102" y="50"/>
                  </a:moveTo>
                  <a:lnTo>
                    <a:pt x="102" y="50"/>
                  </a:lnTo>
                  <a:lnTo>
                    <a:pt x="98" y="58"/>
                  </a:lnTo>
                  <a:lnTo>
                    <a:pt x="94" y="66"/>
                  </a:lnTo>
                  <a:lnTo>
                    <a:pt x="88" y="72"/>
                  </a:lnTo>
                  <a:lnTo>
                    <a:pt x="82" y="78"/>
                  </a:lnTo>
                  <a:lnTo>
                    <a:pt x="74" y="82"/>
                  </a:lnTo>
                  <a:lnTo>
                    <a:pt x="68" y="84"/>
                  </a:lnTo>
                  <a:lnTo>
                    <a:pt x="58" y="86"/>
                  </a:lnTo>
                  <a:lnTo>
                    <a:pt x="50" y="86"/>
                  </a:lnTo>
                  <a:lnTo>
                    <a:pt x="50" y="86"/>
                  </a:lnTo>
                  <a:lnTo>
                    <a:pt x="42" y="86"/>
                  </a:lnTo>
                  <a:lnTo>
                    <a:pt x="34" y="82"/>
                  </a:lnTo>
                  <a:lnTo>
                    <a:pt x="26" y="78"/>
                  </a:lnTo>
                  <a:lnTo>
                    <a:pt x="20" y="74"/>
                  </a:lnTo>
                  <a:lnTo>
                    <a:pt x="16" y="66"/>
                  </a:lnTo>
                  <a:lnTo>
                    <a:pt x="12" y="60"/>
                  </a:lnTo>
                  <a:lnTo>
                    <a:pt x="10" y="52"/>
                  </a:lnTo>
                  <a:lnTo>
                    <a:pt x="8" y="44"/>
                  </a:lnTo>
                  <a:lnTo>
                    <a:pt x="8" y="44"/>
                  </a:lnTo>
                  <a:lnTo>
                    <a:pt x="8" y="32"/>
                  </a:lnTo>
                  <a:lnTo>
                    <a:pt x="12" y="22"/>
                  </a:lnTo>
                  <a:lnTo>
                    <a:pt x="16" y="16"/>
                  </a:lnTo>
                  <a:lnTo>
                    <a:pt x="22" y="12"/>
                  </a:lnTo>
                  <a:lnTo>
                    <a:pt x="30" y="10"/>
                  </a:lnTo>
                  <a:lnTo>
                    <a:pt x="38" y="8"/>
                  </a:lnTo>
                  <a:lnTo>
                    <a:pt x="56" y="8"/>
                  </a:lnTo>
                  <a:lnTo>
                    <a:pt x="56" y="8"/>
                  </a:lnTo>
                  <a:lnTo>
                    <a:pt x="74" y="8"/>
                  </a:lnTo>
                  <a:lnTo>
                    <a:pt x="88" y="12"/>
                  </a:lnTo>
                  <a:lnTo>
                    <a:pt x="98" y="16"/>
                  </a:lnTo>
                  <a:lnTo>
                    <a:pt x="102" y="22"/>
                  </a:lnTo>
                  <a:lnTo>
                    <a:pt x="104" y="28"/>
                  </a:lnTo>
                  <a:lnTo>
                    <a:pt x="104" y="36"/>
                  </a:lnTo>
                  <a:lnTo>
                    <a:pt x="102" y="50"/>
                  </a:lnTo>
                  <a:lnTo>
                    <a:pt x="102" y="5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4" name="Freeform 218"/>
            <p:cNvSpPr>
              <a:spLocks noEditPoints="1"/>
            </p:cNvSpPr>
            <p:nvPr/>
          </p:nvSpPr>
          <p:spPr bwMode="auto">
            <a:xfrm>
              <a:off x="3555546" y="2573111"/>
              <a:ext cx="177800" cy="149225"/>
            </a:xfrm>
            <a:custGeom>
              <a:avLst/>
              <a:gdLst>
                <a:gd name="T0" fmla="*/ 6 w 112"/>
                <a:gd name="T1" fmla="*/ 54 h 94"/>
                <a:gd name="T2" fmla="*/ 16 w 112"/>
                <a:gd name="T3" fmla="*/ 70 h 94"/>
                <a:gd name="T4" fmla="*/ 30 w 112"/>
                <a:gd name="T5" fmla="*/ 84 h 94"/>
                <a:gd name="T6" fmla="*/ 46 w 112"/>
                <a:gd name="T7" fmla="*/ 92 h 94"/>
                <a:gd name="T8" fmla="*/ 66 w 112"/>
                <a:gd name="T9" fmla="*/ 92 h 94"/>
                <a:gd name="T10" fmla="*/ 78 w 112"/>
                <a:gd name="T11" fmla="*/ 90 h 94"/>
                <a:gd name="T12" fmla="*/ 94 w 112"/>
                <a:gd name="T13" fmla="*/ 82 h 94"/>
                <a:gd name="T14" fmla="*/ 106 w 112"/>
                <a:gd name="T15" fmla="*/ 68 h 94"/>
                <a:gd name="T16" fmla="*/ 112 w 112"/>
                <a:gd name="T17" fmla="*/ 50 h 94"/>
                <a:gd name="T18" fmla="*/ 112 w 112"/>
                <a:gd name="T19" fmla="*/ 42 h 94"/>
                <a:gd name="T20" fmla="*/ 108 w 112"/>
                <a:gd name="T21" fmla="*/ 16 h 94"/>
                <a:gd name="T22" fmla="*/ 96 w 112"/>
                <a:gd name="T23" fmla="*/ 4 h 94"/>
                <a:gd name="T24" fmla="*/ 78 w 112"/>
                <a:gd name="T25" fmla="*/ 0 h 94"/>
                <a:gd name="T26" fmla="*/ 56 w 112"/>
                <a:gd name="T27" fmla="*/ 0 h 94"/>
                <a:gd name="T28" fmla="*/ 18 w 112"/>
                <a:gd name="T29" fmla="*/ 8 h 94"/>
                <a:gd name="T30" fmla="*/ 2 w 112"/>
                <a:gd name="T31" fmla="*/ 20 h 94"/>
                <a:gd name="T32" fmla="*/ 2 w 112"/>
                <a:gd name="T33" fmla="*/ 36 h 94"/>
                <a:gd name="T34" fmla="*/ 6 w 112"/>
                <a:gd name="T35" fmla="*/ 54 h 94"/>
                <a:gd name="T36" fmla="*/ 56 w 112"/>
                <a:gd name="T37" fmla="*/ 8 h 94"/>
                <a:gd name="T38" fmla="*/ 84 w 112"/>
                <a:gd name="T39" fmla="*/ 8 h 94"/>
                <a:gd name="T40" fmla="*/ 96 w 112"/>
                <a:gd name="T41" fmla="*/ 14 h 94"/>
                <a:gd name="T42" fmla="*/ 104 w 112"/>
                <a:gd name="T43" fmla="*/ 30 h 94"/>
                <a:gd name="T44" fmla="*/ 106 w 112"/>
                <a:gd name="T45" fmla="*/ 42 h 94"/>
                <a:gd name="T46" fmla="*/ 102 w 112"/>
                <a:gd name="T47" fmla="*/ 58 h 94"/>
                <a:gd name="T48" fmla="*/ 94 w 112"/>
                <a:gd name="T49" fmla="*/ 72 h 94"/>
                <a:gd name="T50" fmla="*/ 82 w 112"/>
                <a:gd name="T51" fmla="*/ 82 h 94"/>
                <a:gd name="T52" fmla="*/ 66 w 112"/>
                <a:gd name="T53" fmla="*/ 86 h 94"/>
                <a:gd name="T54" fmla="*/ 56 w 112"/>
                <a:gd name="T55" fmla="*/ 86 h 94"/>
                <a:gd name="T56" fmla="*/ 40 w 112"/>
                <a:gd name="T57" fmla="*/ 82 h 94"/>
                <a:gd name="T58" fmla="*/ 26 w 112"/>
                <a:gd name="T59" fmla="*/ 74 h 94"/>
                <a:gd name="T60" fmla="*/ 16 w 112"/>
                <a:gd name="T61" fmla="*/ 60 h 94"/>
                <a:gd name="T62" fmla="*/ 14 w 112"/>
                <a:gd name="T63" fmla="*/ 52 h 94"/>
                <a:gd name="T64" fmla="*/ 8 w 112"/>
                <a:gd name="T65" fmla="*/ 30 h 94"/>
                <a:gd name="T66" fmla="*/ 16 w 112"/>
                <a:gd name="T67" fmla="*/ 18 h 94"/>
                <a:gd name="T68" fmla="*/ 38 w 112"/>
                <a:gd name="T69" fmla="*/ 10 h 94"/>
                <a:gd name="T70" fmla="*/ 56 w 112"/>
                <a:gd name="T71" fmla="*/ 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94">
                  <a:moveTo>
                    <a:pt x="6" y="54"/>
                  </a:moveTo>
                  <a:lnTo>
                    <a:pt x="6" y="54"/>
                  </a:lnTo>
                  <a:lnTo>
                    <a:pt x="10" y="62"/>
                  </a:lnTo>
                  <a:lnTo>
                    <a:pt x="16" y="70"/>
                  </a:lnTo>
                  <a:lnTo>
                    <a:pt x="22" y="78"/>
                  </a:lnTo>
                  <a:lnTo>
                    <a:pt x="30" y="84"/>
                  </a:lnTo>
                  <a:lnTo>
                    <a:pt x="38" y="88"/>
                  </a:lnTo>
                  <a:lnTo>
                    <a:pt x="46" y="92"/>
                  </a:lnTo>
                  <a:lnTo>
                    <a:pt x="56" y="94"/>
                  </a:lnTo>
                  <a:lnTo>
                    <a:pt x="66" y="92"/>
                  </a:lnTo>
                  <a:lnTo>
                    <a:pt x="66" y="92"/>
                  </a:lnTo>
                  <a:lnTo>
                    <a:pt x="78" y="90"/>
                  </a:lnTo>
                  <a:lnTo>
                    <a:pt x="86" y="88"/>
                  </a:lnTo>
                  <a:lnTo>
                    <a:pt x="94" y="82"/>
                  </a:lnTo>
                  <a:lnTo>
                    <a:pt x="100" y="76"/>
                  </a:lnTo>
                  <a:lnTo>
                    <a:pt x="106" y="68"/>
                  </a:lnTo>
                  <a:lnTo>
                    <a:pt x="110" y="60"/>
                  </a:lnTo>
                  <a:lnTo>
                    <a:pt x="112" y="50"/>
                  </a:lnTo>
                  <a:lnTo>
                    <a:pt x="112" y="42"/>
                  </a:lnTo>
                  <a:lnTo>
                    <a:pt x="112" y="42"/>
                  </a:lnTo>
                  <a:lnTo>
                    <a:pt x="112" y="26"/>
                  </a:lnTo>
                  <a:lnTo>
                    <a:pt x="108" y="16"/>
                  </a:lnTo>
                  <a:lnTo>
                    <a:pt x="102" y="10"/>
                  </a:lnTo>
                  <a:lnTo>
                    <a:pt x="96" y="4"/>
                  </a:lnTo>
                  <a:lnTo>
                    <a:pt x="88" y="2"/>
                  </a:lnTo>
                  <a:lnTo>
                    <a:pt x="78" y="0"/>
                  </a:lnTo>
                  <a:lnTo>
                    <a:pt x="56" y="0"/>
                  </a:lnTo>
                  <a:lnTo>
                    <a:pt x="56" y="0"/>
                  </a:lnTo>
                  <a:lnTo>
                    <a:pt x="34" y="4"/>
                  </a:lnTo>
                  <a:lnTo>
                    <a:pt x="18" y="8"/>
                  </a:lnTo>
                  <a:lnTo>
                    <a:pt x="8" y="12"/>
                  </a:lnTo>
                  <a:lnTo>
                    <a:pt x="2" y="20"/>
                  </a:lnTo>
                  <a:lnTo>
                    <a:pt x="0" y="28"/>
                  </a:lnTo>
                  <a:lnTo>
                    <a:pt x="2" y="36"/>
                  </a:lnTo>
                  <a:lnTo>
                    <a:pt x="6" y="54"/>
                  </a:lnTo>
                  <a:lnTo>
                    <a:pt x="6" y="54"/>
                  </a:lnTo>
                  <a:close/>
                  <a:moveTo>
                    <a:pt x="56" y="8"/>
                  </a:moveTo>
                  <a:lnTo>
                    <a:pt x="56" y="8"/>
                  </a:lnTo>
                  <a:lnTo>
                    <a:pt x="74" y="8"/>
                  </a:lnTo>
                  <a:lnTo>
                    <a:pt x="84" y="8"/>
                  </a:lnTo>
                  <a:lnTo>
                    <a:pt x="90" y="10"/>
                  </a:lnTo>
                  <a:lnTo>
                    <a:pt x="96" y="14"/>
                  </a:lnTo>
                  <a:lnTo>
                    <a:pt x="102" y="20"/>
                  </a:lnTo>
                  <a:lnTo>
                    <a:pt x="104" y="30"/>
                  </a:lnTo>
                  <a:lnTo>
                    <a:pt x="106" y="42"/>
                  </a:lnTo>
                  <a:lnTo>
                    <a:pt x="106" y="42"/>
                  </a:lnTo>
                  <a:lnTo>
                    <a:pt x="104" y="50"/>
                  </a:lnTo>
                  <a:lnTo>
                    <a:pt x="102" y="58"/>
                  </a:lnTo>
                  <a:lnTo>
                    <a:pt x="100" y="66"/>
                  </a:lnTo>
                  <a:lnTo>
                    <a:pt x="94" y="72"/>
                  </a:lnTo>
                  <a:lnTo>
                    <a:pt x="88" y="78"/>
                  </a:lnTo>
                  <a:lnTo>
                    <a:pt x="82" y="82"/>
                  </a:lnTo>
                  <a:lnTo>
                    <a:pt x="74" y="84"/>
                  </a:lnTo>
                  <a:lnTo>
                    <a:pt x="66" y="86"/>
                  </a:lnTo>
                  <a:lnTo>
                    <a:pt x="66" y="86"/>
                  </a:lnTo>
                  <a:lnTo>
                    <a:pt x="56" y="86"/>
                  </a:lnTo>
                  <a:lnTo>
                    <a:pt x="48" y="86"/>
                  </a:lnTo>
                  <a:lnTo>
                    <a:pt x="40" y="82"/>
                  </a:lnTo>
                  <a:lnTo>
                    <a:pt x="34" y="78"/>
                  </a:lnTo>
                  <a:lnTo>
                    <a:pt x="26" y="74"/>
                  </a:lnTo>
                  <a:lnTo>
                    <a:pt x="22" y="68"/>
                  </a:lnTo>
                  <a:lnTo>
                    <a:pt x="16" y="60"/>
                  </a:lnTo>
                  <a:lnTo>
                    <a:pt x="14" y="52"/>
                  </a:lnTo>
                  <a:lnTo>
                    <a:pt x="14" y="52"/>
                  </a:lnTo>
                  <a:lnTo>
                    <a:pt x="10" y="38"/>
                  </a:lnTo>
                  <a:lnTo>
                    <a:pt x="8" y="30"/>
                  </a:lnTo>
                  <a:lnTo>
                    <a:pt x="10" y="24"/>
                  </a:lnTo>
                  <a:lnTo>
                    <a:pt x="16" y="18"/>
                  </a:lnTo>
                  <a:lnTo>
                    <a:pt x="24" y="12"/>
                  </a:lnTo>
                  <a:lnTo>
                    <a:pt x="38" y="10"/>
                  </a:lnTo>
                  <a:lnTo>
                    <a:pt x="56" y="8"/>
                  </a:lnTo>
                  <a:lnTo>
                    <a:pt x="56" y="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5" name="Freeform 219"/>
            <p:cNvSpPr>
              <a:spLocks/>
            </p:cNvSpPr>
            <p:nvPr/>
          </p:nvSpPr>
          <p:spPr bwMode="auto">
            <a:xfrm>
              <a:off x="3514271" y="2588986"/>
              <a:ext cx="57150" cy="31750"/>
            </a:xfrm>
            <a:custGeom>
              <a:avLst/>
              <a:gdLst>
                <a:gd name="T0" fmla="*/ 4 w 36"/>
                <a:gd name="T1" fmla="*/ 20 h 20"/>
                <a:gd name="T2" fmla="*/ 4 w 36"/>
                <a:gd name="T3" fmla="*/ 20 h 20"/>
                <a:gd name="T4" fmla="*/ 6 w 36"/>
                <a:gd name="T5" fmla="*/ 18 h 20"/>
                <a:gd name="T6" fmla="*/ 12 w 36"/>
                <a:gd name="T7" fmla="*/ 16 h 20"/>
                <a:gd name="T8" fmla="*/ 22 w 36"/>
                <a:gd name="T9" fmla="*/ 16 h 20"/>
                <a:gd name="T10" fmla="*/ 28 w 36"/>
                <a:gd name="T11" fmla="*/ 16 h 20"/>
                <a:gd name="T12" fmla="*/ 32 w 36"/>
                <a:gd name="T13" fmla="*/ 20 h 20"/>
                <a:gd name="T14" fmla="*/ 32 w 36"/>
                <a:gd name="T15" fmla="*/ 20 h 20"/>
                <a:gd name="T16" fmla="*/ 32 w 36"/>
                <a:gd name="T17" fmla="*/ 14 h 20"/>
                <a:gd name="T18" fmla="*/ 32 w 36"/>
                <a:gd name="T19" fmla="*/ 8 h 20"/>
                <a:gd name="T20" fmla="*/ 36 w 36"/>
                <a:gd name="T21" fmla="*/ 4 h 20"/>
                <a:gd name="T22" fmla="*/ 36 w 36"/>
                <a:gd name="T23" fmla="*/ 4 h 20"/>
                <a:gd name="T24" fmla="*/ 24 w 36"/>
                <a:gd name="T25" fmla="*/ 0 h 20"/>
                <a:gd name="T26" fmla="*/ 14 w 36"/>
                <a:gd name="T27" fmla="*/ 0 h 20"/>
                <a:gd name="T28" fmla="*/ 0 w 36"/>
                <a:gd name="T29" fmla="*/ 4 h 20"/>
                <a:gd name="T30" fmla="*/ 0 w 36"/>
                <a:gd name="T31" fmla="*/ 4 h 20"/>
                <a:gd name="T32" fmla="*/ 2 w 36"/>
                <a:gd name="T33" fmla="*/ 10 h 20"/>
                <a:gd name="T34" fmla="*/ 2 w 36"/>
                <a:gd name="T35" fmla="*/ 14 h 20"/>
                <a:gd name="T36" fmla="*/ 4 w 36"/>
                <a:gd name="T37" fmla="*/ 20 h 20"/>
                <a:gd name="T38" fmla="*/ 4 w 36"/>
                <a:gd name="T3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 h="20">
                  <a:moveTo>
                    <a:pt x="4" y="20"/>
                  </a:moveTo>
                  <a:lnTo>
                    <a:pt x="4" y="20"/>
                  </a:lnTo>
                  <a:lnTo>
                    <a:pt x="6" y="18"/>
                  </a:lnTo>
                  <a:lnTo>
                    <a:pt x="12" y="16"/>
                  </a:lnTo>
                  <a:lnTo>
                    <a:pt x="22" y="16"/>
                  </a:lnTo>
                  <a:lnTo>
                    <a:pt x="28" y="16"/>
                  </a:lnTo>
                  <a:lnTo>
                    <a:pt x="32" y="20"/>
                  </a:lnTo>
                  <a:lnTo>
                    <a:pt x="32" y="20"/>
                  </a:lnTo>
                  <a:lnTo>
                    <a:pt x="32" y="14"/>
                  </a:lnTo>
                  <a:lnTo>
                    <a:pt x="32" y="8"/>
                  </a:lnTo>
                  <a:lnTo>
                    <a:pt x="36" y="4"/>
                  </a:lnTo>
                  <a:lnTo>
                    <a:pt x="36" y="4"/>
                  </a:lnTo>
                  <a:lnTo>
                    <a:pt x="24" y="0"/>
                  </a:lnTo>
                  <a:lnTo>
                    <a:pt x="14" y="0"/>
                  </a:lnTo>
                  <a:lnTo>
                    <a:pt x="0" y="4"/>
                  </a:lnTo>
                  <a:lnTo>
                    <a:pt x="0" y="4"/>
                  </a:lnTo>
                  <a:lnTo>
                    <a:pt x="2" y="10"/>
                  </a:lnTo>
                  <a:lnTo>
                    <a:pt x="2" y="14"/>
                  </a:lnTo>
                  <a:lnTo>
                    <a:pt x="4" y="20"/>
                  </a:lnTo>
                  <a:lnTo>
                    <a:pt x="4" y="2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6" name="Freeform 220"/>
            <p:cNvSpPr>
              <a:spLocks/>
            </p:cNvSpPr>
            <p:nvPr/>
          </p:nvSpPr>
          <p:spPr bwMode="auto">
            <a:xfrm>
              <a:off x="3317421" y="2582636"/>
              <a:ext cx="50800" cy="73025"/>
            </a:xfrm>
            <a:custGeom>
              <a:avLst/>
              <a:gdLst>
                <a:gd name="T0" fmla="*/ 32 w 32"/>
                <a:gd name="T1" fmla="*/ 0 h 46"/>
                <a:gd name="T2" fmla="*/ 2 w 32"/>
                <a:gd name="T3" fmla="*/ 4 h 46"/>
                <a:gd name="T4" fmla="*/ 0 w 32"/>
                <a:gd name="T5" fmla="*/ 32 h 46"/>
                <a:gd name="T6" fmla="*/ 22 w 32"/>
                <a:gd name="T7" fmla="*/ 46 h 46"/>
                <a:gd name="T8" fmla="*/ 22 w 32"/>
                <a:gd name="T9" fmla="*/ 46 h 46"/>
                <a:gd name="T10" fmla="*/ 20 w 32"/>
                <a:gd name="T11" fmla="*/ 42 h 46"/>
                <a:gd name="T12" fmla="*/ 20 w 32"/>
                <a:gd name="T13" fmla="*/ 30 h 46"/>
                <a:gd name="T14" fmla="*/ 24 w 32"/>
                <a:gd name="T15" fmla="*/ 16 h 46"/>
                <a:gd name="T16" fmla="*/ 26 w 32"/>
                <a:gd name="T17" fmla="*/ 8 h 46"/>
                <a:gd name="T18" fmla="*/ 32 w 32"/>
                <a:gd name="T19" fmla="*/ 0 h 46"/>
                <a:gd name="T20" fmla="*/ 32 w 32"/>
                <a:gd name="T2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6">
                  <a:moveTo>
                    <a:pt x="32" y="0"/>
                  </a:moveTo>
                  <a:lnTo>
                    <a:pt x="2" y="4"/>
                  </a:lnTo>
                  <a:lnTo>
                    <a:pt x="0" y="32"/>
                  </a:lnTo>
                  <a:lnTo>
                    <a:pt x="22" y="46"/>
                  </a:lnTo>
                  <a:lnTo>
                    <a:pt x="22" y="46"/>
                  </a:lnTo>
                  <a:lnTo>
                    <a:pt x="20" y="42"/>
                  </a:lnTo>
                  <a:lnTo>
                    <a:pt x="20" y="30"/>
                  </a:lnTo>
                  <a:lnTo>
                    <a:pt x="24" y="16"/>
                  </a:lnTo>
                  <a:lnTo>
                    <a:pt x="26" y="8"/>
                  </a:lnTo>
                  <a:lnTo>
                    <a:pt x="32" y="0"/>
                  </a:lnTo>
                  <a:lnTo>
                    <a:pt x="32"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7" name="Freeform 221"/>
            <p:cNvSpPr>
              <a:spLocks/>
            </p:cNvSpPr>
            <p:nvPr/>
          </p:nvSpPr>
          <p:spPr bwMode="auto">
            <a:xfrm>
              <a:off x="3714296" y="2585811"/>
              <a:ext cx="50800" cy="69850"/>
            </a:xfrm>
            <a:custGeom>
              <a:avLst/>
              <a:gdLst>
                <a:gd name="T0" fmla="*/ 0 w 32"/>
                <a:gd name="T1" fmla="*/ 0 h 44"/>
                <a:gd name="T2" fmla="*/ 30 w 32"/>
                <a:gd name="T3" fmla="*/ 2 h 44"/>
                <a:gd name="T4" fmla="*/ 32 w 32"/>
                <a:gd name="T5" fmla="*/ 30 h 44"/>
                <a:gd name="T6" fmla="*/ 12 w 32"/>
                <a:gd name="T7" fmla="*/ 44 h 44"/>
                <a:gd name="T8" fmla="*/ 12 w 32"/>
                <a:gd name="T9" fmla="*/ 44 h 44"/>
                <a:gd name="T10" fmla="*/ 12 w 32"/>
                <a:gd name="T11" fmla="*/ 40 h 44"/>
                <a:gd name="T12" fmla="*/ 12 w 32"/>
                <a:gd name="T13" fmla="*/ 28 h 44"/>
                <a:gd name="T14" fmla="*/ 8 w 32"/>
                <a:gd name="T15" fmla="*/ 14 h 44"/>
                <a:gd name="T16" fmla="*/ 6 w 32"/>
                <a:gd name="T17" fmla="*/ 6 h 44"/>
                <a:gd name="T18" fmla="*/ 0 w 32"/>
                <a:gd name="T19" fmla="*/ 0 h 44"/>
                <a:gd name="T20" fmla="*/ 0 w 32"/>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4">
                  <a:moveTo>
                    <a:pt x="0" y="0"/>
                  </a:moveTo>
                  <a:lnTo>
                    <a:pt x="30" y="2"/>
                  </a:lnTo>
                  <a:lnTo>
                    <a:pt x="32" y="30"/>
                  </a:lnTo>
                  <a:lnTo>
                    <a:pt x="12" y="44"/>
                  </a:lnTo>
                  <a:lnTo>
                    <a:pt x="12" y="44"/>
                  </a:lnTo>
                  <a:lnTo>
                    <a:pt x="12" y="40"/>
                  </a:lnTo>
                  <a:lnTo>
                    <a:pt x="12" y="28"/>
                  </a:lnTo>
                  <a:lnTo>
                    <a:pt x="8" y="14"/>
                  </a:lnTo>
                  <a:lnTo>
                    <a:pt x="6" y="6"/>
                  </a:lnTo>
                  <a:lnTo>
                    <a:pt x="0" y="0"/>
                  </a:lnTo>
                  <a:lnTo>
                    <a:pt x="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8" name="Freeform 222"/>
            <p:cNvSpPr>
              <a:spLocks/>
            </p:cNvSpPr>
            <p:nvPr/>
          </p:nvSpPr>
          <p:spPr bwMode="auto">
            <a:xfrm>
              <a:off x="2825296" y="3630386"/>
              <a:ext cx="695325" cy="225425"/>
            </a:xfrm>
            <a:custGeom>
              <a:avLst/>
              <a:gdLst>
                <a:gd name="T0" fmla="*/ 426 w 438"/>
                <a:gd name="T1" fmla="*/ 86 h 142"/>
                <a:gd name="T2" fmla="*/ 438 w 438"/>
                <a:gd name="T3" fmla="*/ 142 h 142"/>
                <a:gd name="T4" fmla="*/ 438 w 438"/>
                <a:gd name="T5" fmla="*/ 142 h 142"/>
                <a:gd name="T6" fmla="*/ 314 w 438"/>
                <a:gd name="T7" fmla="*/ 130 h 142"/>
                <a:gd name="T8" fmla="*/ 192 w 438"/>
                <a:gd name="T9" fmla="*/ 118 h 142"/>
                <a:gd name="T10" fmla="*/ 192 w 438"/>
                <a:gd name="T11" fmla="*/ 118 h 142"/>
                <a:gd name="T12" fmla="*/ 138 w 438"/>
                <a:gd name="T13" fmla="*/ 112 h 142"/>
                <a:gd name="T14" fmla="*/ 84 w 438"/>
                <a:gd name="T15" fmla="*/ 106 h 142"/>
                <a:gd name="T16" fmla="*/ 84 w 438"/>
                <a:gd name="T17" fmla="*/ 106 h 142"/>
                <a:gd name="T18" fmla="*/ 54 w 438"/>
                <a:gd name="T19" fmla="*/ 102 h 142"/>
                <a:gd name="T20" fmla="*/ 38 w 438"/>
                <a:gd name="T21" fmla="*/ 100 h 142"/>
                <a:gd name="T22" fmla="*/ 24 w 438"/>
                <a:gd name="T23" fmla="*/ 94 h 142"/>
                <a:gd name="T24" fmla="*/ 12 w 438"/>
                <a:gd name="T25" fmla="*/ 86 h 142"/>
                <a:gd name="T26" fmla="*/ 8 w 438"/>
                <a:gd name="T27" fmla="*/ 82 h 142"/>
                <a:gd name="T28" fmla="*/ 4 w 438"/>
                <a:gd name="T29" fmla="*/ 76 h 142"/>
                <a:gd name="T30" fmla="*/ 2 w 438"/>
                <a:gd name="T31" fmla="*/ 70 h 142"/>
                <a:gd name="T32" fmla="*/ 0 w 438"/>
                <a:gd name="T33" fmla="*/ 62 h 142"/>
                <a:gd name="T34" fmla="*/ 0 w 438"/>
                <a:gd name="T35" fmla="*/ 54 h 142"/>
                <a:gd name="T36" fmla="*/ 2 w 438"/>
                <a:gd name="T37" fmla="*/ 46 h 142"/>
                <a:gd name="T38" fmla="*/ 2 w 438"/>
                <a:gd name="T39" fmla="*/ 46 h 142"/>
                <a:gd name="T40" fmla="*/ 4 w 438"/>
                <a:gd name="T41" fmla="*/ 38 h 142"/>
                <a:gd name="T42" fmla="*/ 8 w 438"/>
                <a:gd name="T43" fmla="*/ 32 h 142"/>
                <a:gd name="T44" fmla="*/ 14 w 438"/>
                <a:gd name="T45" fmla="*/ 26 h 142"/>
                <a:gd name="T46" fmla="*/ 20 w 438"/>
                <a:gd name="T47" fmla="*/ 20 h 142"/>
                <a:gd name="T48" fmla="*/ 36 w 438"/>
                <a:gd name="T49" fmla="*/ 12 h 142"/>
                <a:gd name="T50" fmla="*/ 54 w 438"/>
                <a:gd name="T51" fmla="*/ 6 h 142"/>
                <a:gd name="T52" fmla="*/ 72 w 438"/>
                <a:gd name="T53" fmla="*/ 2 h 142"/>
                <a:gd name="T54" fmla="*/ 90 w 438"/>
                <a:gd name="T55" fmla="*/ 0 h 142"/>
                <a:gd name="T56" fmla="*/ 122 w 438"/>
                <a:gd name="T57" fmla="*/ 0 h 142"/>
                <a:gd name="T58" fmla="*/ 122 w 438"/>
                <a:gd name="T59" fmla="*/ 0 h 142"/>
                <a:gd name="T60" fmla="*/ 160 w 438"/>
                <a:gd name="T61" fmla="*/ 4 h 142"/>
                <a:gd name="T62" fmla="*/ 202 w 438"/>
                <a:gd name="T63" fmla="*/ 12 h 142"/>
                <a:gd name="T64" fmla="*/ 252 w 438"/>
                <a:gd name="T65" fmla="*/ 20 h 142"/>
                <a:gd name="T66" fmla="*/ 304 w 438"/>
                <a:gd name="T67" fmla="*/ 32 h 142"/>
                <a:gd name="T68" fmla="*/ 354 w 438"/>
                <a:gd name="T69" fmla="*/ 48 h 142"/>
                <a:gd name="T70" fmla="*/ 378 w 438"/>
                <a:gd name="T71" fmla="*/ 56 h 142"/>
                <a:gd name="T72" fmla="*/ 396 w 438"/>
                <a:gd name="T73" fmla="*/ 66 h 142"/>
                <a:gd name="T74" fmla="*/ 414 w 438"/>
                <a:gd name="T75" fmla="*/ 76 h 142"/>
                <a:gd name="T76" fmla="*/ 426 w 438"/>
                <a:gd name="T77"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8" h="142">
                  <a:moveTo>
                    <a:pt x="426" y="86"/>
                  </a:moveTo>
                  <a:lnTo>
                    <a:pt x="438" y="142"/>
                  </a:lnTo>
                  <a:lnTo>
                    <a:pt x="438" y="142"/>
                  </a:lnTo>
                  <a:lnTo>
                    <a:pt x="314" y="130"/>
                  </a:lnTo>
                  <a:lnTo>
                    <a:pt x="192" y="118"/>
                  </a:lnTo>
                  <a:lnTo>
                    <a:pt x="192" y="118"/>
                  </a:lnTo>
                  <a:lnTo>
                    <a:pt x="138" y="112"/>
                  </a:lnTo>
                  <a:lnTo>
                    <a:pt x="84" y="106"/>
                  </a:lnTo>
                  <a:lnTo>
                    <a:pt x="84" y="106"/>
                  </a:lnTo>
                  <a:lnTo>
                    <a:pt x="54" y="102"/>
                  </a:lnTo>
                  <a:lnTo>
                    <a:pt x="38" y="100"/>
                  </a:lnTo>
                  <a:lnTo>
                    <a:pt x="24" y="94"/>
                  </a:lnTo>
                  <a:lnTo>
                    <a:pt x="12" y="86"/>
                  </a:lnTo>
                  <a:lnTo>
                    <a:pt x="8" y="82"/>
                  </a:lnTo>
                  <a:lnTo>
                    <a:pt x="4" y="76"/>
                  </a:lnTo>
                  <a:lnTo>
                    <a:pt x="2" y="70"/>
                  </a:lnTo>
                  <a:lnTo>
                    <a:pt x="0" y="62"/>
                  </a:lnTo>
                  <a:lnTo>
                    <a:pt x="0" y="54"/>
                  </a:lnTo>
                  <a:lnTo>
                    <a:pt x="2" y="46"/>
                  </a:lnTo>
                  <a:lnTo>
                    <a:pt x="2" y="46"/>
                  </a:lnTo>
                  <a:lnTo>
                    <a:pt x="4" y="38"/>
                  </a:lnTo>
                  <a:lnTo>
                    <a:pt x="8" y="32"/>
                  </a:lnTo>
                  <a:lnTo>
                    <a:pt x="14" y="26"/>
                  </a:lnTo>
                  <a:lnTo>
                    <a:pt x="20" y="20"/>
                  </a:lnTo>
                  <a:lnTo>
                    <a:pt x="36" y="12"/>
                  </a:lnTo>
                  <a:lnTo>
                    <a:pt x="54" y="6"/>
                  </a:lnTo>
                  <a:lnTo>
                    <a:pt x="72" y="2"/>
                  </a:lnTo>
                  <a:lnTo>
                    <a:pt x="90" y="0"/>
                  </a:lnTo>
                  <a:lnTo>
                    <a:pt x="122" y="0"/>
                  </a:lnTo>
                  <a:lnTo>
                    <a:pt x="122" y="0"/>
                  </a:lnTo>
                  <a:lnTo>
                    <a:pt x="160" y="4"/>
                  </a:lnTo>
                  <a:lnTo>
                    <a:pt x="202" y="12"/>
                  </a:lnTo>
                  <a:lnTo>
                    <a:pt x="252" y="20"/>
                  </a:lnTo>
                  <a:lnTo>
                    <a:pt x="304" y="32"/>
                  </a:lnTo>
                  <a:lnTo>
                    <a:pt x="354" y="48"/>
                  </a:lnTo>
                  <a:lnTo>
                    <a:pt x="378" y="56"/>
                  </a:lnTo>
                  <a:lnTo>
                    <a:pt x="396" y="66"/>
                  </a:lnTo>
                  <a:lnTo>
                    <a:pt x="414" y="76"/>
                  </a:lnTo>
                  <a:lnTo>
                    <a:pt x="426" y="8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9" name="Freeform 223"/>
            <p:cNvSpPr>
              <a:spLocks/>
            </p:cNvSpPr>
            <p:nvPr/>
          </p:nvSpPr>
          <p:spPr bwMode="auto">
            <a:xfrm>
              <a:off x="2825296" y="3630386"/>
              <a:ext cx="695325" cy="225425"/>
            </a:xfrm>
            <a:custGeom>
              <a:avLst/>
              <a:gdLst>
                <a:gd name="T0" fmla="*/ 426 w 438"/>
                <a:gd name="T1" fmla="*/ 86 h 142"/>
                <a:gd name="T2" fmla="*/ 438 w 438"/>
                <a:gd name="T3" fmla="*/ 142 h 142"/>
                <a:gd name="T4" fmla="*/ 438 w 438"/>
                <a:gd name="T5" fmla="*/ 142 h 142"/>
                <a:gd name="T6" fmla="*/ 314 w 438"/>
                <a:gd name="T7" fmla="*/ 130 h 142"/>
                <a:gd name="T8" fmla="*/ 192 w 438"/>
                <a:gd name="T9" fmla="*/ 118 h 142"/>
                <a:gd name="T10" fmla="*/ 192 w 438"/>
                <a:gd name="T11" fmla="*/ 118 h 142"/>
                <a:gd name="T12" fmla="*/ 138 w 438"/>
                <a:gd name="T13" fmla="*/ 112 h 142"/>
                <a:gd name="T14" fmla="*/ 84 w 438"/>
                <a:gd name="T15" fmla="*/ 106 h 142"/>
                <a:gd name="T16" fmla="*/ 84 w 438"/>
                <a:gd name="T17" fmla="*/ 106 h 142"/>
                <a:gd name="T18" fmla="*/ 54 w 438"/>
                <a:gd name="T19" fmla="*/ 102 h 142"/>
                <a:gd name="T20" fmla="*/ 38 w 438"/>
                <a:gd name="T21" fmla="*/ 100 h 142"/>
                <a:gd name="T22" fmla="*/ 24 w 438"/>
                <a:gd name="T23" fmla="*/ 94 h 142"/>
                <a:gd name="T24" fmla="*/ 12 w 438"/>
                <a:gd name="T25" fmla="*/ 86 h 142"/>
                <a:gd name="T26" fmla="*/ 8 w 438"/>
                <a:gd name="T27" fmla="*/ 82 h 142"/>
                <a:gd name="T28" fmla="*/ 4 w 438"/>
                <a:gd name="T29" fmla="*/ 76 h 142"/>
                <a:gd name="T30" fmla="*/ 2 w 438"/>
                <a:gd name="T31" fmla="*/ 70 h 142"/>
                <a:gd name="T32" fmla="*/ 0 w 438"/>
                <a:gd name="T33" fmla="*/ 62 h 142"/>
                <a:gd name="T34" fmla="*/ 0 w 438"/>
                <a:gd name="T35" fmla="*/ 54 h 142"/>
                <a:gd name="T36" fmla="*/ 2 w 438"/>
                <a:gd name="T37" fmla="*/ 46 h 142"/>
                <a:gd name="T38" fmla="*/ 2 w 438"/>
                <a:gd name="T39" fmla="*/ 46 h 142"/>
                <a:gd name="T40" fmla="*/ 4 w 438"/>
                <a:gd name="T41" fmla="*/ 38 h 142"/>
                <a:gd name="T42" fmla="*/ 8 w 438"/>
                <a:gd name="T43" fmla="*/ 32 h 142"/>
                <a:gd name="T44" fmla="*/ 14 w 438"/>
                <a:gd name="T45" fmla="*/ 26 h 142"/>
                <a:gd name="T46" fmla="*/ 20 w 438"/>
                <a:gd name="T47" fmla="*/ 20 h 142"/>
                <a:gd name="T48" fmla="*/ 36 w 438"/>
                <a:gd name="T49" fmla="*/ 12 h 142"/>
                <a:gd name="T50" fmla="*/ 54 w 438"/>
                <a:gd name="T51" fmla="*/ 6 h 142"/>
                <a:gd name="T52" fmla="*/ 72 w 438"/>
                <a:gd name="T53" fmla="*/ 2 h 142"/>
                <a:gd name="T54" fmla="*/ 90 w 438"/>
                <a:gd name="T55" fmla="*/ 0 h 142"/>
                <a:gd name="T56" fmla="*/ 122 w 438"/>
                <a:gd name="T57" fmla="*/ 0 h 142"/>
                <a:gd name="T58" fmla="*/ 122 w 438"/>
                <a:gd name="T59" fmla="*/ 0 h 142"/>
                <a:gd name="T60" fmla="*/ 160 w 438"/>
                <a:gd name="T61" fmla="*/ 4 h 142"/>
                <a:gd name="T62" fmla="*/ 202 w 438"/>
                <a:gd name="T63" fmla="*/ 12 h 142"/>
                <a:gd name="T64" fmla="*/ 252 w 438"/>
                <a:gd name="T65" fmla="*/ 20 h 142"/>
                <a:gd name="T66" fmla="*/ 304 w 438"/>
                <a:gd name="T67" fmla="*/ 32 h 142"/>
                <a:gd name="T68" fmla="*/ 354 w 438"/>
                <a:gd name="T69" fmla="*/ 48 h 142"/>
                <a:gd name="T70" fmla="*/ 378 w 438"/>
                <a:gd name="T71" fmla="*/ 56 h 142"/>
                <a:gd name="T72" fmla="*/ 396 w 438"/>
                <a:gd name="T73" fmla="*/ 66 h 142"/>
                <a:gd name="T74" fmla="*/ 414 w 438"/>
                <a:gd name="T75" fmla="*/ 76 h 142"/>
                <a:gd name="T76" fmla="*/ 426 w 438"/>
                <a:gd name="T77"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8" h="142">
                  <a:moveTo>
                    <a:pt x="426" y="86"/>
                  </a:moveTo>
                  <a:lnTo>
                    <a:pt x="438" y="142"/>
                  </a:lnTo>
                  <a:lnTo>
                    <a:pt x="438" y="142"/>
                  </a:lnTo>
                  <a:lnTo>
                    <a:pt x="314" y="130"/>
                  </a:lnTo>
                  <a:lnTo>
                    <a:pt x="192" y="118"/>
                  </a:lnTo>
                  <a:lnTo>
                    <a:pt x="192" y="118"/>
                  </a:lnTo>
                  <a:lnTo>
                    <a:pt x="138" y="112"/>
                  </a:lnTo>
                  <a:lnTo>
                    <a:pt x="84" y="106"/>
                  </a:lnTo>
                  <a:lnTo>
                    <a:pt x="84" y="106"/>
                  </a:lnTo>
                  <a:lnTo>
                    <a:pt x="54" y="102"/>
                  </a:lnTo>
                  <a:lnTo>
                    <a:pt x="38" y="100"/>
                  </a:lnTo>
                  <a:lnTo>
                    <a:pt x="24" y="94"/>
                  </a:lnTo>
                  <a:lnTo>
                    <a:pt x="12" y="86"/>
                  </a:lnTo>
                  <a:lnTo>
                    <a:pt x="8" y="82"/>
                  </a:lnTo>
                  <a:lnTo>
                    <a:pt x="4" y="76"/>
                  </a:lnTo>
                  <a:lnTo>
                    <a:pt x="2" y="70"/>
                  </a:lnTo>
                  <a:lnTo>
                    <a:pt x="0" y="62"/>
                  </a:lnTo>
                  <a:lnTo>
                    <a:pt x="0" y="54"/>
                  </a:lnTo>
                  <a:lnTo>
                    <a:pt x="2" y="46"/>
                  </a:lnTo>
                  <a:lnTo>
                    <a:pt x="2" y="46"/>
                  </a:lnTo>
                  <a:lnTo>
                    <a:pt x="4" y="38"/>
                  </a:lnTo>
                  <a:lnTo>
                    <a:pt x="8" y="32"/>
                  </a:lnTo>
                  <a:lnTo>
                    <a:pt x="14" y="26"/>
                  </a:lnTo>
                  <a:lnTo>
                    <a:pt x="20" y="20"/>
                  </a:lnTo>
                  <a:lnTo>
                    <a:pt x="36" y="12"/>
                  </a:lnTo>
                  <a:lnTo>
                    <a:pt x="54" y="6"/>
                  </a:lnTo>
                  <a:lnTo>
                    <a:pt x="72" y="2"/>
                  </a:lnTo>
                  <a:lnTo>
                    <a:pt x="90" y="0"/>
                  </a:lnTo>
                  <a:lnTo>
                    <a:pt x="122" y="0"/>
                  </a:lnTo>
                  <a:lnTo>
                    <a:pt x="122" y="0"/>
                  </a:lnTo>
                  <a:lnTo>
                    <a:pt x="160" y="4"/>
                  </a:lnTo>
                  <a:lnTo>
                    <a:pt x="202" y="12"/>
                  </a:lnTo>
                  <a:lnTo>
                    <a:pt x="252" y="20"/>
                  </a:lnTo>
                  <a:lnTo>
                    <a:pt x="304" y="32"/>
                  </a:lnTo>
                  <a:lnTo>
                    <a:pt x="354" y="48"/>
                  </a:lnTo>
                  <a:lnTo>
                    <a:pt x="378" y="56"/>
                  </a:lnTo>
                  <a:lnTo>
                    <a:pt x="396" y="66"/>
                  </a:lnTo>
                  <a:lnTo>
                    <a:pt x="414" y="76"/>
                  </a:lnTo>
                  <a:lnTo>
                    <a:pt x="426"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0" name="Freeform 224"/>
            <p:cNvSpPr>
              <a:spLocks/>
            </p:cNvSpPr>
            <p:nvPr/>
          </p:nvSpPr>
          <p:spPr bwMode="auto">
            <a:xfrm>
              <a:off x="2822121" y="3493861"/>
              <a:ext cx="727075" cy="374650"/>
            </a:xfrm>
            <a:custGeom>
              <a:avLst/>
              <a:gdLst>
                <a:gd name="T0" fmla="*/ 74 w 458"/>
                <a:gd name="T1" fmla="*/ 0 h 236"/>
                <a:gd name="T2" fmla="*/ 458 w 458"/>
                <a:gd name="T3" fmla="*/ 158 h 236"/>
                <a:gd name="T4" fmla="*/ 448 w 458"/>
                <a:gd name="T5" fmla="*/ 236 h 236"/>
                <a:gd name="T6" fmla="*/ 30 w 458"/>
                <a:gd name="T7" fmla="*/ 192 h 236"/>
                <a:gd name="T8" fmla="*/ 30 w 458"/>
                <a:gd name="T9" fmla="*/ 192 h 236"/>
                <a:gd name="T10" fmla="*/ 22 w 458"/>
                <a:gd name="T11" fmla="*/ 188 h 236"/>
                <a:gd name="T12" fmla="*/ 14 w 458"/>
                <a:gd name="T13" fmla="*/ 182 h 236"/>
                <a:gd name="T14" fmla="*/ 8 w 458"/>
                <a:gd name="T15" fmla="*/ 174 h 236"/>
                <a:gd name="T16" fmla="*/ 2 w 458"/>
                <a:gd name="T17" fmla="*/ 160 h 236"/>
                <a:gd name="T18" fmla="*/ 2 w 458"/>
                <a:gd name="T19" fmla="*/ 154 h 236"/>
                <a:gd name="T20" fmla="*/ 0 w 458"/>
                <a:gd name="T21" fmla="*/ 144 h 236"/>
                <a:gd name="T22" fmla="*/ 2 w 458"/>
                <a:gd name="T23" fmla="*/ 134 h 236"/>
                <a:gd name="T24" fmla="*/ 4 w 458"/>
                <a:gd name="T25" fmla="*/ 124 h 236"/>
                <a:gd name="T26" fmla="*/ 10 w 458"/>
                <a:gd name="T27" fmla="*/ 112 h 236"/>
                <a:gd name="T28" fmla="*/ 16 w 458"/>
                <a:gd name="T29" fmla="*/ 98 h 236"/>
                <a:gd name="T30" fmla="*/ 74 w 458"/>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6">
                  <a:moveTo>
                    <a:pt x="74" y="0"/>
                  </a:moveTo>
                  <a:lnTo>
                    <a:pt x="458" y="158"/>
                  </a:lnTo>
                  <a:lnTo>
                    <a:pt x="448" y="236"/>
                  </a:lnTo>
                  <a:lnTo>
                    <a:pt x="30" y="192"/>
                  </a:lnTo>
                  <a:lnTo>
                    <a:pt x="30" y="192"/>
                  </a:lnTo>
                  <a:lnTo>
                    <a:pt x="22" y="188"/>
                  </a:lnTo>
                  <a:lnTo>
                    <a:pt x="14" y="182"/>
                  </a:lnTo>
                  <a:lnTo>
                    <a:pt x="8" y="174"/>
                  </a:lnTo>
                  <a:lnTo>
                    <a:pt x="2" y="160"/>
                  </a:lnTo>
                  <a:lnTo>
                    <a:pt x="2" y="154"/>
                  </a:lnTo>
                  <a:lnTo>
                    <a:pt x="0" y="144"/>
                  </a:lnTo>
                  <a:lnTo>
                    <a:pt x="2" y="134"/>
                  </a:lnTo>
                  <a:lnTo>
                    <a:pt x="4" y="124"/>
                  </a:lnTo>
                  <a:lnTo>
                    <a:pt x="10" y="112"/>
                  </a:lnTo>
                  <a:lnTo>
                    <a:pt x="16" y="98"/>
                  </a:lnTo>
                  <a:lnTo>
                    <a:pt x="74"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1" name="Freeform 225"/>
            <p:cNvSpPr>
              <a:spLocks/>
            </p:cNvSpPr>
            <p:nvPr/>
          </p:nvSpPr>
          <p:spPr bwMode="auto">
            <a:xfrm>
              <a:off x="2822121" y="3493861"/>
              <a:ext cx="727075" cy="374650"/>
            </a:xfrm>
            <a:custGeom>
              <a:avLst/>
              <a:gdLst>
                <a:gd name="T0" fmla="*/ 74 w 458"/>
                <a:gd name="T1" fmla="*/ 0 h 236"/>
                <a:gd name="T2" fmla="*/ 458 w 458"/>
                <a:gd name="T3" fmla="*/ 158 h 236"/>
                <a:gd name="T4" fmla="*/ 448 w 458"/>
                <a:gd name="T5" fmla="*/ 236 h 236"/>
                <a:gd name="T6" fmla="*/ 30 w 458"/>
                <a:gd name="T7" fmla="*/ 192 h 236"/>
                <a:gd name="T8" fmla="*/ 30 w 458"/>
                <a:gd name="T9" fmla="*/ 192 h 236"/>
                <a:gd name="T10" fmla="*/ 22 w 458"/>
                <a:gd name="T11" fmla="*/ 188 h 236"/>
                <a:gd name="T12" fmla="*/ 14 w 458"/>
                <a:gd name="T13" fmla="*/ 182 h 236"/>
                <a:gd name="T14" fmla="*/ 8 w 458"/>
                <a:gd name="T15" fmla="*/ 174 h 236"/>
                <a:gd name="T16" fmla="*/ 2 w 458"/>
                <a:gd name="T17" fmla="*/ 160 h 236"/>
                <a:gd name="T18" fmla="*/ 2 w 458"/>
                <a:gd name="T19" fmla="*/ 154 h 236"/>
                <a:gd name="T20" fmla="*/ 0 w 458"/>
                <a:gd name="T21" fmla="*/ 144 h 236"/>
                <a:gd name="T22" fmla="*/ 2 w 458"/>
                <a:gd name="T23" fmla="*/ 134 h 236"/>
                <a:gd name="T24" fmla="*/ 4 w 458"/>
                <a:gd name="T25" fmla="*/ 124 h 236"/>
                <a:gd name="T26" fmla="*/ 10 w 458"/>
                <a:gd name="T27" fmla="*/ 112 h 236"/>
                <a:gd name="T28" fmla="*/ 16 w 458"/>
                <a:gd name="T29" fmla="*/ 98 h 236"/>
                <a:gd name="T30" fmla="*/ 74 w 458"/>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6">
                  <a:moveTo>
                    <a:pt x="74" y="0"/>
                  </a:moveTo>
                  <a:lnTo>
                    <a:pt x="458" y="158"/>
                  </a:lnTo>
                  <a:lnTo>
                    <a:pt x="448" y="236"/>
                  </a:lnTo>
                  <a:lnTo>
                    <a:pt x="30" y="192"/>
                  </a:lnTo>
                  <a:lnTo>
                    <a:pt x="30" y="192"/>
                  </a:lnTo>
                  <a:lnTo>
                    <a:pt x="22" y="188"/>
                  </a:lnTo>
                  <a:lnTo>
                    <a:pt x="14" y="182"/>
                  </a:lnTo>
                  <a:lnTo>
                    <a:pt x="8" y="174"/>
                  </a:lnTo>
                  <a:lnTo>
                    <a:pt x="2" y="160"/>
                  </a:lnTo>
                  <a:lnTo>
                    <a:pt x="2" y="154"/>
                  </a:lnTo>
                  <a:lnTo>
                    <a:pt x="0" y="144"/>
                  </a:lnTo>
                  <a:lnTo>
                    <a:pt x="2" y="134"/>
                  </a:lnTo>
                  <a:lnTo>
                    <a:pt x="4" y="124"/>
                  </a:lnTo>
                  <a:lnTo>
                    <a:pt x="10" y="112"/>
                  </a:lnTo>
                  <a:lnTo>
                    <a:pt x="16" y="98"/>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2" name="Freeform 226"/>
            <p:cNvSpPr>
              <a:spLocks/>
            </p:cNvSpPr>
            <p:nvPr/>
          </p:nvSpPr>
          <p:spPr bwMode="auto">
            <a:xfrm>
              <a:off x="3580946" y="3652611"/>
              <a:ext cx="695325" cy="225425"/>
            </a:xfrm>
            <a:custGeom>
              <a:avLst/>
              <a:gdLst>
                <a:gd name="T0" fmla="*/ 10 w 438"/>
                <a:gd name="T1" fmla="*/ 86 h 142"/>
                <a:gd name="T2" fmla="*/ 0 w 438"/>
                <a:gd name="T3" fmla="*/ 142 h 142"/>
                <a:gd name="T4" fmla="*/ 0 w 438"/>
                <a:gd name="T5" fmla="*/ 142 h 142"/>
                <a:gd name="T6" fmla="*/ 122 w 438"/>
                <a:gd name="T7" fmla="*/ 130 h 142"/>
                <a:gd name="T8" fmla="*/ 244 w 438"/>
                <a:gd name="T9" fmla="*/ 118 h 142"/>
                <a:gd name="T10" fmla="*/ 244 w 438"/>
                <a:gd name="T11" fmla="*/ 118 h 142"/>
                <a:gd name="T12" fmla="*/ 300 w 438"/>
                <a:gd name="T13" fmla="*/ 112 h 142"/>
                <a:gd name="T14" fmla="*/ 354 w 438"/>
                <a:gd name="T15" fmla="*/ 106 h 142"/>
                <a:gd name="T16" fmla="*/ 354 w 438"/>
                <a:gd name="T17" fmla="*/ 106 h 142"/>
                <a:gd name="T18" fmla="*/ 382 w 438"/>
                <a:gd name="T19" fmla="*/ 102 h 142"/>
                <a:gd name="T20" fmla="*/ 398 w 438"/>
                <a:gd name="T21" fmla="*/ 98 h 142"/>
                <a:gd name="T22" fmla="*/ 412 w 438"/>
                <a:gd name="T23" fmla="*/ 94 h 142"/>
                <a:gd name="T24" fmla="*/ 424 w 438"/>
                <a:gd name="T25" fmla="*/ 86 h 142"/>
                <a:gd name="T26" fmla="*/ 430 w 438"/>
                <a:gd name="T27" fmla="*/ 80 h 142"/>
                <a:gd name="T28" fmla="*/ 434 w 438"/>
                <a:gd name="T29" fmla="*/ 76 h 142"/>
                <a:gd name="T30" fmla="*/ 436 w 438"/>
                <a:gd name="T31" fmla="*/ 70 h 142"/>
                <a:gd name="T32" fmla="*/ 438 w 438"/>
                <a:gd name="T33" fmla="*/ 62 h 142"/>
                <a:gd name="T34" fmla="*/ 438 w 438"/>
                <a:gd name="T35" fmla="*/ 54 h 142"/>
                <a:gd name="T36" fmla="*/ 436 w 438"/>
                <a:gd name="T37" fmla="*/ 46 h 142"/>
                <a:gd name="T38" fmla="*/ 436 w 438"/>
                <a:gd name="T39" fmla="*/ 46 h 142"/>
                <a:gd name="T40" fmla="*/ 432 w 438"/>
                <a:gd name="T41" fmla="*/ 38 h 142"/>
                <a:gd name="T42" fmla="*/ 428 w 438"/>
                <a:gd name="T43" fmla="*/ 32 h 142"/>
                <a:gd name="T44" fmla="*/ 422 w 438"/>
                <a:gd name="T45" fmla="*/ 26 h 142"/>
                <a:gd name="T46" fmla="*/ 416 w 438"/>
                <a:gd name="T47" fmla="*/ 20 h 142"/>
                <a:gd name="T48" fmla="*/ 402 w 438"/>
                <a:gd name="T49" fmla="*/ 12 h 142"/>
                <a:gd name="T50" fmla="*/ 384 w 438"/>
                <a:gd name="T51" fmla="*/ 6 h 142"/>
                <a:gd name="T52" fmla="*/ 366 w 438"/>
                <a:gd name="T53" fmla="*/ 2 h 142"/>
                <a:gd name="T54" fmla="*/ 346 w 438"/>
                <a:gd name="T55" fmla="*/ 0 h 142"/>
                <a:gd name="T56" fmla="*/ 316 w 438"/>
                <a:gd name="T57" fmla="*/ 0 h 142"/>
                <a:gd name="T58" fmla="*/ 316 w 438"/>
                <a:gd name="T59" fmla="*/ 0 h 142"/>
                <a:gd name="T60" fmla="*/ 276 w 438"/>
                <a:gd name="T61" fmla="*/ 4 h 142"/>
                <a:gd name="T62" fmla="*/ 234 w 438"/>
                <a:gd name="T63" fmla="*/ 10 h 142"/>
                <a:gd name="T64" fmla="*/ 184 w 438"/>
                <a:gd name="T65" fmla="*/ 20 h 142"/>
                <a:gd name="T66" fmla="*/ 132 w 438"/>
                <a:gd name="T67" fmla="*/ 32 h 142"/>
                <a:gd name="T68" fmla="*/ 82 w 438"/>
                <a:gd name="T69" fmla="*/ 48 h 142"/>
                <a:gd name="T70" fmla="*/ 60 w 438"/>
                <a:gd name="T71" fmla="*/ 56 h 142"/>
                <a:gd name="T72" fmla="*/ 40 w 438"/>
                <a:gd name="T73" fmla="*/ 64 h 142"/>
                <a:gd name="T74" fmla="*/ 24 w 438"/>
                <a:gd name="T75" fmla="*/ 74 h 142"/>
                <a:gd name="T76" fmla="*/ 10 w 438"/>
                <a:gd name="T77" fmla="*/ 86 h 142"/>
                <a:gd name="T78" fmla="*/ 10 w 438"/>
                <a:gd name="T79"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8" h="142">
                  <a:moveTo>
                    <a:pt x="10" y="86"/>
                  </a:moveTo>
                  <a:lnTo>
                    <a:pt x="0" y="142"/>
                  </a:lnTo>
                  <a:lnTo>
                    <a:pt x="0" y="142"/>
                  </a:lnTo>
                  <a:lnTo>
                    <a:pt x="122" y="130"/>
                  </a:lnTo>
                  <a:lnTo>
                    <a:pt x="244" y="118"/>
                  </a:lnTo>
                  <a:lnTo>
                    <a:pt x="244" y="118"/>
                  </a:lnTo>
                  <a:lnTo>
                    <a:pt x="300" y="112"/>
                  </a:lnTo>
                  <a:lnTo>
                    <a:pt x="354" y="106"/>
                  </a:lnTo>
                  <a:lnTo>
                    <a:pt x="354" y="106"/>
                  </a:lnTo>
                  <a:lnTo>
                    <a:pt x="382" y="102"/>
                  </a:lnTo>
                  <a:lnTo>
                    <a:pt x="398" y="98"/>
                  </a:lnTo>
                  <a:lnTo>
                    <a:pt x="412" y="94"/>
                  </a:lnTo>
                  <a:lnTo>
                    <a:pt x="424" y="86"/>
                  </a:lnTo>
                  <a:lnTo>
                    <a:pt x="430" y="80"/>
                  </a:lnTo>
                  <a:lnTo>
                    <a:pt x="434" y="76"/>
                  </a:lnTo>
                  <a:lnTo>
                    <a:pt x="436" y="70"/>
                  </a:lnTo>
                  <a:lnTo>
                    <a:pt x="438" y="62"/>
                  </a:lnTo>
                  <a:lnTo>
                    <a:pt x="438" y="54"/>
                  </a:lnTo>
                  <a:lnTo>
                    <a:pt x="436" y="46"/>
                  </a:lnTo>
                  <a:lnTo>
                    <a:pt x="436" y="46"/>
                  </a:lnTo>
                  <a:lnTo>
                    <a:pt x="432" y="38"/>
                  </a:lnTo>
                  <a:lnTo>
                    <a:pt x="428" y="32"/>
                  </a:lnTo>
                  <a:lnTo>
                    <a:pt x="422" y="26"/>
                  </a:lnTo>
                  <a:lnTo>
                    <a:pt x="416" y="20"/>
                  </a:lnTo>
                  <a:lnTo>
                    <a:pt x="402" y="12"/>
                  </a:lnTo>
                  <a:lnTo>
                    <a:pt x="384" y="6"/>
                  </a:lnTo>
                  <a:lnTo>
                    <a:pt x="366" y="2"/>
                  </a:lnTo>
                  <a:lnTo>
                    <a:pt x="346" y="0"/>
                  </a:lnTo>
                  <a:lnTo>
                    <a:pt x="316" y="0"/>
                  </a:lnTo>
                  <a:lnTo>
                    <a:pt x="316" y="0"/>
                  </a:lnTo>
                  <a:lnTo>
                    <a:pt x="276" y="4"/>
                  </a:lnTo>
                  <a:lnTo>
                    <a:pt x="234" y="10"/>
                  </a:lnTo>
                  <a:lnTo>
                    <a:pt x="184" y="20"/>
                  </a:lnTo>
                  <a:lnTo>
                    <a:pt x="132" y="32"/>
                  </a:lnTo>
                  <a:lnTo>
                    <a:pt x="82" y="48"/>
                  </a:lnTo>
                  <a:lnTo>
                    <a:pt x="60" y="56"/>
                  </a:lnTo>
                  <a:lnTo>
                    <a:pt x="40" y="64"/>
                  </a:lnTo>
                  <a:lnTo>
                    <a:pt x="24" y="74"/>
                  </a:lnTo>
                  <a:lnTo>
                    <a:pt x="10" y="86"/>
                  </a:lnTo>
                  <a:lnTo>
                    <a:pt x="10" y="8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3" name="Freeform 227"/>
            <p:cNvSpPr>
              <a:spLocks/>
            </p:cNvSpPr>
            <p:nvPr/>
          </p:nvSpPr>
          <p:spPr bwMode="auto">
            <a:xfrm>
              <a:off x="3552371" y="3516086"/>
              <a:ext cx="727075" cy="371475"/>
            </a:xfrm>
            <a:custGeom>
              <a:avLst/>
              <a:gdLst>
                <a:gd name="T0" fmla="*/ 384 w 458"/>
                <a:gd name="T1" fmla="*/ 0 h 234"/>
                <a:gd name="T2" fmla="*/ 0 w 458"/>
                <a:gd name="T3" fmla="*/ 158 h 234"/>
                <a:gd name="T4" fmla="*/ 10 w 458"/>
                <a:gd name="T5" fmla="*/ 234 h 234"/>
                <a:gd name="T6" fmla="*/ 430 w 458"/>
                <a:gd name="T7" fmla="*/ 190 h 234"/>
                <a:gd name="T8" fmla="*/ 430 w 458"/>
                <a:gd name="T9" fmla="*/ 190 h 234"/>
                <a:gd name="T10" fmla="*/ 438 w 458"/>
                <a:gd name="T11" fmla="*/ 186 h 234"/>
                <a:gd name="T12" fmla="*/ 444 w 458"/>
                <a:gd name="T13" fmla="*/ 180 h 234"/>
                <a:gd name="T14" fmla="*/ 452 w 458"/>
                <a:gd name="T15" fmla="*/ 172 h 234"/>
                <a:gd name="T16" fmla="*/ 456 w 458"/>
                <a:gd name="T17" fmla="*/ 160 h 234"/>
                <a:gd name="T18" fmla="*/ 458 w 458"/>
                <a:gd name="T19" fmla="*/ 152 h 234"/>
                <a:gd name="T20" fmla="*/ 458 w 458"/>
                <a:gd name="T21" fmla="*/ 144 h 234"/>
                <a:gd name="T22" fmla="*/ 458 w 458"/>
                <a:gd name="T23" fmla="*/ 134 h 234"/>
                <a:gd name="T24" fmla="*/ 454 w 458"/>
                <a:gd name="T25" fmla="*/ 122 h 234"/>
                <a:gd name="T26" fmla="*/ 450 w 458"/>
                <a:gd name="T27" fmla="*/ 110 h 234"/>
                <a:gd name="T28" fmla="*/ 444 w 458"/>
                <a:gd name="T29" fmla="*/ 98 h 234"/>
                <a:gd name="T30" fmla="*/ 384 w 458"/>
                <a:gd name="T3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4">
                  <a:moveTo>
                    <a:pt x="384" y="0"/>
                  </a:moveTo>
                  <a:lnTo>
                    <a:pt x="0" y="158"/>
                  </a:lnTo>
                  <a:lnTo>
                    <a:pt x="10" y="234"/>
                  </a:lnTo>
                  <a:lnTo>
                    <a:pt x="430" y="190"/>
                  </a:lnTo>
                  <a:lnTo>
                    <a:pt x="430" y="190"/>
                  </a:lnTo>
                  <a:lnTo>
                    <a:pt x="438" y="186"/>
                  </a:lnTo>
                  <a:lnTo>
                    <a:pt x="444" y="180"/>
                  </a:lnTo>
                  <a:lnTo>
                    <a:pt x="452" y="172"/>
                  </a:lnTo>
                  <a:lnTo>
                    <a:pt x="456" y="160"/>
                  </a:lnTo>
                  <a:lnTo>
                    <a:pt x="458" y="152"/>
                  </a:lnTo>
                  <a:lnTo>
                    <a:pt x="458" y="144"/>
                  </a:lnTo>
                  <a:lnTo>
                    <a:pt x="458" y="134"/>
                  </a:lnTo>
                  <a:lnTo>
                    <a:pt x="454" y="122"/>
                  </a:lnTo>
                  <a:lnTo>
                    <a:pt x="450" y="110"/>
                  </a:lnTo>
                  <a:lnTo>
                    <a:pt x="444" y="98"/>
                  </a:lnTo>
                  <a:lnTo>
                    <a:pt x="384"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4" name="Freeform 228"/>
            <p:cNvSpPr>
              <a:spLocks/>
            </p:cNvSpPr>
            <p:nvPr/>
          </p:nvSpPr>
          <p:spPr bwMode="auto">
            <a:xfrm>
              <a:off x="3120571" y="3449411"/>
              <a:ext cx="831850" cy="498475"/>
            </a:xfrm>
            <a:custGeom>
              <a:avLst/>
              <a:gdLst>
                <a:gd name="T0" fmla="*/ 496 w 524"/>
                <a:gd name="T1" fmla="*/ 282 h 314"/>
                <a:gd name="T2" fmla="*/ 496 w 524"/>
                <a:gd name="T3" fmla="*/ 282 h 314"/>
                <a:gd name="T4" fmla="*/ 496 w 524"/>
                <a:gd name="T5" fmla="*/ 288 h 314"/>
                <a:gd name="T6" fmla="*/ 494 w 524"/>
                <a:gd name="T7" fmla="*/ 294 h 314"/>
                <a:gd name="T8" fmla="*/ 492 w 524"/>
                <a:gd name="T9" fmla="*/ 300 h 314"/>
                <a:gd name="T10" fmla="*/ 488 w 524"/>
                <a:gd name="T11" fmla="*/ 304 h 314"/>
                <a:gd name="T12" fmla="*/ 482 w 524"/>
                <a:gd name="T13" fmla="*/ 308 h 314"/>
                <a:gd name="T14" fmla="*/ 478 w 524"/>
                <a:gd name="T15" fmla="*/ 312 h 314"/>
                <a:gd name="T16" fmla="*/ 472 w 524"/>
                <a:gd name="T17" fmla="*/ 314 h 314"/>
                <a:gd name="T18" fmla="*/ 464 w 524"/>
                <a:gd name="T19" fmla="*/ 314 h 314"/>
                <a:gd name="T20" fmla="*/ 60 w 524"/>
                <a:gd name="T21" fmla="*/ 314 h 314"/>
                <a:gd name="T22" fmla="*/ 60 w 524"/>
                <a:gd name="T23" fmla="*/ 314 h 314"/>
                <a:gd name="T24" fmla="*/ 52 w 524"/>
                <a:gd name="T25" fmla="*/ 314 h 314"/>
                <a:gd name="T26" fmla="*/ 46 w 524"/>
                <a:gd name="T27" fmla="*/ 312 h 314"/>
                <a:gd name="T28" fmla="*/ 42 w 524"/>
                <a:gd name="T29" fmla="*/ 308 h 314"/>
                <a:gd name="T30" fmla="*/ 36 w 524"/>
                <a:gd name="T31" fmla="*/ 304 h 314"/>
                <a:gd name="T32" fmla="*/ 32 w 524"/>
                <a:gd name="T33" fmla="*/ 300 h 314"/>
                <a:gd name="T34" fmla="*/ 30 w 524"/>
                <a:gd name="T35" fmla="*/ 294 h 314"/>
                <a:gd name="T36" fmla="*/ 28 w 524"/>
                <a:gd name="T37" fmla="*/ 288 h 314"/>
                <a:gd name="T38" fmla="*/ 28 w 524"/>
                <a:gd name="T39" fmla="*/ 282 h 314"/>
                <a:gd name="T40" fmla="*/ 0 w 524"/>
                <a:gd name="T41" fmla="*/ 32 h 314"/>
                <a:gd name="T42" fmla="*/ 0 w 524"/>
                <a:gd name="T43" fmla="*/ 32 h 314"/>
                <a:gd name="T44" fmla="*/ 0 w 524"/>
                <a:gd name="T45" fmla="*/ 26 h 314"/>
                <a:gd name="T46" fmla="*/ 2 w 524"/>
                <a:gd name="T47" fmla="*/ 20 h 314"/>
                <a:gd name="T48" fmla="*/ 6 w 524"/>
                <a:gd name="T49" fmla="*/ 14 h 314"/>
                <a:gd name="T50" fmla="*/ 10 w 524"/>
                <a:gd name="T51" fmla="*/ 10 h 314"/>
                <a:gd name="T52" fmla="*/ 14 w 524"/>
                <a:gd name="T53" fmla="*/ 6 h 314"/>
                <a:gd name="T54" fmla="*/ 20 w 524"/>
                <a:gd name="T55" fmla="*/ 2 h 314"/>
                <a:gd name="T56" fmla="*/ 26 w 524"/>
                <a:gd name="T57" fmla="*/ 0 h 314"/>
                <a:gd name="T58" fmla="*/ 32 w 524"/>
                <a:gd name="T59" fmla="*/ 0 h 314"/>
                <a:gd name="T60" fmla="*/ 492 w 524"/>
                <a:gd name="T61" fmla="*/ 0 h 314"/>
                <a:gd name="T62" fmla="*/ 492 w 524"/>
                <a:gd name="T63" fmla="*/ 0 h 314"/>
                <a:gd name="T64" fmla="*/ 498 w 524"/>
                <a:gd name="T65" fmla="*/ 0 h 314"/>
                <a:gd name="T66" fmla="*/ 504 w 524"/>
                <a:gd name="T67" fmla="*/ 2 h 314"/>
                <a:gd name="T68" fmla="*/ 510 w 524"/>
                <a:gd name="T69" fmla="*/ 6 h 314"/>
                <a:gd name="T70" fmla="*/ 514 w 524"/>
                <a:gd name="T71" fmla="*/ 10 h 314"/>
                <a:gd name="T72" fmla="*/ 518 w 524"/>
                <a:gd name="T73" fmla="*/ 14 h 314"/>
                <a:gd name="T74" fmla="*/ 522 w 524"/>
                <a:gd name="T75" fmla="*/ 20 h 314"/>
                <a:gd name="T76" fmla="*/ 524 w 524"/>
                <a:gd name="T77" fmla="*/ 26 h 314"/>
                <a:gd name="T78" fmla="*/ 524 w 524"/>
                <a:gd name="T79" fmla="*/ 32 h 314"/>
                <a:gd name="T80" fmla="*/ 496 w 524"/>
                <a:gd name="T81" fmla="*/ 28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24" h="314">
                  <a:moveTo>
                    <a:pt x="496" y="282"/>
                  </a:moveTo>
                  <a:lnTo>
                    <a:pt x="496" y="282"/>
                  </a:lnTo>
                  <a:lnTo>
                    <a:pt x="496" y="288"/>
                  </a:lnTo>
                  <a:lnTo>
                    <a:pt x="494" y="294"/>
                  </a:lnTo>
                  <a:lnTo>
                    <a:pt x="492" y="300"/>
                  </a:lnTo>
                  <a:lnTo>
                    <a:pt x="488" y="304"/>
                  </a:lnTo>
                  <a:lnTo>
                    <a:pt x="482" y="308"/>
                  </a:lnTo>
                  <a:lnTo>
                    <a:pt x="478" y="312"/>
                  </a:lnTo>
                  <a:lnTo>
                    <a:pt x="472" y="314"/>
                  </a:lnTo>
                  <a:lnTo>
                    <a:pt x="464" y="314"/>
                  </a:lnTo>
                  <a:lnTo>
                    <a:pt x="60" y="314"/>
                  </a:lnTo>
                  <a:lnTo>
                    <a:pt x="60" y="314"/>
                  </a:lnTo>
                  <a:lnTo>
                    <a:pt x="52" y="314"/>
                  </a:lnTo>
                  <a:lnTo>
                    <a:pt x="46" y="312"/>
                  </a:lnTo>
                  <a:lnTo>
                    <a:pt x="42" y="308"/>
                  </a:lnTo>
                  <a:lnTo>
                    <a:pt x="36" y="304"/>
                  </a:lnTo>
                  <a:lnTo>
                    <a:pt x="32" y="300"/>
                  </a:lnTo>
                  <a:lnTo>
                    <a:pt x="30" y="294"/>
                  </a:lnTo>
                  <a:lnTo>
                    <a:pt x="28" y="288"/>
                  </a:lnTo>
                  <a:lnTo>
                    <a:pt x="28" y="282"/>
                  </a:lnTo>
                  <a:lnTo>
                    <a:pt x="0" y="32"/>
                  </a:lnTo>
                  <a:lnTo>
                    <a:pt x="0" y="32"/>
                  </a:lnTo>
                  <a:lnTo>
                    <a:pt x="0" y="26"/>
                  </a:lnTo>
                  <a:lnTo>
                    <a:pt x="2" y="20"/>
                  </a:lnTo>
                  <a:lnTo>
                    <a:pt x="6" y="14"/>
                  </a:lnTo>
                  <a:lnTo>
                    <a:pt x="10" y="10"/>
                  </a:lnTo>
                  <a:lnTo>
                    <a:pt x="14" y="6"/>
                  </a:lnTo>
                  <a:lnTo>
                    <a:pt x="20" y="2"/>
                  </a:lnTo>
                  <a:lnTo>
                    <a:pt x="26" y="0"/>
                  </a:lnTo>
                  <a:lnTo>
                    <a:pt x="32" y="0"/>
                  </a:lnTo>
                  <a:lnTo>
                    <a:pt x="492" y="0"/>
                  </a:lnTo>
                  <a:lnTo>
                    <a:pt x="492" y="0"/>
                  </a:lnTo>
                  <a:lnTo>
                    <a:pt x="498" y="0"/>
                  </a:lnTo>
                  <a:lnTo>
                    <a:pt x="504" y="2"/>
                  </a:lnTo>
                  <a:lnTo>
                    <a:pt x="510" y="6"/>
                  </a:lnTo>
                  <a:lnTo>
                    <a:pt x="514" y="10"/>
                  </a:lnTo>
                  <a:lnTo>
                    <a:pt x="518" y="14"/>
                  </a:lnTo>
                  <a:lnTo>
                    <a:pt x="522" y="20"/>
                  </a:lnTo>
                  <a:lnTo>
                    <a:pt x="524" y="26"/>
                  </a:lnTo>
                  <a:lnTo>
                    <a:pt x="524" y="32"/>
                  </a:lnTo>
                  <a:lnTo>
                    <a:pt x="496" y="282"/>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5" name="Freeform 229"/>
            <p:cNvSpPr>
              <a:spLocks/>
            </p:cNvSpPr>
            <p:nvPr/>
          </p:nvSpPr>
          <p:spPr bwMode="auto">
            <a:xfrm>
              <a:off x="3149146" y="3487511"/>
              <a:ext cx="774700" cy="460375"/>
            </a:xfrm>
            <a:custGeom>
              <a:avLst/>
              <a:gdLst>
                <a:gd name="T0" fmla="*/ 462 w 488"/>
                <a:gd name="T1" fmla="*/ 260 h 290"/>
                <a:gd name="T2" fmla="*/ 462 w 488"/>
                <a:gd name="T3" fmla="*/ 260 h 290"/>
                <a:gd name="T4" fmla="*/ 462 w 488"/>
                <a:gd name="T5" fmla="*/ 266 h 290"/>
                <a:gd name="T6" fmla="*/ 460 w 488"/>
                <a:gd name="T7" fmla="*/ 272 h 290"/>
                <a:gd name="T8" fmla="*/ 454 w 488"/>
                <a:gd name="T9" fmla="*/ 282 h 290"/>
                <a:gd name="T10" fmla="*/ 444 w 488"/>
                <a:gd name="T11" fmla="*/ 288 h 290"/>
                <a:gd name="T12" fmla="*/ 438 w 488"/>
                <a:gd name="T13" fmla="*/ 290 h 290"/>
                <a:gd name="T14" fmla="*/ 432 w 488"/>
                <a:gd name="T15" fmla="*/ 290 h 290"/>
                <a:gd name="T16" fmla="*/ 56 w 488"/>
                <a:gd name="T17" fmla="*/ 290 h 290"/>
                <a:gd name="T18" fmla="*/ 56 w 488"/>
                <a:gd name="T19" fmla="*/ 290 h 290"/>
                <a:gd name="T20" fmla="*/ 50 w 488"/>
                <a:gd name="T21" fmla="*/ 290 h 290"/>
                <a:gd name="T22" fmla="*/ 44 w 488"/>
                <a:gd name="T23" fmla="*/ 288 h 290"/>
                <a:gd name="T24" fmla="*/ 36 w 488"/>
                <a:gd name="T25" fmla="*/ 282 h 290"/>
                <a:gd name="T26" fmla="*/ 28 w 488"/>
                <a:gd name="T27" fmla="*/ 272 h 290"/>
                <a:gd name="T28" fmla="*/ 26 w 488"/>
                <a:gd name="T29" fmla="*/ 266 h 290"/>
                <a:gd name="T30" fmla="*/ 26 w 488"/>
                <a:gd name="T31" fmla="*/ 260 h 290"/>
                <a:gd name="T32" fmla="*/ 0 w 488"/>
                <a:gd name="T33" fmla="*/ 30 h 290"/>
                <a:gd name="T34" fmla="*/ 0 w 488"/>
                <a:gd name="T35" fmla="*/ 30 h 290"/>
                <a:gd name="T36" fmla="*/ 0 w 488"/>
                <a:gd name="T37" fmla="*/ 24 h 290"/>
                <a:gd name="T38" fmla="*/ 2 w 488"/>
                <a:gd name="T39" fmla="*/ 18 h 290"/>
                <a:gd name="T40" fmla="*/ 8 w 488"/>
                <a:gd name="T41" fmla="*/ 8 h 290"/>
                <a:gd name="T42" fmla="*/ 18 w 488"/>
                <a:gd name="T43" fmla="*/ 2 h 290"/>
                <a:gd name="T44" fmla="*/ 24 w 488"/>
                <a:gd name="T45" fmla="*/ 0 h 290"/>
                <a:gd name="T46" fmla="*/ 30 w 488"/>
                <a:gd name="T47" fmla="*/ 0 h 290"/>
                <a:gd name="T48" fmla="*/ 458 w 488"/>
                <a:gd name="T49" fmla="*/ 0 h 290"/>
                <a:gd name="T50" fmla="*/ 458 w 488"/>
                <a:gd name="T51" fmla="*/ 0 h 290"/>
                <a:gd name="T52" fmla="*/ 464 w 488"/>
                <a:gd name="T53" fmla="*/ 0 h 290"/>
                <a:gd name="T54" fmla="*/ 470 w 488"/>
                <a:gd name="T55" fmla="*/ 2 h 290"/>
                <a:gd name="T56" fmla="*/ 480 w 488"/>
                <a:gd name="T57" fmla="*/ 8 h 290"/>
                <a:gd name="T58" fmla="*/ 486 w 488"/>
                <a:gd name="T59" fmla="*/ 18 h 290"/>
                <a:gd name="T60" fmla="*/ 488 w 488"/>
                <a:gd name="T61" fmla="*/ 24 h 290"/>
                <a:gd name="T62" fmla="*/ 488 w 488"/>
                <a:gd name="T63" fmla="*/ 30 h 290"/>
                <a:gd name="T64" fmla="*/ 462 w 488"/>
                <a:gd name="T65" fmla="*/ 26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8" h="290">
                  <a:moveTo>
                    <a:pt x="462" y="260"/>
                  </a:moveTo>
                  <a:lnTo>
                    <a:pt x="462" y="260"/>
                  </a:lnTo>
                  <a:lnTo>
                    <a:pt x="462" y="266"/>
                  </a:lnTo>
                  <a:lnTo>
                    <a:pt x="460" y="272"/>
                  </a:lnTo>
                  <a:lnTo>
                    <a:pt x="454" y="282"/>
                  </a:lnTo>
                  <a:lnTo>
                    <a:pt x="444" y="288"/>
                  </a:lnTo>
                  <a:lnTo>
                    <a:pt x="438" y="290"/>
                  </a:lnTo>
                  <a:lnTo>
                    <a:pt x="432" y="290"/>
                  </a:lnTo>
                  <a:lnTo>
                    <a:pt x="56" y="290"/>
                  </a:lnTo>
                  <a:lnTo>
                    <a:pt x="56" y="290"/>
                  </a:lnTo>
                  <a:lnTo>
                    <a:pt x="50" y="290"/>
                  </a:lnTo>
                  <a:lnTo>
                    <a:pt x="44" y="288"/>
                  </a:lnTo>
                  <a:lnTo>
                    <a:pt x="36" y="282"/>
                  </a:lnTo>
                  <a:lnTo>
                    <a:pt x="28" y="272"/>
                  </a:lnTo>
                  <a:lnTo>
                    <a:pt x="26" y="266"/>
                  </a:lnTo>
                  <a:lnTo>
                    <a:pt x="26" y="260"/>
                  </a:lnTo>
                  <a:lnTo>
                    <a:pt x="0" y="30"/>
                  </a:lnTo>
                  <a:lnTo>
                    <a:pt x="0" y="30"/>
                  </a:lnTo>
                  <a:lnTo>
                    <a:pt x="0" y="24"/>
                  </a:lnTo>
                  <a:lnTo>
                    <a:pt x="2" y="18"/>
                  </a:lnTo>
                  <a:lnTo>
                    <a:pt x="8" y="8"/>
                  </a:lnTo>
                  <a:lnTo>
                    <a:pt x="18" y="2"/>
                  </a:lnTo>
                  <a:lnTo>
                    <a:pt x="24" y="0"/>
                  </a:lnTo>
                  <a:lnTo>
                    <a:pt x="30" y="0"/>
                  </a:lnTo>
                  <a:lnTo>
                    <a:pt x="458" y="0"/>
                  </a:lnTo>
                  <a:lnTo>
                    <a:pt x="458" y="0"/>
                  </a:lnTo>
                  <a:lnTo>
                    <a:pt x="464" y="0"/>
                  </a:lnTo>
                  <a:lnTo>
                    <a:pt x="470" y="2"/>
                  </a:lnTo>
                  <a:lnTo>
                    <a:pt x="480" y="8"/>
                  </a:lnTo>
                  <a:lnTo>
                    <a:pt x="486" y="18"/>
                  </a:lnTo>
                  <a:lnTo>
                    <a:pt x="488" y="24"/>
                  </a:lnTo>
                  <a:lnTo>
                    <a:pt x="488" y="30"/>
                  </a:lnTo>
                  <a:lnTo>
                    <a:pt x="462" y="26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6" name="Freeform 230"/>
            <p:cNvSpPr>
              <a:spLocks noEditPoints="1"/>
            </p:cNvSpPr>
            <p:nvPr/>
          </p:nvSpPr>
          <p:spPr bwMode="auto">
            <a:xfrm>
              <a:off x="3463471" y="3633561"/>
              <a:ext cx="174625" cy="177800"/>
            </a:xfrm>
            <a:custGeom>
              <a:avLst/>
              <a:gdLst>
                <a:gd name="T0" fmla="*/ 56 w 110"/>
                <a:gd name="T1" fmla="*/ 0 h 112"/>
                <a:gd name="T2" fmla="*/ 34 w 110"/>
                <a:gd name="T3" fmla="*/ 4 h 112"/>
                <a:gd name="T4" fmla="*/ 16 w 110"/>
                <a:gd name="T5" fmla="*/ 16 h 112"/>
                <a:gd name="T6" fmla="*/ 4 w 110"/>
                <a:gd name="T7" fmla="*/ 34 h 112"/>
                <a:gd name="T8" fmla="*/ 0 w 110"/>
                <a:gd name="T9" fmla="*/ 56 h 112"/>
                <a:gd name="T10" fmla="*/ 2 w 110"/>
                <a:gd name="T11" fmla="*/ 68 h 112"/>
                <a:gd name="T12" fmla="*/ 10 w 110"/>
                <a:gd name="T13" fmla="*/ 86 h 112"/>
                <a:gd name="T14" fmla="*/ 24 w 110"/>
                <a:gd name="T15" fmla="*/ 102 h 112"/>
                <a:gd name="T16" fmla="*/ 44 w 110"/>
                <a:gd name="T17" fmla="*/ 110 h 112"/>
                <a:gd name="T18" fmla="*/ 56 w 110"/>
                <a:gd name="T19" fmla="*/ 112 h 112"/>
                <a:gd name="T20" fmla="*/ 78 w 110"/>
                <a:gd name="T21" fmla="*/ 106 h 112"/>
                <a:gd name="T22" fmla="*/ 94 w 110"/>
                <a:gd name="T23" fmla="*/ 96 h 112"/>
                <a:gd name="T24" fmla="*/ 106 w 110"/>
                <a:gd name="T25" fmla="*/ 78 h 112"/>
                <a:gd name="T26" fmla="*/ 110 w 110"/>
                <a:gd name="T27" fmla="*/ 56 h 112"/>
                <a:gd name="T28" fmla="*/ 110 w 110"/>
                <a:gd name="T29" fmla="*/ 44 h 112"/>
                <a:gd name="T30" fmla="*/ 102 w 110"/>
                <a:gd name="T31" fmla="*/ 24 h 112"/>
                <a:gd name="T32" fmla="*/ 86 w 110"/>
                <a:gd name="T33" fmla="*/ 10 h 112"/>
                <a:gd name="T34" fmla="*/ 66 w 110"/>
                <a:gd name="T35" fmla="*/ 2 h 112"/>
                <a:gd name="T36" fmla="*/ 56 w 110"/>
                <a:gd name="T37" fmla="*/ 0 h 112"/>
                <a:gd name="T38" fmla="*/ 56 w 110"/>
                <a:gd name="T39" fmla="*/ 98 h 112"/>
                <a:gd name="T40" fmla="*/ 38 w 110"/>
                <a:gd name="T41" fmla="*/ 96 h 112"/>
                <a:gd name="T42" fmla="*/ 26 w 110"/>
                <a:gd name="T43" fmla="*/ 86 h 112"/>
                <a:gd name="T44" fmla="*/ 16 w 110"/>
                <a:gd name="T45" fmla="*/ 72 h 112"/>
                <a:gd name="T46" fmla="*/ 12 w 110"/>
                <a:gd name="T47" fmla="*/ 56 h 112"/>
                <a:gd name="T48" fmla="*/ 14 w 110"/>
                <a:gd name="T49" fmla="*/ 48 h 112"/>
                <a:gd name="T50" fmla="*/ 20 w 110"/>
                <a:gd name="T51" fmla="*/ 32 h 112"/>
                <a:gd name="T52" fmla="*/ 32 w 110"/>
                <a:gd name="T53" fmla="*/ 20 h 112"/>
                <a:gd name="T54" fmla="*/ 46 w 110"/>
                <a:gd name="T55" fmla="*/ 14 h 112"/>
                <a:gd name="T56" fmla="*/ 56 w 110"/>
                <a:gd name="T57" fmla="*/ 14 h 112"/>
                <a:gd name="T58" fmla="*/ 72 w 110"/>
                <a:gd name="T59" fmla="*/ 16 h 112"/>
                <a:gd name="T60" fmla="*/ 86 w 110"/>
                <a:gd name="T61" fmla="*/ 26 h 112"/>
                <a:gd name="T62" fmla="*/ 94 w 110"/>
                <a:gd name="T63" fmla="*/ 40 h 112"/>
                <a:gd name="T64" fmla="*/ 98 w 110"/>
                <a:gd name="T65" fmla="*/ 56 h 112"/>
                <a:gd name="T66" fmla="*/ 98 w 110"/>
                <a:gd name="T67" fmla="*/ 64 h 112"/>
                <a:gd name="T68" fmla="*/ 90 w 110"/>
                <a:gd name="T69" fmla="*/ 80 h 112"/>
                <a:gd name="T70" fmla="*/ 80 w 110"/>
                <a:gd name="T71" fmla="*/ 92 h 112"/>
                <a:gd name="T72" fmla="*/ 64 w 110"/>
                <a:gd name="T73" fmla="*/ 98 h 112"/>
                <a:gd name="T74" fmla="*/ 56 w 110"/>
                <a:gd name="T75" fmla="*/ 9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12">
                  <a:moveTo>
                    <a:pt x="56" y="0"/>
                  </a:moveTo>
                  <a:lnTo>
                    <a:pt x="56" y="0"/>
                  </a:lnTo>
                  <a:lnTo>
                    <a:pt x="44" y="2"/>
                  </a:lnTo>
                  <a:lnTo>
                    <a:pt x="34" y="4"/>
                  </a:lnTo>
                  <a:lnTo>
                    <a:pt x="24" y="10"/>
                  </a:lnTo>
                  <a:lnTo>
                    <a:pt x="16" y="16"/>
                  </a:lnTo>
                  <a:lnTo>
                    <a:pt x="10" y="24"/>
                  </a:lnTo>
                  <a:lnTo>
                    <a:pt x="4" y="34"/>
                  </a:lnTo>
                  <a:lnTo>
                    <a:pt x="2" y="44"/>
                  </a:lnTo>
                  <a:lnTo>
                    <a:pt x="0" y="56"/>
                  </a:lnTo>
                  <a:lnTo>
                    <a:pt x="0" y="56"/>
                  </a:lnTo>
                  <a:lnTo>
                    <a:pt x="2" y="68"/>
                  </a:lnTo>
                  <a:lnTo>
                    <a:pt x="4" y="78"/>
                  </a:lnTo>
                  <a:lnTo>
                    <a:pt x="10" y="86"/>
                  </a:lnTo>
                  <a:lnTo>
                    <a:pt x="16" y="96"/>
                  </a:lnTo>
                  <a:lnTo>
                    <a:pt x="24" y="102"/>
                  </a:lnTo>
                  <a:lnTo>
                    <a:pt x="34" y="106"/>
                  </a:lnTo>
                  <a:lnTo>
                    <a:pt x="44" y="110"/>
                  </a:lnTo>
                  <a:lnTo>
                    <a:pt x="56" y="112"/>
                  </a:lnTo>
                  <a:lnTo>
                    <a:pt x="56" y="112"/>
                  </a:lnTo>
                  <a:lnTo>
                    <a:pt x="66" y="110"/>
                  </a:lnTo>
                  <a:lnTo>
                    <a:pt x="78" y="106"/>
                  </a:lnTo>
                  <a:lnTo>
                    <a:pt x="86" y="102"/>
                  </a:lnTo>
                  <a:lnTo>
                    <a:pt x="94" y="96"/>
                  </a:lnTo>
                  <a:lnTo>
                    <a:pt x="102" y="86"/>
                  </a:lnTo>
                  <a:lnTo>
                    <a:pt x="106" y="78"/>
                  </a:lnTo>
                  <a:lnTo>
                    <a:pt x="110" y="68"/>
                  </a:lnTo>
                  <a:lnTo>
                    <a:pt x="110" y="56"/>
                  </a:lnTo>
                  <a:lnTo>
                    <a:pt x="110" y="56"/>
                  </a:lnTo>
                  <a:lnTo>
                    <a:pt x="110" y="44"/>
                  </a:lnTo>
                  <a:lnTo>
                    <a:pt x="106" y="34"/>
                  </a:lnTo>
                  <a:lnTo>
                    <a:pt x="102" y="24"/>
                  </a:lnTo>
                  <a:lnTo>
                    <a:pt x="94" y="16"/>
                  </a:lnTo>
                  <a:lnTo>
                    <a:pt x="86" y="10"/>
                  </a:lnTo>
                  <a:lnTo>
                    <a:pt x="78" y="4"/>
                  </a:lnTo>
                  <a:lnTo>
                    <a:pt x="66" y="2"/>
                  </a:lnTo>
                  <a:lnTo>
                    <a:pt x="56" y="0"/>
                  </a:lnTo>
                  <a:lnTo>
                    <a:pt x="56" y="0"/>
                  </a:lnTo>
                  <a:close/>
                  <a:moveTo>
                    <a:pt x="56" y="98"/>
                  </a:moveTo>
                  <a:lnTo>
                    <a:pt x="56" y="98"/>
                  </a:lnTo>
                  <a:lnTo>
                    <a:pt x="46" y="98"/>
                  </a:lnTo>
                  <a:lnTo>
                    <a:pt x="38" y="96"/>
                  </a:lnTo>
                  <a:lnTo>
                    <a:pt x="32" y="92"/>
                  </a:lnTo>
                  <a:lnTo>
                    <a:pt x="26" y="86"/>
                  </a:lnTo>
                  <a:lnTo>
                    <a:pt x="20" y="80"/>
                  </a:lnTo>
                  <a:lnTo>
                    <a:pt x="16" y="72"/>
                  </a:lnTo>
                  <a:lnTo>
                    <a:pt x="14" y="64"/>
                  </a:lnTo>
                  <a:lnTo>
                    <a:pt x="12" y="56"/>
                  </a:lnTo>
                  <a:lnTo>
                    <a:pt x="12" y="56"/>
                  </a:lnTo>
                  <a:lnTo>
                    <a:pt x="14" y="48"/>
                  </a:lnTo>
                  <a:lnTo>
                    <a:pt x="16" y="40"/>
                  </a:lnTo>
                  <a:lnTo>
                    <a:pt x="20" y="32"/>
                  </a:lnTo>
                  <a:lnTo>
                    <a:pt x="26" y="26"/>
                  </a:lnTo>
                  <a:lnTo>
                    <a:pt x="32" y="20"/>
                  </a:lnTo>
                  <a:lnTo>
                    <a:pt x="38" y="16"/>
                  </a:lnTo>
                  <a:lnTo>
                    <a:pt x="46" y="14"/>
                  </a:lnTo>
                  <a:lnTo>
                    <a:pt x="56" y="14"/>
                  </a:lnTo>
                  <a:lnTo>
                    <a:pt x="56" y="14"/>
                  </a:lnTo>
                  <a:lnTo>
                    <a:pt x="64" y="14"/>
                  </a:lnTo>
                  <a:lnTo>
                    <a:pt x="72" y="16"/>
                  </a:lnTo>
                  <a:lnTo>
                    <a:pt x="80" y="20"/>
                  </a:lnTo>
                  <a:lnTo>
                    <a:pt x="86" y="26"/>
                  </a:lnTo>
                  <a:lnTo>
                    <a:pt x="90" y="32"/>
                  </a:lnTo>
                  <a:lnTo>
                    <a:pt x="94" y="40"/>
                  </a:lnTo>
                  <a:lnTo>
                    <a:pt x="98" y="48"/>
                  </a:lnTo>
                  <a:lnTo>
                    <a:pt x="98" y="56"/>
                  </a:lnTo>
                  <a:lnTo>
                    <a:pt x="98" y="56"/>
                  </a:lnTo>
                  <a:lnTo>
                    <a:pt x="98" y="64"/>
                  </a:lnTo>
                  <a:lnTo>
                    <a:pt x="94" y="72"/>
                  </a:lnTo>
                  <a:lnTo>
                    <a:pt x="90" y="80"/>
                  </a:lnTo>
                  <a:lnTo>
                    <a:pt x="86" y="86"/>
                  </a:lnTo>
                  <a:lnTo>
                    <a:pt x="80" y="92"/>
                  </a:lnTo>
                  <a:lnTo>
                    <a:pt x="72" y="96"/>
                  </a:lnTo>
                  <a:lnTo>
                    <a:pt x="64" y="98"/>
                  </a:lnTo>
                  <a:lnTo>
                    <a:pt x="56" y="98"/>
                  </a:lnTo>
                  <a:lnTo>
                    <a:pt x="56" y="9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7" name="Freeform 231"/>
            <p:cNvSpPr>
              <a:spLocks noEditPoints="1"/>
            </p:cNvSpPr>
            <p:nvPr/>
          </p:nvSpPr>
          <p:spPr bwMode="auto">
            <a:xfrm>
              <a:off x="3501571" y="3697061"/>
              <a:ext cx="44450" cy="47625"/>
            </a:xfrm>
            <a:custGeom>
              <a:avLst/>
              <a:gdLst>
                <a:gd name="T0" fmla="*/ 20 w 28"/>
                <a:gd name="T1" fmla="*/ 0 h 30"/>
                <a:gd name="T2" fmla="*/ 20 w 28"/>
                <a:gd name="T3" fmla="*/ 0 h 30"/>
                <a:gd name="T4" fmla="*/ 26 w 28"/>
                <a:gd name="T5" fmla="*/ 2 h 30"/>
                <a:gd name="T6" fmla="*/ 28 w 28"/>
                <a:gd name="T7" fmla="*/ 6 h 30"/>
                <a:gd name="T8" fmla="*/ 28 w 28"/>
                <a:gd name="T9" fmla="*/ 16 h 30"/>
                <a:gd name="T10" fmla="*/ 28 w 28"/>
                <a:gd name="T11" fmla="*/ 16 h 30"/>
                <a:gd name="T12" fmla="*/ 26 w 28"/>
                <a:gd name="T13" fmla="*/ 20 h 30"/>
                <a:gd name="T14" fmla="*/ 20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6 w 28"/>
                <a:gd name="T35" fmla="*/ 0 h 30"/>
                <a:gd name="T36" fmla="*/ 20 w 28"/>
                <a:gd name="T37" fmla="*/ 0 h 30"/>
                <a:gd name="T38" fmla="*/ 4 w 28"/>
                <a:gd name="T39" fmla="*/ 18 h 30"/>
                <a:gd name="T40" fmla="*/ 20 w 28"/>
                <a:gd name="T41" fmla="*/ 18 h 30"/>
                <a:gd name="T42" fmla="*/ 20 w 28"/>
                <a:gd name="T43" fmla="*/ 18 h 30"/>
                <a:gd name="T44" fmla="*/ 22 w 28"/>
                <a:gd name="T45" fmla="*/ 18 h 30"/>
                <a:gd name="T46" fmla="*/ 24 w 28"/>
                <a:gd name="T47" fmla="*/ 16 h 30"/>
                <a:gd name="T48" fmla="*/ 24 w 28"/>
                <a:gd name="T49" fmla="*/ 6 h 30"/>
                <a:gd name="T50" fmla="*/ 24 w 28"/>
                <a:gd name="T51" fmla="*/ 6 h 30"/>
                <a:gd name="T52" fmla="*/ 22 w 28"/>
                <a:gd name="T53" fmla="*/ 4 h 30"/>
                <a:gd name="T54" fmla="*/ 20 w 28"/>
                <a:gd name="T55" fmla="*/ 4 h 30"/>
                <a:gd name="T56" fmla="*/ 6 w 28"/>
                <a:gd name="T57" fmla="*/ 4 h 30"/>
                <a:gd name="T58" fmla="*/ 6 w 28"/>
                <a:gd name="T59" fmla="*/ 4 h 30"/>
                <a:gd name="T60" fmla="*/ 4 w 28"/>
                <a:gd name="T61" fmla="*/ 4 h 30"/>
                <a:gd name="T62" fmla="*/ 4 w 28"/>
                <a:gd name="T63" fmla="*/ 6 h 30"/>
                <a:gd name="T64" fmla="*/ 4 w 28"/>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0" y="0"/>
                  </a:moveTo>
                  <a:lnTo>
                    <a:pt x="20" y="0"/>
                  </a:lnTo>
                  <a:lnTo>
                    <a:pt x="26" y="2"/>
                  </a:lnTo>
                  <a:lnTo>
                    <a:pt x="28" y="6"/>
                  </a:lnTo>
                  <a:lnTo>
                    <a:pt x="28" y="16"/>
                  </a:lnTo>
                  <a:lnTo>
                    <a:pt x="28" y="16"/>
                  </a:lnTo>
                  <a:lnTo>
                    <a:pt x="26" y="20"/>
                  </a:lnTo>
                  <a:lnTo>
                    <a:pt x="20" y="22"/>
                  </a:lnTo>
                  <a:lnTo>
                    <a:pt x="4" y="22"/>
                  </a:lnTo>
                  <a:lnTo>
                    <a:pt x="4" y="28"/>
                  </a:lnTo>
                  <a:lnTo>
                    <a:pt x="4" y="28"/>
                  </a:lnTo>
                  <a:lnTo>
                    <a:pt x="2" y="30"/>
                  </a:lnTo>
                  <a:lnTo>
                    <a:pt x="2" y="30"/>
                  </a:lnTo>
                  <a:lnTo>
                    <a:pt x="0" y="28"/>
                  </a:lnTo>
                  <a:lnTo>
                    <a:pt x="0" y="6"/>
                  </a:lnTo>
                  <a:lnTo>
                    <a:pt x="0" y="6"/>
                  </a:lnTo>
                  <a:lnTo>
                    <a:pt x="2" y="2"/>
                  </a:lnTo>
                  <a:lnTo>
                    <a:pt x="6" y="0"/>
                  </a:lnTo>
                  <a:lnTo>
                    <a:pt x="20" y="0"/>
                  </a:lnTo>
                  <a:close/>
                  <a:moveTo>
                    <a:pt x="4" y="18"/>
                  </a:moveTo>
                  <a:lnTo>
                    <a:pt x="20" y="18"/>
                  </a:lnTo>
                  <a:lnTo>
                    <a:pt x="20" y="18"/>
                  </a:lnTo>
                  <a:lnTo>
                    <a:pt x="22" y="18"/>
                  </a:lnTo>
                  <a:lnTo>
                    <a:pt x="24" y="16"/>
                  </a:lnTo>
                  <a:lnTo>
                    <a:pt x="24" y="6"/>
                  </a:lnTo>
                  <a:lnTo>
                    <a:pt x="24" y="6"/>
                  </a:lnTo>
                  <a:lnTo>
                    <a:pt x="22" y="4"/>
                  </a:lnTo>
                  <a:lnTo>
                    <a:pt x="20" y="4"/>
                  </a:lnTo>
                  <a:lnTo>
                    <a:pt x="6" y="4"/>
                  </a:lnTo>
                  <a:lnTo>
                    <a:pt x="6" y="4"/>
                  </a:lnTo>
                  <a:lnTo>
                    <a:pt x="4" y="4"/>
                  </a:lnTo>
                  <a:lnTo>
                    <a:pt x="4" y="6"/>
                  </a:lnTo>
                  <a:lnTo>
                    <a:pt x="4" y="1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8" name="Freeform 232"/>
            <p:cNvSpPr>
              <a:spLocks/>
            </p:cNvSpPr>
            <p:nvPr/>
          </p:nvSpPr>
          <p:spPr bwMode="auto">
            <a:xfrm>
              <a:off x="3552371" y="3697061"/>
              <a:ext cx="41275" cy="47625"/>
            </a:xfrm>
            <a:custGeom>
              <a:avLst/>
              <a:gdLst>
                <a:gd name="T0" fmla="*/ 24 w 26"/>
                <a:gd name="T1" fmla="*/ 0 h 30"/>
                <a:gd name="T2" fmla="*/ 24 w 26"/>
                <a:gd name="T3" fmla="*/ 0 h 30"/>
                <a:gd name="T4" fmla="*/ 24 w 26"/>
                <a:gd name="T5" fmla="*/ 0 h 30"/>
                <a:gd name="T6" fmla="*/ 26 w 26"/>
                <a:gd name="T7" fmla="*/ 2 h 30"/>
                <a:gd name="T8" fmla="*/ 26 w 26"/>
                <a:gd name="T9" fmla="*/ 2 h 30"/>
                <a:gd name="T10" fmla="*/ 24 w 26"/>
                <a:gd name="T11" fmla="*/ 4 h 30"/>
                <a:gd name="T12" fmla="*/ 24 w 26"/>
                <a:gd name="T13" fmla="*/ 4 h 30"/>
                <a:gd name="T14" fmla="*/ 6 w 26"/>
                <a:gd name="T15" fmla="*/ 4 h 30"/>
                <a:gd name="T16" fmla="*/ 6 w 26"/>
                <a:gd name="T17" fmla="*/ 4 h 30"/>
                <a:gd name="T18" fmla="*/ 4 w 26"/>
                <a:gd name="T19" fmla="*/ 4 h 30"/>
                <a:gd name="T20" fmla="*/ 4 w 26"/>
                <a:gd name="T21" fmla="*/ 6 h 30"/>
                <a:gd name="T22" fmla="*/ 4 w 26"/>
                <a:gd name="T23" fmla="*/ 24 h 30"/>
                <a:gd name="T24" fmla="*/ 4 w 26"/>
                <a:gd name="T25" fmla="*/ 24 h 30"/>
                <a:gd name="T26" fmla="*/ 4 w 26"/>
                <a:gd name="T27" fmla="*/ 26 h 30"/>
                <a:gd name="T28" fmla="*/ 6 w 26"/>
                <a:gd name="T29" fmla="*/ 26 h 30"/>
                <a:gd name="T30" fmla="*/ 24 w 26"/>
                <a:gd name="T31" fmla="*/ 26 h 30"/>
                <a:gd name="T32" fmla="*/ 24 w 26"/>
                <a:gd name="T33" fmla="*/ 26 h 30"/>
                <a:gd name="T34" fmla="*/ 24 w 26"/>
                <a:gd name="T35" fmla="*/ 28 h 30"/>
                <a:gd name="T36" fmla="*/ 26 w 26"/>
                <a:gd name="T37" fmla="*/ 28 h 30"/>
                <a:gd name="T38" fmla="*/ 26 w 26"/>
                <a:gd name="T39" fmla="*/ 28 h 30"/>
                <a:gd name="T40" fmla="*/ 24 w 26"/>
                <a:gd name="T41" fmla="*/ 30 h 30"/>
                <a:gd name="T42" fmla="*/ 24 w 26"/>
                <a:gd name="T43" fmla="*/ 30 h 30"/>
                <a:gd name="T44" fmla="*/ 6 w 26"/>
                <a:gd name="T45" fmla="*/ 30 h 30"/>
                <a:gd name="T46" fmla="*/ 6 w 26"/>
                <a:gd name="T47" fmla="*/ 30 h 30"/>
                <a:gd name="T48" fmla="*/ 2 w 26"/>
                <a:gd name="T49" fmla="*/ 28 h 30"/>
                <a:gd name="T50" fmla="*/ 0 w 26"/>
                <a:gd name="T51" fmla="*/ 24 h 30"/>
                <a:gd name="T52" fmla="*/ 0 w 26"/>
                <a:gd name="T53" fmla="*/ 6 h 30"/>
                <a:gd name="T54" fmla="*/ 0 w 26"/>
                <a:gd name="T55" fmla="*/ 6 h 30"/>
                <a:gd name="T56" fmla="*/ 2 w 26"/>
                <a:gd name="T57" fmla="*/ 2 h 30"/>
                <a:gd name="T58" fmla="*/ 6 w 26"/>
                <a:gd name="T59" fmla="*/ 0 h 30"/>
                <a:gd name="T60" fmla="*/ 24 w 26"/>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30">
                  <a:moveTo>
                    <a:pt x="24" y="0"/>
                  </a:moveTo>
                  <a:lnTo>
                    <a:pt x="24" y="0"/>
                  </a:lnTo>
                  <a:lnTo>
                    <a:pt x="24" y="0"/>
                  </a:lnTo>
                  <a:lnTo>
                    <a:pt x="26" y="2"/>
                  </a:lnTo>
                  <a:lnTo>
                    <a:pt x="26" y="2"/>
                  </a:lnTo>
                  <a:lnTo>
                    <a:pt x="24" y="4"/>
                  </a:lnTo>
                  <a:lnTo>
                    <a:pt x="24" y="4"/>
                  </a:lnTo>
                  <a:lnTo>
                    <a:pt x="6" y="4"/>
                  </a:lnTo>
                  <a:lnTo>
                    <a:pt x="6" y="4"/>
                  </a:lnTo>
                  <a:lnTo>
                    <a:pt x="4" y="4"/>
                  </a:lnTo>
                  <a:lnTo>
                    <a:pt x="4" y="6"/>
                  </a:lnTo>
                  <a:lnTo>
                    <a:pt x="4" y="24"/>
                  </a:lnTo>
                  <a:lnTo>
                    <a:pt x="4" y="24"/>
                  </a:lnTo>
                  <a:lnTo>
                    <a:pt x="4" y="26"/>
                  </a:lnTo>
                  <a:lnTo>
                    <a:pt x="6" y="26"/>
                  </a:lnTo>
                  <a:lnTo>
                    <a:pt x="24" y="26"/>
                  </a:lnTo>
                  <a:lnTo>
                    <a:pt x="24" y="26"/>
                  </a:lnTo>
                  <a:lnTo>
                    <a:pt x="24" y="28"/>
                  </a:lnTo>
                  <a:lnTo>
                    <a:pt x="26" y="28"/>
                  </a:lnTo>
                  <a:lnTo>
                    <a:pt x="26" y="28"/>
                  </a:lnTo>
                  <a:lnTo>
                    <a:pt x="24"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9" name="Freeform 233"/>
            <p:cNvSpPr>
              <a:spLocks noEditPoints="1"/>
            </p:cNvSpPr>
            <p:nvPr/>
          </p:nvSpPr>
          <p:spPr bwMode="auto">
            <a:xfrm>
              <a:off x="3447596" y="3630386"/>
              <a:ext cx="177800" cy="174625"/>
            </a:xfrm>
            <a:custGeom>
              <a:avLst/>
              <a:gdLst>
                <a:gd name="T0" fmla="*/ 56 w 112"/>
                <a:gd name="T1" fmla="*/ 0 h 110"/>
                <a:gd name="T2" fmla="*/ 34 w 112"/>
                <a:gd name="T3" fmla="*/ 4 h 110"/>
                <a:gd name="T4" fmla="*/ 16 w 112"/>
                <a:gd name="T5" fmla="*/ 16 h 110"/>
                <a:gd name="T6" fmla="*/ 4 w 112"/>
                <a:gd name="T7" fmla="*/ 34 h 110"/>
                <a:gd name="T8" fmla="*/ 0 w 112"/>
                <a:gd name="T9" fmla="*/ 54 h 110"/>
                <a:gd name="T10" fmla="*/ 2 w 112"/>
                <a:gd name="T11" fmla="*/ 66 h 110"/>
                <a:gd name="T12" fmla="*/ 10 w 112"/>
                <a:gd name="T13" fmla="*/ 86 h 110"/>
                <a:gd name="T14" fmla="*/ 26 w 112"/>
                <a:gd name="T15" fmla="*/ 100 h 110"/>
                <a:gd name="T16" fmla="*/ 44 w 112"/>
                <a:gd name="T17" fmla="*/ 110 h 110"/>
                <a:gd name="T18" fmla="*/ 56 w 112"/>
                <a:gd name="T19" fmla="*/ 110 h 110"/>
                <a:gd name="T20" fmla="*/ 78 w 112"/>
                <a:gd name="T21" fmla="*/ 106 h 110"/>
                <a:gd name="T22" fmla="*/ 96 w 112"/>
                <a:gd name="T23" fmla="*/ 94 h 110"/>
                <a:gd name="T24" fmla="*/ 108 w 112"/>
                <a:gd name="T25" fmla="*/ 76 h 110"/>
                <a:gd name="T26" fmla="*/ 112 w 112"/>
                <a:gd name="T27" fmla="*/ 54 h 110"/>
                <a:gd name="T28" fmla="*/ 110 w 112"/>
                <a:gd name="T29" fmla="*/ 44 h 110"/>
                <a:gd name="T30" fmla="*/ 102 w 112"/>
                <a:gd name="T31" fmla="*/ 24 h 110"/>
                <a:gd name="T32" fmla="*/ 88 w 112"/>
                <a:gd name="T33" fmla="*/ 10 h 110"/>
                <a:gd name="T34" fmla="*/ 68 w 112"/>
                <a:gd name="T35" fmla="*/ 0 h 110"/>
                <a:gd name="T36" fmla="*/ 56 w 112"/>
                <a:gd name="T37" fmla="*/ 0 h 110"/>
                <a:gd name="T38" fmla="*/ 56 w 112"/>
                <a:gd name="T39" fmla="*/ 98 h 110"/>
                <a:gd name="T40" fmla="*/ 40 w 112"/>
                <a:gd name="T41" fmla="*/ 94 h 110"/>
                <a:gd name="T42" fmla="*/ 26 w 112"/>
                <a:gd name="T43" fmla="*/ 86 h 110"/>
                <a:gd name="T44" fmla="*/ 16 w 112"/>
                <a:gd name="T45" fmla="*/ 72 h 110"/>
                <a:gd name="T46" fmla="*/ 14 w 112"/>
                <a:gd name="T47" fmla="*/ 54 h 110"/>
                <a:gd name="T48" fmla="*/ 14 w 112"/>
                <a:gd name="T49" fmla="*/ 46 h 110"/>
                <a:gd name="T50" fmla="*/ 20 w 112"/>
                <a:gd name="T51" fmla="*/ 32 h 110"/>
                <a:gd name="T52" fmla="*/ 32 w 112"/>
                <a:gd name="T53" fmla="*/ 20 h 110"/>
                <a:gd name="T54" fmla="*/ 48 w 112"/>
                <a:gd name="T55" fmla="*/ 14 h 110"/>
                <a:gd name="T56" fmla="*/ 56 w 112"/>
                <a:gd name="T57" fmla="*/ 12 h 110"/>
                <a:gd name="T58" fmla="*/ 72 w 112"/>
                <a:gd name="T59" fmla="*/ 16 h 110"/>
                <a:gd name="T60" fmla="*/ 86 w 112"/>
                <a:gd name="T61" fmla="*/ 24 h 110"/>
                <a:gd name="T62" fmla="*/ 96 w 112"/>
                <a:gd name="T63" fmla="*/ 38 h 110"/>
                <a:gd name="T64" fmla="*/ 98 w 112"/>
                <a:gd name="T65" fmla="*/ 54 h 110"/>
                <a:gd name="T66" fmla="*/ 98 w 112"/>
                <a:gd name="T67" fmla="*/ 64 h 110"/>
                <a:gd name="T68" fmla="*/ 92 w 112"/>
                <a:gd name="T69" fmla="*/ 78 h 110"/>
                <a:gd name="T70" fmla="*/ 80 w 112"/>
                <a:gd name="T71" fmla="*/ 90 h 110"/>
                <a:gd name="T72" fmla="*/ 64 w 112"/>
                <a:gd name="T73" fmla="*/ 96 h 110"/>
                <a:gd name="T74" fmla="*/ 56 w 112"/>
                <a:gd name="T75" fmla="*/ 9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0">
                  <a:moveTo>
                    <a:pt x="56" y="0"/>
                  </a:moveTo>
                  <a:lnTo>
                    <a:pt x="56" y="0"/>
                  </a:lnTo>
                  <a:lnTo>
                    <a:pt x="44" y="0"/>
                  </a:lnTo>
                  <a:lnTo>
                    <a:pt x="34" y="4"/>
                  </a:lnTo>
                  <a:lnTo>
                    <a:pt x="26" y="10"/>
                  </a:lnTo>
                  <a:lnTo>
                    <a:pt x="16" y="16"/>
                  </a:lnTo>
                  <a:lnTo>
                    <a:pt x="10" y="24"/>
                  </a:lnTo>
                  <a:lnTo>
                    <a:pt x="4" y="34"/>
                  </a:lnTo>
                  <a:lnTo>
                    <a:pt x="2" y="44"/>
                  </a:lnTo>
                  <a:lnTo>
                    <a:pt x="0" y="54"/>
                  </a:lnTo>
                  <a:lnTo>
                    <a:pt x="0" y="54"/>
                  </a:lnTo>
                  <a:lnTo>
                    <a:pt x="2" y="66"/>
                  </a:lnTo>
                  <a:lnTo>
                    <a:pt x="4" y="76"/>
                  </a:lnTo>
                  <a:lnTo>
                    <a:pt x="10" y="86"/>
                  </a:lnTo>
                  <a:lnTo>
                    <a:pt x="16" y="94"/>
                  </a:lnTo>
                  <a:lnTo>
                    <a:pt x="26" y="100"/>
                  </a:lnTo>
                  <a:lnTo>
                    <a:pt x="34" y="106"/>
                  </a:lnTo>
                  <a:lnTo>
                    <a:pt x="44" y="110"/>
                  </a:lnTo>
                  <a:lnTo>
                    <a:pt x="56" y="110"/>
                  </a:lnTo>
                  <a:lnTo>
                    <a:pt x="56" y="110"/>
                  </a:lnTo>
                  <a:lnTo>
                    <a:pt x="68" y="110"/>
                  </a:lnTo>
                  <a:lnTo>
                    <a:pt x="78" y="106"/>
                  </a:lnTo>
                  <a:lnTo>
                    <a:pt x="88" y="100"/>
                  </a:lnTo>
                  <a:lnTo>
                    <a:pt x="96" y="94"/>
                  </a:lnTo>
                  <a:lnTo>
                    <a:pt x="102" y="86"/>
                  </a:lnTo>
                  <a:lnTo>
                    <a:pt x="108" y="76"/>
                  </a:lnTo>
                  <a:lnTo>
                    <a:pt x="110" y="66"/>
                  </a:lnTo>
                  <a:lnTo>
                    <a:pt x="112" y="54"/>
                  </a:lnTo>
                  <a:lnTo>
                    <a:pt x="112" y="54"/>
                  </a:lnTo>
                  <a:lnTo>
                    <a:pt x="110" y="44"/>
                  </a:lnTo>
                  <a:lnTo>
                    <a:pt x="108" y="34"/>
                  </a:lnTo>
                  <a:lnTo>
                    <a:pt x="102" y="24"/>
                  </a:lnTo>
                  <a:lnTo>
                    <a:pt x="96" y="16"/>
                  </a:lnTo>
                  <a:lnTo>
                    <a:pt x="88" y="10"/>
                  </a:lnTo>
                  <a:lnTo>
                    <a:pt x="78" y="4"/>
                  </a:lnTo>
                  <a:lnTo>
                    <a:pt x="68" y="0"/>
                  </a:lnTo>
                  <a:lnTo>
                    <a:pt x="56" y="0"/>
                  </a:lnTo>
                  <a:lnTo>
                    <a:pt x="56" y="0"/>
                  </a:lnTo>
                  <a:close/>
                  <a:moveTo>
                    <a:pt x="56" y="98"/>
                  </a:moveTo>
                  <a:lnTo>
                    <a:pt x="56" y="98"/>
                  </a:lnTo>
                  <a:lnTo>
                    <a:pt x="48" y="96"/>
                  </a:lnTo>
                  <a:lnTo>
                    <a:pt x="40" y="94"/>
                  </a:lnTo>
                  <a:lnTo>
                    <a:pt x="32" y="90"/>
                  </a:lnTo>
                  <a:lnTo>
                    <a:pt x="26" y="86"/>
                  </a:lnTo>
                  <a:lnTo>
                    <a:pt x="20" y="78"/>
                  </a:lnTo>
                  <a:lnTo>
                    <a:pt x="16" y="72"/>
                  </a:lnTo>
                  <a:lnTo>
                    <a:pt x="14" y="64"/>
                  </a:lnTo>
                  <a:lnTo>
                    <a:pt x="14" y="54"/>
                  </a:lnTo>
                  <a:lnTo>
                    <a:pt x="14" y="54"/>
                  </a:lnTo>
                  <a:lnTo>
                    <a:pt x="14" y="46"/>
                  </a:lnTo>
                  <a:lnTo>
                    <a:pt x="16" y="38"/>
                  </a:lnTo>
                  <a:lnTo>
                    <a:pt x="20" y="32"/>
                  </a:lnTo>
                  <a:lnTo>
                    <a:pt x="26" y="24"/>
                  </a:lnTo>
                  <a:lnTo>
                    <a:pt x="32" y="20"/>
                  </a:lnTo>
                  <a:lnTo>
                    <a:pt x="40" y="16"/>
                  </a:lnTo>
                  <a:lnTo>
                    <a:pt x="48" y="14"/>
                  </a:lnTo>
                  <a:lnTo>
                    <a:pt x="56" y="12"/>
                  </a:lnTo>
                  <a:lnTo>
                    <a:pt x="56" y="12"/>
                  </a:lnTo>
                  <a:lnTo>
                    <a:pt x="64" y="14"/>
                  </a:lnTo>
                  <a:lnTo>
                    <a:pt x="72" y="16"/>
                  </a:lnTo>
                  <a:lnTo>
                    <a:pt x="80" y="20"/>
                  </a:lnTo>
                  <a:lnTo>
                    <a:pt x="86" y="24"/>
                  </a:lnTo>
                  <a:lnTo>
                    <a:pt x="92" y="32"/>
                  </a:lnTo>
                  <a:lnTo>
                    <a:pt x="96" y="38"/>
                  </a:lnTo>
                  <a:lnTo>
                    <a:pt x="98" y="46"/>
                  </a:lnTo>
                  <a:lnTo>
                    <a:pt x="98" y="54"/>
                  </a:lnTo>
                  <a:lnTo>
                    <a:pt x="98" y="54"/>
                  </a:lnTo>
                  <a:lnTo>
                    <a:pt x="98" y="64"/>
                  </a:lnTo>
                  <a:lnTo>
                    <a:pt x="96" y="72"/>
                  </a:lnTo>
                  <a:lnTo>
                    <a:pt x="92" y="78"/>
                  </a:lnTo>
                  <a:lnTo>
                    <a:pt x="86" y="86"/>
                  </a:lnTo>
                  <a:lnTo>
                    <a:pt x="80" y="90"/>
                  </a:lnTo>
                  <a:lnTo>
                    <a:pt x="72" y="94"/>
                  </a:lnTo>
                  <a:lnTo>
                    <a:pt x="64" y="96"/>
                  </a:lnTo>
                  <a:lnTo>
                    <a:pt x="56" y="98"/>
                  </a:lnTo>
                  <a:lnTo>
                    <a:pt x="56" y="9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0" name="Freeform 234"/>
            <p:cNvSpPr>
              <a:spLocks noEditPoints="1"/>
            </p:cNvSpPr>
            <p:nvPr/>
          </p:nvSpPr>
          <p:spPr bwMode="auto">
            <a:xfrm>
              <a:off x="3495221" y="3693886"/>
              <a:ext cx="44450" cy="47625"/>
            </a:xfrm>
            <a:custGeom>
              <a:avLst/>
              <a:gdLst>
                <a:gd name="T0" fmla="*/ 22 w 28"/>
                <a:gd name="T1" fmla="*/ 0 h 30"/>
                <a:gd name="T2" fmla="*/ 22 w 28"/>
                <a:gd name="T3" fmla="*/ 0 h 30"/>
                <a:gd name="T4" fmla="*/ 26 w 28"/>
                <a:gd name="T5" fmla="*/ 2 h 30"/>
                <a:gd name="T6" fmla="*/ 28 w 28"/>
                <a:gd name="T7" fmla="*/ 6 h 30"/>
                <a:gd name="T8" fmla="*/ 28 w 28"/>
                <a:gd name="T9" fmla="*/ 16 h 30"/>
                <a:gd name="T10" fmla="*/ 28 w 28"/>
                <a:gd name="T11" fmla="*/ 16 h 30"/>
                <a:gd name="T12" fmla="*/ 26 w 28"/>
                <a:gd name="T13" fmla="*/ 20 h 30"/>
                <a:gd name="T14" fmla="*/ 22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6 w 28"/>
                <a:gd name="T35" fmla="*/ 0 h 30"/>
                <a:gd name="T36" fmla="*/ 22 w 28"/>
                <a:gd name="T37" fmla="*/ 0 h 30"/>
                <a:gd name="T38" fmla="*/ 4 w 28"/>
                <a:gd name="T39" fmla="*/ 18 h 30"/>
                <a:gd name="T40" fmla="*/ 22 w 28"/>
                <a:gd name="T41" fmla="*/ 18 h 30"/>
                <a:gd name="T42" fmla="*/ 22 w 28"/>
                <a:gd name="T43" fmla="*/ 18 h 30"/>
                <a:gd name="T44" fmla="*/ 22 w 28"/>
                <a:gd name="T45" fmla="*/ 18 h 30"/>
                <a:gd name="T46" fmla="*/ 24 w 28"/>
                <a:gd name="T47" fmla="*/ 16 h 30"/>
                <a:gd name="T48" fmla="*/ 24 w 28"/>
                <a:gd name="T49" fmla="*/ 6 h 30"/>
                <a:gd name="T50" fmla="*/ 24 w 28"/>
                <a:gd name="T51" fmla="*/ 6 h 30"/>
                <a:gd name="T52" fmla="*/ 22 w 28"/>
                <a:gd name="T53" fmla="*/ 4 h 30"/>
                <a:gd name="T54" fmla="*/ 22 w 28"/>
                <a:gd name="T55" fmla="*/ 4 h 30"/>
                <a:gd name="T56" fmla="*/ 6 w 28"/>
                <a:gd name="T57" fmla="*/ 4 h 30"/>
                <a:gd name="T58" fmla="*/ 6 w 28"/>
                <a:gd name="T59" fmla="*/ 4 h 30"/>
                <a:gd name="T60" fmla="*/ 4 w 28"/>
                <a:gd name="T61" fmla="*/ 4 h 30"/>
                <a:gd name="T62" fmla="*/ 4 w 28"/>
                <a:gd name="T63" fmla="*/ 6 h 30"/>
                <a:gd name="T64" fmla="*/ 4 w 28"/>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2" y="0"/>
                  </a:moveTo>
                  <a:lnTo>
                    <a:pt x="22" y="0"/>
                  </a:lnTo>
                  <a:lnTo>
                    <a:pt x="26" y="2"/>
                  </a:lnTo>
                  <a:lnTo>
                    <a:pt x="28" y="6"/>
                  </a:lnTo>
                  <a:lnTo>
                    <a:pt x="28" y="16"/>
                  </a:lnTo>
                  <a:lnTo>
                    <a:pt x="28" y="16"/>
                  </a:lnTo>
                  <a:lnTo>
                    <a:pt x="26" y="20"/>
                  </a:lnTo>
                  <a:lnTo>
                    <a:pt x="22" y="22"/>
                  </a:lnTo>
                  <a:lnTo>
                    <a:pt x="4" y="22"/>
                  </a:lnTo>
                  <a:lnTo>
                    <a:pt x="4" y="28"/>
                  </a:lnTo>
                  <a:lnTo>
                    <a:pt x="4" y="28"/>
                  </a:lnTo>
                  <a:lnTo>
                    <a:pt x="2" y="30"/>
                  </a:lnTo>
                  <a:lnTo>
                    <a:pt x="2" y="30"/>
                  </a:lnTo>
                  <a:lnTo>
                    <a:pt x="0" y="28"/>
                  </a:lnTo>
                  <a:lnTo>
                    <a:pt x="0" y="6"/>
                  </a:lnTo>
                  <a:lnTo>
                    <a:pt x="0" y="6"/>
                  </a:lnTo>
                  <a:lnTo>
                    <a:pt x="2" y="2"/>
                  </a:lnTo>
                  <a:lnTo>
                    <a:pt x="6" y="0"/>
                  </a:lnTo>
                  <a:lnTo>
                    <a:pt x="22" y="0"/>
                  </a:lnTo>
                  <a:close/>
                  <a:moveTo>
                    <a:pt x="4" y="18"/>
                  </a:moveTo>
                  <a:lnTo>
                    <a:pt x="22" y="18"/>
                  </a:lnTo>
                  <a:lnTo>
                    <a:pt x="22" y="18"/>
                  </a:lnTo>
                  <a:lnTo>
                    <a:pt x="22" y="18"/>
                  </a:lnTo>
                  <a:lnTo>
                    <a:pt x="24" y="16"/>
                  </a:lnTo>
                  <a:lnTo>
                    <a:pt x="24" y="6"/>
                  </a:lnTo>
                  <a:lnTo>
                    <a:pt x="24" y="6"/>
                  </a:lnTo>
                  <a:lnTo>
                    <a:pt x="22" y="4"/>
                  </a:lnTo>
                  <a:lnTo>
                    <a:pt x="22" y="4"/>
                  </a:lnTo>
                  <a:lnTo>
                    <a:pt x="6" y="4"/>
                  </a:lnTo>
                  <a:lnTo>
                    <a:pt x="6" y="4"/>
                  </a:lnTo>
                  <a:lnTo>
                    <a:pt x="4" y="4"/>
                  </a:lnTo>
                  <a:lnTo>
                    <a:pt x="4" y="6"/>
                  </a:lnTo>
                  <a:lnTo>
                    <a:pt x="4" y="1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1" name="Freeform 235"/>
            <p:cNvSpPr>
              <a:spLocks/>
            </p:cNvSpPr>
            <p:nvPr/>
          </p:nvSpPr>
          <p:spPr bwMode="auto">
            <a:xfrm>
              <a:off x="3546021" y="3693886"/>
              <a:ext cx="41275" cy="47625"/>
            </a:xfrm>
            <a:custGeom>
              <a:avLst/>
              <a:gdLst>
                <a:gd name="T0" fmla="*/ 24 w 26"/>
                <a:gd name="T1" fmla="*/ 0 h 30"/>
                <a:gd name="T2" fmla="*/ 24 w 26"/>
                <a:gd name="T3" fmla="*/ 0 h 30"/>
                <a:gd name="T4" fmla="*/ 26 w 26"/>
                <a:gd name="T5" fmla="*/ 0 h 30"/>
                <a:gd name="T6" fmla="*/ 26 w 26"/>
                <a:gd name="T7" fmla="*/ 2 h 30"/>
                <a:gd name="T8" fmla="*/ 26 w 26"/>
                <a:gd name="T9" fmla="*/ 2 h 30"/>
                <a:gd name="T10" fmla="*/ 26 w 26"/>
                <a:gd name="T11" fmla="*/ 4 h 30"/>
                <a:gd name="T12" fmla="*/ 24 w 26"/>
                <a:gd name="T13" fmla="*/ 4 h 30"/>
                <a:gd name="T14" fmla="*/ 6 w 26"/>
                <a:gd name="T15" fmla="*/ 4 h 30"/>
                <a:gd name="T16" fmla="*/ 6 w 26"/>
                <a:gd name="T17" fmla="*/ 4 h 30"/>
                <a:gd name="T18" fmla="*/ 4 w 26"/>
                <a:gd name="T19" fmla="*/ 4 h 30"/>
                <a:gd name="T20" fmla="*/ 4 w 26"/>
                <a:gd name="T21" fmla="*/ 6 h 30"/>
                <a:gd name="T22" fmla="*/ 4 w 26"/>
                <a:gd name="T23" fmla="*/ 24 h 30"/>
                <a:gd name="T24" fmla="*/ 4 w 26"/>
                <a:gd name="T25" fmla="*/ 24 h 30"/>
                <a:gd name="T26" fmla="*/ 4 w 26"/>
                <a:gd name="T27" fmla="*/ 26 h 30"/>
                <a:gd name="T28" fmla="*/ 6 w 26"/>
                <a:gd name="T29" fmla="*/ 26 h 30"/>
                <a:gd name="T30" fmla="*/ 24 w 26"/>
                <a:gd name="T31" fmla="*/ 26 h 30"/>
                <a:gd name="T32" fmla="*/ 24 w 26"/>
                <a:gd name="T33" fmla="*/ 26 h 30"/>
                <a:gd name="T34" fmla="*/ 26 w 26"/>
                <a:gd name="T35" fmla="*/ 28 h 30"/>
                <a:gd name="T36" fmla="*/ 26 w 26"/>
                <a:gd name="T37" fmla="*/ 28 h 30"/>
                <a:gd name="T38" fmla="*/ 26 w 26"/>
                <a:gd name="T39" fmla="*/ 28 h 30"/>
                <a:gd name="T40" fmla="*/ 26 w 26"/>
                <a:gd name="T41" fmla="*/ 30 h 30"/>
                <a:gd name="T42" fmla="*/ 24 w 26"/>
                <a:gd name="T43" fmla="*/ 30 h 30"/>
                <a:gd name="T44" fmla="*/ 6 w 26"/>
                <a:gd name="T45" fmla="*/ 30 h 30"/>
                <a:gd name="T46" fmla="*/ 6 w 26"/>
                <a:gd name="T47" fmla="*/ 30 h 30"/>
                <a:gd name="T48" fmla="*/ 2 w 26"/>
                <a:gd name="T49" fmla="*/ 28 h 30"/>
                <a:gd name="T50" fmla="*/ 0 w 26"/>
                <a:gd name="T51" fmla="*/ 24 h 30"/>
                <a:gd name="T52" fmla="*/ 0 w 26"/>
                <a:gd name="T53" fmla="*/ 6 h 30"/>
                <a:gd name="T54" fmla="*/ 0 w 26"/>
                <a:gd name="T55" fmla="*/ 6 h 30"/>
                <a:gd name="T56" fmla="*/ 2 w 26"/>
                <a:gd name="T57" fmla="*/ 2 h 30"/>
                <a:gd name="T58" fmla="*/ 6 w 26"/>
                <a:gd name="T59" fmla="*/ 0 h 30"/>
                <a:gd name="T60" fmla="*/ 24 w 26"/>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30">
                  <a:moveTo>
                    <a:pt x="24" y="0"/>
                  </a:moveTo>
                  <a:lnTo>
                    <a:pt x="24" y="0"/>
                  </a:lnTo>
                  <a:lnTo>
                    <a:pt x="26" y="0"/>
                  </a:lnTo>
                  <a:lnTo>
                    <a:pt x="26" y="2"/>
                  </a:lnTo>
                  <a:lnTo>
                    <a:pt x="26" y="2"/>
                  </a:lnTo>
                  <a:lnTo>
                    <a:pt x="26" y="4"/>
                  </a:lnTo>
                  <a:lnTo>
                    <a:pt x="24" y="4"/>
                  </a:lnTo>
                  <a:lnTo>
                    <a:pt x="6" y="4"/>
                  </a:lnTo>
                  <a:lnTo>
                    <a:pt x="6" y="4"/>
                  </a:lnTo>
                  <a:lnTo>
                    <a:pt x="4" y="4"/>
                  </a:lnTo>
                  <a:lnTo>
                    <a:pt x="4" y="6"/>
                  </a:lnTo>
                  <a:lnTo>
                    <a:pt x="4" y="24"/>
                  </a:lnTo>
                  <a:lnTo>
                    <a:pt x="4" y="24"/>
                  </a:lnTo>
                  <a:lnTo>
                    <a:pt x="4" y="26"/>
                  </a:lnTo>
                  <a:lnTo>
                    <a:pt x="6" y="26"/>
                  </a:lnTo>
                  <a:lnTo>
                    <a:pt x="24" y="26"/>
                  </a:lnTo>
                  <a:lnTo>
                    <a:pt x="24" y="26"/>
                  </a:lnTo>
                  <a:lnTo>
                    <a:pt x="26" y="28"/>
                  </a:lnTo>
                  <a:lnTo>
                    <a:pt x="26" y="28"/>
                  </a:lnTo>
                  <a:lnTo>
                    <a:pt x="26" y="28"/>
                  </a:lnTo>
                  <a:lnTo>
                    <a:pt x="26"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2" name="Freeform 382"/>
            <p:cNvSpPr>
              <a:spLocks/>
            </p:cNvSpPr>
            <p:nvPr/>
          </p:nvSpPr>
          <p:spPr bwMode="auto">
            <a:xfrm>
              <a:off x="2920546" y="3751036"/>
              <a:ext cx="193675" cy="212725"/>
            </a:xfrm>
            <a:custGeom>
              <a:avLst/>
              <a:gdLst>
                <a:gd name="T0" fmla="*/ 0 w 122"/>
                <a:gd name="T1" fmla="*/ 80 h 134"/>
                <a:gd name="T2" fmla="*/ 0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4 w 122"/>
                <a:gd name="T27" fmla="*/ 116 h 134"/>
                <a:gd name="T28" fmla="*/ 112 w 122"/>
                <a:gd name="T29" fmla="*/ 106 h 134"/>
                <a:gd name="T30" fmla="*/ 118 w 122"/>
                <a:gd name="T31" fmla="*/ 94 h 134"/>
                <a:gd name="T32" fmla="*/ 120 w 122"/>
                <a:gd name="T33" fmla="*/ 82 h 134"/>
                <a:gd name="T34" fmla="*/ 122 w 122"/>
                <a:gd name="T35" fmla="*/ 68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8 w 122"/>
                <a:gd name="T65" fmla="*/ 30 h 134"/>
                <a:gd name="T66" fmla="*/ 4 w 122"/>
                <a:gd name="T67" fmla="*/ 40 h 134"/>
                <a:gd name="T68" fmla="*/ 0 w 122"/>
                <a:gd name="T69" fmla="*/ 52 h 134"/>
                <a:gd name="T70" fmla="*/ 0 w 122"/>
                <a:gd name="T71" fmla="*/ 66 h 134"/>
                <a:gd name="T72" fmla="*/ 0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80"/>
                  </a:moveTo>
                  <a:lnTo>
                    <a:pt x="0"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4" y="116"/>
                  </a:lnTo>
                  <a:lnTo>
                    <a:pt x="112" y="106"/>
                  </a:lnTo>
                  <a:lnTo>
                    <a:pt x="118" y="94"/>
                  </a:lnTo>
                  <a:lnTo>
                    <a:pt x="120" y="82"/>
                  </a:lnTo>
                  <a:lnTo>
                    <a:pt x="122" y="68"/>
                  </a:lnTo>
                  <a:lnTo>
                    <a:pt x="120" y="56"/>
                  </a:lnTo>
                  <a:lnTo>
                    <a:pt x="120" y="56"/>
                  </a:lnTo>
                  <a:lnTo>
                    <a:pt x="116" y="42"/>
                  </a:lnTo>
                  <a:lnTo>
                    <a:pt x="110" y="30"/>
                  </a:lnTo>
                  <a:lnTo>
                    <a:pt x="102" y="20"/>
                  </a:lnTo>
                  <a:lnTo>
                    <a:pt x="94" y="12"/>
                  </a:lnTo>
                  <a:lnTo>
                    <a:pt x="82" y="6"/>
                  </a:lnTo>
                  <a:lnTo>
                    <a:pt x="72" y="2"/>
                  </a:lnTo>
                  <a:lnTo>
                    <a:pt x="60" y="0"/>
                  </a:lnTo>
                  <a:lnTo>
                    <a:pt x="48" y="2"/>
                  </a:lnTo>
                  <a:lnTo>
                    <a:pt x="48" y="2"/>
                  </a:lnTo>
                  <a:lnTo>
                    <a:pt x="36" y="6"/>
                  </a:lnTo>
                  <a:lnTo>
                    <a:pt x="26" y="12"/>
                  </a:lnTo>
                  <a:lnTo>
                    <a:pt x="16" y="20"/>
                  </a:lnTo>
                  <a:lnTo>
                    <a:pt x="8" y="30"/>
                  </a:lnTo>
                  <a:lnTo>
                    <a:pt x="4" y="40"/>
                  </a:lnTo>
                  <a:lnTo>
                    <a:pt x="0" y="52"/>
                  </a:lnTo>
                  <a:lnTo>
                    <a:pt x="0" y="66"/>
                  </a:lnTo>
                  <a:lnTo>
                    <a:pt x="0" y="8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3" name="Freeform 383"/>
            <p:cNvSpPr>
              <a:spLocks/>
            </p:cNvSpPr>
            <p:nvPr/>
          </p:nvSpPr>
          <p:spPr bwMode="auto">
            <a:xfrm>
              <a:off x="2920546" y="3751036"/>
              <a:ext cx="193675" cy="212725"/>
            </a:xfrm>
            <a:custGeom>
              <a:avLst/>
              <a:gdLst>
                <a:gd name="T0" fmla="*/ 0 w 122"/>
                <a:gd name="T1" fmla="*/ 80 h 134"/>
                <a:gd name="T2" fmla="*/ 0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4 w 122"/>
                <a:gd name="T27" fmla="*/ 116 h 134"/>
                <a:gd name="T28" fmla="*/ 112 w 122"/>
                <a:gd name="T29" fmla="*/ 106 h 134"/>
                <a:gd name="T30" fmla="*/ 118 w 122"/>
                <a:gd name="T31" fmla="*/ 94 h 134"/>
                <a:gd name="T32" fmla="*/ 120 w 122"/>
                <a:gd name="T33" fmla="*/ 82 h 134"/>
                <a:gd name="T34" fmla="*/ 122 w 122"/>
                <a:gd name="T35" fmla="*/ 68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8 w 122"/>
                <a:gd name="T65" fmla="*/ 30 h 134"/>
                <a:gd name="T66" fmla="*/ 4 w 122"/>
                <a:gd name="T67" fmla="*/ 40 h 134"/>
                <a:gd name="T68" fmla="*/ 0 w 122"/>
                <a:gd name="T69" fmla="*/ 52 h 134"/>
                <a:gd name="T70" fmla="*/ 0 w 122"/>
                <a:gd name="T71" fmla="*/ 66 h 134"/>
                <a:gd name="T72" fmla="*/ 0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80"/>
                  </a:moveTo>
                  <a:lnTo>
                    <a:pt x="0"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4" y="116"/>
                  </a:lnTo>
                  <a:lnTo>
                    <a:pt x="112" y="106"/>
                  </a:lnTo>
                  <a:lnTo>
                    <a:pt x="118" y="94"/>
                  </a:lnTo>
                  <a:lnTo>
                    <a:pt x="120" y="82"/>
                  </a:lnTo>
                  <a:lnTo>
                    <a:pt x="122" y="68"/>
                  </a:lnTo>
                  <a:lnTo>
                    <a:pt x="120" y="56"/>
                  </a:lnTo>
                  <a:lnTo>
                    <a:pt x="120" y="56"/>
                  </a:lnTo>
                  <a:lnTo>
                    <a:pt x="116" y="42"/>
                  </a:lnTo>
                  <a:lnTo>
                    <a:pt x="110" y="30"/>
                  </a:lnTo>
                  <a:lnTo>
                    <a:pt x="102" y="20"/>
                  </a:lnTo>
                  <a:lnTo>
                    <a:pt x="94" y="12"/>
                  </a:lnTo>
                  <a:lnTo>
                    <a:pt x="82" y="6"/>
                  </a:lnTo>
                  <a:lnTo>
                    <a:pt x="72" y="2"/>
                  </a:lnTo>
                  <a:lnTo>
                    <a:pt x="60" y="0"/>
                  </a:lnTo>
                  <a:lnTo>
                    <a:pt x="48" y="2"/>
                  </a:lnTo>
                  <a:lnTo>
                    <a:pt x="48" y="2"/>
                  </a:lnTo>
                  <a:lnTo>
                    <a:pt x="36" y="6"/>
                  </a:lnTo>
                  <a:lnTo>
                    <a:pt x="26" y="12"/>
                  </a:lnTo>
                  <a:lnTo>
                    <a:pt x="16" y="20"/>
                  </a:lnTo>
                  <a:lnTo>
                    <a:pt x="8" y="30"/>
                  </a:lnTo>
                  <a:lnTo>
                    <a:pt x="4" y="40"/>
                  </a:lnTo>
                  <a:lnTo>
                    <a:pt x="0" y="52"/>
                  </a:lnTo>
                  <a:lnTo>
                    <a:pt x="0" y="66"/>
                  </a:lnTo>
                  <a:lnTo>
                    <a:pt x="0"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4" name="Freeform 384"/>
            <p:cNvSpPr>
              <a:spLocks/>
            </p:cNvSpPr>
            <p:nvPr/>
          </p:nvSpPr>
          <p:spPr bwMode="auto">
            <a:xfrm>
              <a:off x="2911021" y="3754211"/>
              <a:ext cx="193675" cy="212725"/>
            </a:xfrm>
            <a:custGeom>
              <a:avLst/>
              <a:gdLst>
                <a:gd name="T0" fmla="*/ 2 w 122"/>
                <a:gd name="T1" fmla="*/ 78 h 134"/>
                <a:gd name="T2" fmla="*/ 2 w 122"/>
                <a:gd name="T3" fmla="*/ 78 h 134"/>
                <a:gd name="T4" fmla="*/ 6 w 122"/>
                <a:gd name="T5" fmla="*/ 92 h 134"/>
                <a:gd name="T6" fmla="*/ 12 w 122"/>
                <a:gd name="T7" fmla="*/ 104 h 134"/>
                <a:gd name="T8" fmla="*/ 20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6 w 122"/>
                <a:gd name="T27" fmla="*/ 114 h 134"/>
                <a:gd name="T28" fmla="*/ 112 w 122"/>
                <a:gd name="T29" fmla="*/ 104 h 134"/>
                <a:gd name="T30" fmla="*/ 118 w 122"/>
                <a:gd name="T31" fmla="*/ 94 h 134"/>
                <a:gd name="T32" fmla="*/ 122 w 122"/>
                <a:gd name="T33" fmla="*/ 80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4 w 122"/>
                <a:gd name="T45" fmla="*/ 20 h 134"/>
                <a:gd name="T46" fmla="*/ 94 w 122"/>
                <a:gd name="T47" fmla="*/ 12 h 134"/>
                <a:gd name="T48" fmla="*/ 84 w 122"/>
                <a:gd name="T49" fmla="*/ 4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2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78"/>
                  </a:moveTo>
                  <a:lnTo>
                    <a:pt x="2" y="78"/>
                  </a:lnTo>
                  <a:lnTo>
                    <a:pt x="6" y="92"/>
                  </a:lnTo>
                  <a:lnTo>
                    <a:pt x="12" y="104"/>
                  </a:lnTo>
                  <a:lnTo>
                    <a:pt x="20" y="114"/>
                  </a:lnTo>
                  <a:lnTo>
                    <a:pt x="28" y="122"/>
                  </a:lnTo>
                  <a:lnTo>
                    <a:pt x="38" y="128"/>
                  </a:lnTo>
                  <a:lnTo>
                    <a:pt x="50" y="132"/>
                  </a:lnTo>
                  <a:lnTo>
                    <a:pt x="62" y="134"/>
                  </a:lnTo>
                  <a:lnTo>
                    <a:pt x="74" y="132"/>
                  </a:lnTo>
                  <a:lnTo>
                    <a:pt x="74" y="132"/>
                  </a:lnTo>
                  <a:lnTo>
                    <a:pt x="86" y="128"/>
                  </a:lnTo>
                  <a:lnTo>
                    <a:pt x="96" y="122"/>
                  </a:lnTo>
                  <a:lnTo>
                    <a:pt x="106" y="114"/>
                  </a:lnTo>
                  <a:lnTo>
                    <a:pt x="112" y="104"/>
                  </a:lnTo>
                  <a:lnTo>
                    <a:pt x="118" y="94"/>
                  </a:lnTo>
                  <a:lnTo>
                    <a:pt x="122" y="80"/>
                  </a:lnTo>
                  <a:lnTo>
                    <a:pt x="122" y="68"/>
                  </a:lnTo>
                  <a:lnTo>
                    <a:pt x="120" y="54"/>
                  </a:lnTo>
                  <a:lnTo>
                    <a:pt x="120" y="54"/>
                  </a:lnTo>
                  <a:lnTo>
                    <a:pt x="116" y="42"/>
                  </a:lnTo>
                  <a:lnTo>
                    <a:pt x="110" y="30"/>
                  </a:lnTo>
                  <a:lnTo>
                    <a:pt x="104" y="20"/>
                  </a:lnTo>
                  <a:lnTo>
                    <a:pt x="94" y="12"/>
                  </a:lnTo>
                  <a:lnTo>
                    <a:pt x="84" y="4"/>
                  </a:lnTo>
                  <a:lnTo>
                    <a:pt x="72" y="0"/>
                  </a:lnTo>
                  <a:lnTo>
                    <a:pt x="60" y="0"/>
                  </a:lnTo>
                  <a:lnTo>
                    <a:pt x="48" y="0"/>
                  </a:lnTo>
                  <a:lnTo>
                    <a:pt x="48" y="0"/>
                  </a:lnTo>
                  <a:lnTo>
                    <a:pt x="36" y="4"/>
                  </a:lnTo>
                  <a:lnTo>
                    <a:pt x="26" y="10"/>
                  </a:lnTo>
                  <a:lnTo>
                    <a:pt x="16" y="18"/>
                  </a:lnTo>
                  <a:lnTo>
                    <a:pt x="10" y="28"/>
                  </a:lnTo>
                  <a:lnTo>
                    <a:pt x="4" y="40"/>
                  </a:lnTo>
                  <a:lnTo>
                    <a:pt x="0" y="52"/>
                  </a:lnTo>
                  <a:lnTo>
                    <a:pt x="0" y="64"/>
                  </a:lnTo>
                  <a:lnTo>
                    <a:pt x="2" y="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5" name="Freeform 385"/>
            <p:cNvSpPr>
              <a:spLocks/>
            </p:cNvSpPr>
            <p:nvPr/>
          </p:nvSpPr>
          <p:spPr bwMode="auto">
            <a:xfrm>
              <a:off x="2911021" y="3754211"/>
              <a:ext cx="193675" cy="212725"/>
            </a:xfrm>
            <a:custGeom>
              <a:avLst/>
              <a:gdLst>
                <a:gd name="T0" fmla="*/ 2 w 122"/>
                <a:gd name="T1" fmla="*/ 78 h 134"/>
                <a:gd name="T2" fmla="*/ 2 w 122"/>
                <a:gd name="T3" fmla="*/ 78 h 134"/>
                <a:gd name="T4" fmla="*/ 6 w 122"/>
                <a:gd name="T5" fmla="*/ 92 h 134"/>
                <a:gd name="T6" fmla="*/ 12 w 122"/>
                <a:gd name="T7" fmla="*/ 104 h 134"/>
                <a:gd name="T8" fmla="*/ 20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6 w 122"/>
                <a:gd name="T27" fmla="*/ 114 h 134"/>
                <a:gd name="T28" fmla="*/ 112 w 122"/>
                <a:gd name="T29" fmla="*/ 104 h 134"/>
                <a:gd name="T30" fmla="*/ 118 w 122"/>
                <a:gd name="T31" fmla="*/ 94 h 134"/>
                <a:gd name="T32" fmla="*/ 122 w 122"/>
                <a:gd name="T33" fmla="*/ 80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4 w 122"/>
                <a:gd name="T45" fmla="*/ 20 h 134"/>
                <a:gd name="T46" fmla="*/ 94 w 122"/>
                <a:gd name="T47" fmla="*/ 12 h 134"/>
                <a:gd name="T48" fmla="*/ 84 w 122"/>
                <a:gd name="T49" fmla="*/ 4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2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78"/>
                  </a:moveTo>
                  <a:lnTo>
                    <a:pt x="2" y="78"/>
                  </a:lnTo>
                  <a:lnTo>
                    <a:pt x="6" y="92"/>
                  </a:lnTo>
                  <a:lnTo>
                    <a:pt x="12" y="104"/>
                  </a:lnTo>
                  <a:lnTo>
                    <a:pt x="20" y="114"/>
                  </a:lnTo>
                  <a:lnTo>
                    <a:pt x="28" y="122"/>
                  </a:lnTo>
                  <a:lnTo>
                    <a:pt x="38" y="128"/>
                  </a:lnTo>
                  <a:lnTo>
                    <a:pt x="50" y="132"/>
                  </a:lnTo>
                  <a:lnTo>
                    <a:pt x="62" y="134"/>
                  </a:lnTo>
                  <a:lnTo>
                    <a:pt x="74" y="132"/>
                  </a:lnTo>
                  <a:lnTo>
                    <a:pt x="74" y="132"/>
                  </a:lnTo>
                  <a:lnTo>
                    <a:pt x="86" y="128"/>
                  </a:lnTo>
                  <a:lnTo>
                    <a:pt x="96" y="122"/>
                  </a:lnTo>
                  <a:lnTo>
                    <a:pt x="106" y="114"/>
                  </a:lnTo>
                  <a:lnTo>
                    <a:pt x="112" y="104"/>
                  </a:lnTo>
                  <a:lnTo>
                    <a:pt x="118" y="94"/>
                  </a:lnTo>
                  <a:lnTo>
                    <a:pt x="122" y="80"/>
                  </a:lnTo>
                  <a:lnTo>
                    <a:pt x="122" y="68"/>
                  </a:lnTo>
                  <a:lnTo>
                    <a:pt x="120" y="54"/>
                  </a:lnTo>
                  <a:lnTo>
                    <a:pt x="120" y="54"/>
                  </a:lnTo>
                  <a:lnTo>
                    <a:pt x="116" y="42"/>
                  </a:lnTo>
                  <a:lnTo>
                    <a:pt x="110" y="30"/>
                  </a:lnTo>
                  <a:lnTo>
                    <a:pt x="104" y="20"/>
                  </a:lnTo>
                  <a:lnTo>
                    <a:pt x="94" y="12"/>
                  </a:lnTo>
                  <a:lnTo>
                    <a:pt x="84" y="4"/>
                  </a:lnTo>
                  <a:lnTo>
                    <a:pt x="72" y="0"/>
                  </a:lnTo>
                  <a:lnTo>
                    <a:pt x="60" y="0"/>
                  </a:lnTo>
                  <a:lnTo>
                    <a:pt x="48" y="0"/>
                  </a:lnTo>
                  <a:lnTo>
                    <a:pt x="48" y="0"/>
                  </a:lnTo>
                  <a:lnTo>
                    <a:pt x="36" y="4"/>
                  </a:lnTo>
                  <a:lnTo>
                    <a:pt x="26" y="10"/>
                  </a:lnTo>
                  <a:lnTo>
                    <a:pt x="16" y="18"/>
                  </a:lnTo>
                  <a:lnTo>
                    <a:pt x="10" y="28"/>
                  </a:lnTo>
                  <a:lnTo>
                    <a:pt x="4" y="40"/>
                  </a:lnTo>
                  <a:lnTo>
                    <a:pt x="0" y="52"/>
                  </a:lnTo>
                  <a:lnTo>
                    <a:pt x="0" y="64"/>
                  </a:lnTo>
                  <a:lnTo>
                    <a:pt x="2"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6" name="Freeform 386"/>
            <p:cNvSpPr>
              <a:spLocks/>
            </p:cNvSpPr>
            <p:nvPr/>
          </p:nvSpPr>
          <p:spPr bwMode="auto">
            <a:xfrm>
              <a:off x="2898321" y="3763736"/>
              <a:ext cx="180975" cy="200025"/>
            </a:xfrm>
            <a:custGeom>
              <a:avLst/>
              <a:gdLst>
                <a:gd name="T0" fmla="*/ 2 w 114"/>
                <a:gd name="T1" fmla="*/ 74 h 126"/>
                <a:gd name="T2" fmla="*/ 2 w 114"/>
                <a:gd name="T3" fmla="*/ 74 h 126"/>
                <a:gd name="T4" fmla="*/ 4 w 114"/>
                <a:gd name="T5" fmla="*/ 86 h 126"/>
                <a:gd name="T6" fmla="*/ 10 w 114"/>
                <a:gd name="T7" fmla="*/ 98 h 126"/>
                <a:gd name="T8" fmla="*/ 18 w 114"/>
                <a:gd name="T9" fmla="*/ 106 h 126"/>
                <a:gd name="T10" fmla="*/ 26 w 114"/>
                <a:gd name="T11" fmla="*/ 114 h 126"/>
                <a:gd name="T12" fmla="*/ 36 w 114"/>
                <a:gd name="T13" fmla="*/ 120 h 126"/>
                <a:gd name="T14" fmla="*/ 46 w 114"/>
                <a:gd name="T15" fmla="*/ 124 h 126"/>
                <a:gd name="T16" fmla="*/ 58 w 114"/>
                <a:gd name="T17" fmla="*/ 126 h 126"/>
                <a:gd name="T18" fmla="*/ 70 w 114"/>
                <a:gd name="T19" fmla="*/ 124 h 126"/>
                <a:gd name="T20" fmla="*/ 70 w 114"/>
                <a:gd name="T21" fmla="*/ 124 h 126"/>
                <a:gd name="T22" fmla="*/ 80 w 114"/>
                <a:gd name="T23" fmla="*/ 122 h 126"/>
                <a:gd name="T24" fmla="*/ 90 w 114"/>
                <a:gd name="T25" fmla="*/ 116 h 126"/>
                <a:gd name="T26" fmla="*/ 98 w 114"/>
                <a:gd name="T27" fmla="*/ 108 h 126"/>
                <a:gd name="T28" fmla="*/ 106 w 114"/>
                <a:gd name="T29" fmla="*/ 98 h 126"/>
                <a:gd name="T30" fmla="*/ 110 w 114"/>
                <a:gd name="T31" fmla="*/ 88 h 126"/>
                <a:gd name="T32" fmla="*/ 114 w 114"/>
                <a:gd name="T33" fmla="*/ 76 h 126"/>
                <a:gd name="T34" fmla="*/ 114 w 114"/>
                <a:gd name="T35" fmla="*/ 64 h 126"/>
                <a:gd name="T36" fmla="*/ 114 w 114"/>
                <a:gd name="T37" fmla="*/ 52 h 126"/>
                <a:gd name="T38" fmla="*/ 114 w 114"/>
                <a:gd name="T39" fmla="*/ 52 h 126"/>
                <a:gd name="T40" fmla="*/ 110 w 114"/>
                <a:gd name="T41" fmla="*/ 40 h 126"/>
                <a:gd name="T42" fmla="*/ 104 w 114"/>
                <a:gd name="T43" fmla="*/ 28 h 126"/>
                <a:gd name="T44" fmla="*/ 96 w 114"/>
                <a:gd name="T45" fmla="*/ 18 h 126"/>
                <a:gd name="T46" fmla="*/ 88 w 114"/>
                <a:gd name="T47" fmla="*/ 12 h 126"/>
                <a:gd name="T48" fmla="*/ 78 w 114"/>
                <a:gd name="T49" fmla="*/ 6 h 126"/>
                <a:gd name="T50" fmla="*/ 68 w 114"/>
                <a:gd name="T51" fmla="*/ 2 h 126"/>
                <a:gd name="T52" fmla="*/ 56 w 114"/>
                <a:gd name="T53" fmla="*/ 0 h 126"/>
                <a:gd name="T54" fmla="*/ 44 w 114"/>
                <a:gd name="T55" fmla="*/ 2 h 126"/>
                <a:gd name="T56" fmla="*/ 44 w 114"/>
                <a:gd name="T57" fmla="*/ 2 h 126"/>
                <a:gd name="T58" fmla="*/ 34 w 114"/>
                <a:gd name="T59" fmla="*/ 4 h 126"/>
                <a:gd name="T60" fmla="*/ 24 w 114"/>
                <a:gd name="T61" fmla="*/ 10 h 126"/>
                <a:gd name="T62" fmla="*/ 16 w 114"/>
                <a:gd name="T63" fmla="*/ 18 h 126"/>
                <a:gd name="T64" fmla="*/ 8 w 114"/>
                <a:gd name="T65" fmla="*/ 28 h 126"/>
                <a:gd name="T66" fmla="*/ 4 w 114"/>
                <a:gd name="T67" fmla="*/ 38 h 126"/>
                <a:gd name="T68" fmla="*/ 0 w 114"/>
                <a:gd name="T69" fmla="*/ 50 h 126"/>
                <a:gd name="T70" fmla="*/ 0 w 114"/>
                <a:gd name="T71" fmla="*/ 62 h 126"/>
                <a:gd name="T72" fmla="*/ 2 w 114"/>
                <a:gd name="T73" fmla="*/ 7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26">
                  <a:moveTo>
                    <a:pt x="2" y="74"/>
                  </a:moveTo>
                  <a:lnTo>
                    <a:pt x="2" y="74"/>
                  </a:lnTo>
                  <a:lnTo>
                    <a:pt x="4" y="86"/>
                  </a:lnTo>
                  <a:lnTo>
                    <a:pt x="10" y="98"/>
                  </a:lnTo>
                  <a:lnTo>
                    <a:pt x="18" y="106"/>
                  </a:lnTo>
                  <a:lnTo>
                    <a:pt x="26" y="114"/>
                  </a:lnTo>
                  <a:lnTo>
                    <a:pt x="36" y="120"/>
                  </a:lnTo>
                  <a:lnTo>
                    <a:pt x="46" y="124"/>
                  </a:lnTo>
                  <a:lnTo>
                    <a:pt x="58" y="126"/>
                  </a:lnTo>
                  <a:lnTo>
                    <a:pt x="70" y="124"/>
                  </a:lnTo>
                  <a:lnTo>
                    <a:pt x="70" y="124"/>
                  </a:lnTo>
                  <a:lnTo>
                    <a:pt x="80" y="122"/>
                  </a:lnTo>
                  <a:lnTo>
                    <a:pt x="90" y="116"/>
                  </a:lnTo>
                  <a:lnTo>
                    <a:pt x="98" y="108"/>
                  </a:lnTo>
                  <a:lnTo>
                    <a:pt x="106" y="98"/>
                  </a:lnTo>
                  <a:lnTo>
                    <a:pt x="110" y="88"/>
                  </a:lnTo>
                  <a:lnTo>
                    <a:pt x="114" y="76"/>
                  </a:lnTo>
                  <a:lnTo>
                    <a:pt x="114" y="64"/>
                  </a:lnTo>
                  <a:lnTo>
                    <a:pt x="114" y="52"/>
                  </a:lnTo>
                  <a:lnTo>
                    <a:pt x="114" y="52"/>
                  </a:lnTo>
                  <a:lnTo>
                    <a:pt x="110" y="40"/>
                  </a:lnTo>
                  <a:lnTo>
                    <a:pt x="104" y="28"/>
                  </a:lnTo>
                  <a:lnTo>
                    <a:pt x="96" y="18"/>
                  </a:lnTo>
                  <a:lnTo>
                    <a:pt x="88" y="12"/>
                  </a:lnTo>
                  <a:lnTo>
                    <a:pt x="78" y="6"/>
                  </a:lnTo>
                  <a:lnTo>
                    <a:pt x="68" y="2"/>
                  </a:lnTo>
                  <a:lnTo>
                    <a:pt x="56" y="0"/>
                  </a:lnTo>
                  <a:lnTo>
                    <a:pt x="44" y="2"/>
                  </a:lnTo>
                  <a:lnTo>
                    <a:pt x="44" y="2"/>
                  </a:lnTo>
                  <a:lnTo>
                    <a:pt x="34" y="4"/>
                  </a:lnTo>
                  <a:lnTo>
                    <a:pt x="24" y="10"/>
                  </a:lnTo>
                  <a:lnTo>
                    <a:pt x="16" y="18"/>
                  </a:lnTo>
                  <a:lnTo>
                    <a:pt x="8" y="28"/>
                  </a:lnTo>
                  <a:lnTo>
                    <a:pt x="4" y="38"/>
                  </a:lnTo>
                  <a:lnTo>
                    <a:pt x="0" y="50"/>
                  </a:lnTo>
                  <a:lnTo>
                    <a:pt x="0" y="62"/>
                  </a:lnTo>
                  <a:lnTo>
                    <a:pt x="2" y="74"/>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7" name="Freeform 387"/>
            <p:cNvSpPr>
              <a:spLocks/>
            </p:cNvSpPr>
            <p:nvPr/>
          </p:nvSpPr>
          <p:spPr bwMode="auto">
            <a:xfrm>
              <a:off x="2898321" y="3763736"/>
              <a:ext cx="180975" cy="200025"/>
            </a:xfrm>
            <a:custGeom>
              <a:avLst/>
              <a:gdLst>
                <a:gd name="T0" fmla="*/ 2 w 114"/>
                <a:gd name="T1" fmla="*/ 74 h 126"/>
                <a:gd name="T2" fmla="*/ 2 w 114"/>
                <a:gd name="T3" fmla="*/ 74 h 126"/>
                <a:gd name="T4" fmla="*/ 4 w 114"/>
                <a:gd name="T5" fmla="*/ 86 h 126"/>
                <a:gd name="T6" fmla="*/ 10 w 114"/>
                <a:gd name="T7" fmla="*/ 98 h 126"/>
                <a:gd name="T8" fmla="*/ 18 w 114"/>
                <a:gd name="T9" fmla="*/ 106 h 126"/>
                <a:gd name="T10" fmla="*/ 26 w 114"/>
                <a:gd name="T11" fmla="*/ 114 h 126"/>
                <a:gd name="T12" fmla="*/ 36 w 114"/>
                <a:gd name="T13" fmla="*/ 120 h 126"/>
                <a:gd name="T14" fmla="*/ 46 w 114"/>
                <a:gd name="T15" fmla="*/ 124 h 126"/>
                <a:gd name="T16" fmla="*/ 58 w 114"/>
                <a:gd name="T17" fmla="*/ 126 h 126"/>
                <a:gd name="T18" fmla="*/ 70 w 114"/>
                <a:gd name="T19" fmla="*/ 124 h 126"/>
                <a:gd name="T20" fmla="*/ 70 w 114"/>
                <a:gd name="T21" fmla="*/ 124 h 126"/>
                <a:gd name="T22" fmla="*/ 80 w 114"/>
                <a:gd name="T23" fmla="*/ 122 h 126"/>
                <a:gd name="T24" fmla="*/ 90 w 114"/>
                <a:gd name="T25" fmla="*/ 116 h 126"/>
                <a:gd name="T26" fmla="*/ 98 w 114"/>
                <a:gd name="T27" fmla="*/ 108 h 126"/>
                <a:gd name="T28" fmla="*/ 106 w 114"/>
                <a:gd name="T29" fmla="*/ 98 h 126"/>
                <a:gd name="T30" fmla="*/ 110 w 114"/>
                <a:gd name="T31" fmla="*/ 88 h 126"/>
                <a:gd name="T32" fmla="*/ 114 w 114"/>
                <a:gd name="T33" fmla="*/ 76 h 126"/>
                <a:gd name="T34" fmla="*/ 114 w 114"/>
                <a:gd name="T35" fmla="*/ 64 h 126"/>
                <a:gd name="T36" fmla="*/ 114 w 114"/>
                <a:gd name="T37" fmla="*/ 52 h 126"/>
                <a:gd name="T38" fmla="*/ 114 w 114"/>
                <a:gd name="T39" fmla="*/ 52 h 126"/>
                <a:gd name="T40" fmla="*/ 110 w 114"/>
                <a:gd name="T41" fmla="*/ 40 h 126"/>
                <a:gd name="T42" fmla="*/ 104 w 114"/>
                <a:gd name="T43" fmla="*/ 28 h 126"/>
                <a:gd name="T44" fmla="*/ 96 w 114"/>
                <a:gd name="T45" fmla="*/ 18 h 126"/>
                <a:gd name="T46" fmla="*/ 88 w 114"/>
                <a:gd name="T47" fmla="*/ 12 h 126"/>
                <a:gd name="T48" fmla="*/ 78 w 114"/>
                <a:gd name="T49" fmla="*/ 6 h 126"/>
                <a:gd name="T50" fmla="*/ 68 w 114"/>
                <a:gd name="T51" fmla="*/ 2 h 126"/>
                <a:gd name="T52" fmla="*/ 56 w 114"/>
                <a:gd name="T53" fmla="*/ 0 h 126"/>
                <a:gd name="T54" fmla="*/ 44 w 114"/>
                <a:gd name="T55" fmla="*/ 2 h 126"/>
                <a:gd name="T56" fmla="*/ 44 w 114"/>
                <a:gd name="T57" fmla="*/ 2 h 126"/>
                <a:gd name="T58" fmla="*/ 34 w 114"/>
                <a:gd name="T59" fmla="*/ 4 h 126"/>
                <a:gd name="T60" fmla="*/ 24 w 114"/>
                <a:gd name="T61" fmla="*/ 10 h 126"/>
                <a:gd name="T62" fmla="*/ 16 w 114"/>
                <a:gd name="T63" fmla="*/ 18 h 126"/>
                <a:gd name="T64" fmla="*/ 8 w 114"/>
                <a:gd name="T65" fmla="*/ 28 h 126"/>
                <a:gd name="T66" fmla="*/ 4 w 114"/>
                <a:gd name="T67" fmla="*/ 38 h 126"/>
                <a:gd name="T68" fmla="*/ 0 w 114"/>
                <a:gd name="T69" fmla="*/ 50 h 126"/>
                <a:gd name="T70" fmla="*/ 0 w 114"/>
                <a:gd name="T71" fmla="*/ 62 h 126"/>
                <a:gd name="T72" fmla="*/ 2 w 114"/>
                <a:gd name="T73" fmla="*/ 7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26">
                  <a:moveTo>
                    <a:pt x="2" y="74"/>
                  </a:moveTo>
                  <a:lnTo>
                    <a:pt x="2" y="74"/>
                  </a:lnTo>
                  <a:lnTo>
                    <a:pt x="4" y="86"/>
                  </a:lnTo>
                  <a:lnTo>
                    <a:pt x="10" y="98"/>
                  </a:lnTo>
                  <a:lnTo>
                    <a:pt x="18" y="106"/>
                  </a:lnTo>
                  <a:lnTo>
                    <a:pt x="26" y="114"/>
                  </a:lnTo>
                  <a:lnTo>
                    <a:pt x="36" y="120"/>
                  </a:lnTo>
                  <a:lnTo>
                    <a:pt x="46" y="124"/>
                  </a:lnTo>
                  <a:lnTo>
                    <a:pt x="58" y="126"/>
                  </a:lnTo>
                  <a:lnTo>
                    <a:pt x="70" y="124"/>
                  </a:lnTo>
                  <a:lnTo>
                    <a:pt x="70" y="124"/>
                  </a:lnTo>
                  <a:lnTo>
                    <a:pt x="80" y="122"/>
                  </a:lnTo>
                  <a:lnTo>
                    <a:pt x="90" y="116"/>
                  </a:lnTo>
                  <a:lnTo>
                    <a:pt x="98" y="108"/>
                  </a:lnTo>
                  <a:lnTo>
                    <a:pt x="106" y="98"/>
                  </a:lnTo>
                  <a:lnTo>
                    <a:pt x="110" y="88"/>
                  </a:lnTo>
                  <a:lnTo>
                    <a:pt x="114" y="76"/>
                  </a:lnTo>
                  <a:lnTo>
                    <a:pt x="114" y="64"/>
                  </a:lnTo>
                  <a:lnTo>
                    <a:pt x="114" y="52"/>
                  </a:lnTo>
                  <a:lnTo>
                    <a:pt x="114" y="52"/>
                  </a:lnTo>
                  <a:lnTo>
                    <a:pt x="110" y="40"/>
                  </a:lnTo>
                  <a:lnTo>
                    <a:pt x="104" y="28"/>
                  </a:lnTo>
                  <a:lnTo>
                    <a:pt x="96" y="18"/>
                  </a:lnTo>
                  <a:lnTo>
                    <a:pt x="88" y="12"/>
                  </a:lnTo>
                  <a:lnTo>
                    <a:pt x="78" y="6"/>
                  </a:lnTo>
                  <a:lnTo>
                    <a:pt x="68" y="2"/>
                  </a:lnTo>
                  <a:lnTo>
                    <a:pt x="56" y="0"/>
                  </a:lnTo>
                  <a:lnTo>
                    <a:pt x="44" y="2"/>
                  </a:lnTo>
                  <a:lnTo>
                    <a:pt x="44" y="2"/>
                  </a:lnTo>
                  <a:lnTo>
                    <a:pt x="34" y="4"/>
                  </a:lnTo>
                  <a:lnTo>
                    <a:pt x="24" y="10"/>
                  </a:lnTo>
                  <a:lnTo>
                    <a:pt x="16" y="18"/>
                  </a:lnTo>
                  <a:lnTo>
                    <a:pt x="8" y="28"/>
                  </a:lnTo>
                  <a:lnTo>
                    <a:pt x="4" y="38"/>
                  </a:lnTo>
                  <a:lnTo>
                    <a:pt x="0" y="50"/>
                  </a:lnTo>
                  <a:lnTo>
                    <a:pt x="0" y="62"/>
                  </a:lnTo>
                  <a:lnTo>
                    <a:pt x="2"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8" name="Freeform 388"/>
            <p:cNvSpPr>
              <a:spLocks/>
            </p:cNvSpPr>
            <p:nvPr/>
          </p:nvSpPr>
          <p:spPr bwMode="auto">
            <a:xfrm>
              <a:off x="2920546" y="3776436"/>
              <a:ext cx="146050" cy="168275"/>
            </a:xfrm>
            <a:custGeom>
              <a:avLst/>
              <a:gdLst>
                <a:gd name="T0" fmla="*/ 40 w 92"/>
                <a:gd name="T1" fmla="*/ 30 h 106"/>
                <a:gd name="T2" fmla="*/ 34 w 92"/>
                <a:gd name="T3" fmla="*/ 12 h 106"/>
                <a:gd name="T4" fmla="*/ 36 w 92"/>
                <a:gd name="T5" fmla="*/ 30 h 106"/>
                <a:gd name="T6" fmla="*/ 32 w 92"/>
                <a:gd name="T7" fmla="*/ 34 h 106"/>
                <a:gd name="T8" fmla="*/ 22 w 92"/>
                <a:gd name="T9" fmla="*/ 28 h 106"/>
                <a:gd name="T10" fmla="*/ 26 w 92"/>
                <a:gd name="T11" fmla="*/ 36 h 106"/>
                <a:gd name="T12" fmla="*/ 22 w 92"/>
                <a:gd name="T13" fmla="*/ 44 h 106"/>
                <a:gd name="T14" fmla="*/ 0 w 92"/>
                <a:gd name="T15" fmla="*/ 36 h 106"/>
                <a:gd name="T16" fmla="*/ 20 w 92"/>
                <a:gd name="T17" fmla="*/ 48 h 106"/>
                <a:gd name="T18" fmla="*/ 20 w 92"/>
                <a:gd name="T19" fmla="*/ 52 h 106"/>
                <a:gd name="T20" fmla="*/ 6 w 92"/>
                <a:gd name="T21" fmla="*/ 52 h 106"/>
                <a:gd name="T22" fmla="*/ 20 w 92"/>
                <a:gd name="T23" fmla="*/ 54 h 106"/>
                <a:gd name="T24" fmla="*/ 22 w 92"/>
                <a:gd name="T25" fmla="*/ 60 h 106"/>
                <a:gd name="T26" fmla="*/ 10 w 92"/>
                <a:gd name="T27" fmla="*/ 66 h 106"/>
                <a:gd name="T28" fmla="*/ 22 w 92"/>
                <a:gd name="T29" fmla="*/ 64 h 106"/>
                <a:gd name="T30" fmla="*/ 24 w 92"/>
                <a:gd name="T31" fmla="*/ 66 h 106"/>
                <a:gd name="T32" fmla="*/ 12 w 92"/>
                <a:gd name="T33" fmla="*/ 84 h 106"/>
                <a:gd name="T34" fmla="*/ 24 w 92"/>
                <a:gd name="T35" fmla="*/ 70 h 106"/>
                <a:gd name="T36" fmla="*/ 28 w 92"/>
                <a:gd name="T37" fmla="*/ 74 h 106"/>
                <a:gd name="T38" fmla="*/ 22 w 92"/>
                <a:gd name="T39" fmla="*/ 84 h 106"/>
                <a:gd name="T40" fmla="*/ 30 w 92"/>
                <a:gd name="T41" fmla="*/ 76 h 106"/>
                <a:gd name="T42" fmla="*/ 32 w 92"/>
                <a:gd name="T43" fmla="*/ 78 h 106"/>
                <a:gd name="T44" fmla="*/ 32 w 92"/>
                <a:gd name="T45" fmla="*/ 100 h 106"/>
                <a:gd name="T46" fmla="*/ 36 w 92"/>
                <a:gd name="T47" fmla="*/ 78 h 106"/>
                <a:gd name="T48" fmla="*/ 40 w 92"/>
                <a:gd name="T49" fmla="*/ 78 h 106"/>
                <a:gd name="T50" fmla="*/ 40 w 92"/>
                <a:gd name="T51" fmla="*/ 100 h 106"/>
                <a:gd name="T52" fmla="*/ 42 w 92"/>
                <a:gd name="T53" fmla="*/ 80 h 106"/>
                <a:gd name="T54" fmla="*/ 46 w 92"/>
                <a:gd name="T55" fmla="*/ 80 h 106"/>
                <a:gd name="T56" fmla="*/ 52 w 92"/>
                <a:gd name="T57" fmla="*/ 106 h 106"/>
                <a:gd name="T58" fmla="*/ 48 w 92"/>
                <a:gd name="T59" fmla="*/ 78 h 106"/>
                <a:gd name="T60" fmla="*/ 50 w 92"/>
                <a:gd name="T61" fmla="*/ 76 h 106"/>
                <a:gd name="T62" fmla="*/ 62 w 92"/>
                <a:gd name="T63" fmla="*/ 98 h 106"/>
                <a:gd name="T64" fmla="*/ 54 w 92"/>
                <a:gd name="T65" fmla="*/ 76 h 106"/>
                <a:gd name="T66" fmla="*/ 56 w 92"/>
                <a:gd name="T67" fmla="*/ 74 h 106"/>
                <a:gd name="T68" fmla="*/ 66 w 92"/>
                <a:gd name="T69" fmla="*/ 86 h 106"/>
                <a:gd name="T70" fmla="*/ 58 w 92"/>
                <a:gd name="T71" fmla="*/ 72 h 106"/>
                <a:gd name="T72" fmla="*/ 60 w 92"/>
                <a:gd name="T73" fmla="*/ 70 h 106"/>
                <a:gd name="T74" fmla="*/ 78 w 92"/>
                <a:gd name="T75" fmla="*/ 76 h 106"/>
                <a:gd name="T76" fmla="*/ 62 w 92"/>
                <a:gd name="T77" fmla="*/ 66 h 106"/>
                <a:gd name="T78" fmla="*/ 64 w 92"/>
                <a:gd name="T79" fmla="*/ 64 h 106"/>
                <a:gd name="T80" fmla="*/ 92 w 92"/>
                <a:gd name="T81" fmla="*/ 72 h 106"/>
                <a:gd name="T82" fmla="*/ 66 w 92"/>
                <a:gd name="T83" fmla="*/ 60 h 106"/>
                <a:gd name="T84" fmla="*/ 66 w 92"/>
                <a:gd name="T85" fmla="*/ 58 h 106"/>
                <a:gd name="T86" fmla="*/ 92 w 92"/>
                <a:gd name="T87" fmla="*/ 52 h 106"/>
                <a:gd name="T88" fmla="*/ 66 w 92"/>
                <a:gd name="T89" fmla="*/ 54 h 106"/>
                <a:gd name="T90" fmla="*/ 64 w 92"/>
                <a:gd name="T91" fmla="*/ 50 h 106"/>
                <a:gd name="T92" fmla="*/ 80 w 92"/>
                <a:gd name="T93" fmla="*/ 40 h 106"/>
                <a:gd name="T94" fmla="*/ 64 w 92"/>
                <a:gd name="T95" fmla="*/ 46 h 106"/>
                <a:gd name="T96" fmla="*/ 60 w 92"/>
                <a:gd name="T97" fmla="*/ 42 h 106"/>
                <a:gd name="T98" fmla="*/ 74 w 92"/>
                <a:gd name="T99" fmla="*/ 18 h 106"/>
                <a:gd name="T100" fmla="*/ 58 w 92"/>
                <a:gd name="T101" fmla="*/ 38 h 106"/>
                <a:gd name="T102" fmla="*/ 56 w 92"/>
                <a:gd name="T103" fmla="*/ 36 h 106"/>
                <a:gd name="T104" fmla="*/ 60 w 92"/>
                <a:gd name="T105" fmla="*/ 14 h 106"/>
                <a:gd name="T106" fmla="*/ 52 w 92"/>
                <a:gd name="T107" fmla="*/ 34 h 106"/>
                <a:gd name="T108" fmla="*/ 48 w 92"/>
                <a:gd name="T109" fmla="*/ 32 h 106"/>
                <a:gd name="T110" fmla="*/ 52 w 92"/>
                <a:gd name="T111" fmla="*/ 0 h 106"/>
                <a:gd name="T112" fmla="*/ 44 w 92"/>
                <a:gd name="T113" fmla="*/ 30 h 106"/>
                <a:gd name="T114" fmla="*/ 40 w 92"/>
                <a:gd name="T115"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106">
                  <a:moveTo>
                    <a:pt x="40" y="30"/>
                  </a:moveTo>
                  <a:lnTo>
                    <a:pt x="34" y="12"/>
                  </a:lnTo>
                  <a:lnTo>
                    <a:pt x="36" y="30"/>
                  </a:lnTo>
                  <a:lnTo>
                    <a:pt x="32" y="34"/>
                  </a:lnTo>
                  <a:lnTo>
                    <a:pt x="22" y="28"/>
                  </a:lnTo>
                  <a:lnTo>
                    <a:pt x="26" y="36"/>
                  </a:lnTo>
                  <a:lnTo>
                    <a:pt x="22" y="44"/>
                  </a:lnTo>
                  <a:lnTo>
                    <a:pt x="0" y="36"/>
                  </a:lnTo>
                  <a:lnTo>
                    <a:pt x="20" y="48"/>
                  </a:lnTo>
                  <a:lnTo>
                    <a:pt x="20" y="52"/>
                  </a:lnTo>
                  <a:lnTo>
                    <a:pt x="6" y="52"/>
                  </a:lnTo>
                  <a:lnTo>
                    <a:pt x="20" y="54"/>
                  </a:lnTo>
                  <a:lnTo>
                    <a:pt x="22" y="60"/>
                  </a:lnTo>
                  <a:lnTo>
                    <a:pt x="10" y="66"/>
                  </a:lnTo>
                  <a:lnTo>
                    <a:pt x="22" y="64"/>
                  </a:lnTo>
                  <a:lnTo>
                    <a:pt x="24" y="66"/>
                  </a:lnTo>
                  <a:lnTo>
                    <a:pt x="12" y="84"/>
                  </a:lnTo>
                  <a:lnTo>
                    <a:pt x="24" y="70"/>
                  </a:lnTo>
                  <a:lnTo>
                    <a:pt x="28" y="74"/>
                  </a:lnTo>
                  <a:lnTo>
                    <a:pt x="22" y="84"/>
                  </a:lnTo>
                  <a:lnTo>
                    <a:pt x="30" y="76"/>
                  </a:lnTo>
                  <a:lnTo>
                    <a:pt x="32" y="78"/>
                  </a:lnTo>
                  <a:lnTo>
                    <a:pt x="32" y="100"/>
                  </a:lnTo>
                  <a:lnTo>
                    <a:pt x="36" y="78"/>
                  </a:lnTo>
                  <a:lnTo>
                    <a:pt x="40" y="78"/>
                  </a:lnTo>
                  <a:lnTo>
                    <a:pt x="40" y="100"/>
                  </a:lnTo>
                  <a:lnTo>
                    <a:pt x="42" y="80"/>
                  </a:lnTo>
                  <a:lnTo>
                    <a:pt x="46" y="80"/>
                  </a:lnTo>
                  <a:lnTo>
                    <a:pt x="52" y="106"/>
                  </a:lnTo>
                  <a:lnTo>
                    <a:pt x="48" y="78"/>
                  </a:lnTo>
                  <a:lnTo>
                    <a:pt x="50" y="76"/>
                  </a:lnTo>
                  <a:lnTo>
                    <a:pt x="62" y="98"/>
                  </a:lnTo>
                  <a:lnTo>
                    <a:pt x="54" y="76"/>
                  </a:lnTo>
                  <a:lnTo>
                    <a:pt x="56" y="74"/>
                  </a:lnTo>
                  <a:lnTo>
                    <a:pt x="66" y="86"/>
                  </a:lnTo>
                  <a:lnTo>
                    <a:pt x="58" y="72"/>
                  </a:lnTo>
                  <a:lnTo>
                    <a:pt x="60" y="70"/>
                  </a:lnTo>
                  <a:lnTo>
                    <a:pt x="78" y="76"/>
                  </a:lnTo>
                  <a:lnTo>
                    <a:pt x="62" y="66"/>
                  </a:lnTo>
                  <a:lnTo>
                    <a:pt x="64" y="64"/>
                  </a:lnTo>
                  <a:lnTo>
                    <a:pt x="92" y="72"/>
                  </a:lnTo>
                  <a:lnTo>
                    <a:pt x="66" y="60"/>
                  </a:lnTo>
                  <a:lnTo>
                    <a:pt x="66" y="58"/>
                  </a:lnTo>
                  <a:lnTo>
                    <a:pt x="92" y="52"/>
                  </a:lnTo>
                  <a:lnTo>
                    <a:pt x="66" y="54"/>
                  </a:lnTo>
                  <a:lnTo>
                    <a:pt x="64" y="50"/>
                  </a:lnTo>
                  <a:lnTo>
                    <a:pt x="80" y="40"/>
                  </a:lnTo>
                  <a:lnTo>
                    <a:pt x="64" y="46"/>
                  </a:lnTo>
                  <a:lnTo>
                    <a:pt x="60" y="42"/>
                  </a:lnTo>
                  <a:lnTo>
                    <a:pt x="74" y="18"/>
                  </a:lnTo>
                  <a:lnTo>
                    <a:pt x="58" y="38"/>
                  </a:lnTo>
                  <a:lnTo>
                    <a:pt x="56" y="36"/>
                  </a:lnTo>
                  <a:lnTo>
                    <a:pt x="60" y="14"/>
                  </a:lnTo>
                  <a:lnTo>
                    <a:pt x="52" y="34"/>
                  </a:lnTo>
                  <a:lnTo>
                    <a:pt x="48" y="32"/>
                  </a:lnTo>
                  <a:lnTo>
                    <a:pt x="52" y="0"/>
                  </a:lnTo>
                  <a:lnTo>
                    <a:pt x="44" y="30"/>
                  </a:lnTo>
                  <a:lnTo>
                    <a:pt x="40" y="30"/>
                  </a:lnTo>
                  <a:close/>
                </a:path>
              </a:pathLst>
            </a:custGeom>
            <a:solidFill>
              <a:srgbClr val="BD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9" name="Freeform 389"/>
            <p:cNvSpPr>
              <a:spLocks/>
            </p:cNvSpPr>
            <p:nvPr/>
          </p:nvSpPr>
          <p:spPr bwMode="auto">
            <a:xfrm>
              <a:off x="2920546" y="3776436"/>
              <a:ext cx="146050" cy="168275"/>
            </a:xfrm>
            <a:custGeom>
              <a:avLst/>
              <a:gdLst>
                <a:gd name="T0" fmla="*/ 40 w 92"/>
                <a:gd name="T1" fmla="*/ 30 h 106"/>
                <a:gd name="T2" fmla="*/ 34 w 92"/>
                <a:gd name="T3" fmla="*/ 12 h 106"/>
                <a:gd name="T4" fmla="*/ 36 w 92"/>
                <a:gd name="T5" fmla="*/ 30 h 106"/>
                <a:gd name="T6" fmla="*/ 32 w 92"/>
                <a:gd name="T7" fmla="*/ 34 h 106"/>
                <a:gd name="T8" fmla="*/ 22 w 92"/>
                <a:gd name="T9" fmla="*/ 28 h 106"/>
                <a:gd name="T10" fmla="*/ 26 w 92"/>
                <a:gd name="T11" fmla="*/ 36 h 106"/>
                <a:gd name="T12" fmla="*/ 22 w 92"/>
                <a:gd name="T13" fmla="*/ 44 h 106"/>
                <a:gd name="T14" fmla="*/ 0 w 92"/>
                <a:gd name="T15" fmla="*/ 36 h 106"/>
                <a:gd name="T16" fmla="*/ 20 w 92"/>
                <a:gd name="T17" fmla="*/ 48 h 106"/>
                <a:gd name="T18" fmla="*/ 20 w 92"/>
                <a:gd name="T19" fmla="*/ 52 h 106"/>
                <a:gd name="T20" fmla="*/ 6 w 92"/>
                <a:gd name="T21" fmla="*/ 52 h 106"/>
                <a:gd name="T22" fmla="*/ 20 w 92"/>
                <a:gd name="T23" fmla="*/ 54 h 106"/>
                <a:gd name="T24" fmla="*/ 22 w 92"/>
                <a:gd name="T25" fmla="*/ 60 h 106"/>
                <a:gd name="T26" fmla="*/ 10 w 92"/>
                <a:gd name="T27" fmla="*/ 66 h 106"/>
                <a:gd name="T28" fmla="*/ 22 w 92"/>
                <a:gd name="T29" fmla="*/ 64 h 106"/>
                <a:gd name="T30" fmla="*/ 24 w 92"/>
                <a:gd name="T31" fmla="*/ 66 h 106"/>
                <a:gd name="T32" fmla="*/ 12 w 92"/>
                <a:gd name="T33" fmla="*/ 84 h 106"/>
                <a:gd name="T34" fmla="*/ 24 w 92"/>
                <a:gd name="T35" fmla="*/ 70 h 106"/>
                <a:gd name="T36" fmla="*/ 28 w 92"/>
                <a:gd name="T37" fmla="*/ 74 h 106"/>
                <a:gd name="T38" fmla="*/ 22 w 92"/>
                <a:gd name="T39" fmla="*/ 84 h 106"/>
                <a:gd name="T40" fmla="*/ 30 w 92"/>
                <a:gd name="T41" fmla="*/ 76 h 106"/>
                <a:gd name="T42" fmla="*/ 32 w 92"/>
                <a:gd name="T43" fmla="*/ 78 h 106"/>
                <a:gd name="T44" fmla="*/ 32 w 92"/>
                <a:gd name="T45" fmla="*/ 100 h 106"/>
                <a:gd name="T46" fmla="*/ 36 w 92"/>
                <a:gd name="T47" fmla="*/ 78 h 106"/>
                <a:gd name="T48" fmla="*/ 40 w 92"/>
                <a:gd name="T49" fmla="*/ 78 h 106"/>
                <a:gd name="T50" fmla="*/ 40 w 92"/>
                <a:gd name="T51" fmla="*/ 100 h 106"/>
                <a:gd name="T52" fmla="*/ 42 w 92"/>
                <a:gd name="T53" fmla="*/ 80 h 106"/>
                <a:gd name="T54" fmla="*/ 46 w 92"/>
                <a:gd name="T55" fmla="*/ 80 h 106"/>
                <a:gd name="T56" fmla="*/ 52 w 92"/>
                <a:gd name="T57" fmla="*/ 106 h 106"/>
                <a:gd name="T58" fmla="*/ 48 w 92"/>
                <a:gd name="T59" fmla="*/ 78 h 106"/>
                <a:gd name="T60" fmla="*/ 50 w 92"/>
                <a:gd name="T61" fmla="*/ 76 h 106"/>
                <a:gd name="T62" fmla="*/ 62 w 92"/>
                <a:gd name="T63" fmla="*/ 98 h 106"/>
                <a:gd name="T64" fmla="*/ 54 w 92"/>
                <a:gd name="T65" fmla="*/ 76 h 106"/>
                <a:gd name="T66" fmla="*/ 56 w 92"/>
                <a:gd name="T67" fmla="*/ 74 h 106"/>
                <a:gd name="T68" fmla="*/ 66 w 92"/>
                <a:gd name="T69" fmla="*/ 86 h 106"/>
                <a:gd name="T70" fmla="*/ 58 w 92"/>
                <a:gd name="T71" fmla="*/ 72 h 106"/>
                <a:gd name="T72" fmla="*/ 60 w 92"/>
                <a:gd name="T73" fmla="*/ 70 h 106"/>
                <a:gd name="T74" fmla="*/ 78 w 92"/>
                <a:gd name="T75" fmla="*/ 76 h 106"/>
                <a:gd name="T76" fmla="*/ 62 w 92"/>
                <a:gd name="T77" fmla="*/ 66 h 106"/>
                <a:gd name="T78" fmla="*/ 64 w 92"/>
                <a:gd name="T79" fmla="*/ 64 h 106"/>
                <a:gd name="T80" fmla="*/ 92 w 92"/>
                <a:gd name="T81" fmla="*/ 72 h 106"/>
                <a:gd name="T82" fmla="*/ 66 w 92"/>
                <a:gd name="T83" fmla="*/ 60 h 106"/>
                <a:gd name="T84" fmla="*/ 66 w 92"/>
                <a:gd name="T85" fmla="*/ 58 h 106"/>
                <a:gd name="T86" fmla="*/ 92 w 92"/>
                <a:gd name="T87" fmla="*/ 52 h 106"/>
                <a:gd name="T88" fmla="*/ 66 w 92"/>
                <a:gd name="T89" fmla="*/ 54 h 106"/>
                <a:gd name="T90" fmla="*/ 64 w 92"/>
                <a:gd name="T91" fmla="*/ 50 h 106"/>
                <a:gd name="T92" fmla="*/ 80 w 92"/>
                <a:gd name="T93" fmla="*/ 40 h 106"/>
                <a:gd name="T94" fmla="*/ 64 w 92"/>
                <a:gd name="T95" fmla="*/ 46 h 106"/>
                <a:gd name="T96" fmla="*/ 60 w 92"/>
                <a:gd name="T97" fmla="*/ 42 h 106"/>
                <a:gd name="T98" fmla="*/ 74 w 92"/>
                <a:gd name="T99" fmla="*/ 18 h 106"/>
                <a:gd name="T100" fmla="*/ 58 w 92"/>
                <a:gd name="T101" fmla="*/ 38 h 106"/>
                <a:gd name="T102" fmla="*/ 56 w 92"/>
                <a:gd name="T103" fmla="*/ 36 h 106"/>
                <a:gd name="T104" fmla="*/ 60 w 92"/>
                <a:gd name="T105" fmla="*/ 14 h 106"/>
                <a:gd name="T106" fmla="*/ 52 w 92"/>
                <a:gd name="T107" fmla="*/ 34 h 106"/>
                <a:gd name="T108" fmla="*/ 48 w 92"/>
                <a:gd name="T109" fmla="*/ 32 h 106"/>
                <a:gd name="T110" fmla="*/ 52 w 92"/>
                <a:gd name="T111" fmla="*/ 0 h 106"/>
                <a:gd name="T112" fmla="*/ 44 w 92"/>
                <a:gd name="T113" fmla="*/ 30 h 106"/>
                <a:gd name="T114" fmla="*/ 40 w 92"/>
                <a:gd name="T115"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106">
                  <a:moveTo>
                    <a:pt x="40" y="30"/>
                  </a:moveTo>
                  <a:lnTo>
                    <a:pt x="34" y="12"/>
                  </a:lnTo>
                  <a:lnTo>
                    <a:pt x="36" y="30"/>
                  </a:lnTo>
                  <a:lnTo>
                    <a:pt x="32" y="34"/>
                  </a:lnTo>
                  <a:lnTo>
                    <a:pt x="22" y="28"/>
                  </a:lnTo>
                  <a:lnTo>
                    <a:pt x="26" y="36"/>
                  </a:lnTo>
                  <a:lnTo>
                    <a:pt x="22" y="44"/>
                  </a:lnTo>
                  <a:lnTo>
                    <a:pt x="0" y="36"/>
                  </a:lnTo>
                  <a:lnTo>
                    <a:pt x="20" y="48"/>
                  </a:lnTo>
                  <a:lnTo>
                    <a:pt x="20" y="52"/>
                  </a:lnTo>
                  <a:lnTo>
                    <a:pt x="6" y="52"/>
                  </a:lnTo>
                  <a:lnTo>
                    <a:pt x="20" y="54"/>
                  </a:lnTo>
                  <a:lnTo>
                    <a:pt x="22" y="60"/>
                  </a:lnTo>
                  <a:lnTo>
                    <a:pt x="10" y="66"/>
                  </a:lnTo>
                  <a:lnTo>
                    <a:pt x="22" y="64"/>
                  </a:lnTo>
                  <a:lnTo>
                    <a:pt x="24" y="66"/>
                  </a:lnTo>
                  <a:lnTo>
                    <a:pt x="12" y="84"/>
                  </a:lnTo>
                  <a:lnTo>
                    <a:pt x="24" y="70"/>
                  </a:lnTo>
                  <a:lnTo>
                    <a:pt x="28" y="74"/>
                  </a:lnTo>
                  <a:lnTo>
                    <a:pt x="22" y="84"/>
                  </a:lnTo>
                  <a:lnTo>
                    <a:pt x="30" y="76"/>
                  </a:lnTo>
                  <a:lnTo>
                    <a:pt x="32" y="78"/>
                  </a:lnTo>
                  <a:lnTo>
                    <a:pt x="32" y="100"/>
                  </a:lnTo>
                  <a:lnTo>
                    <a:pt x="36" y="78"/>
                  </a:lnTo>
                  <a:lnTo>
                    <a:pt x="40" y="78"/>
                  </a:lnTo>
                  <a:lnTo>
                    <a:pt x="40" y="100"/>
                  </a:lnTo>
                  <a:lnTo>
                    <a:pt x="42" y="80"/>
                  </a:lnTo>
                  <a:lnTo>
                    <a:pt x="46" y="80"/>
                  </a:lnTo>
                  <a:lnTo>
                    <a:pt x="52" y="106"/>
                  </a:lnTo>
                  <a:lnTo>
                    <a:pt x="48" y="78"/>
                  </a:lnTo>
                  <a:lnTo>
                    <a:pt x="50" y="76"/>
                  </a:lnTo>
                  <a:lnTo>
                    <a:pt x="62" y="98"/>
                  </a:lnTo>
                  <a:lnTo>
                    <a:pt x="54" y="76"/>
                  </a:lnTo>
                  <a:lnTo>
                    <a:pt x="56" y="74"/>
                  </a:lnTo>
                  <a:lnTo>
                    <a:pt x="66" y="86"/>
                  </a:lnTo>
                  <a:lnTo>
                    <a:pt x="58" y="72"/>
                  </a:lnTo>
                  <a:lnTo>
                    <a:pt x="60" y="70"/>
                  </a:lnTo>
                  <a:lnTo>
                    <a:pt x="78" y="76"/>
                  </a:lnTo>
                  <a:lnTo>
                    <a:pt x="62" y="66"/>
                  </a:lnTo>
                  <a:lnTo>
                    <a:pt x="64" y="64"/>
                  </a:lnTo>
                  <a:lnTo>
                    <a:pt x="92" y="72"/>
                  </a:lnTo>
                  <a:lnTo>
                    <a:pt x="66" y="60"/>
                  </a:lnTo>
                  <a:lnTo>
                    <a:pt x="66" y="58"/>
                  </a:lnTo>
                  <a:lnTo>
                    <a:pt x="92" y="52"/>
                  </a:lnTo>
                  <a:lnTo>
                    <a:pt x="66" y="54"/>
                  </a:lnTo>
                  <a:lnTo>
                    <a:pt x="64" y="50"/>
                  </a:lnTo>
                  <a:lnTo>
                    <a:pt x="80" y="40"/>
                  </a:lnTo>
                  <a:lnTo>
                    <a:pt x="64" y="46"/>
                  </a:lnTo>
                  <a:lnTo>
                    <a:pt x="60" y="42"/>
                  </a:lnTo>
                  <a:lnTo>
                    <a:pt x="74" y="18"/>
                  </a:lnTo>
                  <a:lnTo>
                    <a:pt x="58" y="38"/>
                  </a:lnTo>
                  <a:lnTo>
                    <a:pt x="56" y="36"/>
                  </a:lnTo>
                  <a:lnTo>
                    <a:pt x="60" y="14"/>
                  </a:lnTo>
                  <a:lnTo>
                    <a:pt x="52" y="34"/>
                  </a:lnTo>
                  <a:lnTo>
                    <a:pt x="48" y="32"/>
                  </a:lnTo>
                  <a:lnTo>
                    <a:pt x="52" y="0"/>
                  </a:lnTo>
                  <a:lnTo>
                    <a:pt x="44" y="30"/>
                  </a:lnTo>
                  <a:lnTo>
                    <a:pt x="40"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0" name="Freeform 390"/>
            <p:cNvSpPr>
              <a:spLocks/>
            </p:cNvSpPr>
            <p:nvPr/>
          </p:nvSpPr>
          <p:spPr bwMode="auto">
            <a:xfrm>
              <a:off x="2952296" y="3820886"/>
              <a:ext cx="73025" cy="82550"/>
            </a:xfrm>
            <a:custGeom>
              <a:avLst/>
              <a:gdLst>
                <a:gd name="T0" fmla="*/ 0 w 46"/>
                <a:gd name="T1" fmla="*/ 32 h 52"/>
                <a:gd name="T2" fmla="*/ 0 w 46"/>
                <a:gd name="T3" fmla="*/ 32 h 52"/>
                <a:gd name="T4" fmla="*/ 4 w 46"/>
                <a:gd name="T5" fmla="*/ 42 h 52"/>
                <a:gd name="T6" fmla="*/ 10 w 46"/>
                <a:gd name="T7" fmla="*/ 48 h 52"/>
                <a:gd name="T8" fmla="*/ 18 w 46"/>
                <a:gd name="T9" fmla="*/ 52 h 52"/>
                <a:gd name="T10" fmla="*/ 28 w 46"/>
                <a:gd name="T11" fmla="*/ 52 h 52"/>
                <a:gd name="T12" fmla="*/ 28 w 46"/>
                <a:gd name="T13" fmla="*/ 52 h 52"/>
                <a:gd name="T14" fmla="*/ 38 w 46"/>
                <a:gd name="T15" fmla="*/ 48 h 52"/>
                <a:gd name="T16" fmla="*/ 44 w 46"/>
                <a:gd name="T17" fmla="*/ 42 h 52"/>
                <a:gd name="T18" fmla="*/ 46 w 46"/>
                <a:gd name="T19" fmla="*/ 32 h 52"/>
                <a:gd name="T20" fmla="*/ 46 w 46"/>
                <a:gd name="T21" fmla="*/ 22 h 52"/>
                <a:gd name="T22" fmla="*/ 46 w 46"/>
                <a:gd name="T23" fmla="*/ 22 h 52"/>
                <a:gd name="T24" fmla="*/ 42 w 46"/>
                <a:gd name="T25" fmla="*/ 12 h 52"/>
                <a:gd name="T26" fmla="*/ 36 w 46"/>
                <a:gd name="T27" fmla="*/ 6 h 52"/>
                <a:gd name="T28" fmla="*/ 28 w 46"/>
                <a:gd name="T29" fmla="*/ 2 h 52"/>
                <a:gd name="T30" fmla="*/ 18 w 46"/>
                <a:gd name="T31" fmla="*/ 0 h 52"/>
                <a:gd name="T32" fmla="*/ 18 w 46"/>
                <a:gd name="T33" fmla="*/ 0 h 52"/>
                <a:gd name="T34" fmla="*/ 10 w 46"/>
                <a:gd name="T35" fmla="*/ 4 h 52"/>
                <a:gd name="T36" fmla="*/ 2 w 46"/>
                <a:gd name="T37" fmla="*/ 12 h 52"/>
                <a:gd name="T38" fmla="*/ 0 w 46"/>
                <a:gd name="T39" fmla="*/ 22 h 52"/>
                <a:gd name="T40" fmla="*/ 0 w 46"/>
                <a:gd name="T41" fmla="*/ 32 h 52"/>
                <a:gd name="T42" fmla="*/ 0 w 46"/>
                <a:gd name="T4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52">
                  <a:moveTo>
                    <a:pt x="0" y="32"/>
                  </a:moveTo>
                  <a:lnTo>
                    <a:pt x="0" y="32"/>
                  </a:lnTo>
                  <a:lnTo>
                    <a:pt x="4" y="42"/>
                  </a:lnTo>
                  <a:lnTo>
                    <a:pt x="10" y="48"/>
                  </a:lnTo>
                  <a:lnTo>
                    <a:pt x="18" y="52"/>
                  </a:lnTo>
                  <a:lnTo>
                    <a:pt x="28" y="52"/>
                  </a:lnTo>
                  <a:lnTo>
                    <a:pt x="28" y="52"/>
                  </a:lnTo>
                  <a:lnTo>
                    <a:pt x="38" y="48"/>
                  </a:lnTo>
                  <a:lnTo>
                    <a:pt x="44" y="42"/>
                  </a:lnTo>
                  <a:lnTo>
                    <a:pt x="46" y="32"/>
                  </a:lnTo>
                  <a:lnTo>
                    <a:pt x="46" y="22"/>
                  </a:lnTo>
                  <a:lnTo>
                    <a:pt x="46" y="22"/>
                  </a:lnTo>
                  <a:lnTo>
                    <a:pt x="42" y="12"/>
                  </a:lnTo>
                  <a:lnTo>
                    <a:pt x="36" y="6"/>
                  </a:lnTo>
                  <a:lnTo>
                    <a:pt x="28" y="2"/>
                  </a:lnTo>
                  <a:lnTo>
                    <a:pt x="18" y="0"/>
                  </a:lnTo>
                  <a:lnTo>
                    <a:pt x="18" y="0"/>
                  </a:lnTo>
                  <a:lnTo>
                    <a:pt x="10" y="4"/>
                  </a:lnTo>
                  <a:lnTo>
                    <a:pt x="2" y="12"/>
                  </a:lnTo>
                  <a:lnTo>
                    <a:pt x="0" y="22"/>
                  </a:lnTo>
                  <a:lnTo>
                    <a:pt x="0" y="32"/>
                  </a:lnTo>
                  <a:lnTo>
                    <a:pt x="0" y="32"/>
                  </a:lnTo>
                  <a:close/>
                </a:path>
              </a:pathLst>
            </a:custGeom>
            <a:solidFill>
              <a:srgbClr val="93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1" name="Freeform 391"/>
            <p:cNvSpPr>
              <a:spLocks/>
            </p:cNvSpPr>
            <p:nvPr/>
          </p:nvSpPr>
          <p:spPr bwMode="auto">
            <a:xfrm>
              <a:off x="2787196" y="3852636"/>
              <a:ext cx="38100" cy="53975"/>
            </a:xfrm>
            <a:custGeom>
              <a:avLst/>
              <a:gdLst>
                <a:gd name="T0" fmla="*/ 6 w 24"/>
                <a:gd name="T1" fmla="*/ 34 h 34"/>
                <a:gd name="T2" fmla="*/ 24 w 24"/>
                <a:gd name="T3" fmla="*/ 30 h 34"/>
                <a:gd name="T4" fmla="*/ 18 w 24"/>
                <a:gd name="T5" fmla="*/ 0 h 34"/>
                <a:gd name="T6" fmla="*/ 0 w 24"/>
                <a:gd name="T7" fmla="*/ 4 h 34"/>
                <a:gd name="T8" fmla="*/ 6 w 24"/>
                <a:gd name="T9" fmla="*/ 34 h 34"/>
              </a:gdLst>
              <a:ahLst/>
              <a:cxnLst>
                <a:cxn ang="0">
                  <a:pos x="T0" y="T1"/>
                </a:cxn>
                <a:cxn ang="0">
                  <a:pos x="T2" y="T3"/>
                </a:cxn>
                <a:cxn ang="0">
                  <a:pos x="T4" y="T5"/>
                </a:cxn>
                <a:cxn ang="0">
                  <a:pos x="T6" y="T7"/>
                </a:cxn>
                <a:cxn ang="0">
                  <a:pos x="T8" y="T9"/>
                </a:cxn>
              </a:cxnLst>
              <a:rect l="0" t="0" r="r" b="b"/>
              <a:pathLst>
                <a:path w="24" h="34">
                  <a:moveTo>
                    <a:pt x="6" y="34"/>
                  </a:moveTo>
                  <a:lnTo>
                    <a:pt x="24" y="30"/>
                  </a:lnTo>
                  <a:lnTo>
                    <a:pt x="18" y="0"/>
                  </a:lnTo>
                  <a:lnTo>
                    <a:pt x="0" y="4"/>
                  </a:lnTo>
                  <a:lnTo>
                    <a:pt x="6" y="34"/>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2" name="Freeform 392"/>
            <p:cNvSpPr>
              <a:spLocks/>
            </p:cNvSpPr>
            <p:nvPr/>
          </p:nvSpPr>
          <p:spPr bwMode="auto">
            <a:xfrm>
              <a:off x="2787196" y="3852636"/>
              <a:ext cx="38100" cy="53975"/>
            </a:xfrm>
            <a:custGeom>
              <a:avLst/>
              <a:gdLst>
                <a:gd name="T0" fmla="*/ 6 w 24"/>
                <a:gd name="T1" fmla="*/ 34 h 34"/>
                <a:gd name="T2" fmla="*/ 24 w 24"/>
                <a:gd name="T3" fmla="*/ 30 h 34"/>
                <a:gd name="T4" fmla="*/ 18 w 24"/>
                <a:gd name="T5" fmla="*/ 0 h 34"/>
                <a:gd name="T6" fmla="*/ 0 w 24"/>
                <a:gd name="T7" fmla="*/ 4 h 34"/>
                <a:gd name="T8" fmla="*/ 6 w 24"/>
                <a:gd name="T9" fmla="*/ 34 h 34"/>
              </a:gdLst>
              <a:ahLst/>
              <a:cxnLst>
                <a:cxn ang="0">
                  <a:pos x="T0" y="T1"/>
                </a:cxn>
                <a:cxn ang="0">
                  <a:pos x="T2" y="T3"/>
                </a:cxn>
                <a:cxn ang="0">
                  <a:pos x="T4" y="T5"/>
                </a:cxn>
                <a:cxn ang="0">
                  <a:pos x="T6" y="T7"/>
                </a:cxn>
                <a:cxn ang="0">
                  <a:pos x="T8" y="T9"/>
                </a:cxn>
              </a:cxnLst>
              <a:rect l="0" t="0" r="r" b="b"/>
              <a:pathLst>
                <a:path w="24" h="34">
                  <a:moveTo>
                    <a:pt x="6" y="34"/>
                  </a:moveTo>
                  <a:lnTo>
                    <a:pt x="24" y="30"/>
                  </a:lnTo>
                  <a:lnTo>
                    <a:pt x="18" y="0"/>
                  </a:lnTo>
                  <a:lnTo>
                    <a:pt x="0" y="4"/>
                  </a:lnTo>
                  <a:lnTo>
                    <a:pt x="6"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3" name="Freeform 393"/>
            <p:cNvSpPr>
              <a:spLocks/>
            </p:cNvSpPr>
            <p:nvPr/>
          </p:nvSpPr>
          <p:spPr bwMode="auto">
            <a:xfrm>
              <a:off x="2825296" y="3751036"/>
              <a:ext cx="193675" cy="212725"/>
            </a:xfrm>
            <a:custGeom>
              <a:avLst/>
              <a:gdLst>
                <a:gd name="T0" fmla="*/ 0 w 122"/>
                <a:gd name="T1" fmla="*/ 78 h 134"/>
                <a:gd name="T2" fmla="*/ 0 w 122"/>
                <a:gd name="T3" fmla="*/ 78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4 w 122"/>
                <a:gd name="T27" fmla="*/ 114 h 134"/>
                <a:gd name="T28" fmla="*/ 112 w 122"/>
                <a:gd name="T29" fmla="*/ 104 h 134"/>
                <a:gd name="T30" fmla="*/ 118 w 122"/>
                <a:gd name="T31" fmla="*/ 94 h 134"/>
                <a:gd name="T32" fmla="*/ 120 w 122"/>
                <a:gd name="T33" fmla="*/ 82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0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78"/>
                  </a:moveTo>
                  <a:lnTo>
                    <a:pt x="0" y="78"/>
                  </a:lnTo>
                  <a:lnTo>
                    <a:pt x="4" y="92"/>
                  </a:lnTo>
                  <a:lnTo>
                    <a:pt x="10" y="104"/>
                  </a:lnTo>
                  <a:lnTo>
                    <a:pt x="18" y="114"/>
                  </a:lnTo>
                  <a:lnTo>
                    <a:pt x="28" y="122"/>
                  </a:lnTo>
                  <a:lnTo>
                    <a:pt x="38" y="128"/>
                  </a:lnTo>
                  <a:lnTo>
                    <a:pt x="50" y="132"/>
                  </a:lnTo>
                  <a:lnTo>
                    <a:pt x="62" y="134"/>
                  </a:lnTo>
                  <a:lnTo>
                    <a:pt x="74" y="132"/>
                  </a:lnTo>
                  <a:lnTo>
                    <a:pt x="74" y="132"/>
                  </a:lnTo>
                  <a:lnTo>
                    <a:pt x="86" y="128"/>
                  </a:lnTo>
                  <a:lnTo>
                    <a:pt x="96" y="122"/>
                  </a:lnTo>
                  <a:lnTo>
                    <a:pt x="104" y="114"/>
                  </a:lnTo>
                  <a:lnTo>
                    <a:pt x="112" y="104"/>
                  </a:lnTo>
                  <a:lnTo>
                    <a:pt x="118" y="94"/>
                  </a:lnTo>
                  <a:lnTo>
                    <a:pt x="120" y="82"/>
                  </a:lnTo>
                  <a:lnTo>
                    <a:pt x="122" y="68"/>
                  </a:lnTo>
                  <a:lnTo>
                    <a:pt x="120" y="54"/>
                  </a:lnTo>
                  <a:lnTo>
                    <a:pt x="120" y="54"/>
                  </a:lnTo>
                  <a:lnTo>
                    <a:pt x="116" y="42"/>
                  </a:lnTo>
                  <a:lnTo>
                    <a:pt x="110" y="30"/>
                  </a:lnTo>
                  <a:lnTo>
                    <a:pt x="102" y="20"/>
                  </a:lnTo>
                  <a:lnTo>
                    <a:pt x="94" y="12"/>
                  </a:lnTo>
                  <a:lnTo>
                    <a:pt x="82" y="6"/>
                  </a:lnTo>
                  <a:lnTo>
                    <a:pt x="72" y="0"/>
                  </a:lnTo>
                  <a:lnTo>
                    <a:pt x="60" y="0"/>
                  </a:lnTo>
                  <a:lnTo>
                    <a:pt x="48" y="0"/>
                  </a:lnTo>
                  <a:lnTo>
                    <a:pt x="48" y="0"/>
                  </a:lnTo>
                  <a:lnTo>
                    <a:pt x="36" y="4"/>
                  </a:lnTo>
                  <a:lnTo>
                    <a:pt x="26" y="10"/>
                  </a:lnTo>
                  <a:lnTo>
                    <a:pt x="16" y="18"/>
                  </a:lnTo>
                  <a:lnTo>
                    <a:pt x="10" y="28"/>
                  </a:lnTo>
                  <a:lnTo>
                    <a:pt x="4" y="40"/>
                  </a:lnTo>
                  <a:lnTo>
                    <a:pt x="0" y="52"/>
                  </a:lnTo>
                  <a:lnTo>
                    <a:pt x="0" y="64"/>
                  </a:lnTo>
                  <a:lnTo>
                    <a:pt x="0" y="7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4" name="Freeform 394"/>
            <p:cNvSpPr>
              <a:spLocks/>
            </p:cNvSpPr>
            <p:nvPr/>
          </p:nvSpPr>
          <p:spPr bwMode="auto">
            <a:xfrm>
              <a:off x="2825296" y="3751036"/>
              <a:ext cx="193675" cy="212725"/>
            </a:xfrm>
            <a:custGeom>
              <a:avLst/>
              <a:gdLst>
                <a:gd name="T0" fmla="*/ 0 w 122"/>
                <a:gd name="T1" fmla="*/ 78 h 134"/>
                <a:gd name="T2" fmla="*/ 0 w 122"/>
                <a:gd name="T3" fmla="*/ 78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4 w 122"/>
                <a:gd name="T27" fmla="*/ 114 h 134"/>
                <a:gd name="T28" fmla="*/ 112 w 122"/>
                <a:gd name="T29" fmla="*/ 104 h 134"/>
                <a:gd name="T30" fmla="*/ 118 w 122"/>
                <a:gd name="T31" fmla="*/ 94 h 134"/>
                <a:gd name="T32" fmla="*/ 120 w 122"/>
                <a:gd name="T33" fmla="*/ 82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0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78"/>
                  </a:moveTo>
                  <a:lnTo>
                    <a:pt x="0" y="78"/>
                  </a:lnTo>
                  <a:lnTo>
                    <a:pt x="4" y="92"/>
                  </a:lnTo>
                  <a:lnTo>
                    <a:pt x="10" y="104"/>
                  </a:lnTo>
                  <a:lnTo>
                    <a:pt x="18" y="114"/>
                  </a:lnTo>
                  <a:lnTo>
                    <a:pt x="28" y="122"/>
                  </a:lnTo>
                  <a:lnTo>
                    <a:pt x="38" y="128"/>
                  </a:lnTo>
                  <a:lnTo>
                    <a:pt x="50" y="132"/>
                  </a:lnTo>
                  <a:lnTo>
                    <a:pt x="62" y="134"/>
                  </a:lnTo>
                  <a:lnTo>
                    <a:pt x="74" y="132"/>
                  </a:lnTo>
                  <a:lnTo>
                    <a:pt x="74" y="132"/>
                  </a:lnTo>
                  <a:lnTo>
                    <a:pt x="86" y="128"/>
                  </a:lnTo>
                  <a:lnTo>
                    <a:pt x="96" y="122"/>
                  </a:lnTo>
                  <a:lnTo>
                    <a:pt x="104" y="114"/>
                  </a:lnTo>
                  <a:lnTo>
                    <a:pt x="112" y="104"/>
                  </a:lnTo>
                  <a:lnTo>
                    <a:pt x="118" y="94"/>
                  </a:lnTo>
                  <a:lnTo>
                    <a:pt x="120" y="82"/>
                  </a:lnTo>
                  <a:lnTo>
                    <a:pt x="122" y="68"/>
                  </a:lnTo>
                  <a:lnTo>
                    <a:pt x="120" y="54"/>
                  </a:lnTo>
                  <a:lnTo>
                    <a:pt x="120" y="54"/>
                  </a:lnTo>
                  <a:lnTo>
                    <a:pt x="116" y="42"/>
                  </a:lnTo>
                  <a:lnTo>
                    <a:pt x="110" y="30"/>
                  </a:lnTo>
                  <a:lnTo>
                    <a:pt x="102" y="20"/>
                  </a:lnTo>
                  <a:lnTo>
                    <a:pt x="94" y="12"/>
                  </a:lnTo>
                  <a:lnTo>
                    <a:pt x="82" y="6"/>
                  </a:lnTo>
                  <a:lnTo>
                    <a:pt x="72" y="0"/>
                  </a:lnTo>
                  <a:lnTo>
                    <a:pt x="60" y="0"/>
                  </a:lnTo>
                  <a:lnTo>
                    <a:pt x="48" y="0"/>
                  </a:lnTo>
                  <a:lnTo>
                    <a:pt x="48" y="0"/>
                  </a:lnTo>
                  <a:lnTo>
                    <a:pt x="36" y="4"/>
                  </a:lnTo>
                  <a:lnTo>
                    <a:pt x="26" y="10"/>
                  </a:lnTo>
                  <a:lnTo>
                    <a:pt x="16" y="18"/>
                  </a:lnTo>
                  <a:lnTo>
                    <a:pt x="10" y="28"/>
                  </a:lnTo>
                  <a:lnTo>
                    <a:pt x="4" y="40"/>
                  </a:lnTo>
                  <a:lnTo>
                    <a:pt x="0" y="52"/>
                  </a:lnTo>
                  <a:lnTo>
                    <a:pt x="0" y="64"/>
                  </a:lnTo>
                  <a:lnTo>
                    <a:pt x="0"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5" name="Freeform 395"/>
            <p:cNvSpPr>
              <a:spLocks/>
            </p:cNvSpPr>
            <p:nvPr/>
          </p:nvSpPr>
          <p:spPr bwMode="auto">
            <a:xfrm>
              <a:off x="2726871" y="3865336"/>
              <a:ext cx="41275" cy="53975"/>
            </a:xfrm>
            <a:custGeom>
              <a:avLst/>
              <a:gdLst>
                <a:gd name="T0" fmla="*/ 6 w 26"/>
                <a:gd name="T1" fmla="*/ 34 h 34"/>
                <a:gd name="T2" fmla="*/ 26 w 26"/>
                <a:gd name="T3" fmla="*/ 30 h 34"/>
                <a:gd name="T4" fmla="*/ 20 w 26"/>
                <a:gd name="T5" fmla="*/ 0 h 34"/>
                <a:gd name="T6" fmla="*/ 0 w 26"/>
                <a:gd name="T7" fmla="*/ 4 h 34"/>
                <a:gd name="T8" fmla="*/ 6 w 26"/>
                <a:gd name="T9" fmla="*/ 34 h 34"/>
              </a:gdLst>
              <a:ahLst/>
              <a:cxnLst>
                <a:cxn ang="0">
                  <a:pos x="T0" y="T1"/>
                </a:cxn>
                <a:cxn ang="0">
                  <a:pos x="T2" y="T3"/>
                </a:cxn>
                <a:cxn ang="0">
                  <a:pos x="T4" y="T5"/>
                </a:cxn>
                <a:cxn ang="0">
                  <a:pos x="T6" y="T7"/>
                </a:cxn>
                <a:cxn ang="0">
                  <a:pos x="T8" y="T9"/>
                </a:cxn>
              </a:cxnLst>
              <a:rect l="0" t="0" r="r" b="b"/>
              <a:pathLst>
                <a:path w="26" h="34">
                  <a:moveTo>
                    <a:pt x="6" y="34"/>
                  </a:moveTo>
                  <a:lnTo>
                    <a:pt x="26" y="30"/>
                  </a:lnTo>
                  <a:lnTo>
                    <a:pt x="20" y="0"/>
                  </a:lnTo>
                  <a:lnTo>
                    <a:pt x="0" y="4"/>
                  </a:lnTo>
                  <a:lnTo>
                    <a:pt x="6" y="34"/>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6" name="Freeform 396"/>
            <p:cNvSpPr>
              <a:spLocks/>
            </p:cNvSpPr>
            <p:nvPr/>
          </p:nvSpPr>
          <p:spPr bwMode="auto">
            <a:xfrm>
              <a:off x="2745921" y="3846286"/>
              <a:ext cx="50800" cy="82550"/>
            </a:xfrm>
            <a:custGeom>
              <a:avLst/>
              <a:gdLst>
                <a:gd name="T0" fmla="*/ 10 w 32"/>
                <a:gd name="T1" fmla="*/ 52 h 52"/>
                <a:gd name="T2" fmla="*/ 32 w 32"/>
                <a:gd name="T3" fmla="*/ 46 h 52"/>
                <a:gd name="T4" fmla="*/ 24 w 32"/>
                <a:gd name="T5" fmla="*/ 0 h 52"/>
                <a:gd name="T6" fmla="*/ 0 w 32"/>
                <a:gd name="T7" fmla="*/ 4 h 52"/>
                <a:gd name="T8" fmla="*/ 10 w 32"/>
                <a:gd name="T9" fmla="*/ 52 h 52"/>
              </a:gdLst>
              <a:ahLst/>
              <a:cxnLst>
                <a:cxn ang="0">
                  <a:pos x="T0" y="T1"/>
                </a:cxn>
                <a:cxn ang="0">
                  <a:pos x="T2" y="T3"/>
                </a:cxn>
                <a:cxn ang="0">
                  <a:pos x="T4" y="T5"/>
                </a:cxn>
                <a:cxn ang="0">
                  <a:pos x="T6" y="T7"/>
                </a:cxn>
                <a:cxn ang="0">
                  <a:pos x="T8" y="T9"/>
                </a:cxn>
              </a:cxnLst>
              <a:rect l="0" t="0" r="r" b="b"/>
              <a:pathLst>
                <a:path w="32" h="52">
                  <a:moveTo>
                    <a:pt x="10" y="52"/>
                  </a:moveTo>
                  <a:lnTo>
                    <a:pt x="32" y="46"/>
                  </a:lnTo>
                  <a:lnTo>
                    <a:pt x="24" y="0"/>
                  </a:lnTo>
                  <a:lnTo>
                    <a:pt x="0" y="4"/>
                  </a:lnTo>
                  <a:lnTo>
                    <a:pt x="10" y="52"/>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7" name="Freeform 397"/>
            <p:cNvSpPr>
              <a:spLocks/>
            </p:cNvSpPr>
            <p:nvPr/>
          </p:nvSpPr>
          <p:spPr bwMode="auto">
            <a:xfrm>
              <a:off x="2745921" y="3846286"/>
              <a:ext cx="50800" cy="82550"/>
            </a:xfrm>
            <a:custGeom>
              <a:avLst/>
              <a:gdLst>
                <a:gd name="T0" fmla="*/ 10 w 32"/>
                <a:gd name="T1" fmla="*/ 52 h 52"/>
                <a:gd name="T2" fmla="*/ 32 w 32"/>
                <a:gd name="T3" fmla="*/ 46 h 52"/>
                <a:gd name="T4" fmla="*/ 24 w 32"/>
                <a:gd name="T5" fmla="*/ 0 h 52"/>
                <a:gd name="T6" fmla="*/ 0 w 32"/>
                <a:gd name="T7" fmla="*/ 4 h 52"/>
                <a:gd name="T8" fmla="*/ 10 w 32"/>
                <a:gd name="T9" fmla="*/ 52 h 52"/>
              </a:gdLst>
              <a:ahLst/>
              <a:cxnLst>
                <a:cxn ang="0">
                  <a:pos x="T0" y="T1"/>
                </a:cxn>
                <a:cxn ang="0">
                  <a:pos x="T2" y="T3"/>
                </a:cxn>
                <a:cxn ang="0">
                  <a:pos x="T4" y="T5"/>
                </a:cxn>
                <a:cxn ang="0">
                  <a:pos x="T6" y="T7"/>
                </a:cxn>
                <a:cxn ang="0">
                  <a:pos x="T8" y="T9"/>
                </a:cxn>
              </a:cxnLst>
              <a:rect l="0" t="0" r="r" b="b"/>
              <a:pathLst>
                <a:path w="32" h="52">
                  <a:moveTo>
                    <a:pt x="10" y="52"/>
                  </a:moveTo>
                  <a:lnTo>
                    <a:pt x="32" y="46"/>
                  </a:lnTo>
                  <a:lnTo>
                    <a:pt x="24" y="0"/>
                  </a:lnTo>
                  <a:lnTo>
                    <a:pt x="0" y="4"/>
                  </a:lnTo>
                  <a:lnTo>
                    <a:pt x="10" y="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8" name="Freeform 400"/>
            <p:cNvSpPr>
              <a:spLocks/>
            </p:cNvSpPr>
            <p:nvPr/>
          </p:nvSpPr>
          <p:spPr bwMode="auto">
            <a:xfrm>
              <a:off x="2799896" y="3754211"/>
              <a:ext cx="193675" cy="212725"/>
            </a:xfrm>
            <a:custGeom>
              <a:avLst/>
              <a:gdLst>
                <a:gd name="T0" fmla="*/ 2 w 122"/>
                <a:gd name="T1" fmla="*/ 80 h 134"/>
                <a:gd name="T2" fmla="*/ 2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6 w 122"/>
                <a:gd name="T27" fmla="*/ 116 h 134"/>
                <a:gd name="T28" fmla="*/ 112 w 122"/>
                <a:gd name="T29" fmla="*/ 106 h 134"/>
                <a:gd name="T30" fmla="*/ 118 w 122"/>
                <a:gd name="T31" fmla="*/ 94 h 134"/>
                <a:gd name="T32" fmla="*/ 120 w 122"/>
                <a:gd name="T33" fmla="*/ 82 h 134"/>
                <a:gd name="T34" fmla="*/ 122 w 122"/>
                <a:gd name="T35" fmla="*/ 70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4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10 w 122"/>
                <a:gd name="T65" fmla="*/ 30 h 134"/>
                <a:gd name="T66" fmla="*/ 4 w 122"/>
                <a:gd name="T67" fmla="*/ 40 h 134"/>
                <a:gd name="T68" fmla="*/ 0 w 122"/>
                <a:gd name="T69" fmla="*/ 52 h 134"/>
                <a:gd name="T70" fmla="*/ 0 w 122"/>
                <a:gd name="T71" fmla="*/ 66 h 134"/>
                <a:gd name="T72" fmla="*/ 2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80"/>
                  </a:moveTo>
                  <a:lnTo>
                    <a:pt x="2"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6" y="116"/>
                  </a:lnTo>
                  <a:lnTo>
                    <a:pt x="112" y="106"/>
                  </a:lnTo>
                  <a:lnTo>
                    <a:pt x="118" y="94"/>
                  </a:lnTo>
                  <a:lnTo>
                    <a:pt x="120" y="82"/>
                  </a:lnTo>
                  <a:lnTo>
                    <a:pt x="122" y="70"/>
                  </a:lnTo>
                  <a:lnTo>
                    <a:pt x="120" y="56"/>
                  </a:lnTo>
                  <a:lnTo>
                    <a:pt x="120" y="56"/>
                  </a:lnTo>
                  <a:lnTo>
                    <a:pt x="116" y="42"/>
                  </a:lnTo>
                  <a:lnTo>
                    <a:pt x="110" y="30"/>
                  </a:lnTo>
                  <a:lnTo>
                    <a:pt x="102" y="20"/>
                  </a:lnTo>
                  <a:lnTo>
                    <a:pt x="94" y="12"/>
                  </a:lnTo>
                  <a:lnTo>
                    <a:pt x="84" y="6"/>
                  </a:lnTo>
                  <a:lnTo>
                    <a:pt x="72" y="2"/>
                  </a:lnTo>
                  <a:lnTo>
                    <a:pt x="60" y="0"/>
                  </a:lnTo>
                  <a:lnTo>
                    <a:pt x="48" y="2"/>
                  </a:lnTo>
                  <a:lnTo>
                    <a:pt x="48" y="2"/>
                  </a:lnTo>
                  <a:lnTo>
                    <a:pt x="36" y="6"/>
                  </a:lnTo>
                  <a:lnTo>
                    <a:pt x="26" y="12"/>
                  </a:lnTo>
                  <a:lnTo>
                    <a:pt x="16" y="20"/>
                  </a:lnTo>
                  <a:lnTo>
                    <a:pt x="10" y="30"/>
                  </a:lnTo>
                  <a:lnTo>
                    <a:pt x="4" y="40"/>
                  </a:lnTo>
                  <a:lnTo>
                    <a:pt x="0" y="52"/>
                  </a:lnTo>
                  <a:lnTo>
                    <a:pt x="0" y="66"/>
                  </a:lnTo>
                  <a:lnTo>
                    <a:pt x="2" y="80"/>
                  </a:lnTo>
                  <a:close/>
                </a:path>
              </a:pathLst>
            </a:custGeom>
            <a:solidFill>
              <a:srgbClr val="A8A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9" name="Freeform 401"/>
            <p:cNvSpPr>
              <a:spLocks/>
            </p:cNvSpPr>
            <p:nvPr/>
          </p:nvSpPr>
          <p:spPr bwMode="auto">
            <a:xfrm>
              <a:off x="2799896" y="3754211"/>
              <a:ext cx="193675" cy="212725"/>
            </a:xfrm>
            <a:custGeom>
              <a:avLst/>
              <a:gdLst>
                <a:gd name="T0" fmla="*/ 2 w 122"/>
                <a:gd name="T1" fmla="*/ 80 h 134"/>
                <a:gd name="T2" fmla="*/ 2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6 w 122"/>
                <a:gd name="T27" fmla="*/ 116 h 134"/>
                <a:gd name="T28" fmla="*/ 112 w 122"/>
                <a:gd name="T29" fmla="*/ 106 h 134"/>
                <a:gd name="T30" fmla="*/ 118 w 122"/>
                <a:gd name="T31" fmla="*/ 94 h 134"/>
                <a:gd name="T32" fmla="*/ 120 w 122"/>
                <a:gd name="T33" fmla="*/ 82 h 134"/>
                <a:gd name="T34" fmla="*/ 122 w 122"/>
                <a:gd name="T35" fmla="*/ 70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4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10 w 122"/>
                <a:gd name="T65" fmla="*/ 30 h 134"/>
                <a:gd name="T66" fmla="*/ 4 w 122"/>
                <a:gd name="T67" fmla="*/ 40 h 134"/>
                <a:gd name="T68" fmla="*/ 0 w 122"/>
                <a:gd name="T69" fmla="*/ 52 h 134"/>
                <a:gd name="T70" fmla="*/ 0 w 122"/>
                <a:gd name="T71" fmla="*/ 66 h 134"/>
                <a:gd name="T72" fmla="*/ 2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80"/>
                  </a:moveTo>
                  <a:lnTo>
                    <a:pt x="2"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6" y="116"/>
                  </a:lnTo>
                  <a:lnTo>
                    <a:pt x="112" y="106"/>
                  </a:lnTo>
                  <a:lnTo>
                    <a:pt x="118" y="94"/>
                  </a:lnTo>
                  <a:lnTo>
                    <a:pt x="120" y="82"/>
                  </a:lnTo>
                  <a:lnTo>
                    <a:pt x="122" y="70"/>
                  </a:lnTo>
                  <a:lnTo>
                    <a:pt x="120" y="56"/>
                  </a:lnTo>
                  <a:lnTo>
                    <a:pt x="120" y="56"/>
                  </a:lnTo>
                  <a:lnTo>
                    <a:pt x="116" y="42"/>
                  </a:lnTo>
                  <a:lnTo>
                    <a:pt x="110" y="30"/>
                  </a:lnTo>
                  <a:lnTo>
                    <a:pt x="102" y="20"/>
                  </a:lnTo>
                  <a:lnTo>
                    <a:pt x="94" y="12"/>
                  </a:lnTo>
                  <a:lnTo>
                    <a:pt x="84" y="6"/>
                  </a:lnTo>
                  <a:lnTo>
                    <a:pt x="72" y="2"/>
                  </a:lnTo>
                  <a:lnTo>
                    <a:pt x="60" y="0"/>
                  </a:lnTo>
                  <a:lnTo>
                    <a:pt x="48" y="2"/>
                  </a:lnTo>
                  <a:lnTo>
                    <a:pt x="48" y="2"/>
                  </a:lnTo>
                  <a:lnTo>
                    <a:pt x="36" y="6"/>
                  </a:lnTo>
                  <a:lnTo>
                    <a:pt x="26" y="12"/>
                  </a:lnTo>
                  <a:lnTo>
                    <a:pt x="16" y="20"/>
                  </a:lnTo>
                  <a:lnTo>
                    <a:pt x="10" y="30"/>
                  </a:lnTo>
                  <a:lnTo>
                    <a:pt x="4" y="40"/>
                  </a:lnTo>
                  <a:lnTo>
                    <a:pt x="0" y="52"/>
                  </a:lnTo>
                  <a:lnTo>
                    <a:pt x="0" y="66"/>
                  </a:lnTo>
                  <a:lnTo>
                    <a:pt x="2"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0" name="Freeform 402"/>
            <p:cNvSpPr>
              <a:spLocks/>
            </p:cNvSpPr>
            <p:nvPr/>
          </p:nvSpPr>
          <p:spPr bwMode="auto">
            <a:xfrm>
              <a:off x="2806246" y="3763736"/>
              <a:ext cx="177800" cy="196850"/>
            </a:xfrm>
            <a:custGeom>
              <a:avLst/>
              <a:gdLst>
                <a:gd name="T0" fmla="*/ 2 w 112"/>
                <a:gd name="T1" fmla="*/ 72 h 124"/>
                <a:gd name="T2" fmla="*/ 2 w 112"/>
                <a:gd name="T3" fmla="*/ 72 h 124"/>
                <a:gd name="T4" fmla="*/ 6 w 112"/>
                <a:gd name="T5" fmla="*/ 84 h 124"/>
                <a:gd name="T6" fmla="*/ 12 w 112"/>
                <a:gd name="T7" fmla="*/ 96 h 124"/>
                <a:gd name="T8" fmla="*/ 18 w 112"/>
                <a:gd name="T9" fmla="*/ 104 h 124"/>
                <a:gd name="T10" fmla="*/ 26 w 112"/>
                <a:gd name="T11" fmla="*/ 112 h 124"/>
                <a:gd name="T12" fmla="*/ 36 w 112"/>
                <a:gd name="T13" fmla="*/ 118 h 124"/>
                <a:gd name="T14" fmla="*/ 46 w 112"/>
                <a:gd name="T15" fmla="*/ 122 h 124"/>
                <a:gd name="T16" fmla="*/ 58 w 112"/>
                <a:gd name="T17" fmla="*/ 124 h 124"/>
                <a:gd name="T18" fmla="*/ 68 w 112"/>
                <a:gd name="T19" fmla="*/ 122 h 124"/>
                <a:gd name="T20" fmla="*/ 68 w 112"/>
                <a:gd name="T21" fmla="*/ 122 h 124"/>
                <a:gd name="T22" fmla="*/ 80 w 112"/>
                <a:gd name="T23" fmla="*/ 118 h 124"/>
                <a:gd name="T24" fmla="*/ 90 w 112"/>
                <a:gd name="T25" fmla="*/ 112 h 124"/>
                <a:gd name="T26" fmla="*/ 98 w 112"/>
                <a:gd name="T27" fmla="*/ 106 h 124"/>
                <a:gd name="T28" fmla="*/ 104 w 112"/>
                <a:gd name="T29" fmla="*/ 96 h 124"/>
                <a:gd name="T30" fmla="*/ 108 w 112"/>
                <a:gd name="T31" fmla="*/ 86 h 124"/>
                <a:gd name="T32" fmla="*/ 112 w 112"/>
                <a:gd name="T33" fmla="*/ 74 h 124"/>
                <a:gd name="T34" fmla="*/ 112 w 112"/>
                <a:gd name="T35" fmla="*/ 62 h 124"/>
                <a:gd name="T36" fmla="*/ 112 w 112"/>
                <a:gd name="T37" fmla="*/ 50 h 124"/>
                <a:gd name="T38" fmla="*/ 112 w 112"/>
                <a:gd name="T39" fmla="*/ 50 h 124"/>
                <a:gd name="T40" fmla="*/ 108 w 112"/>
                <a:gd name="T41" fmla="*/ 38 h 124"/>
                <a:gd name="T42" fmla="*/ 102 w 112"/>
                <a:gd name="T43" fmla="*/ 28 h 124"/>
                <a:gd name="T44" fmla="*/ 96 w 112"/>
                <a:gd name="T45" fmla="*/ 18 h 124"/>
                <a:gd name="T46" fmla="*/ 86 w 112"/>
                <a:gd name="T47" fmla="*/ 12 h 124"/>
                <a:gd name="T48" fmla="*/ 78 w 112"/>
                <a:gd name="T49" fmla="*/ 6 h 124"/>
                <a:gd name="T50" fmla="*/ 66 w 112"/>
                <a:gd name="T51" fmla="*/ 2 h 124"/>
                <a:gd name="T52" fmla="*/ 56 w 112"/>
                <a:gd name="T53" fmla="*/ 0 h 124"/>
                <a:gd name="T54" fmla="*/ 44 w 112"/>
                <a:gd name="T55" fmla="*/ 2 h 124"/>
                <a:gd name="T56" fmla="*/ 44 w 112"/>
                <a:gd name="T57" fmla="*/ 2 h 124"/>
                <a:gd name="T58" fmla="*/ 34 w 112"/>
                <a:gd name="T59" fmla="*/ 4 h 124"/>
                <a:gd name="T60" fmla="*/ 24 w 112"/>
                <a:gd name="T61" fmla="*/ 10 h 124"/>
                <a:gd name="T62" fmla="*/ 16 w 112"/>
                <a:gd name="T63" fmla="*/ 18 h 124"/>
                <a:gd name="T64" fmla="*/ 10 w 112"/>
                <a:gd name="T65" fmla="*/ 26 h 124"/>
                <a:gd name="T66" fmla="*/ 4 w 112"/>
                <a:gd name="T67" fmla="*/ 36 h 124"/>
                <a:gd name="T68" fmla="*/ 2 w 112"/>
                <a:gd name="T69" fmla="*/ 48 h 124"/>
                <a:gd name="T70" fmla="*/ 0 w 112"/>
                <a:gd name="T71" fmla="*/ 60 h 124"/>
                <a:gd name="T72" fmla="*/ 2 w 112"/>
                <a:gd name="T73"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24">
                  <a:moveTo>
                    <a:pt x="2" y="72"/>
                  </a:moveTo>
                  <a:lnTo>
                    <a:pt x="2" y="72"/>
                  </a:lnTo>
                  <a:lnTo>
                    <a:pt x="6" y="84"/>
                  </a:lnTo>
                  <a:lnTo>
                    <a:pt x="12" y="96"/>
                  </a:lnTo>
                  <a:lnTo>
                    <a:pt x="18" y="104"/>
                  </a:lnTo>
                  <a:lnTo>
                    <a:pt x="26" y="112"/>
                  </a:lnTo>
                  <a:lnTo>
                    <a:pt x="36" y="118"/>
                  </a:lnTo>
                  <a:lnTo>
                    <a:pt x="46" y="122"/>
                  </a:lnTo>
                  <a:lnTo>
                    <a:pt x="58" y="124"/>
                  </a:lnTo>
                  <a:lnTo>
                    <a:pt x="68" y="122"/>
                  </a:lnTo>
                  <a:lnTo>
                    <a:pt x="68" y="122"/>
                  </a:lnTo>
                  <a:lnTo>
                    <a:pt x="80" y="118"/>
                  </a:lnTo>
                  <a:lnTo>
                    <a:pt x="90" y="112"/>
                  </a:lnTo>
                  <a:lnTo>
                    <a:pt x="98" y="106"/>
                  </a:lnTo>
                  <a:lnTo>
                    <a:pt x="104" y="96"/>
                  </a:lnTo>
                  <a:lnTo>
                    <a:pt x="108" y="86"/>
                  </a:lnTo>
                  <a:lnTo>
                    <a:pt x="112" y="74"/>
                  </a:lnTo>
                  <a:lnTo>
                    <a:pt x="112" y="62"/>
                  </a:lnTo>
                  <a:lnTo>
                    <a:pt x="112" y="50"/>
                  </a:lnTo>
                  <a:lnTo>
                    <a:pt x="112" y="50"/>
                  </a:lnTo>
                  <a:lnTo>
                    <a:pt x="108" y="38"/>
                  </a:lnTo>
                  <a:lnTo>
                    <a:pt x="102" y="28"/>
                  </a:lnTo>
                  <a:lnTo>
                    <a:pt x="96" y="18"/>
                  </a:lnTo>
                  <a:lnTo>
                    <a:pt x="86" y="12"/>
                  </a:lnTo>
                  <a:lnTo>
                    <a:pt x="78" y="6"/>
                  </a:lnTo>
                  <a:lnTo>
                    <a:pt x="66" y="2"/>
                  </a:lnTo>
                  <a:lnTo>
                    <a:pt x="56" y="0"/>
                  </a:lnTo>
                  <a:lnTo>
                    <a:pt x="44" y="2"/>
                  </a:lnTo>
                  <a:lnTo>
                    <a:pt x="44" y="2"/>
                  </a:lnTo>
                  <a:lnTo>
                    <a:pt x="34" y="4"/>
                  </a:lnTo>
                  <a:lnTo>
                    <a:pt x="24" y="10"/>
                  </a:lnTo>
                  <a:lnTo>
                    <a:pt x="16" y="18"/>
                  </a:lnTo>
                  <a:lnTo>
                    <a:pt x="10" y="26"/>
                  </a:lnTo>
                  <a:lnTo>
                    <a:pt x="4" y="36"/>
                  </a:lnTo>
                  <a:lnTo>
                    <a:pt x="2" y="48"/>
                  </a:lnTo>
                  <a:lnTo>
                    <a:pt x="0" y="60"/>
                  </a:lnTo>
                  <a:lnTo>
                    <a:pt x="2" y="72"/>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1" name="Freeform 403"/>
            <p:cNvSpPr>
              <a:spLocks/>
            </p:cNvSpPr>
            <p:nvPr/>
          </p:nvSpPr>
          <p:spPr bwMode="auto">
            <a:xfrm>
              <a:off x="2806246" y="3763736"/>
              <a:ext cx="177800" cy="196850"/>
            </a:xfrm>
            <a:custGeom>
              <a:avLst/>
              <a:gdLst>
                <a:gd name="T0" fmla="*/ 2 w 112"/>
                <a:gd name="T1" fmla="*/ 72 h 124"/>
                <a:gd name="T2" fmla="*/ 2 w 112"/>
                <a:gd name="T3" fmla="*/ 72 h 124"/>
                <a:gd name="T4" fmla="*/ 6 w 112"/>
                <a:gd name="T5" fmla="*/ 84 h 124"/>
                <a:gd name="T6" fmla="*/ 12 w 112"/>
                <a:gd name="T7" fmla="*/ 96 h 124"/>
                <a:gd name="T8" fmla="*/ 18 w 112"/>
                <a:gd name="T9" fmla="*/ 104 h 124"/>
                <a:gd name="T10" fmla="*/ 26 w 112"/>
                <a:gd name="T11" fmla="*/ 112 h 124"/>
                <a:gd name="T12" fmla="*/ 36 w 112"/>
                <a:gd name="T13" fmla="*/ 118 h 124"/>
                <a:gd name="T14" fmla="*/ 46 w 112"/>
                <a:gd name="T15" fmla="*/ 122 h 124"/>
                <a:gd name="T16" fmla="*/ 58 w 112"/>
                <a:gd name="T17" fmla="*/ 124 h 124"/>
                <a:gd name="T18" fmla="*/ 68 w 112"/>
                <a:gd name="T19" fmla="*/ 122 h 124"/>
                <a:gd name="T20" fmla="*/ 68 w 112"/>
                <a:gd name="T21" fmla="*/ 122 h 124"/>
                <a:gd name="T22" fmla="*/ 80 w 112"/>
                <a:gd name="T23" fmla="*/ 118 h 124"/>
                <a:gd name="T24" fmla="*/ 90 w 112"/>
                <a:gd name="T25" fmla="*/ 112 h 124"/>
                <a:gd name="T26" fmla="*/ 98 w 112"/>
                <a:gd name="T27" fmla="*/ 106 h 124"/>
                <a:gd name="T28" fmla="*/ 104 w 112"/>
                <a:gd name="T29" fmla="*/ 96 h 124"/>
                <a:gd name="T30" fmla="*/ 108 w 112"/>
                <a:gd name="T31" fmla="*/ 86 h 124"/>
                <a:gd name="T32" fmla="*/ 112 w 112"/>
                <a:gd name="T33" fmla="*/ 74 h 124"/>
                <a:gd name="T34" fmla="*/ 112 w 112"/>
                <a:gd name="T35" fmla="*/ 62 h 124"/>
                <a:gd name="T36" fmla="*/ 112 w 112"/>
                <a:gd name="T37" fmla="*/ 50 h 124"/>
                <a:gd name="T38" fmla="*/ 112 w 112"/>
                <a:gd name="T39" fmla="*/ 50 h 124"/>
                <a:gd name="T40" fmla="*/ 108 w 112"/>
                <a:gd name="T41" fmla="*/ 38 h 124"/>
                <a:gd name="T42" fmla="*/ 102 w 112"/>
                <a:gd name="T43" fmla="*/ 28 h 124"/>
                <a:gd name="T44" fmla="*/ 96 w 112"/>
                <a:gd name="T45" fmla="*/ 18 h 124"/>
                <a:gd name="T46" fmla="*/ 86 w 112"/>
                <a:gd name="T47" fmla="*/ 12 h 124"/>
                <a:gd name="T48" fmla="*/ 78 w 112"/>
                <a:gd name="T49" fmla="*/ 6 h 124"/>
                <a:gd name="T50" fmla="*/ 66 w 112"/>
                <a:gd name="T51" fmla="*/ 2 h 124"/>
                <a:gd name="T52" fmla="*/ 56 w 112"/>
                <a:gd name="T53" fmla="*/ 0 h 124"/>
                <a:gd name="T54" fmla="*/ 44 w 112"/>
                <a:gd name="T55" fmla="*/ 2 h 124"/>
                <a:gd name="T56" fmla="*/ 44 w 112"/>
                <a:gd name="T57" fmla="*/ 2 h 124"/>
                <a:gd name="T58" fmla="*/ 34 w 112"/>
                <a:gd name="T59" fmla="*/ 4 h 124"/>
                <a:gd name="T60" fmla="*/ 24 w 112"/>
                <a:gd name="T61" fmla="*/ 10 h 124"/>
                <a:gd name="T62" fmla="*/ 16 w 112"/>
                <a:gd name="T63" fmla="*/ 18 h 124"/>
                <a:gd name="T64" fmla="*/ 10 w 112"/>
                <a:gd name="T65" fmla="*/ 26 h 124"/>
                <a:gd name="T66" fmla="*/ 4 w 112"/>
                <a:gd name="T67" fmla="*/ 36 h 124"/>
                <a:gd name="T68" fmla="*/ 2 w 112"/>
                <a:gd name="T69" fmla="*/ 48 h 124"/>
                <a:gd name="T70" fmla="*/ 0 w 112"/>
                <a:gd name="T71" fmla="*/ 60 h 124"/>
                <a:gd name="T72" fmla="*/ 2 w 112"/>
                <a:gd name="T73"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24">
                  <a:moveTo>
                    <a:pt x="2" y="72"/>
                  </a:moveTo>
                  <a:lnTo>
                    <a:pt x="2" y="72"/>
                  </a:lnTo>
                  <a:lnTo>
                    <a:pt x="6" y="84"/>
                  </a:lnTo>
                  <a:lnTo>
                    <a:pt x="12" y="96"/>
                  </a:lnTo>
                  <a:lnTo>
                    <a:pt x="18" y="104"/>
                  </a:lnTo>
                  <a:lnTo>
                    <a:pt x="26" y="112"/>
                  </a:lnTo>
                  <a:lnTo>
                    <a:pt x="36" y="118"/>
                  </a:lnTo>
                  <a:lnTo>
                    <a:pt x="46" y="122"/>
                  </a:lnTo>
                  <a:lnTo>
                    <a:pt x="58" y="124"/>
                  </a:lnTo>
                  <a:lnTo>
                    <a:pt x="68" y="122"/>
                  </a:lnTo>
                  <a:lnTo>
                    <a:pt x="68" y="122"/>
                  </a:lnTo>
                  <a:lnTo>
                    <a:pt x="80" y="118"/>
                  </a:lnTo>
                  <a:lnTo>
                    <a:pt x="90" y="112"/>
                  </a:lnTo>
                  <a:lnTo>
                    <a:pt x="98" y="106"/>
                  </a:lnTo>
                  <a:lnTo>
                    <a:pt x="104" y="96"/>
                  </a:lnTo>
                  <a:lnTo>
                    <a:pt x="108" y="86"/>
                  </a:lnTo>
                  <a:lnTo>
                    <a:pt x="112" y="74"/>
                  </a:lnTo>
                  <a:lnTo>
                    <a:pt x="112" y="62"/>
                  </a:lnTo>
                  <a:lnTo>
                    <a:pt x="112" y="50"/>
                  </a:lnTo>
                  <a:lnTo>
                    <a:pt x="112" y="50"/>
                  </a:lnTo>
                  <a:lnTo>
                    <a:pt x="108" y="38"/>
                  </a:lnTo>
                  <a:lnTo>
                    <a:pt x="102" y="28"/>
                  </a:lnTo>
                  <a:lnTo>
                    <a:pt x="96" y="18"/>
                  </a:lnTo>
                  <a:lnTo>
                    <a:pt x="86" y="12"/>
                  </a:lnTo>
                  <a:lnTo>
                    <a:pt x="78" y="6"/>
                  </a:lnTo>
                  <a:lnTo>
                    <a:pt x="66" y="2"/>
                  </a:lnTo>
                  <a:lnTo>
                    <a:pt x="56" y="0"/>
                  </a:lnTo>
                  <a:lnTo>
                    <a:pt x="44" y="2"/>
                  </a:lnTo>
                  <a:lnTo>
                    <a:pt x="44" y="2"/>
                  </a:lnTo>
                  <a:lnTo>
                    <a:pt x="34" y="4"/>
                  </a:lnTo>
                  <a:lnTo>
                    <a:pt x="24" y="10"/>
                  </a:lnTo>
                  <a:lnTo>
                    <a:pt x="16" y="18"/>
                  </a:lnTo>
                  <a:lnTo>
                    <a:pt x="10" y="26"/>
                  </a:lnTo>
                  <a:lnTo>
                    <a:pt x="4" y="36"/>
                  </a:lnTo>
                  <a:lnTo>
                    <a:pt x="2" y="48"/>
                  </a:lnTo>
                  <a:lnTo>
                    <a:pt x="0" y="60"/>
                  </a:lnTo>
                  <a:lnTo>
                    <a:pt x="2"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2" name="Freeform 404"/>
            <p:cNvSpPr>
              <a:spLocks/>
            </p:cNvSpPr>
            <p:nvPr/>
          </p:nvSpPr>
          <p:spPr bwMode="auto">
            <a:xfrm>
              <a:off x="2812596" y="3766911"/>
              <a:ext cx="168275" cy="187325"/>
            </a:xfrm>
            <a:custGeom>
              <a:avLst/>
              <a:gdLst>
                <a:gd name="T0" fmla="*/ 0 w 106"/>
                <a:gd name="T1" fmla="*/ 70 h 118"/>
                <a:gd name="T2" fmla="*/ 0 w 106"/>
                <a:gd name="T3" fmla="*/ 70 h 118"/>
                <a:gd name="T4" fmla="*/ 4 w 106"/>
                <a:gd name="T5" fmla="*/ 82 h 118"/>
                <a:gd name="T6" fmla="*/ 10 w 106"/>
                <a:gd name="T7" fmla="*/ 92 h 118"/>
                <a:gd name="T8" fmla="*/ 16 w 106"/>
                <a:gd name="T9" fmla="*/ 100 h 118"/>
                <a:gd name="T10" fmla="*/ 24 w 106"/>
                <a:gd name="T11" fmla="*/ 108 h 118"/>
                <a:gd name="T12" fmla="*/ 34 w 106"/>
                <a:gd name="T13" fmla="*/ 114 h 118"/>
                <a:gd name="T14" fmla="*/ 44 w 106"/>
                <a:gd name="T15" fmla="*/ 116 h 118"/>
                <a:gd name="T16" fmla="*/ 54 w 106"/>
                <a:gd name="T17" fmla="*/ 118 h 118"/>
                <a:gd name="T18" fmla="*/ 64 w 106"/>
                <a:gd name="T19" fmla="*/ 118 h 118"/>
                <a:gd name="T20" fmla="*/ 64 w 106"/>
                <a:gd name="T21" fmla="*/ 118 h 118"/>
                <a:gd name="T22" fmla="*/ 74 w 106"/>
                <a:gd name="T23" fmla="*/ 114 h 118"/>
                <a:gd name="T24" fmla="*/ 84 w 106"/>
                <a:gd name="T25" fmla="*/ 108 h 118"/>
                <a:gd name="T26" fmla="*/ 92 w 106"/>
                <a:gd name="T27" fmla="*/ 102 h 118"/>
                <a:gd name="T28" fmla="*/ 98 w 106"/>
                <a:gd name="T29" fmla="*/ 92 h 118"/>
                <a:gd name="T30" fmla="*/ 102 w 106"/>
                <a:gd name="T31" fmla="*/ 84 h 118"/>
                <a:gd name="T32" fmla="*/ 106 w 106"/>
                <a:gd name="T33" fmla="*/ 72 h 118"/>
                <a:gd name="T34" fmla="*/ 106 w 106"/>
                <a:gd name="T35" fmla="*/ 60 h 118"/>
                <a:gd name="T36" fmla="*/ 104 w 106"/>
                <a:gd name="T37" fmla="*/ 50 h 118"/>
                <a:gd name="T38" fmla="*/ 104 w 106"/>
                <a:gd name="T39" fmla="*/ 50 h 118"/>
                <a:gd name="T40" fmla="*/ 102 w 106"/>
                <a:gd name="T41" fmla="*/ 38 h 118"/>
                <a:gd name="T42" fmla="*/ 96 w 106"/>
                <a:gd name="T43" fmla="*/ 28 h 118"/>
                <a:gd name="T44" fmla="*/ 90 w 106"/>
                <a:gd name="T45" fmla="*/ 18 h 118"/>
                <a:gd name="T46" fmla="*/ 82 w 106"/>
                <a:gd name="T47" fmla="*/ 12 h 118"/>
                <a:gd name="T48" fmla="*/ 72 w 106"/>
                <a:gd name="T49" fmla="*/ 6 h 118"/>
                <a:gd name="T50" fmla="*/ 62 w 106"/>
                <a:gd name="T51" fmla="*/ 2 h 118"/>
                <a:gd name="T52" fmla="*/ 52 w 106"/>
                <a:gd name="T53" fmla="*/ 0 h 118"/>
                <a:gd name="T54" fmla="*/ 42 w 106"/>
                <a:gd name="T55" fmla="*/ 2 h 118"/>
                <a:gd name="T56" fmla="*/ 42 w 106"/>
                <a:gd name="T57" fmla="*/ 2 h 118"/>
                <a:gd name="T58" fmla="*/ 30 w 106"/>
                <a:gd name="T59" fmla="*/ 6 h 118"/>
                <a:gd name="T60" fmla="*/ 22 w 106"/>
                <a:gd name="T61" fmla="*/ 10 h 118"/>
                <a:gd name="T62" fmla="*/ 14 w 106"/>
                <a:gd name="T63" fmla="*/ 18 h 118"/>
                <a:gd name="T64" fmla="*/ 8 w 106"/>
                <a:gd name="T65" fmla="*/ 26 h 118"/>
                <a:gd name="T66" fmla="*/ 2 w 106"/>
                <a:gd name="T67" fmla="*/ 36 h 118"/>
                <a:gd name="T68" fmla="*/ 0 w 106"/>
                <a:gd name="T69" fmla="*/ 46 h 118"/>
                <a:gd name="T70" fmla="*/ 0 w 106"/>
                <a:gd name="T71" fmla="*/ 58 h 118"/>
                <a:gd name="T72" fmla="*/ 0 w 106"/>
                <a:gd name="T7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118">
                  <a:moveTo>
                    <a:pt x="0" y="70"/>
                  </a:moveTo>
                  <a:lnTo>
                    <a:pt x="0" y="70"/>
                  </a:lnTo>
                  <a:lnTo>
                    <a:pt x="4" y="82"/>
                  </a:lnTo>
                  <a:lnTo>
                    <a:pt x="10" y="92"/>
                  </a:lnTo>
                  <a:lnTo>
                    <a:pt x="16" y="100"/>
                  </a:lnTo>
                  <a:lnTo>
                    <a:pt x="24" y="108"/>
                  </a:lnTo>
                  <a:lnTo>
                    <a:pt x="34" y="114"/>
                  </a:lnTo>
                  <a:lnTo>
                    <a:pt x="44" y="116"/>
                  </a:lnTo>
                  <a:lnTo>
                    <a:pt x="54" y="118"/>
                  </a:lnTo>
                  <a:lnTo>
                    <a:pt x="64" y="118"/>
                  </a:lnTo>
                  <a:lnTo>
                    <a:pt x="64" y="118"/>
                  </a:lnTo>
                  <a:lnTo>
                    <a:pt x="74" y="114"/>
                  </a:lnTo>
                  <a:lnTo>
                    <a:pt x="84" y="108"/>
                  </a:lnTo>
                  <a:lnTo>
                    <a:pt x="92" y="102"/>
                  </a:lnTo>
                  <a:lnTo>
                    <a:pt x="98" y="92"/>
                  </a:lnTo>
                  <a:lnTo>
                    <a:pt x="102" y="84"/>
                  </a:lnTo>
                  <a:lnTo>
                    <a:pt x="106" y="72"/>
                  </a:lnTo>
                  <a:lnTo>
                    <a:pt x="106" y="60"/>
                  </a:lnTo>
                  <a:lnTo>
                    <a:pt x="104" y="50"/>
                  </a:lnTo>
                  <a:lnTo>
                    <a:pt x="104" y="50"/>
                  </a:lnTo>
                  <a:lnTo>
                    <a:pt x="102" y="38"/>
                  </a:lnTo>
                  <a:lnTo>
                    <a:pt x="96" y="28"/>
                  </a:lnTo>
                  <a:lnTo>
                    <a:pt x="90" y="18"/>
                  </a:lnTo>
                  <a:lnTo>
                    <a:pt x="82" y="12"/>
                  </a:lnTo>
                  <a:lnTo>
                    <a:pt x="72" y="6"/>
                  </a:lnTo>
                  <a:lnTo>
                    <a:pt x="62" y="2"/>
                  </a:lnTo>
                  <a:lnTo>
                    <a:pt x="52" y="0"/>
                  </a:lnTo>
                  <a:lnTo>
                    <a:pt x="42" y="2"/>
                  </a:lnTo>
                  <a:lnTo>
                    <a:pt x="42" y="2"/>
                  </a:lnTo>
                  <a:lnTo>
                    <a:pt x="30" y="6"/>
                  </a:lnTo>
                  <a:lnTo>
                    <a:pt x="22" y="10"/>
                  </a:lnTo>
                  <a:lnTo>
                    <a:pt x="14" y="18"/>
                  </a:lnTo>
                  <a:lnTo>
                    <a:pt x="8" y="26"/>
                  </a:lnTo>
                  <a:lnTo>
                    <a:pt x="2" y="36"/>
                  </a:lnTo>
                  <a:lnTo>
                    <a:pt x="0" y="46"/>
                  </a:lnTo>
                  <a:lnTo>
                    <a:pt x="0" y="58"/>
                  </a:lnTo>
                  <a:lnTo>
                    <a:pt x="0" y="7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3" name="Freeform 405"/>
            <p:cNvSpPr>
              <a:spLocks/>
            </p:cNvSpPr>
            <p:nvPr/>
          </p:nvSpPr>
          <p:spPr bwMode="auto">
            <a:xfrm>
              <a:off x="2812596" y="3766911"/>
              <a:ext cx="168275" cy="187325"/>
            </a:xfrm>
            <a:custGeom>
              <a:avLst/>
              <a:gdLst>
                <a:gd name="T0" fmla="*/ 0 w 106"/>
                <a:gd name="T1" fmla="*/ 70 h 118"/>
                <a:gd name="T2" fmla="*/ 0 w 106"/>
                <a:gd name="T3" fmla="*/ 70 h 118"/>
                <a:gd name="T4" fmla="*/ 4 w 106"/>
                <a:gd name="T5" fmla="*/ 82 h 118"/>
                <a:gd name="T6" fmla="*/ 10 w 106"/>
                <a:gd name="T7" fmla="*/ 92 h 118"/>
                <a:gd name="T8" fmla="*/ 16 w 106"/>
                <a:gd name="T9" fmla="*/ 100 h 118"/>
                <a:gd name="T10" fmla="*/ 24 w 106"/>
                <a:gd name="T11" fmla="*/ 108 h 118"/>
                <a:gd name="T12" fmla="*/ 34 w 106"/>
                <a:gd name="T13" fmla="*/ 114 h 118"/>
                <a:gd name="T14" fmla="*/ 44 w 106"/>
                <a:gd name="T15" fmla="*/ 116 h 118"/>
                <a:gd name="T16" fmla="*/ 54 w 106"/>
                <a:gd name="T17" fmla="*/ 118 h 118"/>
                <a:gd name="T18" fmla="*/ 64 w 106"/>
                <a:gd name="T19" fmla="*/ 118 h 118"/>
                <a:gd name="T20" fmla="*/ 64 w 106"/>
                <a:gd name="T21" fmla="*/ 118 h 118"/>
                <a:gd name="T22" fmla="*/ 74 w 106"/>
                <a:gd name="T23" fmla="*/ 114 h 118"/>
                <a:gd name="T24" fmla="*/ 84 w 106"/>
                <a:gd name="T25" fmla="*/ 108 h 118"/>
                <a:gd name="T26" fmla="*/ 92 w 106"/>
                <a:gd name="T27" fmla="*/ 102 h 118"/>
                <a:gd name="T28" fmla="*/ 98 w 106"/>
                <a:gd name="T29" fmla="*/ 92 h 118"/>
                <a:gd name="T30" fmla="*/ 102 w 106"/>
                <a:gd name="T31" fmla="*/ 84 h 118"/>
                <a:gd name="T32" fmla="*/ 106 w 106"/>
                <a:gd name="T33" fmla="*/ 72 h 118"/>
                <a:gd name="T34" fmla="*/ 106 w 106"/>
                <a:gd name="T35" fmla="*/ 60 h 118"/>
                <a:gd name="T36" fmla="*/ 104 w 106"/>
                <a:gd name="T37" fmla="*/ 50 h 118"/>
                <a:gd name="T38" fmla="*/ 104 w 106"/>
                <a:gd name="T39" fmla="*/ 50 h 118"/>
                <a:gd name="T40" fmla="*/ 102 w 106"/>
                <a:gd name="T41" fmla="*/ 38 h 118"/>
                <a:gd name="T42" fmla="*/ 96 w 106"/>
                <a:gd name="T43" fmla="*/ 28 h 118"/>
                <a:gd name="T44" fmla="*/ 90 w 106"/>
                <a:gd name="T45" fmla="*/ 18 h 118"/>
                <a:gd name="T46" fmla="*/ 82 w 106"/>
                <a:gd name="T47" fmla="*/ 12 h 118"/>
                <a:gd name="T48" fmla="*/ 72 w 106"/>
                <a:gd name="T49" fmla="*/ 6 h 118"/>
                <a:gd name="T50" fmla="*/ 62 w 106"/>
                <a:gd name="T51" fmla="*/ 2 h 118"/>
                <a:gd name="T52" fmla="*/ 52 w 106"/>
                <a:gd name="T53" fmla="*/ 0 h 118"/>
                <a:gd name="T54" fmla="*/ 42 w 106"/>
                <a:gd name="T55" fmla="*/ 2 h 118"/>
                <a:gd name="T56" fmla="*/ 42 w 106"/>
                <a:gd name="T57" fmla="*/ 2 h 118"/>
                <a:gd name="T58" fmla="*/ 30 w 106"/>
                <a:gd name="T59" fmla="*/ 6 h 118"/>
                <a:gd name="T60" fmla="*/ 22 w 106"/>
                <a:gd name="T61" fmla="*/ 10 h 118"/>
                <a:gd name="T62" fmla="*/ 14 w 106"/>
                <a:gd name="T63" fmla="*/ 18 h 118"/>
                <a:gd name="T64" fmla="*/ 8 w 106"/>
                <a:gd name="T65" fmla="*/ 26 h 118"/>
                <a:gd name="T66" fmla="*/ 2 w 106"/>
                <a:gd name="T67" fmla="*/ 36 h 118"/>
                <a:gd name="T68" fmla="*/ 0 w 106"/>
                <a:gd name="T69" fmla="*/ 46 h 118"/>
                <a:gd name="T70" fmla="*/ 0 w 106"/>
                <a:gd name="T71" fmla="*/ 58 h 118"/>
                <a:gd name="T72" fmla="*/ 0 w 106"/>
                <a:gd name="T7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118">
                  <a:moveTo>
                    <a:pt x="0" y="70"/>
                  </a:moveTo>
                  <a:lnTo>
                    <a:pt x="0" y="70"/>
                  </a:lnTo>
                  <a:lnTo>
                    <a:pt x="4" y="82"/>
                  </a:lnTo>
                  <a:lnTo>
                    <a:pt x="10" y="92"/>
                  </a:lnTo>
                  <a:lnTo>
                    <a:pt x="16" y="100"/>
                  </a:lnTo>
                  <a:lnTo>
                    <a:pt x="24" y="108"/>
                  </a:lnTo>
                  <a:lnTo>
                    <a:pt x="34" y="114"/>
                  </a:lnTo>
                  <a:lnTo>
                    <a:pt x="44" y="116"/>
                  </a:lnTo>
                  <a:lnTo>
                    <a:pt x="54" y="118"/>
                  </a:lnTo>
                  <a:lnTo>
                    <a:pt x="64" y="118"/>
                  </a:lnTo>
                  <a:lnTo>
                    <a:pt x="64" y="118"/>
                  </a:lnTo>
                  <a:lnTo>
                    <a:pt x="74" y="114"/>
                  </a:lnTo>
                  <a:lnTo>
                    <a:pt x="84" y="108"/>
                  </a:lnTo>
                  <a:lnTo>
                    <a:pt x="92" y="102"/>
                  </a:lnTo>
                  <a:lnTo>
                    <a:pt x="98" y="92"/>
                  </a:lnTo>
                  <a:lnTo>
                    <a:pt x="102" y="84"/>
                  </a:lnTo>
                  <a:lnTo>
                    <a:pt x="106" y="72"/>
                  </a:lnTo>
                  <a:lnTo>
                    <a:pt x="106" y="60"/>
                  </a:lnTo>
                  <a:lnTo>
                    <a:pt x="104" y="50"/>
                  </a:lnTo>
                  <a:lnTo>
                    <a:pt x="104" y="50"/>
                  </a:lnTo>
                  <a:lnTo>
                    <a:pt x="102" y="38"/>
                  </a:lnTo>
                  <a:lnTo>
                    <a:pt x="96" y="28"/>
                  </a:lnTo>
                  <a:lnTo>
                    <a:pt x="90" y="18"/>
                  </a:lnTo>
                  <a:lnTo>
                    <a:pt x="82" y="12"/>
                  </a:lnTo>
                  <a:lnTo>
                    <a:pt x="72" y="6"/>
                  </a:lnTo>
                  <a:lnTo>
                    <a:pt x="62" y="2"/>
                  </a:lnTo>
                  <a:lnTo>
                    <a:pt x="52" y="0"/>
                  </a:lnTo>
                  <a:lnTo>
                    <a:pt x="42" y="2"/>
                  </a:lnTo>
                  <a:lnTo>
                    <a:pt x="42" y="2"/>
                  </a:lnTo>
                  <a:lnTo>
                    <a:pt x="30" y="6"/>
                  </a:lnTo>
                  <a:lnTo>
                    <a:pt x="22" y="10"/>
                  </a:lnTo>
                  <a:lnTo>
                    <a:pt x="14" y="18"/>
                  </a:lnTo>
                  <a:lnTo>
                    <a:pt x="8" y="26"/>
                  </a:lnTo>
                  <a:lnTo>
                    <a:pt x="2" y="36"/>
                  </a:lnTo>
                  <a:lnTo>
                    <a:pt x="0" y="46"/>
                  </a:lnTo>
                  <a:lnTo>
                    <a:pt x="0" y="58"/>
                  </a:lnTo>
                  <a:lnTo>
                    <a:pt x="0" y="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4" name="Freeform 407"/>
            <p:cNvSpPr>
              <a:spLocks/>
            </p:cNvSpPr>
            <p:nvPr/>
          </p:nvSpPr>
          <p:spPr bwMode="auto">
            <a:xfrm>
              <a:off x="2822121" y="3779611"/>
              <a:ext cx="149225" cy="165100"/>
            </a:xfrm>
            <a:custGeom>
              <a:avLst/>
              <a:gdLst>
                <a:gd name="T0" fmla="*/ 0 w 94"/>
                <a:gd name="T1" fmla="*/ 60 h 104"/>
                <a:gd name="T2" fmla="*/ 0 w 94"/>
                <a:gd name="T3" fmla="*/ 60 h 104"/>
                <a:gd name="T4" fmla="*/ 4 w 94"/>
                <a:gd name="T5" fmla="*/ 72 h 104"/>
                <a:gd name="T6" fmla="*/ 8 w 94"/>
                <a:gd name="T7" fmla="*/ 80 h 104"/>
                <a:gd name="T8" fmla="*/ 14 w 94"/>
                <a:gd name="T9" fmla="*/ 88 h 104"/>
                <a:gd name="T10" fmla="*/ 22 w 94"/>
                <a:gd name="T11" fmla="*/ 94 h 104"/>
                <a:gd name="T12" fmla="*/ 30 w 94"/>
                <a:gd name="T13" fmla="*/ 100 h 104"/>
                <a:gd name="T14" fmla="*/ 38 w 94"/>
                <a:gd name="T15" fmla="*/ 102 h 104"/>
                <a:gd name="T16" fmla="*/ 48 w 94"/>
                <a:gd name="T17" fmla="*/ 104 h 104"/>
                <a:gd name="T18" fmla="*/ 58 w 94"/>
                <a:gd name="T19" fmla="*/ 102 h 104"/>
                <a:gd name="T20" fmla="*/ 58 w 94"/>
                <a:gd name="T21" fmla="*/ 102 h 104"/>
                <a:gd name="T22" fmla="*/ 66 w 94"/>
                <a:gd name="T23" fmla="*/ 100 h 104"/>
                <a:gd name="T24" fmla="*/ 74 w 94"/>
                <a:gd name="T25" fmla="*/ 96 h 104"/>
                <a:gd name="T26" fmla="*/ 82 w 94"/>
                <a:gd name="T27" fmla="*/ 88 h 104"/>
                <a:gd name="T28" fmla="*/ 86 w 94"/>
                <a:gd name="T29" fmla="*/ 82 h 104"/>
                <a:gd name="T30" fmla="*/ 90 w 94"/>
                <a:gd name="T31" fmla="*/ 72 h 104"/>
                <a:gd name="T32" fmla="*/ 94 w 94"/>
                <a:gd name="T33" fmla="*/ 62 h 104"/>
                <a:gd name="T34" fmla="*/ 94 w 94"/>
                <a:gd name="T35" fmla="*/ 52 h 104"/>
                <a:gd name="T36" fmla="*/ 94 w 94"/>
                <a:gd name="T37" fmla="*/ 42 h 104"/>
                <a:gd name="T38" fmla="*/ 94 w 94"/>
                <a:gd name="T39" fmla="*/ 42 h 104"/>
                <a:gd name="T40" fmla="*/ 90 w 94"/>
                <a:gd name="T41" fmla="*/ 32 h 104"/>
                <a:gd name="T42" fmla="*/ 86 w 94"/>
                <a:gd name="T43" fmla="*/ 24 h 104"/>
                <a:gd name="T44" fmla="*/ 80 w 94"/>
                <a:gd name="T45" fmla="*/ 16 h 104"/>
                <a:gd name="T46" fmla="*/ 72 w 94"/>
                <a:gd name="T47" fmla="*/ 8 h 104"/>
                <a:gd name="T48" fmla="*/ 64 w 94"/>
                <a:gd name="T49" fmla="*/ 4 h 104"/>
                <a:gd name="T50" fmla="*/ 56 w 94"/>
                <a:gd name="T51" fmla="*/ 0 h 104"/>
                <a:gd name="T52" fmla="*/ 46 w 94"/>
                <a:gd name="T53" fmla="*/ 0 h 104"/>
                <a:gd name="T54" fmla="*/ 36 w 94"/>
                <a:gd name="T55" fmla="*/ 0 h 104"/>
                <a:gd name="T56" fmla="*/ 36 w 94"/>
                <a:gd name="T57" fmla="*/ 0 h 104"/>
                <a:gd name="T58" fmla="*/ 28 w 94"/>
                <a:gd name="T59" fmla="*/ 4 h 104"/>
                <a:gd name="T60" fmla="*/ 20 w 94"/>
                <a:gd name="T61" fmla="*/ 8 h 104"/>
                <a:gd name="T62" fmla="*/ 12 w 94"/>
                <a:gd name="T63" fmla="*/ 14 h 104"/>
                <a:gd name="T64" fmla="*/ 6 w 94"/>
                <a:gd name="T65" fmla="*/ 22 h 104"/>
                <a:gd name="T66" fmla="*/ 2 w 94"/>
                <a:gd name="T67" fmla="*/ 30 h 104"/>
                <a:gd name="T68" fmla="*/ 0 w 94"/>
                <a:gd name="T69" fmla="*/ 40 h 104"/>
                <a:gd name="T70" fmla="*/ 0 w 94"/>
                <a:gd name="T71" fmla="*/ 50 h 104"/>
                <a:gd name="T72" fmla="*/ 0 w 94"/>
                <a:gd name="T73" fmla="*/ 6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104">
                  <a:moveTo>
                    <a:pt x="0" y="60"/>
                  </a:moveTo>
                  <a:lnTo>
                    <a:pt x="0" y="60"/>
                  </a:lnTo>
                  <a:lnTo>
                    <a:pt x="4" y="72"/>
                  </a:lnTo>
                  <a:lnTo>
                    <a:pt x="8" y="80"/>
                  </a:lnTo>
                  <a:lnTo>
                    <a:pt x="14" y="88"/>
                  </a:lnTo>
                  <a:lnTo>
                    <a:pt x="22" y="94"/>
                  </a:lnTo>
                  <a:lnTo>
                    <a:pt x="30" y="100"/>
                  </a:lnTo>
                  <a:lnTo>
                    <a:pt x="38" y="102"/>
                  </a:lnTo>
                  <a:lnTo>
                    <a:pt x="48" y="104"/>
                  </a:lnTo>
                  <a:lnTo>
                    <a:pt x="58" y="102"/>
                  </a:lnTo>
                  <a:lnTo>
                    <a:pt x="58" y="102"/>
                  </a:lnTo>
                  <a:lnTo>
                    <a:pt x="66" y="100"/>
                  </a:lnTo>
                  <a:lnTo>
                    <a:pt x="74" y="96"/>
                  </a:lnTo>
                  <a:lnTo>
                    <a:pt x="82" y="88"/>
                  </a:lnTo>
                  <a:lnTo>
                    <a:pt x="86" y="82"/>
                  </a:lnTo>
                  <a:lnTo>
                    <a:pt x="90" y="72"/>
                  </a:lnTo>
                  <a:lnTo>
                    <a:pt x="94" y="62"/>
                  </a:lnTo>
                  <a:lnTo>
                    <a:pt x="94" y="52"/>
                  </a:lnTo>
                  <a:lnTo>
                    <a:pt x="94" y="42"/>
                  </a:lnTo>
                  <a:lnTo>
                    <a:pt x="94" y="42"/>
                  </a:lnTo>
                  <a:lnTo>
                    <a:pt x="90" y="32"/>
                  </a:lnTo>
                  <a:lnTo>
                    <a:pt x="86" y="24"/>
                  </a:lnTo>
                  <a:lnTo>
                    <a:pt x="80" y="16"/>
                  </a:lnTo>
                  <a:lnTo>
                    <a:pt x="72" y="8"/>
                  </a:lnTo>
                  <a:lnTo>
                    <a:pt x="64" y="4"/>
                  </a:lnTo>
                  <a:lnTo>
                    <a:pt x="56" y="0"/>
                  </a:lnTo>
                  <a:lnTo>
                    <a:pt x="46" y="0"/>
                  </a:lnTo>
                  <a:lnTo>
                    <a:pt x="36" y="0"/>
                  </a:lnTo>
                  <a:lnTo>
                    <a:pt x="36" y="0"/>
                  </a:lnTo>
                  <a:lnTo>
                    <a:pt x="28" y="4"/>
                  </a:lnTo>
                  <a:lnTo>
                    <a:pt x="20" y="8"/>
                  </a:lnTo>
                  <a:lnTo>
                    <a:pt x="12" y="14"/>
                  </a:lnTo>
                  <a:lnTo>
                    <a:pt x="6" y="22"/>
                  </a:lnTo>
                  <a:lnTo>
                    <a:pt x="2" y="30"/>
                  </a:lnTo>
                  <a:lnTo>
                    <a:pt x="0" y="40"/>
                  </a:lnTo>
                  <a:lnTo>
                    <a:pt x="0" y="50"/>
                  </a:lnTo>
                  <a:lnTo>
                    <a:pt x="0" y="60"/>
                  </a:lnTo>
                  <a:close/>
                </a:path>
              </a:pathLst>
            </a:custGeom>
            <a:solidFill>
              <a:srgbClr val="F794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5" name="Freeform 408"/>
            <p:cNvSpPr>
              <a:spLocks/>
            </p:cNvSpPr>
            <p:nvPr/>
          </p:nvSpPr>
          <p:spPr bwMode="auto">
            <a:xfrm>
              <a:off x="2822121" y="3779611"/>
              <a:ext cx="149225" cy="165100"/>
            </a:xfrm>
            <a:custGeom>
              <a:avLst/>
              <a:gdLst>
                <a:gd name="T0" fmla="*/ 0 w 94"/>
                <a:gd name="T1" fmla="*/ 60 h 104"/>
                <a:gd name="T2" fmla="*/ 0 w 94"/>
                <a:gd name="T3" fmla="*/ 60 h 104"/>
                <a:gd name="T4" fmla="*/ 4 w 94"/>
                <a:gd name="T5" fmla="*/ 72 h 104"/>
                <a:gd name="T6" fmla="*/ 8 w 94"/>
                <a:gd name="T7" fmla="*/ 80 h 104"/>
                <a:gd name="T8" fmla="*/ 14 w 94"/>
                <a:gd name="T9" fmla="*/ 88 h 104"/>
                <a:gd name="T10" fmla="*/ 22 w 94"/>
                <a:gd name="T11" fmla="*/ 94 h 104"/>
                <a:gd name="T12" fmla="*/ 30 w 94"/>
                <a:gd name="T13" fmla="*/ 100 h 104"/>
                <a:gd name="T14" fmla="*/ 38 w 94"/>
                <a:gd name="T15" fmla="*/ 102 h 104"/>
                <a:gd name="T16" fmla="*/ 48 w 94"/>
                <a:gd name="T17" fmla="*/ 104 h 104"/>
                <a:gd name="T18" fmla="*/ 58 w 94"/>
                <a:gd name="T19" fmla="*/ 102 h 104"/>
                <a:gd name="T20" fmla="*/ 58 w 94"/>
                <a:gd name="T21" fmla="*/ 102 h 104"/>
                <a:gd name="T22" fmla="*/ 66 w 94"/>
                <a:gd name="T23" fmla="*/ 100 h 104"/>
                <a:gd name="T24" fmla="*/ 74 w 94"/>
                <a:gd name="T25" fmla="*/ 96 h 104"/>
                <a:gd name="T26" fmla="*/ 82 w 94"/>
                <a:gd name="T27" fmla="*/ 88 h 104"/>
                <a:gd name="T28" fmla="*/ 86 w 94"/>
                <a:gd name="T29" fmla="*/ 82 h 104"/>
                <a:gd name="T30" fmla="*/ 90 w 94"/>
                <a:gd name="T31" fmla="*/ 72 h 104"/>
                <a:gd name="T32" fmla="*/ 94 w 94"/>
                <a:gd name="T33" fmla="*/ 62 h 104"/>
                <a:gd name="T34" fmla="*/ 94 w 94"/>
                <a:gd name="T35" fmla="*/ 52 h 104"/>
                <a:gd name="T36" fmla="*/ 94 w 94"/>
                <a:gd name="T37" fmla="*/ 42 h 104"/>
                <a:gd name="T38" fmla="*/ 94 w 94"/>
                <a:gd name="T39" fmla="*/ 42 h 104"/>
                <a:gd name="T40" fmla="*/ 90 w 94"/>
                <a:gd name="T41" fmla="*/ 32 h 104"/>
                <a:gd name="T42" fmla="*/ 86 w 94"/>
                <a:gd name="T43" fmla="*/ 24 h 104"/>
                <a:gd name="T44" fmla="*/ 80 w 94"/>
                <a:gd name="T45" fmla="*/ 16 h 104"/>
                <a:gd name="T46" fmla="*/ 72 w 94"/>
                <a:gd name="T47" fmla="*/ 8 h 104"/>
                <a:gd name="T48" fmla="*/ 64 w 94"/>
                <a:gd name="T49" fmla="*/ 4 h 104"/>
                <a:gd name="T50" fmla="*/ 56 w 94"/>
                <a:gd name="T51" fmla="*/ 0 h 104"/>
                <a:gd name="T52" fmla="*/ 46 w 94"/>
                <a:gd name="T53" fmla="*/ 0 h 104"/>
                <a:gd name="T54" fmla="*/ 36 w 94"/>
                <a:gd name="T55" fmla="*/ 0 h 104"/>
                <a:gd name="T56" fmla="*/ 36 w 94"/>
                <a:gd name="T57" fmla="*/ 0 h 104"/>
                <a:gd name="T58" fmla="*/ 28 w 94"/>
                <a:gd name="T59" fmla="*/ 4 h 104"/>
                <a:gd name="T60" fmla="*/ 20 w 94"/>
                <a:gd name="T61" fmla="*/ 8 h 104"/>
                <a:gd name="T62" fmla="*/ 12 w 94"/>
                <a:gd name="T63" fmla="*/ 14 h 104"/>
                <a:gd name="T64" fmla="*/ 6 w 94"/>
                <a:gd name="T65" fmla="*/ 22 h 104"/>
                <a:gd name="T66" fmla="*/ 2 w 94"/>
                <a:gd name="T67" fmla="*/ 30 h 104"/>
                <a:gd name="T68" fmla="*/ 0 w 94"/>
                <a:gd name="T69" fmla="*/ 40 h 104"/>
                <a:gd name="T70" fmla="*/ 0 w 94"/>
                <a:gd name="T71" fmla="*/ 50 h 104"/>
                <a:gd name="T72" fmla="*/ 0 w 94"/>
                <a:gd name="T73" fmla="*/ 6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104">
                  <a:moveTo>
                    <a:pt x="0" y="60"/>
                  </a:moveTo>
                  <a:lnTo>
                    <a:pt x="0" y="60"/>
                  </a:lnTo>
                  <a:lnTo>
                    <a:pt x="4" y="72"/>
                  </a:lnTo>
                  <a:lnTo>
                    <a:pt x="8" y="80"/>
                  </a:lnTo>
                  <a:lnTo>
                    <a:pt x="14" y="88"/>
                  </a:lnTo>
                  <a:lnTo>
                    <a:pt x="22" y="94"/>
                  </a:lnTo>
                  <a:lnTo>
                    <a:pt x="30" y="100"/>
                  </a:lnTo>
                  <a:lnTo>
                    <a:pt x="38" y="102"/>
                  </a:lnTo>
                  <a:lnTo>
                    <a:pt x="48" y="104"/>
                  </a:lnTo>
                  <a:lnTo>
                    <a:pt x="58" y="102"/>
                  </a:lnTo>
                  <a:lnTo>
                    <a:pt x="58" y="102"/>
                  </a:lnTo>
                  <a:lnTo>
                    <a:pt x="66" y="100"/>
                  </a:lnTo>
                  <a:lnTo>
                    <a:pt x="74" y="96"/>
                  </a:lnTo>
                  <a:lnTo>
                    <a:pt x="82" y="88"/>
                  </a:lnTo>
                  <a:lnTo>
                    <a:pt x="86" y="82"/>
                  </a:lnTo>
                  <a:lnTo>
                    <a:pt x="90" y="72"/>
                  </a:lnTo>
                  <a:lnTo>
                    <a:pt x="94" y="62"/>
                  </a:lnTo>
                  <a:lnTo>
                    <a:pt x="94" y="52"/>
                  </a:lnTo>
                  <a:lnTo>
                    <a:pt x="94" y="42"/>
                  </a:lnTo>
                  <a:lnTo>
                    <a:pt x="94" y="42"/>
                  </a:lnTo>
                  <a:lnTo>
                    <a:pt x="90" y="32"/>
                  </a:lnTo>
                  <a:lnTo>
                    <a:pt x="86" y="24"/>
                  </a:lnTo>
                  <a:lnTo>
                    <a:pt x="80" y="16"/>
                  </a:lnTo>
                  <a:lnTo>
                    <a:pt x="72" y="8"/>
                  </a:lnTo>
                  <a:lnTo>
                    <a:pt x="64" y="4"/>
                  </a:lnTo>
                  <a:lnTo>
                    <a:pt x="56" y="0"/>
                  </a:lnTo>
                  <a:lnTo>
                    <a:pt x="46" y="0"/>
                  </a:lnTo>
                  <a:lnTo>
                    <a:pt x="36" y="0"/>
                  </a:lnTo>
                  <a:lnTo>
                    <a:pt x="36" y="0"/>
                  </a:lnTo>
                  <a:lnTo>
                    <a:pt x="28" y="4"/>
                  </a:lnTo>
                  <a:lnTo>
                    <a:pt x="20" y="8"/>
                  </a:lnTo>
                  <a:lnTo>
                    <a:pt x="12" y="14"/>
                  </a:lnTo>
                  <a:lnTo>
                    <a:pt x="6" y="22"/>
                  </a:lnTo>
                  <a:lnTo>
                    <a:pt x="2" y="30"/>
                  </a:lnTo>
                  <a:lnTo>
                    <a:pt x="0" y="40"/>
                  </a:lnTo>
                  <a:lnTo>
                    <a:pt x="0" y="50"/>
                  </a:lnTo>
                  <a:lnTo>
                    <a:pt x="0"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6" name="Freeform 409"/>
            <p:cNvSpPr>
              <a:spLocks/>
            </p:cNvSpPr>
            <p:nvPr/>
          </p:nvSpPr>
          <p:spPr bwMode="auto">
            <a:xfrm>
              <a:off x="2866571" y="3827236"/>
              <a:ext cx="60325" cy="66675"/>
            </a:xfrm>
            <a:custGeom>
              <a:avLst/>
              <a:gdLst>
                <a:gd name="T0" fmla="*/ 0 w 38"/>
                <a:gd name="T1" fmla="*/ 26 h 42"/>
                <a:gd name="T2" fmla="*/ 0 w 38"/>
                <a:gd name="T3" fmla="*/ 26 h 42"/>
                <a:gd name="T4" fmla="*/ 4 w 38"/>
                <a:gd name="T5" fmla="*/ 34 h 42"/>
                <a:gd name="T6" fmla="*/ 8 w 38"/>
                <a:gd name="T7" fmla="*/ 38 h 42"/>
                <a:gd name="T8" fmla="*/ 16 w 38"/>
                <a:gd name="T9" fmla="*/ 42 h 42"/>
                <a:gd name="T10" fmla="*/ 22 w 38"/>
                <a:gd name="T11" fmla="*/ 42 h 42"/>
                <a:gd name="T12" fmla="*/ 22 w 38"/>
                <a:gd name="T13" fmla="*/ 42 h 42"/>
                <a:gd name="T14" fmla="*/ 30 w 38"/>
                <a:gd name="T15" fmla="*/ 40 h 42"/>
                <a:gd name="T16" fmla="*/ 34 w 38"/>
                <a:gd name="T17" fmla="*/ 34 h 42"/>
                <a:gd name="T18" fmla="*/ 38 w 38"/>
                <a:gd name="T19" fmla="*/ 26 h 42"/>
                <a:gd name="T20" fmla="*/ 38 w 38"/>
                <a:gd name="T21" fmla="*/ 18 h 42"/>
                <a:gd name="T22" fmla="*/ 38 w 38"/>
                <a:gd name="T23" fmla="*/ 18 h 42"/>
                <a:gd name="T24" fmla="*/ 34 w 38"/>
                <a:gd name="T25" fmla="*/ 10 h 42"/>
                <a:gd name="T26" fmla="*/ 30 w 38"/>
                <a:gd name="T27" fmla="*/ 4 h 42"/>
                <a:gd name="T28" fmla="*/ 22 w 38"/>
                <a:gd name="T29" fmla="*/ 2 h 42"/>
                <a:gd name="T30" fmla="*/ 14 w 38"/>
                <a:gd name="T31" fmla="*/ 0 h 42"/>
                <a:gd name="T32" fmla="*/ 14 w 38"/>
                <a:gd name="T33" fmla="*/ 0 h 42"/>
                <a:gd name="T34" fmla="*/ 8 w 38"/>
                <a:gd name="T35" fmla="*/ 4 h 42"/>
                <a:gd name="T36" fmla="*/ 2 w 38"/>
                <a:gd name="T37" fmla="*/ 10 h 42"/>
                <a:gd name="T38" fmla="*/ 0 w 38"/>
                <a:gd name="T39" fmla="*/ 16 h 42"/>
                <a:gd name="T40" fmla="*/ 0 w 38"/>
                <a:gd name="T4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0" y="26"/>
                  </a:moveTo>
                  <a:lnTo>
                    <a:pt x="0" y="26"/>
                  </a:lnTo>
                  <a:lnTo>
                    <a:pt x="4" y="34"/>
                  </a:lnTo>
                  <a:lnTo>
                    <a:pt x="8" y="38"/>
                  </a:lnTo>
                  <a:lnTo>
                    <a:pt x="16" y="42"/>
                  </a:lnTo>
                  <a:lnTo>
                    <a:pt x="22" y="42"/>
                  </a:lnTo>
                  <a:lnTo>
                    <a:pt x="22" y="42"/>
                  </a:lnTo>
                  <a:lnTo>
                    <a:pt x="30" y="40"/>
                  </a:lnTo>
                  <a:lnTo>
                    <a:pt x="34" y="34"/>
                  </a:lnTo>
                  <a:lnTo>
                    <a:pt x="38" y="26"/>
                  </a:lnTo>
                  <a:lnTo>
                    <a:pt x="38" y="18"/>
                  </a:lnTo>
                  <a:lnTo>
                    <a:pt x="38" y="18"/>
                  </a:lnTo>
                  <a:lnTo>
                    <a:pt x="34" y="10"/>
                  </a:lnTo>
                  <a:lnTo>
                    <a:pt x="30" y="4"/>
                  </a:lnTo>
                  <a:lnTo>
                    <a:pt x="22" y="2"/>
                  </a:lnTo>
                  <a:lnTo>
                    <a:pt x="14" y="0"/>
                  </a:lnTo>
                  <a:lnTo>
                    <a:pt x="14" y="0"/>
                  </a:lnTo>
                  <a:lnTo>
                    <a:pt x="8" y="4"/>
                  </a:lnTo>
                  <a:lnTo>
                    <a:pt x="2" y="10"/>
                  </a:lnTo>
                  <a:lnTo>
                    <a:pt x="0" y="16"/>
                  </a:lnTo>
                  <a:lnTo>
                    <a:pt x="0" y="26"/>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7" name="Freeform 410"/>
            <p:cNvSpPr>
              <a:spLocks/>
            </p:cNvSpPr>
            <p:nvPr/>
          </p:nvSpPr>
          <p:spPr bwMode="auto">
            <a:xfrm>
              <a:off x="2866571" y="3827236"/>
              <a:ext cx="60325" cy="66675"/>
            </a:xfrm>
            <a:custGeom>
              <a:avLst/>
              <a:gdLst>
                <a:gd name="T0" fmla="*/ 0 w 38"/>
                <a:gd name="T1" fmla="*/ 26 h 42"/>
                <a:gd name="T2" fmla="*/ 0 w 38"/>
                <a:gd name="T3" fmla="*/ 26 h 42"/>
                <a:gd name="T4" fmla="*/ 4 w 38"/>
                <a:gd name="T5" fmla="*/ 34 h 42"/>
                <a:gd name="T6" fmla="*/ 8 w 38"/>
                <a:gd name="T7" fmla="*/ 38 h 42"/>
                <a:gd name="T8" fmla="*/ 16 w 38"/>
                <a:gd name="T9" fmla="*/ 42 h 42"/>
                <a:gd name="T10" fmla="*/ 22 w 38"/>
                <a:gd name="T11" fmla="*/ 42 h 42"/>
                <a:gd name="T12" fmla="*/ 22 w 38"/>
                <a:gd name="T13" fmla="*/ 42 h 42"/>
                <a:gd name="T14" fmla="*/ 30 w 38"/>
                <a:gd name="T15" fmla="*/ 40 h 42"/>
                <a:gd name="T16" fmla="*/ 34 w 38"/>
                <a:gd name="T17" fmla="*/ 34 h 42"/>
                <a:gd name="T18" fmla="*/ 38 w 38"/>
                <a:gd name="T19" fmla="*/ 26 h 42"/>
                <a:gd name="T20" fmla="*/ 38 w 38"/>
                <a:gd name="T21" fmla="*/ 18 h 42"/>
                <a:gd name="T22" fmla="*/ 38 w 38"/>
                <a:gd name="T23" fmla="*/ 18 h 42"/>
                <a:gd name="T24" fmla="*/ 34 w 38"/>
                <a:gd name="T25" fmla="*/ 10 h 42"/>
                <a:gd name="T26" fmla="*/ 30 w 38"/>
                <a:gd name="T27" fmla="*/ 4 h 42"/>
                <a:gd name="T28" fmla="*/ 22 w 38"/>
                <a:gd name="T29" fmla="*/ 2 h 42"/>
                <a:gd name="T30" fmla="*/ 14 w 38"/>
                <a:gd name="T31" fmla="*/ 0 h 42"/>
                <a:gd name="T32" fmla="*/ 14 w 38"/>
                <a:gd name="T33" fmla="*/ 0 h 42"/>
                <a:gd name="T34" fmla="*/ 8 w 38"/>
                <a:gd name="T35" fmla="*/ 4 h 42"/>
                <a:gd name="T36" fmla="*/ 2 w 38"/>
                <a:gd name="T37" fmla="*/ 10 h 42"/>
                <a:gd name="T38" fmla="*/ 0 w 38"/>
                <a:gd name="T39" fmla="*/ 16 h 42"/>
                <a:gd name="T40" fmla="*/ 0 w 38"/>
                <a:gd name="T4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0" y="26"/>
                  </a:moveTo>
                  <a:lnTo>
                    <a:pt x="0" y="26"/>
                  </a:lnTo>
                  <a:lnTo>
                    <a:pt x="4" y="34"/>
                  </a:lnTo>
                  <a:lnTo>
                    <a:pt x="8" y="38"/>
                  </a:lnTo>
                  <a:lnTo>
                    <a:pt x="16" y="42"/>
                  </a:lnTo>
                  <a:lnTo>
                    <a:pt x="22" y="42"/>
                  </a:lnTo>
                  <a:lnTo>
                    <a:pt x="22" y="42"/>
                  </a:lnTo>
                  <a:lnTo>
                    <a:pt x="30" y="40"/>
                  </a:lnTo>
                  <a:lnTo>
                    <a:pt x="34" y="34"/>
                  </a:lnTo>
                  <a:lnTo>
                    <a:pt x="38" y="26"/>
                  </a:lnTo>
                  <a:lnTo>
                    <a:pt x="38" y="18"/>
                  </a:lnTo>
                  <a:lnTo>
                    <a:pt x="38" y="18"/>
                  </a:lnTo>
                  <a:lnTo>
                    <a:pt x="34" y="10"/>
                  </a:lnTo>
                  <a:lnTo>
                    <a:pt x="30" y="4"/>
                  </a:lnTo>
                  <a:lnTo>
                    <a:pt x="22" y="2"/>
                  </a:lnTo>
                  <a:lnTo>
                    <a:pt x="14" y="0"/>
                  </a:lnTo>
                  <a:lnTo>
                    <a:pt x="14" y="0"/>
                  </a:lnTo>
                  <a:lnTo>
                    <a:pt x="8" y="4"/>
                  </a:lnTo>
                  <a:lnTo>
                    <a:pt x="2" y="10"/>
                  </a:lnTo>
                  <a:lnTo>
                    <a:pt x="0" y="16"/>
                  </a:lnTo>
                  <a:lnTo>
                    <a:pt x="0"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8" name="Freeform 411"/>
            <p:cNvSpPr>
              <a:spLocks/>
            </p:cNvSpPr>
            <p:nvPr/>
          </p:nvSpPr>
          <p:spPr bwMode="auto">
            <a:xfrm>
              <a:off x="2809421" y="3903436"/>
              <a:ext cx="41275" cy="50800"/>
            </a:xfrm>
            <a:custGeom>
              <a:avLst/>
              <a:gdLst>
                <a:gd name="T0" fmla="*/ 0 w 26"/>
                <a:gd name="T1" fmla="*/ 0 h 32"/>
                <a:gd name="T2" fmla="*/ 0 w 26"/>
                <a:gd name="T3" fmla="*/ 0 h 32"/>
                <a:gd name="T4" fmla="*/ 0 w 26"/>
                <a:gd name="T5" fmla="*/ 0 h 32"/>
                <a:gd name="T6" fmla="*/ 4 w 26"/>
                <a:gd name="T7" fmla="*/ 10 h 32"/>
                <a:gd name="T8" fmla="*/ 10 w 26"/>
                <a:gd name="T9" fmla="*/ 18 h 32"/>
                <a:gd name="T10" fmla="*/ 18 w 26"/>
                <a:gd name="T11" fmla="*/ 26 h 32"/>
                <a:gd name="T12" fmla="*/ 26 w 26"/>
                <a:gd name="T13" fmla="*/ 32 h 32"/>
                <a:gd name="T14" fmla="*/ 26 w 26"/>
                <a:gd name="T15" fmla="*/ 32 h 32"/>
                <a:gd name="T16" fmla="*/ 26 w 26"/>
                <a:gd name="T17" fmla="*/ 32 h 32"/>
                <a:gd name="T18" fmla="*/ 18 w 26"/>
                <a:gd name="T19" fmla="*/ 26 h 32"/>
                <a:gd name="T20" fmla="*/ 12 w 26"/>
                <a:gd name="T21" fmla="*/ 18 h 32"/>
                <a:gd name="T22" fmla="*/ 4 w 26"/>
                <a:gd name="T23" fmla="*/ 10 h 32"/>
                <a:gd name="T24" fmla="*/ 0 w 26"/>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2">
                  <a:moveTo>
                    <a:pt x="0" y="0"/>
                  </a:moveTo>
                  <a:lnTo>
                    <a:pt x="0" y="0"/>
                  </a:lnTo>
                  <a:lnTo>
                    <a:pt x="0" y="0"/>
                  </a:lnTo>
                  <a:lnTo>
                    <a:pt x="4" y="10"/>
                  </a:lnTo>
                  <a:lnTo>
                    <a:pt x="10" y="18"/>
                  </a:lnTo>
                  <a:lnTo>
                    <a:pt x="18" y="26"/>
                  </a:lnTo>
                  <a:lnTo>
                    <a:pt x="26" y="32"/>
                  </a:lnTo>
                  <a:lnTo>
                    <a:pt x="26" y="32"/>
                  </a:lnTo>
                  <a:lnTo>
                    <a:pt x="26" y="32"/>
                  </a:lnTo>
                  <a:lnTo>
                    <a:pt x="18" y="26"/>
                  </a:lnTo>
                  <a:lnTo>
                    <a:pt x="12" y="18"/>
                  </a:lnTo>
                  <a:lnTo>
                    <a:pt x="4" y="10"/>
                  </a:lnTo>
                  <a:lnTo>
                    <a:pt x="0" y="0"/>
                  </a:lnTo>
                  <a:close/>
                </a:path>
              </a:pathLst>
            </a:custGeom>
            <a:solidFill>
              <a:srgbClr val="D4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9" name="Freeform 412"/>
            <p:cNvSpPr>
              <a:spLocks/>
            </p:cNvSpPr>
            <p:nvPr/>
          </p:nvSpPr>
          <p:spPr bwMode="auto">
            <a:xfrm>
              <a:off x="2809421" y="3903436"/>
              <a:ext cx="41275" cy="50800"/>
            </a:xfrm>
            <a:custGeom>
              <a:avLst/>
              <a:gdLst>
                <a:gd name="T0" fmla="*/ 0 w 26"/>
                <a:gd name="T1" fmla="*/ 0 h 32"/>
                <a:gd name="T2" fmla="*/ 0 w 26"/>
                <a:gd name="T3" fmla="*/ 0 h 32"/>
                <a:gd name="T4" fmla="*/ 0 w 26"/>
                <a:gd name="T5" fmla="*/ 0 h 32"/>
                <a:gd name="T6" fmla="*/ 4 w 26"/>
                <a:gd name="T7" fmla="*/ 10 h 32"/>
                <a:gd name="T8" fmla="*/ 10 w 26"/>
                <a:gd name="T9" fmla="*/ 18 h 32"/>
                <a:gd name="T10" fmla="*/ 18 w 26"/>
                <a:gd name="T11" fmla="*/ 26 h 32"/>
                <a:gd name="T12" fmla="*/ 26 w 26"/>
                <a:gd name="T13" fmla="*/ 32 h 32"/>
                <a:gd name="T14" fmla="*/ 26 w 26"/>
                <a:gd name="T15" fmla="*/ 32 h 32"/>
                <a:gd name="T16" fmla="*/ 26 w 26"/>
                <a:gd name="T17" fmla="*/ 32 h 32"/>
                <a:gd name="T18" fmla="*/ 18 w 26"/>
                <a:gd name="T19" fmla="*/ 26 h 32"/>
                <a:gd name="T20" fmla="*/ 12 w 26"/>
                <a:gd name="T21" fmla="*/ 18 h 32"/>
                <a:gd name="T22" fmla="*/ 4 w 26"/>
                <a:gd name="T23" fmla="*/ 10 h 32"/>
                <a:gd name="T24" fmla="*/ 0 w 26"/>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2">
                  <a:moveTo>
                    <a:pt x="0" y="0"/>
                  </a:moveTo>
                  <a:lnTo>
                    <a:pt x="0" y="0"/>
                  </a:lnTo>
                  <a:lnTo>
                    <a:pt x="0" y="0"/>
                  </a:lnTo>
                  <a:lnTo>
                    <a:pt x="4" y="10"/>
                  </a:lnTo>
                  <a:lnTo>
                    <a:pt x="10" y="18"/>
                  </a:lnTo>
                  <a:lnTo>
                    <a:pt x="18" y="26"/>
                  </a:lnTo>
                  <a:lnTo>
                    <a:pt x="26" y="32"/>
                  </a:lnTo>
                  <a:lnTo>
                    <a:pt x="26" y="32"/>
                  </a:lnTo>
                  <a:lnTo>
                    <a:pt x="26" y="32"/>
                  </a:lnTo>
                  <a:lnTo>
                    <a:pt x="18" y="26"/>
                  </a:lnTo>
                  <a:lnTo>
                    <a:pt x="12" y="18"/>
                  </a:lnTo>
                  <a:lnTo>
                    <a:pt x="4"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0" name="Freeform 413"/>
            <p:cNvSpPr>
              <a:spLocks/>
            </p:cNvSpPr>
            <p:nvPr/>
          </p:nvSpPr>
          <p:spPr bwMode="auto">
            <a:xfrm>
              <a:off x="2850696" y="3954236"/>
              <a:ext cx="85725" cy="15875"/>
            </a:xfrm>
            <a:custGeom>
              <a:avLst/>
              <a:gdLst>
                <a:gd name="T0" fmla="*/ 0 w 54"/>
                <a:gd name="T1" fmla="*/ 0 h 10"/>
                <a:gd name="T2" fmla="*/ 0 w 54"/>
                <a:gd name="T3" fmla="*/ 0 h 10"/>
                <a:gd name="T4" fmla="*/ 0 w 54"/>
                <a:gd name="T5" fmla="*/ 0 h 10"/>
                <a:gd name="T6" fmla="*/ 14 w 54"/>
                <a:gd name="T7" fmla="*/ 8 h 10"/>
                <a:gd name="T8" fmla="*/ 22 w 54"/>
                <a:gd name="T9" fmla="*/ 8 h 10"/>
                <a:gd name="T10" fmla="*/ 32 w 54"/>
                <a:gd name="T11" fmla="*/ 10 h 10"/>
                <a:gd name="T12" fmla="*/ 32 w 54"/>
                <a:gd name="T13" fmla="*/ 10 h 10"/>
                <a:gd name="T14" fmla="*/ 42 w 54"/>
                <a:gd name="T15" fmla="*/ 8 h 10"/>
                <a:gd name="T16" fmla="*/ 42 w 54"/>
                <a:gd name="T17" fmla="*/ 8 h 10"/>
                <a:gd name="T18" fmla="*/ 54 w 54"/>
                <a:gd name="T19" fmla="*/ 6 h 10"/>
                <a:gd name="T20" fmla="*/ 54 w 54"/>
                <a:gd name="T21" fmla="*/ 6 h 10"/>
                <a:gd name="T22" fmla="*/ 50 w 54"/>
                <a:gd name="T23" fmla="*/ 6 h 10"/>
                <a:gd name="T24" fmla="*/ 50 w 54"/>
                <a:gd name="T25" fmla="*/ 6 h 10"/>
                <a:gd name="T26" fmla="*/ 42 w 54"/>
                <a:gd name="T27" fmla="*/ 8 h 10"/>
                <a:gd name="T28" fmla="*/ 42 w 54"/>
                <a:gd name="T29" fmla="*/ 8 h 10"/>
                <a:gd name="T30" fmla="*/ 32 w 54"/>
                <a:gd name="T31" fmla="*/ 8 h 10"/>
                <a:gd name="T32" fmla="*/ 32 w 54"/>
                <a:gd name="T33" fmla="*/ 8 h 10"/>
                <a:gd name="T34" fmla="*/ 16 w 54"/>
                <a:gd name="T35" fmla="*/ 6 h 10"/>
                <a:gd name="T36" fmla="*/ 0 w 54"/>
                <a:gd name="T3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
                  <a:moveTo>
                    <a:pt x="0" y="0"/>
                  </a:moveTo>
                  <a:lnTo>
                    <a:pt x="0" y="0"/>
                  </a:lnTo>
                  <a:lnTo>
                    <a:pt x="0" y="0"/>
                  </a:lnTo>
                  <a:lnTo>
                    <a:pt x="14" y="8"/>
                  </a:lnTo>
                  <a:lnTo>
                    <a:pt x="22" y="8"/>
                  </a:lnTo>
                  <a:lnTo>
                    <a:pt x="32" y="10"/>
                  </a:lnTo>
                  <a:lnTo>
                    <a:pt x="32" y="10"/>
                  </a:lnTo>
                  <a:lnTo>
                    <a:pt x="42" y="8"/>
                  </a:lnTo>
                  <a:lnTo>
                    <a:pt x="42" y="8"/>
                  </a:lnTo>
                  <a:lnTo>
                    <a:pt x="54" y="6"/>
                  </a:lnTo>
                  <a:lnTo>
                    <a:pt x="54" y="6"/>
                  </a:lnTo>
                  <a:lnTo>
                    <a:pt x="50" y="6"/>
                  </a:lnTo>
                  <a:lnTo>
                    <a:pt x="50" y="6"/>
                  </a:lnTo>
                  <a:lnTo>
                    <a:pt x="42" y="8"/>
                  </a:lnTo>
                  <a:lnTo>
                    <a:pt x="42" y="8"/>
                  </a:lnTo>
                  <a:lnTo>
                    <a:pt x="32" y="8"/>
                  </a:lnTo>
                  <a:lnTo>
                    <a:pt x="32" y="8"/>
                  </a:lnTo>
                  <a:lnTo>
                    <a:pt x="16" y="6"/>
                  </a:lnTo>
                  <a:lnTo>
                    <a:pt x="0" y="0"/>
                  </a:lnTo>
                  <a:close/>
                </a:path>
              </a:pathLst>
            </a:custGeom>
            <a:solidFill>
              <a:srgbClr val="CC8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1" name="Freeform 414"/>
            <p:cNvSpPr>
              <a:spLocks/>
            </p:cNvSpPr>
            <p:nvPr/>
          </p:nvSpPr>
          <p:spPr bwMode="auto">
            <a:xfrm>
              <a:off x="2850696" y="3954236"/>
              <a:ext cx="85725" cy="15875"/>
            </a:xfrm>
            <a:custGeom>
              <a:avLst/>
              <a:gdLst>
                <a:gd name="T0" fmla="*/ 0 w 54"/>
                <a:gd name="T1" fmla="*/ 0 h 10"/>
                <a:gd name="T2" fmla="*/ 0 w 54"/>
                <a:gd name="T3" fmla="*/ 0 h 10"/>
                <a:gd name="T4" fmla="*/ 0 w 54"/>
                <a:gd name="T5" fmla="*/ 0 h 10"/>
                <a:gd name="T6" fmla="*/ 14 w 54"/>
                <a:gd name="T7" fmla="*/ 8 h 10"/>
                <a:gd name="T8" fmla="*/ 22 w 54"/>
                <a:gd name="T9" fmla="*/ 8 h 10"/>
                <a:gd name="T10" fmla="*/ 32 w 54"/>
                <a:gd name="T11" fmla="*/ 10 h 10"/>
                <a:gd name="T12" fmla="*/ 32 w 54"/>
                <a:gd name="T13" fmla="*/ 10 h 10"/>
                <a:gd name="T14" fmla="*/ 42 w 54"/>
                <a:gd name="T15" fmla="*/ 8 h 10"/>
                <a:gd name="T16" fmla="*/ 42 w 54"/>
                <a:gd name="T17" fmla="*/ 8 h 10"/>
                <a:gd name="T18" fmla="*/ 54 w 54"/>
                <a:gd name="T19" fmla="*/ 6 h 10"/>
                <a:gd name="T20" fmla="*/ 54 w 54"/>
                <a:gd name="T21" fmla="*/ 6 h 10"/>
                <a:gd name="T22" fmla="*/ 50 w 54"/>
                <a:gd name="T23" fmla="*/ 6 h 10"/>
                <a:gd name="T24" fmla="*/ 50 w 54"/>
                <a:gd name="T25" fmla="*/ 6 h 10"/>
                <a:gd name="T26" fmla="*/ 42 w 54"/>
                <a:gd name="T27" fmla="*/ 8 h 10"/>
                <a:gd name="T28" fmla="*/ 42 w 54"/>
                <a:gd name="T29" fmla="*/ 8 h 10"/>
                <a:gd name="T30" fmla="*/ 32 w 54"/>
                <a:gd name="T31" fmla="*/ 8 h 10"/>
                <a:gd name="T32" fmla="*/ 32 w 54"/>
                <a:gd name="T33" fmla="*/ 8 h 10"/>
                <a:gd name="T34" fmla="*/ 16 w 54"/>
                <a:gd name="T35" fmla="*/ 6 h 10"/>
                <a:gd name="T36" fmla="*/ 0 w 54"/>
                <a:gd name="T3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
                  <a:moveTo>
                    <a:pt x="0" y="0"/>
                  </a:moveTo>
                  <a:lnTo>
                    <a:pt x="0" y="0"/>
                  </a:lnTo>
                  <a:lnTo>
                    <a:pt x="0" y="0"/>
                  </a:lnTo>
                  <a:lnTo>
                    <a:pt x="14" y="8"/>
                  </a:lnTo>
                  <a:lnTo>
                    <a:pt x="22" y="8"/>
                  </a:lnTo>
                  <a:lnTo>
                    <a:pt x="32" y="10"/>
                  </a:lnTo>
                  <a:lnTo>
                    <a:pt x="32" y="10"/>
                  </a:lnTo>
                  <a:lnTo>
                    <a:pt x="42" y="8"/>
                  </a:lnTo>
                  <a:lnTo>
                    <a:pt x="42" y="8"/>
                  </a:lnTo>
                  <a:lnTo>
                    <a:pt x="54" y="6"/>
                  </a:lnTo>
                  <a:lnTo>
                    <a:pt x="54" y="6"/>
                  </a:lnTo>
                  <a:lnTo>
                    <a:pt x="50" y="6"/>
                  </a:lnTo>
                  <a:lnTo>
                    <a:pt x="50" y="6"/>
                  </a:lnTo>
                  <a:lnTo>
                    <a:pt x="42" y="8"/>
                  </a:lnTo>
                  <a:lnTo>
                    <a:pt x="42" y="8"/>
                  </a:lnTo>
                  <a:lnTo>
                    <a:pt x="32" y="8"/>
                  </a:lnTo>
                  <a:lnTo>
                    <a:pt x="32" y="8"/>
                  </a:lnTo>
                  <a:lnTo>
                    <a:pt x="16"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2" name="Freeform 415"/>
            <p:cNvSpPr>
              <a:spLocks/>
            </p:cNvSpPr>
            <p:nvPr/>
          </p:nvSpPr>
          <p:spPr bwMode="auto">
            <a:xfrm>
              <a:off x="2799896" y="3858986"/>
              <a:ext cx="9525" cy="44450"/>
            </a:xfrm>
            <a:custGeom>
              <a:avLst/>
              <a:gdLst>
                <a:gd name="T0" fmla="*/ 0 w 6"/>
                <a:gd name="T1" fmla="*/ 0 h 28"/>
                <a:gd name="T2" fmla="*/ 0 w 6"/>
                <a:gd name="T3" fmla="*/ 0 h 28"/>
                <a:gd name="T4" fmla="*/ 2 w 6"/>
                <a:gd name="T5" fmla="*/ 14 h 28"/>
                <a:gd name="T6" fmla="*/ 2 w 6"/>
                <a:gd name="T7" fmla="*/ 14 h 28"/>
                <a:gd name="T8" fmla="*/ 6 w 6"/>
                <a:gd name="T9" fmla="*/ 28 h 28"/>
                <a:gd name="T10" fmla="*/ 6 w 6"/>
                <a:gd name="T11" fmla="*/ 28 h 28"/>
                <a:gd name="T12" fmla="*/ 6 w 6"/>
                <a:gd name="T13" fmla="*/ 28 h 28"/>
                <a:gd name="T14" fmla="*/ 2 w 6"/>
                <a:gd name="T15" fmla="*/ 14 h 28"/>
                <a:gd name="T16" fmla="*/ 2 w 6"/>
                <a:gd name="T17" fmla="*/ 14 h 28"/>
                <a:gd name="T18" fmla="*/ 0 w 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8">
                  <a:moveTo>
                    <a:pt x="0" y="0"/>
                  </a:moveTo>
                  <a:lnTo>
                    <a:pt x="0" y="0"/>
                  </a:lnTo>
                  <a:lnTo>
                    <a:pt x="2" y="14"/>
                  </a:lnTo>
                  <a:lnTo>
                    <a:pt x="2" y="14"/>
                  </a:lnTo>
                  <a:lnTo>
                    <a:pt x="6" y="28"/>
                  </a:lnTo>
                  <a:lnTo>
                    <a:pt x="6" y="28"/>
                  </a:lnTo>
                  <a:lnTo>
                    <a:pt x="6" y="28"/>
                  </a:lnTo>
                  <a:lnTo>
                    <a:pt x="2" y="14"/>
                  </a:lnTo>
                  <a:lnTo>
                    <a:pt x="2" y="14"/>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3" name="Freeform 416"/>
            <p:cNvSpPr>
              <a:spLocks/>
            </p:cNvSpPr>
            <p:nvPr/>
          </p:nvSpPr>
          <p:spPr bwMode="auto">
            <a:xfrm>
              <a:off x="2799896" y="3858986"/>
              <a:ext cx="9525" cy="44450"/>
            </a:xfrm>
            <a:custGeom>
              <a:avLst/>
              <a:gdLst>
                <a:gd name="T0" fmla="*/ 0 w 6"/>
                <a:gd name="T1" fmla="*/ 0 h 28"/>
                <a:gd name="T2" fmla="*/ 0 w 6"/>
                <a:gd name="T3" fmla="*/ 0 h 28"/>
                <a:gd name="T4" fmla="*/ 2 w 6"/>
                <a:gd name="T5" fmla="*/ 14 h 28"/>
                <a:gd name="T6" fmla="*/ 2 w 6"/>
                <a:gd name="T7" fmla="*/ 14 h 28"/>
                <a:gd name="T8" fmla="*/ 6 w 6"/>
                <a:gd name="T9" fmla="*/ 28 h 28"/>
                <a:gd name="T10" fmla="*/ 6 w 6"/>
                <a:gd name="T11" fmla="*/ 28 h 28"/>
                <a:gd name="T12" fmla="*/ 6 w 6"/>
                <a:gd name="T13" fmla="*/ 28 h 28"/>
                <a:gd name="T14" fmla="*/ 2 w 6"/>
                <a:gd name="T15" fmla="*/ 14 h 28"/>
                <a:gd name="T16" fmla="*/ 2 w 6"/>
                <a:gd name="T17" fmla="*/ 14 h 28"/>
                <a:gd name="T18" fmla="*/ 0 w 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8">
                  <a:moveTo>
                    <a:pt x="0" y="0"/>
                  </a:moveTo>
                  <a:lnTo>
                    <a:pt x="0" y="0"/>
                  </a:lnTo>
                  <a:lnTo>
                    <a:pt x="2" y="14"/>
                  </a:lnTo>
                  <a:lnTo>
                    <a:pt x="2" y="14"/>
                  </a:lnTo>
                  <a:lnTo>
                    <a:pt x="6" y="28"/>
                  </a:lnTo>
                  <a:lnTo>
                    <a:pt x="6" y="28"/>
                  </a:lnTo>
                  <a:lnTo>
                    <a:pt x="6" y="28"/>
                  </a:lnTo>
                  <a:lnTo>
                    <a:pt x="2" y="14"/>
                  </a:lnTo>
                  <a:lnTo>
                    <a:pt x="2" y="1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4" name="Freeform 417"/>
            <p:cNvSpPr>
              <a:spLocks/>
            </p:cNvSpPr>
            <p:nvPr/>
          </p:nvSpPr>
          <p:spPr bwMode="auto">
            <a:xfrm>
              <a:off x="2930071" y="3912961"/>
              <a:ext cx="53975" cy="50800"/>
            </a:xfrm>
            <a:custGeom>
              <a:avLst/>
              <a:gdLst>
                <a:gd name="T0" fmla="*/ 34 w 34"/>
                <a:gd name="T1" fmla="*/ 0 h 32"/>
                <a:gd name="T2" fmla="*/ 34 w 34"/>
                <a:gd name="T3" fmla="*/ 0 h 32"/>
                <a:gd name="T4" fmla="*/ 32 w 34"/>
                <a:gd name="T5" fmla="*/ 0 h 32"/>
                <a:gd name="T6" fmla="*/ 32 w 34"/>
                <a:gd name="T7" fmla="*/ 0 h 32"/>
                <a:gd name="T8" fmla="*/ 26 w 34"/>
                <a:gd name="T9" fmla="*/ 10 h 32"/>
                <a:gd name="T10" fmla="*/ 20 w 34"/>
                <a:gd name="T11" fmla="*/ 20 h 32"/>
                <a:gd name="T12" fmla="*/ 10 w 34"/>
                <a:gd name="T13" fmla="*/ 26 h 32"/>
                <a:gd name="T14" fmla="*/ 0 w 34"/>
                <a:gd name="T15" fmla="*/ 32 h 32"/>
                <a:gd name="T16" fmla="*/ 0 w 34"/>
                <a:gd name="T17" fmla="*/ 32 h 32"/>
                <a:gd name="T18" fmla="*/ 4 w 34"/>
                <a:gd name="T19" fmla="*/ 32 h 32"/>
                <a:gd name="T20" fmla="*/ 4 w 34"/>
                <a:gd name="T21" fmla="*/ 32 h 32"/>
                <a:gd name="T22" fmla="*/ 12 w 34"/>
                <a:gd name="T23" fmla="*/ 26 h 32"/>
                <a:gd name="T24" fmla="*/ 22 w 34"/>
                <a:gd name="T25" fmla="*/ 18 h 32"/>
                <a:gd name="T26" fmla="*/ 28 w 34"/>
                <a:gd name="T27" fmla="*/ 10 h 32"/>
                <a:gd name="T28" fmla="*/ 34 w 34"/>
                <a:gd name="T2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2">
                  <a:moveTo>
                    <a:pt x="34" y="0"/>
                  </a:moveTo>
                  <a:lnTo>
                    <a:pt x="34" y="0"/>
                  </a:lnTo>
                  <a:lnTo>
                    <a:pt x="32" y="0"/>
                  </a:lnTo>
                  <a:lnTo>
                    <a:pt x="32" y="0"/>
                  </a:lnTo>
                  <a:lnTo>
                    <a:pt x="26" y="10"/>
                  </a:lnTo>
                  <a:lnTo>
                    <a:pt x="20" y="20"/>
                  </a:lnTo>
                  <a:lnTo>
                    <a:pt x="10" y="26"/>
                  </a:lnTo>
                  <a:lnTo>
                    <a:pt x="0" y="32"/>
                  </a:lnTo>
                  <a:lnTo>
                    <a:pt x="0" y="32"/>
                  </a:lnTo>
                  <a:lnTo>
                    <a:pt x="4" y="32"/>
                  </a:lnTo>
                  <a:lnTo>
                    <a:pt x="4" y="32"/>
                  </a:lnTo>
                  <a:lnTo>
                    <a:pt x="12" y="26"/>
                  </a:lnTo>
                  <a:lnTo>
                    <a:pt x="22" y="18"/>
                  </a:lnTo>
                  <a:lnTo>
                    <a:pt x="28" y="10"/>
                  </a:lnTo>
                  <a:lnTo>
                    <a:pt x="34"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5" name="Freeform 418"/>
            <p:cNvSpPr>
              <a:spLocks/>
            </p:cNvSpPr>
            <p:nvPr/>
          </p:nvSpPr>
          <p:spPr bwMode="auto">
            <a:xfrm>
              <a:off x="2930071" y="3912961"/>
              <a:ext cx="53975" cy="50800"/>
            </a:xfrm>
            <a:custGeom>
              <a:avLst/>
              <a:gdLst>
                <a:gd name="T0" fmla="*/ 34 w 34"/>
                <a:gd name="T1" fmla="*/ 0 h 32"/>
                <a:gd name="T2" fmla="*/ 34 w 34"/>
                <a:gd name="T3" fmla="*/ 0 h 32"/>
                <a:gd name="T4" fmla="*/ 32 w 34"/>
                <a:gd name="T5" fmla="*/ 0 h 32"/>
                <a:gd name="T6" fmla="*/ 32 w 34"/>
                <a:gd name="T7" fmla="*/ 0 h 32"/>
                <a:gd name="T8" fmla="*/ 26 w 34"/>
                <a:gd name="T9" fmla="*/ 10 h 32"/>
                <a:gd name="T10" fmla="*/ 20 w 34"/>
                <a:gd name="T11" fmla="*/ 20 h 32"/>
                <a:gd name="T12" fmla="*/ 10 w 34"/>
                <a:gd name="T13" fmla="*/ 26 h 32"/>
                <a:gd name="T14" fmla="*/ 0 w 34"/>
                <a:gd name="T15" fmla="*/ 32 h 32"/>
                <a:gd name="T16" fmla="*/ 0 w 34"/>
                <a:gd name="T17" fmla="*/ 32 h 32"/>
                <a:gd name="T18" fmla="*/ 4 w 34"/>
                <a:gd name="T19" fmla="*/ 32 h 32"/>
                <a:gd name="T20" fmla="*/ 4 w 34"/>
                <a:gd name="T21" fmla="*/ 32 h 32"/>
                <a:gd name="T22" fmla="*/ 12 w 34"/>
                <a:gd name="T23" fmla="*/ 26 h 32"/>
                <a:gd name="T24" fmla="*/ 22 w 34"/>
                <a:gd name="T25" fmla="*/ 18 h 32"/>
                <a:gd name="T26" fmla="*/ 28 w 34"/>
                <a:gd name="T27" fmla="*/ 10 h 32"/>
                <a:gd name="T28" fmla="*/ 34 w 34"/>
                <a:gd name="T2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2">
                  <a:moveTo>
                    <a:pt x="34" y="0"/>
                  </a:moveTo>
                  <a:lnTo>
                    <a:pt x="34" y="0"/>
                  </a:lnTo>
                  <a:lnTo>
                    <a:pt x="32" y="0"/>
                  </a:lnTo>
                  <a:lnTo>
                    <a:pt x="32" y="0"/>
                  </a:lnTo>
                  <a:lnTo>
                    <a:pt x="26" y="10"/>
                  </a:lnTo>
                  <a:lnTo>
                    <a:pt x="20" y="20"/>
                  </a:lnTo>
                  <a:lnTo>
                    <a:pt x="10" y="26"/>
                  </a:lnTo>
                  <a:lnTo>
                    <a:pt x="0" y="32"/>
                  </a:lnTo>
                  <a:lnTo>
                    <a:pt x="0" y="32"/>
                  </a:lnTo>
                  <a:lnTo>
                    <a:pt x="4" y="32"/>
                  </a:lnTo>
                  <a:lnTo>
                    <a:pt x="4" y="32"/>
                  </a:lnTo>
                  <a:lnTo>
                    <a:pt x="12" y="26"/>
                  </a:lnTo>
                  <a:lnTo>
                    <a:pt x="22" y="18"/>
                  </a:lnTo>
                  <a:lnTo>
                    <a:pt x="28" y="10"/>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6" name="Freeform 419"/>
            <p:cNvSpPr>
              <a:spLocks/>
            </p:cNvSpPr>
            <p:nvPr/>
          </p:nvSpPr>
          <p:spPr bwMode="auto">
            <a:xfrm>
              <a:off x="2799896" y="3760561"/>
              <a:ext cx="180975" cy="206375"/>
            </a:xfrm>
            <a:custGeom>
              <a:avLst/>
              <a:gdLst>
                <a:gd name="T0" fmla="*/ 40 w 114"/>
                <a:gd name="T1" fmla="*/ 0 h 130"/>
                <a:gd name="T2" fmla="*/ 40 w 114"/>
                <a:gd name="T3" fmla="*/ 0 h 130"/>
                <a:gd name="T4" fmla="*/ 32 w 114"/>
                <a:gd name="T5" fmla="*/ 4 h 130"/>
                <a:gd name="T6" fmla="*/ 24 w 114"/>
                <a:gd name="T7" fmla="*/ 10 h 130"/>
                <a:gd name="T8" fmla="*/ 16 w 114"/>
                <a:gd name="T9" fmla="*/ 16 h 130"/>
                <a:gd name="T10" fmla="*/ 10 w 114"/>
                <a:gd name="T11" fmla="*/ 24 h 130"/>
                <a:gd name="T12" fmla="*/ 6 w 114"/>
                <a:gd name="T13" fmla="*/ 34 h 130"/>
                <a:gd name="T14" fmla="*/ 2 w 114"/>
                <a:gd name="T15" fmla="*/ 42 h 130"/>
                <a:gd name="T16" fmla="*/ 0 w 114"/>
                <a:gd name="T17" fmla="*/ 52 h 130"/>
                <a:gd name="T18" fmla="*/ 0 w 114"/>
                <a:gd name="T19" fmla="*/ 62 h 130"/>
                <a:gd name="T20" fmla="*/ 0 w 114"/>
                <a:gd name="T21" fmla="*/ 62 h 130"/>
                <a:gd name="T22" fmla="*/ 2 w 114"/>
                <a:gd name="T23" fmla="*/ 76 h 130"/>
                <a:gd name="T24" fmla="*/ 2 w 114"/>
                <a:gd name="T25" fmla="*/ 76 h 130"/>
                <a:gd name="T26" fmla="*/ 6 w 114"/>
                <a:gd name="T27" fmla="*/ 90 h 130"/>
                <a:gd name="T28" fmla="*/ 6 w 114"/>
                <a:gd name="T29" fmla="*/ 90 h 130"/>
                <a:gd name="T30" fmla="*/ 10 w 114"/>
                <a:gd name="T31" fmla="*/ 100 h 130"/>
                <a:gd name="T32" fmla="*/ 18 w 114"/>
                <a:gd name="T33" fmla="*/ 108 h 130"/>
                <a:gd name="T34" fmla="*/ 24 w 114"/>
                <a:gd name="T35" fmla="*/ 116 h 130"/>
                <a:gd name="T36" fmla="*/ 32 w 114"/>
                <a:gd name="T37" fmla="*/ 122 h 130"/>
                <a:gd name="T38" fmla="*/ 32 w 114"/>
                <a:gd name="T39" fmla="*/ 122 h 130"/>
                <a:gd name="T40" fmla="*/ 48 w 114"/>
                <a:gd name="T41" fmla="*/ 128 h 130"/>
                <a:gd name="T42" fmla="*/ 64 w 114"/>
                <a:gd name="T43" fmla="*/ 130 h 130"/>
                <a:gd name="T44" fmla="*/ 64 w 114"/>
                <a:gd name="T45" fmla="*/ 130 h 130"/>
                <a:gd name="T46" fmla="*/ 74 w 114"/>
                <a:gd name="T47" fmla="*/ 130 h 130"/>
                <a:gd name="T48" fmla="*/ 74 w 114"/>
                <a:gd name="T49" fmla="*/ 130 h 130"/>
                <a:gd name="T50" fmla="*/ 82 w 114"/>
                <a:gd name="T51" fmla="*/ 128 h 130"/>
                <a:gd name="T52" fmla="*/ 82 w 114"/>
                <a:gd name="T53" fmla="*/ 128 h 130"/>
                <a:gd name="T54" fmla="*/ 92 w 114"/>
                <a:gd name="T55" fmla="*/ 122 h 130"/>
                <a:gd name="T56" fmla="*/ 102 w 114"/>
                <a:gd name="T57" fmla="*/ 116 h 130"/>
                <a:gd name="T58" fmla="*/ 108 w 114"/>
                <a:gd name="T59" fmla="*/ 106 h 130"/>
                <a:gd name="T60" fmla="*/ 114 w 114"/>
                <a:gd name="T61" fmla="*/ 96 h 130"/>
                <a:gd name="T62" fmla="*/ 114 w 114"/>
                <a:gd name="T63" fmla="*/ 96 h 130"/>
                <a:gd name="T64" fmla="*/ 108 w 114"/>
                <a:gd name="T65" fmla="*/ 98 h 130"/>
                <a:gd name="T66" fmla="*/ 108 w 114"/>
                <a:gd name="T67" fmla="*/ 98 h 130"/>
                <a:gd name="T68" fmla="*/ 102 w 114"/>
                <a:gd name="T69" fmla="*/ 108 h 130"/>
                <a:gd name="T70" fmla="*/ 94 w 114"/>
                <a:gd name="T71" fmla="*/ 116 h 130"/>
                <a:gd name="T72" fmla="*/ 84 w 114"/>
                <a:gd name="T73" fmla="*/ 120 h 130"/>
                <a:gd name="T74" fmla="*/ 72 w 114"/>
                <a:gd name="T75" fmla="*/ 124 h 130"/>
                <a:gd name="T76" fmla="*/ 72 w 114"/>
                <a:gd name="T77" fmla="*/ 124 h 130"/>
                <a:gd name="T78" fmla="*/ 62 w 114"/>
                <a:gd name="T79" fmla="*/ 126 h 130"/>
                <a:gd name="T80" fmla="*/ 62 w 114"/>
                <a:gd name="T81" fmla="*/ 126 h 130"/>
                <a:gd name="T82" fmla="*/ 54 w 114"/>
                <a:gd name="T83" fmla="*/ 124 h 130"/>
                <a:gd name="T84" fmla="*/ 44 w 114"/>
                <a:gd name="T85" fmla="*/ 122 h 130"/>
                <a:gd name="T86" fmla="*/ 34 w 114"/>
                <a:gd name="T87" fmla="*/ 116 h 130"/>
                <a:gd name="T88" fmla="*/ 26 w 114"/>
                <a:gd name="T89" fmla="*/ 110 h 130"/>
                <a:gd name="T90" fmla="*/ 20 w 114"/>
                <a:gd name="T91" fmla="*/ 104 h 130"/>
                <a:gd name="T92" fmla="*/ 14 w 114"/>
                <a:gd name="T93" fmla="*/ 94 h 130"/>
                <a:gd name="T94" fmla="*/ 10 w 114"/>
                <a:gd name="T95" fmla="*/ 86 h 130"/>
                <a:gd name="T96" fmla="*/ 6 w 114"/>
                <a:gd name="T97" fmla="*/ 74 h 130"/>
                <a:gd name="T98" fmla="*/ 6 w 114"/>
                <a:gd name="T99" fmla="*/ 74 h 130"/>
                <a:gd name="T100" fmla="*/ 4 w 114"/>
                <a:gd name="T101" fmla="*/ 64 h 130"/>
                <a:gd name="T102" fmla="*/ 6 w 114"/>
                <a:gd name="T103" fmla="*/ 54 h 130"/>
                <a:gd name="T104" fmla="*/ 8 w 114"/>
                <a:gd name="T105" fmla="*/ 44 h 130"/>
                <a:gd name="T106" fmla="*/ 10 w 114"/>
                <a:gd name="T107" fmla="*/ 34 h 130"/>
                <a:gd name="T108" fmla="*/ 16 w 114"/>
                <a:gd name="T109" fmla="*/ 26 h 130"/>
                <a:gd name="T110" fmla="*/ 22 w 114"/>
                <a:gd name="T111" fmla="*/ 18 h 130"/>
                <a:gd name="T112" fmla="*/ 30 w 114"/>
                <a:gd name="T113" fmla="*/ 12 h 130"/>
                <a:gd name="T114" fmla="*/ 38 w 114"/>
                <a:gd name="T115" fmla="*/ 6 h 130"/>
                <a:gd name="T116" fmla="*/ 38 w 114"/>
                <a:gd name="T117" fmla="*/ 6 h 130"/>
                <a:gd name="T118" fmla="*/ 40 w 114"/>
                <a:gd name="T1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 h="130">
                  <a:moveTo>
                    <a:pt x="40" y="0"/>
                  </a:moveTo>
                  <a:lnTo>
                    <a:pt x="40" y="0"/>
                  </a:lnTo>
                  <a:lnTo>
                    <a:pt x="32" y="4"/>
                  </a:lnTo>
                  <a:lnTo>
                    <a:pt x="24" y="10"/>
                  </a:lnTo>
                  <a:lnTo>
                    <a:pt x="16" y="16"/>
                  </a:lnTo>
                  <a:lnTo>
                    <a:pt x="10" y="24"/>
                  </a:lnTo>
                  <a:lnTo>
                    <a:pt x="6" y="34"/>
                  </a:lnTo>
                  <a:lnTo>
                    <a:pt x="2" y="42"/>
                  </a:lnTo>
                  <a:lnTo>
                    <a:pt x="0" y="52"/>
                  </a:lnTo>
                  <a:lnTo>
                    <a:pt x="0" y="62"/>
                  </a:lnTo>
                  <a:lnTo>
                    <a:pt x="0" y="62"/>
                  </a:lnTo>
                  <a:lnTo>
                    <a:pt x="2" y="76"/>
                  </a:lnTo>
                  <a:lnTo>
                    <a:pt x="2" y="76"/>
                  </a:lnTo>
                  <a:lnTo>
                    <a:pt x="6" y="90"/>
                  </a:lnTo>
                  <a:lnTo>
                    <a:pt x="6" y="90"/>
                  </a:lnTo>
                  <a:lnTo>
                    <a:pt x="10" y="100"/>
                  </a:lnTo>
                  <a:lnTo>
                    <a:pt x="18" y="108"/>
                  </a:lnTo>
                  <a:lnTo>
                    <a:pt x="24" y="116"/>
                  </a:lnTo>
                  <a:lnTo>
                    <a:pt x="32" y="122"/>
                  </a:lnTo>
                  <a:lnTo>
                    <a:pt x="32" y="122"/>
                  </a:lnTo>
                  <a:lnTo>
                    <a:pt x="48" y="128"/>
                  </a:lnTo>
                  <a:lnTo>
                    <a:pt x="64" y="130"/>
                  </a:lnTo>
                  <a:lnTo>
                    <a:pt x="64" y="130"/>
                  </a:lnTo>
                  <a:lnTo>
                    <a:pt x="74" y="130"/>
                  </a:lnTo>
                  <a:lnTo>
                    <a:pt x="74" y="130"/>
                  </a:lnTo>
                  <a:lnTo>
                    <a:pt x="82" y="128"/>
                  </a:lnTo>
                  <a:lnTo>
                    <a:pt x="82" y="128"/>
                  </a:lnTo>
                  <a:lnTo>
                    <a:pt x="92" y="122"/>
                  </a:lnTo>
                  <a:lnTo>
                    <a:pt x="102" y="116"/>
                  </a:lnTo>
                  <a:lnTo>
                    <a:pt x="108" y="106"/>
                  </a:lnTo>
                  <a:lnTo>
                    <a:pt x="114" y="96"/>
                  </a:lnTo>
                  <a:lnTo>
                    <a:pt x="114" y="96"/>
                  </a:lnTo>
                  <a:lnTo>
                    <a:pt x="108" y="98"/>
                  </a:lnTo>
                  <a:lnTo>
                    <a:pt x="108" y="98"/>
                  </a:lnTo>
                  <a:lnTo>
                    <a:pt x="102" y="108"/>
                  </a:lnTo>
                  <a:lnTo>
                    <a:pt x="94" y="116"/>
                  </a:lnTo>
                  <a:lnTo>
                    <a:pt x="84" y="120"/>
                  </a:lnTo>
                  <a:lnTo>
                    <a:pt x="72" y="124"/>
                  </a:lnTo>
                  <a:lnTo>
                    <a:pt x="72" y="124"/>
                  </a:lnTo>
                  <a:lnTo>
                    <a:pt x="62" y="126"/>
                  </a:lnTo>
                  <a:lnTo>
                    <a:pt x="62" y="126"/>
                  </a:lnTo>
                  <a:lnTo>
                    <a:pt x="54" y="124"/>
                  </a:lnTo>
                  <a:lnTo>
                    <a:pt x="44" y="122"/>
                  </a:lnTo>
                  <a:lnTo>
                    <a:pt x="34" y="116"/>
                  </a:lnTo>
                  <a:lnTo>
                    <a:pt x="26" y="110"/>
                  </a:lnTo>
                  <a:lnTo>
                    <a:pt x="20" y="104"/>
                  </a:lnTo>
                  <a:lnTo>
                    <a:pt x="14" y="94"/>
                  </a:lnTo>
                  <a:lnTo>
                    <a:pt x="10" y="86"/>
                  </a:lnTo>
                  <a:lnTo>
                    <a:pt x="6" y="74"/>
                  </a:lnTo>
                  <a:lnTo>
                    <a:pt x="6" y="74"/>
                  </a:lnTo>
                  <a:lnTo>
                    <a:pt x="4" y="64"/>
                  </a:lnTo>
                  <a:lnTo>
                    <a:pt x="6" y="54"/>
                  </a:lnTo>
                  <a:lnTo>
                    <a:pt x="8" y="44"/>
                  </a:lnTo>
                  <a:lnTo>
                    <a:pt x="10" y="34"/>
                  </a:lnTo>
                  <a:lnTo>
                    <a:pt x="16" y="26"/>
                  </a:lnTo>
                  <a:lnTo>
                    <a:pt x="22" y="18"/>
                  </a:lnTo>
                  <a:lnTo>
                    <a:pt x="30" y="12"/>
                  </a:lnTo>
                  <a:lnTo>
                    <a:pt x="38" y="6"/>
                  </a:lnTo>
                  <a:lnTo>
                    <a:pt x="38" y="6"/>
                  </a:lnTo>
                  <a:lnTo>
                    <a:pt x="40" y="0"/>
                  </a:lnTo>
                  <a:close/>
                </a:path>
              </a:pathLst>
            </a:custGeom>
            <a:solidFill>
              <a:srgbClr val="939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7" name="Freeform 420"/>
            <p:cNvSpPr>
              <a:spLocks/>
            </p:cNvSpPr>
            <p:nvPr/>
          </p:nvSpPr>
          <p:spPr bwMode="auto">
            <a:xfrm>
              <a:off x="2799896" y="3760561"/>
              <a:ext cx="180975" cy="206375"/>
            </a:xfrm>
            <a:custGeom>
              <a:avLst/>
              <a:gdLst>
                <a:gd name="T0" fmla="*/ 40 w 114"/>
                <a:gd name="T1" fmla="*/ 0 h 130"/>
                <a:gd name="T2" fmla="*/ 40 w 114"/>
                <a:gd name="T3" fmla="*/ 0 h 130"/>
                <a:gd name="T4" fmla="*/ 32 w 114"/>
                <a:gd name="T5" fmla="*/ 4 h 130"/>
                <a:gd name="T6" fmla="*/ 24 w 114"/>
                <a:gd name="T7" fmla="*/ 10 h 130"/>
                <a:gd name="T8" fmla="*/ 16 w 114"/>
                <a:gd name="T9" fmla="*/ 16 h 130"/>
                <a:gd name="T10" fmla="*/ 10 w 114"/>
                <a:gd name="T11" fmla="*/ 24 h 130"/>
                <a:gd name="T12" fmla="*/ 6 w 114"/>
                <a:gd name="T13" fmla="*/ 34 h 130"/>
                <a:gd name="T14" fmla="*/ 2 w 114"/>
                <a:gd name="T15" fmla="*/ 42 h 130"/>
                <a:gd name="T16" fmla="*/ 0 w 114"/>
                <a:gd name="T17" fmla="*/ 52 h 130"/>
                <a:gd name="T18" fmla="*/ 0 w 114"/>
                <a:gd name="T19" fmla="*/ 62 h 130"/>
                <a:gd name="T20" fmla="*/ 0 w 114"/>
                <a:gd name="T21" fmla="*/ 62 h 130"/>
                <a:gd name="T22" fmla="*/ 2 w 114"/>
                <a:gd name="T23" fmla="*/ 76 h 130"/>
                <a:gd name="T24" fmla="*/ 2 w 114"/>
                <a:gd name="T25" fmla="*/ 76 h 130"/>
                <a:gd name="T26" fmla="*/ 6 w 114"/>
                <a:gd name="T27" fmla="*/ 90 h 130"/>
                <a:gd name="T28" fmla="*/ 6 w 114"/>
                <a:gd name="T29" fmla="*/ 90 h 130"/>
                <a:gd name="T30" fmla="*/ 10 w 114"/>
                <a:gd name="T31" fmla="*/ 100 h 130"/>
                <a:gd name="T32" fmla="*/ 18 w 114"/>
                <a:gd name="T33" fmla="*/ 108 h 130"/>
                <a:gd name="T34" fmla="*/ 24 w 114"/>
                <a:gd name="T35" fmla="*/ 116 h 130"/>
                <a:gd name="T36" fmla="*/ 32 w 114"/>
                <a:gd name="T37" fmla="*/ 122 h 130"/>
                <a:gd name="T38" fmla="*/ 32 w 114"/>
                <a:gd name="T39" fmla="*/ 122 h 130"/>
                <a:gd name="T40" fmla="*/ 48 w 114"/>
                <a:gd name="T41" fmla="*/ 128 h 130"/>
                <a:gd name="T42" fmla="*/ 64 w 114"/>
                <a:gd name="T43" fmla="*/ 130 h 130"/>
                <a:gd name="T44" fmla="*/ 64 w 114"/>
                <a:gd name="T45" fmla="*/ 130 h 130"/>
                <a:gd name="T46" fmla="*/ 74 w 114"/>
                <a:gd name="T47" fmla="*/ 130 h 130"/>
                <a:gd name="T48" fmla="*/ 74 w 114"/>
                <a:gd name="T49" fmla="*/ 130 h 130"/>
                <a:gd name="T50" fmla="*/ 82 w 114"/>
                <a:gd name="T51" fmla="*/ 128 h 130"/>
                <a:gd name="T52" fmla="*/ 82 w 114"/>
                <a:gd name="T53" fmla="*/ 128 h 130"/>
                <a:gd name="T54" fmla="*/ 92 w 114"/>
                <a:gd name="T55" fmla="*/ 122 h 130"/>
                <a:gd name="T56" fmla="*/ 102 w 114"/>
                <a:gd name="T57" fmla="*/ 116 h 130"/>
                <a:gd name="T58" fmla="*/ 108 w 114"/>
                <a:gd name="T59" fmla="*/ 106 h 130"/>
                <a:gd name="T60" fmla="*/ 114 w 114"/>
                <a:gd name="T61" fmla="*/ 96 h 130"/>
                <a:gd name="T62" fmla="*/ 114 w 114"/>
                <a:gd name="T63" fmla="*/ 96 h 130"/>
                <a:gd name="T64" fmla="*/ 108 w 114"/>
                <a:gd name="T65" fmla="*/ 98 h 130"/>
                <a:gd name="T66" fmla="*/ 108 w 114"/>
                <a:gd name="T67" fmla="*/ 98 h 130"/>
                <a:gd name="T68" fmla="*/ 102 w 114"/>
                <a:gd name="T69" fmla="*/ 108 h 130"/>
                <a:gd name="T70" fmla="*/ 94 w 114"/>
                <a:gd name="T71" fmla="*/ 116 h 130"/>
                <a:gd name="T72" fmla="*/ 84 w 114"/>
                <a:gd name="T73" fmla="*/ 120 h 130"/>
                <a:gd name="T74" fmla="*/ 72 w 114"/>
                <a:gd name="T75" fmla="*/ 124 h 130"/>
                <a:gd name="T76" fmla="*/ 72 w 114"/>
                <a:gd name="T77" fmla="*/ 124 h 130"/>
                <a:gd name="T78" fmla="*/ 62 w 114"/>
                <a:gd name="T79" fmla="*/ 126 h 130"/>
                <a:gd name="T80" fmla="*/ 62 w 114"/>
                <a:gd name="T81" fmla="*/ 126 h 130"/>
                <a:gd name="T82" fmla="*/ 54 w 114"/>
                <a:gd name="T83" fmla="*/ 124 h 130"/>
                <a:gd name="T84" fmla="*/ 44 w 114"/>
                <a:gd name="T85" fmla="*/ 122 h 130"/>
                <a:gd name="T86" fmla="*/ 34 w 114"/>
                <a:gd name="T87" fmla="*/ 116 h 130"/>
                <a:gd name="T88" fmla="*/ 26 w 114"/>
                <a:gd name="T89" fmla="*/ 110 h 130"/>
                <a:gd name="T90" fmla="*/ 20 w 114"/>
                <a:gd name="T91" fmla="*/ 104 h 130"/>
                <a:gd name="T92" fmla="*/ 14 w 114"/>
                <a:gd name="T93" fmla="*/ 94 h 130"/>
                <a:gd name="T94" fmla="*/ 10 w 114"/>
                <a:gd name="T95" fmla="*/ 86 h 130"/>
                <a:gd name="T96" fmla="*/ 6 w 114"/>
                <a:gd name="T97" fmla="*/ 74 h 130"/>
                <a:gd name="T98" fmla="*/ 6 w 114"/>
                <a:gd name="T99" fmla="*/ 74 h 130"/>
                <a:gd name="T100" fmla="*/ 4 w 114"/>
                <a:gd name="T101" fmla="*/ 64 h 130"/>
                <a:gd name="T102" fmla="*/ 6 w 114"/>
                <a:gd name="T103" fmla="*/ 54 h 130"/>
                <a:gd name="T104" fmla="*/ 8 w 114"/>
                <a:gd name="T105" fmla="*/ 44 h 130"/>
                <a:gd name="T106" fmla="*/ 10 w 114"/>
                <a:gd name="T107" fmla="*/ 34 h 130"/>
                <a:gd name="T108" fmla="*/ 16 w 114"/>
                <a:gd name="T109" fmla="*/ 26 h 130"/>
                <a:gd name="T110" fmla="*/ 22 w 114"/>
                <a:gd name="T111" fmla="*/ 18 h 130"/>
                <a:gd name="T112" fmla="*/ 30 w 114"/>
                <a:gd name="T113" fmla="*/ 12 h 130"/>
                <a:gd name="T114" fmla="*/ 38 w 114"/>
                <a:gd name="T115" fmla="*/ 6 h 130"/>
                <a:gd name="T116" fmla="*/ 38 w 114"/>
                <a:gd name="T117" fmla="*/ 6 h 130"/>
                <a:gd name="T118" fmla="*/ 40 w 114"/>
                <a:gd name="T1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 h="130">
                  <a:moveTo>
                    <a:pt x="40" y="0"/>
                  </a:moveTo>
                  <a:lnTo>
                    <a:pt x="40" y="0"/>
                  </a:lnTo>
                  <a:lnTo>
                    <a:pt x="32" y="4"/>
                  </a:lnTo>
                  <a:lnTo>
                    <a:pt x="24" y="10"/>
                  </a:lnTo>
                  <a:lnTo>
                    <a:pt x="16" y="16"/>
                  </a:lnTo>
                  <a:lnTo>
                    <a:pt x="10" y="24"/>
                  </a:lnTo>
                  <a:lnTo>
                    <a:pt x="6" y="34"/>
                  </a:lnTo>
                  <a:lnTo>
                    <a:pt x="2" y="42"/>
                  </a:lnTo>
                  <a:lnTo>
                    <a:pt x="0" y="52"/>
                  </a:lnTo>
                  <a:lnTo>
                    <a:pt x="0" y="62"/>
                  </a:lnTo>
                  <a:lnTo>
                    <a:pt x="0" y="62"/>
                  </a:lnTo>
                  <a:lnTo>
                    <a:pt x="2" y="76"/>
                  </a:lnTo>
                  <a:lnTo>
                    <a:pt x="2" y="76"/>
                  </a:lnTo>
                  <a:lnTo>
                    <a:pt x="6" y="90"/>
                  </a:lnTo>
                  <a:lnTo>
                    <a:pt x="6" y="90"/>
                  </a:lnTo>
                  <a:lnTo>
                    <a:pt x="10" y="100"/>
                  </a:lnTo>
                  <a:lnTo>
                    <a:pt x="18" y="108"/>
                  </a:lnTo>
                  <a:lnTo>
                    <a:pt x="24" y="116"/>
                  </a:lnTo>
                  <a:lnTo>
                    <a:pt x="32" y="122"/>
                  </a:lnTo>
                  <a:lnTo>
                    <a:pt x="32" y="122"/>
                  </a:lnTo>
                  <a:lnTo>
                    <a:pt x="48" y="128"/>
                  </a:lnTo>
                  <a:lnTo>
                    <a:pt x="64" y="130"/>
                  </a:lnTo>
                  <a:lnTo>
                    <a:pt x="64" y="130"/>
                  </a:lnTo>
                  <a:lnTo>
                    <a:pt x="74" y="130"/>
                  </a:lnTo>
                  <a:lnTo>
                    <a:pt x="74" y="130"/>
                  </a:lnTo>
                  <a:lnTo>
                    <a:pt x="82" y="128"/>
                  </a:lnTo>
                  <a:lnTo>
                    <a:pt x="82" y="128"/>
                  </a:lnTo>
                  <a:lnTo>
                    <a:pt x="92" y="122"/>
                  </a:lnTo>
                  <a:lnTo>
                    <a:pt x="102" y="116"/>
                  </a:lnTo>
                  <a:lnTo>
                    <a:pt x="108" y="106"/>
                  </a:lnTo>
                  <a:lnTo>
                    <a:pt x="114" y="96"/>
                  </a:lnTo>
                  <a:lnTo>
                    <a:pt x="114" y="96"/>
                  </a:lnTo>
                  <a:lnTo>
                    <a:pt x="108" y="98"/>
                  </a:lnTo>
                  <a:lnTo>
                    <a:pt x="108" y="98"/>
                  </a:lnTo>
                  <a:lnTo>
                    <a:pt x="102" y="108"/>
                  </a:lnTo>
                  <a:lnTo>
                    <a:pt x="94" y="116"/>
                  </a:lnTo>
                  <a:lnTo>
                    <a:pt x="84" y="120"/>
                  </a:lnTo>
                  <a:lnTo>
                    <a:pt x="72" y="124"/>
                  </a:lnTo>
                  <a:lnTo>
                    <a:pt x="72" y="124"/>
                  </a:lnTo>
                  <a:lnTo>
                    <a:pt x="62" y="126"/>
                  </a:lnTo>
                  <a:lnTo>
                    <a:pt x="62" y="126"/>
                  </a:lnTo>
                  <a:lnTo>
                    <a:pt x="54" y="124"/>
                  </a:lnTo>
                  <a:lnTo>
                    <a:pt x="44" y="122"/>
                  </a:lnTo>
                  <a:lnTo>
                    <a:pt x="34" y="116"/>
                  </a:lnTo>
                  <a:lnTo>
                    <a:pt x="26" y="110"/>
                  </a:lnTo>
                  <a:lnTo>
                    <a:pt x="20" y="104"/>
                  </a:lnTo>
                  <a:lnTo>
                    <a:pt x="14" y="94"/>
                  </a:lnTo>
                  <a:lnTo>
                    <a:pt x="10" y="86"/>
                  </a:lnTo>
                  <a:lnTo>
                    <a:pt x="6" y="74"/>
                  </a:lnTo>
                  <a:lnTo>
                    <a:pt x="6" y="74"/>
                  </a:lnTo>
                  <a:lnTo>
                    <a:pt x="4" y="64"/>
                  </a:lnTo>
                  <a:lnTo>
                    <a:pt x="6" y="54"/>
                  </a:lnTo>
                  <a:lnTo>
                    <a:pt x="8" y="44"/>
                  </a:lnTo>
                  <a:lnTo>
                    <a:pt x="10" y="34"/>
                  </a:lnTo>
                  <a:lnTo>
                    <a:pt x="16" y="26"/>
                  </a:lnTo>
                  <a:lnTo>
                    <a:pt x="22" y="18"/>
                  </a:lnTo>
                  <a:lnTo>
                    <a:pt x="30" y="12"/>
                  </a:lnTo>
                  <a:lnTo>
                    <a:pt x="38" y="6"/>
                  </a:lnTo>
                  <a:lnTo>
                    <a:pt x="38" y="6"/>
                  </a:lnTo>
                  <a:lnTo>
                    <a:pt x="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8" name="Freeform 421"/>
            <p:cNvSpPr>
              <a:spLocks/>
            </p:cNvSpPr>
            <p:nvPr/>
          </p:nvSpPr>
          <p:spPr bwMode="auto">
            <a:xfrm>
              <a:off x="2806246" y="3770086"/>
              <a:ext cx="165100" cy="190500"/>
            </a:xfrm>
            <a:custGeom>
              <a:avLst/>
              <a:gdLst>
                <a:gd name="T0" fmla="*/ 34 w 104"/>
                <a:gd name="T1" fmla="*/ 0 h 120"/>
                <a:gd name="T2" fmla="*/ 34 w 104"/>
                <a:gd name="T3" fmla="*/ 0 h 120"/>
                <a:gd name="T4" fmla="*/ 26 w 104"/>
                <a:gd name="T5" fmla="*/ 6 h 120"/>
                <a:gd name="T6" fmla="*/ 18 w 104"/>
                <a:gd name="T7" fmla="*/ 12 h 120"/>
                <a:gd name="T8" fmla="*/ 12 w 104"/>
                <a:gd name="T9" fmla="*/ 20 h 120"/>
                <a:gd name="T10" fmla="*/ 6 w 104"/>
                <a:gd name="T11" fmla="*/ 28 h 120"/>
                <a:gd name="T12" fmla="*/ 4 w 104"/>
                <a:gd name="T13" fmla="*/ 38 h 120"/>
                <a:gd name="T14" fmla="*/ 2 w 104"/>
                <a:gd name="T15" fmla="*/ 48 h 120"/>
                <a:gd name="T16" fmla="*/ 0 w 104"/>
                <a:gd name="T17" fmla="*/ 58 h 120"/>
                <a:gd name="T18" fmla="*/ 2 w 104"/>
                <a:gd name="T19" fmla="*/ 68 h 120"/>
                <a:gd name="T20" fmla="*/ 2 w 104"/>
                <a:gd name="T21" fmla="*/ 68 h 120"/>
                <a:gd name="T22" fmla="*/ 6 w 104"/>
                <a:gd name="T23" fmla="*/ 80 h 120"/>
                <a:gd name="T24" fmla="*/ 10 w 104"/>
                <a:gd name="T25" fmla="*/ 88 h 120"/>
                <a:gd name="T26" fmla="*/ 16 w 104"/>
                <a:gd name="T27" fmla="*/ 98 h 120"/>
                <a:gd name="T28" fmla="*/ 22 w 104"/>
                <a:gd name="T29" fmla="*/ 104 h 120"/>
                <a:gd name="T30" fmla="*/ 30 w 104"/>
                <a:gd name="T31" fmla="*/ 110 h 120"/>
                <a:gd name="T32" fmla="*/ 40 w 104"/>
                <a:gd name="T33" fmla="*/ 116 h 120"/>
                <a:gd name="T34" fmla="*/ 50 w 104"/>
                <a:gd name="T35" fmla="*/ 118 h 120"/>
                <a:gd name="T36" fmla="*/ 58 w 104"/>
                <a:gd name="T37" fmla="*/ 120 h 120"/>
                <a:gd name="T38" fmla="*/ 58 w 104"/>
                <a:gd name="T39" fmla="*/ 120 h 120"/>
                <a:gd name="T40" fmla="*/ 68 w 104"/>
                <a:gd name="T41" fmla="*/ 118 h 120"/>
                <a:gd name="T42" fmla="*/ 68 w 104"/>
                <a:gd name="T43" fmla="*/ 118 h 120"/>
                <a:gd name="T44" fmla="*/ 80 w 104"/>
                <a:gd name="T45" fmla="*/ 114 h 120"/>
                <a:gd name="T46" fmla="*/ 90 w 104"/>
                <a:gd name="T47" fmla="*/ 110 h 120"/>
                <a:gd name="T48" fmla="*/ 98 w 104"/>
                <a:gd name="T49" fmla="*/ 102 h 120"/>
                <a:gd name="T50" fmla="*/ 104 w 104"/>
                <a:gd name="T51" fmla="*/ 92 h 120"/>
                <a:gd name="T52" fmla="*/ 104 w 104"/>
                <a:gd name="T53" fmla="*/ 92 h 120"/>
                <a:gd name="T54" fmla="*/ 104 w 104"/>
                <a:gd name="T55" fmla="*/ 92 h 120"/>
                <a:gd name="T56" fmla="*/ 104 w 104"/>
                <a:gd name="T57" fmla="*/ 92 h 120"/>
                <a:gd name="T58" fmla="*/ 100 w 104"/>
                <a:gd name="T59" fmla="*/ 94 h 120"/>
                <a:gd name="T60" fmla="*/ 100 w 104"/>
                <a:gd name="T61" fmla="*/ 94 h 120"/>
                <a:gd name="T62" fmla="*/ 94 w 104"/>
                <a:gd name="T63" fmla="*/ 102 h 120"/>
                <a:gd name="T64" fmla="*/ 86 w 104"/>
                <a:gd name="T65" fmla="*/ 108 h 120"/>
                <a:gd name="T66" fmla="*/ 78 w 104"/>
                <a:gd name="T67" fmla="*/ 112 h 120"/>
                <a:gd name="T68" fmla="*/ 68 w 104"/>
                <a:gd name="T69" fmla="*/ 116 h 120"/>
                <a:gd name="T70" fmla="*/ 68 w 104"/>
                <a:gd name="T71" fmla="*/ 116 h 120"/>
                <a:gd name="T72" fmla="*/ 58 w 104"/>
                <a:gd name="T73" fmla="*/ 116 h 120"/>
                <a:gd name="T74" fmla="*/ 58 w 104"/>
                <a:gd name="T75" fmla="*/ 116 h 120"/>
                <a:gd name="T76" fmla="*/ 50 w 104"/>
                <a:gd name="T77" fmla="*/ 116 h 120"/>
                <a:gd name="T78" fmla="*/ 40 w 104"/>
                <a:gd name="T79" fmla="*/ 112 h 120"/>
                <a:gd name="T80" fmla="*/ 32 w 104"/>
                <a:gd name="T81" fmla="*/ 108 h 120"/>
                <a:gd name="T82" fmla="*/ 24 w 104"/>
                <a:gd name="T83" fmla="*/ 102 h 120"/>
                <a:gd name="T84" fmla="*/ 18 w 104"/>
                <a:gd name="T85" fmla="*/ 96 h 120"/>
                <a:gd name="T86" fmla="*/ 12 w 104"/>
                <a:gd name="T87" fmla="*/ 88 h 120"/>
                <a:gd name="T88" fmla="*/ 8 w 104"/>
                <a:gd name="T89" fmla="*/ 78 h 120"/>
                <a:gd name="T90" fmla="*/ 4 w 104"/>
                <a:gd name="T91" fmla="*/ 68 h 120"/>
                <a:gd name="T92" fmla="*/ 4 w 104"/>
                <a:gd name="T93" fmla="*/ 68 h 120"/>
                <a:gd name="T94" fmla="*/ 4 w 104"/>
                <a:gd name="T95" fmla="*/ 58 h 120"/>
                <a:gd name="T96" fmla="*/ 4 w 104"/>
                <a:gd name="T97" fmla="*/ 48 h 120"/>
                <a:gd name="T98" fmla="*/ 6 w 104"/>
                <a:gd name="T99" fmla="*/ 40 h 120"/>
                <a:gd name="T100" fmla="*/ 8 w 104"/>
                <a:gd name="T101" fmla="*/ 30 h 120"/>
                <a:gd name="T102" fmla="*/ 12 w 104"/>
                <a:gd name="T103" fmla="*/ 22 h 120"/>
                <a:gd name="T104" fmla="*/ 18 w 104"/>
                <a:gd name="T105" fmla="*/ 16 h 120"/>
                <a:gd name="T106" fmla="*/ 24 w 104"/>
                <a:gd name="T107" fmla="*/ 10 h 120"/>
                <a:gd name="T108" fmla="*/ 32 w 104"/>
                <a:gd name="T109" fmla="*/ 4 h 120"/>
                <a:gd name="T110" fmla="*/ 32 w 104"/>
                <a:gd name="T111" fmla="*/ 4 h 120"/>
                <a:gd name="T112" fmla="*/ 34 w 1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120">
                  <a:moveTo>
                    <a:pt x="34" y="0"/>
                  </a:moveTo>
                  <a:lnTo>
                    <a:pt x="34" y="0"/>
                  </a:lnTo>
                  <a:lnTo>
                    <a:pt x="26" y="6"/>
                  </a:lnTo>
                  <a:lnTo>
                    <a:pt x="18" y="12"/>
                  </a:lnTo>
                  <a:lnTo>
                    <a:pt x="12" y="20"/>
                  </a:lnTo>
                  <a:lnTo>
                    <a:pt x="6" y="28"/>
                  </a:lnTo>
                  <a:lnTo>
                    <a:pt x="4" y="38"/>
                  </a:lnTo>
                  <a:lnTo>
                    <a:pt x="2" y="48"/>
                  </a:lnTo>
                  <a:lnTo>
                    <a:pt x="0" y="58"/>
                  </a:lnTo>
                  <a:lnTo>
                    <a:pt x="2" y="68"/>
                  </a:lnTo>
                  <a:lnTo>
                    <a:pt x="2" y="68"/>
                  </a:lnTo>
                  <a:lnTo>
                    <a:pt x="6" y="80"/>
                  </a:lnTo>
                  <a:lnTo>
                    <a:pt x="10" y="88"/>
                  </a:lnTo>
                  <a:lnTo>
                    <a:pt x="16" y="98"/>
                  </a:lnTo>
                  <a:lnTo>
                    <a:pt x="22" y="104"/>
                  </a:lnTo>
                  <a:lnTo>
                    <a:pt x="30" y="110"/>
                  </a:lnTo>
                  <a:lnTo>
                    <a:pt x="40" y="116"/>
                  </a:lnTo>
                  <a:lnTo>
                    <a:pt x="50" y="118"/>
                  </a:lnTo>
                  <a:lnTo>
                    <a:pt x="58" y="120"/>
                  </a:lnTo>
                  <a:lnTo>
                    <a:pt x="58" y="120"/>
                  </a:lnTo>
                  <a:lnTo>
                    <a:pt x="68" y="118"/>
                  </a:lnTo>
                  <a:lnTo>
                    <a:pt x="68" y="118"/>
                  </a:lnTo>
                  <a:lnTo>
                    <a:pt x="80" y="114"/>
                  </a:lnTo>
                  <a:lnTo>
                    <a:pt x="90" y="110"/>
                  </a:lnTo>
                  <a:lnTo>
                    <a:pt x="98" y="102"/>
                  </a:lnTo>
                  <a:lnTo>
                    <a:pt x="104" y="92"/>
                  </a:lnTo>
                  <a:lnTo>
                    <a:pt x="104" y="92"/>
                  </a:lnTo>
                  <a:lnTo>
                    <a:pt x="104" y="92"/>
                  </a:lnTo>
                  <a:lnTo>
                    <a:pt x="104" y="92"/>
                  </a:lnTo>
                  <a:lnTo>
                    <a:pt x="100" y="94"/>
                  </a:lnTo>
                  <a:lnTo>
                    <a:pt x="100" y="94"/>
                  </a:lnTo>
                  <a:lnTo>
                    <a:pt x="94" y="102"/>
                  </a:lnTo>
                  <a:lnTo>
                    <a:pt x="86" y="108"/>
                  </a:lnTo>
                  <a:lnTo>
                    <a:pt x="78" y="112"/>
                  </a:lnTo>
                  <a:lnTo>
                    <a:pt x="68" y="116"/>
                  </a:lnTo>
                  <a:lnTo>
                    <a:pt x="68" y="116"/>
                  </a:lnTo>
                  <a:lnTo>
                    <a:pt x="58" y="116"/>
                  </a:lnTo>
                  <a:lnTo>
                    <a:pt x="58" y="116"/>
                  </a:lnTo>
                  <a:lnTo>
                    <a:pt x="50" y="116"/>
                  </a:lnTo>
                  <a:lnTo>
                    <a:pt x="40" y="112"/>
                  </a:lnTo>
                  <a:lnTo>
                    <a:pt x="32" y="108"/>
                  </a:lnTo>
                  <a:lnTo>
                    <a:pt x="24" y="102"/>
                  </a:lnTo>
                  <a:lnTo>
                    <a:pt x="18" y="96"/>
                  </a:lnTo>
                  <a:lnTo>
                    <a:pt x="12" y="88"/>
                  </a:lnTo>
                  <a:lnTo>
                    <a:pt x="8" y="78"/>
                  </a:lnTo>
                  <a:lnTo>
                    <a:pt x="4" y="68"/>
                  </a:lnTo>
                  <a:lnTo>
                    <a:pt x="4" y="68"/>
                  </a:lnTo>
                  <a:lnTo>
                    <a:pt x="4" y="58"/>
                  </a:lnTo>
                  <a:lnTo>
                    <a:pt x="4" y="48"/>
                  </a:lnTo>
                  <a:lnTo>
                    <a:pt x="6" y="40"/>
                  </a:lnTo>
                  <a:lnTo>
                    <a:pt x="8" y="30"/>
                  </a:lnTo>
                  <a:lnTo>
                    <a:pt x="12" y="22"/>
                  </a:lnTo>
                  <a:lnTo>
                    <a:pt x="18" y="16"/>
                  </a:lnTo>
                  <a:lnTo>
                    <a:pt x="24" y="10"/>
                  </a:lnTo>
                  <a:lnTo>
                    <a:pt x="32" y="4"/>
                  </a:lnTo>
                  <a:lnTo>
                    <a:pt x="32" y="4"/>
                  </a:lnTo>
                  <a:lnTo>
                    <a:pt x="34" y="0"/>
                  </a:ln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9" name="Freeform 422"/>
            <p:cNvSpPr>
              <a:spLocks/>
            </p:cNvSpPr>
            <p:nvPr/>
          </p:nvSpPr>
          <p:spPr bwMode="auto">
            <a:xfrm>
              <a:off x="2806246" y="3770086"/>
              <a:ext cx="165100" cy="190500"/>
            </a:xfrm>
            <a:custGeom>
              <a:avLst/>
              <a:gdLst>
                <a:gd name="T0" fmla="*/ 34 w 104"/>
                <a:gd name="T1" fmla="*/ 0 h 120"/>
                <a:gd name="T2" fmla="*/ 34 w 104"/>
                <a:gd name="T3" fmla="*/ 0 h 120"/>
                <a:gd name="T4" fmla="*/ 26 w 104"/>
                <a:gd name="T5" fmla="*/ 6 h 120"/>
                <a:gd name="T6" fmla="*/ 18 w 104"/>
                <a:gd name="T7" fmla="*/ 12 h 120"/>
                <a:gd name="T8" fmla="*/ 12 w 104"/>
                <a:gd name="T9" fmla="*/ 20 h 120"/>
                <a:gd name="T10" fmla="*/ 6 w 104"/>
                <a:gd name="T11" fmla="*/ 28 h 120"/>
                <a:gd name="T12" fmla="*/ 4 w 104"/>
                <a:gd name="T13" fmla="*/ 38 h 120"/>
                <a:gd name="T14" fmla="*/ 2 w 104"/>
                <a:gd name="T15" fmla="*/ 48 h 120"/>
                <a:gd name="T16" fmla="*/ 0 w 104"/>
                <a:gd name="T17" fmla="*/ 58 h 120"/>
                <a:gd name="T18" fmla="*/ 2 w 104"/>
                <a:gd name="T19" fmla="*/ 68 h 120"/>
                <a:gd name="T20" fmla="*/ 2 w 104"/>
                <a:gd name="T21" fmla="*/ 68 h 120"/>
                <a:gd name="T22" fmla="*/ 6 w 104"/>
                <a:gd name="T23" fmla="*/ 80 h 120"/>
                <a:gd name="T24" fmla="*/ 10 w 104"/>
                <a:gd name="T25" fmla="*/ 88 h 120"/>
                <a:gd name="T26" fmla="*/ 16 w 104"/>
                <a:gd name="T27" fmla="*/ 98 h 120"/>
                <a:gd name="T28" fmla="*/ 22 w 104"/>
                <a:gd name="T29" fmla="*/ 104 h 120"/>
                <a:gd name="T30" fmla="*/ 30 w 104"/>
                <a:gd name="T31" fmla="*/ 110 h 120"/>
                <a:gd name="T32" fmla="*/ 40 w 104"/>
                <a:gd name="T33" fmla="*/ 116 h 120"/>
                <a:gd name="T34" fmla="*/ 50 w 104"/>
                <a:gd name="T35" fmla="*/ 118 h 120"/>
                <a:gd name="T36" fmla="*/ 58 w 104"/>
                <a:gd name="T37" fmla="*/ 120 h 120"/>
                <a:gd name="T38" fmla="*/ 58 w 104"/>
                <a:gd name="T39" fmla="*/ 120 h 120"/>
                <a:gd name="T40" fmla="*/ 68 w 104"/>
                <a:gd name="T41" fmla="*/ 118 h 120"/>
                <a:gd name="T42" fmla="*/ 68 w 104"/>
                <a:gd name="T43" fmla="*/ 118 h 120"/>
                <a:gd name="T44" fmla="*/ 80 w 104"/>
                <a:gd name="T45" fmla="*/ 114 h 120"/>
                <a:gd name="T46" fmla="*/ 90 w 104"/>
                <a:gd name="T47" fmla="*/ 110 h 120"/>
                <a:gd name="T48" fmla="*/ 98 w 104"/>
                <a:gd name="T49" fmla="*/ 102 h 120"/>
                <a:gd name="T50" fmla="*/ 104 w 104"/>
                <a:gd name="T51" fmla="*/ 92 h 120"/>
                <a:gd name="T52" fmla="*/ 104 w 104"/>
                <a:gd name="T53" fmla="*/ 92 h 120"/>
                <a:gd name="T54" fmla="*/ 104 w 104"/>
                <a:gd name="T55" fmla="*/ 92 h 120"/>
                <a:gd name="T56" fmla="*/ 104 w 104"/>
                <a:gd name="T57" fmla="*/ 92 h 120"/>
                <a:gd name="T58" fmla="*/ 100 w 104"/>
                <a:gd name="T59" fmla="*/ 94 h 120"/>
                <a:gd name="T60" fmla="*/ 100 w 104"/>
                <a:gd name="T61" fmla="*/ 94 h 120"/>
                <a:gd name="T62" fmla="*/ 94 w 104"/>
                <a:gd name="T63" fmla="*/ 102 h 120"/>
                <a:gd name="T64" fmla="*/ 86 w 104"/>
                <a:gd name="T65" fmla="*/ 108 h 120"/>
                <a:gd name="T66" fmla="*/ 78 w 104"/>
                <a:gd name="T67" fmla="*/ 112 h 120"/>
                <a:gd name="T68" fmla="*/ 68 w 104"/>
                <a:gd name="T69" fmla="*/ 116 h 120"/>
                <a:gd name="T70" fmla="*/ 68 w 104"/>
                <a:gd name="T71" fmla="*/ 116 h 120"/>
                <a:gd name="T72" fmla="*/ 58 w 104"/>
                <a:gd name="T73" fmla="*/ 116 h 120"/>
                <a:gd name="T74" fmla="*/ 58 w 104"/>
                <a:gd name="T75" fmla="*/ 116 h 120"/>
                <a:gd name="T76" fmla="*/ 50 w 104"/>
                <a:gd name="T77" fmla="*/ 116 h 120"/>
                <a:gd name="T78" fmla="*/ 40 w 104"/>
                <a:gd name="T79" fmla="*/ 112 h 120"/>
                <a:gd name="T80" fmla="*/ 32 w 104"/>
                <a:gd name="T81" fmla="*/ 108 h 120"/>
                <a:gd name="T82" fmla="*/ 24 w 104"/>
                <a:gd name="T83" fmla="*/ 102 h 120"/>
                <a:gd name="T84" fmla="*/ 18 w 104"/>
                <a:gd name="T85" fmla="*/ 96 h 120"/>
                <a:gd name="T86" fmla="*/ 12 w 104"/>
                <a:gd name="T87" fmla="*/ 88 h 120"/>
                <a:gd name="T88" fmla="*/ 8 w 104"/>
                <a:gd name="T89" fmla="*/ 78 h 120"/>
                <a:gd name="T90" fmla="*/ 4 w 104"/>
                <a:gd name="T91" fmla="*/ 68 h 120"/>
                <a:gd name="T92" fmla="*/ 4 w 104"/>
                <a:gd name="T93" fmla="*/ 68 h 120"/>
                <a:gd name="T94" fmla="*/ 4 w 104"/>
                <a:gd name="T95" fmla="*/ 58 h 120"/>
                <a:gd name="T96" fmla="*/ 4 w 104"/>
                <a:gd name="T97" fmla="*/ 48 h 120"/>
                <a:gd name="T98" fmla="*/ 6 w 104"/>
                <a:gd name="T99" fmla="*/ 40 h 120"/>
                <a:gd name="T100" fmla="*/ 8 w 104"/>
                <a:gd name="T101" fmla="*/ 30 h 120"/>
                <a:gd name="T102" fmla="*/ 12 w 104"/>
                <a:gd name="T103" fmla="*/ 22 h 120"/>
                <a:gd name="T104" fmla="*/ 18 w 104"/>
                <a:gd name="T105" fmla="*/ 16 h 120"/>
                <a:gd name="T106" fmla="*/ 24 w 104"/>
                <a:gd name="T107" fmla="*/ 10 h 120"/>
                <a:gd name="T108" fmla="*/ 32 w 104"/>
                <a:gd name="T109" fmla="*/ 4 h 120"/>
                <a:gd name="T110" fmla="*/ 32 w 104"/>
                <a:gd name="T111" fmla="*/ 4 h 120"/>
                <a:gd name="T112" fmla="*/ 34 w 1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120">
                  <a:moveTo>
                    <a:pt x="34" y="0"/>
                  </a:moveTo>
                  <a:lnTo>
                    <a:pt x="34" y="0"/>
                  </a:lnTo>
                  <a:lnTo>
                    <a:pt x="26" y="6"/>
                  </a:lnTo>
                  <a:lnTo>
                    <a:pt x="18" y="12"/>
                  </a:lnTo>
                  <a:lnTo>
                    <a:pt x="12" y="20"/>
                  </a:lnTo>
                  <a:lnTo>
                    <a:pt x="6" y="28"/>
                  </a:lnTo>
                  <a:lnTo>
                    <a:pt x="4" y="38"/>
                  </a:lnTo>
                  <a:lnTo>
                    <a:pt x="2" y="48"/>
                  </a:lnTo>
                  <a:lnTo>
                    <a:pt x="0" y="58"/>
                  </a:lnTo>
                  <a:lnTo>
                    <a:pt x="2" y="68"/>
                  </a:lnTo>
                  <a:lnTo>
                    <a:pt x="2" y="68"/>
                  </a:lnTo>
                  <a:lnTo>
                    <a:pt x="6" y="80"/>
                  </a:lnTo>
                  <a:lnTo>
                    <a:pt x="10" y="88"/>
                  </a:lnTo>
                  <a:lnTo>
                    <a:pt x="16" y="98"/>
                  </a:lnTo>
                  <a:lnTo>
                    <a:pt x="22" y="104"/>
                  </a:lnTo>
                  <a:lnTo>
                    <a:pt x="30" y="110"/>
                  </a:lnTo>
                  <a:lnTo>
                    <a:pt x="40" y="116"/>
                  </a:lnTo>
                  <a:lnTo>
                    <a:pt x="50" y="118"/>
                  </a:lnTo>
                  <a:lnTo>
                    <a:pt x="58" y="120"/>
                  </a:lnTo>
                  <a:lnTo>
                    <a:pt x="58" y="120"/>
                  </a:lnTo>
                  <a:lnTo>
                    <a:pt x="68" y="118"/>
                  </a:lnTo>
                  <a:lnTo>
                    <a:pt x="68" y="118"/>
                  </a:lnTo>
                  <a:lnTo>
                    <a:pt x="80" y="114"/>
                  </a:lnTo>
                  <a:lnTo>
                    <a:pt x="90" y="110"/>
                  </a:lnTo>
                  <a:lnTo>
                    <a:pt x="98" y="102"/>
                  </a:lnTo>
                  <a:lnTo>
                    <a:pt x="104" y="92"/>
                  </a:lnTo>
                  <a:lnTo>
                    <a:pt x="104" y="92"/>
                  </a:lnTo>
                  <a:lnTo>
                    <a:pt x="104" y="92"/>
                  </a:lnTo>
                  <a:lnTo>
                    <a:pt x="104" y="92"/>
                  </a:lnTo>
                  <a:lnTo>
                    <a:pt x="100" y="94"/>
                  </a:lnTo>
                  <a:lnTo>
                    <a:pt x="100" y="94"/>
                  </a:lnTo>
                  <a:lnTo>
                    <a:pt x="94" y="102"/>
                  </a:lnTo>
                  <a:lnTo>
                    <a:pt x="86" y="108"/>
                  </a:lnTo>
                  <a:lnTo>
                    <a:pt x="78" y="112"/>
                  </a:lnTo>
                  <a:lnTo>
                    <a:pt x="68" y="116"/>
                  </a:lnTo>
                  <a:lnTo>
                    <a:pt x="68" y="116"/>
                  </a:lnTo>
                  <a:lnTo>
                    <a:pt x="58" y="116"/>
                  </a:lnTo>
                  <a:lnTo>
                    <a:pt x="58" y="116"/>
                  </a:lnTo>
                  <a:lnTo>
                    <a:pt x="50" y="116"/>
                  </a:lnTo>
                  <a:lnTo>
                    <a:pt x="40" y="112"/>
                  </a:lnTo>
                  <a:lnTo>
                    <a:pt x="32" y="108"/>
                  </a:lnTo>
                  <a:lnTo>
                    <a:pt x="24" y="102"/>
                  </a:lnTo>
                  <a:lnTo>
                    <a:pt x="18" y="96"/>
                  </a:lnTo>
                  <a:lnTo>
                    <a:pt x="12" y="88"/>
                  </a:lnTo>
                  <a:lnTo>
                    <a:pt x="8" y="78"/>
                  </a:lnTo>
                  <a:lnTo>
                    <a:pt x="4" y="68"/>
                  </a:lnTo>
                  <a:lnTo>
                    <a:pt x="4" y="68"/>
                  </a:lnTo>
                  <a:lnTo>
                    <a:pt x="4" y="58"/>
                  </a:lnTo>
                  <a:lnTo>
                    <a:pt x="4" y="48"/>
                  </a:lnTo>
                  <a:lnTo>
                    <a:pt x="6" y="40"/>
                  </a:lnTo>
                  <a:lnTo>
                    <a:pt x="8" y="30"/>
                  </a:lnTo>
                  <a:lnTo>
                    <a:pt x="12" y="22"/>
                  </a:lnTo>
                  <a:lnTo>
                    <a:pt x="18" y="16"/>
                  </a:lnTo>
                  <a:lnTo>
                    <a:pt x="24" y="10"/>
                  </a:lnTo>
                  <a:lnTo>
                    <a:pt x="32" y="4"/>
                  </a:lnTo>
                  <a:lnTo>
                    <a:pt x="32" y="4"/>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0" name="Freeform 423"/>
            <p:cNvSpPr>
              <a:spLocks/>
            </p:cNvSpPr>
            <p:nvPr/>
          </p:nvSpPr>
          <p:spPr bwMode="auto">
            <a:xfrm>
              <a:off x="2812596" y="3776436"/>
              <a:ext cx="152400" cy="177800"/>
            </a:xfrm>
            <a:custGeom>
              <a:avLst/>
              <a:gdLst>
                <a:gd name="T0" fmla="*/ 28 w 96"/>
                <a:gd name="T1" fmla="*/ 0 h 112"/>
                <a:gd name="T2" fmla="*/ 28 w 96"/>
                <a:gd name="T3" fmla="*/ 0 h 112"/>
                <a:gd name="T4" fmla="*/ 20 w 96"/>
                <a:gd name="T5" fmla="*/ 6 h 112"/>
                <a:gd name="T6" fmla="*/ 14 w 96"/>
                <a:gd name="T7" fmla="*/ 12 h 112"/>
                <a:gd name="T8" fmla="*/ 8 w 96"/>
                <a:gd name="T9" fmla="*/ 18 h 112"/>
                <a:gd name="T10" fmla="*/ 4 w 96"/>
                <a:gd name="T11" fmla="*/ 26 h 112"/>
                <a:gd name="T12" fmla="*/ 2 w 96"/>
                <a:gd name="T13" fmla="*/ 36 h 112"/>
                <a:gd name="T14" fmla="*/ 0 w 96"/>
                <a:gd name="T15" fmla="*/ 44 h 112"/>
                <a:gd name="T16" fmla="*/ 0 w 96"/>
                <a:gd name="T17" fmla="*/ 54 h 112"/>
                <a:gd name="T18" fmla="*/ 0 w 96"/>
                <a:gd name="T19" fmla="*/ 64 h 112"/>
                <a:gd name="T20" fmla="*/ 0 w 96"/>
                <a:gd name="T21" fmla="*/ 64 h 112"/>
                <a:gd name="T22" fmla="*/ 4 w 96"/>
                <a:gd name="T23" fmla="*/ 74 h 112"/>
                <a:gd name="T24" fmla="*/ 8 w 96"/>
                <a:gd name="T25" fmla="*/ 84 h 112"/>
                <a:gd name="T26" fmla="*/ 14 w 96"/>
                <a:gd name="T27" fmla="*/ 92 h 112"/>
                <a:gd name="T28" fmla="*/ 20 w 96"/>
                <a:gd name="T29" fmla="*/ 98 h 112"/>
                <a:gd name="T30" fmla="*/ 28 w 96"/>
                <a:gd name="T31" fmla="*/ 104 h 112"/>
                <a:gd name="T32" fmla="*/ 36 w 96"/>
                <a:gd name="T33" fmla="*/ 108 h 112"/>
                <a:gd name="T34" fmla="*/ 46 w 96"/>
                <a:gd name="T35" fmla="*/ 112 h 112"/>
                <a:gd name="T36" fmla="*/ 54 w 96"/>
                <a:gd name="T37" fmla="*/ 112 h 112"/>
                <a:gd name="T38" fmla="*/ 54 w 96"/>
                <a:gd name="T39" fmla="*/ 112 h 112"/>
                <a:gd name="T40" fmla="*/ 64 w 96"/>
                <a:gd name="T41" fmla="*/ 112 h 112"/>
                <a:gd name="T42" fmla="*/ 64 w 96"/>
                <a:gd name="T43" fmla="*/ 112 h 112"/>
                <a:gd name="T44" fmla="*/ 74 w 96"/>
                <a:gd name="T45" fmla="*/ 108 h 112"/>
                <a:gd name="T46" fmla="*/ 82 w 96"/>
                <a:gd name="T47" fmla="*/ 104 h 112"/>
                <a:gd name="T48" fmla="*/ 90 w 96"/>
                <a:gd name="T49" fmla="*/ 98 h 112"/>
                <a:gd name="T50" fmla="*/ 96 w 96"/>
                <a:gd name="T51" fmla="*/ 90 h 112"/>
                <a:gd name="T52" fmla="*/ 96 w 96"/>
                <a:gd name="T53" fmla="*/ 90 h 112"/>
                <a:gd name="T54" fmla="*/ 88 w 96"/>
                <a:gd name="T55" fmla="*/ 90 h 112"/>
                <a:gd name="T56" fmla="*/ 88 w 96"/>
                <a:gd name="T57" fmla="*/ 90 h 112"/>
                <a:gd name="T58" fmla="*/ 88 w 96"/>
                <a:gd name="T59" fmla="*/ 90 h 112"/>
                <a:gd name="T60" fmla="*/ 88 w 96"/>
                <a:gd name="T61" fmla="*/ 90 h 112"/>
                <a:gd name="T62" fmla="*/ 76 w 96"/>
                <a:gd name="T63" fmla="*/ 100 h 112"/>
                <a:gd name="T64" fmla="*/ 70 w 96"/>
                <a:gd name="T65" fmla="*/ 102 h 112"/>
                <a:gd name="T66" fmla="*/ 64 w 96"/>
                <a:gd name="T67" fmla="*/ 104 h 112"/>
                <a:gd name="T68" fmla="*/ 64 w 96"/>
                <a:gd name="T69" fmla="*/ 104 h 112"/>
                <a:gd name="T70" fmla="*/ 54 w 96"/>
                <a:gd name="T71" fmla="*/ 106 h 112"/>
                <a:gd name="T72" fmla="*/ 54 w 96"/>
                <a:gd name="T73" fmla="*/ 106 h 112"/>
                <a:gd name="T74" fmla="*/ 46 w 96"/>
                <a:gd name="T75" fmla="*/ 104 h 112"/>
                <a:gd name="T76" fmla="*/ 38 w 96"/>
                <a:gd name="T77" fmla="*/ 102 h 112"/>
                <a:gd name="T78" fmla="*/ 30 w 96"/>
                <a:gd name="T79" fmla="*/ 98 h 112"/>
                <a:gd name="T80" fmla="*/ 24 w 96"/>
                <a:gd name="T81" fmla="*/ 94 h 112"/>
                <a:gd name="T82" fmla="*/ 18 w 96"/>
                <a:gd name="T83" fmla="*/ 88 h 112"/>
                <a:gd name="T84" fmla="*/ 12 w 96"/>
                <a:gd name="T85" fmla="*/ 80 h 112"/>
                <a:gd name="T86" fmla="*/ 10 w 96"/>
                <a:gd name="T87" fmla="*/ 72 h 112"/>
                <a:gd name="T88" fmla="*/ 6 w 96"/>
                <a:gd name="T89" fmla="*/ 62 h 112"/>
                <a:gd name="T90" fmla="*/ 6 w 96"/>
                <a:gd name="T91" fmla="*/ 62 h 112"/>
                <a:gd name="T92" fmla="*/ 6 w 96"/>
                <a:gd name="T93" fmla="*/ 46 h 112"/>
                <a:gd name="T94" fmla="*/ 8 w 96"/>
                <a:gd name="T95" fmla="*/ 32 h 112"/>
                <a:gd name="T96" fmla="*/ 16 w 96"/>
                <a:gd name="T97" fmla="*/ 20 h 112"/>
                <a:gd name="T98" fmla="*/ 26 w 96"/>
                <a:gd name="T99" fmla="*/ 10 h 112"/>
                <a:gd name="T100" fmla="*/ 26 w 96"/>
                <a:gd name="T101" fmla="*/ 10 h 112"/>
                <a:gd name="T102" fmla="*/ 28 w 96"/>
                <a:gd name="T10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112">
                  <a:moveTo>
                    <a:pt x="28" y="0"/>
                  </a:moveTo>
                  <a:lnTo>
                    <a:pt x="28" y="0"/>
                  </a:lnTo>
                  <a:lnTo>
                    <a:pt x="20" y="6"/>
                  </a:lnTo>
                  <a:lnTo>
                    <a:pt x="14" y="12"/>
                  </a:lnTo>
                  <a:lnTo>
                    <a:pt x="8" y="18"/>
                  </a:lnTo>
                  <a:lnTo>
                    <a:pt x="4" y="26"/>
                  </a:lnTo>
                  <a:lnTo>
                    <a:pt x="2" y="36"/>
                  </a:lnTo>
                  <a:lnTo>
                    <a:pt x="0" y="44"/>
                  </a:lnTo>
                  <a:lnTo>
                    <a:pt x="0" y="54"/>
                  </a:lnTo>
                  <a:lnTo>
                    <a:pt x="0" y="64"/>
                  </a:lnTo>
                  <a:lnTo>
                    <a:pt x="0" y="64"/>
                  </a:lnTo>
                  <a:lnTo>
                    <a:pt x="4" y="74"/>
                  </a:lnTo>
                  <a:lnTo>
                    <a:pt x="8" y="84"/>
                  </a:lnTo>
                  <a:lnTo>
                    <a:pt x="14" y="92"/>
                  </a:lnTo>
                  <a:lnTo>
                    <a:pt x="20" y="98"/>
                  </a:lnTo>
                  <a:lnTo>
                    <a:pt x="28" y="104"/>
                  </a:lnTo>
                  <a:lnTo>
                    <a:pt x="36" y="108"/>
                  </a:lnTo>
                  <a:lnTo>
                    <a:pt x="46" y="112"/>
                  </a:lnTo>
                  <a:lnTo>
                    <a:pt x="54" y="112"/>
                  </a:lnTo>
                  <a:lnTo>
                    <a:pt x="54" y="112"/>
                  </a:lnTo>
                  <a:lnTo>
                    <a:pt x="64" y="112"/>
                  </a:lnTo>
                  <a:lnTo>
                    <a:pt x="64" y="112"/>
                  </a:lnTo>
                  <a:lnTo>
                    <a:pt x="74" y="108"/>
                  </a:lnTo>
                  <a:lnTo>
                    <a:pt x="82" y="104"/>
                  </a:lnTo>
                  <a:lnTo>
                    <a:pt x="90" y="98"/>
                  </a:lnTo>
                  <a:lnTo>
                    <a:pt x="96" y="90"/>
                  </a:lnTo>
                  <a:lnTo>
                    <a:pt x="96" y="90"/>
                  </a:lnTo>
                  <a:lnTo>
                    <a:pt x="88" y="90"/>
                  </a:lnTo>
                  <a:lnTo>
                    <a:pt x="88" y="90"/>
                  </a:lnTo>
                  <a:lnTo>
                    <a:pt x="88" y="90"/>
                  </a:lnTo>
                  <a:lnTo>
                    <a:pt x="88" y="90"/>
                  </a:lnTo>
                  <a:lnTo>
                    <a:pt x="76" y="100"/>
                  </a:lnTo>
                  <a:lnTo>
                    <a:pt x="70" y="102"/>
                  </a:lnTo>
                  <a:lnTo>
                    <a:pt x="64" y="104"/>
                  </a:lnTo>
                  <a:lnTo>
                    <a:pt x="64" y="104"/>
                  </a:lnTo>
                  <a:lnTo>
                    <a:pt x="54" y="106"/>
                  </a:lnTo>
                  <a:lnTo>
                    <a:pt x="54" y="106"/>
                  </a:lnTo>
                  <a:lnTo>
                    <a:pt x="46" y="104"/>
                  </a:lnTo>
                  <a:lnTo>
                    <a:pt x="38" y="102"/>
                  </a:lnTo>
                  <a:lnTo>
                    <a:pt x="30" y="98"/>
                  </a:lnTo>
                  <a:lnTo>
                    <a:pt x="24" y="94"/>
                  </a:lnTo>
                  <a:lnTo>
                    <a:pt x="18" y="88"/>
                  </a:lnTo>
                  <a:lnTo>
                    <a:pt x="12" y="80"/>
                  </a:lnTo>
                  <a:lnTo>
                    <a:pt x="10" y="72"/>
                  </a:lnTo>
                  <a:lnTo>
                    <a:pt x="6" y="62"/>
                  </a:lnTo>
                  <a:lnTo>
                    <a:pt x="6" y="62"/>
                  </a:lnTo>
                  <a:lnTo>
                    <a:pt x="6" y="46"/>
                  </a:lnTo>
                  <a:lnTo>
                    <a:pt x="8" y="32"/>
                  </a:lnTo>
                  <a:lnTo>
                    <a:pt x="16" y="20"/>
                  </a:lnTo>
                  <a:lnTo>
                    <a:pt x="26" y="10"/>
                  </a:lnTo>
                  <a:lnTo>
                    <a:pt x="26" y="10"/>
                  </a:lnTo>
                  <a:lnTo>
                    <a:pt x="28"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1" name="Freeform 424"/>
            <p:cNvSpPr>
              <a:spLocks/>
            </p:cNvSpPr>
            <p:nvPr/>
          </p:nvSpPr>
          <p:spPr bwMode="auto">
            <a:xfrm>
              <a:off x="2812596" y="3776436"/>
              <a:ext cx="152400" cy="177800"/>
            </a:xfrm>
            <a:custGeom>
              <a:avLst/>
              <a:gdLst>
                <a:gd name="T0" fmla="*/ 28 w 96"/>
                <a:gd name="T1" fmla="*/ 0 h 112"/>
                <a:gd name="T2" fmla="*/ 28 w 96"/>
                <a:gd name="T3" fmla="*/ 0 h 112"/>
                <a:gd name="T4" fmla="*/ 20 w 96"/>
                <a:gd name="T5" fmla="*/ 6 h 112"/>
                <a:gd name="T6" fmla="*/ 14 w 96"/>
                <a:gd name="T7" fmla="*/ 12 h 112"/>
                <a:gd name="T8" fmla="*/ 8 w 96"/>
                <a:gd name="T9" fmla="*/ 18 h 112"/>
                <a:gd name="T10" fmla="*/ 4 w 96"/>
                <a:gd name="T11" fmla="*/ 26 h 112"/>
                <a:gd name="T12" fmla="*/ 2 w 96"/>
                <a:gd name="T13" fmla="*/ 36 h 112"/>
                <a:gd name="T14" fmla="*/ 0 w 96"/>
                <a:gd name="T15" fmla="*/ 44 h 112"/>
                <a:gd name="T16" fmla="*/ 0 w 96"/>
                <a:gd name="T17" fmla="*/ 54 h 112"/>
                <a:gd name="T18" fmla="*/ 0 w 96"/>
                <a:gd name="T19" fmla="*/ 64 h 112"/>
                <a:gd name="T20" fmla="*/ 0 w 96"/>
                <a:gd name="T21" fmla="*/ 64 h 112"/>
                <a:gd name="T22" fmla="*/ 4 w 96"/>
                <a:gd name="T23" fmla="*/ 74 h 112"/>
                <a:gd name="T24" fmla="*/ 8 w 96"/>
                <a:gd name="T25" fmla="*/ 84 h 112"/>
                <a:gd name="T26" fmla="*/ 14 w 96"/>
                <a:gd name="T27" fmla="*/ 92 h 112"/>
                <a:gd name="T28" fmla="*/ 20 w 96"/>
                <a:gd name="T29" fmla="*/ 98 h 112"/>
                <a:gd name="T30" fmla="*/ 28 w 96"/>
                <a:gd name="T31" fmla="*/ 104 h 112"/>
                <a:gd name="T32" fmla="*/ 36 w 96"/>
                <a:gd name="T33" fmla="*/ 108 h 112"/>
                <a:gd name="T34" fmla="*/ 46 w 96"/>
                <a:gd name="T35" fmla="*/ 112 h 112"/>
                <a:gd name="T36" fmla="*/ 54 w 96"/>
                <a:gd name="T37" fmla="*/ 112 h 112"/>
                <a:gd name="T38" fmla="*/ 54 w 96"/>
                <a:gd name="T39" fmla="*/ 112 h 112"/>
                <a:gd name="T40" fmla="*/ 64 w 96"/>
                <a:gd name="T41" fmla="*/ 112 h 112"/>
                <a:gd name="T42" fmla="*/ 64 w 96"/>
                <a:gd name="T43" fmla="*/ 112 h 112"/>
                <a:gd name="T44" fmla="*/ 74 w 96"/>
                <a:gd name="T45" fmla="*/ 108 h 112"/>
                <a:gd name="T46" fmla="*/ 82 w 96"/>
                <a:gd name="T47" fmla="*/ 104 h 112"/>
                <a:gd name="T48" fmla="*/ 90 w 96"/>
                <a:gd name="T49" fmla="*/ 98 h 112"/>
                <a:gd name="T50" fmla="*/ 96 w 96"/>
                <a:gd name="T51" fmla="*/ 90 h 112"/>
                <a:gd name="T52" fmla="*/ 96 w 96"/>
                <a:gd name="T53" fmla="*/ 90 h 112"/>
                <a:gd name="T54" fmla="*/ 88 w 96"/>
                <a:gd name="T55" fmla="*/ 90 h 112"/>
                <a:gd name="T56" fmla="*/ 88 w 96"/>
                <a:gd name="T57" fmla="*/ 90 h 112"/>
                <a:gd name="T58" fmla="*/ 88 w 96"/>
                <a:gd name="T59" fmla="*/ 90 h 112"/>
                <a:gd name="T60" fmla="*/ 88 w 96"/>
                <a:gd name="T61" fmla="*/ 90 h 112"/>
                <a:gd name="T62" fmla="*/ 76 w 96"/>
                <a:gd name="T63" fmla="*/ 100 h 112"/>
                <a:gd name="T64" fmla="*/ 70 w 96"/>
                <a:gd name="T65" fmla="*/ 102 h 112"/>
                <a:gd name="T66" fmla="*/ 64 w 96"/>
                <a:gd name="T67" fmla="*/ 104 h 112"/>
                <a:gd name="T68" fmla="*/ 64 w 96"/>
                <a:gd name="T69" fmla="*/ 104 h 112"/>
                <a:gd name="T70" fmla="*/ 54 w 96"/>
                <a:gd name="T71" fmla="*/ 106 h 112"/>
                <a:gd name="T72" fmla="*/ 54 w 96"/>
                <a:gd name="T73" fmla="*/ 106 h 112"/>
                <a:gd name="T74" fmla="*/ 46 w 96"/>
                <a:gd name="T75" fmla="*/ 104 h 112"/>
                <a:gd name="T76" fmla="*/ 38 w 96"/>
                <a:gd name="T77" fmla="*/ 102 h 112"/>
                <a:gd name="T78" fmla="*/ 30 w 96"/>
                <a:gd name="T79" fmla="*/ 98 h 112"/>
                <a:gd name="T80" fmla="*/ 24 w 96"/>
                <a:gd name="T81" fmla="*/ 94 h 112"/>
                <a:gd name="T82" fmla="*/ 18 w 96"/>
                <a:gd name="T83" fmla="*/ 88 h 112"/>
                <a:gd name="T84" fmla="*/ 12 w 96"/>
                <a:gd name="T85" fmla="*/ 80 h 112"/>
                <a:gd name="T86" fmla="*/ 10 w 96"/>
                <a:gd name="T87" fmla="*/ 72 h 112"/>
                <a:gd name="T88" fmla="*/ 6 w 96"/>
                <a:gd name="T89" fmla="*/ 62 h 112"/>
                <a:gd name="T90" fmla="*/ 6 w 96"/>
                <a:gd name="T91" fmla="*/ 62 h 112"/>
                <a:gd name="T92" fmla="*/ 6 w 96"/>
                <a:gd name="T93" fmla="*/ 46 h 112"/>
                <a:gd name="T94" fmla="*/ 8 w 96"/>
                <a:gd name="T95" fmla="*/ 32 h 112"/>
                <a:gd name="T96" fmla="*/ 16 w 96"/>
                <a:gd name="T97" fmla="*/ 20 h 112"/>
                <a:gd name="T98" fmla="*/ 26 w 96"/>
                <a:gd name="T99" fmla="*/ 10 h 112"/>
                <a:gd name="T100" fmla="*/ 26 w 96"/>
                <a:gd name="T101" fmla="*/ 10 h 112"/>
                <a:gd name="T102" fmla="*/ 28 w 96"/>
                <a:gd name="T10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112">
                  <a:moveTo>
                    <a:pt x="28" y="0"/>
                  </a:moveTo>
                  <a:lnTo>
                    <a:pt x="28" y="0"/>
                  </a:lnTo>
                  <a:lnTo>
                    <a:pt x="20" y="6"/>
                  </a:lnTo>
                  <a:lnTo>
                    <a:pt x="14" y="12"/>
                  </a:lnTo>
                  <a:lnTo>
                    <a:pt x="8" y="18"/>
                  </a:lnTo>
                  <a:lnTo>
                    <a:pt x="4" y="26"/>
                  </a:lnTo>
                  <a:lnTo>
                    <a:pt x="2" y="36"/>
                  </a:lnTo>
                  <a:lnTo>
                    <a:pt x="0" y="44"/>
                  </a:lnTo>
                  <a:lnTo>
                    <a:pt x="0" y="54"/>
                  </a:lnTo>
                  <a:lnTo>
                    <a:pt x="0" y="64"/>
                  </a:lnTo>
                  <a:lnTo>
                    <a:pt x="0" y="64"/>
                  </a:lnTo>
                  <a:lnTo>
                    <a:pt x="4" y="74"/>
                  </a:lnTo>
                  <a:lnTo>
                    <a:pt x="8" y="84"/>
                  </a:lnTo>
                  <a:lnTo>
                    <a:pt x="14" y="92"/>
                  </a:lnTo>
                  <a:lnTo>
                    <a:pt x="20" y="98"/>
                  </a:lnTo>
                  <a:lnTo>
                    <a:pt x="28" y="104"/>
                  </a:lnTo>
                  <a:lnTo>
                    <a:pt x="36" y="108"/>
                  </a:lnTo>
                  <a:lnTo>
                    <a:pt x="46" y="112"/>
                  </a:lnTo>
                  <a:lnTo>
                    <a:pt x="54" y="112"/>
                  </a:lnTo>
                  <a:lnTo>
                    <a:pt x="54" y="112"/>
                  </a:lnTo>
                  <a:lnTo>
                    <a:pt x="64" y="112"/>
                  </a:lnTo>
                  <a:lnTo>
                    <a:pt x="64" y="112"/>
                  </a:lnTo>
                  <a:lnTo>
                    <a:pt x="74" y="108"/>
                  </a:lnTo>
                  <a:lnTo>
                    <a:pt x="82" y="104"/>
                  </a:lnTo>
                  <a:lnTo>
                    <a:pt x="90" y="98"/>
                  </a:lnTo>
                  <a:lnTo>
                    <a:pt x="96" y="90"/>
                  </a:lnTo>
                  <a:lnTo>
                    <a:pt x="96" y="90"/>
                  </a:lnTo>
                  <a:lnTo>
                    <a:pt x="88" y="90"/>
                  </a:lnTo>
                  <a:lnTo>
                    <a:pt x="88" y="90"/>
                  </a:lnTo>
                  <a:lnTo>
                    <a:pt x="88" y="90"/>
                  </a:lnTo>
                  <a:lnTo>
                    <a:pt x="88" y="90"/>
                  </a:lnTo>
                  <a:lnTo>
                    <a:pt x="76" y="100"/>
                  </a:lnTo>
                  <a:lnTo>
                    <a:pt x="70" y="102"/>
                  </a:lnTo>
                  <a:lnTo>
                    <a:pt x="64" y="104"/>
                  </a:lnTo>
                  <a:lnTo>
                    <a:pt x="64" y="104"/>
                  </a:lnTo>
                  <a:lnTo>
                    <a:pt x="54" y="106"/>
                  </a:lnTo>
                  <a:lnTo>
                    <a:pt x="54" y="106"/>
                  </a:lnTo>
                  <a:lnTo>
                    <a:pt x="46" y="104"/>
                  </a:lnTo>
                  <a:lnTo>
                    <a:pt x="38" y="102"/>
                  </a:lnTo>
                  <a:lnTo>
                    <a:pt x="30" y="98"/>
                  </a:lnTo>
                  <a:lnTo>
                    <a:pt x="24" y="94"/>
                  </a:lnTo>
                  <a:lnTo>
                    <a:pt x="18" y="88"/>
                  </a:lnTo>
                  <a:lnTo>
                    <a:pt x="12" y="80"/>
                  </a:lnTo>
                  <a:lnTo>
                    <a:pt x="10" y="72"/>
                  </a:lnTo>
                  <a:lnTo>
                    <a:pt x="6" y="62"/>
                  </a:lnTo>
                  <a:lnTo>
                    <a:pt x="6" y="62"/>
                  </a:lnTo>
                  <a:lnTo>
                    <a:pt x="6" y="46"/>
                  </a:lnTo>
                  <a:lnTo>
                    <a:pt x="8" y="32"/>
                  </a:lnTo>
                  <a:lnTo>
                    <a:pt x="16" y="20"/>
                  </a:lnTo>
                  <a:lnTo>
                    <a:pt x="26" y="10"/>
                  </a:lnTo>
                  <a:lnTo>
                    <a:pt x="26" y="1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2" name="Freeform 425"/>
            <p:cNvSpPr>
              <a:spLocks/>
            </p:cNvSpPr>
            <p:nvPr/>
          </p:nvSpPr>
          <p:spPr bwMode="auto">
            <a:xfrm>
              <a:off x="2822121" y="3792311"/>
              <a:ext cx="130175" cy="152400"/>
            </a:xfrm>
            <a:custGeom>
              <a:avLst/>
              <a:gdLst>
                <a:gd name="T0" fmla="*/ 20 w 82"/>
                <a:gd name="T1" fmla="*/ 0 h 96"/>
                <a:gd name="T2" fmla="*/ 20 w 82"/>
                <a:gd name="T3" fmla="*/ 0 h 96"/>
                <a:gd name="T4" fmla="*/ 10 w 82"/>
                <a:gd name="T5" fmla="*/ 10 h 96"/>
                <a:gd name="T6" fmla="*/ 2 w 82"/>
                <a:gd name="T7" fmla="*/ 22 h 96"/>
                <a:gd name="T8" fmla="*/ 0 w 82"/>
                <a:gd name="T9" fmla="*/ 36 h 96"/>
                <a:gd name="T10" fmla="*/ 0 w 82"/>
                <a:gd name="T11" fmla="*/ 52 h 96"/>
                <a:gd name="T12" fmla="*/ 0 w 82"/>
                <a:gd name="T13" fmla="*/ 52 h 96"/>
                <a:gd name="T14" fmla="*/ 4 w 82"/>
                <a:gd name="T15" fmla="*/ 62 h 96"/>
                <a:gd name="T16" fmla="*/ 6 w 82"/>
                <a:gd name="T17" fmla="*/ 70 h 96"/>
                <a:gd name="T18" fmla="*/ 12 w 82"/>
                <a:gd name="T19" fmla="*/ 78 h 96"/>
                <a:gd name="T20" fmla="*/ 18 w 82"/>
                <a:gd name="T21" fmla="*/ 84 h 96"/>
                <a:gd name="T22" fmla="*/ 24 w 82"/>
                <a:gd name="T23" fmla="*/ 88 h 96"/>
                <a:gd name="T24" fmla="*/ 32 w 82"/>
                <a:gd name="T25" fmla="*/ 92 h 96"/>
                <a:gd name="T26" fmla="*/ 40 w 82"/>
                <a:gd name="T27" fmla="*/ 94 h 96"/>
                <a:gd name="T28" fmla="*/ 48 w 82"/>
                <a:gd name="T29" fmla="*/ 96 h 96"/>
                <a:gd name="T30" fmla="*/ 48 w 82"/>
                <a:gd name="T31" fmla="*/ 96 h 96"/>
                <a:gd name="T32" fmla="*/ 58 w 82"/>
                <a:gd name="T33" fmla="*/ 94 h 96"/>
                <a:gd name="T34" fmla="*/ 58 w 82"/>
                <a:gd name="T35" fmla="*/ 94 h 96"/>
                <a:gd name="T36" fmla="*/ 64 w 82"/>
                <a:gd name="T37" fmla="*/ 92 h 96"/>
                <a:gd name="T38" fmla="*/ 70 w 82"/>
                <a:gd name="T39" fmla="*/ 90 h 96"/>
                <a:gd name="T40" fmla="*/ 82 w 82"/>
                <a:gd name="T41" fmla="*/ 80 h 96"/>
                <a:gd name="T42" fmla="*/ 82 w 82"/>
                <a:gd name="T43" fmla="*/ 80 h 96"/>
                <a:gd name="T44" fmla="*/ 72 w 82"/>
                <a:gd name="T45" fmla="*/ 78 h 96"/>
                <a:gd name="T46" fmla="*/ 62 w 82"/>
                <a:gd name="T47" fmla="*/ 76 h 96"/>
                <a:gd name="T48" fmla="*/ 52 w 82"/>
                <a:gd name="T49" fmla="*/ 70 h 96"/>
                <a:gd name="T50" fmla="*/ 42 w 82"/>
                <a:gd name="T51" fmla="*/ 64 h 96"/>
                <a:gd name="T52" fmla="*/ 42 w 82"/>
                <a:gd name="T53" fmla="*/ 64 h 96"/>
                <a:gd name="T54" fmla="*/ 38 w 82"/>
                <a:gd name="T55" fmla="*/ 62 h 96"/>
                <a:gd name="T56" fmla="*/ 34 w 82"/>
                <a:gd name="T57" fmla="*/ 58 h 96"/>
                <a:gd name="T58" fmla="*/ 30 w 82"/>
                <a:gd name="T59" fmla="*/ 54 h 96"/>
                <a:gd name="T60" fmla="*/ 28 w 82"/>
                <a:gd name="T61" fmla="*/ 48 h 96"/>
                <a:gd name="T62" fmla="*/ 28 w 82"/>
                <a:gd name="T63" fmla="*/ 48 h 96"/>
                <a:gd name="T64" fmla="*/ 28 w 82"/>
                <a:gd name="T65" fmla="*/ 44 h 96"/>
                <a:gd name="T66" fmla="*/ 28 w 82"/>
                <a:gd name="T67" fmla="*/ 44 h 96"/>
                <a:gd name="T68" fmla="*/ 24 w 82"/>
                <a:gd name="T69" fmla="*/ 34 h 96"/>
                <a:gd name="T70" fmla="*/ 20 w 82"/>
                <a:gd name="T71" fmla="*/ 24 h 96"/>
                <a:gd name="T72" fmla="*/ 20 w 82"/>
                <a:gd name="T73" fmla="*/ 24 h 96"/>
                <a:gd name="T74" fmla="*/ 20 w 82"/>
                <a:gd name="T75" fmla="*/ 12 h 96"/>
                <a:gd name="T76" fmla="*/ 20 w 82"/>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6">
                  <a:moveTo>
                    <a:pt x="20" y="0"/>
                  </a:moveTo>
                  <a:lnTo>
                    <a:pt x="20" y="0"/>
                  </a:lnTo>
                  <a:lnTo>
                    <a:pt x="10" y="10"/>
                  </a:lnTo>
                  <a:lnTo>
                    <a:pt x="2" y="22"/>
                  </a:lnTo>
                  <a:lnTo>
                    <a:pt x="0" y="36"/>
                  </a:lnTo>
                  <a:lnTo>
                    <a:pt x="0" y="52"/>
                  </a:lnTo>
                  <a:lnTo>
                    <a:pt x="0" y="52"/>
                  </a:lnTo>
                  <a:lnTo>
                    <a:pt x="4" y="62"/>
                  </a:lnTo>
                  <a:lnTo>
                    <a:pt x="6" y="70"/>
                  </a:lnTo>
                  <a:lnTo>
                    <a:pt x="12" y="78"/>
                  </a:lnTo>
                  <a:lnTo>
                    <a:pt x="18" y="84"/>
                  </a:lnTo>
                  <a:lnTo>
                    <a:pt x="24" y="88"/>
                  </a:lnTo>
                  <a:lnTo>
                    <a:pt x="32" y="92"/>
                  </a:lnTo>
                  <a:lnTo>
                    <a:pt x="40" y="94"/>
                  </a:lnTo>
                  <a:lnTo>
                    <a:pt x="48" y="96"/>
                  </a:lnTo>
                  <a:lnTo>
                    <a:pt x="48" y="96"/>
                  </a:lnTo>
                  <a:lnTo>
                    <a:pt x="58" y="94"/>
                  </a:lnTo>
                  <a:lnTo>
                    <a:pt x="58" y="94"/>
                  </a:lnTo>
                  <a:lnTo>
                    <a:pt x="64" y="92"/>
                  </a:lnTo>
                  <a:lnTo>
                    <a:pt x="70" y="90"/>
                  </a:lnTo>
                  <a:lnTo>
                    <a:pt x="82" y="80"/>
                  </a:lnTo>
                  <a:lnTo>
                    <a:pt x="82" y="80"/>
                  </a:lnTo>
                  <a:lnTo>
                    <a:pt x="72" y="78"/>
                  </a:lnTo>
                  <a:lnTo>
                    <a:pt x="62" y="76"/>
                  </a:lnTo>
                  <a:lnTo>
                    <a:pt x="52" y="70"/>
                  </a:lnTo>
                  <a:lnTo>
                    <a:pt x="42" y="64"/>
                  </a:lnTo>
                  <a:lnTo>
                    <a:pt x="42" y="64"/>
                  </a:lnTo>
                  <a:lnTo>
                    <a:pt x="38" y="62"/>
                  </a:lnTo>
                  <a:lnTo>
                    <a:pt x="34" y="58"/>
                  </a:lnTo>
                  <a:lnTo>
                    <a:pt x="30" y="54"/>
                  </a:lnTo>
                  <a:lnTo>
                    <a:pt x="28" y="48"/>
                  </a:lnTo>
                  <a:lnTo>
                    <a:pt x="28" y="48"/>
                  </a:lnTo>
                  <a:lnTo>
                    <a:pt x="28" y="44"/>
                  </a:lnTo>
                  <a:lnTo>
                    <a:pt x="28" y="44"/>
                  </a:lnTo>
                  <a:lnTo>
                    <a:pt x="24" y="34"/>
                  </a:lnTo>
                  <a:lnTo>
                    <a:pt x="20" y="24"/>
                  </a:lnTo>
                  <a:lnTo>
                    <a:pt x="20" y="24"/>
                  </a:lnTo>
                  <a:lnTo>
                    <a:pt x="20" y="12"/>
                  </a:lnTo>
                  <a:lnTo>
                    <a:pt x="20" y="0"/>
                  </a:lnTo>
                  <a:close/>
                </a:path>
              </a:pathLst>
            </a:custGeom>
            <a:solidFill>
              <a:srgbClr val="D38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3" name="Freeform 426"/>
            <p:cNvSpPr>
              <a:spLocks/>
            </p:cNvSpPr>
            <p:nvPr/>
          </p:nvSpPr>
          <p:spPr bwMode="auto">
            <a:xfrm>
              <a:off x="2822121" y="3792311"/>
              <a:ext cx="130175" cy="152400"/>
            </a:xfrm>
            <a:custGeom>
              <a:avLst/>
              <a:gdLst>
                <a:gd name="T0" fmla="*/ 20 w 82"/>
                <a:gd name="T1" fmla="*/ 0 h 96"/>
                <a:gd name="T2" fmla="*/ 20 w 82"/>
                <a:gd name="T3" fmla="*/ 0 h 96"/>
                <a:gd name="T4" fmla="*/ 10 w 82"/>
                <a:gd name="T5" fmla="*/ 10 h 96"/>
                <a:gd name="T6" fmla="*/ 2 w 82"/>
                <a:gd name="T7" fmla="*/ 22 h 96"/>
                <a:gd name="T8" fmla="*/ 0 w 82"/>
                <a:gd name="T9" fmla="*/ 36 h 96"/>
                <a:gd name="T10" fmla="*/ 0 w 82"/>
                <a:gd name="T11" fmla="*/ 52 h 96"/>
                <a:gd name="T12" fmla="*/ 0 w 82"/>
                <a:gd name="T13" fmla="*/ 52 h 96"/>
                <a:gd name="T14" fmla="*/ 4 w 82"/>
                <a:gd name="T15" fmla="*/ 62 h 96"/>
                <a:gd name="T16" fmla="*/ 6 w 82"/>
                <a:gd name="T17" fmla="*/ 70 h 96"/>
                <a:gd name="T18" fmla="*/ 12 w 82"/>
                <a:gd name="T19" fmla="*/ 78 h 96"/>
                <a:gd name="T20" fmla="*/ 18 w 82"/>
                <a:gd name="T21" fmla="*/ 84 h 96"/>
                <a:gd name="T22" fmla="*/ 24 w 82"/>
                <a:gd name="T23" fmla="*/ 88 h 96"/>
                <a:gd name="T24" fmla="*/ 32 w 82"/>
                <a:gd name="T25" fmla="*/ 92 h 96"/>
                <a:gd name="T26" fmla="*/ 40 w 82"/>
                <a:gd name="T27" fmla="*/ 94 h 96"/>
                <a:gd name="T28" fmla="*/ 48 w 82"/>
                <a:gd name="T29" fmla="*/ 96 h 96"/>
                <a:gd name="T30" fmla="*/ 48 w 82"/>
                <a:gd name="T31" fmla="*/ 96 h 96"/>
                <a:gd name="T32" fmla="*/ 58 w 82"/>
                <a:gd name="T33" fmla="*/ 94 h 96"/>
                <a:gd name="T34" fmla="*/ 58 w 82"/>
                <a:gd name="T35" fmla="*/ 94 h 96"/>
                <a:gd name="T36" fmla="*/ 64 w 82"/>
                <a:gd name="T37" fmla="*/ 92 h 96"/>
                <a:gd name="T38" fmla="*/ 70 w 82"/>
                <a:gd name="T39" fmla="*/ 90 h 96"/>
                <a:gd name="T40" fmla="*/ 82 w 82"/>
                <a:gd name="T41" fmla="*/ 80 h 96"/>
                <a:gd name="T42" fmla="*/ 82 w 82"/>
                <a:gd name="T43" fmla="*/ 80 h 96"/>
                <a:gd name="T44" fmla="*/ 72 w 82"/>
                <a:gd name="T45" fmla="*/ 78 h 96"/>
                <a:gd name="T46" fmla="*/ 62 w 82"/>
                <a:gd name="T47" fmla="*/ 76 h 96"/>
                <a:gd name="T48" fmla="*/ 52 w 82"/>
                <a:gd name="T49" fmla="*/ 70 h 96"/>
                <a:gd name="T50" fmla="*/ 42 w 82"/>
                <a:gd name="T51" fmla="*/ 64 h 96"/>
                <a:gd name="T52" fmla="*/ 42 w 82"/>
                <a:gd name="T53" fmla="*/ 64 h 96"/>
                <a:gd name="T54" fmla="*/ 38 w 82"/>
                <a:gd name="T55" fmla="*/ 62 h 96"/>
                <a:gd name="T56" fmla="*/ 34 w 82"/>
                <a:gd name="T57" fmla="*/ 58 h 96"/>
                <a:gd name="T58" fmla="*/ 30 w 82"/>
                <a:gd name="T59" fmla="*/ 54 h 96"/>
                <a:gd name="T60" fmla="*/ 28 w 82"/>
                <a:gd name="T61" fmla="*/ 48 h 96"/>
                <a:gd name="T62" fmla="*/ 28 w 82"/>
                <a:gd name="T63" fmla="*/ 48 h 96"/>
                <a:gd name="T64" fmla="*/ 28 w 82"/>
                <a:gd name="T65" fmla="*/ 44 h 96"/>
                <a:gd name="T66" fmla="*/ 28 w 82"/>
                <a:gd name="T67" fmla="*/ 44 h 96"/>
                <a:gd name="T68" fmla="*/ 24 w 82"/>
                <a:gd name="T69" fmla="*/ 34 h 96"/>
                <a:gd name="T70" fmla="*/ 20 w 82"/>
                <a:gd name="T71" fmla="*/ 24 h 96"/>
                <a:gd name="T72" fmla="*/ 20 w 82"/>
                <a:gd name="T73" fmla="*/ 24 h 96"/>
                <a:gd name="T74" fmla="*/ 20 w 82"/>
                <a:gd name="T75" fmla="*/ 12 h 96"/>
                <a:gd name="T76" fmla="*/ 20 w 82"/>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6">
                  <a:moveTo>
                    <a:pt x="20" y="0"/>
                  </a:moveTo>
                  <a:lnTo>
                    <a:pt x="20" y="0"/>
                  </a:lnTo>
                  <a:lnTo>
                    <a:pt x="10" y="10"/>
                  </a:lnTo>
                  <a:lnTo>
                    <a:pt x="2" y="22"/>
                  </a:lnTo>
                  <a:lnTo>
                    <a:pt x="0" y="36"/>
                  </a:lnTo>
                  <a:lnTo>
                    <a:pt x="0" y="52"/>
                  </a:lnTo>
                  <a:lnTo>
                    <a:pt x="0" y="52"/>
                  </a:lnTo>
                  <a:lnTo>
                    <a:pt x="4" y="62"/>
                  </a:lnTo>
                  <a:lnTo>
                    <a:pt x="6" y="70"/>
                  </a:lnTo>
                  <a:lnTo>
                    <a:pt x="12" y="78"/>
                  </a:lnTo>
                  <a:lnTo>
                    <a:pt x="18" y="84"/>
                  </a:lnTo>
                  <a:lnTo>
                    <a:pt x="24" y="88"/>
                  </a:lnTo>
                  <a:lnTo>
                    <a:pt x="32" y="92"/>
                  </a:lnTo>
                  <a:lnTo>
                    <a:pt x="40" y="94"/>
                  </a:lnTo>
                  <a:lnTo>
                    <a:pt x="48" y="96"/>
                  </a:lnTo>
                  <a:lnTo>
                    <a:pt x="48" y="96"/>
                  </a:lnTo>
                  <a:lnTo>
                    <a:pt x="58" y="94"/>
                  </a:lnTo>
                  <a:lnTo>
                    <a:pt x="58" y="94"/>
                  </a:lnTo>
                  <a:lnTo>
                    <a:pt x="64" y="92"/>
                  </a:lnTo>
                  <a:lnTo>
                    <a:pt x="70" y="90"/>
                  </a:lnTo>
                  <a:lnTo>
                    <a:pt x="82" y="80"/>
                  </a:lnTo>
                  <a:lnTo>
                    <a:pt x="82" y="80"/>
                  </a:lnTo>
                  <a:lnTo>
                    <a:pt x="72" y="78"/>
                  </a:lnTo>
                  <a:lnTo>
                    <a:pt x="62" y="76"/>
                  </a:lnTo>
                  <a:lnTo>
                    <a:pt x="52" y="70"/>
                  </a:lnTo>
                  <a:lnTo>
                    <a:pt x="42" y="64"/>
                  </a:lnTo>
                  <a:lnTo>
                    <a:pt x="42" y="64"/>
                  </a:lnTo>
                  <a:lnTo>
                    <a:pt x="38" y="62"/>
                  </a:lnTo>
                  <a:lnTo>
                    <a:pt x="34" y="58"/>
                  </a:lnTo>
                  <a:lnTo>
                    <a:pt x="30" y="54"/>
                  </a:lnTo>
                  <a:lnTo>
                    <a:pt x="28" y="48"/>
                  </a:lnTo>
                  <a:lnTo>
                    <a:pt x="28" y="48"/>
                  </a:lnTo>
                  <a:lnTo>
                    <a:pt x="28" y="44"/>
                  </a:lnTo>
                  <a:lnTo>
                    <a:pt x="28" y="44"/>
                  </a:lnTo>
                  <a:lnTo>
                    <a:pt x="24" y="34"/>
                  </a:lnTo>
                  <a:lnTo>
                    <a:pt x="20" y="24"/>
                  </a:lnTo>
                  <a:lnTo>
                    <a:pt x="20" y="24"/>
                  </a:lnTo>
                  <a:lnTo>
                    <a:pt x="20" y="12"/>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4" name="Freeform 427"/>
            <p:cNvSpPr>
              <a:spLocks/>
            </p:cNvSpPr>
            <p:nvPr/>
          </p:nvSpPr>
          <p:spPr bwMode="auto">
            <a:xfrm>
              <a:off x="2866571" y="3862161"/>
              <a:ext cx="22225" cy="31750"/>
            </a:xfrm>
            <a:custGeom>
              <a:avLst/>
              <a:gdLst>
                <a:gd name="T0" fmla="*/ 0 w 14"/>
                <a:gd name="T1" fmla="*/ 0 h 20"/>
                <a:gd name="T2" fmla="*/ 0 w 14"/>
                <a:gd name="T3" fmla="*/ 0 h 20"/>
                <a:gd name="T4" fmla="*/ 0 w 14"/>
                <a:gd name="T5" fmla="*/ 4 h 20"/>
                <a:gd name="T6" fmla="*/ 0 w 14"/>
                <a:gd name="T7" fmla="*/ 4 h 20"/>
                <a:gd name="T8" fmla="*/ 2 w 14"/>
                <a:gd name="T9" fmla="*/ 10 h 20"/>
                <a:gd name="T10" fmla="*/ 6 w 14"/>
                <a:gd name="T11" fmla="*/ 14 h 20"/>
                <a:gd name="T12" fmla="*/ 10 w 14"/>
                <a:gd name="T13" fmla="*/ 18 h 20"/>
                <a:gd name="T14" fmla="*/ 14 w 14"/>
                <a:gd name="T15" fmla="*/ 20 h 20"/>
                <a:gd name="T16" fmla="*/ 14 w 14"/>
                <a:gd name="T17" fmla="*/ 20 h 20"/>
                <a:gd name="T18" fmla="*/ 6 w 14"/>
                <a:gd name="T19" fmla="*/ 10 h 20"/>
                <a:gd name="T20" fmla="*/ 0 w 1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0" y="0"/>
                  </a:moveTo>
                  <a:lnTo>
                    <a:pt x="0" y="0"/>
                  </a:lnTo>
                  <a:lnTo>
                    <a:pt x="0" y="4"/>
                  </a:lnTo>
                  <a:lnTo>
                    <a:pt x="0" y="4"/>
                  </a:lnTo>
                  <a:lnTo>
                    <a:pt x="2" y="10"/>
                  </a:lnTo>
                  <a:lnTo>
                    <a:pt x="6" y="14"/>
                  </a:lnTo>
                  <a:lnTo>
                    <a:pt x="10" y="18"/>
                  </a:lnTo>
                  <a:lnTo>
                    <a:pt x="14" y="20"/>
                  </a:lnTo>
                  <a:lnTo>
                    <a:pt x="14" y="20"/>
                  </a:lnTo>
                  <a:lnTo>
                    <a:pt x="6" y="10"/>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5" name="Freeform 428"/>
            <p:cNvSpPr>
              <a:spLocks/>
            </p:cNvSpPr>
            <p:nvPr/>
          </p:nvSpPr>
          <p:spPr bwMode="auto">
            <a:xfrm>
              <a:off x="2866571" y="3862161"/>
              <a:ext cx="22225" cy="31750"/>
            </a:xfrm>
            <a:custGeom>
              <a:avLst/>
              <a:gdLst>
                <a:gd name="T0" fmla="*/ 0 w 14"/>
                <a:gd name="T1" fmla="*/ 0 h 20"/>
                <a:gd name="T2" fmla="*/ 0 w 14"/>
                <a:gd name="T3" fmla="*/ 0 h 20"/>
                <a:gd name="T4" fmla="*/ 0 w 14"/>
                <a:gd name="T5" fmla="*/ 4 h 20"/>
                <a:gd name="T6" fmla="*/ 0 w 14"/>
                <a:gd name="T7" fmla="*/ 4 h 20"/>
                <a:gd name="T8" fmla="*/ 2 w 14"/>
                <a:gd name="T9" fmla="*/ 10 h 20"/>
                <a:gd name="T10" fmla="*/ 6 w 14"/>
                <a:gd name="T11" fmla="*/ 14 h 20"/>
                <a:gd name="T12" fmla="*/ 10 w 14"/>
                <a:gd name="T13" fmla="*/ 18 h 20"/>
                <a:gd name="T14" fmla="*/ 14 w 14"/>
                <a:gd name="T15" fmla="*/ 20 h 20"/>
                <a:gd name="T16" fmla="*/ 14 w 14"/>
                <a:gd name="T17" fmla="*/ 20 h 20"/>
                <a:gd name="T18" fmla="*/ 6 w 14"/>
                <a:gd name="T19" fmla="*/ 10 h 20"/>
                <a:gd name="T20" fmla="*/ 0 w 1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0" y="0"/>
                  </a:moveTo>
                  <a:lnTo>
                    <a:pt x="0" y="0"/>
                  </a:lnTo>
                  <a:lnTo>
                    <a:pt x="0" y="4"/>
                  </a:lnTo>
                  <a:lnTo>
                    <a:pt x="0" y="4"/>
                  </a:lnTo>
                  <a:lnTo>
                    <a:pt x="2" y="10"/>
                  </a:lnTo>
                  <a:lnTo>
                    <a:pt x="6" y="14"/>
                  </a:lnTo>
                  <a:lnTo>
                    <a:pt x="10" y="18"/>
                  </a:lnTo>
                  <a:lnTo>
                    <a:pt x="14" y="20"/>
                  </a:lnTo>
                  <a:lnTo>
                    <a:pt x="14" y="20"/>
                  </a:lnTo>
                  <a:lnTo>
                    <a:pt x="6"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nvGrpSpPr>
            <p:cNvPr id="3" name="Group 2"/>
            <p:cNvGrpSpPr/>
            <p:nvPr/>
          </p:nvGrpSpPr>
          <p:grpSpPr>
            <a:xfrm>
              <a:off x="2701175" y="3947886"/>
              <a:ext cx="1772241" cy="1711325"/>
              <a:chOff x="3044825" y="3765550"/>
              <a:chExt cx="6988175" cy="1711325"/>
            </a:xfrm>
          </p:grpSpPr>
          <p:sp>
            <p:nvSpPr>
              <p:cNvPr id="158" name="Freeform 236"/>
              <p:cNvSpPr>
                <a:spLocks/>
              </p:cNvSpPr>
              <p:nvPr/>
            </p:nvSpPr>
            <p:spPr bwMode="auto">
              <a:xfrm>
                <a:off x="3044825" y="3765550"/>
                <a:ext cx="6988175" cy="117475"/>
              </a:xfrm>
              <a:custGeom>
                <a:avLst/>
                <a:gdLst>
                  <a:gd name="T0" fmla="*/ 4368 w 4402"/>
                  <a:gd name="T1" fmla="*/ 74 h 74"/>
                  <a:gd name="T2" fmla="*/ 32 w 4402"/>
                  <a:gd name="T3" fmla="*/ 74 h 74"/>
                  <a:gd name="T4" fmla="*/ 0 w 4402"/>
                  <a:gd name="T5" fmla="*/ 0 h 74"/>
                  <a:gd name="T6" fmla="*/ 4402 w 4402"/>
                  <a:gd name="T7" fmla="*/ 0 h 74"/>
                  <a:gd name="T8" fmla="*/ 4368 w 4402"/>
                  <a:gd name="T9" fmla="*/ 74 h 74"/>
                </a:gdLst>
                <a:ahLst/>
                <a:cxnLst>
                  <a:cxn ang="0">
                    <a:pos x="T0" y="T1"/>
                  </a:cxn>
                  <a:cxn ang="0">
                    <a:pos x="T2" y="T3"/>
                  </a:cxn>
                  <a:cxn ang="0">
                    <a:pos x="T4" y="T5"/>
                  </a:cxn>
                  <a:cxn ang="0">
                    <a:pos x="T6" y="T7"/>
                  </a:cxn>
                  <a:cxn ang="0">
                    <a:pos x="T8" y="T9"/>
                  </a:cxn>
                </a:cxnLst>
                <a:rect l="0" t="0" r="r" b="b"/>
                <a:pathLst>
                  <a:path w="4402" h="74">
                    <a:moveTo>
                      <a:pt x="4368" y="74"/>
                    </a:moveTo>
                    <a:lnTo>
                      <a:pt x="32" y="74"/>
                    </a:lnTo>
                    <a:lnTo>
                      <a:pt x="0" y="0"/>
                    </a:lnTo>
                    <a:lnTo>
                      <a:pt x="4402" y="0"/>
                    </a:lnTo>
                    <a:lnTo>
                      <a:pt x="4368" y="74"/>
                    </a:lnTo>
                    <a:close/>
                  </a:path>
                </a:pathLst>
              </a:custGeom>
              <a:solidFill>
                <a:srgbClr val="755B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9" name="Freeform 238"/>
              <p:cNvSpPr>
                <a:spLocks/>
              </p:cNvSpPr>
              <p:nvPr/>
            </p:nvSpPr>
            <p:spPr bwMode="auto">
              <a:xfrm>
                <a:off x="3044825" y="3765550"/>
                <a:ext cx="6988175" cy="44450"/>
              </a:xfrm>
              <a:custGeom>
                <a:avLst/>
                <a:gdLst>
                  <a:gd name="T0" fmla="*/ 4402 w 4402"/>
                  <a:gd name="T1" fmla="*/ 0 h 28"/>
                  <a:gd name="T2" fmla="*/ 0 w 4402"/>
                  <a:gd name="T3" fmla="*/ 0 h 28"/>
                  <a:gd name="T4" fmla="*/ 12 w 4402"/>
                  <a:gd name="T5" fmla="*/ 28 h 28"/>
                  <a:gd name="T6" fmla="*/ 4390 w 4402"/>
                  <a:gd name="T7" fmla="*/ 28 h 28"/>
                  <a:gd name="T8" fmla="*/ 4402 w 4402"/>
                  <a:gd name="T9" fmla="*/ 0 h 28"/>
                </a:gdLst>
                <a:ahLst/>
                <a:cxnLst>
                  <a:cxn ang="0">
                    <a:pos x="T0" y="T1"/>
                  </a:cxn>
                  <a:cxn ang="0">
                    <a:pos x="T2" y="T3"/>
                  </a:cxn>
                  <a:cxn ang="0">
                    <a:pos x="T4" y="T5"/>
                  </a:cxn>
                  <a:cxn ang="0">
                    <a:pos x="T6" y="T7"/>
                  </a:cxn>
                  <a:cxn ang="0">
                    <a:pos x="T8" y="T9"/>
                  </a:cxn>
                </a:cxnLst>
                <a:rect l="0" t="0" r="r" b="b"/>
                <a:pathLst>
                  <a:path w="4402" h="28">
                    <a:moveTo>
                      <a:pt x="4402" y="0"/>
                    </a:moveTo>
                    <a:lnTo>
                      <a:pt x="0" y="0"/>
                    </a:lnTo>
                    <a:lnTo>
                      <a:pt x="12" y="28"/>
                    </a:lnTo>
                    <a:lnTo>
                      <a:pt x="4390" y="28"/>
                    </a:lnTo>
                    <a:lnTo>
                      <a:pt x="4402" y="0"/>
                    </a:lnTo>
                    <a:close/>
                  </a:path>
                </a:pathLst>
              </a:custGeom>
              <a:solidFill>
                <a:srgbClr val="EEA2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0" name="Rectangle 240"/>
              <p:cNvSpPr>
                <a:spLocks noChangeArrowheads="1"/>
              </p:cNvSpPr>
              <p:nvPr/>
            </p:nvSpPr>
            <p:spPr bwMode="auto">
              <a:xfrm>
                <a:off x="9277130" y="3883025"/>
                <a:ext cx="244801" cy="1593850"/>
              </a:xfrm>
              <a:prstGeom prst="rect">
                <a:avLst/>
              </a:prstGeom>
              <a:solidFill>
                <a:srgbClr val="755B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1" name="Rectangle 241"/>
              <p:cNvSpPr>
                <a:spLocks noChangeArrowheads="1"/>
              </p:cNvSpPr>
              <p:nvPr/>
            </p:nvSpPr>
            <p:spPr bwMode="auto">
              <a:xfrm>
                <a:off x="3533552" y="3883025"/>
                <a:ext cx="244801" cy="1593850"/>
              </a:xfrm>
              <a:prstGeom prst="rect">
                <a:avLst/>
              </a:prstGeom>
              <a:solidFill>
                <a:srgbClr val="755B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sp>
          <p:nvSpPr>
            <p:cNvPr id="189" name="Freeform 188"/>
            <p:cNvSpPr>
              <a:spLocks/>
            </p:cNvSpPr>
            <p:nvPr/>
          </p:nvSpPr>
          <p:spPr bwMode="auto">
            <a:xfrm>
              <a:off x="3528358" y="2677622"/>
              <a:ext cx="43779" cy="65670"/>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1" name="Freeform 190"/>
            <p:cNvSpPr>
              <a:spLocks/>
            </p:cNvSpPr>
            <p:nvPr/>
          </p:nvSpPr>
          <p:spPr bwMode="auto">
            <a:xfrm>
              <a:off x="3357156" y="2529139"/>
              <a:ext cx="101231" cy="47084"/>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2" name="Freeform 191"/>
            <p:cNvSpPr>
              <a:spLocks/>
            </p:cNvSpPr>
            <p:nvPr/>
          </p:nvSpPr>
          <p:spPr bwMode="auto">
            <a:xfrm>
              <a:off x="3373635" y="2590643"/>
              <a:ext cx="108293" cy="94168"/>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3" name="Oval 192"/>
            <p:cNvSpPr>
              <a:spLocks noChangeArrowheads="1"/>
            </p:cNvSpPr>
            <p:nvPr/>
          </p:nvSpPr>
          <p:spPr bwMode="auto">
            <a:xfrm>
              <a:off x="3401885" y="2602413"/>
              <a:ext cx="68272" cy="65918"/>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4" name="Oval 193"/>
            <p:cNvSpPr>
              <a:spLocks noChangeArrowheads="1"/>
            </p:cNvSpPr>
            <p:nvPr/>
          </p:nvSpPr>
          <p:spPr bwMode="auto">
            <a:xfrm>
              <a:off x="3413657" y="2618893"/>
              <a:ext cx="16480" cy="1648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5" name="Freeform 194"/>
            <p:cNvSpPr>
              <a:spLocks/>
            </p:cNvSpPr>
            <p:nvPr/>
          </p:nvSpPr>
          <p:spPr bwMode="auto">
            <a:xfrm>
              <a:off x="3632596" y="2529139"/>
              <a:ext cx="98876" cy="47084"/>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6" name="Freeform 195"/>
            <p:cNvSpPr>
              <a:spLocks/>
            </p:cNvSpPr>
            <p:nvPr/>
          </p:nvSpPr>
          <p:spPr bwMode="auto">
            <a:xfrm>
              <a:off x="3604346" y="2590643"/>
              <a:ext cx="110648" cy="94168"/>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7" name="Oval 196"/>
            <p:cNvSpPr>
              <a:spLocks noChangeArrowheads="1"/>
            </p:cNvSpPr>
            <p:nvPr/>
          </p:nvSpPr>
          <p:spPr bwMode="auto">
            <a:xfrm>
              <a:off x="3620826" y="2602413"/>
              <a:ext cx="65918" cy="65918"/>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98" name="Oval 197"/>
            <p:cNvSpPr>
              <a:spLocks noChangeArrowheads="1"/>
            </p:cNvSpPr>
            <p:nvPr/>
          </p:nvSpPr>
          <p:spPr bwMode="auto">
            <a:xfrm>
              <a:off x="3660847" y="2618893"/>
              <a:ext cx="16480" cy="1648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grpSp>
          <p:nvGrpSpPr>
            <p:cNvPr id="227" name="Group 226"/>
            <p:cNvGrpSpPr/>
            <p:nvPr/>
          </p:nvGrpSpPr>
          <p:grpSpPr>
            <a:xfrm>
              <a:off x="3467322" y="2770510"/>
              <a:ext cx="171945" cy="135505"/>
              <a:chOff x="3298711" y="2633973"/>
              <a:chExt cx="469203" cy="345002"/>
            </a:xfrm>
          </p:grpSpPr>
          <p:sp>
            <p:nvSpPr>
              <p:cNvPr id="225" name="Freeform 32"/>
              <p:cNvSpPr>
                <a:spLocks/>
              </p:cNvSpPr>
              <p:nvPr/>
            </p:nvSpPr>
            <p:spPr bwMode="auto">
              <a:xfrm>
                <a:off x="3376911" y="2850174"/>
                <a:ext cx="308202" cy="128801"/>
              </a:xfrm>
              <a:custGeom>
                <a:avLst/>
                <a:gdLst>
                  <a:gd name="T0" fmla="*/ 0 w 268"/>
                  <a:gd name="T1" fmla="*/ 4 h 112"/>
                  <a:gd name="T2" fmla="*/ 0 w 268"/>
                  <a:gd name="T3" fmla="*/ 4 h 112"/>
                  <a:gd name="T4" fmla="*/ 18 w 268"/>
                  <a:gd name="T5" fmla="*/ 26 h 112"/>
                  <a:gd name="T6" fmla="*/ 40 w 268"/>
                  <a:gd name="T7" fmla="*/ 48 h 112"/>
                  <a:gd name="T8" fmla="*/ 62 w 268"/>
                  <a:gd name="T9" fmla="*/ 66 h 112"/>
                  <a:gd name="T10" fmla="*/ 86 w 268"/>
                  <a:gd name="T11" fmla="*/ 84 h 112"/>
                  <a:gd name="T12" fmla="*/ 114 w 268"/>
                  <a:gd name="T13" fmla="*/ 98 h 112"/>
                  <a:gd name="T14" fmla="*/ 128 w 268"/>
                  <a:gd name="T15" fmla="*/ 102 h 112"/>
                  <a:gd name="T16" fmla="*/ 142 w 268"/>
                  <a:gd name="T17" fmla="*/ 108 h 112"/>
                  <a:gd name="T18" fmla="*/ 156 w 268"/>
                  <a:gd name="T19" fmla="*/ 110 h 112"/>
                  <a:gd name="T20" fmla="*/ 170 w 268"/>
                  <a:gd name="T21" fmla="*/ 112 h 112"/>
                  <a:gd name="T22" fmla="*/ 186 w 268"/>
                  <a:gd name="T23" fmla="*/ 112 h 112"/>
                  <a:gd name="T24" fmla="*/ 202 w 268"/>
                  <a:gd name="T25" fmla="*/ 110 h 112"/>
                  <a:gd name="T26" fmla="*/ 202 w 268"/>
                  <a:gd name="T27" fmla="*/ 110 h 112"/>
                  <a:gd name="T28" fmla="*/ 222 w 268"/>
                  <a:gd name="T29" fmla="*/ 106 h 112"/>
                  <a:gd name="T30" fmla="*/ 238 w 268"/>
                  <a:gd name="T31" fmla="*/ 98 h 112"/>
                  <a:gd name="T32" fmla="*/ 254 w 268"/>
                  <a:gd name="T33" fmla="*/ 90 h 112"/>
                  <a:gd name="T34" fmla="*/ 268 w 268"/>
                  <a:gd name="T35" fmla="*/ 78 h 112"/>
                  <a:gd name="T36" fmla="*/ 268 w 268"/>
                  <a:gd name="T37" fmla="*/ 78 h 112"/>
                  <a:gd name="T38" fmla="*/ 256 w 268"/>
                  <a:gd name="T39" fmla="*/ 62 h 112"/>
                  <a:gd name="T40" fmla="*/ 240 w 268"/>
                  <a:gd name="T41" fmla="*/ 50 h 112"/>
                  <a:gd name="T42" fmla="*/ 224 w 268"/>
                  <a:gd name="T43" fmla="*/ 38 h 112"/>
                  <a:gd name="T44" fmla="*/ 208 w 268"/>
                  <a:gd name="T45" fmla="*/ 28 h 112"/>
                  <a:gd name="T46" fmla="*/ 190 w 268"/>
                  <a:gd name="T47" fmla="*/ 20 h 112"/>
                  <a:gd name="T48" fmla="*/ 172 w 268"/>
                  <a:gd name="T49" fmla="*/ 14 h 112"/>
                  <a:gd name="T50" fmla="*/ 154 w 268"/>
                  <a:gd name="T51" fmla="*/ 8 h 112"/>
                  <a:gd name="T52" fmla="*/ 134 w 268"/>
                  <a:gd name="T53" fmla="*/ 4 h 112"/>
                  <a:gd name="T54" fmla="*/ 98 w 268"/>
                  <a:gd name="T55" fmla="*/ 0 h 112"/>
                  <a:gd name="T56" fmla="*/ 62 w 268"/>
                  <a:gd name="T57" fmla="*/ 0 h 112"/>
                  <a:gd name="T58" fmla="*/ 28 w 268"/>
                  <a:gd name="T59" fmla="*/ 2 h 112"/>
                  <a:gd name="T60" fmla="*/ 0 w 268"/>
                  <a:gd name="T61"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8" h="112">
                    <a:moveTo>
                      <a:pt x="0" y="4"/>
                    </a:moveTo>
                    <a:lnTo>
                      <a:pt x="0" y="4"/>
                    </a:lnTo>
                    <a:lnTo>
                      <a:pt x="18" y="26"/>
                    </a:lnTo>
                    <a:lnTo>
                      <a:pt x="40" y="48"/>
                    </a:lnTo>
                    <a:lnTo>
                      <a:pt x="62" y="66"/>
                    </a:lnTo>
                    <a:lnTo>
                      <a:pt x="86" y="84"/>
                    </a:lnTo>
                    <a:lnTo>
                      <a:pt x="114" y="98"/>
                    </a:lnTo>
                    <a:lnTo>
                      <a:pt x="128" y="102"/>
                    </a:lnTo>
                    <a:lnTo>
                      <a:pt x="142" y="108"/>
                    </a:lnTo>
                    <a:lnTo>
                      <a:pt x="156" y="110"/>
                    </a:lnTo>
                    <a:lnTo>
                      <a:pt x="170" y="112"/>
                    </a:lnTo>
                    <a:lnTo>
                      <a:pt x="186" y="112"/>
                    </a:lnTo>
                    <a:lnTo>
                      <a:pt x="202" y="110"/>
                    </a:lnTo>
                    <a:lnTo>
                      <a:pt x="202" y="110"/>
                    </a:lnTo>
                    <a:lnTo>
                      <a:pt x="222" y="106"/>
                    </a:lnTo>
                    <a:lnTo>
                      <a:pt x="238" y="98"/>
                    </a:lnTo>
                    <a:lnTo>
                      <a:pt x="254" y="90"/>
                    </a:lnTo>
                    <a:lnTo>
                      <a:pt x="268" y="78"/>
                    </a:lnTo>
                    <a:lnTo>
                      <a:pt x="268" y="78"/>
                    </a:lnTo>
                    <a:lnTo>
                      <a:pt x="256" y="62"/>
                    </a:lnTo>
                    <a:lnTo>
                      <a:pt x="240" y="50"/>
                    </a:lnTo>
                    <a:lnTo>
                      <a:pt x="224" y="38"/>
                    </a:lnTo>
                    <a:lnTo>
                      <a:pt x="208" y="28"/>
                    </a:lnTo>
                    <a:lnTo>
                      <a:pt x="190" y="20"/>
                    </a:lnTo>
                    <a:lnTo>
                      <a:pt x="172" y="14"/>
                    </a:lnTo>
                    <a:lnTo>
                      <a:pt x="154" y="8"/>
                    </a:lnTo>
                    <a:lnTo>
                      <a:pt x="134" y="4"/>
                    </a:lnTo>
                    <a:lnTo>
                      <a:pt x="98" y="0"/>
                    </a:lnTo>
                    <a:lnTo>
                      <a:pt x="62" y="0"/>
                    </a:lnTo>
                    <a:lnTo>
                      <a:pt x="28" y="2"/>
                    </a:lnTo>
                    <a:lnTo>
                      <a:pt x="0" y="4"/>
                    </a:lnTo>
                    <a:close/>
                  </a:path>
                </a:pathLst>
              </a:custGeom>
              <a:solidFill>
                <a:srgbClr val="DA9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26" name="Freeform 34"/>
              <p:cNvSpPr>
                <a:spLocks/>
              </p:cNvSpPr>
              <p:nvPr/>
            </p:nvSpPr>
            <p:spPr bwMode="auto">
              <a:xfrm>
                <a:off x="3298711" y="2633973"/>
                <a:ext cx="469203" cy="305902"/>
              </a:xfrm>
              <a:custGeom>
                <a:avLst/>
                <a:gdLst>
                  <a:gd name="T0" fmla="*/ 408 w 408"/>
                  <a:gd name="T1" fmla="*/ 0 h 266"/>
                  <a:gd name="T2" fmla="*/ 408 w 408"/>
                  <a:gd name="T3" fmla="*/ 0 h 266"/>
                  <a:gd name="T4" fmla="*/ 378 w 408"/>
                  <a:gd name="T5" fmla="*/ 2 h 266"/>
                  <a:gd name="T6" fmla="*/ 346 w 408"/>
                  <a:gd name="T7" fmla="*/ 4 h 266"/>
                  <a:gd name="T8" fmla="*/ 312 w 408"/>
                  <a:gd name="T9" fmla="*/ 8 h 266"/>
                  <a:gd name="T10" fmla="*/ 278 w 408"/>
                  <a:gd name="T11" fmla="*/ 14 h 266"/>
                  <a:gd name="T12" fmla="*/ 210 w 408"/>
                  <a:gd name="T13" fmla="*/ 28 h 266"/>
                  <a:gd name="T14" fmla="*/ 144 w 408"/>
                  <a:gd name="T15" fmla="*/ 44 h 266"/>
                  <a:gd name="T16" fmla="*/ 86 w 408"/>
                  <a:gd name="T17" fmla="*/ 60 h 266"/>
                  <a:gd name="T18" fmla="*/ 40 w 408"/>
                  <a:gd name="T19" fmla="*/ 74 h 266"/>
                  <a:gd name="T20" fmla="*/ 0 w 408"/>
                  <a:gd name="T21" fmla="*/ 88 h 266"/>
                  <a:gd name="T22" fmla="*/ 0 w 408"/>
                  <a:gd name="T23" fmla="*/ 88 h 266"/>
                  <a:gd name="T24" fmla="*/ 16 w 408"/>
                  <a:gd name="T25" fmla="*/ 120 h 266"/>
                  <a:gd name="T26" fmla="*/ 38 w 408"/>
                  <a:gd name="T27" fmla="*/ 154 h 266"/>
                  <a:gd name="T28" fmla="*/ 68 w 408"/>
                  <a:gd name="T29" fmla="*/ 192 h 266"/>
                  <a:gd name="T30" fmla="*/ 68 w 408"/>
                  <a:gd name="T31" fmla="*/ 192 h 266"/>
                  <a:gd name="T32" fmla="*/ 96 w 408"/>
                  <a:gd name="T33" fmla="*/ 190 h 266"/>
                  <a:gd name="T34" fmla="*/ 130 w 408"/>
                  <a:gd name="T35" fmla="*/ 188 h 266"/>
                  <a:gd name="T36" fmla="*/ 166 w 408"/>
                  <a:gd name="T37" fmla="*/ 188 h 266"/>
                  <a:gd name="T38" fmla="*/ 202 w 408"/>
                  <a:gd name="T39" fmla="*/ 192 h 266"/>
                  <a:gd name="T40" fmla="*/ 222 w 408"/>
                  <a:gd name="T41" fmla="*/ 196 h 266"/>
                  <a:gd name="T42" fmla="*/ 240 w 408"/>
                  <a:gd name="T43" fmla="*/ 202 h 266"/>
                  <a:gd name="T44" fmla="*/ 258 w 408"/>
                  <a:gd name="T45" fmla="*/ 208 h 266"/>
                  <a:gd name="T46" fmla="*/ 276 w 408"/>
                  <a:gd name="T47" fmla="*/ 216 h 266"/>
                  <a:gd name="T48" fmla="*/ 292 w 408"/>
                  <a:gd name="T49" fmla="*/ 226 h 266"/>
                  <a:gd name="T50" fmla="*/ 308 w 408"/>
                  <a:gd name="T51" fmla="*/ 238 h 266"/>
                  <a:gd name="T52" fmla="*/ 324 w 408"/>
                  <a:gd name="T53" fmla="*/ 250 h 266"/>
                  <a:gd name="T54" fmla="*/ 336 w 408"/>
                  <a:gd name="T55" fmla="*/ 266 h 266"/>
                  <a:gd name="T56" fmla="*/ 336 w 408"/>
                  <a:gd name="T57" fmla="*/ 266 h 266"/>
                  <a:gd name="T58" fmla="*/ 352 w 408"/>
                  <a:gd name="T59" fmla="*/ 250 h 266"/>
                  <a:gd name="T60" fmla="*/ 364 w 408"/>
                  <a:gd name="T61" fmla="*/ 232 h 266"/>
                  <a:gd name="T62" fmla="*/ 374 w 408"/>
                  <a:gd name="T63" fmla="*/ 212 h 266"/>
                  <a:gd name="T64" fmla="*/ 384 w 408"/>
                  <a:gd name="T65" fmla="*/ 192 h 266"/>
                  <a:gd name="T66" fmla="*/ 390 w 408"/>
                  <a:gd name="T67" fmla="*/ 170 h 266"/>
                  <a:gd name="T68" fmla="*/ 396 w 408"/>
                  <a:gd name="T69" fmla="*/ 148 h 266"/>
                  <a:gd name="T70" fmla="*/ 404 w 408"/>
                  <a:gd name="T71" fmla="*/ 104 h 266"/>
                  <a:gd name="T72" fmla="*/ 408 w 408"/>
                  <a:gd name="T73" fmla="*/ 64 h 266"/>
                  <a:gd name="T74" fmla="*/ 408 w 408"/>
                  <a:gd name="T75" fmla="*/ 32 h 266"/>
                  <a:gd name="T76" fmla="*/ 408 w 408"/>
                  <a:gd name="T7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8" h="266">
                    <a:moveTo>
                      <a:pt x="408" y="0"/>
                    </a:moveTo>
                    <a:lnTo>
                      <a:pt x="408" y="0"/>
                    </a:lnTo>
                    <a:lnTo>
                      <a:pt x="378" y="2"/>
                    </a:lnTo>
                    <a:lnTo>
                      <a:pt x="346" y="4"/>
                    </a:lnTo>
                    <a:lnTo>
                      <a:pt x="312" y="8"/>
                    </a:lnTo>
                    <a:lnTo>
                      <a:pt x="278" y="14"/>
                    </a:lnTo>
                    <a:lnTo>
                      <a:pt x="210" y="28"/>
                    </a:lnTo>
                    <a:lnTo>
                      <a:pt x="144" y="44"/>
                    </a:lnTo>
                    <a:lnTo>
                      <a:pt x="86" y="60"/>
                    </a:lnTo>
                    <a:lnTo>
                      <a:pt x="40" y="74"/>
                    </a:lnTo>
                    <a:lnTo>
                      <a:pt x="0" y="88"/>
                    </a:lnTo>
                    <a:lnTo>
                      <a:pt x="0" y="88"/>
                    </a:lnTo>
                    <a:lnTo>
                      <a:pt x="16" y="120"/>
                    </a:lnTo>
                    <a:lnTo>
                      <a:pt x="38" y="154"/>
                    </a:lnTo>
                    <a:lnTo>
                      <a:pt x="68" y="192"/>
                    </a:lnTo>
                    <a:lnTo>
                      <a:pt x="68" y="192"/>
                    </a:lnTo>
                    <a:lnTo>
                      <a:pt x="96" y="190"/>
                    </a:lnTo>
                    <a:lnTo>
                      <a:pt x="130" y="188"/>
                    </a:lnTo>
                    <a:lnTo>
                      <a:pt x="166" y="188"/>
                    </a:lnTo>
                    <a:lnTo>
                      <a:pt x="202" y="192"/>
                    </a:lnTo>
                    <a:lnTo>
                      <a:pt x="222" y="196"/>
                    </a:lnTo>
                    <a:lnTo>
                      <a:pt x="240" y="202"/>
                    </a:lnTo>
                    <a:lnTo>
                      <a:pt x="258" y="208"/>
                    </a:lnTo>
                    <a:lnTo>
                      <a:pt x="276" y="216"/>
                    </a:lnTo>
                    <a:lnTo>
                      <a:pt x="292" y="226"/>
                    </a:lnTo>
                    <a:lnTo>
                      <a:pt x="308" y="238"/>
                    </a:lnTo>
                    <a:lnTo>
                      <a:pt x="324" y="250"/>
                    </a:lnTo>
                    <a:lnTo>
                      <a:pt x="336" y="266"/>
                    </a:lnTo>
                    <a:lnTo>
                      <a:pt x="336" y="266"/>
                    </a:lnTo>
                    <a:lnTo>
                      <a:pt x="352" y="250"/>
                    </a:lnTo>
                    <a:lnTo>
                      <a:pt x="364" y="232"/>
                    </a:lnTo>
                    <a:lnTo>
                      <a:pt x="374" y="212"/>
                    </a:lnTo>
                    <a:lnTo>
                      <a:pt x="384" y="192"/>
                    </a:lnTo>
                    <a:lnTo>
                      <a:pt x="390" y="170"/>
                    </a:lnTo>
                    <a:lnTo>
                      <a:pt x="396" y="148"/>
                    </a:lnTo>
                    <a:lnTo>
                      <a:pt x="404" y="104"/>
                    </a:lnTo>
                    <a:lnTo>
                      <a:pt x="408" y="64"/>
                    </a:lnTo>
                    <a:lnTo>
                      <a:pt x="408" y="32"/>
                    </a:lnTo>
                    <a:lnTo>
                      <a:pt x="408" y="0"/>
                    </a:lnTo>
                    <a:close/>
                  </a:path>
                </a:pathLst>
              </a:custGeom>
              <a:solidFill>
                <a:srgbClr val="763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grpSp>
      <p:sp>
        <p:nvSpPr>
          <p:cNvPr id="301" name="TextBox 300"/>
          <p:cNvSpPr txBox="1"/>
          <p:nvPr/>
        </p:nvSpPr>
        <p:spPr>
          <a:xfrm>
            <a:off x="2192127" y="5998668"/>
            <a:ext cx="1497681" cy="200055"/>
          </a:xfrm>
          <a:prstGeom prst="rect">
            <a:avLst/>
          </a:prstGeom>
          <a:noFill/>
        </p:spPr>
        <p:txBody>
          <a:bodyPr wrap="square" rtlCol="0">
            <a:spAutoFit/>
          </a:bodyPr>
          <a:lstStyle/>
          <a:p>
            <a:pPr algn="ctr" fontAlgn="auto">
              <a:spcBef>
                <a:spcPts val="0"/>
              </a:spcBef>
              <a:spcAft>
                <a:spcPts val="0"/>
              </a:spcAft>
            </a:pPr>
            <a:r>
              <a:rPr lang="id-ID" sz="700" dirty="0" smtClean="0">
                <a:solidFill>
                  <a:prstClr val="black">
                    <a:lumMod val="50000"/>
                    <a:lumOff val="50000"/>
                  </a:prstClr>
                </a:solidFill>
                <a:latin typeface="Montserrat Light"/>
              </a:rPr>
              <a:t>Designed by freepik</a:t>
            </a:r>
            <a:endParaRPr lang="en-US" sz="700" b="1" dirty="0">
              <a:solidFill>
                <a:prstClr val="black">
                  <a:lumMod val="50000"/>
                  <a:lumOff val="50000"/>
                </a:prstClr>
              </a:solidFill>
              <a:latin typeface="Montserrat Light"/>
            </a:endParaRPr>
          </a:p>
        </p:txBody>
      </p:sp>
      <p:sp>
        <p:nvSpPr>
          <p:cNvPr id="302" name="Freeform 222"/>
          <p:cNvSpPr>
            <a:spLocks noEditPoints="1"/>
          </p:cNvSpPr>
          <p:nvPr/>
        </p:nvSpPr>
        <p:spPr bwMode="auto">
          <a:xfrm>
            <a:off x="10914924" y="3410209"/>
            <a:ext cx="221343" cy="222318"/>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303" name="Freeform 222"/>
          <p:cNvSpPr>
            <a:spLocks noEditPoints="1"/>
          </p:cNvSpPr>
          <p:nvPr/>
        </p:nvSpPr>
        <p:spPr bwMode="auto">
          <a:xfrm>
            <a:off x="10914924" y="5063824"/>
            <a:ext cx="221343" cy="222318"/>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rgbClr val="FE830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307" name="TextBox 306"/>
          <p:cNvSpPr txBox="1"/>
          <p:nvPr/>
        </p:nvSpPr>
        <p:spPr>
          <a:xfrm>
            <a:off x="4241754" y="1482873"/>
            <a:ext cx="7605754" cy="1384995"/>
          </a:xfrm>
          <a:prstGeom prst="rect">
            <a:avLst/>
          </a:prstGeom>
          <a:noFill/>
        </p:spPr>
        <p:txBody>
          <a:bodyPr wrap="square" rtlCol="0">
            <a:spAutoFit/>
          </a:bodyPr>
          <a:lstStyle/>
          <a:p>
            <a:pPr algn="ctr" fontAlgn="auto">
              <a:spcBef>
                <a:spcPts val="0"/>
              </a:spcBef>
              <a:spcAft>
                <a:spcPts val="0"/>
              </a:spcAft>
            </a:pPr>
            <a:r>
              <a:rPr lang="ar-SA" sz="2800" b="1" dirty="0">
                <a:solidFill>
                  <a:schemeClr val="accent1"/>
                </a:solidFill>
              </a:rPr>
              <a:t>أربع مستويات يمكن أن يتم من خلالها إدخال مستحدثات التكنولوجيا في التعليم وهي (الحلفاوي، 2006: 35؛ خميس، 2003)</a:t>
            </a:r>
            <a:endParaRPr lang="en-US" sz="2800" b="1" dirty="0">
              <a:solidFill>
                <a:schemeClr val="accent1"/>
              </a:solidFill>
              <a:latin typeface="Montserrat Light"/>
            </a:endParaRPr>
          </a:p>
        </p:txBody>
      </p:sp>
      <p:sp>
        <p:nvSpPr>
          <p:cNvPr id="308" name="TextBox 307"/>
          <p:cNvSpPr txBox="1"/>
          <p:nvPr/>
        </p:nvSpPr>
        <p:spPr>
          <a:xfrm>
            <a:off x="4443485" y="3009025"/>
            <a:ext cx="6420655" cy="1569660"/>
          </a:xfrm>
          <a:prstGeom prst="rect">
            <a:avLst/>
          </a:prstGeom>
          <a:noFill/>
        </p:spPr>
        <p:txBody>
          <a:bodyPr wrap="square" rtlCol="0">
            <a:spAutoFit/>
          </a:bodyPr>
          <a:lstStyle/>
          <a:p>
            <a:pPr algn="r" rtl="1" fontAlgn="auto">
              <a:lnSpc>
                <a:spcPct val="150000"/>
              </a:lnSpc>
              <a:spcBef>
                <a:spcPts val="0"/>
              </a:spcBef>
              <a:spcAft>
                <a:spcPts val="0"/>
              </a:spcAft>
            </a:pPr>
            <a:r>
              <a:rPr lang="ar-SA" sz="3200" b="1" u="sng" dirty="0">
                <a:solidFill>
                  <a:srgbClr val="C00000"/>
                </a:solidFill>
              </a:rPr>
              <a:t>المستوى </a:t>
            </a:r>
            <a:r>
              <a:rPr lang="ar-SA" sz="3200" b="1" u="sng" dirty="0" smtClean="0">
                <a:solidFill>
                  <a:srgbClr val="C00000"/>
                </a:solidFill>
              </a:rPr>
              <a:t>الثالث</a:t>
            </a:r>
            <a:r>
              <a:rPr lang="en-US" sz="3200" b="1" u="sng" dirty="0" smtClean="0">
                <a:solidFill>
                  <a:srgbClr val="C00000"/>
                </a:solidFill>
              </a:rPr>
              <a:t>:</a:t>
            </a:r>
          </a:p>
          <a:p>
            <a:pPr algn="r" rtl="1" fontAlgn="auto">
              <a:spcBef>
                <a:spcPts val="0"/>
              </a:spcBef>
              <a:spcAft>
                <a:spcPts val="0"/>
              </a:spcAft>
            </a:pPr>
            <a:r>
              <a:rPr lang="ar-SA" sz="2400" b="1" dirty="0"/>
              <a:t>وفيه تكون حلول المشكلات التربوية، هي الأساس في توظيف المستحدثات التكنولوجية</a:t>
            </a:r>
            <a:endParaRPr lang="en-US" sz="2400" b="1" u="sng" dirty="0">
              <a:solidFill>
                <a:prstClr val="black">
                  <a:lumMod val="50000"/>
                  <a:lumOff val="50000"/>
                </a:prstClr>
              </a:solidFill>
              <a:latin typeface="Montserrat Light"/>
            </a:endParaRPr>
          </a:p>
        </p:txBody>
      </p:sp>
      <p:sp>
        <p:nvSpPr>
          <p:cNvPr id="311" name="TextBox 310"/>
          <p:cNvSpPr txBox="1"/>
          <p:nvPr/>
        </p:nvSpPr>
        <p:spPr>
          <a:xfrm>
            <a:off x="4862944" y="4719842"/>
            <a:ext cx="6001195" cy="1569660"/>
          </a:xfrm>
          <a:prstGeom prst="rect">
            <a:avLst/>
          </a:prstGeom>
          <a:noFill/>
        </p:spPr>
        <p:txBody>
          <a:bodyPr wrap="square" rtlCol="0">
            <a:spAutoFit/>
          </a:bodyPr>
          <a:lstStyle/>
          <a:p>
            <a:pPr algn="r" rtl="1" fontAlgn="auto">
              <a:lnSpc>
                <a:spcPct val="150000"/>
              </a:lnSpc>
              <a:spcBef>
                <a:spcPts val="0"/>
              </a:spcBef>
              <a:spcAft>
                <a:spcPts val="0"/>
              </a:spcAft>
            </a:pPr>
            <a:r>
              <a:rPr lang="ar-SA" sz="3200" b="1" u="sng" dirty="0">
                <a:solidFill>
                  <a:schemeClr val="accent4"/>
                </a:solidFill>
              </a:rPr>
              <a:t>المستوى </a:t>
            </a:r>
            <a:r>
              <a:rPr lang="ar-SA" sz="3200" b="1" u="sng" dirty="0" smtClean="0">
                <a:solidFill>
                  <a:schemeClr val="accent4"/>
                </a:solidFill>
              </a:rPr>
              <a:t>الرابع</a:t>
            </a:r>
            <a:r>
              <a:rPr lang="en-US" sz="3200" b="1" u="sng" dirty="0" smtClean="0">
                <a:solidFill>
                  <a:schemeClr val="accent4"/>
                </a:solidFill>
              </a:rPr>
              <a:t>:</a:t>
            </a:r>
          </a:p>
          <a:p>
            <a:pPr algn="r" rtl="1" fontAlgn="auto">
              <a:spcBef>
                <a:spcPts val="0"/>
              </a:spcBef>
              <a:spcAft>
                <a:spcPts val="0"/>
              </a:spcAft>
            </a:pPr>
            <a:r>
              <a:rPr lang="ar-SA" sz="2400" b="1" dirty="0"/>
              <a:t>يتم فيه التركيز على توظيف التكنولوجيا بموضوعية، بعيداً عن التحيز لأي مستحدث تكنولوجي</a:t>
            </a:r>
            <a:endParaRPr lang="en-US" sz="2400" b="1" dirty="0">
              <a:solidFill>
                <a:prstClr val="black">
                  <a:lumMod val="50000"/>
                  <a:lumOff val="50000"/>
                </a:prstClr>
              </a:solidFill>
              <a:latin typeface="Montserrat Light"/>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6793457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28"/>
                                        </p:tgtEl>
                                        <p:attrNameLst>
                                          <p:attrName>style.visibility</p:attrName>
                                        </p:attrNameLst>
                                      </p:cBhvr>
                                      <p:to>
                                        <p:strVal val="visible"/>
                                      </p:to>
                                    </p:set>
                                    <p:anim calcmode="lin" valueType="num">
                                      <p:cBhvr>
                                        <p:cTn id="7" dur="500" fill="hold"/>
                                        <p:tgtEl>
                                          <p:spTgt spid="228"/>
                                        </p:tgtEl>
                                        <p:attrNameLst>
                                          <p:attrName>ppt_w</p:attrName>
                                        </p:attrNameLst>
                                      </p:cBhvr>
                                      <p:tavLst>
                                        <p:tav tm="0">
                                          <p:val>
                                            <p:fltVal val="0"/>
                                          </p:val>
                                        </p:tav>
                                        <p:tav tm="100000">
                                          <p:val>
                                            <p:strVal val="#ppt_w"/>
                                          </p:val>
                                        </p:tav>
                                      </p:tavLst>
                                    </p:anim>
                                    <p:anim calcmode="lin" valueType="num">
                                      <p:cBhvr>
                                        <p:cTn id="8" dur="500" fill="hold"/>
                                        <p:tgtEl>
                                          <p:spTgt spid="228"/>
                                        </p:tgtEl>
                                        <p:attrNameLst>
                                          <p:attrName>ppt_h</p:attrName>
                                        </p:attrNameLst>
                                      </p:cBhvr>
                                      <p:tavLst>
                                        <p:tav tm="0">
                                          <p:val>
                                            <p:fltVal val="0"/>
                                          </p:val>
                                        </p:tav>
                                        <p:tav tm="100000">
                                          <p:val>
                                            <p:strVal val="#ppt_h"/>
                                          </p:val>
                                        </p:tav>
                                      </p:tavLst>
                                    </p:anim>
                                    <p:animEffect transition="in" filter="fade">
                                      <p:cBhvr>
                                        <p:cTn id="9" dur="500"/>
                                        <p:tgtEl>
                                          <p:spTgt spid="228"/>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301"/>
                                        </p:tgtEl>
                                        <p:attrNameLst>
                                          <p:attrName>style.visibility</p:attrName>
                                        </p:attrNameLst>
                                      </p:cBhvr>
                                      <p:to>
                                        <p:strVal val="visible"/>
                                      </p:to>
                                    </p:set>
                                    <p:animEffect transition="in" filter="fade">
                                      <p:cBhvr>
                                        <p:cTn id="12" dur="500"/>
                                        <p:tgtEl>
                                          <p:spTgt spid="301"/>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07"/>
                                        </p:tgtEl>
                                        <p:attrNameLst>
                                          <p:attrName>style.visibility</p:attrName>
                                        </p:attrNameLst>
                                      </p:cBhvr>
                                      <p:to>
                                        <p:strVal val="visible"/>
                                      </p:to>
                                    </p:set>
                                    <p:animEffect transition="in" filter="fade">
                                      <p:cBhvr>
                                        <p:cTn id="15" dur="500"/>
                                        <p:tgtEl>
                                          <p:spTgt spid="307"/>
                                        </p:tgtEl>
                                      </p:cBhvr>
                                    </p:animEffect>
                                  </p:childTnLst>
                                </p:cTn>
                              </p:par>
                            </p:childTnLst>
                          </p:cTn>
                        </p:par>
                        <p:par>
                          <p:cTn id="16" fill="hold">
                            <p:stCondLst>
                              <p:cond delay="500"/>
                            </p:stCondLst>
                            <p:childTnLst>
                              <p:par>
                                <p:cTn id="17" presetID="10" presetClass="entr" presetSubtype="0" fill="hold" grpId="0" nodeType="afterEffect">
                                  <p:stCondLst>
                                    <p:cond delay="0"/>
                                  </p:stCondLst>
                                  <p:childTnLst>
                                    <p:set>
                                      <p:cBhvr>
                                        <p:cTn id="18" dur="1" fill="hold">
                                          <p:stCondLst>
                                            <p:cond delay="0"/>
                                          </p:stCondLst>
                                        </p:cTn>
                                        <p:tgtEl>
                                          <p:spTgt spid="302"/>
                                        </p:tgtEl>
                                        <p:attrNameLst>
                                          <p:attrName>style.visibility</p:attrName>
                                        </p:attrNameLst>
                                      </p:cBhvr>
                                      <p:to>
                                        <p:strVal val="visible"/>
                                      </p:to>
                                    </p:set>
                                    <p:animEffect transition="in" filter="fade">
                                      <p:cBhvr>
                                        <p:cTn id="19" dur="500"/>
                                        <p:tgtEl>
                                          <p:spTgt spid="302"/>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08"/>
                                        </p:tgtEl>
                                        <p:attrNameLst>
                                          <p:attrName>style.visibility</p:attrName>
                                        </p:attrNameLst>
                                      </p:cBhvr>
                                      <p:to>
                                        <p:strVal val="visible"/>
                                      </p:to>
                                    </p:set>
                                    <p:animEffect transition="in" filter="fade">
                                      <p:cBhvr>
                                        <p:cTn id="22" dur="500"/>
                                        <p:tgtEl>
                                          <p:spTgt spid="308"/>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303"/>
                                        </p:tgtEl>
                                        <p:attrNameLst>
                                          <p:attrName>style.visibility</p:attrName>
                                        </p:attrNameLst>
                                      </p:cBhvr>
                                      <p:to>
                                        <p:strVal val="visible"/>
                                      </p:to>
                                    </p:set>
                                    <p:animEffect transition="in" filter="fade">
                                      <p:cBhvr>
                                        <p:cTn id="26" dur="500"/>
                                        <p:tgtEl>
                                          <p:spTgt spid="30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311"/>
                                        </p:tgtEl>
                                        <p:attrNameLst>
                                          <p:attrName>style.visibility</p:attrName>
                                        </p:attrNameLst>
                                      </p:cBhvr>
                                      <p:to>
                                        <p:strVal val="visible"/>
                                      </p:to>
                                    </p:set>
                                    <p:animEffect transition="in" filter="fade">
                                      <p:cBhvr>
                                        <p:cTn id="29" dur="500"/>
                                        <p:tgtEl>
                                          <p:spTgt spid="3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1" grpId="0"/>
      <p:bldP spid="302" grpId="0" animBg="1"/>
      <p:bldP spid="303" grpId="0" animBg="1"/>
      <p:bldP spid="307" grpId="0"/>
      <p:bldP spid="308" grpId="0"/>
      <p:bldP spid="311"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4421600" y="4379950"/>
            <a:ext cx="3938917" cy="2358085"/>
            <a:chOff x="2334883" y="2917871"/>
            <a:chExt cx="5912624" cy="3539671"/>
          </a:xfrm>
          <a:solidFill>
            <a:srgbClr val="F58F20"/>
          </a:solidFill>
        </p:grpSpPr>
        <p:grpSp>
          <p:nvGrpSpPr>
            <p:cNvPr id="11" name="Group 10"/>
            <p:cNvGrpSpPr/>
            <p:nvPr/>
          </p:nvGrpSpPr>
          <p:grpSpPr>
            <a:xfrm rot="580531">
              <a:off x="3182494" y="2917871"/>
              <a:ext cx="5065013" cy="3539671"/>
              <a:chOff x="-2395625" y="1331830"/>
              <a:chExt cx="11255235" cy="7865691"/>
            </a:xfrm>
            <a:grpFill/>
          </p:grpSpPr>
          <p:sp>
            <p:nvSpPr>
              <p:cNvPr id="12" name="Freeform 11"/>
              <p:cNvSpPr>
                <a:spLocks/>
              </p:cNvSpPr>
              <p:nvPr/>
            </p:nvSpPr>
            <p:spPr bwMode="auto">
              <a:xfrm rot="331136">
                <a:off x="-1863483" y="4791101"/>
                <a:ext cx="5640555" cy="4278408"/>
              </a:xfrm>
              <a:custGeom>
                <a:avLst/>
                <a:gdLst>
                  <a:gd name="connsiteX0" fmla="*/ 4246029 w 5589474"/>
                  <a:gd name="connsiteY0" fmla="*/ 0 h 4278408"/>
                  <a:gd name="connsiteX1" fmla="*/ 4310989 w 5589474"/>
                  <a:gd name="connsiteY1" fmla="*/ 8857 h 4278408"/>
                  <a:gd name="connsiteX2" fmla="*/ 4375949 w 5589474"/>
                  <a:gd name="connsiteY2" fmla="*/ 23622 h 4278408"/>
                  <a:gd name="connsiteX3" fmla="*/ 4446815 w 5589474"/>
                  <a:gd name="connsiteY3" fmla="*/ 47244 h 4278408"/>
                  <a:gd name="connsiteX4" fmla="*/ 4520635 w 5589474"/>
                  <a:gd name="connsiteY4" fmla="*/ 79723 h 4278408"/>
                  <a:gd name="connsiteX5" fmla="*/ 4597405 w 5589474"/>
                  <a:gd name="connsiteY5" fmla="*/ 124015 h 4278408"/>
                  <a:gd name="connsiteX6" fmla="*/ 4674177 w 5589474"/>
                  <a:gd name="connsiteY6" fmla="*/ 177164 h 4278408"/>
                  <a:gd name="connsiteX7" fmla="*/ 4756854 w 5589474"/>
                  <a:gd name="connsiteY7" fmla="*/ 242124 h 4278408"/>
                  <a:gd name="connsiteX8" fmla="*/ 4842482 w 5589474"/>
                  <a:gd name="connsiteY8" fmla="*/ 315941 h 4278408"/>
                  <a:gd name="connsiteX9" fmla="*/ 4934017 w 5589474"/>
                  <a:gd name="connsiteY9" fmla="*/ 404524 h 4278408"/>
                  <a:gd name="connsiteX10" fmla="*/ 5028504 w 5589474"/>
                  <a:gd name="connsiteY10" fmla="*/ 504916 h 4278408"/>
                  <a:gd name="connsiteX11" fmla="*/ 5131848 w 5589474"/>
                  <a:gd name="connsiteY11" fmla="*/ 626348 h 4278408"/>
                  <a:gd name="connsiteX12" fmla="*/ 5131263 w 5589474"/>
                  <a:gd name="connsiteY12" fmla="*/ 632975 h 4278408"/>
                  <a:gd name="connsiteX13" fmla="*/ 5170541 w 5589474"/>
                  <a:gd name="connsiteY13" fmla="*/ 674709 h 4278408"/>
                  <a:gd name="connsiteX14" fmla="*/ 5272472 w 5589474"/>
                  <a:gd name="connsiteY14" fmla="*/ 794479 h 4278408"/>
                  <a:gd name="connsiteX15" fmla="*/ 5343823 w 5589474"/>
                  <a:gd name="connsiteY15" fmla="*/ 878571 h 4278408"/>
                  <a:gd name="connsiteX16" fmla="*/ 5425369 w 5589474"/>
                  <a:gd name="connsiteY16" fmla="*/ 967762 h 4278408"/>
                  <a:gd name="connsiteX17" fmla="*/ 5514556 w 5589474"/>
                  <a:gd name="connsiteY17" fmla="*/ 1056950 h 4278408"/>
                  <a:gd name="connsiteX18" fmla="*/ 5560426 w 5589474"/>
                  <a:gd name="connsiteY18" fmla="*/ 1102820 h 4278408"/>
                  <a:gd name="connsiteX19" fmla="*/ 5589474 w 5589474"/>
                  <a:gd name="connsiteY19" fmla="*/ 1128811 h 4278408"/>
                  <a:gd name="connsiteX20" fmla="*/ 5501373 w 5589474"/>
                  <a:gd name="connsiteY20" fmla="*/ 1163468 h 4278408"/>
                  <a:gd name="connsiteX21" fmla="*/ 5452954 w 5589474"/>
                  <a:gd name="connsiteY21" fmla="*/ 1132889 h 4278408"/>
                  <a:gd name="connsiteX22" fmla="*/ 5407086 w 5589474"/>
                  <a:gd name="connsiteY22" fmla="*/ 1097213 h 4278408"/>
                  <a:gd name="connsiteX23" fmla="*/ 5320445 w 5589474"/>
                  <a:gd name="connsiteY23" fmla="*/ 1036054 h 4278408"/>
                  <a:gd name="connsiteX24" fmla="*/ 5251642 w 5589474"/>
                  <a:gd name="connsiteY24" fmla="*/ 974895 h 4278408"/>
                  <a:gd name="connsiteX25" fmla="*/ 5198128 w 5589474"/>
                  <a:gd name="connsiteY25" fmla="*/ 926478 h 4278408"/>
                  <a:gd name="connsiteX26" fmla="*/ 5152258 w 5589474"/>
                  <a:gd name="connsiteY26" fmla="*/ 880609 h 4278408"/>
                  <a:gd name="connsiteX27" fmla="*/ 5063069 w 5589474"/>
                  <a:gd name="connsiteY27" fmla="*/ 796516 h 4278408"/>
                  <a:gd name="connsiteX28" fmla="*/ 4981525 w 5589474"/>
                  <a:gd name="connsiteY28" fmla="*/ 727712 h 4278408"/>
                  <a:gd name="connsiteX29" fmla="*/ 4899980 w 5589474"/>
                  <a:gd name="connsiteY29" fmla="*/ 664006 h 4278408"/>
                  <a:gd name="connsiteX30" fmla="*/ 4826079 w 5589474"/>
                  <a:gd name="connsiteY30" fmla="*/ 613041 h 4278408"/>
                  <a:gd name="connsiteX31" fmla="*/ 4754728 w 5589474"/>
                  <a:gd name="connsiteY31" fmla="*/ 569719 h 4278408"/>
                  <a:gd name="connsiteX32" fmla="*/ 4685926 w 5589474"/>
                  <a:gd name="connsiteY32" fmla="*/ 534043 h 4278408"/>
                  <a:gd name="connsiteX33" fmla="*/ 4622218 w 5589474"/>
                  <a:gd name="connsiteY33" fmla="*/ 508561 h 4278408"/>
                  <a:gd name="connsiteX34" fmla="*/ 4558511 w 5589474"/>
                  <a:gd name="connsiteY34" fmla="*/ 488175 h 4278408"/>
                  <a:gd name="connsiteX35" fmla="*/ 4499900 w 5589474"/>
                  <a:gd name="connsiteY35" fmla="*/ 477981 h 4278408"/>
                  <a:gd name="connsiteX36" fmla="*/ 4446388 w 5589474"/>
                  <a:gd name="connsiteY36" fmla="*/ 470338 h 4278408"/>
                  <a:gd name="connsiteX37" fmla="*/ 4284127 w 5589474"/>
                  <a:gd name="connsiteY37" fmla="*/ 440084 h 4278408"/>
                  <a:gd name="connsiteX38" fmla="*/ 4225073 w 5589474"/>
                  <a:gd name="connsiteY38" fmla="*/ 440084 h 4278408"/>
                  <a:gd name="connsiteX39" fmla="*/ 4166018 w 5589474"/>
                  <a:gd name="connsiteY39" fmla="*/ 451895 h 4278408"/>
                  <a:gd name="connsiteX40" fmla="*/ 4112869 w 5589474"/>
                  <a:gd name="connsiteY40" fmla="*/ 463705 h 4278408"/>
                  <a:gd name="connsiteX41" fmla="*/ 4062672 w 5589474"/>
                  <a:gd name="connsiteY41" fmla="*/ 484373 h 4278408"/>
                  <a:gd name="connsiteX42" fmla="*/ 4018382 w 5589474"/>
                  <a:gd name="connsiteY42" fmla="*/ 507995 h 4278408"/>
                  <a:gd name="connsiteX43" fmla="*/ 3974090 w 5589474"/>
                  <a:gd name="connsiteY43" fmla="*/ 537523 h 4278408"/>
                  <a:gd name="connsiteX44" fmla="*/ 3929800 w 5589474"/>
                  <a:gd name="connsiteY44" fmla="*/ 570003 h 4278408"/>
                  <a:gd name="connsiteX45" fmla="*/ 3894367 w 5589474"/>
                  <a:gd name="connsiteY45" fmla="*/ 608388 h 4278408"/>
                  <a:gd name="connsiteX46" fmla="*/ 3861885 w 5589474"/>
                  <a:gd name="connsiteY46" fmla="*/ 646775 h 4278408"/>
                  <a:gd name="connsiteX47" fmla="*/ 3826453 w 5589474"/>
                  <a:gd name="connsiteY47" fmla="*/ 691065 h 4278408"/>
                  <a:gd name="connsiteX48" fmla="*/ 3796926 w 5589474"/>
                  <a:gd name="connsiteY48" fmla="*/ 735357 h 4278408"/>
                  <a:gd name="connsiteX49" fmla="*/ 3770351 w 5589474"/>
                  <a:gd name="connsiteY49" fmla="*/ 779646 h 4278408"/>
                  <a:gd name="connsiteX50" fmla="*/ 3743776 w 5589474"/>
                  <a:gd name="connsiteY50" fmla="*/ 826891 h 4278408"/>
                  <a:gd name="connsiteX51" fmla="*/ 3723109 w 5589474"/>
                  <a:gd name="connsiteY51" fmla="*/ 874134 h 4278408"/>
                  <a:gd name="connsiteX52" fmla="*/ 3684722 w 5589474"/>
                  <a:gd name="connsiteY52" fmla="*/ 968621 h 4278408"/>
                  <a:gd name="connsiteX53" fmla="*/ 3655194 w 5589474"/>
                  <a:gd name="connsiteY53" fmla="*/ 1057204 h 4278408"/>
                  <a:gd name="connsiteX54" fmla="*/ 3631573 w 5589474"/>
                  <a:gd name="connsiteY54" fmla="*/ 1136928 h 4278408"/>
                  <a:gd name="connsiteX55" fmla="*/ 3613856 w 5589474"/>
                  <a:gd name="connsiteY55" fmla="*/ 1207794 h 4278408"/>
                  <a:gd name="connsiteX56" fmla="*/ 3578424 w 5589474"/>
                  <a:gd name="connsiteY56" fmla="*/ 1346572 h 4278408"/>
                  <a:gd name="connsiteX57" fmla="*/ 3537085 w 5589474"/>
                  <a:gd name="connsiteY57" fmla="*/ 1482397 h 4278408"/>
                  <a:gd name="connsiteX58" fmla="*/ 3495747 w 5589474"/>
                  <a:gd name="connsiteY58" fmla="*/ 1612317 h 4278408"/>
                  <a:gd name="connsiteX59" fmla="*/ 3451457 w 5589474"/>
                  <a:gd name="connsiteY59" fmla="*/ 1736332 h 4278408"/>
                  <a:gd name="connsiteX60" fmla="*/ 3404213 w 5589474"/>
                  <a:gd name="connsiteY60" fmla="*/ 1860347 h 4278408"/>
                  <a:gd name="connsiteX61" fmla="*/ 3351063 w 5589474"/>
                  <a:gd name="connsiteY61" fmla="*/ 1981409 h 4278408"/>
                  <a:gd name="connsiteX62" fmla="*/ 3297914 w 5589474"/>
                  <a:gd name="connsiteY62" fmla="*/ 2093613 h 4278408"/>
                  <a:gd name="connsiteX63" fmla="*/ 3241812 w 5589474"/>
                  <a:gd name="connsiteY63" fmla="*/ 2208769 h 4278408"/>
                  <a:gd name="connsiteX64" fmla="*/ 3179806 w 5589474"/>
                  <a:gd name="connsiteY64" fmla="*/ 2315068 h 4278408"/>
                  <a:gd name="connsiteX65" fmla="*/ 3120751 w 5589474"/>
                  <a:gd name="connsiteY65" fmla="*/ 2418415 h 4278408"/>
                  <a:gd name="connsiteX66" fmla="*/ 3052837 w 5589474"/>
                  <a:gd name="connsiteY66" fmla="*/ 2518807 h 4278408"/>
                  <a:gd name="connsiteX67" fmla="*/ 2987877 w 5589474"/>
                  <a:gd name="connsiteY67" fmla="*/ 2613294 h 4278408"/>
                  <a:gd name="connsiteX68" fmla="*/ 2919965 w 5589474"/>
                  <a:gd name="connsiteY68" fmla="*/ 2707782 h 4278408"/>
                  <a:gd name="connsiteX69" fmla="*/ 2849100 w 5589474"/>
                  <a:gd name="connsiteY69" fmla="*/ 2793409 h 4278408"/>
                  <a:gd name="connsiteX70" fmla="*/ 2778234 w 5589474"/>
                  <a:gd name="connsiteY70" fmla="*/ 2881992 h 4278408"/>
                  <a:gd name="connsiteX71" fmla="*/ 2704415 w 5589474"/>
                  <a:gd name="connsiteY71" fmla="*/ 2964669 h 4278408"/>
                  <a:gd name="connsiteX72" fmla="*/ 2627644 w 5589474"/>
                  <a:gd name="connsiteY72" fmla="*/ 3044393 h 4278408"/>
                  <a:gd name="connsiteX73" fmla="*/ 2550872 w 5589474"/>
                  <a:gd name="connsiteY73" fmla="*/ 3121164 h 4278408"/>
                  <a:gd name="connsiteX74" fmla="*/ 2471150 w 5589474"/>
                  <a:gd name="connsiteY74" fmla="*/ 3194982 h 4278408"/>
                  <a:gd name="connsiteX75" fmla="*/ 2394379 w 5589474"/>
                  <a:gd name="connsiteY75" fmla="*/ 3262895 h 4278408"/>
                  <a:gd name="connsiteX76" fmla="*/ 2311703 w 5589474"/>
                  <a:gd name="connsiteY76" fmla="*/ 3330808 h 4278408"/>
                  <a:gd name="connsiteX77" fmla="*/ 2229026 w 5589474"/>
                  <a:gd name="connsiteY77" fmla="*/ 3395768 h 4278408"/>
                  <a:gd name="connsiteX78" fmla="*/ 2146350 w 5589474"/>
                  <a:gd name="connsiteY78" fmla="*/ 3457776 h 4278408"/>
                  <a:gd name="connsiteX79" fmla="*/ 2063673 w 5589474"/>
                  <a:gd name="connsiteY79" fmla="*/ 3513876 h 4278408"/>
                  <a:gd name="connsiteX80" fmla="*/ 1980996 w 5589474"/>
                  <a:gd name="connsiteY80" fmla="*/ 3569980 h 4278408"/>
                  <a:gd name="connsiteX81" fmla="*/ 1898321 w 5589474"/>
                  <a:gd name="connsiteY81" fmla="*/ 3623129 h 4278408"/>
                  <a:gd name="connsiteX82" fmla="*/ 1812689 w 5589474"/>
                  <a:gd name="connsiteY82" fmla="*/ 3673324 h 4278408"/>
                  <a:gd name="connsiteX83" fmla="*/ 1730014 w 5589474"/>
                  <a:gd name="connsiteY83" fmla="*/ 3723522 h 4278408"/>
                  <a:gd name="connsiteX84" fmla="*/ 1647337 w 5589474"/>
                  <a:gd name="connsiteY84" fmla="*/ 3770765 h 4278408"/>
                  <a:gd name="connsiteX85" fmla="*/ 1558754 w 5589474"/>
                  <a:gd name="connsiteY85" fmla="*/ 3815056 h 4278408"/>
                  <a:gd name="connsiteX86" fmla="*/ 1393401 w 5589474"/>
                  <a:gd name="connsiteY86" fmla="*/ 3894780 h 4278408"/>
                  <a:gd name="connsiteX87" fmla="*/ 1231003 w 5589474"/>
                  <a:gd name="connsiteY87" fmla="*/ 3965646 h 4278408"/>
                  <a:gd name="connsiteX88" fmla="*/ 1065649 w 5589474"/>
                  <a:gd name="connsiteY88" fmla="*/ 4024700 h 4278408"/>
                  <a:gd name="connsiteX89" fmla="*/ 909153 w 5589474"/>
                  <a:gd name="connsiteY89" fmla="*/ 4080802 h 4278408"/>
                  <a:gd name="connsiteX90" fmla="*/ 755612 w 5589474"/>
                  <a:gd name="connsiteY90" fmla="*/ 4128045 h 4278408"/>
                  <a:gd name="connsiteX91" fmla="*/ 610929 w 5589474"/>
                  <a:gd name="connsiteY91" fmla="*/ 4166432 h 4278408"/>
                  <a:gd name="connsiteX92" fmla="*/ 469197 w 5589474"/>
                  <a:gd name="connsiteY92" fmla="*/ 4204817 h 4278408"/>
                  <a:gd name="connsiteX93" fmla="*/ 339277 w 5589474"/>
                  <a:gd name="connsiteY93" fmla="*/ 4231392 h 4278408"/>
                  <a:gd name="connsiteX94" fmla="*/ 221168 w 5589474"/>
                  <a:gd name="connsiteY94" fmla="*/ 4255013 h 4278408"/>
                  <a:gd name="connsiteX95" fmla="*/ 106010 w 5589474"/>
                  <a:gd name="connsiteY95" fmla="*/ 4275681 h 4278408"/>
                  <a:gd name="connsiteX96" fmla="*/ 83516 w 5589474"/>
                  <a:gd name="connsiteY96" fmla="*/ 4278408 h 4278408"/>
                  <a:gd name="connsiteX97" fmla="*/ 0 w 5589474"/>
                  <a:gd name="connsiteY97" fmla="*/ 3859220 h 4278408"/>
                  <a:gd name="connsiteX98" fmla="*/ 32481 w 5589474"/>
                  <a:gd name="connsiteY98" fmla="*/ 3853314 h 4278408"/>
                  <a:gd name="connsiteX99" fmla="*/ 124015 w 5589474"/>
                  <a:gd name="connsiteY99" fmla="*/ 3847409 h 4278408"/>
                  <a:gd name="connsiteX100" fmla="*/ 265746 w 5589474"/>
                  <a:gd name="connsiteY100" fmla="*/ 3832646 h 4278408"/>
                  <a:gd name="connsiteX101" fmla="*/ 357282 w 5589474"/>
                  <a:gd name="connsiteY101" fmla="*/ 3817882 h 4278408"/>
                  <a:gd name="connsiteX102" fmla="*/ 454721 w 5589474"/>
                  <a:gd name="connsiteY102" fmla="*/ 3800165 h 4278408"/>
                  <a:gd name="connsiteX103" fmla="*/ 563973 w 5589474"/>
                  <a:gd name="connsiteY103" fmla="*/ 3782449 h 4278408"/>
                  <a:gd name="connsiteX104" fmla="*/ 679129 w 5589474"/>
                  <a:gd name="connsiteY104" fmla="*/ 3755875 h 4278408"/>
                  <a:gd name="connsiteX105" fmla="*/ 803144 w 5589474"/>
                  <a:gd name="connsiteY105" fmla="*/ 3720442 h 4278408"/>
                  <a:gd name="connsiteX106" fmla="*/ 933063 w 5589474"/>
                  <a:gd name="connsiteY106" fmla="*/ 3685010 h 4278408"/>
                  <a:gd name="connsiteX107" fmla="*/ 1068889 w 5589474"/>
                  <a:gd name="connsiteY107" fmla="*/ 3637767 h 4278408"/>
                  <a:gd name="connsiteX108" fmla="*/ 1210620 w 5589474"/>
                  <a:gd name="connsiteY108" fmla="*/ 3584617 h 4278408"/>
                  <a:gd name="connsiteX109" fmla="*/ 1358257 w 5589474"/>
                  <a:gd name="connsiteY109" fmla="*/ 3525563 h 4278408"/>
                  <a:gd name="connsiteX110" fmla="*/ 1502942 w 5589474"/>
                  <a:gd name="connsiteY110" fmla="*/ 3457649 h 4278408"/>
                  <a:gd name="connsiteX111" fmla="*/ 1653530 w 5589474"/>
                  <a:gd name="connsiteY111" fmla="*/ 3377926 h 4278408"/>
                  <a:gd name="connsiteX112" fmla="*/ 1730302 w 5589474"/>
                  <a:gd name="connsiteY112" fmla="*/ 3336587 h 4278408"/>
                  <a:gd name="connsiteX113" fmla="*/ 1807072 w 5589474"/>
                  <a:gd name="connsiteY113" fmla="*/ 3292296 h 4278408"/>
                  <a:gd name="connsiteX114" fmla="*/ 1880892 w 5589474"/>
                  <a:gd name="connsiteY114" fmla="*/ 3245051 h 4278408"/>
                  <a:gd name="connsiteX115" fmla="*/ 1957663 w 5589474"/>
                  <a:gd name="connsiteY115" fmla="*/ 3197808 h 4278408"/>
                  <a:gd name="connsiteX116" fmla="*/ 2034434 w 5589474"/>
                  <a:gd name="connsiteY116" fmla="*/ 3144659 h 4278408"/>
                  <a:gd name="connsiteX117" fmla="*/ 2108252 w 5589474"/>
                  <a:gd name="connsiteY117" fmla="*/ 3088557 h 4278408"/>
                  <a:gd name="connsiteX118" fmla="*/ 2185022 w 5589474"/>
                  <a:gd name="connsiteY118" fmla="*/ 3032455 h 4278408"/>
                  <a:gd name="connsiteX119" fmla="*/ 2255888 w 5589474"/>
                  <a:gd name="connsiteY119" fmla="*/ 2970449 h 4278408"/>
                  <a:gd name="connsiteX120" fmla="*/ 2329707 w 5589474"/>
                  <a:gd name="connsiteY120" fmla="*/ 2908440 h 4278408"/>
                  <a:gd name="connsiteX121" fmla="*/ 2403525 w 5589474"/>
                  <a:gd name="connsiteY121" fmla="*/ 2840528 h 4278408"/>
                  <a:gd name="connsiteX122" fmla="*/ 2477344 w 5589474"/>
                  <a:gd name="connsiteY122" fmla="*/ 2772615 h 4278408"/>
                  <a:gd name="connsiteX123" fmla="*/ 2548210 w 5589474"/>
                  <a:gd name="connsiteY123" fmla="*/ 2701750 h 4278408"/>
                  <a:gd name="connsiteX124" fmla="*/ 2616121 w 5589474"/>
                  <a:gd name="connsiteY124" fmla="*/ 2624979 h 4278408"/>
                  <a:gd name="connsiteX125" fmla="*/ 2686987 w 5589474"/>
                  <a:gd name="connsiteY125" fmla="*/ 2545255 h 4278408"/>
                  <a:gd name="connsiteX126" fmla="*/ 2754901 w 5589474"/>
                  <a:gd name="connsiteY126" fmla="*/ 2465530 h 4278408"/>
                  <a:gd name="connsiteX127" fmla="*/ 2819860 w 5589474"/>
                  <a:gd name="connsiteY127" fmla="*/ 2376949 h 4278408"/>
                  <a:gd name="connsiteX128" fmla="*/ 2887773 w 5589474"/>
                  <a:gd name="connsiteY128" fmla="*/ 2291321 h 4278408"/>
                  <a:gd name="connsiteX129" fmla="*/ 2949781 w 5589474"/>
                  <a:gd name="connsiteY129" fmla="*/ 2196833 h 4278408"/>
                  <a:gd name="connsiteX130" fmla="*/ 3011788 w 5589474"/>
                  <a:gd name="connsiteY130" fmla="*/ 2102346 h 4278408"/>
                  <a:gd name="connsiteX131" fmla="*/ 3070842 w 5589474"/>
                  <a:gd name="connsiteY131" fmla="*/ 2004905 h 4278408"/>
                  <a:gd name="connsiteX132" fmla="*/ 3126944 w 5589474"/>
                  <a:gd name="connsiteY132" fmla="*/ 1901560 h 4278408"/>
                  <a:gd name="connsiteX133" fmla="*/ 3183045 w 5589474"/>
                  <a:gd name="connsiteY133" fmla="*/ 1795262 h 4278408"/>
                  <a:gd name="connsiteX134" fmla="*/ 3236195 w 5589474"/>
                  <a:gd name="connsiteY134" fmla="*/ 1680104 h 4278408"/>
                  <a:gd name="connsiteX135" fmla="*/ 3286393 w 5589474"/>
                  <a:gd name="connsiteY135" fmla="*/ 1567900 h 4278408"/>
                  <a:gd name="connsiteX136" fmla="*/ 3336587 w 5589474"/>
                  <a:gd name="connsiteY136" fmla="*/ 1449791 h 4278408"/>
                  <a:gd name="connsiteX137" fmla="*/ 3383832 w 5589474"/>
                  <a:gd name="connsiteY137" fmla="*/ 1328729 h 4278408"/>
                  <a:gd name="connsiteX138" fmla="*/ 3428123 w 5589474"/>
                  <a:gd name="connsiteY138" fmla="*/ 1201761 h 4278408"/>
                  <a:gd name="connsiteX139" fmla="*/ 3466508 w 5589474"/>
                  <a:gd name="connsiteY139" fmla="*/ 1071841 h 4278408"/>
                  <a:gd name="connsiteX140" fmla="*/ 3504894 w 5589474"/>
                  <a:gd name="connsiteY140" fmla="*/ 933064 h 4278408"/>
                  <a:gd name="connsiteX141" fmla="*/ 3540327 w 5589474"/>
                  <a:gd name="connsiteY141" fmla="*/ 794284 h 4278408"/>
                  <a:gd name="connsiteX142" fmla="*/ 3558043 w 5589474"/>
                  <a:gd name="connsiteY142" fmla="*/ 726372 h 4278408"/>
                  <a:gd name="connsiteX143" fmla="*/ 3584617 w 5589474"/>
                  <a:gd name="connsiteY143" fmla="*/ 643696 h 4278408"/>
                  <a:gd name="connsiteX144" fmla="*/ 3617098 w 5589474"/>
                  <a:gd name="connsiteY144" fmla="*/ 552161 h 4278408"/>
                  <a:gd name="connsiteX145" fmla="*/ 3661388 w 5589474"/>
                  <a:gd name="connsiteY145" fmla="*/ 454721 h 4278408"/>
                  <a:gd name="connsiteX146" fmla="*/ 3687964 w 5589474"/>
                  <a:gd name="connsiteY146" fmla="*/ 404524 h 4278408"/>
                  <a:gd name="connsiteX147" fmla="*/ 3714537 w 5589474"/>
                  <a:gd name="connsiteY147" fmla="*/ 357280 h 4278408"/>
                  <a:gd name="connsiteX148" fmla="*/ 3744065 w 5589474"/>
                  <a:gd name="connsiteY148" fmla="*/ 307084 h 4278408"/>
                  <a:gd name="connsiteX149" fmla="*/ 3776546 w 5589474"/>
                  <a:gd name="connsiteY149" fmla="*/ 259841 h 4278408"/>
                  <a:gd name="connsiteX150" fmla="*/ 3809024 w 5589474"/>
                  <a:gd name="connsiteY150" fmla="*/ 218502 h 4278408"/>
                  <a:gd name="connsiteX151" fmla="*/ 3850363 w 5589474"/>
                  <a:gd name="connsiteY151" fmla="*/ 177164 h 4278408"/>
                  <a:gd name="connsiteX152" fmla="*/ 3891701 w 5589474"/>
                  <a:gd name="connsiteY152" fmla="*/ 138777 h 4278408"/>
                  <a:gd name="connsiteX153" fmla="*/ 3933039 w 5589474"/>
                  <a:gd name="connsiteY153" fmla="*/ 100393 h 4278408"/>
                  <a:gd name="connsiteX154" fmla="*/ 3977331 w 5589474"/>
                  <a:gd name="connsiteY154" fmla="*/ 70866 h 4278408"/>
                  <a:gd name="connsiteX155" fmla="*/ 4027527 w 5589474"/>
                  <a:gd name="connsiteY155" fmla="*/ 47244 h 4278408"/>
                  <a:gd name="connsiteX156" fmla="*/ 4077724 w 5589474"/>
                  <a:gd name="connsiteY156" fmla="*/ 23622 h 4278408"/>
                  <a:gd name="connsiteX157" fmla="*/ 4130874 w 5589474"/>
                  <a:gd name="connsiteY157" fmla="*/ 11811 h 4278408"/>
                  <a:gd name="connsiteX158" fmla="*/ 4186974 w 5589474"/>
                  <a:gd name="connsiteY158" fmla="*/ 5906 h 4278408"/>
                  <a:gd name="connsiteX0" fmla="*/ 4246029 w 5589474"/>
                  <a:gd name="connsiteY0" fmla="*/ 0 h 4278408"/>
                  <a:gd name="connsiteX1" fmla="*/ 4310989 w 5589474"/>
                  <a:gd name="connsiteY1" fmla="*/ 8857 h 4278408"/>
                  <a:gd name="connsiteX2" fmla="*/ 4375949 w 5589474"/>
                  <a:gd name="connsiteY2" fmla="*/ 23622 h 4278408"/>
                  <a:gd name="connsiteX3" fmla="*/ 4446815 w 5589474"/>
                  <a:gd name="connsiteY3" fmla="*/ 47244 h 4278408"/>
                  <a:gd name="connsiteX4" fmla="*/ 4520635 w 5589474"/>
                  <a:gd name="connsiteY4" fmla="*/ 79723 h 4278408"/>
                  <a:gd name="connsiteX5" fmla="*/ 4597405 w 5589474"/>
                  <a:gd name="connsiteY5" fmla="*/ 124015 h 4278408"/>
                  <a:gd name="connsiteX6" fmla="*/ 4674177 w 5589474"/>
                  <a:gd name="connsiteY6" fmla="*/ 177164 h 4278408"/>
                  <a:gd name="connsiteX7" fmla="*/ 4756854 w 5589474"/>
                  <a:gd name="connsiteY7" fmla="*/ 242124 h 4278408"/>
                  <a:gd name="connsiteX8" fmla="*/ 4842482 w 5589474"/>
                  <a:gd name="connsiteY8" fmla="*/ 315941 h 4278408"/>
                  <a:gd name="connsiteX9" fmla="*/ 4934017 w 5589474"/>
                  <a:gd name="connsiteY9" fmla="*/ 404524 h 4278408"/>
                  <a:gd name="connsiteX10" fmla="*/ 5028504 w 5589474"/>
                  <a:gd name="connsiteY10" fmla="*/ 504916 h 4278408"/>
                  <a:gd name="connsiteX11" fmla="*/ 5131848 w 5589474"/>
                  <a:gd name="connsiteY11" fmla="*/ 626348 h 4278408"/>
                  <a:gd name="connsiteX12" fmla="*/ 5131263 w 5589474"/>
                  <a:gd name="connsiteY12" fmla="*/ 632975 h 4278408"/>
                  <a:gd name="connsiteX13" fmla="*/ 5170541 w 5589474"/>
                  <a:gd name="connsiteY13" fmla="*/ 674709 h 4278408"/>
                  <a:gd name="connsiteX14" fmla="*/ 5272472 w 5589474"/>
                  <a:gd name="connsiteY14" fmla="*/ 794479 h 4278408"/>
                  <a:gd name="connsiteX15" fmla="*/ 5343823 w 5589474"/>
                  <a:gd name="connsiteY15" fmla="*/ 878571 h 4278408"/>
                  <a:gd name="connsiteX16" fmla="*/ 5524620 w 5589474"/>
                  <a:gd name="connsiteY16" fmla="*/ 905541 h 4278408"/>
                  <a:gd name="connsiteX17" fmla="*/ 5514556 w 5589474"/>
                  <a:gd name="connsiteY17" fmla="*/ 1056950 h 4278408"/>
                  <a:gd name="connsiteX18" fmla="*/ 5560426 w 5589474"/>
                  <a:gd name="connsiteY18" fmla="*/ 1102820 h 4278408"/>
                  <a:gd name="connsiteX19" fmla="*/ 5589474 w 5589474"/>
                  <a:gd name="connsiteY19" fmla="*/ 1128811 h 4278408"/>
                  <a:gd name="connsiteX20" fmla="*/ 5501373 w 5589474"/>
                  <a:gd name="connsiteY20" fmla="*/ 1163468 h 4278408"/>
                  <a:gd name="connsiteX21" fmla="*/ 5452954 w 5589474"/>
                  <a:gd name="connsiteY21" fmla="*/ 1132889 h 4278408"/>
                  <a:gd name="connsiteX22" fmla="*/ 5407086 w 5589474"/>
                  <a:gd name="connsiteY22" fmla="*/ 1097213 h 4278408"/>
                  <a:gd name="connsiteX23" fmla="*/ 5320445 w 5589474"/>
                  <a:gd name="connsiteY23" fmla="*/ 1036054 h 4278408"/>
                  <a:gd name="connsiteX24" fmla="*/ 5251642 w 5589474"/>
                  <a:gd name="connsiteY24" fmla="*/ 974895 h 4278408"/>
                  <a:gd name="connsiteX25" fmla="*/ 5198128 w 5589474"/>
                  <a:gd name="connsiteY25" fmla="*/ 926478 h 4278408"/>
                  <a:gd name="connsiteX26" fmla="*/ 5152258 w 5589474"/>
                  <a:gd name="connsiteY26" fmla="*/ 880609 h 4278408"/>
                  <a:gd name="connsiteX27" fmla="*/ 5063069 w 5589474"/>
                  <a:gd name="connsiteY27" fmla="*/ 796516 h 4278408"/>
                  <a:gd name="connsiteX28" fmla="*/ 4981525 w 5589474"/>
                  <a:gd name="connsiteY28" fmla="*/ 727712 h 4278408"/>
                  <a:gd name="connsiteX29" fmla="*/ 4899980 w 5589474"/>
                  <a:gd name="connsiteY29" fmla="*/ 664006 h 4278408"/>
                  <a:gd name="connsiteX30" fmla="*/ 4826079 w 5589474"/>
                  <a:gd name="connsiteY30" fmla="*/ 613041 h 4278408"/>
                  <a:gd name="connsiteX31" fmla="*/ 4754728 w 5589474"/>
                  <a:gd name="connsiteY31" fmla="*/ 569719 h 4278408"/>
                  <a:gd name="connsiteX32" fmla="*/ 4685926 w 5589474"/>
                  <a:gd name="connsiteY32" fmla="*/ 534043 h 4278408"/>
                  <a:gd name="connsiteX33" fmla="*/ 4622218 w 5589474"/>
                  <a:gd name="connsiteY33" fmla="*/ 508561 h 4278408"/>
                  <a:gd name="connsiteX34" fmla="*/ 4558511 w 5589474"/>
                  <a:gd name="connsiteY34" fmla="*/ 488175 h 4278408"/>
                  <a:gd name="connsiteX35" fmla="*/ 4499900 w 5589474"/>
                  <a:gd name="connsiteY35" fmla="*/ 477981 h 4278408"/>
                  <a:gd name="connsiteX36" fmla="*/ 4446388 w 5589474"/>
                  <a:gd name="connsiteY36" fmla="*/ 470338 h 4278408"/>
                  <a:gd name="connsiteX37" fmla="*/ 4284127 w 5589474"/>
                  <a:gd name="connsiteY37" fmla="*/ 440084 h 4278408"/>
                  <a:gd name="connsiteX38" fmla="*/ 4225073 w 5589474"/>
                  <a:gd name="connsiteY38" fmla="*/ 440084 h 4278408"/>
                  <a:gd name="connsiteX39" fmla="*/ 4166018 w 5589474"/>
                  <a:gd name="connsiteY39" fmla="*/ 451895 h 4278408"/>
                  <a:gd name="connsiteX40" fmla="*/ 4112869 w 5589474"/>
                  <a:gd name="connsiteY40" fmla="*/ 463705 h 4278408"/>
                  <a:gd name="connsiteX41" fmla="*/ 4062672 w 5589474"/>
                  <a:gd name="connsiteY41" fmla="*/ 484373 h 4278408"/>
                  <a:gd name="connsiteX42" fmla="*/ 4018382 w 5589474"/>
                  <a:gd name="connsiteY42" fmla="*/ 507995 h 4278408"/>
                  <a:gd name="connsiteX43" fmla="*/ 3974090 w 5589474"/>
                  <a:gd name="connsiteY43" fmla="*/ 537523 h 4278408"/>
                  <a:gd name="connsiteX44" fmla="*/ 3929800 w 5589474"/>
                  <a:gd name="connsiteY44" fmla="*/ 570003 h 4278408"/>
                  <a:gd name="connsiteX45" fmla="*/ 3894367 w 5589474"/>
                  <a:gd name="connsiteY45" fmla="*/ 608388 h 4278408"/>
                  <a:gd name="connsiteX46" fmla="*/ 3861885 w 5589474"/>
                  <a:gd name="connsiteY46" fmla="*/ 646775 h 4278408"/>
                  <a:gd name="connsiteX47" fmla="*/ 3826453 w 5589474"/>
                  <a:gd name="connsiteY47" fmla="*/ 691065 h 4278408"/>
                  <a:gd name="connsiteX48" fmla="*/ 3796926 w 5589474"/>
                  <a:gd name="connsiteY48" fmla="*/ 735357 h 4278408"/>
                  <a:gd name="connsiteX49" fmla="*/ 3770351 w 5589474"/>
                  <a:gd name="connsiteY49" fmla="*/ 779646 h 4278408"/>
                  <a:gd name="connsiteX50" fmla="*/ 3743776 w 5589474"/>
                  <a:gd name="connsiteY50" fmla="*/ 826891 h 4278408"/>
                  <a:gd name="connsiteX51" fmla="*/ 3723109 w 5589474"/>
                  <a:gd name="connsiteY51" fmla="*/ 874134 h 4278408"/>
                  <a:gd name="connsiteX52" fmla="*/ 3684722 w 5589474"/>
                  <a:gd name="connsiteY52" fmla="*/ 968621 h 4278408"/>
                  <a:gd name="connsiteX53" fmla="*/ 3655194 w 5589474"/>
                  <a:gd name="connsiteY53" fmla="*/ 1057204 h 4278408"/>
                  <a:gd name="connsiteX54" fmla="*/ 3631573 w 5589474"/>
                  <a:gd name="connsiteY54" fmla="*/ 1136928 h 4278408"/>
                  <a:gd name="connsiteX55" fmla="*/ 3613856 w 5589474"/>
                  <a:gd name="connsiteY55" fmla="*/ 1207794 h 4278408"/>
                  <a:gd name="connsiteX56" fmla="*/ 3578424 w 5589474"/>
                  <a:gd name="connsiteY56" fmla="*/ 1346572 h 4278408"/>
                  <a:gd name="connsiteX57" fmla="*/ 3537085 w 5589474"/>
                  <a:gd name="connsiteY57" fmla="*/ 1482397 h 4278408"/>
                  <a:gd name="connsiteX58" fmla="*/ 3495747 w 5589474"/>
                  <a:gd name="connsiteY58" fmla="*/ 1612317 h 4278408"/>
                  <a:gd name="connsiteX59" fmla="*/ 3451457 w 5589474"/>
                  <a:gd name="connsiteY59" fmla="*/ 1736332 h 4278408"/>
                  <a:gd name="connsiteX60" fmla="*/ 3404213 w 5589474"/>
                  <a:gd name="connsiteY60" fmla="*/ 1860347 h 4278408"/>
                  <a:gd name="connsiteX61" fmla="*/ 3351063 w 5589474"/>
                  <a:gd name="connsiteY61" fmla="*/ 1981409 h 4278408"/>
                  <a:gd name="connsiteX62" fmla="*/ 3297914 w 5589474"/>
                  <a:gd name="connsiteY62" fmla="*/ 2093613 h 4278408"/>
                  <a:gd name="connsiteX63" fmla="*/ 3241812 w 5589474"/>
                  <a:gd name="connsiteY63" fmla="*/ 2208769 h 4278408"/>
                  <a:gd name="connsiteX64" fmla="*/ 3179806 w 5589474"/>
                  <a:gd name="connsiteY64" fmla="*/ 2315068 h 4278408"/>
                  <a:gd name="connsiteX65" fmla="*/ 3120751 w 5589474"/>
                  <a:gd name="connsiteY65" fmla="*/ 2418415 h 4278408"/>
                  <a:gd name="connsiteX66" fmla="*/ 3052837 w 5589474"/>
                  <a:gd name="connsiteY66" fmla="*/ 2518807 h 4278408"/>
                  <a:gd name="connsiteX67" fmla="*/ 2987877 w 5589474"/>
                  <a:gd name="connsiteY67" fmla="*/ 2613294 h 4278408"/>
                  <a:gd name="connsiteX68" fmla="*/ 2919965 w 5589474"/>
                  <a:gd name="connsiteY68" fmla="*/ 2707782 h 4278408"/>
                  <a:gd name="connsiteX69" fmla="*/ 2849100 w 5589474"/>
                  <a:gd name="connsiteY69" fmla="*/ 2793409 h 4278408"/>
                  <a:gd name="connsiteX70" fmla="*/ 2778234 w 5589474"/>
                  <a:gd name="connsiteY70" fmla="*/ 2881992 h 4278408"/>
                  <a:gd name="connsiteX71" fmla="*/ 2704415 w 5589474"/>
                  <a:gd name="connsiteY71" fmla="*/ 2964669 h 4278408"/>
                  <a:gd name="connsiteX72" fmla="*/ 2627644 w 5589474"/>
                  <a:gd name="connsiteY72" fmla="*/ 3044393 h 4278408"/>
                  <a:gd name="connsiteX73" fmla="*/ 2550872 w 5589474"/>
                  <a:gd name="connsiteY73" fmla="*/ 3121164 h 4278408"/>
                  <a:gd name="connsiteX74" fmla="*/ 2471150 w 5589474"/>
                  <a:gd name="connsiteY74" fmla="*/ 3194982 h 4278408"/>
                  <a:gd name="connsiteX75" fmla="*/ 2394379 w 5589474"/>
                  <a:gd name="connsiteY75" fmla="*/ 3262895 h 4278408"/>
                  <a:gd name="connsiteX76" fmla="*/ 2311703 w 5589474"/>
                  <a:gd name="connsiteY76" fmla="*/ 3330808 h 4278408"/>
                  <a:gd name="connsiteX77" fmla="*/ 2229026 w 5589474"/>
                  <a:gd name="connsiteY77" fmla="*/ 3395768 h 4278408"/>
                  <a:gd name="connsiteX78" fmla="*/ 2146350 w 5589474"/>
                  <a:gd name="connsiteY78" fmla="*/ 3457776 h 4278408"/>
                  <a:gd name="connsiteX79" fmla="*/ 2063673 w 5589474"/>
                  <a:gd name="connsiteY79" fmla="*/ 3513876 h 4278408"/>
                  <a:gd name="connsiteX80" fmla="*/ 1980996 w 5589474"/>
                  <a:gd name="connsiteY80" fmla="*/ 3569980 h 4278408"/>
                  <a:gd name="connsiteX81" fmla="*/ 1898321 w 5589474"/>
                  <a:gd name="connsiteY81" fmla="*/ 3623129 h 4278408"/>
                  <a:gd name="connsiteX82" fmla="*/ 1812689 w 5589474"/>
                  <a:gd name="connsiteY82" fmla="*/ 3673324 h 4278408"/>
                  <a:gd name="connsiteX83" fmla="*/ 1730014 w 5589474"/>
                  <a:gd name="connsiteY83" fmla="*/ 3723522 h 4278408"/>
                  <a:gd name="connsiteX84" fmla="*/ 1647337 w 5589474"/>
                  <a:gd name="connsiteY84" fmla="*/ 3770765 h 4278408"/>
                  <a:gd name="connsiteX85" fmla="*/ 1558754 w 5589474"/>
                  <a:gd name="connsiteY85" fmla="*/ 3815056 h 4278408"/>
                  <a:gd name="connsiteX86" fmla="*/ 1393401 w 5589474"/>
                  <a:gd name="connsiteY86" fmla="*/ 3894780 h 4278408"/>
                  <a:gd name="connsiteX87" fmla="*/ 1231003 w 5589474"/>
                  <a:gd name="connsiteY87" fmla="*/ 3965646 h 4278408"/>
                  <a:gd name="connsiteX88" fmla="*/ 1065649 w 5589474"/>
                  <a:gd name="connsiteY88" fmla="*/ 4024700 h 4278408"/>
                  <a:gd name="connsiteX89" fmla="*/ 909153 w 5589474"/>
                  <a:gd name="connsiteY89" fmla="*/ 4080802 h 4278408"/>
                  <a:gd name="connsiteX90" fmla="*/ 755612 w 5589474"/>
                  <a:gd name="connsiteY90" fmla="*/ 4128045 h 4278408"/>
                  <a:gd name="connsiteX91" fmla="*/ 610929 w 5589474"/>
                  <a:gd name="connsiteY91" fmla="*/ 4166432 h 4278408"/>
                  <a:gd name="connsiteX92" fmla="*/ 469197 w 5589474"/>
                  <a:gd name="connsiteY92" fmla="*/ 4204817 h 4278408"/>
                  <a:gd name="connsiteX93" fmla="*/ 339277 w 5589474"/>
                  <a:gd name="connsiteY93" fmla="*/ 4231392 h 4278408"/>
                  <a:gd name="connsiteX94" fmla="*/ 221168 w 5589474"/>
                  <a:gd name="connsiteY94" fmla="*/ 4255013 h 4278408"/>
                  <a:gd name="connsiteX95" fmla="*/ 106010 w 5589474"/>
                  <a:gd name="connsiteY95" fmla="*/ 4275681 h 4278408"/>
                  <a:gd name="connsiteX96" fmla="*/ 83516 w 5589474"/>
                  <a:gd name="connsiteY96" fmla="*/ 4278408 h 4278408"/>
                  <a:gd name="connsiteX97" fmla="*/ 0 w 5589474"/>
                  <a:gd name="connsiteY97" fmla="*/ 3859220 h 4278408"/>
                  <a:gd name="connsiteX98" fmla="*/ 32481 w 5589474"/>
                  <a:gd name="connsiteY98" fmla="*/ 3853314 h 4278408"/>
                  <a:gd name="connsiteX99" fmla="*/ 124015 w 5589474"/>
                  <a:gd name="connsiteY99" fmla="*/ 3847409 h 4278408"/>
                  <a:gd name="connsiteX100" fmla="*/ 265746 w 5589474"/>
                  <a:gd name="connsiteY100" fmla="*/ 3832646 h 4278408"/>
                  <a:gd name="connsiteX101" fmla="*/ 357282 w 5589474"/>
                  <a:gd name="connsiteY101" fmla="*/ 3817882 h 4278408"/>
                  <a:gd name="connsiteX102" fmla="*/ 454721 w 5589474"/>
                  <a:gd name="connsiteY102" fmla="*/ 3800165 h 4278408"/>
                  <a:gd name="connsiteX103" fmla="*/ 563973 w 5589474"/>
                  <a:gd name="connsiteY103" fmla="*/ 3782449 h 4278408"/>
                  <a:gd name="connsiteX104" fmla="*/ 679129 w 5589474"/>
                  <a:gd name="connsiteY104" fmla="*/ 3755875 h 4278408"/>
                  <a:gd name="connsiteX105" fmla="*/ 803144 w 5589474"/>
                  <a:gd name="connsiteY105" fmla="*/ 3720442 h 4278408"/>
                  <a:gd name="connsiteX106" fmla="*/ 933063 w 5589474"/>
                  <a:gd name="connsiteY106" fmla="*/ 3685010 h 4278408"/>
                  <a:gd name="connsiteX107" fmla="*/ 1068889 w 5589474"/>
                  <a:gd name="connsiteY107" fmla="*/ 3637767 h 4278408"/>
                  <a:gd name="connsiteX108" fmla="*/ 1210620 w 5589474"/>
                  <a:gd name="connsiteY108" fmla="*/ 3584617 h 4278408"/>
                  <a:gd name="connsiteX109" fmla="*/ 1358257 w 5589474"/>
                  <a:gd name="connsiteY109" fmla="*/ 3525563 h 4278408"/>
                  <a:gd name="connsiteX110" fmla="*/ 1502942 w 5589474"/>
                  <a:gd name="connsiteY110" fmla="*/ 3457649 h 4278408"/>
                  <a:gd name="connsiteX111" fmla="*/ 1653530 w 5589474"/>
                  <a:gd name="connsiteY111" fmla="*/ 3377926 h 4278408"/>
                  <a:gd name="connsiteX112" fmla="*/ 1730302 w 5589474"/>
                  <a:gd name="connsiteY112" fmla="*/ 3336587 h 4278408"/>
                  <a:gd name="connsiteX113" fmla="*/ 1807072 w 5589474"/>
                  <a:gd name="connsiteY113" fmla="*/ 3292296 h 4278408"/>
                  <a:gd name="connsiteX114" fmla="*/ 1880892 w 5589474"/>
                  <a:gd name="connsiteY114" fmla="*/ 3245051 h 4278408"/>
                  <a:gd name="connsiteX115" fmla="*/ 1957663 w 5589474"/>
                  <a:gd name="connsiteY115" fmla="*/ 3197808 h 4278408"/>
                  <a:gd name="connsiteX116" fmla="*/ 2034434 w 5589474"/>
                  <a:gd name="connsiteY116" fmla="*/ 3144659 h 4278408"/>
                  <a:gd name="connsiteX117" fmla="*/ 2108252 w 5589474"/>
                  <a:gd name="connsiteY117" fmla="*/ 3088557 h 4278408"/>
                  <a:gd name="connsiteX118" fmla="*/ 2185022 w 5589474"/>
                  <a:gd name="connsiteY118" fmla="*/ 3032455 h 4278408"/>
                  <a:gd name="connsiteX119" fmla="*/ 2255888 w 5589474"/>
                  <a:gd name="connsiteY119" fmla="*/ 2970449 h 4278408"/>
                  <a:gd name="connsiteX120" fmla="*/ 2329707 w 5589474"/>
                  <a:gd name="connsiteY120" fmla="*/ 2908440 h 4278408"/>
                  <a:gd name="connsiteX121" fmla="*/ 2403525 w 5589474"/>
                  <a:gd name="connsiteY121" fmla="*/ 2840528 h 4278408"/>
                  <a:gd name="connsiteX122" fmla="*/ 2477344 w 5589474"/>
                  <a:gd name="connsiteY122" fmla="*/ 2772615 h 4278408"/>
                  <a:gd name="connsiteX123" fmla="*/ 2548210 w 5589474"/>
                  <a:gd name="connsiteY123" fmla="*/ 2701750 h 4278408"/>
                  <a:gd name="connsiteX124" fmla="*/ 2616121 w 5589474"/>
                  <a:gd name="connsiteY124" fmla="*/ 2624979 h 4278408"/>
                  <a:gd name="connsiteX125" fmla="*/ 2686987 w 5589474"/>
                  <a:gd name="connsiteY125" fmla="*/ 2545255 h 4278408"/>
                  <a:gd name="connsiteX126" fmla="*/ 2754901 w 5589474"/>
                  <a:gd name="connsiteY126" fmla="*/ 2465530 h 4278408"/>
                  <a:gd name="connsiteX127" fmla="*/ 2819860 w 5589474"/>
                  <a:gd name="connsiteY127" fmla="*/ 2376949 h 4278408"/>
                  <a:gd name="connsiteX128" fmla="*/ 2887773 w 5589474"/>
                  <a:gd name="connsiteY128" fmla="*/ 2291321 h 4278408"/>
                  <a:gd name="connsiteX129" fmla="*/ 2949781 w 5589474"/>
                  <a:gd name="connsiteY129" fmla="*/ 2196833 h 4278408"/>
                  <a:gd name="connsiteX130" fmla="*/ 3011788 w 5589474"/>
                  <a:gd name="connsiteY130" fmla="*/ 2102346 h 4278408"/>
                  <a:gd name="connsiteX131" fmla="*/ 3070842 w 5589474"/>
                  <a:gd name="connsiteY131" fmla="*/ 2004905 h 4278408"/>
                  <a:gd name="connsiteX132" fmla="*/ 3126944 w 5589474"/>
                  <a:gd name="connsiteY132" fmla="*/ 1901560 h 4278408"/>
                  <a:gd name="connsiteX133" fmla="*/ 3183045 w 5589474"/>
                  <a:gd name="connsiteY133" fmla="*/ 1795262 h 4278408"/>
                  <a:gd name="connsiteX134" fmla="*/ 3236195 w 5589474"/>
                  <a:gd name="connsiteY134" fmla="*/ 1680104 h 4278408"/>
                  <a:gd name="connsiteX135" fmla="*/ 3286393 w 5589474"/>
                  <a:gd name="connsiteY135" fmla="*/ 1567900 h 4278408"/>
                  <a:gd name="connsiteX136" fmla="*/ 3336587 w 5589474"/>
                  <a:gd name="connsiteY136" fmla="*/ 1449791 h 4278408"/>
                  <a:gd name="connsiteX137" fmla="*/ 3383832 w 5589474"/>
                  <a:gd name="connsiteY137" fmla="*/ 1328729 h 4278408"/>
                  <a:gd name="connsiteX138" fmla="*/ 3428123 w 5589474"/>
                  <a:gd name="connsiteY138" fmla="*/ 1201761 h 4278408"/>
                  <a:gd name="connsiteX139" fmla="*/ 3466508 w 5589474"/>
                  <a:gd name="connsiteY139" fmla="*/ 1071841 h 4278408"/>
                  <a:gd name="connsiteX140" fmla="*/ 3504894 w 5589474"/>
                  <a:gd name="connsiteY140" fmla="*/ 933064 h 4278408"/>
                  <a:gd name="connsiteX141" fmla="*/ 3540327 w 5589474"/>
                  <a:gd name="connsiteY141" fmla="*/ 794284 h 4278408"/>
                  <a:gd name="connsiteX142" fmla="*/ 3558043 w 5589474"/>
                  <a:gd name="connsiteY142" fmla="*/ 726372 h 4278408"/>
                  <a:gd name="connsiteX143" fmla="*/ 3584617 w 5589474"/>
                  <a:gd name="connsiteY143" fmla="*/ 643696 h 4278408"/>
                  <a:gd name="connsiteX144" fmla="*/ 3617098 w 5589474"/>
                  <a:gd name="connsiteY144" fmla="*/ 552161 h 4278408"/>
                  <a:gd name="connsiteX145" fmla="*/ 3661388 w 5589474"/>
                  <a:gd name="connsiteY145" fmla="*/ 454721 h 4278408"/>
                  <a:gd name="connsiteX146" fmla="*/ 3687964 w 5589474"/>
                  <a:gd name="connsiteY146" fmla="*/ 404524 h 4278408"/>
                  <a:gd name="connsiteX147" fmla="*/ 3714537 w 5589474"/>
                  <a:gd name="connsiteY147" fmla="*/ 357280 h 4278408"/>
                  <a:gd name="connsiteX148" fmla="*/ 3744065 w 5589474"/>
                  <a:gd name="connsiteY148" fmla="*/ 307084 h 4278408"/>
                  <a:gd name="connsiteX149" fmla="*/ 3776546 w 5589474"/>
                  <a:gd name="connsiteY149" fmla="*/ 259841 h 4278408"/>
                  <a:gd name="connsiteX150" fmla="*/ 3809024 w 5589474"/>
                  <a:gd name="connsiteY150" fmla="*/ 218502 h 4278408"/>
                  <a:gd name="connsiteX151" fmla="*/ 3850363 w 5589474"/>
                  <a:gd name="connsiteY151" fmla="*/ 177164 h 4278408"/>
                  <a:gd name="connsiteX152" fmla="*/ 3891701 w 5589474"/>
                  <a:gd name="connsiteY152" fmla="*/ 138777 h 4278408"/>
                  <a:gd name="connsiteX153" fmla="*/ 3933039 w 5589474"/>
                  <a:gd name="connsiteY153" fmla="*/ 100393 h 4278408"/>
                  <a:gd name="connsiteX154" fmla="*/ 3977331 w 5589474"/>
                  <a:gd name="connsiteY154" fmla="*/ 70866 h 4278408"/>
                  <a:gd name="connsiteX155" fmla="*/ 4027527 w 5589474"/>
                  <a:gd name="connsiteY155" fmla="*/ 47244 h 4278408"/>
                  <a:gd name="connsiteX156" fmla="*/ 4077724 w 5589474"/>
                  <a:gd name="connsiteY156" fmla="*/ 23622 h 4278408"/>
                  <a:gd name="connsiteX157" fmla="*/ 4130874 w 5589474"/>
                  <a:gd name="connsiteY157" fmla="*/ 11811 h 4278408"/>
                  <a:gd name="connsiteX158" fmla="*/ 4186974 w 5589474"/>
                  <a:gd name="connsiteY158" fmla="*/ 5906 h 4278408"/>
                  <a:gd name="connsiteX159" fmla="*/ 4246029 w 5589474"/>
                  <a:gd name="connsiteY159" fmla="*/ 0 h 4278408"/>
                  <a:gd name="connsiteX0" fmla="*/ 4246029 w 5611815"/>
                  <a:gd name="connsiteY0" fmla="*/ 0 h 4278408"/>
                  <a:gd name="connsiteX1" fmla="*/ 4310989 w 5611815"/>
                  <a:gd name="connsiteY1" fmla="*/ 8857 h 4278408"/>
                  <a:gd name="connsiteX2" fmla="*/ 4375949 w 5611815"/>
                  <a:gd name="connsiteY2" fmla="*/ 23622 h 4278408"/>
                  <a:gd name="connsiteX3" fmla="*/ 4446815 w 5611815"/>
                  <a:gd name="connsiteY3" fmla="*/ 47244 h 4278408"/>
                  <a:gd name="connsiteX4" fmla="*/ 4520635 w 5611815"/>
                  <a:gd name="connsiteY4" fmla="*/ 79723 h 4278408"/>
                  <a:gd name="connsiteX5" fmla="*/ 4597405 w 5611815"/>
                  <a:gd name="connsiteY5" fmla="*/ 124015 h 4278408"/>
                  <a:gd name="connsiteX6" fmla="*/ 4674177 w 5611815"/>
                  <a:gd name="connsiteY6" fmla="*/ 177164 h 4278408"/>
                  <a:gd name="connsiteX7" fmla="*/ 4756854 w 5611815"/>
                  <a:gd name="connsiteY7" fmla="*/ 242124 h 4278408"/>
                  <a:gd name="connsiteX8" fmla="*/ 4842482 w 5611815"/>
                  <a:gd name="connsiteY8" fmla="*/ 315941 h 4278408"/>
                  <a:gd name="connsiteX9" fmla="*/ 4934017 w 5611815"/>
                  <a:gd name="connsiteY9" fmla="*/ 404524 h 4278408"/>
                  <a:gd name="connsiteX10" fmla="*/ 5028504 w 5611815"/>
                  <a:gd name="connsiteY10" fmla="*/ 504916 h 4278408"/>
                  <a:gd name="connsiteX11" fmla="*/ 5131848 w 5611815"/>
                  <a:gd name="connsiteY11" fmla="*/ 626348 h 4278408"/>
                  <a:gd name="connsiteX12" fmla="*/ 5131263 w 5611815"/>
                  <a:gd name="connsiteY12" fmla="*/ 632975 h 4278408"/>
                  <a:gd name="connsiteX13" fmla="*/ 5170541 w 5611815"/>
                  <a:gd name="connsiteY13" fmla="*/ 674709 h 4278408"/>
                  <a:gd name="connsiteX14" fmla="*/ 5272472 w 5611815"/>
                  <a:gd name="connsiteY14" fmla="*/ 794479 h 4278408"/>
                  <a:gd name="connsiteX15" fmla="*/ 5343823 w 5611815"/>
                  <a:gd name="connsiteY15" fmla="*/ 878571 h 4278408"/>
                  <a:gd name="connsiteX16" fmla="*/ 5524620 w 5611815"/>
                  <a:gd name="connsiteY16" fmla="*/ 905541 h 4278408"/>
                  <a:gd name="connsiteX17" fmla="*/ 5611815 w 5611815"/>
                  <a:gd name="connsiteY17" fmla="*/ 1023629 h 4278408"/>
                  <a:gd name="connsiteX18" fmla="*/ 5560426 w 5611815"/>
                  <a:gd name="connsiteY18" fmla="*/ 1102820 h 4278408"/>
                  <a:gd name="connsiteX19" fmla="*/ 5589474 w 5611815"/>
                  <a:gd name="connsiteY19" fmla="*/ 1128811 h 4278408"/>
                  <a:gd name="connsiteX20" fmla="*/ 5501373 w 5611815"/>
                  <a:gd name="connsiteY20" fmla="*/ 1163468 h 4278408"/>
                  <a:gd name="connsiteX21" fmla="*/ 5452954 w 5611815"/>
                  <a:gd name="connsiteY21" fmla="*/ 1132889 h 4278408"/>
                  <a:gd name="connsiteX22" fmla="*/ 5407086 w 5611815"/>
                  <a:gd name="connsiteY22" fmla="*/ 1097213 h 4278408"/>
                  <a:gd name="connsiteX23" fmla="*/ 5320445 w 5611815"/>
                  <a:gd name="connsiteY23" fmla="*/ 1036054 h 4278408"/>
                  <a:gd name="connsiteX24" fmla="*/ 5251642 w 5611815"/>
                  <a:gd name="connsiteY24" fmla="*/ 974895 h 4278408"/>
                  <a:gd name="connsiteX25" fmla="*/ 5198128 w 5611815"/>
                  <a:gd name="connsiteY25" fmla="*/ 926478 h 4278408"/>
                  <a:gd name="connsiteX26" fmla="*/ 5152258 w 5611815"/>
                  <a:gd name="connsiteY26" fmla="*/ 880609 h 4278408"/>
                  <a:gd name="connsiteX27" fmla="*/ 5063069 w 5611815"/>
                  <a:gd name="connsiteY27" fmla="*/ 796516 h 4278408"/>
                  <a:gd name="connsiteX28" fmla="*/ 4981525 w 5611815"/>
                  <a:gd name="connsiteY28" fmla="*/ 727712 h 4278408"/>
                  <a:gd name="connsiteX29" fmla="*/ 4899980 w 5611815"/>
                  <a:gd name="connsiteY29" fmla="*/ 664006 h 4278408"/>
                  <a:gd name="connsiteX30" fmla="*/ 4826079 w 5611815"/>
                  <a:gd name="connsiteY30" fmla="*/ 613041 h 4278408"/>
                  <a:gd name="connsiteX31" fmla="*/ 4754728 w 5611815"/>
                  <a:gd name="connsiteY31" fmla="*/ 569719 h 4278408"/>
                  <a:gd name="connsiteX32" fmla="*/ 4685926 w 5611815"/>
                  <a:gd name="connsiteY32" fmla="*/ 534043 h 4278408"/>
                  <a:gd name="connsiteX33" fmla="*/ 4622218 w 5611815"/>
                  <a:gd name="connsiteY33" fmla="*/ 508561 h 4278408"/>
                  <a:gd name="connsiteX34" fmla="*/ 4558511 w 5611815"/>
                  <a:gd name="connsiteY34" fmla="*/ 488175 h 4278408"/>
                  <a:gd name="connsiteX35" fmla="*/ 4499900 w 5611815"/>
                  <a:gd name="connsiteY35" fmla="*/ 477981 h 4278408"/>
                  <a:gd name="connsiteX36" fmla="*/ 4446388 w 5611815"/>
                  <a:gd name="connsiteY36" fmla="*/ 470338 h 4278408"/>
                  <a:gd name="connsiteX37" fmla="*/ 4284127 w 5611815"/>
                  <a:gd name="connsiteY37" fmla="*/ 440084 h 4278408"/>
                  <a:gd name="connsiteX38" fmla="*/ 4225073 w 5611815"/>
                  <a:gd name="connsiteY38" fmla="*/ 440084 h 4278408"/>
                  <a:gd name="connsiteX39" fmla="*/ 4166018 w 5611815"/>
                  <a:gd name="connsiteY39" fmla="*/ 451895 h 4278408"/>
                  <a:gd name="connsiteX40" fmla="*/ 4112869 w 5611815"/>
                  <a:gd name="connsiteY40" fmla="*/ 463705 h 4278408"/>
                  <a:gd name="connsiteX41" fmla="*/ 4062672 w 5611815"/>
                  <a:gd name="connsiteY41" fmla="*/ 484373 h 4278408"/>
                  <a:gd name="connsiteX42" fmla="*/ 4018382 w 5611815"/>
                  <a:gd name="connsiteY42" fmla="*/ 507995 h 4278408"/>
                  <a:gd name="connsiteX43" fmla="*/ 3974090 w 5611815"/>
                  <a:gd name="connsiteY43" fmla="*/ 537523 h 4278408"/>
                  <a:gd name="connsiteX44" fmla="*/ 3929800 w 5611815"/>
                  <a:gd name="connsiteY44" fmla="*/ 570003 h 4278408"/>
                  <a:gd name="connsiteX45" fmla="*/ 3894367 w 5611815"/>
                  <a:gd name="connsiteY45" fmla="*/ 608388 h 4278408"/>
                  <a:gd name="connsiteX46" fmla="*/ 3861885 w 5611815"/>
                  <a:gd name="connsiteY46" fmla="*/ 646775 h 4278408"/>
                  <a:gd name="connsiteX47" fmla="*/ 3826453 w 5611815"/>
                  <a:gd name="connsiteY47" fmla="*/ 691065 h 4278408"/>
                  <a:gd name="connsiteX48" fmla="*/ 3796926 w 5611815"/>
                  <a:gd name="connsiteY48" fmla="*/ 735357 h 4278408"/>
                  <a:gd name="connsiteX49" fmla="*/ 3770351 w 5611815"/>
                  <a:gd name="connsiteY49" fmla="*/ 779646 h 4278408"/>
                  <a:gd name="connsiteX50" fmla="*/ 3743776 w 5611815"/>
                  <a:gd name="connsiteY50" fmla="*/ 826891 h 4278408"/>
                  <a:gd name="connsiteX51" fmla="*/ 3723109 w 5611815"/>
                  <a:gd name="connsiteY51" fmla="*/ 874134 h 4278408"/>
                  <a:gd name="connsiteX52" fmla="*/ 3684722 w 5611815"/>
                  <a:gd name="connsiteY52" fmla="*/ 968621 h 4278408"/>
                  <a:gd name="connsiteX53" fmla="*/ 3655194 w 5611815"/>
                  <a:gd name="connsiteY53" fmla="*/ 1057204 h 4278408"/>
                  <a:gd name="connsiteX54" fmla="*/ 3631573 w 5611815"/>
                  <a:gd name="connsiteY54" fmla="*/ 1136928 h 4278408"/>
                  <a:gd name="connsiteX55" fmla="*/ 3613856 w 5611815"/>
                  <a:gd name="connsiteY55" fmla="*/ 1207794 h 4278408"/>
                  <a:gd name="connsiteX56" fmla="*/ 3578424 w 5611815"/>
                  <a:gd name="connsiteY56" fmla="*/ 1346572 h 4278408"/>
                  <a:gd name="connsiteX57" fmla="*/ 3537085 w 5611815"/>
                  <a:gd name="connsiteY57" fmla="*/ 1482397 h 4278408"/>
                  <a:gd name="connsiteX58" fmla="*/ 3495747 w 5611815"/>
                  <a:gd name="connsiteY58" fmla="*/ 1612317 h 4278408"/>
                  <a:gd name="connsiteX59" fmla="*/ 3451457 w 5611815"/>
                  <a:gd name="connsiteY59" fmla="*/ 1736332 h 4278408"/>
                  <a:gd name="connsiteX60" fmla="*/ 3404213 w 5611815"/>
                  <a:gd name="connsiteY60" fmla="*/ 1860347 h 4278408"/>
                  <a:gd name="connsiteX61" fmla="*/ 3351063 w 5611815"/>
                  <a:gd name="connsiteY61" fmla="*/ 1981409 h 4278408"/>
                  <a:gd name="connsiteX62" fmla="*/ 3297914 w 5611815"/>
                  <a:gd name="connsiteY62" fmla="*/ 2093613 h 4278408"/>
                  <a:gd name="connsiteX63" fmla="*/ 3241812 w 5611815"/>
                  <a:gd name="connsiteY63" fmla="*/ 2208769 h 4278408"/>
                  <a:gd name="connsiteX64" fmla="*/ 3179806 w 5611815"/>
                  <a:gd name="connsiteY64" fmla="*/ 2315068 h 4278408"/>
                  <a:gd name="connsiteX65" fmla="*/ 3120751 w 5611815"/>
                  <a:gd name="connsiteY65" fmla="*/ 2418415 h 4278408"/>
                  <a:gd name="connsiteX66" fmla="*/ 3052837 w 5611815"/>
                  <a:gd name="connsiteY66" fmla="*/ 2518807 h 4278408"/>
                  <a:gd name="connsiteX67" fmla="*/ 2987877 w 5611815"/>
                  <a:gd name="connsiteY67" fmla="*/ 2613294 h 4278408"/>
                  <a:gd name="connsiteX68" fmla="*/ 2919965 w 5611815"/>
                  <a:gd name="connsiteY68" fmla="*/ 2707782 h 4278408"/>
                  <a:gd name="connsiteX69" fmla="*/ 2849100 w 5611815"/>
                  <a:gd name="connsiteY69" fmla="*/ 2793409 h 4278408"/>
                  <a:gd name="connsiteX70" fmla="*/ 2778234 w 5611815"/>
                  <a:gd name="connsiteY70" fmla="*/ 2881992 h 4278408"/>
                  <a:gd name="connsiteX71" fmla="*/ 2704415 w 5611815"/>
                  <a:gd name="connsiteY71" fmla="*/ 2964669 h 4278408"/>
                  <a:gd name="connsiteX72" fmla="*/ 2627644 w 5611815"/>
                  <a:gd name="connsiteY72" fmla="*/ 3044393 h 4278408"/>
                  <a:gd name="connsiteX73" fmla="*/ 2550872 w 5611815"/>
                  <a:gd name="connsiteY73" fmla="*/ 3121164 h 4278408"/>
                  <a:gd name="connsiteX74" fmla="*/ 2471150 w 5611815"/>
                  <a:gd name="connsiteY74" fmla="*/ 3194982 h 4278408"/>
                  <a:gd name="connsiteX75" fmla="*/ 2394379 w 5611815"/>
                  <a:gd name="connsiteY75" fmla="*/ 3262895 h 4278408"/>
                  <a:gd name="connsiteX76" fmla="*/ 2311703 w 5611815"/>
                  <a:gd name="connsiteY76" fmla="*/ 3330808 h 4278408"/>
                  <a:gd name="connsiteX77" fmla="*/ 2229026 w 5611815"/>
                  <a:gd name="connsiteY77" fmla="*/ 3395768 h 4278408"/>
                  <a:gd name="connsiteX78" fmla="*/ 2146350 w 5611815"/>
                  <a:gd name="connsiteY78" fmla="*/ 3457776 h 4278408"/>
                  <a:gd name="connsiteX79" fmla="*/ 2063673 w 5611815"/>
                  <a:gd name="connsiteY79" fmla="*/ 3513876 h 4278408"/>
                  <a:gd name="connsiteX80" fmla="*/ 1980996 w 5611815"/>
                  <a:gd name="connsiteY80" fmla="*/ 3569980 h 4278408"/>
                  <a:gd name="connsiteX81" fmla="*/ 1898321 w 5611815"/>
                  <a:gd name="connsiteY81" fmla="*/ 3623129 h 4278408"/>
                  <a:gd name="connsiteX82" fmla="*/ 1812689 w 5611815"/>
                  <a:gd name="connsiteY82" fmla="*/ 3673324 h 4278408"/>
                  <a:gd name="connsiteX83" fmla="*/ 1730014 w 5611815"/>
                  <a:gd name="connsiteY83" fmla="*/ 3723522 h 4278408"/>
                  <a:gd name="connsiteX84" fmla="*/ 1647337 w 5611815"/>
                  <a:gd name="connsiteY84" fmla="*/ 3770765 h 4278408"/>
                  <a:gd name="connsiteX85" fmla="*/ 1558754 w 5611815"/>
                  <a:gd name="connsiteY85" fmla="*/ 3815056 h 4278408"/>
                  <a:gd name="connsiteX86" fmla="*/ 1393401 w 5611815"/>
                  <a:gd name="connsiteY86" fmla="*/ 3894780 h 4278408"/>
                  <a:gd name="connsiteX87" fmla="*/ 1231003 w 5611815"/>
                  <a:gd name="connsiteY87" fmla="*/ 3965646 h 4278408"/>
                  <a:gd name="connsiteX88" fmla="*/ 1065649 w 5611815"/>
                  <a:gd name="connsiteY88" fmla="*/ 4024700 h 4278408"/>
                  <a:gd name="connsiteX89" fmla="*/ 909153 w 5611815"/>
                  <a:gd name="connsiteY89" fmla="*/ 4080802 h 4278408"/>
                  <a:gd name="connsiteX90" fmla="*/ 755612 w 5611815"/>
                  <a:gd name="connsiteY90" fmla="*/ 4128045 h 4278408"/>
                  <a:gd name="connsiteX91" fmla="*/ 610929 w 5611815"/>
                  <a:gd name="connsiteY91" fmla="*/ 4166432 h 4278408"/>
                  <a:gd name="connsiteX92" fmla="*/ 469197 w 5611815"/>
                  <a:gd name="connsiteY92" fmla="*/ 4204817 h 4278408"/>
                  <a:gd name="connsiteX93" fmla="*/ 339277 w 5611815"/>
                  <a:gd name="connsiteY93" fmla="*/ 4231392 h 4278408"/>
                  <a:gd name="connsiteX94" fmla="*/ 221168 w 5611815"/>
                  <a:gd name="connsiteY94" fmla="*/ 4255013 h 4278408"/>
                  <a:gd name="connsiteX95" fmla="*/ 106010 w 5611815"/>
                  <a:gd name="connsiteY95" fmla="*/ 4275681 h 4278408"/>
                  <a:gd name="connsiteX96" fmla="*/ 83516 w 5611815"/>
                  <a:gd name="connsiteY96" fmla="*/ 4278408 h 4278408"/>
                  <a:gd name="connsiteX97" fmla="*/ 0 w 5611815"/>
                  <a:gd name="connsiteY97" fmla="*/ 3859220 h 4278408"/>
                  <a:gd name="connsiteX98" fmla="*/ 32481 w 5611815"/>
                  <a:gd name="connsiteY98" fmla="*/ 3853314 h 4278408"/>
                  <a:gd name="connsiteX99" fmla="*/ 124015 w 5611815"/>
                  <a:gd name="connsiteY99" fmla="*/ 3847409 h 4278408"/>
                  <a:gd name="connsiteX100" fmla="*/ 265746 w 5611815"/>
                  <a:gd name="connsiteY100" fmla="*/ 3832646 h 4278408"/>
                  <a:gd name="connsiteX101" fmla="*/ 357282 w 5611815"/>
                  <a:gd name="connsiteY101" fmla="*/ 3817882 h 4278408"/>
                  <a:gd name="connsiteX102" fmla="*/ 454721 w 5611815"/>
                  <a:gd name="connsiteY102" fmla="*/ 3800165 h 4278408"/>
                  <a:gd name="connsiteX103" fmla="*/ 563973 w 5611815"/>
                  <a:gd name="connsiteY103" fmla="*/ 3782449 h 4278408"/>
                  <a:gd name="connsiteX104" fmla="*/ 679129 w 5611815"/>
                  <a:gd name="connsiteY104" fmla="*/ 3755875 h 4278408"/>
                  <a:gd name="connsiteX105" fmla="*/ 803144 w 5611815"/>
                  <a:gd name="connsiteY105" fmla="*/ 3720442 h 4278408"/>
                  <a:gd name="connsiteX106" fmla="*/ 933063 w 5611815"/>
                  <a:gd name="connsiteY106" fmla="*/ 3685010 h 4278408"/>
                  <a:gd name="connsiteX107" fmla="*/ 1068889 w 5611815"/>
                  <a:gd name="connsiteY107" fmla="*/ 3637767 h 4278408"/>
                  <a:gd name="connsiteX108" fmla="*/ 1210620 w 5611815"/>
                  <a:gd name="connsiteY108" fmla="*/ 3584617 h 4278408"/>
                  <a:gd name="connsiteX109" fmla="*/ 1358257 w 5611815"/>
                  <a:gd name="connsiteY109" fmla="*/ 3525563 h 4278408"/>
                  <a:gd name="connsiteX110" fmla="*/ 1502942 w 5611815"/>
                  <a:gd name="connsiteY110" fmla="*/ 3457649 h 4278408"/>
                  <a:gd name="connsiteX111" fmla="*/ 1653530 w 5611815"/>
                  <a:gd name="connsiteY111" fmla="*/ 3377926 h 4278408"/>
                  <a:gd name="connsiteX112" fmla="*/ 1730302 w 5611815"/>
                  <a:gd name="connsiteY112" fmla="*/ 3336587 h 4278408"/>
                  <a:gd name="connsiteX113" fmla="*/ 1807072 w 5611815"/>
                  <a:gd name="connsiteY113" fmla="*/ 3292296 h 4278408"/>
                  <a:gd name="connsiteX114" fmla="*/ 1880892 w 5611815"/>
                  <a:gd name="connsiteY114" fmla="*/ 3245051 h 4278408"/>
                  <a:gd name="connsiteX115" fmla="*/ 1957663 w 5611815"/>
                  <a:gd name="connsiteY115" fmla="*/ 3197808 h 4278408"/>
                  <a:gd name="connsiteX116" fmla="*/ 2034434 w 5611815"/>
                  <a:gd name="connsiteY116" fmla="*/ 3144659 h 4278408"/>
                  <a:gd name="connsiteX117" fmla="*/ 2108252 w 5611815"/>
                  <a:gd name="connsiteY117" fmla="*/ 3088557 h 4278408"/>
                  <a:gd name="connsiteX118" fmla="*/ 2185022 w 5611815"/>
                  <a:gd name="connsiteY118" fmla="*/ 3032455 h 4278408"/>
                  <a:gd name="connsiteX119" fmla="*/ 2255888 w 5611815"/>
                  <a:gd name="connsiteY119" fmla="*/ 2970449 h 4278408"/>
                  <a:gd name="connsiteX120" fmla="*/ 2329707 w 5611815"/>
                  <a:gd name="connsiteY120" fmla="*/ 2908440 h 4278408"/>
                  <a:gd name="connsiteX121" fmla="*/ 2403525 w 5611815"/>
                  <a:gd name="connsiteY121" fmla="*/ 2840528 h 4278408"/>
                  <a:gd name="connsiteX122" fmla="*/ 2477344 w 5611815"/>
                  <a:gd name="connsiteY122" fmla="*/ 2772615 h 4278408"/>
                  <a:gd name="connsiteX123" fmla="*/ 2548210 w 5611815"/>
                  <a:gd name="connsiteY123" fmla="*/ 2701750 h 4278408"/>
                  <a:gd name="connsiteX124" fmla="*/ 2616121 w 5611815"/>
                  <a:gd name="connsiteY124" fmla="*/ 2624979 h 4278408"/>
                  <a:gd name="connsiteX125" fmla="*/ 2686987 w 5611815"/>
                  <a:gd name="connsiteY125" fmla="*/ 2545255 h 4278408"/>
                  <a:gd name="connsiteX126" fmla="*/ 2754901 w 5611815"/>
                  <a:gd name="connsiteY126" fmla="*/ 2465530 h 4278408"/>
                  <a:gd name="connsiteX127" fmla="*/ 2819860 w 5611815"/>
                  <a:gd name="connsiteY127" fmla="*/ 2376949 h 4278408"/>
                  <a:gd name="connsiteX128" fmla="*/ 2887773 w 5611815"/>
                  <a:gd name="connsiteY128" fmla="*/ 2291321 h 4278408"/>
                  <a:gd name="connsiteX129" fmla="*/ 2949781 w 5611815"/>
                  <a:gd name="connsiteY129" fmla="*/ 2196833 h 4278408"/>
                  <a:gd name="connsiteX130" fmla="*/ 3011788 w 5611815"/>
                  <a:gd name="connsiteY130" fmla="*/ 2102346 h 4278408"/>
                  <a:gd name="connsiteX131" fmla="*/ 3070842 w 5611815"/>
                  <a:gd name="connsiteY131" fmla="*/ 2004905 h 4278408"/>
                  <a:gd name="connsiteX132" fmla="*/ 3126944 w 5611815"/>
                  <a:gd name="connsiteY132" fmla="*/ 1901560 h 4278408"/>
                  <a:gd name="connsiteX133" fmla="*/ 3183045 w 5611815"/>
                  <a:gd name="connsiteY133" fmla="*/ 1795262 h 4278408"/>
                  <a:gd name="connsiteX134" fmla="*/ 3236195 w 5611815"/>
                  <a:gd name="connsiteY134" fmla="*/ 1680104 h 4278408"/>
                  <a:gd name="connsiteX135" fmla="*/ 3286393 w 5611815"/>
                  <a:gd name="connsiteY135" fmla="*/ 1567900 h 4278408"/>
                  <a:gd name="connsiteX136" fmla="*/ 3336587 w 5611815"/>
                  <a:gd name="connsiteY136" fmla="*/ 1449791 h 4278408"/>
                  <a:gd name="connsiteX137" fmla="*/ 3383832 w 5611815"/>
                  <a:gd name="connsiteY137" fmla="*/ 1328729 h 4278408"/>
                  <a:gd name="connsiteX138" fmla="*/ 3428123 w 5611815"/>
                  <a:gd name="connsiteY138" fmla="*/ 1201761 h 4278408"/>
                  <a:gd name="connsiteX139" fmla="*/ 3466508 w 5611815"/>
                  <a:gd name="connsiteY139" fmla="*/ 1071841 h 4278408"/>
                  <a:gd name="connsiteX140" fmla="*/ 3504894 w 5611815"/>
                  <a:gd name="connsiteY140" fmla="*/ 933064 h 4278408"/>
                  <a:gd name="connsiteX141" fmla="*/ 3540327 w 5611815"/>
                  <a:gd name="connsiteY141" fmla="*/ 794284 h 4278408"/>
                  <a:gd name="connsiteX142" fmla="*/ 3558043 w 5611815"/>
                  <a:gd name="connsiteY142" fmla="*/ 726372 h 4278408"/>
                  <a:gd name="connsiteX143" fmla="*/ 3584617 w 5611815"/>
                  <a:gd name="connsiteY143" fmla="*/ 643696 h 4278408"/>
                  <a:gd name="connsiteX144" fmla="*/ 3617098 w 5611815"/>
                  <a:gd name="connsiteY144" fmla="*/ 552161 h 4278408"/>
                  <a:gd name="connsiteX145" fmla="*/ 3661388 w 5611815"/>
                  <a:gd name="connsiteY145" fmla="*/ 454721 h 4278408"/>
                  <a:gd name="connsiteX146" fmla="*/ 3687964 w 5611815"/>
                  <a:gd name="connsiteY146" fmla="*/ 404524 h 4278408"/>
                  <a:gd name="connsiteX147" fmla="*/ 3714537 w 5611815"/>
                  <a:gd name="connsiteY147" fmla="*/ 357280 h 4278408"/>
                  <a:gd name="connsiteX148" fmla="*/ 3744065 w 5611815"/>
                  <a:gd name="connsiteY148" fmla="*/ 307084 h 4278408"/>
                  <a:gd name="connsiteX149" fmla="*/ 3776546 w 5611815"/>
                  <a:gd name="connsiteY149" fmla="*/ 259841 h 4278408"/>
                  <a:gd name="connsiteX150" fmla="*/ 3809024 w 5611815"/>
                  <a:gd name="connsiteY150" fmla="*/ 218502 h 4278408"/>
                  <a:gd name="connsiteX151" fmla="*/ 3850363 w 5611815"/>
                  <a:gd name="connsiteY151" fmla="*/ 177164 h 4278408"/>
                  <a:gd name="connsiteX152" fmla="*/ 3891701 w 5611815"/>
                  <a:gd name="connsiteY152" fmla="*/ 138777 h 4278408"/>
                  <a:gd name="connsiteX153" fmla="*/ 3933039 w 5611815"/>
                  <a:gd name="connsiteY153" fmla="*/ 100393 h 4278408"/>
                  <a:gd name="connsiteX154" fmla="*/ 3977331 w 5611815"/>
                  <a:gd name="connsiteY154" fmla="*/ 70866 h 4278408"/>
                  <a:gd name="connsiteX155" fmla="*/ 4027527 w 5611815"/>
                  <a:gd name="connsiteY155" fmla="*/ 47244 h 4278408"/>
                  <a:gd name="connsiteX156" fmla="*/ 4077724 w 5611815"/>
                  <a:gd name="connsiteY156" fmla="*/ 23622 h 4278408"/>
                  <a:gd name="connsiteX157" fmla="*/ 4130874 w 5611815"/>
                  <a:gd name="connsiteY157" fmla="*/ 11811 h 4278408"/>
                  <a:gd name="connsiteX158" fmla="*/ 4186974 w 5611815"/>
                  <a:gd name="connsiteY158" fmla="*/ 5906 h 4278408"/>
                  <a:gd name="connsiteX159" fmla="*/ 4246029 w 5611815"/>
                  <a:gd name="connsiteY159" fmla="*/ 0 h 4278408"/>
                  <a:gd name="connsiteX0" fmla="*/ 4246029 w 5640555"/>
                  <a:gd name="connsiteY0" fmla="*/ 0 h 4278408"/>
                  <a:gd name="connsiteX1" fmla="*/ 4310989 w 5640555"/>
                  <a:gd name="connsiteY1" fmla="*/ 8857 h 4278408"/>
                  <a:gd name="connsiteX2" fmla="*/ 4375949 w 5640555"/>
                  <a:gd name="connsiteY2" fmla="*/ 23622 h 4278408"/>
                  <a:gd name="connsiteX3" fmla="*/ 4446815 w 5640555"/>
                  <a:gd name="connsiteY3" fmla="*/ 47244 h 4278408"/>
                  <a:gd name="connsiteX4" fmla="*/ 4520635 w 5640555"/>
                  <a:gd name="connsiteY4" fmla="*/ 79723 h 4278408"/>
                  <a:gd name="connsiteX5" fmla="*/ 4597405 w 5640555"/>
                  <a:gd name="connsiteY5" fmla="*/ 124015 h 4278408"/>
                  <a:gd name="connsiteX6" fmla="*/ 4674177 w 5640555"/>
                  <a:gd name="connsiteY6" fmla="*/ 177164 h 4278408"/>
                  <a:gd name="connsiteX7" fmla="*/ 4756854 w 5640555"/>
                  <a:gd name="connsiteY7" fmla="*/ 242124 h 4278408"/>
                  <a:gd name="connsiteX8" fmla="*/ 4842482 w 5640555"/>
                  <a:gd name="connsiteY8" fmla="*/ 315941 h 4278408"/>
                  <a:gd name="connsiteX9" fmla="*/ 4934017 w 5640555"/>
                  <a:gd name="connsiteY9" fmla="*/ 404524 h 4278408"/>
                  <a:gd name="connsiteX10" fmla="*/ 5028504 w 5640555"/>
                  <a:gd name="connsiteY10" fmla="*/ 504916 h 4278408"/>
                  <a:gd name="connsiteX11" fmla="*/ 5131848 w 5640555"/>
                  <a:gd name="connsiteY11" fmla="*/ 626348 h 4278408"/>
                  <a:gd name="connsiteX12" fmla="*/ 5131263 w 5640555"/>
                  <a:gd name="connsiteY12" fmla="*/ 632975 h 4278408"/>
                  <a:gd name="connsiteX13" fmla="*/ 5170541 w 5640555"/>
                  <a:gd name="connsiteY13" fmla="*/ 674709 h 4278408"/>
                  <a:gd name="connsiteX14" fmla="*/ 5272472 w 5640555"/>
                  <a:gd name="connsiteY14" fmla="*/ 794479 h 4278408"/>
                  <a:gd name="connsiteX15" fmla="*/ 5343823 w 5640555"/>
                  <a:gd name="connsiteY15" fmla="*/ 878571 h 4278408"/>
                  <a:gd name="connsiteX16" fmla="*/ 5524620 w 5640555"/>
                  <a:gd name="connsiteY16" fmla="*/ 905541 h 4278408"/>
                  <a:gd name="connsiteX17" fmla="*/ 5611815 w 5640555"/>
                  <a:gd name="connsiteY17" fmla="*/ 1023629 h 4278408"/>
                  <a:gd name="connsiteX18" fmla="*/ 5640555 w 5640555"/>
                  <a:gd name="connsiteY18" fmla="*/ 1090292 h 4278408"/>
                  <a:gd name="connsiteX19" fmla="*/ 5589474 w 5640555"/>
                  <a:gd name="connsiteY19" fmla="*/ 1128811 h 4278408"/>
                  <a:gd name="connsiteX20" fmla="*/ 5501373 w 5640555"/>
                  <a:gd name="connsiteY20" fmla="*/ 1163468 h 4278408"/>
                  <a:gd name="connsiteX21" fmla="*/ 5452954 w 5640555"/>
                  <a:gd name="connsiteY21" fmla="*/ 1132889 h 4278408"/>
                  <a:gd name="connsiteX22" fmla="*/ 5407086 w 5640555"/>
                  <a:gd name="connsiteY22" fmla="*/ 1097213 h 4278408"/>
                  <a:gd name="connsiteX23" fmla="*/ 5320445 w 5640555"/>
                  <a:gd name="connsiteY23" fmla="*/ 1036054 h 4278408"/>
                  <a:gd name="connsiteX24" fmla="*/ 5251642 w 5640555"/>
                  <a:gd name="connsiteY24" fmla="*/ 974895 h 4278408"/>
                  <a:gd name="connsiteX25" fmla="*/ 5198128 w 5640555"/>
                  <a:gd name="connsiteY25" fmla="*/ 926478 h 4278408"/>
                  <a:gd name="connsiteX26" fmla="*/ 5152258 w 5640555"/>
                  <a:gd name="connsiteY26" fmla="*/ 880609 h 4278408"/>
                  <a:gd name="connsiteX27" fmla="*/ 5063069 w 5640555"/>
                  <a:gd name="connsiteY27" fmla="*/ 796516 h 4278408"/>
                  <a:gd name="connsiteX28" fmla="*/ 4981525 w 5640555"/>
                  <a:gd name="connsiteY28" fmla="*/ 727712 h 4278408"/>
                  <a:gd name="connsiteX29" fmla="*/ 4899980 w 5640555"/>
                  <a:gd name="connsiteY29" fmla="*/ 664006 h 4278408"/>
                  <a:gd name="connsiteX30" fmla="*/ 4826079 w 5640555"/>
                  <a:gd name="connsiteY30" fmla="*/ 613041 h 4278408"/>
                  <a:gd name="connsiteX31" fmla="*/ 4754728 w 5640555"/>
                  <a:gd name="connsiteY31" fmla="*/ 569719 h 4278408"/>
                  <a:gd name="connsiteX32" fmla="*/ 4685926 w 5640555"/>
                  <a:gd name="connsiteY32" fmla="*/ 534043 h 4278408"/>
                  <a:gd name="connsiteX33" fmla="*/ 4622218 w 5640555"/>
                  <a:gd name="connsiteY33" fmla="*/ 508561 h 4278408"/>
                  <a:gd name="connsiteX34" fmla="*/ 4558511 w 5640555"/>
                  <a:gd name="connsiteY34" fmla="*/ 488175 h 4278408"/>
                  <a:gd name="connsiteX35" fmla="*/ 4499900 w 5640555"/>
                  <a:gd name="connsiteY35" fmla="*/ 477981 h 4278408"/>
                  <a:gd name="connsiteX36" fmla="*/ 4446388 w 5640555"/>
                  <a:gd name="connsiteY36" fmla="*/ 470338 h 4278408"/>
                  <a:gd name="connsiteX37" fmla="*/ 4284127 w 5640555"/>
                  <a:gd name="connsiteY37" fmla="*/ 440084 h 4278408"/>
                  <a:gd name="connsiteX38" fmla="*/ 4225073 w 5640555"/>
                  <a:gd name="connsiteY38" fmla="*/ 440084 h 4278408"/>
                  <a:gd name="connsiteX39" fmla="*/ 4166018 w 5640555"/>
                  <a:gd name="connsiteY39" fmla="*/ 451895 h 4278408"/>
                  <a:gd name="connsiteX40" fmla="*/ 4112869 w 5640555"/>
                  <a:gd name="connsiteY40" fmla="*/ 463705 h 4278408"/>
                  <a:gd name="connsiteX41" fmla="*/ 4062672 w 5640555"/>
                  <a:gd name="connsiteY41" fmla="*/ 484373 h 4278408"/>
                  <a:gd name="connsiteX42" fmla="*/ 4018382 w 5640555"/>
                  <a:gd name="connsiteY42" fmla="*/ 507995 h 4278408"/>
                  <a:gd name="connsiteX43" fmla="*/ 3974090 w 5640555"/>
                  <a:gd name="connsiteY43" fmla="*/ 537523 h 4278408"/>
                  <a:gd name="connsiteX44" fmla="*/ 3929800 w 5640555"/>
                  <a:gd name="connsiteY44" fmla="*/ 570003 h 4278408"/>
                  <a:gd name="connsiteX45" fmla="*/ 3894367 w 5640555"/>
                  <a:gd name="connsiteY45" fmla="*/ 608388 h 4278408"/>
                  <a:gd name="connsiteX46" fmla="*/ 3861885 w 5640555"/>
                  <a:gd name="connsiteY46" fmla="*/ 646775 h 4278408"/>
                  <a:gd name="connsiteX47" fmla="*/ 3826453 w 5640555"/>
                  <a:gd name="connsiteY47" fmla="*/ 691065 h 4278408"/>
                  <a:gd name="connsiteX48" fmla="*/ 3796926 w 5640555"/>
                  <a:gd name="connsiteY48" fmla="*/ 735357 h 4278408"/>
                  <a:gd name="connsiteX49" fmla="*/ 3770351 w 5640555"/>
                  <a:gd name="connsiteY49" fmla="*/ 779646 h 4278408"/>
                  <a:gd name="connsiteX50" fmla="*/ 3743776 w 5640555"/>
                  <a:gd name="connsiteY50" fmla="*/ 826891 h 4278408"/>
                  <a:gd name="connsiteX51" fmla="*/ 3723109 w 5640555"/>
                  <a:gd name="connsiteY51" fmla="*/ 874134 h 4278408"/>
                  <a:gd name="connsiteX52" fmla="*/ 3684722 w 5640555"/>
                  <a:gd name="connsiteY52" fmla="*/ 968621 h 4278408"/>
                  <a:gd name="connsiteX53" fmla="*/ 3655194 w 5640555"/>
                  <a:gd name="connsiteY53" fmla="*/ 1057204 h 4278408"/>
                  <a:gd name="connsiteX54" fmla="*/ 3631573 w 5640555"/>
                  <a:gd name="connsiteY54" fmla="*/ 1136928 h 4278408"/>
                  <a:gd name="connsiteX55" fmla="*/ 3613856 w 5640555"/>
                  <a:gd name="connsiteY55" fmla="*/ 1207794 h 4278408"/>
                  <a:gd name="connsiteX56" fmla="*/ 3578424 w 5640555"/>
                  <a:gd name="connsiteY56" fmla="*/ 1346572 h 4278408"/>
                  <a:gd name="connsiteX57" fmla="*/ 3537085 w 5640555"/>
                  <a:gd name="connsiteY57" fmla="*/ 1482397 h 4278408"/>
                  <a:gd name="connsiteX58" fmla="*/ 3495747 w 5640555"/>
                  <a:gd name="connsiteY58" fmla="*/ 1612317 h 4278408"/>
                  <a:gd name="connsiteX59" fmla="*/ 3451457 w 5640555"/>
                  <a:gd name="connsiteY59" fmla="*/ 1736332 h 4278408"/>
                  <a:gd name="connsiteX60" fmla="*/ 3404213 w 5640555"/>
                  <a:gd name="connsiteY60" fmla="*/ 1860347 h 4278408"/>
                  <a:gd name="connsiteX61" fmla="*/ 3351063 w 5640555"/>
                  <a:gd name="connsiteY61" fmla="*/ 1981409 h 4278408"/>
                  <a:gd name="connsiteX62" fmla="*/ 3297914 w 5640555"/>
                  <a:gd name="connsiteY62" fmla="*/ 2093613 h 4278408"/>
                  <a:gd name="connsiteX63" fmla="*/ 3241812 w 5640555"/>
                  <a:gd name="connsiteY63" fmla="*/ 2208769 h 4278408"/>
                  <a:gd name="connsiteX64" fmla="*/ 3179806 w 5640555"/>
                  <a:gd name="connsiteY64" fmla="*/ 2315068 h 4278408"/>
                  <a:gd name="connsiteX65" fmla="*/ 3120751 w 5640555"/>
                  <a:gd name="connsiteY65" fmla="*/ 2418415 h 4278408"/>
                  <a:gd name="connsiteX66" fmla="*/ 3052837 w 5640555"/>
                  <a:gd name="connsiteY66" fmla="*/ 2518807 h 4278408"/>
                  <a:gd name="connsiteX67" fmla="*/ 2987877 w 5640555"/>
                  <a:gd name="connsiteY67" fmla="*/ 2613294 h 4278408"/>
                  <a:gd name="connsiteX68" fmla="*/ 2919965 w 5640555"/>
                  <a:gd name="connsiteY68" fmla="*/ 2707782 h 4278408"/>
                  <a:gd name="connsiteX69" fmla="*/ 2849100 w 5640555"/>
                  <a:gd name="connsiteY69" fmla="*/ 2793409 h 4278408"/>
                  <a:gd name="connsiteX70" fmla="*/ 2778234 w 5640555"/>
                  <a:gd name="connsiteY70" fmla="*/ 2881992 h 4278408"/>
                  <a:gd name="connsiteX71" fmla="*/ 2704415 w 5640555"/>
                  <a:gd name="connsiteY71" fmla="*/ 2964669 h 4278408"/>
                  <a:gd name="connsiteX72" fmla="*/ 2627644 w 5640555"/>
                  <a:gd name="connsiteY72" fmla="*/ 3044393 h 4278408"/>
                  <a:gd name="connsiteX73" fmla="*/ 2550872 w 5640555"/>
                  <a:gd name="connsiteY73" fmla="*/ 3121164 h 4278408"/>
                  <a:gd name="connsiteX74" fmla="*/ 2471150 w 5640555"/>
                  <a:gd name="connsiteY74" fmla="*/ 3194982 h 4278408"/>
                  <a:gd name="connsiteX75" fmla="*/ 2394379 w 5640555"/>
                  <a:gd name="connsiteY75" fmla="*/ 3262895 h 4278408"/>
                  <a:gd name="connsiteX76" fmla="*/ 2311703 w 5640555"/>
                  <a:gd name="connsiteY76" fmla="*/ 3330808 h 4278408"/>
                  <a:gd name="connsiteX77" fmla="*/ 2229026 w 5640555"/>
                  <a:gd name="connsiteY77" fmla="*/ 3395768 h 4278408"/>
                  <a:gd name="connsiteX78" fmla="*/ 2146350 w 5640555"/>
                  <a:gd name="connsiteY78" fmla="*/ 3457776 h 4278408"/>
                  <a:gd name="connsiteX79" fmla="*/ 2063673 w 5640555"/>
                  <a:gd name="connsiteY79" fmla="*/ 3513876 h 4278408"/>
                  <a:gd name="connsiteX80" fmla="*/ 1980996 w 5640555"/>
                  <a:gd name="connsiteY80" fmla="*/ 3569980 h 4278408"/>
                  <a:gd name="connsiteX81" fmla="*/ 1898321 w 5640555"/>
                  <a:gd name="connsiteY81" fmla="*/ 3623129 h 4278408"/>
                  <a:gd name="connsiteX82" fmla="*/ 1812689 w 5640555"/>
                  <a:gd name="connsiteY82" fmla="*/ 3673324 h 4278408"/>
                  <a:gd name="connsiteX83" fmla="*/ 1730014 w 5640555"/>
                  <a:gd name="connsiteY83" fmla="*/ 3723522 h 4278408"/>
                  <a:gd name="connsiteX84" fmla="*/ 1647337 w 5640555"/>
                  <a:gd name="connsiteY84" fmla="*/ 3770765 h 4278408"/>
                  <a:gd name="connsiteX85" fmla="*/ 1558754 w 5640555"/>
                  <a:gd name="connsiteY85" fmla="*/ 3815056 h 4278408"/>
                  <a:gd name="connsiteX86" fmla="*/ 1393401 w 5640555"/>
                  <a:gd name="connsiteY86" fmla="*/ 3894780 h 4278408"/>
                  <a:gd name="connsiteX87" fmla="*/ 1231003 w 5640555"/>
                  <a:gd name="connsiteY87" fmla="*/ 3965646 h 4278408"/>
                  <a:gd name="connsiteX88" fmla="*/ 1065649 w 5640555"/>
                  <a:gd name="connsiteY88" fmla="*/ 4024700 h 4278408"/>
                  <a:gd name="connsiteX89" fmla="*/ 909153 w 5640555"/>
                  <a:gd name="connsiteY89" fmla="*/ 4080802 h 4278408"/>
                  <a:gd name="connsiteX90" fmla="*/ 755612 w 5640555"/>
                  <a:gd name="connsiteY90" fmla="*/ 4128045 h 4278408"/>
                  <a:gd name="connsiteX91" fmla="*/ 610929 w 5640555"/>
                  <a:gd name="connsiteY91" fmla="*/ 4166432 h 4278408"/>
                  <a:gd name="connsiteX92" fmla="*/ 469197 w 5640555"/>
                  <a:gd name="connsiteY92" fmla="*/ 4204817 h 4278408"/>
                  <a:gd name="connsiteX93" fmla="*/ 339277 w 5640555"/>
                  <a:gd name="connsiteY93" fmla="*/ 4231392 h 4278408"/>
                  <a:gd name="connsiteX94" fmla="*/ 221168 w 5640555"/>
                  <a:gd name="connsiteY94" fmla="*/ 4255013 h 4278408"/>
                  <a:gd name="connsiteX95" fmla="*/ 106010 w 5640555"/>
                  <a:gd name="connsiteY95" fmla="*/ 4275681 h 4278408"/>
                  <a:gd name="connsiteX96" fmla="*/ 83516 w 5640555"/>
                  <a:gd name="connsiteY96" fmla="*/ 4278408 h 4278408"/>
                  <a:gd name="connsiteX97" fmla="*/ 0 w 5640555"/>
                  <a:gd name="connsiteY97" fmla="*/ 3859220 h 4278408"/>
                  <a:gd name="connsiteX98" fmla="*/ 32481 w 5640555"/>
                  <a:gd name="connsiteY98" fmla="*/ 3853314 h 4278408"/>
                  <a:gd name="connsiteX99" fmla="*/ 124015 w 5640555"/>
                  <a:gd name="connsiteY99" fmla="*/ 3847409 h 4278408"/>
                  <a:gd name="connsiteX100" fmla="*/ 265746 w 5640555"/>
                  <a:gd name="connsiteY100" fmla="*/ 3832646 h 4278408"/>
                  <a:gd name="connsiteX101" fmla="*/ 357282 w 5640555"/>
                  <a:gd name="connsiteY101" fmla="*/ 3817882 h 4278408"/>
                  <a:gd name="connsiteX102" fmla="*/ 454721 w 5640555"/>
                  <a:gd name="connsiteY102" fmla="*/ 3800165 h 4278408"/>
                  <a:gd name="connsiteX103" fmla="*/ 563973 w 5640555"/>
                  <a:gd name="connsiteY103" fmla="*/ 3782449 h 4278408"/>
                  <a:gd name="connsiteX104" fmla="*/ 679129 w 5640555"/>
                  <a:gd name="connsiteY104" fmla="*/ 3755875 h 4278408"/>
                  <a:gd name="connsiteX105" fmla="*/ 803144 w 5640555"/>
                  <a:gd name="connsiteY105" fmla="*/ 3720442 h 4278408"/>
                  <a:gd name="connsiteX106" fmla="*/ 933063 w 5640555"/>
                  <a:gd name="connsiteY106" fmla="*/ 3685010 h 4278408"/>
                  <a:gd name="connsiteX107" fmla="*/ 1068889 w 5640555"/>
                  <a:gd name="connsiteY107" fmla="*/ 3637767 h 4278408"/>
                  <a:gd name="connsiteX108" fmla="*/ 1210620 w 5640555"/>
                  <a:gd name="connsiteY108" fmla="*/ 3584617 h 4278408"/>
                  <a:gd name="connsiteX109" fmla="*/ 1358257 w 5640555"/>
                  <a:gd name="connsiteY109" fmla="*/ 3525563 h 4278408"/>
                  <a:gd name="connsiteX110" fmla="*/ 1502942 w 5640555"/>
                  <a:gd name="connsiteY110" fmla="*/ 3457649 h 4278408"/>
                  <a:gd name="connsiteX111" fmla="*/ 1653530 w 5640555"/>
                  <a:gd name="connsiteY111" fmla="*/ 3377926 h 4278408"/>
                  <a:gd name="connsiteX112" fmla="*/ 1730302 w 5640555"/>
                  <a:gd name="connsiteY112" fmla="*/ 3336587 h 4278408"/>
                  <a:gd name="connsiteX113" fmla="*/ 1807072 w 5640555"/>
                  <a:gd name="connsiteY113" fmla="*/ 3292296 h 4278408"/>
                  <a:gd name="connsiteX114" fmla="*/ 1880892 w 5640555"/>
                  <a:gd name="connsiteY114" fmla="*/ 3245051 h 4278408"/>
                  <a:gd name="connsiteX115" fmla="*/ 1957663 w 5640555"/>
                  <a:gd name="connsiteY115" fmla="*/ 3197808 h 4278408"/>
                  <a:gd name="connsiteX116" fmla="*/ 2034434 w 5640555"/>
                  <a:gd name="connsiteY116" fmla="*/ 3144659 h 4278408"/>
                  <a:gd name="connsiteX117" fmla="*/ 2108252 w 5640555"/>
                  <a:gd name="connsiteY117" fmla="*/ 3088557 h 4278408"/>
                  <a:gd name="connsiteX118" fmla="*/ 2185022 w 5640555"/>
                  <a:gd name="connsiteY118" fmla="*/ 3032455 h 4278408"/>
                  <a:gd name="connsiteX119" fmla="*/ 2255888 w 5640555"/>
                  <a:gd name="connsiteY119" fmla="*/ 2970449 h 4278408"/>
                  <a:gd name="connsiteX120" fmla="*/ 2329707 w 5640555"/>
                  <a:gd name="connsiteY120" fmla="*/ 2908440 h 4278408"/>
                  <a:gd name="connsiteX121" fmla="*/ 2403525 w 5640555"/>
                  <a:gd name="connsiteY121" fmla="*/ 2840528 h 4278408"/>
                  <a:gd name="connsiteX122" fmla="*/ 2477344 w 5640555"/>
                  <a:gd name="connsiteY122" fmla="*/ 2772615 h 4278408"/>
                  <a:gd name="connsiteX123" fmla="*/ 2548210 w 5640555"/>
                  <a:gd name="connsiteY123" fmla="*/ 2701750 h 4278408"/>
                  <a:gd name="connsiteX124" fmla="*/ 2616121 w 5640555"/>
                  <a:gd name="connsiteY124" fmla="*/ 2624979 h 4278408"/>
                  <a:gd name="connsiteX125" fmla="*/ 2686987 w 5640555"/>
                  <a:gd name="connsiteY125" fmla="*/ 2545255 h 4278408"/>
                  <a:gd name="connsiteX126" fmla="*/ 2754901 w 5640555"/>
                  <a:gd name="connsiteY126" fmla="*/ 2465530 h 4278408"/>
                  <a:gd name="connsiteX127" fmla="*/ 2819860 w 5640555"/>
                  <a:gd name="connsiteY127" fmla="*/ 2376949 h 4278408"/>
                  <a:gd name="connsiteX128" fmla="*/ 2887773 w 5640555"/>
                  <a:gd name="connsiteY128" fmla="*/ 2291321 h 4278408"/>
                  <a:gd name="connsiteX129" fmla="*/ 2949781 w 5640555"/>
                  <a:gd name="connsiteY129" fmla="*/ 2196833 h 4278408"/>
                  <a:gd name="connsiteX130" fmla="*/ 3011788 w 5640555"/>
                  <a:gd name="connsiteY130" fmla="*/ 2102346 h 4278408"/>
                  <a:gd name="connsiteX131" fmla="*/ 3070842 w 5640555"/>
                  <a:gd name="connsiteY131" fmla="*/ 2004905 h 4278408"/>
                  <a:gd name="connsiteX132" fmla="*/ 3126944 w 5640555"/>
                  <a:gd name="connsiteY132" fmla="*/ 1901560 h 4278408"/>
                  <a:gd name="connsiteX133" fmla="*/ 3183045 w 5640555"/>
                  <a:gd name="connsiteY133" fmla="*/ 1795262 h 4278408"/>
                  <a:gd name="connsiteX134" fmla="*/ 3236195 w 5640555"/>
                  <a:gd name="connsiteY134" fmla="*/ 1680104 h 4278408"/>
                  <a:gd name="connsiteX135" fmla="*/ 3286393 w 5640555"/>
                  <a:gd name="connsiteY135" fmla="*/ 1567900 h 4278408"/>
                  <a:gd name="connsiteX136" fmla="*/ 3336587 w 5640555"/>
                  <a:gd name="connsiteY136" fmla="*/ 1449791 h 4278408"/>
                  <a:gd name="connsiteX137" fmla="*/ 3383832 w 5640555"/>
                  <a:gd name="connsiteY137" fmla="*/ 1328729 h 4278408"/>
                  <a:gd name="connsiteX138" fmla="*/ 3428123 w 5640555"/>
                  <a:gd name="connsiteY138" fmla="*/ 1201761 h 4278408"/>
                  <a:gd name="connsiteX139" fmla="*/ 3466508 w 5640555"/>
                  <a:gd name="connsiteY139" fmla="*/ 1071841 h 4278408"/>
                  <a:gd name="connsiteX140" fmla="*/ 3504894 w 5640555"/>
                  <a:gd name="connsiteY140" fmla="*/ 933064 h 4278408"/>
                  <a:gd name="connsiteX141" fmla="*/ 3540327 w 5640555"/>
                  <a:gd name="connsiteY141" fmla="*/ 794284 h 4278408"/>
                  <a:gd name="connsiteX142" fmla="*/ 3558043 w 5640555"/>
                  <a:gd name="connsiteY142" fmla="*/ 726372 h 4278408"/>
                  <a:gd name="connsiteX143" fmla="*/ 3584617 w 5640555"/>
                  <a:gd name="connsiteY143" fmla="*/ 643696 h 4278408"/>
                  <a:gd name="connsiteX144" fmla="*/ 3617098 w 5640555"/>
                  <a:gd name="connsiteY144" fmla="*/ 552161 h 4278408"/>
                  <a:gd name="connsiteX145" fmla="*/ 3661388 w 5640555"/>
                  <a:gd name="connsiteY145" fmla="*/ 454721 h 4278408"/>
                  <a:gd name="connsiteX146" fmla="*/ 3687964 w 5640555"/>
                  <a:gd name="connsiteY146" fmla="*/ 404524 h 4278408"/>
                  <a:gd name="connsiteX147" fmla="*/ 3714537 w 5640555"/>
                  <a:gd name="connsiteY147" fmla="*/ 357280 h 4278408"/>
                  <a:gd name="connsiteX148" fmla="*/ 3744065 w 5640555"/>
                  <a:gd name="connsiteY148" fmla="*/ 307084 h 4278408"/>
                  <a:gd name="connsiteX149" fmla="*/ 3776546 w 5640555"/>
                  <a:gd name="connsiteY149" fmla="*/ 259841 h 4278408"/>
                  <a:gd name="connsiteX150" fmla="*/ 3809024 w 5640555"/>
                  <a:gd name="connsiteY150" fmla="*/ 218502 h 4278408"/>
                  <a:gd name="connsiteX151" fmla="*/ 3850363 w 5640555"/>
                  <a:gd name="connsiteY151" fmla="*/ 177164 h 4278408"/>
                  <a:gd name="connsiteX152" fmla="*/ 3891701 w 5640555"/>
                  <a:gd name="connsiteY152" fmla="*/ 138777 h 4278408"/>
                  <a:gd name="connsiteX153" fmla="*/ 3933039 w 5640555"/>
                  <a:gd name="connsiteY153" fmla="*/ 100393 h 4278408"/>
                  <a:gd name="connsiteX154" fmla="*/ 3977331 w 5640555"/>
                  <a:gd name="connsiteY154" fmla="*/ 70866 h 4278408"/>
                  <a:gd name="connsiteX155" fmla="*/ 4027527 w 5640555"/>
                  <a:gd name="connsiteY155" fmla="*/ 47244 h 4278408"/>
                  <a:gd name="connsiteX156" fmla="*/ 4077724 w 5640555"/>
                  <a:gd name="connsiteY156" fmla="*/ 23622 h 4278408"/>
                  <a:gd name="connsiteX157" fmla="*/ 4130874 w 5640555"/>
                  <a:gd name="connsiteY157" fmla="*/ 11811 h 4278408"/>
                  <a:gd name="connsiteX158" fmla="*/ 4186974 w 5640555"/>
                  <a:gd name="connsiteY158" fmla="*/ 5906 h 4278408"/>
                  <a:gd name="connsiteX159" fmla="*/ 4246029 w 5640555"/>
                  <a:gd name="connsiteY159" fmla="*/ 0 h 4278408"/>
                  <a:gd name="connsiteX0" fmla="*/ 4246029 w 5640555"/>
                  <a:gd name="connsiteY0" fmla="*/ 0 h 4278408"/>
                  <a:gd name="connsiteX1" fmla="*/ 4310989 w 5640555"/>
                  <a:gd name="connsiteY1" fmla="*/ 8857 h 4278408"/>
                  <a:gd name="connsiteX2" fmla="*/ 4375949 w 5640555"/>
                  <a:gd name="connsiteY2" fmla="*/ 23622 h 4278408"/>
                  <a:gd name="connsiteX3" fmla="*/ 4446815 w 5640555"/>
                  <a:gd name="connsiteY3" fmla="*/ 47244 h 4278408"/>
                  <a:gd name="connsiteX4" fmla="*/ 4520635 w 5640555"/>
                  <a:gd name="connsiteY4" fmla="*/ 79723 h 4278408"/>
                  <a:gd name="connsiteX5" fmla="*/ 4597405 w 5640555"/>
                  <a:gd name="connsiteY5" fmla="*/ 124015 h 4278408"/>
                  <a:gd name="connsiteX6" fmla="*/ 4674177 w 5640555"/>
                  <a:gd name="connsiteY6" fmla="*/ 177164 h 4278408"/>
                  <a:gd name="connsiteX7" fmla="*/ 4756854 w 5640555"/>
                  <a:gd name="connsiteY7" fmla="*/ 242124 h 4278408"/>
                  <a:gd name="connsiteX8" fmla="*/ 4842482 w 5640555"/>
                  <a:gd name="connsiteY8" fmla="*/ 315941 h 4278408"/>
                  <a:gd name="connsiteX9" fmla="*/ 4934017 w 5640555"/>
                  <a:gd name="connsiteY9" fmla="*/ 404524 h 4278408"/>
                  <a:gd name="connsiteX10" fmla="*/ 5028504 w 5640555"/>
                  <a:gd name="connsiteY10" fmla="*/ 504916 h 4278408"/>
                  <a:gd name="connsiteX11" fmla="*/ 5131848 w 5640555"/>
                  <a:gd name="connsiteY11" fmla="*/ 626348 h 4278408"/>
                  <a:gd name="connsiteX12" fmla="*/ 5131263 w 5640555"/>
                  <a:gd name="connsiteY12" fmla="*/ 632975 h 4278408"/>
                  <a:gd name="connsiteX13" fmla="*/ 5170541 w 5640555"/>
                  <a:gd name="connsiteY13" fmla="*/ 674709 h 4278408"/>
                  <a:gd name="connsiteX14" fmla="*/ 5272472 w 5640555"/>
                  <a:gd name="connsiteY14" fmla="*/ 794479 h 4278408"/>
                  <a:gd name="connsiteX15" fmla="*/ 5343823 w 5640555"/>
                  <a:gd name="connsiteY15" fmla="*/ 878571 h 4278408"/>
                  <a:gd name="connsiteX16" fmla="*/ 5524620 w 5640555"/>
                  <a:gd name="connsiteY16" fmla="*/ 905541 h 4278408"/>
                  <a:gd name="connsiteX17" fmla="*/ 5611815 w 5640555"/>
                  <a:gd name="connsiteY17" fmla="*/ 1023629 h 4278408"/>
                  <a:gd name="connsiteX18" fmla="*/ 5640555 w 5640555"/>
                  <a:gd name="connsiteY18" fmla="*/ 1090292 h 4278408"/>
                  <a:gd name="connsiteX19" fmla="*/ 5626940 w 5640555"/>
                  <a:gd name="connsiteY19" fmla="*/ 1120406 h 4278408"/>
                  <a:gd name="connsiteX20" fmla="*/ 5501373 w 5640555"/>
                  <a:gd name="connsiteY20" fmla="*/ 1163468 h 4278408"/>
                  <a:gd name="connsiteX21" fmla="*/ 5452954 w 5640555"/>
                  <a:gd name="connsiteY21" fmla="*/ 1132889 h 4278408"/>
                  <a:gd name="connsiteX22" fmla="*/ 5407086 w 5640555"/>
                  <a:gd name="connsiteY22" fmla="*/ 1097213 h 4278408"/>
                  <a:gd name="connsiteX23" fmla="*/ 5320445 w 5640555"/>
                  <a:gd name="connsiteY23" fmla="*/ 1036054 h 4278408"/>
                  <a:gd name="connsiteX24" fmla="*/ 5251642 w 5640555"/>
                  <a:gd name="connsiteY24" fmla="*/ 974895 h 4278408"/>
                  <a:gd name="connsiteX25" fmla="*/ 5198128 w 5640555"/>
                  <a:gd name="connsiteY25" fmla="*/ 926478 h 4278408"/>
                  <a:gd name="connsiteX26" fmla="*/ 5152258 w 5640555"/>
                  <a:gd name="connsiteY26" fmla="*/ 880609 h 4278408"/>
                  <a:gd name="connsiteX27" fmla="*/ 5063069 w 5640555"/>
                  <a:gd name="connsiteY27" fmla="*/ 796516 h 4278408"/>
                  <a:gd name="connsiteX28" fmla="*/ 4981525 w 5640555"/>
                  <a:gd name="connsiteY28" fmla="*/ 727712 h 4278408"/>
                  <a:gd name="connsiteX29" fmla="*/ 4899980 w 5640555"/>
                  <a:gd name="connsiteY29" fmla="*/ 664006 h 4278408"/>
                  <a:gd name="connsiteX30" fmla="*/ 4826079 w 5640555"/>
                  <a:gd name="connsiteY30" fmla="*/ 613041 h 4278408"/>
                  <a:gd name="connsiteX31" fmla="*/ 4754728 w 5640555"/>
                  <a:gd name="connsiteY31" fmla="*/ 569719 h 4278408"/>
                  <a:gd name="connsiteX32" fmla="*/ 4685926 w 5640555"/>
                  <a:gd name="connsiteY32" fmla="*/ 534043 h 4278408"/>
                  <a:gd name="connsiteX33" fmla="*/ 4622218 w 5640555"/>
                  <a:gd name="connsiteY33" fmla="*/ 508561 h 4278408"/>
                  <a:gd name="connsiteX34" fmla="*/ 4558511 w 5640555"/>
                  <a:gd name="connsiteY34" fmla="*/ 488175 h 4278408"/>
                  <a:gd name="connsiteX35" fmla="*/ 4499900 w 5640555"/>
                  <a:gd name="connsiteY35" fmla="*/ 477981 h 4278408"/>
                  <a:gd name="connsiteX36" fmla="*/ 4446388 w 5640555"/>
                  <a:gd name="connsiteY36" fmla="*/ 470338 h 4278408"/>
                  <a:gd name="connsiteX37" fmla="*/ 4284127 w 5640555"/>
                  <a:gd name="connsiteY37" fmla="*/ 440084 h 4278408"/>
                  <a:gd name="connsiteX38" fmla="*/ 4225073 w 5640555"/>
                  <a:gd name="connsiteY38" fmla="*/ 440084 h 4278408"/>
                  <a:gd name="connsiteX39" fmla="*/ 4166018 w 5640555"/>
                  <a:gd name="connsiteY39" fmla="*/ 451895 h 4278408"/>
                  <a:gd name="connsiteX40" fmla="*/ 4112869 w 5640555"/>
                  <a:gd name="connsiteY40" fmla="*/ 463705 h 4278408"/>
                  <a:gd name="connsiteX41" fmla="*/ 4062672 w 5640555"/>
                  <a:gd name="connsiteY41" fmla="*/ 484373 h 4278408"/>
                  <a:gd name="connsiteX42" fmla="*/ 4018382 w 5640555"/>
                  <a:gd name="connsiteY42" fmla="*/ 507995 h 4278408"/>
                  <a:gd name="connsiteX43" fmla="*/ 3974090 w 5640555"/>
                  <a:gd name="connsiteY43" fmla="*/ 537523 h 4278408"/>
                  <a:gd name="connsiteX44" fmla="*/ 3929800 w 5640555"/>
                  <a:gd name="connsiteY44" fmla="*/ 570003 h 4278408"/>
                  <a:gd name="connsiteX45" fmla="*/ 3894367 w 5640555"/>
                  <a:gd name="connsiteY45" fmla="*/ 608388 h 4278408"/>
                  <a:gd name="connsiteX46" fmla="*/ 3861885 w 5640555"/>
                  <a:gd name="connsiteY46" fmla="*/ 646775 h 4278408"/>
                  <a:gd name="connsiteX47" fmla="*/ 3826453 w 5640555"/>
                  <a:gd name="connsiteY47" fmla="*/ 691065 h 4278408"/>
                  <a:gd name="connsiteX48" fmla="*/ 3796926 w 5640555"/>
                  <a:gd name="connsiteY48" fmla="*/ 735357 h 4278408"/>
                  <a:gd name="connsiteX49" fmla="*/ 3770351 w 5640555"/>
                  <a:gd name="connsiteY49" fmla="*/ 779646 h 4278408"/>
                  <a:gd name="connsiteX50" fmla="*/ 3743776 w 5640555"/>
                  <a:gd name="connsiteY50" fmla="*/ 826891 h 4278408"/>
                  <a:gd name="connsiteX51" fmla="*/ 3723109 w 5640555"/>
                  <a:gd name="connsiteY51" fmla="*/ 874134 h 4278408"/>
                  <a:gd name="connsiteX52" fmla="*/ 3684722 w 5640555"/>
                  <a:gd name="connsiteY52" fmla="*/ 968621 h 4278408"/>
                  <a:gd name="connsiteX53" fmla="*/ 3655194 w 5640555"/>
                  <a:gd name="connsiteY53" fmla="*/ 1057204 h 4278408"/>
                  <a:gd name="connsiteX54" fmla="*/ 3631573 w 5640555"/>
                  <a:gd name="connsiteY54" fmla="*/ 1136928 h 4278408"/>
                  <a:gd name="connsiteX55" fmla="*/ 3613856 w 5640555"/>
                  <a:gd name="connsiteY55" fmla="*/ 1207794 h 4278408"/>
                  <a:gd name="connsiteX56" fmla="*/ 3578424 w 5640555"/>
                  <a:gd name="connsiteY56" fmla="*/ 1346572 h 4278408"/>
                  <a:gd name="connsiteX57" fmla="*/ 3537085 w 5640555"/>
                  <a:gd name="connsiteY57" fmla="*/ 1482397 h 4278408"/>
                  <a:gd name="connsiteX58" fmla="*/ 3495747 w 5640555"/>
                  <a:gd name="connsiteY58" fmla="*/ 1612317 h 4278408"/>
                  <a:gd name="connsiteX59" fmla="*/ 3451457 w 5640555"/>
                  <a:gd name="connsiteY59" fmla="*/ 1736332 h 4278408"/>
                  <a:gd name="connsiteX60" fmla="*/ 3404213 w 5640555"/>
                  <a:gd name="connsiteY60" fmla="*/ 1860347 h 4278408"/>
                  <a:gd name="connsiteX61" fmla="*/ 3351063 w 5640555"/>
                  <a:gd name="connsiteY61" fmla="*/ 1981409 h 4278408"/>
                  <a:gd name="connsiteX62" fmla="*/ 3297914 w 5640555"/>
                  <a:gd name="connsiteY62" fmla="*/ 2093613 h 4278408"/>
                  <a:gd name="connsiteX63" fmla="*/ 3241812 w 5640555"/>
                  <a:gd name="connsiteY63" fmla="*/ 2208769 h 4278408"/>
                  <a:gd name="connsiteX64" fmla="*/ 3179806 w 5640555"/>
                  <a:gd name="connsiteY64" fmla="*/ 2315068 h 4278408"/>
                  <a:gd name="connsiteX65" fmla="*/ 3120751 w 5640555"/>
                  <a:gd name="connsiteY65" fmla="*/ 2418415 h 4278408"/>
                  <a:gd name="connsiteX66" fmla="*/ 3052837 w 5640555"/>
                  <a:gd name="connsiteY66" fmla="*/ 2518807 h 4278408"/>
                  <a:gd name="connsiteX67" fmla="*/ 2987877 w 5640555"/>
                  <a:gd name="connsiteY67" fmla="*/ 2613294 h 4278408"/>
                  <a:gd name="connsiteX68" fmla="*/ 2919965 w 5640555"/>
                  <a:gd name="connsiteY68" fmla="*/ 2707782 h 4278408"/>
                  <a:gd name="connsiteX69" fmla="*/ 2849100 w 5640555"/>
                  <a:gd name="connsiteY69" fmla="*/ 2793409 h 4278408"/>
                  <a:gd name="connsiteX70" fmla="*/ 2778234 w 5640555"/>
                  <a:gd name="connsiteY70" fmla="*/ 2881992 h 4278408"/>
                  <a:gd name="connsiteX71" fmla="*/ 2704415 w 5640555"/>
                  <a:gd name="connsiteY71" fmla="*/ 2964669 h 4278408"/>
                  <a:gd name="connsiteX72" fmla="*/ 2627644 w 5640555"/>
                  <a:gd name="connsiteY72" fmla="*/ 3044393 h 4278408"/>
                  <a:gd name="connsiteX73" fmla="*/ 2550872 w 5640555"/>
                  <a:gd name="connsiteY73" fmla="*/ 3121164 h 4278408"/>
                  <a:gd name="connsiteX74" fmla="*/ 2471150 w 5640555"/>
                  <a:gd name="connsiteY74" fmla="*/ 3194982 h 4278408"/>
                  <a:gd name="connsiteX75" fmla="*/ 2394379 w 5640555"/>
                  <a:gd name="connsiteY75" fmla="*/ 3262895 h 4278408"/>
                  <a:gd name="connsiteX76" fmla="*/ 2311703 w 5640555"/>
                  <a:gd name="connsiteY76" fmla="*/ 3330808 h 4278408"/>
                  <a:gd name="connsiteX77" fmla="*/ 2229026 w 5640555"/>
                  <a:gd name="connsiteY77" fmla="*/ 3395768 h 4278408"/>
                  <a:gd name="connsiteX78" fmla="*/ 2146350 w 5640555"/>
                  <a:gd name="connsiteY78" fmla="*/ 3457776 h 4278408"/>
                  <a:gd name="connsiteX79" fmla="*/ 2063673 w 5640555"/>
                  <a:gd name="connsiteY79" fmla="*/ 3513876 h 4278408"/>
                  <a:gd name="connsiteX80" fmla="*/ 1980996 w 5640555"/>
                  <a:gd name="connsiteY80" fmla="*/ 3569980 h 4278408"/>
                  <a:gd name="connsiteX81" fmla="*/ 1898321 w 5640555"/>
                  <a:gd name="connsiteY81" fmla="*/ 3623129 h 4278408"/>
                  <a:gd name="connsiteX82" fmla="*/ 1812689 w 5640555"/>
                  <a:gd name="connsiteY82" fmla="*/ 3673324 h 4278408"/>
                  <a:gd name="connsiteX83" fmla="*/ 1730014 w 5640555"/>
                  <a:gd name="connsiteY83" fmla="*/ 3723522 h 4278408"/>
                  <a:gd name="connsiteX84" fmla="*/ 1647337 w 5640555"/>
                  <a:gd name="connsiteY84" fmla="*/ 3770765 h 4278408"/>
                  <a:gd name="connsiteX85" fmla="*/ 1558754 w 5640555"/>
                  <a:gd name="connsiteY85" fmla="*/ 3815056 h 4278408"/>
                  <a:gd name="connsiteX86" fmla="*/ 1393401 w 5640555"/>
                  <a:gd name="connsiteY86" fmla="*/ 3894780 h 4278408"/>
                  <a:gd name="connsiteX87" fmla="*/ 1231003 w 5640555"/>
                  <a:gd name="connsiteY87" fmla="*/ 3965646 h 4278408"/>
                  <a:gd name="connsiteX88" fmla="*/ 1065649 w 5640555"/>
                  <a:gd name="connsiteY88" fmla="*/ 4024700 h 4278408"/>
                  <a:gd name="connsiteX89" fmla="*/ 909153 w 5640555"/>
                  <a:gd name="connsiteY89" fmla="*/ 4080802 h 4278408"/>
                  <a:gd name="connsiteX90" fmla="*/ 755612 w 5640555"/>
                  <a:gd name="connsiteY90" fmla="*/ 4128045 h 4278408"/>
                  <a:gd name="connsiteX91" fmla="*/ 610929 w 5640555"/>
                  <a:gd name="connsiteY91" fmla="*/ 4166432 h 4278408"/>
                  <a:gd name="connsiteX92" fmla="*/ 469197 w 5640555"/>
                  <a:gd name="connsiteY92" fmla="*/ 4204817 h 4278408"/>
                  <a:gd name="connsiteX93" fmla="*/ 339277 w 5640555"/>
                  <a:gd name="connsiteY93" fmla="*/ 4231392 h 4278408"/>
                  <a:gd name="connsiteX94" fmla="*/ 221168 w 5640555"/>
                  <a:gd name="connsiteY94" fmla="*/ 4255013 h 4278408"/>
                  <a:gd name="connsiteX95" fmla="*/ 106010 w 5640555"/>
                  <a:gd name="connsiteY95" fmla="*/ 4275681 h 4278408"/>
                  <a:gd name="connsiteX96" fmla="*/ 83516 w 5640555"/>
                  <a:gd name="connsiteY96" fmla="*/ 4278408 h 4278408"/>
                  <a:gd name="connsiteX97" fmla="*/ 0 w 5640555"/>
                  <a:gd name="connsiteY97" fmla="*/ 3859220 h 4278408"/>
                  <a:gd name="connsiteX98" fmla="*/ 32481 w 5640555"/>
                  <a:gd name="connsiteY98" fmla="*/ 3853314 h 4278408"/>
                  <a:gd name="connsiteX99" fmla="*/ 124015 w 5640555"/>
                  <a:gd name="connsiteY99" fmla="*/ 3847409 h 4278408"/>
                  <a:gd name="connsiteX100" fmla="*/ 265746 w 5640555"/>
                  <a:gd name="connsiteY100" fmla="*/ 3832646 h 4278408"/>
                  <a:gd name="connsiteX101" fmla="*/ 357282 w 5640555"/>
                  <a:gd name="connsiteY101" fmla="*/ 3817882 h 4278408"/>
                  <a:gd name="connsiteX102" fmla="*/ 454721 w 5640555"/>
                  <a:gd name="connsiteY102" fmla="*/ 3800165 h 4278408"/>
                  <a:gd name="connsiteX103" fmla="*/ 563973 w 5640555"/>
                  <a:gd name="connsiteY103" fmla="*/ 3782449 h 4278408"/>
                  <a:gd name="connsiteX104" fmla="*/ 679129 w 5640555"/>
                  <a:gd name="connsiteY104" fmla="*/ 3755875 h 4278408"/>
                  <a:gd name="connsiteX105" fmla="*/ 803144 w 5640555"/>
                  <a:gd name="connsiteY105" fmla="*/ 3720442 h 4278408"/>
                  <a:gd name="connsiteX106" fmla="*/ 933063 w 5640555"/>
                  <a:gd name="connsiteY106" fmla="*/ 3685010 h 4278408"/>
                  <a:gd name="connsiteX107" fmla="*/ 1068889 w 5640555"/>
                  <a:gd name="connsiteY107" fmla="*/ 3637767 h 4278408"/>
                  <a:gd name="connsiteX108" fmla="*/ 1210620 w 5640555"/>
                  <a:gd name="connsiteY108" fmla="*/ 3584617 h 4278408"/>
                  <a:gd name="connsiteX109" fmla="*/ 1358257 w 5640555"/>
                  <a:gd name="connsiteY109" fmla="*/ 3525563 h 4278408"/>
                  <a:gd name="connsiteX110" fmla="*/ 1502942 w 5640555"/>
                  <a:gd name="connsiteY110" fmla="*/ 3457649 h 4278408"/>
                  <a:gd name="connsiteX111" fmla="*/ 1653530 w 5640555"/>
                  <a:gd name="connsiteY111" fmla="*/ 3377926 h 4278408"/>
                  <a:gd name="connsiteX112" fmla="*/ 1730302 w 5640555"/>
                  <a:gd name="connsiteY112" fmla="*/ 3336587 h 4278408"/>
                  <a:gd name="connsiteX113" fmla="*/ 1807072 w 5640555"/>
                  <a:gd name="connsiteY113" fmla="*/ 3292296 h 4278408"/>
                  <a:gd name="connsiteX114" fmla="*/ 1880892 w 5640555"/>
                  <a:gd name="connsiteY114" fmla="*/ 3245051 h 4278408"/>
                  <a:gd name="connsiteX115" fmla="*/ 1957663 w 5640555"/>
                  <a:gd name="connsiteY115" fmla="*/ 3197808 h 4278408"/>
                  <a:gd name="connsiteX116" fmla="*/ 2034434 w 5640555"/>
                  <a:gd name="connsiteY116" fmla="*/ 3144659 h 4278408"/>
                  <a:gd name="connsiteX117" fmla="*/ 2108252 w 5640555"/>
                  <a:gd name="connsiteY117" fmla="*/ 3088557 h 4278408"/>
                  <a:gd name="connsiteX118" fmla="*/ 2185022 w 5640555"/>
                  <a:gd name="connsiteY118" fmla="*/ 3032455 h 4278408"/>
                  <a:gd name="connsiteX119" fmla="*/ 2255888 w 5640555"/>
                  <a:gd name="connsiteY119" fmla="*/ 2970449 h 4278408"/>
                  <a:gd name="connsiteX120" fmla="*/ 2329707 w 5640555"/>
                  <a:gd name="connsiteY120" fmla="*/ 2908440 h 4278408"/>
                  <a:gd name="connsiteX121" fmla="*/ 2403525 w 5640555"/>
                  <a:gd name="connsiteY121" fmla="*/ 2840528 h 4278408"/>
                  <a:gd name="connsiteX122" fmla="*/ 2477344 w 5640555"/>
                  <a:gd name="connsiteY122" fmla="*/ 2772615 h 4278408"/>
                  <a:gd name="connsiteX123" fmla="*/ 2548210 w 5640555"/>
                  <a:gd name="connsiteY123" fmla="*/ 2701750 h 4278408"/>
                  <a:gd name="connsiteX124" fmla="*/ 2616121 w 5640555"/>
                  <a:gd name="connsiteY124" fmla="*/ 2624979 h 4278408"/>
                  <a:gd name="connsiteX125" fmla="*/ 2686987 w 5640555"/>
                  <a:gd name="connsiteY125" fmla="*/ 2545255 h 4278408"/>
                  <a:gd name="connsiteX126" fmla="*/ 2754901 w 5640555"/>
                  <a:gd name="connsiteY126" fmla="*/ 2465530 h 4278408"/>
                  <a:gd name="connsiteX127" fmla="*/ 2819860 w 5640555"/>
                  <a:gd name="connsiteY127" fmla="*/ 2376949 h 4278408"/>
                  <a:gd name="connsiteX128" fmla="*/ 2887773 w 5640555"/>
                  <a:gd name="connsiteY128" fmla="*/ 2291321 h 4278408"/>
                  <a:gd name="connsiteX129" fmla="*/ 2949781 w 5640555"/>
                  <a:gd name="connsiteY129" fmla="*/ 2196833 h 4278408"/>
                  <a:gd name="connsiteX130" fmla="*/ 3011788 w 5640555"/>
                  <a:gd name="connsiteY130" fmla="*/ 2102346 h 4278408"/>
                  <a:gd name="connsiteX131" fmla="*/ 3070842 w 5640555"/>
                  <a:gd name="connsiteY131" fmla="*/ 2004905 h 4278408"/>
                  <a:gd name="connsiteX132" fmla="*/ 3126944 w 5640555"/>
                  <a:gd name="connsiteY132" fmla="*/ 1901560 h 4278408"/>
                  <a:gd name="connsiteX133" fmla="*/ 3183045 w 5640555"/>
                  <a:gd name="connsiteY133" fmla="*/ 1795262 h 4278408"/>
                  <a:gd name="connsiteX134" fmla="*/ 3236195 w 5640555"/>
                  <a:gd name="connsiteY134" fmla="*/ 1680104 h 4278408"/>
                  <a:gd name="connsiteX135" fmla="*/ 3286393 w 5640555"/>
                  <a:gd name="connsiteY135" fmla="*/ 1567900 h 4278408"/>
                  <a:gd name="connsiteX136" fmla="*/ 3336587 w 5640555"/>
                  <a:gd name="connsiteY136" fmla="*/ 1449791 h 4278408"/>
                  <a:gd name="connsiteX137" fmla="*/ 3383832 w 5640555"/>
                  <a:gd name="connsiteY137" fmla="*/ 1328729 h 4278408"/>
                  <a:gd name="connsiteX138" fmla="*/ 3428123 w 5640555"/>
                  <a:gd name="connsiteY138" fmla="*/ 1201761 h 4278408"/>
                  <a:gd name="connsiteX139" fmla="*/ 3466508 w 5640555"/>
                  <a:gd name="connsiteY139" fmla="*/ 1071841 h 4278408"/>
                  <a:gd name="connsiteX140" fmla="*/ 3504894 w 5640555"/>
                  <a:gd name="connsiteY140" fmla="*/ 933064 h 4278408"/>
                  <a:gd name="connsiteX141" fmla="*/ 3540327 w 5640555"/>
                  <a:gd name="connsiteY141" fmla="*/ 794284 h 4278408"/>
                  <a:gd name="connsiteX142" fmla="*/ 3558043 w 5640555"/>
                  <a:gd name="connsiteY142" fmla="*/ 726372 h 4278408"/>
                  <a:gd name="connsiteX143" fmla="*/ 3584617 w 5640555"/>
                  <a:gd name="connsiteY143" fmla="*/ 643696 h 4278408"/>
                  <a:gd name="connsiteX144" fmla="*/ 3617098 w 5640555"/>
                  <a:gd name="connsiteY144" fmla="*/ 552161 h 4278408"/>
                  <a:gd name="connsiteX145" fmla="*/ 3661388 w 5640555"/>
                  <a:gd name="connsiteY145" fmla="*/ 454721 h 4278408"/>
                  <a:gd name="connsiteX146" fmla="*/ 3687964 w 5640555"/>
                  <a:gd name="connsiteY146" fmla="*/ 404524 h 4278408"/>
                  <a:gd name="connsiteX147" fmla="*/ 3714537 w 5640555"/>
                  <a:gd name="connsiteY147" fmla="*/ 357280 h 4278408"/>
                  <a:gd name="connsiteX148" fmla="*/ 3744065 w 5640555"/>
                  <a:gd name="connsiteY148" fmla="*/ 307084 h 4278408"/>
                  <a:gd name="connsiteX149" fmla="*/ 3776546 w 5640555"/>
                  <a:gd name="connsiteY149" fmla="*/ 259841 h 4278408"/>
                  <a:gd name="connsiteX150" fmla="*/ 3809024 w 5640555"/>
                  <a:gd name="connsiteY150" fmla="*/ 218502 h 4278408"/>
                  <a:gd name="connsiteX151" fmla="*/ 3850363 w 5640555"/>
                  <a:gd name="connsiteY151" fmla="*/ 177164 h 4278408"/>
                  <a:gd name="connsiteX152" fmla="*/ 3891701 w 5640555"/>
                  <a:gd name="connsiteY152" fmla="*/ 138777 h 4278408"/>
                  <a:gd name="connsiteX153" fmla="*/ 3933039 w 5640555"/>
                  <a:gd name="connsiteY153" fmla="*/ 100393 h 4278408"/>
                  <a:gd name="connsiteX154" fmla="*/ 3977331 w 5640555"/>
                  <a:gd name="connsiteY154" fmla="*/ 70866 h 4278408"/>
                  <a:gd name="connsiteX155" fmla="*/ 4027527 w 5640555"/>
                  <a:gd name="connsiteY155" fmla="*/ 47244 h 4278408"/>
                  <a:gd name="connsiteX156" fmla="*/ 4077724 w 5640555"/>
                  <a:gd name="connsiteY156" fmla="*/ 23622 h 4278408"/>
                  <a:gd name="connsiteX157" fmla="*/ 4130874 w 5640555"/>
                  <a:gd name="connsiteY157" fmla="*/ 11811 h 4278408"/>
                  <a:gd name="connsiteX158" fmla="*/ 4186974 w 5640555"/>
                  <a:gd name="connsiteY158" fmla="*/ 5906 h 4278408"/>
                  <a:gd name="connsiteX159" fmla="*/ 4246029 w 5640555"/>
                  <a:gd name="connsiteY159" fmla="*/ 0 h 427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5640555" h="4278408">
                    <a:moveTo>
                      <a:pt x="4246029" y="0"/>
                    </a:moveTo>
                    <a:lnTo>
                      <a:pt x="4310989" y="8857"/>
                    </a:lnTo>
                    <a:lnTo>
                      <a:pt x="4375949" y="23622"/>
                    </a:lnTo>
                    <a:lnTo>
                      <a:pt x="4446815" y="47244"/>
                    </a:lnTo>
                    <a:lnTo>
                      <a:pt x="4520635" y="79723"/>
                    </a:lnTo>
                    <a:lnTo>
                      <a:pt x="4597405" y="124015"/>
                    </a:lnTo>
                    <a:lnTo>
                      <a:pt x="4674177" y="177164"/>
                    </a:lnTo>
                    <a:lnTo>
                      <a:pt x="4756854" y="242124"/>
                    </a:lnTo>
                    <a:lnTo>
                      <a:pt x="4842482" y="315941"/>
                    </a:lnTo>
                    <a:lnTo>
                      <a:pt x="4934017" y="404524"/>
                    </a:lnTo>
                    <a:lnTo>
                      <a:pt x="5028504" y="504916"/>
                    </a:lnTo>
                    <a:lnTo>
                      <a:pt x="5131848" y="626348"/>
                    </a:lnTo>
                    <a:lnTo>
                      <a:pt x="5131263" y="632975"/>
                    </a:lnTo>
                    <a:lnTo>
                      <a:pt x="5170541" y="674709"/>
                    </a:lnTo>
                    <a:lnTo>
                      <a:pt x="5272472" y="794479"/>
                    </a:lnTo>
                    <a:lnTo>
                      <a:pt x="5343823" y="878571"/>
                    </a:lnTo>
                    <a:lnTo>
                      <a:pt x="5524620" y="905541"/>
                    </a:lnTo>
                    <a:lnTo>
                      <a:pt x="5611815" y="1023629"/>
                    </a:lnTo>
                    <a:lnTo>
                      <a:pt x="5640555" y="1090292"/>
                    </a:lnTo>
                    <a:lnTo>
                      <a:pt x="5626940" y="1120406"/>
                    </a:lnTo>
                    <a:lnTo>
                      <a:pt x="5501373" y="1163468"/>
                    </a:lnTo>
                    <a:lnTo>
                      <a:pt x="5452954" y="1132889"/>
                    </a:lnTo>
                    <a:lnTo>
                      <a:pt x="5407086" y="1097213"/>
                    </a:lnTo>
                    <a:lnTo>
                      <a:pt x="5320445" y="1036054"/>
                    </a:lnTo>
                    <a:lnTo>
                      <a:pt x="5251642" y="974895"/>
                    </a:lnTo>
                    <a:lnTo>
                      <a:pt x="5198128" y="926478"/>
                    </a:lnTo>
                    <a:lnTo>
                      <a:pt x="5152258" y="880609"/>
                    </a:lnTo>
                    <a:lnTo>
                      <a:pt x="5063069" y="796516"/>
                    </a:lnTo>
                    <a:lnTo>
                      <a:pt x="4981525" y="727712"/>
                    </a:lnTo>
                    <a:lnTo>
                      <a:pt x="4899980" y="664006"/>
                    </a:lnTo>
                    <a:lnTo>
                      <a:pt x="4826079" y="613041"/>
                    </a:lnTo>
                    <a:lnTo>
                      <a:pt x="4754728" y="569719"/>
                    </a:lnTo>
                    <a:lnTo>
                      <a:pt x="4685926" y="534043"/>
                    </a:lnTo>
                    <a:lnTo>
                      <a:pt x="4622218" y="508561"/>
                    </a:lnTo>
                    <a:lnTo>
                      <a:pt x="4558511" y="488175"/>
                    </a:lnTo>
                    <a:lnTo>
                      <a:pt x="4499900" y="477981"/>
                    </a:lnTo>
                    <a:lnTo>
                      <a:pt x="4446388" y="470338"/>
                    </a:lnTo>
                    <a:lnTo>
                      <a:pt x="4284127" y="440084"/>
                    </a:lnTo>
                    <a:lnTo>
                      <a:pt x="4225073" y="440084"/>
                    </a:lnTo>
                    <a:lnTo>
                      <a:pt x="4166018" y="451895"/>
                    </a:lnTo>
                    <a:lnTo>
                      <a:pt x="4112869" y="463705"/>
                    </a:lnTo>
                    <a:lnTo>
                      <a:pt x="4062672" y="484373"/>
                    </a:lnTo>
                    <a:lnTo>
                      <a:pt x="4018382" y="507995"/>
                    </a:lnTo>
                    <a:lnTo>
                      <a:pt x="3974090" y="537523"/>
                    </a:lnTo>
                    <a:lnTo>
                      <a:pt x="3929800" y="570003"/>
                    </a:lnTo>
                    <a:lnTo>
                      <a:pt x="3894367" y="608388"/>
                    </a:lnTo>
                    <a:lnTo>
                      <a:pt x="3861885" y="646775"/>
                    </a:lnTo>
                    <a:lnTo>
                      <a:pt x="3826453" y="691065"/>
                    </a:lnTo>
                    <a:lnTo>
                      <a:pt x="3796926" y="735357"/>
                    </a:lnTo>
                    <a:lnTo>
                      <a:pt x="3770351" y="779646"/>
                    </a:lnTo>
                    <a:lnTo>
                      <a:pt x="3743776" y="826891"/>
                    </a:lnTo>
                    <a:lnTo>
                      <a:pt x="3723109" y="874134"/>
                    </a:lnTo>
                    <a:lnTo>
                      <a:pt x="3684722" y="968621"/>
                    </a:lnTo>
                    <a:lnTo>
                      <a:pt x="3655194" y="1057204"/>
                    </a:lnTo>
                    <a:lnTo>
                      <a:pt x="3631573" y="1136928"/>
                    </a:lnTo>
                    <a:lnTo>
                      <a:pt x="3613856" y="1207794"/>
                    </a:lnTo>
                    <a:lnTo>
                      <a:pt x="3578424" y="1346572"/>
                    </a:lnTo>
                    <a:lnTo>
                      <a:pt x="3537085" y="1482397"/>
                    </a:lnTo>
                    <a:lnTo>
                      <a:pt x="3495747" y="1612317"/>
                    </a:lnTo>
                    <a:lnTo>
                      <a:pt x="3451457" y="1736332"/>
                    </a:lnTo>
                    <a:lnTo>
                      <a:pt x="3404213" y="1860347"/>
                    </a:lnTo>
                    <a:lnTo>
                      <a:pt x="3351063" y="1981409"/>
                    </a:lnTo>
                    <a:lnTo>
                      <a:pt x="3297914" y="2093613"/>
                    </a:lnTo>
                    <a:lnTo>
                      <a:pt x="3241812" y="2208769"/>
                    </a:lnTo>
                    <a:lnTo>
                      <a:pt x="3179806" y="2315068"/>
                    </a:lnTo>
                    <a:lnTo>
                      <a:pt x="3120751" y="2418415"/>
                    </a:lnTo>
                    <a:lnTo>
                      <a:pt x="3052837" y="2518807"/>
                    </a:lnTo>
                    <a:lnTo>
                      <a:pt x="2987877" y="2613294"/>
                    </a:lnTo>
                    <a:lnTo>
                      <a:pt x="2919965" y="2707782"/>
                    </a:lnTo>
                    <a:lnTo>
                      <a:pt x="2849100" y="2793409"/>
                    </a:lnTo>
                    <a:lnTo>
                      <a:pt x="2778234" y="2881992"/>
                    </a:lnTo>
                    <a:lnTo>
                      <a:pt x="2704415" y="2964669"/>
                    </a:lnTo>
                    <a:lnTo>
                      <a:pt x="2627644" y="3044393"/>
                    </a:lnTo>
                    <a:lnTo>
                      <a:pt x="2550872" y="3121164"/>
                    </a:lnTo>
                    <a:lnTo>
                      <a:pt x="2471150" y="3194982"/>
                    </a:lnTo>
                    <a:lnTo>
                      <a:pt x="2394379" y="3262895"/>
                    </a:lnTo>
                    <a:lnTo>
                      <a:pt x="2311703" y="3330808"/>
                    </a:lnTo>
                    <a:lnTo>
                      <a:pt x="2229026" y="3395768"/>
                    </a:lnTo>
                    <a:lnTo>
                      <a:pt x="2146350" y="3457776"/>
                    </a:lnTo>
                    <a:lnTo>
                      <a:pt x="2063673" y="3513876"/>
                    </a:lnTo>
                    <a:lnTo>
                      <a:pt x="1980996" y="3569980"/>
                    </a:lnTo>
                    <a:lnTo>
                      <a:pt x="1898321" y="3623129"/>
                    </a:lnTo>
                    <a:lnTo>
                      <a:pt x="1812689" y="3673324"/>
                    </a:lnTo>
                    <a:lnTo>
                      <a:pt x="1730014" y="3723522"/>
                    </a:lnTo>
                    <a:lnTo>
                      <a:pt x="1647337" y="3770765"/>
                    </a:lnTo>
                    <a:lnTo>
                      <a:pt x="1558754" y="3815056"/>
                    </a:lnTo>
                    <a:lnTo>
                      <a:pt x="1393401" y="3894780"/>
                    </a:lnTo>
                    <a:lnTo>
                      <a:pt x="1231003" y="3965646"/>
                    </a:lnTo>
                    <a:lnTo>
                      <a:pt x="1065649" y="4024700"/>
                    </a:lnTo>
                    <a:lnTo>
                      <a:pt x="909153" y="4080802"/>
                    </a:lnTo>
                    <a:lnTo>
                      <a:pt x="755612" y="4128045"/>
                    </a:lnTo>
                    <a:lnTo>
                      <a:pt x="610929" y="4166432"/>
                    </a:lnTo>
                    <a:lnTo>
                      <a:pt x="469197" y="4204817"/>
                    </a:lnTo>
                    <a:lnTo>
                      <a:pt x="339277" y="4231392"/>
                    </a:lnTo>
                    <a:lnTo>
                      <a:pt x="221168" y="4255013"/>
                    </a:lnTo>
                    <a:lnTo>
                      <a:pt x="106010" y="4275681"/>
                    </a:lnTo>
                    <a:lnTo>
                      <a:pt x="83516" y="4278408"/>
                    </a:lnTo>
                    <a:lnTo>
                      <a:pt x="0" y="3859220"/>
                    </a:lnTo>
                    <a:lnTo>
                      <a:pt x="32481" y="3853314"/>
                    </a:lnTo>
                    <a:lnTo>
                      <a:pt x="124015" y="3847409"/>
                    </a:lnTo>
                    <a:lnTo>
                      <a:pt x="265746" y="3832646"/>
                    </a:lnTo>
                    <a:lnTo>
                      <a:pt x="357282" y="3817882"/>
                    </a:lnTo>
                    <a:lnTo>
                      <a:pt x="454721" y="3800165"/>
                    </a:lnTo>
                    <a:lnTo>
                      <a:pt x="563973" y="3782449"/>
                    </a:lnTo>
                    <a:lnTo>
                      <a:pt x="679129" y="3755875"/>
                    </a:lnTo>
                    <a:lnTo>
                      <a:pt x="803144" y="3720442"/>
                    </a:lnTo>
                    <a:lnTo>
                      <a:pt x="933063" y="3685010"/>
                    </a:lnTo>
                    <a:lnTo>
                      <a:pt x="1068889" y="3637767"/>
                    </a:lnTo>
                    <a:lnTo>
                      <a:pt x="1210620" y="3584617"/>
                    </a:lnTo>
                    <a:lnTo>
                      <a:pt x="1358257" y="3525563"/>
                    </a:lnTo>
                    <a:lnTo>
                      <a:pt x="1502942" y="3457649"/>
                    </a:lnTo>
                    <a:lnTo>
                      <a:pt x="1653530" y="3377926"/>
                    </a:lnTo>
                    <a:lnTo>
                      <a:pt x="1730302" y="3336587"/>
                    </a:lnTo>
                    <a:lnTo>
                      <a:pt x="1807072" y="3292296"/>
                    </a:lnTo>
                    <a:lnTo>
                      <a:pt x="1880892" y="3245051"/>
                    </a:lnTo>
                    <a:lnTo>
                      <a:pt x="1957663" y="3197808"/>
                    </a:lnTo>
                    <a:lnTo>
                      <a:pt x="2034434" y="3144659"/>
                    </a:lnTo>
                    <a:lnTo>
                      <a:pt x="2108252" y="3088557"/>
                    </a:lnTo>
                    <a:lnTo>
                      <a:pt x="2185022" y="3032455"/>
                    </a:lnTo>
                    <a:lnTo>
                      <a:pt x="2255888" y="2970449"/>
                    </a:lnTo>
                    <a:lnTo>
                      <a:pt x="2329707" y="2908440"/>
                    </a:lnTo>
                    <a:lnTo>
                      <a:pt x="2403525" y="2840528"/>
                    </a:lnTo>
                    <a:lnTo>
                      <a:pt x="2477344" y="2772615"/>
                    </a:lnTo>
                    <a:lnTo>
                      <a:pt x="2548210" y="2701750"/>
                    </a:lnTo>
                    <a:lnTo>
                      <a:pt x="2616121" y="2624979"/>
                    </a:lnTo>
                    <a:lnTo>
                      <a:pt x="2686987" y="2545255"/>
                    </a:lnTo>
                    <a:lnTo>
                      <a:pt x="2754901" y="2465530"/>
                    </a:lnTo>
                    <a:lnTo>
                      <a:pt x="2819860" y="2376949"/>
                    </a:lnTo>
                    <a:lnTo>
                      <a:pt x="2887773" y="2291321"/>
                    </a:lnTo>
                    <a:lnTo>
                      <a:pt x="2949781" y="2196833"/>
                    </a:lnTo>
                    <a:lnTo>
                      <a:pt x="3011788" y="2102346"/>
                    </a:lnTo>
                    <a:lnTo>
                      <a:pt x="3070842" y="2004905"/>
                    </a:lnTo>
                    <a:lnTo>
                      <a:pt x="3126944" y="1901560"/>
                    </a:lnTo>
                    <a:lnTo>
                      <a:pt x="3183045" y="1795262"/>
                    </a:lnTo>
                    <a:lnTo>
                      <a:pt x="3236195" y="1680104"/>
                    </a:lnTo>
                    <a:lnTo>
                      <a:pt x="3286393" y="1567900"/>
                    </a:lnTo>
                    <a:lnTo>
                      <a:pt x="3336587" y="1449791"/>
                    </a:lnTo>
                    <a:lnTo>
                      <a:pt x="3383832" y="1328729"/>
                    </a:lnTo>
                    <a:lnTo>
                      <a:pt x="3428123" y="1201761"/>
                    </a:lnTo>
                    <a:lnTo>
                      <a:pt x="3466508" y="1071841"/>
                    </a:lnTo>
                    <a:lnTo>
                      <a:pt x="3504894" y="933064"/>
                    </a:lnTo>
                    <a:lnTo>
                      <a:pt x="3540327" y="794284"/>
                    </a:lnTo>
                    <a:lnTo>
                      <a:pt x="3558043" y="726372"/>
                    </a:lnTo>
                    <a:lnTo>
                      <a:pt x="3584617" y="643696"/>
                    </a:lnTo>
                    <a:lnTo>
                      <a:pt x="3617098" y="552161"/>
                    </a:lnTo>
                    <a:lnTo>
                      <a:pt x="3661388" y="454721"/>
                    </a:lnTo>
                    <a:lnTo>
                      <a:pt x="3687964" y="404524"/>
                    </a:lnTo>
                    <a:lnTo>
                      <a:pt x="3714537" y="357280"/>
                    </a:lnTo>
                    <a:lnTo>
                      <a:pt x="3744065" y="307084"/>
                    </a:lnTo>
                    <a:lnTo>
                      <a:pt x="3776546" y="259841"/>
                    </a:lnTo>
                    <a:lnTo>
                      <a:pt x="3809024" y="218502"/>
                    </a:lnTo>
                    <a:lnTo>
                      <a:pt x="3850363" y="177164"/>
                    </a:lnTo>
                    <a:lnTo>
                      <a:pt x="3891701" y="138777"/>
                    </a:lnTo>
                    <a:lnTo>
                      <a:pt x="3933039" y="100393"/>
                    </a:lnTo>
                    <a:lnTo>
                      <a:pt x="3977331" y="70866"/>
                    </a:lnTo>
                    <a:lnTo>
                      <a:pt x="4027527" y="47244"/>
                    </a:lnTo>
                    <a:lnTo>
                      <a:pt x="4077724" y="23622"/>
                    </a:lnTo>
                    <a:lnTo>
                      <a:pt x="4130874" y="11811"/>
                    </a:lnTo>
                    <a:lnTo>
                      <a:pt x="4186974" y="5906"/>
                    </a:lnTo>
                    <a:lnTo>
                      <a:pt x="4246029" y="0"/>
                    </a:lnTo>
                    <a:close/>
                  </a:path>
                </a:pathLst>
              </a:custGeom>
              <a:grp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dirty="0">
                  <a:solidFill>
                    <a:prstClr val="black"/>
                  </a:solidFill>
                  <a:latin typeface="Montserrat Light"/>
                </a:endParaRPr>
              </a:p>
            </p:txBody>
          </p:sp>
          <p:sp>
            <p:nvSpPr>
              <p:cNvPr id="13" name="Freeform 12"/>
              <p:cNvSpPr>
                <a:spLocks/>
              </p:cNvSpPr>
              <p:nvPr/>
            </p:nvSpPr>
            <p:spPr bwMode="auto">
              <a:xfrm>
                <a:off x="7248298" y="2200276"/>
                <a:ext cx="944563" cy="2295525"/>
              </a:xfrm>
              <a:custGeom>
                <a:avLst/>
                <a:gdLst>
                  <a:gd name="T0" fmla="*/ 593 w 595"/>
                  <a:gd name="T1" fmla="*/ 81 h 1446"/>
                  <a:gd name="T2" fmla="*/ 589 w 595"/>
                  <a:gd name="T3" fmla="*/ 81 h 1446"/>
                  <a:gd name="T4" fmla="*/ 562 w 595"/>
                  <a:gd name="T5" fmla="*/ 85 h 1446"/>
                  <a:gd name="T6" fmla="*/ 541 w 595"/>
                  <a:gd name="T7" fmla="*/ 90 h 1446"/>
                  <a:gd name="T8" fmla="*/ 515 w 595"/>
                  <a:gd name="T9" fmla="*/ 99 h 1446"/>
                  <a:gd name="T10" fmla="*/ 485 w 595"/>
                  <a:gd name="T11" fmla="*/ 116 h 1446"/>
                  <a:gd name="T12" fmla="*/ 455 w 595"/>
                  <a:gd name="T13" fmla="*/ 139 h 1446"/>
                  <a:gd name="T14" fmla="*/ 421 w 595"/>
                  <a:gd name="T15" fmla="*/ 170 h 1446"/>
                  <a:gd name="T16" fmla="*/ 387 w 595"/>
                  <a:gd name="T17" fmla="*/ 212 h 1446"/>
                  <a:gd name="T18" fmla="*/ 355 w 595"/>
                  <a:gd name="T19" fmla="*/ 264 h 1446"/>
                  <a:gd name="T20" fmla="*/ 322 w 595"/>
                  <a:gd name="T21" fmla="*/ 330 h 1446"/>
                  <a:gd name="T22" fmla="*/ 291 w 595"/>
                  <a:gd name="T23" fmla="*/ 407 h 1446"/>
                  <a:gd name="T24" fmla="*/ 264 w 595"/>
                  <a:gd name="T25" fmla="*/ 501 h 1446"/>
                  <a:gd name="T26" fmla="*/ 240 w 595"/>
                  <a:gd name="T27" fmla="*/ 612 h 1446"/>
                  <a:gd name="T28" fmla="*/ 221 w 595"/>
                  <a:gd name="T29" fmla="*/ 739 h 1446"/>
                  <a:gd name="T30" fmla="*/ 208 w 595"/>
                  <a:gd name="T31" fmla="*/ 886 h 1446"/>
                  <a:gd name="T32" fmla="*/ 205 w 595"/>
                  <a:gd name="T33" fmla="*/ 909 h 1446"/>
                  <a:gd name="T34" fmla="*/ 193 w 595"/>
                  <a:gd name="T35" fmla="*/ 1005 h 1446"/>
                  <a:gd name="T36" fmla="*/ 177 w 595"/>
                  <a:gd name="T37" fmla="*/ 1096 h 1446"/>
                  <a:gd name="T38" fmla="*/ 155 w 595"/>
                  <a:gd name="T39" fmla="*/ 1195 h 1446"/>
                  <a:gd name="T40" fmla="*/ 131 w 595"/>
                  <a:gd name="T41" fmla="*/ 1269 h 1446"/>
                  <a:gd name="T42" fmla="*/ 113 w 595"/>
                  <a:gd name="T43" fmla="*/ 1314 h 1446"/>
                  <a:gd name="T44" fmla="*/ 93 w 595"/>
                  <a:gd name="T45" fmla="*/ 1356 h 1446"/>
                  <a:gd name="T46" fmla="*/ 70 w 595"/>
                  <a:gd name="T47" fmla="*/ 1391 h 1446"/>
                  <a:gd name="T48" fmla="*/ 44 w 595"/>
                  <a:gd name="T49" fmla="*/ 1419 h 1446"/>
                  <a:gd name="T50" fmla="*/ 16 w 595"/>
                  <a:gd name="T51" fmla="*/ 1439 h 1446"/>
                  <a:gd name="T52" fmla="*/ 0 w 595"/>
                  <a:gd name="T53" fmla="*/ 1446 h 1446"/>
                  <a:gd name="T54" fmla="*/ 9 w 595"/>
                  <a:gd name="T55" fmla="*/ 1443 h 1446"/>
                  <a:gd name="T56" fmla="*/ 24 w 595"/>
                  <a:gd name="T57" fmla="*/ 1431 h 1446"/>
                  <a:gd name="T58" fmla="*/ 43 w 595"/>
                  <a:gd name="T59" fmla="*/ 1403 h 1446"/>
                  <a:gd name="T60" fmla="*/ 68 w 595"/>
                  <a:gd name="T61" fmla="*/ 1351 h 1446"/>
                  <a:gd name="T62" fmla="*/ 94 w 595"/>
                  <a:gd name="T63" fmla="*/ 1271 h 1446"/>
                  <a:gd name="T64" fmla="*/ 123 w 595"/>
                  <a:gd name="T65" fmla="*/ 1154 h 1446"/>
                  <a:gd name="T66" fmla="*/ 151 w 595"/>
                  <a:gd name="T67" fmla="*/ 993 h 1446"/>
                  <a:gd name="T68" fmla="*/ 166 w 595"/>
                  <a:gd name="T69" fmla="*/ 895 h 1446"/>
                  <a:gd name="T70" fmla="*/ 183 w 595"/>
                  <a:gd name="T71" fmla="*/ 729 h 1446"/>
                  <a:gd name="T72" fmla="*/ 202 w 595"/>
                  <a:gd name="T73" fmla="*/ 579 h 1446"/>
                  <a:gd name="T74" fmla="*/ 218 w 595"/>
                  <a:gd name="T75" fmla="*/ 481 h 1446"/>
                  <a:gd name="T76" fmla="*/ 235 w 595"/>
                  <a:gd name="T77" fmla="*/ 395 h 1446"/>
                  <a:gd name="T78" fmla="*/ 250 w 595"/>
                  <a:gd name="T79" fmla="*/ 348 h 1446"/>
                  <a:gd name="T80" fmla="*/ 260 w 595"/>
                  <a:gd name="T81" fmla="*/ 325 h 1446"/>
                  <a:gd name="T82" fmla="*/ 264 w 595"/>
                  <a:gd name="T83" fmla="*/ 318 h 1446"/>
                  <a:gd name="T84" fmla="*/ 271 w 595"/>
                  <a:gd name="T85" fmla="*/ 296 h 1446"/>
                  <a:gd name="T86" fmla="*/ 283 w 595"/>
                  <a:gd name="T87" fmla="*/ 260 h 1446"/>
                  <a:gd name="T88" fmla="*/ 307 w 595"/>
                  <a:gd name="T89" fmla="*/ 213 h 1446"/>
                  <a:gd name="T90" fmla="*/ 343 w 595"/>
                  <a:gd name="T91" fmla="*/ 161 h 1446"/>
                  <a:gd name="T92" fmla="*/ 366 w 595"/>
                  <a:gd name="T93" fmla="*/ 134 h 1446"/>
                  <a:gd name="T94" fmla="*/ 393 w 595"/>
                  <a:gd name="T95" fmla="*/ 107 h 1446"/>
                  <a:gd name="T96" fmla="*/ 423 w 595"/>
                  <a:gd name="T97" fmla="*/ 82 h 1446"/>
                  <a:gd name="T98" fmla="*/ 460 w 595"/>
                  <a:gd name="T99" fmla="*/ 57 h 1446"/>
                  <a:gd name="T100" fmla="*/ 499 w 595"/>
                  <a:gd name="T101" fmla="*/ 36 h 1446"/>
                  <a:gd name="T102" fmla="*/ 544 w 595"/>
                  <a:gd name="T103" fmla="*/ 16 h 1446"/>
                  <a:gd name="T104" fmla="*/ 595 w 595"/>
                  <a:gd name="T105" fmla="*/ 0 h 1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5" h="1446">
                    <a:moveTo>
                      <a:pt x="595" y="0"/>
                    </a:moveTo>
                    <a:lnTo>
                      <a:pt x="593" y="81"/>
                    </a:lnTo>
                    <a:lnTo>
                      <a:pt x="593" y="81"/>
                    </a:lnTo>
                    <a:lnTo>
                      <a:pt x="589" y="81"/>
                    </a:lnTo>
                    <a:lnTo>
                      <a:pt x="579" y="82"/>
                    </a:lnTo>
                    <a:lnTo>
                      <a:pt x="562" y="85"/>
                    </a:lnTo>
                    <a:lnTo>
                      <a:pt x="552" y="87"/>
                    </a:lnTo>
                    <a:lnTo>
                      <a:pt x="541" y="90"/>
                    </a:lnTo>
                    <a:lnTo>
                      <a:pt x="528" y="94"/>
                    </a:lnTo>
                    <a:lnTo>
                      <a:pt x="515" y="99"/>
                    </a:lnTo>
                    <a:lnTo>
                      <a:pt x="501" y="107"/>
                    </a:lnTo>
                    <a:lnTo>
                      <a:pt x="485" y="116"/>
                    </a:lnTo>
                    <a:lnTo>
                      <a:pt x="471" y="126"/>
                    </a:lnTo>
                    <a:lnTo>
                      <a:pt x="455" y="139"/>
                    </a:lnTo>
                    <a:lnTo>
                      <a:pt x="438" y="153"/>
                    </a:lnTo>
                    <a:lnTo>
                      <a:pt x="421" y="170"/>
                    </a:lnTo>
                    <a:lnTo>
                      <a:pt x="404" y="190"/>
                    </a:lnTo>
                    <a:lnTo>
                      <a:pt x="387" y="212"/>
                    </a:lnTo>
                    <a:lnTo>
                      <a:pt x="371" y="236"/>
                    </a:lnTo>
                    <a:lnTo>
                      <a:pt x="355" y="264"/>
                    </a:lnTo>
                    <a:lnTo>
                      <a:pt x="338" y="295"/>
                    </a:lnTo>
                    <a:lnTo>
                      <a:pt x="322" y="330"/>
                    </a:lnTo>
                    <a:lnTo>
                      <a:pt x="306" y="367"/>
                    </a:lnTo>
                    <a:lnTo>
                      <a:pt x="291" y="407"/>
                    </a:lnTo>
                    <a:lnTo>
                      <a:pt x="278" y="453"/>
                    </a:lnTo>
                    <a:lnTo>
                      <a:pt x="264" y="501"/>
                    </a:lnTo>
                    <a:lnTo>
                      <a:pt x="252" y="554"/>
                    </a:lnTo>
                    <a:lnTo>
                      <a:pt x="240" y="612"/>
                    </a:lnTo>
                    <a:lnTo>
                      <a:pt x="230" y="673"/>
                    </a:lnTo>
                    <a:lnTo>
                      <a:pt x="221" y="739"/>
                    </a:lnTo>
                    <a:lnTo>
                      <a:pt x="213" y="810"/>
                    </a:lnTo>
                    <a:lnTo>
                      <a:pt x="208" y="886"/>
                    </a:lnTo>
                    <a:lnTo>
                      <a:pt x="208" y="886"/>
                    </a:lnTo>
                    <a:lnTo>
                      <a:pt x="205" y="909"/>
                    </a:lnTo>
                    <a:lnTo>
                      <a:pt x="199" y="966"/>
                    </a:lnTo>
                    <a:lnTo>
                      <a:pt x="193" y="1005"/>
                    </a:lnTo>
                    <a:lnTo>
                      <a:pt x="186" y="1049"/>
                    </a:lnTo>
                    <a:lnTo>
                      <a:pt x="177" y="1096"/>
                    </a:lnTo>
                    <a:lnTo>
                      <a:pt x="167" y="1146"/>
                    </a:lnTo>
                    <a:lnTo>
                      <a:pt x="155" y="1195"/>
                    </a:lnTo>
                    <a:lnTo>
                      <a:pt x="140" y="1245"/>
                    </a:lnTo>
                    <a:lnTo>
                      <a:pt x="131" y="1269"/>
                    </a:lnTo>
                    <a:lnTo>
                      <a:pt x="123" y="1291"/>
                    </a:lnTo>
                    <a:lnTo>
                      <a:pt x="113" y="1314"/>
                    </a:lnTo>
                    <a:lnTo>
                      <a:pt x="104" y="1335"/>
                    </a:lnTo>
                    <a:lnTo>
                      <a:pt x="93" y="1356"/>
                    </a:lnTo>
                    <a:lnTo>
                      <a:pt x="81" y="1374"/>
                    </a:lnTo>
                    <a:lnTo>
                      <a:pt x="70" y="1391"/>
                    </a:lnTo>
                    <a:lnTo>
                      <a:pt x="58" y="1407"/>
                    </a:lnTo>
                    <a:lnTo>
                      <a:pt x="44" y="1419"/>
                    </a:lnTo>
                    <a:lnTo>
                      <a:pt x="30" y="1430"/>
                    </a:lnTo>
                    <a:lnTo>
                      <a:pt x="16" y="1439"/>
                    </a:lnTo>
                    <a:lnTo>
                      <a:pt x="0" y="1446"/>
                    </a:lnTo>
                    <a:lnTo>
                      <a:pt x="0" y="1446"/>
                    </a:lnTo>
                    <a:lnTo>
                      <a:pt x="3" y="1445"/>
                    </a:lnTo>
                    <a:lnTo>
                      <a:pt x="9" y="1443"/>
                    </a:lnTo>
                    <a:lnTo>
                      <a:pt x="16" y="1439"/>
                    </a:lnTo>
                    <a:lnTo>
                      <a:pt x="24" y="1431"/>
                    </a:lnTo>
                    <a:lnTo>
                      <a:pt x="33" y="1419"/>
                    </a:lnTo>
                    <a:lnTo>
                      <a:pt x="43" y="1403"/>
                    </a:lnTo>
                    <a:lnTo>
                      <a:pt x="55" y="1381"/>
                    </a:lnTo>
                    <a:lnTo>
                      <a:pt x="68" y="1351"/>
                    </a:lnTo>
                    <a:lnTo>
                      <a:pt x="80" y="1315"/>
                    </a:lnTo>
                    <a:lnTo>
                      <a:pt x="94" y="1271"/>
                    </a:lnTo>
                    <a:lnTo>
                      <a:pt x="108" y="1217"/>
                    </a:lnTo>
                    <a:lnTo>
                      <a:pt x="123" y="1154"/>
                    </a:lnTo>
                    <a:lnTo>
                      <a:pt x="137" y="1079"/>
                    </a:lnTo>
                    <a:lnTo>
                      <a:pt x="151" y="993"/>
                    </a:lnTo>
                    <a:lnTo>
                      <a:pt x="166" y="895"/>
                    </a:lnTo>
                    <a:lnTo>
                      <a:pt x="166" y="895"/>
                    </a:lnTo>
                    <a:lnTo>
                      <a:pt x="174" y="814"/>
                    </a:lnTo>
                    <a:lnTo>
                      <a:pt x="183" y="729"/>
                    </a:lnTo>
                    <a:lnTo>
                      <a:pt x="195" y="631"/>
                    </a:lnTo>
                    <a:lnTo>
                      <a:pt x="202" y="579"/>
                    </a:lnTo>
                    <a:lnTo>
                      <a:pt x="210" y="529"/>
                    </a:lnTo>
                    <a:lnTo>
                      <a:pt x="218" y="481"/>
                    </a:lnTo>
                    <a:lnTo>
                      <a:pt x="226" y="436"/>
                    </a:lnTo>
                    <a:lnTo>
                      <a:pt x="235" y="395"/>
                    </a:lnTo>
                    <a:lnTo>
                      <a:pt x="245" y="361"/>
                    </a:lnTo>
                    <a:lnTo>
                      <a:pt x="250" y="348"/>
                    </a:lnTo>
                    <a:lnTo>
                      <a:pt x="254" y="335"/>
                    </a:lnTo>
                    <a:lnTo>
                      <a:pt x="260" y="325"/>
                    </a:lnTo>
                    <a:lnTo>
                      <a:pt x="264" y="318"/>
                    </a:lnTo>
                    <a:lnTo>
                      <a:pt x="264" y="318"/>
                    </a:lnTo>
                    <a:lnTo>
                      <a:pt x="266" y="307"/>
                    </a:lnTo>
                    <a:lnTo>
                      <a:pt x="271" y="296"/>
                    </a:lnTo>
                    <a:lnTo>
                      <a:pt x="277" y="279"/>
                    </a:lnTo>
                    <a:lnTo>
                      <a:pt x="283" y="260"/>
                    </a:lnTo>
                    <a:lnTo>
                      <a:pt x="295" y="237"/>
                    </a:lnTo>
                    <a:lnTo>
                      <a:pt x="307" y="213"/>
                    </a:lnTo>
                    <a:lnTo>
                      <a:pt x="323" y="187"/>
                    </a:lnTo>
                    <a:lnTo>
                      <a:pt x="343" y="161"/>
                    </a:lnTo>
                    <a:lnTo>
                      <a:pt x="353" y="148"/>
                    </a:lnTo>
                    <a:lnTo>
                      <a:pt x="366" y="134"/>
                    </a:lnTo>
                    <a:lnTo>
                      <a:pt x="378" y="121"/>
                    </a:lnTo>
                    <a:lnTo>
                      <a:pt x="393" y="107"/>
                    </a:lnTo>
                    <a:lnTo>
                      <a:pt x="408" y="95"/>
                    </a:lnTo>
                    <a:lnTo>
                      <a:pt x="423" y="82"/>
                    </a:lnTo>
                    <a:lnTo>
                      <a:pt x="441" y="70"/>
                    </a:lnTo>
                    <a:lnTo>
                      <a:pt x="460" y="57"/>
                    </a:lnTo>
                    <a:lnTo>
                      <a:pt x="479" y="46"/>
                    </a:lnTo>
                    <a:lnTo>
                      <a:pt x="499" y="36"/>
                    </a:lnTo>
                    <a:lnTo>
                      <a:pt x="522" y="26"/>
                    </a:lnTo>
                    <a:lnTo>
                      <a:pt x="544" y="16"/>
                    </a:lnTo>
                    <a:lnTo>
                      <a:pt x="569" y="8"/>
                    </a:lnTo>
                    <a:lnTo>
                      <a:pt x="595" y="0"/>
                    </a:lnTo>
                    <a:lnTo>
                      <a:pt x="59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 name="Freeform 13"/>
              <p:cNvSpPr>
                <a:spLocks/>
              </p:cNvSpPr>
              <p:nvPr/>
            </p:nvSpPr>
            <p:spPr bwMode="auto">
              <a:xfrm>
                <a:off x="3760560" y="3983038"/>
                <a:ext cx="2593975" cy="2208213"/>
              </a:xfrm>
              <a:custGeom>
                <a:avLst/>
                <a:gdLst>
                  <a:gd name="T0" fmla="*/ 1626 w 1634"/>
                  <a:gd name="T1" fmla="*/ 18 h 1391"/>
                  <a:gd name="T2" fmla="*/ 1590 w 1634"/>
                  <a:gd name="T3" fmla="*/ 11 h 1391"/>
                  <a:gd name="T4" fmla="*/ 1562 w 1634"/>
                  <a:gd name="T5" fmla="*/ 15 h 1391"/>
                  <a:gd name="T6" fmla="*/ 1532 w 1634"/>
                  <a:gd name="T7" fmla="*/ 25 h 1391"/>
                  <a:gd name="T8" fmla="*/ 1498 w 1634"/>
                  <a:gd name="T9" fmla="*/ 48 h 1391"/>
                  <a:gd name="T10" fmla="*/ 1462 w 1634"/>
                  <a:gd name="T11" fmla="*/ 85 h 1391"/>
                  <a:gd name="T12" fmla="*/ 1425 w 1634"/>
                  <a:gd name="T13" fmla="*/ 139 h 1391"/>
                  <a:gd name="T14" fmla="*/ 1387 w 1634"/>
                  <a:gd name="T15" fmla="*/ 215 h 1391"/>
                  <a:gd name="T16" fmla="*/ 1351 w 1634"/>
                  <a:gd name="T17" fmla="*/ 314 h 1391"/>
                  <a:gd name="T18" fmla="*/ 1321 w 1634"/>
                  <a:gd name="T19" fmla="*/ 408 h 1391"/>
                  <a:gd name="T20" fmla="*/ 1256 w 1634"/>
                  <a:gd name="T21" fmla="*/ 578 h 1391"/>
                  <a:gd name="T22" fmla="*/ 1201 w 1634"/>
                  <a:gd name="T23" fmla="*/ 692 h 1391"/>
                  <a:gd name="T24" fmla="*/ 1151 w 1634"/>
                  <a:gd name="T25" fmla="*/ 775 h 1391"/>
                  <a:gd name="T26" fmla="*/ 1120 w 1634"/>
                  <a:gd name="T27" fmla="*/ 812 h 1391"/>
                  <a:gd name="T28" fmla="*/ 1024 w 1634"/>
                  <a:gd name="T29" fmla="*/ 915 h 1391"/>
                  <a:gd name="T30" fmla="*/ 909 w 1634"/>
                  <a:gd name="T31" fmla="*/ 1032 h 1391"/>
                  <a:gd name="T32" fmla="*/ 813 w 1634"/>
                  <a:gd name="T33" fmla="*/ 1114 h 1391"/>
                  <a:gd name="T34" fmla="*/ 727 w 1634"/>
                  <a:gd name="T35" fmla="*/ 1171 h 1391"/>
                  <a:gd name="T36" fmla="*/ 675 w 1634"/>
                  <a:gd name="T37" fmla="*/ 1195 h 1391"/>
                  <a:gd name="T38" fmla="*/ 639 w 1634"/>
                  <a:gd name="T39" fmla="*/ 1207 h 1391"/>
                  <a:gd name="T40" fmla="*/ 376 w 1634"/>
                  <a:gd name="T41" fmla="*/ 1303 h 1391"/>
                  <a:gd name="T42" fmla="*/ 177 w 1634"/>
                  <a:gd name="T43" fmla="*/ 1366 h 1391"/>
                  <a:gd name="T44" fmla="*/ 71 w 1634"/>
                  <a:gd name="T45" fmla="*/ 1390 h 1391"/>
                  <a:gd name="T46" fmla="*/ 0 w 1634"/>
                  <a:gd name="T47" fmla="*/ 1314 h 1391"/>
                  <a:gd name="T48" fmla="*/ 133 w 1634"/>
                  <a:gd name="T49" fmla="*/ 1286 h 1391"/>
                  <a:gd name="T50" fmla="*/ 372 w 1634"/>
                  <a:gd name="T51" fmla="*/ 1227 h 1391"/>
                  <a:gd name="T52" fmla="*/ 529 w 1634"/>
                  <a:gd name="T53" fmla="*/ 1180 h 1391"/>
                  <a:gd name="T54" fmla="*/ 626 w 1634"/>
                  <a:gd name="T55" fmla="*/ 1144 h 1391"/>
                  <a:gd name="T56" fmla="*/ 742 w 1634"/>
                  <a:gd name="T57" fmla="*/ 1066 h 1391"/>
                  <a:gd name="T58" fmla="*/ 855 w 1634"/>
                  <a:gd name="T59" fmla="*/ 982 h 1391"/>
                  <a:gd name="T60" fmla="*/ 975 w 1634"/>
                  <a:gd name="T61" fmla="*/ 882 h 1391"/>
                  <a:gd name="T62" fmla="*/ 1083 w 1634"/>
                  <a:gd name="T63" fmla="*/ 771 h 1391"/>
                  <a:gd name="T64" fmla="*/ 1112 w 1634"/>
                  <a:gd name="T65" fmla="*/ 734 h 1391"/>
                  <a:gd name="T66" fmla="*/ 1159 w 1634"/>
                  <a:gd name="T67" fmla="*/ 658 h 1391"/>
                  <a:gd name="T68" fmla="*/ 1207 w 1634"/>
                  <a:gd name="T69" fmla="*/ 561 h 1391"/>
                  <a:gd name="T70" fmla="*/ 1289 w 1634"/>
                  <a:gd name="T71" fmla="*/ 358 h 1391"/>
                  <a:gd name="T72" fmla="*/ 1322 w 1634"/>
                  <a:gd name="T73" fmla="*/ 261 h 1391"/>
                  <a:gd name="T74" fmla="*/ 1333 w 1634"/>
                  <a:gd name="T75" fmla="*/ 208 h 1391"/>
                  <a:gd name="T76" fmla="*/ 1364 w 1634"/>
                  <a:gd name="T77" fmla="*/ 127 h 1391"/>
                  <a:gd name="T78" fmla="*/ 1389 w 1634"/>
                  <a:gd name="T79" fmla="*/ 85 h 1391"/>
                  <a:gd name="T80" fmla="*/ 1420 w 1634"/>
                  <a:gd name="T81" fmla="*/ 48 h 1391"/>
                  <a:gd name="T82" fmla="*/ 1460 w 1634"/>
                  <a:gd name="T83" fmla="*/ 18 h 1391"/>
                  <a:gd name="T84" fmla="*/ 1507 w 1634"/>
                  <a:gd name="T85" fmla="*/ 2 h 1391"/>
                  <a:gd name="T86" fmla="*/ 1565 w 1634"/>
                  <a:gd name="T87" fmla="*/ 1 h 1391"/>
                  <a:gd name="T88" fmla="*/ 1634 w 1634"/>
                  <a:gd name="T89" fmla="*/ 22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4" h="1391">
                    <a:moveTo>
                      <a:pt x="1634" y="22"/>
                    </a:moveTo>
                    <a:lnTo>
                      <a:pt x="1634" y="22"/>
                    </a:lnTo>
                    <a:lnTo>
                      <a:pt x="1626" y="18"/>
                    </a:lnTo>
                    <a:lnTo>
                      <a:pt x="1617" y="16"/>
                    </a:lnTo>
                    <a:lnTo>
                      <a:pt x="1604" y="13"/>
                    </a:lnTo>
                    <a:lnTo>
                      <a:pt x="1590" y="11"/>
                    </a:lnTo>
                    <a:lnTo>
                      <a:pt x="1582" y="11"/>
                    </a:lnTo>
                    <a:lnTo>
                      <a:pt x="1573" y="13"/>
                    </a:lnTo>
                    <a:lnTo>
                      <a:pt x="1562" y="15"/>
                    </a:lnTo>
                    <a:lnTo>
                      <a:pt x="1553" y="17"/>
                    </a:lnTo>
                    <a:lnTo>
                      <a:pt x="1543" y="21"/>
                    </a:lnTo>
                    <a:lnTo>
                      <a:pt x="1532" y="25"/>
                    </a:lnTo>
                    <a:lnTo>
                      <a:pt x="1521" y="32"/>
                    </a:lnTo>
                    <a:lnTo>
                      <a:pt x="1509" y="39"/>
                    </a:lnTo>
                    <a:lnTo>
                      <a:pt x="1498" y="48"/>
                    </a:lnTo>
                    <a:lnTo>
                      <a:pt x="1486" y="58"/>
                    </a:lnTo>
                    <a:lnTo>
                      <a:pt x="1474" y="70"/>
                    </a:lnTo>
                    <a:lnTo>
                      <a:pt x="1462" y="85"/>
                    </a:lnTo>
                    <a:lnTo>
                      <a:pt x="1450" y="101"/>
                    </a:lnTo>
                    <a:lnTo>
                      <a:pt x="1437" y="119"/>
                    </a:lnTo>
                    <a:lnTo>
                      <a:pt x="1425" y="139"/>
                    </a:lnTo>
                    <a:lnTo>
                      <a:pt x="1412" y="162"/>
                    </a:lnTo>
                    <a:lnTo>
                      <a:pt x="1400" y="186"/>
                    </a:lnTo>
                    <a:lnTo>
                      <a:pt x="1387" y="215"/>
                    </a:lnTo>
                    <a:lnTo>
                      <a:pt x="1375" y="245"/>
                    </a:lnTo>
                    <a:lnTo>
                      <a:pt x="1363" y="278"/>
                    </a:lnTo>
                    <a:lnTo>
                      <a:pt x="1351" y="314"/>
                    </a:lnTo>
                    <a:lnTo>
                      <a:pt x="1340" y="352"/>
                    </a:lnTo>
                    <a:lnTo>
                      <a:pt x="1340" y="352"/>
                    </a:lnTo>
                    <a:lnTo>
                      <a:pt x="1321" y="408"/>
                    </a:lnTo>
                    <a:lnTo>
                      <a:pt x="1299" y="468"/>
                    </a:lnTo>
                    <a:lnTo>
                      <a:pt x="1272" y="540"/>
                    </a:lnTo>
                    <a:lnTo>
                      <a:pt x="1256" y="578"/>
                    </a:lnTo>
                    <a:lnTo>
                      <a:pt x="1238" y="617"/>
                    </a:lnTo>
                    <a:lnTo>
                      <a:pt x="1220" y="655"/>
                    </a:lnTo>
                    <a:lnTo>
                      <a:pt x="1201" y="692"/>
                    </a:lnTo>
                    <a:lnTo>
                      <a:pt x="1182" y="727"/>
                    </a:lnTo>
                    <a:lnTo>
                      <a:pt x="1162" y="760"/>
                    </a:lnTo>
                    <a:lnTo>
                      <a:pt x="1151" y="775"/>
                    </a:lnTo>
                    <a:lnTo>
                      <a:pt x="1140" y="788"/>
                    </a:lnTo>
                    <a:lnTo>
                      <a:pt x="1130" y="801"/>
                    </a:lnTo>
                    <a:lnTo>
                      <a:pt x="1120" y="812"/>
                    </a:lnTo>
                    <a:lnTo>
                      <a:pt x="1120" y="812"/>
                    </a:lnTo>
                    <a:lnTo>
                      <a:pt x="1075" y="859"/>
                    </a:lnTo>
                    <a:lnTo>
                      <a:pt x="1024" y="915"/>
                    </a:lnTo>
                    <a:lnTo>
                      <a:pt x="969" y="973"/>
                    </a:lnTo>
                    <a:lnTo>
                      <a:pt x="939" y="1003"/>
                    </a:lnTo>
                    <a:lnTo>
                      <a:pt x="909" y="1032"/>
                    </a:lnTo>
                    <a:lnTo>
                      <a:pt x="877" y="1061"/>
                    </a:lnTo>
                    <a:lnTo>
                      <a:pt x="846" y="1088"/>
                    </a:lnTo>
                    <a:lnTo>
                      <a:pt x="813" y="1114"/>
                    </a:lnTo>
                    <a:lnTo>
                      <a:pt x="779" y="1139"/>
                    </a:lnTo>
                    <a:lnTo>
                      <a:pt x="745" y="1161"/>
                    </a:lnTo>
                    <a:lnTo>
                      <a:pt x="727" y="1171"/>
                    </a:lnTo>
                    <a:lnTo>
                      <a:pt x="710" y="1180"/>
                    </a:lnTo>
                    <a:lnTo>
                      <a:pt x="692" y="1188"/>
                    </a:lnTo>
                    <a:lnTo>
                      <a:pt x="675" y="1195"/>
                    </a:lnTo>
                    <a:lnTo>
                      <a:pt x="657" y="1201"/>
                    </a:lnTo>
                    <a:lnTo>
                      <a:pt x="639" y="1207"/>
                    </a:lnTo>
                    <a:lnTo>
                      <a:pt x="639" y="1207"/>
                    </a:lnTo>
                    <a:lnTo>
                      <a:pt x="559" y="1237"/>
                    </a:lnTo>
                    <a:lnTo>
                      <a:pt x="474" y="1268"/>
                    </a:lnTo>
                    <a:lnTo>
                      <a:pt x="376" y="1303"/>
                    </a:lnTo>
                    <a:lnTo>
                      <a:pt x="273" y="1337"/>
                    </a:lnTo>
                    <a:lnTo>
                      <a:pt x="223" y="1353"/>
                    </a:lnTo>
                    <a:lnTo>
                      <a:pt x="177" y="1366"/>
                    </a:lnTo>
                    <a:lnTo>
                      <a:pt x="135" y="1377"/>
                    </a:lnTo>
                    <a:lnTo>
                      <a:pt x="99" y="1385"/>
                    </a:lnTo>
                    <a:lnTo>
                      <a:pt x="71" y="1390"/>
                    </a:lnTo>
                    <a:lnTo>
                      <a:pt x="60" y="1391"/>
                    </a:lnTo>
                    <a:lnTo>
                      <a:pt x="51" y="1391"/>
                    </a:lnTo>
                    <a:lnTo>
                      <a:pt x="0" y="1314"/>
                    </a:lnTo>
                    <a:lnTo>
                      <a:pt x="0" y="1314"/>
                    </a:lnTo>
                    <a:lnTo>
                      <a:pt x="63" y="1302"/>
                    </a:lnTo>
                    <a:lnTo>
                      <a:pt x="133" y="1286"/>
                    </a:lnTo>
                    <a:lnTo>
                      <a:pt x="221" y="1266"/>
                    </a:lnTo>
                    <a:lnTo>
                      <a:pt x="321" y="1241"/>
                    </a:lnTo>
                    <a:lnTo>
                      <a:pt x="372" y="1227"/>
                    </a:lnTo>
                    <a:lnTo>
                      <a:pt x="426" y="1212"/>
                    </a:lnTo>
                    <a:lnTo>
                      <a:pt x="477" y="1196"/>
                    </a:lnTo>
                    <a:lnTo>
                      <a:pt x="529" y="1180"/>
                    </a:lnTo>
                    <a:lnTo>
                      <a:pt x="579" y="1162"/>
                    </a:lnTo>
                    <a:lnTo>
                      <a:pt x="626" y="1144"/>
                    </a:lnTo>
                    <a:lnTo>
                      <a:pt x="626" y="1144"/>
                    </a:lnTo>
                    <a:lnTo>
                      <a:pt x="641" y="1135"/>
                    </a:lnTo>
                    <a:lnTo>
                      <a:pt x="682" y="1108"/>
                    </a:lnTo>
                    <a:lnTo>
                      <a:pt x="742" y="1066"/>
                    </a:lnTo>
                    <a:lnTo>
                      <a:pt x="777" y="1041"/>
                    </a:lnTo>
                    <a:lnTo>
                      <a:pt x="815" y="1013"/>
                    </a:lnTo>
                    <a:lnTo>
                      <a:pt x="855" y="982"/>
                    </a:lnTo>
                    <a:lnTo>
                      <a:pt x="894" y="951"/>
                    </a:lnTo>
                    <a:lnTo>
                      <a:pt x="935" y="917"/>
                    </a:lnTo>
                    <a:lnTo>
                      <a:pt x="975" y="882"/>
                    </a:lnTo>
                    <a:lnTo>
                      <a:pt x="1014" y="846"/>
                    </a:lnTo>
                    <a:lnTo>
                      <a:pt x="1050" y="808"/>
                    </a:lnTo>
                    <a:lnTo>
                      <a:pt x="1083" y="771"/>
                    </a:lnTo>
                    <a:lnTo>
                      <a:pt x="1098" y="753"/>
                    </a:lnTo>
                    <a:lnTo>
                      <a:pt x="1112" y="734"/>
                    </a:lnTo>
                    <a:lnTo>
                      <a:pt x="1112" y="734"/>
                    </a:lnTo>
                    <a:lnTo>
                      <a:pt x="1128" y="713"/>
                    </a:lnTo>
                    <a:lnTo>
                      <a:pt x="1142" y="687"/>
                    </a:lnTo>
                    <a:lnTo>
                      <a:pt x="1159" y="658"/>
                    </a:lnTo>
                    <a:lnTo>
                      <a:pt x="1175" y="628"/>
                    </a:lnTo>
                    <a:lnTo>
                      <a:pt x="1191" y="595"/>
                    </a:lnTo>
                    <a:lnTo>
                      <a:pt x="1207" y="561"/>
                    </a:lnTo>
                    <a:lnTo>
                      <a:pt x="1237" y="491"/>
                    </a:lnTo>
                    <a:lnTo>
                      <a:pt x="1266" y="422"/>
                    </a:lnTo>
                    <a:lnTo>
                      <a:pt x="1289" y="358"/>
                    </a:lnTo>
                    <a:lnTo>
                      <a:pt x="1308" y="303"/>
                    </a:lnTo>
                    <a:lnTo>
                      <a:pt x="1322" y="261"/>
                    </a:lnTo>
                    <a:lnTo>
                      <a:pt x="1322" y="261"/>
                    </a:lnTo>
                    <a:lnTo>
                      <a:pt x="1324" y="246"/>
                    </a:lnTo>
                    <a:lnTo>
                      <a:pt x="1328" y="229"/>
                    </a:lnTo>
                    <a:lnTo>
                      <a:pt x="1333" y="208"/>
                    </a:lnTo>
                    <a:lnTo>
                      <a:pt x="1341" y="183"/>
                    </a:lnTo>
                    <a:lnTo>
                      <a:pt x="1351" y="155"/>
                    </a:lnTo>
                    <a:lnTo>
                      <a:pt x="1364" y="127"/>
                    </a:lnTo>
                    <a:lnTo>
                      <a:pt x="1372" y="113"/>
                    </a:lnTo>
                    <a:lnTo>
                      <a:pt x="1380" y="100"/>
                    </a:lnTo>
                    <a:lnTo>
                      <a:pt x="1389" y="85"/>
                    </a:lnTo>
                    <a:lnTo>
                      <a:pt x="1398" y="72"/>
                    </a:lnTo>
                    <a:lnTo>
                      <a:pt x="1409" y="60"/>
                    </a:lnTo>
                    <a:lnTo>
                      <a:pt x="1420" y="48"/>
                    </a:lnTo>
                    <a:lnTo>
                      <a:pt x="1433" y="37"/>
                    </a:lnTo>
                    <a:lnTo>
                      <a:pt x="1445" y="27"/>
                    </a:lnTo>
                    <a:lnTo>
                      <a:pt x="1460" y="18"/>
                    </a:lnTo>
                    <a:lnTo>
                      <a:pt x="1474" y="11"/>
                    </a:lnTo>
                    <a:lnTo>
                      <a:pt x="1490" y="6"/>
                    </a:lnTo>
                    <a:lnTo>
                      <a:pt x="1507" y="2"/>
                    </a:lnTo>
                    <a:lnTo>
                      <a:pt x="1525" y="0"/>
                    </a:lnTo>
                    <a:lnTo>
                      <a:pt x="1544" y="0"/>
                    </a:lnTo>
                    <a:lnTo>
                      <a:pt x="1565" y="1"/>
                    </a:lnTo>
                    <a:lnTo>
                      <a:pt x="1586" y="6"/>
                    </a:lnTo>
                    <a:lnTo>
                      <a:pt x="1609" y="13"/>
                    </a:lnTo>
                    <a:lnTo>
                      <a:pt x="1634" y="22"/>
                    </a:lnTo>
                    <a:lnTo>
                      <a:pt x="1634"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 name="Freeform 14"/>
              <p:cNvSpPr>
                <a:spLocks/>
              </p:cNvSpPr>
              <p:nvPr/>
            </p:nvSpPr>
            <p:spPr bwMode="auto">
              <a:xfrm>
                <a:off x="8377010" y="1873251"/>
                <a:ext cx="482600" cy="620713"/>
              </a:xfrm>
              <a:custGeom>
                <a:avLst/>
                <a:gdLst>
                  <a:gd name="T0" fmla="*/ 290 w 304"/>
                  <a:gd name="T1" fmla="*/ 0 h 391"/>
                  <a:gd name="T2" fmla="*/ 304 w 304"/>
                  <a:gd name="T3" fmla="*/ 67 h 391"/>
                  <a:gd name="T4" fmla="*/ 16 w 304"/>
                  <a:gd name="T5" fmla="*/ 391 h 391"/>
                  <a:gd name="T6" fmla="*/ 0 w 304"/>
                  <a:gd name="T7" fmla="*/ 305 h 391"/>
                  <a:gd name="T8" fmla="*/ 290 w 304"/>
                  <a:gd name="T9" fmla="*/ 0 h 391"/>
                </a:gdLst>
                <a:ahLst/>
                <a:cxnLst>
                  <a:cxn ang="0">
                    <a:pos x="T0" y="T1"/>
                  </a:cxn>
                  <a:cxn ang="0">
                    <a:pos x="T2" y="T3"/>
                  </a:cxn>
                  <a:cxn ang="0">
                    <a:pos x="T4" y="T5"/>
                  </a:cxn>
                  <a:cxn ang="0">
                    <a:pos x="T6" y="T7"/>
                  </a:cxn>
                  <a:cxn ang="0">
                    <a:pos x="T8" y="T9"/>
                  </a:cxn>
                </a:cxnLst>
                <a:rect l="0" t="0" r="r" b="b"/>
                <a:pathLst>
                  <a:path w="304" h="391">
                    <a:moveTo>
                      <a:pt x="290" y="0"/>
                    </a:moveTo>
                    <a:lnTo>
                      <a:pt x="304" y="67"/>
                    </a:lnTo>
                    <a:lnTo>
                      <a:pt x="16" y="391"/>
                    </a:lnTo>
                    <a:lnTo>
                      <a:pt x="0" y="305"/>
                    </a:lnTo>
                    <a:lnTo>
                      <a:pt x="2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 name="Freeform 15"/>
              <p:cNvSpPr>
                <a:spLocks/>
              </p:cNvSpPr>
              <p:nvPr/>
            </p:nvSpPr>
            <p:spPr bwMode="auto">
              <a:xfrm>
                <a:off x="8189685" y="2200276"/>
                <a:ext cx="212725" cy="293688"/>
              </a:xfrm>
              <a:custGeom>
                <a:avLst/>
                <a:gdLst>
                  <a:gd name="T0" fmla="*/ 134 w 134"/>
                  <a:gd name="T1" fmla="*/ 185 h 185"/>
                  <a:gd name="T2" fmla="*/ 0 w 134"/>
                  <a:gd name="T3" fmla="*/ 81 h 185"/>
                  <a:gd name="T4" fmla="*/ 2 w 134"/>
                  <a:gd name="T5" fmla="*/ 0 h 185"/>
                  <a:gd name="T6" fmla="*/ 118 w 134"/>
                  <a:gd name="T7" fmla="*/ 99 h 185"/>
                  <a:gd name="T8" fmla="*/ 134 w 134"/>
                  <a:gd name="T9" fmla="*/ 185 h 185"/>
                </a:gdLst>
                <a:ahLst/>
                <a:cxnLst>
                  <a:cxn ang="0">
                    <a:pos x="T0" y="T1"/>
                  </a:cxn>
                  <a:cxn ang="0">
                    <a:pos x="T2" y="T3"/>
                  </a:cxn>
                  <a:cxn ang="0">
                    <a:pos x="T4" y="T5"/>
                  </a:cxn>
                  <a:cxn ang="0">
                    <a:pos x="T6" y="T7"/>
                  </a:cxn>
                  <a:cxn ang="0">
                    <a:pos x="T8" y="T9"/>
                  </a:cxn>
                </a:cxnLst>
                <a:rect l="0" t="0" r="r" b="b"/>
                <a:pathLst>
                  <a:path w="134" h="185">
                    <a:moveTo>
                      <a:pt x="134" y="185"/>
                    </a:moveTo>
                    <a:lnTo>
                      <a:pt x="0" y="81"/>
                    </a:lnTo>
                    <a:lnTo>
                      <a:pt x="2" y="0"/>
                    </a:lnTo>
                    <a:lnTo>
                      <a:pt x="118" y="99"/>
                    </a:lnTo>
                    <a:lnTo>
                      <a:pt x="134" y="1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7" name="Freeform 16"/>
              <p:cNvSpPr>
                <a:spLocks/>
              </p:cNvSpPr>
              <p:nvPr/>
            </p:nvSpPr>
            <p:spPr bwMode="auto">
              <a:xfrm>
                <a:off x="7765823" y="1839913"/>
                <a:ext cx="200025" cy="192088"/>
              </a:xfrm>
              <a:custGeom>
                <a:avLst/>
                <a:gdLst>
                  <a:gd name="T0" fmla="*/ 0 w 126"/>
                  <a:gd name="T1" fmla="*/ 0 h 121"/>
                  <a:gd name="T2" fmla="*/ 15 w 126"/>
                  <a:gd name="T3" fmla="*/ 72 h 121"/>
                  <a:gd name="T4" fmla="*/ 79 w 126"/>
                  <a:gd name="T5" fmla="*/ 121 h 121"/>
                  <a:gd name="T6" fmla="*/ 126 w 126"/>
                  <a:gd name="T7" fmla="*/ 105 h 121"/>
                  <a:gd name="T8" fmla="*/ 0 w 126"/>
                  <a:gd name="T9" fmla="*/ 0 h 121"/>
                </a:gdLst>
                <a:ahLst/>
                <a:cxnLst>
                  <a:cxn ang="0">
                    <a:pos x="T0" y="T1"/>
                  </a:cxn>
                  <a:cxn ang="0">
                    <a:pos x="T2" y="T3"/>
                  </a:cxn>
                  <a:cxn ang="0">
                    <a:pos x="T4" y="T5"/>
                  </a:cxn>
                  <a:cxn ang="0">
                    <a:pos x="T6" y="T7"/>
                  </a:cxn>
                  <a:cxn ang="0">
                    <a:pos x="T8" y="T9"/>
                  </a:cxn>
                </a:cxnLst>
                <a:rect l="0" t="0" r="r" b="b"/>
                <a:pathLst>
                  <a:path w="126" h="121">
                    <a:moveTo>
                      <a:pt x="0" y="0"/>
                    </a:moveTo>
                    <a:lnTo>
                      <a:pt x="15" y="72"/>
                    </a:lnTo>
                    <a:lnTo>
                      <a:pt x="79" y="121"/>
                    </a:lnTo>
                    <a:lnTo>
                      <a:pt x="126" y="10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8" name="Freeform 17"/>
              <p:cNvSpPr>
                <a:spLocks/>
              </p:cNvSpPr>
              <p:nvPr/>
            </p:nvSpPr>
            <p:spPr bwMode="auto">
              <a:xfrm rot="331136">
                <a:off x="-2395625" y="1331830"/>
                <a:ext cx="10879987" cy="7865691"/>
              </a:xfrm>
              <a:custGeom>
                <a:avLst/>
                <a:gdLst>
                  <a:gd name="connsiteX0" fmla="*/ 9810185 w 10879987"/>
                  <a:gd name="connsiteY0" fmla="*/ 69874 h 7865691"/>
                  <a:gd name="connsiteX1" fmla="*/ 10879987 w 10879987"/>
                  <a:gd name="connsiteY1" fmla="*/ 0 h 7865691"/>
                  <a:gd name="connsiteX2" fmla="*/ 10468312 w 10879987"/>
                  <a:gd name="connsiteY2" fmla="*/ 526219 h 7865691"/>
                  <a:gd name="connsiteX3" fmla="*/ 10269901 w 10879987"/>
                  <a:gd name="connsiteY3" fmla="*/ 387496 h 7865691"/>
                  <a:gd name="connsiteX4" fmla="*/ 10211688 w 10879987"/>
                  <a:gd name="connsiteY4" fmla="*/ 412259 h 7865691"/>
                  <a:gd name="connsiteX5" fmla="*/ 10158520 w 10879987"/>
                  <a:gd name="connsiteY5" fmla="*/ 439725 h 7865691"/>
                  <a:gd name="connsiteX6" fmla="*/ 10110398 w 10879987"/>
                  <a:gd name="connsiteY6" fmla="*/ 469893 h 7865691"/>
                  <a:gd name="connsiteX7" fmla="*/ 10067170 w 10879987"/>
                  <a:gd name="connsiteY7" fmla="*/ 501183 h 7865691"/>
                  <a:gd name="connsiteX8" fmla="*/ 10027254 w 10879987"/>
                  <a:gd name="connsiteY8" fmla="*/ 533748 h 7865691"/>
                  <a:gd name="connsiteX9" fmla="*/ 9990652 w 10879987"/>
                  <a:gd name="connsiteY9" fmla="*/ 567587 h 7865691"/>
                  <a:gd name="connsiteX10" fmla="*/ 9957209 w 10879987"/>
                  <a:gd name="connsiteY10" fmla="*/ 601122 h 7865691"/>
                  <a:gd name="connsiteX11" fmla="*/ 9930240 w 10879987"/>
                  <a:gd name="connsiteY11" fmla="*/ 635625 h 7865691"/>
                  <a:gd name="connsiteX12" fmla="*/ 9905004 w 10879987"/>
                  <a:gd name="connsiteY12" fmla="*/ 671556 h 7865691"/>
                  <a:gd name="connsiteX13" fmla="*/ 9882928 w 10879987"/>
                  <a:gd name="connsiteY13" fmla="*/ 707182 h 7865691"/>
                  <a:gd name="connsiteX14" fmla="*/ 9862279 w 10879987"/>
                  <a:gd name="connsiteY14" fmla="*/ 741075 h 7865691"/>
                  <a:gd name="connsiteX15" fmla="*/ 9846676 w 10879987"/>
                  <a:gd name="connsiteY15" fmla="*/ 777670 h 7865691"/>
                  <a:gd name="connsiteX16" fmla="*/ 9832348 w 10879987"/>
                  <a:gd name="connsiteY16" fmla="*/ 810953 h 7865691"/>
                  <a:gd name="connsiteX17" fmla="*/ 9821333 w 10879987"/>
                  <a:gd name="connsiteY17" fmla="*/ 845510 h 7865691"/>
                  <a:gd name="connsiteX18" fmla="*/ 9811593 w 10879987"/>
                  <a:gd name="connsiteY18" fmla="*/ 876754 h 7865691"/>
                  <a:gd name="connsiteX19" fmla="*/ 9803280 w 10879987"/>
                  <a:gd name="connsiteY19" fmla="*/ 906265 h 7865691"/>
                  <a:gd name="connsiteX20" fmla="*/ 9786754 w 10879987"/>
                  <a:gd name="connsiteY20" fmla="*/ 982822 h 7865691"/>
                  <a:gd name="connsiteX21" fmla="*/ 9773999 w 10879987"/>
                  <a:gd name="connsiteY21" fmla="*/ 1065394 h 7865691"/>
                  <a:gd name="connsiteX22" fmla="*/ 9761854 w 10879987"/>
                  <a:gd name="connsiteY22" fmla="*/ 1154286 h 7865691"/>
                  <a:gd name="connsiteX23" fmla="*/ 9753328 w 10879987"/>
                  <a:gd name="connsiteY23" fmla="*/ 1247614 h 7865691"/>
                  <a:gd name="connsiteX24" fmla="*/ 9746687 w 10879987"/>
                  <a:gd name="connsiteY24" fmla="*/ 1343949 h 7865691"/>
                  <a:gd name="connsiteX25" fmla="*/ 9740199 w 10879987"/>
                  <a:gd name="connsiteY25" fmla="*/ 1441865 h 7865691"/>
                  <a:gd name="connsiteX26" fmla="*/ 9737176 w 10879987"/>
                  <a:gd name="connsiteY26" fmla="*/ 1542635 h 7865691"/>
                  <a:gd name="connsiteX27" fmla="*/ 9732574 w 10879987"/>
                  <a:gd name="connsiteY27" fmla="*/ 1643558 h 7865691"/>
                  <a:gd name="connsiteX28" fmla="*/ 9727956 w 10879987"/>
                  <a:gd name="connsiteY28" fmla="*/ 1843366 h 7865691"/>
                  <a:gd name="connsiteX29" fmla="*/ 9725736 w 10879987"/>
                  <a:gd name="connsiteY29" fmla="*/ 2034968 h 7865691"/>
                  <a:gd name="connsiteX30" fmla="*/ 9721836 w 10879987"/>
                  <a:gd name="connsiteY30" fmla="*/ 2209188 h 7865691"/>
                  <a:gd name="connsiteX31" fmla="*/ 9717226 w 10879987"/>
                  <a:gd name="connsiteY31" fmla="*/ 2359553 h 7865691"/>
                  <a:gd name="connsiteX32" fmla="*/ 9714570 w 10879987"/>
                  <a:gd name="connsiteY32" fmla="*/ 2398087 h 7865691"/>
                  <a:gd name="connsiteX33" fmla="*/ 9711761 w 10879987"/>
                  <a:gd name="connsiteY33" fmla="*/ 2435041 h 7865691"/>
                  <a:gd name="connsiteX34" fmla="*/ 9706913 w 10879987"/>
                  <a:gd name="connsiteY34" fmla="*/ 2467407 h 7865691"/>
                  <a:gd name="connsiteX35" fmla="*/ 9702066 w 10879987"/>
                  <a:gd name="connsiteY35" fmla="*/ 2499774 h 7865691"/>
                  <a:gd name="connsiteX36" fmla="*/ 9695334 w 10879987"/>
                  <a:gd name="connsiteY36" fmla="*/ 2529132 h 7865691"/>
                  <a:gd name="connsiteX37" fmla="*/ 9688448 w 10879987"/>
                  <a:gd name="connsiteY37" fmla="*/ 2556911 h 7865691"/>
                  <a:gd name="connsiteX38" fmla="*/ 9681563 w 10879987"/>
                  <a:gd name="connsiteY38" fmla="*/ 2584689 h 7865691"/>
                  <a:gd name="connsiteX39" fmla="*/ 9672792 w 10879987"/>
                  <a:gd name="connsiteY39" fmla="*/ 2609460 h 7865691"/>
                  <a:gd name="connsiteX40" fmla="*/ 9663716 w 10879987"/>
                  <a:gd name="connsiteY40" fmla="*/ 2631071 h 7865691"/>
                  <a:gd name="connsiteX41" fmla="*/ 9653060 w 10879987"/>
                  <a:gd name="connsiteY41" fmla="*/ 2652834 h 7865691"/>
                  <a:gd name="connsiteX42" fmla="*/ 9642098 w 10879987"/>
                  <a:gd name="connsiteY42" fmla="*/ 2671437 h 7865691"/>
                  <a:gd name="connsiteX43" fmla="*/ 9629403 w 10879987"/>
                  <a:gd name="connsiteY43" fmla="*/ 2688612 h 7865691"/>
                  <a:gd name="connsiteX44" fmla="*/ 9618136 w 10879987"/>
                  <a:gd name="connsiteY44" fmla="*/ 2704055 h 7865691"/>
                  <a:gd name="connsiteX45" fmla="*/ 9605289 w 10879987"/>
                  <a:gd name="connsiteY45" fmla="*/ 2719650 h 7865691"/>
                  <a:gd name="connsiteX46" fmla="*/ 9592137 w 10879987"/>
                  <a:gd name="connsiteY46" fmla="*/ 2732085 h 7865691"/>
                  <a:gd name="connsiteX47" fmla="*/ 9578984 w 10879987"/>
                  <a:gd name="connsiteY47" fmla="*/ 2744521 h 7865691"/>
                  <a:gd name="connsiteX48" fmla="*/ 9564099 w 10879987"/>
                  <a:gd name="connsiteY48" fmla="*/ 2755528 h 7865691"/>
                  <a:gd name="connsiteX49" fmla="*/ 9548908 w 10879987"/>
                  <a:gd name="connsiteY49" fmla="*/ 2763376 h 7865691"/>
                  <a:gd name="connsiteX50" fmla="*/ 9535450 w 10879987"/>
                  <a:gd name="connsiteY50" fmla="*/ 2772650 h 7865691"/>
                  <a:gd name="connsiteX51" fmla="*/ 9519954 w 10879987"/>
                  <a:gd name="connsiteY51" fmla="*/ 2777337 h 7865691"/>
                  <a:gd name="connsiteX52" fmla="*/ 9501298 w 10879987"/>
                  <a:gd name="connsiteY52" fmla="*/ 2782330 h 7865691"/>
                  <a:gd name="connsiteX53" fmla="*/ 9485802 w 10879987"/>
                  <a:gd name="connsiteY53" fmla="*/ 2787017 h 7865691"/>
                  <a:gd name="connsiteX54" fmla="*/ 9470153 w 10879987"/>
                  <a:gd name="connsiteY54" fmla="*/ 2790124 h 7865691"/>
                  <a:gd name="connsiteX55" fmla="*/ 9452771 w 10879987"/>
                  <a:gd name="connsiteY55" fmla="*/ 2791803 h 7865691"/>
                  <a:gd name="connsiteX56" fmla="*/ 9417703 w 10879987"/>
                  <a:gd name="connsiteY56" fmla="*/ 2792002 h 7865691"/>
                  <a:gd name="connsiteX57" fmla="*/ 9384062 w 10879987"/>
                  <a:gd name="connsiteY57" fmla="*/ 2790468 h 7865691"/>
                  <a:gd name="connsiteX58" fmla="*/ 9348383 w 10879987"/>
                  <a:gd name="connsiteY58" fmla="*/ 2784346 h 7865691"/>
                  <a:gd name="connsiteX59" fmla="*/ 9312398 w 10879987"/>
                  <a:gd name="connsiteY59" fmla="*/ 2775063 h 7865691"/>
                  <a:gd name="connsiteX60" fmla="*/ 9276261 w 10879987"/>
                  <a:gd name="connsiteY60" fmla="*/ 2764201 h 7865691"/>
                  <a:gd name="connsiteX61" fmla="*/ 9241551 w 10879987"/>
                  <a:gd name="connsiteY61" fmla="*/ 2751606 h 7865691"/>
                  <a:gd name="connsiteX62" fmla="*/ 9208269 w 10879987"/>
                  <a:gd name="connsiteY62" fmla="*/ 2737278 h 7865691"/>
                  <a:gd name="connsiteX63" fmla="*/ 9173101 w 10879987"/>
                  <a:gd name="connsiteY63" fmla="*/ 2719942 h 7865691"/>
                  <a:gd name="connsiteX64" fmla="*/ 9141247 w 10879987"/>
                  <a:gd name="connsiteY64" fmla="*/ 2703881 h 7865691"/>
                  <a:gd name="connsiteX65" fmla="*/ 9110667 w 10879987"/>
                  <a:gd name="connsiteY65" fmla="*/ 2684508 h 7865691"/>
                  <a:gd name="connsiteX66" fmla="*/ 9053277 w 10879987"/>
                  <a:gd name="connsiteY66" fmla="*/ 2651775 h 7865691"/>
                  <a:gd name="connsiteX67" fmla="*/ 9006949 w 10879987"/>
                  <a:gd name="connsiteY67" fmla="*/ 2617974 h 7865691"/>
                  <a:gd name="connsiteX68" fmla="*/ 8970866 w 10879987"/>
                  <a:gd name="connsiteY68" fmla="*/ 2591158 h 7865691"/>
                  <a:gd name="connsiteX69" fmla="*/ 8939675 w 10879987"/>
                  <a:gd name="connsiteY69" fmla="*/ 2565463 h 7865691"/>
                  <a:gd name="connsiteX70" fmla="*/ 8879332 w 10879987"/>
                  <a:gd name="connsiteY70" fmla="*/ 2518662 h 7865691"/>
                  <a:gd name="connsiteX71" fmla="*/ 8824645 w 10879987"/>
                  <a:gd name="connsiteY71" fmla="*/ 2480885 h 7865691"/>
                  <a:gd name="connsiteX72" fmla="*/ 8770263 w 10879987"/>
                  <a:gd name="connsiteY72" fmla="*/ 2446267 h 7865691"/>
                  <a:gd name="connsiteX73" fmla="*/ 8721386 w 10879987"/>
                  <a:gd name="connsiteY73" fmla="*/ 2419091 h 7865691"/>
                  <a:gd name="connsiteX74" fmla="*/ 8674546 w 10879987"/>
                  <a:gd name="connsiteY74" fmla="*/ 2396504 h 7865691"/>
                  <a:gd name="connsiteX75" fmla="*/ 8629745 w 10879987"/>
                  <a:gd name="connsiteY75" fmla="*/ 2378504 h 7865691"/>
                  <a:gd name="connsiteX76" fmla="*/ 8588715 w 10879987"/>
                  <a:gd name="connsiteY76" fmla="*/ 2366520 h 7865691"/>
                  <a:gd name="connsiteX77" fmla="*/ 8547990 w 10879987"/>
                  <a:gd name="connsiteY77" fmla="*/ 2357695 h 7865691"/>
                  <a:gd name="connsiteX78" fmla="*/ 8511036 w 10879987"/>
                  <a:gd name="connsiteY78" fmla="*/ 2354886 h 7865691"/>
                  <a:gd name="connsiteX79" fmla="*/ 8477395 w 10879987"/>
                  <a:gd name="connsiteY79" fmla="*/ 2353352 h 7865691"/>
                  <a:gd name="connsiteX80" fmla="*/ 8445792 w 10879987"/>
                  <a:gd name="connsiteY80" fmla="*/ 2356406 h 7865691"/>
                  <a:gd name="connsiteX81" fmla="*/ 8414800 w 10879987"/>
                  <a:gd name="connsiteY81" fmla="*/ 2365780 h 7865691"/>
                  <a:gd name="connsiteX82" fmla="*/ 8386968 w 10879987"/>
                  <a:gd name="connsiteY82" fmla="*/ 2374849 h 7865691"/>
                  <a:gd name="connsiteX83" fmla="*/ 8361175 w 10879987"/>
                  <a:gd name="connsiteY83" fmla="*/ 2388505 h 7865691"/>
                  <a:gd name="connsiteX84" fmla="*/ 8338694 w 10879987"/>
                  <a:gd name="connsiteY84" fmla="*/ 2403437 h 7865691"/>
                  <a:gd name="connsiteX85" fmla="*/ 8316519 w 10879987"/>
                  <a:gd name="connsiteY85" fmla="*/ 2421528 h 7865691"/>
                  <a:gd name="connsiteX86" fmla="*/ 8294496 w 10879987"/>
                  <a:gd name="connsiteY86" fmla="*/ 2441200 h 7865691"/>
                  <a:gd name="connsiteX87" fmla="*/ 8277519 w 10879987"/>
                  <a:gd name="connsiteY87" fmla="*/ 2463574 h 7865691"/>
                  <a:gd name="connsiteX88" fmla="*/ 8262122 w 10879987"/>
                  <a:gd name="connsiteY88" fmla="*/ 2485795 h 7865691"/>
                  <a:gd name="connsiteX89" fmla="*/ 8245451 w 10879987"/>
                  <a:gd name="connsiteY89" fmla="*/ 2511329 h 7865691"/>
                  <a:gd name="connsiteX90" fmla="*/ 8231939 w 10879987"/>
                  <a:gd name="connsiteY90" fmla="*/ 2536558 h 7865691"/>
                  <a:gd name="connsiteX91" fmla="*/ 8220008 w 10879987"/>
                  <a:gd name="connsiteY91" fmla="*/ 2561634 h 7865691"/>
                  <a:gd name="connsiteX92" fmla="*/ 8208230 w 10879987"/>
                  <a:gd name="connsiteY92" fmla="*/ 2588291 h 7865691"/>
                  <a:gd name="connsiteX93" fmla="*/ 8199612 w 10879987"/>
                  <a:gd name="connsiteY93" fmla="*/ 2614642 h 7865691"/>
                  <a:gd name="connsiteX94" fmla="*/ 8183956 w 10879987"/>
                  <a:gd name="connsiteY94" fmla="*/ 2667191 h 7865691"/>
                  <a:gd name="connsiteX95" fmla="*/ 8172734 w 10879987"/>
                  <a:gd name="connsiteY95" fmla="*/ 2716122 h 7865691"/>
                  <a:gd name="connsiteX96" fmla="*/ 8164216 w 10879987"/>
                  <a:gd name="connsiteY96" fmla="*/ 2760007 h 7865691"/>
                  <a:gd name="connsiteX97" fmla="*/ 8158399 w 10879987"/>
                  <a:gd name="connsiteY97" fmla="*/ 2798847 h 7865691"/>
                  <a:gd name="connsiteX98" fmla="*/ 8146613 w 10879987"/>
                  <a:gd name="connsiteY98" fmla="*/ 2874945 h 7865691"/>
                  <a:gd name="connsiteX99" fmla="*/ 8131514 w 10879987"/>
                  <a:gd name="connsiteY99" fmla="*/ 2949769 h 7865691"/>
                  <a:gd name="connsiteX100" fmla="*/ 8116110 w 10879987"/>
                  <a:gd name="connsiteY100" fmla="*/ 3021433 h 7865691"/>
                  <a:gd name="connsiteX101" fmla="*/ 8098820 w 10879987"/>
                  <a:gd name="connsiteY101" fmla="*/ 3090089 h 7865691"/>
                  <a:gd name="connsiteX102" fmla="*/ 8079951 w 10879987"/>
                  <a:gd name="connsiteY102" fmla="*/ 3158898 h 7865691"/>
                  <a:gd name="connsiteX103" fmla="*/ 8057768 w 10879987"/>
                  <a:gd name="connsiteY103" fmla="*/ 3226432 h 7865691"/>
                  <a:gd name="connsiteX104" fmla="*/ 8035127 w 10879987"/>
                  <a:gd name="connsiteY104" fmla="*/ 3289226 h 7865691"/>
                  <a:gd name="connsiteX105" fmla="*/ 8011059 w 10879987"/>
                  <a:gd name="connsiteY105" fmla="*/ 3353752 h 7865691"/>
                  <a:gd name="connsiteX106" fmla="*/ 7983372 w 10879987"/>
                  <a:gd name="connsiteY106" fmla="*/ 3413843 h 7865691"/>
                  <a:gd name="connsiteX107" fmla="*/ 7957113 w 10879987"/>
                  <a:gd name="connsiteY107" fmla="*/ 3472202 h 7865691"/>
                  <a:gd name="connsiteX108" fmla="*/ 7925961 w 10879987"/>
                  <a:gd name="connsiteY108" fmla="*/ 3529438 h 7865691"/>
                  <a:gd name="connsiteX109" fmla="*/ 7896083 w 10879987"/>
                  <a:gd name="connsiteY109" fmla="*/ 3583362 h 7865691"/>
                  <a:gd name="connsiteX110" fmla="*/ 7864626 w 10879987"/>
                  <a:gd name="connsiteY110" fmla="*/ 3637438 h 7865691"/>
                  <a:gd name="connsiteX111" fmla="*/ 7831130 w 10879987"/>
                  <a:gd name="connsiteY111" fmla="*/ 3686926 h 7865691"/>
                  <a:gd name="connsiteX112" fmla="*/ 7797787 w 10879987"/>
                  <a:gd name="connsiteY112" fmla="*/ 3737994 h 7865691"/>
                  <a:gd name="connsiteX113" fmla="*/ 7762559 w 10879987"/>
                  <a:gd name="connsiteY113" fmla="*/ 3786055 h 7865691"/>
                  <a:gd name="connsiteX114" fmla="*/ 7725597 w 10879987"/>
                  <a:gd name="connsiteY114" fmla="*/ 3832689 h 7865691"/>
                  <a:gd name="connsiteX115" fmla="*/ 7688483 w 10879987"/>
                  <a:gd name="connsiteY115" fmla="*/ 3877742 h 7865691"/>
                  <a:gd name="connsiteX116" fmla="*/ 7649636 w 10879987"/>
                  <a:gd name="connsiteY116" fmla="*/ 3921368 h 7865691"/>
                  <a:gd name="connsiteX117" fmla="*/ 7612064 w 10879987"/>
                  <a:gd name="connsiteY117" fmla="*/ 3961681 h 7865691"/>
                  <a:gd name="connsiteX118" fmla="*/ 7571332 w 10879987"/>
                  <a:gd name="connsiteY118" fmla="*/ 4002299 h 7865691"/>
                  <a:gd name="connsiteX119" fmla="*/ 7530447 w 10879987"/>
                  <a:gd name="connsiteY119" fmla="*/ 4041337 h 7865691"/>
                  <a:gd name="connsiteX120" fmla="*/ 7489409 w 10879987"/>
                  <a:gd name="connsiteY120" fmla="*/ 4078795 h 7865691"/>
                  <a:gd name="connsiteX121" fmla="*/ 7448066 w 10879987"/>
                  <a:gd name="connsiteY121" fmla="*/ 4113093 h 7865691"/>
                  <a:gd name="connsiteX122" fmla="*/ 7406723 w 10879987"/>
                  <a:gd name="connsiteY122" fmla="*/ 4147390 h 7865691"/>
                  <a:gd name="connsiteX123" fmla="*/ 7365227 w 10879987"/>
                  <a:gd name="connsiteY123" fmla="*/ 4180108 h 7865691"/>
                  <a:gd name="connsiteX124" fmla="*/ 7321998 w 10879987"/>
                  <a:gd name="connsiteY124" fmla="*/ 4211398 h 7865691"/>
                  <a:gd name="connsiteX125" fmla="*/ 7280350 w 10879987"/>
                  <a:gd name="connsiteY125" fmla="*/ 4242535 h 7865691"/>
                  <a:gd name="connsiteX126" fmla="*/ 7238549 w 10879987"/>
                  <a:gd name="connsiteY126" fmla="*/ 4272092 h 7865691"/>
                  <a:gd name="connsiteX127" fmla="*/ 7193435 w 10879987"/>
                  <a:gd name="connsiteY127" fmla="*/ 4300375 h 7865691"/>
                  <a:gd name="connsiteX128" fmla="*/ 7109069 w 10879987"/>
                  <a:gd name="connsiteY128" fmla="*/ 4351588 h 7865691"/>
                  <a:gd name="connsiteX129" fmla="*/ 7025826 w 10879987"/>
                  <a:gd name="connsiteY129" fmla="*/ 4397909 h 7865691"/>
                  <a:gd name="connsiteX130" fmla="*/ 6940391 w 10879987"/>
                  <a:gd name="connsiteY130" fmla="*/ 4438062 h 7865691"/>
                  <a:gd name="connsiteX131" fmla="*/ 6859545 w 10879987"/>
                  <a:gd name="connsiteY131" fmla="*/ 4476176 h 7865691"/>
                  <a:gd name="connsiteX132" fmla="*/ 6779820 w 10879987"/>
                  <a:gd name="connsiteY132" fmla="*/ 4509398 h 7865691"/>
                  <a:gd name="connsiteX133" fmla="*/ 6704378 w 10879987"/>
                  <a:gd name="connsiteY133" fmla="*/ 4537421 h 7865691"/>
                  <a:gd name="connsiteX134" fmla="*/ 6630516 w 10879987"/>
                  <a:gd name="connsiteY134" fmla="*/ 4565291 h 7865691"/>
                  <a:gd name="connsiteX135" fmla="*/ 6562364 w 10879987"/>
                  <a:gd name="connsiteY135" fmla="*/ 4586230 h 7865691"/>
                  <a:gd name="connsiteX136" fmla="*/ 6500380 w 10879987"/>
                  <a:gd name="connsiteY136" fmla="*/ 4604979 h 7865691"/>
                  <a:gd name="connsiteX137" fmla="*/ 6439823 w 10879987"/>
                  <a:gd name="connsiteY137" fmla="*/ 4621994 h 7865691"/>
                  <a:gd name="connsiteX138" fmla="*/ 6388289 w 10879987"/>
                  <a:gd name="connsiteY138" fmla="*/ 4633353 h 7865691"/>
                  <a:gd name="connsiteX139" fmla="*/ 6302450 w 10879987"/>
                  <a:gd name="connsiteY139" fmla="*/ 4652811 h 7865691"/>
                  <a:gd name="connsiteX140" fmla="*/ 6249031 w 10879987"/>
                  <a:gd name="connsiteY140" fmla="*/ 4661163 h 7865691"/>
                  <a:gd name="connsiteX141" fmla="*/ 6230222 w 10879987"/>
                  <a:gd name="connsiteY141" fmla="*/ 4664575 h 7865691"/>
                  <a:gd name="connsiteX142" fmla="*/ 6227135 w 10879987"/>
                  <a:gd name="connsiteY142" fmla="*/ 4654343 h 7865691"/>
                  <a:gd name="connsiteX143" fmla="*/ 6227811 w 10879987"/>
                  <a:gd name="connsiteY143" fmla="*/ 4661118 h 7865691"/>
                  <a:gd name="connsiteX144" fmla="*/ 6098112 w 10879987"/>
                  <a:gd name="connsiteY144" fmla="*/ 4712138 h 7865691"/>
                  <a:gd name="connsiteX145" fmla="*/ 6049694 w 10879987"/>
                  <a:gd name="connsiteY145" fmla="*/ 4681559 h 7865691"/>
                  <a:gd name="connsiteX146" fmla="*/ 6003825 w 10879987"/>
                  <a:gd name="connsiteY146" fmla="*/ 4645883 h 7865691"/>
                  <a:gd name="connsiteX147" fmla="*/ 5917185 w 10879987"/>
                  <a:gd name="connsiteY147" fmla="*/ 4584725 h 7865691"/>
                  <a:gd name="connsiteX148" fmla="*/ 5848382 w 10879987"/>
                  <a:gd name="connsiteY148" fmla="*/ 4523566 h 7865691"/>
                  <a:gd name="connsiteX149" fmla="*/ 5794867 w 10879987"/>
                  <a:gd name="connsiteY149" fmla="*/ 4475149 h 7865691"/>
                  <a:gd name="connsiteX150" fmla="*/ 5748999 w 10879987"/>
                  <a:gd name="connsiteY150" fmla="*/ 4429279 h 7865691"/>
                  <a:gd name="connsiteX151" fmla="*/ 5659810 w 10879987"/>
                  <a:gd name="connsiteY151" fmla="*/ 4345187 h 7865691"/>
                  <a:gd name="connsiteX152" fmla="*/ 5578265 w 10879987"/>
                  <a:gd name="connsiteY152" fmla="*/ 4276383 h 7865691"/>
                  <a:gd name="connsiteX153" fmla="*/ 5496721 w 10879987"/>
                  <a:gd name="connsiteY153" fmla="*/ 4212677 h 7865691"/>
                  <a:gd name="connsiteX154" fmla="*/ 5422820 w 10879987"/>
                  <a:gd name="connsiteY154" fmla="*/ 4161712 h 7865691"/>
                  <a:gd name="connsiteX155" fmla="*/ 5351468 w 10879987"/>
                  <a:gd name="connsiteY155" fmla="*/ 4118390 h 7865691"/>
                  <a:gd name="connsiteX156" fmla="*/ 5282666 w 10879987"/>
                  <a:gd name="connsiteY156" fmla="*/ 4082714 h 7865691"/>
                  <a:gd name="connsiteX157" fmla="*/ 5218958 w 10879987"/>
                  <a:gd name="connsiteY157" fmla="*/ 4057232 h 7865691"/>
                  <a:gd name="connsiteX158" fmla="*/ 5155251 w 10879987"/>
                  <a:gd name="connsiteY158" fmla="*/ 4036845 h 7865691"/>
                  <a:gd name="connsiteX159" fmla="*/ 5096640 w 10879987"/>
                  <a:gd name="connsiteY159" fmla="*/ 4026652 h 7865691"/>
                  <a:gd name="connsiteX160" fmla="*/ 5043128 w 10879987"/>
                  <a:gd name="connsiteY160" fmla="*/ 4019008 h 7865691"/>
                  <a:gd name="connsiteX161" fmla="*/ 4880868 w 10879987"/>
                  <a:gd name="connsiteY161" fmla="*/ 3988754 h 7865691"/>
                  <a:gd name="connsiteX162" fmla="*/ 4821814 w 10879987"/>
                  <a:gd name="connsiteY162" fmla="*/ 3988754 h 7865691"/>
                  <a:gd name="connsiteX163" fmla="*/ 4762758 w 10879987"/>
                  <a:gd name="connsiteY163" fmla="*/ 4000565 h 7865691"/>
                  <a:gd name="connsiteX164" fmla="*/ 4709610 w 10879987"/>
                  <a:gd name="connsiteY164" fmla="*/ 4012376 h 7865691"/>
                  <a:gd name="connsiteX165" fmla="*/ 4659412 w 10879987"/>
                  <a:gd name="connsiteY165" fmla="*/ 4033044 h 7865691"/>
                  <a:gd name="connsiteX166" fmla="*/ 4615122 w 10879987"/>
                  <a:gd name="connsiteY166" fmla="*/ 4056665 h 7865691"/>
                  <a:gd name="connsiteX167" fmla="*/ 4570830 w 10879987"/>
                  <a:gd name="connsiteY167" fmla="*/ 4086193 h 7865691"/>
                  <a:gd name="connsiteX168" fmla="*/ 4526540 w 10879987"/>
                  <a:gd name="connsiteY168" fmla="*/ 4118674 h 7865691"/>
                  <a:gd name="connsiteX169" fmla="*/ 4491107 w 10879987"/>
                  <a:gd name="connsiteY169" fmla="*/ 4157059 h 7865691"/>
                  <a:gd name="connsiteX170" fmla="*/ 4458626 w 10879987"/>
                  <a:gd name="connsiteY170" fmla="*/ 4195446 h 7865691"/>
                  <a:gd name="connsiteX171" fmla="*/ 4423193 w 10879987"/>
                  <a:gd name="connsiteY171" fmla="*/ 4239735 h 7865691"/>
                  <a:gd name="connsiteX172" fmla="*/ 4393666 w 10879987"/>
                  <a:gd name="connsiteY172" fmla="*/ 4284027 h 7865691"/>
                  <a:gd name="connsiteX173" fmla="*/ 4367092 w 10879987"/>
                  <a:gd name="connsiteY173" fmla="*/ 4328317 h 7865691"/>
                  <a:gd name="connsiteX174" fmla="*/ 4340517 w 10879987"/>
                  <a:gd name="connsiteY174" fmla="*/ 4375561 h 7865691"/>
                  <a:gd name="connsiteX175" fmla="*/ 4319849 w 10879987"/>
                  <a:gd name="connsiteY175" fmla="*/ 4422804 h 7865691"/>
                  <a:gd name="connsiteX176" fmla="*/ 4281462 w 10879987"/>
                  <a:gd name="connsiteY176" fmla="*/ 4517292 h 7865691"/>
                  <a:gd name="connsiteX177" fmla="*/ 4251934 w 10879987"/>
                  <a:gd name="connsiteY177" fmla="*/ 4605875 h 7865691"/>
                  <a:gd name="connsiteX178" fmla="*/ 4228313 w 10879987"/>
                  <a:gd name="connsiteY178" fmla="*/ 4685599 h 7865691"/>
                  <a:gd name="connsiteX179" fmla="*/ 4210597 w 10879987"/>
                  <a:gd name="connsiteY179" fmla="*/ 4756464 h 7865691"/>
                  <a:gd name="connsiteX180" fmla="*/ 4175163 w 10879987"/>
                  <a:gd name="connsiteY180" fmla="*/ 4895242 h 7865691"/>
                  <a:gd name="connsiteX181" fmla="*/ 4133825 w 10879987"/>
                  <a:gd name="connsiteY181" fmla="*/ 5031067 h 7865691"/>
                  <a:gd name="connsiteX182" fmla="*/ 4092487 w 10879987"/>
                  <a:gd name="connsiteY182" fmla="*/ 5160987 h 7865691"/>
                  <a:gd name="connsiteX183" fmla="*/ 4048197 w 10879987"/>
                  <a:gd name="connsiteY183" fmla="*/ 5285002 h 7865691"/>
                  <a:gd name="connsiteX184" fmla="*/ 4000953 w 10879987"/>
                  <a:gd name="connsiteY184" fmla="*/ 5409017 h 7865691"/>
                  <a:gd name="connsiteX185" fmla="*/ 3947804 w 10879987"/>
                  <a:gd name="connsiteY185" fmla="*/ 5530080 h 7865691"/>
                  <a:gd name="connsiteX186" fmla="*/ 3894654 w 10879987"/>
                  <a:gd name="connsiteY186" fmla="*/ 5642284 h 7865691"/>
                  <a:gd name="connsiteX187" fmla="*/ 3838552 w 10879987"/>
                  <a:gd name="connsiteY187" fmla="*/ 5757440 h 7865691"/>
                  <a:gd name="connsiteX188" fmla="*/ 3776546 w 10879987"/>
                  <a:gd name="connsiteY188" fmla="*/ 5863738 h 7865691"/>
                  <a:gd name="connsiteX189" fmla="*/ 3717492 w 10879987"/>
                  <a:gd name="connsiteY189" fmla="*/ 5967085 h 7865691"/>
                  <a:gd name="connsiteX190" fmla="*/ 3649577 w 10879987"/>
                  <a:gd name="connsiteY190" fmla="*/ 6067477 h 7865691"/>
                  <a:gd name="connsiteX191" fmla="*/ 3584617 w 10879987"/>
                  <a:gd name="connsiteY191" fmla="*/ 6161965 h 7865691"/>
                  <a:gd name="connsiteX192" fmla="*/ 3516705 w 10879987"/>
                  <a:gd name="connsiteY192" fmla="*/ 6256452 h 7865691"/>
                  <a:gd name="connsiteX193" fmla="*/ 3445840 w 10879987"/>
                  <a:gd name="connsiteY193" fmla="*/ 6342080 h 7865691"/>
                  <a:gd name="connsiteX194" fmla="*/ 3374974 w 10879987"/>
                  <a:gd name="connsiteY194" fmla="*/ 6430663 h 7865691"/>
                  <a:gd name="connsiteX195" fmla="*/ 3301155 w 10879987"/>
                  <a:gd name="connsiteY195" fmla="*/ 6513339 h 7865691"/>
                  <a:gd name="connsiteX196" fmla="*/ 3224384 w 10879987"/>
                  <a:gd name="connsiteY196" fmla="*/ 6593063 h 7865691"/>
                  <a:gd name="connsiteX197" fmla="*/ 3147613 w 10879987"/>
                  <a:gd name="connsiteY197" fmla="*/ 6669834 h 7865691"/>
                  <a:gd name="connsiteX198" fmla="*/ 3067890 w 10879987"/>
                  <a:gd name="connsiteY198" fmla="*/ 6743653 h 7865691"/>
                  <a:gd name="connsiteX199" fmla="*/ 2991120 w 10879987"/>
                  <a:gd name="connsiteY199" fmla="*/ 6811566 h 7865691"/>
                  <a:gd name="connsiteX200" fmla="*/ 2908443 w 10879987"/>
                  <a:gd name="connsiteY200" fmla="*/ 6879478 h 7865691"/>
                  <a:gd name="connsiteX201" fmla="*/ 2825766 w 10879987"/>
                  <a:gd name="connsiteY201" fmla="*/ 6944438 h 7865691"/>
                  <a:gd name="connsiteX202" fmla="*/ 2743090 w 10879987"/>
                  <a:gd name="connsiteY202" fmla="*/ 7006447 h 7865691"/>
                  <a:gd name="connsiteX203" fmla="*/ 2660413 w 10879987"/>
                  <a:gd name="connsiteY203" fmla="*/ 7062547 h 7865691"/>
                  <a:gd name="connsiteX204" fmla="*/ 2577736 w 10879987"/>
                  <a:gd name="connsiteY204" fmla="*/ 7118650 h 7865691"/>
                  <a:gd name="connsiteX205" fmla="*/ 2495061 w 10879987"/>
                  <a:gd name="connsiteY205" fmla="*/ 7171799 h 7865691"/>
                  <a:gd name="connsiteX206" fmla="*/ 2409429 w 10879987"/>
                  <a:gd name="connsiteY206" fmla="*/ 7221995 h 7865691"/>
                  <a:gd name="connsiteX207" fmla="*/ 2326754 w 10879987"/>
                  <a:gd name="connsiteY207" fmla="*/ 7272193 h 7865691"/>
                  <a:gd name="connsiteX208" fmla="*/ 2244077 w 10879987"/>
                  <a:gd name="connsiteY208" fmla="*/ 7319436 h 7865691"/>
                  <a:gd name="connsiteX209" fmla="*/ 2155495 w 10879987"/>
                  <a:gd name="connsiteY209" fmla="*/ 7363726 h 7865691"/>
                  <a:gd name="connsiteX210" fmla="*/ 1990142 w 10879987"/>
                  <a:gd name="connsiteY210" fmla="*/ 7443451 h 7865691"/>
                  <a:gd name="connsiteX211" fmla="*/ 1827743 w 10879987"/>
                  <a:gd name="connsiteY211" fmla="*/ 7514317 h 7865691"/>
                  <a:gd name="connsiteX212" fmla="*/ 1662389 w 10879987"/>
                  <a:gd name="connsiteY212" fmla="*/ 7573370 h 7865691"/>
                  <a:gd name="connsiteX213" fmla="*/ 1505893 w 10879987"/>
                  <a:gd name="connsiteY213" fmla="*/ 7629472 h 7865691"/>
                  <a:gd name="connsiteX214" fmla="*/ 1352352 w 10879987"/>
                  <a:gd name="connsiteY214" fmla="*/ 7676715 h 7865691"/>
                  <a:gd name="connsiteX215" fmla="*/ 1207669 w 10879987"/>
                  <a:gd name="connsiteY215" fmla="*/ 7715102 h 7865691"/>
                  <a:gd name="connsiteX216" fmla="*/ 1065937 w 10879987"/>
                  <a:gd name="connsiteY216" fmla="*/ 7753487 h 7865691"/>
                  <a:gd name="connsiteX217" fmla="*/ 936017 w 10879987"/>
                  <a:gd name="connsiteY217" fmla="*/ 7780062 h 7865691"/>
                  <a:gd name="connsiteX218" fmla="*/ 817908 w 10879987"/>
                  <a:gd name="connsiteY218" fmla="*/ 7803684 h 7865691"/>
                  <a:gd name="connsiteX219" fmla="*/ 702751 w 10879987"/>
                  <a:gd name="connsiteY219" fmla="*/ 7824352 h 7865691"/>
                  <a:gd name="connsiteX220" fmla="*/ 605312 w 10879987"/>
                  <a:gd name="connsiteY220" fmla="*/ 7836163 h 7865691"/>
                  <a:gd name="connsiteX221" fmla="*/ 442910 w 10879987"/>
                  <a:gd name="connsiteY221" fmla="*/ 7856833 h 7865691"/>
                  <a:gd name="connsiteX222" fmla="*/ 342518 w 10879987"/>
                  <a:gd name="connsiteY222" fmla="*/ 7862739 h 7865691"/>
                  <a:gd name="connsiteX223" fmla="*/ 307084 w 10879987"/>
                  <a:gd name="connsiteY223" fmla="*/ 7865691 h 7865691"/>
                  <a:gd name="connsiteX224" fmla="*/ 0 w 10879987"/>
                  <a:gd name="connsiteY224" fmla="*/ 6324364 h 7865691"/>
                  <a:gd name="connsiteX225" fmla="*/ 32481 w 10879987"/>
                  <a:gd name="connsiteY225" fmla="*/ 6318459 h 7865691"/>
                  <a:gd name="connsiteX226" fmla="*/ 124015 w 10879987"/>
                  <a:gd name="connsiteY226" fmla="*/ 6312553 h 7865691"/>
                  <a:gd name="connsiteX227" fmla="*/ 265746 w 10879987"/>
                  <a:gd name="connsiteY227" fmla="*/ 6297791 h 7865691"/>
                  <a:gd name="connsiteX228" fmla="*/ 357282 w 10879987"/>
                  <a:gd name="connsiteY228" fmla="*/ 6283026 h 7865691"/>
                  <a:gd name="connsiteX229" fmla="*/ 454721 w 10879987"/>
                  <a:gd name="connsiteY229" fmla="*/ 6265309 h 7865691"/>
                  <a:gd name="connsiteX230" fmla="*/ 563973 w 10879987"/>
                  <a:gd name="connsiteY230" fmla="*/ 6247592 h 7865691"/>
                  <a:gd name="connsiteX231" fmla="*/ 679129 w 10879987"/>
                  <a:gd name="connsiteY231" fmla="*/ 6221020 h 7865691"/>
                  <a:gd name="connsiteX232" fmla="*/ 803144 w 10879987"/>
                  <a:gd name="connsiteY232" fmla="*/ 6185586 h 7865691"/>
                  <a:gd name="connsiteX233" fmla="*/ 933064 w 10879987"/>
                  <a:gd name="connsiteY233" fmla="*/ 6150154 h 7865691"/>
                  <a:gd name="connsiteX234" fmla="*/ 1068890 w 10879987"/>
                  <a:gd name="connsiteY234" fmla="*/ 6102911 h 7865691"/>
                  <a:gd name="connsiteX235" fmla="*/ 1210620 w 10879987"/>
                  <a:gd name="connsiteY235" fmla="*/ 6049761 h 7865691"/>
                  <a:gd name="connsiteX236" fmla="*/ 1358257 w 10879987"/>
                  <a:gd name="connsiteY236" fmla="*/ 5990706 h 7865691"/>
                  <a:gd name="connsiteX237" fmla="*/ 1502942 w 10879987"/>
                  <a:gd name="connsiteY237" fmla="*/ 5922793 h 7865691"/>
                  <a:gd name="connsiteX238" fmla="*/ 1653530 w 10879987"/>
                  <a:gd name="connsiteY238" fmla="*/ 5843070 h 7865691"/>
                  <a:gd name="connsiteX239" fmla="*/ 1730302 w 10879987"/>
                  <a:gd name="connsiteY239" fmla="*/ 5801731 h 7865691"/>
                  <a:gd name="connsiteX240" fmla="*/ 1807072 w 10879987"/>
                  <a:gd name="connsiteY240" fmla="*/ 5757440 h 7865691"/>
                  <a:gd name="connsiteX241" fmla="*/ 1880892 w 10879987"/>
                  <a:gd name="connsiteY241" fmla="*/ 5710195 h 7865691"/>
                  <a:gd name="connsiteX242" fmla="*/ 1957662 w 10879987"/>
                  <a:gd name="connsiteY242" fmla="*/ 5662952 h 7865691"/>
                  <a:gd name="connsiteX243" fmla="*/ 2034434 w 10879987"/>
                  <a:gd name="connsiteY243" fmla="*/ 5609803 h 7865691"/>
                  <a:gd name="connsiteX244" fmla="*/ 2108251 w 10879987"/>
                  <a:gd name="connsiteY244" fmla="*/ 5553701 h 7865691"/>
                  <a:gd name="connsiteX245" fmla="*/ 2185022 w 10879987"/>
                  <a:gd name="connsiteY245" fmla="*/ 5497599 h 7865691"/>
                  <a:gd name="connsiteX246" fmla="*/ 2255888 w 10879987"/>
                  <a:gd name="connsiteY246" fmla="*/ 5435593 h 7865691"/>
                  <a:gd name="connsiteX247" fmla="*/ 2329707 w 10879987"/>
                  <a:gd name="connsiteY247" fmla="*/ 5373584 h 7865691"/>
                  <a:gd name="connsiteX248" fmla="*/ 2403525 w 10879987"/>
                  <a:gd name="connsiteY248" fmla="*/ 5305672 h 7865691"/>
                  <a:gd name="connsiteX249" fmla="*/ 2477344 w 10879987"/>
                  <a:gd name="connsiteY249" fmla="*/ 5237759 h 7865691"/>
                  <a:gd name="connsiteX250" fmla="*/ 2548210 w 10879987"/>
                  <a:gd name="connsiteY250" fmla="*/ 5166894 h 7865691"/>
                  <a:gd name="connsiteX251" fmla="*/ 2616121 w 10879987"/>
                  <a:gd name="connsiteY251" fmla="*/ 5090123 h 7865691"/>
                  <a:gd name="connsiteX252" fmla="*/ 2686987 w 10879987"/>
                  <a:gd name="connsiteY252" fmla="*/ 5010399 h 7865691"/>
                  <a:gd name="connsiteX253" fmla="*/ 2754901 w 10879987"/>
                  <a:gd name="connsiteY253" fmla="*/ 4930674 h 7865691"/>
                  <a:gd name="connsiteX254" fmla="*/ 2819860 w 10879987"/>
                  <a:gd name="connsiteY254" fmla="*/ 4842093 h 7865691"/>
                  <a:gd name="connsiteX255" fmla="*/ 2887773 w 10879987"/>
                  <a:gd name="connsiteY255" fmla="*/ 4756465 h 7865691"/>
                  <a:gd name="connsiteX256" fmla="*/ 2949781 w 10879987"/>
                  <a:gd name="connsiteY256" fmla="*/ 4661977 h 7865691"/>
                  <a:gd name="connsiteX257" fmla="*/ 3011788 w 10879987"/>
                  <a:gd name="connsiteY257" fmla="*/ 4567490 h 7865691"/>
                  <a:gd name="connsiteX258" fmla="*/ 3070842 w 10879987"/>
                  <a:gd name="connsiteY258" fmla="*/ 4470049 h 7865691"/>
                  <a:gd name="connsiteX259" fmla="*/ 3126944 w 10879987"/>
                  <a:gd name="connsiteY259" fmla="*/ 4366704 h 7865691"/>
                  <a:gd name="connsiteX260" fmla="*/ 3183046 w 10879987"/>
                  <a:gd name="connsiteY260" fmla="*/ 4260406 h 7865691"/>
                  <a:gd name="connsiteX261" fmla="*/ 3236195 w 10879987"/>
                  <a:gd name="connsiteY261" fmla="*/ 4145248 h 7865691"/>
                  <a:gd name="connsiteX262" fmla="*/ 3286393 w 10879987"/>
                  <a:gd name="connsiteY262" fmla="*/ 4033044 h 7865691"/>
                  <a:gd name="connsiteX263" fmla="*/ 3336587 w 10879987"/>
                  <a:gd name="connsiteY263" fmla="*/ 3914935 h 7865691"/>
                  <a:gd name="connsiteX264" fmla="*/ 3383832 w 10879987"/>
                  <a:gd name="connsiteY264" fmla="*/ 3793873 h 7865691"/>
                  <a:gd name="connsiteX265" fmla="*/ 3428123 w 10879987"/>
                  <a:gd name="connsiteY265" fmla="*/ 3666905 h 7865691"/>
                  <a:gd name="connsiteX266" fmla="*/ 3466508 w 10879987"/>
                  <a:gd name="connsiteY266" fmla="*/ 3536985 h 7865691"/>
                  <a:gd name="connsiteX267" fmla="*/ 3504894 w 10879987"/>
                  <a:gd name="connsiteY267" fmla="*/ 3398208 h 7865691"/>
                  <a:gd name="connsiteX268" fmla="*/ 3540327 w 10879987"/>
                  <a:gd name="connsiteY268" fmla="*/ 3259428 h 7865691"/>
                  <a:gd name="connsiteX269" fmla="*/ 3558043 w 10879987"/>
                  <a:gd name="connsiteY269" fmla="*/ 3191516 h 7865691"/>
                  <a:gd name="connsiteX270" fmla="*/ 3584617 w 10879987"/>
                  <a:gd name="connsiteY270" fmla="*/ 3108840 h 7865691"/>
                  <a:gd name="connsiteX271" fmla="*/ 3617098 w 10879987"/>
                  <a:gd name="connsiteY271" fmla="*/ 3017305 h 7865691"/>
                  <a:gd name="connsiteX272" fmla="*/ 3661388 w 10879987"/>
                  <a:gd name="connsiteY272" fmla="*/ 2919865 h 7865691"/>
                  <a:gd name="connsiteX273" fmla="*/ 3687964 w 10879987"/>
                  <a:gd name="connsiteY273" fmla="*/ 2869668 h 7865691"/>
                  <a:gd name="connsiteX274" fmla="*/ 3714537 w 10879987"/>
                  <a:gd name="connsiteY274" fmla="*/ 2822424 h 7865691"/>
                  <a:gd name="connsiteX275" fmla="*/ 3744064 w 10879987"/>
                  <a:gd name="connsiteY275" fmla="*/ 2772228 h 7865691"/>
                  <a:gd name="connsiteX276" fmla="*/ 3776546 w 10879987"/>
                  <a:gd name="connsiteY276" fmla="*/ 2724985 h 7865691"/>
                  <a:gd name="connsiteX277" fmla="*/ 3809025 w 10879987"/>
                  <a:gd name="connsiteY277" fmla="*/ 2683647 h 7865691"/>
                  <a:gd name="connsiteX278" fmla="*/ 3850363 w 10879987"/>
                  <a:gd name="connsiteY278" fmla="*/ 2642308 h 7865691"/>
                  <a:gd name="connsiteX279" fmla="*/ 3891701 w 10879987"/>
                  <a:gd name="connsiteY279" fmla="*/ 2603921 h 7865691"/>
                  <a:gd name="connsiteX280" fmla="*/ 3933040 w 10879987"/>
                  <a:gd name="connsiteY280" fmla="*/ 2565537 h 7865691"/>
                  <a:gd name="connsiteX281" fmla="*/ 3977331 w 10879987"/>
                  <a:gd name="connsiteY281" fmla="*/ 2536010 h 7865691"/>
                  <a:gd name="connsiteX282" fmla="*/ 4027527 w 10879987"/>
                  <a:gd name="connsiteY282" fmla="*/ 2512388 h 7865691"/>
                  <a:gd name="connsiteX283" fmla="*/ 4077724 w 10879987"/>
                  <a:gd name="connsiteY283" fmla="*/ 2488766 h 7865691"/>
                  <a:gd name="connsiteX284" fmla="*/ 4130874 w 10879987"/>
                  <a:gd name="connsiteY284" fmla="*/ 2476955 h 7865691"/>
                  <a:gd name="connsiteX285" fmla="*/ 4186974 w 10879987"/>
                  <a:gd name="connsiteY285" fmla="*/ 2471050 h 7865691"/>
                  <a:gd name="connsiteX286" fmla="*/ 4246029 w 10879987"/>
                  <a:gd name="connsiteY286" fmla="*/ 2465144 h 7865691"/>
                  <a:gd name="connsiteX287" fmla="*/ 4310989 w 10879987"/>
                  <a:gd name="connsiteY287" fmla="*/ 2474001 h 7865691"/>
                  <a:gd name="connsiteX288" fmla="*/ 4375949 w 10879987"/>
                  <a:gd name="connsiteY288" fmla="*/ 2488766 h 7865691"/>
                  <a:gd name="connsiteX289" fmla="*/ 4446816 w 10879987"/>
                  <a:gd name="connsiteY289" fmla="*/ 2512388 h 7865691"/>
                  <a:gd name="connsiteX290" fmla="*/ 4520634 w 10879987"/>
                  <a:gd name="connsiteY290" fmla="*/ 2544867 h 7865691"/>
                  <a:gd name="connsiteX291" fmla="*/ 4597405 w 10879987"/>
                  <a:gd name="connsiteY291" fmla="*/ 2589159 h 7865691"/>
                  <a:gd name="connsiteX292" fmla="*/ 4674177 w 10879987"/>
                  <a:gd name="connsiteY292" fmla="*/ 2642308 h 7865691"/>
                  <a:gd name="connsiteX293" fmla="*/ 4756853 w 10879987"/>
                  <a:gd name="connsiteY293" fmla="*/ 2707268 h 7865691"/>
                  <a:gd name="connsiteX294" fmla="*/ 4842482 w 10879987"/>
                  <a:gd name="connsiteY294" fmla="*/ 2781086 h 7865691"/>
                  <a:gd name="connsiteX295" fmla="*/ 4934017 w 10879987"/>
                  <a:gd name="connsiteY295" fmla="*/ 2869668 h 7865691"/>
                  <a:gd name="connsiteX296" fmla="*/ 5028504 w 10879987"/>
                  <a:gd name="connsiteY296" fmla="*/ 2970060 h 7865691"/>
                  <a:gd name="connsiteX297" fmla="*/ 5131849 w 10879987"/>
                  <a:gd name="connsiteY297" fmla="*/ 3091492 h 7865691"/>
                  <a:gd name="connsiteX298" fmla="*/ 5131263 w 10879987"/>
                  <a:gd name="connsiteY298" fmla="*/ 3098119 h 7865691"/>
                  <a:gd name="connsiteX299" fmla="*/ 5170541 w 10879987"/>
                  <a:gd name="connsiteY299" fmla="*/ 3139853 h 7865691"/>
                  <a:gd name="connsiteX300" fmla="*/ 5272472 w 10879987"/>
                  <a:gd name="connsiteY300" fmla="*/ 3259623 h 7865691"/>
                  <a:gd name="connsiteX301" fmla="*/ 5343823 w 10879987"/>
                  <a:gd name="connsiteY301" fmla="*/ 3343715 h 7865691"/>
                  <a:gd name="connsiteX302" fmla="*/ 5425369 w 10879987"/>
                  <a:gd name="connsiteY302" fmla="*/ 3432906 h 7865691"/>
                  <a:gd name="connsiteX303" fmla="*/ 5514557 w 10879987"/>
                  <a:gd name="connsiteY303" fmla="*/ 3522094 h 7865691"/>
                  <a:gd name="connsiteX304" fmla="*/ 5560426 w 10879987"/>
                  <a:gd name="connsiteY304" fmla="*/ 3567964 h 7865691"/>
                  <a:gd name="connsiteX305" fmla="*/ 5608844 w 10879987"/>
                  <a:gd name="connsiteY305" fmla="*/ 3611285 h 7865691"/>
                  <a:gd name="connsiteX306" fmla="*/ 5659810 w 10879987"/>
                  <a:gd name="connsiteY306" fmla="*/ 3654604 h 7865691"/>
                  <a:gd name="connsiteX307" fmla="*/ 5710775 w 10879987"/>
                  <a:gd name="connsiteY307" fmla="*/ 3692830 h 7865691"/>
                  <a:gd name="connsiteX308" fmla="*/ 5759192 w 10879987"/>
                  <a:gd name="connsiteY308" fmla="*/ 3725956 h 7865691"/>
                  <a:gd name="connsiteX309" fmla="*/ 5810157 w 10879987"/>
                  <a:gd name="connsiteY309" fmla="*/ 3759084 h 7865691"/>
                  <a:gd name="connsiteX310" fmla="*/ 5863672 w 10879987"/>
                  <a:gd name="connsiteY310" fmla="*/ 3787115 h 7865691"/>
                  <a:gd name="connsiteX311" fmla="*/ 5914637 w 10879987"/>
                  <a:gd name="connsiteY311" fmla="*/ 3807501 h 7865691"/>
                  <a:gd name="connsiteX312" fmla="*/ 5965602 w 10879987"/>
                  <a:gd name="connsiteY312" fmla="*/ 3825340 h 7865691"/>
                  <a:gd name="connsiteX313" fmla="*/ 6019115 w 10879987"/>
                  <a:gd name="connsiteY313" fmla="*/ 3832983 h 7865691"/>
                  <a:gd name="connsiteX314" fmla="*/ 6044598 w 10879987"/>
                  <a:gd name="connsiteY314" fmla="*/ 3835532 h 7865691"/>
                  <a:gd name="connsiteX315" fmla="*/ 6070081 w 10879987"/>
                  <a:gd name="connsiteY315" fmla="*/ 3835533 h 7865691"/>
                  <a:gd name="connsiteX316" fmla="*/ 6088201 w 10879987"/>
                  <a:gd name="connsiteY316" fmla="*/ 3835532 h 7865691"/>
                  <a:gd name="connsiteX317" fmla="*/ 6127028 w 10879987"/>
                  <a:gd name="connsiteY317" fmla="*/ 3827657 h 7865691"/>
                  <a:gd name="connsiteX318" fmla="*/ 6175249 w 10879987"/>
                  <a:gd name="connsiteY318" fmla="*/ 3815024 h 7865691"/>
                  <a:gd name="connsiteX319" fmla="*/ 6226478 w 10879987"/>
                  <a:gd name="connsiteY319" fmla="*/ 3800504 h 7865691"/>
                  <a:gd name="connsiteX320" fmla="*/ 6284027 w 10879987"/>
                  <a:gd name="connsiteY320" fmla="*/ 3785374 h 7865691"/>
                  <a:gd name="connsiteX321" fmla="*/ 6344278 w 10879987"/>
                  <a:gd name="connsiteY321" fmla="*/ 3765199 h 7865691"/>
                  <a:gd name="connsiteX322" fmla="*/ 6408812 w 10879987"/>
                  <a:gd name="connsiteY322" fmla="*/ 3739825 h 7865691"/>
                  <a:gd name="connsiteX323" fmla="*/ 6476506 w 10879987"/>
                  <a:gd name="connsiteY323" fmla="*/ 3714145 h 7865691"/>
                  <a:gd name="connsiteX324" fmla="*/ 6546750 w 10879987"/>
                  <a:gd name="connsiteY324" fmla="*/ 3681840 h 7865691"/>
                  <a:gd name="connsiteX325" fmla="*/ 6619848 w 10879987"/>
                  <a:gd name="connsiteY325" fmla="*/ 3646069 h 7865691"/>
                  <a:gd name="connsiteX326" fmla="*/ 6695802 w 10879987"/>
                  <a:gd name="connsiteY326" fmla="*/ 3606832 h 7865691"/>
                  <a:gd name="connsiteX327" fmla="*/ 6769717 w 10879987"/>
                  <a:gd name="connsiteY327" fmla="*/ 3563008 h 7865691"/>
                  <a:gd name="connsiteX328" fmla="*/ 6846182 w 10879987"/>
                  <a:gd name="connsiteY328" fmla="*/ 3512557 h 7865691"/>
                  <a:gd name="connsiteX329" fmla="*/ 6885128 w 10879987"/>
                  <a:gd name="connsiteY329" fmla="*/ 3486466 h 7865691"/>
                  <a:gd name="connsiteX330" fmla="*/ 6923922 w 10879987"/>
                  <a:gd name="connsiteY330" fmla="*/ 3458794 h 7865691"/>
                  <a:gd name="connsiteX331" fmla="*/ 6960982 w 10879987"/>
                  <a:gd name="connsiteY331" fmla="*/ 3429695 h 7865691"/>
                  <a:gd name="connsiteX332" fmla="*/ 6999623 w 10879987"/>
                  <a:gd name="connsiteY332" fmla="*/ 3400443 h 7865691"/>
                  <a:gd name="connsiteX333" fmla="*/ 7037959 w 10879987"/>
                  <a:gd name="connsiteY333" fmla="*/ 3368031 h 7865691"/>
                  <a:gd name="connsiteX334" fmla="*/ 7074561 w 10879987"/>
                  <a:gd name="connsiteY334" fmla="*/ 3334191 h 7865691"/>
                  <a:gd name="connsiteX335" fmla="*/ 7112744 w 10879987"/>
                  <a:gd name="connsiteY335" fmla="*/ 3300199 h 7865691"/>
                  <a:gd name="connsiteX336" fmla="*/ 7147461 w 10879987"/>
                  <a:gd name="connsiteY336" fmla="*/ 3263352 h 7865691"/>
                  <a:gd name="connsiteX337" fmla="*/ 7183759 w 10879987"/>
                  <a:gd name="connsiteY337" fmla="*/ 3226352 h 7865691"/>
                  <a:gd name="connsiteX338" fmla="*/ 7219751 w 10879987"/>
                  <a:gd name="connsiteY338" fmla="*/ 3186191 h 7865691"/>
                  <a:gd name="connsiteX339" fmla="*/ 7255743 w 10879987"/>
                  <a:gd name="connsiteY339" fmla="*/ 3146031 h 7865691"/>
                  <a:gd name="connsiteX340" fmla="*/ 7290002 w 10879987"/>
                  <a:gd name="connsiteY340" fmla="*/ 3104444 h 7865691"/>
                  <a:gd name="connsiteX341" fmla="*/ 7322375 w 10879987"/>
                  <a:gd name="connsiteY341" fmla="*/ 3059848 h 7865691"/>
                  <a:gd name="connsiteX342" fmla="*/ 7356176 w 10879987"/>
                  <a:gd name="connsiteY342" fmla="*/ 3013520 h 7865691"/>
                  <a:gd name="connsiteX343" fmla="*/ 7388397 w 10879987"/>
                  <a:gd name="connsiteY343" fmla="*/ 2967345 h 7865691"/>
                  <a:gd name="connsiteX344" fmla="*/ 7418580 w 10879987"/>
                  <a:gd name="connsiteY344" fmla="*/ 2916582 h 7865691"/>
                  <a:gd name="connsiteX345" fmla="*/ 7450496 w 10879987"/>
                  <a:gd name="connsiteY345" fmla="*/ 2867246 h 7865691"/>
                  <a:gd name="connsiteX346" fmla="*/ 7478793 w 10879987"/>
                  <a:gd name="connsiteY346" fmla="*/ 2813475 h 7865691"/>
                  <a:gd name="connsiteX347" fmla="*/ 7507090 w 10879987"/>
                  <a:gd name="connsiteY347" fmla="*/ 2759705 h 7865691"/>
                  <a:gd name="connsiteX348" fmla="*/ 7533655 w 10879987"/>
                  <a:gd name="connsiteY348" fmla="*/ 2704506 h 7865691"/>
                  <a:gd name="connsiteX349" fmla="*/ 7558334 w 10879987"/>
                  <a:gd name="connsiteY349" fmla="*/ 2646301 h 7865691"/>
                  <a:gd name="connsiteX350" fmla="*/ 7582860 w 10879987"/>
                  <a:gd name="connsiteY350" fmla="*/ 2586515 h 7865691"/>
                  <a:gd name="connsiteX351" fmla="*/ 7605348 w 10879987"/>
                  <a:gd name="connsiteY351" fmla="*/ 2522141 h 7865691"/>
                  <a:gd name="connsiteX352" fmla="*/ 7626409 w 10879987"/>
                  <a:gd name="connsiteY352" fmla="*/ 2459500 h 7865691"/>
                  <a:gd name="connsiteX353" fmla="*/ 7647164 w 10879987"/>
                  <a:gd name="connsiteY353" fmla="*/ 2393699 h 7865691"/>
                  <a:gd name="connsiteX354" fmla="*/ 7666187 w 10879987"/>
                  <a:gd name="connsiteY354" fmla="*/ 2326471 h 7865691"/>
                  <a:gd name="connsiteX355" fmla="*/ 7683324 w 10879987"/>
                  <a:gd name="connsiteY355" fmla="*/ 2256234 h 7865691"/>
                  <a:gd name="connsiteX356" fmla="*/ 7697148 w 10879987"/>
                  <a:gd name="connsiteY356" fmla="*/ 2184723 h 7865691"/>
                  <a:gd name="connsiteX357" fmla="*/ 7710514 w 10879987"/>
                  <a:gd name="connsiteY357" fmla="*/ 2108472 h 7865691"/>
                  <a:gd name="connsiteX358" fmla="*/ 7722300 w 10879987"/>
                  <a:gd name="connsiteY358" fmla="*/ 2032373 h 7865691"/>
                  <a:gd name="connsiteX359" fmla="*/ 7728269 w 10879987"/>
                  <a:gd name="connsiteY359" fmla="*/ 1995114 h 7865691"/>
                  <a:gd name="connsiteX360" fmla="*/ 7738215 w 10879987"/>
                  <a:gd name="connsiteY360" fmla="*/ 1949496 h 7865691"/>
                  <a:gd name="connsiteX361" fmla="*/ 7750864 w 10879987"/>
                  <a:gd name="connsiteY361" fmla="*/ 1898832 h 7865691"/>
                  <a:gd name="connsiteX362" fmla="*/ 7769527 w 10879987"/>
                  <a:gd name="connsiteY362" fmla="*/ 1844397 h 7865691"/>
                  <a:gd name="connsiteX363" fmla="*/ 7781153 w 10879987"/>
                  <a:gd name="connsiteY363" fmla="*/ 1816161 h 7865691"/>
                  <a:gd name="connsiteX364" fmla="*/ 7792932 w 10879987"/>
                  <a:gd name="connsiteY364" fmla="*/ 1789504 h 7865691"/>
                  <a:gd name="connsiteX365" fmla="*/ 7806138 w 10879987"/>
                  <a:gd name="connsiteY365" fmla="*/ 1761115 h 7865691"/>
                  <a:gd name="connsiteX366" fmla="*/ 7821076 w 10879987"/>
                  <a:gd name="connsiteY366" fmla="*/ 1734153 h 7865691"/>
                  <a:gd name="connsiteX367" fmla="*/ 7836320 w 10879987"/>
                  <a:gd name="connsiteY367" fmla="*/ 1710352 h 7865691"/>
                  <a:gd name="connsiteX368" fmla="*/ 7856305 w 10879987"/>
                  <a:gd name="connsiteY368" fmla="*/ 1686093 h 7865691"/>
                  <a:gd name="connsiteX369" fmla="*/ 7876442 w 10879987"/>
                  <a:gd name="connsiteY369" fmla="*/ 1663413 h 7865691"/>
                  <a:gd name="connsiteX370" fmla="*/ 7896579 w 10879987"/>
                  <a:gd name="connsiteY370" fmla="*/ 1640734 h 7865691"/>
                  <a:gd name="connsiteX371" fmla="*/ 7918755 w 10879987"/>
                  <a:gd name="connsiteY371" fmla="*/ 1622642 h 7865691"/>
                  <a:gd name="connsiteX372" fmla="*/ 7944396 w 10879987"/>
                  <a:gd name="connsiteY372" fmla="*/ 1607405 h 7865691"/>
                  <a:gd name="connsiteX373" fmla="*/ 7970036 w 10879987"/>
                  <a:gd name="connsiteY373" fmla="*/ 1592169 h 7865691"/>
                  <a:gd name="connsiteX374" fmla="*/ 7997868 w 10879987"/>
                  <a:gd name="connsiteY374" fmla="*/ 1583100 h 7865691"/>
                  <a:gd name="connsiteX375" fmla="*/ 8027586 w 10879987"/>
                  <a:gd name="connsiteY375" fmla="*/ 1577039 h 7865691"/>
                  <a:gd name="connsiteX376" fmla="*/ 8058883 w 10879987"/>
                  <a:gd name="connsiteY376" fmla="*/ 1570825 h 7865691"/>
                  <a:gd name="connsiteX377" fmla="*/ 8094104 w 10879987"/>
                  <a:gd name="connsiteY377" fmla="*/ 1572207 h 7865691"/>
                  <a:gd name="connsiteX378" fmla="*/ 8129631 w 10879987"/>
                  <a:gd name="connsiteY378" fmla="*/ 1576748 h 7865691"/>
                  <a:gd name="connsiteX379" fmla="*/ 8168776 w 10879987"/>
                  <a:gd name="connsiteY379" fmla="*/ 1585725 h 7865691"/>
                  <a:gd name="connsiteX380" fmla="*/ 8209959 w 10879987"/>
                  <a:gd name="connsiteY380" fmla="*/ 1599290 h 7865691"/>
                  <a:gd name="connsiteX381" fmla="*/ 8253332 w 10879987"/>
                  <a:gd name="connsiteY381" fmla="*/ 1619022 h 7865691"/>
                  <a:gd name="connsiteX382" fmla="*/ 8297164 w 10879987"/>
                  <a:gd name="connsiteY382" fmla="*/ 1643496 h 7865691"/>
                  <a:gd name="connsiteX383" fmla="*/ 8344767 w 10879987"/>
                  <a:gd name="connsiteY383" fmla="*/ 1673984 h 7865691"/>
                  <a:gd name="connsiteX384" fmla="*/ 8394408 w 10879987"/>
                  <a:gd name="connsiteY384" fmla="*/ 1709059 h 7865691"/>
                  <a:gd name="connsiteX385" fmla="*/ 8447973 w 10879987"/>
                  <a:gd name="connsiteY385" fmla="*/ 1751731 h 7865691"/>
                  <a:gd name="connsiteX386" fmla="*/ 8503728 w 10879987"/>
                  <a:gd name="connsiteY386" fmla="*/ 1800570 h 7865691"/>
                  <a:gd name="connsiteX387" fmla="*/ 8574110 w 10879987"/>
                  <a:gd name="connsiteY387" fmla="*/ 1868729 h 7865691"/>
                  <a:gd name="connsiteX388" fmla="*/ 8623392 w 10879987"/>
                  <a:gd name="connsiteY388" fmla="*/ 1916599 h 7865691"/>
                  <a:gd name="connsiteX389" fmla="*/ 8679300 w 10879987"/>
                  <a:gd name="connsiteY389" fmla="*/ 1967018 h 7865691"/>
                  <a:gd name="connsiteX390" fmla="*/ 8739949 w 10879987"/>
                  <a:gd name="connsiteY390" fmla="*/ 2016979 h 7865691"/>
                  <a:gd name="connsiteX391" fmla="*/ 8771139 w 10879987"/>
                  <a:gd name="connsiteY391" fmla="*/ 2042674 h 7865691"/>
                  <a:gd name="connsiteX392" fmla="*/ 8803758 w 10879987"/>
                  <a:gd name="connsiteY392" fmla="*/ 2066635 h 7865691"/>
                  <a:gd name="connsiteX393" fmla="*/ 8837956 w 10879987"/>
                  <a:gd name="connsiteY393" fmla="*/ 2090444 h 7865691"/>
                  <a:gd name="connsiteX394" fmla="*/ 8871849 w 10879987"/>
                  <a:gd name="connsiteY394" fmla="*/ 2111093 h 7865691"/>
                  <a:gd name="connsiteX395" fmla="*/ 8903856 w 10879987"/>
                  <a:gd name="connsiteY395" fmla="*/ 2128734 h 7865691"/>
                  <a:gd name="connsiteX396" fmla="*/ 8937444 w 10879987"/>
                  <a:gd name="connsiteY396" fmla="*/ 2146222 h 7865691"/>
                  <a:gd name="connsiteX397" fmla="*/ 8972307 w 10879987"/>
                  <a:gd name="connsiteY397" fmla="*/ 2160398 h 7865691"/>
                  <a:gd name="connsiteX398" fmla="*/ 9005131 w 10879987"/>
                  <a:gd name="connsiteY398" fmla="*/ 2169985 h 7865691"/>
                  <a:gd name="connsiteX399" fmla="*/ 9037802 w 10879987"/>
                  <a:gd name="connsiteY399" fmla="*/ 2177992 h 7865691"/>
                  <a:gd name="connsiteX400" fmla="*/ 9071443 w 10879987"/>
                  <a:gd name="connsiteY400" fmla="*/ 2179527 h 7865691"/>
                  <a:gd name="connsiteX401" fmla="*/ 9087397 w 10879987"/>
                  <a:gd name="connsiteY401" fmla="*/ 2179580 h 7865691"/>
                  <a:gd name="connsiteX402" fmla="*/ 9103199 w 10879987"/>
                  <a:gd name="connsiteY402" fmla="*/ 2178053 h 7865691"/>
                  <a:gd name="connsiteX403" fmla="*/ 9119000 w 10879987"/>
                  <a:gd name="connsiteY403" fmla="*/ 2176526 h 7865691"/>
                  <a:gd name="connsiteX404" fmla="*/ 9133069 w 10879987"/>
                  <a:gd name="connsiteY404" fmla="*/ 2173572 h 7865691"/>
                  <a:gd name="connsiteX405" fmla="*/ 9148565 w 10879987"/>
                  <a:gd name="connsiteY405" fmla="*/ 2168885 h 7865691"/>
                  <a:gd name="connsiteX406" fmla="*/ 9162175 w 10879987"/>
                  <a:gd name="connsiteY406" fmla="*/ 2161191 h 7865691"/>
                  <a:gd name="connsiteX407" fmla="*/ 9178946 w 10879987"/>
                  <a:gd name="connsiteY407" fmla="*/ 2153190 h 7865691"/>
                  <a:gd name="connsiteX408" fmla="*/ 9192404 w 10879987"/>
                  <a:gd name="connsiteY408" fmla="*/ 2143916 h 7865691"/>
                  <a:gd name="connsiteX409" fmla="*/ 9205862 w 10879987"/>
                  <a:gd name="connsiteY409" fmla="*/ 2134641 h 7865691"/>
                  <a:gd name="connsiteX410" fmla="*/ 9219015 w 10879987"/>
                  <a:gd name="connsiteY410" fmla="*/ 2122206 h 7865691"/>
                  <a:gd name="connsiteX411" fmla="*/ 9232014 w 10879987"/>
                  <a:gd name="connsiteY411" fmla="*/ 2108190 h 7865691"/>
                  <a:gd name="connsiteX412" fmla="*/ 9243434 w 10879987"/>
                  <a:gd name="connsiteY412" fmla="*/ 2094328 h 7865691"/>
                  <a:gd name="connsiteX413" fmla="*/ 9256129 w 10879987"/>
                  <a:gd name="connsiteY413" fmla="*/ 2077152 h 7865691"/>
                  <a:gd name="connsiteX414" fmla="*/ 9267090 w 10879987"/>
                  <a:gd name="connsiteY414" fmla="*/ 2058550 h 7865691"/>
                  <a:gd name="connsiteX415" fmla="*/ 9276166 w 10879987"/>
                  <a:gd name="connsiteY415" fmla="*/ 2036939 h 7865691"/>
                  <a:gd name="connsiteX416" fmla="*/ 9286975 w 10879987"/>
                  <a:gd name="connsiteY416" fmla="*/ 2016756 h 7865691"/>
                  <a:gd name="connsiteX417" fmla="*/ 9295746 w 10879987"/>
                  <a:gd name="connsiteY417" fmla="*/ 1991985 h 7865691"/>
                  <a:gd name="connsiteX418" fmla="*/ 9305945 w 10879987"/>
                  <a:gd name="connsiteY418" fmla="*/ 1965481 h 7865691"/>
                  <a:gd name="connsiteX419" fmla="*/ 9314410 w 10879987"/>
                  <a:gd name="connsiteY419" fmla="*/ 1937550 h 7865691"/>
                  <a:gd name="connsiteX420" fmla="*/ 9322723 w 10879987"/>
                  <a:gd name="connsiteY420" fmla="*/ 1908039 h 7865691"/>
                  <a:gd name="connsiteX421" fmla="*/ 9329303 w 10879987"/>
                  <a:gd name="connsiteY421" fmla="*/ 1877100 h 7865691"/>
                  <a:gd name="connsiteX422" fmla="*/ 9335577 w 10879987"/>
                  <a:gd name="connsiteY422" fmla="*/ 1843001 h 7865691"/>
                  <a:gd name="connsiteX423" fmla="*/ 9345936 w 10879987"/>
                  <a:gd name="connsiteY423" fmla="*/ 1768635 h 7865691"/>
                  <a:gd name="connsiteX424" fmla="*/ 9360477 w 10879987"/>
                  <a:gd name="connsiteY424" fmla="*/ 1671536 h 7865691"/>
                  <a:gd name="connsiteX425" fmla="*/ 9375683 w 10879987"/>
                  <a:gd name="connsiteY425" fmla="*/ 1564804 h 7865691"/>
                  <a:gd name="connsiteX426" fmla="*/ 9393285 w 10879987"/>
                  <a:gd name="connsiteY426" fmla="*/ 1449866 h 7865691"/>
                  <a:gd name="connsiteX427" fmla="*/ 9413285 w 10879987"/>
                  <a:gd name="connsiteY427" fmla="*/ 1326722 h 7865691"/>
                  <a:gd name="connsiteX428" fmla="*/ 9437566 w 10879987"/>
                  <a:gd name="connsiteY428" fmla="*/ 1198379 h 7865691"/>
                  <a:gd name="connsiteX429" fmla="*/ 9466131 w 10879987"/>
                  <a:gd name="connsiteY429" fmla="*/ 1064838 h 7865691"/>
                  <a:gd name="connsiteX430" fmla="*/ 9495664 w 10879987"/>
                  <a:gd name="connsiteY430" fmla="*/ 924823 h 7865691"/>
                  <a:gd name="connsiteX431" fmla="*/ 9529480 w 10879987"/>
                  <a:gd name="connsiteY431" fmla="*/ 779611 h 7865691"/>
                  <a:gd name="connsiteX432" fmla="*/ 9539220 w 10879987"/>
                  <a:gd name="connsiteY432" fmla="*/ 748367 h 7865691"/>
                  <a:gd name="connsiteX433" fmla="*/ 9550083 w 10879987"/>
                  <a:gd name="connsiteY433" fmla="*/ 712229 h 7865691"/>
                  <a:gd name="connsiteX434" fmla="*/ 9562678 w 10879987"/>
                  <a:gd name="connsiteY434" fmla="*/ 677520 h 7865691"/>
                  <a:gd name="connsiteX435" fmla="*/ 9579708 w 10879987"/>
                  <a:gd name="connsiteY435" fmla="*/ 639192 h 7865691"/>
                  <a:gd name="connsiteX436" fmla="*/ 9598471 w 10879987"/>
                  <a:gd name="connsiteY436" fmla="*/ 602291 h 7865691"/>
                  <a:gd name="connsiteX437" fmla="*/ 9620089 w 10879987"/>
                  <a:gd name="connsiteY437" fmla="*/ 561925 h 7865691"/>
                  <a:gd name="connsiteX438" fmla="*/ 9643440 w 10879987"/>
                  <a:gd name="connsiteY438" fmla="*/ 522986 h 7865691"/>
                  <a:gd name="connsiteX439" fmla="*/ 9673264 w 10879987"/>
                  <a:gd name="connsiteY439" fmla="*/ 485017 h 7865691"/>
                  <a:gd name="connsiteX440" fmla="*/ 9702935 w 10879987"/>
                  <a:gd name="connsiteY440" fmla="*/ 445467 h 7865691"/>
                  <a:gd name="connsiteX441" fmla="*/ 9737653 w 10879987"/>
                  <a:gd name="connsiteY441" fmla="*/ 408620 h 7865691"/>
                  <a:gd name="connsiteX442" fmla="*/ 9775530 w 10879987"/>
                  <a:gd name="connsiteY442" fmla="*/ 371468 h 7865691"/>
                  <a:gd name="connsiteX443" fmla="*/ 9816721 w 10879987"/>
                  <a:gd name="connsiteY443" fmla="*/ 335590 h 7865691"/>
                  <a:gd name="connsiteX444" fmla="*/ 9861377 w 10879987"/>
                  <a:gd name="connsiteY444" fmla="*/ 302567 h 7865691"/>
                  <a:gd name="connsiteX445" fmla="*/ 9911078 w 10879987"/>
                  <a:gd name="connsiteY445" fmla="*/ 272246 h 7865691"/>
                  <a:gd name="connsiteX446" fmla="*/ 9938300 w 10879987"/>
                  <a:gd name="connsiteY446" fmla="*/ 256857 h 7865691"/>
                  <a:gd name="connsiteX447" fmla="*/ 9965826 w 10879987"/>
                  <a:gd name="connsiteY447" fmla="*/ 244628 h 7865691"/>
                  <a:gd name="connsiteX448" fmla="*/ 9994780 w 10879987"/>
                  <a:gd name="connsiteY448" fmla="*/ 230666 h 7865691"/>
                  <a:gd name="connsiteX449" fmla="*/ 10025314 w 10879987"/>
                  <a:gd name="connsiteY449" fmla="*/ 216551 h 7865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Lst>
                <a:rect l="l" t="t" r="r" b="b"/>
                <a:pathLst>
                  <a:path w="10879987" h="7865691">
                    <a:moveTo>
                      <a:pt x="9810185" y="69874"/>
                    </a:moveTo>
                    <a:lnTo>
                      <a:pt x="10879987" y="0"/>
                    </a:lnTo>
                    <a:lnTo>
                      <a:pt x="10468312" y="526219"/>
                    </a:lnTo>
                    <a:lnTo>
                      <a:pt x="10269901" y="387496"/>
                    </a:lnTo>
                    <a:lnTo>
                      <a:pt x="10211688" y="412259"/>
                    </a:lnTo>
                    <a:lnTo>
                      <a:pt x="10158520" y="439725"/>
                    </a:lnTo>
                    <a:lnTo>
                      <a:pt x="10110398" y="469893"/>
                    </a:lnTo>
                    <a:lnTo>
                      <a:pt x="10067170" y="501183"/>
                    </a:lnTo>
                    <a:lnTo>
                      <a:pt x="10027254" y="533748"/>
                    </a:lnTo>
                    <a:lnTo>
                      <a:pt x="9990652" y="567587"/>
                    </a:lnTo>
                    <a:lnTo>
                      <a:pt x="9957209" y="601122"/>
                    </a:lnTo>
                    <a:lnTo>
                      <a:pt x="9930240" y="635625"/>
                    </a:lnTo>
                    <a:lnTo>
                      <a:pt x="9905004" y="671556"/>
                    </a:lnTo>
                    <a:lnTo>
                      <a:pt x="9882928" y="707182"/>
                    </a:lnTo>
                    <a:lnTo>
                      <a:pt x="9862279" y="741075"/>
                    </a:lnTo>
                    <a:lnTo>
                      <a:pt x="9846676" y="777670"/>
                    </a:lnTo>
                    <a:lnTo>
                      <a:pt x="9832348" y="810953"/>
                    </a:lnTo>
                    <a:lnTo>
                      <a:pt x="9821333" y="845510"/>
                    </a:lnTo>
                    <a:lnTo>
                      <a:pt x="9811593" y="876754"/>
                    </a:lnTo>
                    <a:lnTo>
                      <a:pt x="9803280" y="906265"/>
                    </a:lnTo>
                    <a:lnTo>
                      <a:pt x="9786754" y="982822"/>
                    </a:lnTo>
                    <a:lnTo>
                      <a:pt x="9773999" y="1065394"/>
                    </a:lnTo>
                    <a:lnTo>
                      <a:pt x="9761854" y="1154286"/>
                    </a:lnTo>
                    <a:lnTo>
                      <a:pt x="9753328" y="1247614"/>
                    </a:lnTo>
                    <a:lnTo>
                      <a:pt x="9746687" y="1343949"/>
                    </a:lnTo>
                    <a:lnTo>
                      <a:pt x="9740199" y="1441865"/>
                    </a:lnTo>
                    <a:lnTo>
                      <a:pt x="9737176" y="1542635"/>
                    </a:lnTo>
                    <a:lnTo>
                      <a:pt x="9732574" y="1643558"/>
                    </a:lnTo>
                    <a:lnTo>
                      <a:pt x="9727956" y="1843366"/>
                    </a:lnTo>
                    <a:lnTo>
                      <a:pt x="9725736" y="2034968"/>
                    </a:lnTo>
                    <a:lnTo>
                      <a:pt x="9721836" y="2209188"/>
                    </a:lnTo>
                    <a:lnTo>
                      <a:pt x="9717226" y="2359553"/>
                    </a:lnTo>
                    <a:lnTo>
                      <a:pt x="9714570" y="2398087"/>
                    </a:lnTo>
                    <a:lnTo>
                      <a:pt x="9711761" y="2435041"/>
                    </a:lnTo>
                    <a:lnTo>
                      <a:pt x="9706913" y="2467407"/>
                    </a:lnTo>
                    <a:lnTo>
                      <a:pt x="9702066" y="2499774"/>
                    </a:lnTo>
                    <a:lnTo>
                      <a:pt x="9695334" y="2529132"/>
                    </a:lnTo>
                    <a:lnTo>
                      <a:pt x="9688448" y="2556911"/>
                    </a:lnTo>
                    <a:lnTo>
                      <a:pt x="9681563" y="2584689"/>
                    </a:lnTo>
                    <a:lnTo>
                      <a:pt x="9672792" y="2609460"/>
                    </a:lnTo>
                    <a:lnTo>
                      <a:pt x="9663716" y="2631071"/>
                    </a:lnTo>
                    <a:lnTo>
                      <a:pt x="9653060" y="2652834"/>
                    </a:lnTo>
                    <a:lnTo>
                      <a:pt x="9642098" y="2671437"/>
                    </a:lnTo>
                    <a:lnTo>
                      <a:pt x="9629403" y="2688612"/>
                    </a:lnTo>
                    <a:lnTo>
                      <a:pt x="9618136" y="2704055"/>
                    </a:lnTo>
                    <a:lnTo>
                      <a:pt x="9605289" y="2719650"/>
                    </a:lnTo>
                    <a:lnTo>
                      <a:pt x="9592137" y="2732085"/>
                    </a:lnTo>
                    <a:lnTo>
                      <a:pt x="9578984" y="2744521"/>
                    </a:lnTo>
                    <a:lnTo>
                      <a:pt x="9564099" y="2755528"/>
                    </a:lnTo>
                    <a:lnTo>
                      <a:pt x="9548908" y="2763376"/>
                    </a:lnTo>
                    <a:lnTo>
                      <a:pt x="9535450" y="2772650"/>
                    </a:lnTo>
                    <a:lnTo>
                      <a:pt x="9519954" y="2777337"/>
                    </a:lnTo>
                    <a:lnTo>
                      <a:pt x="9501298" y="2782330"/>
                    </a:lnTo>
                    <a:lnTo>
                      <a:pt x="9485802" y="2787017"/>
                    </a:lnTo>
                    <a:lnTo>
                      <a:pt x="9470153" y="2790124"/>
                    </a:lnTo>
                    <a:lnTo>
                      <a:pt x="9452771" y="2791803"/>
                    </a:lnTo>
                    <a:lnTo>
                      <a:pt x="9417703" y="2792002"/>
                    </a:lnTo>
                    <a:lnTo>
                      <a:pt x="9384062" y="2790468"/>
                    </a:lnTo>
                    <a:lnTo>
                      <a:pt x="9348383" y="2784346"/>
                    </a:lnTo>
                    <a:lnTo>
                      <a:pt x="9312398" y="2775063"/>
                    </a:lnTo>
                    <a:lnTo>
                      <a:pt x="9276261" y="2764201"/>
                    </a:lnTo>
                    <a:lnTo>
                      <a:pt x="9241551" y="2751606"/>
                    </a:lnTo>
                    <a:lnTo>
                      <a:pt x="9208269" y="2737278"/>
                    </a:lnTo>
                    <a:lnTo>
                      <a:pt x="9173101" y="2719942"/>
                    </a:lnTo>
                    <a:lnTo>
                      <a:pt x="9141247" y="2703881"/>
                    </a:lnTo>
                    <a:lnTo>
                      <a:pt x="9110667" y="2684508"/>
                    </a:lnTo>
                    <a:lnTo>
                      <a:pt x="9053277" y="2651775"/>
                    </a:lnTo>
                    <a:lnTo>
                      <a:pt x="9006949" y="2617974"/>
                    </a:lnTo>
                    <a:lnTo>
                      <a:pt x="8970866" y="2591158"/>
                    </a:lnTo>
                    <a:lnTo>
                      <a:pt x="8939675" y="2565463"/>
                    </a:lnTo>
                    <a:lnTo>
                      <a:pt x="8879332" y="2518662"/>
                    </a:lnTo>
                    <a:lnTo>
                      <a:pt x="8824645" y="2480885"/>
                    </a:lnTo>
                    <a:lnTo>
                      <a:pt x="8770263" y="2446267"/>
                    </a:lnTo>
                    <a:lnTo>
                      <a:pt x="8721386" y="2419091"/>
                    </a:lnTo>
                    <a:lnTo>
                      <a:pt x="8674546" y="2396504"/>
                    </a:lnTo>
                    <a:lnTo>
                      <a:pt x="8629745" y="2378504"/>
                    </a:lnTo>
                    <a:lnTo>
                      <a:pt x="8588715" y="2366520"/>
                    </a:lnTo>
                    <a:lnTo>
                      <a:pt x="8547990" y="2357695"/>
                    </a:lnTo>
                    <a:lnTo>
                      <a:pt x="8511036" y="2354886"/>
                    </a:lnTo>
                    <a:lnTo>
                      <a:pt x="8477395" y="2353352"/>
                    </a:lnTo>
                    <a:lnTo>
                      <a:pt x="8445792" y="2356406"/>
                    </a:lnTo>
                    <a:lnTo>
                      <a:pt x="8414800" y="2365780"/>
                    </a:lnTo>
                    <a:lnTo>
                      <a:pt x="8386968" y="2374849"/>
                    </a:lnTo>
                    <a:lnTo>
                      <a:pt x="8361175" y="2388505"/>
                    </a:lnTo>
                    <a:lnTo>
                      <a:pt x="8338694" y="2403437"/>
                    </a:lnTo>
                    <a:lnTo>
                      <a:pt x="8316519" y="2421528"/>
                    </a:lnTo>
                    <a:lnTo>
                      <a:pt x="8294496" y="2441200"/>
                    </a:lnTo>
                    <a:lnTo>
                      <a:pt x="8277519" y="2463574"/>
                    </a:lnTo>
                    <a:lnTo>
                      <a:pt x="8262122" y="2485795"/>
                    </a:lnTo>
                    <a:lnTo>
                      <a:pt x="8245451" y="2511329"/>
                    </a:lnTo>
                    <a:lnTo>
                      <a:pt x="8231939" y="2536558"/>
                    </a:lnTo>
                    <a:lnTo>
                      <a:pt x="8220008" y="2561634"/>
                    </a:lnTo>
                    <a:lnTo>
                      <a:pt x="8208230" y="2588291"/>
                    </a:lnTo>
                    <a:lnTo>
                      <a:pt x="8199612" y="2614642"/>
                    </a:lnTo>
                    <a:lnTo>
                      <a:pt x="8183956" y="2667191"/>
                    </a:lnTo>
                    <a:lnTo>
                      <a:pt x="8172734" y="2716122"/>
                    </a:lnTo>
                    <a:lnTo>
                      <a:pt x="8164216" y="2760007"/>
                    </a:lnTo>
                    <a:lnTo>
                      <a:pt x="8158399" y="2798847"/>
                    </a:lnTo>
                    <a:lnTo>
                      <a:pt x="8146613" y="2874945"/>
                    </a:lnTo>
                    <a:lnTo>
                      <a:pt x="8131514" y="2949769"/>
                    </a:lnTo>
                    <a:lnTo>
                      <a:pt x="8116110" y="3021433"/>
                    </a:lnTo>
                    <a:lnTo>
                      <a:pt x="8098820" y="3090089"/>
                    </a:lnTo>
                    <a:lnTo>
                      <a:pt x="8079951" y="3158898"/>
                    </a:lnTo>
                    <a:lnTo>
                      <a:pt x="8057768" y="3226432"/>
                    </a:lnTo>
                    <a:lnTo>
                      <a:pt x="8035127" y="3289226"/>
                    </a:lnTo>
                    <a:lnTo>
                      <a:pt x="8011059" y="3353752"/>
                    </a:lnTo>
                    <a:lnTo>
                      <a:pt x="7983372" y="3413843"/>
                    </a:lnTo>
                    <a:lnTo>
                      <a:pt x="7957113" y="3472202"/>
                    </a:lnTo>
                    <a:lnTo>
                      <a:pt x="7925961" y="3529438"/>
                    </a:lnTo>
                    <a:lnTo>
                      <a:pt x="7896083" y="3583362"/>
                    </a:lnTo>
                    <a:lnTo>
                      <a:pt x="7864626" y="3637438"/>
                    </a:lnTo>
                    <a:lnTo>
                      <a:pt x="7831130" y="3686926"/>
                    </a:lnTo>
                    <a:lnTo>
                      <a:pt x="7797787" y="3737994"/>
                    </a:lnTo>
                    <a:lnTo>
                      <a:pt x="7762559" y="3786055"/>
                    </a:lnTo>
                    <a:lnTo>
                      <a:pt x="7725597" y="3832689"/>
                    </a:lnTo>
                    <a:lnTo>
                      <a:pt x="7688483" y="3877742"/>
                    </a:lnTo>
                    <a:lnTo>
                      <a:pt x="7649636" y="3921368"/>
                    </a:lnTo>
                    <a:lnTo>
                      <a:pt x="7612064" y="3961681"/>
                    </a:lnTo>
                    <a:lnTo>
                      <a:pt x="7571332" y="4002299"/>
                    </a:lnTo>
                    <a:lnTo>
                      <a:pt x="7530447" y="4041337"/>
                    </a:lnTo>
                    <a:lnTo>
                      <a:pt x="7489409" y="4078795"/>
                    </a:lnTo>
                    <a:lnTo>
                      <a:pt x="7448066" y="4113093"/>
                    </a:lnTo>
                    <a:lnTo>
                      <a:pt x="7406723" y="4147390"/>
                    </a:lnTo>
                    <a:lnTo>
                      <a:pt x="7365227" y="4180108"/>
                    </a:lnTo>
                    <a:lnTo>
                      <a:pt x="7321998" y="4211398"/>
                    </a:lnTo>
                    <a:lnTo>
                      <a:pt x="7280350" y="4242535"/>
                    </a:lnTo>
                    <a:lnTo>
                      <a:pt x="7238549" y="4272092"/>
                    </a:lnTo>
                    <a:lnTo>
                      <a:pt x="7193435" y="4300375"/>
                    </a:lnTo>
                    <a:lnTo>
                      <a:pt x="7109069" y="4351588"/>
                    </a:lnTo>
                    <a:lnTo>
                      <a:pt x="7025826" y="4397909"/>
                    </a:lnTo>
                    <a:lnTo>
                      <a:pt x="6940391" y="4438062"/>
                    </a:lnTo>
                    <a:lnTo>
                      <a:pt x="6859545" y="4476176"/>
                    </a:lnTo>
                    <a:lnTo>
                      <a:pt x="6779820" y="4509398"/>
                    </a:lnTo>
                    <a:lnTo>
                      <a:pt x="6704378" y="4537421"/>
                    </a:lnTo>
                    <a:lnTo>
                      <a:pt x="6630516" y="4565291"/>
                    </a:lnTo>
                    <a:lnTo>
                      <a:pt x="6562364" y="4586230"/>
                    </a:lnTo>
                    <a:lnTo>
                      <a:pt x="6500380" y="4604979"/>
                    </a:lnTo>
                    <a:lnTo>
                      <a:pt x="6439823" y="4621994"/>
                    </a:lnTo>
                    <a:lnTo>
                      <a:pt x="6388289" y="4633353"/>
                    </a:lnTo>
                    <a:lnTo>
                      <a:pt x="6302450" y="4652811"/>
                    </a:lnTo>
                    <a:lnTo>
                      <a:pt x="6249031" y="4661163"/>
                    </a:lnTo>
                    <a:lnTo>
                      <a:pt x="6230222" y="4664575"/>
                    </a:lnTo>
                    <a:lnTo>
                      <a:pt x="6227135" y="4654343"/>
                    </a:lnTo>
                    <a:lnTo>
                      <a:pt x="6227811" y="4661118"/>
                    </a:lnTo>
                    <a:lnTo>
                      <a:pt x="6098112" y="4712138"/>
                    </a:lnTo>
                    <a:lnTo>
                      <a:pt x="6049694" y="4681559"/>
                    </a:lnTo>
                    <a:lnTo>
                      <a:pt x="6003825" y="4645883"/>
                    </a:lnTo>
                    <a:lnTo>
                      <a:pt x="5917185" y="4584725"/>
                    </a:lnTo>
                    <a:lnTo>
                      <a:pt x="5848382" y="4523566"/>
                    </a:lnTo>
                    <a:lnTo>
                      <a:pt x="5794867" y="4475149"/>
                    </a:lnTo>
                    <a:lnTo>
                      <a:pt x="5748999" y="4429279"/>
                    </a:lnTo>
                    <a:lnTo>
                      <a:pt x="5659810" y="4345187"/>
                    </a:lnTo>
                    <a:lnTo>
                      <a:pt x="5578265" y="4276383"/>
                    </a:lnTo>
                    <a:lnTo>
                      <a:pt x="5496721" y="4212677"/>
                    </a:lnTo>
                    <a:lnTo>
                      <a:pt x="5422820" y="4161712"/>
                    </a:lnTo>
                    <a:lnTo>
                      <a:pt x="5351468" y="4118390"/>
                    </a:lnTo>
                    <a:lnTo>
                      <a:pt x="5282666" y="4082714"/>
                    </a:lnTo>
                    <a:lnTo>
                      <a:pt x="5218958" y="4057232"/>
                    </a:lnTo>
                    <a:lnTo>
                      <a:pt x="5155251" y="4036845"/>
                    </a:lnTo>
                    <a:lnTo>
                      <a:pt x="5096640" y="4026652"/>
                    </a:lnTo>
                    <a:lnTo>
                      <a:pt x="5043128" y="4019008"/>
                    </a:lnTo>
                    <a:lnTo>
                      <a:pt x="4880868" y="3988754"/>
                    </a:lnTo>
                    <a:lnTo>
                      <a:pt x="4821814" y="3988754"/>
                    </a:lnTo>
                    <a:lnTo>
                      <a:pt x="4762758" y="4000565"/>
                    </a:lnTo>
                    <a:lnTo>
                      <a:pt x="4709610" y="4012376"/>
                    </a:lnTo>
                    <a:lnTo>
                      <a:pt x="4659412" y="4033044"/>
                    </a:lnTo>
                    <a:lnTo>
                      <a:pt x="4615122" y="4056665"/>
                    </a:lnTo>
                    <a:lnTo>
                      <a:pt x="4570830" y="4086193"/>
                    </a:lnTo>
                    <a:lnTo>
                      <a:pt x="4526540" y="4118674"/>
                    </a:lnTo>
                    <a:lnTo>
                      <a:pt x="4491107" y="4157059"/>
                    </a:lnTo>
                    <a:lnTo>
                      <a:pt x="4458626" y="4195446"/>
                    </a:lnTo>
                    <a:lnTo>
                      <a:pt x="4423193" y="4239735"/>
                    </a:lnTo>
                    <a:lnTo>
                      <a:pt x="4393666" y="4284027"/>
                    </a:lnTo>
                    <a:lnTo>
                      <a:pt x="4367092" y="4328317"/>
                    </a:lnTo>
                    <a:lnTo>
                      <a:pt x="4340517" y="4375561"/>
                    </a:lnTo>
                    <a:lnTo>
                      <a:pt x="4319849" y="4422804"/>
                    </a:lnTo>
                    <a:lnTo>
                      <a:pt x="4281462" y="4517292"/>
                    </a:lnTo>
                    <a:lnTo>
                      <a:pt x="4251934" y="4605875"/>
                    </a:lnTo>
                    <a:lnTo>
                      <a:pt x="4228313" y="4685599"/>
                    </a:lnTo>
                    <a:lnTo>
                      <a:pt x="4210597" y="4756464"/>
                    </a:lnTo>
                    <a:lnTo>
                      <a:pt x="4175163" y="4895242"/>
                    </a:lnTo>
                    <a:lnTo>
                      <a:pt x="4133825" y="5031067"/>
                    </a:lnTo>
                    <a:lnTo>
                      <a:pt x="4092487" y="5160987"/>
                    </a:lnTo>
                    <a:lnTo>
                      <a:pt x="4048197" y="5285002"/>
                    </a:lnTo>
                    <a:lnTo>
                      <a:pt x="4000953" y="5409017"/>
                    </a:lnTo>
                    <a:lnTo>
                      <a:pt x="3947804" y="5530080"/>
                    </a:lnTo>
                    <a:lnTo>
                      <a:pt x="3894654" y="5642284"/>
                    </a:lnTo>
                    <a:lnTo>
                      <a:pt x="3838552" y="5757440"/>
                    </a:lnTo>
                    <a:lnTo>
                      <a:pt x="3776546" y="5863738"/>
                    </a:lnTo>
                    <a:lnTo>
                      <a:pt x="3717492" y="5967085"/>
                    </a:lnTo>
                    <a:lnTo>
                      <a:pt x="3649577" y="6067477"/>
                    </a:lnTo>
                    <a:lnTo>
                      <a:pt x="3584617" y="6161965"/>
                    </a:lnTo>
                    <a:lnTo>
                      <a:pt x="3516705" y="6256452"/>
                    </a:lnTo>
                    <a:lnTo>
                      <a:pt x="3445840" y="6342080"/>
                    </a:lnTo>
                    <a:lnTo>
                      <a:pt x="3374974" y="6430663"/>
                    </a:lnTo>
                    <a:lnTo>
                      <a:pt x="3301155" y="6513339"/>
                    </a:lnTo>
                    <a:lnTo>
                      <a:pt x="3224384" y="6593063"/>
                    </a:lnTo>
                    <a:lnTo>
                      <a:pt x="3147613" y="6669834"/>
                    </a:lnTo>
                    <a:lnTo>
                      <a:pt x="3067890" y="6743653"/>
                    </a:lnTo>
                    <a:lnTo>
                      <a:pt x="2991120" y="6811566"/>
                    </a:lnTo>
                    <a:lnTo>
                      <a:pt x="2908443" y="6879478"/>
                    </a:lnTo>
                    <a:lnTo>
                      <a:pt x="2825766" y="6944438"/>
                    </a:lnTo>
                    <a:lnTo>
                      <a:pt x="2743090" y="7006447"/>
                    </a:lnTo>
                    <a:lnTo>
                      <a:pt x="2660413" y="7062547"/>
                    </a:lnTo>
                    <a:lnTo>
                      <a:pt x="2577736" y="7118650"/>
                    </a:lnTo>
                    <a:lnTo>
                      <a:pt x="2495061" y="7171799"/>
                    </a:lnTo>
                    <a:lnTo>
                      <a:pt x="2409429" y="7221995"/>
                    </a:lnTo>
                    <a:lnTo>
                      <a:pt x="2326754" y="7272193"/>
                    </a:lnTo>
                    <a:lnTo>
                      <a:pt x="2244077" y="7319436"/>
                    </a:lnTo>
                    <a:lnTo>
                      <a:pt x="2155495" y="7363726"/>
                    </a:lnTo>
                    <a:lnTo>
                      <a:pt x="1990142" y="7443451"/>
                    </a:lnTo>
                    <a:lnTo>
                      <a:pt x="1827743" y="7514317"/>
                    </a:lnTo>
                    <a:lnTo>
                      <a:pt x="1662389" y="7573370"/>
                    </a:lnTo>
                    <a:lnTo>
                      <a:pt x="1505893" y="7629472"/>
                    </a:lnTo>
                    <a:lnTo>
                      <a:pt x="1352352" y="7676715"/>
                    </a:lnTo>
                    <a:lnTo>
                      <a:pt x="1207669" y="7715102"/>
                    </a:lnTo>
                    <a:lnTo>
                      <a:pt x="1065937" y="7753487"/>
                    </a:lnTo>
                    <a:lnTo>
                      <a:pt x="936017" y="7780062"/>
                    </a:lnTo>
                    <a:lnTo>
                      <a:pt x="817908" y="7803684"/>
                    </a:lnTo>
                    <a:lnTo>
                      <a:pt x="702751" y="7824352"/>
                    </a:lnTo>
                    <a:lnTo>
                      <a:pt x="605312" y="7836163"/>
                    </a:lnTo>
                    <a:lnTo>
                      <a:pt x="442910" y="7856833"/>
                    </a:lnTo>
                    <a:lnTo>
                      <a:pt x="342518" y="7862739"/>
                    </a:lnTo>
                    <a:lnTo>
                      <a:pt x="307084" y="7865691"/>
                    </a:lnTo>
                    <a:lnTo>
                      <a:pt x="0" y="6324364"/>
                    </a:lnTo>
                    <a:lnTo>
                      <a:pt x="32481" y="6318459"/>
                    </a:lnTo>
                    <a:lnTo>
                      <a:pt x="124015" y="6312553"/>
                    </a:lnTo>
                    <a:lnTo>
                      <a:pt x="265746" y="6297791"/>
                    </a:lnTo>
                    <a:lnTo>
                      <a:pt x="357282" y="6283026"/>
                    </a:lnTo>
                    <a:lnTo>
                      <a:pt x="454721" y="6265309"/>
                    </a:lnTo>
                    <a:lnTo>
                      <a:pt x="563973" y="6247592"/>
                    </a:lnTo>
                    <a:lnTo>
                      <a:pt x="679129" y="6221020"/>
                    </a:lnTo>
                    <a:lnTo>
                      <a:pt x="803144" y="6185586"/>
                    </a:lnTo>
                    <a:lnTo>
                      <a:pt x="933064" y="6150154"/>
                    </a:lnTo>
                    <a:lnTo>
                      <a:pt x="1068890" y="6102911"/>
                    </a:lnTo>
                    <a:lnTo>
                      <a:pt x="1210620" y="6049761"/>
                    </a:lnTo>
                    <a:lnTo>
                      <a:pt x="1358257" y="5990706"/>
                    </a:lnTo>
                    <a:lnTo>
                      <a:pt x="1502942" y="5922793"/>
                    </a:lnTo>
                    <a:lnTo>
                      <a:pt x="1653530" y="5843070"/>
                    </a:lnTo>
                    <a:lnTo>
                      <a:pt x="1730302" y="5801731"/>
                    </a:lnTo>
                    <a:lnTo>
                      <a:pt x="1807072" y="5757440"/>
                    </a:lnTo>
                    <a:lnTo>
                      <a:pt x="1880892" y="5710195"/>
                    </a:lnTo>
                    <a:lnTo>
                      <a:pt x="1957662" y="5662952"/>
                    </a:lnTo>
                    <a:lnTo>
                      <a:pt x="2034434" y="5609803"/>
                    </a:lnTo>
                    <a:lnTo>
                      <a:pt x="2108251" y="5553701"/>
                    </a:lnTo>
                    <a:lnTo>
                      <a:pt x="2185022" y="5497599"/>
                    </a:lnTo>
                    <a:lnTo>
                      <a:pt x="2255888" y="5435593"/>
                    </a:lnTo>
                    <a:lnTo>
                      <a:pt x="2329707" y="5373584"/>
                    </a:lnTo>
                    <a:lnTo>
                      <a:pt x="2403525" y="5305672"/>
                    </a:lnTo>
                    <a:lnTo>
                      <a:pt x="2477344" y="5237759"/>
                    </a:lnTo>
                    <a:lnTo>
                      <a:pt x="2548210" y="5166894"/>
                    </a:lnTo>
                    <a:lnTo>
                      <a:pt x="2616121" y="5090123"/>
                    </a:lnTo>
                    <a:lnTo>
                      <a:pt x="2686987" y="5010399"/>
                    </a:lnTo>
                    <a:lnTo>
                      <a:pt x="2754901" y="4930674"/>
                    </a:lnTo>
                    <a:lnTo>
                      <a:pt x="2819860" y="4842093"/>
                    </a:lnTo>
                    <a:lnTo>
                      <a:pt x="2887773" y="4756465"/>
                    </a:lnTo>
                    <a:lnTo>
                      <a:pt x="2949781" y="4661977"/>
                    </a:lnTo>
                    <a:lnTo>
                      <a:pt x="3011788" y="4567490"/>
                    </a:lnTo>
                    <a:lnTo>
                      <a:pt x="3070842" y="4470049"/>
                    </a:lnTo>
                    <a:lnTo>
                      <a:pt x="3126944" y="4366704"/>
                    </a:lnTo>
                    <a:lnTo>
                      <a:pt x="3183046" y="4260406"/>
                    </a:lnTo>
                    <a:lnTo>
                      <a:pt x="3236195" y="4145248"/>
                    </a:lnTo>
                    <a:lnTo>
                      <a:pt x="3286393" y="4033044"/>
                    </a:lnTo>
                    <a:lnTo>
                      <a:pt x="3336587" y="3914935"/>
                    </a:lnTo>
                    <a:lnTo>
                      <a:pt x="3383832" y="3793873"/>
                    </a:lnTo>
                    <a:lnTo>
                      <a:pt x="3428123" y="3666905"/>
                    </a:lnTo>
                    <a:lnTo>
                      <a:pt x="3466508" y="3536985"/>
                    </a:lnTo>
                    <a:lnTo>
                      <a:pt x="3504894" y="3398208"/>
                    </a:lnTo>
                    <a:lnTo>
                      <a:pt x="3540327" y="3259428"/>
                    </a:lnTo>
                    <a:lnTo>
                      <a:pt x="3558043" y="3191516"/>
                    </a:lnTo>
                    <a:lnTo>
                      <a:pt x="3584617" y="3108840"/>
                    </a:lnTo>
                    <a:lnTo>
                      <a:pt x="3617098" y="3017305"/>
                    </a:lnTo>
                    <a:lnTo>
                      <a:pt x="3661388" y="2919865"/>
                    </a:lnTo>
                    <a:lnTo>
                      <a:pt x="3687964" y="2869668"/>
                    </a:lnTo>
                    <a:lnTo>
                      <a:pt x="3714537" y="2822424"/>
                    </a:lnTo>
                    <a:lnTo>
                      <a:pt x="3744064" y="2772228"/>
                    </a:lnTo>
                    <a:lnTo>
                      <a:pt x="3776546" y="2724985"/>
                    </a:lnTo>
                    <a:lnTo>
                      <a:pt x="3809025" y="2683647"/>
                    </a:lnTo>
                    <a:lnTo>
                      <a:pt x="3850363" y="2642308"/>
                    </a:lnTo>
                    <a:lnTo>
                      <a:pt x="3891701" y="2603921"/>
                    </a:lnTo>
                    <a:lnTo>
                      <a:pt x="3933040" y="2565537"/>
                    </a:lnTo>
                    <a:lnTo>
                      <a:pt x="3977331" y="2536010"/>
                    </a:lnTo>
                    <a:lnTo>
                      <a:pt x="4027527" y="2512388"/>
                    </a:lnTo>
                    <a:lnTo>
                      <a:pt x="4077724" y="2488766"/>
                    </a:lnTo>
                    <a:lnTo>
                      <a:pt x="4130874" y="2476955"/>
                    </a:lnTo>
                    <a:lnTo>
                      <a:pt x="4186974" y="2471050"/>
                    </a:lnTo>
                    <a:lnTo>
                      <a:pt x="4246029" y="2465144"/>
                    </a:lnTo>
                    <a:lnTo>
                      <a:pt x="4310989" y="2474001"/>
                    </a:lnTo>
                    <a:lnTo>
                      <a:pt x="4375949" y="2488766"/>
                    </a:lnTo>
                    <a:lnTo>
                      <a:pt x="4446816" y="2512388"/>
                    </a:lnTo>
                    <a:lnTo>
                      <a:pt x="4520634" y="2544867"/>
                    </a:lnTo>
                    <a:lnTo>
                      <a:pt x="4597405" y="2589159"/>
                    </a:lnTo>
                    <a:lnTo>
                      <a:pt x="4674177" y="2642308"/>
                    </a:lnTo>
                    <a:lnTo>
                      <a:pt x="4756853" y="2707268"/>
                    </a:lnTo>
                    <a:lnTo>
                      <a:pt x="4842482" y="2781086"/>
                    </a:lnTo>
                    <a:lnTo>
                      <a:pt x="4934017" y="2869668"/>
                    </a:lnTo>
                    <a:lnTo>
                      <a:pt x="5028504" y="2970060"/>
                    </a:lnTo>
                    <a:lnTo>
                      <a:pt x="5131849" y="3091492"/>
                    </a:lnTo>
                    <a:lnTo>
                      <a:pt x="5131263" y="3098119"/>
                    </a:lnTo>
                    <a:lnTo>
                      <a:pt x="5170541" y="3139853"/>
                    </a:lnTo>
                    <a:lnTo>
                      <a:pt x="5272472" y="3259623"/>
                    </a:lnTo>
                    <a:lnTo>
                      <a:pt x="5343823" y="3343715"/>
                    </a:lnTo>
                    <a:lnTo>
                      <a:pt x="5425369" y="3432906"/>
                    </a:lnTo>
                    <a:lnTo>
                      <a:pt x="5514557" y="3522094"/>
                    </a:lnTo>
                    <a:lnTo>
                      <a:pt x="5560426" y="3567964"/>
                    </a:lnTo>
                    <a:lnTo>
                      <a:pt x="5608844" y="3611285"/>
                    </a:lnTo>
                    <a:lnTo>
                      <a:pt x="5659810" y="3654604"/>
                    </a:lnTo>
                    <a:lnTo>
                      <a:pt x="5710775" y="3692830"/>
                    </a:lnTo>
                    <a:lnTo>
                      <a:pt x="5759192" y="3725956"/>
                    </a:lnTo>
                    <a:lnTo>
                      <a:pt x="5810157" y="3759084"/>
                    </a:lnTo>
                    <a:lnTo>
                      <a:pt x="5863672" y="3787115"/>
                    </a:lnTo>
                    <a:lnTo>
                      <a:pt x="5914637" y="3807501"/>
                    </a:lnTo>
                    <a:lnTo>
                      <a:pt x="5965602" y="3825340"/>
                    </a:lnTo>
                    <a:lnTo>
                      <a:pt x="6019115" y="3832983"/>
                    </a:lnTo>
                    <a:lnTo>
                      <a:pt x="6044598" y="3835532"/>
                    </a:lnTo>
                    <a:lnTo>
                      <a:pt x="6070081" y="3835533"/>
                    </a:lnTo>
                    <a:lnTo>
                      <a:pt x="6088201" y="3835532"/>
                    </a:lnTo>
                    <a:lnTo>
                      <a:pt x="6127028" y="3827657"/>
                    </a:lnTo>
                    <a:lnTo>
                      <a:pt x="6175249" y="3815024"/>
                    </a:lnTo>
                    <a:lnTo>
                      <a:pt x="6226478" y="3800504"/>
                    </a:lnTo>
                    <a:lnTo>
                      <a:pt x="6284027" y="3785374"/>
                    </a:lnTo>
                    <a:lnTo>
                      <a:pt x="6344278" y="3765199"/>
                    </a:lnTo>
                    <a:lnTo>
                      <a:pt x="6408812" y="3739825"/>
                    </a:lnTo>
                    <a:lnTo>
                      <a:pt x="6476506" y="3714145"/>
                    </a:lnTo>
                    <a:lnTo>
                      <a:pt x="6546750" y="3681840"/>
                    </a:lnTo>
                    <a:lnTo>
                      <a:pt x="6619848" y="3646069"/>
                    </a:lnTo>
                    <a:lnTo>
                      <a:pt x="6695802" y="3606832"/>
                    </a:lnTo>
                    <a:lnTo>
                      <a:pt x="6769717" y="3563008"/>
                    </a:lnTo>
                    <a:lnTo>
                      <a:pt x="6846182" y="3512557"/>
                    </a:lnTo>
                    <a:lnTo>
                      <a:pt x="6885128" y="3486466"/>
                    </a:lnTo>
                    <a:lnTo>
                      <a:pt x="6923922" y="3458794"/>
                    </a:lnTo>
                    <a:lnTo>
                      <a:pt x="6960982" y="3429695"/>
                    </a:lnTo>
                    <a:lnTo>
                      <a:pt x="6999623" y="3400443"/>
                    </a:lnTo>
                    <a:lnTo>
                      <a:pt x="7037959" y="3368031"/>
                    </a:lnTo>
                    <a:lnTo>
                      <a:pt x="7074561" y="3334191"/>
                    </a:lnTo>
                    <a:lnTo>
                      <a:pt x="7112744" y="3300199"/>
                    </a:lnTo>
                    <a:lnTo>
                      <a:pt x="7147461" y="3263352"/>
                    </a:lnTo>
                    <a:lnTo>
                      <a:pt x="7183759" y="3226352"/>
                    </a:lnTo>
                    <a:lnTo>
                      <a:pt x="7219751" y="3186191"/>
                    </a:lnTo>
                    <a:lnTo>
                      <a:pt x="7255743" y="3146031"/>
                    </a:lnTo>
                    <a:lnTo>
                      <a:pt x="7290002" y="3104444"/>
                    </a:lnTo>
                    <a:lnTo>
                      <a:pt x="7322375" y="3059848"/>
                    </a:lnTo>
                    <a:lnTo>
                      <a:pt x="7356176" y="3013520"/>
                    </a:lnTo>
                    <a:lnTo>
                      <a:pt x="7388397" y="2967345"/>
                    </a:lnTo>
                    <a:lnTo>
                      <a:pt x="7418580" y="2916582"/>
                    </a:lnTo>
                    <a:lnTo>
                      <a:pt x="7450496" y="2867246"/>
                    </a:lnTo>
                    <a:lnTo>
                      <a:pt x="7478793" y="2813475"/>
                    </a:lnTo>
                    <a:lnTo>
                      <a:pt x="7507090" y="2759705"/>
                    </a:lnTo>
                    <a:lnTo>
                      <a:pt x="7533655" y="2704506"/>
                    </a:lnTo>
                    <a:lnTo>
                      <a:pt x="7558334" y="2646301"/>
                    </a:lnTo>
                    <a:lnTo>
                      <a:pt x="7582860" y="2586515"/>
                    </a:lnTo>
                    <a:lnTo>
                      <a:pt x="7605348" y="2522141"/>
                    </a:lnTo>
                    <a:lnTo>
                      <a:pt x="7626409" y="2459500"/>
                    </a:lnTo>
                    <a:lnTo>
                      <a:pt x="7647164" y="2393699"/>
                    </a:lnTo>
                    <a:lnTo>
                      <a:pt x="7666187" y="2326471"/>
                    </a:lnTo>
                    <a:lnTo>
                      <a:pt x="7683324" y="2256234"/>
                    </a:lnTo>
                    <a:lnTo>
                      <a:pt x="7697148" y="2184723"/>
                    </a:lnTo>
                    <a:lnTo>
                      <a:pt x="7710514" y="2108472"/>
                    </a:lnTo>
                    <a:lnTo>
                      <a:pt x="7722300" y="2032373"/>
                    </a:lnTo>
                    <a:lnTo>
                      <a:pt x="7728269" y="1995114"/>
                    </a:lnTo>
                    <a:lnTo>
                      <a:pt x="7738215" y="1949496"/>
                    </a:lnTo>
                    <a:lnTo>
                      <a:pt x="7750864" y="1898832"/>
                    </a:lnTo>
                    <a:lnTo>
                      <a:pt x="7769527" y="1844397"/>
                    </a:lnTo>
                    <a:lnTo>
                      <a:pt x="7781153" y="1816161"/>
                    </a:lnTo>
                    <a:lnTo>
                      <a:pt x="7792932" y="1789504"/>
                    </a:lnTo>
                    <a:lnTo>
                      <a:pt x="7806138" y="1761115"/>
                    </a:lnTo>
                    <a:lnTo>
                      <a:pt x="7821076" y="1734153"/>
                    </a:lnTo>
                    <a:lnTo>
                      <a:pt x="7836320" y="1710352"/>
                    </a:lnTo>
                    <a:lnTo>
                      <a:pt x="7856305" y="1686093"/>
                    </a:lnTo>
                    <a:lnTo>
                      <a:pt x="7876442" y="1663413"/>
                    </a:lnTo>
                    <a:lnTo>
                      <a:pt x="7896579" y="1640734"/>
                    </a:lnTo>
                    <a:lnTo>
                      <a:pt x="7918755" y="1622642"/>
                    </a:lnTo>
                    <a:lnTo>
                      <a:pt x="7944396" y="1607405"/>
                    </a:lnTo>
                    <a:lnTo>
                      <a:pt x="7970036" y="1592169"/>
                    </a:lnTo>
                    <a:lnTo>
                      <a:pt x="7997868" y="1583100"/>
                    </a:lnTo>
                    <a:lnTo>
                      <a:pt x="8027586" y="1577039"/>
                    </a:lnTo>
                    <a:lnTo>
                      <a:pt x="8058883" y="1570825"/>
                    </a:lnTo>
                    <a:lnTo>
                      <a:pt x="8094104" y="1572207"/>
                    </a:lnTo>
                    <a:lnTo>
                      <a:pt x="8129631" y="1576748"/>
                    </a:lnTo>
                    <a:lnTo>
                      <a:pt x="8168776" y="1585725"/>
                    </a:lnTo>
                    <a:lnTo>
                      <a:pt x="8209959" y="1599290"/>
                    </a:lnTo>
                    <a:lnTo>
                      <a:pt x="8253332" y="1619022"/>
                    </a:lnTo>
                    <a:lnTo>
                      <a:pt x="8297164" y="1643496"/>
                    </a:lnTo>
                    <a:lnTo>
                      <a:pt x="8344767" y="1673984"/>
                    </a:lnTo>
                    <a:lnTo>
                      <a:pt x="8394408" y="1709059"/>
                    </a:lnTo>
                    <a:lnTo>
                      <a:pt x="8447973" y="1751731"/>
                    </a:lnTo>
                    <a:lnTo>
                      <a:pt x="8503728" y="1800570"/>
                    </a:lnTo>
                    <a:lnTo>
                      <a:pt x="8574110" y="1868729"/>
                    </a:lnTo>
                    <a:lnTo>
                      <a:pt x="8623392" y="1916599"/>
                    </a:lnTo>
                    <a:lnTo>
                      <a:pt x="8679300" y="1967018"/>
                    </a:lnTo>
                    <a:lnTo>
                      <a:pt x="8739949" y="2016979"/>
                    </a:lnTo>
                    <a:lnTo>
                      <a:pt x="8771139" y="2042674"/>
                    </a:lnTo>
                    <a:lnTo>
                      <a:pt x="8803758" y="2066635"/>
                    </a:lnTo>
                    <a:lnTo>
                      <a:pt x="8837956" y="2090444"/>
                    </a:lnTo>
                    <a:lnTo>
                      <a:pt x="8871849" y="2111093"/>
                    </a:lnTo>
                    <a:lnTo>
                      <a:pt x="8903856" y="2128734"/>
                    </a:lnTo>
                    <a:lnTo>
                      <a:pt x="8937444" y="2146222"/>
                    </a:lnTo>
                    <a:lnTo>
                      <a:pt x="8972307" y="2160398"/>
                    </a:lnTo>
                    <a:lnTo>
                      <a:pt x="9005131" y="2169985"/>
                    </a:lnTo>
                    <a:lnTo>
                      <a:pt x="9037802" y="2177992"/>
                    </a:lnTo>
                    <a:lnTo>
                      <a:pt x="9071443" y="2179527"/>
                    </a:lnTo>
                    <a:lnTo>
                      <a:pt x="9087397" y="2179580"/>
                    </a:lnTo>
                    <a:lnTo>
                      <a:pt x="9103199" y="2178053"/>
                    </a:lnTo>
                    <a:lnTo>
                      <a:pt x="9119000" y="2176526"/>
                    </a:lnTo>
                    <a:lnTo>
                      <a:pt x="9133069" y="2173572"/>
                    </a:lnTo>
                    <a:lnTo>
                      <a:pt x="9148565" y="2168885"/>
                    </a:lnTo>
                    <a:lnTo>
                      <a:pt x="9162175" y="2161191"/>
                    </a:lnTo>
                    <a:lnTo>
                      <a:pt x="9178946" y="2153190"/>
                    </a:lnTo>
                    <a:lnTo>
                      <a:pt x="9192404" y="2143916"/>
                    </a:lnTo>
                    <a:lnTo>
                      <a:pt x="9205862" y="2134641"/>
                    </a:lnTo>
                    <a:lnTo>
                      <a:pt x="9219015" y="2122206"/>
                    </a:lnTo>
                    <a:lnTo>
                      <a:pt x="9232014" y="2108190"/>
                    </a:lnTo>
                    <a:lnTo>
                      <a:pt x="9243434" y="2094328"/>
                    </a:lnTo>
                    <a:lnTo>
                      <a:pt x="9256129" y="2077152"/>
                    </a:lnTo>
                    <a:lnTo>
                      <a:pt x="9267090" y="2058550"/>
                    </a:lnTo>
                    <a:lnTo>
                      <a:pt x="9276166" y="2036939"/>
                    </a:lnTo>
                    <a:lnTo>
                      <a:pt x="9286975" y="2016756"/>
                    </a:lnTo>
                    <a:lnTo>
                      <a:pt x="9295746" y="1991985"/>
                    </a:lnTo>
                    <a:lnTo>
                      <a:pt x="9305945" y="1965481"/>
                    </a:lnTo>
                    <a:lnTo>
                      <a:pt x="9314410" y="1937550"/>
                    </a:lnTo>
                    <a:lnTo>
                      <a:pt x="9322723" y="1908039"/>
                    </a:lnTo>
                    <a:lnTo>
                      <a:pt x="9329303" y="1877100"/>
                    </a:lnTo>
                    <a:lnTo>
                      <a:pt x="9335577" y="1843001"/>
                    </a:lnTo>
                    <a:lnTo>
                      <a:pt x="9345936" y="1768635"/>
                    </a:lnTo>
                    <a:lnTo>
                      <a:pt x="9360477" y="1671536"/>
                    </a:lnTo>
                    <a:lnTo>
                      <a:pt x="9375683" y="1564804"/>
                    </a:lnTo>
                    <a:lnTo>
                      <a:pt x="9393285" y="1449866"/>
                    </a:lnTo>
                    <a:lnTo>
                      <a:pt x="9413285" y="1326722"/>
                    </a:lnTo>
                    <a:lnTo>
                      <a:pt x="9437566" y="1198379"/>
                    </a:lnTo>
                    <a:lnTo>
                      <a:pt x="9466131" y="1064838"/>
                    </a:lnTo>
                    <a:lnTo>
                      <a:pt x="9495664" y="924823"/>
                    </a:lnTo>
                    <a:lnTo>
                      <a:pt x="9529480" y="779611"/>
                    </a:lnTo>
                    <a:lnTo>
                      <a:pt x="9539220" y="748367"/>
                    </a:lnTo>
                    <a:lnTo>
                      <a:pt x="9550083" y="712229"/>
                    </a:lnTo>
                    <a:lnTo>
                      <a:pt x="9562678" y="677520"/>
                    </a:lnTo>
                    <a:lnTo>
                      <a:pt x="9579708" y="639192"/>
                    </a:lnTo>
                    <a:lnTo>
                      <a:pt x="9598471" y="602291"/>
                    </a:lnTo>
                    <a:lnTo>
                      <a:pt x="9620089" y="561925"/>
                    </a:lnTo>
                    <a:lnTo>
                      <a:pt x="9643440" y="522986"/>
                    </a:lnTo>
                    <a:lnTo>
                      <a:pt x="9673264" y="485017"/>
                    </a:lnTo>
                    <a:lnTo>
                      <a:pt x="9702935" y="445467"/>
                    </a:lnTo>
                    <a:lnTo>
                      <a:pt x="9737653" y="408620"/>
                    </a:lnTo>
                    <a:lnTo>
                      <a:pt x="9775530" y="371468"/>
                    </a:lnTo>
                    <a:lnTo>
                      <a:pt x="9816721" y="335590"/>
                    </a:lnTo>
                    <a:lnTo>
                      <a:pt x="9861377" y="302567"/>
                    </a:lnTo>
                    <a:lnTo>
                      <a:pt x="9911078" y="272246"/>
                    </a:lnTo>
                    <a:lnTo>
                      <a:pt x="9938300" y="256857"/>
                    </a:lnTo>
                    <a:lnTo>
                      <a:pt x="9965826" y="244628"/>
                    </a:lnTo>
                    <a:lnTo>
                      <a:pt x="9994780" y="230666"/>
                    </a:lnTo>
                    <a:lnTo>
                      <a:pt x="10025314" y="2165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en-AU" dirty="0">
                  <a:solidFill>
                    <a:prstClr val="black"/>
                  </a:solidFill>
                  <a:latin typeface="Montserrat Light"/>
                </a:endParaRPr>
              </a:p>
            </p:txBody>
          </p:sp>
        </p:grpSp>
        <p:sp>
          <p:nvSpPr>
            <p:cNvPr id="19" name="Oval 18"/>
            <p:cNvSpPr/>
            <p:nvPr/>
          </p:nvSpPr>
          <p:spPr>
            <a:xfrm>
              <a:off x="2334883" y="4863861"/>
              <a:ext cx="1238250" cy="123825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
        <p:nvSpPr>
          <p:cNvPr id="2" name="Title 1"/>
          <p:cNvSpPr>
            <a:spLocks noGrp="1"/>
          </p:cNvSpPr>
          <p:nvPr>
            <p:ph type="ctrTitle"/>
          </p:nvPr>
        </p:nvSpPr>
        <p:spPr>
          <a:xfrm>
            <a:off x="2188800" y="429176"/>
            <a:ext cx="9144000" cy="649313"/>
          </a:xfrm>
        </p:spPr>
        <p:txBody>
          <a:bodyPr>
            <a:normAutofit/>
          </a:bodyPr>
          <a:lstStyle/>
          <a:p>
            <a:pPr marL="742950" lvl="0" indent="-742950" rtl="1">
              <a:buFont typeface="+mj-lt"/>
              <a:buAutoNum type="arabicPeriod" startAt="9"/>
            </a:pPr>
            <a:r>
              <a:rPr lang="ar-SA" sz="4000" b="1" u="sng" dirty="0"/>
              <a:t>الحاجة إلى استخدام الوسائل التعليمية التكنولوجية</a:t>
            </a:r>
            <a:endParaRPr lang="en-US" sz="4000" u="sng" dirty="0"/>
          </a:p>
        </p:txBody>
      </p:sp>
      <p:sp>
        <p:nvSpPr>
          <p:cNvPr id="3" name="Subtitle 2"/>
          <p:cNvSpPr>
            <a:spLocks noGrp="1"/>
          </p:cNvSpPr>
          <p:nvPr>
            <p:ph type="subTitle" idx="1"/>
          </p:nvPr>
        </p:nvSpPr>
        <p:spPr>
          <a:xfrm>
            <a:off x="789709" y="1999902"/>
            <a:ext cx="10543091" cy="2752376"/>
          </a:xfrm>
        </p:spPr>
        <p:txBody>
          <a:bodyPr>
            <a:noAutofit/>
          </a:bodyPr>
          <a:lstStyle/>
          <a:p>
            <a:pPr rtl="1"/>
            <a:r>
              <a:rPr lang="ar-EG" sz="3200" b="1" dirty="0">
                <a:solidFill>
                  <a:schemeClr val="accent1"/>
                </a:solidFill>
              </a:rPr>
              <a:t>أكدت تكنولوجيا التعليم ضرورة إتباع المدرس لأسلوب الأنظمة في التدريس بحيث طالبته برسم مخطط لإستراتيجية الدرس تعمل فيه طرق التدريس والوسائل التعليمية لتحديد أهدافاً محددة مع الأخذ بعين الاعتبار جميع العناصر التي تؤثر في هذه الإستراتيجية مثل إعداد حجرة الدراسة وطريقة تجميع التلاميذ .... الخ، والابتعاد عن الطرق التقليدية في التدريس مثل الشرح الإلقاء.</a:t>
            </a:r>
            <a:endParaRPr lang="en-US" sz="3200" b="1" dirty="0">
              <a:solidFill>
                <a:schemeClr val="accent1"/>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14856109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pPr marL="742950" lvl="0" indent="-742950" algn="r" rtl="1">
              <a:buFont typeface="+mj-lt"/>
              <a:buAutoNum type="arabicPeriod" startAt="10"/>
            </a:pPr>
            <a:r>
              <a:rPr lang="ar-SA" sz="4000" u="sng" dirty="0"/>
              <a:t>معوقات توظيف مستحدثات تكنولوجيا التعليم </a:t>
            </a:r>
            <a:endParaRPr lang="en-US" sz="4000" u="sng" dirty="0"/>
          </a:p>
        </p:txBody>
      </p:sp>
      <p:sp>
        <p:nvSpPr>
          <p:cNvPr id="3" name="Text Placeholder 2"/>
          <p:cNvSpPr>
            <a:spLocks noGrp="1"/>
          </p:cNvSpPr>
          <p:nvPr>
            <p:ph type="body" idx="1"/>
          </p:nvPr>
        </p:nvSpPr>
        <p:spPr>
          <a:xfrm>
            <a:off x="479425" y="1412706"/>
            <a:ext cx="11233150" cy="1288192"/>
          </a:xfrm>
        </p:spPr>
        <p:txBody>
          <a:bodyPr>
            <a:noAutofit/>
          </a:bodyPr>
          <a:lstStyle/>
          <a:p>
            <a:pPr algn="r" rtl="1"/>
            <a:r>
              <a:rPr lang="ar-SA" sz="3200" b="1" dirty="0">
                <a:solidFill>
                  <a:schemeClr val="accent4"/>
                </a:solidFill>
              </a:rPr>
              <a:t>تواجه عملية توظيف مستحدثات تكنولوجيا التعليم في عمليتي التعليم والتعلم، العديد من المعوقات التي تحد من دورها، ولعل من أبرز هذه المعوقات ما يلي </a:t>
            </a:r>
            <a:r>
              <a:rPr lang="ar-JO" sz="3200" b="1" dirty="0">
                <a:solidFill>
                  <a:schemeClr val="accent4"/>
                </a:solidFill>
              </a:rPr>
              <a:t>(</a:t>
            </a:r>
            <a:r>
              <a:rPr lang="ar-SA" sz="3200" b="1" dirty="0">
                <a:solidFill>
                  <a:schemeClr val="accent4"/>
                </a:solidFill>
              </a:rPr>
              <a:t>الغامدي، </a:t>
            </a:r>
            <a:r>
              <a:rPr lang="ar-JO" sz="3200" b="1" dirty="0">
                <a:solidFill>
                  <a:schemeClr val="accent4"/>
                </a:solidFill>
              </a:rPr>
              <a:t>2013):</a:t>
            </a:r>
            <a:endParaRPr lang="en-US" sz="3200" b="1" dirty="0">
              <a:solidFill>
                <a:schemeClr val="accent4"/>
              </a:solidFill>
            </a:endParaRPr>
          </a:p>
        </p:txBody>
      </p:sp>
      <p:sp>
        <p:nvSpPr>
          <p:cNvPr id="20" name="TextBox 19"/>
          <p:cNvSpPr txBox="1"/>
          <p:nvPr/>
        </p:nvSpPr>
        <p:spPr>
          <a:xfrm>
            <a:off x="7669747" y="3002258"/>
            <a:ext cx="3733216" cy="1107996"/>
          </a:xfrm>
          <a:prstGeom prst="rect">
            <a:avLst/>
          </a:prstGeom>
          <a:noFill/>
        </p:spPr>
        <p:txBody>
          <a:bodyPr wrap="square" lIns="0" tIns="0" rIns="0" bIns="0" rtlCol="0">
            <a:spAutoFit/>
          </a:bodyPr>
          <a:lstStyle/>
          <a:p>
            <a:pPr algn="ctr" fontAlgn="auto">
              <a:spcBef>
                <a:spcPts val="0"/>
              </a:spcBef>
              <a:spcAft>
                <a:spcPts val="0"/>
              </a:spcAft>
            </a:pPr>
            <a:r>
              <a:rPr lang="ar-SA" sz="2400" b="1" dirty="0"/>
              <a:t>حركة الشد العكسي لما تقدمه تكنولوجيا التعليم من تجديدات من قبل بعض القائمين على العملية التعليمية</a:t>
            </a:r>
            <a:endParaRPr lang="en-AU" sz="2400" b="1" dirty="0">
              <a:solidFill>
                <a:prstClr val="black">
                  <a:lumMod val="50000"/>
                  <a:lumOff val="50000"/>
                </a:prstClr>
              </a:solidFill>
              <a:latin typeface="Roboto Lt"/>
            </a:endParaRPr>
          </a:p>
        </p:txBody>
      </p:sp>
      <p:sp>
        <p:nvSpPr>
          <p:cNvPr id="21" name="TextBox 20"/>
          <p:cNvSpPr txBox="1"/>
          <p:nvPr/>
        </p:nvSpPr>
        <p:spPr>
          <a:xfrm>
            <a:off x="416665" y="3966121"/>
            <a:ext cx="3332324" cy="1107996"/>
          </a:xfrm>
          <a:prstGeom prst="rect">
            <a:avLst/>
          </a:prstGeom>
          <a:noFill/>
        </p:spPr>
        <p:txBody>
          <a:bodyPr wrap="square" lIns="0" tIns="0" rIns="0" bIns="0" rtlCol="0">
            <a:spAutoFit/>
          </a:bodyPr>
          <a:lstStyle/>
          <a:p>
            <a:pPr algn="ctr" fontAlgn="auto">
              <a:spcBef>
                <a:spcPts val="0"/>
              </a:spcBef>
              <a:spcAft>
                <a:spcPts val="0"/>
              </a:spcAft>
            </a:pPr>
            <a:r>
              <a:rPr lang="ar-SA" sz="2400" b="1" dirty="0"/>
              <a:t>لا زالت البرامج التدريبية المتوفرة غير كافية لتأهيل القائمين على العملية التعليمية </a:t>
            </a:r>
            <a:endParaRPr lang="en-AU" sz="2400" b="1" dirty="0">
              <a:solidFill>
                <a:prstClr val="black">
                  <a:lumMod val="50000"/>
                  <a:lumOff val="50000"/>
                </a:prstClr>
              </a:solidFill>
              <a:latin typeface="Roboto Lt"/>
            </a:endParaRPr>
          </a:p>
        </p:txBody>
      </p:sp>
      <p:sp>
        <p:nvSpPr>
          <p:cNvPr id="23" name="TextBox 22"/>
          <p:cNvSpPr txBox="1"/>
          <p:nvPr/>
        </p:nvSpPr>
        <p:spPr>
          <a:xfrm>
            <a:off x="7669747" y="5113578"/>
            <a:ext cx="3733216" cy="1107996"/>
          </a:xfrm>
          <a:prstGeom prst="rect">
            <a:avLst/>
          </a:prstGeom>
          <a:noFill/>
        </p:spPr>
        <p:txBody>
          <a:bodyPr wrap="square" lIns="0" tIns="0" rIns="0" bIns="0" rtlCol="0">
            <a:spAutoFit/>
          </a:bodyPr>
          <a:lstStyle/>
          <a:p>
            <a:pPr algn="ctr" fontAlgn="auto">
              <a:spcBef>
                <a:spcPts val="0"/>
              </a:spcBef>
              <a:spcAft>
                <a:spcPts val="0"/>
              </a:spcAft>
            </a:pPr>
            <a:r>
              <a:rPr lang="ar-SA" sz="2400" b="1" dirty="0"/>
              <a:t>عدم قناعة بعض التربويين بأهمية توظيف التكنولوجيا الحديثة في عمليتي التعليم والتعلم </a:t>
            </a:r>
            <a:endParaRPr lang="en-AU" sz="2400" b="1" dirty="0">
              <a:solidFill>
                <a:prstClr val="black">
                  <a:lumMod val="50000"/>
                  <a:lumOff val="50000"/>
                </a:prstClr>
              </a:solidFill>
              <a:latin typeface="Roboto Lt"/>
            </a:endParaRPr>
          </a:p>
        </p:txBody>
      </p:sp>
      <p:grpSp>
        <p:nvGrpSpPr>
          <p:cNvPr id="6" name="Group 5"/>
          <p:cNvGrpSpPr/>
          <p:nvPr/>
        </p:nvGrpSpPr>
        <p:grpSpPr>
          <a:xfrm>
            <a:off x="5188422" y="2883123"/>
            <a:ext cx="2189480" cy="878857"/>
            <a:chOff x="5693611" y="1927714"/>
            <a:chExt cx="2189480" cy="878857"/>
          </a:xfrm>
        </p:grpSpPr>
        <p:grpSp>
          <p:nvGrpSpPr>
            <p:cNvPr id="4" name="Group 3"/>
            <p:cNvGrpSpPr/>
            <p:nvPr/>
          </p:nvGrpSpPr>
          <p:grpSpPr>
            <a:xfrm>
              <a:off x="5693611" y="1927714"/>
              <a:ext cx="2189480" cy="878857"/>
              <a:chOff x="6556634" y="3024592"/>
              <a:chExt cx="2756416" cy="1106425"/>
            </a:xfrm>
          </p:grpSpPr>
          <p:sp>
            <p:nvSpPr>
              <p:cNvPr id="5" name="Freeform 4"/>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7" name="TextBox 6"/>
              <p:cNvSpPr txBox="1"/>
              <p:nvPr/>
            </p:nvSpPr>
            <p:spPr>
              <a:xfrm>
                <a:off x="8085246" y="3387587"/>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1</a:t>
                </a:r>
                <a:endParaRPr lang="en-GB" b="1" dirty="0">
                  <a:solidFill>
                    <a:prstClr val="white"/>
                  </a:solidFill>
                  <a:latin typeface="Roboto"/>
                </a:endParaRPr>
              </a:p>
            </p:txBody>
          </p:sp>
        </p:gr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10" name="Group 9"/>
          <p:cNvGrpSpPr/>
          <p:nvPr/>
        </p:nvGrpSpPr>
        <p:grpSpPr>
          <a:xfrm>
            <a:off x="3900388" y="3826077"/>
            <a:ext cx="2189480" cy="878857"/>
            <a:chOff x="4327110" y="3038468"/>
            <a:chExt cx="2189480" cy="878857"/>
          </a:xfrm>
        </p:grpSpPr>
        <p:grpSp>
          <p:nvGrpSpPr>
            <p:cNvPr id="8" name="Group 7"/>
            <p:cNvGrpSpPr/>
            <p:nvPr/>
          </p:nvGrpSpPr>
          <p:grpSpPr>
            <a:xfrm>
              <a:off x="4327110" y="3038468"/>
              <a:ext cx="2189480" cy="878857"/>
              <a:chOff x="8794640" y="1918167"/>
              <a:chExt cx="2756416" cy="1106425"/>
            </a:xfrm>
          </p:grpSpPr>
          <p:sp>
            <p:nvSpPr>
              <p:cNvPr id="9" name="Freeform 8"/>
              <p:cNvSpPr/>
              <p:nvPr/>
            </p:nvSpPr>
            <p:spPr>
              <a:xfrm flipH="1">
                <a:off x="8794640" y="1918167"/>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1" name="TextBox 10"/>
              <p:cNvSpPr txBox="1"/>
              <p:nvPr/>
            </p:nvSpPr>
            <p:spPr>
              <a:xfrm>
                <a:off x="9707342" y="2288648"/>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2</a:t>
                </a:r>
              </a:p>
            </p:txBody>
          </p:sp>
        </p:gr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grpSp>
      </p:grpSp>
      <p:grpSp>
        <p:nvGrpSpPr>
          <p:cNvPr id="14" name="Group 13"/>
          <p:cNvGrpSpPr/>
          <p:nvPr/>
        </p:nvGrpSpPr>
        <p:grpSpPr>
          <a:xfrm>
            <a:off x="5266889" y="4951149"/>
            <a:ext cx="2189480" cy="878857"/>
            <a:chOff x="5693611" y="4163540"/>
            <a:chExt cx="2189480" cy="878857"/>
          </a:xfrm>
        </p:grpSpPr>
        <p:grpSp>
          <p:nvGrpSpPr>
            <p:cNvPr id="16" name="Group 15"/>
            <p:cNvGrpSpPr/>
            <p:nvPr/>
          </p:nvGrpSpPr>
          <p:grpSpPr>
            <a:xfrm>
              <a:off x="5693611" y="4163540"/>
              <a:ext cx="2189480" cy="878857"/>
              <a:chOff x="6556634" y="3024592"/>
              <a:chExt cx="2756416" cy="1106425"/>
            </a:xfrm>
          </p:grpSpPr>
          <p:sp>
            <p:nvSpPr>
              <p:cNvPr id="17" name="Freeform 16"/>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9" name="TextBox 18"/>
              <p:cNvSpPr txBox="1"/>
              <p:nvPr/>
            </p:nvSpPr>
            <p:spPr>
              <a:xfrm>
                <a:off x="8085247" y="3387587"/>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3</a:t>
                </a:r>
                <a:endParaRPr lang="en-GB" sz="1400" b="1" dirty="0">
                  <a:solidFill>
                    <a:prstClr val="white"/>
                  </a:solidFill>
                  <a:latin typeface="Roboto"/>
                </a:endParaRPr>
              </a:p>
            </p:txBody>
          </p:sp>
        </p:grpSp>
        <p:grpSp>
          <p:nvGrpSpPr>
            <p:cNvPr id="34" name="Group 33"/>
            <p:cNvGrpSpPr/>
            <p:nvPr/>
          </p:nvGrpSpPr>
          <p:grpSpPr>
            <a:xfrm>
              <a:off x="5908295" y="4404673"/>
              <a:ext cx="423319" cy="396590"/>
              <a:chOff x="5368132" y="3540125"/>
              <a:chExt cx="465138" cy="435769"/>
            </a:xfrm>
            <a:solidFill>
              <a:schemeClr val="bg1"/>
            </a:solidFill>
          </p:grpSpPr>
          <p:sp>
            <p:nvSpPr>
              <p:cNvPr id="3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sp>
            <p:nvSpPr>
              <p:cNvPr id="3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grpSp>
      </p:grpSp>
      <p:sp>
        <p:nvSpPr>
          <p:cNvPr id="12" name="Footer Placeholder 1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15939696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strips(downLeft)">
                                      <p:cBhvr>
                                        <p:cTn id="19" dur="500"/>
                                        <p:tgtEl>
                                          <p:spTgt spid="21"/>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left)">
                                      <p:cBhvr>
                                        <p:cTn id="23" dur="500"/>
                                        <p:tgtEl>
                                          <p:spTgt spid="14"/>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strips(downRight)">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pPr marL="742950" lvl="0" indent="-742950" algn="r" rtl="1">
              <a:buFont typeface="+mj-lt"/>
              <a:buAutoNum type="arabicPeriod" startAt="10"/>
            </a:pPr>
            <a:r>
              <a:rPr lang="ar-SA" sz="4000" u="sng" dirty="0"/>
              <a:t>معوقات توظيف مستحدثات تكنولوجيا التعليم </a:t>
            </a:r>
            <a:endParaRPr lang="en-US" sz="4000" u="sng" dirty="0"/>
          </a:p>
        </p:txBody>
      </p:sp>
      <p:sp>
        <p:nvSpPr>
          <p:cNvPr id="3" name="Text Placeholder 2"/>
          <p:cNvSpPr>
            <a:spLocks noGrp="1"/>
          </p:cNvSpPr>
          <p:nvPr>
            <p:ph type="body" idx="1"/>
          </p:nvPr>
        </p:nvSpPr>
        <p:spPr>
          <a:xfrm>
            <a:off x="479425" y="1412706"/>
            <a:ext cx="11233150" cy="1288192"/>
          </a:xfrm>
        </p:spPr>
        <p:txBody>
          <a:bodyPr>
            <a:noAutofit/>
          </a:bodyPr>
          <a:lstStyle/>
          <a:p>
            <a:pPr algn="r" rtl="1"/>
            <a:r>
              <a:rPr lang="ar-SA" sz="3200" b="1" dirty="0">
                <a:solidFill>
                  <a:schemeClr val="accent4"/>
                </a:solidFill>
              </a:rPr>
              <a:t>تواجه عملية توظيف مستحدثات تكنولوجيا التعليم في عمليتي التعليم والتعلم، العديد من المعوقات التي تحد من دورها، ولعل من أبرز هذه المعوقات ما يلي </a:t>
            </a:r>
            <a:r>
              <a:rPr lang="ar-JO" sz="3200" b="1" dirty="0">
                <a:solidFill>
                  <a:schemeClr val="accent4"/>
                </a:solidFill>
              </a:rPr>
              <a:t>(</a:t>
            </a:r>
            <a:r>
              <a:rPr lang="ar-SA" sz="3200" b="1" dirty="0">
                <a:solidFill>
                  <a:schemeClr val="accent4"/>
                </a:solidFill>
              </a:rPr>
              <a:t>الغامدي، </a:t>
            </a:r>
            <a:r>
              <a:rPr lang="ar-JO" sz="3200" b="1" dirty="0">
                <a:solidFill>
                  <a:schemeClr val="accent4"/>
                </a:solidFill>
              </a:rPr>
              <a:t>2013):</a:t>
            </a:r>
            <a:endParaRPr lang="en-US" sz="3200" b="1" dirty="0">
              <a:solidFill>
                <a:schemeClr val="accent4"/>
              </a:solidFill>
            </a:endParaRPr>
          </a:p>
        </p:txBody>
      </p:sp>
      <p:sp>
        <p:nvSpPr>
          <p:cNvPr id="20" name="TextBox 19"/>
          <p:cNvSpPr txBox="1"/>
          <p:nvPr/>
        </p:nvSpPr>
        <p:spPr>
          <a:xfrm>
            <a:off x="7669747" y="3002258"/>
            <a:ext cx="3733216" cy="738664"/>
          </a:xfrm>
          <a:prstGeom prst="rect">
            <a:avLst/>
          </a:prstGeom>
          <a:noFill/>
        </p:spPr>
        <p:txBody>
          <a:bodyPr wrap="square" lIns="0" tIns="0" rIns="0" bIns="0" rtlCol="0">
            <a:spAutoFit/>
          </a:bodyPr>
          <a:lstStyle/>
          <a:p>
            <a:pPr lvl="0" algn="ctr" rtl="1"/>
            <a:r>
              <a:rPr lang="ar-SA" sz="2400" b="1" dirty="0"/>
              <a:t>عدم التخطيط الجيد لتبني تكنولوجيا التعليم الحديثة في التعليم</a:t>
            </a:r>
            <a:r>
              <a:rPr lang="ar-JO" sz="2400" b="1" dirty="0"/>
              <a:t>.</a:t>
            </a:r>
            <a:endParaRPr lang="en-US" sz="2400" b="1" dirty="0"/>
          </a:p>
        </p:txBody>
      </p:sp>
      <p:sp>
        <p:nvSpPr>
          <p:cNvPr id="21" name="TextBox 20"/>
          <p:cNvSpPr txBox="1"/>
          <p:nvPr/>
        </p:nvSpPr>
        <p:spPr>
          <a:xfrm>
            <a:off x="431091" y="3826077"/>
            <a:ext cx="3469298" cy="1477328"/>
          </a:xfrm>
          <a:prstGeom prst="rect">
            <a:avLst/>
          </a:prstGeom>
          <a:noFill/>
        </p:spPr>
        <p:txBody>
          <a:bodyPr wrap="square" lIns="0" tIns="0" rIns="0" bIns="0" rtlCol="0">
            <a:spAutoFit/>
          </a:bodyPr>
          <a:lstStyle/>
          <a:p>
            <a:pPr algn="ctr" fontAlgn="auto">
              <a:spcBef>
                <a:spcPts val="0"/>
              </a:spcBef>
              <a:spcAft>
                <a:spcPts val="0"/>
              </a:spcAft>
            </a:pPr>
            <a:r>
              <a:rPr lang="ar-SA" sz="2400" b="1" dirty="0"/>
              <a:t>المعوق المالي المتمثل في قلة الدعم والتمويل لتأسيس قاعدة لتكنولوجيا التعليم الحديثة في التعليم</a:t>
            </a:r>
            <a:endParaRPr lang="en-AU" sz="2400" b="1" dirty="0">
              <a:solidFill>
                <a:prstClr val="black">
                  <a:lumMod val="50000"/>
                  <a:lumOff val="50000"/>
                </a:prstClr>
              </a:solidFill>
              <a:latin typeface="Roboto Lt"/>
            </a:endParaRPr>
          </a:p>
        </p:txBody>
      </p:sp>
      <p:sp>
        <p:nvSpPr>
          <p:cNvPr id="23" name="TextBox 22"/>
          <p:cNvSpPr txBox="1"/>
          <p:nvPr/>
        </p:nvSpPr>
        <p:spPr>
          <a:xfrm>
            <a:off x="7669747" y="5113578"/>
            <a:ext cx="3733216" cy="738664"/>
          </a:xfrm>
          <a:prstGeom prst="rect">
            <a:avLst/>
          </a:prstGeom>
          <a:noFill/>
        </p:spPr>
        <p:txBody>
          <a:bodyPr wrap="square" lIns="0" tIns="0" rIns="0" bIns="0" rtlCol="0">
            <a:spAutoFit/>
          </a:bodyPr>
          <a:lstStyle/>
          <a:p>
            <a:pPr algn="ctr" fontAlgn="auto">
              <a:spcBef>
                <a:spcPts val="0"/>
              </a:spcBef>
              <a:spcAft>
                <a:spcPts val="0"/>
              </a:spcAft>
            </a:pPr>
            <a:r>
              <a:rPr lang="ar-SA" sz="2400" b="1" dirty="0"/>
              <a:t>التطور المستمر للمستحدثات مما يجعل من الصعب مواكبة كل جديد</a:t>
            </a:r>
            <a:endParaRPr lang="en-AU" sz="2400" b="1" dirty="0">
              <a:solidFill>
                <a:prstClr val="black">
                  <a:lumMod val="50000"/>
                  <a:lumOff val="50000"/>
                </a:prstClr>
              </a:solidFill>
              <a:latin typeface="Roboto Lt"/>
            </a:endParaRPr>
          </a:p>
        </p:txBody>
      </p:sp>
      <p:grpSp>
        <p:nvGrpSpPr>
          <p:cNvPr id="6" name="Group 5"/>
          <p:cNvGrpSpPr/>
          <p:nvPr/>
        </p:nvGrpSpPr>
        <p:grpSpPr>
          <a:xfrm>
            <a:off x="5188422" y="2883123"/>
            <a:ext cx="2189480" cy="878857"/>
            <a:chOff x="5693611" y="1927714"/>
            <a:chExt cx="2189480" cy="878857"/>
          </a:xfrm>
        </p:grpSpPr>
        <p:grpSp>
          <p:nvGrpSpPr>
            <p:cNvPr id="4" name="Group 3"/>
            <p:cNvGrpSpPr/>
            <p:nvPr/>
          </p:nvGrpSpPr>
          <p:grpSpPr>
            <a:xfrm>
              <a:off x="5693611" y="1927714"/>
              <a:ext cx="2189480" cy="878857"/>
              <a:chOff x="6556634" y="3024592"/>
              <a:chExt cx="2756416" cy="1106425"/>
            </a:xfrm>
          </p:grpSpPr>
          <p:sp>
            <p:nvSpPr>
              <p:cNvPr id="5" name="Freeform 4"/>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7" name="TextBox 6"/>
              <p:cNvSpPr txBox="1"/>
              <p:nvPr/>
            </p:nvSpPr>
            <p:spPr>
              <a:xfrm>
                <a:off x="8085246" y="3387587"/>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4</a:t>
                </a:r>
                <a:endParaRPr lang="en-GB" b="1" dirty="0">
                  <a:solidFill>
                    <a:prstClr val="white"/>
                  </a:solidFill>
                  <a:latin typeface="Roboto"/>
                </a:endParaRPr>
              </a:p>
            </p:txBody>
          </p:sp>
        </p:gr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10" name="Group 9"/>
          <p:cNvGrpSpPr/>
          <p:nvPr/>
        </p:nvGrpSpPr>
        <p:grpSpPr>
          <a:xfrm>
            <a:off x="3900388" y="3826077"/>
            <a:ext cx="2189480" cy="878857"/>
            <a:chOff x="4327110" y="3038468"/>
            <a:chExt cx="2189480" cy="878857"/>
          </a:xfrm>
        </p:grpSpPr>
        <p:grpSp>
          <p:nvGrpSpPr>
            <p:cNvPr id="8" name="Group 7"/>
            <p:cNvGrpSpPr/>
            <p:nvPr/>
          </p:nvGrpSpPr>
          <p:grpSpPr>
            <a:xfrm>
              <a:off x="4327110" y="3038468"/>
              <a:ext cx="2189480" cy="878857"/>
              <a:chOff x="8794640" y="1918167"/>
              <a:chExt cx="2756416" cy="1106425"/>
            </a:xfrm>
          </p:grpSpPr>
          <p:sp>
            <p:nvSpPr>
              <p:cNvPr id="9" name="Freeform 8"/>
              <p:cNvSpPr/>
              <p:nvPr/>
            </p:nvSpPr>
            <p:spPr>
              <a:xfrm flipH="1">
                <a:off x="8794640" y="1918167"/>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1" name="TextBox 10"/>
              <p:cNvSpPr txBox="1"/>
              <p:nvPr/>
            </p:nvSpPr>
            <p:spPr>
              <a:xfrm>
                <a:off x="9707342" y="2288648"/>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5</a:t>
                </a:r>
              </a:p>
            </p:txBody>
          </p:sp>
        </p:gr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grpSp>
      </p:grpSp>
      <p:grpSp>
        <p:nvGrpSpPr>
          <p:cNvPr id="14" name="Group 13"/>
          <p:cNvGrpSpPr/>
          <p:nvPr/>
        </p:nvGrpSpPr>
        <p:grpSpPr>
          <a:xfrm>
            <a:off x="5266889" y="4951149"/>
            <a:ext cx="2189480" cy="878857"/>
            <a:chOff x="5693611" y="4163540"/>
            <a:chExt cx="2189480" cy="878857"/>
          </a:xfrm>
        </p:grpSpPr>
        <p:grpSp>
          <p:nvGrpSpPr>
            <p:cNvPr id="16" name="Group 15"/>
            <p:cNvGrpSpPr/>
            <p:nvPr/>
          </p:nvGrpSpPr>
          <p:grpSpPr>
            <a:xfrm>
              <a:off x="5693611" y="4163540"/>
              <a:ext cx="2189480" cy="878857"/>
              <a:chOff x="6556634" y="3024592"/>
              <a:chExt cx="2756416" cy="1106425"/>
            </a:xfrm>
          </p:grpSpPr>
          <p:sp>
            <p:nvSpPr>
              <p:cNvPr id="17" name="Freeform 16"/>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9" name="TextBox 18"/>
              <p:cNvSpPr txBox="1"/>
              <p:nvPr/>
            </p:nvSpPr>
            <p:spPr>
              <a:xfrm>
                <a:off x="8085247" y="3387587"/>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6</a:t>
                </a:r>
                <a:endParaRPr lang="en-GB" sz="1400" b="1" dirty="0">
                  <a:solidFill>
                    <a:prstClr val="white"/>
                  </a:solidFill>
                  <a:latin typeface="Roboto"/>
                </a:endParaRPr>
              </a:p>
            </p:txBody>
          </p:sp>
        </p:grpSp>
        <p:grpSp>
          <p:nvGrpSpPr>
            <p:cNvPr id="34" name="Group 33"/>
            <p:cNvGrpSpPr/>
            <p:nvPr/>
          </p:nvGrpSpPr>
          <p:grpSpPr>
            <a:xfrm>
              <a:off x="5908295" y="4404673"/>
              <a:ext cx="423319" cy="396590"/>
              <a:chOff x="5368132" y="3540125"/>
              <a:chExt cx="465138" cy="435769"/>
            </a:xfrm>
            <a:solidFill>
              <a:schemeClr val="bg1"/>
            </a:solidFill>
          </p:grpSpPr>
          <p:sp>
            <p:nvSpPr>
              <p:cNvPr id="3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sp>
            <p:nvSpPr>
              <p:cNvPr id="3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grpSp>
      </p:grpSp>
      <p:sp>
        <p:nvSpPr>
          <p:cNvPr id="12" name="Footer Placeholder 1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7210798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strips(downLeft)">
                                      <p:cBhvr>
                                        <p:cTn id="19" dur="500"/>
                                        <p:tgtEl>
                                          <p:spTgt spid="21"/>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left)">
                                      <p:cBhvr>
                                        <p:cTn id="23" dur="500"/>
                                        <p:tgtEl>
                                          <p:spTgt spid="14"/>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strips(downRight)">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79425" y="803237"/>
            <a:ext cx="11233150" cy="1288192"/>
          </a:xfrm>
        </p:spPr>
        <p:txBody>
          <a:bodyPr>
            <a:noAutofit/>
          </a:bodyPr>
          <a:lstStyle/>
          <a:p>
            <a:pPr algn="ctr" rtl="1"/>
            <a:r>
              <a:rPr lang="ar-JO" sz="3200" b="1" dirty="0">
                <a:solidFill>
                  <a:schemeClr val="accent4"/>
                </a:solidFill>
              </a:rPr>
              <a:t>أما عن الصعوبات والمعوقات التي تحول دون استخدام المستحدثات في مجال تكنولوجيا التعليم في التدريس فيمكن حصرها في الآتي (الغدير، 2009):</a:t>
            </a:r>
            <a:endParaRPr lang="en-US" sz="3200" b="1" dirty="0">
              <a:solidFill>
                <a:schemeClr val="accent4"/>
              </a:solidFill>
            </a:endParaRPr>
          </a:p>
        </p:txBody>
      </p:sp>
      <p:sp>
        <p:nvSpPr>
          <p:cNvPr id="20" name="TextBox 19"/>
          <p:cNvSpPr txBox="1"/>
          <p:nvPr/>
        </p:nvSpPr>
        <p:spPr>
          <a:xfrm>
            <a:off x="7669747" y="3002258"/>
            <a:ext cx="3733216" cy="738664"/>
          </a:xfrm>
          <a:prstGeom prst="rect">
            <a:avLst/>
          </a:prstGeom>
          <a:noFill/>
        </p:spPr>
        <p:txBody>
          <a:bodyPr wrap="square" lIns="0" tIns="0" rIns="0" bIns="0" rtlCol="0">
            <a:spAutoFit/>
          </a:bodyPr>
          <a:lstStyle/>
          <a:p>
            <a:pPr lvl="0" algn="ctr" rtl="1"/>
            <a:r>
              <a:rPr lang="ar-EG" sz="2400" b="1" dirty="0"/>
              <a:t>عدم توافر أجهزة الحاسب الآلي وملحقاتها بالكم والكيف الكافيين</a:t>
            </a:r>
            <a:endParaRPr lang="en-US" sz="2400" b="1" dirty="0"/>
          </a:p>
        </p:txBody>
      </p:sp>
      <p:sp>
        <p:nvSpPr>
          <p:cNvPr id="21" name="TextBox 20"/>
          <p:cNvSpPr txBox="1"/>
          <p:nvPr/>
        </p:nvSpPr>
        <p:spPr>
          <a:xfrm>
            <a:off x="323748" y="3826548"/>
            <a:ext cx="3469298" cy="1477328"/>
          </a:xfrm>
          <a:prstGeom prst="rect">
            <a:avLst/>
          </a:prstGeom>
          <a:noFill/>
        </p:spPr>
        <p:txBody>
          <a:bodyPr wrap="square" lIns="0" tIns="0" rIns="0" bIns="0" rtlCol="0">
            <a:spAutoFit/>
          </a:bodyPr>
          <a:lstStyle/>
          <a:p>
            <a:pPr algn="ctr" fontAlgn="auto">
              <a:spcBef>
                <a:spcPts val="0"/>
              </a:spcBef>
              <a:spcAft>
                <a:spcPts val="0"/>
              </a:spcAft>
            </a:pPr>
            <a:r>
              <a:rPr lang="ar-EG" sz="2400" b="1" dirty="0"/>
              <a:t>عدم توفر مركز مصادر تعلم داخل كل مدرسة متوفر به خدمة الاتصال بالشبكة يستفيد منه المعلمين والطلبة</a:t>
            </a:r>
            <a:endParaRPr lang="en-AU" sz="2400" b="1" dirty="0">
              <a:solidFill>
                <a:prstClr val="black">
                  <a:lumMod val="50000"/>
                  <a:lumOff val="50000"/>
                </a:prstClr>
              </a:solidFill>
              <a:latin typeface="Roboto Lt"/>
            </a:endParaRPr>
          </a:p>
        </p:txBody>
      </p:sp>
      <p:sp>
        <p:nvSpPr>
          <p:cNvPr id="23" name="TextBox 22"/>
          <p:cNvSpPr txBox="1"/>
          <p:nvPr/>
        </p:nvSpPr>
        <p:spPr>
          <a:xfrm>
            <a:off x="7669747" y="4993263"/>
            <a:ext cx="3733216" cy="1107996"/>
          </a:xfrm>
          <a:prstGeom prst="rect">
            <a:avLst/>
          </a:prstGeom>
          <a:noFill/>
        </p:spPr>
        <p:txBody>
          <a:bodyPr wrap="square" lIns="0" tIns="0" rIns="0" bIns="0" rtlCol="0">
            <a:spAutoFit/>
          </a:bodyPr>
          <a:lstStyle/>
          <a:p>
            <a:pPr algn="ctr" fontAlgn="auto">
              <a:spcBef>
                <a:spcPts val="0"/>
              </a:spcBef>
              <a:spcAft>
                <a:spcPts val="0"/>
              </a:spcAft>
            </a:pPr>
            <a:r>
              <a:rPr lang="ar-EG" sz="2400" b="1" dirty="0"/>
              <a:t>عدم تأهيل الفصول الدراسية لاستخدام التقنيات التعليمية سواء من حيث المساحة أو التمديدات الكهربائية</a:t>
            </a:r>
            <a:endParaRPr lang="en-AU" sz="2400" b="1" dirty="0">
              <a:solidFill>
                <a:prstClr val="black">
                  <a:lumMod val="50000"/>
                  <a:lumOff val="50000"/>
                </a:prstClr>
              </a:solidFill>
              <a:latin typeface="Roboto Lt"/>
            </a:endParaRPr>
          </a:p>
        </p:txBody>
      </p:sp>
      <p:grpSp>
        <p:nvGrpSpPr>
          <p:cNvPr id="6" name="Group 5"/>
          <p:cNvGrpSpPr/>
          <p:nvPr/>
        </p:nvGrpSpPr>
        <p:grpSpPr>
          <a:xfrm>
            <a:off x="5188422" y="2883123"/>
            <a:ext cx="2189480" cy="878857"/>
            <a:chOff x="5693611" y="1927714"/>
            <a:chExt cx="2189480" cy="878857"/>
          </a:xfrm>
        </p:grpSpPr>
        <p:grpSp>
          <p:nvGrpSpPr>
            <p:cNvPr id="4" name="Group 3"/>
            <p:cNvGrpSpPr/>
            <p:nvPr/>
          </p:nvGrpSpPr>
          <p:grpSpPr>
            <a:xfrm>
              <a:off x="5693611" y="1927714"/>
              <a:ext cx="2189480" cy="878857"/>
              <a:chOff x="6556634" y="3024592"/>
              <a:chExt cx="2756416" cy="1106425"/>
            </a:xfrm>
          </p:grpSpPr>
          <p:sp>
            <p:nvSpPr>
              <p:cNvPr id="5" name="Freeform 4"/>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7" name="TextBox 6"/>
              <p:cNvSpPr txBox="1"/>
              <p:nvPr/>
            </p:nvSpPr>
            <p:spPr>
              <a:xfrm>
                <a:off x="8085246" y="3387587"/>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1</a:t>
                </a:r>
                <a:endParaRPr lang="en-GB" b="1" dirty="0">
                  <a:solidFill>
                    <a:prstClr val="white"/>
                  </a:solidFill>
                  <a:latin typeface="Roboto"/>
                </a:endParaRPr>
              </a:p>
            </p:txBody>
          </p:sp>
        </p:gr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10" name="Group 9"/>
          <p:cNvGrpSpPr/>
          <p:nvPr/>
        </p:nvGrpSpPr>
        <p:grpSpPr>
          <a:xfrm>
            <a:off x="3900388" y="3826077"/>
            <a:ext cx="2189480" cy="878857"/>
            <a:chOff x="4327110" y="3038468"/>
            <a:chExt cx="2189480" cy="878857"/>
          </a:xfrm>
        </p:grpSpPr>
        <p:grpSp>
          <p:nvGrpSpPr>
            <p:cNvPr id="8" name="Group 7"/>
            <p:cNvGrpSpPr/>
            <p:nvPr/>
          </p:nvGrpSpPr>
          <p:grpSpPr>
            <a:xfrm>
              <a:off x="4327110" y="3038468"/>
              <a:ext cx="2189480" cy="878857"/>
              <a:chOff x="8794640" y="1918167"/>
              <a:chExt cx="2756416" cy="1106425"/>
            </a:xfrm>
          </p:grpSpPr>
          <p:sp>
            <p:nvSpPr>
              <p:cNvPr id="9" name="Freeform 8"/>
              <p:cNvSpPr/>
              <p:nvPr/>
            </p:nvSpPr>
            <p:spPr>
              <a:xfrm flipH="1">
                <a:off x="8794640" y="1918167"/>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1" name="TextBox 10"/>
              <p:cNvSpPr txBox="1"/>
              <p:nvPr/>
            </p:nvSpPr>
            <p:spPr>
              <a:xfrm>
                <a:off x="9707342" y="2288648"/>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2</a:t>
                </a:r>
              </a:p>
            </p:txBody>
          </p:sp>
        </p:gr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grpSp>
      </p:grpSp>
      <p:grpSp>
        <p:nvGrpSpPr>
          <p:cNvPr id="14" name="Group 13"/>
          <p:cNvGrpSpPr/>
          <p:nvPr/>
        </p:nvGrpSpPr>
        <p:grpSpPr>
          <a:xfrm>
            <a:off x="5266889" y="4951149"/>
            <a:ext cx="2189480" cy="878857"/>
            <a:chOff x="5693611" y="4163540"/>
            <a:chExt cx="2189480" cy="878857"/>
          </a:xfrm>
        </p:grpSpPr>
        <p:grpSp>
          <p:nvGrpSpPr>
            <p:cNvPr id="16" name="Group 15"/>
            <p:cNvGrpSpPr/>
            <p:nvPr/>
          </p:nvGrpSpPr>
          <p:grpSpPr>
            <a:xfrm>
              <a:off x="5693611" y="4163540"/>
              <a:ext cx="2189480" cy="878857"/>
              <a:chOff x="6556634" y="3024592"/>
              <a:chExt cx="2756416" cy="1106425"/>
            </a:xfrm>
          </p:grpSpPr>
          <p:sp>
            <p:nvSpPr>
              <p:cNvPr id="17" name="Freeform 16"/>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9" name="TextBox 18"/>
              <p:cNvSpPr txBox="1"/>
              <p:nvPr/>
            </p:nvSpPr>
            <p:spPr>
              <a:xfrm>
                <a:off x="8085247" y="3387587"/>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3</a:t>
                </a:r>
                <a:endParaRPr lang="en-GB" sz="1400" b="1" dirty="0">
                  <a:solidFill>
                    <a:prstClr val="white"/>
                  </a:solidFill>
                  <a:latin typeface="Roboto"/>
                </a:endParaRPr>
              </a:p>
            </p:txBody>
          </p:sp>
        </p:grpSp>
        <p:grpSp>
          <p:nvGrpSpPr>
            <p:cNvPr id="34" name="Group 33"/>
            <p:cNvGrpSpPr/>
            <p:nvPr/>
          </p:nvGrpSpPr>
          <p:grpSpPr>
            <a:xfrm>
              <a:off x="5908295" y="4404673"/>
              <a:ext cx="423319" cy="396590"/>
              <a:chOff x="5368132" y="3540125"/>
              <a:chExt cx="465138" cy="435769"/>
            </a:xfrm>
            <a:solidFill>
              <a:schemeClr val="bg1"/>
            </a:solidFill>
          </p:grpSpPr>
          <p:sp>
            <p:nvSpPr>
              <p:cNvPr id="3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sp>
            <p:nvSpPr>
              <p:cNvPr id="3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grpSp>
      </p:gr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4913180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strips(downLeft)">
                                      <p:cBhvr>
                                        <p:cTn id="19" dur="500"/>
                                        <p:tgtEl>
                                          <p:spTgt spid="21"/>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left)">
                                      <p:cBhvr>
                                        <p:cTn id="23" dur="500"/>
                                        <p:tgtEl>
                                          <p:spTgt spid="14"/>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strips(downRight)">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p:cNvSpPr txBox="1"/>
          <p:nvPr/>
        </p:nvSpPr>
        <p:spPr>
          <a:xfrm>
            <a:off x="7669747" y="3002258"/>
            <a:ext cx="3733216" cy="738664"/>
          </a:xfrm>
          <a:prstGeom prst="rect">
            <a:avLst/>
          </a:prstGeom>
          <a:noFill/>
        </p:spPr>
        <p:txBody>
          <a:bodyPr wrap="square" lIns="0" tIns="0" rIns="0" bIns="0" rtlCol="0">
            <a:spAutoFit/>
          </a:bodyPr>
          <a:lstStyle/>
          <a:p>
            <a:pPr lvl="0" algn="ctr" rtl="1"/>
            <a:r>
              <a:rPr lang="ar-EG" sz="2400" b="1" dirty="0"/>
              <a:t>عدم توافر المكتبات والكتب الالكترونية المناسبة</a:t>
            </a:r>
            <a:endParaRPr lang="en-US" sz="2400" b="1" dirty="0"/>
          </a:p>
        </p:txBody>
      </p:sp>
      <p:sp>
        <p:nvSpPr>
          <p:cNvPr id="21" name="TextBox 20"/>
          <p:cNvSpPr txBox="1"/>
          <p:nvPr/>
        </p:nvSpPr>
        <p:spPr>
          <a:xfrm>
            <a:off x="431091" y="3826077"/>
            <a:ext cx="3469298" cy="738664"/>
          </a:xfrm>
          <a:prstGeom prst="rect">
            <a:avLst/>
          </a:prstGeom>
          <a:noFill/>
        </p:spPr>
        <p:txBody>
          <a:bodyPr wrap="square" lIns="0" tIns="0" rIns="0" bIns="0" rtlCol="0">
            <a:spAutoFit/>
          </a:bodyPr>
          <a:lstStyle/>
          <a:p>
            <a:pPr algn="ctr" fontAlgn="auto">
              <a:spcBef>
                <a:spcPts val="0"/>
              </a:spcBef>
              <a:spcAft>
                <a:spcPts val="0"/>
              </a:spcAft>
            </a:pPr>
            <a:r>
              <a:rPr lang="ar-EG" sz="2400" b="1" dirty="0"/>
              <a:t>عدم توفر المناهج الدراسية المحوسبة</a:t>
            </a:r>
            <a:endParaRPr lang="en-AU" sz="2400" b="1" dirty="0">
              <a:solidFill>
                <a:prstClr val="black">
                  <a:lumMod val="50000"/>
                  <a:lumOff val="50000"/>
                </a:prstClr>
              </a:solidFill>
              <a:latin typeface="Roboto Lt"/>
            </a:endParaRPr>
          </a:p>
        </p:txBody>
      </p:sp>
      <p:sp>
        <p:nvSpPr>
          <p:cNvPr id="23" name="TextBox 22"/>
          <p:cNvSpPr txBox="1"/>
          <p:nvPr/>
        </p:nvSpPr>
        <p:spPr>
          <a:xfrm>
            <a:off x="7669746" y="4565992"/>
            <a:ext cx="4238235" cy="1846659"/>
          </a:xfrm>
          <a:prstGeom prst="rect">
            <a:avLst/>
          </a:prstGeom>
          <a:noFill/>
        </p:spPr>
        <p:txBody>
          <a:bodyPr wrap="square" lIns="0" tIns="0" rIns="0" bIns="0" rtlCol="0">
            <a:spAutoFit/>
          </a:bodyPr>
          <a:lstStyle/>
          <a:p>
            <a:pPr algn="ctr" fontAlgn="auto">
              <a:spcBef>
                <a:spcPts val="0"/>
              </a:spcBef>
              <a:spcAft>
                <a:spcPts val="0"/>
              </a:spcAft>
            </a:pPr>
            <a:r>
              <a:rPr lang="ar-EG" sz="2400" b="1" dirty="0"/>
              <a:t>التواضع الشديد في عمليات إعداد العنصر البشرى من معلمين ومعلمات فى مؤسسات التعليم للعمل فى ظل تطبيق التعلم الالكتروني فى مدارس المراحل التعليمية المختلفة</a:t>
            </a:r>
            <a:endParaRPr lang="en-AU" sz="2400" b="1" dirty="0">
              <a:solidFill>
                <a:prstClr val="black">
                  <a:lumMod val="50000"/>
                  <a:lumOff val="50000"/>
                </a:prstClr>
              </a:solidFill>
              <a:latin typeface="Roboto Lt"/>
            </a:endParaRPr>
          </a:p>
        </p:txBody>
      </p:sp>
      <p:grpSp>
        <p:nvGrpSpPr>
          <p:cNvPr id="6" name="Group 5"/>
          <p:cNvGrpSpPr/>
          <p:nvPr/>
        </p:nvGrpSpPr>
        <p:grpSpPr>
          <a:xfrm>
            <a:off x="5188422" y="2883123"/>
            <a:ext cx="2189480" cy="878857"/>
            <a:chOff x="5693611" y="1927714"/>
            <a:chExt cx="2189480" cy="878857"/>
          </a:xfrm>
        </p:grpSpPr>
        <p:grpSp>
          <p:nvGrpSpPr>
            <p:cNvPr id="4" name="Group 3"/>
            <p:cNvGrpSpPr/>
            <p:nvPr/>
          </p:nvGrpSpPr>
          <p:grpSpPr>
            <a:xfrm>
              <a:off x="5693611" y="1927714"/>
              <a:ext cx="2189480" cy="878857"/>
              <a:chOff x="6556634" y="3024592"/>
              <a:chExt cx="2756416" cy="1106425"/>
            </a:xfrm>
          </p:grpSpPr>
          <p:sp>
            <p:nvSpPr>
              <p:cNvPr id="5" name="Freeform 4"/>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7" name="TextBox 6"/>
              <p:cNvSpPr txBox="1"/>
              <p:nvPr/>
            </p:nvSpPr>
            <p:spPr>
              <a:xfrm>
                <a:off x="8085246" y="3387587"/>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4</a:t>
                </a:r>
                <a:endParaRPr lang="en-GB" b="1" dirty="0">
                  <a:solidFill>
                    <a:prstClr val="white"/>
                  </a:solidFill>
                  <a:latin typeface="Roboto"/>
                </a:endParaRPr>
              </a:p>
            </p:txBody>
          </p:sp>
        </p:gr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10" name="Group 9"/>
          <p:cNvGrpSpPr/>
          <p:nvPr/>
        </p:nvGrpSpPr>
        <p:grpSpPr>
          <a:xfrm>
            <a:off x="3900388" y="3826077"/>
            <a:ext cx="2189480" cy="878857"/>
            <a:chOff x="4327110" y="3038468"/>
            <a:chExt cx="2189480" cy="878857"/>
          </a:xfrm>
        </p:grpSpPr>
        <p:grpSp>
          <p:nvGrpSpPr>
            <p:cNvPr id="8" name="Group 7"/>
            <p:cNvGrpSpPr/>
            <p:nvPr/>
          </p:nvGrpSpPr>
          <p:grpSpPr>
            <a:xfrm>
              <a:off x="4327110" y="3038468"/>
              <a:ext cx="2189480" cy="878857"/>
              <a:chOff x="8794640" y="1918167"/>
              <a:chExt cx="2756416" cy="1106425"/>
            </a:xfrm>
          </p:grpSpPr>
          <p:sp>
            <p:nvSpPr>
              <p:cNvPr id="9" name="Freeform 8"/>
              <p:cNvSpPr/>
              <p:nvPr/>
            </p:nvSpPr>
            <p:spPr>
              <a:xfrm flipH="1">
                <a:off x="8794640" y="1918167"/>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1" name="TextBox 10"/>
              <p:cNvSpPr txBox="1"/>
              <p:nvPr/>
            </p:nvSpPr>
            <p:spPr>
              <a:xfrm>
                <a:off x="9707342" y="2288648"/>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5</a:t>
                </a:r>
              </a:p>
            </p:txBody>
          </p:sp>
        </p:gr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grpSp>
      </p:grpSp>
      <p:grpSp>
        <p:nvGrpSpPr>
          <p:cNvPr id="14" name="Group 13"/>
          <p:cNvGrpSpPr/>
          <p:nvPr/>
        </p:nvGrpSpPr>
        <p:grpSpPr>
          <a:xfrm>
            <a:off x="5266889" y="4951149"/>
            <a:ext cx="2189480" cy="878857"/>
            <a:chOff x="5693611" y="4163540"/>
            <a:chExt cx="2189480" cy="878857"/>
          </a:xfrm>
        </p:grpSpPr>
        <p:grpSp>
          <p:nvGrpSpPr>
            <p:cNvPr id="16" name="Group 15"/>
            <p:cNvGrpSpPr/>
            <p:nvPr/>
          </p:nvGrpSpPr>
          <p:grpSpPr>
            <a:xfrm>
              <a:off x="5693611" y="4163540"/>
              <a:ext cx="2189480" cy="878857"/>
              <a:chOff x="6556634" y="3024592"/>
              <a:chExt cx="2756416" cy="1106425"/>
            </a:xfrm>
          </p:grpSpPr>
          <p:sp>
            <p:nvSpPr>
              <p:cNvPr id="17" name="Freeform 16"/>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9" name="TextBox 18"/>
              <p:cNvSpPr txBox="1"/>
              <p:nvPr/>
            </p:nvSpPr>
            <p:spPr>
              <a:xfrm>
                <a:off x="8085247" y="3387587"/>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6</a:t>
                </a:r>
                <a:endParaRPr lang="en-GB" sz="1400" b="1" dirty="0">
                  <a:solidFill>
                    <a:prstClr val="white"/>
                  </a:solidFill>
                  <a:latin typeface="Roboto"/>
                </a:endParaRPr>
              </a:p>
            </p:txBody>
          </p:sp>
        </p:grpSp>
        <p:grpSp>
          <p:nvGrpSpPr>
            <p:cNvPr id="34" name="Group 33"/>
            <p:cNvGrpSpPr/>
            <p:nvPr/>
          </p:nvGrpSpPr>
          <p:grpSpPr>
            <a:xfrm>
              <a:off x="5908295" y="4404673"/>
              <a:ext cx="423319" cy="396590"/>
              <a:chOff x="5368132" y="3540125"/>
              <a:chExt cx="465138" cy="435769"/>
            </a:xfrm>
            <a:solidFill>
              <a:schemeClr val="bg1"/>
            </a:solidFill>
          </p:grpSpPr>
          <p:sp>
            <p:nvSpPr>
              <p:cNvPr id="3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sp>
            <p:nvSpPr>
              <p:cNvPr id="3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grpSp>
      </p:grpSp>
      <p:sp>
        <p:nvSpPr>
          <p:cNvPr id="37" name="Text Placeholder 2"/>
          <p:cNvSpPr>
            <a:spLocks noGrp="1"/>
          </p:cNvSpPr>
          <p:nvPr>
            <p:ph type="body" idx="1"/>
          </p:nvPr>
        </p:nvSpPr>
        <p:spPr>
          <a:xfrm>
            <a:off x="479425" y="803237"/>
            <a:ext cx="11233150" cy="1288192"/>
          </a:xfrm>
        </p:spPr>
        <p:txBody>
          <a:bodyPr>
            <a:noAutofit/>
          </a:bodyPr>
          <a:lstStyle/>
          <a:p>
            <a:pPr algn="ctr" rtl="1"/>
            <a:r>
              <a:rPr lang="ar-JO" sz="3200" b="1" u="sng" dirty="0">
                <a:solidFill>
                  <a:schemeClr val="accent4"/>
                </a:solidFill>
              </a:rPr>
              <a:t>أما عن الصعوبات والمعوقات التي تحول دون استخدام المستحدثات في مجال تكنولوجيا التعليم في التدريس فيمكن حصرها في الآتي (الغدير، 2009):</a:t>
            </a:r>
            <a:endParaRPr lang="en-US" sz="3200" b="1" u="sng" dirty="0">
              <a:solidFill>
                <a:schemeClr val="accent4"/>
              </a:solidFill>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37927414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strips(downLeft)">
                                      <p:cBhvr>
                                        <p:cTn id="19" dur="500"/>
                                        <p:tgtEl>
                                          <p:spTgt spid="21"/>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left)">
                                      <p:cBhvr>
                                        <p:cTn id="23" dur="500"/>
                                        <p:tgtEl>
                                          <p:spTgt spid="14"/>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strips(downRight)">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p:cNvSpPr txBox="1"/>
          <p:nvPr/>
        </p:nvSpPr>
        <p:spPr>
          <a:xfrm>
            <a:off x="7669747" y="3002258"/>
            <a:ext cx="4042828" cy="1107996"/>
          </a:xfrm>
          <a:prstGeom prst="rect">
            <a:avLst/>
          </a:prstGeom>
          <a:noFill/>
        </p:spPr>
        <p:txBody>
          <a:bodyPr wrap="square" lIns="0" tIns="0" rIns="0" bIns="0" rtlCol="0">
            <a:spAutoFit/>
          </a:bodyPr>
          <a:lstStyle/>
          <a:p>
            <a:pPr lvl="0" algn="ctr" rtl="1"/>
            <a:r>
              <a:rPr lang="ar-EG" sz="2400" b="1" dirty="0"/>
              <a:t>عدم توافر دورات تدريبية مناسبة لإكساب المعلمين والمعلمات مهارات التعلم الالكترونى</a:t>
            </a:r>
            <a:endParaRPr lang="en-US" sz="2400" b="1" dirty="0"/>
          </a:p>
        </p:txBody>
      </p:sp>
      <p:sp>
        <p:nvSpPr>
          <p:cNvPr id="21" name="TextBox 20"/>
          <p:cNvSpPr txBox="1"/>
          <p:nvPr/>
        </p:nvSpPr>
        <p:spPr>
          <a:xfrm>
            <a:off x="383090" y="3554972"/>
            <a:ext cx="3469298" cy="1477328"/>
          </a:xfrm>
          <a:prstGeom prst="rect">
            <a:avLst/>
          </a:prstGeom>
          <a:noFill/>
        </p:spPr>
        <p:txBody>
          <a:bodyPr wrap="square" lIns="0" tIns="0" rIns="0" bIns="0" rtlCol="0">
            <a:spAutoFit/>
          </a:bodyPr>
          <a:lstStyle/>
          <a:p>
            <a:pPr algn="ctr" fontAlgn="auto">
              <a:spcBef>
                <a:spcPts val="0"/>
              </a:spcBef>
              <a:spcAft>
                <a:spcPts val="0"/>
              </a:spcAft>
            </a:pPr>
            <a:r>
              <a:rPr lang="ar-EG" sz="2400" b="1" dirty="0"/>
              <a:t>عدم توافر </a:t>
            </a:r>
            <a:r>
              <a:rPr lang="ar-SA" sz="2400" b="1" dirty="0"/>
              <a:t>برامج التدريب الإلكتروني على الاستخدام والتوظيف الفعَّال للتقنية في التعليم للقائمين على العملية التعليمية</a:t>
            </a:r>
            <a:endParaRPr lang="en-AU" sz="2400" b="1" dirty="0">
              <a:solidFill>
                <a:prstClr val="black">
                  <a:lumMod val="50000"/>
                  <a:lumOff val="50000"/>
                </a:prstClr>
              </a:solidFill>
              <a:latin typeface="Roboto Lt"/>
            </a:endParaRPr>
          </a:p>
        </p:txBody>
      </p:sp>
      <p:sp>
        <p:nvSpPr>
          <p:cNvPr id="23" name="TextBox 22"/>
          <p:cNvSpPr txBox="1"/>
          <p:nvPr/>
        </p:nvSpPr>
        <p:spPr>
          <a:xfrm>
            <a:off x="7669746" y="4565992"/>
            <a:ext cx="4238235" cy="1477328"/>
          </a:xfrm>
          <a:prstGeom prst="rect">
            <a:avLst/>
          </a:prstGeom>
          <a:noFill/>
        </p:spPr>
        <p:txBody>
          <a:bodyPr wrap="square" lIns="0" tIns="0" rIns="0" bIns="0" rtlCol="0">
            <a:spAutoFit/>
          </a:bodyPr>
          <a:lstStyle/>
          <a:p>
            <a:pPr algn="ctr" fontAlgn="auto">
              <a:spcBef>
                <a:spcPts val="0"/>
              </a:spcBef>
              <a:spcAft>
                <a:spcPts val="0"/>
              </a:spcAft>
            </a:pPr>
            <a:r>
              <a:rPr lang="ar-EG" sz="2400" b="1" dirty="0"/>
              <a:t>الحاجة الماسة لتدريب المعلمين على الاستخدامات التربوية المتعددة لتكنولوجيا الاتصالات والمعلومات وإكسابهم مهارات تدريب طلابهم عليها</a:t>
            </a:r>
            <a:endParaRPr lang="en-AU" sz="2400" b="1" dirty="0">
              <a:solidFill>
                <a:prstClr val="black">
                  <a:lumMod val="50000"/>
                  <a:lumOff val="50000"/>
                </a:prstClr>
              </a:solidFill>
              <a:latin typeface="Roboto Lt"/>
            </a:endParaRPr>
          </a:p>
        </p:txBody>
      </p:sp>
      <p:grpSp>
        <p:nvGrpSpPr>
          <p:cNvPr id="6" name="Group 5"/>
          <p:cNvGrpSpPr/>
          <p:nvPr/>
        </p:nvGrpSpPr>
        <p:grpSpPr>
          <a:xfrm>
            <a:off x="5188422" y="2883123"/>
            <a:ext cx="2189480" cy="878857"/>
            <a:chOff x="5693611" y="1927714"/>
            <a:chExt cx="2189480" cy="878857"/>
          </a:xfrm>
        </p:grpSpPr>
        <p:grpSp>
          <p:nvGrpSpPr>
            <p:cNvPr id="4" name="Group 3"/>
            <p:cNvGrpSpPr/>
            <p:nvPr/>
          </p:nvGrpSpPr>
          <p:grpSpPr>
            <a:xfrm>
              <a:off x="5693611" y="1927714"/>
              <a:ext cx="2189480" cy="878857"/>
              <a:chOff x="6556634" y="3024592"/>
              <a:chExt cx="2756416" cy="1106425"/>
            </a:xfrm>
          </p:grpSpPr>
          <p:sp>
            <p:nvSpPr>
              <p:cNvPr id="5" name="Freeform 4"/>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7" name="TextBox 6"/>
              <p:cNvSpPr txBox="1"/>
              <p:nvPr/>
            </p:nvSpPr>
            <p:spPr>
              <a:xfrm>
                <a:off x="8085246" y="3387587"/>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7</a:t>
                </a:r>
                <a:endParaRPr lang="en-GB" b="1" dirty="0">
                  <a:solidFill>
                    <a:prstClr val="white"/>
                  </a:solidFill>
                  <a:latin typeface="Roboto"/>
                </a:endParaRPr>
              </a:p>
            </p:txBody>
          </p:sp>
        </p:gr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10" name="Group 9"/>
          <p:cNvGrpSpPr/>
          <p:nvPr/>
        </p:nvGrpSpPr>
        <p:grpSpPr>
          <a:xfrm>
            <a:off x="3900388" y="3826077"/>
            <a:ext cx="2189480" cy="878857"/>
            <a:chOff x="4327110" y="3038468"/>
            <a:chExt cx="2189480" cy="878857"/>
          </a:xfrm>
        </p:grpSpPr>
        <p:grpSp>
          <p:nvGrpSpPr>
            <p:cNvPr id="8" name="Group 7"/>
            <p:cNvGrpSpPr/>
            <p:nvPr/>
          </p:nvGrpSpPr>
          <p:grpSpPr>
            <a:xfrm>
              <a:off x="4327110" y="3038468"/>
              <a:ext cx="2189480" cy="878857"/>
              <a:chOff x="8794640" y="1918167"/>
              <a:chExt cx="2756416" cy="1106425"/>
            </a:xfrm>
          </p:grpSpPr>
          <p:sp>
            <p:nvSpPr>
              <p:cNvPr id="9" name="Freeform 8"/>
              <p:cNvSpPr/>
              <p:nvPr/>
            </p:nvSpPr>
            <p:spPr>
              <a:xfrm flipH="1">
                <a:off x="8794640" y="1918167"/>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1" name="TextBox 10"/>
              <p:cNvSpPr txBox="1"/>
              <p:nvPr/>
            </p:nvSpPr>
            <p:spPr>
              <a:xfrm>
                <a:off x="9707342" y="2288648"/>
                <a:ext cx="357603"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8</a:t>
                </a:r>
              </a:p>
            </p:txBody>
          </p:sp>
        </p:gr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grpSp>
      </p:grpSp>
      <p:grpSp>
        <p:nvGrpSpPr>
          <p:cNvPr id="14" name="Group 13"/>
          <p:cNvGrpSpPr/>
          <p:nvPr/>
        </p:nvGrpSpPr>
        <p:grpSpPr>
          <a:xfrm>
            <a:off x="5266889" y="4951149"/>
            <a:ext cx="2189480" cy="878857"/>
            <a:chOff x="5693611" y="4163540"/>
            <a:chExt cx="2189480" cy="878857"/>
          </a:xfrm>
        </p:grpSpPr>
        <p:grpSp>
          <p:nvGrpSpPr>
            <p:cNvPr id="16" name="Group 15"/>
            <p:cNvGrpSpPr/>
            <p:nvPr/>
          </p:nvGrpSpPr>
          <p:grpSpPr>
            <a:xfrm>
              <a:off x="5693611" y="4163540"/>
              <a:ext cx="2189480" cy="878857"/>
              <a:chOff x="6556634" y="3024592"/>
              <a:chExt cx="2756416" cy="1106425"/>
            </a:xfrm>
          </p:grpSpPr>
          <p:sp>
            <p:nvSpPr>
              <p:cNvPr id="17" name="Freeform 16"/>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9" name="TextBox 18"/>
              <p:cNvSpPr txBox="1"/>
              <p:nvPr/>
            </p:nvSpPr>
            <p:spPr>
              <a:xfrm>
                <a:off x="8085247" y="3387587"/>
                <a:ext cx="357603" cy="387472"/>
              </a:xfrm>
              <a:prstGeom prst="rect">
                <a:avLst/>
              </a:prstGeom>
              <a:noFill/>
            </p:spPr>
            <p:txBody>
              <a:bodyPr wrap="none" rtlCol="0">
                <a:spAutoFit/>
              </a:bodyPr>
              <a:lstStyle/>
              <a:p>
                <a:pPr algn="ctr" fontAlgn="auto">
                  <a:spcBef>
                    <a:spcPts val="0"/>
                  </a:spcBef>
                  <a:spcAft>
                    <a:spcPts val="0"/>
                  </a:spcAft>
                </a:pPr>
                <a:r>
                  <a:rPr lang="en-US" sz="1400" b="1" dirty="0">
                    <a:solidFill>
                      <a:prstClr val="white"/>
                    </a:solidFill>
                    <a:latin typeface="Roboto"/>
                  </a:rPr>
                  <a:t>9</a:t>
                </a:r>
                <a:endParaRPr lang="en-GB" sz="1400" b="1" dirty="0">
                  <a:solidFill>
                    <a:prstClr val="white"/>
                  </a:solidFill>
                  <a:latin typeface="Roboto"/>
                </a:endParaRPr>
              </a:p>
            </p:txBody>
          </p:sp>
        </p:grpSp>
        <p:grpSp>
          <p:nvGrpSpPr>
            <p:cNvPr id="34" name="Group 33"/>
            <p:cNvGrpSpPr/>
            <p:nvPr/>
          </p:nvGrpSpPr>
          <p:grpSpPr>
            <a:xfrm>
              <a:off x="5908295" y="4404673"/>
              <a:ext cx="423319" cy="396590"/>
              <a:chOff x="5368132" y="3540125"/>
              <a:chExt cx="465138" cy="435769"/>
            </a:xfrm>
            <a:solidFill>
              <a:schemeClr val="bg1"/>
            </a:solidFill>
          </p:grpSpPr>
          <p:sp>
            <p:nvSpPr>
              <p:cNvPr id="3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sp>
            <p:nvSpPr>
              <p:cNvPr id="3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grpSp>
      </p:grpSp>
      <p:sp>
        <p:nvSpPr>
          <p:cNvPr id="37" name="Text Placeholder 2"/>
          <p:cNvSpPr>
            <a:spLocks noGrp="1"/>
          </p:cNvSpPr>
          <p:nvPr>
            <p:ph type="body" idx="1"/>
          </p:nvPr>
        </p:nvSpPr>
        <p:spPr>
          <a:xfrm>
            <a:off x="479425" y="803237"/>
            <a:ext cx="11233150" cy="1288192"/>
          </a:xfrm>
        </p:spPr>
        <p:txBody>
          <a:bodyPr>
            <a:noAutofit/>
          </a:bodyPr>
          <a:lstStyle/>
          <a:p>
            <a:pPr algn="ctr" rtl="1"/>
            <a:r>
              <a:rPr lang="ar-JO" sz="3200" b="1" dirty="0">
                <a:solidFill>
                  <a:schemeClr val="accent4"/>
                </a:solidFill>
              </a:rPr>
              <a:t>أما عن الصعوبات والمعوقات التي تحول دون استخدام المستحدثات في مجال تكنولوجيا التعليم في التدريس فيمكن حصرها في الآتي (الغدير، 2009):</a:t>
            </a:r>
            <a:endParaRPr lang="en-US" sz="3200" b="1" dirty="0">
              <a:solidFill>
                <a:schemeClr val="accent4"/>
              </a:solidFill>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1563783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strips(downLeft)">
                                      <p:cBhvr>
                                        <p:cTn id="19" dur="500"/>
                                        <p:tgtEl>
                                          <p:spTgt spid="21"/>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left)">
                                      <p:cBhvr>
                                        <p:cTn id="23" dur="500"/>
                                        <p:tgtEl>
                                          <p:spTgt spid="14"/>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strips(downRight)">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p:cNvSpPr txBox="1"/>
          <p:nvPr/>
        </p:nvSpPr>
        <p:spPr>
          <a:xfrm>
            <a:off x="7669747" y="3002258"/>
            <a:ext cx="4042828" cy="738664"/>
          </a:xfrm>
          <a:prstGeom prst="rect">
            <a:avLst/>
          </a:prstGeom>
          <a:noFill/>
        </p:spPr>
        <p:txBody>
          <a:bodyPr wrap="square" lIns="0" tIns="0" rIns="0" bIns="0" rtlCol="0">
            <a:spAutoFit/>
          </a:bodyPr>
          <a:lstStyle/>
          <a:p>
            <a:pPr lvl="0" algn="ctr" rtl="1"/>
            <a:r>
              <a:rPr lang="ar-SA" sz="2400" b="1" dirty="0"/>
              <a:t>عدم الاهتمام بتدريب المعلمين على كيفية استخدام التعلم القائم على المشروعات</a:t>
            </a:r>
            <a:endParaRPr lang="en-US" sz="2400" b="1" dirty="0"/>
          </a:p>
        </p:txBody>
      </p:sp>
      <p:sp>
        <p:nvSpPr>
          <p:cNvPr id="21" name="TextBox 20"/>
          <p:cNvSpPr txBox="1"/>
          <p:nvPr/>
        </p:nvSpPr>
        <p:spPr>
          <a:xfrm>
            <a:off x="343338" y="3783715"/>
            <a:ext cx="3469298" cy="1107996"/>
          </a:xfrm>
          <a:prstGeom prst="rect">
            <a:avLst/>
          </a:prstGeom>
          <a:noFill/>
        </p:spPr>
        <p:txBody>
          <a:bodyPr wrap="square" lIns="0" tIns="0" rIns="0" bIns="0" rtlCol="0">
            <a:spAutoFit/>
          </a:bodyPr>
          <a:lstStyle/>
          <a:p>
            <a:pPr algn="ctr" fontAlgn="auto">
              <a:spcBef>
                <a:spcPts val="0"/>
              </a:spcBef>
              <a:spcAft>
                <a:spcPts val="0"/>
              </a:spcAft>
            </a:pPr>
            <a:r>
              <a:rPr lang="ar-SA" sz="2400" b="1" dirty="0"/>
              <a:t>قلة المواقع الإكترونية العربية التي تخدم المعلمين وتعني بالتربية والتعليم</a:t>
            </a:r>
            <a:endParaRPr lang="en-AU" sz="2400" b="1" dirty="0">
              <a:solidFill>
                <a:prstClr val="black">
                  <a:lumMod val="50000"/>
                  <a:lumOff val="50000"/>
                </a:prstClr>
              </a:solidFill>
              <a:latin typeface="Roboto Lt"/>
            </a:endParaRPr>
          </a:p>
        </p:txBody>
      </p:sp>
      <p:sp>
        <p:nvSpPr>
          <p:cNvPr id="23" name="TextBox 22"/>
          <p:cNvSpPr txBox="1"/>
          <p:nvPr/>
        </p:nvSpPr>
        <p:spPr>
          <a:xfrm>
            <a:off x="7572043" y="4965923"/>
            <a:ext cx="4238235" cy="738664"/>
          </a:xfrm>
          <a:prstGeom prst="rect">
            <a:avLst/>
          </a:prstGeom>
          <a:noFill/>
        </p:spPr>
        <p:txBody>
          <a:bodyPr wrap="square" lIns="0" tIns="0" rIns="0" bIns="0" rtlCol="0">
            <a:spAutoFit/>
          </a:bodyPr>
          <a:lstStyle/>
          <a:p>
            <a:pPr algn="ctr" fontAlgn="auto">
              <a:spcBef>
                <a:spcPts val="0"/>
              </a:spcBef>
              <a:spcAft>
                <a:spcPts val="0"/>
              </a:spcAft>
            </a:pPr>
            <a:r>
              <a:rPr lang="ar-SA" sz="2400" b="1" dirty="0"/>
              <a:t>عدم ربط المناهج والمقررات الدراسية بالشبكة العالمية للمعلومات</a:t>
            </a:r>
            <a:endParaRPr lang="en-AU" sz="2400" b="1" dirty="0">
              <a:solidFill>
                <a:prstClr val="black">
                  <a:lumMod val="50000"/>
                  <a:lumOff val="50000"/>
                </a:prstClr>
              </a:solidFill>
              <a:latin typeface="Roboto Lt"/>
            </a:endParaRPr>
          </a:p>
        </p:txBody>
      </p:sp>
      <p:grpSp>
        <p:nvGrpSpPr>
          <p:cNvPr id="6" name="Group 5"/>
          <p:cNvGrpSpPr/>
          <p:nvPr/>
        </p:nvGrpSpPr>
        <p:grpSpPr>
          <a:xfrm>
            <a:off x="5188422" y="2883123"/>
            <a:ext cx="2189480" cy="878857"/>
            <a:chOff x="5693611" y="1927714"/>
            <a:chExt cx="2189480" cy="878857"/>
          </a:xfrm>
        </p:grpSpPr>
        <p:grpSp>
          <p:nvGrpSpPr>
            <p:cNvPr id="4" name="Group 3"/>
            <p:cNvGrpSpPr/>
            <p:nvPr/>
          </p:nvGrpSpPr>
          <p:grpSpPr>
            <a:xfrm>
              <a:off x="5693611" y="1927714"/>
              <a:ext cx="2189480" cy="878857"/>
              <a:chOff x="6556634" y="3024592"/>
              <a:chExt cx="2756416" cy="1106425"/>
            </a:xfrm>
          </p:grpSpPr>
          <p:sp>
            <p:nvSpPr>
              <p:cNvPr id="5" name="Freeform 4"/>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7" name="TextBox 6"/>
              <p:cNvSpPr txBox="1"/>
              <p:nvPr/>
            </p:nvSpPr>
            <p:spPr>
              <a:xfrm>
                <a:off x="8022686" y="3387587"/>
                <a:ext cx="482724"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10</a:t>
                </a:r>
                <a:endParaRPr lang="en-GB" b="1" dirty="0">
                  <a:solidFill>
                    <a:prstClr val="white"/>
                  </a:solidFill>
                  <a:latin typeface="Roboto"/>
                </a:endParaRPr>
              </a:p>
            </p:txBody>
          </p:sp>
        </p:gr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10" name="Group 9"/>
          <p:cNvGrpSpPr/>
          <p:nvPr/>
        </p:nvGrpSpPr>
        <p:grpSpPr>
          <a:xfrm>
            <a:off x="3900388" y="3826077"/>
            <a:ext cx="2189480" cy="878857"/>
            <a:chOff x="4327110" y="3038468"/>
            <a:chExt cx="2189480" cy="878857"/>
          </a:xfrm>
        </p:grpSpPr>
        <p:grpSp>
          <p:nvGrpSpPr>
            <p:cNvPr id="8" name="Group 7"/>
            <p:cNvGrpSpPr/>
            <p:nvPr/>
          </p:nvGrpSpPr>
          <p:grpSpPr>
            <a:xfrm>
              <a:off x="4327110" y="3038468"/>
              <a:ext cx="2189480" cy="878857"/>
              <a:chOff x="8794640" y="1918167"/>
              <a:chExt cx="2756416" cy="1106425"/>
            </a:xfrm>
          </p:grpSpPr>
          <p:sp>
            <p:nvSpPr>
              <p:cNvPr id="9" name="Freeform 8"/>
              <p:cNvSpPr/>
              <p:nvPr/>
            </p:nvSpPr>
            <p:spPr>
              <a:xfrm flipH="1">
                <a:off x="8794640" y="1918167"/>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1" name="TextBox 10"/>
              <p:cNvSpPr txBox="1"/>
              <p:nvPr/>
            </p:nvSpPr>
            <p:spPr>
              <a:xfrm>
                <a:off x="9650997" y="2288648"/>
                <a:ext cx="470295"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11</a:t>
                </a:r>
              </a:p>
            </p:txBody>
          </p:sp>
        </p:gr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grpSp>
      </p:grpSp>
      <p:grpSp>
        <p:nvGrpSpPr>
          <p:cNvPr id="14" name="Group 13"/>
          <p:cNvGrpSpPr/>
          <p:nvPr/>
        </p:nvGrpSpPr>
        <p:grpSpPr>
          <a:xfrm>
            <a:off x="5266889" y="4951149"/>
            <a:ext cx="2189480" cy="878857"/>
            <a:chOff x="5693611" y="4163540"/>
            <a:chExt cx="2189480" cy="878857"/>
          </a:xfrm>
        </p:grpSpPr>
        <p:grpSp>
          <p:nvGrpSpPr>
            <p:cNvPr id="16" name="Group 15"/>
            <p:cNvGrpSpPr/>
            <p:nvPr/>
          </p:nvGrpSpPr>
          <p:grpSpPr>
            <a:xfrm>
              <a:off x="5693611" y="4163540"/>
              <a:ext cx="2189480" cy="878857"/>
              <a:chOff x="6556634" y="3024592"/>
              <a:chExt cx="2756416" cy="1106425"/>
            </a:xfrm>
          </p:grpSpPr>
          <p:sp>
            <p:nvSpPr>
              <p:cNvPr id="17" name="Freeform 16"/>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9" name="TextBox 18"/>
              <p:cNvSpPr txBox="1"/>
              <p:nvPr/>
            </p:nvSpPr>
            <p:spPr>
              <a:xfrm>
                <a:off x="8022687" y="3387587"/>
                <a:ext cx="482724"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12</a:t>
                </a:r>
                <a:endParaRPr lang="en-GB" sz="1400" b="1" dirty="0">
                  <a:solidFill>
                    <a:prstClr val="white"/>
                  </a:solidFill>
                  <a:latin typeface="Roboto"/>
                </a:endParaRPr>
              </a:p>
            </p:txBody>
          </p:sp>
        </p:grpSp>
        <p:grpSp>
          <p:nvGrpSpPr>
            <p:cNvPr id="34" name="Group 33"/>
            <p:cNvGrpSpPr/>
            <p:nvPr/>
          </p:nvGrpSpPr>
          <p:grpSpPr>
            <a:xfrm>
              <a:off x="5908295" y="4404673"/>
              <a:ext cx="423319" cy="396590"/>
              <a:chOff x="5368132" y="3540125"/>
              <a:chExt cx="465138" cy="435769"/>
            </a:xfrm>
            <a:solidFill>
              <a:schemeClr val="bg1"/>
            </a:solidFill>
          </p:grpSpPr>
          <p:sp>
            <p:nvSpPr>
              <p:cNvPr id="3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sp>
            <p:nvSpPr>
              <p:cNvPr id="3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grpSp>
      </p:grpSp>
      <p:sp>
        <p:nvSpPr>
          <p:cNvPr id="37" name="Text Placeholder 2"/>
          <p:cNvSpPr>
            <a:spLocks noGrp="1"/>
          </p:cNvSpPr>
          <p:nvPr>
            <p:ph type="body" idx="1"/>
          </p:nvPr>
        </p:nvSpPr>
        <p:spPr>
          <a:xfrm>
            <a:off x="479425" y="803237"/>
            <a:ext cx="11233150" cy="1288192"/>
          </a:xfrm>
        </p:spPr>
        <p:txBody>
          <a:bodyPr>
            <a:noAutofit/>
          </a:bodyPr>
          <a:lstStyle/>
          <a:p>
            <a:pPr algn="ctr" rtl="1"/>
            <a:r>
              <a:rPr lang="ar-JO" sz="3200" b="1" dirty="0">
                <a:solidFill>
                  <a:schemeClr val="accent4"/>
                </a:solidFill>
              </a:rPr>
              <a:t>أما عن الصعوبات والمعوقات التي تحول دون استخدام المستحدثات في مجال تكنولوجيا التعليم في التدريس فيمكن حصرها في الآتي (الغدير، 2009):</a:t>
            </a:r>
            <a:endParaRPr lang="en-US" sz="3200" b="1" dirty="0">
              <a:solidFill>
                <a:schemeClr val="accent4"/>
              </a:solidFill>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42548348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strips(downLeft)">
                                      <p:cBhvr>
                                        <p:cTn id="19" dur="500"/>
                                        <p:tgtEl>
                                          <p:spTgt spid="21"/>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left)">
                                      <p:cBhvr>
                                        <p:cTn id="23" dur="500"/>
                                        <p:tgtEl>
                                          <p:spTgt spid="14"/>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strips(downRight)">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p:cNvSpPr txBox="1"/>
          <p:nvPr/>
        </p:nvSpPr>
        <p:spPr>
          <a:xfrm>
            <a:off x="7669747" y="3002258"/>
            <a:ext cx="4042828" cy="738664"/>
          </a:xfrm>
          <a:prstGeom prst="rect">
            <a:avLst/>
          </a:prstGeom>
          <a:noFill/>
        </p:spPr>
        <p:txBody>
          <a:bodyPr wrap="square" lIns="0" tIns="0" rIns="0" bIns="0" rtlCol="0">
            <a:spAutoFit/>
          </a:bodyPr>
          <a:lstStyle/>
          <a:p>
            <a:pPr lvl="0" algn="ctr" rtl="1"/>
            <a:r>
              <a:rPr lang="ar-SA" sz="2400" b="1" dirty="0"/>
              <a:t>قلة المواد المطبوعة والتي تعنى بالمواقع التربوية على الشبكة العالمية للمعلومات</a:t>
            </a:r>
            <a:endParaRPr lang="en-US" sz="2400" b="1" dirty="0"/>
          </a:p>
        </p:txBody>
      </p:sp>
      <p:sp>
        <p:nvSpPr>
          <p:cNvPr id="21" name="TextBox 20"/>
          <p:cNvSpPr txBox="1"/>
          <p:nvPr/>
        </p:nvSpPr>
        <p:spPr>
          <a:xfrm>
            <a:off x="343338" y="3783715"/>
            <a:ext cx="3469298" cy="1477328"/>
          </a:xfrm>
          <a:prstGeom prst="rect">
            <a:avLst/>
          </a:prstGeom>
          <a:noFill/>
        </p:spPr>
        <p:txBody>
          <a:bodyPr wrap="square" lIns="0" tIns="0" rIns="0" bIns="0" rtlCol="0">
            <a:spAutoFit/>
          </a:bodyPr>
          <a:lstStyle/>
          <a:p>
            <a:pPr algn="ctr" fontAlgn="auto">
              <a:spcBef>
                <a:spcPts val="0"/>
              </a:spcBef>
              <a:spcAft>
                <a:spcPts val="0"/>
              </a:spcAft>
            </a:pPr>
            <a:r>
              <a:rPr lang="ar-SA" sz="2400" b="1" dirty="0"/>
              <a:t>عدم وجود كتيبات إرشادية توضح ما هو متوفر من الأجهزة والوسائل التقنية التعليمية بالمدارس وكيفية استخدامها</a:t>
            </a:r>
            <a:endParaRPr lang="en-AU" sz="2400" b="1" dirty="0">
              <a:solidFill>
                <a:prstClr val="black">
                  <a:lumMod val="50000"/>
                  <a:lumOff val="50000"/>
                </a:prstClr>
              </a:solidFill>
              <a:latin typeface="Roboto Lt"/>
            </a:endParaRPr>
          </a:p>
        </p:txBody>
      </p:sp>
      <p:sp>
        <p:nvSpPr>
          <p:cNvPr id="23" name="TextBox 22"/>
          <p:cNvSpPr txBox="1"/>
          <p:nvPr/>
        </p:nvSpPr>
        <p:spPr>
          <a:xfrm>
            <a:off x="7572043" y="4965923"/>
            <a:ext cx="4238235" cy="738664"/>
          </a:xfrm>
          <a:prstGeom prst="rect">
            <a:avLst/>
          </a:prstGeom>
          <a:noFill/>
        </p:spPr>
        <p:txBody>
          <a:bodyPr wrap="square" lIns="0" tIns="0" rIns="0" bIns="0" rtlCol="0">
            <a:spAutoFit/>
          </a:bodyPr>
          <a:lstStyle/>
          <a:p>
            <a:pPr algn="ctr" fontAlgn="auto">
              <a:spcBef>
                <a:spcPts val="0"/>
              </a:spcBef>
              <a:spcAft>
                <a:spcPts val="0"/>
              </a:spcAft>
            </a:pPr>
            <a:r>
              <a:rPr lang="ar-EG" sz="2400" b="1" dirty="0"/>
              <a:t>عدم توفر برامج تدريبية ومعلومات كافية عن كيفية استخدام البرمجيات في التدريس</a:t>
            </a:r>
            <a:endParaRPr lang="en-AU" sz="2400" b="1" dirty="0">
              <a:solidFill>
                <a:prstClr val="black">
                  <a:lumMod val="50000"/>
                  <a:lumOff val="50000"/>
                </a:prstClr>
              </a:solidFill>
              <a:latin typeface="Roboto Lt"/>
            </a:endParaRPr>
          </a:p>
        </p:txBody>
      </p:sp>
      <p:grpSp>
        <p:nvGrpSpPr>
          <p:cNvPr id="6" name="Group 5"/>
          <p:cNvGrpSpPr/>
          <p:nvPr/>
        </p:nvGrpSpPr>
        <p:grpSpPr>
          <a:xfrm>
            <a:off x="5188422" y="2883123"/>
            <a:ext cx="2189480" cy="878857"/>
            <a:chOff x="5693611" y="1927714"/>
            <a:chExt cx="2189480" cy="878857"/>
          </a:xfrm>
        </p:grpSpPr>
        <p:grpSp>
          <p:nvGrpSpPr>
            <p:cNvPr id="4" name="Group 3"/>
            <p:cNvGrpSpPr/>
            <p:nvPr/>
          </p:nvGrpSpPr>
          <p:grpSpPr>
            <a:xfrm>
              <a:off x="5693611" y="1927714"/>
              <a:ext cx="2189480" cy="878857"/>
              <a:chOff x="6556634" y="3024592"/>
              <a:chExt cx="2756416" cy="1106425"/>
            </a:xfrm>
          </p:grpSpPr>
          <p:sp>
            <p:nvSpPr>
              <p:cNvPr id="5" name="Freeform 4"/>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7" name="TextBox 6"/>
              <p:cNvSpPr txBox="1"/>
              <p:nvPr/>
            </p:nvSpPr>
            <p:spPr>
              <a:xfrm>
                <a:off x="8022686" y="3387587"/>
                <a:ext cx="482724"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13</a:t>
                </a:r>
                <a:endParaRPr lang="en-GB" b="1" dirty="0">
                  <a:solidFill>
                    <a:prstClr val="white"/>
                  </a:solidFill>
                  <a:latin typeface="Roboto"/>
                </a:endParaRPr>
              </a:p>
            </p:txBody>
          </p:sp>
        </p:gr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10" name="Group 9"/>
          <p:cNvGrpSpPr/>
          <p:nvPr/>
        </p:nvGrpSpPr>
        <p:grpSpPr>
          <a:xfrm>
            <a:off x="3900388" y="3826077"/>
            <a:ext cx="2189480" cy="878857"/>
            <a:chOff x="4327110" y="3038468"/>
            <a:chExt cx="2189480" cy="878857"/>
          </a:xfrm>
        </p:grpSpPr>
        <p:grpSp>
          <p:nvGrpSpPr>
            <p:cNvPr id="8" name="Group 7"/>
            <p:cNvGrpSpPr/>
            <p:nvPr/>
          </p:nvGrpSpPr>
          <p:grpSpPr>
            <a:xfrm>
              <a:off x="4327110" y="3038468"/>
              <a:ext cx="2189480" cy="878857"/>
              <a:chOff x="8794640" y="1918167"/>
              <a:chExt cx="2756416" cy="1106425"/>
            </a:xfrm>
          </p:grpSpPr>
          <p:sp>
            <p:nvSpPr>
              <p:cNvPr id="9" name="Freeform 8"/>
              <p:cNvSpPr/>
              <p:nvPr/>
            </p:nvSpPr>
            <p:spPr>
              <a:xfrm flipH="1">
                <a:off x="8794640" y="1918167"/>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1" name="TextBox 10"/>
              <p:cNvSpPr txBox="1"/>
              <p:nvPr/>
            </p:nvSpPr>
            <p:spPr>
              <a:xfrm>
                <a:off x="9644782" y="2288648"/>
                <a:ext cx="482724"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14</a:t>
                </a:r>
              </a:p>
            </p:txBody>
          </p:sp>
        </p:gr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grpSp>
      </p:grpSp>
      <p:grpSp>
        <p:nvGrpSpPr>
          <p:cNvPr id="14" name="Group 13"/>
          <p:cNvGrpSpPr/>
          <p:nvPr/>
        </p:nvGrpSpPr>
        <p:grpSpPr>
          <a:xfrm>
            <a:off x="5266889" y="4951149"/>
            <a:ext cx="2189480" cy="878857"/>
            <a:chOff x="5693611" y="4163540"/>
            <a:chExt cx="2189480" cy="878857"/>
          </a:xfrm>
        </p:grpSpPr>
        <p:grpSp>
          <p:nvGrpSpPr>
            <p:cNvPr id="16" name="Group 15"/>
            <p:cNvGrpSpPr/>
            <p:nvPr/>
          </p:nvGrpSpPr>
          <p:grpSpPr>
            <a:xfrm>
              <a:off x="5693611" y="4163540"/>
              <a:ext cx="2189480" cy="878857"/>
              <a:chOff x="6556634" y="3024592"/>
              <a:chExt cx="2756416" cy="1106425"/>
            </a:xfrm>
          </p:grpSpPr>
          <p:sp>
            <p:nvSpPr>
              <p:cNvPr id="17" name="Freeform 16"/>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9" name="TextBox 18"/>
              <p:cNvSpPr txBox="1"/>
              <p:nvPr/>
            </p:nvSpPr>
            <p:spPr>
              <a:xfrm>
                <a:off x="8022687" y="3387587"/>
                <a:ext cx="482724"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15</a:t>
                </a:r>
                <a:endParaRPr lang="en-GB" sz="1400" b="1" dirty="0">
                  <a:solidFill>
                    <a:prstClr val="white"/>
                  </a:solidFill>
                  <a:latin typeface="Roboto"/>
                </a:endParaRPr>
              </a:p>
            </p:txBody>
          </p:sp>
        </p:grpSp>
        <p:grpSp>
          <p:nvGrpSpPr>
            <p:cNvPr id="34" name="Group 33"/>
            <p:cNvGrpSpPr/>
            <p:nvPr/>
          </p:nvGrpSpPr>
          <p:grpSpPr>
            <a:xfrm>
              <a:off x="5908295" y="4404673"/>
              <a:ext cx="423319" cy="396590"/>
              <a:chOff x="5368132" y="3540125"/>
              <a:chExt cx="465138" cy="435769"/>
            </a:xfrm>
            <a:solidFill>
              <a:schemeClr val="bg1"/>
            </a:solidFill>
          </p:grpSpPr>
          <p:sp>
            <p:nvSpPr>
              <p:cNvPr id="3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sp>
            <p:nvSpPr>
              <p:cNvPr id="3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grpSp>
      </p:grpSp>
      <p:sp>
        <p:nvSpPr>
          <p:cNvPr id="37" name="Text Placeholder 2"/>
          <p:cNvSpPr>
            <a:spLocks noGrp="1"/>
          </p:cNvSpPr>
          <p:nvPr>
            <p:ph type="body" idx="1"/>
          </p:nvPr>
        </p:nvSpPr>
        <p:spPr>
          <a:xfrm>
            <a:off x="479425" y="803237"/>
            <a:ext cx="11233150" cy="1288192"/>
          </a:xfrm>
        </p:spPr>
        <p:txBody>
          <a:bodyPr>
            <a:noAutofit/>
          </a:bodyPr>
          <a:lstStyle/>
          <a:p>
            <a:pPr algn="ctr" rtl="1"/>
            <a:r>
              <a:rPr lang="ar-JO" sz="3200" b="1" dirty="0">
                <a:solidFill>
                  <a:schemeClr val="accent4"/>
                </a:solidFill>
              </a:rPr>
              <a:t>أما عن الصعوبات والمعوقات التي تحول دون استخدام المستحدثات في مجال تكنولوجيا التعليم في التدريس فيمكن حصرها في الآتي (الغدير، 2009):</a:t>
            </a:r>
            <a:endParaRPr lang="en-US" sz="3200" b="1" dirty="0">
              <a:solidFill>
                <a:schemeClr val="accent4"/>
              </a:solidFill>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13067580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strips(downLeft)">
                                      <p:cBhvr>
                                        <p:cTn id="19" dur="500"/>
                                        <p:tgtEl>
                                          <p:spTgt spid="21"/>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left)">
                                      <p:cBhvr>
                                        <p:cTn id="23" dur="500"/>
                                        <p:tgtEl>
                                          <p:spTgt spid="14"/>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strips(downRight)">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p:cNvSpPr txBox="1"/>
          <p:nvPr/>
        </p:nvSpPr>
        <p:spPr>
          <a:xfrm>
            <a:off x="7669747" y="3002258"/>
            <a:ext cx="4042828" cy="738664"/>
          </a:xfrm>
          <a:prstGeom prst="rect">
            <a:avLst/>
          </a:prstGeom>
          <a:noFill/>
        </p:spPr>
        <p:txBody>
          <a:bodyPr wrap="square" lIns="0" tIns="0" rIns="0" bIns="0" rtlCol="0">
            <a:spAutoFit/>
          </a:bodyPr>
          <a:lstStyle/>
          <a:p>
            <a:pPr lvl="0" algn="ctr" rtl="1"/>
            <a:r>
              <a:rPr lang="ar-SA" sz="2400" b="1" dirty="0"/>
              <a:t>الشعور بعدم أهمية توظيف التقنية في خدمة التعليم</a:t>
            </a:r>
            <a:endParaRPr lang="en-US" sz="2400" b="1" dirty="0"/>
          </a:p>
        </p:txBody>
      </p:sp>
      <p:sp>
        <p:nvSpPr>
          <p:cNvPr id="21" name="TextBox 20"/>
          <p:cNvSpPr txBox="1"/>
          <p:nvPr/>
        </p:nvSpPr>
        <p:spPr>
          <a:xfrm>
            <a:off x="343338" y="3783715"/>
            <a:ext cx="3557050" cy="1477328"/>
          </a:xfrm>
          <a:prstGeom prst="rect">
            <a:avLst/>
          </a:prstGeom>
          <a:noFill/>
        </p:spPr>
        <p:txBody>
          <a:bodyPr wrap="square" lIns="0" tIns="0" rIns="0" bIns="0" rtlCol="0">
            <a:spAutoFit/>
          </a:bodyPr>
          <a:lstStyle/>
          <a:p>
            <a:pPr lvl="0" algn="ctr" rtl="1"/>
            <a:r>
              <a:rPr lang="ar-EG" sz="2400" b="1" dirty="0"/>
              <a:t>عدم تحرر المعلمين ومديري المدارس من الفكر التقليدي فى إدارة استخدام تكنولوجيا التعليم بالمدارس.</a:t>
            </a:r>
            <a:endParaRPr lang="en-US" sz="2400" b="1" dirty="0"/>
          </a:p>
        </p:txBody>
      </p:sp>
      <p:sp>
        <p:nvSpPr>
          <p:cNvPr id="23" name="TextBox 22"/>
          <p:cNvSpPr txBox="1"/>
          <p:nvPr/>
        </p:nvSpPr>
        <p:spPr>
          <a:xfrm>
            <a:off x="7572043" y="4965923"/>
            <a:ext cx="4238235" cy="1107996"/>
          </a:xfrm>
          <a:prstGeom prst="rect">
            <a:avLst/>
          </a:prstGeom>
          <a:noFill/>
        </p:spPr>
        <p:txBody>
          <a:bodyPr wrap="square" lIns="0" tIns="0" rIns="0" bIns="0" rtlCol="0">
            <a:spAutoFit/>
          </a:bodyPr>
          <a:lstStyle/>
          <a:p>
            <a:pPr algn="ctr" fontAlgn="auto">
              <a:spcBef>
                <a:spcPts val="0"/>
              </a:spcBef>
              <a:spcAft>
                <a:spcPts val="0"/>
              </a:spcAft>
            </a:pPr>
            <a:r>
              <a:rPr lang="ar-EG" sz="2400" b="1" dirty="0"/>
              <a:t>عدم إتاحة الفرصة من قبل إدارات المدارس لاستخدام المعلمين والمعلمات لتقنيات التعليم</a:t>
            </a:r>
            <a:endParaRPr lang="en-AU" sz="2400" b="1" dirty="0">
              <a:solidFill>
                <a:prstClr val="black">
                  <a:lumMod val="50000"/>
                  <a:lumOff val="50000"/>
                </a:prstClr>
              </a:solidFill>
              <a:latin typeface="Roboto Lt"/>
            </a:endParaRPr>
          </a:p>
        </p:txBody>
      </p:sp>
      <p:grpSp>
        <p:nvGrpSpPr>
          <p:cNvPr id="6" name="Group 5"/>
          <p:cNvGrpSpPr/>
          <p:nvPr/>
        </p:nvGrpSpPr>
        <p:grpSpPr>
          <a:xfrm>
            <a:off x="5188422" y="2883123"/>
            <a:ext cx="2189480" cy="878857"/>
            <a:chOff x="5693611" y="1927714"/>
            <a:chExt cx="2189480" cy="878857"/>
          </a:xfrm>
        </p:grpSpPr>
        <p:grpSp>
          <p:nvGrpSpPr>
            <p:cNvPr id="4" name="Group 3"/>
            <p:cNvGrpSpPr/>
            <p:nvPr/>
          </p:nvGrpSpPr>
          <p:grpSpPr>
            <a:xfrm>
              <a:off x="5693611" y="1927714"/>
              <a:ext cx="2189480" cy="878857"/>
              <a:chOff x="6556634" y="3024592"/>
              <a:chExt cx="2756416" cy="1106425"/>
            </a:xfrm>
          </p:grpSpPr>
          <p:sp>
            <p:nvSpPr>
              <p:cNvPr id="5" name="Freeform 4"/>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7" name="TextBox 6"/>
              <p:cNvSpPr txBox="1"/>
              <p:nvPr/>
            </p:nvSpPr>
            <p:spPr>
              <a:xfrm>
                <a:off x="8022686" y="3387587"/>
                <a:ext cx="482724"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16</a:t>
                </a:r>
                <a:endParaRPr lang="en-GB" b="1" dirty="0">
                  <a:solidFill>
                    <a:prstClr val="white"/>
                  </a:solidFill>
                  <a:latin typeface="Roboto"/>
                </a:endParaRPr>
              </a:p>
            </p:txBody>
          </p:sp>
        </p:gr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10" name="Group 9"/>
          <p:cNvGrpSpPr/>
          <p:nvPr/>
        </p:nvGrpSpPr>
        <p:grpSpPr>
          <a:xfrm>
            <a:off x="3900388" y="3826077"/>
            <a:ext cx="2189480" cy="878857"/>
            <a:chOff x="4327110" y="3038468"/>
            <a:chExt cx="2189480" cy="878857"/>
          </a:xfrm>
        </p:grpSpPr>
        <p:grpSp>
          <p:nvGrpSpPr>
            <p:cNvPr id="8" name="Group 7"/>
            <p:cNvGrpSpPr/>
            <p:nvPr/>
          </p:nvGrpSpPr>
          <p:grpSpPr>
            <a:xfrm>
              <a:off x="4327110" y="3038468"/>
              <a:ext cx="2189480" cy="878857"/>
              <a:chOff x="8794640" y="1918167"/>
              <a:chExt cx="2756416" cy="1106425"/>
            </a:xfrm>
          </p:grpSpPr>
          <p:sp>
            <p:nvSpPr>
              <p:cNvPr id="9" name="Freeform 8"/>
              <p:cNvSpPr/>
              <p:nvPr/>
            </p:nvSpPr>
            <p:spPr>
              <a:xfrm flipH="1">
                <a:off x="8794640" y="1918167"/>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1" name="TextBox 10"/>
              <p:cNvSpPr txBox="1"/>
              <p:nvPr/>
            </p:nvSpPr>
            <p:spPr>
              <a:xfrm>
                <a:off x="9644782" y="2288648"/>
                <a:ext cx="482724"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17</a:t>
                </a:r>
              </a:p>
            </p:txBody>
          </p:sp>
        </p:gr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grpSp>
      </p:grpSp>
      <p:grpSp>
        <p:nvGrpSpPr>
          <p:cNvPr id="14" name="Group 13"/>
          <p:cNvGrpSpPr/>
          <p:nvPr/>
        </p:nvGrpSpPr>
        <p:grpSpPr>
          <a:xfrm>
            <a:off x="5266889" y="4951149"/>
            <a:ext cx="2189480" cy="878857"/>
            <a:chOff x="5693611" y="4163540"/>
            <a:chExt cx="2189480" cy="878857"/>
          </a:xfrm>
        </p:grpSpPr>
        <p:grpSp>
          <p:nvGrpSpPr>
            <p:cNvPr id="16" name="Group 15"/>
            <p:cNvGrpSpPr/>
            <p:nvPr/>
          </p:nvGrpSpPr>
          <p:grpSpPr>
            <a:xfrm>
              <a:off x="5693611" y="4163540"/>
              <a:ext cx="2189480" cy="878857"/>
              <a:chOff x="6556634" y="3024592"/>
              <a:chExt cx="2756416" cy="1106425"/>
            </a:xfrm>
          </p:grpSpPr>
          <p:sp>
            <p:nvSpPr>
              <p:cNvPr id="17" name="Freeform 16"/>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9" name="TextBox 18"/>
              <p:cNvSpPr txBox="1"/>
              <p:nvPr/>
            </p:nvSpPr>
            <p:spPr>
              <a:xfrm>
                <a:off x="8022687" y="3387587"/>
                <a:ext cx="482724"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18</a:t>
                </a:r>
                <a:endParaRPr lang="en-GB" sz="1400" b="1" dirty="0">
                  <a:solidFill>
                    <a:prstClr val="white"/>
                  </a:solidFill>
                  <a:latin typeface="Roboto"/>
                </a:endParaRPr>
              </a:p>
            </p:txBody>
          </p:sp>
        </p:grpSp>
        <p:grpSp>
          <p:nvGrpSpPr>
            <p:cNvPr id="34" name="Group 33"/>
            <p:cNvGrpSpPr/>
            <p:nvPr/>
          </p:nvGrpSpPr>
          <p:grpSpPr>
            <a:xfrm>
              <a:off x="5908295" y="4404673"/>
              <a:ext cx="423319" cy="396590"/>
              <a:chOff x="5368132" y="3540125"/>
              <a:chExt cx="465138" cy="435769"/>
            </a:xfrm>
            <a:solidFill>
              <a:schemeClr val="bg1"/>
            </a:solidFill>
          </p:grpSpPr>
          <p:sp>
            <p:nvSpPr>
              <p:cNvPr id="3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sp>
            <p:nvSpPr>
              <p:cNvPr id="3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200">
                  <a:solidFill>
                    <a:prstClr val="white"/>
                  </a:solidFill>
                  <a:effectLst>
                    <a:outerShdw blurRad="38100" dist="38100" dir="2700000" algn="tl">
                      <a:srgbClr val="000000"/>
                    </a:outerShdw>
                  </a:effectLst>
                  <a:latin typeface="Gill Sans" charset="0"/>
                  <a:sym typeface="Gill Sans" charset="0"/>
                </a:endParaRPr>
              </a:p>
            </p:txBody>
          </p:sp>
        </p:grpSp>
      </p:grpSp>
      <p:sp>
        <p:nvSpPr>
          <p:cNvPr id="37" name="Text Placeholder 2"/>
          <p:cNvSpPr>
            <a:spLocks noGrp="1"/>
          </p:cNvSpPr>
          <p:nvPr>
            <p:ph type="body" idx="1"/>
          </p:nvPr>
        </p:nvSpPr>
        <p:spPr>
          <a:xfrm>
            <a:off x="479425" y="803237"/>
            <a:ext cx="11233150" cy="1288192"/>
          </a:xfrm>
        </p:spPr>
        <p:txBody>
          <a:bodyPr>
            <a:noAutofit/>
          </a:bodyPr>
          <a:lstStyle/>
          <a:p>
            <a:pPr algn="ctr" rtl="1"/>
            <a:r>
              <a:rPr lang="ar-JO" sz="3200" b="1" dirty="0">
                <a:solidFill>
                  <a:schemeClr val="accent4"/>
                </a:solidFill>
              </a:rPr>
              <a:t>أما عن الصعوبات والمعوقات التي تحول دون استخدام المستحدثات في مجال تكنولوجيا التعليم في التدريس فيمكن حصرها في الآتي (الغدير، 2009):</a:t>
            </a:r>
            <a:endParaRPr lang="en-US" sz="3200" b="1" dirty="0">
              <a:solidFill>
                <a:schemeClr val="accent4"/>
              </a:solidFill>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9170239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strips(downLeft)">
                                      <p:cBhvr>
                                        <p:cTn id="19" dur="500"/>
                                        <p:tgtEl>
                                          <p:spTgt spid="21"/>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left)">
                                      <p:cBhvr>
                                        <p:cTn id="23" dur="500"/>
                                        <p:tgtEl>
                                          <p:spTgt spid="14"/>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strips(downRight)">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p:cNvSpPr txBox="1"/>
          <p:nvPr/>
        </p:nvSpPr>
        <p:spPr>
          <a:xfrm>
            <a:off x="7377902" y="2797998"/>
            <a:ext cx="4237379" cy="738664"/>
          </a:xfrm>
          <a:prstGeom prst="rect">
            <a:avLst/>
          </a:prstGeom>
          <a:noFill/>
        </p:spPr>
        <p:txBody>
          <a:bodyPr wrap="square" lIns="0" tIns="0" rIns="0" bIns="0" rtlCol="0">
            <a:spAutoFit/>
          </a:bodyPr>
          <a:lstStyle/>
          <a:p>
            <a:pPr lvl="0" algn="ctr" rtl="1"/>
            <a:r>
              <a:rPr lang="ar-EG" sz="2400" b="1" dirty="0"/>
              <a:t>صعوبة وضع جدول زمن دقيق لاستخدامها والالتزام به من قبل المستخدمين</a:t>
            </a:r>
            <a:endParaRPr lang="en-US" sz="2400" b="1" dirty="0"/>
          </a:p>
        </p:txBody>
      </p:sp>
      <p:sp>
        <p:nvSpPr>
          <p:cNvPr id="21" name="TextBox 20"/>
          <p:cNvSpPr txBox="1"/>
          <p:nvPr/>
        </p:nvSpPr>
        <p:spPr>
          <a:xfrm>
            <a:off x="430398" y="4882180"/>
            <a:ext cx="3557050" cy="738664"/>
          </a:xfrm>
          <a:prstGeom prst="rect">
            <a:avLst/>
          </a:prstGeom>
          <a:noFill/>
        </p:spPr>
        <p:txBody>
          <a:bodyPr wrap="square" lIns="0" tIns="0" rIns="0" bIns="0" rtlCol="0">
            <a:spAutoFit/>
          </a:bodyPr>
          <a:lstStyle/>
          <a:p>
            <a:pPr lvl="0" algn="ctr" rtl="1"/>
            <a:r>
              <a:rPr lang="ar-SA" sz="2400" b="1" dirty="0"/>
              <a:t>عدم القدرة على توظيف التقنيات في خدمة التعليم</a:t>
            </a:r>
            <a:endParaRPr lang="en-US" sz="2400" b="1" dirty="0"/>
          </a:p>
        </p:txBody>
      </p:sp>
      <p:grpSp>
        <p:nvGrpSpPr>
          <p:cNvPr id="6" name="Group 5"/>
          <p:cNvGrpSpPr/>
          <p:nvPr/>
        </p:nvGrpSpPr>
        <p:grpSpPr>
          <a:xfrm>
            <a:off x="5188422" y="2883123"/>
            <a:ext cx="2189480" cy="878857"/>
            <a:chOff x="5693611" y="1927714"/>
            <a:chExt cx="2189480" cy="878857"/>
          </a:xfrm>
        </p:grpSpPr>
        <p:grpSp>
          <p:nvGrpSpPr>
            <p:cNvPr id="4" name="Group 3"/>
            <p:cNvGrpSpPr/>
            <p:nvPr/>
          </p:nvGrpSpPr>
          <p:grpSpPr>
            <a:xfrm>
              <a:off x="5693611" y="1927714"/>
              <a:ext cx="2189480" cy="878857"/>
              <a:chOff x="6556634" y="3024592"/>
              <a:chExt cx="2756416" cy="1106425"/>
            </a:xfrm>
          </p:grpSpPr>
          <p:sp>
            <p:nvSpPr>
              <p:cNvPr id="5" name="Freeform 4"/>
              <p:cNvSpPr/>
              <p:nvPr/>
            </p:nvSpPr>
            <p:spPr>
              <a:xfrm>
                <a:off x="6556634" y="3024592"/>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7" name="TextBox 6"/>
              <p:cNvSpPr txBox="1"/>
              <p:nvPr/>
            </p:nvSpPr>
            <p:spPr>
              <a:xfrm>
                <a:off x="8022686" y="3387587"/>
                <a:ext cx="482724"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19</a:t>
                </a:r>
                <a:endParaRPr lang="en-GB" b="1" dirty="0">
                  <a:solidFill>
                    <a:prstClr val="white"/>
                  </a:solidFill>
                  <a:latin typeface="Roboto"/>
                </a:endParaRPr>
              </a:p>
            </p:txBody>
          </p:sp>
        </p:grpSp>
        <p:grpSp>
          <p:nvGrpSpPr>
            <p:cNvPr id="24" name="Group 23"/>
            <p:cNvGrpSpPr/>
            <p:nvPr/>
          </p:nvGrpSpPr>
          <p:grpSpPr>
            <a:xfrm>
              <a:off x="5888162" y="2134970"/>
              <a:ext cx="464344" cy="464344"/>
              <a:chOff x="3510757" y="2582069"/>
              <a:chExt cx="464344" cy="464344"/>
            </a:xfrm>
            <a:solidFill>
              <a:schemeClr val="bg1"/>
            </a:solidFill>
          </p:grpSpPr>
          <p:sp>
            <p:nvSpPr>
              <p:cNvPr id="25" name="AutoShape 126"/>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6" name="AutoShape 127"/>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10" name="Group 9"/>
          <p:cNvGrpSpPr/>
          <p:nvPr/>
        </p:nvGrpSpPr>
        <p:grpSpPr>
          <a:xfrm>
            <a:off x="4163458" y="4612564"/>
            <a:ext cx="2189480" cy="878857"/>
            <a:chOff x="4327110" y="3038468"/>
            <a:chExt cx="2189480" cy="878857"/>
          </a:xfrm>
        </p:grpSpPr>
        <p:grpSp>
          <p:nvGrpSpPr>
            <p:cNvPr id="8" name="Group 7"/>
            <p:cNvGrpSpPr/>
            <p:nvPr/>
          </p:nvGrpSpPr>
          <p:grpSpPr>
            <a:xfrm>
              <a:off x="4327110" y="3038468"/>
              <a:ext cx="2189480" cy="878857"/>
              <a:chOff x="8794640" y="1918167"/>
              <a:chExt cx="2756416" cy="1106425"/>
            </a:xfrm>
          </p:grpSpPr>
          <p:sp>
            <p:nvSpPr>
              <p:cNvPr id="9" name="Freeform 8"/>
              <p:cNvSpPr/>
              <p:nvPr/>
            </p:nvSpPr>
            <p:spPr>
              <a:xfrm flipH="1">
                <a:off x="8794640" y="1918167"/>
                <a:ext cx="2756416" cy="1106425"/>
              </a:xfrm>
              <a:custGeom>
                <a:avLst/>
                <a:gdLst>
                  <a:gd name="connsiteX0" fmla="*/ 669387 w 3335264"/>
                  <a:gd name="connsiteY0" fmla="*/ 0 h 1338774"/>
                  <a:gd name="connsiteX1" fmla="*/ 1224453 w 3335264"/>
                  <a:gd name="connsiteY1" fmla="*/ 295127 h 1338774"/>
                  <a:gd name="connsiteX2" fmla="*/ 1278656 w 3335264"/>
                  <a:gd name="connsiteY2" fmla="*/ 394987 h 1338774"/>
                  <a:gd name="connsiteX3" fmla="*/ 2786468 w 3335264"/>
                  <a:gd name="connsiteY3" fmla="*/ 394987 h 1338774"/>
                  <a:gd name="connsiteX4" fmla="*/ 2786468 w 3335264"/>
                  <a:gd name="connsiteY4" fmla="*/ 120589 h 1338774"/>
                  <a:gd name="connsiteX5" fmla="*/ 3335264 w 3335264"/>
                  <a:gd name="connsiteY5" fmla="*/ 669386 h 1338774"/>
                  <a:gd name="connsiteX6" fmla="*/ 2786468 w 3335264"/>
                  <a:gd name="connsiteY6" fmla="*/ 1218182 h 1338774"/>
                  <a:gd name="connsiteX7" fmla="*/ 2786468 w 3335264"/>
                  <a:gd name="connsiteY7" fmla="*/ 943784 h 1338774"/>
                  <a:gd name="connsiteX8" fmla="*/ 1278658 w 3335264"/>
                  <a:gd name="connsiteY8" fmla="*/ 943784 h 1338774"/>
                  <a:gd name="connsiteX9" fmla="*/ 1224453 w 3335264"/>
                  <a:gd name="connsiteY9" fmla="*/ 1043648 h 1338774"/>
                  <a:gd name="connsiteX10" fmla="*/ 669387 w 3335264"/>
                  <a:gd name="connsiteY10" fmla="*/ 1338774 h 1338774"/>
                  <a:gd name="connsiteX11" fmla="*/ 0 w 3335264"/>
                  <a:gd name="connsiteY11" fmla="*/ 669387 h 1338774"/>
                  <a:gd name="connsiteX12" fmla="*/ 669387 w 3335264"/>
                  <a:gd name="connsiteY12" fmla="*/ 0 h 133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5264" h="1338774">
                    <a:moveTo>
                      <a:pt x="669387" y="0"/>
                    </a:moveTo>
                    <a:cubicBezTo>
                      <a:pt x="900445" y="0"/>
                      <a:pt x="1104160" y="117069"/>
                      <a:pt x="1224453" y="295127"/>
                    </a:cubicBezTo>
                    <a:lnTo>
                      <a:pt x="1278656" y="394987"/>
                    </a:lnTo>
                    <a:lnTo>
                      <a:pt x="2786468" y="394987"/>
                    </a:lnTo>
                    <a:lnTo>
                      <a:pt x="2786468" y="120589"/>
                    </a:lnTo>
                    <a:lnTo>
                      <a:pt x="3335264" y="669386"/>
                    </a:lnTo>
                    <a:lnTo>
                      <a:pt x="2786468" y="1218182"/>
                    </a:lnTo>
                    <a:lnTo>
                      <a:pt x="2786468" y="943784"/>
                    </a:lnTo>
                    <a:lnTo>
                      <a:pt x="1278658" y="943784"/>
                    </a:lnTo>
                    <a:lnTo>
                      <a:pt x="1224453" y="1043648"/>
                    </a:lnTo>
                    <a:cubicBezTo>
                      <a:pt x="1104160" y="1221706"/>
                      <a:pt x="900445" y="1338774"/>
                      <a:pt x="669387" y="1338774"/>
                    </a:cubicBezTo>
                    <a:cubicBezTo>
                      <a:pt x="299695" y="1338774"/>
                      <a:pt x="0" y="1039079"/>
                      <a:pt x="0" y="669387"/>
                    </a:cubicBezTo>
                    <a:cubicBezTo>
                      <a:pt x="0" y="299695"/>
                      <a:pt x="299695" y="0"/>
                      <a:pt x="6693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sp>
            <p:nvSpPr>
              <p:cNvPr id="11" name="TextBox 10"/>
              <p:cNvSpPr txBox="1"/>
              <p:nvPr/>
            </p:nvSpPr>
            <p:spPr>
              <a:xfrm>
                <a:off x="9644782" y="2288648"/>
                <a:ext cx="482724" cy="387472"/>
              </a:xfrm>
              <a:prstGeom prst="rect">
                <a:avLst/>
              </a:prstGeom>
              <a:noFill/>
            </p:spPr>
            <p:txBody>
              <a:bodyPr wrap="none" rtlCol="0">
                <a:spAutoFit/>
              </a:bodyPr>
              <a:lstStyle/>
              <a:p>
                <a:pPr algn="ctr" fontAlgn="auto">
                  <a:spcBef>
                    <a:spcPts val="0"/>
                  </a:spcBef>
                  <a:spcAft>
                    <a:spcPts val="0"/>
                  </a:spcAft>
                </a:pPr>
                <a:r>
                  <a:rPr lang="en-US" sz="1400" b="1" dirty="0" smtClean="0">
                    <a:solidFill>
                      <a:prstClr val="white"/>
                    </a:solidFill>
                    <a:latin typeface="Roboto"/>
                  </a:rPr>
                  <a:t>20</a:t>
                </a:r>
              </a:p>
            </p:txBody>
          </p:sp>
        </p:grpSp>
        <p:grpSp>
          <p:nvGrpSpPr>
            <p:cNvPr id="27" name="Group 26"/>
            <p:cNvGrpSpPr/>
            <p:nvPr/>
          </p:nvGrpSpPr>
          <p:grpSpPr>
            <a:xfrm>
              <a:off x="5841873" y="3271220"/>
              <a:ext cx="468814" cy="469615"/>
              <a:chOff x="7275629" y="3973834"/>
              <a:chExt cx="464344" cy="465138"/>
            </a:xfrm>
            <a:solidFill>
              <a:schemeClr val="bg1"/>
            </a:solidFill>
          </p:grpSpPr>
          <p:sp>
            <p:nvSpPr>
              <p:cNvPr id="2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2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sp>
            <p:nvSpPr>
              <p:cNvPr id="3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srgbClr val="44546A">
                      <a:lumMod val="60000"/>
                      <a:lumOff val="40000"/>
                    </a:srgbClr>
                  </a:solidFill>
                  <a:effectLst>
                    <a:outerShdw blurRad="38100" dist="38100" dir="2700000" algn="tl">
                      <a:srgbClr val="000000"/>
                    </a:outerShdw>
                  </a:effectLst>
                  <a:latin typeface="Gill Sans" charset="0"/>
                  <a:sym typeface="Gill Sans" charset="0"/>
                </a:endParaRPr>
              </a:p>
            </p:txBody>
          </p:sp>
        </p:grpSp>
      </p:grpSp>
      <p:sp>
        <p:nvSpPr>
          <p:cNvPr id="37" name="Text Placeholder 2"/>
          <p:cNvSpPr>
            <a:spLocks noGrp="1"/>
          </p:cNvSpPr>
          <p:nvPr>
            <p:ph type="body" idx="1"/>
          </p:nvPr>
        </p:nvSpPr>
        <p:spPr>
          <a:xfrm>
            <a:off x="479425" y="803237"/>
            <a:ext cx="11233150" cy="1288192"/>
          </a:xfrm>
        </p:spPr>
        <p:txBody>
          <a:bodyPr>
            <a:noAutofit/>
          </a:bodyPr>
          <a:lstStyle/>
          <a:p>
            <a:pPr algn="ctr" rtl="1"/>
            <a:r>
              <a:rPr lang="ar-JO" sz="3200" b="1" dirty="0">
                <a:solidFill>
                  <a:schemeClr val="accent4"/>
                </a:solidFill>
              </a:rPr>
              <a:t>أما عن الصعوبات والمعوقات التي تحول دون استخدام المستحدثات في مجال تكنولوجيا التعليم في التدريس فيمكن حصرها في الآتي (الغدير، 2009):</a:t>
            </a:r>
            <a:endParaRPr lang="en-US" sz="3200" b="1" dirty="0">
              <a:solidFill>
                <a:schemeClr val="accent4"/>
              </a:solidFill>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8045216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strips(downRight)">
                                      <p:cBhvr>
                                        <p:cTn id="11" dur="500"/>
                                        <p:tgtEl>
                                          <p:spTgt spid="20"/>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strips(downLeft)">
                                      <p:cBhvr>
                                        <p:cTn id="19"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a:grpSpLocks/>
          </p:cNvGrpSpPr>
          <p:nvPr/>
        </p:nvGrpSpPr>
        <p:grpSpPr bwMode="auto">
          <a:xfrm>
            <a:off x="3257550" y="2928890"/>
            <a:ext cx="8707438" cy="1520875"/>
            <a:chOff x="7680543" y="5756619"/>
            <a:chExt cx="15211970" cy="3042980"/>
          </a:xfrm>
        </p:grpSpPr>
        <p:sp>
          <p:nvSpPr>
            <p:cNvPr id="4" name="Rectangle 3"/>
            <p:cNvSpPr/>
            <p:nvPr/>
          </p:nvSpPr>
          <p:spPr>
            <a:xfrm>
              <a:off x="7680543" y="5756619"/>
              <a:ext cx="15211970" cy="1601045"/>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a:r>
                <a:rPr lang="ar-SA" sz="4400" b="1" u="sng" dirty="0">
                  <a:solidFill>
                    <a:schemeClr val="accent1"/>
                  </a:solidFill>
                </a:rPr>
                <a:t>الانترنت في التعليم</a:t>
              </a:r>
              <a:endParaRPr lang="en-US" sz="4400" u="sng" dirty="0">
                <a:solidFill>
                  <a:schemeClr val="accent1"/>
                </a:solidFill>
              </a:endParaRPr>
            </a:p>
          </p:txBody>
        </p:sp>
        <p:sp>
          <p:nvSpPr>
            <p:cNvPr id="5" name="Rectangle 4"/>
            <p:cNvSpPr/>
            <p:nvPr/>
          </p:nvSpPr>
          <p:spPr>
            <a:xfrm>
              <a:off x="7680543" y="7322626"/>
              <a:ext cx="15211970" cy="1476973"/>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eaLnBrk="0" hangingPunct="0">
                <a:defRPr/>
              </a:pPr>
              <a:r>
                <a:rPr lang="ar-SA" sz="4000" b="1" dirty="0">
                  <a:solidFill>
                    <a:srgbClr val="F58F20"/>
                  </a:solidFill>
                </a:rPr>
                <a:t>الفصل </a:t>
              </a:r>
              <a:r>
                <a:rPr lang="ar-SA" sz="4000" b="1" dirty="0">
                  <a:solidFill>
                    <a:srgbClr val="FE8301"/>
                  </a:solidFill>
                </a:rPr>
                <a:t>الثاني</a:t>
              </a:r>
              <a:endParaRPr lang="en-US" sz="4000" dirty="0">
                <a:solidFill>
                  <a:srgbClr val="FE8301"/>
                </a:solidFill>
              </a:endParaRPr>
            </a:p>
          </p:txBody>
        </p:sp>
      </p:grpSp>
      <p:cxnSp>
        <p:nvCxnSpPr>
          <p:cNvPr id="6" name="Straight Connector 5"/>
          <p:cNvCxnSpPr/>
          <p:nvPr/>
        </p:nvCxnSpPr>
        <p:spPr>
          <a:xfrm>
            <a:off x="3025775" y="2841625"/>
            <a:ext cx="0" cy="1474788"/>
          </a:xfrm>
          <a:prstGeom prst="line">
            <a:avLst/>
          </a:prstGeom>
          <a:ln w="57150" cmpd="sng">
            <a:solidFill>
              <a:srgbClr val="F58F20"/>
            </a:solidFill>
          </a:ln>
        </p:spPr>
        <p:style>
          <a:lnRef idx="2">
            <a:schemeClr val="accent1"/>
          </a:lnRef>
          <a:fillRef idx="0">
            <a:schemeClr val="accent1"/>
          </a:fillRef>
          <a:effectRef idx="1">
            <a:schemeClr val="accent1"/>
          </a:effectRef>
          <a:fontRef idx="minor">
            <a:schemeClr val="tx1"/>
          </a:fontRef>
        </p:style>
      </p:cxnSp>
      <p:sp>
        <p:nvSpPr>
          <p:cNvPr id="7" name="Freeform 178"/>
          <p:cNvSpPr>
            <a:spLocks noEditPoints="1"/>
          </p:cNvSpPr>
          <p:nvPr/>
        </p:nvSpPr>
        <p:spPr bwMode="auto">
          <a:xfrm>
            <a:off x="1389063" y="3009900"/>
            <a:ext cx="1347787" cy="1016000"/>
          </a:xfrm>
          <a:custGeom>
            <a:avLst/>
            <a:gdLst>
              <a:gd name="T0" fmla="*/ 1347787 w 158"/>
              <a:gd name="T1" fmla="*/ 1016000 h 119"/>
              <a:gd name="T2" fmla="*/ 0 w 158"/>
              <a:gd name="T3" fmla="*/ 1016000 h 119"/>
              <a:gd name="T4" fmla="*/ 0 w 158"/>
              <a:gd name="T5" fmla="*/ 0 h 119"/>
              <a:gd name="T6" fmla="*/ 76773 w 158"/>
              <a:gd name="T7" fmla="*/ 0 h 119"/>
              <a:gd name="T8" fmla="*/ 76773 w 158"/>
              <a:gd name="T9" fmla="*/ 922084 h 119"/>
              <a:gd name="T10" fmla="*/ 1347787 w 158"/>
              <a:gd name="T11" fmla="*/ 922084 h 119"/>
              <a:gd name="T12" fmla="*/ 1347787 w 158"/>
              <a:gd name="T13" fmla="*/ 1016000 h 119"/>
              <a:gd name="T14" fmla="*/ 426515 w 158"/>
              <a:gd name="T15" fmla="*/ 845244 h 119"/>
              <a:gd name="T16" fmla="*/ 247379 w 158"/>
              <a:gd name="T17" fmla="*/ 845244 h 119"/>
              <a:gd name="T18" fmla="*/ 247379 w 158"/>
              <a:gd name="T19" fmla="*/ 512269 h 119"/>
              <a:gd name="T20" fmla="*/ 426515 w 158"/>
              <a:gd name="T21" fmla="*/ 512269 h 119"/>
              <a:gd name="T22" fmla="*/ 426515 w 158"/>
              <a:gd name="T23" fmla="*/ 845244 h 119"/>
              <a:gd name="T24" fmla="*/ 665363 w 158"/>
              <a:gd name="T25" fmla="*/ 845244 h 119"/>
              <a:gd name="T26" fmla="*/ 503287 w 158"/>
              <a:gd name="T27" fmla="*/ 845244 h 119"/>
              <a:gd name="T28" fmla="*/ 503287 w 158"/>
              <a:gd name="T29" fmla="*/ 162219 h 119"/>
              <a:gd name="T30" fmla="*/ 665363 w 158"/>
              <a:gd name="T31" fmla="*/ 162219 h 119"/>
              <a:gd name="T32" fmla="*/ 665363 w 158"/>
              <a:gd name="T33" fmla="*/ 845244 h 119"/>
              <a:gd name="T34" fmla="*/ 929802 w 158"/>
              <a:gd name="T35" fmla="*/ 845244 h 119"/>
              <a:gd name="T36" fmla="*/ 759196 w 158"/>
              <a:gd name="T37" fmla="*/ 845244 h 119"/>
              <a:gd name="T38" fmla="*/ 759196 w 158"/>
              <a:gd name="T39" fmla="*/ 332975 h 119"/>
              <a:gd name="T40" fmla="*/ 929802 w 158"/>
              <a:gd name="T41" fmla="*/ 332975 h 119"/>
              <a:gd name="T42" fmla="*/ 929802 w 158"/>
              <a:gd name="T43" fmla="*/ 845244 h 119"/>
              <a:gd name="T44" fmla="*/ 1185711 w 158"/>
              <a:gd name="T45" fmla="*/ 845244 h 119"/>
              <a:gd name="T46" fmla="*/ 1015105 w 158"/>
              <a:gd name="T47" fmla="*/ 845244 h 119"/>
              <a:gd name="T48" fmla="*/ 1015105 w 158"/>
              <a:gd name="T49" fmla="*/ 93916 h 119"/>
              <a:gd name="T50" fmla="*/ 1185711 w 158"/>
              <a:gd name="T51" fmla="*/ 93916 h 119"/>
              <a:gd name="T52" fmla="*/ 1185711 w 158"/>
              <a:gd name="T53" fmla="*/ 845244 h 1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8"/>
              <a:gd name="T82" fmla="*/ 0 h 119"/>
              <a:gd name="T83" fmla="*/ 158 w 158"/>
              <a:gd name="T84" fmla="*/ 119 h 11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accent1"/>
          </a:solidFill>
          <a:ln w="9525">
            <a:noFill/>
            <a:round/>
            <a:headEnd/>
            <a:tailEnd/>
          </a:ln>
        </p:spPr>
        <p:txBody>
          <a:bodyPr lIns="45720" tIns="22860" rIns="45720" bIns="22860"/>
          <a:lstStyle/>
          <a:p>
            <a:pPr eaLnBrk="0" hangingPunct="0"/>
            <a:endParaRPr lang="el-GR">
              <a:solidFill>
                <a:prstClr val="black"/>
              </a:solidFill>
            </a:endParaRPr>
          </a:p>
        </p:txBody>
      </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extLst>
      <p:ext uri="{BB962C8B-B14F-4D97-AF65-F5344CB8AC3E}">
        <p14:creationId xmlns:p14="http://schemas.microsoft.com/office/powerpoint/2010/main" val="20172354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249"/>
                                          </p:stCondLst>
                                        </p:cTn>
                                        <p:tgtEl>
                                          <p:spTgt spid="7"/>
                                        </p:tgtEl>
                                        <p:attrNameLst>
                                          <p:attrName>style.visibility</p:attrName>
                                        </p:attrNameLst>
                                      </p:cBhvr>
                                      <p:to>
                                        <p:strVal val="visible"/>
                                      </p:to>
                                    </p:set>
                                  </p:childTnLst>
                                </p:cTn>
                              </p:par>
                            </p:childTnLst>
                          </p:cTn>
                        </p:par>
                        <p:par>
                          <p:cTn id="7" fill="hold">
                            <p:stCondLst>
                              <p:cond delay="250"/>
                            </p:stCondLst>
                            <p:childTnLst>
                              <p:par>
                                <p:cTn id="8" presetID="22" presetClass="entr" presetSubtype="1" fill="hold" nodeType="after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up)">
                                      <p:cBhvr>
                                        <p:cTn id="10" dur="500"/>
                                        <p:tgtEl>
                                          <p:spTgt spid="6"/>
                                        </p:tgtEl>
                                      </p:cBhvr>
                                    </p:animEffect>
                                  </p:childTnLst>
                                </p:cTn>
                              </p:par>
                            </p:childTnLst>
                          </p:cTn>
                        </p:par>
                        <p:par>
                          <p:cTn id="11" fill="hold">
                            <p:stCondLst>
                              <p:cond delay="750"/>
                            </p:stCondLst>
                            <p:childTnLst>
                              <p:par>
                                <p:cTn id="12" presetID="22" presetClass="entr" presetSubtype="2" fill="hold" nodeType="afterEffect">
                                  <p:stCondLst>
                                    <p:cond delay="250"/>
                                  </p:stCondLst>
                                  <p:childTnLst>
                                    <p:set>
                                      <p:cBhvr>
                                        <p:cTn id="13" dur="1" fill="hold">
                                          <p:stCondLst>
                                            <p:cond delay="0"/>
                                          </p:stCondLst>
                                        </p:cTn>
                                        <p:tgtEl>
                                          <p:spTgt spid="3"/>
                                        </p:tgtEl>
                                        <p:attrNameLst>
                                          <p:attrName>style.visibility</p:attrName>
                                        </p:attrNameLst>
                                      </p:cBhvr>
                                      <p:to>
                                        <p:strVal val="visible"/>
                                      </p:to>
                                    </p:set>
                                    <p:animEffect transition="in" filter="wipe(right)">
                                      <p:cBhvr>
                                        <p:cTn id="14" dur="7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 name="Rectangle 312"/>
          <p:cNvSpPr/>
          <p:nvPr/>
        </p:nvSpPr>
        <p:spPr>
          <a:xfrm>
            <a:off x="0" y="0"/>
            <a:ext cx="12192000" cy="6857999"/>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 name="Rectangle 4"/>
          <p:cNvSpPr/>
          <p:nvPr/>
        </p:nvSpPr>
        <p:spPr>
          <a:xfrm>
            <a:off x="0" y="0"/>
            <a:ext cx="12192000" cy="6857999"/>
          </a:xfrm>
          <a:prstGeom prst="rect">
            <a:avLst/>
          </a:prstGeom>
          <a:solidFill>
            <a:srgbClr val="232C3C">
              <a:alpha val="9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5465508" y="3405769"/>
            <a:ext cx="6851422" cy="769441"/>
          </a:xfrm>
          <a:prstGeom prst="rect">
            <a:avLst/>
          </a:prstGeom>
          <a:noFill/>
          <a:ln>
            <a:noFill/>
          </a:ln>
        </p:spPr>
        <p:txBody>
          <a:bodyPr wrap="square" rtlCol="0">
            <a:spAutoFit/>
          </a:bodyPr>
          <a:lstStyle/>
          <a:p>
            <a:pPr marL="1657350" lvl="2" indent="-742950" algn="r" rtl="1">
              <a:buFont typeface="+mj-lt"/>
              <a:buAutoNum type="arabicPeriod"/>
            </a:pPr>
            <a:r>
              <a:rPr lang="ar-SA" sz="4400" b="1" u="sng" dirty="0" smtClean="0">
                <a:solidFill>
                  <a:schemeClr val="bg1"/>
                </a:solidFill>
              </a:rPr>
              <a:t>نبذة </a:t>
            </a:r>
            <a:r>
              <a:rPr lang="ar-SA" sz="4400" b="1" u="sng" dirty="0">
                <a:solidFill>
                  <a:schemeClr val="bg1"/>
                </a:solidFill>
              </a:rPr>
              <a:t>تاريخية عن الانترنت </a:t>
            </a:r>
            <a:endParaRPr lang="en-US" sz="4400" b="1" u="sng" dirty="0">
              <a:solidFill>
                <a:schemeClr val="bg1"/>
              </a:solidFill>
            </a:endParaRPr>
          </a:p>
        </p:txBody>
      </p:sp>
      <p:grpSp>
        <p:nvGrpSpPr>
          <p:cNvPr id="312" name="Group 311"/>
          <p:cNvGrpSpPr/>
          <p:nvPr/>
        </p:nvGrpSpPr>
        <p:grpSpPr>
          <a:xfrm>
            <a:off x="1523491" y="1532811"/>
            <a:ext cx="3935326" cy="3440060"/>
            <a:chOff x="1104900" y="2205037"/>
            <a:chExt cx="2800351" cy="2447925"/>
          </a:xfrm>
        </p:grpSpPr>
        <p:sp>
          <p:nvSpPr>
            <p:cNvPr id="194" name="Freeform 88"/>
            <p:cNvSpPr>
              <a:spLocks noEditPoints="1"/>
            </p:cNvSpPr>
            <p:nvPr/>
          </p:nvSpPr>
          <p:spPr bwMode="auto">
            <a:xfrm>
              <a:off x="1311275" y="3003550"/>
              <a:ext cx="631825" cy="631825"/>
            </a:xfrm>
            <a:custGeom>
              <a:avLst/>
              <a:gdLst>
                <a:gd name="T0" fmla="*/ 147 w 295"/>
                <a:gd name="T1" fmla="*/ 20 h 295"/>
                <a:gd name="T2" fmla="*/ 161 w 295"/>
                <a:gd name="T3" fmla="*/ 21 h 295"/>
                <a:gd name="T4" fmla="*/ 168 w 295"/>
                <a:gd name="T5" fmla="*/ 0 h 295"/>
                <a:gd name="T6" fmla="*/ 212 w 295"/>
                <a:gd name="T7" fmla="*/ 14 h 295"/>
                <a:gd name="T8" fmla="*/ 206 w 295"/>
                <a:gd name="T9" fmla="*/ 35 h 295"/>
                <a:gd name="T10" fmla="*/ 247 w 295"/>
                <a:gd name="T11" fmla="*/ 68 h 295"/>
                <a:gd name="T12" fmla="*/ 266 w 295"/>
                <a:gd name="T13" fmla="*/ 58 h 295"/>
                <a:gd name="T14" fmla="*/ 288 w 295"/>
                <a:gd name="T15" fmla="*/ 99 h 295"/>
                <a:gd name="T16" fmla="*/ 269 w 295"/>
                <a:gd name="T17" fmla="*/ 109 h 295"/>
                <a:gd name="T18" fmla="*/ 274 w 295"/>
                <a:gd name="T19" fmla="*/ 162 h 295"/>
                <a:gd name="T20" fmla="*/ 295 w 295"/>
                <a:gd name="T21" fmla="*/ 168 h 295"/>
                <a:gd name="T22" fmla="*/ 281 w 295"/>
                <a:gd name="T23" fmla="*/ 212 h 295"/>
                <a:gd name="T24" fmla="*/ 260 w 295"/>
                <a:gd name="T25" fmla="*/ 206 h 295"/>
                <a:gd name="T26" fmla="*/ 227 w 295"/>
                <a:gd name="T27" fmla="*/ 247 h 295"/>
                <a:gd name="T28" fmla="*/ 237 w 295"/>
                <a:gd name="T29" fmla="*/ 266 h 295"/>
                <a:gd name="T30" fmla="*/ 196 w 295"/>
                <a:gd name="T31" fmla="*/ 288 h 295"/>
                <a:gd name="T32" fmla="*/ 186 w 295"/>
                <a:gd name="T33" fmla="*/ 269 h 295"/>
                <a:gd name="T34" fmla="*/ 147 w 295"/>
                <a:gd name="T35" fmla="*/ 275 h 295"/>
                <a:gd name="T36" fmla="*/ 147 w 295"/>
                <a:gd name="T37" fmla="*/ 241 h 295"/>
                <a:gd name="T38" fmla="*/ 237 w 295"/>
                <a:gd name="T39" fmla="*/ 175 h 295"/>
                <a:gd name="T40" fmla="*/ 175 w 295"/>
                <a:gd name="T41" fmla="*/ 58 h 295"/>
                <a:gd name="T42" fmla="*/ 147 w 295"/>
                <a:gd name="T43" fmla="*/ 54 h 295"/>
                <a:gd name="T44" fmla="*/ 147 w 295"/>
                <a:gd name="T45" fmla="*/ 20 h 295"/>
                <a:gd name="T46" fmla="*/ 68 w 295"/>
                <a:gd name="T47" fmla="*/ 48 h 295"/>
                <a:gd name="T48" fmla="*/ 58 w 295"/>
                <a:gd name="T49" fmla="*/ 29 h 295"/>
                <a:gd name="T50" fmla="*/ 99 w 295"/>
                <a:gd name="T51" fmla="*/ 7 h 295"/>
                <a:gd name="T52" fmla="*/ 109 w 295"/>
                <a:gd name="T53" fmla="*/ 26 h 295"/>
                <a:gd name="T54" fmla="*/ 147 w 295"/>
                <a:gd name="T55" fmla="*/ 20 h 295"/>
                <a:gd name="T56" fmla="*/ 147 w 295"/>
                <a:gd name="T57" fmla="*/ 54 h 295"/>
                <a:gd name="T58" fmla="*/ 57 w 295"/>
                <a:gd name="T59" fmla="*/ 120 h 295"/>
                <a:gd name="T60" fmla="*/ 120 w 295"/>
                <a:gd name="T61" fmla="*/ 237 h 295"/>
                <a:gd name="T62" fmla="*/ 120 w 295"/>
                <a:gd name="T63" fmla="*/ 237 h 295"/>
                <a:gd name="T64" fmla="*/ 147 w 295"/>
                <a:gd name="T65" fmla="*/ 241 h 295"/>
                <a:gd name="T66" fmla="*/ 147 w 295"/>
                <a:gd name="T67" fmla="*/ 275 h 295"/>
                <a:gd name="T68" fmla="*/ 133 w 295"/>
                <a:gd name="T69" fmla="*/ 274 h 295"/>
                <a:gd name="T70" fmla="*/ 127 w 295"/>
                <a:gd name="T71" fmla="*/ 295 h 295"/>
                <a:gd name="T72" fmla="*/ 82 w 295"/>
                <a:gd name="T73" fmla="*/ 281 h 295"/>
                <a:gd name="T74" fmla="*/ 89 w 295"/>
                <a:gd name="T75" fmla="*/ 260 h 295"/>
                <a:gd name="T76" fmla="*/ 48 w 295"/>
                <a:gd name="T77" fmla="*/ 227 h 295"/>
                <a:gd name="T78" fmla="*/ 29 w 295"/>
                <a:gd name="T79" fmla="*/ 237 h 295"/>
                <a:gd name="T80" fmla="*/ 7 w 295"/>
                <a:gd name="T81" fmla="*/ 196 h 295"/>
                <a:gd name="T82" fmla="*/ 26 w 295"/>
                <a:gd name="T83" fmla="*/ 186 h 295"/>
                <a:gd name="T84" fmla="*/ 21 w 295"/>
                <a:gd name="T85" fmla="*/ 133 h 295"/>
                <a:gd name="T86" fmla="*/ 0 w 295"/>
                <a:gd name="T87" fmla="*/ 127 h 295"/>
                <a:gd name="T88" fmla="*/ 13 w 295"/>
                <a:gd name="T89" fmla="*/ 83 h 295"/>
                <a:gd name="T90" fmla="*/ 34 w 295"/>
                <a:gd name="T91" fmla="*/ 89 h 295"/>
                <a:gd name="T92" fmla="*/ 68 w 295"/>
                <a:gd name="T93" fmla="*/ 4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5" h="295">
                  <a:moveTo>
                    <a:pt x="147" y="20"/>
                  </a:moveTo>
                  <a:cubicBezTo>
                    <a:pt x="152" y="20"/>
                    <a:pt x="157" y="21"/>
                    <a:pt x="161" y="21"/>
                  </a:cubicBezTo>
                  <a:cubicBezTo>
                    <a:pt x="168" y="0"/>
                    <a:pt x="168" y="0"/>
                    <a:pt x="168" y="0"/>
                  </a:cubicBezTo>
                  <a:cubicBezTo>
                    <a:pt x="212" y="14"/>
                    <a:pt x="212" y="14"/>
                    <a:pt x="212" y="14"/>
                  </a:cubicBezTo>
                  <a:cubicBezTo>
                    <a:pt x="206" y="35"/>
                    <a:pt x="206" y="35"/>
                    <a:pt x="206" y="35"/>
                  </a:cubicBezTo>
                  <a:cubicBezTo>
                    <a:pt x="222" y="43"/>
                    <a:pt x="236" y="55"/>
                    <a:pt x="247" y="68"/>
                  </a:cubicBezTo>
                  <a:cubicBezTo>
                    <a:pt x="266" y="58"/>
                    <a:pt x="266" y="58"/>
                    <a:pt x="266" y="58"/>
                  </a:cubicBezTo>
                  <a:cubicBezTo>
                    <a:pt x="288" y="99"/>
                    <a:pt x="288" y="99"/>
                    <a:pt x="288" y="99"/>
                  </a:cubicBezTo>
                  <a:cubicBezTo>
                    <a:pt x="269" y="109"/>
                    <a:pt x="269" y="109"/>
                    <a:pt x="269" y="109"/>
                  </a:cubicBezTo>
                  <a:cubicBezTo>
                    <a:pt x="274" y="126"/>
                    <a:pt x="276" y="144"/>
                    <a:pt x="274" y="162"/>
                  </a:cubicBezTo>
                  <a:cubicBezTo>
                    <a:pt x="295" y="168"/>
                    <a:pt x="295" y="168"/>
                    <a:pt x="295" y="168"/>
                  </a:cubicBezTo>
                  <a:cubicBezTo>
                    <a:pt x="281" y="212"/>
                    <a:pt x="281" y="212"/>
                    <a:pt x="281" y="212"/>
                  </a:cubicBezTo>
                  <a:cubicBezTo>
                    <a:pt x="260" y="206"/>
                    <a:pt x="260" y="206"/>
                    <a:pt x="260" y="206"/>
                  </a:cubicBezTo>
                  <a:cubicBezTo>
                    <a:pt x="252" y="222"/>
                    <a:pt x="240" y="236"/>
                    <a:pt x="227" y="247"/>
                  </a:cubicBezTo>
                  <a:cubicBezTo>
                    <a:pt x="237" y="266"/>
                    <a:pt x="237" y="266"/>
                    <a:pt x="237" y="266"/>
                  </a:cubicBezTo>
                  <a:cubicBezTo>
                    <a:pt x="196" y="288"/>
                    <a:pt x="196" y="288"/>
                    <a:pt x="196" y="288"/>
                  </a:cubicBezTo>
                  <a:cubicBezTo>
                    <a:pt x="186" y="269"/>
                    <a:pt x="186" y="269"/>
                    <a:pt x="186" y="269"/>
                  </a:cubicBezTo>
                  <a:cubicBezTo>
                    <a:pt x="173" y="273"/>
                    <a:pt x="160" y="275"/>
                    <a:pt x="147" y="275"/>
                  </a:cubicBezTo>
                  <a:cubicBezTo>
                    <a:pt x="147" y="241"/>
                    <a:pt x="147" y="241"/>
                    <a:pt x="147" y="241"/>
                  </a:cubicBezTo>
                  <a:cubicBezTo>
                    <a:pt x="188" y="241"/>
                    <a:pt x="225" y="215"/>
                    <a:pt x="237" y="175"/>
                  </a:cubicBezTo>
                  <a:cubicBezTo>
                    <a:pt x="252" y="125"/>
                    <a:pt x="224" y="73"/>
                    <a:pt x="175" y="58"/>
                  </a:cubicBezTo>
                  <a:cubicBezTo>
                    <a:pt x="166" y="55"/>
                    <a:pt x="156" y="54"/>
                    <a:pt x="147" y="54"/>
                  </a:cubicBezTo>
                  <a:lnTo>
                    <a:pt x="147" y="20"/>
                  </a:lnTo>
                  <a:close/>
                  <a:moveTo>
                    <a:pt x="68" y="48"/>
                  </a:moveTo>
                  <a:cubicBezTo>
                    <a:pt x="58" y="29"/>
                    <a:pt x="58" y="29"/>
                    <a:pt x="58" y="29"/>
                  </a:cubicBezTo>
                  <a:cubicBezTo>
                    <a:pt x="99" y="7"/>
                    <a:pt x="99" y="7"/>
                    <a:pt x="99" y="7"/>
                  </a:cubicBezTo>
                  <a:cubicBezTo>
                    <a:pt x="109" y="26"/>
                    <a:pt x="109" y="26"/>
                    <a:pt x="109" y="26"/>
                  </a:cubicBezTo>
                  <a:cubicBezTo>
                    <a:pt x="121" y="22"/>
                    <a:pt x="134" y="20"/>
                    <a:pt x="147" y="20"/>
                  </a:cubicBezTo>
                  <a:cubicBezTo>
                    <a:pt x="147" y="54"/>
                    <a:pt x="147" y="54"/>
                    <a:pt x="147" y="54"/>
                  </a:cubicBezTo>
                  <a:cubicBezTo>
                    <a:pt x="107" y="54"/>
                    <a:pt x="70" y="80"/>
                    <a:pt x="57" y="120"/>
                  </a:cubicBezTo>
                  <a:cubicBezTo>
                    <a:pt x="42" y="170"/>
                    <a:pt x="70" y="222"/>
                    <a:pt x="120" y="237"/>
                  </a:cubicBezTo>
                  <a:cubicBezTo>
                    <a:pt x="120" y="237"/>
                    <a:pt x="120" y="237"/>
                    <a:pt x="120" y="237"/>
                  </a:cubicBezTo>
                  <a:cubicBezTo>
                    <a:pt x="129" y="240"/>
                    <a:pt x="138" y="241"/>
                    <a:pt x="147" y="241"/>
                  </a:cubicBezTo>
                  <a:cubicBezTo>
                    <a:pt x="147" y="275"/>
                    <a:pt x="147" y="275"/>
                    <a:pt x="147" y="275"/>
                  </a:cubicBezTo>
                  <a:cubicBezTo>
                    <a:pt x="143" y="275"/>
                    <a:pt x="138" y="274"/>
                    <a:pt x="133" y="274"/>
                  </a:cubicBezTo>
                  <a:cubicBezTo>
                    <a:pt x="127" y="295"/>
                    <a:pt x="127" y="295"/>
                    <a:pt x="127" y="295"/>
                  </a:cubicBezTo>
                  <a:cubicBezTo>
                    <a:pt x="82" y="281"/>
                    <a:pt x="82" y="281"/>
                    <a:pt x="82" y="281"/>
                  </a:cubicBezTo>
                  <a:cubicBezTo>
                    <a:pt x="89" y="260"/>
                    <a:pt x="89" y="260"/>
                    <a:pt x="89" y="260"/>
                  </a:cubicBezTo>
                  <a:cubicBezTo>
                    <a:pt x="73" y="252"/>
                    <a:pt x="59" y="241"/>
                    <a:pt x="48" y="227"/>
                  </a:cubicBezTo>
                  <a:cubicBezTo>
                    <a:pt x="29" y="237"/>
                    <a:pt x="29" y="237"/>
                    <a:pt x="29" y="237"/>
                  </a:cubicBezTo>
                  <a:cubicBezTo>
                    <a:pt x="7" y="196"/>
                    <a:pt x="7" y="196"/>
                    <a:pt x="7" y="196"/>
                  </a:cubicBezTo>
                  <a:cubicBezTo>
                    <a:pt x="26" y="186"/>
                    <a:pt x="26" y="186"/>
                    <a:pt x="26" y="186"/>
                  </a:cubicBezTo>
                  <a:cubicBezTo>
                    <a:pt x="21" y="169"/>
                    <a:pt x="19" y="151"/>
                    <a:pt x="21" y="133"/>
                  </a:cubicBezTo>
                  <a:cubicBezTo>
                    <a:pt x="0" y="127"/>
                    <a:pt x="0" y="127"/>
                    <a:pt x="0" y="127"/>
                  </a:cubicBezTo>
                  <a:cubicBezTo>
                    <a:pt x="13" y="83"/>
                    <a:pt x="13" y="83"/>
                    <a:pt x="13" y="83"/>
                  </a:cubicBezTo>
                  <a:cubicBezTo>
                    <a:pt x="34" y="89"/>
                    <a:pt x="34" y="89"/>
                    <a:pt x="34" y="89"/>
                  </a:cubicBezTo>
                  <a:cubicBezTo>
                    <a:pt x="43" y="73"/>
                    <a:pt x="54" y="59"/>
                    <a:pt x="68" y="48"/>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5" name="Freeform 89"/>
            <p:cNvSpPr>
              <a:spLocks noEditPoints="1"/>
            </p:cNvSpPr>
            <p:nvPr/>
          </p:nvSpPr>
          <p:spPr bwMode="auto">
            <a:xfrm>
              <a:off x="3046413" y="3505200"/>
              <a:ext cx="858838" cy="858838"/>
            </a:xfrm>
            <a:custGeom>
              <a:avLst/>
              <a:gdLst>
                <a:gd name="T0" fmla="*/ 200 w 401"/>
                <a:gd name="T1" fmla="*/ 27 h 401"/>
                <a:gd name="T2" fmla="*/ 219 w 401"/>
                <a:gd name="T3" fmla="*/ 28 h 401"/>
                <a:gd name="T4" fmla="*/ 228 w 401"/>
                <a:gd name="T5" fmla="*/ 0 h 401"/>
                <a:gd name="T6" fmla="*/ 289 w 401"/>
                <a:gd name="T7" fmla="*/ 18 h 401"/>
                <a:gd name="T8" fmla="*/ 280 w 401"/>
                <a:gd name="T9" fmla="*/ 47 h 401"/>
                <a:gd name="T10" fmla="*/ 335 w 401"/>
                <a:gd name="T11" fmla="*/ 92 h 401"/>
                <a:gd name="T12" fmla="*/ 362 w 401"/>
                <a:gd name="T13" fmla="*/ 78 h 401"/>
                <a:gd name="T14" fmla="*/ 392 w 401"/>
                <a:gd name="T15" fmla="*/ 134 h 401"/>
                <a:gd name="T16" fmla="*/ 365 w 401"/>
                <a:gd name="T17" fmla="*/ 148 h 401"/>
                <a:gd name="T18" fmla="*/ 372 w 401"/>
                <a:gd name="T19" fmla="*/ 219 h 401"/>
                <a:gd name="T20" fmla="*/ 401 w 401"/>
                <a:gd name="T21" fmla="*/ 228 h 401"/>
                <a:gd name="T22" fmla="*/ 382 w 401"/>
                <a:gd name="T23" fmla="*/ 289 h 401"/>
                <a:gd name="T24" fmla="*/ 354 w 401"/>
                <a:gd name="T25" fmla="*/ 280 h 401"/>
                <a:gd name="T26" fmla="*/ 308 w 401"/>
                <a:gd name="T27" fmla="*/ 335 h 401"/>
                <a:gd name="T28" fmla="*/ 322 w 401"/>
                <a:gd name="T29" fmla="*/ 362 h 401"/>
                <a:gd name="T30" fmla="*/ 267 w 401"/>
                <a:gd name="T31" fmla="*/ 392 h 401"/>
                <a:gd name="T32" fmla="*/ 252 w 401"/>
                <a:gd name="T33" fmla="*/ 365 h 401"/>
                <a:gd name="T34" fmla="*/ 200 w 401"/>
                <a:gd name="T35" fmla="*/ 373 h 401"/>
                <a:gd name="T36" fmla="*/ 200 w 401"/>
                <a:gd name="T37" fmla="*/ 328 h 401"/>
                <a:gd name="T38" fmla="*/ 322 w 401"/>
                <a:gd name="T39" fmla="*/ 237 h 401"/>
                <a:gd name="T40" fmla="*/ 237 w 401"/>
                <a:gd name="T41" fmla="*/ 78 h 401"/>
                <a:gd name="T42" fmla="*/ 200 w 401"/>
                <a:gd name="T43" fmla="*/ 72 h 401"/>
                <a:gd name="T44" fmla="*/ 200 w 401"/>
                <a:gd name="T45" fmla="*/ 27 h 401"/>
                <a:gd name="T46" fmla="*/ 92 w 401"/>
                <a:gd name="T47" fmla="*/ 65 h 401"/>
                <a:gd name="T48" fmla="*/ 78 w 401"/>
                <a:gd name="T49" fmla="*/ 39 h 401"/>
                <a:gd name="T50" fmla="*/ 134 w 401"/>
                <a:gd name="T51" fmla="*/ 9 h 401"/>
                <a:gd name="T52" fmla="*/ 148 w 401"/>
                <a:gd name="T53" fmla="*/ 35 h 401"/>
                <a:gd name="T54" fmla="*/ 200 w 401"/>
                <a:gd name="T55" fmla="*/ 27 h 401"/>
                <a:gd name="T56" fmla="*/ 200 w 401"/>
                <a:gd name="T57" fmla="*/ 72 h 401"/>
                <a:gd name="T58" fmla="*/ 78 w 401"/>
                <a:gd name="T59" fmla="*/ 163 h 401"/>
                <a:gd name="T60" fmla="*/ 163 w 401"/>
                <a:gd name="T61" fmla="*/ 322 h 401"/>
                <a:gd name="T62" fmla="*/ 163 w 401"/>
                <a:gd name="T63" fmla="*/ 322 h 401"/>
                <a:gd name="T64" fmla="*/ 200 w 401"/>
                <a:gd name="T65" fmla="*/ 328 h 401"/>
                <a:gd name="T66" fmla="*/ 200 w 401"/>
                <a:gd name="T67" fmla="*/ 373 h 401"/>
                <a:gd name="T68" fmla="*/ 181 w 401"/>
                <a:gd name="T69" fmla="*/ 372 h 401"/>
                <a:gd name="T70" fmla="*/ 172 w 401"/>
                <a:gd name="T71" fmla="*/ 401 h 401"/>
                <a:gd name="T72" fmla="*/ 112 w 401"/>
                <a:gd name="T73" fmla="*/ 382 h 401"/>
                <a:gd name="T74" fmla="*/ 120 w 401"/>
                <a:gd name="T75" fmla="*/ 354 h 401"/>
                <a:gd name="T76" fmla="*/ 65 w 401"/>
                <a:gd name="T77" fmla="*/ 308 h 401"/>
                <a:gd name="T78" fmla="*/ 39 w 401"/>
                <a:gd name="T79" fmla="*/ 322 h 401"/>
                <a:gd name="T80" fmla="*/ 9 w 401"/>
                <a:gd name="T81" fmla="*/ 267 h 401"/>
                <a:gd name="T82" fmla="*/ 35 w 401"/>
                <a:gd name="T83" fmla="*/ 252 h 401"/>
                <a:gd name="T84" fmla="*/ 28 w 401"/>
                <a:gd name="T85" fmla="*/ 181 h 401"/>
                <a:gd name="T86" fmla="*/ 0 w 401"/>
                <a:gd name="T87" fmla="*/ 172 h 401"/>
                <a:gd name="T88" fmla="*/ 18 w 401"/>
                <a:gd name="T89" fmla="*/ 112 h 401"/>
                <a:gd name="T90" fmla="*/ 47 w 401"/>
                <a:gd name="T91" fmla="*/ 121 h 401"/>
                <a:gd name="T92" fmla="*/ 92 w 401"/>
                <a:gd name="T93" fmla="*/ 65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1" h="401">
                  <a:moveTo>
                    <a:pt x="200" y="27"/>
                  </a:moveTo>
                  <a:cubicBezTo>
                    <a:pt x="207" y="27"/>
                    <a:pt x="213" y="28"/>
                    <a:pt x="219" y="28"/>
                  </a:cubicBezTo>
                  <a:cubicBezTo>
                    <a:pt x="228" y="0"/>
                    <a:pt x="228" y="0"/>
                    <a:pt x="228" y="0"/>
                  </a:cubicBezTo>
                  <a:cubicBezTo>
                    <a:pt x="289" y="18"/>
                    <a:pt x="289" y="18"/>
                    <a:pt x="289" y="18"/>
                  </a:cubicBezTo>
                  <a:cubicBezTo>
                    <a:pt x="280" y="47"/>
                    <a:pt x="280" y="47"/>
                    <a:pt x="280" y="47"/>
                  </a:cubicBezTo>
                  <a:cubicBezTo>
                    <a:pt x="302" y="58"/>
                    <a:pt x="321" y="74"/>
                    <a:pt x="335" y="92"/>
                  </a:cubicBezTo>
                  <a:cubicBezTo>
                    <a:pt x="362" y="78"/>
                    <a:pt x="362" y="78"/>
                    <a:pt x="362" y="78"/>
                  </a:cubicBezTo>
                  <a:cubicBezTo>
                    <a:pt x="392" y="134"/>
                    <a:pt x="392" y="134"/>
                    <a:pt x="392" y="134"/>
                  </a:cubicBezTo>
                  <a:cubicBezTo>
                    <a:pt x="365" y="148"/>
                    <a:pt x="365" y="148"/>
                    <a:pt x="365" y="148"/>
                  </a:cubicBezTo>
                  <a:cubicBezTo>
                    <a:pt x="372" y="171"/>
                    <a:pt x="375" y="195"/>
                    <a:pt x="372" y="219"/>
                  </a:cubicBezTo>
                  <a:cubicBezTo>
                    <a:pt x="401" y="228"/>
                    <a:pt x="401" y="228"/>
                    <a:pt x="401" y="228"/>
                  </a:cubicBezTo>
                  <a:cubicBezTo>
                    <a:pt x="382" y="289"/>
                    <a:pt x="382" y="289"/>
                    <a:pt x="382" y="289"/>
                  </a:cubicBezTo>
                  <a:cubicBezTo>
                    <a:pt x="354" y="280"/>
                    <a:pt x="354" y="280"/>
                    <a:pt x="354" y="280"/>
                  </a:cubicBezTo>
                  <a:cubicBezTo>
                    <a:pt x="342" y="302"/>
                    <a:pt x="327" y="321"/>
                    <a:pt x="308" y="335"/>
                  </a:cubicBezTo>
                  <a:cubicBezTo>
                    <a:pt x="322" y="362"/>
                    <a:pt x="322" y="362"/>
                    <a:pt x="322" y="362"/>
                  </a:cubicBezTo>
                  <a:cubicBezTo>
                    <a:pt x="267" y="392"/>
                    <a:pt x="267" y="392"/>
                    <a:pt x="267" y="392"/>
                  </a:cubicBezTo>
                  <a:cubicBezTo>
                    <a:pt x="252" y="365"/>
                    <a:pt x="252" y="365"/>
                    <a:pt x="252" y="365"/>
                  </a:cubicBezTo>
                  <a:cubicBezTo>
                    <a:pt x="236" y="370"/>
                    <a:pt x="218" y="373"/>
                    <a:pt x="200" y="373"/>
                  </a:cubicBezTo>
                  <a:cubicBezTo>
                    <a:pt x="200" y="328"/>
                    <a:pt x="200" y="328"/>
                    <a:pt x="200" y="328"/>
                  </a:cubicBezTo>
                  <a:cubicBezTo>
                    <a:pt x="255" y="328"/>
                    <a:pt x="306" y="293"/>
                    <a:pt x="322" y="237"/>
                  </a:cubicBezTo>
                  <a:cubicBezTo>
                    <a:pt x="343" y="170"/>
                    <a:pt x="305" y="98"/>
                    <a:pt x="237" y="78"/>
                  </a:cubicBezTo>
                  <a:cubicBezTo>
                    <a:pt x="225" y="74"/>
                    <a:pt x="212" y="72"/>
                    <a:pt x="200" y="72"/>
                  </a:cubicBezTo>
                  <a:lnTo>
                    <a:pt x="200" y="27"/>
                  </a:lnTo>
                  <a:close/>
                  <a:moveTo>
                    <a:pt x="92" y="65"/>
                  </a:moveTo>
                  <a:cubicBezTo>
                    <a:pt x="78" y="39"/>
                    <a:pt x="78" y="39"/>
                    <a:pt x="78" y="39"/>
                  </a:cubicBezTo>
                  <a:cubicBezTo>
                    <a:pt x="134" y="9"/>
                    <a:pt x="134" y="9"/>
                    <a:pt x="134" y="9"/>
                  </a:cubicBezTo>
                  <a:cubicBezTo>
                    <a:pt x="148" y="35"/>
                    <a:pt x="148" y="35"/>
                    <a:pt x="148" y="35"/>
                  </a:cubicBezTo>
                  <a:cubicBezTo>
                    <a:pt x="165" y="30"/>
                    <a:pt x="182" y="27"/>
                    <a:pt x="200" y="27"/>
                  </a:cubicBezTo>
                  <a:cubicBezTo>
                    <a:pt x="200" y="72"/>
                    <a:pt x="200" y="72"/>
                    <a:pt x="200" y="72"/>
                  </a:cubicBezTo>
                  <a:cubicBezTo>
                    <a:pt x="145" y="72"/>
                    <a:pt x="95" y="108"/>
                    <a:pt x="78" y="163"/>
                  </a:cubicBezTo>
                  <a:cubicBezTo>
                    <a:pt x="57" y="231"/>
                    <a:pt x="95" y="302"/>
                    <a:pt x="163" y="322"/>
                  </a:cubicBezTo>
                  <a:cubicBezTo>
                    <a:pt x="163" y="322"/>
                    <a:pt x="163" y="322"/>
                    <a:pt x="163" y="322"/>
                  </a:cubicBezTo>
                  <a:cubicBezTo>
                    <a:pt x="175" y="326"/>
                    <a:pt x="188" y="328"/>
                    <a:pt x="200" y="328"/>
                  </a:cubicBezTo>
                  <a:cubicBezTo>
                    <a:pt x="200" y="373"/>
                    <a:pt x="200" y="373"/>
                    <a:pt x="200" y="373"/>
                  </a:cubicBezTo>
                  <a:cubicBezTo>
                    <a:pt x="194" y="373"/>
                    <a:pt x="187" y="373"/>
                    <a:pt x="181" y="372"/>
                  </a:cubicBezTo>
                  <a:cubicBezTo>
                    <a:pt x="172" y="401"/>
                    <a:pt x="172" y="401"/>
                    <a:pt x="172" y="401"/>
                  </a:cubicBezTo>
                  <a:cubicBezTo>
                    <a:pt x="112" y="382"/>
                    <a:pt x="112" y="382"/>
                    <a:pt x="112" y="382"/>
                  </a:cubicBezTo>
                  <a:cubicBezTo>
                    <a:pt x="120" y="354"/>
                    <a:pt x="120" y="354"/>
                    <a:pt x="120" y="354"/>
                  </a:cubicBezTo>
                  <a:cubicBezTo>
                    <a:pt x="99" y="342"/>
                    <a:pt x="80" y="327"/>
                    <a:pt x="65" y="308"/>
                  </a:cubicBezTo>
                  <a:cubicBezTo>
                    <a:pt x="39" y="322"/>
                    <a:pt x="39" y="322"/>
                    <a:pt x="39" y="322"/>
                  </a:cubicBezTo>
                  <a:cubicBezTo>
                    <a:pt x="9" y="267"/>
                    <a:pt x="9" y="267"/>
                    <a:pt x="9" y="267"/>
                  </a:cubicBezTo>
                  <a:cubicBezTo>
                    <a:pt x="35" y="252"/>
                    <a:pt x="35" y="252"/>
                    <a:pt x="35" y="252"/>
                  </a:cubicBezTo>
                  <a:cubicBezTo>
                    <a:pt x="28" y="230"/>
                    <a:pt x="25" y="205"/>
                    <a:pt x="28" y="181"/>
                  </a:cubicBezTo>
                  <a:cubicBezTo>
                    <a:pt x="0" y="172"/>
                    <a:pt x="0" y="172"/>
                    <a:pt x="0" y="172"/>
                  </a:cubicBezTo>
                  <a:cubicBezTo>
                    <a:pt x="18" y="112"/>
                    <a:pt x="18" y="112"/>
                    <a:pt x="18" y="112"/>
                  </a:cubicBezTo>
                  <a:cubicBezTo>
                    <a:pt x="47" y="121"/>
                    <a:pt x="47" y="121"/>
                    <a:pt x="47" y="121"/>
                  </a:cubicBezTo>
                  <a:cubicBezTo>
                    <a:pt x="58" y="99"/>
                    <a:pt x="74" y="80"/>
                    <a:pt x="92" y="65"/>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6" name="Freeform 90"/>
            <p:cNvSpPr>
              <a:spLocks/>
            </p:cNvSpPr>
            <p:nvPr/>
          </p:nvSpPr>
          <p:spPr bwMode="auto">
            <a:xfrm>
              <a:off x="1546225" y="3252787"/>
              <a:ext cx="1806575" cy="1189038"/>
            </a:xfrm>
            <a:custGeom>
              <a:avLst/>
              <a:gdLst>
                <a:gd name="T0" fmla="*/ 29 w 843"/>
                <a:gd name="T1" fmla="*/ 0 h 555"/>
                <a:gd name="T2" fmla="*/ 814 w 843"/>
                <a:gd name="T3" fmla="*/ 0 h 555"/>
                <a:gd name="T4" fmla="*/ 843 w 843"/>
                <a:gd name="T5" fmla="*/ 29 h 555"/>
                <a:gd name="T6" fmla="*/ 843 w 843"/>
                <a:gd name="T7" fmla="*/ 525 h 555"/>
                <a:gd name="T8" fmla="*/ 814 w 843"/>
                <a:gd name="T9" fmla="*/ 555 h 555"/>
                <a:gd name="T10" fmla="*/ 29 w 843"/>
                <a:gd name="T11" fmla="*/ 555 h 555"/>
                <a:gd name="T12" fmla="*/ 0 w 843"/>
                <a:gd name="T13" fmla="*/ 525 h 555"/>
                <a:gd name="T14" fmla="*/ 0 w 843"/>
                <a:gd name="T15" fmla="*/ 29 h 555"/>
                <a:gd name="T16" fmla="*/ 29 w 843"/>
                <a:gd name="T17"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3" h="555">
                  <a:moveTo>
                    <a:pt x="29" y="0"/>
                  </a:moveTo>
                  <a:cubicBezTo>
                    <a:pt x="814" y="0"/>
                    <a:pt x="814" y="0"/>
                    <a:pt x="814" y="0"/>
                  </a:cubicBezTo>
                  <a:cubicBezTo>
                    <a:pt x="830" y="0"/>
                    <a:pt x="843" y="13"/>
                    <a:pt x="843" y="29"/>
                  </a:cubicBezTo>
                  <a:cubicBezTo>
                    <a:pt x="843" y="525"/>
                    <a:pt x="843" y="525"/>
                    <a:pt x="843" y="525"/>
                  </a:cubicBezTo>
                  <a:cubicBezTo>
                    <a:pt x="843" y="541"/>
                    <a:pt x="830" y="555"/>
                    <a:pt x="814" y="555"/>
                  </a:cubicBezTo>
                  <a:cubicBezTo>
                    <a:pt x="29" y="555"/>
                    <a:pt x="29" y="555"/>
                    <a:pt x="29" y="555"/>
                  </a:cubicBezTo>
                  <a:cubicBezTo>
                    <a:pt x="13" y="555"/>
                    <a:pt x="0" y="541"/>
                    <a:pt x="0" y="525"/>
                  </a:cubicBezTo>
                  <a:cubicBezTo>
                    <a:pt x="0" y="29"/>
                    <a:pt x="0" y="29"/>
                    <a:pt x="0" y="29"/>
                  </a:cubicBezTo>
                  <a:cubicBezTo>
                    <a:pt x="0" y="13"/>
                    <a:pt x="13" y="0"/>
                    <a:pt x="29" y="0"/>
                  </a:cubicBez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7" name="Rectangle 91"/>
            <p:cNvSpPr>
              <a:spLocks noChangeArrowheads="1"/>
            </p:cNvSpPr>
            <p:nvPr/>
          </p:nvSpPr>
          <p:spPr bwMode="auto">
            <a:xfrm>
              <a:off x="1641475" y="3376612"/>
              <a:ext cx="1619250" cy="869950"/>
            </a:xfrm>
            <a:prstGeom prst="rect">
              <a:avLst/>
            </a:prstGeom>
            <a:solidFill>
              <a:srgbClr val="F0635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8" name="Oval 92"/>
            <p:cNvSpPr>
              <a:spLocks noChangeArrowheads="1"/>
            </p:cNvSpPr>
            <p:nvPr/>
          </p:nvSpPr>
          <p:spPr bwMode="auto">
            <a:xfrm>
              <a:off x="2427288" y="3292475"/>
              <a:ext cx="46038" cy="47625"/>
            </a:xfrm>
            <a:prstGeom prst="ellipse">
              <a:avLst/>
            </a:prstGeom>
            <a:solidFill>
              <a:srgbClr val="6A75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9" name="Rectangle 93"/>
            <p:cNvSpPr>
              <a:spLocks noChangeArrowheads="1"/>
            </p:cNvSpPr>
            <p:nvPr/>
          </p:nvSpPr>
          <p:spPr bwMode="auto">
            <a:xfrm>
              <a:off x="2413000" y="4300537"/>
              <a:ext cx="76200" cy="76200"/>
            </a:xfrm>
            <a:prstGeom prst="rect">
              <a:avLst/>
            </a:prstGeom>
            <a:solidFill>
              <a:srgbClr val="6A7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0" name="Freeform 94"/>
            <p:cNvSpPr>
              <a:spLocks/>
            </p:cNvSpPr>
            <p:nvPr/>
          </p:nvSpPr>
          <p:spPr bwMode="auto">
            <a:xfrm>
              <a:off x="1231900" y="4441825"/>
              <a:ext cx="2436813" cy="131763"/>
            </a:xfrm>
            <a:custGeom>
              <a:avLst/>
              <a:gdLst>
                <a:gd name="T0" fmla="*/ 198 w 1535"/>
                <a:gd name="T1" fmla="*/ 0 h 83"/>
                <a:gd name="T2" fmla="*/ 1336 w 1535"/>
                <a:gd name="T3" fmla="*/ 0 h 83"/>
                <a:gd name="T4" fmla="*/ 1535 w 1535"/>
                <a:gd name="T5" fmla="*/ 83 h 83"/>
                <a:gd name="T6" fmla="*/ 0 w 1535"/>
                <a:gd name="T7" fmla="*/ 83 h 83"/>
                <a:gd name="T8" fmla="*/ 198 w 1535"/>
                <a:gd name="T9" fmla="*/ 0 h 83"/>
              </a:gdLst>
              <a:ahLst/>
              <a:cxnLst>
                <a:cxn ang="0">
                  <a:pos x="T0" y="T1"/>
                </a:cxn>
                <a:cxn ang="0">
                  <a:pos x="T2" y="T3"/>
                </a:cxn>
                <a:cxn ang="0">
                  <a:pos x="T4" y="T5"/>
                </a:cxn>
                <a:cxn ang="0">
                  <a:pos x="T6" y="T7"/>
                </a:cxn>
                <a:cxn ang="0">
                  <a:pos x="T8" y="T9"/>
                </a:cxn>
              </a:cxnLst>
              <a:rect l="0" t="0" r="r" b="b"/>
              <a:pathLst>
                <a:path w="1535" h="83">
                  <a:moveTo>
                    <a:pt x="198" y="0"/>
                  </a:moveTo>
                  <a:lnTo>
                    <a:pt x="1336" y="0"/>
                  </a:lnTo>
                  <a:lnTo>
                    <a:pt x="1535" y="83"/>
                  </a:lnTo>
                  <a:lnTo>
                    <a:pt x="0" y="83"/>
                  </a:lnTo>
                  <a:lnTo>
                    <a:pt x="198" y="0"/>
                  </a:lnTo>
                  <a:close/>
                </a:path>
              </a:pathLst>
            </a:custGeom>
            <a:solidFill>
              <a:srgbClr val="6A75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1" name="Freeform 95"/>
            <p:cNvSpPr>
              <a:spLocks/>
            </p:cNvSpPr>
            <p:nvPr/>
          </p:nvSpPr>
          <p:spPr bwMode="auto">
            <a:xfrm>
              <a:off x="1231900" y="4573587"/>
              <a:ext cx="2436813" cy="79375"/>
            </a:xfrm>
            <a:custGeom>
              <a:avLst/>
              <a:gdLst>
                <a:gd name="T0" fmla="*/ 0 w 1137"/>
                <a:gd name="T1" fmla="*/ 0 h 37"/>
                <a:gd name="T2" fmla="*/ 1137 w 1137"/>
                <a:gd name="T3" fmla="*/ 0 h 37"/>
                <a:gd name="T4" fmla="*/ 1137 w 1137"/>
                <a:gd name="T5" fmla="*/ 16 h 37"/>
                <a:gd name="T6" fmla="*/ 1116 w 1137"/>
                <a:gd name="T7" fmla="*/ 37 h 37"/>
                <a:gd name="T8" fmla="*/ 21 w 1137"/>
                <a:gd name="T9" fmla="*/ 37 h 37"/>
                <a:gd name="T10" fmla="*/ 0 w 1137"/>
                <a:gd name="T11" fmla="*/ 16 h 37"/>
                <a:gd name="T12" fmla="*/ 0 w 1137"/>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137" h="37">
                  <a:moveTo>
                    <a:pt x="0" y="0"/>
                  </a:moveTo>
                  <a:cubicBezTo>
                    <a:pt x="1137" y="0"/>
                    <a:pt x="1137" y="0"/>
                    <a:pt x="1137" y="0"/>
                  </a:cubicBezTo>
                  <a:cubicBezTo>
                    <a:pt x="1137" y="16"/>
                    <a:pt x="1137" y="16"/>
                    <a:pt x="1137" y="16"/>
                  </a:cubicBezTo>
                  <a:cubicBezTo>
                    <a:pt x="1137" y="28"/>
                    <a:pt x="1127" y="37"/>
                    <a:pt x="1116" y="37"/>
                  </a:cubicBezTo>
                  <a:cubicBezTo>
                    <a:pt x="21" y="37"/>
                    <a:pt x="21" y="37"/>
                    <a:pt x="21" y="37"/>
                  </a:cubicBezTo>
                  <a:cubicBezTo>
                    <a:pt x="10" y="37"/>
                    <a:pt x="0" y="28"/>
                    <a:pt x="0" y="16"/>
                  </a:cubicBezTo>
                  <a:lnTo>
                    <a:pt x="0" y="0"/>
                  </a:ln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2" name="Rectangle 96"/>
            <p:cNvSpPr>
              <a:spLocks noChangeArrowheads="1"/>
            </p:cNvSpPr>
            <p:nvPr/>
          </p:nvSpPr>
          <p:spPr bwMode="auto">
            <a:xfrm>
              <a:off x="2205038" y="4597400"/>
              <a:ext cx="490538" cy="31750"/>
            </a:xfrm>
            <a:prstGeom prst="rect">
              <a:avLst/>
            </a:prstGeom>
            <a:solidFill>
              <a:srgbClr val="F0635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3" name="Freeform 97"/>
            <p:cNvSpPr>
              <a:spLocks/>
            </p:cNvSpPr>
            <p:nvPr/>
          </p:nvSpPr>
          <p:spPr bwMode="auto">
            <a:xfrm>
              <a:off x="1557338" y="4451350"/>
              <a:ext cx="201613" cy="15875"/>
            </a:xfrm>
            <a:custGeom>
              <a:avLst/>
              <a:gdLst>
                <a:gd name="T0" fmla="*/ 15 w 94"/>
                <a:gd name="T1" fmla="*/ 0 h 7"/>
                <a:gd name="T2" fmla="*/ 94 w 94"/>
                <a:gd name="T3" fmla="*/ 0 h 7"/>
                <a:gd name="T4" fmla="*/ 82 w 94"/>
                <a:gd name="T5" fmla="*/ 7 h 7"/>
                <a:gd name="T6" fmla="*/ 0 w 94"/>
                <a:gd name="T7" fmla="*/ 7 h 7"/>
                <a:gd name="T8" fmla="*/ 15 w 94"/>
                <a:gd name="T9" fmla="*/ 0 h 7"/>
              </a:gdLst>
              <a:ahLst/>
              <a:cxnLst>
                <a:cxn ang="0">
                  <a:pos x="T0" y="T1"/>
                </a:cxn>
                <a:cxn ang="0">
                  <a:pos x="T2" y="T3"/>
                </a:cxn>
                <a:cxn ang="0">
                  <a:pos x="T4" y="T5"/>
                </a:cxn>
                <a:cxn ang="0">
                  <a:pos x="T6" y="T7"/>
                </a:cxn>
                <a:cxn ang="0">
                  <a:pos x="T8" y="T9"/>
                </a:cxn>
              </a:cxnLst>
              <a:rect l="0" t="0" r="r" b="b"/>
              <a:pathLst>
                <a:path w="94" h="7">
                  <a:moveTo>
                    <a:pt x="15" y="0"/>
                  </a:moveTo>
                  <a:cubicBezTo>
                    <a:pt x="41" y="0"/>
                    <a:pt x="68" y="0"/>
                    <a:pt x="94" y="0"/>
                  </a:cubicBezTo>
                  <a:cubicBezTo>
                    <a:pt x="90" y="2"/>
                    <a:pt x="86" y="4"/>
                    <a:pt x="82" y="7"/>
                  </a:cubicBezTo>
                  <a:cubicBezTo>
                    <a:pt x="55" y="7"/>
                    <a:pt x="27" y="7"/>
                    <a:pt x="0" y="7"/>
                  </a:cubicBezTo>
                  <a:cubicBezTo>
                    <a:pt x="5" y="4"/>
                    <a:pt x="10" y="2"/>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4" name="Freeform 98"/>
            <p:cNvSpPr>
              <a:spLocks/>
            </p:cNvSpPr>
            <p:nvPr/>
          </p:nvSpPr>
          <p:spPr bwMode="auto">
            <a:xfrm>
              <a:off x="1879600" y="4451350"/>
              <a:ext cx="187325" cy="15875"/>
            </a:xfrm>
            <a:custGeom>
              <a:avLst/>
              <a:gdLst>
                <a:gd name="T0" fmla="*/ 10 w 88"/>
                <a:gd name="T1" fmla="*/ 0 h 7"/>
                <a:gd name="T2" fmla="*/ 88 w 88"/>
                <a:gd name="T3" fmla="*/ 0 h 7"/>
                <a:gd name="T4" fmla="*/ 82 w 88"/>
                <a:gd name="T5" fmla="*/ 7 h 7"/>
                <a:gd name="T6" fmla="*/ 0 w 88"/>
                <a:gd name="T7" fmla="*/ 7 h 7"/>
                <a:gd name="T8" fmla="*/ 10 w 88"/>
                <a:gd name="T9" fmla="*/ 0 h 7"/>
              </a:gdLst>
              <a:ahLst/>
              <a:cxnLst>
                <a:cxn ang="0">
                  <a:pos x="T0" y="T1"/>
                </a:cxn>
                <a:cxn ang="0">
                  <a:pos x="T2" y="T3"/>
                </a:cxn>
                <a:cxn ang="0">
                  <a:pos x="T4" y="T5"/>
                </a:cxn>
                <a:cxn ang="0">
                  <a:pos x="T6" y="T7"/>
                </a:cxn>
                <a:cxn ang="0">
                  <a:pos x="T8" y="T9"/>
                </a:cxn>
              </a:cxnLst>
              <a:rect l="0" t="0" r="r" b="b"/>
              <a:pathLst>
                <a:path w="88" h="7">
                  <a:moveTo>
                    <a:pt x="10" y="0"/>
                  </a:moveTo>
                  <a:cubicBezTo>
                    <a:pt x="36" y="0"/>
                    <a:pt x="62" y="0"/>
                    <a:pt x="88" y="0"/>
                  </a:cubicBezTo>
                  <a:cubicBezTo>
                    <a:pt x="86" y="2"/>
                    <a:pt x="84" y="4"/>
                    <a:pt x="82" y="7"/>
                  </a:cubicBezTo>
                  <a:cubicBezTo>
                    <a:pt x="55" y="7"/>
                    <a:pt x="27" y="7"/>
                    <a:pt x="0" y="7"/>
                  </a:cubicBezTo>
                  <a:cubicBezTo>
                    <a:pt x="3" y="4"/>
                    <a:pt x="6" y="2"/>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5" name="Freeform 99"/>
            <p:cNvSpPr>
              <a:spLocks/>
            </p:cNvSpPr>
            <p:nvPr/>
          </p:nvSpPr>
          <p:spPr bwMode="auto">
            <a:xfrm>
              <a:off x="2200275" y="4451350"/>
              <a:ext cx="177800" cy="15875"/>
            </a:xfrm>
            <a:custGeom>
              <a:avLst/>
              <a:gdLst>
                <a:gd name="T0" fmla="*/ 4 w 83"/>
                <a:gd name="T1" fmla="*/ 0 h 7"/>
                <a:gd name="T2" fmla="*/ 83 w 83"/>
                <a:gd name="T3" fmla="*/ 0 h 7"/>
                <a:gd name="T4" fmla="*/ 82 w 83"/>
                <a:gd name="T5" fmla="*/ 7 h 7"/>
                <a:gd name="T6" fmla="*/ 0 w 83"/>
                <a:gd name="T7" fmla="*/ 7 h 7"/>
                <a:gd name="T8" fmla="*/ 4 w 83"/>
                <a:gd name="T9" fmla="*/ 0 h 7"/>
              </a:gdLst>
              <a:ahLst/>
              <a:cxnLst>
                <a:cxn ang="0">
                  <a:pos x="T0" y="T1"/>
                </a:cxn>
                <a:cxn ang="0">
                  <a:pos x="T2" y="T3"/>
                </a:cxn>
                <a:cxn ang="0">
                  <a:pos x="T4" y="T5"/>
                </a:cxn>
                <a:cxn ang="0">
                  <a:pos x="T6" y="T7"/>
                </a:cxn>
                <a:cxn ang="0">
                  <a:pos x="T8" y="T9"/>
                </a:cxn>
              </a:cxnLst>
              <a:rect l="0" t="0" r="r" b="b"/>
              <a:pathLst>
                <a:path w="83" h="7">
                  <a:moveTo>
                    <a:pt x="4" y="0"/>
                  </a:moveTo>
                  <a:cubicBezTo>
                    <a:pt x="31" y="0"/>
                    <a:pt x="57" y="0"/>
                    <a:pt x="83" y="0"/>
                  </a:cubicBezTo>
                  <a:cubicBezTo>
                    <a:pt x="83" y="2"/>
                    <a:pt x="82" y="4"/>
                    <a:pt x="82" y="7"/>
                  </a:cubicBezTo>
                  <a:cubicBezTo>
                    <a:pt x="55" y="7"/>
                    <a:pt x="27" y="7"/>
                    <a:pt x="0" y="7"/>
                  </a:cubicBezTo>
                  <a:cubicBezTo>
                    <a:pt x="2" y="4"/>
                    <a:pt x="3" y="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6" name="Freeform 100"/>
            <p:cNvSpPr>
              <a:spLocks/>
            </p:cNvSpPr>
            <p:nvPr/>
          </p:nvSpPr>
          <p:spPr bwMode="auto">
            <a:xfrm>
              <a:off x="2519363" y="4451350"/>
              <a:ext cx="177800" cy="15875"/>
            </a:xfrm>
            <a:custGeom>
              <a:avLst/>
              <a:gdLst>
                <a:gd name="T0" fmla="*/ 0 w 83"/>
                <a:gd name="T1" fmla="*/ 0 h 7"/>
                <a:gd name="T2" fmla="*/ 79 w 83"/>
                <a:gd name="T3" fmla="*/ 0 h 7"/>
                <a:gd name="T4" fmla="*/ 83 w 83"/>
                <a:gd name="T5" fmla="*/ 7 h 7"/>
                <a:gd name="T6" fmla="*/ 1 w 83"/>
                <a:gd name="T7" fmla="*/ 7 h 7"/>
                <a:gd name="T8" fmla="*/ 0 w 83"/>
                <a:gd name="T9" fmla="*/ 0 h 7"/>
              </a:gdLst>
              <a:ahLst/>
              <a:cxnLst>
                <a:cxn ang="0">
                  <a:pos x="T0" y="T1"/>
                </a:cxn>
                <a:cxn ang="0">
                  <a:pos x="T2" y="T3"/>
                </a:cxn>
                <a:cxn ang="0">
                  <a:pos x="T4" y="T5"/>
                </a:cxn>
                <a:cxn ang="0">
                  <a:pos x="T6" y="T7"/>
                </a:cxn>
                <a:cxn ang="0">
                  <a:pos x="T8" y="T9"/>
                </a:cxn>
              </a:cxnLst>
              <a:rect l="0" t="0" r="r" b="b"/>
              <a:pathLst>
                <a:path w="83" h="7">
                  <a:moveTo>
                    <a:pt x="0" y="0"/>
                  </a:moveTo>
                  <a:cubicBezTo>
                    <a:pt x="26" y="0"/>
                    <a:pt x="53" y="0"/>
                    <a:pt x="79" y="0"/>
                  </a:cubicBezTo>
                  <a:cubicBezTo>
                    <a:pt x="80" y="2"/>
                    <a:pt x="82" y="4"/>
                    <a:pt x="83" y="7"/>
                  </a:cubicBezTo>
                  <a:cubicBezTo>
                    <a:pt x="56" y="7"/>
                    <a:pt x="28" y="7"/>
                    <a:pt x="1" y="7"/>
                  </a:cubicBezTo>
                  <a:cubicBezTo>
                    <a:pt x="1" y="4"/>
                    <a:pt x="0"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7" name="Freeform 101"/>
            <p:cNvSpPr>
              <a:spLocks/>
            </p:cNvSpPr>
            <p:nvPr/>
          </p:nvSpPr>
          <p:spPr bwMode="auto">
            <a:xfrm>
              <a:off x="2830513" y="4451350"/>
              <a:ext cx="188913" cy="15875"/>
            </a:xfrm>
            <a:custGeom>
              <a:avLst/>
              <a:gdLst>
                <a:gd name="T0" fmla="*/ 0 w 88"/>
                <a:gd name="T1" fmla="*/ 0 h 7"/>
                <a:gd name="T2" fmla="*/ 78 w 88"/>
                <a:gd name="T3" fmla="*/ 0 h 7"/>
                <a:gd name="T4" fmla="*/ 88 w 88"/>
                <a:gd name="T5" fmla="*/ 7 h 7"/>
                <a:gd name="T6" fmla="*/ 6 w 88"/>
                <a:gd name="T7" fmla="*/ 7 h 7"/>
                <a:gd name="T8" fmla="*/ 0 w 88"/>
                <a:gd name="T9" fmla="*/ 0 h 7"/>
              </a:gdLst>
              <a:ahLst/>
              <a:cxnLst>
                <a:cxn ang="0">
                  <a:pos x="T0" y="T1"/>
                </a:cxn>
                <a:cxn ang="0">
                  <a:pos x="T2" y="T3"/>
                </a:cxn>
                <a:cxn ang="0">
                  <a:pos x="T4" y="T5"/>
                </a:cxn>
                <a:cxn ang="0">
                  <a:pos x="T6" y="T7"/>
                </a:cxn>
                <a:cxn ang="0">
                  <a:pos x="T8" y="T9"/>
                </a:cxn>
              </a:cxnLst>
              <a:rect l="0" t="0" r="r" b="b"/>
              <a:pathLst>
                <a:path w="88" h="7">
                  <a:moveTo>
                    <a:pt x="0" y="0"/>
                  </a:moveTo>
                  <a:cubicBezTo>
                    <a:pt x="26" y="0"/>
                    <a:pt x="52" y="0"/>
                    <a:pt x="78" y="0"/>
                  </a:cubicBezTo>
                  <a:cubicBezTo>
                    <a:pt x="82" y="2"/>
                    <a:pt x="85" y="4"/>
                    <a:pt x="88" y="7"/>
                  </a:cubicBezTo>
                  <a:cubicBezTo>
                    <a:pt x="61" y="7"/>
                    <a:pt x="33" y="7"/>
                    <a:pt x="6" y="7"/>
                  </a:cubicBezTo>
                  <a:cubicBezTo>
                    <a:pt x="4" y="4"/>
                    <a:pt x="2"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8" name="Freeform 102"/>
            <p:cNvSpPr>
              <a:spLocks/>
            </p:cNvSpPr>
            <p:nvPr/>
          </p:nvSpPr>
          <p:spPr bwMode="auto">
            <a:xfrm>
              <a:off x="3138488" y="4451350"/>
              <a:ext cx="201613" cy="15875"/>
            </a:xfrm>
            <a:custGeom>
              <a:avLst/>
              <a:gdLst>
                <a:gd name="T0" fmla="*/ 0 w 94"/>
                <a:gd name="T1" fmla="*/ 0 h 7"/>
                <a:gd name="T2" fmla="*/ 79 w 94"/>
                <a:gd name="T3" fmla="*/ 0 h 7"/>
                <a:gd name="T4" fmla="*/ 94 w 94"/>
                <a:gd name="T5" fmla="*/ 7 h 7"/>
                <a:gd name="T6" fmla="*/ 12 w 94"/>
                <a:gd name="T7" fmla="*/ 7 h 7"/>
                <a:gd name="T8" fmla="*/ 0 w 94"/>
                <a:gd name="T9" fmla="*/ 0 h 7"/>
              </a:gdLst>
              <a:ahLst/>
              <a:cxnLst>
                <a:cxn ang="0">
                  <a:pos x="T0" y="T1"/>
                </a:cxn>
                <a:cxn ang="0">
                  <a:pos x="T2" y="T3"/>
                </a:cxn>
                <a:cxn ang="0">
                  <a:pos x="T4" y="T5"/>
                </a:cxn>
                <a:cxn ang="0">
                  <a:pos x="T6" y="T7"/>
                </a:cxn>
                <a:cxn ang="0">
                  <a:pos x="T8" y="T9"/>
                </a:cxn>
              </a:cxnLst>
              <a:rect l="0" t="0" r="r" b="b"/>
              <a:pathLst>
                <a:path w="94" h="7">
                  <a:moveTo>
                    <a:pt x="0" y="0"/>
                  </a:moveTo>
                  <a:cubicBezTo>
                    <a:pt x="27" y="0"/>
                    <a:pt x="53" y="0"/>
                    <a:pt x="79" y="0"/>
                  </a:cubicBezTo>
                  <a:cubicBezTo>
                    <a:pt x="84" y="2"/>
                    <a:pt x="89" y="4"/>
                    <a:pt x="94" y="7"/>
                  </a:cubicBezTo>
                  <a:cubicBezTo>
                    <a:pt x="67" y="7"/>
                    <a:pt x="40" y="7"/>
                    <a:pt x="12" y="7"/>
                  </a:cubicBezTo>
                  <a:cubicBezTo>
                    <a:pt x="8" y="4"/>
                    <a:pt x="4"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9" name="Freeform 103"/>
            <p:cNvSpPr>
              <a:spLocks/>
            </p:cNvSpPr>
            <p:nvPr/>
          </p:nvSpPr>
          <p:spPr bwMode="auto">
            <a:xfrm>
              <a:off x="1504950" y="4478337"/>
              <a:ext cx="209550" cy="14288"/>
            </a:xfrm>
            <a:custGeom>
              <a:avLst/>
              <a:gdLst>
                <a:gd name="T0" fmla="*/ 15 w 98"/>
                <a:gd name="T1" fmla="*/ 0 h 7"/>
                <a:gd name="T2" fmla="*/ 98 w 98"/>
                <a:gd name="T3" fmla="*/ 0 h 7"/>
                <a:gd name="T4" fmla="*/ 87 w 98"/>
                <a:gd name="T5" fmla="*/ 7 h 7"/>
                <a:gd name="T6" fmla="*/ 0 w 98"/>
                <a:gd name="T7" fmla="*/ 7 h 7"/>
                <a:gd name="T8" fmla="*/ 15 w 98"/>
                <a:gd name="T9" fmla="*/ 0 h 7"/>
              </a:gdLst>
              <a:ahLst/>
              <a:cxnLst>
                <a:cxn ang="0">
                  <a:pos x="T0" y="T1"/>
                </a:cxn>
                <a:cxn ang="0">
                  <a:pos x="T2" y="T3"/>
                </a:cxn>
                <a:cxn ang="0">
                  <a:pos x="T4" y="T5"/>
                </a:cxn>
                <a:cxn ang="0">
                  <a:pos x="T6" y="T7"/>
                </a:cxn>
                <a:cxn ang="0">
                  <a:pos x="T8" y="T9"/>
                </a:cxn>
              </a:cxnLst>
              <a:rect l="0" t="0" r="r" b="b"/>
              <a:pathLst>
                <a:path w="98" h="7">
                  <a:moveTo>
                    <a:pt x="15" y="0"/>
                  </a:moveTo>
                  <a:cubicBezTo>
                    <a:pt x="43" y="0"/>
                    <a:pt x="70" y="0"/>
                    <a:pt x="98" y="0"/>
                  </a:cubicBezTo>
                  <a:cubicBezTo>
                    <a:pt x="95" y="2"/>
                    <a:pt x="91" y="5"/>
                    <a:pt x="87" y="7"/>
                  </a:cubicBezTo>
                  <a:cubicBezTo>
                    <a:pt x="58" y="7"/>
                    <a:pt x="29" y="7"/>
                    <a:pt x="0" y="7"/>
                  </a:cubicBezTo>
                  <a:cubicBezTo>
                    <a:pt x="5" y="5"/>
                    <a:pt x="10" y="2"/>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0" name="Freeform 104"/>
            <p:cNvSpPr>
              <a:spLocks/>
            </p:cNvSpPr>
            <p:nvPr/>
          </p:nvSpPr>
          <p:spPr bwMode="auto">
            <a:xfrm>
              <a:off x="1844675" y="4478337"/>
              <a:ext cx="200025" cy="14288"/>
            </a:xfrm>
            <a:custGeom>
              <a:avLst/>
              <a:gdLst>
                <a:gd name="T0" fmla="*/ 9 w 93"/>
                <a:gd name="T1" fmla="*/ 0 h 7"/>
                <a:gd name="T2" fmla="*/ 93 w 93"/>
                <a:gd name="T3" fmla="*/ 0 h 7"/>
                <a:gd name="T4" fmla="*/ 87 w 93"/>
                <a:gd name="T5" fmla="*/ 7 h 7"/>
                <a:gd name="T6" fmla="*/ 0 w 93"/>
                <a:gd name="T7" fmla="*/ 7 h 7"/>
                <a:gd name="T8" fmla="*/ 9 w 93"/>
                <a:gd name="T9" fmla="*/ 0 h 7"/>
              </a:gdLst>
              <a:ahLst/>
              <a:cxnLst>
                <a:cxn ang="0">
                  <a:pos x="T0" y="T1"/>
                </a:cxn>
                <a:cxn ang="0">
                  <a:pos x="T2" y="T3"/>
                </a:cxn>
                <a:cxn ang="0">
                  <a:pos x="T4" y="T5"/>
                </a:cxn>
                <a:cxn ang="0">
                  <a:pos x="T6" y="T7"/>
                </a:cxn>
                <a:cxn ang="0">
                  <a:pos x="T8" y="T9"/>
                </a:cxn>
              </a:cxnLst>
              <a:rect l="0" t="0" r="r" b="b"/>
              <a:pathLst>
                <a:path w="93" h="7">
                  <a:moveTo>
                    <a:pt x="9" y="0"/>
                  </a:moveTo>
                  <a:cubicBezTo>
                    <a:pt x="37" y="0"/>
                    <a:pt x="65" y="0"/>
                    <a:pt x="93" y="0"/>
                  </a:cubicBezTo>
                  <a:cubicBezTo>
                    <a:pt x="91" y="2"/>
                    <a:pt x="89" y="5"/>
                    <a:pt x="87" y="7"/>
                  </a:cubicBezTo>
                  <a:cubicBezTo>
                    <a:pt x="58" y="7"/>
                    <a:pt x="29" y="7"/>
                    <a:pt x="0" y="7"/>
                  </a:cubicBezTo>
                  <a:cubicBezTo>
                    <a:pt x="3" y="5"/>
                    <a:pt x="6" y="2"/>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1" name="Freeform 105"/>
            <p:cNvSpPr>
              <a:spLocks/>
            </p:cNvSpPr>
            <p:nvPr/>
          </p:nvSpPr>
          <p:spPr bwMode="auto">
            <a:xfrm>
              <a:off x="2185988" y="4478337"/>
              <a:ext cx="187325" cy="14288"/>
            </a:xfrm>
            <a:custGeom>
              <a:avLst/>
              <a:gdLst>
                <a:gd name="T0" fmla="*/ 4 w 88"/>
                <a:gd name="T1" fmla="*/ 0 h 7"/>
                <a:gd name="T2" fmla="*/ 88 w 88"/>
                <a:gd name="T3" fmla="*/ 0 h 7"/>
                <a:gd name="T4" fmla="*/ 87 w 88"/>
                <a:gd name="T5" fmla="*/ 7 h 7"/>
                <a:gd name="T6" fmla="*/ 0 w 88"/>
                <a:gd name="T7" fmla="*/ 7 h 7"/>
                <a:gd name="T8" fmla="*/ 4 w 88"/>
                <a:gd name="T9" fmla="*/ 0 h 7"/>
              </a:gdLst>
              <a:ahLst/>
              <a:cxnLst>
                <a:cxn ang="0">
                  <a:pos x="T0" y="T1"/>
                </a:cxn>
                <a:cxn ang="0">
                  <a:pos x="T2" y="T3"/>
                </a:cxn>
                <a:cxn ang="0">
                  <a:pos x="T4" y="T5"/>
                </a:cxn>
                <a:cxn ang="0">
                  <a:pos x="T6" y="T7"/>
                </a:cxn>
                <a:cxn ang="0">
                  <a:pos x="T8" y="T9"/>
                </a:cxn>
              </a:cxnLst>
              <a:rect l="0" t="0" r="r" b="b"/>
              <a:pathLst>
                <a:path w="88" h="7">
                  <a:moveTo>
                    <a:pt x="4" y="0"/>
                  </a:moveTo>
                  <a:cubicBezTo>
                    <a:pt x="32" y="0"/>
                    <a:pt x="60" y="0"/>
                    <a:pt x="88" y="0"/>
                  </a:cubicBezTo>
                  <a:cubicBezTo>
                    <a:pt x="88" y="2"/>
                    <a:pt x="87" y="5"/>
                    <a:pt x="87" y="7"/>
                  </a:cubicBezTo>
                  <a:cubicBezTo>
                    <a:pt x="58" y="7"/>
                    <a:pt x="29" y="7"/>
                    <a:pt x="0" y="7"/>
                  </a:cubicBezTo>
                  <a:cubicBezTo>
                    <a:pt x="2" y="5"/>
                    <a:pt x="3" y="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2" name="Freeform 106"/>
            <p:cNvSpPr>
              <a:spLocks/>
            </p:cNvSpPr>
            <p:nvPr/>
          </p:nvSpPr>
          <p:spPr bwMode="auto">
            <a:xfrm>
              <a:off x="2524125" y="4478337"/>
              <a:ext cx="188913" cy="14288"/>
            </a:xfrm>
            <a:custGeom>
              <a:avLst/>
              <a:gdLst>
                <a:gd name="T0" fmla="*/ 0 w 88"/>
                <a:gd name="T1" fmla="*/ 0 h 7"/>
                <a:gd name="T2" fmla="*/ 84 w 88"/>
                <a:gd name="T3" fmla="*/ 0 h 7"/>
                <a:gd name="T4" fmla="*/ 88 w 88"/>
                <a:gd name="T5" fmla="*/ 7 h 7"/>
                <a:gd name="T6" fmla="*/ 1 w 88"/>
                <a:gd name="T7" fmla="*/ 7 h 7"/>
                <a:gd name="T8" fmla="*/ 0 w 88"/>
                <a:gd name="T9" fmla="*/ 0 h 7"/>
              </a:gdLst>
              <a:ahLst/>
              <a:cxnLst>
                <a:cxn ang="0">
                  <a:pos x="T0" y="T1"/>
                </a:cxn>
                <a:cxn ang="0">
                  <a:pos x="T2" y="T3"/>
                </a:cxn>
                <a:cxn ang="0">
                  <a:pos x="T4" y="T5"/>
                </a:cxn>
                <a:cxn ang="0">
                  <a:pos x="T6" y="T7"/>
                </a:cxn>
                <a:cxn ang="0">
                  <a:pos x="T8" y="T9"/>
                </a:cxn>
              </a:cxnLst>
              <a:rect l="0" t="0" r="r" b="b"/>
              <a:pathLst>
                <a:path w="88" h="7">
                  <a:moveTo>
                    <a:pt x="0" y="0"/>
                  </a:moveTo>
                  <a:cubicBezTo>
                    <a:pt x="28" y="0"/>
                    <a:pt x="56" y="0"/>
                    <a:pt x="84" y="0"/>
                  </a:cubicBezTo>
                  <a:cubicBezTo>
                    <a:pt x="86" y="2"/>
                    <a:pt x="87" y="5"/>
                    <a:pt x="88" y="7"/>
                  </a:cubicBezTo>
                  <a:cubicBezTo>
                    <a:pt x="59" y="7"/>
                    <a:pt x="30" y="7"/>
                    <a:pt x="1" y="7"/>
                  </a:cubicBezTo>
                  <a:cubicBezTo>
                    <a:pt x="1" y="5"/>
                    <a:pt x="1"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3" name="Freeform 107"/>
            <p:cNvSpPr>
              <a:spLocks/>
            </p:cNvSpPr>
            <p:nvPr/>
          </p:nvSpPr>
          <p:spPr bwMode="auto">
            <a:xfrm>
              <a:off x="2854325" y="4478337"/>
              <a:ext cx="201613" cy="14288"/>
            </a:xfrm>
            <a:custGeom>
              <a:avLst/>
              <a:gdLst>
                <a:gd name="T0" fmla="*/ 0 w 94"/>
                <a:gd name="T1" fmla="*/ 0 h 7"/>
                <a:gd name="T2" fmla="*/ 84 w 94"/>
                <a:gd name="T3" fmla="*/ 0 h 7"/>
                <a:gd name="T4" fmla="*/ 94 w 94"/>
                <a:gd name="T5" fmla="*/ 7 h 7"/>
                <a:gd name="T6" fmla="*/ 7 w 94"/>
                <a:gd name="T7" fmla="*/ 7 h 7"/>
                <a:gd name="T8" fmla="*/ 0 w 94"/>
                <a:gd name="T9" fmla="*/ 0 h 7"/>
              </a:gdLst>
              <a:ahLst/>
              <a:cxnLst>
                <a:cxn ang="0">
                  <a:pos x="T0" y="T1"/>
                </a:cxn>
                <a:cxn ang="0">
                  <a:pos x="T2" y="T3"/>
                </a:cxn>
                <a:cxn ang="0">
                  <a:pos x="T4" y="T5"/>
                </a:cxn>
                <a:cxn ang="0">
                  <a:pos x="T6" y="T7"/>
                </a:cxn>
                <a:cxn ang="0">
                  <a:pos x="T8" y="T9"/>
                </a:cxn>
              </a:cxnLst>
              <a:rect l="0" t="0" r="r" b="b"/>
              <a:pathLst>
                <a:path w="94" h="7">
                  <a:moveTo>
                    <a:pt x="0" y="0"/>
                  </a:moveTo>
                  <a:cubicBezTo>
                    <a:pt x="28" y="0"/>
                    <a:pt x="56" y="0"/>
                    <a:pt x="84" y="0"/>
                  </a:cubicBezTo>
                  <a:cubicBezTo>
                    <a:pt x="87" y="2"/>
                    <a:pt x="90" y="5"/>
                    <a:pt x="94" y="7"/>
                  </a:cubicBezTo>
                  <a:cubicBezTo>
                    <a:pt x="65" y="7"/>
                    <a:pt x="36" y="7"/>
                    <a:pt x="7" y="7"/>
                  </a:cubicBezTo>
                  <a:cubicBezTo>
                    <a:pt x="5" y="5"/>
                    <a:pt x="2"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4" name="Freeform 108"/>
            <p:cNvSpPr>
              <a:spLocks/>
            </p:cNvSpPr>
            <p:nvPr/>
          </p:nvSpPr>
          <p:spPr bwMode="auto">
            <a:xfrm>
              <a:off x="3184525" y="4478337"/>
              <a:ext cx="211138" cy="14288"/>
            </a:xfrm>
            <a:custGeom>
              <a:avLst/>
              <a:gdLst>
                <a:gd name="T0" fmla="*/ 0 w 99"/>
                <a:gd name="T1" fmla="*/ 0 h 7"/>
                <a:gd name="T2" fmla="*/ 84 w 99"/>
                <a:gd name="T3" fmla="*/ 0 h 7"/>
                <a:gd name="T4" fmla="*/ 99 w 99"/>
                <a:gd name="T5" fmla="*/ 7 h 7"/>
                <a:gd name="T6" fmla="*/ 12 w 99"/>
                <a:gd name="T7" fmla="*/ 7 h 7"/>
                <a:gd name="T8" fmla="*/ 0 w 99"/>
                <a:gd name="T9" fmla="*/ 0 h 7"/>
              </a:gdLst>
              <a:ahLst/>
              <a:cxnLst>
                <a:cxn ang="0">
                  <a:pos x="T0" y="T1"/>
                </a:cxn>
                <a:cxn ang="0">
                  <a:pos x="T2" y="T3"/>
                </a:cxn>
                <a:cxn ang="0">
                  <a:pos x="T4" y="T5"/>
                </a:cxn>
                <a:cxn ang="0">
                  <a:pos x="T6" y="T7"/>
                </a:cxn>
                <a:cxn ang="0">
                  <a:pos x="T8" y="T9"/>
                </a:cxn>
              </a:cxnLst>
              <a:rect l="0" t="0" r="r" b="b"/>
              <a:pathLst>
                <a:path w="99" h="7">
                  <a:moveTo>
                    <a:pt x="0" y="0"/>
                  </a:moveTo>
                  <a:cubicBezTo>
                    <a:pt x="28" y="0"/>
                    <a:pt x="56" y="0"/>
                    <a:pt x="84" y="0"/>
                  </a:cubicBezTo>
                  <a:cubicBezTo>
                    <a:pt x="89" y="2"/>
                    <a:pt x="94" y="5"/>
                    <a:pt x="99" y="7"/>
                  </a:cubicBezTo>
                  <a:cubicBezTo>
                    <a:pt x="70" y="7"/>
                    <a:pt x="41" y="7"/>
                    <a:pt x="12" y="7"/>
                  </a:cubicBezTo>
                  <a:cubicBezTo>
                    <a:pt x="8" y="5"/>
                    <a:pt x="4"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5" name="Freeform 109"/>
            <p:cNvSpPr>
              <a:spLocks/>
            </p:cNvSpPr>
            <p:nvPr/>
          </p:nvSpPr>
          <p:spPr bwMode="auto">
            <a:xfrm>
              <a:off x="1447800" y="4505325"/>
              <a:ext cx="223838" cy="15875"/>
            </a:xfrm>
            <a:custGeom>
              <a:avLst/>
              <a:gdLst>
                <a:gd name="T0" fmla="*/ 15 w 104"/>
                <a:gd name="T1" fmla="*/ 0 h 7"/>
                <a:gd name="T2" fmla="*/ 104 w 104"/>
                <a:gd name="T3" fmla="*/ 0 h 7"/>
                <a:gd name="T4" fmla="*/ 92 w 104"/>
                <a:gd name="T5" fmla="*/ 7 h 7"/>
                <a:gd name="T6" fmla="*/ 0 w 104"/>
                <a:gd name="T7" fmla="*/ 7 h 7"/>
                <a:gd name="T8" fmla="*/ 15 w 104"/>
                <a:gd name="T9" fmla="*/ 0 h 7"/>
              </a:gdLst>
              <a:ahLst/>
              <a:cxnLst>
                <a:cxn ang="0">
                  <a:pos x="T0" y="T1"/>
                </a:cxn>
                <a:cxn ang="0">
                  <a:pos x="T2" y="T3"/>
                </a:cxn>
                <a:cxn ang="0">
                  <a:pos x="T4" y="T5"/>
                </a:cxn>
                <a:cxn ang="0">
                  <a:pos x="T6" y="T7"/>
                </a:cxn>
                <a:cxn ang="0">
                  <a:pos x="T8" y="T9"/>
                </a:cxn>
              </a:cxnLst>
              <a:rect l="0" t="0" r="r" b="b"/>
              <a:pathLst>
                <a:path w="104" h="7">
                  <a:moveTo>
                    <a:pt x="15" y="0"/>
                  </a:moveTo>
                  <a:cubicBezTo>
                    <a:pt x="45" y="0"/>
                    <a:pt x="74" y="0"/>
                    <a:pt x="104" y="0"/>
                  </a:cubicBezTo>
                  <a:cubicBezTo>
                    <a:pt x="100" y="2"/>
                    <a:pt x="96" y="4"/>
                    <a:pt x="92" y="7"/>
                  </a:cubicBezTo>
                  <a:cubicBezTo>
                    <a:pt x="61" y="7"/>
                    <a:pt x="31" y="7"/>
                    <a:pt x="0" y="7"/>
                  </a:cubicBezTo>
                  <a:cubicBezTo>
                    <a:pt x="5" y="4"/>
                    <a:pt x="10" y="2"/>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6" name="Freeform 110"/>
            <p:cNvSpPr>
              <a:spLocks/>
            </p:cNvSpPr>
            <p:nvPr/>
          </p:nvSpPr>
          <p:spPr bwMode="auto">
            <a:xfrm>
              <a:off x="1809750" y="4505325"/>
              <a:ext cx="211138" cy="15875"/>
            </a:xfrm>
            <a:custGeom>
              <a:avLst/>
              <a:gdLst>
                <a:gd name="T0" fmla="*/ 9 w 98"/>
                <a:gd name="T1" fmla="*/ 0 h 7"/>
                <a:gd name="T2" fmla="*/ 98 w 98"/>
                <a:gd name="T3" fmla="*/ 0 h 7"/>
                <a:gd name="T4" fmla="*/ 92 w 98"/>
                <a:gd name="T5" fmla="*/ 7 h 7"/>
                <a:gd name="T6" fmla="*/ 0 w 98"/>
                <a:gd name="T7" fmla="*/ 7 h 7"/>
                <a:gd name="T8" fmla="*/ 9 w 98"/>
                <a:gd name="T9" fmla="*/ 0 h 7"/>
              </a:gdLst>
              <a:ahLst/>
              <a:cxnLst>
                <a:cxn ang="0">
                  <a:pos x="T0" y="T1"/>
                </a:cxn>
                <a:cxn ang="0">
                  <a:pos x="T2" y="T3"/>
                </a:cxn>
                <a:cxn ang="0">
                  <a:pos x="T4" y="T5"/>
                </a:cxn>
                <a:cxn ang="0">
                  <a:pos x="T6" y="T7"/>
                </a:cxn>
                <a:cxn ang="0">
                  <a:pos x="T8" y="T9"/>
                </a:cxn>
              </a:cxnLst>
              <a:rect l="0" t="0" r="r" b="b"/>
              <a:pathLst>
                <a:path w="98" h="7">
                  <a:moveTo>
                    <a:pt x="9" y="0"/>
                  </a:moveTo>
                  <a:cubicBezTo>
                    <a:pt x="39" y="0"/>
                    <a:pt x="68" y="0"/>
                    <a:pt x="98" y="0"/>
                  </a:cubicBezTo>
                  <a:cubicBezTo>
                    <a:pt x="96" y="2"/>
                    <a:pt x="94" y="4"/>
                    <a:pt x="92" y="7"/>
                  </a:cubicBezTo>
                  <a:cubicBezTo>
                    <a:pt x="61" y="7"/>
                    <a:pt x="30" y="7"/>
                    <a:pt x="0" y="7"/>
                  </a:cubicBezTo>
                  <a:cubicBezTo>
                    <a:pt x="3" y="4"/>
                    <a:pt x="6" y="2"/>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7" name="Freeform 111"/>
            <p:cNvSpPr>
              <a:spLocks/>
            </p:cNvSpPr>
            <p:nvPr/>
          </p:nvSpPr>
          <p:spPr bwMode="auto">
            <a:xfrm>
              <a:off x="2170113" y="4505325"/>
              <a:ext cx="200025" cy="15875"/>
            </a:xfrm>
            <a:custGeom>
              <a:avLst/>
              <a:gdLst>
                <a:gd name="T0" fmla="*/ 4 w 93"/>
                <a:gd name="T1" fmla="*/ 0 h 7"/>
                <a:gd name="T2" fmla="*/ 93 w 93"/>
                <a:gd name="T3" fmla="*/ 0 h 7"/>
                <a:gd name="T4" fmla="*/ 92 w 93"/>
                <a:gd name="T5" fmla="*/ 7 h 7"/>
                <a:gd name="T6" fmla="*/ 0 w 93"/>
                <a:gd name="T7" fmla="*/ 7 h 7"/>
                <a:gd name="T8" fmla="*/ 4 w 93"/>
                <a:gd name="T9" fmla="*/ 0 h 7"/>
              </a:gdLst>
              <a:ahLst/>
              <a:cxnLst>
                <a:cxn ang="0">
                  <a:pos x="T0" y="T1"/>
                </a:cxn>
                <a:cxn ang="0">
                  <a:pos x="T2" y="T3"/>
                </a:cxn>
                <a:cxn ang="0">
                  <a:pos x="T4" y="T5"/>
                </a:cxn>
                <a:cxn ang="0">
                  <a:pos x="T6" y="T7"/>
                </a:cxn>
                <a:cxn ang="0">
                  <a:pos x="T8" y="T9"/>
                </a:cxn>
              </a:cxnLst>
              <a:rect l="0" t="0" r="r" b="b"/>
              <a:pathLst>
                <a:path w="93" h="7">
                  <a:moveTo>
                    <a:pt x="4" y="0"/>
                  </a:moveTo>
                  <a:cubicBezTo>
                    <a:pt x="34" y="0"/>
                    <a:pt x="64" y="0"/>
                    <a:pt x="93" y="0"/>
                  </a:cubicBezTo>
                  <a:cubicBezTo>
                    <a:pt x="93" y="2"/>
                    <a:pt x="93" y="4"/>
                    <a:pt x="92" y="7"/>
                  </a:cubicBezTo>
                  <a:cubicBezTo>
                    <a:pt x="61" y="7"/>
                    <a:pt x="31" y="7"/>
                    <a:pt x="0" y="7"/>
                  </a:cubicBezTo>
                  <a:cubicBezTo>
                    <a:pt x="2" y="4"/>
                    <a:pt x="3" y="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8" name="Freeform 112"/>
            <p:cNvSpPr>
              <a:spLocks/>
            </p:cNvSpPr>
            <p:nvPr/>
          </p:nvSpPr>
          <p:spPr bwMode="auto">
            <a:xfrm>
              <a:off x="2528888" y="4505325"/>
              <a:ext cx="200025" cy="15875"/>
            </a:xfrm>
            <a:custGeom>
              <a:avLst/>
              <a:gdLst>
                <a:gd name="T0" fmla="*/ 0 w 94"/>
                <a:gd name="T1" fmla="*/ 0 h 7"/>
                <a:gd name="T2" fmla="*/ 89 w 94"/>
                <a:gd name="T3" fmla="*/ 0 h 7"/>
                <a:gd name="T4" fmla="*/ 94 w 94"/>
                <a:gd name="T5" fmla="*/ 7 h 7"/>
                <a:gd name="T6" fmla="*/ 2 w 94"/>
                <a:gd name="T7" fmla="*/ 7 h 7"/>
                <a:gd name="T8" fmla="*/ 0 w 94"/>
                <a:gd name="T9" fmla="*/ 0 h 7"/>
              </a:gdLst>
              <a:ahLst/>
              <a:cxnLst>
                <a:cxn ang="0">
                  <a:pos x="T0" y="T1"/>
                </a:cxn>
                <a:cxn ang="0">
                  <a:pos x="T2" y="T3"/>
                </a:cxn>
                <a:cxn ang="0">
                  <a:pos x="T4" y="T5"/>
                </a:cxn>
                <a:cxn ang="0">
                  <a:pos x="T6" y="T7"/>
                </a:cxn>
                <a:cxn ang="0">
                  <a:pos x="T8" y="T9"/>
                </a:cxn>
              </a:cxnLst>
              <a:rect l="0" t="0" r="r" b="b"/>
              <a:pathLst>
                <a:path w="94" h="7">
                  <a:moveTo>
                    <a:pt x="0" y="0"/>
                  </a:moveTo>
                  <a:cubicBezTo>
                    <a:pt x="30" y="0"/>
                    <a:pt x="60" y="0"/>
                    <a:pt x="89" y="0"/>
                  </a:cubicBezTo>
                  <a:cubicBezTo>
                    <a:pt x="91" y="2"/>
                    <a:pt x="92" y="4"/>
                    <a:pt x="94" y="7"/>
                  </a:cubicBezTo>
                  <a:cubicBezTo>
                    <a:pt x="63" y="7"/>
                    <a:pt x="32" y="7"/>
                    <a:pt x="2" y="7"/>
                  </a:cubicBezTo>
                  <a:cubicBezTo>
                    <a:pt x="1" y="4"/>
                    <a:pt x="1"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9" name="Freeform 113"/>
            <p:cNvSpPr>
              <a:spLocks/>
            </p:cNvSpPr>
            <p:nvPr/>
          </p:nvSpPr>
          <p:spPr bwMode="auto">
            <a:xfrm>
              <a:off x="2879725" y="4505325"/>
              <a:ext cx="209550" cy="15875"/>
            </a:xfrm>
            <a:custGeom>
              <a:avLst/>
              <a:gdLst>
                <a:gd name="T0" fmla="*/ 0 w 98"/>
                <a:gd name="T1" fmla="*/ 0 h 7"/>
                <a:gd name="T2" fmla="*/ 89 w 98"/>
                <a:gd name="T3" fmla="*/ 0 h 7"/>
                <a:gd name="T4" fmla="*/ 98 w 98"/>
                <a:gd name="T5" fmla="*/ 7 h 7"/>
                <a:gd name="T6" fmla="*/ 6 w 98"/>
                <a:gd name="T7" fmla="*/ 7 h 7"/>
                <a:gd name="T8" fmla="*/ 0 w 98"/>
                <a:gd name="T9" fmla="*/ 0 h 7"/>
              </a:gdLst>
              <a:ahLst/>
              <a:cxnLst>
                <a:cxn ang="0">
                  <a:pos x="T0" y="T1"/>
                </a:cxn>
                <a:cxn ang="0">
                  <a:pos x="T2" y="T3"/>
                </a:cxn>
                <a:cxn ang="0">
                  <a:pos x="T4" y="T5"/>
                </a:cxn>
                <a:cxn ang="0">
                  <a:pos x="T6" y="T7"/>
                </a:cxn>
                <a:cxn ang="0">
                  <a:pos x="T8" y="T9"/>
                </a:cxn>
              </a:cxnLst>
              <a:rect l="0" t="0" r="r" b="b"/>
              <a:pathLst>
                <a:path w="98" h="7">
                  <a:moveTo>
                    <a:pt x="0" y="0"/>
                  </a:moveTo>
                  <a:cubicBezTo>
                    <a:pt x="29" y="0"/>
                    <a:pt x="59" y="0"/>
                    <a:pt x="89" y="0"/>
                  </a:cubicBezTo>
                  <a:cubicBezTo>
                    <a:pt x="92" y="2"/>
                    <a:pt x="95" y="4"/>
                    <a:pt x="98" y="7"/>
                  </a:cubicBezTo>
                  <a:cubicBezTo>
                    <a:pt x="67" y="7"/>
                    <a:pt x="37" y="7"/>
                    <a:pt x="6" y="7"/>
                  </a:cubicBezTo>
                  <a:cubicBezTo>
                    <a:pt x="4" y="4"/>
                    <a:pt x="2"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0" name="Freeform 114"/>
            <p:cNvSpPr>
              <a:spLocks/>
            </p:cNvSpPr>
            <p:nvPr/>
          </p:nvSpPr>
          <p:spPr bwMode="auto">
            <a:xfrm>
              <a:off x="3228975" y="4505325"/>
              <a:ext cx="222250" cy="15875"/>
            </a:xfrm>
            <a:custGeom>
              <a:avLst/>
              <a:gdLst>
                <a:gd name="T0" fmla="*/ 0 w 104"/>
                <a:gd name="T1" fmla="*/ 0 h 7"/>
                <a:gd name="T2" fmla="*/ 89 w 104"/>
                <a:gd name="T3" fmla="*/ 0 h 7"/>
                <a:gd name="T4" fmla="*/ 104 w 104"/>
                <a:gd name="T5" fmla="*/ 7 h 7"/>
                <a:gd name="T6" fmla="*/ 12 w 104"/>
                <a:gd name="T7" fmla="*/ 7 h 7"/>
                <a:gd name="T8" fmla="*/ 0 w 104"/>
                <a:gd name="T9" fmla="*/ 0 h 7"/>
              </a:gdLst>
              <a:ahLst/>
              <a:cxnLst>
                <a:cxn ang="0">
                  <a:pos x="T0" y="T1"/>
                </a:cxn>
                <a:cxn ang="0">
                  <a:pos x="T2" y="T3"/>
                </a:cxn>
                <a:cxn ang="0">
                  <a:pos x="T4" y="T5"/>
                </a:cxn>
                <a:cxn ang="0">
                  <a:pos x="T6" y="T7"/>
                </a:cxn>
                <a:cxn ang="0">
                  <a:pos x="T8" y="T9"/>
                </a:cxn>
              </a:cxnLst>
              <a:rect l="0" t="0" r="r" b="b"/>
              <a:pathLst>
                <a:path w="104" h="7">
                  <a:moveTo>
                    <a:pt x="0" y="0"/>
                  </a:moveTo>
                  <a:cubicBezTo>
                    <a:pt x="29" y="0"/>
                    <a:pt x="59" y="0"/>
                    <a:pt x="89" y="0"/>
                  </a:cubicBezTo>
                  <a:cubicBezTo>
                    <a:pt x="94" y="2"/>
                    <a:pt x="99" y="4"/>
                    <a:pt x="104" y="7"/>
                  </a:cubicBezTo>
                  <a:cubicBezTo>
                    <a:pt x="73" y="7"/>
                    <a:pt x="42" y="7"/>
                    <a:pt x="12" y="7"/>
                  </a:cubicBezTo>
                  <a:cubicBezTo>
                    <a:pt x="8" y="4"/>
                    <a:pt x="4"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1" name="Freeform 115"/>
            <p:cNvSpPr>
              <a:spLocks/>
            </p:cNvSpPr>
            <p:nvPr/>
          </p:nvSpPr>
          <p:spPr bwMode="auto">
            <a:xfrm>
              <a:off x="1395413" y="4530725"/>
              <a:ext cx="2109788" cy="15875"/>
            </a:xfrm>
            <a:custGeom>
              <a:avLst/>
              <a:gdLst>
                <a:gd name="T0" fmla="*/ 15 w 985"/>
                <a:gd name="T1" fmla="*/ 0 h 7"/>
                <a:gd name="T2" fmla="*/ 492 w 985"/>
                <a:gd name="T3" fmla="*/ 0 h 7"/>
                <a:gd name="T4" fmla="*/ 970 w 985"/>
                <a:gd name="T5" fmla="*/ 0 h 7"/>
                <a:gd name="T6" fmla="*/ 985 w 985"/>
                <a:gd name="T7" fmla="*/ 7 h 7"/>
                <a:gd name="T8" fmla="*/ 492 w 985"/>
                <a:gd name="T9" fmla="*/ 7 h 7"/>
                <a:gd name="T10" fmla="*/ 0 w 985"/>
                <a:gd name="T11" fmla="*/ 7 h 7"/>
                <a:gd name="T12" fmla="*/ 15 w 98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985" h="7">
                  <a:moveTo>
                    <a:pt x="15" y="0"/>
                  </a:moveTo>
                  <a:cubicBezTo>
                    <a:pt x="174" y="0"/>
                    <a:pt x="333" y="0"/>
                    <a:pt x="492" y="0"/>
                  </a:cubicBezTo>
                  <a:cubicBezTo>
                    <a:pt x="652" y="0"/>
                    <a:pt x="811" y="0"/>
                    <a:pt x="970" y="0"/>
                  </a:cubicBezTo>
                  <a:cubicBezTo>
                    <a:pt x="976" y="2"/>
                    <a:pt x="980" y="5"/>
                    <a:pt x="985" y="7"/>
                  </a:cubicBezTo>
                  <a:cubicBezTo>
                    <a:pt x="821" y="7"/>
                    <a:pt x="657" y="7"/>
                    <a:pt x="492" y="7"/>
                  </a:cubicBezTo>
                  <a:cubicBezTo>
                    <a:pt x="328" y="7"/>
                    <a:pt x="164" y="7"/>
                    <a:pt x="0" y="7"/>
                  </a:cubicBezTo>
                  <a:cubicBezTo>
                    <a:pt x="5" y="5"/>
                    <a:pt x="10" y="2"/>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2" name="Freeform 116"/>
            <p:cNvSpPr>
              <a:spLocks/>
            </p:cNvSpPr>
            <p:nvPr/>
          </p:nvSpPr>
          <p:spPr bwMode="auto">
            <a:xfrm>
              <a:off x="1641475" y="3376612"/>
              <a:ext cx="1619250" cy="869950"/>
            </a:xfrm>
            <a:custGeom>
              <a:avLst/>
              <a:gdLst>
                <a:gd name="T0" fmla="*/ 1020 w 1020"/>
                <a:gd name="T1" fmla="*/ 0 h 548"/>
                <a:gd name="T2" fmla="*/ 0 w 1020"/>
                <a:gd name="T3" fmla="*/ 548 h 548"/>
                <a:gd name="T4" fmla="*/ 1020 w 1020"/>
                <a:gd name="T5" fmla="*/ 548 h 548"/>
                <a:gd name="T6" fmla="*/ 1020 w 1020"/>
                <a:gd name="T7" fmla="*/ 0 h 548"/>
              </a:gdLst>
              <a:ahLst/>
              <a:cxnLst>
                <a:cxn ang="0">
                  <a:pos x="T0" y="T1"/>
                </a:cxn>
                <a:cxn ang="0">
                  <a:pos x="T2" y="T3"/>
                </a:cxn>
                <a:cxn ang="0">
                  <a:pos x="T4" y="T5"/>
                </a:cxn>
                <a:cxn ang="0">
                  <a:pos x="T6" y="T7"/>
                </a:cxn>
              </a:cxnLst>
              <a:rect l="0" t="0" r="r" b="b"/>
              <a:pathLst>
                <a:path w="1020" h="548">
                  <a:moveTo>
                    <a:pt x="1020" y="0"/>
                  </a:moveTo>
                  <a:lnTo>
                    <a:pt x="0" y="548"/>
                  </a:lnTo>
                  <a:lnTo>
                    <a:pt x="1020" y="548"/>
                  </a:lnTo>
                  <a:lnTo>
                    <a:pt x="1020" y="0"/>
                  </a:lnTo>
                  <a:close/>
                </a:path>
              </a:pathLst>
            </a:custGeom>
            <a:solidFill>
              <a:srgbClr val="EE4E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3" name="Freeform 117"/>
            <p:cNvSpPr>
              <a:spLocks noEditPoints="1"/>
            </p:cNvSpPr>
            <p:nvPr/>
          </p:nvSpPr>
          <p:spPr bwMode="auto">
            <a:xfrm>
              <a:off x="2027238" y="2890837"/>
              <a:ext cx="858838" cy="858838"/>
            </a:xfrm>
            <a:custGeom>
              <a:avLst/>
              <a:gdLst>
                <a:gd name="T0" fmla="*/ 200 w 401"/>
                <a:gd name="T1" fmla="*/ 27 h 401"/>
                <a:gd name="T2" fmla="*/ 220 w 401"/>
                <a:gd name="T3" fmla="*/ 28 h 401"/>
                <a:gd name="T4" fmla="*/ 228 w 401"/>
                <a:gd name="T5" fmla="*/ 0 h 401"/>
                <a:gd name="T6" fmla="*/ 289 w 401"/>
                <a:gd name="T7" fmla="*/ 18 h 401"/>
                <a:gd name="T8" fmla="*/ 280 w 401"/>
                <a:gd name="T9" fmla="*/ 47 h 401"/>
                <a:gd name="T10" fmla="*/ 336 w 401"/>
                <a:gd name="T11" fmla="*/ 92 h 401"/>
                <a:gd name="T12" fmla="*/ 362 w 401"/>
                <a:gd name="T13" fmla="*/ 78 h 401"/>
                <a:gd name="T14" fmla="*/ 392 w 401"/>
                <a:gd name="T15" fmla="*/ 134 h 401"/>
                <a:gd name="T16" fmla="*/ 365 w 401"/>
                <a:gd name="T17" fmla="*/ 148 h 401"/>
                <a:gd name="T18" fmla="*/ 372 w 401"/>
                <a:gd name="T19" fmla="*/ 219 h 401"/>
                <a:gd name="T20" fmla="*/ 401 w 401"/>
                <a:gd name="T21" fmla="*/ 228 h 401"/>
                <a:gd name="T22" fmla="*/ 383 w 401"/>
                <a:gd name="T23" fmla="*/ 289 h 401"/>
                <a:gd name="T24" fmla="*/ 354 w 401"/>
                <a:gd name="T25" fmla="*/ 280 h 401"/>
                <a:gd name="T26" fmla="*/ 308 w 401"/>
                <a:gd name="T27" fmla="*/ 335 h 401"/>
                <a:gd name="T28" fmla="*/ 323 w 401"/>
                <a:gd name="T29" fmla="*/ 362 h 401"/>
                <a:gd name="T30" fmla="*/ 267 w 401"/>
                <a:gd name="T31" fmla="*/ 392 h 401"/>
                <a:gd name="T32" fmla="*/ 253 w 401"/>
                <a:gd name="T33" fmla="*/ 365 h 401"/>
                <a:gd name="T34" fmla="*/ 200 w 401"/>
                <a:gd name="T35" fmla="*/ 373 h 401"/>
                <a:gd name="T36" fmla="*/ 200 w 401"/>
                <a:gd name="T37" fmla="*/ 328 h 401"/>
                <a:gd name="T38" fmla="*/ 323 w 401"/>
                <a:gd name="T39" fmla="*/ 237 h 401"/>
                <a:gd name="T40" fmla="*/ 238 w 401"/>
                <a:gd name="T41" fmla="*/ 78 h 401"/>
                <a:gd name="T42" fmla="*/ 200 w 401"/>
                <a:gd name="T43" fmla="*/ 72 h 401"/>
                <a:gd name="T44" fmla="*/ 200 w 401"/>
                <a:gd name="T45" fmla="*/ 27 h 401"/>
                <a:gd name="T46" fmla="*/ 93 w 401"/>
                <a:gd name="T47" fmla="*/ 65 h 401"/>
                <a:gd name="T48" fmla="*/ 78 w 401"/>
                <a:gd name="T49" fmla="*/ 39 h 401"/>
                <a:gd name="T50" fmla="*/ 134 w 401"/>
                <a:gd name="T51" fmla="*/ 9 h 401"/>
                <a:gd name="T52" fmla="*/ 148 w 401"/>
                <a:gd name="T53" fmla="*/ 35 h 401"/>
                <a:gd name="T54" fmla="*/ 200 w 401"/>
                <a:gd name="T55" fmla="*/ 27 h 401"/>
                <a:gd name="T56" fmla="*/ 200 w 401"/>
                <a:gd name="T57" fmla="*/ 72 h 401"/>
                <a:gd name="T58" fmla="*/ 78 w 401"/>
                <a:gd name="T59" fmla="*/ 163 h 401"/>
                <a:gd name="T60" fmla="*/ 163 w 401"/>
                <a:gd name="T61" fmla="*/ 322 h 401"/>
                <a:gd name="T62" fmla="*/ 163 w 401"/>
                <a:gd name="T63" fmla="*/ 322 h 401"/>
                <a:gd name="T64" fmla="*/ 200 w 401"/>
                <a:gd name="T65" fmla="*/ 328 h 401"/>
                <a:gd name="T66" fmla="*/ 200 w 401"/>
                <a:gd name="T67" fmla="*/ 373 h 401"/>
                <a:gd name="T68" fmla="*/ 181 w 401"/>
                <a:gd name="T69" fmla="*/ 372 h 401"/>
                <a:gd name="T70" fmla="*/ 173 w 401"/>
                <a:gd name="T71" fmla="*/ 401 h 401"/>
                <a:gd name="T72" fmla="*/ 112 w 401"/>
                <a:gd name="T73" fmla="*/ 382 h 401"/>
                <a:gd name="T74" fmla="*/ 121 w 401"/>
                <a:gd name="T75" fmla="*/ 354 h 401"/>
                <a:gd name="T76" fmla="*/ 65 w 401"/>
                <a:gd name="T77" fmla="*/ 308 h 401"/>
                <a:gd name="T78" fmla="*/ 39 w 401"/>
                <a:gd name="T79" fmla="*/ 322 h 401"/>
                <a:gd name="T80" fmla="*/ 9 w 401"/>
                <a:gd name="T81" fmla="*/ 267 h 401"/>
                <a:gd name="T82" fmla="*/ 36 w 401"/>
                <a:gd name="T83" fmla="*/ 252 h 401"/>
                <a:gd name="T84" fmla="*/ 29 w 401"/>
                <a:gd name="T85" fmla="*/ 181 h 401"/>
                <a:gd name="T86" fmla="*/ 0 w 401"/>
                <a:gd name="T87" fmla="*/ 172 h 401"/>
                <a:gd name="T88" fmla="*/ 18 w 401"/>
                <a:gd name="T89" fmla="*/ 112 h 401"/>
                <a:gd name="T90" fmla="*/ 47 w 401"/>
                <a:gd name="T91" fmla="*/ 120 h 401"/>
                <a:gd name="T92" fmla="*/ 93 w 401"/>
                <a:gd name="T93" fmla="*/ 65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1" h="401">
                  <a:moveTo>
                    <a:pt x="200" y="27"/>
                  </a:moveTo>
                  <a:cubicBezTo>
                    <a:pt x="207" y="27"/>
                    <a:pt x="213" y="28"/>
                    <a:pt x="220" y="28"/>
                  </a:cubicBezTo>
                  <a:cubicBezTo>
                    <a:pt x="228" y="0"/>
                    <a:pt x="228" y="0"/>
                    <a:pt x="228" y="0"/>
                  </a:cubicBezTo>
                  <a:cubicBezTo>
                    <a:pt x="289" y="18"/>
                    <a:pt x="289" y="18"/>
                    <a:pt x="289" y="18"/>
                  </a:cubicBezTo>
                  <a:cubicBezTo>
                    <a:pt x="280" y="47"/>
                    <a:pt x="280" y="47"/>
                    <a:pt x="280" y="47"/>
                  </a:cubicBezTo>
                  <a:cubicBezTo>
                    <a:pt x="302" y="58"/>
                    <a:pt x="321" y="74"/>
                    <a:pt x="336" y="92"/>
                  </a:cubicBezTo>
                  <a:cubicBezTo>
                    <a:pt x="362" y="78"/>
                    <a:pt x="362" y="78"/>
                    <a:pt x="362" y="78"/>
                  </a:cubicBezTo>
                  <a:cubicBezTo>
                    <a:pt x="392" y="134"/>
                    <a:pt x="392" y="134"/>
                    <a:pt x="392" y="134"/>
                  </a:cubicBezTo>
                  <a:cubicBezTo>
                    <a:pt x="365" y="148"/>
                    <a:pt x="365" y="148"/>
                    <a:pt x="365" y="148"/>
                  </a:cubicBezTo>
                  <a:cubicBezTo>
                    <a:pt x="373" y="171"/>
                    <a:pt x="375" y="195"/>
                    <a:pt x="372" y="219"/>
                  </a:cubicBezTo>
                  <a:cubicBezTo>
                    <a:pt x="401" y="228"/>
                    <a:pt x="401" y="228"/>
                    <a:pt x="401" y="228"/>
                  </a:cubicBezTo>
                  <a:cubicBezTo>
                    <a:pt x="383" y="289"/>
                    <a:pt x="383" y="289"/>
                    <a:pt x="383" y="289"/>
                  </a:cubicBezTo>
                  <a:cubicBezTo>
                    <a:pt x="354" y="280"/>
                    <a:pt x="354" y="280"/>
                    <a:pt x="354" y="280"/>
                  </a:cubicBezTo>
                  <a:cubicBezTo>
                    <a:pt x="343" y="302"/>
                    <a:pt x="327" y="321"/>
                    <a:pt x="308" y="335"/>
                  </a:cubicBezTo>
                  <a:cubicBezTo>
                    <a:pt x="323" y="362"/>
                    <a:pt x="323" y="362"/>
                    <a:pt x="323" y="362"/>
                  </a:cubicBezTo>
                  <a:cubicBezTo>
                    <a:pt x="267" y="392"/>
                    <a:pt x="267" y="392"/>
                    <a:pt x="267" y="392"/>
                  </a:cubicBezTo>
                  <a:cubicBezTo>
                    <a:pt x="253" y="365"/>
                    <a:pt x="253" y="365"/>
                    <a:pt x="253" y="365"/>
                  </a:cubicBezTo>
                  <a:cubicBezTo>
                    <a:pt x="236" y="370"/>
                    <a:pt x="218" y="373"/>
                    <a:pt x="200" y="373"/>
                  </a:cubicBezTo>
                  <a:cubicBezTo>
                    <a:pt x="200" y="328"/>
                    <a:pt x="200" y="328"/>
                    <a:pt x="200" y="328"/>
                  </a:cubicBezTo>
                  <a:cubicBezTo>
                    <a:pt x="255" y="328"/>
                    <a:pt x="306" y="292"/>
                    <a:pt x="323" y="237"/>
                  </a:cubicBezTo>
                  <a:cubicBezTo>
                    <a:pt x="343" y="170"/>
                    <a:pt x="305" y="98"/>
                    <a:pt x="238" y="78"/>
                  </a:cubicBezTo>
                  <a:cubicBezTo>
                    <a:pt x="225" y="74"/>
                    <a:pt x="213" y="72"/>
                    <a:pt x="200" y="72"/>
                  </a:cubicBezTo>
                  <a:lnTo>
                    <a:pt x="200" y="27"/>
                  </a:lnTo>
                  <a:close/>
                  <a:moveTo>
                    <a:pt x="93" y="65"/>
                  </a:moveTo>
                  <a:cubicBezTo>
                    <a:pt x="78" y="39"/>
                    <a:pt x="78" y="39"/>
                    <a:pt x="78" y="39"/>
                  </a:cubicBezTo>
                  <a:cubicBezTo>
                    <a:pt x="134" y="9"/>
                    <a:pt x="134" y="9"/>
                    <a:pt x="134" y="9"/>
                  </a:cubicBezTo>
                  <a:cubicBezTo>
                    <a:pt x="148" y="35"/>
                    <a:pt x="148" y="35"/>
                    <a:pt x="148" y="35"/>
                  </a:cubicBezTo>
                  <a:cubicBezTo>
                    <a:pt x="165" y="30"/>
                    <a:pt x="183" y="27"/>
                    <a:pt x="200" y="27"/>
                  </a:cubicBezTo>
                  <a:cubicBezTo>
                    <a:pt x="200" y="72"/>
                    <a:pt x="200" y="72"/>
                    <a:pt x="200" y="72"/>
                  </a:cubicBezTo>
                  <a:cubicBezTo>
                    <a:pt x="146" y="72"/>
                    <a:pt x="95" y="108"/>
                    <a:pt x="78" y="163"/>
                  </a:cubicBezTo>
                  <a:cubicBezTo>
                    <a:pt x="58" y="231"/>
                    <a:pt x="96" y="302"/>
                    <a:pt x="163" y="322"/>
                  </a:cubicBezTo>
                  <a:cubicBezTo>
                    <a:pt x="163" y="322"/>
                    <a:pt x="163" y="322"/>
                    <a:pt x="163" y="322"/>
                  </a:cubicBezTo>
                  <a:cubicBezTo>
                    <a:pt x="176" y="326"/>
                    <a:pt x="188" y="328"/>
                    <a:pt x="200" y="328"/>
                  </a:cubicBezTo>
                  <a:cubicBezTo>
                    <a:pt x="200" y="373"/>
                    <a:pt x="200" y="373"/>
                    <a:pt x="200" y="373"/>
                  </a:cubicBezTo>
                  <a:cubicBezTo>
                    <a:pt x="194" y="373"/>
                    <a:pt x="188" y="373"/>
                    <a:pt x="181" y="372"/>
                  </a:cubicBezTo>
                  <a:cubicBezTo>
                    <a:pt x="173" y="401"/>
                    <a:pt x="173" y="401"/>
                    <a:pt x="173" y="401"/>
                  </a:cubicBezTo>
                  <a:cubicBezTo>
                    <a:pt x="112" y="382"/>
                    <a:pt x="112" y="382"/>
                    <a:pt x="112" y="382"/>
                  </a:cubicBezTo>
                  <a:cubicBezTo>
                    <a:pt x="121" y="354"/>
                    <a:pt x="121" y="354"/>
                    <a:pt x="121" y="354"/>
                  </a:cubicBezTo>
                  <a:cubicBezTo>
                    <a:pt x="99" y="342"/>
                    <a:pt x="80" y="327"/>
                    <a:pt x="65" y="308"/>
                  </a:cubicBezTo>
                  <a:cubicBezTo>
                    <a:pt x="39" y="322"/>
                    <a:pt x="39" y="322"/>
                    <a:pt x="39" y="322"/>
                  </a:cubicBezTo>
                  <a:cubicBezTo>
                    <a:pt x="9" y="267"/>
                    <a:pt x="9" y="267"/>
                    <a:pt x="9" y="267"/>
                  </a:cubicBezTo>
                  <a:cubicBezTo>
                    <a:pt x="36" y="252"/>
                    <a:pt x="36" y="252"/>
                    <a:pt x="36" y="252"/>
                  </a:cubicBezTo>
                  <a:cubicBezTo>
                    <a:pt x="28" y="230"/>
                    <a:pt x="26" y="205"/>
                    <a:pt x="29" y="181"/>
                  </a:cubicBezTo>
                  <a:cubicBezTo>
                    <a:pt x="0" y="172"/>
                    <a:pt x="0" y="172"/>
                    <a:pt x="0" y="172"/>
                  </a:cubicBezTo>
                  <a:cubicBezTo>
                    <a:pt x="18" y="112"/>
                    <a:pt x="18" y="112"/>
                    <a:pt x="18" y="112"/>
                  </a:cubicBezTo>
                  <a:cubicBezTo>
                    <a:pt x="47" y="120"/>
                    <a:pt x="47" y="120"/>
                    <a:pt x="47" y="120"/>
                  </a:cubicBezTo>
                  <a:cubicBezTo>
                    <a:pt x="58" y="99"/>
                    <a:pt x="74" y="80"/>
                    <a:pt x="93" y="6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4" name="Freeform 118"/>
            <p:cNvSpPr>
              <a:spLocks noEditPoints="1"/>
            </p:cNvSpPr>
            <p:nvPr/>
          </p:nvSpPr>
          <p:spPr bwMode="auto">
            <a:xfrm>
              <a:off x="1652588" y="3573462"/>
              <a:ext cx="588963" cy="588963"/>
            </a:xfrm>
            <a:custGeom>
              <a:avLst/>
              <a:gdLst>
                <a:gd name="T0" fmla="*/ 242 w 275"/>
                <a:gd name="T1" fmla="*/ 193 h 275"/>
                <a:gd name="T2" fmla="*/ 257 w 275"/>
                <a:gd name="T3" fmla="*/ 206 h 275"/>
                <a:gd name="T4" fmla="*/ 225 w 275"/>
                <a:gd name="T5" fmla="*/ 245 h 275"/>
                <a:gd name="T6" fmla="*/ 209 w 275"/>
                <a:gd name="T7" fmla="*/ 231 h 275"/>
                <a:gd name="T8" fmla="*/ 172 w 275"/>
                <a:gd name="T9" fmla="*/ 251 h 275"/>
                <a:gd name="T10" fmla="*/ 174 w 275"/>
                <a:gd name="T11" fmla="*/ 271 h 275"/>
                <a:gd name="T12" fmla="*/ 137 w 275"/>
                <a:gd name="T13" fmla="*/ 274 h 275"/>
                <a:gd name="T14" fmla="*/ 137 w 275"/>
                <a:gd name="T15" fmla="*/ 217 h 275"/>
                <a:gd name="T16" fmla="*/ 198 w 275"/>
                <a:gd name="T17" fmla="*/ 189 h 275"/>
                <a:gd name="T18" fmla="*/ 188 w 275"/>
                <a:gd name="T19" fmla="*/ 77 h 275"/>
                <a:gd name="T20" fmla="*/ 188 w 275"/>
                <a:gd name="T21" fmla="*/ 77 h 275"/>
                <a:gd name="T22" fmla="*/ 160 w 275"/>
                <a:gd name="T23" fmla="*/ 62 h 275"/>
                <a:gd name="T24" fmla="*/ 137 w 275"/>
                <a:gd name="T25" fmla="*/ 59 h 275"/>
                <a:gd name="T26" fmla="*/ 137 w 275"/>
                <a:gd name="T27" fmla="*/ 2 h 275"/>
                <a:gd name="T28" fmla="*/ 151 w 275"/>
                <a:gd name="T29" fmla="*/ 0 h 275"/>
                <a:gd name="T30" fmla="*/ 152 w 275"/>
                <a:gd name="T31" fmla="*/ 21 h 275"/>
                <a:gd name="T32" fmla="*/ 192 w 275"/>
                <a:gd name="T33" fmla="*/ 33 h 275"/>
                <a:gd name="T34" fmla="*/ 205 w 275"/>
                <a:gd name="T35" fmla="*/ 18 h 275"/>
                <a:gd name="T36" fmla="*/ 244 w 275"/>
                <a:gd name="T37" fmla="*/ 50 h 275"/>
                <a:gd name="T38" fmla="*/ 231 w 275"/>
                <a:gd name="T39" fmla="*/ 66 h 275"/>
                <a:gd name="T40" fmla="*/ 250 w 275"/>
                <a:gd name="T41" fmla="*/ 103 h 275"/>
                <a:gd name="T42" fmla="*/ 270 w 275"/>
                <a:gd name="T43" fmla="*/ 101 h 275"/>
                <a:gd name="T44" fmla="*/ 275 w 275"/>
                <a:gd name="T45" fmla="*/ 151 h 275"/>
                <a:gd name="T46" fmla="*/ 254 w 275"/>
                <a:gd name="T47" fmla="*/ 153 h 275"/>
                <a:gd name="T48" fmla="*/ 242 w 275"/>
                <a:gd name="T49" fmla="*/ 193 h 275"/>
                <a:gd name="T50" fmla="*/ 137 w 275"/>
                <a:gd name="T51" fmla="*/ 274 h 275"/>
                <a:gd name="T52" fmla="*/ 124 w 275"/>
                <a:gd name="T53" fmla="*/ 275 h 275"/>
                <a:gd name="T54" fmla="*/ 122 w 275"/>
                <a:gd name="T55" fmla="*/ 255 h 275"/>
                <a:gd name="T56" fmla="*/ 82 w 275"/>
                <a:gd name="T57" fmla="*/ 242 h 275"/>
                <a:gd name="T58" fmla="*/ 69 w 275"/>
                <a:gd name="T59" fmla="*/ 258 h 275"/>
                <a:gd name="T60" fmla="*/ 30 w 275"/>
                <a:gd name="T61" fmla="*/ 226 h 275"/>
                <a:gd name="T62" fmla="*/ 44 w 275"/>
                <a:gd name="T63" fmla="*/ 210 h 275"/>
                <a:gd name="T64" fmla="*/ 24 w 275"/>
                <a:gd name="T65" fmla="*/ 173 h 275"/>
                <a:gd name="T66" fmla="*/ 4 w 275"/>
                <a:gd name="T67" fmla="*/ 175 h 275"/>
                <a:gd name="T68" fmla="*/ 0 w 275"/>
                <a:gd name="T69" fmla="*/ 124 h 275"/>
                <a:gd name="T70" fmla="*/ 20 w 275"/>
                <a:gd name="T71" fmla="*/ 123 h 275"/>
                <a:gd name="T72" fmla="*/ 33 w 275"/>
                <a:gd name="T73" fmla="*/ 83 h 275"/>
                <a:gd name="T74" fmla="*/ 17 w 275"/>
                <a:gd name="T75" fmla="*/ 70 h 275"/>
                <a:gd name="T76" fmla="*/ 49 w 275"/>
                <a:gd name="T77" fmla="*/ 31 h 275"/>
                <a:gd name="T78" fmla="*/ 65 w 275"/>
                <a:gd name="T79" fmla="*/ 44 h 275"/>
                <a:gd name="T80" fmla="*/ 102 w 275"/>
                <a:gd name="T81" fmla="*/ 25 h 275"/>
                <a:gd name="T82" fmla="*/ 100 w 275"/>
                <a:gd name="T83" fmla="*/ 5 h 275"/>
                <a:gd name="T84" fmla="*/ 137 w 275"/>
                <a:gd name="T85" fmla="*/ 2 h 275"/>
                <a:gd name="T86" fmla="*/ 137 w 275"/>
                <a:gd name="T87" fmla="*/ 59 h 275"/>
                <a:gd name="T88" fmla="*/ 77 w 275"/>
                <a:gd name="T89" fmla="*/ 87 h 275"/>
                <a:gd name="T90" fmla="*/ 86 w 275"/>
                <a:gd name="T91" fmla="*/ 198 h 275"/>
                <a:gd name="T92" fmla="*/ 114 w 275"/>
                <a:gd name="T93" fmla="*/ 214 h 275"/>
                <a:gd name="T94" fmla="*/ 137 w 275"/>
                <a:gd name="T95" fmla="*/ 217 h 275"/>
                <a:gd name="T96" fmla="*/ 137 w 275"/>
                <a:gd name="T97" fmla="*/ 274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275">
                  <a:moveTo>
                    <a:pt x="242" y="193"/>
                  </a:moveTo>
                  <a:cubicBezTo>
                    <a:pt x="257" y="206"/>
                    <a:pt x="257" y="206"/>
                    <a:pt x="257" y="206"/>
                  </a:cubicBezTo>
                  <a:cubicBezTo>
                    <a:pt x="225" y="245"/>
                    <a:pt x="225" y="245"/>
                    <a:pt x="225" y="245"/>
                  </a:cubicBezTo>
                  <a:cubicBezTo>
                    <a:pt x="209" y="231"/>
                    <a:pt x="209" y="231"/>
                    <a:pt x="209" y="231"/>
                  </a:cubicBezTo>
                  <a:cubicBezTo>
                    <a:pt x="198" y="240"/>
                    <a:pt x="186" y="246"/>
                    <a:pt x="172" y="251"/>
                  </a:cubicBezTo>
                  <a:cubicBezTo>
                    <a:pt x="174" y="271"/>
                    <a:pt x="174" y="271"/>
                    <a:pt x="174" y="271"/>
                  </a:cubicBezTo>
                  <a:cubicBezTo>
                    <a:pt x="137" y="274"/>
                    <a:pt x="137" y="274"/>
                    <a:pt x="137" y="274"/>
                  </a:cubicBezTo>
                  <a:cubicBezTo>
                    <a:pt x="137" y="217"/>
                    <a:pt x="137" y="217"/>
                    <a:pt x="137" y="217"/>
                  </a:cubicBezTo>
                  <a:cubicBezTo>
                    <a:pt x="160" y="217"/>
                    <a:pt x="182" y="207"/>
                    <a:pt x="198" y="189"/>
                  </a:cubicBezTo>
                  <a:cubicBezTo>
                    <a:pt x="226" y="155"/>
                    <a:pt x="221" y="105"/>
                    <a:pt x="188" y="77"/>
                  </a:cubicBezTo>
                  <a:cubicBezTo>
                    <a:pt x="188" y="77"/>
                    <a:pt x="188" y="77"/>
                    <a:pt x="188" y="77"/>
                  </a:cubicBezTo>
                  <a:cubicBezTo>
                    <a:pt x="180" y="70"/>
                    <a:pt x="170" y="65"/>
                    <a:pt x="160" y="62"/>
                  </a:cubicBezTo>
                  <a:cubicBezTo>
                    <a:pt x="153" y="60"/>
                    <a:pt x="145" y="59"/>
                    <a:pt x="137" y="59"/>
                  </a:cubicBezTo>
                  <a:cubicBezTo>
                    <a:pt x="137" y="2"/>
                    <a:pt x="137" y="2"/>
                    <a:pt x="137" y="2"/>
                  </a:cubicBezTo>
                  <a:cubicBezTo>
                    <a:pt x="151" y="0"/>
                    <a:pt x="151" y="0"/>
                    <a:pt x="151" y="0"/>
                  </a:cubicBezTo>
                  <a:cubicBezTo>
                    <a:pt x="152" y="21"/>
                    <a:pt x="152" y="21"/>
                    <a:pt x="152" y="21"/>
                  </a:cubicBezTo>
                  <a:cubicBezTo>
                    <a:pt x="166" y="23"/>
                    <a:pt x="180" y="27"/>
                    <a:pt x="192" y="33"/>
                  </a:cubicBezTo>
                  <a:cubicBezTo>
                    <a:pt x="205" y="18"/>
                    <a:pt x="205" y="18"/>
                    <a:pt x="205" y="18"/>
                  </a:cubicBezTo>
                  <a:cubicBezTo>
                    <a:pt x="244" y="50"/>
                    <a:pt x="244" y="50"/>
                    <a:pt x="244" y="50"/>
                  </a:cubicBezTo>
                  <a:cubicBezTo>
                    <a:pt x="231" y="66"/>
                    <a:pt x="231" y="66"/>
                    <a:pt x="231" y="66"/>
                  </a:cubicBezTo>
                  <a:cubicBezTo>
                    <a:pt x="239" y="77"/>
                    <a:pt x="246" y="89"/>
                    <a:pt x="250" y="103"/>
                  </a:cubicBezTo>
                  <a:cubicBezTo>
                    <a:pt x="270" y="101"/>
                    <a:pt x="270" y="101"/>
                    <a:pt x="270" y="101"/>
                  </a:cubicBezTo>
                  <a:cubicBezTo>
                    <a:pt x="275" y="151"/>
                    <a:pt x="275" y="151"/>
                    <a:pt x="275" y="151"/>
                  </a:cubicBezTo>
                  <a:cubicBezTo>
                    <a:pt x="254" y="153"/>
                    <a:pt x="254" y="153"/>
                    <a:pt x="254" y="153"/>
                  </a:cubicBezTo>
                  <a:cubicBezTo>
                    <a:pt x="252" y="167"/>
                    <a:pt x="248" y="180"/>
                    <a:pt x="242" y="193"/>
                  </a:cubicBezTo>
                  <a:close/>
                  <a:moveTo>
                    <a:pt x="137" y="274"/>
                  </a:moveTo>
                  <a:cubicBezTo>
                    <a:pt x="124" y="275"/>
                    <a:pt x="124" y="275"/>
                    <a:pt x="124" y="275"/>
                  </a:cubicBezTo>
                  <a:cubicBezTo>
                    <a:pt x="122" y="255"/>
                    <a:pt x="122" y="255"/>
                    <a:pt x="122" y="255"/>
                  </a:cubicBezTo>
                  <a:cubicBezTo>
                    <a:pt x="108" y="253"/>
                    <a:pt x="95" y="249"/>
                    <a:pt x="82" y="242"/>
                  </a:cubicBezTo>
                  <a:cubicBezTo>
                    <a:pt x="69" y="258"/>
                    <a:pt x="69" y="258"/>
                    <a:pt x="69" y="258"/>
                  </a:cubicBezTo>
                  <a:cubicBezTo>
                    <a:pt x="30" y="226"/>
                    <a:pt x="30" y="226"/>
                    <a:pt x="30" y="226"/>
                  </a:cubicBezTo>
                  <a:cubicBezTo>
                    <a:pt x="44" y="210"/>
                    <a:pt x="44" y="210"/>
                    <a:pt x="44" y="210"/>
                  </a:cubicBezTo>
                  <a:cubicBezTo>
                    <a:pt x="35" y="199"/>
                    <a:pt x="29" y="186"/>
                    <a:pt x="24" y="173"/>
                  </a:cubicBezTo>
                  <a:cubicBezTo>
                    <a:pt x="4" y="175"/>
                    <a:pt x="4" y="175"/>
                    <a:pt x="4" y="175"/>
                  </a:cubicBezTo>
                  <a:cubicBezTo>
                    <a:pt x="0" y="124"/>
                    <a:pt x="0" y="124"/>
                    <a:pt x="0" y="124"/>
                  </a:cubicBezTo>
                  <a:cubicBezTo>
                    <a:pt x="20" y="123"/>
                    <a:pt x="20" y="123"/>
                    <a:pt x="20" y="123"/>
                  </a:cubicBezTo>
                  <a:cubicBezTo>
                    <a:pt x="22" y="109"/>
                    <a:pt x="26" y="96"/>
                    <a:pt x="33" y="83"/>
                  </a:cubicBezTo>
                  <a:cubicBezTo>
                    <a:pt x="17" y="70"/>
                    <a:pt x="17" y="70"/>
                    <a:pt x="17" y="70"/>
                  </a:cubicBezTo>
                  <a:cubicBezTo>
                    <a:pt x="49" y="31"/>
                    <a:pt x="49" y="31"/>
                    <a:pt x="49" y="31"/>
                  </a:cubicBezTo>
                  <a:cubicBezTo>
                    <a:pt x="65" y="44"/>
                    <a:pt x="65" y="44"/>
                    <a:pt x="65" y="44"/>
                  </a:cubicBezTo>
                  <a:cubicBezTo>
                    <a:pt x="76" y="36"/>
                    <a:pt x="89" y="29"/>
                    <a:pt x="102" y="25"/>
                  </a:cubicBezTo>
                  <a:cubicBezTo>
                    <a:pt x="100" y="5"/>
                    <a:pt x="100" y="5"/>
                    <a:pt x="100" y="5"/>
                  </a:cubicBezTo>
                  <a:cubicBezTo>
                    <a:pt x="137" y="2"/>
                    <a:pt x="137" y="2"/>
                    <a:pt x="137" y="2"/>
                  </a:cubicBezTo>
                  <a:cubicBezTo>
                    <a:pt x="137" y="59"/>
                    <a:pt x="137" y="59"/>
                    <a:pt x="137" y="59"/>
                  </a:cubicBezTo>
                  <a:cubicBezTo>
                    <a:pt x="114" y="59"/>
                    <a:pt x="92" y="69"/>
                    <a:pt x="77" y="87"/>
                  </a:cubicBezTo>
                  <a:cubicBezTo>
                    <a:pt x="48" y="120"/>
                    <a:pt x="53" y="170"/>
                    <a:pt x="86" y="198"/>
                  </a:cubicBezTo>
                  <a:cubicBezTo>
                    <a:pt x="95" y="205"/>
                    <a:pt x="104" y="210"/>
                    <a:pt x="114" y="214"/>
                  </a:cubicBezTo>
                  <a:cubicBezTo>
                    <a:pt x="122" y="216"/>
                    <a:pt x="129" y="217"/>
                    <a:pt x="137" y="217"/>
                  </a:cubicBezTo>
                  <a:lnTo>
                    <a:pt x="137" y="27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5" name="Oval 119"/>
            <p:cNvSpPr>
              <a:spLocks noChangeArrowheads="1"/>
            </p:cNvSpPr>
            <p:nvPr/>
          </p:nvSpPr>
          <p:spPr bwMode="auto">
            <a:xfrm>
              <a:off x="2851150" y="3830637"/>
              <a:ext cx="346075" cy="347663"/>
            </a:xfrm>
            <a:prstGeom prst="ellipse">
              <a:avLst/>
            </a:prstGeom>
            <a:solidFill>
              <a:srgbClr val="FFFFFF"/>
            </a:solidFill>
            <a:ln w="4763"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6" name="Freeform 120"/>
            <p:cNvSpPr>
              <a:spLocks noEditPoints="1"/>
            </p:cNvSpPr>
            <p:nvPr/>
          </p:nvSpPr>
          <p:spPr bwMode="auto">
            <a:xfrm>
              <a:off x="2832100" y="3811587"/>
              <a:ext cx="384175" cy="385763"/>
            </a:xfrm>
            <a:custGeom>
              <a:avLst/>
              <a:gdLst>
                <a:gd name="T0" fmla="*/ 89 w 179"/>
                <a:gd name="T1" fmla="*/ 17 h 180"/>
                <a:gd name="T2" fmla="*/ 162 w 179"/>
                <a:gd name="T3" fmla="*/ 90 h 180"/>
                <a:gd name="T4" fmla="*/ 89 w 179"/>
                <a:gd name="T5" fmla="*/ 163 h 180"/>
                <a:gd name="T6" fmla="*/ 89 w 179"/>
                <a:gd name="T7" fmla="*/ 180 h 180"/>
                <a:gd name="T8" fmla="*/ 179 w 179"/>
                <a:gd name="T9" fmla="*/ 90 h 180"/>
                <a:gd name="T10" fmla="*/ 89 w 179"/>
                <a:gd name="T11" fmla="*/ 0 h 180"/>
                <a:gd name="T12" fmla="*/ 89 w 179"/>
                <a:gd name="T13" fmla="*/ 17 h 180"/>
                <a:gd name="T14" fmla="*/ 89 w 179"/>
                <a:gd name="T15" fmla="*/ 17 h 180"/>
                <a:gd name="T16" fmla="*/ 89 w 179"/>
                <a:gd name="T17" fmla="*/ 17 h 180"/>
                <a:gd name="T18" fmla="*/ 89 w 179"/>
                <a:gd name="T19" fmla="*/ 0 h 180"/>
                <a:gd name="T20" fmla="*/ 89 w 179"/>
                <a:gd name="T21" fmla="*/ 0 h 180"/>
                <a:gd name="T22" fmla="*/ 0 w 179"/>
                <a:gd name="T23" fmla="*/ 90 h 180"/>
                <a:gd name="T24" fmla="*/ 89 w 179"/>
                <a:gd name="T25" fmla="*/ 180 h 180"/>
                <a:gd name="T26" fmla="*/ 89 w 179"/>
                <a:gd name="T27" fmla="*/ 180 h 180"/>
                <a:gd name="T28" fmla="*/ 89 w 179"/>
                <a:gd name="T29" fmla="*/ 163 h 180"/>
                <a:gd name="T30" fmla="*/ 89 w 179"/>
                <a:gd name="T31" fmla="*/ 163 h 180"/>
                <a:gd name="T32" fmla="*/ 16 w 179"/>
                <a:gd name="T33" fmla="*/ 90 h 180"/>
                <a:gd name="T34" fmla="*/ 89 w 179"/>
                <a:gd name="T35" fmla="*/ 1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9" h="180">
                  <a:moveTo>
                    <a:pt x="89" y="17"/>
                  </a:moveTo>
                  <a:cubicBezTo>
                    <a:pt x="130" y="17"/>
                    <a:pt x="162" y="49"/>
                    <a:pt x="162" y="90"/>
                  </a:cubicBezTo>
                  <a:cubicBezTo>
                    <a:pt x="162" y="130"/>
                    <a:pt x="130" y="163"/>
                    <a:pt x="89" y="163"/>
                  </a:cubicBezTo>
                  <a:cubicBezTo>
                    <a:pt x="89" y="180"/>
                    <a:pt x="89" y="180"/>
                    <a:pt x="89" y="180"/>
                  </a:cubicBezTo>
                  <a:cubicBezTo>
                    <a:pt x="139" y="180"/>
                    <a:pt x="179" y="139"/>
                    <a:pt x="179" y="90"/>
                  </a:cubicBezTo>
                  <a:cubicBezTo>
                    <a:pt x="179" y="40"/>
                    <a:pt x="139" y="0"/>
                    <a:pt x="89" y="0"/>
                  </a:cubicBezTo>
                  <a:lnTo>
                    <a:pt x="89" y="17"/>
                  </a:lnTo>
                  <a:close/>
                  <a:moveTo>
                    <a:pt x="89" y="17"/>
                  </a:moveTo>
                  <a:cubicBezTo>
                    <a:pt x="89" y="17"/>
                    <a:pt x="89" y="17"/>
                    <a:pt x="89" y="17"/>
                  </a:cubicBezTo>
                  <a:cubicBezTo>
                    <a:pt x="89" y="0"/>
                    <a:pt x="89" y="0"/>
                    <a:pt x="89" y="0"/>
                  </a:cubicBezTo>
                  <a:cubicBezTo>
                    <a:pt x="89" y="0"/>
                    <a:pt x="89" y="0"/>
                    <a:pt x="89" y="0"/>
                  </a:cubicBezTo>
                  <a:cubicBezTo>
                    <a:pt x="40" y="0"/>
                    <a:pt x="0" y="40"/>
                    <a:pt x="0" y="90"/>
                  </a:cubicBezTo>
                  <a:cubicBezTo>
                    <a:pt x="0" y="139"/>
                    <a:pt x="40" y="180"/>
                    <a:pt x="89" y="180"/>
                  </a:cubicBezTo>
                  <a:cubicBezTo>
                    <a:pt x="89" y="180"/>
                    <a:pt x="89" y="180"/>
                    <a:pt x="89" y="180"/>
                  </a:cubicBezTo>
                  <a:cubicBezTo>
                    <a:pt x="89" y="163"/>
                    <a:pt x="89" y="163"/>
                    <a:pt x="89" y="163"/>
                  </a:cubicBezTo>
                  <a:cubicBezTo>
                    <a:pt x="89" y="163"/>
                    <a:pt x="89" y="163"/>
                    <a:pt x="89" y="163"/>
                  </a:cubicBezTo>
                  <a:cubicBezTo>
                    <a:pt x="49" y="163"/>
                    <a:pt x="16" y="130"/>
                    <a:pt x="16" y="90"/>
                  </a:cubicBezTo>
                  <a:cubicBezTo>
                    <a:pt x="16" y="49"/>
                    <a:pt x="49" y="17"/>
                    <a:pt x="89" y="17"/>
                  </a:cubicBezTo>
                  <a:close/>
                </a:path>
              </a:pathLst>
            </a:cu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7" name="Freeform 121"/>
            <p:cNvSpPr>
              <a:spLocks/>
            </p:cNvSpPr>
            <p:nvPr/>
          </p:nvSpPr>
          <p:spPr bwMode="auto">
            <a:xfrm>
              <a:off x="3014663" y="3890962"/>
              <a:ext cx="19050" cy="112713"/>
            </a:xfrm>
            <a:custGeom>
              <a:avLst/>
              <a:gdLst>
                <a:gd name="T0" fmla="*/ 4 w 9"/>
                <a:gd name="T1" fmla="*/ 0 h 53"/>
                <a:gd name="T2" fmla="*/ 4 w 9"/>
                <a:gd name="T3" fmla="*/ 0 h 53"/>
                <a:gd name="T4" fmla="*/ 9 w 9"/>
                <a:gd name="T5" fmla="*/ 4 h 53"/>
                <a:gd name="T6" fmla="*/ 9 w 9"/>
                <a:gd name="T7" fmla="*/ 49 h 53"/>
                <a:gd name="T8" fmla="*/ 4 w 9"/>
                <a:gd name="T9" fmla="*/ 53 h 53"/>
                <a:gd name="T10" fmla="*/ 4 w 9"/>
                <a:gd name="T11" fmla="*/ 53 h 53"/>
                <a:gd name="T12" fmla="*/ 0 w 9"/>
                <a:gd name="T13" fmla="*/ 49 h 53"/>
                <a:gd name="T14" fmla="*/ 0 w 9"/>
                <a:gd name="T15" fmla="*/ 4 h 53"/>
                <a:gd name="T16" fmla="*/ 4 w 9"/>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3">
                  <a:moveTo>
                    <a:pt x="4" y="0"/>
                  </a:moveTo>
                  <a:cubicBezTo>
                    <a:pt x="4" y="0"/>
                    <a:pt x="4" y="0"/>
                    <a:pt x="4" y="0"/>
                  </a:cubicBezTo>
                  <a:cubicBezTo>
                    <a:pt x="7" y="0"/>
                    <a:pt x="9" y="1"/>
                    <a:pt x="9" y="4"/>
                  </a:cubicBezTo>
                  <a:cubicBezTo>
                    <a:pt x="9" y="49"/>
                    <a:pt x="9" y="49"/>
                    <a:pt x="9" y="49"/>
                  </a:cubicBezTo>
                  <a:cubicBezTo>
                    <a:pt x="9" y="51"/>
                    <a:pt x="7" y="53"/>
                    <a:pt x="4" y="53"/>
                  </a:cubicBezTo>
                  <a:cubicBezTo>
                    <a:pt x="4" y="53"/>
                    <a:pt x="4" y="53"/>
                    <a:pt x="4" y="53"/>
                  </a:cubicBezTo>
                  <a:cubicBezTo>
                    <a:pt x="2" y="53"/>
                    <a:pt x="0" y="51"/>
                    <a:pt x="0" y="49"/>
                  </a:cubicBezTo>
                  <a:cubicBezTo>
                    <a:pt x="0" y="4"/>
                    <a:pt x="0" y="4"/>
                    <a:pt x="0" y="4"/>
                  </a:cubicBezTo>
                  <a:cubicBezTo>
                    <a:pt x="0" y="1"/>
                    <a:pt x="2" y="0"/>
                    <a:pt x="4" y="0"/>
                  </a:cubicBezTo>
                  <a:close/>
                </a:path>
              </a:pathLst>
            </a:cu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8" name="Freeform 122"/>
            <p:cNvSpPr>
              <a:spLocks/>
            </p:cNvSpPr>
            <p:nvPr/>
          </p:nvSpPr>
          <p:spPr bwMode="auto">
            <a:xfrm>
              <a:off x="2947988" y="3935412"/>
              <a:ext cx="79375" cy="73025"/>
            </a:xfrm>
            <a:custGeom>
              <a:avLst/>
              <a:gdLst>
                <a:gd name="T0" fmla="*/ 2 w 37"/>
                <a:gd name="T1" fmla="*/ 2 h 34"/>
                <a:gd name="T2" fmla="*/ 2 w 37"/>
                <a:gd name="T3" fmla="*/ 2 h 34"/>
                <a:gd name="T4" fmla="*/ 8 w 37"/>
                <a:gd name="T5" fmla="*/ 2 h 34"/>
                <a:gd name="T6" fmla="*/ 35 w 37"/>
                <a:gd name="T7" fmla="*/ 26 h 34"/>
                <a:gd name="T8" fmla="*/ 35 w 37"/>
                <a:gd name="T9" fmla="*/ 32 h 34"/>
                <a:gd name="T10" fmla="*/ 35 w 37"/>
                <a:gd name="T11" fmla="*/ 32 h 34"/>
                <a:gd name="T12" fmla="*/ 29 w 37"/>
                <a:gd name="T13" fmla="*/ 32 h 34"/>
                <a:gd name="T14" fmla="*/ 2 w 37"/>
                <a:gd name="T15" fmla="*/ 8 h 34"/>
                <a:gd name="T16" fmla="*/ 2 w 37"/>
                <a:gd name="T17"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4">
                  <a:moveTo>
                    <a:pt x="2" y="2"/>
                  </a:moveTo>
                  <a:cubicBezTo>
                    <a:pt x="2" y="2"/>
                    <a:pt x="2" y="2"/>
                    <a:pt x="2" y="2"/>
                  </a:cubicBezTo>
                  <a:cubicBezTo>
                    <a:pt x="3" y="0"/>
                    <a:pt x="6" y="0"/>
                    <a:pt x="8" y="2"/>
                  </a:cubicBezTo>
                  <a:cubicBezTo>
                    <a:pt x="35" y="26"/>
                    <a:pt x="35" y="26"/>
                    <a:pt x="35" y="26"/>
                  </a:cubicBezTo>
                  <a:cubicBezTo>
                    <a:pt x="37" y="27"/>
                    <a:pt x="37" y="30"/>
                    <a:pt x="35" y="32"/>
                  </a:cubicBezTo>
                  <a:cubicBezTo>
                    <a:pt x="35" y="32"/>
                    <a:pt x="35" y="32"/>
                    <a:pt x="35" y="32"/>
                  </a:cubicBezTo>
                  <a:cubicBezTo>
                    <a:pt x="34" y="34"/>
                    <a:pt x="31" y="34"/>
                    <a:pt x="29" y="32"/>
                  </a:cubicBezTo>
                  <a:cubicBezTo>
                    <a:pt x="2" y="8"/>
                    <a:pt x="2" y="8"/>
                    <a:pt x="2" y="8"/>
                  </a:cubicBezTo>
                  <a:cubicBezTo>
                    <a:pt x="0" y="6"/>
                    <a:pt x="0" y="4"/>
                    <a:pt x="2" y="2"/>
                  </a:cubicBezTo>
                  <a:close/>
                </a:path>
              </a:pathLst>
            </a:cu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9" name="Oval 123"/>
            <p:cNvSpPr>
              <a:spLocks noChangeArrowheads="1"/>
            </p:cNvSpPr>
            <p:nvPr/>
          </p:nvSpPr>
          <p:spPr bwMode="auto">
            <a:xfrm>
              <a:off x="3014663" y="3860800"/>
              <a:ext cx="19050" cy="19050"/>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0" name="Oval 124"/>
            <p:cNvSpPr>
              <a:spLocks noChangeArrowheads="1"/>
            </p:cNvSpPr>
            <p:nvPr/>
          </p:nvSpPr>
          <p:spPr bwMode="auto">
            <a:xfrm>
              <a:off x="3151188" y="3997325"/>
              <a:ext cx="22225" cy="19050"/>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1" name="Oval 125"/>
            <p:cNvSpPr>
              <a:spLocks noChangeArrowheads="1"/>
            </p:cNvSpPr>
            <p:nvPr/>
          </p:nvSpPr>
          <p:spPr bwMode="auto">
            <a:xfrm>
              <a:off x="3014663" y="4137025"/>
              <a:ext cx="20638" cy="19050"/>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2" name="Oval 126"/>
            <p:cNvSpPr>
              <a:spLocks noChangeArrowheads="1"/>
            </p:cNvSpPr>
            <p:nvPr/>
          </p:nvSpPr>
          <p:spPr bwMode="auto">
            <a:xfrm>
              <a:off x="2878138" y="4000500"/>
              <a:ext cx="19050" cy="19050"/>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3" name="Oval 127"/>
            <p:cNvSpPr>
              <a:spLocks noChangeArrowheads="1"/>
            </p:cNvSpPr>
            <p:nvPr/>
          </p:nvSpPr>
          <p:spPr bwMode="auto">
            <a:xfrm>
              <a:off x="3001963" y="3979862"/>
              <a:ext cx="44450" cy="47625"/>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4" name="Freeform 128"/>
            <p:cNvSpPr>
              <a:spLocks/>
            </p:cNvSpPr>
            <p:nvPr/>
          </p:nvSpPr>
          <p:spPr bwMode="auto">
            <a:xfrm>
              <a:off x="2716213" y="2476500"/>
              <a:ext cx="576263" cy="400050"/>
            </a:xfrm>
            <a:custGeom>
              <a:avLst/>
              <a:gdLst>
                <a:gd name="T0" fmla="*/ 213 w 269"/>
                <a:gd name="T1" fmla="*/ 68 h 187"/>
                <a:gd name="T2" fmla="*/ 269 w 269"/>
                <a:gd name="T3" fmla="*/ 127 h 187"/>
                <a:gd name="T4" fmla="*/ 269 w 269"/>
                <a:gd name="T5" fmla="*/ 127 h 187"/>
                <a:gd name="T6" fmla="*/ 211 w 269"/>
                <a:gd name="T7" fmla="*/ 187 h 187"/>
                <a:gd name="T8" fmla="*/ 63 w 269"/>
                <a:gd name="T9" fmla="*/ 187 h 187"/>
                <a:gd name="T10" fmla="*/ 0 w 269"/>
                <a:gd name="T11" fmla="*/ 127 h 187"/>
                <a:gd name="T12" fmla="*/ 0 w 269"/>
                <a:gd name="T13" fmla="*/ 127 h 187"/>
                <a:gd name="T14" fmla="*/ 55 w 269"/>
                <a:gd name="T15" fmla="*/ 68 h 187"/>
                <a:gd name="T16" fmla="*/ 55 w 269"/>
                <a:gd name="T17" fmla="*/ 66 h 187"/>
                <a:gd name="T18" fmla="*/ 134 w 269"/>
                <a:gd name="T19" fmla="*/ 0 h 187"/>
                <a:gd name="T20" fmla="*/ 213 w 269"/>
                <a:gd name="T21" fmla="*/ 66 h 187"/>
                <a:gd name="T22" fmla="*/ 213 w 269"/>
                <a:gd name="T23" fmla="*/ 6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87">
                  <a:moveTo>
                    <a:pt x="213" y="68"/>
                  </a:moveTo>
                  <a:cubicBezTo>
                    <a:pt x="245" y="75"/>
                    <a:pt x="269" y="99"/>
                    <a:pt x="269" y="127"/>
                  </a:cubicBezTo>
                  <a:cubicBezTo>
                    <a:pt x="269" y="127"/>
                    <a:pt x="269" y="127"/>
                    <a:pt x="269" y="127"/>
                  </a:cubicBezTo>
                  <a:cubicBezTo>
                    <a:pt x="269" y="157"/>
                    <a:pt x="244" y="187"/>
                    <a:pt x="211" y="187"/>
                  </a:cubicBezTo>
                  <a:cubicBezTo>
                    <a:pt x="63" y="187"/>
                    <a:pt x="63" y="187"/>
                    <a:pt x="63" y="187"/>
                  </a:cubicBezTo>
                  <a:cubicBezTo>
                    <a:pt x="27" y="187"/>
                    <a:pt x="0" y="158"/>
                    <a:pt x="0" y="127"/>
                  </a:cubicBezTo>
                  <a:cubicBezTo>
                    <a:pt x="0" y="127"/>
                    <a:pt x="0" y="127"/>
                    <a:pt x="0" y="127"/>
                  </a:cubicBezTo>
                  <a:cubicBezTo>
                    <a:pt x="0" y="99"/>
                    <a:pt x="23" y="75"/>
                    <a:pt x="55" y="68"/>
                  </a:cubicBezTo>
                  <a:cubicBezTo>
                    <a:pt x="55" y="68"/>
                    <a:pt x="55" y="67"/>
                    <a:pt x="55" y="66"/>
                  </a:cubicBezTo>
                  <a:cubicBezTo>
                    <a:pt x="55" y="30"/>
                    <a:pt x="91" y="0"/>
                    <a:pt x="134" y="0"/>
                  </a:cubicBezTo>
                  <a:cubicBezTo>
                    <a:pt x="178" y="0"/>
                    <a:pt x="213" y="30"/>
                    <a:pt x="213" y="66"/>
                  </a:cubicBezTo>
                  <a:cubicBezTo>
                    <a:pt x="213" y="67"/>
                    <a:pt x="213" y="68"/>
                    <a:pt x="213" y="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5" name="Freeform 129"/>
            <p:cNvSpPr>
              <a:spLocks/>
            </p:cNvSpPr>
            <p:nvPr/>
          </p:nvSpPr>
          <p:spPr bwMode="auto">
            <a:xfrm>
              <a:off x="2600325" y="2468562"/>
              <a:ext cx="403225" cy="279400"/>
            </a:xfrm>
            <a:custGeom>
              <a:avLst/>
              <a:gdLst>
                <a:gd name="T0" fmla="*/ 149 w 188"/>
                <a:gd name="T1" fmla="*/ 48 h 131"/>
                <a:gd name="T2" fmla="*/ 188 w 188"/>
                <a:gd name="T3" fmla="*/ 89 h 131"/>
                <a:gd name="T4" fmla="*/ 188 w 188"/>
                <a:gd name="T5" fmla="*/ 89 h 131"/>
                <a:gd name="T6" fmla="*/ 147 w 188"/>
                <a:gd name="T7" fmla="*/ 131 h 131"/>
                <a:gd name="T8" fmla="*/ 44 w 188"/>
                <a:gd name="T9" fmla="*/ 131 h 131"/>
                <a:gd name="T10" fmla="*/ 0 w 188"/>
                <a:gd name="T11" fmla="*/ 89 h 131"/>
                <a:gd name="T12" fmla="*/ 0 w 188"/>
                <a:gd name="T13" fmla="*/ 89 h 131"/>
                <a:gd name="T14" fmla="*/ 39 w 188"/>
                <a:gd name="T15" fmla="*/ 48 h 131"/>
                <a:gd name="T16" fmla="*/ 39 w 188"/>
                <a:gd name="T17" fmla="*/ 47 h 131"/>
                <a:gd name="T18" fmla="*/ 94 w 188"/>
                <a:gd name="T19" fmla="*/ 0 h 131"/>
                <a:gd name="T20" fmla="*/ 149 w 188"/>
                <a:gd name="T21" fmla="*/ 47 h 131"/>
                <a:gd name="T22" fmla="*/ 149 w 188"/>
                <a:gd name="T23" fmla="*/ 4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8" h="131">
                  <a:moveTo>
                    <a:pt x="149" y="48"/>
                  </a:moveTo>
                  <a:cubicBezTo>
                    <a:pt x="171" y="52"/>
                    <a:pt x="188" y="69"/>
                    <a:pt x="188" y="89"/>
                  </a:cubicBezTo>
                  <a:cubicBezTo>
                    <a:pt x="188" y="89"/>
                    <a:pt x="188" y="89"/>
                    <a:pt x="188" y="89"/>
                  </a:cubicBezTo>
                  <a:cubicBezTo>
                    <a:pt x="188" y="110"/>
                    <a:pt x="171" y="131"/>
                    <a:pt x="147" y="131"/>
                  </a:cubicBezTo>
                  <a:cubicBezTo>
                    <a:pt x="44" y="131"/>
                    <a:pt x="44" y="131"/>
                    <a:pt x="44" y="131"/>
                  </a:cubicBezTo>
                  <a:cubicBezTo>
                    <a:pt x="19" y="131"/>
                    <a:pt x="0" y="111"/>
                    <a:pt x="0" y="89"/>
                  </a:cubicBezTo>
                  <a:cubicBezTo>
                    <a:pt x="0" y="89"/>
                    <a:pt x="0" y="89"/>
                    <a:pt x="0" y="89"/>
                  </a:cubicBezTo>
                  <a:cubicBezTo>
                    <a:pt x="0" y="69"/>
                    <a:pt x="17" y="52"/>
                    <a:pt x="39" y="48"/>
                  </a:cubicBezTo>
                  <a:cubicBezTo>
                    <a:pt x="39" y="48"/>
                    <a:pt x="39" y="47"/>
                    <a:pt x="39" y="47"/>
                  </a:cubicBezTo>
                  <a:cubicBezTo>
                    <a:pt x="39" y="21"/>
                    <a:pt x="64" y="0"/>
                    <a:pt x="94" y="0"/>
                  </a:cubicBezTo>
                  <a:cubicBezTo>
                    <a:pt x="125" y="0"/>
                    <a:pt x="149" y="21"/>
                    <a:pt x="149" y="47"/>
                  </a:cubicBezTo>
                  <a:cubicBezTo>
                    <a:pt x="149" y="47"/>
                    <a:pt x="149" y="48"/>
                    <a:pt x="149" y="4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6" name="Freeform 130"/>
            <p:cNvSpPr>
              <a:spLocks noEditPoints="1"/>
            </p:cNvSpPr>
            <p:nvPr/>
          </p:nvSpPr>
          <p:spPr bwMode="auto">
            <a:xfrm>
              <a:off x="1104900" y="3581400"/>
              <a:ext cx="384175" cy="384175"/>
            </a:xfrm>
            <a:custGeom>
              <a:avLst/>
              <a:gdLst>
                <a:gd name="T0" fmla="*/ 90 w 179"/>
                <a:gd name="T1" fmla="*/ 12 h 179"/>
                <a:gd name="T2" fmla="*/ 98 w 179"/>
                <a:gd name="T3" fmla="*/ 13 h 179"/>
                <a:gd name="T4" fmla="*/ 102 w 179"/>
                <a:gd name="T5" fmla="*/ 0 h 179"/>
                <a:gd name="T6" fmla="*/ 129 w 179"/>
                <a:gd name="T7" fmla="*/ 8 h 179"/>
                <a:gd name="T8" fmla="*/ 125 w 179"/>
                <a:gd name="T9" fmla="*/ 21 h 179"/>
                <a:gd name="T10" fmla="*/ 150 w 179"/>
                <a:gd name="T11" fmla="*/ 41 h 179"/>
                <a:gd name="T12" fmla="*/ 162 w 179"/>
                <a:gd name="T13" fmla="*/ 35 h 179"/>
                <a:gd name="T14" fmla="*/ 175 w 179"/>
                <a:gd name="T15" fmla="*/ 60 h 179"/>
                <a:gd name="T16" fmla="*/ 163 w 179"/>
                <a:gd name="T17" fmla="*/ 66 h 179"/>
                <a:gd name="T18" fmla="*/ 167 w 179"/>
                <a:gd name="T19" fmla="*/ 98 h 179"/>
                <a:gd name="T20" fmla="*/ 179 w 179"/>
                <a:gd name="T21" fmla="*/ 102 h 179"/>
                <a:gd name="T22" fmla="*/ 171 w 179"/>
                <a:gd name="T23" fmla="*/ 129 h 179"/>
                <a:gd name="T24" fmla="*/ 158 w 179"/>
                <a:gd name="T25" fmla="*/ 125 h 179"/>
                <a:gd name="T26" fmla="*/ 138 w 179"/>
                <a:gd name="T27" fmla="*/ 150 h 179"/>
                <a:gd name="T28" fmla="*/ 144 w 179"/>
                <a:gd name="T29" fmla="*/ 162 h 179"/>
                <a:gd name="T30" fmla="*/ 119 w 179"/>
                <a:gd name="T31" fmla="*/ 175 h 179"/>
                <a:gd name="T32" fmla="*/ 113 w 179"/>
                <a:gd name="T33" fmla="*/ 163 h 179"/>
                <a:gd name="T34" fmla="*/ 90 w 179"/>
                <a:gd name="T35" fmla="*/ 167 h 179"/>
                <a:gd name="T36" fmla="*/ 90 w 179"/>
                <a:gd name="T37" fmla="*/ 146 h 179"/>
                <a:gd name="T38" fmla="*/ 144 w 179"/>
                <a:gd name="T39" fmla="*/ 106 h 179"/>
                <a:gd name="T40" fmla="*/ 106 w 179"/>
                <a:gd name="T41" fmla="*/ 35 h 179"/>
                <a:gd name="T42" fmla="*/ 90 w 179"/>
                <a:gd name="T43" fmla="*/ 33 h 179"/>
                <a:gd name="T44" fmla="*/ 90 w 179"/>
                <a:gd name="T45" fmla="*/ 12 h 179"/>
                <a:gd name="T46" fmla="*/ 42 w 179"/>
                <a:gd name="T47" fmla="*/ 29 h 179"/>
                <a:gd name="T48" fmla="*/ 35 w 179"/>
                <a:gd name="T49" fmla="*/ 17 h 179"/>
                <a:gd name="T50" fmla="*/ 60 w 179"/>
                <a:gd name="T51" fmla="*/ 4 h 179"/>
                <a:gd name="T52" fmla="*/ 67 w 179"/>
                <a:gd name="T53" fmla="*/ 16 h 179"/>
                <a:gd name="T54" fmla="*/ 90 w 179"/>
                <a:gd name="T55" fmla="*/ 12 h 179"/>
                <a:gd name="T56" fmla="*/ 90 w 179"/>
                <a:gd name="T57" fmla="*/ 33 h 179"/>
                <a:gd name="T58" fmla="*/ 35 w 179"/>
                <a:gd name="T59" fmla="*/ 73 h 179"/>
                <a:gd name="T60" fmla="*/ 73 w 179"/>
                <a:gd name="T61" fmla="*/ 144 h 179"/>
                <a:gd name="T62" fmla="*/ 73 w 179"/>
                <a:gd name="T63" fmla="*/ 144 h 179"/>
                <a:gd name="T64" fmla="*/ 90 w 179"/>
                <a:gd name="T65" fmla="*/ 146 h 179"/>
                <a:gd name="T66" fmla="*/ 90 w 179"/>
                <a:gd name="T67" fmla="*/ 167 h 179"/>
                <a:gd name="T68" fmla="*/ 81 w 179"/>
                <a:gd name="T69" fmla="*/ 166 h 179"/>
                <a:gd name="T70" fmla="*/ 77 w 179"/>
                <a:gd name="T71" fmla="*/ 179 h 179"/>
                <a:gd name="T72" fmla="*/ 50 w 179"/>
                <a:gd name="T73" fmla="*/ 171 h 179"/>
                <a:gd name="T74" fmla="*/ 54 w 179"/>
                <a:gd name="T75" fmla="*/ 158 h 179"/>
                <a:gd name="T76" fmla="*/ 30 w 179"/>
                <a:gd name="T77" fmla="*/ 138 h 179"/>
                <a:gd name="T78" fmla="*/ 18 w 179"/>
                <a:gd name="T79" fmla="*/ 144 h 179"/>
                <a:gd name="T80" fmla="*/ 5 w 179"/>
                <a:gd name="T81" fmla="*/ 119 h 179"/>
                <a:gd name="T82" fmla="*/ 16 w 179"/>
                <a:gd name="T83" fmla="*/ 113 h 179"/>
                <a:gd name="T84" fmla="*/ 13 w 179"/>
                <a:gd name="T85" fmla="*/ 81 h 179"/>
                <a:gd name="T86" fmla="*/ 0 w 179"/>
                <a:gd name="T87" fmla="*/ 77 h 179"/>
                <a:gd name="T88" fmla="*/ 9 w 179"/>
                <a:gd name="T89" fmla="*/ 50 h 179"/>
                <a:gd name="T90" fmla="*/ 21 w 179"/>
                <a:gd name="T91" fmla="*/ 54 h 179"/>
                <a:gd name="T92" fmla="*/ 42 w 179"/>
                <a:gd name="T93" fmla="*/ 2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9" h="179">
                  <a:moveTo>
                    <a:pt x="90" y="12"/>
                  </a:moveTo>
                  <a:cubicBezTo>
                    <a:pt x="93" y="12"/>
                    <a:pt x="96" y="13"/>
                    <a:pt x="98" y="13"/>
                  </a:cubicBezTo>
                  <a:cubicBezTo>
                    <a:pt x="102" y="0"/>
                    <a:pt x="102" y="0"/>
                    <a:pt x="102" y="0"/>
                  </a:cubicBezTo>
                  <a:cubicBezTo>
                    <a:pt x="129" y="8"/>
                    <a:pt x="129" y="8"/>
                    <a:pt x="129" y="8"/>
                  </a:cubicBezTo>
                  <a:cubicBezTo>
                    <a:pt x="125" y="21"/>
                    <a:pt x="125" y="21"/>
                    <a:pt x="125" y="21"/>
                  </a:cubicBezTo>
                  <a:cubicBezTo>
                    <a:pt x="135" y="26"/>
                    <a:pt x="144" y="33"/>
                    <a:pt x="150" y="41"/>
                  </a:cubicBezTo>
                  <a:cubicBezTo>
                    <a:pt x="162" y="35"/>
                    <a:pt x="162" y="35"/>
                    <a:pt x="162" y="35"/>
                  </a:cubicBezTo>
                  <a:cubicBezTo>
                    <a:pt x="175" y="60"/>
                    <a:pt x="175" y="60"/>
                    <a:pt x="175" y="60"/>
                  </a:cubicBezTo>
                  <a:cubicBezTo>
                    <a:pt x="163" y="66"/>
                    <a:pt x="163" y="66"/>
                    <a:pt x="163" y="66"/>
                  </a:cubicBezTo>
                  <a:cubicBezTo>
                    <a:pt x="167" y="76"/>
                    <a:pt x="168" y="87"/>
                    <a:pt x="167" y="98"/>
                  </a:cubicBezTo>
                  <a:cubicBezTo>
                    <a:pt x="179" y="102"/>
                    <a:pt x="179" y="102"/>
                    <a:pt x="179" y="102"/>
                  </a:cubicBezTo>
                  <a:cubicBezTo>
                    <a:pt x="171" y="129"/>
                    <a:pt x="171" y="129"/>
                    <a:pt x="171" y="129"/>
                  </a:cubicBezTo>
                  <a:cubicBezTo>
                    <a:pt x="158" y="125"/>
                    <a:pt x="158" y="125"/>
                    <a:pt x="158" y="125"/>
                  </a:cubicBezTo>
                  <a:cubicBezTo>
                    <a:pt x="153" y="135"/>
                    <a:pt x="146" y="143"/>
                    <a:pt x="138" y="150"/>
                  </a:cubicBezTo>
                  <a:cubicBezTo>
                    <a:pt x="144" y="162"/>
                    <a:pt x="144" y="162"/>
                    <a:pt x="144" y="162"/>
                  </a:cubicBezTo>
                  <a:cubicBezTo>
                    <a:pt x="119" y="175"/>
                    <a:pt x="119" y="175"/>
                    <a:pt x="119" y="175"/>
                  </a:cubicBezTo>
                  <a:cubicBezTo>
                    <a:pt x="113" y="163"/>
                    <a:pt x="113" y="163"/>
                    <a:pt x="113" y="163"/>
                  </a:cubicBezTo>
                  <a:cubicBezTo>
                    <a:pt x="106" y="165"/>
                    <a:pt x="98" y="167"/>
                    <a:pt x="90" y="167"/>
                  </a:cubicBezTo>
                  <a:cubicBezTo>
                    <a:pt x="90" y="146"/>
                    <a:pt x="90" y="146"/>
                    <a:pt x="90" y="146"/>
                  </a:cubicBezTo>
                  <a:cubicBezTo>
                    <a:pt x="114" y="146"/>
                    <a:pt x="137" y="131"/>
                    <a:pt x="144" y="106"/>
                  </a:cubicBezTo>
                  <a:cubicBezTo>
                    <a:pt x="154" y="76"/>
                    <a:pt x="137" y="44"/>
                    <a:pt x="106" y="35"/>
                  </a:cubicBezTo>
                  <a:cubicBezTo>
                    <a:pt x="101" y="33"/>
                    <a:pt x="95" y="33"/>
                    <a:pt x="90" y="33"/>
                  </a:cubicBezTo>
                  <a:lnTo>
                    <a:pt x="90" y="12"/>
                  </a:lnTo>
                  <a:close/>
                  <a:moveTo>
                    <a:pt x="42" y="29"/>
                  </a:moveTo>
                  <a:cubicBezTo>
                    <a:pt x="35" y="17"/>
                    <a:pt x="35" y="17"/>
                    <a:pt x="35" y="17"/>
                  </a:cubicBezTo>
                  <a:cubicBezTo>
                    <a:pt x="60" y="4"/>
                    <a:pt x="60" y="4"/>
                    <a:pt x="60" y="4"/>
                  </a:cubicBezTo>
                  <a:cubicBezTo>
                    <a:pt x="67" y="16"/>
                    <a:pt x="67" y="16"/>
                    <a:pt x="67" y="16"/>
                  </a:cubicBezTo>
                  <a:cubicBezTo>
                    <a:pt x="74" y="14"/>
                    <a:pt x="82" y="12"/>
                    <a:pt x="90" y="12"/>
                  </a:cubicBezTo>
                  <a:cubicBezTo>
                    <a:pt x="90" y="33"/>
                    <a:pt x="90" y="33"/>
                    <a:pt x="90" y="33"/>
                  </a:cubicBezTo>
                  <a:cubicBezTo>
                    <a:pt x="65" y="33"/>
                    <a:pt x="43" y="48"/>
                    <a:pt x="35" y="73"/>
                  </a:cubicBezTo>
                  <a:cubicBezTo>
                    <a:pt x="26" y="103"/>
                    <a:pt x="43" y="135"/>
                    <a:pt x="73" y="144"/>
                  </a:cubicBezTo>
                  <a:cubicBezTo>
                    <a:pt x="73" y="144"/>
                    <a:pt x="73" y="144"/>
                    <a:pt x="73" y="144"/>
                  </a:cubicBezTo>
                  <a:cubicBezTo>
                    <a:pt x="79" y="146"/>
                    <a:pt x="84" y="146"/>
                    <a:pt x="90" y="146"/>
                  </a:cubicBezTo>
                  <a:cubicBezTo>
                    <a:pt x="90" y="167"/>
                    <a:pt x="90" y="167"/>
                    <a:pt x="90" y="167"/>
                  </a:cubicBezTo>
                  <a:cubicBezTo>
                    <a:pt x="87" y="167"/>
                    <a:pt x="84" y="166"/>
                    <a:pt x="81" y="166"/>
                  </a:cubicBezTo>
                  <a:cubicBezTo>
                    <a:pt x="77" y="179"/>
                    <a:pt x="77" y="179"/>
                    <a:pt x="77" y="179"/>
                  </a:cubicBezTo>
                  <a:cubicBezTo>
                    <a:pt x="50" y="171"/>
                    <a:pt x="50" y="171"/>
                    <a:pt x="50" y="171"/>
                  </a:cubicBezTo>
                  <a:cubicBezTo>
                    <a:pt x="54" y="158"/>
                    <a:pt x="54" y="158"/>
                    <a:pt x="54" y="158"/>
                  </a:cubicBezTo>
                  <a:cubicBezTo>
                    <a:pt x="45" y="153"/>
                    <a:pt x="36" y="146"/>
                    <a:pt x="30" y="138"/>
                  </a:cubicBezTo>
                  <a:cubicBezTo>
                    <a:pt x="18" y="144"/>
                    <a:pt x="18" y="144"/>
                    <a:pt x="18" y="144"/>
                  </a:cubicBezTo>
                  <a:cubicBezTo>
                    <a:pt x="5" y="119"/>
                    <a:pt x="5" y="119"/>
                    <a:pt x="5" y="119"/>
                  </a:cubicBezTo>
                  <a:cubicBezTo>
                    <a:pt x="16" y="113"/>
                    <a:pt x="16" y="113"/>
                    <a:pt x="16" y="113"/>
                  </a:cubicBezTo>
                  <a:cubicBezTo>
                    <a:pt x="13" y="103"/>
                    <a:pt x="12" y="92"/>
                    <a:pt x="13" y="81"/>
                  </a:cubicBezTo>
                  <a:cubicBezTo>
                    <a:pt x="0" y="77"/>
                    <a:pt x="0" y="77"/>
                    <a:pt x="0" y="77"/>
                  </a:cubicBezTo>
                  <a:cubicBezTo>
                    <a:pt x="9" y="50"/>
                    <a:pt x="9" y="50"/>
                    <a:pt x="9" y="50"/>
                  </a:cubicBezTo>
                  <a:cubicBezTo>
                    <a:pt x="21" y="54"/>
                    <a:pt x="21" y="54"/>
                    <a:pt x="21" y="54"/>
                  </a:cubicBezTo>
                  <a:cubicBezTo>
                    <a:pt x="27" y="44"/>
                    <a:pt x="33" y="36"/>
                    <a:pt x="42" y="29"/>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7" name="Freeform 131"/>
            <p:cNvSpPr>
              <a:spLocks/>
            </p:cNvSpPr>
            <p:nvPr/>
          </p:nvSpPr>
          <p:spPr bwMode="auto">
            <a:xfrm>
              <a:off x="2555875" y="3887787"/>
              <a:ext cx="55563" cy="26988"/>
            </a:xfrm>
            <a:custGeom>
              <a:avLst/>
              <a:gdLst>
                <a:gd name="T0" fmla="*/ 19 w 26"/>
                <a:gd name="T1" fmla="*/ 11 h 12"/>
                <a:gd name="T2" fmla="*/ 21 w 26"/>
                <a:gd name="T3" fmla="*/ 10 h 12"/>
                <a:gd name="T4" fmla="*/ 18 w 26"/>
                <a:gd name="T5" fmla="*/ 0 h 12"/>
                <a:gd name="T6" fmla="*/ 17 w 26"/>
                <a:gd name="T7" fmla="*/ 0 h 12"/>
                <a:gd name="T8" fmla="*/ 15 w 26"/>
                <a:gd name="T9" fmla="*/ 0 h 12"/>
                <a:gd name="T10" fmla="*/ 13 w 26"/>
                <a:gd name="T11" fmla="*/ 0 h 12"/>
                <a:gd name="T12" fmla="*/ 11 w 26"/>
                <a:gd name="T13" fmla="*/ 0 h 12"/>
                <a:gd name="T14" fmla="*/ 9 w 26"/>
                <a:gd name="T15" fmla="*/ 1 h 12"/>
                <a:gd name="T16" fmla="*/ 7 w 26"/>
                <a:gd name="T17" fmla="*/ 1 h 12"/>
                <a:gd name="T18" fmla="*/ 4 w 26"/>
                <a:gd name="T19" fmla="*/ 2 h 12"/>
                <a:gd name="T20" fmla="*/ 7 w 26"/>
                <a:gd name="T21" fmla="*/ 12 h 12"/>
                <a:gd name="T22" fmla="*/ 9 w 26"/>
                <a:gd name="T23" fmla="*/ 11 h 12"/>
                <a:gd name="T24" fmla="*/ 11 w 26"/>
                <a:gd name="T25" fmla="*/ 11 h 12"/>
                <a:gd name="T26" fmla="*/ 14 w 26"/>
                <a:gd name="T27" fmla="*/ 11 h 12"/>
                <a:gd name="T28" fmla="*/ 16 w 26"/>
                <a:gd name="T29" fmla="*/ 11 h 12"/>
                <a:gd name="T30" fmla="*/ 18 w 26"/>
                <a:gd name="T31" fmla="*/ 11 h 12"/>
                <a:gd name="T32" fmla="*/ 19 w 26"/>
                <a:gd name="T3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12">
                  <a:moveTo>
                    <a:pt x="19" y="11"/>
                  </a:moveTo>
                  <a:cubicBezTo>
                    <a:pt x="20" y="11"/>
                    <a:pt x="20" y="11"/>
                    <a:pt x="21" y="10"/>
                  </a:cubicBezTo>
                  <a:cubicBezTo>
                    <a:pt x="26" y="7"/>
                    <a:pt x="23" y="0"/>
                    <a:pt x="18" y="0"/>
                  </a:cubicBezTo>
                  <a:cubicBezTo>
                    <a:pt x="17" y="0"/>
                    <a:pt x="17" y="0"/>
                    <a:pt x="17" y="0"/>
                  </a:cubicBezTo>
                  <a:cubicBezTo>
                    <a:pt x="15" y="0"/>
                    <a:pt x="15" y="0"/>
                    <a:pt x="15" y="0"/>
                  </a:cubicBezTo>
                  <a:cubicBezTo>
                    <a:pt x="13" y="0"/>
                    <a:pt x="13" y="0"/>
                    <a:pt x="13" y="0"/>
                  </a:cubicBezTo>
                  <a:cubicBezTo>
                    <a:pt x="11" y="0"/>
                    <a:pt x="11" y="0"/>
                    <a:pt x="11" y="0"/>
                  </a:cubicBezTo>
                  <a:cubicBezTo>
                    <a:pt x="9" y="1"/>
                    <a:pt x="9" y="1"/>
                    <a:pt x="9" y="1"/>
                  </a:cubicBezTo>
                  <a:cubicBezTo>
                    <a:pt x="7" y="1"/>
                    <a:pt x="7" y="1"/>
                    <a:pt x="7" y="1"/>
                  </a:cubicBezTo>
                  <a:cubicBezTo>
                    <a:pt x="6" y="1"/>
                    <a:pt x="5" y="1"/>
                    <a:pt x="4" y="2"/>
                  </a:cubicBezTo>
                  <a:cubicBezTo>
                    <a:pt x="0" y="5"/>
                    <a:pt x="2" y="12"/>
                    <a:pt x="7" y="12"/>
                  </a:cubicBezTo>
                  <a:cubicBezTo>
                    <a:pt x="9" y="11"/>
                    <a:pt x="9" y="11"/>
                    <a:pt x="9" y="11"/>
                  </a:cubicBezTo>
                  <a:cubicBezTo>
                    <a:pt x="11" y="11"/>
                    <a:pt x="11" y="11"/>
                    <a:pt x="11" y="11"/>
                  </a:cubicBezTo>
                  <a:cubicBezTo>
                    <a:pt x="14" y="11"/>
                    <a:pt x="14" y="11"/>
                    <a:pt x="14" y="11"/>
                  </a:cubicBezTo>
                  <a:cubicBezTo>
                    <a:pt x="16" y="11"/>
                    <a:pt x="16" y="11"/>
                    <a:pt x="16" y="11"/>
                  </a:cubicBezTo>
                  <a:cubicBezTo>
                    <a:pt x="18" y="11"/>
                    <a:pt x="18" y="11"/>
                    <a:pt x="18" y="11"/>
                  </a:cubicBezTo>
                  <a:lnTo>
                    <a:pt x="19"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8" name="Freeform 132"/>
            <p:cNvSpPr>
              <a:spLocks/>
            </p:cNvSpPr>
            <p:nvPr/>
          </p:nvSpPr>
          <p:spPr bwMode="auto">
            <a:xfrm>
              <a:off x="2693988" y="3856037"/>
              <a:ext cx="52388" cy="31750"/>
            </a:xfrm>
            <a:custGeom>
              <a:avLst/>
              <a:gdLst>
                <a:gd name="T0" fmla="*/ 20 w 25"/>
                <a:gd name="T1" fmla="*/ 11 h 15"/>
                <a:gd name="T2" fmla="*/ 18 w 25"/>
                <a:gd name="T3" fmla="*/ 0 h 15"/>
                <a:gd name="T4" fmla="*/ 16 w 25"/>
                <a:gd name="T5" fmla="*/ 0 h 15"/>
                <a:gd name="T6" fmla="*/ 15 w 25"/>
                <a:gd name="T7" fmla="*/ 1 h 15"/>
                <a:gd name="T8" fmla="*/ 12 w 25"/>
                <a:gd name="T9" fmla="*/ 2 h 15"/>
                <a:gd name="T10" fmla="*/ 9 w 25"/>
                <a:gd name="T11" fmla="*/ 3 h 15"/>
                <a:gd name="T12" fmla="*/ 7 w 25"/>
                <a:gd name="T13" fmla="*/ 4 h 15"/>
                <a:gd name="T14" fmla="*/ 6 w 25"/>
                <a:gd name="T15" fmla="*/ 4 h 15"/>
                <a:gd name="T16" fmla="*/ 7 w 25"/>
                <a:gd name="T17" fmla="*/ 14 h 15"/>
                <a:gd name="T18" fmla="*/ 9 w 25"/>
                <a:gd name="T19" fmla="*/ 14 h 15"/>
                <a:gd name="T20" fmla="*/ 10 w 25"/>
                <a:gd name="T21" fmla="*/ 14 h 15"/>
                <a:gd name="T22" fmla="*/ 13 w 25"/>
                <a:gd name="T23" fmla="*/ 13 h 15"/>
                <a:gd name="T24" fmla="*/ 16 w 25"/>
                <a:gd name="T25" fmla="*/ 12 h 15"/>
                <a:gd name="T26" fmla="*/ 18 w 25"/>
                <a:gd name="T27" fmla="*/ 11 h 15"/>
                <a:gd name="T28" fmla="*/ 20 w 25"/>
                <a:gd name="T29"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5">
                  <a:moveTo>
                    <a:pt x="20" y="11"/>
                  </a:moveTo>
                  <a:cubicBezTo>
                    <a:pt x="25" y="9"/>
                    <a:pt x="24" y="0"/>
                    <a:pt x="18" y="0"/>
                  </a:cubicBezTo>
                  <a:cubicBezTo>
                    <a:pt x="17" y="0"/>
                    <a:pt x="17" y="0"/>
                    <a:pt x="16" y="0"/>
                  </a:cubicBezTo>
                  <a:cubicBezTo>
                    <a:pt x="15" y="1"/>
                    <a:pt x="15" y="1"/>
                    <a:pt x="15" y="1"/>
                  </a:cubicBezTo>
                  <a:cubicBezTo>
                    <a:pt x="12" y="2"/>
                    <a:pt x="12" y="2"/>
                    <a:pt x="12" y="2"/>
                  </a:cubicBezTo>
                  <a:cubicBezTo>
                    <a:pt x="9" y="3"/>
                    <a:pt x="9" y="3"/>
                    <a:pt x="9" y="3"/>
                  </a:cubicBezTo>
                  <a:cubicBezTo>
                    <a:pt x="7" y="4"/>
                    <a:pt x="7" y="4"/>
                    <a:pt x="7" y="4"/>
                  </a:cubicBezTo>
                  <a:cubicBezTo>
                    <a:pt x="6" y="4"/>
                    <a:pt x="6" y="4"/>
                    <a:pt x="6" y="4"/>
                  </a:cubicBezTo>
                  <a:cubicBezTo>
                    <a:pt x="0" y="6"/>
                    <a:pt x="1" y="14"/>
                    <a:pt x="7" y="14"/>
                  </a:cubicBezTo>
                  <a:cubicBezTo>
                    <a:pt x="8" y="15"/>
                    <a:pt x="8" y="14"/>
                    <a:pt x="9" y="14"/>
                  </a:cubicBezTo>
                  <a:cubicBezTo>
                    <a:pt x="10" y="14"/>
                    <a:pt x="10" y="14"/>
                    <a:pt x="10" y="14"/>
                  </a:cubicBezTo>
                  <a:cubicBezTo>
                    <a:pt x="13" y="13"/>
                    <a:pt x="13" y="13"/>
                    <a:pt x="13" y="13"/>
                  </a:cubicBezTo>
                  <a:cubicBezTo>
                    <a:pt x="16" y="12"/>
                    <a:pt x="16" y="12"/>
                    <a:pt x="16" y="12"/>
                  </a:cubicBezTo>
                  <a:cubicBezTo>
                    <a:pt x="18" y="11"/>
                    <a:pt x="18" y="11"/>
                    <a:pt x="18" y="11"/>
                  </a:cubicBezTo>
                  <a:lnTo>
                    <a:pt x="20"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9" name="Freeform 133"/>
            <p:cNvSpPr>
              <a:spLocks/>
            </p:cNvSpPr>
            <p:nvPr/>
          </p:nvSpPr>
          <p:spPr bwMode="auto">
            <a:xfrm>
              <a:off x="2820988" y="3798887"/>
              <a:ext cx="57150" cy="36513"/>
            </a:xfrm>
            <a:custGeom>
              <a:avLst/>
              <a:gdLst>
                <a:gd name="T0" fmla="*/ 20 w 26"/>
                <a:gd name="T1" fmla="*/ 11 h 17"/>
                <a:gd name="T2" fmla="*/ 17 w 26"/>
                <a:gd name="T3" fmla="*/ 1 h 17"/>
                <a:gd name="T4" fmla="*/ 16 w 26"/>
                <a:gd name="T5" fmla="*/ 2 h 17"/>
                <a:gd name="T6" fmla="*/ 13 w 26"/>
                <a:gd name="T7" fmla="*/ 3 h 17"/>
                <a:gd name="T8" fmla="*/ 10 w 26"/>
                <a:gd name="T9" fmla="*/ 4 h 17"/>
                <a:gd name="T10" fmla="*/ 7 w 26"/>
                <a:gd name="T11" fmla="*/ 6 h 17"/>
                <a:gd name="T12" fmla="*/ 6 w 26"/>
                <a:gd name="T13" fmla="*/ 6 h 17"/>
                <a:gd name="T14" fmla="*/ 9 w 26"/>
                <a:gd name="T15" fmla="*/ 17 h 17"/>
                <a:gd name="T16" fmla="*/ 11 w 26"/>
                <a:gd name="T17" fmla="*/ 16 h 17"/>
                <a:gd name="T18" fmla="*/ 12 w 26"/>
                <a:gd name="T19" fmla="*/ 16 h 17"/>
                <a:gd name="T20" fmla="*/ 15 w 26"/>
                <a:gd name="T21" fmla="*/ 14 h 17"/>
                <a:gd name="T22" fmla="*/ 18 w 26"/>
                <a:gd name="T23" fmla="*/ 13 h 17"/>
                <a:gd name="T24" fmla="*/ 20 w 26"/>
                <a:gd name="T2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7">
                  <a:moveTo>
                    <a:pt x="20" y="11"/>
                  </a:moveTo>
                  <a:cubicBezTo>
                    <a:pt x="26" y="8"/>
                    <a:pt x="23" y="0"/>
                    <a:pt x="17" y="1"/>
                  </a:cubicBezTo>
                  <a:cubicBezTo>
                    <a:pt x="16" y="1"/>
                    <a:pt x="16" y="1"/>
                    <a:pt x="16" y="2"/>
                  </a:cubicBezTo>
                  <a:cubicBezTo>
                    <a:pt x="13" y="3"/>
                    <a:pt x="13" y="3"/>
                    <a:pt x="13" y="3"/>
                  </a:cubicBezTo>
                  <a:cubicBezTo>
                    <a:pt x="10" y="4"/>
                    <a:pt x="10" y="4"/>
                    <a:pt x="10" y="4"/>
                  </a:cubicBezTo>
                  <a:cubicBezTo>
                    <a:pt x="7" y="6"/>
                    <a:pt x="7" y="6"/>
                    <a:pt x="7" y="6"/>
                  </a:cubicBezTo>
                  <a:cubicBezTo>
                    <a:pt x="6" y="6"/>
                    <a:pt x="6" y="6"/>
                    <a:pt x="6" y="6"/>
                  </a:cubicBezTo>
                  <a:cubicBezTo>
                    <a:pt x="0" y="9"/>
                    <a:pt x="3" y="17"/>
                    <a:pt x="9" y="17"/>
                  </a:cubicBezTo>
                  <a:cubicBezTo>
                    <a:pt x="9" y="17"/>
                    <a:pt x="10" y="17"/>
                    <a:pt x="11" y="16"/>
                  </a:cubicBezTo>
                  <a:cubicBezTo>
                    <a:pt x="12" y="16"/>
                    <a:pt x="12" y="16"/>
                    <a:pt x="12" y="16"/>
                  </a:cubicBezTo>
                  <a:cubicBezTo>
                    <a:pt x="15" y="14"/>
                    <a:pt x="15" y="14"/>
                    <a:pt x="15" y="14"/>
                  </a:cubicBezTo>
                  <a:cubicBezTo>
                    <a:pt x="18" y="13"/>
                    <a:pt x="18" y="13"/>
                    <a:pt x="18" y="13"/>
                  </a:cubicBezTo>
                  <a:lnTo>
                    <a:pt x="20"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0" name="Freeform 134"/>
            <p:cNvSpPr>
              <a:spLocks/>
            </p:cNvSpPr>
            <p:nvPr/>
          </p:nvSpPr>
          <p:spPr bwMode="auto">
            <a:xfrm>
              <a:off x="2943225" y="3730625"/>
              <a:ext cx="57150" cy="39688"/>
            </a:xfrm>
            <a:custGeom>
              <a:avLst/>
              <a:gdLst>
                <a:gd name="T0" fmla="*/ 21 w 26"/>
                <a:gd name="T1" fmla="*/ 11 h 19"/>
                <a:gd name="T2" fmla="*/ 17 w 26"/>
                <a:gd name="T3" fmla="*/ 1 h 19"/>
                <a:gd name="T4" fmla="*/ 15 w 26"/>
                <a:gd name="T5" fmla="*/ 1 h 19"/>
                <a:gd name="T6" fmla="*/ 13 w 26"/>
                <a:gd name="T7" fmla="*/ 3 h 19"/>
                <a:gd name="T8" fmla="*/ 10 w 26"/>
                <a:gd name="T9" fmla="*/ 5 h 19"/>
                <a:gd name="T10" fmla="*/ 7 w 26"/>
                <a:gd name="T11" fmla="*/ 7 h 19"/>
                <a:gd name="T12" fmla="*/ 6 w 26"/>
                <a:gd name="T13" fmla="*/ 7 h 19"/>
                <a:gd name="T14" fmla="*/ 10 w 26"/>
                <a:gd name="T15" fmla="*/ 17 h 19"/>
                <a:gd name="T16" fmla="*/ 11 w 26"/>
                <a:gd name="T17" fmla="*/ 17 h 19"/>
                <a:gd name="T18" fmla="*/ 13 w 26"/>
                <a:gd name="T19" fmla="*/ 16 h 19"/>
                <a:gd name="T20" fmla="*/ 16 w 26"/>
                <a:gd name="T21" fmla="*/ 14 h 19"/>
                <a:gd name="T22" fmla="*/ 19 w 26"/>
                <a:gd name="T23" fmla="*/ 12 h 19"/>
                <a:gd name="T24" fmla="*/ 21 w 26"/>
                <a:gd name="T25"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9">
                  <a:moveTo>
                    <a:pt x="21" y="11"/>
                  </a:moveTo>
                  <a:cubicBezTo>
                    <a:pt x="26" y="8"/>
                    <a:pt x="23" y="0"/>
                    <a:pt x="17" y="1"/>
                  </a:cubicBezTo>
                  <a:cubicBezTo>
                    <a:pt x="16" y="1"/>
                    <a:pt x="16" y="1"/>
                    <a:pt x="15" y="1"/>
                  </a:cubicBezTo>
                  <a:cubicBezTo>
                    <a:pt x="13" y="3"/>
                    <a:pt x="13" y="3"/>
                    <a:pt x="13" y="3"/>
                  </a:cubicBezTo>
                  <a:cubicBezTo>
                    <a:pt x="10" y="5"/>
                    <a:pt x="10" y="5"/>
                    <a:pt x="10" y="5"/>
                  </a:cubicBezTo>
                  <a:cubicBezTo>
                    <a:pt x="7" y="7"/>
                    <a:pt x="7" y="7"/>
                    <a:pt x="7" y="7"/>
                  </a:cubicBezTo>
                  <a:cubicBezTo>
                    <a:pt x="6" y="7"/>
                    <a:pt x="6" y="7"/>
                    <a:pt x="6" y="7"/>
                  </a:cubicBezTo>
                  <a:cubicBezTo>
                    <a:pt x="0" y="10"/>
                    <a:pt x="4" y="19"/>
                    <a:pt x="10" y="17"/>
                  </a:cubicBezTo>
                  <a:cubicBezTo>
                    <a:pt x="11" y="17"/>
                    <a:pt x="11" y="17"/>
                    <a:pt x="11" y="17"/>
                  </a:cubicBezTo>
                  <a:cubicBezTo>
                    <a:pt x="13" y="16"/>
                    <a:pt x="13" y="16"/>
                    <a:pt x="13" y="16"/>
                  </a:cubicBezTo>
                  <a:cubicBezTo>
                    <a:pt x="16" y="14"/>
                    <a:pt x="16" y="14"/>
                    <a:pt x="16" y="14"/>
                  </a:cubicBezTo>
                  <a:cubicBezTo>
                    <a:pt x="19" y="12"/>
                    <a:pt x="19" y="12"/>
                    <a:pt x="19" y="12"/>
                  </a:cubicBezTo>
                  <a:lnTo>
                    <a:pt x="21"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1" name="Freeform 135"/>
            <p:cNvSpPr>
              <a:spLocks/>
            </p:cNvSpPr>
            <p:nvPr/>
          </p:nvSpPr>
          <p:spPr bwMode="auto">
            <a:xfrm>
              <a:off x="3062288" y="3648075"/>
              <a:ext cx="49213" cy="42863"/>
            </a:xfrm>
            <a:custGeom>
              <a:avLst/>
              <a:gdLst>
                <a:gd name="T0" fmla="*/ 20 w 23"/>
                <a:gd name="T1" fmla="*/ 11 h 20"/>
                <a:gd name="T2" fmla="*/ 22 w 23"/>
                <a:gd name="T3" fmla="*/ 5 h 20"/>
                <a:gd name="T4" fmla="*/ 14 w 23"/>
                <a:gd name="T5" fmla="*/ 3 h 20"/>
                <a:gd name="T6" fmla="*/ 11 w 23"/>
                <a:gd name="T7" fmla="*/ 5 h 20"/>
                <a:gd name="T8" fmla="*/ 8 w 23"/>
                <a:gd name="T9" fmla="*/ 7 h 20"/>
                <a:gd name="T10" fmla="*/ 5 w 23"/>
                <a:gd name="T11" fmla="*/ 9 h 20"/>
                <a:gd name="T12" fmla="*/ 9 w 23"/>
                <a:gd name="T13" fmla="*/ 19 h 20"/>
                <a:gd name="T14" fmla="*/ 11 w 23"/>
                <a:gd name="T15" fmla="*/ 18 h 20"/>
                <a:gd name="T16" fmla="*/ 14 w 23"/>
                <a:gd name="T17" fmla="*/ 16 h 20"/>
                <a:gd name="T18" fmla="*/ 17 w 23"/>
                <a:gd name="T19" fmla="*/ 14 h 20"/>
                <a:gd name="T20" fmla="*/ 20 w 23"/>
                <a:gd name="T21"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0">
                  <a:moveTo>
                    <a:pt x="20" y="11"/>
                  </a:moveTo>
                  <a:cubicBezTo>
                    <a:pt x="22" y="10"/>
                    <a:pt x="23" y="8"/>
                    <a:pt x="22" y="5"/>
                  </a:cubicBezTo>
                  <a:cubicBezTo>
                    <a:pt x="21" y="2"/>
                    <a:pt x="17" y="0"/>
                    <a:pt x="14" y="3"/>
                  </a:cubicBezTo>
                  <a:cubicBezTo>
                    <a:pt x="11" y="5"/>
                    <a:pt x="11" y="5"/>
                    <a:pt x="11" y="5"/>
                  </a:cubicBezTo>
                  <a:cubicBezTo>
                    <a:pt x="8" y="7"/>
                    <a:pt x="8" y="7"/>
                    <a:pt x="8" y="7"/>
                  </a:cubicBezTo>
                  <a:cubicBezTo>
                    <a:pt x="5" y="9"/>
                    <a:pt x="5" y="9"/>
                    <a:pt x="5" y="9"/>
                  </a:cubicBezTo>
                  <a:cubicBezTo>
                    <a:pt x="0" y="12"/>
                    <a:pt x="3" y="20"/>
                    <a:pt x="9" y="19"/>
                  </a:cubicBezTo>
                  <a:cubicBezTo>
                    <a:pt x="10" y="19"/>
                    <a:pt x="11" y="18"/>
                    <a:pt x="11" y="18"/>
                  </a:cubicBezTo>
                  <a:cubicBezTo>
                    <a:pt x="14" y="16"/>
                    <a:pt x="14" y="16"/>
                    <a:pt x="14" y="16"/>
                  </a:cubicBezTo>
                  <a:cubicBezTo>
                    <a:pt x="17" y="14"/>
                    <a:pt x="17" y="14"/>
                    <a:pt x="17" y="14"/>
                  </a:cubicBezTo>
                  <a:lnTo>
                    <a:pt x="20"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2" name="Freeform 136"/>
            <p:cNvSpPr>
              <a:spLocks/>
            </p:cNvSpPr>
            <p:nvPr/>
          </p:nvSpPr>
          <p:spPr bwMode="auto">
            <a:xfrm>
              <a:off x="3173413" y="3559175"/>
              <a:ext cx="53975" cy="46038"/>
            </a:xfrm>
            <a:custGeom>
              <a:avLst/>
              <a:gdLst>
                <a:gd name="T0" fmla="*/ 20 w 25"/>
                <a:gd name="T1" fmla="*/ 12 h 22"/>
                <a:gd name="T2" fmla="*/ 14 w 25"/>
                <a:gd name="T3" fmla="*/ 3 h 22"/>
                <a:gd name="T4" fmla="*/ 13 w 25"/>
                <a:gd name="T5" fmla="*/ 4 h 22"/>
                <a:gd name="T6" fmla="*/ 12 w 25"/>
                <a:gd name="T7" fmla="*/ 5 h 22"/>
                <a:gd name="T8" fmla="*/ 8 w 25"/>
                <a:gd name="T9" fmla="*/ 8 h 22"/>
                <a:gd name="T10" fmla="*/ 5 w 25"/>
                <a:gd name="T11" fmla="*/ 10 h 22"/>
                <a:gd name="T12" fmla="*/ 4 w 25"/>
                <a:gd name="T13" fmla="*/ 11 h 22"/>
                <a:gd name="T14" fmla="*/ 10 w 25"/>
                <a:gd name="T15" fmla="*/ 20 h 22"/>
                <a:gd name="T16" fmla="*/ 11 w 25"/>
                <a:gd name="T17" fmla="*/ 19 h 22"/>
                <a:gd name="T18" fmla="*/ 12 w 25"/>
                <a:gd name="T19" fmla="*/ 19 h 22"/>
                <a:gd name="T20" fmla="*/ 15 w 25"/>
                <a:gd name="T21" fmla="*/ 16 h 22"/>
                <a:gd name="T22" fmla="*/ 19 w 25"/>
                <a:gd name="T23" fmla="*/ 13 h 22"/>
                <a:gd name="T24" fmla="*/ 20 w 25"/>
                <a:gd name="T25"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2">
                  <a:moveTo>
                    <a:pt x="20" y="12"/>
                  </a:moveTo>
                  <a:cubicBezTo>
                    <a:pt x="25" y="8"/>
                    <a:pt x="20" y="0"/>
                    <a:pt x="14" y="3"/>
                  </a:cubicBezTo>
                  <a:cubicBezTo>
                    <a:pt x="13" y="3"/>
                    <a:pt x="13" y="4"/>
                    <a:pt x="13" y="4"/>
                  </a:cubicBezTo>
                  <a:cubicBezTo>
                    <a:pt x="12" y="5"/>
                    <a:pt x="12" y="5"/>
                    <a:pt x="12" y="5"/>
                  </a:cubicBezTo>
                  <a:cubicBezTo>
                    <a:pt x="8" y="8"/>
                    <a:pt x="8" y="8"/>
                    <a:pt x="8" y="8"/>
                  </a:cubicBezTo>
                  <a:cubicBezTo>
                    <a:pt x="5" y="10"/>
                    <a:pt x="5" y="10"/>
                    <a:pt x="5" y="10"/>
                  </a:cubicBezTo>
                  <a:cubicBezTo>
                    <a:pt x="4" y="11"/>
                    <a:pt x="4" y="11"/>
                    <a:pt x="4" y="11"/>
                  </a:cubicBezTo>
                  <a:cubicBezTo>
                    <a:pt x="0" y="15"/>
                    <a:pt x="4" y="22"/>
                    <a:pt x="10" y="20"/>
                  </a:cubicBezTo>
                  <a:cubicBezTo>
                    <a:pt x="10" y="20"/>
                    <a:pt x="11" y="20"/>
                    <a:pt x="11" y="19"/>
                  </a:cubicBezTo>
                  <a:cubicBezTo>
                    <a:pt x="12" y="19"/>
                    <a:pt x="12" y="19"/>
                    <a:pt x="12" y="19"/>
                  </a:cubicBezTo>
                  <a:cubicBezTo>
                    <a:pt x="15" y="16"/>
                    <a:pt x="15" y="16"/>
                    <a:pt x="15" y="16"/>
                  </a:cubicBezTo>
                  <a:cubicBezTo>
                    <a:pt x="19" y="13"/>
                    <a:pt x="19" y="13"/>
                    <a:pt x="19" y="13"/>
                  </a:cubicBezTo>
                  <a:lnTo>
                    <a:pt x="20"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3" name="Freeform 137"/>
            <p:cNvSpPr>
              <a:spLocks/>
            </p:cNvSpPr>
            <p:nvPr/>
          </p:nvSpPr>
          <p:spPr bwMode="auto">
            <a:xfrm>
              <a:off x="3282950" y="3463925"/>
              <a:ext cx="46038" cy="47625"/>
            </a:xfrm>
            <a:custGeom>
              <a:avLst/>
              <a:gdLst>
                <a:gd name="T0" fmla="*/ 17 w 22"/>
                <a:gd name="T1" fmla="*/ 12 h 22"/>
                <a:gd name="T2" fmla="*/ 11 w 22"/>
                <a:gd name="T3" fmla="*/ 3 h 22"/>
                <a:gd name="T4" fmla="*/ 10 w 22"/>
                <a:gd name="T5" fmla="*/ 4 h 22"/>
                <a:gd name="T6" fmla="*/ 9 w 22"/>
                <a:gd name="T7" fmla="*/ 4 h 22"/>
                <a:gd name="T8" fmla="*/ 6 w 22"/>
                <a:gd name="T9" fmla="*/ 7 h 22"/>
                <a:gd name="T10" fmla="*/ 3 w 22"/>
                <a:gd name="T11" fmla="*/ 11 h 22"/>
                <a:gd name="T12" fmla="*/ 2 w 22"/>
                <a:gd name="T13" fmla="*/ 11 h 22"/>
                <a:gd name="T14" fmla="*/ 1 w 22"/>
                <a:gd name="T15" fmla="*/ 17 h 22"/>
                <a:gd name="T16" fmla="*/ 9 w 22"/>
                <a:gd name="T17" fmla="*/ 19 h 22"/>
                <a:gd name="T18" fmla="*/ 10 w 22"/>
                <a:gd name="T19" fmla="*/ 18 h 22"/>
                <a:gd name="T20" fmla="*/ 14 w 22"/>
                <a:gd name="T21" fmla="*/ 15 h 22"/>
                <a:gd name="T22" fmla="*/ 17 w 22"/>
                <a:gd name="T23"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2">
                  <a:moveTo>
                    <a:pt x="17" y="12"/>
                  </a:moveTo>
                  <a:cubicBezTo>
                    <a:pt x="22" y="7"/>
                    <a:pt x="16" y="0"/>
                    <a:pt x="11" y="3"/>
                  </a:cubicBezTo>
                  <a:cubicBezTo>
                    <a:pt x="10" y="3"/>
                    <a:pt x="10" y="3"/>
                    <a:pt x="10" y="4"/>
                  </a:cubicBezTo>
                  <a:cubicBezTo>
                    <a:pt x="9" y="4"/>
                    <a:pt x="9" y="4"/>
                    <a:pt x="9" y="4"/>
                  </a:cubicBezTo>
                  <a:cubicBezTo>
                    <a:pt x="6" y="7"/>
                    <a:pt x="6" y="7"/>
                    <a:pt x="6" y="7"/>
                  </a:cubicBezTo>
                  <a:cubicBezTo>
                    <a:pt x="3" y="11"/>
                    <a:pt x="3" y="11"/>
                    <a:pt x="3" y="11"/>
                  </a:cubicBezTo>
                  <a:cubicBezTo>
                    <a:pt x="2" y="11"/>
                    <a:pt x="2" y="11"/>
                    <a:pt x="2" y="11"/>
                  </a:cubicBezTo>
                  <a:cubicBezTo>
                    <a:pt x="0" y="13"/>
                    <a:pt x="0" y="15"/>
                    <a:pt x="1" y="17"/>
                  </a:cubicBezTo>
                  <a:cubicBezTo>
                    <a:pt x="2" y="21"/>
                    <a:pt x="7" y="22"/>
                    <a:pt x="9" y="19"/>
                  </a:cubicBezTo>
                  <a:cubicBezTo>
                    <a:pt x="10" y="18"/>
                    <a:pt x="10" y="18"/>
                    <a:pt x="10" y="18"/>
                  </a:cubicBezTo>
                  <a:cubicBezTo>
                    <a:pt x="14" y="15"/>
                    <a:pt x="14" y="15"/>
                    <a:pt x="14" y="15"/>
                  </a:cubicBezTo>
                  <a:cubicBezTo>
                    <a:pt x="17" y="12"/>
                    <a:pt x="17" y="12"/>
                    <a:pt x="17" y="12"/>
                  </a:cubicBez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4" name="Freeform 138"/>
            <p:cNvSpPr>
              <a:spLocks/>
            </p:cNvSpPr>
            <p:nvPr/>
          </p:nvSpPr>
          <p:spPr bwMode="auto">
            <a:xfrm>
              <a:off x="3375025" y="3363912"/>
              <a:ext cx="44450" cy="49213"/>
            </a:xfrm>
            <a:custGeom>
              <a:avLst/>
              <a:gdLst>
                <a:gd name="T0" fmla="*/ 20 w 21"/>
                <a:gd name="T1" fmla="*/ 11 h 23"/>
                <a:gd name="T2" fmla="*/ 21 w 21"/>
                <a:gd name="T3" fmla="*/ 7 h 23"/>
                <a:gd name="T4" fmla="*/ 11 w 21"/>
                <a:gd name="T5" fmla="*/ 3 h 23"/>
                <a:gd name="T6" fmla="*/ 10 w 21"/>
                <a:gd name="T7" fmla="*/ 5 h 23"/>
                <a:gd name="T8" fmla="*/ 7 w 21"/>
                <a:gd name="T9" fmla="*/ 9 h 23"/>
                <a:gd name="T10" fmla="*/ 4 w 21"/>
                <a:gd name="T11" fmla="*/ 12 h 23"/>
                <a:gd name="T12" fmla="*/ 11 w 21"/>
                <a:gd name="T13" fmla="*/ 20 h 23"/>
                <a:gd name="T14" fmla="*/ 12 w 21"/>
                <a:gd name="T15" fmla="*/ 19 h 23"/>
                <a:gd name="T16" fmla="*/ 15 w 21"/>
                <a:gd name="T17" fmla="*/ 16 h 23"/>
                <a:gd name="T18" fmla="*/ 18 w 21"/>
                <a:gd name="T19" fmla="*/ 13 h 23"/>
                <a:gd name="T20" fmla="*/ 20 w 21"/>
                <a:gd name="T21"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3">
                  <a:moveTo>
                    <a:pt x="20" y="11"/>
                  </a:moveTo>
                  <a:cubicBezTo>
                    <a:pt x="21" y="10"/>
                    <a:pt x="21" y="8"/>
                    <a:pt x="21" y="7"/>
                  </a:cubicBezTo>
                  <a:cubicBezTo>
                    <a:pt x="21" y="2"/>
                    <a:pt x="15" y="0"/>
                    <a:pt x="11" y="3"/>
                  </a:cubicBezTo>
                  <a:cubicBezTo>
                    <a:pt x="10" y="5"/>
                    <a:pt x="10" y="5"/>
                    <a:pt x="10" y="5"/>
                  </a:cubicBezTo>
                  <a:cubicBezTo>
                    <a:pt x="7" y="9"/>
                    <a:pt x="7" y="9"/>
                    <a:pt x="7" y="9"/>
                  </a:cubicBezTo>
                  <a:cubicBezTo>
                    <a:pt x="4" y="12"/>
                    <a:pt x="4" y="12"/>
                    <a:pt x="4" y="12"/>
                  </a:cubicBezTo>
                  <a:cubicBezTo>
                    <a:pt x="0" y="16"/>
                    <a:pt x="5" y="23"/>
                    <a:pt x="11" y="20"/>
                  </a:cubicBezTo>
                  <a:cubicBezTo>
                    <a:pt x="11" y="20"/>
                    <a:pt x="12" y="19"/>
                    <a:pt x="12" y="19"/>
                  </a:cubicBezTo>
                  <a:cubicBezTo>
                    <a:pt x="15" y="16"/>
                    <a:pt x="15" y="16"/>
                    <a:pt x="15" y="16"/>
                  </a:cubicBezTo>
                  <a:cubicBezTo>
                    <a:pt x="18" y="13"/>
                    <a:pt x="18" y="13"/>
                    <a:pt x="18" y="13"/>
                  </a:cubicBezTo>
                  <a:lnTo>
                    <a:pt x="20"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5" name="Freeform 139"/>
            <p:cNvSpPr>
              <a:spLocks/>
            </p:cNvSpPr>
            <p:nvPr/>
          </p:nvSpPr>
          <p:spPr bwMode="auto">
            <a:xfrm>
              <a:off x="3463925" y="3252787"/>
              <a:ext cx="49213" cy="52388"/>
            </a:xfrm>
            <a:custGeom>
              <a:avLst/>
              <a:gdLst>
                <a:gd name="T0" fmla="*/ 19 w 23"/>
                <a:gd name="T1" fmla="*/ 12 h 25"/>
                <a:gd name="T2" fmla="*/ 12 w 23"/>
                <a:gd name="T3" fmla="*/ 4 h 25"/>
                <a:gd name="T4" fmla="*/ 11 w 23"/>
                <a:gd name="T5" fmla="*/ 5 h 25"/>
                <a:gd name="T6" fmla="*/ 9 w 23"/>
                <a:gd name="T7" fmla="*/ 8 h 25"/>
                <a:gd name="T8" fmla="*/ 6 w 23"/>
                <a:gd name="T9" fmla="*/ 11 h 25"/>
                <a:gd name="T10" fmla="*/ 4 w 23"/>
                <a:gd name="T11" fmla="*/ 14 h 25"/>
                <a:gd name="T12" fmla="*/ 11 w 23"/>
                <a:gd name="T13" fmla="*/ 22 h 25"/>
                <a:gd name="T14" fmla="*/ 13 w 23"/>
                <a:gd name="T15" fmla="*/ 20 h 25"/>
                <a:gd name="T16" fmla="*/ 15 w 23"/>
                <a:gd name="T17" fmla="*/ 18 h 25"/>
                <a:gd name="T18" fmla="*/ 17 w 23"/>
                <a:gd name="T19" fmla="*/ 14 h 25"/>
                <a:gd name="T20" fmla="*/ 19 w 23"/>
                <a:gd name="T21"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19" y="12"/>
                  </a:moveTo>
                  <a:cubicBezTo>
                    <a:pt x="23" y="7"/>
                    <a:pt x="17" y="0"/>
                    <a:pt x="12" y="4"/>
                  </a:cubicBezTo>
                  <a:cubicBezTo>
                    <a:pt x="12" y="4"/>
                    <a:pt x="11" y="4"/>
                    <a:pt x="11" y="5"/>
                  </a:cubicBezTo>
                  <a:cubicBezTo>
                    <a:pt x="9" y="8"/>
                    <a:pt x="9" y="8"/>
                    <a:pt x="9" y="8"/>
                  </a:cubicBezTo>
                  <a:cubicBezTo>
                    <a:pt x="6" y="11"/>
                    <a:pt x="6" y="11"/>
                    <a:pt x="6" y="11"/>
                  </a:cubicBezTo>
                  <a:cubicBezTo>
                    <a:pt x="4" y="14"/>
                    <a:pt x="4" y="14"/>
                    <a:pt x="4" y="14"/>
                  </a:cubicBezTo>
                  <a:cubicBezTo>
                    <a:pt x="0" y="19"/>
                    <a:pt x="6" y="25"/>
                    <a:pt x="11" y="22"/>
                  </a:cubicBezTo>
                  <a:cubicBezTo>
                    <a:pt x="12" y="21"/>
                    <a:pt x="12" y="21"/>
                    <a:pt x="13" y="20"/>
                  </a:cubicBezTo>
                  <a:cubicBezTo>
                    <a:pt x="15" y="18"/>
                    <a:pt x="15" y="18"/>
                    <a:pt x="15" y="18"/>
                  </a:cubicBezTo>
                  <a:cubicBezTo>
                    <a:pt x="17" y="14"/>
                    <a:pt x="17" y="14"/>
                    <a:pt x="17" y="14"/>
                  </a:cubicBezTo>
                  <a:lnTo>
                    <a:pt x="19"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6" name="Freeform 140"/>
            <p:cNvSpPr>
              <a:spLocks/>
            </p:cNvSpPr>
            <p:nvPr/>
          </p:nvSpPr>
          <p:spPr bwMode="auto">
            <a:xfrm>
              <a:off x="3552825" y="3140075"/>
              <a:ext cx="38100" cy="47625"/>
            </a:xfrm>
            <a:custGeom>
              <a:avLst/>
              <a:gdLst>
                <a:gd name="T0" fmla="*/ 16 w 18"/>
                <a:gd name="T1" fmla="*/ 9 h 22"/>
                <a:gd name="T2" fmla="*/ 15 w 18"/>
                <a:gd name="T3" fmla="*/ 2 h 22"/>
                <a:gd name="T4" fmla="*/ 7 w 18"/>
                <a:gd name="T5" fmla="*/ 3 h 22"/>
                <a:gd name="T6" fmla="*/ 5 w 18"/>
                <a:gd name="T7" fmla="*/ 6 h 22"/>
                <a:gd name="T8" fmla="*/ 2 w 18"/>
                <a:gd name="T9" fmla="*/ 10 h 22"/>
                <a:gd name="T10" fmla="*/ 1 w 18"/>
                <a:gd name="T11" fmla="*/ 13 h 22"/>
                <a:gd name="T12" fmla="*/ 0 w 18"/>
                <a:gd name="T13" fmla="*/ 17 h 22"/>
                <a:gd name="T14" fmla="*/ 10 w 18"/>
                <a:gd name="T15" fmla="*/ 19 h 22"/>
                <a:gd name="T16" fmla="*/ 12 w 18"/>
                <a:gd name="T17" fmla="*/ 16 h 22"/>
                <a:gd name="T18" fmla="*/ 14 w 18"/>
                <a:gd name="T19" fmla="*/ 12 h 22"/>
                <a:gd name="T20" fmla="*/ 16 w 18"/>
                <a:gd name="T2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2">
                  <a:moveTo>
                    <a:pt x="16" y="9"/>
                  </a:moveTo>
                  <a:cubicBezTo>
                    <a:pt x="18" y="7"/>
                    <a:pt x="17" y="4"/>
                    <a:pt x="15" y="2"/>
                  </a:cubicBezTo>
                  <a:cubicBezTo>
                    <a:pt x="12" y="0"/>
                    <a:pt x="9" y="1"/>
                    <a:pt x="7" y="3"/>
                  </a:cubicBezTo>
                  <a:cubicBezTo>
                    <a:pt x="5" y="6"/>
                    <a:pt x="5" y="6"/>
                    <a:pt x="5" y="6"/>
                  </a:cubicBezTo>
                  <a:cubicBezTo>
                    <a:pt x="2" y="10"/>
                    <a:pt x="2" y="10"/>
                    <a:pt x="2" y="10"/>
                  </a:cubicBezTo>
                  <a:cubicBezTo>
                    <a:pt x="1" y="13"/>
                    <a:pt x="1" y="13"/>
                    <a:pt x="1" y="13"/>
                  </a:cubicBezTo>
                  <a:cubicBezTo>
                    <a:pt x="0" y="14"/>
                    <a:pt x="0" y="16"/>
                    <a:pt x="0" y="17"/>
                  </a:cubicBezTo>
                  <a:cubicBezTo>
                    <a:pt x="2" y="22"/>
                    <a:pt x="7" y="22"/>
                    <a:pt x="10" y="19"/>
                  </a:cubicBezTo>
                  <a:cubicBezTo>
                    <a:pt x="12" y="16"/>
                    <a:pt x="12" y="16"/>
                    <a:pt x="12" y="16"/>
                  </a:cubicBezTo>
                  <a:cubicBezTo>
                    <a:pt x="14" y="12"/>
                    <a:pt x="14" y="12"/>
                    <a:pt x="14" y="12"/>
                  </a:cubicBezTo>
                  <a:lnTo>
                    <a:pt x="16"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7" name="Freeform 141"/>
            <p:cNvSpPr>
              <a:spLocks/>
            </p:cNvSpPr>
            <p:nvPr/>
          </p:nvSpPr>
          <p:spPr bwMode="auto">
            <a:xfrm>
              <a:off x="3621088" y="3014662"/>
              <a:ext cx="42863" cy="55563"/>
            </a:xfrm>
            <a:custGeom>
              <a:avLst/>
              <a:gdLst>
                <a:gd name="T0" fmla="*/ 17 w 20"/>
                <a:gd name="T1" fmla="*/ 11 h 26"/>
                <a:gd name="T2" fmla="*/ 9 w 20"/>
                <a:gd name="T3" fmla="*/ 5 h 26"/>
                <a:gd name="T4" fmla="*/ 7 w 20"/>
                <a:gd name="T5" fmla="*/ 6 h 26"/>
                <a:gd name="T6" fmla="*/ 6 w 20"/>
                <a:gd name="T7" fmla="*/ 9 h 26"/>
                <a:gd name="T8" fmla="*/ 4 w 20"/>
                <a:gd name="T9" fmla="*/ 13 h 26"/>
                <a:gd name="T10" fmla="*/ 2 w 20"/>
                <a:gd name="T11" fmla="*/ 16 h 26"/>
                <a:gd name="T12" fmla="*/ 10 w 20"/>
                <a:gd name="T13" fmla="*/ 23 h 26"/>
                <a:gd name="T14" fmla="*/ 12 w 20"/>
                <a:gd name="T15" fmla="*/ 21 h 26"/>
                <a:gd name="T16" fmla="*/ 13 w 20"/>
                <a:gd name="T17" fmla="*/ 18 h 26"/>
                <a:gd name="T18" fmla="*/ 16 w 20"/>
                <a:gd name="T19" fmla="*/ 14 h 26"/>
                <a:gd name="T20" fmla="*/ 17 w 20"/>
                <a:gd name="T2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6">
                  <a:moveTo>
                    <a:pt x="17" y="11"/>
                  </a:moveTo>
                  <a:cubicBezTo>
                    <a:pt x="20" y="6"/>
                    <a:pt x="13" y="0"/>
                    <a:pt x="9" y="5"/>
                  </a:cubicBezTo>
                  <a:cubicBezTo>
                    <a:pt x="8" y="5"/>
                    <a:pt x="8" y="6"/>
                    <a:pt x="7" y="6"/>
                  </a:cubicBezTo>
                  <a:cubicBezTo>
                    <a:pt x="6" y="9"/>
                    <a:pt x="6" y="9"/>
                    <a:pt x="6" y="9"/>
                  </a:cubicBezTo>
                  <a:cubicBezTo>
                    <a:pt x="4" y="13"/>
                    <a:pt x="4" y="13"/>
                    <a:pt x="4" y="13"/>
                  </a:cubicBezTo>
                  <a:cubicBezTo>
                    <a:pt x="2" y="16"/>
                    <a:pt x="2" y="16"/>
                    <a:pt x="2" y="16"/>
                  </a:cubicBezTo>
                  <a:cubicBezTo>
                    <a:pt x="0" y="21"/>
                    <a:pt x="6" y="26"/>
                    <a:pt x="10" y="23"/>
                  </a:cubicBezTo>
                  <a:cubicBezTo>
                    <a:pt x="11" y="22"/>
                    <a:pt x="12" y="22"/>
                    <a:pt x="12" y="21"/>
                  </a:cubicBezTo>
                  <a:cubicBezTo>
                    <a:pt x="13" y="18"/>
                    <a:pt x="13" y="18"/>
                    <a:pt x="13" y="18"/>
                  </a:cubicBezTo>
                  <a:cubicBezTo>
                    <a:pt x="16" y="14"/>
                    <a:pt x="16" y="14"/>
                    <a:pt x="16" y="14"/>
                  </a:cubicBezTo>
                  <a:lnTo>
                    <a:pt x="17"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8" name="Freeform 142"/>
            <p:cNvSpPr>
              <a:spLocks/>
            </p:cNvSpPr>
            <p:nvPr/>
          </p:nvSpPr>
          <p:spPr bwMode="auto">
            <a:xfrm>
              <a:off x="3681413" y="2892425"/>
              <a:ext cx="38100" cy="50800"/>
            </a:xfrm>
            <a:custGeom>
              <a:avLst/>
              <a:gdLst>
                <a:gd name="T0" fmla="*/ 17 w 18"/>
                <a:gd name="T1" fmla="*/ 8 h 24"/>
                <a:gd name="T2" fmla="*/ 13 w 18"/>
                <a:gd name="T3" fmla="*/ 1 h 24"/>
                <a:gd name="T4" fmla="*/ 7 w 18"/>
                <a:gd name="T5" fmla="*/ 4 h 24"/>
                <a:gd name="T6" fmla="*/ 5 w 18"/>
                <a:gd name="T7" fmla="*/ 7 h 24"/>
                <a:gd name="T8" fmla="*/ 4 w 18"/>
                <a:gd name="T9" fmla="*/ 11 h 24"/>
                <a:gd name="T10" fmla="*/ 2 w 18"/>
                <a:gd name="T11" fmla="*/ 14 h 24"/>
                <a:gd name="T12" fmla="*/ 11 w 18"/>
                <a:gd name="T13" fmla="*/ 20 h 24"/>
                <a:gd name="T14" fmla="*/ 12 w 18"/>
                <a:gd name="T15" fmla="*/ 18 h 24"/>
                <a:gd name="T16" fmla="*/ 14 w 18"/>
                <a:gd name="T17" fmla="*/ 15 h 24"/>
                <a:gd name="T18" fmla="*/ 16 w 18"/>
                <a:gd name="T19" fmla="*/ 11 h 24"/>
                <a:gd name="T20" fmla="*/ 17 w 18"/>
                <a:gd name="T21"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4">
                  <a:moveTo>
                    <a:pt x="17" y="8"/>
                  </a:moveTo>
                  <a:cubicBezTo>
                    <a:pt x="18" y="5"/>
                    <a:pt x="16" y="1"/>
                    <a:pt x="13" y="1"/>
                  </a:cubicBezTo>
                  <a:cubicBezTo>
                    <a:pt x="10" y="0"/>
                    <a:pt x="7" y="2"/>
                    <a:pt x="7" y="4"/>
                  </a:cubicBezTo>
                  <a:cubicBezTo>
                    <a:pt x="5" y="7"/>
                    <a:pt x="5" y="7"/>
                    <a:pt x="5" y="7"/>
                  </a:cubicBezTo>
                  <a:cubicBezTo>
                    <a:pt x="4" y="11"/>
                    <a:pt x="4" y="11"/>
                    <a:pt x="4" y="11"/>
                  </a:cubicBezTo>
                  <a:cubicBezTo>
                    <a:pt x="2" y="14"/>
                    <a:pt x="2" y="14"/>
                    <a:pt x="2" y="14"/>
                  </a:cubicBezTo>
                  <a:cubicBezTo>
                    <a:pt x="0" y="19"/>
                    <a:pt x="7" y="24"/>
                    <a:pt x="11" y="20"/>
                  </a:cubicBezTo>
                  <a:cubicBezTo>
                    <a:pt x="12" y="20"/>
                    <a:pt x="12" y="19"/>
                    <a:pt x="12" y="18"/>
                  </a:cubicBezTo>
                  <a:cubicBezTo>
                    <a:pt x="14" y="15"/>
                    <a:pt x="14" y="15"/>
                    <a:pt x="14" y="15"/>
                  </a:cubicBezTo>
                  <a:cubicBezTo>
                    <a:pt x="16" y="11"/>
                    <a:pt x="16" y="11"/>
                    <a:pt x="16" y="11"/>
                  </a:cubicBezTo>
                  <a:lnTo>
                    <a:pt x="17" y="8"/>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9" name="Freeform 143"/>
            <p:cNvSpPr>
              <a:spLocks/>
            </p:cNvSpPr>
            <p:nvPr/>
          </p:nvSpPr>
          <p:spPr bwMode="auto">
            <a:xfrm>
              <a:off x="3730625" y="2755900"/>
              <a:ext cx="36513" cy="57150"/>
            </a:xfrm>
            <a:custGeom>
              <a:avLst/>
              <a:gdLst>
                <a:gd name="T0" fmla="*/ 15 w 17"/>
                <a:gd name="T1" fmla="*/ 9 h 27"/>
                <a:gd name="T2" fmla="*/ 5 w 17"/>
                <a:gd name="T3" fmla="*/ 5 h 27"/>
                <a:gd name="T4" fmla="*/ 4 w 17"/>
                <a:gd name="T5" fmla="*/ 6 h 27"/>
                <a:gd name="T6" fmla="*/ 4 w 17"/>
                <a:gd name="T7" fmla="*/ 9 h 27"/>
                <a:gd name="T8" fmla="*/ 2 w 17"/>
                <a:gd name="T9" fmla="*/ 13 h 27"/>
                <a:gd name="T10" fmla="*/ 1 w 17"/>
                <a:gd name="T11" fmla="*/ 17 h 27"/>
                <a:gd name="T12" fmla="*/ 11 w 17"/>
                <a:gd name="T13" fmla="*/ 22 h 27"/>
                <a:gd name="T14" fmla="*/ 12 w 17"/>
                <a:gd name="T15" fmla="*/ 20 h 27"/>
                <a:gd name="T16" fmla="*/ 13 w 17"/>
                <a:gd name="T17" fmla="*/ 16 h 27"/>
                <a:gd name="T18" fmla="*/ 14 w 17"/>
                <a:gd name="T19" fmla="*/ 12 h 27"/>
                <a:gd name="T20" fmla="*/ 15 w 17"/>
                <a:gd name="T21"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7">
                  <a:moveTo>
                    <a:pt x="15" y="9"/>
                  </a:moveTo>
                  <a:cubicBezTo>
                    <a:pt x="17" y="3"/>
                    <a:pt x="8" y="0"/>
                    <a:pt x="5" y="5"/>
                  </a:cubicBezTo>
                  <a:cubicBezTo>
                    <a:pt x="5" y="6"/>
                    <a:pt x="5" y="6"/>
                    <a:pt x="4" y="6"/>
                  </a:cubicBezTo>
                  <a:cubicBezTo>
                    <a:pt x="4" y="9"/>
                    <a:pt x="4" y="9"/>
                    <a:pt x="4" y="9"/>
                  </a:cubicBezTo>
                  <a:cubicBezTo>
                    <a:pt x="2" y="13"/>
                    <a:pt x="2" y="13"/>
                    <a:pt x="2" y="13"/>
                  </a:cubicBezTo>
                  <a:cubicBezTo>
                    <a:pt x="1" y="17"/>
                    <a:pt x="1" y="17"/>
                    <a:pt x="1" y="17"/>
                  </a:cubicBezTo>
                  <a:cubicBezTo>
                    <a:pt x="0" y="22"/>
                    <a:pt x="7" y="27"/>
                    <a:pt x="11" y="22"/>
                  </a:cubicBezTo>
                  <a:cubicBezTo>
                    <a:pt x="11" y="21"/>
                    <a:pt x="12" y="21"/>
                    <a:pt x="12" y="20"/>
                  </a:cubicBezTo>
                  <a:cubicBezTo>
                    <a:pt x="13" y="16"/>
                    <a:pt x="13" y="16"/>
                    <a:pt x="13" y="16"/>
                  </a:cubicBezTo>
                  <a:cubicBezTo>
                    <a:pt x="14" y="12"/>
                    <a:pt x="14" y="12"/>
                    <a:pt x="14" y="12"/>
                  </a:cubicBezTo>
                  <a:lnTo>
                    <a:pt x="15"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0" name="Freeform 144"/>
            <p:cNvSpPr>
              <a:spLocks/>
            </p:cNvSpPr>
            <p:nvPr/>
          </p:nvSpPr>
          <p:spPr bwMode="auto">
            <a:xfrm>
              <a:off x="3762375" y="2617787"/>
              <a:ext cx="31750" cy="58738"/>
            </a:xfrm>
            <a:custGeom>
              <a:avLst/>
              <a:gdLst>
                <a:gd name="T0" fmla="*/ 14 w 15"/>
                <a:gd name="T1" fmla="*/ 9 h 27"/>
                <a:gd name="T2" fmla="*/ 4 w 15"/>
                <a:gd name="T3" fmla="*/ 5 h 27"/>
                <a:gd name="T4" fmla="*/ 3 w 15"/>
                <a:gd name="T5" fmla="*/ 7 h 27"/>
                <a:gd name="T6" fmla="*/ 3 w 15"/>
                <a:gd name="T7" fmla="*/ 8 h 27"/>
                <a:gd name="T8" fmla="*/ 2 w 15"/>
                <a:gd name="T9" fmla="*/ 13 h 27"/>
                <a:gd name="T10" fmla="*/ 1 w 15"/>
                <a:gd name="T11" fmla="*/ 18 h 27"/>
                <a:gd name="T12" fmla="*/ 12 w 15"/>
                <a:gd name="T13" fmla="*/ 21 h 27"/>
                <a:gd name="T14" fmla="*/ 12 w 15"/>
                <a:gd name="T15" fmla="*/ 20 h 27"/>
                <a:gd name="T16" fmla="*/ 13 w 15"/>
                <a:gd name="T17" fmla="*/ 15 h 27"/>
                <a:gd name="T18" fmla="*/ 14 w 15"/>
                <a:gd name="T19" fmla="*/ 10 h 27"/>
                <a:gd name="T20" fmla="*/ 14 w 15"/>
                <a:gd name="T21"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27">
                  <a:moveTo>
                    <a:pt x="14" y="9"/>
                  </a:moveTo>
                  <a:cubicBezTo>
                    <a:pt x="15" y="3"/>
                    <a:pt x="8" y="0"/>
                    <a:pt x="4" y="5"/>
                  </a:cubicBezTo>
                  <a:cubicBezTo>
                    <a:pt x="4" y="6"/>
                    <a:pt x="3" y="6"/>
                    <a:pt x="3" y="7"/>
                  </a:cubicBezTo>
                  <a:cubicBezTo>
                    <a:pt x="3" y="8"/>
                    <a:pt x="3" y="8"/>
                    <a:pt x="3" y="8"/>
                  </a:cubicBezTo>
                  <a:cubicBezTo>
                    <a:pt x="2" y="13"/>
                    <a:pt x="2" y="13"/>
                    <a:pt x="2" y="13"/>
                  </a:cubicBezTo>
                  <a:cubicBezTo>
                    <a:pt x="1" y="18"/>
                    <a:pt x="1" y="18"/>
                    <a:pt x="1" y="18"/>
                  </a:cubicBezTo>
                  <a:cubicBezTo>
                    <a:pt x="0" y="24"/>
                    <a:pt x="9" y="27"/>
                    <a:pt x="12" y="21"/>
                  </a:cubicBezTo>
                  <a:cubicBezTo>
                    <a:pt x="12" y="21"/>
                    <a:pt x="12" y="20"/>
                    <a:pt x="12" y="20"/>
                  </a:cubicBezTo>
                  <a:cubicBezTo>
                    <a:pt x="13" y="15"/>
                    <a:pt x="13" y="15"/>
                    <a:pt x="13" y="15"/>
                  </a:cubicBezTo>
                  <a:cubicBezTo>
                    <a:pt x="14" y="10"/>
                    <a:pt x="14" y="10"/>
                    <a:pt x="14" y="10"/>
                  </a:cubicBezTo>
                  <a:lnTo>
                    <a:pt x="14"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1" name="Freeform 145"/>
            <p:cNvSpPr>
              <a:spLocks/>
            </p:cNvSpPr>
            <p:nvPr/>
          </p:nvSpPr>
          <p:spPr bwMode="auto">
            <a:xfrm>
              <a:off x="3695700" y="2439987"/>
              <a:ext cx="177800" cy="176213"/>
            </a:xfrm>
            <a:custGeom>
              <a:avLst/>
              <a:gdLst>
                <a:gd name="T0" fmla="*/ 0 w 112"/>
                <a:gd name="T1" fmla="*/ 96 h 111"/>
                <a:gd name="T2" fmla="*/ 69 w 112"/>
                <a:gd name="T3" fmla="*/ 0 h 111"/>
                <a:gd name="T4" fmla="*/ 112 w 112"/>
                <a:gd name="T5" fmla="*/ 111 h 111"/>
                <a:gd name="T6" fmla="*/ 0 w 112"/>
                <a:gd name="T7" fmla="*/ 96 h 111"/>
              </a:gdLst>
              <a:ahLst/>
              <a:cxnLst>
                <a:cxn ang="0">
                  <a:pos x="T0" y="T1"/>
                </a:cxn>
                <a:cxn ang="0">
                  <a:pos x="T2" y="T3"/>
                </a:cxn>
                <a:cxn ang="0">
                  <a:pos x="T4" y="T5"/>
                </a:cxn>
                <a:cxn ang="0">
                  <a:pos x="T6" y="T7"/>
                </a:cxn>
              </a:cxnLst>
              <a:rect l="0" t="0" r="r" b="b"/>
              <a:pathLst>
                <a:path w="112" h="111">
                  <a:moveTo>
                    <a:pt x="0" y="96"/>
                  </a:moveTo>
                  <a:lnTo>
                    <a:pt x="69" y="0"/>
                  </a:lnTo>
                  <a:lnTo>
                    <a:pt x="112" y="111"/>
                  </a:lnTo>
                  <a:lnTo>
                    <a:pt x="0" y="96"/>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2" name="Freeform 146"/>
            <p:cNvSpPr>
              <a:spLocks/>
            </p:cNvSpPr>
            <p:nvPr/>
          </p:nvSpPr>
          <p:spPr bwMode="auto">
            <a:xfrm>
              <a:off x="2438400" y="3830637"/>
              <a:ext cx="41275" cy="50800"/>
            </a:xfrm>
            <a:custGeom>
              <a:avLst/>
              <a:gdLst>
                <a:gd name="T0" fmla="*/ 10 w 19"/>
                <a:gd name="T1" fmla="*/ 5 h 24"/>
                <a:gd name="T2" fmla="*/ 0 w 19"/>
                <a:gd name="T3" fmla="*/ 8 h 24"/>
                <a:gd name="T4" fmla="*/ 1 w 19"/>
                <a:gd name="T5" fmla="*/ 10 h 24"/>
                <a:gd name="T6" fmla="*/ 2 w 19"/>
                <a:gd name="T7" fmla="*/ 11 h 24"/>
                <a:gd name="T8" fmla="*/ 2 w 19"/>
                <a:gd name="T9" fmla="*/ 13 h 24"/>
                <a:gd name="T10" fmla="*/ 3 w 19"/>
                <a:gd name="T11" fmla="*/ 14 h 24"/>
                <a:gd name="T12" fmla="*/ 4 w 19"/>
                <a:gd name="T13" fmla="*/ 16 h 24"/>
                <a:gd name="T14" fmla="*/ 5 w 19"/>
                <a:gd name="T15" fmla="*/ 17 h 24"/>
                <a:gd name="T16" fmla="*/ 6 w 19"/>
                <a:gd name="T17" fmla="*/ 18 h 24"/>
                <a:gd name="T18" fmla="*/ 8 w 19"/>
                <a:gd name="T19" fmla="*/ 20 h 24"/>
                <a:gd name="T20" fmla="*/ 8 w 19"/>
                <a:gd name="T21" fmla="*/ 20 h 24"/>
                <a:gd name="T22" fmla="*/ 17 w 19"/>
                <a:gd name="T23" fmla="*/ 14 h 24"/>
                <a:gd name="T24" fmla="*/ 16 w 19"/>
                <a:gd name="T25" fmla="*/ 13 h 24"/>
                <a:gd name="T26" fmla="*/ 16 w 19"/>
                <a:gd name="T27" fmla="*/ 12 h 24"/>
                <a:gd name="T28" fmla="*/ 15 w 19"/>
                <a:gd name="T29" fmla="*/ 11 h 24"/>
                <a:gd name="T30" fmla="*/ 14 w 19"/>
                <a:gd name="T31" fmla="*/ 10 h 24"/>
                <a:gd name="T32" fmla="*/ 13 w 19"/>
                <a:gd name="T33" fmla="*/ 9 h 24"/>
                <a:gd name="T34" fmla="*/ 12 w 19"/>
                <a:gd name="T35" fmla="*/ 8 h 24"/>
                <a:gd name="T36" fmla="*/ 12 w 19"/>
                <a:gd name="T37" fmla="*/ 7 h 24"/>
                <a:gd name="T38" fmla="*/ 11 w 19"/>
                <a:gd name="T39" fmla="*/ 6 h 24"/>
                <a:gd name="T40" fmla="*/ 10 w 19"/>
                <a:gd name="T41"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24">
                  <a:moveTo>
                    <a:pt x="10" y="5"/>
                  </a:moveTo>
                  <a:cubicBezTo>
                    <a:pt x="8" y="0"/>
                    <a:pt x="0" y="2"/>
                    <a:pt x="0" y="8"/>
                  </a:cubicBezTo>
                  <a:cubicBezTo>
                    <a:pt x="0" y="8"/>
                    <a:pt x="0" y="9"/>
                    <a:pt x="1" y="10"/>
                  </a:cubicBezTo>
                  <a:cubicBezTo>
                    <a:pt x="2" y="11"/>
                    <a:pt x="2" y="11"/>
                    <a:pt x="2" y="11"/>
                  </a:cubicBezTo>
                  <a:cubicBezTo>
                    <a:pt x="2" y="13"/>
                    <a:pt x="2" y="13"/>
                    <a:pt x="2" y="13"/>
                  </a:cubicBezTo>
                  <a:cubicBezTo>
                    <a:pt x="3" y="14"/>
                    <a:pt x="3" y="14"/>
                    <a:pt x="3" y="14"/>
                  </a:cubicBezTo>
                  <a:cubicBezTo>
                    <a:pt x="4" y="16"/>
                    <a:pt x="4" y="16"/>
                    <a:pt x="4" y="16"/>
                  </a:cubicBezTo>
                  <a:cubicBezTo>
                    <a:pt x="5" y="17"/>
                    <a:pt x="5" y="17"/>
                    <a:pt x="5" y="17"/>
                  </a:cubicBezTo>
                  <a:cubicBezTo>
                    <a:pt x="6" y="18"/>
                    <a:pt x="6" y="18"/>
                    <a:pt x="6" y="18"/>
                  </a:cubicBezTo>
                  <a:cubicBezTo>
                    <a:pt x="8" y="20"/>
                    <a:pt x="8" y="20"/>
                    <a:pt x="8" y="20"/>
                  </a:cubicBezTo>
                  <a:cubicBezTo>
                    <a:pt x="8" y="20"/>
                    <a:pt x="8" y="20"/>
                    <a:pt x="8" y="20"/>
                  </a:cubicBezTo>
                  <a:cubicBezTo>
                    <a:pt x="12" y="24"/>
                    <a:pt x="19" y="20"/>
                    <a:pt x="17" y="14"/>
                  </a:cubicBezTo>
                  <a:cubicBezTo>
                    <a:pt x="17" y="14"/>
                    <a:pt x="16" y="13"/>
                    <a:pt x="16" y="13"/>
                  </a:cubicBezTo>
                  <a:cubicBezTo>
                    <a:pt x="16" y="12"/>
                    <a:pt x="16" y="12"/>
                    <a:pt x="16" y="12"/>
                  </a:cubicBezTo>
                  <a:cubicBezTo>
                    <a:pt x="15" y="11"/>
                    <a:pt x="15" y="11"/>
                    <a:pt x="15" y="11"/>
                  </a:cubicBezTo>
                  <a:cubicBezTo>
                    <a:pt x="14" y="10"/>
                    <a:pt x="14" y="10"/>
                    <a:pt x="14" y="10"/>
                  </a:cubicBezTo>
                  <a:cubicBezTo>
                    <a:pt x="13" y="9"/>
                    <a:pt x="13" y="9"/>
                    <a:pt x="13" y="9"/>
                  </a:cubicBezTo>
                  <a:cubicBezTo>
                    <a:pt x="12" y="8"/>
                    <a:pt x="12" y="8"/>
                    <a:pt x="12" y="8"/>
                  </a:cubicBezTo>
                  <a:cubicBezTo>
                    <a:pt x="12" y="7"/>
                    <a:pt x="12" y="7"/>
                    <a:pt x="12" y="7"/>
                  </a:cubicBezTo>
                  <a:cubicBezTo>
                    <a:pt x="11" y="6"/>
                    <a:pt x="11" y="6"/>
                    <a:pt x="11" y="6"/>
                  </a:cubicBezTo>
                  <a:lnTo>
                    <a:pt x="10" y="5"/>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3" name="Freeform 147"/>
            <p:cNvSpPr>
              <a:spLocks/>
            </p:cNvSpPr>
            <p:nvPr/>
          </p:nvSpPr>
          <p:spPr bwMode="auto">
            <a:xfrm>
              <a:off x="2573338" y="3825875"/>
              <a:ext cx="53975" cy="30163"/>
            </a:xfrm>
            <a:custGeom>
              <a:avLst/>
              <a:gdLst>
                <a:gd name="T0" fmla="*/ 19 w 25"/>
                <a:gd name="T1" fmla="*/ 11 h 14"/>
                <a:gd name="T2" fmla="*/ 18 w 25"/>
                <a:gd name="T3" fmla="*/ 0 h 14"/>
                <a:gd name="T4" fmla="*/ 17 w 25"/>
                <a:gd name="T5" fmla="*/ 0 h 14"/>
                <a:gd name="T6" fmla="*/ 14 w 25"/>
                <a:gd name="T7" fmla="*/ 1 h 14"/>
                <a:gd name="T8" fmla="*/ 12 w 25"/>
                <a:gd name="T9" fmla="*/ 2 h 14"/>
                <a:gd name="T10" fmla="*/ 9 w 25"/>
                <a:gd name="T11" fmla="*/ 2 h 14"/>
                <a:gd name="T12" fmla="*/ 7 w 25"/>
                <a:gd name="T13" fmla="*/ 3 h 14"/>
                <a:gd name="T14" fmla="*/ 6 w 25"/>
                <a:gd name="T15" fmla="*/ 3 h 14"/>
                <a:gd name="T16" fmla="*/ 7 w 25"/>
                <a:gd name="T17" fmla="*/ 14 h 14"/>
                <a:gd name="T18" fmla="*/ 9 w 25"/>
                <a:gd name="T19" fmla="*/ 14 h 14"/>
                <a:gd name="T20" fmla="*/ 9 w 25"/>
                <a:gd name="T21" fmla="*/ 14 h 14"/>
                <a:gd name="T22" fmla="*/ 12 w 25"/>
                <a:gd name="T23" fmla="*/ 13 h 14"/>
                <a:gd name="T24" fmla="*/ 14 w 25"/>
                <a:gd name="T25" fmla="*/ 12 h 14"/>
                <a:gd name="T26" fmla="*/ 17 w 25"/>
                <a:gd name="T27" fmla="*/ 12 h 14"/>
                <a:gd name="T28" fmla="*/ 19 w 25"/>
                <a:gd name="T29"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4">
                  <a:moveTo>
                    <a:pt x="19" y="11"/>
                  </a:moveTo>
                  <a:cubicBezTo>
                    <a:pt x="25" y="9"/>
                    <a:pt x="25" y="1"/>
                    <a:pt x="18" y="0"/>
                  </a:cubicBezTo>
                  <a:cubicBezTo>
                    <a:pt x="18" y="0"/>
                    <a:pt x="17" y="0"/>
                    <a:pt x="17" y="0"/>
                  </a:cubicBezTo>
                  <a:cubicBezTo>
                    <a:pt x="14" y="1"/>
                    <a:pt x="14" y="1"/>
                    <a:pt x="14" y="1"/>
                  </a:cubicBezTo>
                  <a:cubicBezTo>
                    <a:pt x="12" y="2"/>
                    <a:pt x="12" y="2"/>
                    <a:pt x="12" y="2"/>
                  </a:cubicBezTo>
                  <a:cubicBezTo>
                    <a:pt x="9" y="2"/>
                    <a:pt x="9" y="2"/>
                    <a:pt x="9" y="2"/>
                  </a:cubicBezTo>
                  <a:cubicBezTo>
                    <a:pt x="7" y="3"/>
                    <a:pt x="7" y="3"/>
                    <a:pt x="7" y="3"/>
                  </a:cubicBezTo>
                  <a:cubicBezTo>
                    <a:pt x="6" y="3"/>
                    <a:pt x="6" y="3"/>
                    <a:pt x="6" y="3"/>
                  </a:cubicBezTo>
                  <a:cubicBezTo>
                    <a:pt x="0" y="4"/>
                    <a:pt x="1" y="13"/>
                    <a:pt x="7" y="14"/>
                  </a:cubicBezTo>
                  <a:cubicBezTo>
                    <a:pt x="8" y="14"/>
                    <a:pt x="8" y="14"/>
                    <a:pt x="9" y="14"/>
                  </a:cubicBezTo>
                  <a:cubicBezTo>
                    <a:pt x="9" y="14"/>
                    <a:pt x="9" y="14"/>
                    <a:pt x="9" y="14"/>
                  </a:cubicBezTo>
                  <a:cubicBezTo>
                    <a:pt x="12" y="13"/>
                    <a:pt x="12" y="13"/>
                    <a:pt x="12" y="13"/>
                  </a:cubicBezTo>
                  <a:cubicBezTo>
                    <a:pt x="14" y="12"/>
                    <a:pt x="14" y="12"/>
                    <a:pt x="14" y="12"/>
                  </a:cubicBezTo>
                  <a:cubicBezTo>
                    <a:pt x="17" y="12"/>
                    <a:pt x="17" y="12"/>
                    <a:pt x="17" y="12"/>
                  </a:cubicBezTo>
                  <a:lnTo>
                    <a:pt x="19"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4" name="Freeform 148"/>
            <p:cNvSpPr>
              <a:spLocks/>
            </p:cNvSpPr>
            <p:nvPr/>
          </p:nvSpPr>
          <p:spPr bwMode="auto">
            <a:xfrm>
              <a:off x="2703513" y="3770312"/>
              <a:ext cx="55563" cy="38100"/>
            </a:xfrm>
            <a:custGeom>
              <a:avLst/>
              <a:gdLst>
                <a:gd name="T0" fmla="*/ 20 w 26"/>
                <a:gd name="T1" fmla="*/ 12 h 18"/>
                <a:gd name="T2" fmla="*/ 16 w 26"/>
                <a:gd name="T3" fmla="*/ 2 h 18"/>
                <a:gd name="T4" fmla="*/ 15 w 26"/>
                <a:gd name="T5" fmla="*/ 2 h 18"/>
                <a:gd name="T6" fmla="*/ 13 w 26"/>
                <a:gd name="T7" fmla="*/ 3 h 18"/>
                <a:gd name="T8" fmla="*/ 11 w 26"/>
                <a:gd name="T9" fmla="*/ 4 h 18"/>
                <a:gd name="T10" fmla="*/ 8 w 26"/>
                <a:gd name="T11" fmla="*/ 6 h 18"/>
                <a:gd name="T12" fmla="*/ 6 w 26"/>
                <a:gd name="T13" fmla="*/ 7 h 18"/>
                <a:gd name="T14" fmla="*/ 8 w 26"/>
                <a:gd name="T15" fmla="*/ 17 h 18"/>
                <a:gd name="T16" fmla="*/ 10 w 26"/>
                <a:gd name="T17" fmla="*/ 17 h 18"/>
                <a:gd name="T18" fmla="*/ 13 w 26"/>
                <a:gd name="T19" fmla="*/ 16 h 18"/>
                <a:gd name="T20" fmla="*/ 15 w 26"/>
                <a:gd name="T21" fmla="*/ 14 h 18"/>
                <a:gd name="T22" fmla="*/ 18 w 26"/>
                <a:gd name="T23" fmla="*/ 13 h 18"/>
                <a:gd name="T24" fmla="*/ 20 w 26"/>
                <a:gd name="T25"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8">
                  <a:moveTo>
                    <a:pt x="20" y="12"/>
                  </a:moveTo>
                  <a:cubicBezTo>
                    <a:pt x="26" y="9"/>
                    <a:pt x="23" y="0"/>
                    <a:pt x="16" y="2"/>
                  </a:cubicBezTo>
                  <a:cubicBezTo>
                    <a:pt x="16" y="2"/>
                    <a:pt x="16" y="2"/>
                    <a:pt x="15" y="2"/>
                  </a:cubicBezTo>
                  <a:cubicBezTo>
                    <a:pt x="13" y="3"/>
                    <a:pt x="13" y="3"/>
                    <a:pt x="13" y="3"/>
                  </a:cubicBezTo>
                  <a:cubicBezTo>
                    <a:pt x="11" y="4"/>
                    <a:pt x="11" y="4"/>
                    <a:pt x="11" y="4"/>
                  </a:cubicBezTo>
                  <a:cubicBezTo>
                    <a:pt x="8" y="6"/>
                    <a:pt x="8" y="6"/>
                    <a:pt x="8" y="6"/>
                  </a:cubicBezTo>
                  <a:cubicBezTo>
                    <a:pt x="6" y="7"/>
                    <a:pt x="6" y="7"/>
                    <a:pt x="6" y="7"/>
                  </a:cubicBezTo>
                  <a:cubicBezTo>
                    <a:pt x="0" y="9"/>
                    <a:pt x="2" y="18"/>
                    <a:pt x="8" y="17"/>
                  </a:cubicBezTo>
                  <a:cubicBezTo>
                    <a:pt x="9" y="17"/>
                    <a:pt x="10" y="17"/>
                    <a:pt x="10" y="17"/>
                  </a:cubicBezTo>
                  <a:cubicBezTo>
                    <a:pt x="13" y="16"/>
                    <a:pt x="13" y="16"/>
                    <a:pt x="13" y="16"/>
                  </a:cubicBezTo>
                  <a:cubicBezTo>
                    <a:pt x="15" y="14"/>
                    <a:pt x="15" y="14"/>
                    <a:pt x="15" y="14"/>
                  </a:cubicBezTo>
                  <a:cubicBezTo>
                    <a:pt x="18" y="13"/>
                    <a:pt x="18" y="13"/>
                    <a:pt x="18" y="13"/>
                  </a:cubicBezTo>
                  <a:lnTo>
                    <a:pt x="20"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5" name="Freeform 149"/>
            <p:cNvSpPr>
              <a:spLocks/>
            </p:cNvSpPr>
            <p:nvPr/>
          </p:nvSpPr>
          <p:spPr bwMode="auto">
            <a:xfrm>
              <a:off x="2825750" y="3702050"/>
              <a:ext cx="53975" cy="38100"/>
            </a:xfrm>
            <a:custGeom>
              <a:avLst/>
              <a:gdLst>
                <a:gd name="T0" fmla="*/ 20 w 25"/>
                <a:gd name="T1" fmla="*/ 10 h 18"/>
                <a:gd name="T2" fmla="*/ 17 w 25"/>
                <a:gd name="T3" fmla="*/ 0 h 18"/>
                <a:gd name="T4" fmla="*/ 14 w 25"/>
                <a:gd name="T5" fmla="*/ 1 h 18"/>
                <a:gd name="T6" fmla="*/ 13 w 25"/>
                <a:gd name="T7" fmla="*/ 2 h 18"/>
                <a:gd name="T8" fmla="*/ 10 w 25"/>
                <a:gd name="T9" fmla="*/ 4 h 18"/>
                <a:gd name="T10" fmla="*/ 7 w 25"/>
                <a:gd name="T11" fmla="*/ 6 h 18"/>
                <a:gd name="T12" fmla="*/ 5 w 25"/>
                <a:gd name="T13" fmla="*/ 7 h 18"/>
                <a:gd name="T14" fmla="*/ 9 w 25"/>
                <a:gd name="T15" fmla="*/ 17 h 18"/>
                <a:gd name="T16" fmla="*/ 11 w 25"/>
                <a:gd name="T17" fmla="*/ 16 h 18"/>
                <a:gd name="T18" fmla="*/ 13 w 25"/>
                <a:gd name="T19" fmla="*/ 15 h 18"/>
                <a:gd name="T20" fmla="*/ 16 w 25"/>
                <a:gd name="T21" fmla="*/ 13 h 18"/>
                <a:gd name="T22" fmla="*/ 19 w 25"/>
                <a:gd name="T23" fmla="*/ 11 h 18"/>
                <a:gd name="T24" fmla="*/ 20 w 25"/>
                <a:gd name="T25"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8">
                  <a:moveTo>
                    <a:pt x="20" y="10"/>
                  </a:moveTo>
                  <a:cubicBezTo>
                    <a:pt x="25" y="7"/>
                    <a:pt x="22" y="0"/>
                    <a:pt x="17" y="0"/>
                  </a:cubicBezTo>
                  <a:cubicBezTo>
                    <a:pt x="16" y="0"/>
                    <a:pt x="15" y="0"/>
                    <a:pt x="14" y="1"/>
                  </a:cubicBezTo>
                  <a:cubicBezTo>
                    <a:pt x="13" y="2"/>
                    <a:pt x="13" y="2"/>
                    <a:pt x="13" y="2"/>
                  </a:cubicBezTo>
                  <a:cubicBezTo>
                    <a:pt x="10" y="4"/>
                    <a:pt x="10" y="4"/>
                    <a:pt x="10" y="4"/>
                  </a:cubicBezTo>
                  <a:cubicBezTo>
                    <a:pt x="7" y="6"/>
                    <a:pt x="7" y="6"/>
                    <a:pt x="7" y="6"/>
                  </a:cubicBezTo>
                  <a:cubicBezTo>
                    <a:pt x="5" y="7"/>
                    <a:pt x="5" y="7"/>
                    <a:pt x="5" y="7"/>
                  </a:cubicBezTo>
                  <a:cubicBezTo>
                    <a:pt x="0" y="10"/>
                    <a:pt x="3" y="18"/>
                    <a:pt x="9" y="17"/>
                  </a:cubicBezTo>
                  <a:cubicBezTo>
                    <a:pt x="9" y="17"/>
                    <a:pt x="10" y="17"/>
                    <a:pt x="11" y="16"/>
                  </a:cubicBezTo>
                  <a:cubicBezTo>
                    <a:pt x="13" y="15"/>
                    <a:pt x="13" y="15"/>
                    <a:pt x="13" y="15"/>
                  </a:cubicBezTo>
                  <a:cubicBezTo>
                    <a:pt x="16" y="13"/>
                    <a:pt x="16" y="13"/>
                    <a:pt x="16" y="13"/>
                  </a:cubicBezTo>
                  <a:cubicBezTo>
                    <a:pt x="19" y="11"/>
                    <a:pt x="19" y="11"/>
                    <a:pt x="19" y="11"/>
                  </a:cubicBezTo>
                  <a:lnTo>
                    <a:pt x="20" y="10"/>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6" name="Freeform 150"/>
            <p:cNvSpPr>
              <a:spLocks/>
            </p:cNvSpPr>
            <p:nvPr/>
          </p:nvSpPr>
          <p:spPr bwMode="auto">
            <a:xfrm>
              <a:off x="2940050" y="3614737"/>
              <a:ext cx="46038" cy="44450"/>
            </a:xfrm>
            <a:custGeom>
              <a:avLst/>
              <a:gdLst>
                <a:gd name="T0" fmla="*/ 20 w 22"/>
                <a:gd name="T1" fmla="*/ 12 h 21"/>
                <a:gd name="T2" fmla="*/ 22 w 22"/>
                <a:gd name="T3" fmla="*/ 6 h 21"/>
                <a:gd name="T4" fmla="*/ 13 w 22"/>
                <a:gd name="T5" fmla="*/ 3 h 21"/>
                <a:gd name="T6" fmla="*/ 12 w 22"/>
                <a:gd name="T7" fmla="*/ 4 h 21"/>
                <a:gd name="T8" fmla="*/ 9 w 22"/>
                <a:gd name="T9" fmla="*/ 6 h 21"/>
                <a:gd name="T10" fmla="*/ 6 w 22"/>
                <a:gd name="T11" fmla="*/ 9 h 21"/>
                <a:gd name="T12" fmla="*/ 5 w 22"/>
                <a:gd name="T13" fmla="*/ 10 h 21"/>
                <a:gd name="T14" fmla="*/ 10 w 22"/>
                <a:gd name="T15" fmla="*/ 19 h 21"/>
                <a:gd name="T16" fmla="*/ 11 w 22"/>
                <a:gd name="T17" fmla="*/ 18 h 21"/>
                <a:gd name="T18" fmla="*/ 13 w 22"/>
                <a:gd name="T19" fmla="*/ 17 h 21"/>
                <a:gd name="T20" fmla="*/ 16 w 22"/>
                <a:gd name="T21" fmla="*/ 15 h 21"/>
                <a:gd name="T22" fmla="*/ 19 w 22"/>
                <a:gd name="T23" fmla="*/ 12 h 21"/>
                <a:gd name="T24" fmla="*/ 20 w 22"/>
                <a:gd name="T2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21">
                  <a:moveTo>
                    <a:pt x="20" y="12"/>
                  </a:moveTo>
                  <a:cubicBezTo>
                    <a:pt x="22" y="10"/>
                    <a:pt x="22" y="8"/>
                    <a:pt x="22" y="6"/>
                  </a:cubicBezTo>
                  <a:cubicBezTo>
                    <a:pt x="21" y="2"/>
                    <a:pt x="16" y="0"/>
                    <a:pt x="13" y="3"/>
                  </a:cubicBezTo>
                  <a:cubicBezTo>
                    <a:pt x="12" y="4"/>
                    <a:pt x="12" y="4"/>
                    <a:pt x="12" y="4"/>
                  </a:cubicBezTo>
                  <a:cubicBezTo>
                    <a:pt x="9" y="6"/>
                    <a:pt x="9" y="6"/>
                    <a:pt x="9" y="6"/>
                  </a:cubicBezTo>
                  <a:cubicBezTo>
                    <a:pt x="6" y="9"/>
                    <a:pt x="6" y="9"/>
                    <a:pt x="6" y="9"/>
                  </a:cubicBezTo>
                  <a:cubicBezTo>
                    <a:pt x="5" y="10"/>
                    <a:pt x="5" y="10"/>
                    <a:pt x="5" y="10"/>
                  </a:cubicBezTo>
                  <a:cubicBezTo>
                    <a:pt x="0" y="14"/>
                    <a:pt x="4" y="21"/>
                    <a:pt x="10" y="19"/>
                  </a:cubicBezTo>
                  <a:cubicBezTo>
                    <a:pt x="11" y="19"/>
                    <a:pt x="11" y="19"/>
                    <a:pt x="11" y="18"/>
                  </a:cubicBezTo>
                  <a:cubicBezTo>
                    <a:pt x="13" y="17"/>
                    <a:pt x="13" y="17"/>
                    <a:pt x="13" y="17"/>
                  </a:cubicBezTo>
                  <a:cubicBezTo>
                    <a:pt x="16" y="15"/>
                    <a:pt x="16" y="15"/>
                    <a:pt x="16" y="15"/>
                  </a:cubicBezTo>
                  <a:cubicBezTo>
                    <a:pt x="19" y="12"/>
                    <a:pt x="19" y="12"/>
                    <a:pt x="19" y="12"/>
                  </a:cubicBezTo>
                  <a:lnTo>
                    <a:pt x="20"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7" name="Freeform 151"/>
            <p:cNvSpPr>
              <a:spLocks/>
            </p:cNvSpPr>
            <p:nvPr/>
          </p:nvSpPr>
          <p:spPr bwMode="auto">
            <a:xfrm>
              <a:off x="3046413" y="3522662"/>
              <a:ext cx="49213" cy="44450"/>
            </a:xfrm>
            <a:custGeom>
              <a:avLst/>
              <a:gdLst>
                <a:gd name="T0" fmla="*/ 19 w 23"/>
                <a:gd name="T1" fmla="*/ 11 h 21"/>
                <a:gd name="T2" fmla="*/ 15 w 23"/>
                <a:gd name="T3" fmla="*/ 2 h 21"/>
                <a:gd name="T4" fmla="*/ 12 w 23"/>
                <a:gd name="T5" fmla="*/ 3 h 21"/>
                <a:gd name="T6" fmla="*/ 11 w 23"/>
                <a:gd name="T7" fmla="*/ 4 h 21"/>
                <a:gd name="T8" fmla="*/ 8 w 23"/>
                <a:gd name="T9" fmla="*/ 7 h 21"/>
                <a:gd name="T10" fmla="*/ 5 w 23"/>
                <a:gd name="T11" fmla="*/ 10 h 21"/>
                <a:gd name="T12" fmla="*/ 4 w 23"/>
                <a:gd name="T13" fmla="*/ 10 h 21"/>
                <a:gd name="T14" fmla="*/ 10 w 23"/>
                <a:gd name="T15" fmla="*/ 19 h 21"/>
                <a:gd name="T16" fmla="*/ 11 w 23"/>
                <a:gd name="T17" fmla="*/ 18 h 21"/>
                <a:gd name="T18" fmla="*/ 12 w 23"/>
                <a:gd name="T19" fmla="*/ 17 h 21"/>
                <a:gd name="T20" fmla="*/ 15 w 23"/>
                <a:gd name="T21" fmla="*/ 15 h 21"/>
                <a:gd name="T22" fmla="*/ 19 w 23"/>
                <a:gd name="T23" fmla="*/ 12 h 21"/>
                <a:gd name="T24" fmla="*/ 19 w 23"/>
                <a:gd name="T25"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21">
                  <a:moveTo>
                    <a:pt x="19" y="11"/>
                  </a:moveTo>
                  <a:cubicBezTo>
                    <a:pt x="23" y="7"/>
                    <a:pt x="20" y="0"/>
                    <a:pt x="15" y="2"/>
                  </a:cubicBezTo>
                  <a:cubicBezTo>
                    <a:pt x="14" y="2"/>
                    <a:pt x="13" y="2"/>
                    <a:pt x="12" y="3"/>
                  </a:cubicBezTo>
                  <a:cubicBezTo>
                    <a:pt x="11" y="4"/>
                    <a:pt x="11" y="4"/>
                    <a:pt x="11" y="4"/>
                  </a:cubicBezTo>
                  <a:cubicBezTo>
                    <a:pt x="8" y="7"/>
                    <a:pt x="8" y="7"/>
                    <a:pt x="8" y="7"/>
                  </a:cubicBezTo>
                  <a:cubicBezTo>
                    <a:pt x="5" y="10"/>
                    <a:pt x="5" y="10"/>
                    <a:pt x="5" y="10"/>
                  </a:cubicBezTo>
                  <a:cubicBezTo>
                    <a:pt x="4" y="10"/>
                    <a:pt x="4" y="10"/>
                    <a:pt x="4" y="10"/>
                  </a:cubicBezTo>
                  <a:cubicBezTo>
                    <a:pt x="0" y="14"/>
                    <a:pt x="4" y="21"/>
                    <a:pt x="10" y="19"/>
                  </a:cubicBezTo>
                  <a:cubicBezTo>
                    <a:pt x="10" y="19"/>
                    <a:pt x="11" y="19"/>
                    <a:pt x="11" y="18"/>
                  </a:cubicBezTo>
                  <a:cubicBezTo>
                    <a:pt x="12" y="17"/>
                    <a:pt x="12" y="17"/>
                    <a:pt x="12" y="17"/>
                  </a:cubicBezTo>
                  <a:cubicBezTo>
                    <a:pt x="15" y="15"/>
                    <a:pt x="15" y="15"/>
                    <a:pt x="15" y="15"/>
                  </a:cubicBezTo>
                  <a:cubicBezTo>
                    <a:pt x="19" y="12"/>
                    <a:pt x="19" y="12"/>
                    <a:pt x="19" y="12"/>
                  </a:cubicBezTo>
                  <a:lnTo>
                    <a:pt x="19"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8" name="Freeform 152"/>
            <p:cNvSpPr>
              <a:spLocks/>
            </p:cNvSpPr>
            <p:nvPr/>
          </p:nvSpPr>
          <p:spPr bwMode="auto">
            <a:xfrm>
              <a:off x="3144838" y="3419475"/>
              <a:ext cx="52388" cy="49213"/>
            </a:xfrm>
            <a:custGeom>
              <a:avLst/>
              <a:gdLst>
                <a:gd name="T0" fmla="*/ 19 w 24"/>
                <a:gd name="T1" fmla="*/ 12 h 23"/>
                <a:gd name="T2" fmla="*/ 13 w 24"/>
                <a:gd name="T3" fmla="*/ 3 h 23"/>
                <a:gd name="T4" fmla="*/ 11 w 24"/>
                <a:gd name="T5" fmla="*/ 4 h 23"/>
                <a:gd name="T6" fmla="*/ 9 w 24"/>
                <a:gd name="T7" fmla="*/ 6 h 23"/>
                <a:gd name="T8" fmla="*/ 6 w 24"/>
                <a:gd name="T9" fmla="*/ 10 h 23"/>
                <a:gd name="T10" fmla="*/ 4 w 24"/>
                <a:gd name="T11" fmla="*/ 12 h 23"/>
                <a:gd name="T12" fmla="*/ 10 w 24"/>
                <a:gd name="T13" fmla="*/ 21 h 23"/>
                <a:gd name="T14" fmla="*/ 12 w 24"/>
                <a:gd name="T15" fmla="*/ 20 h 23"/>
                <a:gd name="T16" fmla="*/ 15 w 24"/>
                <a:gd name="T17" fmla="*/ 17 h 23"/>
                <a:gd name="T18" fmla="*/ 17 w 24"/>
                <a:gd name="T19" fmla="*/ 14 h 23"/>
                <a:gd name="T20" fmla="*/ 19 w 24"/>
                <a:gd name="T2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3">
                  <a:moveTo>
                    <a:pt x="19" y="12"/>
                  </a:moveTo>
                  <a:cubicBezTo>
                    <a:pt x="24" y="7"/>
                    <a:pt x="18" y="0"/>
                    <a:pt x="13" y="3"/>
                  </a:cubicBezTo>
                  <a:cubicBezTo>
                    <a:pt x="12" y="3"/>
                    <a:pt x="12" y="4"/>
                    <a:pt x="11" y="4"/>
                  </a:cubicBezTo>
                  <a:cubicBezTo>
                    <a:pt x="9" y="6"/>
                    <a:pt x="9" y="6"/>
                    <a:pt x="9" y="6"/>
                  </a:cubicBezTo>
                  <a:cubicBezTo>
                    <a:pt x="6" y="10"/>
                    <a:pt x="6" y="10"/>
                    <a:pt x="6" y="10"/>
                  </a:cubicBezTo>
                  <a:cubicBezTo>
                    <a:pt x="4" y="12"/>
                    <a:pt x="4" y="12"/>
                    <a:pt x="4" y="12"/>
                  </a:cubicBezTo>
                  <a:cubicBezTo>
                    <a:pt x="0" y="17"/>
                    <a:pt x="5" y="23"/>
                    <a:pt x="10" y="21"/>
                  </a:cubicBezTo>
                  <a:cubicBezTo>
                    <a:pt x="11" y="21"/>
                    <a:pt x="12" y="20"/>
                    <a:pt x="12" y="20"/>
                  </a:cubicBezTo>
                  <a:cubicBezTo>
                    <a:pt x="15" y="17"/>
                    <a:pt x="15" y="17"/>
                    <a:pt x="15" y="17"/>
                  </a:cubicBezTo>
                  <a:cubicBezTo>
                    <a:pt x="17" y="14"/>
                    <a:pt x="17" y="14"/>
                    <a:pt x="17" y="14"/>
                  </a:cubicBezTo>
                  <a:lnTo>
                    <a:pt x="19"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9" name="Freeform 153"/>
            <p:cNvSpPr>
              <a:spLocks/>
            </p:cNvSpPr>
            <p:nvPr/>
          </p:nvSpPr>
          <p:spPr bwMode="auto">
            <a:xfrm>
              <a:off x="3236913" y="3316287"/>
              <a:ext cx="47625" cy="47625"/>
            </a:xfrm>
            <a:custGeom>
              <a:avLst/>
              <a:gdLst>
                <a:gd name="T0" fmla="*/ 19 w 22"/>
                <a:gd name="T1" fmla="*/ 9 h 22"/>
                <a:gd name="T2" fmla="*/ 14 w 22"/>
                <a:gd name="T3" fmla="*/ 0 h 22"/>
                <a:gd name="T4" fmla="*/ 10 w 22"/>
                <a:gd name="T5" fmla="*/ 2 h 22"/>
                <a:gd name="T6" fmla="*/ 8 w 22"/>
                <a:gd name="T7" fmla="*/ 5 h 22"/>
                <a:gd name="T8" fmla="*/ 6 w 22"/>
                <a:gd name="T9" fmla="*/ 8 h 22"/>
                <a:gd name="T10" fmla="*/ 4 w 22"/>
                <a:gd name="T11" fmla="*/ 11 h 22"/>
                <a:gd name="T12" fmla="*/ 11 w 22"/>
                <a:gd name="T13" fmla="*/ 19 h 22"/>
                <a:gd name="T14" fmla="*/ 12 w 22"/>
                <a:gd name="T15" fmla="*/ 18 h 22"/>
                <a:gd name="T16" fmla="*/ 14 w 22"/>
                <a:gd name="T17" fmla="*/ 15 h 22"/>
                <a:gd name="T18" fmla="*/ 17 w 22"/>
                <a:gd name="T19" fmla="*/ 12 h 22"/>
                <a:gd name="T20" fmla="*/ 19 w 22"/>
                <a:gd name="T2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2">
                  <a:moveTo>
                    <a:pt x="19" y="9"/>
                  </a:moveTo>
                  <a:cubicBezTo>
                    <a:pt x="22" y="5"/>
                    <a:pt x="19" y="0"/>
                    <a:pt x="14" y="0"/>
                  </a:cubicBezTo>
                  <a:cubicBezTo>
                    <a:pt x="12" y="0"/>
                    <a:pt x="11" y="1"/>
                    <a:pt x="10" y="2"/>
                  </a:cubicBezTo>
                  <a:cubicBezTo>
                    <a:pt x="8" y="5"/>
                    <a:pt x="8" y="5"/>
                    <a:pt x="8" y="5"/>
                  </a:cubicBezTo>
                  <a:cubicBezTo>
                    <a:pt x="6" y="8"/>
                    <a:pt x="6" y="8"/>
                    <a:pt x="6" y="8"/>
                  </a:cubicBezTo>
                  <a:cubicBezTo>
                    <a:pt x="4" y="11"/>
                    <a:pt x="4" y="11"/>
                    <a:pt x="4" y="11"/>
                  </a:cubicBezTo>
                  <a:cubicBezTo>
                    <a:pt x="0" y="16"/>
                    <a:pt x="6" y="22"/>
                    <a:pt x="11" y="19"/>
                  </a:cubicBezTo>
                  <a:cubicBezTo>
                    <a:pt x="11" y="18"/>
                    <a:pt x="12" y="18"/>
                    <a:pt x="12" y="18"/>
                  </a:cubicBezTo>
                  <a:cubicBezTo>
                    <a:pt x="14" y="15"/>
                    <a:pt x="14" y="15"/>
                    <a:pt x="14" y="15"/>
                  </a:cubicBezTo>
                  <a:cubicBezTo>
                    <a:pt x="17" y="12"/>
                    <a:pt x="17" y="12"/>
                    <a:pt x="17" y="12"/>
                  </a:cubicBezTo>
                  <a:lnTo>
                    <a:pt x="19"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0" name="Freeform 154"/>
            <p:cNvSpPr>
              <a:spLocks/>
            </p:cNvSpPr>
            <p:nvPr/>
          </p:nvSpPr>
          <p:spPr bwMode="auto">
            <a:xfrm>
              <a:off x="3321050" y="3200400"/>
              <a:ext cx="42863" cy="49213"/>
            </a:xfrm>
            <a:custGeom>
              <a:avLst/>
              <a:gdLst>
                <a:gd name="T0" fmla="*/ 18 w 20"/>
                <a:gd name="T1" fmla="*/ 9 h 23"/>
                <a:gd name="T2" fmla="*/ 19 w 20"/>
                <a:gd name="T3" fmla="*/ 4 h 23"/>
                <a:gd name="T4" fmla="*/ 9 w 20"/>
                <a:gd name="T5" fmla="*/ 3 h 23"/>
                <a:gd name="T6" fmla="*/ 8 w 20"/>
                <a:gd name="T7" fmla="*/ 6 h 23"/>
                <a:gd name="T8" fmla="*/ 5 w 20"/>
                <a:gd name="T9" fmla="*/ 9 h 23"/>
                <a:gd name="T10" fmla="*/ 3 w 20"/>
                <a:gd name="T11" fmla="*/ 12 h 23"/>
                <a:gd name="T12" fmla="*/ 11 w 20"/>
                <a:gd name="T13" fmla="*/ 20 h 23"/>
                <a:gd name="T14" fmla="*/ 12 w 20"/>
                <a:gd name="T15" fmla="*/ 18 h 23"/>
                <a:gd name="T16" fmla="*/ 14 w 20"/>
                <a:gd name="T17" fmla="*/ 16 h 23"/>
                <a:gd name="T18" fmla="*/ 17 w 20"/>
                <a:gd name="T19" fmla="*/ 12 h 23"/>
                <a:gd name="T20" fmla="*/ 18 w 20"/>
                <a:gd name="T21"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3">
                  <a:moveTo>
                    <a:pt x="18" y="9"/>
                  </a:moveTo>
                  <a:cubicBezTo>
                    <a:pt x="20" y="8"/>
                    <a:pt x="20" y="6"/>
                    <a:pt x="19" y="4"/>
                  </a:cubicBezTo>
                  <a:cubicBezTo>
                    <a:pt x="17" y="0"/>
                    <a:pt x="12" y="0"/>
                    <a:pt x="9" y="3"/>
                  </a:cubicBezTo>
                  <a:cubicBezTo>
                    <a:pt x="8" y="6"/>
                    <a:pt x="8" y="6"/>
                    <a:pt x="8" y="6"/>
                  </a:cubicBezTo>
                  <a:cubicBezTo>
                    <a:pt x="5" y="9"/>
                    <a:pt x="5" y="9"/>
                    <a:pt x="5" y="9"/>
                  </a:cubicBezTo>
                  <a:cubicBezTo>
                    <a:pt x="3" y="12"/>
                    <a:pt x="3" y="12"/>
                    <a:pt x="3" y="12"/>
                  </a:cubicBezTo>
                  <a:cubicBezTo>
                    <a:pt x="0" y="17"/>
                    <a:pt x="6" y="23"/>
                    <a:pt x="11" y="20"/>
                  </a:cubicBezTo>
                  <a:cubicBezTo>
                    <a:pt x="11" y="19"/>
                    <a:pt x="12" y="19"/>
                    <a:pt x="12" y="18"/>
                  </a:cubicBezTo>
                  <a:cubicBezTo>
                    <a:pt x="14" y="16"/>
                    <a:pt x="14" y="16"/>
                    <a:pt x="14" y="16"/>
                  </a:cubicBezTo>
                  <a:cubicBezTo>
                    <a:pt x="17" y="12"/>
                    <a:pt x="17" y="12"/>
                    <a:pt x="17" y="12"/>
                  </a:cubicBezTo>
                  <a:lnTo>
                    <a:pt x="18"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1" name="Freeform 155"/>
            <p:cNvSpPr>
              <a:spLocks/>
            </p:cNvSpPr>
            <p:nvPr/>
          </p:nvSpPr>
          <p:spPr bwMode="auto">
            <a:xfrm>
              <a:off x="3395663" y="3076575"/>
              <a:ext cx="42863" cy="53975"/>
            </a:xfrm>
            <a:custGeom>
              <a:avLst/>
              <a:gdLst>
                <a:gd name="T0" fmla="*/ 17 w 20"/>
                <a:gd name="T1" fmla="*/ 11 h 25"/>
                <a:gd name="T2" fmla="*/ 9 w 20"/>
                <a:gd name="T3" fmla="*/ 4 h 25"/>
                <a:gd name="T4" fmla="*/ 8 w 20"/>
                <a:gd name="T5" fmla="*/ 5 h 25"/>
                <a:gd name="T6" fmla="*/ 6 w 20"/>
                <a:gd name="T7" fmla="*/ 8 h 25"/>
                <a:gd name="T8" fmla="*/ 4 w 20"/>
                <a:gd name="T9" fmla="*/ 12 h 25"/>
                <a:gd name="T10" fmla="*/ 2 w 20"/>
                <a:gd name="T11" fmla="*/ 15 h 25"/>
                <a:gd name="T12" fmla="*/ 10 w 20"/>
                <a:gd name="T13" fmla="*/ 22 h 25"/>
                <a:gd name="T14" fmla="*/ 12 w 20"/>
                <a:gd name="T15" fmla="*/ 20 h 25"/>
                <a:gd name="T16" fmla="*/ 14 w 20"/>
                <a:gd name="T17" fmla="*/ 17 h 25"/>
                <a:gd name="T18" fmla="*/ 16 w 20"/>
                <a:gd name="T19" fmla="*/ 13 h 25"/>
                <a:gd name="T20" fmla="*/ 17 w 20"/>
                <a:gd name="T2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5">
                  <a:moveTo>
                    <a:pt x="17" y="11"/>
                  </a:moveTo>
                  <a:cubicBezTo>
                    <a:pt x="20" y="5"/>
                    <a:pt x="14" y="0"/>
                    <a:pt x="9" y="4"/>
                  </a:cubicBezTo>
                  <a:cubicBezTo>
                    <a:pt x="8" y="4"/>
                    <a:pt x="8" y="5"/>
                    <a:pt x="8" y="5"/>
                  </a:cubicBezTo>
                  <a:cubicBezTo>
                    <a:pt x="6" y="8"/>
                    <a:pt x="6" y="8"/>
                    <a:pt x="6" y="8"/>
                  </a:cubicBezTo>
                  <a:cubicBezTo>
                    <a:pt x="4" y="12"/>
                    <a:pt x="4" y="12"/>
                    <a:pt x="4" y="12"/>
                  </a:cubicBezTo>
                  <a:cubicBezTo>
                    <a:pt x="2" y="15"/>
                    <a:pt x="2" y="15"/>
                    <a:pt x="2" y="15"/>
                  </a:cubicBezTo>
                  <a:cubicBezTo>
                    <a:pt x="0" y="20"/>
                    <a:pt x="5" y="25"/>
                    <a:pt x="10" y="22"/>
                  </a:cubicBezTo>
                  <a:cubicBezTo>
                    <a:pt x="11" y="22"/>
                    <a:pt x="12" y="21"/>
                    <a:pt x="12" y="20"/>
                  </a:cubicBezTo>
                  <a:cubicBezTo>
                    <a:pt x="14" y="17"/>
                    <a:pt x="14" y="17"/>
                    <a:pt x="14" y="17"/>
                  </a:cubicBezTo>
                  <a:cubicBezTo>
                    <a:pt x="16" y="13"/>
                    <a:pt x="16" y="13"/>
                    <a:pt x="16" y="13"/>
                  </a:cubicBezTo>
                  <a:lnTo>
                    <a:pt x="17"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2" name="Freeform 156"/>
            <p:cNvSpPr>
              <a:spLocks/>
            </p:cNvSpPr>
            <p:nvPr/>
          </p:nvSpPr>
          <p:spPr bwMode="auto">
            <a:xfrm>
              <a:off x="3460750" y="2949575"/>
              <a:ext cx="38100" cy="52388"/>
            </a:xfrm>
            <a:custGeom>
              <a:avLst/>
              <a:gdLst>
                <a:gd name="T0" fmla="*/ 16 w 18"/>
                <a:gd name="T1" fmla="*/ 10 h 24"/>
                <a:gd name="T2" fmla="*/ 7 w 18"/>
                <a:gd name="T3" fmla="*/ 4 h 24"/>
                <a:gd name="T4" fmla="*/ 6 w 18"/>
                <a:gd name="T5" fmla="*/ 6 h 24"/>
                <a:gd name="T6" fmla="*/ 4 w 18"/>
                <a:gd name="T7" fmla="*/ 9 h 24"/>
                <a:gd name="T8" fmla="*/ 3 w 18"/>
                <a:gd name="T9" fmla="*/ 13 h 24"/>
                <a:gd name="T10" fmla="*/ 1 w 18"/>
                <a:gd name="T11" fmla="*/ 16 h 24"/>
                <a:gd name="T12" fmla="*/ 3 w 18"/>
                <a:gd name="T13" fmla="*/ 22 h 24"/>
                <a:gd name="T14" fmla="*/ 11 w 18"/>
                <a:gd name="T15" fmla="*/ 20 h 24"/>
                <a:gd name="T16" fmla="*/ 13 w 18"/>
                <a:gd name="T17" fmla="*/ 17 h 24"/>
                <a:gd name="T18" fmla="*/ 14 w 18"/>
                <a:gd name="T19" fmla="*/ 13 h 24"/>
                <a:gd name="T20" fmla="*/ 16 w 18"/>
                <a:gd name="T21"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4">
                  <a:moveTo>
                    <a:pt x="16" y="10"/>
                  </a:moveTo>
                  <a:cubicBezTo>
                    <a:pt x="18" y="5"/>
                    <a:pt x="11" y="0"/>
                    <a:pt x="7" y="4"/>
                  </a:cubicBezTo>
                  <a:cubicBezTo>
                    <a:pt x="6" y="5"/>
                    <a:pt x="6" y="5"/>
                    <a:pt x="6" y="6"/>
                  </a:cubicBezTo>
                  <a:cubicBezTo>
                    <a:pt x="4" y="9"/>
                    <a:pt x="4" y="9"/>
                    <a:pt x="4" y="9"/>
                  </a:cubicBezTo>
                  <a:cubicBezTo>
                    <a:pt x="3" y="13"/>
                    <a:pt x="3" y="13"/>
                    <a:pt x="3" y="13"/>
                  </a:cubicBezTo>
                  <a:cubicBezTo>
                    <a:pt x="1" y="16"/>
                    <a:pt x="1" y="16"/>
                    <a:pt x="1" y="16"/>
                  </a:cubicBezTo>
                  <a:cubicBezTo>
                    <a:pt x="0" y="18"/>
                    <a:pt x="1" y="21"/>
                    <a:pt x="3" y="22"/>
                  </a:cubicBezTo>
                  <a:cubicBezTo>
                    <a:pt x="6" y="24"/>
                    <a:pt x="10" y="23"/>
                    <a:pt x="11" y="20"/>
                  </a:cubicBezTo>
                  <a:cubicBezTo>
                    <a:pt x="13" y="17"/>
                    <a:pt x="13" y="17"/>
                    <a:pt x="13" y="17"/>
                  </a:cubicBezTo>
                  <a:cubicBezTo>
                    <a:pt x="14" y="13"/>
                    <a:pt x="14" y="13"/>
                    <a:pt x="14" y="13"/>
                  </a:cubicBezTo>
                  <a:lnTo>
                    <a:pt x="16" y="10"/>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3" name="Freeform 157"/>
            <p:cNvSpPr>
              <a:spLocks/>
            </p:cNvSpPr>
            <p:nvPr/>
          </p:nvSpPr>
          <p:spPr bwMode="auto">
            <a:xfrm>
              <a:off x="3506788" y="2817812"/>
              <a:ext cx="36513" cy="57150"/>
            </a:xfrm>
            <a:custGeom>
              <a:avLst/>
              <a:gdLst>
                <a:gd name="T0" fmla="*/ 16 w 17"/>
                <a:gd name="T1" fmla="*/ 9 h 27"/>
                <a:gd name="T2" fmla="*/ 6 w 17"/>
                <a:gd name="T3" fmla="*/ 5 h 27"/>
                <a:gd name="T4" fmla="*/ 5 w 17"/>
                <a:gd name="T5" fmla="*/ 7 h 27"/>
                <a:gd name="T6" fmla="*/ 5 w 17"/>
                <a:gd name="T7" fmla="*/ 8 h 27"/>
                <a:gd name="T8" fmla="*/ 3 w 17"/>
                <a:gd name="T9" fmla="*/ 12 h 27"/>
                <a:gd name="T10" fmla="*/ 2 w 17"/>
                <a:gd name="T11" fmla="*/ 16 h 27"/>
                <a:gd name="T12" fmla="*/ 2 w 17"/>
                <a:gd name="T13" fmla="*/ 17 h 27"/>
                <a:gd name="T14" fmla="*/ 12 w 17"/>
                <a:gd name="T15" fmla="*/ 22 h 27"/>
                <a:gd name="T16" fmla="*/ 12 w 17"/>
                <a:gd name="T17" fmla="*/ 20 h 27"/>
                <a:gd name="T18" fmla="*/ 13 w 17"/>
                <a:gd name="T19" fmla="*/ 19 h 27"/>
                <a:gd name="T20" fmla="*/ 14 w 17"/>
                <a:gd name="T21" fmla="*/ 15 h 27"/>
                <a:gd name="T22" fmla="*/ 15 w 17"/>
                <a:gd name="T23" fmla="*/ 11 h 27"/>
                <a:gd name="T24" fmla="*/ 16 w 17"/>
                <a:gd name="T25"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7">
                  <a:moveTo>
                    <a:pt x="16" y="9"/>
                  </a:moveTo>
                  <a:cubicBezTo>
                    <a:pt x="17" y="4"/>
                    <a:pt x="10" y="0"/>
                    <a:pt x="6" y="5"/>
                  </a:cubicBezTo>
                  <a:cubicBezTo>
                    <a:pt x="6" y="5"/>
                    <a:pt x="5" y="6"/>
                    <a:pt x="5" y="7"/>
                  </a:cubicBezTo>
                  <a:cubicBezTo>
                    <a:pt x="5" y="8"/>
                    <a:pt x="5" y="8"/>
                    <a:pt x="5" y="8"/>
                  </a:cubicBezTo>
                  <a:cubicBezTo>
                    <a:pt x="3" y="12"/>
                    <a:pt x="3" y="12"/>
                    <a:pt x="3" y="12"/>
                  </a:cubicBezTo>
                  <a:cubicBezTo>
                    <a:pt x="2" y="16"/>
                    <a:pt x="2" y="16"/>
                    <a:pt x="2" y="16"/>
                  </a:cubicBezTo>
                  <a:cubicBezTo>
                    <a:pt x="2" y="17"/>
                    <a:pt x="2" y="17"/>
                    <a:pt x="2" y="17"/>
                  </a:cubicBezTo>
                  <a:cubicBezTo>
                    <a:pt x="0" y="23"/>
                    <a:pt x="8" y="27"/>
                    <a:pt x="12" y="22"/>
                  </a:cubicBezTo>
                  <a:cubicBezTo>
                    <a:pt x="12" y="21"/>
                    <a:pt x="12" y="21"/>
                    <a:pt x="12" y="20"/>
                  </a:cubicBezTo>
                  <a:cubicBezTo>
                    <a:pt x="13" y="19"/>
                    <a:pt x="13" y="19"/>
                    <a:pt x="13" y="19"/>
                  </a:cubicBezTo>
                  <a:cubicBezTo>
                    <a:pt x="14" y="15"/>
                    <a:pt x="14" y="15"/>
                    <a:pt x="14" y="15"/>
                  </a:cubicBezTo>
                  <a:cubicBezTo>
                    <a:pt x="15" y="11"/>
                    <a:pt x="15" y="11"/>
                    <a:pt x="15" y="11"/>
                  </a:cubicBezTo>
                  <a:lnTo>
                    <a:pt x="16"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4" name="Freeform 158"/>
            <p:cNvSpPr>
              <a:spLocks/>
            </p:cNvSpPr>
            <p:nvPr/>
          </p:nvSpPr>
          <p:spPr bwMode="auto">
            <a:xfrm>
              <a:off x="3541713" y="2679700"/>
              <a:ext cx="30163" cy="58738"/>
            </a:xfrm>
            <a:custGeom>
              <a:avLst/>
              <a:gdLst>
                <a:gd name="T0" fmla="*/ 13 w 14"/>
                <a:gd name="T1" fmla="*/ 9 h 27"/>
                <a:gd name="T2" fmla="*/ 3 w 14"/>
                <a:gd name="T3" fmla="*/ 5 h 27"/>
                <a:gd name="T4" fmla="*/ 2 w 14"/>
                <a:gd name="T5" fmla="*/ 7 h 27"/>
                <a:gd name="T6" fmla="*/ 2 w 14"/>
                <a:gd name="T7" fmla="*/ 8 h 27"/>
                <a:gd name="T8" fmla="*/ 1 w 14"/>
                <a:gd name="T9" fmla="*/ 12 h 27"/>
                <a:gd name="T10" fmla="*/ 1 w 14"/>
                <a:gd name="T11" fmla="*/ 16 h 27"/>
                <a:gd name="T12" fmla="*/ 0 w 14"/>
                <a:gd name="T13" fmla="*/ 18 h 27"/>
                <a:gd name="T14" fmla="*/ 11 w 14"/>
                <a:gd name="T15" fmla="*/ 21 h 27"/>
                <a:gd name="T16" fmla="*/ 11 w 14"/>
                <a:gd name="T17" fmla="*/ 19 h 27"/>
                <a:gd name="T18" fmla="*/ 12 w 14"/>
                <a:gd name="T19" fmla="*/ 18 h 27"/>
                <a:gd name="T20" fmla="*/ 12 w 14"/>
                <a:gd name="T21" fmla="*/ 14 h 27"/>
                <a:gd name="T22" fmla="*/ 13 w 14"/>
                <a:gd name="T23" fmla="*/ 10 h 27"/>
                <a:gd name="T24" fmla="*/ 13 w 14"/>
                <a:gd name="T25"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7">
                  <a:moveTo>
                    <a:pt x="13" y="9"/>
                  </a:moveTo>
                  <a:cubicBezTo>
                    <a:pt x="14" y="3"/>
                    <a:pt x="6" y="0"/>
                    <a:pt x="3" y="5"/>
                  </a:cubicBezTo>
                  <a:cubicBezTo>
                    <a:pt x="2" y="6"/>
                    <a:pt x="2" y="6"/>
                    <a:pt x="2" y="7"/>
                  </a:cubicBezTo>
                  <a:cubicBezTo>
                    <a:pt x="2" y="8"/>
                    <a:pt x="2" y="8"/>
                    <a:pt x="2" y="8"/>
                  </a:cubicBezTo>
                  <a:cubicBezTo>
                    <a:pt x="1" y="12"/>
                    <a:pt x="1" y="12"/>
                    <a:pt x="1" y="12"/>
                  </a:cubicBezTo>
                  <a:cubicBezTo>
                    <a:pt x="1" y="16"/>
                    <a:pt x="1" y="16"/>
                    <a:pt x="1" y="16"/>
                  </a:cubicBezTo>
                  <a:cubicBezTo>
                    <a:pt x="0" y="18"/>
                    <a:pt x="0" y="18"/>
                    <a:pt x="0" y="18"/>
                  </a:cubicBezTo>
                  <a:cubicBezTo>
                    <a:pt x="0" y="24"/>
                    <a:pt x="7" y="27"/>
                    <a:pt x="11" y="21"/>
                  </a:cubicBezTo>
                  <a:cubicBezTo>
                    <a:pt x="11" y="21"/>
                    <a:pt x="11" y="20"/>
                    <a:pt x="11" y="19"/>
                  </a:cubicBezTo>
                  <a:cubicBezTo>
                    <a:pt x="12" y="18"/>
                    <a:pt x="12" y="18"/>
                    <a:pt x="12" y="18"/>
                  </a:cubicBezTo>
                  <a:cubicBezTo>
                    <a:pt x="12" y="14"/>
                    <a:pt x="12" y="14"/>
                    <a:pt x="12" y="14"/>
                  </a:cubicBezTo>
                  <a:cubicBezTo>
                    <a:pt x="13" y="10"/>
                    <a:pt x="13" y="10"/>
                    <a:pt x="13" y="10"/>
                  </a:cubicBezTo>
                  <a:lnTo>
                    <a:pt x="13"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5" name="Freeform 159"/>
            <p:cNvSpPr>
              <a:spLocks/>
            </p:cNvSpPr>
            <p:nvPr/>
          </p:nvSpPr>
          <p:spPr bwMode="auto">
            <a:xfrm>
              <a:off x="3552825" y="2541587"/>
              <a:ext cx="23813" cy="55563"/>
            </a:xfrm>
            <a:custGeom>
              <a:avLst/>
              <a:gdLst>
                <a:gd name="T0" fmla="*/ 11 w 11"/>
                <a:gd name="T1" fmla="*/ 7 h 26"/>
                <a:gd name="T2" fmla="*/ 0 w 11"/>
                <a:gd name="T3" fmla="*/ 5 h 26"/>
                <a:gd name="T4" fmla="*/ 0 w 11"/>
                <a:gd name="T5" fmla="*/ 8 h 26"/>
                <a:gd name="T6" fmla="*/ 0 w 11"/>
                <a:gd name="T7" fmla="*/ 10 h 26"/>
                <a:gd name="T8" fmla="*/ 0 w 11"/>
                <a:gd name="T9" fmla="*/ 14 h 26"/>
                <a:gd name="T10" fmla="*/ 0 w 11"/>
                <a:gd name="T11" fmla="*/ 18 h 26"/>
                <a:gd name="T12" fmla="*/ 0 w 11"/>
                <a:gd name="T13" fmla="*/ 18 h 26"/>
                <a:gd name="T14" fmla="*/ 1 w 11"/>
                <a:gd name="T15" fmla="*/ 22 h 26"/>
                <a:gd name="T16" fmla="*/ 11 w 11"/>
                <a:gd name="T17" fmla="*/ 18 h 26"/>
                <a:gd name="T18" fmla="*/ 11 w 11"/>
                <a:gd name="T19" fmla="*/ 17 h 26"/>
                <a:gd name="T20" fmla="*/ 11 w 11"/>
                <a:gd name="T21" fmla="*/ 13 h 26"/>
                <a:gd name="T22" fmla="*/ 11 w 11"/>
                <a:gd name="T23" fmla="*/ 9 h 26"/>
                <a:gd name="T24" fmla="*/ 11 w 11"/>
                <a:gd name="T25"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6">
                  <a:moveTo>
                    <a:pt x="11" y="7"/>
                  </a:moveTo>
                  <a:cubicBezTo>
                    <a:pt x="11" y="2"/>
                    <a:pt x="3" y="0"/>
                    <a:pt x="0" y="5"/>
                  </a:cubicBezTo>
                  <a:cubicBezTo>
                    <a:pt x="0" y="6"/>
                    <a:pt x="0" y="7"/>
                    <a:pt x="0" y="8"/>
                  </a:cubicBezTo>
                  <a:cubicBezTo>
                    <a:pt x="0" y="10"/>
                    <a:pt x="0" y="10"/>
                    <a:pt x="0" y="10"/>
                  </a:cubicBezTo>
                  <a:cubicBezTo>
                    <a:pt x="0" y="14"/>
                    <a:pt x="0" y="14"/>
                    <a:pt x="0" y="14"/>
                  </a:cubicBezTo>
                  <a:cubicBezTo>
                    <a:pt x="0" y="18"/>
                    <a:pt x="0" y="18"/>
                    <a:pt x="0" y="18"/>
                  </a:cubicBezTo>
                  <a:cubicBezTo>
                    <a:pt x="0" y="18"/>
                    <a:pt x="0" y="18"/>
                    <a:pt x="0" y="18"/>
                  </a:cubicBezTo>
                  <a:cubicBezTo>
                    <a:pt x="0" y="20"/>
                    <a:pt x="1" y="21"/>
                    <a:pt x="1" y="22"/>
                  </a:cubicBezTo>
                  <a:cubicBezTo>
                    <a:pt x="5" y="26"/>
                    <a:pt x="11" y="23"/>
                    <a:pt x="11" y="18"/>
                  </a:cubicBezTo>
                  <a:cubicBezTo>
                    <a:pt x="11" y="17"/>
                    <a:pt x="11" y="17"/>
                    <a:pt x="11" y="17"/>
                  </a:cubicBezTo>
                  <a:cubicBezTo>
                    <a:pt x="11" y="13"/>
                    <a:pt x="11" y="13"/>
                    <a:pt x="11" y="13"/>
                  </a:cubicBezTo>
                  <a:cubicBezTo>
                    <a:pt x="11" y="9"/>
                    <a:pt x="11" y="9"/>
                    <a:pt x="11" y="9"/>
                  </a:cubicBezTo>
                  <a:lnTo>
                    <a:pt x="11" y="7"/>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6" name="Freeform 160"/>
            <p:cNvSpPr>
              <a:spLocks/>
            </p:cNvSpPr>
            <p:nvPr/>
          </p:nvSpPr>
          <p:spPr bwMode="auto">
            <a:xfrm>
              <a:off x="3530600" y="2403475"/>
              <a:ext cx="30163" cy="49213"/>
            </a:xfrm>
            <a:custGeom>
              <a:avLst/>
              <a:gdLst>
                <a:gd name="T0" fmla="*/ 11 w 14"/>
                <a:gd name="T1" fmla="*/ 5 h 23"/>
                <a:gd name="T2" fmla="*/ 0 w 14"/>
                <a:gd name="T3" fmla="*/ 6 h 23"/>
                <a:gd name="T4" fmla="*/ 1 w 14"/>
                <a:gd name="T5" fmla="*/ 8 h 23"/>
                <a:gd name="T6" fmla="*/ 1 w 14"/>
                <a:gd name="T7" fmla="*/ 11 h 23"/>
                <a:gd name="T8" fmla="*/ 2 w 14"/>
                <a:gd name="T9" fmla="*/ 15 h 23"/>
                <a:gd name="T10" fmla="*/ 3 w 14"/>
                <a:gd name="T11" fmla="*/ 18 h 23"/>
                <a:gd name="T12" fmla="*/ 8 w 14"/>
                <a:gd name="T13" fmla="*/ 23 h 23"/>
                <a:gd name="T14" fmla="*/ 14 w 14"/>
                <a:gd name="T15" fmla="*/ 16 h 23"/>
                <a:gd name="T16" fmla="*/ 13 w 14"/>
                <a:gd name="T17" fmla="*/ 12 h 23"/>
                <a:gd name="T18" fmla="*/ 12 w 14"/>
                <a:gd name="T19" fmla="*/ 8 h 23"/>
                <a:gd name="T20" fmla="*/ 11 w 14"/>
                <a:gd name="T21"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3">
                  <a:moveTo>
                    <a:pt x="11" y="5"/>
                  </a:moveTo>
                  <a:cubicBezTo>
                    <a:pt x="10" y="0"/>
                    <a:pt x="2" y="0"/>
                    <a:pt x="0" y="6"/>
                  </a:cubicBezTo>
                  <a:cubicBezTo>
                    <a:pt x="0" y="6"/>
                    <a:pt x="0" y="7"/>
                    <a:pt x="1" y="8"/>
                  </a:cubicBezTo>
                  <a:cubicBezTo>
                    <a:pt x="1" y="11"/>
                    <a:pt x="1" y="11"/>
                    <a:pt x="1" y="11"/>
                  </a:cubicBezTo>
                  <a:cubicBezTo>
                    <a:pt x="2" y="15"/>
                    <a:pt x="2" y="15"/>
                    <a:pt x="2" y="15"/>
                  </a:cubicBezTo>
                  <a:cubicBezTo>
                    <a:pt x="3" y="18"/>
                    <a:pt x="3" y="18"/>
                    <a:pt x="3" y="18"/>
                  </a:cubicBezTo>
                  <a:cubicBezTo>
                    <a:pt x="3" y="21"/>
                    <a:pt x="6" y="23"/>
                    <a:pt x="8" y="23"/>
                  </a:cubicBezTo>
                  <a:cubicBezTo>
                    <a:pt x="12" y="23"/>
                    <a:pt x="14" y="20"/>
                    <a:pt x="14" y="16"/>
                  </a:cubicBezTo>
                  <a:cubicBezTo>
                    <a:pt x="13" y="12"/>
                    <a:pt x="13" y="12"/>
                    <a:pt x="13" y="12"/>
                  </a:cubicBezTo>
                  <a:cubicBezTo>
                    <a:pt x="12" y="8"/>
                    <a:pt x="12" y="8"/>
                    <a:pt x="12" y="8"/>
                  </a:cubicBezTo>
                  <a:lnTo>
                    <a:pt x="11" y="5"/>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7" name="Freeform 161"/>
            <p:cNvSpPr>
              <a:spLocks/>
            </p:cNvSpPr>
            <p:nvPr/>
          </p:nvSpPr>
          <p:spPr bwMode="auto">
            <a:xfrm>
              <a:off x="3432175" y="2205037"/>
              <a:ext cx="173038" cy="192088"/>
            </a:xfrm>
            <a:custGeom>
              <a:avLst/>
              <a:gdLst>
                <a:gd name="T0" fmla="*/ 0 w 109"/>
                <a:gd name="T1" fmla="*/ 121 h 121"/>
                <a:gd name="T2" fmla="*/ 16 w 109"/>
                <a:gd name="T3" fmla="*/ 0 h 121"/>
                <a:gd name="T4" fmla="*/ 109 w 109"/>
                <a:gd name="T5" fmla="*/ 78 h 121"/>
                <a:gd name="T6" fmla="*/ 0 w 109"/>
                <a:gd name="T7" fmla="*/ 121 h 121"/>
              </a:gdLst>
              <a:ahLst/>
              <a:cxnLst>
                <a:cxn ang="0">
                  <a:pos x="T0" y="T1"/>
                </a:cxn>
                <a:cxn ang="0">
                  <a:pos x="T2" y="T3"/>
                </a:cxn>
                <a:cxn ang="0">
                  <a:pos x="T4" y="T5"/>
                </a:cxn>
                <a:cxn ang="0">
                  <a:pos x="T6" y="T7"/>
                </a:cxn>
              </a:cxnLst>
              <a:rect l="0" t="0" r="r" b="b"/>
              <a:pathLst>
                <a:path w="109" h="121">
                  <a:moveTo>
                    <a:pt x="0" y="121"/>
                  </a:moveTo>
                  <a:lnTo>
                    <a:pt x="16" y="0"/>
                  </a:lnTo>
                  <a:lnTo>
                    <a:pt x="109" y="78"/>
                  </a:lnTo>
                  <a:lnTo>
                    <a:pt x="0" y="12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8" name="Freeform 162"/>
            <p:cNvSpPr>
              <a:spLocks/>
            </p:cNvSpPr>
            <p:nvPr/>
          </p:nvSpPr>
          <p:spPr bwMode="auto">
            <a:xfrm>
              <a:off x="2436813" y="3835400"/>
              <a:ext cx="50800" cy="26988"/>
            </a:xfrm>
            <a:custGeom>
              <a:avLst/>
              <a:gdLst>
                <a:gd name="T0" fmla="*/ 8 w 24"/>
                <a:gd name="T1" fmla="*/ 0 h 13"/>
                <a:gd name="T2" fmla="*/ 4 w 24"/>
                <a:gd name="T3" fmla="*/ 1 h 13"/>
                <a:gd name="T4" fmla="*/ 5 w 24"/>
                <a:gd name="T5" fmla="*/ 11 h 13"/>
                <a:gd name="T6" fmla="*/ 7 w 24"/>
                <a:gd name="T7" fmla="*/ 11 h 13"/>
                <a:gd name="T8" fmla="*/ 9 w 24"/>
                <a:gd name="T9" fmla="*/ 12 h 13"/>
                <a:gd name="T10" fmla="*/ 11 w 24"/>
                <a:gd name="T11" fmla="*/ 12 h 13"/>
                <a:gd name="T12" fmla="*/ 13 w 24"/>
                <a:gd name="T13" fmla="*/ 13 h 13"/>
                <a:gd name="T14" fmla="*/ 15 w 24"/>
                <a:gd name="T15" fmla="*/ 13 h 13"/>
                <a:gd name="T16" fmla="*/ 16 w 24"/>
                <a:gd name="T17" fmla="*/ 13 h 13"/>
                <a:gd name="T18" fmla="*/ 21 w 24"/>
                <a:gd name="T19" fmla="*/ 11 h 13"/>
                <a:gd name="T20" fmla="*/ 18 w 24"/>
                <a:gd name="T21" fmla="*/ 2 h 13"/>
                <a:gd name="T22" fmla="*/ 17 w 24"/>
                <a:gd name="T23" fmla="*/ 2 h 13"/>
                <a:gd name="T24" fmla="*/ 15 w 24"/>
                <a:gd name="T25" fmla="*/ 2 h 13"/>
                <a:gd name="T26" fmla="*/ 14 w 24"/>
                <a:gd name="T27" fmla="*/ 1 h 13"/>
                <a:gd name="T28" fmla="*/ 12 w 24"/>
                <a:gd name="T29" fmla="*/ 1 h 13"/>
                <a:gd name="T30" fmla="*/ 10 w 24"/>
                <a:gd name="T31" fmla="*/ 1 h 13"/>
                <a:gd name="T32" fmla="*/ 8 w 24"/>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3">
                  <a:moveTo>
                    <a:pt x="8" y="0"/>
                  </a:moveTo>
                  <a:cubicBezTo>
                    <a:pt x="7" y="0"/>
                    <a:pt x="5" y="0"/>
                    <a:pt x="4" y="1"/>
                  </a:cubicBezTo>
                  <a:cubicBezTo>
                    <a:pt x="0" y="3"/>
                    <a:pt x="0" y="9"/>
                    <a:pt x="5" y="11"/>
                  </a:cubicBezTo>
                  <a:cubicBezTo>
                    <a:pt x="7" y="11"/>
                    <a:pt x="7" y="11"/>
                    <a:pt x="7" y="11"/>
                  </a:cubicBezTo>
                  <a:cubicBezTo>
                    <a:pt x="9" y="12"/>
                    <a:pt x="9" y="12"/>
                    <a:pt x="9" y="12"/>
                  </a:cubicBezTo>
                  <a:cubicBezTo>
                    <a:pt x="11" y="12"/>
                    <a:pt x="11" y="12"/>
                    <a:pt x="11" y="12"/>
                  </a:cubicBezTo>
                  <a:cubicBezTo>
                    <a:pt x="13" y="13"/>
                    <a:pt x="13" y="13"/>
                    <a:pt x="13" y="13"/>
                  </a:cubicBezTo>
                  <a:cubicBezTo>
                    <a:pt x="15" y="13"/>
                    <a:pt x="15" y="13"/>
                    <a:pt x="15" y="13"/>
                  </a:cubicBezTo>
                  <a:cubicBezTo>
                    <a:pt x="16" y="13"/>
                    <a:pt x="16" y="13"/>
                    <a:pt x="16" y="13"/>
                  </a:cubicBezTo>
                  <a:cubicBezTo>
                    <a:pt x="18" y="13"/>
                    <a:pt x="20" y="13"/>
                    <a:pt x="21" y="11"/>
                  </a:cubicBezTo>
                  <a:cubicBezTo>
                    <a:pt x="24" y="8"/>
                    <a:pt x="22" y="3"/>
                    <a:pt x="18" y="2"/>
                  </a:cubicBezTo>
                  <a:cubicBezTo>
                    <a:pt x="17" y="2"/>
                    <a:pt x="17" y="2"/>
                    <a:pt x="17" y="2"/>
                  </a:cubicBezTo>
                  <a:cubicBezTo>
                    <a:pt x="15" y="2"/>
                    <a:pt x="15" y="2"/>
                    <a:pt x="15" y="2"/>
                  </a:cubicBezTo>
                  <a:cubicBezTo>
                    <a:pt x="14" y="1"/>
                    <a:pt x="14" y="1"/>
                    <a:pt x="14" y="1"/>
                  </a:cubicBezTo>
                  <a:cubicBezTo>
                    <a:pt x="12" y="1"/>
                    <a:pt x="12" y="1"/>
                    <a:pt x="12" y="1"/>
                  </a:cubicBezTo>
                  <a:cubicBezTo>
                    <a:pt x="10" y="1"/>
                    <a:pt x="10" y="1"/>
                    <a:pt x="10" y="1"/>
                  </a:cubicBezTo>
                  <a:lnTo>
                    <a:pt x="8" y="0"/>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grpSp>
      <p:sp>
        <p:nvSpPr>
          <p:cNvPr id="8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0456041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ardrop 16"/>
          <p:cNvSpPr/>
          <p:nvPr/>
        </p:nvSpPr>
        <p:spPr>
          <a:xfrm rot="16200000">
            <a:off x="0" y="0"/>
            <a:ext cx="5334000" cy="5334000"/>
          </a:xfrm>
          <a:prstGeom prst="teardrop">
            <a:avLst/>
          </a:prstGeom>
          <a:solidFill>
            <a:schemeClr val="tx2">
              <a:alpha val="41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auto">
              <a:spcBef>
                <a:spcPts val="0"/>
              </a:spcBef>
              <a:spcAft>
                <a:spcPts val="0"/>
              </a:spcAft>
            </a:pPr>
            <a:endParaRPr lang="en-US" dirty="0">
              <a:solidFill>
                <a:srgbClr val="FFFFFF"/>
              </a:solidFill>
            </a:endParaRPr>
          </a:p>
        </p:txBody>
      </p:sp>
      <p:sp>
        <p:nvSpPr>
          <p:cNvPr id="18" name="Teardrop 17"/>
          <p:cNvSpPr/>
          <p:nvPr/>
        </p:nvSpPr>
        <p:spPr>
          <a:xfrm rot="16200000">
            <a:off x="526232" y="702911"/>
            <a:ext cx="4156364" cy="4156364"/>
          </a:xfrm>
          <a:prstGeom prst="teardrop">
            <a:avLst/>
          </a:prstGeom>
          <a:solidFill>
            <a:schemeClr val="accent1">
              <a:alpha val="87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auto">
              <a:spcBef>
                <a:spcPts val="0"/>
              </a:spcBef>
              <a:spcAft>
                <a:spcPts val="0"/>
              </a:spcAft>
            </a:pPr>
            <a:endParaRPr lang="en-US" dirty="0">
              <a:solidFill>
                <a:srgbClr val="FFFFFF"/>
              </a:solidFill>
            </a:endParaRPr>
          </a:p>
        </p:txBody>
      </p:sp>
      <p:sp>
        <p:nvSpPr>
          <p:cNvPr id="19" name="Rectangle 18"/>
          <p:cNvSpPr/>
          <p:nvPr/>
        </p:nvSpPr>
        <p:spPr>
          <a:xfrm>
            <a:off x="955965" y="1309121"/>
            <a:ext cx="2943610" cy="2246769"/>
          </a:xfrm>
          <a:prstGeom prst="rect">
            <a:avLst/>
          </a:prstGeom>
        </p:spPr>
        <p:txBody>
          <a:bodyPr wrap="square">
            <a:spAutoFit/>
          </a:bodyPr>
          <a:lstStyle/>
          <a:p>
            <a:pPr algn="just" fontAlgn="auto">
              <a:spcBef>
                <a:spcPts val="0"/>
              </a:spcBef>
              <a:spcAft>
                <a:spcPts val="1500"/>
              </a:spcAft>
            </a:pPr>
            <a:r>
              <a:rPr lang="ar-SA" sz="2800" b="1" dirty="0">
                <a:solidFill>
                  <a:schemeClr val="bg1"/>
                </a:solidFill>
              </a:rPr>
              <a:t>الانترنت "خطوط اتصال تلف الكرة الأرضية وتحقق الاتصال بين الملايين من أجهزة الحاسب الآلي".</a:t>
            </a:r>
            <a:endParaRPr lang="en-US" sz="2800" dirty="0">
              <a:solidFill>
                <a:schemeClr val="bg1"/>
              </a:solidFill>
              <a:latin typeface="Calibri Light" panose="020F0302020204030204"/>
              <a:ea typeface="Times New Roman" panose="02020603050405020304" pitchFamily="18" charset="0"/>
              <a:cs typeface="+mn-cs"/>
            </a:endParaRPr>
          </a:p>
        </p:txBody>
      </p:sp>
      <p:sp>
        <p:nvSpPr>
          <p:cNvPr id="20" name="Oval 19"/>
          <p:cNvSpPr/>
          <p:nvPr/>
        </p:nvSpPr>
        <p:spPr>
          <a:xfrm>
            <a:off x="7938655" y="2706712"/>
            <a:ext cx="3867863" cy="3873395"/>
          </a:xfrm>
          <a:prstGeom prst="ellipse">
            <a:avLst/>
          </a:prstGeom>
          <a:solidFill>
            <a:schemeClr val="accent3">
              <a:alpha val="85000"/>
            </a:schemeClr>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a:solidFill>
                <a:srgbClr val="FFFFFF"/>
              </a:solidFill>
            </a:endParaRPr>
          </a:p>
        </p:txBody>
      </p:sp>
      <p:sp>
        <p:nvSpPr>
          <p:cNvPr id="21" name="TextBox 20"/>
          <p:cNvSpPr txBox="1"/>
          <p:nvPr/>
        </p:nvSpPr>
        <p:spPr>
          <a:xfrm>
            <a:off x="7624786" y="4505332"/>
            <a:ext cx="4926714" cy="707886"/>
          </a:xfrm>
          <a:prstGeom prst="rect">
            <a:avLst/>
          </a:prstGeom>
          <a:noFill/>
        </p:spPr>
        <p:txBody>
          <a:bodyPr wrap="square" rtlCol="0">
            <a:spAutoFit/>
          </a:bodyPr>
          <a:lstStyle/>
          <a:p>
            <a:pPr marL="742950" indent="-742950" algn="ctr" rtl="1" fontAlgn="auto">
              <a:spcBef>
                <a:spcPts val="0"/>
              </a:spcBef>
              <a:spcAft>
                <a:spcPts val="0"/>
              </a:spcAft>
              <a:buFont typeface="+mj-lt"/>
              <a:buAutoNum type="arabicPeriod" startAt="2"/>
            </a:pPr>
            <a:r>
              <a:rPr lang="ar-SA" sz="4000" b="1" u="sng" dirty="0">
                <a:solidFill>
                  <a:schemeClr val="bg1"/>
                </a:solidFill>
              </a:rPr>
              <a:t>مفهوم الإنترنت </a:t>
            </a:r>
            <a:endParaRPr lang="en-US" sz="4000" u="sng" dirty="0">
              <a:solidFill>
                <a:schemeClr val="bg1"/>
              </a:solidFill>
              <a:latin typeface="Roboto" panose="02000000000000000000" pitchFamily="2" charset="0"/>
              <a:ea typeface="Roboto" panose="02000000000000000000" pitchFamily="2" charset="0"/>
              <a:cs typeface="+mn-cs"/>
            </a:endParaRPr>
          </a:p>
        </p:txBody>
      </p:sp>
      <p:sp>
        <p:nvSpPr>
          <p:cNvPr id="2" name="Footer Placeholder 1"/>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Tree>
    <p:extLst>
      <p:ext uri="{BB962C8B-B14F-4D97-AF65-F5344CB8AC3E}">
        <p14:creationId xmlns:p14="http://schemas.microsoft.com/office/powerpoint/2010/main" val="10080352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p:cTn id="15" dur="500" fill="hold"/>
                                        <p:tgtEl>
                                          <p:spTgt spid="20"/>
                                        </p:tgtEl>
                                        <p:attrNameLst>
                                          <p:attrName>ppt_w</p:attrName>
                                        </p:attrNameLst>
                                      </p:cBhvr>
                                      <p:tavLst>
                                        <p:tav tm="0">
                                          <p:val>
                                            <p:fltVal val="0"/>
                                          </p:val>
                                        </p:tav>
                                        <p:tav tm="100000">
                                          <p:val>
                                            <p:strVal val="#ppt_w"/>
                                          </p:val>
                                        </p:tav>
                                      </p:tavLst>
                                    </p:anim>
                                    <p:anim calcmode="lin" valueType="num">
                                      <p:cBhvr>
                                        <p:cTn id="16" dur="500" fill="hold"/>
                                        <p:tgtEl>
                                          <p:spTgt spid="20"/>
                                        </p:tgtEl>
                                        <p:attrNameLst>
                                          <p:attrName>ppt_h</p:attrName>
                                        </p:attrNameLst>
                                      </p:cBhvr>
                                      <p:tavLst>
                                        <p:tav tm="0">
                                          <p:val>
                                            <p:fltVal val="0"/>
                                          </p:val>
                                        </p:tav>
                                        <p:tav tm="100000">
                                          <p:val>
                                            <p:strVal val="#ppt_h"/>
                                          </p:val>
                                        </p:tav>
                                      </p:tavLst>
                                    </p:anim>
                                    <p:animEffect transition="in" filter="fade">
                                      <p:cBhvr>
                                        <p:cTn id="17" dur="500"/>
                                        <p:tgtEl>
                                          <p:spTgt spid="20"/>
                                        </p:tgtEl>
                                      </p:cBhvr>
                                    </p:animEffect>
                                  </p:childTnLst>
                                </p:cTn>
                              </p:par>
                              <p:par>
                                <p:cTn id="18" presetID="37" presetClass="entr" presetSubtype="0" fill="hold" grpId="0" nodeType="withEffect">
                                  <p:stCondLst>
                                    <p:cond delay="600"/>
                                  </p:stCondLst>
                                  <p:childTnLst>
                                    <p:set>
                                      <p:cBhvr>
                                        <p:cTn id="19" dur="1" fill="hold">
                                          <p:stCondLst>
                                            <p:cond delay="0"/>
                                          </p:stCondLst>
                                        </p:cTn>
                                        <p:tgtEl>
                                          <p:spTgt spid="21"/>
                                        </p:tgtEl>
                                        <p:attrNameLst>
                                          <p:attrName>style.visibility</p:attrName>
                                        </p:attrNameLst>
                                      </p:cBhvr>
                                      <p:to>
                                        <p:strVal val="visible"/>
                                      </p:to>
                                    </p:set>
                                    <p:animEffect transition="in" filter="fade">
                                      <p:cBhvr>
                                        <p:cTn id="20" dur="1000"/>
                                        <p:tgtEl>
                                          <p:spTgt spid="21"/>
                                        </p:tgtEl>
                                      </p:cBhvr>
                                    </p:animEffect>
                                    <p:anim calcmode="lin" valueType="num">
                                      <p:cBhvr>
                                        <p:cTn id="21" dur="1000" fill="hold"/>
                                        <p:tgtEl>
                                          <p:spTgt spid="21"/>
                                        </p:tgtEl>
                                        <p:attrNameLst>
                                          <p:attrName>ppt_x</p:attrName>
                                        </p:attrNameLst>
                                      </p:cBhvr>
                                      <p:tavLst>
                                        <p:tav tm="0">
                                          <p:val>
                                            <p:strVal val="#ppt_x"/>
                                          </p:val>
                                        </p:tav>
                                        <p:tav tm="100000">
                                          <p:val>
                                            <p:strVal val="#ppt_x"/>
                                          </p:val>
                                        </p:tav>
                                      </p:tavLst>
                                    </p:anim>
                                    <p:anim calcmode="lin" valueType="num">
                                      <p:cBhvr>
                                        <p:cTn id="22" dur="900" decel="100000" fill="hold"/>
                                        <p:tgtEl>
                                          <p:spTgt spid="21"/>
                                        </p:tgtEl>
                                        <p:attrNameLst>
                                          <p:attrName>ppt_y</p:attrName>
                                        </p:attrNameLst>
                                      </p:cBhvr>
                                      <p:tavLst>
                                        <p:tav tm="0">
                                          <p:val>
                                            <p:strVal val="#ppt_y+1"/>
                                          </p:val>
                                        </p:tav>
                                        <p:tav tm="100000">
                                          <p:val>
                                            <p:strVal val="#ppt_y-.03"/>
                                          </p:val>
                                        </p:tav>
                                      </p:tavLst>
                                    </p:anim>
                                    <p:anim calcmode="lin" valueType="num">
                                      <p:cBhvr>
                                        <p:cTn id="23" dur="100" accel="100000" fill="hold">
                                          <p:stCondLst>
                                            <p:cond delay="900"/>
                                          </p:stCondLst>
                                        </p:cTn>
                                        <p:tgtEl>
                                          <p:spTgt spid="21"/>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20" grpId="0" animBg="1"/>
      <p:bldP spid="21"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6226" name="Group 5"/>
          <p:cNvGrpSpPr>
            <a:grpSpLocks/>
          </p:cNvGrpSpPr>
          <p:nvPr/>
        </p:nvGrpSpPr>
        <p:grpSpPr bwMode="auto">
          <a:xfrm>
            <a:off x="11283950" y="6438900"/>
            <a:ext cx="509588" cy="219075"/>
            <a:chOff x="11014657" y="6520117"/>
            <a:chExt cx="636494" cy="273425"/>
          </a:xfrm>
        </p:grpSpPr>
        <p:sp>
          <p:nvSpPr>
            <p:cNvPr id="7" name="Rounded Rectangle 6"/>
            <p:cNvSpPr/>
            <p:nvPr/>
          </p:nvSpPr>
          <p:spPr>
            <a:xfrm>
              <a:off x="11381484" y="6524080"/>
              <a:ext cx="269667" cy="269462"/>
            </a:xfrm>
            <a:prstGeom prst="round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prstClr val="white"/>
                </a:solidFill>
              </a:endParaRPr>
            </a:p>
          </p:txBody>
        </p:sp>
        <p:sp>
          <p:nvSpPr>
            <p:cNvPr id="8" name="Rounded Rectangle 7"/>
            <p:cNvSpPr/>
            <p:nvPr/>
          </p:nvSpPr>
          <p:spPr>
            <a:xfrm>
              <a:off x="11014657" y="6520117"/>
              <a:ext cx="269667" cy="269462"/>
            </a:xfrm>
            <a:prstGeom prst="round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prstClr val="white"/>
                </a:solidFill>
              </a:endParaRPr>
            </a:p>
          </p:txBody>
        </p:sp>
        <p:sp>
          <p:nvSpPr>
            <p:cNvPr id="9" name="Action Button: Back or Previous 8">
              <a:hlinkClick r:id="" action="ppaction://hlinkshowjump?jump=previousslide" highlightClick="1"/>
            </p:cNvPr>
            <p:cNvSpPr/>
            <p:nvPr/>
          </p:nvSpPr>
          <p:spPr>
            <a:xfrm>
              <a:off x="11036469" y="6567669"/>
              <a:ext cx="206216" cy="200116"/>
            </a:xfrm>
            <a:prstGeom prst="actionButtonBackPrevious">
              <a:avLst/>
            </a:prstGeom>
            <a:ln>
              <a:noFill/>
            </a:ln>
          </p:spPr>
          <p:style>
            <a:lnRef idx="2">
              <a:schemeClr val="accent6"/>
            </a:lnRef>
            <a:fillRef idx="1">
              <a:schemeClr val="lt1"/>
            </a:fillRef>
            <a:effectRef idx="0">
              <a:schemeClr val="accent6"/>
            </a:effectRef>
            <a:fontRef idx="minor">
              <a:schemeClr val="dk1"/>
            </a:fontRef>
          </p:style>
          <p:txBody>
            <a:bodyPr anchor="ctr"/>
            <a:lstStyle/>
            <a:p>
              <a:pPr algn="ctr" eaLnBrk="0" hangingPunct="0">
                <a:defRPr/>
              </a:pPr>
              <a:endParaRPr lang="en-US">
                <a:solidFill>
                  <a:prstClr val="black"/>
                </a:solidFill>
              </a:endParaRPr>
            </a:p>
          </p:txBody>
        </p:sp>
        <p:sp>
          <p:nvSpPr>
            <p:cNvPr id="10" name="Action Button: Forward or Next 9">
              <a:hlinkClick r:id="" action="ppaction://hlinkshowjump?jump=nextslide" highlightClick="1"/>
            </p:cNvPr>
            <p:cNvSpPr/>
            <p:nvPr/>
          </p:nvSpPr>
          <p:spPr>
            <a:xfrm>
              <a:off x="11429072" y="6567669"/>
              <a:ext cx="220095" cy="200116"/>
            </a:xfrm>
            <a:prstGeom prst="actionButtonForwardNex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prstClr val="white"/>
                </a:solidFill>
              </a:endParaRPr>
            </a:p>
          </p:txBody>
        </p:sp>
      </p:grpSp>
      <p:sp>
        <p:nvSpPr>
          <p:cNvPr id="31" name="Rectangle 30"/>
          <p:cNvSpPr>
            <a:spLocks noChangeArrowheads="1"/>
          </p:cNvSpPr>
          <p:nvPr/>
        </p:nvSpPr>
        <p:spPr bwMode="auto">
          <a:xfrm>
            <a:off x="3795713" y="3484563"/>
            <a:ext cx="514350" cy="590550"/>
          </a:xfrm>
          <a:prstGeom prst="rect">
            <a:avLst/>
          </a:prstGeom>
          <a:noFill/>
          <a:ln w="9525">
            <a:noFill/>
            <a:miter lim="800000"/>
            <a:headEnd/>
            <a:tailEnd/>
          </a:ln>
        </p:spPr>
        <p:txBody>
          <a:bodyPr wrap="none">
            <a:spAutoFit/>
          </a:bodyPr>
          <a:lstStyle/>
          <a:p>
            <a:pPr eaLnBrk="0" hangingPunct="0"/>
            <a:r>
              <a:rPr lang="en-US" sz="2400">
                <a:solidFill>
                  <a:prstClr val="white"/>
                </a:solidFill>
                <a:latin typeface="FontAwesome"/>
              </a:rPr>
              <a:t></a:t>
            </a:r>
          </a:p>
        </p:txBody>
      </p:sp>
      <p:sp>
        <p:nvSpPr>
          <p:cNvPr id="32" name="Content Placeholder 2"/>
          <p:cNvSpPr txBox="1">
            <a:spLocks/>
          </p:cNvSpPr>
          <p:nvPr/>
        </p:nvSpPr>
        <p:spPr>
          <a:xfrm>
            <a:off x="1122218" y="2041233"/>
            <a:ext cx="7859857" cy="203387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a:buNone/>
            </a:pPr>
            <a:r>
              <a:rPr lang="ar-SA" sz="3200" b="1" dirty="0">
                <a:solidFill>
                  <a:schemeClr val="accent1"/>
                </a:solidFill>
              </a:rPr>
              <a:t>في الحقيقة تتوفر العديد من المميزات للتعلم المعتمد على الإنترنت مقارنة بالمقررات التقليدية، نذكر منها الآتي (عبد الحي، 2005):</a:t>
            </a:r>
            <a:endParaRPr lang="en-US" sz="3200" b="1" dirty="0">
              <a:solidFill>
                <a:schemeClr val="accent1"/>
              </a:solidFill>
            </a:endParaRPr>
          </a:p>
        </p:txBody>
      </p:sp>
      <p:sp>
        <p:nvSpPr>
          <p:cNvPr id="29" name="Text Box 7"/>
          <p:cNvSpPr txBox="1">
            <a:spLocks noChangeArrowheads="1"/>
          </p:cNvSpPr>
          <p:nvPr/>
        </p:nvSpPr>
        <p:spPr bwMode="auto">
          <a:xfrm>
            <a:off x="3270250" y="309563"/>
            <a:ext cx="8506496" cy="723275"/>
          </a:xfrm>
          <a:prstGeom prst="rect">
            <a:avLst/>
          </a:prstGeom>
          <a:noFill/>
          <a:ln w="9525">
            <a:noFill/>
            <a:miter lim="800000"/>
            <a:headEnd/>
            <a:tailEnd/>
          </a:ln>
        </p:spPr>
        <p:txBody>
          <a:bodyPr wrap="none" lIns="45720" tIns="22860" rIns="45720" bIns="22860">
            <a:spAutoFit/>
          </a:bodyPr>
          <a:lstStyle/>
          <a:p>
            <a:pPr marL="1200150" marR="0" lvl="1" indent="-742950" defTabSz="914400" rtl="1" eaLnBrk="0" fontAlgn="auto" latinLnBrk="0" hangingPunct="0">
              <a:lnSpc>
                <a:spcPct val="100000"/>
              </a:lnSpc>
              <a:spcBef>
                <a:spcPts val="0"/>
              </a:spcBef>
              <a:spcAft>
                <a:spcPts val="0"/>
              </a:spcAft>
              <a:buClrTx/>
              <a:buSzTx/>
              <a:buFont typeface="+mj-lt"/>
              <a:buAutoNum type="arabicPeriod" startAt="3"/>
              <a:tabLst/>
              <a:defRPr/>
            </a:pPr>
            <a:r>
              <a:rPr kumimoji="0" lang="ar-SA" sz="4400" b="1" i="0" u="sng" strike="noStrike" kern="0" cap="none" spc="0" normalizeH="0" baseline="0" noProof="0" dirty="0" smtClean="0">
                <a:ln>
                  <a:noFill/>
                </a:ln>
                <a:solidFill>
                  <a:prstClr val="black"/>
                </a:solidFill>
                <a:effectLst/>
                <a:uLnTx/>
                <a:uFillTx/>
              </a:rPr>
              <a:t>مميزات التعلم عبر الإنترنت وخصائصه </a:t>
            </a:r>
            <a:endParaRPr kumimoji="0" lang="en-US" sz="4400" b="0" i="0" u="sng" strike="noStrike" kern="0" cap="none" spc="0" normalizeH="0" baseline="0" noProof="0" dirty="0" smtClean="0">
              <a:ln>
                <a:noFill/>
              </a:ln>
              <a:solidFill>
                <a:prstClr val="black"/>
              </a:solidFill>
              <a:effectLst/>
              <a:uLnTx/>
              <a:uFillTx/>
            </a:endParaRPr>
          </a:p>
        </p:txBody>
      </p:sp>
      <p:sp>
        <p:nvSpPr>
          <p:cNvPr id="35" name="Rectangle 34"/>
          <p:cNvSpPr/>
          <p:nvPr/>
        </p:nvSpPr>
        <p:spPr>
          <a:xfrm>
            <a:off x="7384090" y="1087823"/>
            <a:ext cx="4301498" cy="5530610"/>
          </a:xfrm>
          <a:prstGeom prst="rect">
            <a:avLst/>
          </a:prstGeom>
          <a:blipFill>
            <a:blip r:embed="rId2"/>
            <a:stretch>
              <a:fillRect/>
            </a:stretch>
          </a:blipFill>
          <a:ln w="12700" cap="flat" cmpd="sng" algn="ctr">
            <a:noFill/>
            <a:prstDash val="solid"/>
            <a:miter lim="800000"/>
          </a:ln>
          <a:effectLst>
            <a:outerShdw blurRad="215900" dist="38100" algn="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FFFFFF"/>
              </a:solidFill>
              <a:effectLst/>
              <a:uLnTx/>
              <a:uFillTx/>
              <a:latin typeface="Calibri" panose="020F0502020204030204"/>
              <a:ea typeface="+mn-ea"/>
              <a:cs typeface="+mn-cs"/>
            </a:endParaRPr>
          </a:p>
        </p:txBody>
      </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extLst>
      <p:ext uri="{BB962C8B-B14F-4D97-AF65-F5344CB8AC3E}">
        <p14:creationId xmlns:p14="http://schemas.microsoft.com/office/powerpoint/2010/main" val="42087532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200"/>
                                        <p:tgtEl>
                                          <p:spTgt spid="29"/>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fade">
                                      <p:cBhvr>
                                        <p:cTn id="11" dur="500"/>
                                        <p:tgtEl>
                                          <p:spTgt spid="31"/>
                                        </p:tgtEl>
                                      </p:cBhvr>
                                    </p:animEffect>
                                  </p:childTnLst>
                                </p:cTn>
                              </p:par>
                            </p:childTnLst>
                          </p:cTn>
                        </p:par>
                        <p:par>
                          <p:cTn id="12" fill="hold">
                            <p:stCondLst>
                              <p:cond delay="700"/>
                            </p:stCondLst>
                            <p:childTnLst>
                              <p:par>
                                <p:cTn id="13" presetID="10" presetClass="entr" presetSubtype="0" fill="hold" grpId="0"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fade">
                                      <p:cBhvr>
                                        <p:cTn id="15"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32" grpId="0"/>
      <p:bldP spid="29"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Text Box 7"/>
          <p:cNvSpPr txBox="1">
            <a:spLocks noChangeArrowheads="1"/>
          </p:cNvSpPr>
          <p:nvPr/>
        </p:nvSpPr>
        <p:spPr bwMode="auto">
          <a:xfrm>
            <a:off x="3270250" y="309563"/>
            <a:ext cx="8506496" cy="723275"/>
          </a:xfrm>
          <a:prstGeom prst="rect">
            <a:avLst/>
          </a:prstGeom>
          <a:noFill/>
          <a:ln w="9525">
            <a:noFill/>
            <a:miter lim="800000"/>
            <a:headEnd/>
            <a:tailEnd/>
          </a:ln>
        </p:spPr>
        <p:txBody>
          <a:bodyPr wrap="none" lIns="45720" tIns="22860" rIns="45720" bIns="22860">
            <a:spAutoFit/>
          </a:bodyPr>
          <a:lstStyle/>
          <a:p>
            <a:pPr marL="1200150" lvl="1" indent="-742950" rtl="1" eaLnBrk="0" hangingPunct="0">
              <a:buFont typeface="+mj-lt"/>
              <a:buAutoNum type="arabicPeriod" startAt="3"/>
            </a:pPr>
            <a:r>
              <a:rPr lang="ar-SA" sz="4400" b="1" u="sng" dirty="0"/>
              <a:t>مميزات التعلم عبر الإنترنت وخصائصه </a:t>
            </a:r>
            <a:endParaRPr lang="en-US" sz="4400" u="sng" dirty="0">
              <a:solidFill>
                <a:prstClr val="black"/>
              </a:solidFill>
            </a:endParaRPr>
          </a:p>
        </p:txBody>
      </p:sp>
      <p:sp>
        <p:nvSpPr>
          <p:cNvPr id="77" name="Text Box 10"/>
          <p:cNvSpPr txBox="1">
            <a:spLocks noChangeArrowheads="1"/>
          </p:cNvSpPr>
          <p:nvPr/>
        </p:nvSpPr>
        <p:spPr bwMode="auto">
          <a:xfrm>
            <a:off x="231775" y="1474788"/>
            <a:ext cx="4521200" cy="2015936"/>
          </a:xfrm>
          <a:prstGeom prst="rect">
            <a:avLst/>
          </a:prstGeom>
          <a:noFill/>
          <a:ln w="9525">
            <a:noFill/>
            <a:miter lim="800000"/>
            <a:headEnd/>
            <a:tailEnd/>
          </a:ln>
        </p:spPr>
        <p:txBody>
          <a:bodyPr wrap="square" lIns="45720" tIns="22860" rIns="45720" bIns="22860">
            <a:spAutoFit/>
          </a:bodyPr>
          <a:lstStyle/>
          <a:p>
            <a:pPr algn="ctr" defTabSz="1087438"/>
            <a:r>
              <a:rPr lang="ar-SA" sz="3200" dirty="0"/>
              <a:t>يتيح خيارات متنوعة للتعليم والتعلم لبناء المعرفة لدى الطلاب الذي لا يمكنهم الحضور إلى فصول الدراسة التقليدية</a:t>
            </a:r>
            <a:endParaRPr lang="en-US" sz="3200" b="1" dirty="0">
              <a:solidFill>
                <a:srgbClr val="94B64E"/>
              </a:solidFill>
              <a:latin typeface="Open Sans"/>
              <a:ea typeface="Open Sans"/>
              <a:cs typeface="Open Sans"/>
            </a:endParaRPr>
          </a:p>
        </p:txBody>
      </p:sp>
      <p:sp>
        <p:nvSpPr>
          <p:cNvPr id="79" name="Text Box 10"/>
          <p:cNvSpPr txBox="1">
            <a:spLocks noChangeArrowheads="1"/>
          </p:cNvSpPr>
          <p:nvPr/>
        </p:nvSpPr>
        <p:spPr bwMode="auto">
          <a:xfrm>
            <a:off x="98492" y="4635404"/>
            <a:ext cx="4327525" cy="1031051"/>
          </a:xfrm>
          <a:prstGeom prst="rect">
            <a:avLst/>
          </a:prstGeom>
          <a:noFill/>
          <a:ln w="9525">
            <a:noFill/>
            <a:miter lim="800000"/>
            <a:headEnd/>
            <a:tailEnd/>
          </a:ln>
        </p:spPr>
        <p:txBody>
          <a:bodyPr wrap="square" lIns="45720" tIns="22860" rIns="45720" bIns="22860">
            <a:spAutoFit/>
          </a:bodyPr>
          <a:lstStyle/>
          <a:p>
            <a:pPr algn="ctr" defTabSz="1087438"/>
            <a:r>
              <a:rPr lang="ar-SA" sz="3200" dirty="0"/>
              <a:t>يعزز التعاون ويدعم التعلم الجماعي بين الطلاب</a:t>
            </a:r>
            <a:endParaRPr lang="en-US" sz="1600" b="1" dirty="0">
              <a:solidFill>
                <a:srgbClr val="2980B9"/>
              </a:solidFill>
              <a:latin typeface="Open Sans"/>
              <a:ea typeface="Open Sans"/>
              <a:cs typeface="Open Sans"/>
            </a:endParaRPr>
          </a:p>
        </p:txBody>
      </p:sp>
      <p:grpSp>
        <p:nvGrpSpPr>
          <p:cNvPr id="107" name="Group 106"/>
          <p:cNvGrpSpPr>
            <a:grpSpLocks/>
          </p:cNvGrpSpPr>
          <p:nvPr/>
        </p:nvGrpSpPr>
        <p:grpSpPr bwMode="auto">
          <a:xfrm>
            <a:off x="4597400" y="4481513"/>
            <a:ext cx="1220788" cy="2376487"/>
            <a:chOff x="4752324" y="4894851"/>
            <a:chExt cx="1066423" cy="1963149"/>
          </a:xfrm>
        </p:grpSpPr>
        <p:sp>
          <p:nvSpPr>
            <p:cNvPr id="528400" name="Freeform 16"/>
            <p:cNvSpPr>
              <a:spLocks/>
            </p:cNvSpPr>
            <p:nvPr/>
          </p:nvSpPr>
          <p:spPr bwMode="auto">
            <a:xfrm rot="5400000">
              <a:off x="4980116" y="6019369"/>
              <a:ext cx="1509485" cy="167777"/>
            </a:xfrm>
            <a:custGeom>
              <a:avLst/>
              <a:gdLst>
                <a:gd name="T0" fmla="*/ 0 w 552"/>
                <a:gd name="T1" fmla="*/ 598917512 h 47"/>
                <a:gd name="T2" fmla="*/ 0 w 552"/>
                <a:gd name="T3" fmla="*/ 267600770 h 47"/>
                <a:gd name="T4" fmla="*/ 82255979 w 552"/>
                <a:gd name="T5" fmla="*/ 0 h 47"/>
                <a:gd name="T6" fmla="*/ 2147483647 w 552"/>
                <a:gd name="T7" fmla="*/ 0 h 47"/>
                <a:gd name="T8" fmla="*/ 0 60000 65536"/>
                <a:gd name="T9" fmla="*/ 0 60000 65536"/>
                <a:gd name="T10" fmla="*/ 0 60000 65536"/>
                <a:gd name="T11" fmla="*/ 0 60000 65536"/>
                <a:gd name="T12" fmla="*/ 0 w 552"/>
                <a:gd name="T13" fmla="*/ 0 h 47"/>
                <a:gd name="T14" fmla="*/ 552 w 552"/>
                <a:gd name="T15" fmla="*/ 47 h 47"/>
              </a:gdLst>
              <a:ahLst/>
              <a:cxnLst>
                <a:cxn ang="T8">
                  <a:pos x="T0" y="T1"/>
                </a:cxn>
                <a:cxn ang="T9">
                  <a:pos x="T2" y="T3"/>
                </a:cxn>
                <a:cxn ang="T10">
                  <a:pos x="T4" y="T5"/>
                </a:cxn>
                <a:cxn ang="T11">
                  <a:pos x="T6" y="T7"/>
                </a:cxn>
              </a:cxnLst>
              <a:rect l="T12" t="T13" r="T14" b="T15"/>
              <a:pathLst>
                <a:path w="552" h="47">
                  <a:moveTo>
                    <a:pt x="0" y="47"/>
                  </a:moveTo>
                  <a:cubicBezTo>
                    <a:pt x="0" y="21"/>
                    <a:pt x="0" y="21"/>
                    <a:pt x="0" y="21"/>
                  </a:cubicBezTo>
                  <a:cubicBezTo>
                    <a:pt x="0" y="7"/>
                    <a:pt x="4" y="0"/>
                    <a:pt x="11" y="0"/>
                  </a:cubicBezTo>
                  <a:cubicBezTo>
                    <a:pt x="552" y="0"/>
                    <a:pt x="552" y="0"/>
                    <a:pt x="552" y="0"/>
                  </a:cubicBezTo>
                </a:path>
              </a:pathLst>
            </a:custGeom>
            <a:noFill/>
            <a:ln w="85725">
              <a:solidFill>
                <a:srgbClr val="2980B9"/>
              </a:solidFill>
              <a:miter lim="800000"/>
              <a:headEnd/>
              <a:tailEnd/>
            </a:ln>
          </p:spPr>
          <p:txBody>
            <a:bodyPr lIns="121920" tIns="60960" rIns="121920" bIns="60960"/>
            <a:lstStyle/>
            <a:p>
              <a:endParaRPr lang="el-GR" sz="2400">
                <a:solidFill>
                  <a:srgbClr val="000000"/>
                </a:solidFill>
              </a:endParaRPr>
            </a:p>
          </p:txBody>
        </p:sp>
        <p:grpSp>
          <p:nvGrpSpPr>
            <p:cNvPr id="528401" name="Group 101"/>
            <p:cNvGrpSpPr>
              <a:grpSpLocks/>
            </p:cNvGrpSpPr>
            <p:nvPr/>
          </p:nvGrpSpPr>
          <p:grpSpPr bwMode="auto">
            <a:xfrm>
              <a:off x="4752324" y="4894851"/>
              <a:ext cx="905220" cy="907325"/>
              <a:chOff x="4752324" y="4894851"/>
              <a:chExt cx="905220" cy="907325"/>
            </a:xfrm>
          </p:grpSpPr>
          <p:sp>
            <p:nvSpPr>
              <p:cNvPr id="528402" name="Oval 10"/>
              <p:cNvSpPr>
                <a:spLocks noChangeArrowheads="1"/>
              </p:cNvSpPr>
              <p:nvPr/>
            </p:nvSpPr>
            <p:spPr bwMode="auto">
              <a:xfrm rot="5400000">
                <a:off x="4751271" y="4895904"/>
                <a:ext cx="907325" cy="905220"/>
              </a:xfrm>
              <a:prstGeom prst="ellipse">
                <a:avLst/>
              </a:prstGeom>
              <a:solidFill>
                <a:srgbClr val="2980B9"/>
              </a:solidFill>
              <a:ln w="9525">
                <a:noFill/>
                <a:miter lim="800000"/>
                <a:headEnd/>
                <a:tailEnd/>
              </a:ln>
            </p:spPr>
            <p:txBody>
              <a:bodyPr lIns="121920" tIns="60960" rIns="121920" bIns="60960"/>
              <a:lstStyle/>
              <a:p>
                <a:endParaRPr lang="el-GR" sz="2400">
                  <a:solidFill>
                    <a:srgbClr val="000000"/>
                  </a:solidFill>
                </a:endParaRPr>
              </a:p>
            </p:txBody>
          </p:sp>
          <p:grpSp>
            <p:nvGrpSpPr>
              <p:cNvPr id="80" name="Group 79"/>
              <p:cNvGrpSpPr/>
              <p:nvPr/>
            </p:nvGrpSpPr>
            <p:grpSpPr>
              <a:xfrm>
                <a:off x="4972162" y="5124829"/>
                <a:ext cx="465543" cy="418373"/>
                <a:chOff x="5583238" y="3892551"/>
                <a:chExt cx="360363" cy="323850"/>
              </a:xfrm>
              <a:solidFill>
                <a:schemeClr val="bg1"/>
              </a:solidFill>
            </p:grpSpPr>
            <p:sp>
              <p:nvSpPr>
                <p:cNvPr id="81"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82"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83"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grpSp>
        </p:grpSp>
      </p:grpSp>
      <p:grpSp>
        <p:nvGrpSpPr>
          <p:cNvPr id="110" name="Group 109"/>
          <p:cNvGrpSpPr>
            <a:grpSpLocks/>
          </p:cNvGrpSpPr>
          <p:nvPr/>
        </p:nvGrpSpPr>
        <p:grpSpPr bwMode="auto">
          <a:xfrm>
            <a:off x="6215063" y="3208338"/>
            <a:ext cx="1177925" cy="3649662"/>
            <a:chOff x="6214302" y="3208001"/>
            <a:chExt cx="1178088" cy="3649999"/>
          </a:xfrm>
        </p:grpSpPr>
        <p:sp>
          <p:nvSpPr>
            <p:cNvPr id="528396" name="Freeform 13"/>
            <p:cNvSpPr>
              <a:spLocks/>
            </p:cNvSpPr>
            <p:nvPr/>
          </p:nvSpPr>
          <p:spPr bwMode="auto">
            <a:xfrm rot="5400000">
              <a:off x="4764858" y="5137445"/>
              <a:ext cx="3169999" cy="271111"/>
            </a:xfrm>
            <a:custGeom>
              <a:avLst/>
              <a:gdLst>
                <a:gd name="T0" fmla="*/ 0 w 959"/>
                <a:gd name="T1" fmla="*/ 0 h 76"/>
                <a:gd name="T2" fmla="*/ 0 w 959"/>
                <a:gd name="T3" fmla="*/ 699890825 h 76"/>
                <a:gd name="T4" fmla="*/ 196675466 w 959"/>
                <a:gd name="T5" fmla="*/ 967120772 h 76"/>
                <a:gd name="T6" fmla="*/ 2147483647 w 959"/>
                <a:gd name="T7" fmla="*/ 967120772 h 76"/>
                <a:gd name="T8" fmla="*/ 0 60000 65536"/>
                <a:gd name="T9" fmla="*/ 0 60000 65536"/>
                <a:gd name="T10" fmla="*/ 0 60000 65536"/>
                <a:gd name="T11" fmla="*/ 0 60000 65536"/>
                <a:gd name="T12" fmla="*/ 0 w 959"/>
                <a:gd name="T13" fmla="*/ 0 h 76"/>
                <a:gd name="T14" fmla="*/ 959 w 959"/>
                <a:gd name="T15" fmla="*/ 76 h 76"/>
              </a:gdLst>
              <a:ahLst/>
              <a:cxnLst>
                <a:cxn ang="T8">
                  <a:pos x="T0" y="T1"/>
                </a:cxn>
                <a:cxn ang="T9">
                  <a:pos x="T2" y="T3"/>
                </a:cxn>
                <a:cxn ang="T10">
                  <a:pos x="T4" y="T5"/>
                </a:cxn>
                <a:cxn ang="T11">
                  <a:pos x="T6" y="T7"/>
                </a:cxn>
              </a:cxnLst>
              <a:rect l="T12" t="T13" r="T14" b="T15"/>
              <a:pathLst>
                <a:path w="959" h="76">
                  <a:moveTo>
                    <a:pt x="0" y="0"/>
                  </a:moveTo>
                  <a:cubicBezTo>
                    <a:pt x="0" y="55"/>
                    <a:pt x="0" y="55"/>
                    <a:pt x="0" y="55"/>
                  </a:cubicBezTo>
                  <a:cubicBezTo>
                    <a:pt x="0" y="69"/>
                    <a:pt x="6" y="76"/>
                    <a:pt x="18" y="76"/>
                  </a:cubicBezTo>
                  <a:cubicBezTo>
                    <a:pt x="959" y="76"/>
                    <a:pt x="959" y="76"/>
                    <a:pt x="959" y="76"/>
                  </a:cubicBezTo>
                </a:path>
              </a:pathLst>
            </a:custGeom>
            <a:noFill/>
            <a:ln w="85725">
              <a:solidFill>
                <a:srgbClr val="C0392B"/>
              </a:solidFill>
              <a:miter lim="800000"/>
              <a:headEnd/>
              <a:tailEnd/>
            </a:ln>
          </p:spPr>
          <p:txBody>
            <a:bodyPr lIns="121920" tIns="60960" rIns="121920" bIns="60960"/>
            <a:lstStyle/>
            <a:p>
              <a:endParaRPr lang="el-GR" sz="2400">
                <a:solidFill>
                  <a:srgbClr val="000000"/>
                </a:solidFill>
              </a:endParaRPr>
            </a:p>
          </p:txBody>
        </p:sp>
        <p:grpSp>
          <p:nvGrpSpPr>
            <p:cNvPr id="528397" name="Group 103"/>
            <p:cNvGrpSpPr>
              <a:grpSpLocks/>
            </p:cNvGrpSpPr>
            <p:nvPr/>
          </p:nvGrpSpPr>
          <p:grpSpPr bwMode="auto">
            <a:xfrm>
              <a:off x="6478748" y="3208001"/>
              <a:ext cx="913642" cy="909432"/>
              <a:chOff x="6478748" y="3208001"/>
              <a:chExt cx="913642" cy="909432"/>
            </a:xfrm>
          </p:grpSpPr>
          <p:sp>
            <p:nvSpPr>
              <p:cNvPr id="528398" name="Oval 7"/>
              <p:cNvSpPr>
                <a:spLocks noChangeArrowheads="1"/>
              </p:cNvSpPr>
              <p:nvPr/>
            </p:nvSpPr>
            <p:spPr bwMode="auto">
              <a:xfrm rot="5400000">
                <a:off x="6480853" y="3205896"/>
                <a:ext cx="909432" cy="913642"/>
              </a:xfrm>
              <a:prstGeom prst="ellipse">
                <a:avLst/>
              </a:prstGeom>
              <a:solidFill>
                <a:srgbClr val="C0392B"/>
              </a:solidFill>
              <a:ln w="9525">
                <a:noFill/>
                <a:miter lim="800000"/>
                <a:headEnd/>
                <a:tailEnd/>
              </a:ln>
            </p:spPr>
            <p:txBody>
              <a:bodyPr lIns="121920" tIns="60960" rIns="121920" bIns="60960"/>
              <a:lstStyle/>
              <a:p>
                <a:endParaRPr lang="el-GR" sz="2400">
                  <a:solidFill>
                    <a:srgbClr val="000000"/>
                  </a:solidFill>
                </a:endParaRPr>
              </a:p>
            </p:txBody>
          </p:sp>
          <p:sp>
            <p:nvSpPr>
              <p:cNvPr id="528399" name="Freeform 51"/>
              <p:cNvSpPr>
                <a:spLocks noEditPoints="1"/>
              </p:cNvSpPr>
              <p:nvPr/>
            </p:nvSpPr>
            <p:spPr bwMode="auto">
              <a:xfrm>
                <a:off x="6676136" y="3480913"/>
                <a:ext cx="518866" cy="428629"/>
              </a:xfrm>
              <a:custGeom>
                <a:avLst/>
                <a:gdLst>
                  <a:gd name="T0" fmla="*/ 1951736330 w 107"/>
                  <a:gd name="T1" fmla="*/ 1494644026 h 88"/>
                  <a:gd name="T2" fmla="*/ 1951736330 w 107"/>
                  <a:gd name="T3" fmla="*/ 166069402 h 88"/>
                  <a:gd name="T4" fmla="*/ 1951736330 w 107"/>
                  <a:gd name="T5" fmla="*/ 71171891 h 88"/>
                  <a:gd name="T6" fmla="*/ 1998764003 w 107"/>
                  <a:gd name="T7" fmla="*/ 0 h 88"/>
                  <a:gd name="T8" fmla="*/ 2045796526 w 107"/>
                  <a:gd name="T9" fmla="*/ 0 h 88"/>
                  <a:gd name="T10" fmla="*/ 2092824199 w 107"/>
                  <a:gd name="T11" fmla="*/ 0 h 88"/>
                  <a:gd name="T12" fmla="*/ 2092824199 w 107"/>
                  <a:gd name="T13" fmla="*/ 1636992642 h 88"/>
                  <a:gd name="T14" fmla="*/ 2045796526 w 107"/>
                  <a:gd name="T15" fmla="*/ 1660718223 h 88"/>
                  <a:gd name="T16" fmla="*/ 1998764003 w 107"/>
                  <a:gd name="T17" fmla="*/ 1636992642 h 88"/>
                  <a:gd name="T18" fmla="*/ 1951736330 w 107"/>
                  <a:gd name="T19" fmla="*/ 1589546350 h 88"/>
                  <a:gd name="T20" fmla="*/ 1951736330 w 107"/>
                  <a:gd name="T21" fmla="*/ 1494644026 h 88"/>
                  <a:gd name="T22" fmla="*/ 564356476 w 107"/>
                  <a:gd name="T23" fmla="*/ 1494644026 h 88"/>
                  <a:gd name="T24" fmla="*/ 564356476 w 107"/>
                  <a:gd name="T25" fmla="*/ 166069402 h 88"/>
                  <a:gd name="T26" fmla="*/ 564356476 w 107"/>
                  <a:gd name="T27" fmla="*/ 71171891 h 88"/>
                  <a:gd name="T28" fmla="*/ 517328803 w 107"/>
                  <a:gd name="T29" fmla="*/ 0 h 88"/>
                  <a:gd name="T30" fmla="*/ 470296280 w 107"/>
                  <a:gd name="T31" fmla="*/ 0 h 88"/>
                  <a:gd name="T32" fmla="*/ 423268607 w 107"/>
                  <a:gd name="T33" fmla="*/ 0 h 88"/>
                  <a:gd name="T34" fmla="*/ 423268607 w 107"/>
                  <a:gd name="T35" fmla="*/ 1636992642 h 88"/>
                  <a:gd name="T36" fmla="*/ 470296280 w 107"/>
                  <a:gd name="T37" fmla="*/ 1660718223 h 88"/>
                  <a:gd name="T38" fmla="*/ 517328803 w 107"/>
                  <a:gd name="T39" fmla="*/ 1636992642 h 88"/>
                  <a:gd name="T40" fmla="*/ 564356476 w 107"/>
                  <a:gd name="T41" fmla="*/ 1589546350 h 88"/>
                  <a:gd name="T42" fmla="*/ 564356476 w 107"/>
                  <a:gd name="T43" fmla="*/ 1494644026 h 88"/>
                  <a:gd name="T44" fmla="*/ 846537214 w 107"/>
                  <a:gd name="T45" fmla="*/ 1209951361 h 88"/>
                  <a:gd name="T46" fmla="*/ 846537214 w 107"/>
                  <a:gd name="T47" fmla="*/ 1304849119 h 88"/>
                  <a:gd name="T48" fmla="*/ 775990855 w 107"/>
                  <a:gd name="T49" fmla="*/ 1376020991 h 88"/>
                  <a:gd name="T50" fmla="*/ 728963182 w 107"/>
                  <a:gd name="T51" fmla="*/ 1399746572 h 88"/>
                  <a:gd name="T52" fmla="*/ 681930660 w 107"/>
                  <a:gd name="T53" fmla="*/ 1376020991 h 88"/>
                  <a:gd name="T54" fmla="*/ 681930660 w 107"/>
                  <a:gd name="T55" fmla="*/ 284692437 h 88"/>
                  <a:gd name="T56" fmla="*/ 728963182 w 107"/>
                  <a:gd name="T57" fmla="*/ 260971726 h 88"/>
                  <a:gd name="T58" fmla="*/ 775990855 w 107"/>
                  <a:gd name="T59" fmla="*/ 284692437 h 88"/>
                  <a:gd name="T60" fmla="*/ 846537214 w 107"/>
                  <a:gd name="T61" fmla="*/ 332143675 h 88"/>
                  <a:gd name="T62" fmla="*/ 846537214 w 107"/>
                  <a:gd name="T63" fmla="*/ 427041129 h 88"/>
                  <a:gd name="T64" fmla="*/ 846537214 w 107"/>
                  <a:gd name="T65" fmla="*/ 1209951361 h 88"/>
                  <a:gd name="T66" fmla="*/ 1434407679 w 107"/>
                  <a:gd name="T67" fmla="*/ 1897964292 h 88"/>
                  <a:gd name="T68" fmla="*/ 1269805670 w 107"/>
                  <a:gd name="T69" fmla="*/ 2087759199 h 88"/>
                  <a:gd name="T70" fmla="*/ 1081685279 w 107"/>
                  <a:gd name="T71" fmla="*/ 1897964292 h 88"/>
                  <a:gd name="T72" fmla="*/ 1081685279 w 107"/>
                  <a:gd name="T73" fmla="*/ 569389744 h 88"/>
                  <a:gd name="T74" fmla="*/ 1269805670 w 107"/>
                  <a:gd name="T75" fmla="*/ 379594837 h 88"/>
                  <a:gd name="T76" fmla="*/ 1434407679 w 107"/>
                  <a:gd name="T77" fmla="*/ 569389744 h 88"/>
                  <a:gd name="T78" fmla="*/ 1434407679 w 107"/>
                  <a:gd name="T79" fmla="*/ 1897964292 h 88"/>
                  <a:gd name="T80" fmla="*/ 1669555743 w 107"/>
                  <a:gd name="T81" fmla="*/ 1209951361 h 88"/>
                  <a:gd name="T82" fmla="*/ 1669555743 w 107"/>
                  <a:gd name="T83" fmla="*/ 1304849119 h 88"/>
                  <a:gd name="T84" fmla="*/ 1740102102 w 107"/>
                  <a:gd name="T85" fmla="*/ 1376020991 h 88"/>
                  <a:gd name="T86" fmla="*/ 1787129775 w 107"/>
                  <a:gd name="T87" fmla="*/ 1399746572 h 88"/>
                  <a:gd name="T88" fmla="*/ 1834162298 w 107"/>
                  <a:gd name="T89" fmla="*/ 1376020991 h 88"/>
                  <a:gd name="T90" fmla="*/ 1834162298 w 107"/>
                  <a:gd name="T91" fmla="*/ 284692437 h 88"/>
                  <a:gd name="T92" fmla="*/ 1787129775 w 107"/>
                  <a:gd name="T93" fmla="*/ 260971726 h 88"/>
                  <a:gd name="T94" fmla="*/ 1740102102 w 107"/>
                  <a:gd name="T95" fmla="*/ 284692437 h 88"/>
                  <a:gd name="T96" fmla="*/ 1669555743 w 107"/>
                  <a:gd name="T97" fmla="*/ 332143675 h 88"/>
                  <a:gd name="T98" fmla="*/ 1669555743 w 107"/>
                  <a:gd name="T99" fmla="*/ 427041129 h 88"/>
                  <a:gd name="T100" fmla="*/ 1669555743 w 107"/>
                  <a:gd name="T101" fmla="*/ 1209951361 h 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
                  <a:gd name="T154" fmla="*/ 0 h 88"/>
                  <a:gd name="T155" fmla="*/ 107 w 107"/>
                  <a:gd name="T156" fmla="*/ 88 h 8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 h="88">
                    <a:moveTo>
                      <a:pt x="83" y="63"/>
                    </a:moveTo>
                    <a:cubicBezTo>
                      <a:pt x="97" y="47"/>
                      <a:pt x="97" y="23"/>
                      <a:pt x="83" y="7"/>
                    </a:cubicBezTo>
                    <a:cubicBezTo>
                      <a:pt x="82" y="6"/>
                      <a:pt x="82" y="4"/>
                      <a:pt x="83" y="3"/>
                    </a:cubicBezTo>
                    <a:cubicBezTo>
                      <a:pt x="85" y="0"/>
                      <a:pt x="85" y="0"/>
                      <a:pt x="85" y="0"/>
                    </a:cubicBezTo>
                    <a:cubicBezTo>
                      <a:pt x="86" y="0"/>
                      <a:pt x="86" y="0"/>
                      <a:pt x="87" y="0"/>
                    </a:cubicBezTo>
                    <a:cubicBezTo>
                      <a:pt x="88" y="0"/>
                      <a:pt x="89" y="0"/>
                      <a:pt x="89" y="0"/>
                    </a:cubicBezTo>
                    <a:cubicBezTo>
                      <a:pt x="107" y="20"/>
                      <a:pt x="107" y="50"/>
                      <a:pt x="89" y="69"/>
                    </a:cubicBezTo>
                    <a:cubicBezTo>
                      <a:pt x="89" y="70"/>
                      <a:pt x="88" y="70"/>
                      <a:pt x="87" y="70"/>
                    </a:cubicBezTo>
                    <a:cubicBezTo>
                      <a:pt x="86" y="70"/>
                      <a:pt x="86" y="70"/>
                      <a:pt x="85" y="69"/>
                    </a:cubicBezTo>
                    <a:cubicBezTo>
                      <a:pt x="83" y="67"/>
                      <a:pt x="83" y="67"/>
                      <a:pt x="83" y="67"/>
                    </a:cubicBezTo>
                    <a:cubicBezTo>
                      <a:pt x="82" y="65"/>
                      <a:pt x="82" y="64"/>
                      <a:pt x="83" y="63"/>
                    </a:cubicBezTo>
                    <a:close/>
                    <a:moveTo>
                      <a:pt x="24" y="63"/>
                    </a:moveTo>
                    <a:cubicBezTo>
                      <a:pt x="10" y="47"/>
                      <a:pt x="10" y="23"/>
                      <a:pt x="24" y="7"/>
                    </a:cubicBezTo>
                    <a:cubicBezTo>
                      <a:pt x="25" y="6"/>
                      <a:pt x="25" y="4"/>
                      <a:pt x="24" y="3"/>
                    </a:cubicBezTo>
                    <a:cubicBezTo>
                      <a:pt x="22" y="0"/>
                      <a:pt x="22" y="0"/>
                      <a:pt x="22" y="0"/>
                    </a:cubicBezTo>
                    <a:cubicBezTo>
                      <a:pt x="21" y="0"/>
                      <a:pt x="21" y="0"/>
                      <a:pt x="20" y="0"/>
                    </a:cubicBezTo>
                    <a:cubicBezTo>
                      <a:pt x="19" y="0"/>
                      <a:pt x="18" y="0"/>
                      <a:pt x="18" y="0"/>
                    </a:cubicBezTo>
                    <a:cubicBezTo>
                      <a:pt x="0" y="20"/>
                      <a:pt x="0" y="50"/>
                      <a:pt x="18" y="69"/>
                    </a:cubicBezTo>
                    <a:cubicBezTo>
                      <a:pt x="18" y="70"/>
                      <a:pt x="19" y="70"/>
                      <a:pt x="20" y="70"/>
                    </a:cubicBezTo>
                    <a:cubicBezTo>
                      <a:pt x="21" y="70"/>
                      <a:pt x="21" y="70"/>
                      <a:pt x="22" y="69"/>
                    </a:cubicBezTo>
                    <a:cubicBezTo>
                      <a:pt x="24" y="67"/>
                      <a:pt x="24" y="67"/>
                      <a:pt x="24" y="67"/>
                    </a:cubicBezTo>
                    <a:cubicBezTo>
                      <a:pt x="25" y="65"/>
                      <a:pt x="25" y="64"/>
                      <a:pt x="24" y="63"/>
                    </a:cubicBezTo>
                    <a:close/>
                    <a:moveTo>
                      <a:pt x="36" y="51"/>
                    </a:moveTo>
                    <a:cubicBezTo>
                      <a:pt x="37" y="53"/>
                      <a:pt x="37" y="54"/>
                      <a:pt x="36" y="55"/>
                    </a:cubicBezTo>
                    <a:cubicBezTo>
                      <a:pt x="33" y="58"/>
                      <a:pt x="33" y="58"/>
                      <a:pt x="33" y="58"/>
                    </a:cubicBezTo>
                    <a:cubicBezTo>
                      <a:pt x="33" y="58"/>
                      <a:pt x="32" y="59"/>
                      <a:pt x="31" y="59"/>
                    </a:cubicBezTo>
                    <a:cubicBezTo>
                      <a:pt x="30" y="58"/>
                      <a:pt x="30" y="58"/>
                      <a:pt x="29" y="58"/>
                    </a:cubicBezTo>
                    <a:cubicBezTo>
                      <a:pt x="18" y="44"/>
                      <a:pt x="18" y="25"/>
                      <a:pt x="29" y="12"/>
                    </a:cubicBezTo>
                    <a:cubicBezTo>
                      <a:pt x="30" y="11"/>
                      <a:pt x="30" y="11"/>
                      <a:pt x="31" y="11"/>
                    </a:cubicBezTo>
                    <a:cubicBezTo>
                      <a:pt x="32" y="11"/>
                      <a:pt x="33" y="11"/>
                      <a:pt x="33" y="12"/>
                    </a:cubicBezTo>
                    <a:cubicBezTo>
                      <a:pt x="36" y="14"/>
                      <a:pt x="36" y="14"/>
                      <a:pt x="36" y="14"/>
                    </a:cubicBezTo>
                    <a:cubicBezTo>
                      <a:pt x="37" y="15"/>
                      <a:pt x="37" y="17"/>
                      <a:pt x="36" y="18"/>
                    </a:cubicBezTo>
                    <a:cubicBezTo>
                      <a:pt x="28" y="28"/>
                      <a:pt x="28" y="42"/>
                      <a:pt x="36" y="51"/>
                    </a:cubicBezTo>
                    <a:close/>
                    <a:moveTo>
                      <a:pt x="61" y="80"/>
                    </a:moveTo>
                    <a:cubicBezTo>
                      <a:pt x="61" y="84"/>
                      <a:pt x="58" y="88"/>
                      <a:pt x="54" y="88"/>
                    </a:cubicBezTo>
                    <a:cubicBezTo>
                      <a:pt x="49" y="88"/>
                      <a:pt x="46" y="84"/>
                      <a:pt x="46" y="80"/>
                    </a:cubicBezTo>
                    <a:cubicBezTo>
                      <a:pt x="46" y="60"/>
                      <a:pt x="46" y="44"/>
                      <a:pt x="46" y="24"/>
                    </a:cubicBezTo>
                    <a:cubicBezTo>
                      <a:pt x="46" y="19"/>
                      <a:pt x="49" y="16"/>
                      <a:pt x="54" y="16"/>
                    </a:cubicBezTo>
                    <a:cubicBezTo>
                      <a:pt x="58" y="16"/>
                      <a:pt x="61" y="19"/>
                      <a:pt x="61" y="24"/>
                    </a:cubicBezTo>
                    <a:cubicBezTo>
                      <a:pt x="61" y="44"/>
                      <a:pt x="61" y="60"/>
                      <a:pt x="61" y="80"/>
                    </a:cubicBezTo>
                    <a:close/>
                    <a:moveTo>
                      <a:pt x="71" y="51"/>
                    </a:moveTo>
                    <a:cubicBezTo>
                      <a:pt x="70" y="53"/>
                      <a:pt x="70" y="54"/>
                      <a:pt x="71" y="55"/>
                    </a:cubicBezTo>
                    <a:cubicBezTo>
                      <a:pt x="74" y="58"/>
                      <a:pt x="74" y="58"/>
                      <a:pt x="74" y="58"/>
                    </a:cubicBezTo>
                    <a:cubicBezTo>
                      <a:pt x="74" y="58"/>
                      <a:pt x="75" y="59"/>
                      <a:pt x="76" y="59"/>
                    </a:cubicBezTo>
                    <a:cubicBezTo>
                      <a:pt x="77" y="58"/>
                      <a:pt x="77" y="58"/>
                      <a:pt x="78" y="58"/>
                    </a:cubicBezTo>
                    <a:cubicBezTo>
                      <a:pt x="89" y="44"/>
                      <a:pt x="89" y="25"/>
                      <a:pt x="78" y="12"/>
                    </a:cubicBezTo>
                    <a:cubicBezTo>
                      <a:pt x="77" y="11"/>
                      <a:pt x="77" y="11"/>
                      <a:pt x="76" y="11"/>
                    </a:cubicBezTo>
                    <a:cubicBezTo>
                      <a:pt x="75" y="11"/>
                      <a:pt x="74" y="11"/>
                      <a:pt x="74" y="12"/>
                    </a:cubicBezTo>
                    <a:cubicBezTo>
                      <a:pt x="71" y="14"/>
                      <a:pt x="71" y="14"/>
                      <a:pt x="71" y="14"/>
                    </a:cubicBezTo>
                    <a:cubicBezTo>
                      <a:pt x="70" y="15"/>
                      <a:pt x="70" y="17"/>
                      <a:pt x="71" y="18"/>
                    </a:cubicBezTo>
                    <a:cubicBezTo>
                      <a:pt x="79" y="28"/>
                      <a:pt x="79" y="42"/>
                      <a:pt x="71" y="51"/>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grpSp>
        <p:nvGrpSpPr>
          <p:cNvPr id="108" name="Group 107"/>
          <p:cNvGrpSpPr>
            <a:grpSpLocks/>
          </p:cNvGrpSpPr>
          <p:nvPr/>
        </p:nvGrpSpPr>
        <p:grpSpPr bwMode="auto">
          <a:xfrm>
            <a:off x="4752975" y="1646238"/>
            <a:ext cx="1268413" cy="5211762"/>
            <a:chOff x="4752322" y="1646206"/>
            <a:chExt cx="1269757" cy="5211794"/>
          </a:xfrm>
        </p:grpSpPr>
        <p:sp>
          <p:nvSpPr>
            <p:cNvPr id="528392" name="Freeform 12"/>
            <p:cNvSpPr>
              <a:spLocks/>
            </p:cNvSpPr>
            <p:nvPr/>
          </p:nvSpPr>
          <p:spPr bwMode="auto">
            <a:xfrm rot="5400000">
              <a:off x="3459948" y="4295868"/>
              <a:ext cx="4753152" cy="371111"/>
            </a:xfrm>
            <a:custGeom>
              <a:avLst/>
              <a:gdLst>
                <a:gd name="T0" fmla="*/ 0 w 1355"/>
                <a:gd name="T1" fmla="*/ 1324263272 h 104"/>
                <a:gd name="T2" fmla="*/ 0 w 1355"/>
                <a:gd name="T3" fmla="*/ 267399782 h 104"/>
                <a:gd name="T4" fmla="*/ 319930972 w 1355"/>
                <a:gd name="T5" fmla="*/ 12731962 h 104"/>
                <a:gd name="T6" fmla="*/ 2147483647 w 1355"/>
                <a:gd name="T7" fmla="*/ 12731962 h 104"/>
                <a:gd name="T8" fmla="*/ 0 60000 65536"/>
                <a:gd name="T9" fmla="*/ 0 60000 65536"/>
                <a:gd name="T10" fmla="*/ 0 60000 65536"/>
                <a:gd name="T11" fmla="*/ 0 60000 65536"/>
                <a:gd name="T12" fmla="*/ 0 w 1355"/>
                <a:gd name="T13" fmla="*/ 0 h 104"/>
                <a:gd name="T14" fmla="*/ 1355 w 1355"/>
                <a:gd name="T15" fmla="*/ 104 h 104"/>
              </a:gdLst>
              <a:ahLst/>
              <a:cxnLst>
                <a:cxn ang="T8">
                  <a:pos x="T0" y="T1"/>
                </a:cxn>
                <a:cxn ang="T9">
                  <a:pos x="T2" y="T3"/>
                </a:cxn>
                <a:cxn ang="T10">
                  <a:pos x="T4" y="T5"/>
                </a:cxn>
                <a:cxn ang="T11">
                  <a:pos x="T6" y="T7"/>
                </a:cxn>
              </a:cxnLst>
              <a:rect l="T12" t="T13" r="T14" b="T15"/>
              <a:pathLst>
                <a:path w="1355" h="104">
                  <a:moveTo>
                    <a:pt x="0" y="104"/>
                  </a:moveTo>
                  <a:cubicBezTo>
                    <a:pt x="0" y="21"/>
                    <a:pt x="0" y="21"/>
                    <a:pt x="0" y="21"/>
                  </a:cubicBezTo>
                  <a:cubicBezTo>
                    <a:pt x="1" y="8"/>
                    <a:pt x="9" y="0"/>
                    <a:pt x="26" y="1"/>
                  </a:cubicBezTo>
                  <a:cubicBezTo>
                    <a:pt x="1355" y="1"/>
                    <a:pt x="1355" y="1"/>
                    <a:pt x="1355" y="1"/>
                  </a:cubicBezTo>
                </a:path>
              </a:pathLst>
            </a:custGeom>
            <a:noFill/>
            <a:ln w="85725">
              <a:solidFill>
                <a:srgbClr val="94B64E"/>
              </a:solidFill>
              <a:miter lim="800000"/>
              <a:headEnd/>
              <a:tailEnd/>
            </a:ln>
          </p:spPr>
          <p:txBody>
            <a:bodyPr lIns="121920" tIns="60960" rIns="121920" bIns="60960"/>
            <a:lstStyle/>
            <a:p>
              <a:endParaRPr lang="el-GR" sz="2400">
                <a:solidFill>
                  <a:srgbClr val="000000"/>
                </a:solidFill>
              </a:endParaRPr>
            </a:p>
          </p:txBody>
        </p:sp>
        <p:grpSp>
          <p:nvGrpSpPr>
            <p:cNvPr id="528393" name="Group 99"/>
            <p:cNvGrpSpPr>
              <a:grpSpLocks/>
            </p:cNvGrpSpPr>
            <p:nvPr/>
          </p:nvGrpSpPr>
          <p:grpSpPr bwMode="auto">
            <a:xfrm>
              <a:off x="4752322" y="1646206"/>
              <a:ext cx="905222" cy="909432"/>
              <a:chOff x="4752322" y="1646206"/>
              <a:chExt cx="905222" cy="909432"/>
            </a:xfrm>
          </p:grpSpPr>
          <p:sp>
            <p:nvSpPr>
              <p:cNvPr id="528394" name="Oval 6"/>
              <p:cNvSpPr>
                <a:spLocks noChangeArrowheads="1"/>
              </p:cNvSpPr>
              <p:nvPr/>
            </p:nvSpPr>
            <p:spPr bwMode="auto">
              <a:xfrm rot="5400000">
                <a:off x="4750217" y="1648311"/>
                <a:ext cx="909432" cy="905222"/>
              </a:xfrm>
              <a:prstGeom prst="ellipse">
                <a:avLst/>
              </a:prstGeom>
              <a:solidFill>
                <a:srgbClr val="94B64E"/>
              </a:solidFill>
              <a:ln w="9525">
                <a:noFill/>
                <a:miter lim="800000"/>
                <a:headEnd/>
                <a:tailEnd/>
              </a:ln>
            </p:spPr>
            <p:txBody>
              <a:bodyPr lIns="121920" tIns="60960" rIns="121920" bIns="60960"/>
              <a:lstStyle/>
              <a:p>
                <a:endParaRPr lang="el-GR" sz="2400">
                  <a:solidFill>
                    <a:srgbClr val="000000"/>
                  </a:solidFill>
                </a:endParaRPr>
              </a:p>
            </p:txBody>
          </p:sp>
          <p:sp>
            <p:nvSpPr>
              <p:cNvPr id="528395" name="Freeform 71"/>
              <p:cNvSpPr>
                <a:spLocks noEditPoints="1"/>
              </p:cNvSpPr>
              <p:nvPr/>
            </p:nvSpPr>
            <p:spPr bwMode="auto">
              <a:xfrm>
                <a:off x="5047830" y="1843480"/>
                <a:ext cx="314207" cy="476823"/>
              </a:xfrm>
              <a:custGeom>
                <a:avLst/>
                <a:gdLst>
                  <a:gd name="T0" fmla="*/ 557049763 w 48"/>
                  <a:gd name="T1" fmla="*/ 2147483647 h 73"/>
                  <a:gd name="T2" fmla="*/ 1542592639 w 48"/>
                  <a:gd name="T3" fmla="*/ 2147483647 h 73"/>
                  <a:gd name="T4" fmla="*/ 1542592639 w 48"/>
                  <a:gd name="T5" fmla="*/ 2147483647 h 73"/>
                  <a:gd name="T6" fmla="*/ 1585442605 w 48"/>
                  <a:gd name="T7" fmla="*/ 2147483647 h 73"/>
                  <a:gd name="T8" fmla="*/ 1628292571 w 48"/>
                  <a:gd name="T9" fmla="*/ 2147483647 h 73"/>
                  <a:gd name="T10" fmla="*/ 1028399593 w 48"/>
                  <a:gd name="T11" fmla="*/ 1749254654 h 73"/>
                  <a:gd name="T12" fmla="*/ 471349831 w 48"/>
                  <a:gd name="T13" fmla="*/ 2147483647 h 73"/>
                  <a:gd name="T14" fmla="*/ 471349831 w 48"/>
                  <a:gd name="T15" fmla="*/ 2147483647 h 73"/>
                  <a:gd name="T16" fmla="*/ 557049763 w 48"/>
                  <a:gd name="T17" fmla="*/ 2147483647 h 73"/>
                  <a:gd name="T18" fmla="*/ 557049763 w 48"/>
                  <a:gd name="T19" fmla="*/ 2147483647 h 73"/>
                  <a:gd name="T20" fmla="*/ 1885392776 w 48"/>
                  <a:gd name="T21" fmla="*/ 469311413 h 73"/>
                  <a:gd name="T22" fmla="*/ 2056792640 w 48"/>
                  <a:gd name="T23" fmla="*/ 298654471 h 73"/>
                  <a:gd name="T24" fmla="*/ 2056792640 w 48"/>
                  <a:gd name="T25" fmla="*/ 213322734 h 73"/>
                  <a:gd name="T26" fmla="*/ 1885392776 w 48"/>
                  <a:gd name="T27" fmla="*/ 0 h 73"/>
                  <a:gd name="T28" fmla="*/ 214249881 w 48"/>
                  <a:gd name="T29" fmla="*/ 0 h 73"/>
                  <a:gd name="T30" fmla="*/ 0 w 48"/>
                  <a:gd name="T31" fmla="*/ 213322734 h 73"/>
                  <a:gd name="T32" fmla="*/ 0 w 48"/>
                  <a:gd name="T33" fmla="*/ 298654471 h 73"/>
                  <a:gd name="T34" fmla="*/ 171399915 w 48"/>
                  <a:gd name="T35" fmla="*/ 469311413 h 73"/>
                  <a:gd name="T36" fmla="*/ 1885392776 w 48"/>
                  <a:gd name="T37" fmla="*/ 469311413 h 73"/>
                  <a:gd name="T38" fmla="*/ 1713992503 w 48"/>
                  <a:gd name="T39" fmla="*/ 554643099 h 73"/>
                  <a:gd name="T40" fmla="*/ 1885392776 w 48"/>
                  <a:gd name="T41" fmla="*/ 554643099 h 73"/>
                  <a:gd name="T42" fmla="*/ 1328342809 w 48"/>
                  <a:gd name="T43" fmla="*/ 1535931563 h 73"/>
                  <a:gd name="T44" fmla="*/ 1885392776 w 48"/>
                  <a:gd name="T45" fmla="*/ 2147483647 h 73"/>
                  <a:gd name="T46" fmla="*/ 1713992503 w 48"/>
                  <a:gd name="T47" fmla="*/ 2147483647 h 73"/>
                  <a:gd name="T48" fmla="*/ 1114092979 w 48"/>
                  <a:gd name="T49" fmla="*/ 1621256717 h 73"/>
                  <a:gd name="T50" fmla="*/ 1071243013 w 48"/>
                  <a:gd name="T51" fmla="*/ 1535931563 h 73"/>
                  <a:gd name="T52" fmla="*/ 1114092979 w 48"/>
                  <a:gd name="T53" fmla="*/ 1493265720 h 73"/>
                  <a:gd name="T54" fmla="*/ 1114092979 w 48"/>
                  <a:gd name="T55" fmla="*/ 1493265720 h 73"/>
                  <a:gd name="T56" fmla="*/ 1713992503 w 48"/>
                  <a:gd name="T57" fmla="*/ 554643099 h 73"/>
                  <a:gd name="T58" fmla="*/ 171399915 w 48"/>
                  <a:gd name="T59" fmla="*/ 2147483647 h 73"/>
                  <a:gd name="T60" fmla="*/ 0 w 48"/>
                  <a:gd name="T61" fmla="*/ 2147483647 h 73"/>
                  <a:gd name="T62" fmla="*/ 0 w 48"/>
                  <a:gd name="T63" fmla="*/ 2147483647 h 73"/>
                  <a:gd name="T64" fmla="*/ 214249881 w 48"/>
                  <a:gd name="T65" fmla="*/ 2147483647 h 73"/>
                  <a:gd name="T66" fmla="*/ 1885392776 w 48"/>
                  <a:gd name="T67" fmla="*/ 2147483647 h 73"/>
                  <a:gd name="T68" fmla="*/ 2056792640 w 48"/>
                  <a:gd name="T69" fmla="*/ 2147483647 h 73"/>
                  <a:gd name="T70" fmla="*/ 2056792640 w 48"/>
                  <a:gd name="T71" fmla="*/ 2147483647 h 73"/>
                  <a:gd name="T72" fmla="*/ 1885392776 w 48"/>
                  <a:gd name="T73" fmla="*/ 2147483647 h 73"/>
                  <a:gd name="T74" fmla="*/ 171399915 w 48"/>
                  <a:gd name="T75" fmla="*/ 2147483647 h 73"/>
                  <a:gd name="T76" fmla="*/ 342799830 w 48"/>
                  <a:gd name="T77" fmla="*/ 2147483647 h 73"/>
                  <a:gd name="T78" fmla="*/ 171399915 w 48"/>
                  <a:gd name="T79" fmla="*/ 2147483647 h 73"/>
                  <a:gd name="T80" fmla="*/ 771299593 w 48"/>
                  <a:gd name="T81" fmla="*/ 1535931563 h 73"/>
                  <a:gd name="T82" fmla="*/ 171399915 w 48"/>
                  <a:gd name="T83" fmla="*/ 554643099 h 73"/>
                  <a:gd name="T84" fmla="*/ 342799830 w 48"/>
                  <a:gd name="T85" fmla="*/ 554643099 h 73"/>
                  <a:gd name="T86" fmla="*/ 942699661 w 48"/>
                  <a:gd name="T87" fmla="*/ 1493265720 h 73"/>
                  <a:gd name="T88" fmla="*/ 1028399593 w 48"/>
                  <a:gd name="T89" fmla="*/ 1578590874 h 73"/>
                  <a:gd name="T90" fmla="*/ 942699661 w 48"/>
                  <a:gd name="T91" fmla="*/ 1621256717 h 73"/>
                  <a:gd name="T92" fmla="*/ 342799830 w 48"/>
                  <a:gd name="T93" fmla="*/ 2147483647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sp>
        <p:nvSpPr>
          <p:cNvPr id="54" name="Text Box 10"/>
          <p:cNvSpPr txBox="1">
            <a:spLocks noChangeArrowheads="1"/>
          </p:cNvSpPr>
          <p:nvPr/>
        </p:nvSpPr>
        <p:spPr bwMode="auto">
          <a:xfrm>
            <a:off x="7590349" y="3371205"/>
            <a:ext cx="4367213" cy="538609"/>
          </a:xfrm>
          <a:prstGeom prst="rect">
            <a:avLst/>
          </a:prstGeom>
          <a:noFill/>
          <a:ln w="9525">
            <a:noFill/>
            <a:miter lim="800000"/>
            <a:headEnd/>
            <a:tailEnd/>
          </a:ln>
        </p:spPr>
        <p:txBody>
          <a:bodyPr lIns="45720" tIns="22860" rIns="45720" bIns="22860">
            <a:spAutoFit/>
          </a:bodyPr>
          <a:lstStyle/>
          <a:p>
            <a:pPr algn="ctr" defTabSz="1087438" rtl="1"/>
            <a:r>
              <a:rPr lang="ar-SA" sz="3200" dirty="0"/>
              <a:t>توفر للطالب عملية التعلم الذاتي</a:t>
            </a:r>
            <a:endParaRPr lang="en-US" sz="3200" dirty="0">
              <a:solidFill>
                <a:srgbClr val="A6A6A6"/>
              </a:solidFill>
              <a:latin typeface="Open Sans"/>
              <a:ea typeface="Open Sans"/>
              <a:cs typeface="Open Sans"/>
            </a:endParaRPr>
          </a:p>
        </p:txBody>
      </p:sp>
      <p:sp>
        <p:nvSpPr>
          <p:cNvPr id="25" name="Footer Placeholder 1"/>
          <p:cNvSpPr txBox="1">
            <a:spLocks/>
          </p:cNvSpPr>
          <p:nvPr/>
        </p:nvSpPr>
        <p:spPr>
          <a:xfrm>
            <a:off x="4191000" y="65087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5729295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200"/>
                                        <p:tgtEl>
                                          <p:spTgt spid="72"/>
                                        </p:tgtEl>
                                      </p:cBhvr>
                                    </p:animEffect>
                                  </p:childTnLst>
                                </p:cTn>
                              </p:par>
                            </p:childTnLst>
                          </p:cTn>
                        </p:par>
                        <p:par>
                          <p:cTn id="8" fill="hold">
                            <p:stCondLst>
                              <p:cond delay="200"/>
                            </p:stCondLst>
                            <p:childTnLst>
                              <p:par>
                                <p:cTn id="9" presetID="2" presetClass="entr" presetSubtype="4" fill="hold" nodeType="afterEffect">
                                  <p:stCondLst>
                                    <p:cond delay="0"/>
                                  </p:stCondLst>
                                  <p:childTnLst>
                                    <p:set>
                                      <p:cBhvr>
                                        <p:cTn id="10" dur="1" fill="hold">
                                          <p:stCondLst>
                                            <p:cond delay="0"/>
                                          </p:stCondLst>
                                        </p:cTn>
                                        <p:tgtEl>
                                          <p:spTgt spid="107"/>
                                        </p:tgtEl>
                                        <p:attrNameLst>
                                          <p:attrName>style.visibility</p:attrName>
                                        </p:attrNameLst>
                                      </p:cBhvr>
                                      <p:to>
                                        <p:strVal val="visible"/>
                                      </p:to>
                                    </p:set>
                                    <p:anim calcmode="lin" valueType="num">
                                      <p:cBhvr additive="base">
                                        <p:cTn id="11" dur="500" fill="hold"/>
                                        <p:tgtEl>
                                          <p:spTgt spid="107"/>
                                        </p:tgtEl>
                                        <p:attrNameLst>
                                          <p:attrName>ppt_x</p:attrName>
                                        </p:attrNameLst>
                                      </p:cBhvr>
                                      <p:tavLst>
                                        <p:tav tm="0">
                                          <p:val>
                                            <p:strVal val="#ppt_x"/>
                                          </p:val>
                                        </p:tav>
                                        <p:tav tm="100000">
                                          <p:val>
                                            <p:strVal val="#ppt_x"/>
                                          </p:val>
                                        </p:tav>
                                      </p:tavLst>
                                    </p:anim>
                                    <p:anim calcmode="lin" valueType="num">
                                      <p:cBhvr additive="base">
                                        <p:cTn id="12" dur="500" fill="hold"/>
                                        <p:tgtEl>
                                          <p:spTgt spid="107"/>
                                        </p:tgtEl>
                                        <p:attrNameLst>
                                          <p:attrName>ppt_y</p:attrName>
                                        </p:attrNameLst>
                                      </p:cBhvr>
                                      <p:tavLst>
                                        <p:tav tm="0">
                                          <p:val>
                                            <p:strVal val="1+#ppt_h/2"/>
                                          </p:val>
                                        </p:tav>
                                        <p:tav tm="100000">
                                          <p:val>
                                            <p:strVal val="#ppt_y"/>
                                          </p:val>
                                        </p:tav>
                                      </p:tavLst>
                                    </p:anim>
                                  </p:childTnLst>
                                </p:cTn>
                              </p:par>
                            </p:childTnLst>
                          </p:cTn>
                        </p:par>
                        <p:par>
                          <p:cTn id="13" fill="hold">
                            <p:stCondLst>
                              <p:cond delay="700"/>
                            </p:stCondLst>
                            <p:childTnLst>
                              <p:par>
                                <p:cTn id="14" presetID="2" presetClass="entr" presetSubtype="4" fill="hold" grpId="0" nodeType="afterEffect">
                                  <p:stCondLst>
                                    <p:cond delay="0"/>
                                  </p:stCondLst>
                                  <p:childTnLst>
                                    <p:set>
                                      <p:cBhvr>
                                        <p:cTn id="15" dur="1" fill="hold">
                                          <p:stCondLst>
                                            <p:cond delay="0"/>
                                          </p:stCondLst>
                                        </p:cTn>
                                        <p:tgtEl>
                                          <p:spTgt spid="79"/>
                                        </p:tgtEl>
                                        <p:attrNameLst>
                                          <p:attrName>style.visibility</p:attrName>
                                        </p:attrNameLst>
                                      </p:cBhvr>
                                      <p:to>
                                        <p:strVal val="visible"/>
                                      </p:to>
                                    </p:set>
                                    <p:anim calcmode="lin" valueType="num">
                                      <p:cBhvr additive="base">
                                        <p:cTn id="16" dur="500" fill="hold"/>
                                        <p:tgtEl>
                                          <p:spTgt spid="79"/>
                                        </p:tgtEl>
                                        <p:attrNameLst>
                                          <p:attrName>ppt_x</p:attrName>
                                        </p:attrNameLst>
                                      </p:cBhvr>
                                      <p:tavLst>
                                        <p:tav tm="0">
                                          <p:val>
                                            <p:strVal val="#ppt_x"/>
                                          </p:val>
                                        </p:tav>
                                        <p:tav tm="100000">
                                          <p:val>
                                            <p:strVal val="#ppt_x"/>
                                          </p:val>
                                        </p:tav>
                                      </p:tavLst>
                                    </p:anim>
                                    <p:anim calcmode="lin" valueType="num">
                                      <p:cBhvr additive="base">
                                        <p:cTn id="17" dur="500" fill="hold"/>
                                        <p:tgtEl>
                                          <p:spTgt spid="79"/>
                                        </p:tgtEl>
                                        <p:attrNameLst>
                                          <p:attrName>ppt_y</p:attrName>
                                        </p:attrNameLst>
                                      </p:cBhvr>
                                      <p:tavLst>
                                        <p:tav tm="0">
                                          <p:val>
                                            <p:strVal val="1+#ppt_h/2"/>
                                          </p:val>
                                        </p:tav>
                                        <p:tav tm="100000">
                                          <p:val>
                                            <p:strVal val="#ppt_y"/>
                                          </p:val>
                                        </p:tav>
                                      </p:tavLst>
                                    </p:anim>
                                  </p:childTnLst>
                                </p:cTn>
                              </p:par>
                            </p:childTnLst>
                          </p:cTn>
                        </p:par>
                        <p:par>
                          <p:cTn id="18" fill="hold">
                            <p:stCondLst>
                              <p:cond delay="1200"/>
                            </p:stCondLst>
                            <p:childTnLst>
                              <p:par>
                                <p:cTn id="19" presetID="2" presetClass="entr" presetSubtype="4" fill="hold" nodeType="afterEffect">
                                  <p:stCondLst>
                                    <p:cond delay="0"/>
                                  </p:stCondLst>
                                  <p:childTnLst>
                                    <p:set>
                                      <p:cBhvr>
                                        <p:cTn id="20" dur="1" fill="hold">
                                          <p:stCondLst>
                                            <p:cond delay="0"/>
                                          </p:stCondLst>
                                        </p:cTn>
                                        <p:tgtEl>
                                          <p:spTgt spid="108"/>
                                        </p:tgtEl>
                                        <p:attrNameLst>
                                          <p:attrName>style.visibility</p:attrName>
                                        </p:attrNameLst>
                                      </p:cBhvr>
                                      <p:to>
                                        <p:strVal val="visible"/>
                                      </p:to>
                                    </p:set>
                                    <p:anim calcmode="lin" valueType="num">
                                      <p:cBhvr additive="base">
                                        <p:cTn id="21" dur="500" fill="hold"/>
                                        <p:tgtEl>
                                          <p:spTgt spid="108"/>
                                        </p:tgtEl>
                                        <p:attrNameLst>
                                          <p:attrName>ppt_x</p:attrName>
                                        </p:attrNameLst>
                                      </p:cBhvr>
                                      <p:tavLst>
                                        <p:tav tm="0">
                                          <p:val>
                                            <p:strVal val="#ppt_x"/>
                                          </p:val>
                                        </p:tav>
                                        <p:tav tm="100000">
                                          <p:val>
                                            <p:strVal val="#ppt_x"/>
                                          </p:val>
                                        </p:tav>
                                      </p:tavLst>
                                    </p:anim>
                                    <p:anim calcmode="lin" valueType="num">
                                      <p:cBhvr additive="base">
                                        <p:cTn id="22" dur="500" fill="hold"/>
                                        <p:tgtEl>
                                          <p:spTgt spid="108"/>
                                        </p:tgtEl>
                                        <p:attrNameLst>
                                          <p:attrName>ppt_y</p:attrName>
                                        </p:attrNameLst>
                                      </p:cBhvr>
                                      <p:tavLst>
                                        <p:tav tm="0">
                                          <p:val>
                                            <p:strVal val="1+#ppt_h/2"/>
                                          </p:val>
                                        </p:tav>
                                        <p:tav tm="100000">
                                          <p:val>
                                            <p:strVal val="#ppt_y"/>
                                          </p:val>
                                        </p:tav>
                                      </p:tavLst>
                                    </p:anim>
                                  </p:childTnLst>
                                </p:cTn>
                              </p:par>
                            </p:childTnLst>
                          </p:cTn>
                        </p:par>
                        <p:par>
                          <p:cTn id="23" fill="hold">
                            <p:stCondLst>
                              <p:cond delay="1700"/>
                            </p:stCondLst>
                            <p:childTnLst>
                              <p:par>
                                <p:cTn id="24" presetID="2" presetClass="entr" presetSubtype="4" fill="hold" grpId="0" nodeType="afterEffect">
                                  <p:stCondLst>
                                    <p:cond delay="0"/>
                                  </p:stCondLst>
                                  <p:childTnLst>
                                    <p:set>
                                      <p:cBhvr>
                                        <p:cTn id="25" dur="1" fill="hold">
                                          <p:stCondLst>
                                            <p:cond delay="0"/>
                                          </p:stCondLst>
                                        </p:cTn>
                                        <p:tgtEl>
                                          <p:spTgt spid="77"/>
                                        </p:tgtEl>
                                        <p:attrNameLst>
                                          <p:attrName>style.visibility</p:attrName>
                                        </p:attrNameLst>
                                      </p:cBhvr>
                                      <p:to>
                                        <p:strVal val="visible"/>
                                      </p:to>
                                    </p:set>
                                    <p:anim calcmode="lin" valueType="num">
                                      <p:cBhvr additive="base">
                                        <p:cTn id="26" dur="500" fill="hold"/>
                                        <p:tgtEl>
                                          <p:spTgt spid="77"/>
                                        </p:tgtEl>
                                        <p:attrNameLst>
                                          <p:attrName>ppt_x</p:attrName>
                                        </p:attrNameLst>
                                      </p:cBhvr>
                                      <p:tavLst>
                                        <p:tav tm="0">
                                          <p:val>
                                            <p:strVal val="#ppt_x"/>
                                          </p:val>
                                        </p:tav>
                                        <p:tav tm="100000">
                                          <p:val>
                                            <p:strVal val="#ppt_x"/>
                                          </p:val>
                                        </p:tav>
                                      </p:tavLst>
                                    </p:anim>
                                    <p:anim calcmode="lin" valueType="num">
                                      <p:cBhvr additive="base">
                                        <p:cTn id="27" dur="500" fill="hold"/>
                                        <p:tgtEl>
                                          <p:spTgt spid="77"/>
                                        </p:tgtEl>
                                        <p:attrNameLst>
                                          <p:attrName>ppt_y</p:attrName>
                                        </p:attrNameLst>
                                      </p:cBhvr>
                                      <p:tavLst>
                                        <p:tav tm="0">
                                          <p:val>
                                            <p:strVal val="1+#ppt_h/2"/>
                                          </p:val>
                                        </p:tav>
                                        <p:tav tm="100000">
                                          <p:val>
                                            <p:strVal val="#ppt_y"/>
                                          </p:val>
                                        </p:tav>
                                      </p:tavLst>
                                    </p:anim>
                                  </p:childTnLst>
                                </p:cTn>
                              </p:par>
                            </p:childTnLst>
                          </p:cTn>
                        </p:par>
                        <p:par>
                          <p:cTn id="28" fill="hold">
                            <p:stCondLst>
                              <p:cond delay="2200"/>
                            </p:stCondLst>
                            <p:childTnLst>
                              <p:par>
                                <p:cTn id="29" presetID="2" presetClass="entr" presetSubtype="4" fill="hold" nodeType="afterEffect">
                                  <p:stCondLst>
                                    <p:cond delay="0"/>
                                  </p:stCondLst>
                                  <p:childTnLst>
                                    <p:set>
                                      <p:cBhvr>
                                        <p:cTn id="30" dur="1" fill="hold">
                                          <p:stCondLst>
                                            <p:cond delay="0"/>
                                          </p:stCondLst>
                                        </p:cTn>
                                        <p:tgtEl>
                                          <p:spTgt spid="110"/>
                                        </p:tgtEl>
                                        <p:attrNameLst>
                                          <p:attrName>style.visibility</p:attrName>
                                        </p:attrNameLst>
                                      </p:cBhvr>
                                      <p:to>
                                        <p:strVal val="visible"/>
                                      </p:to>
                                    </p:set>
                                    <p:anim calcmode="lin" valueType="num">
                                      <p:cBhvr additive="base">
                                        <p:cTn id="31" dur="500" fill="hold"/>
                                        <p:tgtEl>
                                          <p:spTgt spid="110"/>
                                        </p:tgtEl>
                                        <p:attrNameLst>
                                          <p:attrName>ppt_x</p:attrName>
                                        </p:attrNameLst>
                                      </p:cBhvr>
                                      <p:tavLst>
                                        <p:tav tm="0">
                                          <p:val>
                                            <p:strVal val="#ppt_x"/>
                                          </p:val>
                                        </p:tav>
                                        <p:tav tm="100000">
                                          <p:val>
                                            <p:strVal val="#ppt_x"/>
                                          </p:val>
                                        </p:tav>
                                      </p:tavLst>
                                    </p:anim>
                                    <p:anim calcmode="lin" valueType="num">
                                      <p:cBhvr additive="base">
                                        <p:cTn id="32" dur="500" fill="hold"/>
                                        <p:tgtEl>
                                          <p:spTgt spid="110"/>
                                        </p:tgtEl>
                                        <p:attrNameLst>
                                          <p:attrName>ppt_y</p:attrName>
                                        </p:attrNameLst>
                                      </p:cBhvr>
                                      <p:tavLst>
                                        <p:tav tm="0">
                                          <p:val>
                                            <p:strVal val="1+#ppt_h/2"/>
                                          </p:val>
                                        </p:tav>
                                        <p:tav tm="100000">
                                          <p:val>
                                            <p:strVal val="#ppt_y"/>
                                          </p:val>
                                        </p:tav>
                                      </p:tavLst>
                                    </p:anim>
                                  </p:childTnLst>
                                </p:cTn>
                              </p:par>
                            </p:childTnLst>
                          </p:cTn>
                        </p:par>
                        <p:par>
                          <p:cTn id="33" fill="hold">
                            <p:stCondLst>
                              <p:cond delay="2700"/>
                            </p:stCondLst>
                            <p:childTnLst>
                              <p:par>
                                <p:cTn id="34" presetID="2" presetClass="entr" presetSubtype="4" fill="hold" grpId="0" nodeType="afterEffect">
                                  <p:stCondLst>
                                    <p:cond delay="0"/>
                                  </p:stCondLst>
                                  <p:childTnLst>
                                    <p:set>
                                      <p:cBhvr>
                                        <p:cTn id="35" dur="1" fill="hold">
                                          <p:stCondLst>
                                            <p:cond delay="0"/>
                                          </p:stCondLst>
                                        </p:cTn>
                                        <p:tgtEl>
                                          <p:spTgt spid="54"/>
                                        </p:tgtEl>
                                        <p:attrNameLst>
                                          <p:attrName>style.visibility</p:attrName>
                                        </p:attrNameLst>
                                      </p:cBhvr>
                                      <p:to>
                                        <p:strVal val="visible"/>
                                      </p:to>
                                    </p:set>
                                    <p:anim calcmode="lin" valueType="num">
                                      <p:cBhvr additive="base">
                                        <p:cTn id="36" dur="500" fill="hold"/>
                                        <p:tgtEl>
                                          <p:spTgt spid="54"/>
                                        </p:tgtEl>
                                        <p:attrNameLst>
                                          <p:attrName>ppt_x</p:attrName>
                                        </p:attrNameLst>
                                      </p:cBhvr>
                                      <p:tavLst>
                                        <p:tav tm="0">
                                          <p:val>
                                            <p:strVal val="#ppt_x"/>
                                          </p:val>
                                        </p:tav>
                                        <p:tav tm="100000">
                                          <p:val>
                                            <p:strVal val="#ppt_x"/>
                                          </p:val>
                                        </p:tav>
                                      </p:tavLst>
                                    </p:anim>
                                    <p:anim calcmode="lin" valueType="num">
                                      <p:cBhvr additive="base">
                                        <p:cTn id="37"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77" grpId="0"/>
      <p:bldP spid="79" grpId="0"/>
      <p:bldP spid="5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Text Box 10"/>
          <p:cNvSpPr txBox="1">
            <a:spLocks noChangeArrowheads="1"/>
          </p:cNvSpPr>
          <p:nvPr/>
        </p:nvSpPr>
        <p:spPr bwMode="auto">
          <a:xfrm>
            <a:off x="7557871" y="1820913"/>
            <a:ext cx="4258107" cy="1523494"/>
          </a:xfrm>
          <a:prstGeom prst="rect">
            <a:avLst/>
          </a:prstGeom>
          <a:noFill/>
          <a:ln w="9525">
            <a:noFill/>
            <a:miter lim="800000"/>
            <a:headEnd/>
            <a:tailEnd/>
          </a:ln>
        </p:spPr>
        <p:txBody>
          <a:bodyPr wrap="square" lIns="45720" tIns="22860" rIns="45720" bIns="22860">
            <a:spAutoFit/>
          </a:bodyPr>
          <a:lstStyle/>
          <a:p>
            <a:pPr algn="ctr" defTabSz="1087438"/>
            <a:r>
              <a:rPr lang="ar-SA" sz="3200" dirty="0"/>
              <a:t>يتمتع بالمرونة والكفاءة مع تأكيده على دور المدرس كمرشد لعملية التعليم</a:t>
            </a:r>
            <a:endParaRPr lang="en-US" sz="3200" dirty="0">
              <a:solidFill>
                <a:srgbClr val="A6A6A6"/>
              </a:solidFill>
              <a:latin typeface="Open Sans"/>
              <a:ea typeface="Open Sans"/>
              <a:cs typeface="Open Sans"/>
            </a:endParaRPr>
          </a:p>
        </p:txBody>
      </p:sp>
      <p:sp>
        <p:nvSpPr>
          <p:cNvPr id="76" name="Text Box 10"/>
          <p:cNvSpPr txBox="1">
            <a:spLocks noChangeArrowheads="1"/>
          </p:cNvSpPr>
          <p:nvPr/>
        </p:nvSpPr>
        <p:spPr bwMode="auto">
          <a:xfrm>
            <a:off x="7439025" y="4963796"/>
            <a:ext cx="4592638" cy="1031051"/>
          </a:xfrm>
          <a:prstGeom prst="rect">
            <a:avLst/>
          </a:prstGeom>
          <a:noFill/>
          <a:ln w="9525">
            <a:noFill/>
            <a:miter lim="800000"/>
            <a:headEnd/>
            <a:tailEnd/>
          </a:ln>
        </p:spPr>
        <p:txBody>
          <a:bodyPr lIns="45720" tIns="22860" rIns="45720" bIns="22860">
            <a:spAutoFit/>
          </a:bodyPr>
          <a:lstStyle/>
          <a:p>
            <a:pPr algn="ctr" defTabSz="1087438"/>
            <a:r>
              <a:rPr lang="ar-SA" sz="3200" dirty="0"/>
              <a:t>إمكانية إجراء التغذية الراجعة الفورية للطلاب</a:t>
            </a:r>
            <a:endParaRPr lang="en-US" sz="3200" dirty="0">
              <a:solidFill>
                <a:srgbClr val="A6A6A6"/>
              </a:solidFill>
              <a:latin typeface="Open Sans"/>
              <a:ea typeface="Open Sans"/>
              <a:cs typeface="Open Sans"/>
            </a:endParaRPr>
          </a:p>
        </p:txBody>
      </p:sp>
      <p:sp>
        <p:nvSpPr>
          <p:cNvPr id="78" name="Text Box 10"/>
          <p:cNvSpPr txBox="1">
            <a:spLocks noChangeArrowheads="1"/>
          </p:cNvSpPr>
          <p:nvPr/>
        </p:nvSpPr>
        <p:spPr bwMode="auto">
          <a:xfrm>
            <a:off x="298450" y="2905125"/>
            <a:ext cx="4298950" cy="2015936"/>
          </a:xfrm>
          <a:prstGeom prst="rect">
            <a:avLst/>
          </a:prstGeom>
          <a:noFill/>
          <a:ln w="9525">
            <a:noFill/>
            <a:miter lim="800000"/>
            <a:headEnd/>
            <a:tailEnd/>
          </a:ln>
        </p:spPr>
        <p:txBody>
          <a:bodyPr lIns="45720" tIns="22860" rIns="45720" bIns="22860">
            <a:spAutoFit/>
          </a:bodyPr>
          <a:lstStyle/>
          <a:p>
            <a:pPr algn="ctr" defTabSz="1087438"/>
            <a:r>
              <a:rPr lang="ar-SA" sz="3200" dirty="0"/>
              <a:t>إمكانية تعميم أي تعديلات طارئة على المقررات الدراسية على جميع الطلاب وأعضاء هيئة التدريس بشكل فوري.</a:t>
            </a:r>
            <a:endParaRPr lang="en-US" sz="3200" dirty="0">
              <a:solidFill>
                <a:srgbClr val="A6A6A6"/>
              </a:solidFill>
              <a:latin typeface="Open Sans"/>
              <a:ea typeface="Open Sans"/>
              <a:cs typeface="Open Sans"/>
            </a:endParaRPr>
          </a:p>
        </p:txBody>
      </p:sp>
      <p:grpSp>
        <p:nvGrpSpPr>
          <p:cNvPr id="109" name="Group 108"/>
          <p:cNvGrpSpPr>
            <a:grpSpLocks/>
          </p:cNvGrpSpPr>
          <p:nvPr/>
        </p:nvGrpSpPr>
        <p:grpSpPr bwMode="auto">
          <a:xfrm>
            <a:off x="6115050" y="1673225"/>
            <a:ext cx="1277938" cy="5184775"/>
            <a:chOff x="6114303" y="1673244"/>
            <a:chExt cx="1278087" cy="5184756"/>
          </a:xfrm>
        </p:grpSpPr>
        <p:sp>
          <p:nvSpPr>
            <p:cNvPr id="529424" name="Freeform 11"/>
            <p:cNvSpPr>
              <a:spLocks/>
            </p:cNvSpPr>
            <p:nvPr/>
          </p:nvSpPr>
          <p:spPr bwMode="auto">
            <a:xfrm rot="5400000">
              <a:off x="3923285" y="4295871"/>
              <a:ext cx="4753147" cy="371111"/>
            </a:xfrm>
            <a:custGeom>
              <a:avLst/>
              <a:gdLst>
                <a:gd name="T0" fmla="*/ 0 w 1355"/>
                <a:gd name="T1" fmla="*/ 0 h 104"/>
                <a:gd name="T2" fmla="*/ 0 w 1355"/>
                <a:gd name="T3" fmla="*/ 1056863602 h 104"/>
                <a:gd name="T4" fmla="*/ 319930636 w 1355"/>
                <a:gd name="T5" fmla="*/ 1324263272 h 104"/>
                <a:gd name="T6" fmla="*/ 2147483647 w 1355"/>
                <a:gd name="T7" fmla="*/ 1324263272 h 104"/>
                <a:gd name="T8" fmla="*/ 0 60000 65536"/>
                <a:gd name="T9" fmla="*/ 0 60000 65536"/>
                <a:gd name="T10" fmla="*/ 0 60000 65536"/>
                <a:gd name="T11" fmla="*/ 0 60000 65536"/>
                <a:gd name="T12" fmla="*/ 0 w 1355"/>
                <a:gd name="T13" fmla="*/ 0 h 104"/>
                <a:gd name="T14" fmla="*/ 1355 w 1355"/>
                <a:gd name="T15" fmla="*/ 104 h 104"/>
              </a:gdLst>
              <a:ahLst/>
              <a:cxnLst>
                <a:cxn ang="T8">
                  <a:pos x="T0" y="T1"/>
                </a:cxn>
                <a:cxn ang="T9">
                  <a:pos x="T2" y="T3"/>
                </a:cxn>
                <a:cxn ang="T10">
                  <a:pos x="T4" y="T5"/>
                </a:cxn>
                <a:cxn ang="T11">
                  <a:pos x="T6" y="T7"/>
                </a:cxn>
              </a:cxnLst>
              <a:rect l="T12" t="T13" r="T14" b="T15"/>
              <a:pathLst>
                <a:path w="1355" h="104">
                  <a:moveTo>
                    <a:pt x="0" y="0"/>
                  </a:moveTo>
                  <a:cubicBezTo>
                    <a:pt x="0" y="83"/>
                    <a:pt x="0" y="83"/>
                    <a:pt x="0" y="83"/>
                  </a:cubicBezTo>
                  <a:cubicBezTo>
                    <a:pt x="1" y="97"/>
                    <a:pt x="9" y="104"/>
                    <a:pt x="26" y="104"/>
                  </a:cubicBezTo>
                  <a:cubicBezTo>
                    <a:pt x="1355" y="104"/>
                    <a:pt x="1355" y="104"/>
                    <a:pt x="1355" y="104"/>
                  </a:cubicBezTo>
                </a:path>
              </a:pathLst>
            </a:custGeom>
            <a:noFill/>
            <a:ln w="85725">
              <a:solidFill>
                <a:srgbClr val="F39C12"/>
              </a:solidFill>
              <a:miter lim="800000"/>
              <a:headEnd/>
              <a:tailEnd/>
            </a:ln>
          </p:spPr>
          <p:txBody>
            <a:bodyPr lIns="121920" tIns="60960" rIns="121920" bIns="60960"/>
            <a:lstStyle/>
            <a:p>
              <a:endParaRPr lang="el-GR" sz="2400">
                <a:solidFill>
                  <a:srgbClr val="000000"/>
                </a:solidFill>
              </a:endParaRPr>
            </a:p>
          </p:txBody>
        </p:sp>
        <p:grpSp>
          <p:nvGrpSpPr>
            <p:cNvPr id="529425" name="Group 104"/>
            <p:cNvGrpSpPr>
              <a:grpSpLocks/>
            </p:cNvGrpSpPr>
            <p:nvPr/>
          </p:nvGrpSpPr>
          <p:grpSpPr bwMode="auto">
            <a:xfrm>
              <a:off x="6478748" y="1673244"/>
              <a:ext cx="913642" cy="909432"/>
              <a:chOff x="6478748" y="1673244"/>
              <a:chExt cx="913642" cy="909432"/>
            </a:xfrm>
          </p:grpSpPr>
          <p:sp>
            <p:nvSpPr>
              <p:cNvPr id="529426" name="Oval 5"/>
              <p:cNvSpPr>
                <a:spLocks noChangeArrowheads="1"/>
              </p:cNvSpPr>
              <p:nvPr/>
            </p:nvSpPr>
            <p:spPr bwMode="auto">
              <a:xfrm rot="5400000">
                <a:off x="6480853" y="1671139"/>
                <a:ext cx="909432" cy="913642"/>
              </a:xfrm>
              <a:prstGeom prst="ellipse">
                <a:avLst/>
              </a:prstGeom>
              <a:solidFill>
                <a:srgbClr val="F39C12"/>
              </a:solidFill>
              <a:ln w="9525">
                <a:noFill/>
                <a:miter lim="800000"/>
                <a:headEnd/>
                <a:tailEnd/>
              </a:ln>
            </p:spPr>
            <p:txBody>
              <a:bodyPr lIns="121920" tIns="60960" rIns="121920" bIns="60960"/>
              <a:lstStyle/>
              <a:p>
                <a:endParaRPr lang="el-GR" sz="2400">
                  <a:solidFill>
                    <a:srgbClr val="000000"/>
                  </a:solidFill>
                </a:endParaRPr>
              </a:p>
            </p:txBody>
          </p:sp>
          <p:grpSp>
            <p:nvGrpSpPr>
              <p:cNvPr id="84" name="Group 83"/>
              <p:cNvGrpSpPr/>
              <p:nvPr/>
            </p:nvGrpSpPr>
            <p:grpSpPr>
              <a:xfrm>
                <a:off x="6712026" y="1926660"/>
                <a:ext cx="447086" cy="385561"/>
                <a:chOff x="6048376" y="3925888"/>
                <a:chExt cx="346075" cy="298451"/>
              </a:xfrm>
              <a:solidFill>
                <a:schemeClr val="bg1"/>
              </a:solidFill>
            </p:grpSpPr>
            <p:sp>
              <p:nvSpPr>
                <p:cNvPr id="85" name="Freeform 38"/>
                <p:cNvSpPr>
                  <a:spLocks/>
                </p:cNvSpPr>
                <p:nvPr/>
              </p:nvSpPr>
              <p:spPr bwMode="auto">
                <a:xfrm>
                  <a:off x="6102351" y="3925888"/>
                  <a:ext cx="292100" cy="244475"/>
                </a:xfrm>
                <a:custGeom>
                  <a:avLst/>
                  <a:gdLst>
                    <a:gd name="T0" fmla="*/ 72 w 78"/>
                    <a:gd name="T1" fmla="*/ 0 h 65"/>
                    <a:gd name="T2" fmla="*/ 48 w 78"/>
                    <a:gd name="T3" fmla="*/ 0 h 65"/>
                    <a:gd name="T4" fmla="*/ 42 w 78"/>
                    <a:gd name="T5" fmla="*/ 5 h 65"/>
                    <a:gd name="T6" fmla="*/ 42 w 78"/>
                    <a:gd name="T7" fmla="*/ 8 h 65"/>
                    <a:gd name="T8" fmla="*/ 5 w 78"/>
                    <a:gd name="T9" fmla="*/ 8 h 65"/>
                    <a:gd name="T10" fmla="*/ 0 w 78"/>
                    <a:gd name="T11" fmla="*/ 14 h 65"/>
                    <a:gd name="T12" fmla="*/ 0 w 78"/>
                    <a:gd name="T13" fmla="*/ 59 h 65"/>
                    <a:gd name="T14" fmla="*/ 5 w 78"/>
                    <a:gd name="T15" fmla="*/ 65 h 65"/>
                    <a:gd name="T16" fmla="*/ 73 w 78"/>
                    <a:gd name="T17" fmla="*/ 65 h 65"/>
                    <a:gd name="T18" fmla="*/ 78 w 78"/>
                    <a:gd name="T19" fmla="*/ 59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8"/>
                        <a:pt x="42" y="8"/>
                        <a:pt x="42" y="8"/>
                      </a:cubicBezTo>
                      <a:cubicBezTo>
                        <a:pt x="5" y="8"/>
                        <a:pt x="5" y="8"/>
                        <a:pt x="5" y="8"/>
                      </a:cubicBezTo>
                      <a:cubicBezTo>
                        <a:pt x="2" y="8"/>
                        <a:pt x="0" y="11"/>
                        <a:pt x="0" y="14"/>
                      </a:cubicBezTo>
                      <a:cubicBezTo>
                        <a:pt x="0" y="59"/>
                        <a:pt x="0" y="59"/>
                        <a:pt x="0" y="59"/>
                      </a:cubicBezTo>
                      <a:cubicBezTo>
                        <a:pt x="0" y="62"/>
                        <a:pt x="2" y="65"/>
                        <a:pt x="5" y="65"/>
                      </a:cubicBezTo>
                      <a:cubicBezTo>
                        <a:pt x="73" y="65"/>
                        <a:pt x="73" y="65"/>
                        <a:pt x="73" y="65"/>
                      </a:cubicBezTo>
                      <a:cubicBezTo>
                        <a:pt x="76" y="65"/>
                        <a:pt x="78" y="62"/>
                        <a:pt x="78" y="59"/>
                      </a:cubicBezTo>
                      <a:cubicBezTo>
                        <a:pt x="78" y="5"/>
                        <a:pt x="78" y="5"/>
                        <a:pt x="78" y="5"/>
                      </a:cubicBezTo>
                      <a:cubicBezTo>
                        <a:pt x="78" y="2"/>
                        <a:pt x="75"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86" name="Freeform 39"/>
                <p:cNvSpPr>
                  <a:spLocks/>
                </p:cNvSpPr>
                <p:nvPr/>
              </p:nvSpPr>
              <p:spPr bwMode="auto">
                <a:xfrm>
                  <a:off x="6048376" y="3978276"/>
                  <a:ext cx="293688" cy="246063"/>
                </a:xfrm>
                <a:custGeom>
                  <a:avLst/>
                  <a:gdLst>
                    <a:gd name="T0" fmla="*/ 72 w 78"/>
                    <a:gd name="T1" fmla="*/ 0 h 65"/>
                    <a:gd name="T2" fmla="*/ 48 w 78"/>
                    <a:gd name="T3" fmla="*/ 0 h 65"/>
                    <a:gd name="T4" fmla="*/ 42 w 78"/>
                    <a:gd name="T5" fmla="*/ 5 h 65"/>
                    <a:gd name="T6" fmla="*/ 42 w 78"/>
                    <a:gd name="T7" fmla="*/ 9 h 65"/>
                    <a:gd name="T8" fmla="*/ 5 w 78"/>
                    <a:gd name="T9" fmla="*/ 9 h 65"/>
                    <a:gd name="T10" fmla="*/ 0 w 78"/>
                    <a:gd name="T11" fmla="*/ 14 h 65"/>
                    <a:gd name="T12" fmla="*/ 0 w 78"/>
                    <a:gd name="T13" fmla="*/ 60 h 65"/>
                    <a:gd name="T14" fmla="*/ 5 w 78"/>
                    <a:gd name="T15" fmla="*/ 65 h 65"/>
                    <a:gd name="T16" fmla="*/ 73 w 78"/>
                    <a:gd name="T17" fmla="*/ 65 h 65"/>
                    <a:gd name="T18" fmla="*/ 78 w 78"/>
                    <a:gd name="T19" fmla="*/ 60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9"/>
                        <a:pt x="42" y="9"/>
                        <a:pt x="42" y="9"/>
                      </a:cubicBezTo>
                      <a:cubicBezTo>
                        <a:pt x="5" y="9"/>
                        <a:pt x="5" y="9"/>
                        <a:pt x="5" y="9"/>
                      </a:cubicBezTo>
                      <a:cubicBezTo>
                        <a:pt x="2" y="9"/>
                        <a:pt x="0" y="11"/>
                        <a:pt x="0" y="14"/>
                      </a:cubicBezTo>
                      <a:cubicBezTo>
                        <a:pt x="0" y="60"/>
                        <a:pt x="0" y="60"/>
                        <a:pt x="0" y="60"/>
                      </a:cubicBezTo>
                      <a:cubicBezTo>
                        <a:pt x="0" y="63"/>
                        <a:pt x="2" y="65"/>
                        <a:pt x="5" y="65"/>
                      </a:cubicBezTo>
                      <a:cubicBezTo>
                        <a:pt x="73" y="65"/>
                        <a:pt x="73" y="65"/>
                        <a:pt x="73" y="65"/>
                      </a:cubicBezTo>
                      <a:cubicBezTo>
                        <a:pt x="76" y="65"/>
                        <a:pt x="78" y="63"/>
                        <a:pt x="78" y="60"/>
                      </a:cubicBezTo>
                      <a:cubicBezTo>
                        <a:pt x="78" y="5"/>
                        <a:pt x="78" y="5"/>
                        <a:pt x="78" y="5"/>
                      </a:cubicBezTo>
                      <a:cubicBezTo>
                        <a:pt x="78" y="2"/>
                        <a:pt x="76"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endParaRPr>
                </a:p>
              </p:txBody>
            </p:sp>
          </p:grpSp>
        </p:grpSp>
      </p:grpSp>
      <p:grpSp>
        <p:nvGrpSpPr>
          <p:cNvPr id="111" name="Group 110"/>
          <p:cNvGrpSpPr>
            <a:grpSpLocks/>
          </p:cNvGrpSpPr>
          <p:nvPr/>
        </p:nvGrpSpPr>
        <p:grpSpPr bwMode="auto">
          <a:xfrm>
            <a:off x="6315075" y="4894263"/>
            <a:ext cx="1077913" cy="1963737"/>
            <a:chOff x="6314302" y="4894850"/>
            <a:chExt cx="1078089" cy="1963150"/>
          </a:xfrm>
        </p:grpSpPr>
        <p:sp>
          <p:nvSpPr>
            <p:cNvPr id="529420" name="Freeform 15"/>
            <p:cNvSpPr>
              <a:spLocks/>
            </p:cNvSpPr>
            <p:nvPr/>
          </p:nvSpPr>
          <p:spPr bwMode="auto">
            <a:xfrm rot="5400000">
              <a:off x="5645115" y="6017701"/>
              <a:ext cx="1509486" cy="171111"/>
            </a:xfrm>
            <a:custGeom>
              <a:avLst/>
              <a:gdLst>
                <a:gd name="T0" fmla="*/ 0 w 552"/>
                <a:gd name="T1" fmla="*/ 0 h 48"/>
                <a:gd name="T2" fmla="*/ 0 w 552"/>
                <a:gd name="T3" fmla="*/ 343113205 h 48"/>
                <a:gd name="T4" fmla="*/ 82256034 w 552"/>
                <a:gd name="T5" fmla="*/ 597270108 h 48"/>
                <a:gd name="T6" fmla="*/ 2147483647 w 552"/>
                <a:gd name="T7" fmla="*/ 597270108 h 48"/>
                <a:gd name="T8" fmla="*/ 0 60000 65536"/>
                <a:gd name="T9" fmla="*/ 0 60000 65536"/>
                <a:gd name="T10" fmla="*/ 0 60000 65536"/>
                <a:gd name="T11" fmla="*/ 0 60000 65536"/>
                <a:gd name="T12" fmla="*/ 0 w 552"/>
                <a:gd name="T13" fmla="*/ 0 h 48"/>
                <a:gd name="T14" fmla="*/ 552 w 552"/>
                <a:gd name="T15" fmla="*/ 48 h 48"/>
              </a:gdLst>
              <a:ahLst/>
              <a:cxnLst>
                <a:cxn ang="T8">
                  <a:pos x="T0" y="T1"/>
                </a:cxn>
                <a:cxn ang="T9">
                  <a:pos x="T2" y="T3"/>
                </a:cxn>
                <a:cxn ang="T10">
                  <a:pos x="T4" y="T5"/>
                </a:cxn>
                <a:cxn ang="T11">
                  <a:pos x="T6" y="T7"/>
                </a:cxn>
              </a:cxnLst>
              <a:rect l="T12" t="T13" r="T14" b="T15"/>
              <a:pathLst>
                <a:path w="552" h="48">
                  <a:moveTo>
                    <a:pt x="0" y="0"/>
                  </a:moveTo>
                  <a:cubicBezTo>
                    <a:pt x="0" y="27"/>
                    <a:pt x="0" y="27"/>
                    <a:pt x="0" y="27"/>
                  </a:cubicBezTo>
                  <a:cubicBezTo>
                    <a:pt x="0" y="40"/>
                    <a:pt x="4" y="48"/>
                    <a:pt x="11" y="47"/>
                  </a:cubicBezTo>
                  <a:cubicBezTo>
                    <a:pt x="552" y="47"/>
                    <a:pt x="552" y="47"/>
                    <a:pt x="552" y="47"/>
                  </a:cubicBezTo>
                </a:path>
              </a:pathLst>
            </a:custGeom>
            <a:noFill/>
            <a:ln w="85725">
              <a:solidFill>
                <a:srgbClr val="4B2C50"/>
              </a:solidFill>
              <a:miter lim="800000"/>
              <a:headEnd/>
              <a:tailEnd/>
            </a:ln>
          </p:spPr>
          <p:txBody>
            <a:bodyPr lIns="121920" tIns="60960" rIns="121920" bIns="60960"/>
            <a:lstStyle/>
            <a:p>
              <a:endParaRPr lang="el-GR" sz="2400">
                <a:solidFill>
                  <a:srgbClr val="000000"/>
                </a:solidFill>
              </a:endParaRPr>
            </a:p>
          </p:txBody>
        </p:sp>
        <p:grpSp>
          <p:nvGrpSpPr>
            <p:cNvPr id="529421" name="Group 102"/>
            <p:cNvGrpSpPr>
              <a:grpSpLocks/>
            </p:cNvGrpSpPr>
            <p:nvPr/>
          </p:nvGrpSpPr>
          <p:grpSpPr bwMode="auto">
            <a:xfrm>
              <a:off x="6478749" y="4894850"/>
              <a:ext cx="913642" cy="907325"/>
              <a:chOff x="6478749" y="4894850"/>
              <a:chExt cx="913642" cy="907325"/>
            </a:xfrm>
          </p:grpSpPr>
          <p:sp>
            <p:nvSpPr>
              <p:cNvPr id="529422" name="Oval 9"/>
              <p:cNvSpPr>
                <a:spLocks noChangeArrowheads="1"/>
              </p:cNvSpPr>
              <p:nvPr/>
            </p:nvSpPr>
            <p:spPr bwMode="auto">
              <a:xfrm rot="5400000">
                <a:off x="6481907" y="4891692"/>
                <a:ext cx="907325" cy="913642"/>
              </a:xfrm>
              <a:prstGeom prst="ellipse">
                <a:avLst/>
              </a:prstGeom>
              <a:solidFill>
                <a:srgbClr val="4B2C50"/>
              </a:solidFill>
              <a:ln w="9525">
                <a:noFill/>
                <a:miter lim="800000"/>
                <a:headEnd/>
                <a:tailEnd/>
              </a:ln>
            </p:spPr>
            <p:txBody>
              <a:bodyPr lIns="121920" tIns="60960" rIns="121920" bIns="60960"/>
              <a:lstStyle/>
              <a:p>
                <a:endParaRPr lang="el-GR" sz="2400">
                  <a:solidFill>
                    <a:srgbClr val="000000"/>
                  </a:solidFill>
                </a:endParaRPr>
              </a:p>
            </p:txBody>
          </p:sp>
          <p:grpSp>
            <p:nvGrpSpPr>
              <p:cNvPr id="88" name="Group 87"/>
              <p:cNvGrpSpPr/>
              <p:nvPr/>
            </p:nvGrpSpPr>
            <p:grpSpPr>
              <a:xfrm>
                <a:off x="6679906" y="5126432"/>
                <a:ext cx="511326" cy="395700"/>
                <a:chOff x="6916738" y="2898776"/>
                <a:chExt cx="315913" cy="244475"/>
              </a:xfrm>
              <a:solidFill>
                <a:schemeClr val="bg1"/>
              </a:solidFill>
            </p:grpSpPr>
            <p:sp>
              <p:nvSpPr>
                <p:cNvPr id="89" name="Freeform 62"/>
                <p:cNvSpPr>
                  <a:spLocks/>
                </p:cNvSpPr>
                <p:nvPr/>
              </p:nvSpPr>
              <p:spPr bwMode="auto">
                <a:xfrm>
                  <a:off x="7015163" y="2898776"/>
                  <a:ext cx="119063" cy="33338"/>
                </a:xfrm>
                <a:custGeom>
                  <a:avLst/>
                  <a:gdLst>
                    <a:gd name="T0" fmla="*/ 4 w 32"/>
                    <a:gd name="T1" fmla="*/ 6 h 9"/>
                    <a:gd name="T2" fmla="*/ 6 w 32"/>
                    <a:gd name="T3" fmla="*/ 4 h 9"/>
                    <a:gd name="T4" fmla="*/ 26 w 32"/>
                    <a:gd name="T5" fmla="*/ 4 h 9"/>
                    <a:gd name="T6" fmla="*/ 28 w 32"/>
                    <a:gd name="T7" fmla="*/ 6 h 9"/>
                    <a:gd name="T8" fmla="*/ 28 w 32"/>
                    <a:gd name="T9" fmla="*/ 9 h 9"/>
                    <a:gd name="T10" fmla="*/ 32 w 32"/>
                    <a:gd name="T11" fmla="*/ 9 h 9"/>
                    <a:gd name="T12" fmla="*/ 32 w 32"/>
                    <a:gd name="T13" fmla="*/ 5 h 9"/>
                    <a:gd name="T14" fmla="*/ 26 w 32"/>
                    <a:gd name="T15" fmla="*/ 0 h 9"/>
                    <a:gd name="T16" fmla="*/ 5 w 32"/>
                    <a:gd name="T17" fmla="*/ 0 h 9"/>
                    <a:gd name="T18" fmla="*/ 0 w 32"/>
                    <a:gd name="T19" fmla="*/ 5 h 9"/>
                    <a:gd name="T20" fmla="*/ 0 w 32"/>
                    <a:gd name="T21" fmla="*/ 9 h 9"/>
                    <a:gd name="T22" fmla="*/ 4 w 32"/>
                    <a:gd name="T23" fmla="*/ 9 h 9"/>
                    <a:gd name="T24" fmla="*/ 4 w 32"/>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9">
                      <a:moveTo>
                        <a:pt x="4" y="6"/>
                      </a:moveTo>
                      <a:cubicBezTo>
                        <a:pt x="4" y="5"/>
                        <a:pt x="5" y="4"/>
                        <a:pt x="6" y="4"/>
                      </a:cubicBezTo>
                      <a:cubicBezTo>
                        <a:pt x="26" y="4"/>
                        <a:pt x="26" y="4"/>
                        <a:pt x="26" y="4"/>
                      </a:cubicBezTo>
                      <a:cubicBezTo>
                        <a:pt x="27" y="4"/>
                        <a:pt x="28" y="5"/>
                        <a:pt x="28" y="6"/>
                      </a:cubicBezTo>
                      <a:cubicBezTo>
                        <a:pt x="28" y="9"/>
                        <a:pt x="28" y="9"/>
                        <a:pt x="28" y="9"/>
                      </a:cubicBezTo>
                      <a:cubicBezTo>
                        <a:pt x="32" y="9"/>
                        <a:pt x="32" y="9"/>
                        <a:pt x="32" y="9"/>
                      </a:cubicBezTo>
                      <a:cubicBezTo>
                        <a:pt x="32" y="5"/>
                        <a:pt x="32" y="5"/>
                        <a:pt x="32" y="5"/>
                      </a:cubicBezTo>
                      <a:cubicBezTo>
                        <a:pt x="32" y="2"/>
                        <a:pt x="29" y="0"/>
                        <a:pt x="26" y="0"/>
                      </a:cubicBezTo>
                      <a:cubicBezTo>
                        <a:pt x="5" y="0"/>
                        <a:pt x="5" y="0"/>
                        <a:pt x="5" y="0"/>
                      </a:cubicBezTo>
                      <a:cubicBezTo>
                        <a:pt x="2" y="0"/>
                        <a:pt x="0" y="2"/>
                        <a:pt x="0" y="5"/>
                      </a:cubicBezTo>
                      <a:cubicBezTo>
                        <a:pt x="0" y="9"/>
                        <a:pt x="0" y="9"/>
                        <a:pt x="0" y="9"/>
                      </a:cubicBezTo>
                      <a:cubicBezTo>
                        <a:pt x="4" y="9"/>
                        <a:pt x="4" y="9"/>
                        <a:pt x="4" y="9"/>
                      </a:cubicBezTo>
                      <a:lnTo>
                        <a:pt x="4" y="6"/>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90" name="Freeform 63"/>
                <p:cNvSpPr>
                  <a:spLocks/>
                </p:cNvSpPr>
                <p:nvPr/>
              </p:nvSpPr>
              <p:spPr bwMode="auto">
                <a:xfrm>
                  <a:off x="6916738" y="3090863"/>
                  <a:ext cx="315913" cy="52388"/>
                </a:xfrm>
                <a:custGeom>
                  <a:avLst/>
                  <a:gdLst>
                    <a:gd name="T0" fmla="*/ 83 w 84"/>
                    <a:gd name="T1" fmla="*/ 0 h 14"/>
                    <a:gd name="T2" fmla="*/ 49 w 84"/>
                    <a:gd name="T3" fmla="*/ 0 h 14"/>
                    <a:gd name="T4" fmla="*/ 49 w 84"/>
                    <a:gd name="T5" fmla="*/ 1 h 14"/>
                    <a:gd name="T6" fmla="*/ 46 w 84"/>
                    <a:gd name="T7" fmla="*/ 3 h 14"/>
                    <a:gd name="T8" fmla="*/ 37 w 84"/>
                    <a:gd name="T9" fmla="*/ 3 h 14"/>
                    <a:gd name="T10" fmla="*/ 35 w 84"/>
                    <a:gd name="T11" fmla="*/ 1 h 14"/>
                    <a:gd name="T12" fmla="*/ 35 w 84"/>
                    <a:gd name="T13" fmla="*/ 0 h 14"/>
                    <a:gd name="T14" fmla="*/ 1 w 84"/>
                    <a:gd name="T15" fmla="*/ 0 h 14"/>
                    <a:gd name="T16" fmla="*/ 0 w 84"/>
                    <a:gd name="T17" fmla="*/ 0 h 14"/>
                    <a:gd name="T18" fmla="*/ 0 w 84"/>
                    <a:gd name="T19" fmla="*/ 9 h 14"/>
                    <a:gd name="T20" fmla="*/ 6 w 84"/>
                    <a:gd name="T21" fmla="*/ 14 h 14"/>
                    <a:gd name="T22" fmla="*/ 78 w 84"/>
                    <a:gd name="T23" fmla="*/ 14 h 14"/>
                    <a:gd name="T24" fmla="*/ 84 w 84"/>
                    <a:gd name="T25" fmla="*/ 9 h 14"/>
                    <a:gd name="T26" fmla="*/ 84 w 84"/>
                    <a:gd name="T27" fmla="*/ 0 h 14"/>
                    <a:gd name="T28" fmla="*/ 83 w 8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4">
                      <a:moveTo>
                        <a:pt x="83" y="0"/>
                      </a:moveTo>
                      <a:cubicBezTo>
                        <a:pt x="49" y="0"/>
                        <a:pt x="49" y="0"/>
                        <a:pt x="49" y="0"/>
                      </a:cubicBezTo>
                      <a:cubicBezTo>
                        <a:pt x="49" y="1"/>
                        <a:pt x="49" y="1"/>
                        <a:pt x="49" y="1"/>
                      </a:cubicBezTo>
                      <a:cubicBezTo>
                        <a:pt x="49" y="2"/>
                        <a:pt x="48" y="3"/>
                        <a:pt x="46" y="3"/>
                      </a:cubicBezTo>
                      <a:cubicBezTo>
                        <a:pt x="37" y="3"/>
                        <a:pt x="37" y="3"/>
                        <a:pt x="37" y="3"/>
                      </a:cubicBezTo>
                      <a:cubicBezTo>
                        <a:pt x="36" y="3"/>
                        <a:pt x="35" y="2"/>
                        <a:pt x="35" y="1"/>
                      </a:cubicBezTo>
                      <a:cubicBezTo>
                        <a:pt x="35" y="0"/>
                        <a:pt x="35" y="0"/>
                        <a:pt x="35" y="0"/>
                      </a:cubicBezTo>
                      <a:cubicBezTo>
                        <a:pt x="1" y="0"/>
                        <a:pt x="1" y="0"/>
                        <a:pt x="1" y="0"/>
                      </a:cubicBezTo>
                      <a:cubicBezTo>
                        <a:pt x="0" y="0"/>
                        <a:pt x="0" y="0"/>
                        <a:pt x="0" y="0"/>
                      </a:cubicBezTo>
                      <a:cubicBezTo>
                        <a:pt x="0" y="9"/>
                        <a:pt x="0" y="9"/>
                        <a:pt x="0" y="9"/>
                      </a:cubicBezTo>
                      <a:cubicBezTo>
                        <a:pt x="0" y="12"/>
                        <a:pt x="3" y="14"/>
                        <a:pt x="6" y="14"/>
                      </a:cubicBezTo>
                      <a:cubicBezTo>
                        <a:pt x="78" y="14"/>
                        <a:pt x="78" y="14"/>
                        <a:pt x="78" y="14"/>
                      </a:cubicBezTo>
                      <a:cubicBezTo>
                        <a:pt x="81" y="14"/>
                        <a:pt x="84" y="12"/>
                        <a:pt x="84" y="9"/>
                      </a:cubicBezTo>
                      <a:cubicBezTo>
                        <a:pt x="84" y="0"/>
                        <a:pt x="84" y="0"/>
                        <a:pt x="84" y="0"/>
                      </a:cubicBezTo>
                      <a:cubicBezTo>
                        <a:pt x="84" y="0"/>
                        <a:pt x="83" y="0"/>
                        <a:pt x="83"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91" name="Freeform 64"/>
                <p:cNvSpPr>
                  <a:spLocks/>
                </p:cNvSpPr>
                <p:nvPr/>
              </p:nvSpPr>
              <p:spPr bwMode="auto">
                <a:xfrm>
                  <a:off x="6916738" y="2940051"/>
                  <a:ext cx="315913" cy="138113"/>
                </a:xfrm>
                <a:custGeom>
                  <a:avLst/>
                  <a:gdLst>
                    <a:gd name="T0" fmla="*/ 78 w 84"/>
                    <a:gd name="T1" fmla="*/ 0 h 37"/>
                    <a:gd name="T2" fmla="*/ 6 w 84"/>
                    <a:gd name="T3" fmla="*/ 0 h 37"/>
                    <a:gd name="T4" fmla="*/ 0 w 84"/>
                    <a:gd name="T5" fmla="*/ 6 h 37"/>
                    <a:gd name="T6" fmla="*/ 0 w 84"/>
                    <a:gd name="T7" fmla="*/ 36 h 37"/>
                    <a:gd name="T8" fmla="*/ 1 w 84"/>
                    <a:gd name="T9" fmla="*/ 37 h 37"/>
                    <a:gd name="T10" fmla="*/ 35 w 84"/>
                    <a:gd name="T11" fmla="*/ 37 h 37"/>
                    <a:gd name="T12" fmla="*/ 35 w 84"/>
                    <a:gd name="T13" fmla="*/ 35 h 37"/>
                    <a:gd name="T14" fmla="*/ 37 w 84"/>
                    <a:gd name="T15" fmla="*/ 33 h 37"/>
                    <a:gd name="T16" fmla="*/ 46 w 84"/>
                    <a:gd name="T17" fmla="*/ 33 h 37"/>
                    <a:gd name="T18" fmla="*/ 49 w 84"/>
                    <a:gd name="T19" fmla="*/ 35 h 37"/>
                    <a:gd name="T20" fmla="*/ 49 w 84"/>
                    <a:gd name="T21" fmla="*/ 37 h 37"/>
                    <a:gd name="T22" fmla="*/ 83 w 84"/>
                    <a:gd name="T23" fmla="*/ 37 h 37"/>
                    <a:gd name="T24" fmla="*/ 84 w 84"/>
                    <a:gd name="T25" fmla="*/ 36 h 37"/>
                    <a:gd name="T26" fmla="*/ 84 w 84"/>
                    <a:gd name="T27" fmla="*/ 6 h 37"/>
                    <a:gd name="T28" fmla="*/ 78 w 84"/>
                    <a:gd name="T2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37">
                      <a:moveTo>
                        <a:pt x="78" y="0"/>
                      </a:moveTo>
                      <a:cubicBezTo>
                        <a:pt x="6" y="0"/>
                        <a:pt x="6" y="0"/>
                        <a:pt x="6" y="0"/>
                      </a:cubicBezTo>
                      <a:cubicBezTo>
                        <a:pt x="3" y="0"/>
                        <a:pt x="0" y="2"/>
                        <a:pt x="0" y="6"/>
                      </a:cubicBezTo>
                      <a:cubicBezTo>
                        <a:pt x="0" y="36"/>
                        <a:pt x="0" y="36"/>
                        <a:pt x="0" y="36"/>
                      </a:cubicBezTo>
                      <a:cubicBezTo>
                        <a:pt x="0" y="37"/>
                        <a:pt x="0" y="37"/>
                        <a:pt x="1" y="37"/>
                      </a:cubicBezTo>
                      <a:cubicBezTo>
                        <a:pt x="35" y="37"/>
                        <a:pt x="35" y="37"/>
                        <a:pt x="35" y="37"/>
                      </a:cubicBezTo>
                      <a:cubicBezTo>
                        <a:pt x="35" y="35"/>
                        <a:pt x="35" y="35"/>
                        <a:pt x="35" y="35"/>
                      </a:cubicBezTo>
                      <a:cubicBezTo>
                        <a:pt x="35" y="34"/>
                        <a:pt x="36" y="33"/>
                        <a:pt x="37" y="33"/>
                      </a:cubicBezTo>
                      <a:cubicBezTo>
                        <a:pt x="46" y="33"/>
                        <a:pt x="46" y="33"/>
                        <a:pt x="46" y="33"/>
                      </a:cubicBezTo>
                      <a:cubicBezTo>
                        <a:pt x="48" y="33"/>
                        <a:pt x="49" y="34"/>
                        <a:pt x="49" y="35"/>
                      </a:cubicBezTo>
                      <a:cubicBezTo>
                        <a:pt x="49" y="37"/>
                        <a:pt x="49" y="37"/>
                        <a:pt x="49" y="37"/>
                      </a:cubicBezTo>
                      <a:cubicBezTo>
                        <a:pt x="83" y="37"/>
                        <a:pt x="83" y="37"/>
                        <a:pt x="83" y="37"/>
                      </a:cubicBezTo>
                      <a:cubicBezTo>
                        <a:pt x="83" y="37"/>
                        <a:pt x="84" y="37"/>
                        <a:pt x="84" y="36"/>
                      </a:cubicBezTo>
                      <a:cubicBezTo>
                        <a:pt x="84" y="6"/>
                        <a:pt x="84" y="6"/>
                        <a:pt x="84" y="6"/>
                      </a:cubicBezTo>
                      <a:cubicBezTo>
                        <a:pt x="84" y="2"/>
                        <a:pt x="81" y="0"/>
                        <a:pt x="78"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grpSp>
        </p:grpSp>
      </p:grpSp>
      <p:grpSp>
        <p:nvGrpSpPr>
          <p:cNvPr id="106" name="Group 105"/>
          <p:cNvGrpSpPr>
            <a:grpSpLocks/>
          </p:cNvGrpSpPr>
          <p:nvPr/>
        </p:nvGrpSpPr>
        <p:grpSpPr bwMode="auto">
          <a:xfrm>
            <a:off x="4752975" y="3235325"/>
            <a:ext cx="1168400" cy="3622675"/>
            <a:chOff x="4752322" y="3235041"/>
            <a:chExt cx="1169758" cy="3622960"/>
          </a:xfrm>
        </p:grpSpPr>
        <p:sp>
          <p:nvSpPr>
            <p:cNvPr id="529416" name="Freeform 14"/>
            <p:cNvSpPr>
              <a:spLocks/>
            </p:cNvSpPr>
            <p:nvPr/>
          </p:nvSpPr>
          <p:spPr bwMode="auto">
            <a:xfrm rot="5400000">
              <a:off x="4201526" y="5137446"/>
              <a:ext cx="3169998" cy="271111"/>
            </a:xfrm>
            <a:custGeom>
              <a:avLst/>
              <a:gdLst>
                <a:gd name="T0" fmla="*/ 0 w 959"/>
                <a:gd name="T1" fmla="*/ 967120772 h 76"/>
                <a:gd name="T2" fmla="*/ 0 w 959"/>
                <a:gd name="T3" fmla="*/ 267229836 h 76"/>
                <a:gd name="T4" fmla="*/ 196675404 w 959"/>
                <a:gd name="T5" fmla="*/ 12724379 h 76"/>
                <a:gd name="T6" fmla="*/ 2147483647 w 959"/>
                <a:gd name="T7" fmla="*/ 12724379 h 76"/>
                <a:gd name="T8" fmla="*/ 0 60000 65536"/>
                <a:gd name="T9" fmla="*/ 0 60000 65536"/>
                <a:gd name="T10" fmla="*/ 0 60000 65536"/>
                <a:gd name="T11" fmla="*/ 0 60000 65536"/>
                <a:gd name="T12" fmla="*/ 0 w 959"/>
                <a:gd name="T13" fmla="*/ 0 h 76"/>
                <a:gd name="T14" fmla="*/ 959 w 959"/>
                <a:gd name="T15" fmla="*/ 76 h 76"/>
              </a:gdLst>
              <a:ahLst/>
              <a:cxnLst>
                <a:cxn ang="T8">
                  <a:pos x="T0" y="T1"/>
                </a:cxn>
                <a:cxn ang="T9">
                  <a:pos x="T2" y="T3"/>
                </a:cxn>
                <a:cxn ang="T10">
                  <a:pos x="T4" y="T5"/>
                </a:cxn>
                <a:cxn ang="T11">
                  <a:pos x="T6" y="T7"/>
                </a:cxn>
              </a:cxnLst>
              <a:rect l="T12" t="T13" r="T14" b="T15"/>
              <a:pathLst>
                <a:path w="959" h="76">
                  <a:moveTo>
                    <a:pt x="0" y="76"/>
                  </a:moveTo>
                  <a:cubicBezTo>
                    <a:pt x="0" y="21"/>
                    <a:pt x="0" y="21"/>
                    <a:pt x="0" y="21"/>
                  </a:cubicBezTo>
                  <a:cubicBezTo>
                    <a:pt x="0" y="8"/>
                    <a:pt x="6" y="0"/>
                    <a:pt x="18" y="1"/>
                  </a:cubicBezTo>
                  <a:cubicBezTo>
                    <a:pt x="959" y="1"/>
                    <a:pt x="959" y="1"/>
                    <a:pt x="959" y="1"/>
                  </a:cubicBezTo>
                </a:path>
              </a:pathLst>
            </a:custGeom>
            <a:noFill/>
            <a:ln w="85725">
              <a:solidFill>
                <a:srgbClr val="16A085"/>
              </a:solidFill>
              <a:miter lim="800000"/>
              <a:headEnd/>
              <a:tailEnd/>
            </a:ln>
          </p:spPr>
          <p:txBody>
            <a:bodyPr lIns="121920" tIns="60960" rIns="121920" bIns="60960"/>
            <a:lstStyle/>
            <a:p>
              <a:endParaRPr lang="el-GR" sz="2400">
                <a:solidFill>
                  <a:srgbClr val="000000"/>
                </a:solidFill>
              </a:endParaRPr>
            </a:p>
          </p:txBody>
        </p:sp>
        <p:grpSp>
          <p:nvGrpSpPr>
            <p:cNvPr id="529417" name="Group 100"/>
            <p:cNvGrpSpPr>
              <a:grpSpLocks/>
            </p:cNvGrpSpPr>
            <p:nvPr/>
          </p:nvGrpSpPr>
          <p:grpSpPr bwMode="auto">
            <a:xfrm>
              <a:off x="4752322" y="3235041"/>
              <a:ext cx="905222" cy="909432"/>
              <a:chOff x="4752322" y="3235041"/>
              <a:chExt cx="905222" cy="909432"/>
            </a:xfrm>
          </p:grpSpPr>
          <p:sp>
            <p:nvSpPr>
              <p:cNvPr id="529418" name="Oval 8"/>
              <p:cNvSpPr>
                <a:spLocks noChangeArrowheads="1"/>
              </p:cNvSpPr>
              <p:nvPr/>
            </p:nvSpPr>
            <p:spPr bwMode="auto">
              <a:xfrm rot="5400000">
                <a:off x="4750217" y="3237146"/>
                <a:ext cx="909432" cy="905222"/>
              </a:xfrm>
              <a:prstGeom prst="ellipse">
                <a:avLst/>
              </a:prstGeom>
              <a:solidFill>
                <a:srgbClr val="16A085"/>
              </a:solidFill>
              <a:ln w="9525">
                <a:noFill/>
                <a:miter lim="800000"/>
                <a:headEnd/>
                <a:tailEnd/>
              </a:ln>
            </p:spPr>
            <p:txBody>
              <a:bodyPr lIns="121920" tIns="60960" rIns="121920" bIns="60960"/>
              <a:lstStyle/>
              <a:p>
                <a:endParaRPr lang="el-GR" sz="2400">
                  <a:solidFill>
                    <a:srgbClr val="000000"/>
                  </a:solidFill>
                </a:endParaRPr>
              </a:p>
            </p:txBody>
          </p:sp>
          <p:grpSp>
            <p:nvGrpSpPr>
              <p:cNvPr id="92" name="Group 91"/>
              <p:cNvGrpSpPr/>
              <p:nvPr/>
            </p:nvGrpSpPr>
            <p:grpSpPr>
              <a:xfrm>
                <a:off x="5025483" y="3453530"/>
                <a:ext cx="358900" cy="418374"/>
                <a:chOff x="7548563" y="2860676"/>
                <a:chExt cx="277813" cy="323850"/>
              </a:xfrm>
              <a:solidFill>
                <a:schemeClr val="bg1"/>
              </a:solidFill>
            </p:grpSpPr>
            <p:sp>
              <p:nvSpPr>
                <p:cNvPr id="93" name="Freeform 65"/>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94" name="Freeform 66"/>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95" name="Freeform 67"/>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96" name="Freeform 68"/>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97" name="Freeform 69"/>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98" name="Freeform 70"/>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grpSp>
        </p:grpSp>
      </p:grpSp>
      <p:sp>
        <p:nvSpPr>
          <p:cNvPr id="54" name="Text Box 7"/>
          <p:cNvSpPr txBox="1">
            <a:spLocks noChangeArrowheads="1"/>
          </p:cNvSpPr>
          <p:nvPr/>
        </p:nvSpPr>
        <p:spPr bwMode="auto">
          <a:xfrm>
            <a:off x="3270250" y="309563"/>
            <a:ext cx="6416675" cy="723900"/>
          </a:xfrm>
          <a:prstGeom prst="rect">
            <a:avLst/>
          </a:prstGeom>
          <a:noFill/>
          <a:ln w="9525">
            <a:noFill/>
            <a:miter lim="800000"/>
            <a:headEnd/>
            <a:tailEnd/>
          </a:ln>
        </p:spPr>
        <p:txBody>
          <a:bodyPr wrap="none" lIns="45720" tIns="22860" rIns="45720" bIns="22860">
            <a:spAutoFit/>
          </a:bodyPr>
          <a:lstStyle/>
          <a:p>
            <a:pPr lvl="1" rtl="1" eaLnBrk="0" hangingPunct="0"/>
            <a:r>
              <a:rPr lang="ar-SA" sz="4400" b="1" u="sng" dirty="0">
                <a:solidFill>
                  <a:prstClr val="black"/>
                </a:solidFill>
              </a:rPr>
              <a:t>أسباب استخدام تكنولوجيا التعليم</a:t>
            </a:r>
            <a:endParaRPr lang="en-US" sz="4400" u="sng" dirty="0">
              <a:solidFill>
                <a:prstClr val="black"/>
              </a:solidFill>
            </a:endParaRPr>
          </a:p>
        </p:txBody>
      </p:sp>
      <p:sp>
        <p:nvSpPr>
          <p:cNvPr id="3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081008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06"/>
                                        </p:tgtEl>
                                        <p:attrNameLst>
                                          <p:attrName>style.visibility</p:attrName>
                                        </p:attrNameLst>
                                      </p:cBhvr>
                                      <p:to>
                                        <p:strVal val="visible"/>
                                      </p:to>
                                    </p:set>
                                    <p:anim calcmode="lin" valueType="num">
                                      <p:cBhvr additive="base">
                                        <p:cTn id="7" dur="500" fill="hold"/>
                                        <p:tgtEl>
                                          <p:spTgt spid="106"/>
                                        </p:tgtEl>
                                        <p:attrNameLst>
                                          <p:attrName>ppt_x</p:attrName>
                                        </p:attrNameLst>
                                      </p:cBhvr>
                                      <p:tavLst>
                                        <p:tav tm="0">
                                          <p:val>
                                            <p:strVal val="#ppt_x"/>
                                          </p:val>
                                        </p:tav>
                                        <p:tav tm="100000">
                                          <p:val>
                                            <p:strVal val="#ppt_x"/>
                                          </p:val>
                                        </p:tav>
                                      </p:tavLst>
                                    </p:anim>
                                    <p:anim calcmode="lin" valueType="num">
                                      <p:cBhvr additive="base">
                                        <p:cTn id="8" dur="500" fill="hold"/>
                                        <p:tgtEl>
                                          <p:spTgt spid="106"/>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54"/>
                                        </p:tgtEl>
                                        <p:attrNameLst>
                                          <p:attrName>style.visibility</p:attrName>
                                        </p:attrNameLst>
                                      </p:cBhvr>
                                      <p:to>
                                        <p:strVal val="visible"/>
                                      </p:to>
                                    </p:set>
                                    <p:animEffect transition="in" filter="fade">
                                      <p:cBhvr>
                                        <p:cTn id="12" dur="200"/>
                                        <p:tgtEl>
                                          <p:spTgt spid="54"/>
                                        </p:tgtEl>
                                      </p:cBhvr>
                                    </p:animEffect>
                                  </p:childTnLst>
                                </p:cTn>
                              </p:par>
                            </p:childTnLst>
                          </p:cTn>
                        </p:par>
                        <p:par>
                          <p:cTn id="13" fill="hold">
                            <p:stCondLst>
                              <p:cond delay="700"/>
                            </p:stCondLst>
                            <p:childTnLst>
                              <p:par>
                                <p:cTn id="14" presetID="2" presetClass="entr" presetSubtype="4" fill="hold" grpId="0" nodeType="afterEffect">
                                  <p:stCondLst>
                                    <p:cond delay="0"/>
                                  </p:stCondLst>
                                  <p:childTnLst>
                                    <p:set>
                                      <p:cBhvr>
                                        <p:cTn id="15" dur="1" fill="hold">
                                          <p:stCondLst>
                                            <p:cond delay="0"/>
                                          </p:stCondLst>
                                        </p:cTn>
                                        <p:tgtEl>
                                          <p:spTgt spid="78"/>
                                        </p:tgtEl>
                                        <p:attrNameLst>
                                          <p:attrName>style.visibility</p:attrName>
                                        </p:attrNameLst>
                                      </p:cBhvr>
                                      <p:to>
                                        <p:strVal val="visible"/>
                                      </p:to>
                                    </p:set>
                                    <p:anim calcmode="lin" valueType="num">
                                      <p:cBhvr additive="base">
                                        <p:cTn id="16" dur="500" fill="hold"/>
                                        <p:tgtEl>
                                          <p:spTgt spid="78"/>
                                        </p:tgtEl>
                                        <p:attrNameLst>
                                          <p:attrName>ppt_x</p:attrName>
                                        </p:attrNameLst>
                                      </p:cBhvr>
                                      <p:tavLst>
                                        <p:tav tm="0">
                                          <p:val>
                                            <p:strVal val="#ppt_x"/>
                                          </p:val>
                                        </p:tav>
                                        <p:tav tm="100000">
                                          <p:val>
                                            <p:strVal val="#ppt_x"/>
                                          </p:val>
                                        </p:tav>
                                      </p:tavLst>
                                    </p:anim>
                                    <p:anim calcmode="lin" valueType="num">
                                      <p:cBhvr additive="base">
                                        <p:cTn id="17" dur="500" fill="hold"/>
                                        <p:tgtEl>
                                          <p:spTgt spid="78"/>
                                        </p:tgtEl>
                                        <p:attrNameLst>
                                          <p:attrName>ppt_y</p:attrName>
                                        </p:attrNameLst>
                                      </p:cBhvr>
                                      <p:tavLst>
                                        <p:tav tm="0">
                                          <p:val>
                                            <p:strVal val="1+#ppt_h/2"/>
                                          </p:val>
                                        </p:tav>
                                        <p:tav tm="100000">
                                          <p:val>
                                            <p:strVal val="#ppt_y"/>
                                          </p:val>
                                        </p:tav>
                                      </p:tavLst>
                                    </p:anim>
                                  </p:childTnLst>
                                </p:cTn>
                              </p:par>
                            </p:childTnLst>
                          </p:cTn>
                        </p:par>
                        <p:par>
                          <p:cTn id="18" fill="hold">
                            <p:stCondLst>
                              <p:cond delay="1200"/>
                            </p:stCondLst>
                            <p:childTnLst>
                              <p:par>
                                <p:cTn id="19" presetID="2" presetClass="entr" presetSubtype="4" fill="hold" nodeType="afterEffect">
                                  <p:stCondLst>
                                    <p:cond delay="0"/>
                                  </p:stCondLst>
                                  <p:childTnLst>
                                    <p:set>
                                      <p:cBhvr>
                                        <p:cTn id="20" dur="1" fill="hold">
                                          <p:stCondLst>
                                            <p:cond delay="0"/>
                                          </p:stCondLst>
                                        </p:cTn>
                                        <p:tgtEl>
                                          <p:spTgt spid="109"/>
                                        </p:tgtEl>
                                        <p:attrNameLst>
                                          <p:attrName>style.visibility</p:attrName>
                                        </p:attrNameLst>
                                      </p:cBhvr>
                                      <p:to>
                                        <p:strVal val="visible"/>
                                      </p:to>
                                    </p:set>
                                    <p:anim calcmode="lin" valueType="num">
                                      <p:cBhvr additive="base">
                                        <p:cTn id="21" dur="500" fill="hold"/>
                                        <p:tgtEl>
                                          <p:spTgt spid="109"/>
                                        </p:tgtEl>
                                        <p:attrNameLst>
                                          <p:attrName>ppt_x</p:attrName>
                                        </p:attrNameLst>
                                      </p:cBhvr>
                                      <p:tavLst>
                                        <p:tav tm="0">
                                          <p:val>
                                            <p:strVal val="#ppt_x"/>
                                          </p:val>
                                        </p:tav>
                                        <p:tav tm="100000">
                                          <p:val>
                                            <p:strVal val="#ppt_x"/>
                                          </p:val>
                                        </p:tav>
                                      </p:tavLst>
                                    </p:anim>
                                    <p:anim calcmode="lin" valueType="num">
                                      <p:cBhvr additive="base">
                                        <p:cTn id="22" dur="500" fill="hold"/>
                                        <p:tgtEl>
                                          <p:spTgt spid="109"/>
                                        </p:tgtEl>
                                        <p:attrNameLst>
                                          <p:attrName>ppt_y</p:attrName>
                                        </p:attrNameLst>
                                      </p:cBhvr>
                                      <p:tavLst>
                                        <p:tav tm="0">
                                          <p:val>
                                            <p:strVal val="1+#ppt_h/2"/>
                                          </p:val>
                                        </p:tav>
                                        <p:tav tm="100000">
                                          <p:val>
                                            <p:strVal val="#ppt_y"/>
                                          </p:val>
                                        </p:tav>
                                      </p:tavLst>
                                    </p:anim>
                                  </p:childTnLst>
                                </p:cTn>
                              </p:par>
                            </p:childTnLst>
                          </p:cTn>
                        </p:par>
                        <p:par>
                          <p:cTn id="23" fill="hold">
                            <p:stCondLst>
                              <p:cond delay="1700"/>
                            </p:stCondLst>
                            <p:childTnLst>
                              <p:par>
                                <p:cTn id="24" presetID="2" presetClass="entr" presetSubtype="4" fill="hold" grpId="0" nodeType="afterEffect">
                                  <p:stCondLst>
                                    <p:cond delay="0"/>
                                  </p:stCondLst>
                                  <p:childTnLst>
                                    <p:set>
                                      <p:cBhvr>
                                        <p:cTn id="25" dur="1" fill="hold">
                                          <p:stCondLst>
                                            <p:cond delay="0"/>
                                          </p:stCondLst>
                                        </p:cTn>
                                        <p:tgtEl>
                                          <p:spTgt spid="74"/>
                                        </p:tgtEl>
                                        <p:attrNameLst>
                                          <p:attrName>style.visibility</p:attrName>
                                        </p:attrNameLst>
                                      </p:cBhvr>
                                      <p:to>
                                        <p:strVal val="visible"/>
                                      </p:to>
                                    </p:set>
                                    <p:anim calcmode="lin" valueType="num">
                                      <p:cBhvr additive="base">
                                        <p:cTn id="26" dur="500" fill="hold"/>
                                        <p:tgtEl>
                                          <p:spTgt spid="74"/>
                                        </p:tgtEl>
                                        <p:attrNameLst>
                                          <p:attrName>ppt_x</p:attrName>
                                        </p:attrNameLst>
                                      </p:cBhvr>
                                      <p:tavLst>
                                        <p:tav tm="0">
                                          <p:val>
                                            <p:strVal val="#ppt_x"/>
                                          </p:val>
                                        </p:tav>
                                        <p:tav tm="100000">
                                          <p:val>
                                            <p:strVal val="#ppt_x"/>
                                          </p:val>
                                        </p:tav>
                                      </p:tavLst>
                                    </p:anim>
                                    <p:anim calcmode="lin" valueType="num">
                                      <p:cBhvr additive="base">
                                        <p:cTn id="27" dur="500" fill="hold"/>
                                        <p:tgtEl>
                                          <p:spTgt spid="74"/>
                                        </p:tgtEl>
                                        <p:attrNameLst>
                                          <p:attrName>ppt_y</p:attrName>
                                        </p:attrNameLst>
                                      </p:cBhvr>
                                      <p:tavLst>
                                        <p:tav tm="0">
                                          <p:val>
                                            <p:strVal val="1+#ppt_h/2"/>
                                          </p:val>
                                        </p:tav>
                                        <p:tav tm="100000">
                                          <p:val>
                                            <p:strVal val="#ppt_y"/>
                                          </p:val>
                                        </p:tav>
                                      </p:tavLst>
                                    </p:anim>
                                  </p:childTnLst>
                                </p:cTn>
                              </p:par>
                            </p:childTnLst>
                          </p:cTn>
                        </p:par>
                        <p:par>
                          <p:cTn id="28" fill="hold">
                            <p:stCondLst>
                              <p:cond delay="2200"/>
                            </p:stCondLst>
                            <p:childTnLst>
                              <p:par>
                                <p:cTn id="29" presetID="2" presetClass="entr" presetSubtype="4" fill="hold" nodeType="afterEffect">
                                  <p:stCondLst>
                                    <p:cond delay="0"/>
                                  </p:stCondLst>
                                  <p:childTnLst>
                                    <p:set>
                                      <p:cBhvr>
                                        <p:cTn id="30" dur="1" fill="hold">
                                          <p:stCondLst>
                                            <p:cond delay="0"/>
                                          </p:stCondLst>
                                        </p:cTn>
                                        <p:tgtEl>
                                          <p:spTgt spid="111"/>
                                        </p:tgtEl>
                                        <p:attrNameLst>
                                          <p:attrName>style.visibility</p:attrName>
                                        </p:attrNameLst>
                                      </p:cBhvr>
                                      <p:to>
                                        <p:strVal val="visible"/>
                                      </p:to>
                                    </p:set>
                                    <p:anim calcmode="lin" valueType="num">
                                      <p:cBhvr additive="base">
                                        <p:cTn id="31" dur="500" fill="hold"/>
                                        <p:tgtEl>
                                          <p:spTgt spid="111"/>
                                        </p:tgtEl>
                                        <p:attrNameLst>
                                          <p:attrName>ppt_x</p:attrName>
                                        </p:attrNameLst>
                                      </p:cBhvr>
                                      <p:tavLst>
                                        <p:tav tm="0">
                                          <p:val>
                                            <p:strVal val="#ppt_x"/>
                                          </p:val>
                                        </p:tav>
                                        <p:tav tm="100000">
                                          <p:val>
                                            <p:strVal val="#ppt_x"/>
                                          </p:val>
                                        </p:tav>
                                      </p:tavLst>
                                    </p:anim>
                                    <p:anim calcmode="lin" valueType="num">
                                      <p:cBhvr additive="base">
                                        <p:cTn id="32" dur="500" fill="hold"/>
                                        <p:tgtEl>
                                          <p:spTgt spid="111"/>
                                        </p:tgtEl>
                                        <p:attrNameLst>
                                          <p:attrName>ppt_y</p:attrName>
                                        </p:attrNameLst>
                                      </p:cBhvr>
                                      <p:tavLst>
                                        <p:tav tm="0">
                                          <p:val>
                                            <p:strVal val="1+#ppt_h/2"/>
                                          </p:val>
                                        </p:tav>
                                        <p:tav tm="100000">
                                          <p:val>
                                            <p:strVal val="#ppt_y"/>
                                          </p:val>
                                        </p:tav>
                                      </p:tavLst>
                                    </p:anim>
                                  </p:childTnLst>
                                </p:cTn>
                              </p:par>
                            </p:childTnLst>
                          </p:cTn>
                        </p:par>
                        <p:par>
                          <p:cTn id="33" fill="hold">
                            <p:stCondLst>
                              <p:cond delay="2700"/>
                            </p:stCondLst>
                            <p:childTnLst>
                              <p:par>
                                <p:cTn id="34" presetID="2" presetClass="entr" presetSubtype="4" fill="hold" grpId="0" nodeType="afterEffect">
                                  <p:stCondLst>
                                    <p:cond delay="0"/>
                                  </p:stCondLst>
                                  <p:childTnLst>
                                    <p:set>
                                      <p:cBhvr>
                                        <p:cTn id="35" dur="1" fill="hold">
                                          <p:stCondLst>
                                            <p:cond delay="0"/>
                                          </p:stCondLst>
                                        </p:cTn>
                                        <p:tgtEl>
                                          <p:spTgt spid="76"/>
                                        </p:tgtEl>
                                        <p:attrNameLst>
                                          <p:attrName>style.visibility</p:attrName>
                                        </p:attrNameLst>
                                      </p:cBhvr>
                                      <p:to>
                                        <p:strVal val="visible"/>
                                      </p:to>
                                    </p:set>
                                    <p:anim calcmode="lin" valueType="num">
                                      <p:cBhvr additive="base">
                                        <p:cTn id="36" dur="500" fill="hold"/>
                                        <p:tgtEl>
                                          <p:spTgt spid="76"/>
                                        </p:tgtEl>
                                        <p:attrNameLst>
                                          <p:attrName>ppt_x</p:attrName>
                                        </p:attrNameLst>
                                      </p:cBhvr>
                                      <p:tavLst>
                                        <p:tav tm="0">
                                          <p:val>
                                            <p:strVal val="#ppt_x"/>
                                          </p:val>
                                        </p:tav>
                                        <p:tav tm="100000">
                                          <p:val>
                                            <p:strVal val="#ppt_x"/>
                                          </p:val>
                                        </p:tav>
                                      </p:tavLst>
                                    </p:anim>
                                    <p:anim calcmode="lin" valueType="num">
                                      <p:cBhvr additive="base">
                                        <p:cTn id="37" dur="500" fill="hold"/>
                                        <p:tgtEl>
                                          <p:spTgt spid="7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P spid="76" grpId="0"/>
      <p:bldP spid="78" grpId="0"/>
      <p:bldP spid="54"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Text Box 7"/>
          <p:cNvSpPr txBox="1">
            <a:spLocks noChangeArrowheads="1"/>
          </p:cNvSpPr>
          <p:nvPr/>
        </p:nvSpPr>
        <p:spPr bwMode="auto">
          <a:xfrm>
            <a:off x="3270250" y="309563"/>
            <a:ext cx="8506496" cy="723275"/>
          </a:xfrm>
          <a:prstGeom prst="rect">
            <a:avLst/>
          </a:prstGeom>
          <a:noFill/>
          <a:ln w="9525">
            <a:noFill/>
            <a:miter lim="800000"/>
            <a:headEnd/>
            <a:tailEnd/>
          </a:ln>
        </p:spPr>
        <p:txBody>
          <a:bodyPr wrap="none" lIns="45720" tIns="22860" rIns="45720" bIns="22860">
            <a:spAutoFit/>
          </a:bodyPr>
          <a:lstStyle/>
          <a:p>
            <a:pPr marL="1200150" lvl="1" indent="-742950" rtl="1" eaLnBrk="0" hangingPunct="0">
              <a:buFont typeface="+mj-lt"/>
              <a:buAutoNum type="arabicPeriod" startAt="3"/>
            </a:pPr>
            <a:r>
              <a:rPr lang="ar-SA" sz="4400" b="1" u="sng" dirty="0"/>
              <a:t>مميزات التعلم عبر الإنترنت وخصائصه </a:t>
            </a:r>
            <a:endParaRPr lang="en-US" sz="4400" u="sng" dirty="0">
              <a:solidFill>
                <a:prstClr val="black"/>
              </a:solidFill>
            </a:endParaRPr>
          </a:p>
        </p:txBody>
      </p:sp>
      <p:sp>
        <p:nvSpPr>
          <p:cNvPr id="77" name="Text Box 10"/>
          <p:cNvSpPr txBox="1">
            <a:spLocks noChangeArrowheads="1"/>
          </p:cNvSpPr>
          <p:nvPr/>
        </p:nvSpPr>
        <p:spPr bwMode="auto">
          <a:xfrm>
            <a:off x="231775" y="1474788"/>
            <a:ext cx="4521200" cy="1523494"/>
          </a:xfrm>
          <a:prstGeom prst="rect">
            <a:avLst/>
          </a:prstGeom>
          <a:noFill/>
          <a:ln w="9525">
            <a:noFill/>
            <a:miter lim="800000"/>
            <a:headEnd/>
            <a:tailEnd/>
          </a:ln>
        </p:spPr>
        <p:txBody>
          <a:bodyPr wrap="square" lIns="45720" tIns="22860" rIns="45720" bIns="22860">
            <a:spAutoFit/>
          </a:bodyPr>
          <a:lstStyle/>
          <a:p>
            <a:pPr algn="ctr" defTabSz="1087438"/>
            <a:r>
              <a:rPr lang="ar-SA" sz="3200" dirty="0"/>
              <a:t>إمكانية إجراء الاختبارات وتقييم نتائجها إلكترونياً بصورة سريعة ودقيقة.</a:t>
            </a:r>
            <a:endParaRPr lang="en-US" sz="3200" b="1" dirty="0">
              <a:solidFill>
                <a:srgbClr val="94B64E"/>
              </a:solidFill>
              <a:latin typeface="Open Sans"/>
              <a:ea typeface="Open Sans"/>
              <a:cs typeface="Open Sans"/>
            </a:endParaRPr>
          </a:p>
        </p:txBody>
      </p:sp>
      <p:sp>
        <p:nvSpPr>
          <p:cNvPr id="79" name="Text Box 10"/>
          <p:cNvSpPr txBox="1">
            <a:spLocks noChangeArrowheads="1"/>
          </p:cNvSpPr>
          <p:nvPr/>
        </p:nvSpPr>
        <p:spPr bwMode="auto">
          <a:xfrm>
            <a:off x="239375" y="4027519"/>
            <a:ext cx="4327525" cy="2015936"/>
          </a:xfrm>
          <a:prstGeom prst="rect">
            <a:avLst/>
          </a:prstGeom>
          <a:noFill/>
          <a:ln w="9525">
            <a:noFill/>
            <a:miter lim="800000"/>
            <a:headEnd/>
            <a:tailEnd/>
          </a:ln>
        </p:spPr>
        <p:txBody>
          <a:bodyPr wrap="square" lIns="45720" tIns="22860" rIns="45720" bIns="22860">
            <a:spAutoFit/>
          </a:bodyPr>
          <a:lstStyle/>
          <a:p>
            <a:pPr lvl="0" algn="ctr" rtl="1"/>
            <a:r>
              <a:rPr lang="ar-SA" sz="3200" dirty="0"/>
              <a:t>تفوق الطلاب في المقررات القائمة على الإنترنت يعزز الثقة بانفسهم ويشجعهم لمزيد من التقدم.</a:t>
            </a:r>
            <a:endParaRPr lang="en-US" sz="3200" dirty="0"/>
          </a:p>
        </p:txBody>
      </p:sp>
      <p:grpSp>
        <p:nvGrpSpPr>
          <p:cNvPr id="107" name="Group 106"/>
          <p:cNvGrpSpPr>
            <a:grpSpLocks/>
          </p:cNvGrpSpPr>
          <p:nvPr/>
        </p:nvGrpSpPr>
        <p:grpSpPr bwMode="auto">
          <a:xfrm>
            <a:off x="4597400" y="4481513"/>
            <a:ext cx="1220788" cy="2376487"/>
            <a:chOff x="4752324" y="4894851"/>
            <a:chExt cx="1066423" cy="1963149"/>
          </a:xfrm>
        </p:grpSpPr>
        <p:sp>
          <p:nvSpPr>
            <p:cNvPr id="528400" name="Freeform 16"/>
            <p:cNvSpPr>
              <a:spLocks/>
            </p:cNvSpPr>
            <p:nvPr/>
          </p:nvSpPr>
          <p:spPr bwMode="auto">
            <a:xfrm rot="5400000">
              <a:off x="4980116" y="6019369"/>
              <a:ext cx="1509485" cy="167777"/>
            </a:xfrm>
            <a:custGeom>
              <a:avLst/>
              <a:gdLst>
                <a:gd name="T0" fmla="*/ 0 w 552"/>
                <a:gd name="T1" fmla="*/ 598917512 h 47"/>
                <a:gd name="T2" fmla="*/ 0 w 552"/>
                <a:gd name="T3" fmla="*/ 267600770 h 47"/>
                <a:gd name="T4" fmla="*/ 82255979 w 552"/>
                <a:gd name="T5" fmla="*/ 0 h 47"/>
                <a:gd name="T6" fmla="*/ 2147483647 w 552"/>
                <a:gd name="T7" fmla="*/ 0 h 47"/>
                <a:gd name="T8" fmla="*/ 0 60000 65536"/>
                <a:gd name="T9" fmla="*/ 0 60000 65536"/>
                <a:gd name="T10" fmla="*/ 0 60000 65536"/>
                <a:gd name="T11" fmla="*/ 0 60000 65536"/>
                <a:gd name="T12" fmla="*/ 0 w 552"/>
                <a:gd name="T13" fmla="*/ 0 h 47"/>
                <a:gd name="T14" fmla="*/ 552 w 552"/>
                <a:gd name="T15" fmla="*/ 47 h 47"/>
              </a:gdLst>
              <a:ahLst/>
              <a:cxnLst>
                <a:cxn ang="T8">
                  <a:pos x="T0" y="T1"/>
                </a:cxn>
                <a:cxn ang="T9">
                  <a:pos x="T2" y="T3"/>
                </a:cxn>
                <a:cxn ang="T10">
                  <a:pos x="T4" y="T5"/>
                </a:cxn>
                <a:cxn ang="T11">
                  <a:pos x="T6" y="T7"/>
                </a:cxn>
              </a:cxnLst>
              <a:rect l="T12" t="T13" r="T14" b="T15"/>
              <a:pathLst>
                <a:path w="552" h="47">
                  <a:moveTo>
                    <a:pt x="0" y="47"/>
                  </a:moveTo>
                  <a:cubicBezTo>
                    <a:pt x="0" y="21"/>
                    <a:pt x="0" y="21"/>
                    <a:pt x="0" y="21"/>
                  </a:cubicBezTo>
                  <a:cubicBezTo>
                    <a:pt x="0" y="7"/>
                    <a:pt x="4" y="0"/>
                    <a:pt x="11" y="0"/>
                  </a:cubicBezTo>
                  <a:cubicBezTo>
                    <a:pt x="552" y="0"/>
                    <a:pt x="552" y="0"/>
                    <a:pt x="552" y="0"/>
                  </a:cubicBezTo>
                </a:path>
              </a:pathLst>
            </a:custGeom>
            <a:noFill/>
            <a:ln w="85725">
              <a:solidFill>
                <a:srgbClr val="2980B9"/>
              </a:solidFill>
              <a:miter lim="800000"/>
              <a:headEnd/>
              <a:tailEnd/>
            </a:ln>
          </p:spPr>
          <p:txBody>
            <a:bodyPr lIns="121920" tIns="60960" rIns="121920" bIns="60960"/>
            <a:lstStyle/>
            <a:p>
              <a:endParaRPr lang="el-GR" sz="2400">
                <a:solidFill>
                  <a:srgbClr val="000000"/>
                </a:solidFill>
              </a:endParaRPr>
            </a:p>
          </p:txBody>
        </p:sp>
        <p:grpSp>
          <p:nvGrpSpPr>
            <p:cNvPr id="528401" name="Group 101"/>
            <p:cNvGrpSpPr>
              <a:grpSpLocks/>
            </p:cNvGrpSpPr>
            <p:nvPr/>
          </p:nvGrpSpPr>
          <p:grpSpPr bwMode="auto">
            <a:xfrm>
              <a:off x="4752324" y="4894851"/>
              <a:ext cx="905220" cy="907325"/>
              <a:chOff x="4752324" y="4894851"/>
              <a:chExt cx="905220" cy="907325"/>
            </a:xfrm>
          </p:grpSpPr>
          <p:sp>
            <p:nvSpPr>
              <p:cNvPr id="528402" name="Oval 10"/>
              <p:cNvSpPr>
                <a:spLocks noChangeArrowheads="1"/>
              </p:cNvSpPr>
              <p:nvPr/>
            </p:nvSpPr>
            <p:spPr bwMode="auto">
              <a:xfrm rot="5400000">
                <a:off x="4751271" y="4895904"/>
                <a:ext cx="907325" cy="905220"/>
              </a:xfrm>
              <a:prstGeom prst="ellipse">
                <a:avLst/>
              </a:prstGeom>
              <a:solidFill>
                <a:srgbClr val="2980B9"/>
              </a:solidFill>
              <a:ln w="9525">
                <a:noFill/>
                <a:miter lim="800000"/>
                <a:headEnd/>
                <a:tailEnd/>
              </a:ln>
            </p:spPr>
            <p:txBody>
              <a:bodyPr lIns="121920" tIns="60960" rIns="121920" bIns="60960"/>
              <a:lstStyle/>
              <a:p>
                <a:endParaRPr lang="el-GR" sz="2400">
                  <a:solidFill>
                    <a:srgbClr val="000000"/>
                  </a:solidFill>
                </a:endParaRPr>
              </a:p>
            </p:txBody>
          </p:sp>
          <p:grpSp>
            <p:nvGrpSpPr>
              <p:cNvPr id="80" name="Group 79"/>
              <p:cNvGrpSpPr/>
              <p:nvPr/>
            </p:nvGrpSpPr>
            <p:grpSpPr>
              <a:xfrm>
                <a:off x="4972162" y="5124829"/>
                <a:ext cx="465543" cy="418373"/>
                <a:chOff x="5583238" y="3892551"/>
                <a:chExt cx="360363" cy="323850"/>
              </a:xfrm>
              <a:solidFill>
                <a:schemeClr val="bg1"/>
              </a:solidFill>
            </p:grpSpPr>
            <p:sp>
              <p:nvSpPr>
                <p:cNvPr id="81"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82"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sp>
              <p:nvSpPr>
                <p:cNvPr id="83"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endParaRPr>
                </a:p>
              </p:txBody>
            </p:sp>
          </p:grpSp>
        </p:grpSp>
      </p:grpSp>
      <p:grpSp>
        <p:nvGrpSpPr>
          <p:cNvPr id="110" name="Group 109"/>
          <p:cNvGrpSpPr>
            <a:grpSpLocks/>
          </p:cNvGrpSpPr>
          <p:nvPr/>
        </p:nvGrpSpPr>
        <p:grpSpPr bwMode="auto">
          <a:xfrm>
            <a:off x="6215063" y="3208338"/>
            <a:ext cx="1177925" cy="3649662"/>
            <a:chOff x="6214302" y="3208001"/>
            <a:chExt cx="1178088" cy="3649999"/>
          </a:xfrm>
        </p:grpSpPr>
        <p:sp>
          <p:nvSpPr>
            <p:cNvPr id="528396" name="Freeform 13"/>
            <p:cNvSpPr>
              <a:spLocks/>
            </p:cNvSpPr>
            <p:nvPr/>
          </p:nvSpPr>
          <p:spPr bwMode="auto">
            <a:xfrm rot="5400000">
              <a:off x="4764858" y="5137445"/>
              <a:ext cx="3169999" cy="271111"/>
            </a:xfrm>
            <a:custGeom>
              <a:avLst/>
              <a:gdLst>
                <a:gd name="T0" fmla="*/ 0 w 959"/>
                <a:gd name="T1" fmla="*/ 0 h 76"/>
                <a:gd name="T2" fmla="*/ 0 w 959"/>
                <a:gd name="T3" fmla="*/ 699890825 h 76"/>
                <a:gd name="T4" fmla="*/ 196675466 w 959"/>
                <a:gd name="T5" fmla="*/ 967120772 h 76"/>
                <a:gd name="T6" fmla="*/ 2147483647 w 959"/>
                <a:gd name="T7" fmla="*/ 967120772 h 76"/>
                <a:gd name="T8" fmla="*/ 0 60000 65536"/>
                <a:gd name="T9" fmla="*/ 0 60000 65536"/>
                <a:gd name="T10" fmla="*/ 0 60000 65536"/>
                <a:gd name="T11" fmla="*/ 0 60000 65536"/>
                <a:gd name="T12" fmla="*/ 0 w 959"/>
                <a:gd name="T13" fmla="*/ 0 h 76"/>
                <a:gd name="T14" fmla="*/ 959 w 959"/>
                <a:gd name="T15" fmla="*/ 76 h 76"/>
              </a:gdLst>
              <a:ahLst/>
              <a:cxnLst>
                <a:cxn ang="T8">
                  <a:pos x="T0" y="T1"/>
                </a:cxn>
                <a:cxn ang="T9">
                  <a:pos x="T2" y="T3"/>
                </a:cxn>
                <a:cxn ang="T10">
                  <a:pos x="T4" y="T5"/>
                </a:cxn>
                <a:cxn ang="T11">
                  <a:pos x="T6" y="T7"/>
                </a:cxn>
              </a:cxnLst>
              <a:rect l="T12" t="T13" r="T14" b="T15"/>
              <a:pathLst>
                <a:path w="959" h="76">
                  <a:moveTo>
                    <a:pt x="0" y="0"/>
                  </a:moveTo>
                  <a:cubicBezTo>
                    <a:pt x="0" y="55"/>
                    <a:pt x="0" y="55"/>
                    <a:pt x="0" y="55"/>
                  </a:cubicBezTo>
                  <a:cubicBezTo>
                    <a:pt x="0" y="69"/>
                    <a:pt x="6" y="76"/>
                    <a:pt x="18" y="76"/>
                  </a:cubicBezTo>
                  <a:cubicBezTo>
                    <a:pt x="959" y="76"/>
                    <a:pt x="959" y="76"/>
                    <a:pt x="959" y="76"/>
                  </a:cubicBezTo>
                </a:path>
              </a:pathLst>
            </a:custGeom>
            <a:noFill/>
            <a:ln w="85725">
              <a:solidFill>
                <a:srgbClr val="C0392B"/>
              </a:solidFill>
              <a:miter lim="800000"/>
              <a:headEnd/>
              <a:tailEnd/>
            </a:ln>
          </p:spPr>
          <p:txBody>
            <a:bodyPr lIns="121920" tIns="60960" rIns="121920" bIns="60960"/>
            <a:lstStyle/>
            <a:p>
              <a:endParaRPr lang="el-GR" sz="2400">
                <a:solidFill>
                  <a:srgbClr val="000000"/>
                </a:solidFill>
              </a:endParaRPr>
            </a:p>
          </p:txBody>
        </p:sp>
        <p:grpSp>
          <p:nvGrpSpPr>
            <p:cNvPr id="528397" name="Group 103"/>
            <p:cNvGrpSpPr>
              <a:grpSpLocks/>
            </p:cNvGrpSpPr>
            <p:nvPr/>
          </p:nvGrpSpPr>
          <p:grpSpPr bwMode="auto">
            <a:xfrm>
              <a:off x="6478748" y="3208001"/>
              <a:ext cx="913642" cy="909432"/>
              <a:chOff x="6478748" y="3208001"/>
              <a:chExt cx="913642" cy="909432"/>
            </a:xfrm>
          </p:grpSpPr>
          <p:sp>
            <p:nvSpPr>
              <p:cNvPr id="528398" name="Oval 7"/>
              <p:cNvSpPr>
                <a:spLocks noChangeArrowheads="1"/>
              </p:cNvSpPr>
              <p:nvPr/>
            </p:nvSpPr>
            <p:spPr bwMode="auto">
              <a:xfrm rot="5400000">
                <a:off x="6480853" y="3205896"/>
                <a:ext cx="909432" cy="913642"/>
              </a:xfrm>
              <a:prstGeom prst="ellipse">
                <a:avLst/>
              </a:prstGeom>
              <a:solidFill>
                <a:srgbClr val="C0392B"/>
              </a:solidFill>
              <a:ln w="9525">
                <a:noFill/>
                <a:miter lim="800000"/>
                <a:headEnd/>
                <a:tailEnd/>
              </a:ln>
            </p:spPr>
            <p:txBody>
              <a:bodyPr lIns="121920" tIns="60960" rIns="121920" bIns="60960"/>
              <a:lstStyle/>
              <a:p>
                <a:endParaRPr lang="el-GR" sz="2400">
                  <a:solidFill>
                    <a:srgbClr val="000000"/>
                  </a:solidFill>
                </a:endParaRPr>
              </a:p>
            </p:txBody>
          </p:sp>
          <p:sp>
            <p:nvSpPr>
              <p:cNvPr id="528399" name="Freeform 51"/>
              <p:cNvSpPr>
                <a:spLocks noEditPoints="1"/>
              </p:cNvSpPr>
              <p:nvPr/>
            </p:nvSpPr>
            <p:spPr bwMode="auto">
              <a:xfrm>
                <a:off x="6676136" y="3480913"/>
                <a:ext cx="518866" cy="428629"/>
              </a:xfrm>
              <a:custGeom>
                <a:avLst/>
                <a:gdLst>
                  <a:gd name="T0" fmla="*/ 1951736330 w 107"/>
                  <a:gd name="T1" fmla="*/ 1494644026 h 88"/>
                  <a:gd name="T2" fmla="*/ 1951736330 w 107"/>
                  <a:gd name="T3" fmla="*/ 166069402 h 88"/>
                  <a:gd name="T4" fmla="*/ 1951736330 w 107"/>
                  <a:gd name="T5" fmla="*/ 71171891 h 88"/>
                  <a:gd name="T6" fmla="*/ 1998764003 w 107"/>
                  <a:gd name="T7" fmla="*/ 0 h 88"/>
                  <a:gd name="T8" fmla="*/ 2045796526 w 107"/>
                  <a:gd name="T9" fmla="*/ 0 h 88"/>
                  <a:gd name="T10" fmla="*/ 2092824199 w 107"/>
                  <a:gd name="T11" fmla="*/ 0 h 88"/>
                  <a:gd name="T12" fmla="*/ 2092824199 w 107"/>
                  <a:gd name="T13" fmla="*/ 1636992642 h 88"/>
                  <a:gd name="T14" fmla="*/ 2045796526 w 107"/>
                  <a:gd name="T15" fmla="*/ 1660718223 h 88"/>
                  <a:gd name="T16" fmla="*/ 1998764003 w 107"/>
                  <a:gd name="T17" fmla="*/ 1636992642 h 88"/>
                  <a:gd name="T18" fmla="*/ 1951736330 w 107"/>
                  <a:gd name="T19" fmla="*/ 1589546350 h 88"/>
                  <a:gd name="T20" fmla="*/ 1951736330 w 107"/>
                  <a:gd name="T21" fmla="*/ 1494644026 h 88"/>
                  <a:gd name="T22" fmla="*/ 564356476 w 107"/>
                  <a:gd name="T23" fmla="*/ 1494644026 h 88"/>
                  <a:gd name="T24" fmla="*/ 564356476 w 107"/>
                  <a:gd name="T25" fmla="*/ 166069402 h 88"/>
                  <a:gd name="T26" fmla="*/ 564356476 w 107"/>
                  <a:gd name="T27" fmla="*/ 71171891 h 88"/>
                  <a:gd name="T28" fmla="*/ 517328803 w 107"/>
                  <a:gd name="T29" fmla="*/ 0 h 88"/>
                  <a:gd name="T30" fmla="*/ 470296280 w 107"/>
                  <a:gd name="T31" fmla="*/ 0 h 88"/>
                  <a:gd name="T32" fmla="*/ 423268607 w 107"/>
                  <a:gd name="T33" fmla="*/ 0 h 88"/>
                  <a:gd name="T34" fmla="*/ 423268607 w 107"/>
                  <a:gd name="T35" fmla="*/ 1636992642 h 88"/>
                  <a:gd name="T36" fmla="*/ 470296280 w 107"/>
                  <a:gd name="T37" fmla="*/ 1660718223 h 88"/>
                  <a:gd name="T38" fmla="*/ 517328803 w 107"/>
                  <a:gd name="T39" fmla="*/ 1636992642 h 88"/>
                  <a:gd name="T40" fmla="*/ 564356476 w 107"/>
                  <a:gd name="T41" fmla="*/ 1589546350 h 88"/>
                  <a:gd name="T42" fmla="*/ 564356476 w 107"/>
                  <a:gd name="T43" fmla="*/ 1494644026 h 88"/>
                  <a:gd name="T44" fmla="*/ 846537214 w 107"/>
                  <a:gd name="T45" fmla="*/ 1209951361 h 88"/>
                  <a:gd name="T46" fmla="*/ 846537214 w 107"/>
                  <a:gd name="T47" fmla="*/ 1304849119 h 88"/>
                  <a:gd name="T48" fmla="*/ 775990855 w 107"/>
                  <a:gd name="T49" fmla="*/ 1376020991 h 88"/>
                  <a:gd name="T50" fmla="*/ 728963182 w 107"/>
                  <a:gd name="T51" fmla="*/ 1399746572 h 88"/>
                  <a:gd name="T52" fmla="*/ 681930660 w 107"/>
                  <a:gd name="T53" fmla="*/ 1376020991 h 88"/>
                  <a:gd name="T54" fmla="*/ 681930660 w 107"/>
                  <a:gd name="T55" fmla="*/ 284692437 h 88"/>
                  <a:gd name="T56" fmla="*/ 728963182 w 107"/>
                  <a:gd name="T57" fmla="*/ 260971726 h 88"/>
                  <a:gd name="T58" fmla="*/ 775990855 w 107"/>
                  <a:gd name="T59" fmla="*/ 284692437 h 88"/>
                  <a:gd name="T60" fmla="*/ 846537214 w 107"/>
                  <a:gd name="T61" fmla="*/ 332143675 h 88"/>
                  <a:gd name="T62" fmla="*/ 846537214 w 107"/>
                  <a:gd name="T63" fmla="*/ 427041129 h 88"/>
                  <a:gd name="T64" fmla="*/ 846537214 w 107"/>
                  <a:gd name="T65" fmla="*/ 1209951361 h 88"/>
                  <a:gd name="T66" fmla="*/ 1434407679 w 107"/>
                  <a:gd name="T67" fmla="*/ 1897964292 h 88"/>
                  <a:gd name="T68" fmla="*/ 1269805670 w 107"/>
                  <a:gd name="T69" fmla="*/ 2087759199 h 88"/>
                  <a:gd name="T70" fmla="*/ 1081685279 w 107"/>
                  <a:gd name="T71" fmla="*/ 1897964292 h 88"/>
                  <a:gd name="T72" fmla="*/ 1081685279 w 107"/>
                  <a:gd name="T73" fmla="*/ 569389744 h 88"/>
                  <a:gd name="T74" fmla="*/ 1269805670 w 107"/>
                  <a:gd name="T75" fmla="*/ 379594837 h 88"/>
                  <a:gd name="T76" fmla="*/ 1434407679 w 107"/>
                  <a:gd name="T77" fmla="*/ 569389744 h 88"/>
                  <a:gd name="T78" fmla="*/ 1434407679 w 107"/>
                  <a:gd name="T79" fmla="*/ 1897964292 h 88"/>
                  <a:gd name="T80" fmla="*/ 1669555743 w 107"/>
                  <a:gd name="T81" fmla="*/ 1209951361 h 88"/>
                  <a:gd name="T82" fmla="*/ 1669555743 w 107"/>
                  <a:gd name="T83" fmla="*/ 1304849119 h 88"/>
                  <a:gd name="T84" fmla="*/ 1740102102 w 107"/>
                  <a:gd name="T85" fmla="*/ 1376020991 h 88"/>
                  <a:gd name="T86" fmla="*/ 1787129775 w 107"/>
                  <a:gd name="T87" fmla="*/ 1399746572 h 88"/>
                  <a:gd name="T88" fmla="*/ 1834162298 w 107"/>
                  <a:gd name="T89" fmla="*/ 1376020991 h 88"/>
                  <a:gd name="T90" fmla="*/ 1834162298 w 107"/>
                  <a:gd name="T91" fmla="*/ 284692437 h 88"/>
                  <a:gd name="T92" fmla="*/ 1787129775 w 107"/>
                  <a:gd name="T93" fmla="*/ 260971726 h 88"/>
                  <a:gd name="T94" fmla="*/ 1740102102 w 107"/>
                  <a:gd name="T95" fmla="*/ 284692437 h 88"/>
                  <a:gd name="T96" fmla="*/ 1669555743 w 107"/>
                  <a:gd name="T97" fmla="*/ 332143675 h 88"/>
                  <a:gd name="T98" fmla="*/ 1669555743 w 107"/>
                  <a:gd name="T99" fmla="*/ 427041129 h 88"/>
                  <a:gd name="T100" fmla="*/ 1669555743 w 107"/>
                  <a:gd name="T101" fmla="*/ 1209951361 h 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
                  <a:gd name="T154" fmla="*/ 0 h 88"/>
                  <a:gd name="T155" fmla="*/ 107 w 107"/>
                  <a:gd name="T156" fmla="*/ 88 h 8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 h="88">
                    <a:moveTo>
                      <a:pt x="83" y="63"/>
                    </a:moveTo>
                    <a:cubicBezTo>
                      <a:pt x="97" y="47"/>
                      <a:pt x="97" y="23"/>
                      <a:pt x="83" y="7"/>
                    </a:cubicBezTo>
                    <a:cubicBezTo>
                      <a:pt x="82" y="6"/>
                      <a:pt x="82" y="4"/>
                      <a:pt x="83" y="3"/>
                    </a:cubicBezTo>
                    <a:cubicBezTo>
                      <a:pt x="85" y="0"/>
                      <a:pt x="85" y="0"/>
                      <a:pt x="85" y="0"/>
                    </a:cubicBezTo>
                    <a:cubicBezTo>
                      <a:pt x="86" y="0"/>
                      <a:pt x="86" y="0"/>
                      <a:pt x="87" y="0"/>
                    </a:cubicBezTo>
                    <a:cubicBezTo>
                      <a:pt x="88" y="0"/>
                      <a:pt x="89" y="0"/>
                      <a:pt x="89" y="0"/>
                    </a:cubicBezTo>
                    <a:cubicBezTo>
                      <a:pt x="107" y="20"/>
                      <a:pt x="107" y="50"/>
                      <a:pt x="89" y="69"/>
                    </a:cubicBezTo>
                    <a:cubicBezTo>
                      <a:pt x="89" y="70"/>
                      <a:pt x="88" y="70"/>
                      <a:pt x="87" y="70"/>
                    </a:cubicBezTo>
                    <a:cubicBezTo>
                      <a:pt x="86" y="70"/>
                      <a:pt x="86" y="70"/>
                      <a:pt x="85" y="69"/>
                    </a:cubicBezTo>
                    <a:cubicBezTo>
                      <a:pt x="83" y="67"/>
                      <a:pt x="83" y="67"/>
                      <a:pt x="83" y="67"/>
                    </a:cubicBezTo>
                    <a:cubicBezTo>
                      <a:pt x="82" y="65"/>
                      <a:pt x="82" y="64"/>
                      <a:pt x="83" y="63"/>
                    </a:cubicBezTo>
                    <a:close/>
                    <a:moveTo>
                      <a:pt x="24" y="63"/>
                    </a:moveTo>
                    <a:cubicBezTo>
                      <a:pt x="10" y="47"/>
                      <a:pt x="10" y="23"/>
                      <a:pt x="24" y="7"/>
                    </a:cubicBezTo>
                    <a:cubicBezTo>
                      <a:pt x="25" y="6"/>
                      <a:pt x="25" y="4"/>
                      <a:pt x="24" y="3"/>
                    </a:cubicBezTo>
                    <a:cubicBezTo>
                      <a:pt x="22" y="0"/>
                      <a:pt x="22" y="0"/>
                      <a:pt x="22" y="0"/>
                    </a:cubicBezTo>
                    <a:cubicBezTo>
                      <a:pt x="21" y="0"/>
                      <a:pt x="21" y="0"/>
                      <a:pt x="20" y="0"/>
                    </a:cubicBezTo>
                    <a:cubicBezTo>
                      <a:pt x="19" y="0"/>
                      <a:pt x="18" y="0"/>
                      <a:pt x="18" y="0"/>
                    </a:cubicBezTo>
                    <a:cubicBezTo>
                      <a:pt x="0" y="20"/>
                      <a:pt x="0" y="50"/>
                      <a:pt x="18" y="69"/>
                    </a:cubicBezTo>
                    <a:cubicBezTo>
                      <a:pt x="18" y="70"/>
                      <a:pt x="19" y="70"/>
                      <a:pt x="20" y="70"/>
                    </a:cubicBezTo>
                    <a:cubicBezTo>
                      <a:pt x="21" y="70"/>
                      <a:pt x="21" y="70"/>
                      <a:pt x="22" y="69"/>
                    </a:cubicBezTo>
                    <a:cubicBezTo>
                      <a:pt x="24" y="67"/>
                      <a:pt x="24" y="67"/>
                      <a:pt x="24" y="67"/>
                    </a:cubicBezTo>
                    <a:cubicBezTo>
                      <a:pt x="25" y="65"/>
                      <a:pt x="25" y="64"/>
                      <a:pt x="24" y="63"/>
                    </a:cubicBezTo>
                    <a:close/>
                    <a:moveTo>
                      <a:pt x="36" y="51"/>
                    </a:moveTo>
                    <a:cubicBezTo>
                      <a:pt x="37" y="53"/>
                      <a:pt x="37" y="54"/>
                      <a:pt x="36" y="55"/>
                    </a:cubicBezTo>
                    <a:cubicBezTo>
                      <a:pt x="33" y="58"/>
                      <a:pt x="33" y="58"/>
                      <a:pt x="33" y="58"/>
                    </a:cubicBezTo>
                    <a:cubicBezTo>
                      <a:pt x="33" y="58"/>
                      <a:pt x="32" y="59"/>
                      <a:pt x="31" y="59"/>
                    </a:cubicBezTo>
                    <a:cubicBezTo>
                      <a:pt x="30" y="58"/>
                      <a:pt x="30" y="58"/>
                      <a:pt x="29" y="58"/>
                    </a:cubicBezTo>
                    <a:cubicBezTo>
                      <a:pt x="18" y="44"/>
                      <a:pt x="18" y="25"/>
                      <a:pt x="29" y="12"/>
                    </a:cubicBezTo>
                    <a:cubicBezTo>
                      <a:pt x="30" y="11"/>
                      <a:pt x="30" y="11"/>
                      <a:pt x="31" y="11"/>
                    </a:cubicBezTo>
                    <a:cubicBezTo>
                      <a:pt x="32" y="11"/>
                      <a:pt x="33" y="11"/>
                      <a:pt x="33" y="12"/>
                    </a:cubicBezTo>
                    <a:cubicBezTo>
                      <a:pt x="36" y="14"/>
                      <a:pt x="36" y="14"/>
                      <a:pt x="36" y="14"/>
                    </a:cubicBezTo>
                    <a:cubicBezTo>
                      <a:pt x="37" y="15"/>
                      <a:pt x="37" y="17"/>
                      <a:pt x="36" y="18"/>
                    </a:cubicBezTo>
                    <a:cubicBezTo>
                      <a:pt x="28" y="28"/>
                      <a:pt x="28" y="42"/>
                      <a:pt x="36" y="51"/>
                    </a:cubicBezTo>
                    <a:close/>
                    <a:moveTo>
                      <a:pt x="61" y="80"/>
                    </a:moveTo>
                    <a:cubicBezTo>
                      <a:pt x="61" y="84"/>
                      <a:pt x="58" y="88"/>
                      <a:pt x="54" y="88"/>
                    </a:cubicBezTo>
                    <a:cubicBezTo>
                      <a:pt x="49" y="88"/>
                      <a:pt x="46" y="84"/>
                      <a:pt x="46" y="80"/>
                    </a:cubicBezTo>
                    <a:cubicBezTo>
                      <a:pt x="46" y="60"/>
                      <a:pt x="46" y="44"/>
                      <a:pt x="46" y="24"/>
                    </a:cubicBezTo>
                    <a:cubicBezTo>
                      <a:pt x="46" y="19"/>
                      <a:pt x="49" y="16"/>
                      <a:pt x="54" y="16"/>
                    </a:cubicBezTo>
                    <a:cubicBezTo>
                      <a:pt x="58" y="16"/>
                      <a:pt x="61" y="19"/>
                      <a:pt x="61" y="24"/>
                    </a:cubicBezTo>
                    <a:cubicBezTo>
                      <a:pt x="61" y="44"/>
                      <a:pt x="61" y="60"/>
                      <a:pt x="61" y="80"/>
                    </a:cubicBezTo>
                    <a:close/>
                    <a:moveTo>
                      <a:pt x="71" y="51"/>
                    </a:moveTo>
                    <a:cubicBezTo>
                      <a:pt x="70" y="53"/>
                      <a:pt x="70" y="54"/>
                      <a:pt x="71" y="55"/>
                    </a:cubicBezTo>
                    <a:cubicBezTo>
                      <a:pt x="74" y="58"/>
                      <a:pt x="74" y="58"/>
                      <a:pt x="74" y="58"/>
                    </a:cubicBezTo>
                    <a:cubicBezTo>
                      <a:pt x="74" y="58"/>
                      <a:pt x="75" y="59"/>
                      <a:pt x="76" y="59"/>
                    </a:cubicBezTo>
                    <a:cubicBezTo>
                      <a:pt x="77" y="58"/>
                      <a:pt x="77" y="58"/>
                      <a:pt x="78" y="58"/>
                    </a:cubicBezTo>
                    <a:cubicBezTo>
                      <a:pt x="89" y="44"/>
                      <a:pt x="89" y="25"/>
                      <a:pt x="78" y="12"/>
                    </a:cubicBezTo>
                    <a:cubicBezTo>
                      <a:pt x="77" y="11"/>
                      <a:pt x="77" y="11"/>
                      <a:pt x="76" y="11"/>
                    </a:cubicBezTo>
                    <a:cubicBezTo>
                      <a:pt x="75" y="11"/>
                      <a:pt x="74" y="11"/>
                      <a:pt x="74" y="12"/>
                    </a:cubicBezTo>
                    <a:cubicBezTo>
                      <a:pt x="71" y="14"/>
                      <a:pt x="71" y="14"/>
                      <a:pt x="71" y="14"/>
                    </a:cubicBezTo>
                    <a:cubicBezTo>
                      <a:pt x="70" y="15"/>
                      <a:pt x="70" y="17"/>
                      <a:pt x="71" y="18"/>
                    </a:cubicBezTo>
                    <a:cubicBezTo>
                      <a:pt x="79" y="28"/>
                      <a:pt x="79" y="42"/>
                      <a:pt x="71" y="51"/>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grpSp>
        <p:nvGrpSpPr>
          <p:cNvPr id="108" name="Group 107"/>
          <p:cNvGrpSpPr>
            <a:grpSpLocks/>
          </p:cNvGrpSpPr>
          <p:nvPr/>
        </p:nvGrpSpPr>
        <p:grpSpPr bwMode="auto">
          <a:xfrm>
            <a:off x="4752975" y="1646238"/>
            <a:ext cx="1268413" cy="5211762"/>
            <a:chOff x="4752322" y="1646206"/>
            <a:chExt cx="1269757" cy="5211794"/>
          </a:xfrm>
        </p:grpSpPr>
        <p:sp>
          <p:nvSpPr>
            <p:cNvPr id="528392" name="Freeform 12"/>
            <p:cNvSpPr>
              <a:spLocks/>
            </p:cNvSpPr>
            <p:nvPr/>
          </p:nvSpPr>
          <p:spPr bwMode="auto">
            <a:xfrm rot="5400000">
              <a:off x="3459948" y="4295868"/>
              <a:ext cx="4753152" cy="371111"/>
            </a:xfrm>
            <a:custGeom>
              <a:avLst/>
              <a:gdLst>
                <a:gd name="T0" fmla="*/ 0 w 1355"/>
                <a:gd name="T1" fmla="*/ 1324263272 h 104"/>
                <a:gd name="T2" fmla="*/ 0 w 1355"/>
                <a:gd name="T3" fmla="*/ 267399782 h 104"/>
                <a:gd name="T4" fmla="*/ 319930972 w 1355"/>
                <a:gd name="T5" fmla="*/ 12731962 h 104"/>
                <a:gd name="T6" fmla="*/ 2147483647 w 1355"/>
                <a:gd name="T7" fmla="*/ 12731962 h 104"/>
                <a:gd name="T8" fmla="*/ 0 60000 65536"/>
                <a:gd name="T9" fmla="*/ 0 60000 65536"/>
                <a:gd name="T10" fmla="*/ 0 60000 65536"/>
                <a:gd name="T11" fmla="*/ 0 60000 65536"/>
                <a:gd name="T12" fmla="*/ 0 w 1355"/>
                <a:gd name="T13" fmla="*/ 0 h 104"/>
                <a:gd name="T14" fmla="*/ 1355 w 1355"/>
                <a:gd name="T15" fmla="*/ 104 h 104"/>
              </a:gdLst>
              <a:ahLst/>
              <a:cxnLst>
                <a:cxn ang="T8">
                  <a:pos x="T0" y="T1"/>
                </a:cxn>
                <a:cxn ang="T9">
                  <a:pos x="T2" y="T3"/>
                </a:cxn>
                <a:cxn ang="T10">
                  <a:pos x="T4" y="T5"/>
                </a:cxn>
                <a:cxn ang="T11">
                  <a:pos x="T6" y="T7"/>
                </a:cxn>
              </a:cxnLst>
              <a:rect l="T12" t="T13" r="T14" b="T15"/>
              <a:pathLst>
                <a:path w="1355" h="104">
                  <a:moveTo>
                    <a:pt x="0" y="104"/>
                  </a:moveTo>
                  <a:cubicBezTo>
                    <a:pt x="0" y="21"/>
                    <a:pt x="0" y="21"/>
                    <a:pt x="0" y="21"/>
                  </a:cubicBezTo>
                  <a:cubicBezTo>
                    <a:pt x="1" y="8"/>
                    <a:pt x="9" y="0"/>
                    <a:pt x="26" y="1"/>
                  </a:cubicBezTo>
                  <a:cubicBezTo>
                    <a:pt x="1355" y="1"/>
                    <a:pt x="1355" y="1"/>
                    <a:pt x="1355" y="1"/>
                  </a:cubicBezTo>
                </a:path>
              </a:pathLst>
            </a:custGeom>
            <a:noFill/>
            <a:ln w="85725">
              <a:solidFill>
                <a:srgbClr val="94B64E"/>
              </a:solidFill>
              <a:miter lim="800000"/>
              <a:headEnd/>
              <a:tailEnd/>
            </a:ln>
          </p:spPr>
          <p:txBody>
            <a:bodyPr lIns="121920" tIns="60960" rIns="121920" bIns="60960"/>
            <a:lstStyle/>
            <a:p>
              <a:endParaRPr lang="el-GR" sz="2400">
                <a:solidFill>
                  <a:srgbClr val="000000"/>
                </a:solidFill>
              </a:endParaRPr>
            </a:p>
          </p:txBody>
        </p:sp>
        <p:grpSp>
          <p:nvGrpSpPr>
            <p:cNvPr id="528393" name="Group 99"/>
            <p:cNvGrpSpPr>
              <a:grpSpLocks/>
            </p:cNvGrpSpPr>
            <p:nvPr/>
          </p:nvGrpSpPr>
          <p:grpSpPr bwMode="auto">
            <a:xfrm>
              <a:off x="4752322" y="1646206"/>
              <a:ext cx="905222" cy="909432"/>
              <a:chOff x="4752322" y="1646206"/>
              <a:chExt cx="905222" cy="909432"/>
            </a:xfrm>
          </p:grpSpPr>
          <p:sp>
            <p:nvSpPr>
              <p:cNvPr id="528394" name="Oval 6"/>
              <p:cNvSpPr>
                <a:spLocks noChangeArrowheads="1"/>
              </p:cNvSpPr>
              <p:nvPr/>
            </p:nvSpPr>
            <p:spPr bwMode="auto">
              <a:xfrm rot="5400000">
                <a:off x="4750217" y="1648311"/>
                <a:ext cx="909432" cy="905222"/>
              </a:xfrm>
              <a:prstGeom prst="ellipse">
                <a:avLst/>
              </a:prstGeom>
              <a:solidFill>
                <a:srgbClr val="94B64E"/>
              </a:solidFill>
              <a:ln w="9525">
                <a:noFill/>
                <a:miter lim="800000"/>
                <a:headEnd/>
                <a:tailEnd/>
              </a:ln>
            </p:spPr>
            <p:txBody>
              <a:bodyPr lIns="121920" tIns="60960" rIns="121920" bIns="60960"/>
              <a:lstStyle/>
              <a:p>
                <a:endParaRPr lang="el-GR" sz="2400">
                  <a:solidFill>
                    <a:srgbClr val="000000"/>
                  </a:solidFill>
                </a:endParaRPr>
              </a:p>
            </p:txBody>
          </p:sp>
          <p:sp>
            <p:nvSpPr>
              <p:cNvPr id="528395" name="Freeform 71"/>
              <p:cNvSpPr>
                <a:spLocks noEditPoints="1"/>
              </p:cNvSpPr>
              <p:nvPr/>
            </p:nvSpPr>
            <p:spPr bwMode="auto">
              <a:xfrm>
                <a:off x="5047830" y="1843480"/>
                <a:ext cx="314207" cy="476823"/>
              </a:xfrm>
              <a:custGeom>
                <a:avLst/>
                <a:gdLst>
                  <a:gd name="T0" fmla="*/ 557049763 w 48"/>
                  <a:gd name="T1" fmla="*/ 2147483647 h 73"/>
                  <a:gd name="T2" fmla="*/ 1542592639 w 48"/>
                  <a:gd name="T3" fmla="*/ 2147483647 h 73"/>
                  <a:gd name="T4" fmla="*/ 1542592639 w 48"/>
                  <a:gd name="T5" fmla="*/ 2147483647 h 73"/>
                  <a:gd name="T6" fmla="*/ 1585442605 w 48"/>
                  <a:gd name="T7" fmla="*/ 2147483647 h 73"/>
                  <a:gd name="T8" fmla="*/ 1628292571 w 48"/>
                  <a:gd name="T9" fmla="*/ 2147483647 h 73"/>
                  <a:gd name="T10" fmla="*/ 1028399593 w 48"/>
                  <a:gd name="T11" fmla="*/ 1749254654 h 73"/>
                  <a:gd name="T12" fmla="*/ 471349831 w 48"/>
                  <a:gd name="T13" fmla="*/ 2147483647 h 73"/>
                  <a:gd name="T14" fmla="*/ 471349831 w 48"/>
                  <a:gd name="T15" fmla="*/ 2147483647 h 73"/>
                  <a:gd name="T16" fmla="*/ 557049763 w 48"/>
                  <a:gd name="T17" fmla="*/ 2147483647 h 73"/>
                  <a:gd name="T18" fmla="*/ 557049763 w 48"/>
                  <a:gd name="T19" fmla="*/ 2147483647 h 73"/>
                  <a:gd name="T20" fmla="*/ 1885392776 w 48"/>
                  <a:gd name="T21" fmla="*/ 469311413 h 73"/>
                  <a:gd name="T22" fmla="*/ 2056792640 w 48"/>
                  <a:gd name="T23" fmla="*/ 298654471 h 73"/>
                  <a:gd name="T24" fmla="*/ 2056792640 w 48"/>
                  <a:gd name="T25" fmla="*/ 213322734 h 73"/>
                  <a:gd name="T26" fmla="*/ 1885392776 w 48"/>
                  <a:gd name="T27" fmla="*/ 0 h 73"/>
                  <a:gd name="T28" fmla="*/ 214249881 w 48"/>
                  <a:gd name="T29" fmla="*/ 0 h 73"/>
                  <a:gd name="T30" fmla="*/ 0 w 48"/>
                  <a:gd name="T31" fmla="*/ 213322734 h 73"/>
                  <a:gd name="T32" fmla="*/ 0 w 48"/>
                  <a:gd name="T33" fmla="*/ 298654471 h 73"/>
                  <a:gd name="T34" fmla="*/ 171399915 w 48"/>
                  <a:gd name="T35" fmla="*/ 469311413 h 73"/>
                  <a:gd name="T36" fmla="*/ 1885392776 w 48"/>
                  <a:gd name="T37" fmla="*/ 469311413 h 73"/>
                  <a:gd name="T38" fmla="*/ 1713992503 w 48"/>
                  <a:gd name="T39" fmla="*/ 554643099 h 73"/>
                  <a:gd name="T40" fmla="*/ 1885392776 w 48"/>
                  <a:gd name="T41" fmla="*/ 554643099 h 73"/>
                  <a:gd name="T42" fmla="*/ 1328342809 w 48"/>
                  <a:gd name="T43" fmla="*/ 1535931563 h 73"/>
                  <a:gd name="T44" fmla="*/ 1885392776 w 48"/>
                  <a:gd name="T45" fmla="*/ 2147483647 h 73"/>
                  <a:gd name="T46" fmla="*/ 1713992503 w 48"/>
                  <a:gd name="T47" fmla="*/ 2147483647 h 73"/>
                  <a:gd name="T48" fmla="*/ 1114092979 w 48"/>
                  <a:gd name="T49" fmla="*/ 1621256717 h 73"/>
                  <a:gd name="T50" fmla="*/ 1071243013 w 48"/>
                  <a:gd name="T51" fmla="*/ 1535931563 h 73"/>
                  <a:gd name="T52" fmla="*/ 1114092979 w 48"/>
                  <a:gd name="T53" fmla="*/ 1493265720 h 73"/>
                  <a:gd name="T54" fmla="*/ 1114092979 w 48"/>
                  <a:gd name="T55" fmla="*/ 1493265720 h 73"/>
                  <a:gd name="T56" fmla="*/ 1713992503 w 48"/>
                  <a:gd name="T57" fmla="*/ 554643099 h 73"/>
                  <a:gd name="T58" fmla="*/ 171399915 w 48"/>
                  <a:gd name="T59" fmla="*/ 2147483647 h 73"/>
                  <a:gd name="T60" fmla="*/ 0 w 48"/>
                  <a:gd name="T61" fmla="*/ 2147483647 h 73"/>
                  <a:gd name="T62" fmla="*/ 0 w 48"/>
                  <a:gd name="T63" fmla="*/ 2147483647 h 73"/>
                  <a:gd name="T64" fmla="*/ 214249881 w 48"/>
                  <a:gd name="T65" fmla="*/ 2147483647 h 73"/>
                  <a:gd name="T66" fmla="*/ 1885392776 w 48"/>
                  <a:gd name="T67" fmla="*/ 2147483647 h 73"/>
                  <a:gd name="T68" fmla="*/ 2056792640 w 48"/>
                  <a:gd name="T69" fmla="*/ 2147483647 h 73"/>
                  <a:gd name="T70" fmla="*/ 2056792640 w 48"/>
                  <a:gd name="T71" fmla="*/ 2147483647 h 73"/>
                  <a:gd name="T72" fmla="*/ 1885392776 w 48"/>
                  <a:gd name="T73" fmla="*/ 2147483647 h 73"/>
                  <a:gd name="T74" fmla="*/ 171399915 w 48"/>
                  <a:gd name="T75" fmla="*/ 2147483647 h 73"/>
                  <a:gd name="T76" fmla="*/ 342799830 w 48"/>
                  <a:gd name="T77" fmla="*/ 2147483647 h 73"/>
                  <a:gd name="T78" fmla="*/ 171399915 w 48"/>
                  <a:gd name="T79" fmla="*/ 2147483647 h 73"/>
                  <a:gd name="T80" fmla="*/ 771299593 w 48"/>
                  <a:gd name="T81" fmla="*/ 1535931563 h 73"/>
                  <a:gd name="T82" fmla="*/ 171399915 w 48"/>
                  <a:gd name="T83" fmla="*/ 554643099 h 73"/>
                  <a:gd name="T84" fmla="*/ 342799830 w 48"/>
                  <a:gd name="T85" fmla="*/ 554643099 h 73"/>
                  <a:gd name="T86" fmla="*/ 942699661 w 48"/>
                  <a:gd name="T87" fmla="*/ 1493265720 h 73"/>
                  <a:gd name="T88" fmla="*/ 1028399593 w 48"/>
                  <a:gd name="T89" fmla="*/ 1578590874 h 73"/>
                  <a:gd name="T90" fmla="*/ 942699661 w 48"/>
                  <a:gd name="T91" fmla="*/ 1621256717 h 73"/>
                  <a:gd name="T92" fmla="*/ 342799830 w 48"/>
                  <a:gd name="T93" fmla="*/ 2147483647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sp>
        <p:nvSpPr>
          <p:cNvPr id="54" name="Text Box 10"/>
          <p:cNvSpPr txBox="1">
            <a:spLocks noChangeArrowheads="1"/>
          </p:cNvSpPr>
          <p:nvPr/>
        </p:nvSpPr>
        <p:spPr bwMode="auto">
          <a:xfrm>
            <a:off x="7523498" y="3047784"/>
            <a:ext cx="4119349" cy="1523494"/>
          </a:xfrm>
          <a:prstGeom prst="rect">
            <a:avLst/>
          </a:prstGeom>
          <a:noFill/>
          <a:ln w="9525">
            <a:noFill/>
            <a:miter lim="800000"/>
            <a:headEnd/>
            <a:tailEnd/>
          </a:ln>
        </p:spPr>
        <p:txBody>
          <a:bodyPr wrap="square" lIns="45720" tIns="22860" rIns="45720" bIns="22860">
            <a:spAutoFit/>
          </a:bodyPr>
          <a:lstStyle/>
          <a:p>
            <a:pPr algn="ctr" defTabSz="1087438" rtl="1"/>
            <a:r>
              <a:rPr lang="ar-SA" sz="3200" dirty="0"/>
              <a:t>زيادة المعرفة بالإنترنت ومهارات الكمبيوتر لدى الطلاب</a:t>
            </a:r>
            <a:endParaRPr lang="en-US" sz="3200" dirty="0">
              <a:solidFill>
                <a:srgbClr val="A6A6A6"/>
              </a:solidFill>
              <a:latin typeface="Open Sans"/>
              <a:ea typeface="Open Sans"/>
              <a:cs typeface="Open Sans"/>
            </a:endParaRPr>
          </a:p>
        </p:txBody>
      </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83245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200"/>
                                        <p:tgtEl>
                                          <p:spTgt spid="72"/>
                                        </p:tgtEl>
                                      </p:cBhvr>
                                    </p:animEffect>
                                  </p:childTnLst>
                                </p:cTn>
                              </p:par>
                            </p:childTnLst>
                          </p:cTn>
                        </p:par>
                        <p:par>
                          <p:cTn id="8" fill="hold">
                            <p:stCondLst>
                              <p:cond delay="200"/>
                            </p:stCondLst>
                            <p:childTnLst>
                              <p:par>
                                <p:cTn id="9" presetID="2" presetClass="entr" presetSubtype="4" fill="hold" nodeType="afterEffect">
                                  <p:stCondLst>
                                    <p:cond delay="0"/>
                                  </p:stCondLst>
                                  <p:childTnLst>
                                    <p:set>
                                      <p:cBhvr>
                                        <p:cTn id="10" dur="1" fill="hold">
                                          <p:stCondLst>
                                            <p:cond delay="0"/>
                                          </p:stCondLst>
                                        </p:cTn>
                                        <p:tgtEl>
                                          <p:spTgt spid="107"/>
                                        </p:tgtEl>
                                        <p:attrNameLst>
                                          <p:attrName>style.visibility</p:attrName>
                                        </p:attrNameLst>
                                      </p:cBhvr>
                                      <p:to>
                                        <p:strVal val="visible"/>
                                      </p:to>
                                    </p:set>
                                    <p:anim calcmode="lin" valueType="num">
                                      <p:cBhvr additive="base">
                                        <p:cTn id="11" dur="500" fill="hold"/>
                                        <p:tgtEl>
                                          <p:spTgt spid="107"/>
                                        </p:tgtEl>
                                        <p:attrNameLst>
                                          <p:attrName>ppt_x</p:attrName>
                                        </p:attrNameLst>
                                      </p:cBhvr>
                                      <p:tavLst>
                                        <p:tav tm="0">
                                          <p:val>
                                            <p:strVal val="#ppt_x"/>
                                          </p:val>
                                        </p:tav>
                                        <p:tav tm="100000">
                                          <p:val>
                                            <p:strVal val="#ppt_x"/>
                                          </p:val>
                                        </p:tav>
                                      </p:tavLst>
                                    </p:anim>
                                    <p:anim calcmode="lin" valueType="num">
                                      <p:cBhvr additive="base">
                                        <p:cTn id="12" dur="500" fill="hold"/>
                                        <p:tgtEl>
                                          <p:spTgt spid="107"/>
                                        </p:tgtEl>
                                        <p:attrNameLst>
                                          <p:attrName>ppt_y</p:attrName>
                                        </p:attrNameLst>
                                      </p:cBhvr>
                                      <p:tavLst>
                                        <p:tav tm="0">
                                          <p:val>
                                            <p:strVal val="1+#ppt_h/2"/>
                                          </p:val>
                                        </p:tav>
                                        <p:tav tm="100000">
                                          <p:val>
                                            <p:strVal val="#ppt_y"/>
                                          </p:val>
                                        </p:tav>
                                      </p:tavLst>
                                    </p:anim>
                                  </p:childTnLst>
                                </p:cTn>
                              </p:par>
                            </p:childTnLst>
                          </p:cTn>
                        </p:par>
                        <p:par>
                          <p:cTn id="13" fill="hold">
                            <p:stCondLst>
                              <p:cond delay="700"/>
                            </p:stCondLst>
                            <p:childTnLst>
                              <p:par>
                                <p:cTn id="14" presetID="2" presetClass="entr" presetSubtype="4" fill="hold" grpId="0" nodeType="afterEffect">
                                  <p:stCondLst>
                                    <p:cond delay="0"/>
                                  </p:stCondLst>
                                  <p:childTnLst>
                                    <p:set>
                                      <p:cBhvr>
                                        <p:cTn id="15" dur="1" fill="hold">
                                          <p:stCondLst>
                                            <p:cond delay="0"/>
                                          </p:stCondLst>
                                        </p:cTn>
                                        <p:tgtEl>
                                          <p:spTgt spid="79"/>
                                        </p:tgtEl>
                                        <p:attrNameLst>
                                          <p:attrName>style.visibility</p:attrName>
                                        </p:attrNameLst>
                                      </p:cBhvr>
                                      <p:to>
                                        <p:strVal val="visible"/>
                                      </p:to>
                                    </p:set>
                                    <p:anim calcmode="lin" valueType="num">
                                      <p:cBhvr additive="base">
                                        <p:cTn id="16" dur="500" fill="hold"/>
                                        <p:tgtEl>
                                          <p:spTgt spid="79"/>
                                        </p:tgtEl>
                                        <p:attrNameLst>
                                          <p:attrName>ppt_x</p:attrName>
                                        </p:attrNameLst>
                                      </p:cBhvr>
                                      <p:tavLst>
                                        <p:tav tm="0">
                                          <p:val>
                                            <p:strVal val="#ppt_x"/>
                                          </p:val>
                                        </p:tav>
                                        <p:tav tm="100000">
                                          <p:val>
                                            <p:strVal val="#ppt_x"/>
                                          </p:val>
                                        </p:tav>
                                      </p:tavLst>
                                    </p:anim>
                                    <p:anim calcmode="lin" valueType="num">
                                      <p:cBhvr additive="base">
                                        <p:cTn id="17" dur="500" fill="hold"/>
                                        <p:tgtEl>
                                          <p:spTgt spid="79"/>
                                        </p:tgtEl>
                                        <p:attrNameLst>
                                          <p:attrName>ppt_y</p:attrName>
                                        </p:attrNameLst>
                                      </p:cBhvr>
                                      <p:tavLst>
                                        <p:tav tm="0">
                                          <p:val>
                                            <p:strVal val="1+#ppt_h/2"/>
                                          </p:val>
                                        </p:tav>
                                        <p:tav tm="100000">
                                          <p:val>
                                            <p:strVal val="#ppt_y"/>
                                          </p:val>
                                        </p:tav>
                                      </p:tavLst>
                                    </p:anim>
                                  </p:childTnLst>
                                </p:cTn>
                              </p:par>
                            </p:childTnLst>
                          </p:cTn>
                        </p:par>
                        <p:par>
                          <p:cTn id="18" fill="hold">
                            <p:stCondLst>
                              <p:cond delay="1200"/>
                            </p:stCondLst>
                            <p:childTnLst>
                              <p:par>
                                <p:cTn id="19" presetID="2" presetClass="entr" presetSubtype="4" fill="hold" nodeType="afterEffect">
                                  <p:stCondLst>
                                    <p:cond delay="0"/>
                                  </p:stCondLst>
                                  <p:childTnLst>
                                    <p:set>
                                      <p:cBhvr>
                                        <p:cTn id="20" dur="1" fill="hold">
                                          <p:stCondLst>
                                            <p:cond delay="0"/>
                                          </p:stCondLst>
                                        </p:cTn>
                                        <p:tgtEl>
                                          <p:spTgt spid="108"/>
                                        </p:tgtEl>
                                        <p:attrNameLst>
                                          <p:attrName>style.visibility</p:attrName>
                                        </p:attrNameLst>
                                      </p:cBhvr>
                                      <p:to>
                                        <p:strVal val="visible"/>
                                      </p:to>
                                    </p:set>
                                    <p:anim calcmode="lin" valueType="num">
                                      <p:cBhvr additive="base">
                                        <p:cTn id="21" dur="500" fill="hold"/>
                                        <p:tgtEl>
                                          <p:spTgt spid="108"/>
                                        </p:tgtEl>
                                        <p:attrNameLst>
                                          <p:attrName>ppt_x</p:attrName>
                                        </p:attrNameLst>
                                      </p:cBhvr>
                                      <p:tavLst>
                                        <p:tav tm="0">
                                          <p:val>
                                            <p:strVal val="#ppt_x"/>
                                          </p:val>
                                        </p:tav>
                                        <p:tav tm="100000">
                                          <p:val>
                                            <p:strVal val="#ppt_x"/>
                                          </p:val>
                                        </p:tav>
                                      </p:tavLst>
                                    </p:anim>
                                    <p:anim calcmode="lin" valueType="num">
                                      <p:cBhvr additive="base">
                                        <p:cTn id="22" dur="500" fill="hold"/>
                                        <p:tgtEl>
                                          <p:spTgt spid="108"/>
                                        </p:tgtEl>
                                        <p:attrNameLst>
                                          <p:attrName>ppt_y</p:attrName>
                                        </p:attrNameLst>
                                      </p:cBhvr>
                                      <p:tavLst>
                                        <p:tav tm="0">
                                          <p:val>
                                            <p:strVal val="1+#ppt_h/2"/>
                                          </p:val>
                                        </p:tav>
                                        <p:tav tm="100000">
                                          <p:val>
                                            <p:strVal val="#ppt_y"/>
                                          </p:val>
                                        </p:tav>
                                      </p:tavLst>
                                    </p:anim>
                                  </p:childTnLst>
                                </p:cTn>
                              </p:par>
                            </p:childTnLst>
                          </p:cTn>
                        </p:par>
                        <p:par>
                          <p:cTn id="23" fill="hold">
                            <p:stCondLst>
                              <p:cond delay="1700"/>
                            </p:stCondLst>
                            <p:childTnLst>
                              <p:par>
                                <p:cTn id="24" presetID="2" presetClass="entr" presetSubtype="4" fill="hold" grpId="0" nodeType="afterEffect">
                                  <p:stCondLst>
                                    <p:cond delay="0"/>
                                  </p:stCondLst>
                                  <p:childTnLst>
                                    <p:set>
                                      <p:cBhvr>
                                        <p:cTn id="25" dur="1" fill="hold">
                                          <p:stCondLst>
                                            <p:cond delay="0"/>
                                          </p:stCondLst>
                                        </p:cTn>
                                        <p:tgtEl>
                                          <p:spTgt spid="77"/>
                                        </p:tgtEl>
                                        <p:attrNameLst>
                                          <p:attrName>style.visibility</p:attrName>
                                        </p:attrNameLst>
                                      </p:cBhvr>
                                      <p:to>
                                        <p:strVal val="visible"/>
                                      </p:to>
                                    </p:set>
                                    <p:anim calcmode="lin" valueType="num">
                                      <p:cBhvr additive="base">
                                        <p:cTn id="26" dur="500" fill="hold"/>
                                        <p:tgtEl>
                                          <p:spTgt spid="77"/>
                                        </p:tgtEl>
                                        <p:attrNameLst>
                                          <p:attrName>ppt_x</p:attrName>
                                        </p:attrNameLst>
                                      </p:cBhvr>
                                      <p:tavLst>
                                        <p:tav tm="0">
                                          <p:val>
                                            <p:strVal val="#ppt_x"/>
                                          </p:val>
                                        </p:tav>
                                        <p:tav tm="100000">
                                          <p:val>
                                            <p:strVal val="#ppt_x"/>
                                          </p:val>
                                        </p:tav>
                                      </p:tavLst>
                                    </p:anim>
                                    <p:anim calcmode="lin" valueType="num">
                                      <p:cBhvr additive="base">
                                        <p:cTn id="27" dur="500" fill="hold"/>
                                        <p:tgtEl>
                                          <p:spTgt spid="77"/>
                                        </p:tgtEl>
                                        <p:attrNameLst>
                                          <p:attrName>ppt_y</p:attrName>
                                        </p:attrNameLst>
                                      </p:cBhvr>
                                      <p:tavLst>
                                        <p:tav tm="0">
                                          <p:val>
                                            <p:strVal val="1+#ppt_h/2"/>
                                          </p:val>
                                        </p:tav>
                                        <p:tav tm="100000">
                                          <p:val>
                                            <p:strVal val="#ppt_y"/>
                                          </p:val>
                                        </p:tav>
                                      </p:tavLst>
                                    </p:anim>
                                  </p:childTnLst>
                                </p:cTn>
                              </p:par>
                            </p:childTnLst>
                          </p:cTn>
                        </p:par>
                        <p:par>
                          <p:cTn id="28" fill="hold">
                            <p:stCondLst>
                              <p:cond delay="2200"/>
                            </p:stCondLst>
                            <p:childTnLst>
                              <p:par>
                                <p:cTn id="29" presetID="2" presetClass="entr" presetSubtype="4" fill="hold" nodeType="afterEffect">
                                  <p:stCondLst>
                                    <p:cond delay="0"/>
                                  </p:stCondLst>
                                  <p:childTnLst>
                                    <p:set>
                                      <p:cBhvr>
                                        <p:cTn id="30" dur="1" fill="hold">
                                          <p:stCondLst>
                                            <p:cond delay="0"/>
                                          </p:stCondLst>
                                        </p:cTn>
                                        <p:tgtEl>
                                          <p:spTgt spid="110"/>
                                        </p:tgtEl>
                                        <p:attrNameLst>
                                          <p:attrName>style.visibility</p:attrName>
                                        </p:attrNameLst>
                                      </p:cBhvr>
                                      <p:to>
                                        <p:strVal val="visible"/>
                                      </p:to>
                                    </p:set>
                                    <p:anim calcmode="lin" valueType="num">
                                      <p:cBhvr additive="base">
                                        <p:cTn id="31" dur="500" fill="hold"/>
                                        <p:tgtEl>
                                          <p:spTgt spid="110"/>
                                        </p:tgtEl>
                                        <p:attrNameLst>
                                          <p:attrName>ppt_x</p:attrName>
                                        </p:attrNameLst>
                                      </p:cBhvr>
                                      <p:tavLst>
                                        <p:tav tm="0">
                                          <p:val>
                                            <p:strVal val="#ppt_x"/>
                                          </p:val>
                                        </p:tav>
                                        <p:tav tm="100000">
                                          <p:val>
                                            <p:strVal val="#ppt_x"/>
                                          </p:val>
                                        </p:tav>
                                      </p:tavLst>
                                    </p:anim>
                                    <p:anim calcmode="lin" valueType="num">
                                      <p:cBhvr additive="base">
                                        <p:cTn id="32" dur="500" fill="hold"/>
                                        <p:tgtEl>
                                          <p:spTgt spid="110"/>
                                        </p:tgtEl>
                                        <p:attrNameLst>
                                          <p:attrName>ppt_y</p:attrName>
                                        </p:attrNameLst>
                                      </p:cBhvr>
                                      <p:tavLst>
                                        <p:tav tm="0">
                                          <p:val>
                                            <p:strVal val="1+#ppt_h/2"/>
                                          </p:val>
                                        </p:tav>
                                        <p:tav tm="100000">
                                          <p:val>
                                            <p:strVal val="#ppt_y"/>
                                          </p:val>
                                        </p:tav>
                                      </p:tavLst>
                                    </p:anim>
                                  </p:childTnLst>
                                </p:cTn>
                              </p:par>
                            </p:childTnLst>
                          </p:cTn>
                        </p:par>
                        <p:par>
                          <p:cTn id="33" fill="hold">
                            <p:stCondLst>
                              <p:cond delay="2700"/>
                            </p:stCondLst>
                            <p:childTnLst>
                              <p:par>
                                <p:cTn id="34" presetID="2" presetClass="entr" presetSubtype="4" fill="hold" grpId="0" nodeType="afterEffect">
                                  <p:stCondLst>
                                    <p:cond delay="0"/>
                                  </p:stCondLst>
                                  <p:childTnLst>
                                    <p:set>
                                      <p:cBhvr>
                                        <p:cTn id="35" dur="1" fill="hold">
                                          <p:stCondLst>
                                            <p:cond delay="0"/>
                                          </p:stCondLst>
                                        </p:cTn>
                                        <p:tgtEl>
                                          <p:spTgt spid="54"/>
                                        </p:tgtEl>
                                        <p:attrNameLst>
                                          <p:attrName>style.visibility</p:attrName>
                                        </p:attrNameLst>
                                      </p:cBhvr>
                                      <p:to>
                                        <p:strVal val="visible"/>
                                      </p:to>
                                    </p:set>
                                    <p:anim calcmode="lin" valueType="num">
                                      <p:cBhvr additive="base">
                                        <p:cTn id="36" dur="500" fill="hold"/>
                                        <p:tgtEl>
                                          <p:spTgt spid="54"/>
                                        </p:tgtEl>
                                        <p:attrNameLst>
                                          <p:attrName>ppt_x</p:attrName>
                                        </p:attrNameLst>
                                      </p:cBhvr>
                                      <p:tavLst>
                                        <p:tav tm="0">
                                          <p:val>
                                            <p:strVal val="#ppt_x"/>
                                          </p:val>
                                        </p:tav>
                                        <p:tav tm="100000">
                                          <p:val>
                                            <p:strVal val="#ppt_x"/>
                                          </p:val>
                                        </p:tav>
                                      </p:tavLst>
                                    </p:anim>
                                    <p:anim calcmode="lin" valueType="num">
                                      <p:cBhvr additive="base">
                                        <p:cTn id="37"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77" grpId="0"/>
      <p:bldP spid="79" grpId="0"/>
      <p:bldP spid="54"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6226" name="Group 5"/>
          <p:cNvGrpSpPr>
            <a:grpSpLocks/>
          </p:cNvGrpSpPr>
          <p:nvPr/>
        </p:nvGrpSpPr>
        <p:grpSpPr bwMode="auto">
          <a:xfrm>
            <a:off x="11283950" y="6438900"/>
            <a:ext cx="509588" cy="219075"/>
            <a:chOff x="11014657" y="6520117"/>
            <a:chExt cx="636494" cy="273425"/>
          </a:xfrm>
        </p:grpSpPr>
        <p:sp>
          <p:nvSpPr>
            <p:cNvPr id="7" name="Rounded Rectangle 6"/>
            <p:cNvSpPr/>
            <p:nvPr/>
          </p:nvSpPr>
          <p:spPr>
            <a:xfrm>
              <a:off x="11381484" y="6524080"/>
              <a:ext cx="269667" cy="269462"/>
            </a:xfrm>
            <a:prstGeom prst="round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prstClr val="white"/>
                </a:solidFill>
              </a:endParaRPr>
            </a:p>
          </p:txBody>
        </p:sp>
        <p:sp>
          <p:nvSpPr>
            <p:cNvPr id="8" name="Rounded Rectangle 7"/>
            <p:cNvSpPr/>
            <p:nvPr/>
          </p:nvSpPr>
          <p:spPr>
            <a:xfrm>
              <a:off x="11014657" y="6520117"/>
              <a:ext cx="269667" cy="269462"/>
            </a:xfrm>
            <a:prstGeom prst="round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prstClr val="white"/>
                </a:solidFill>
              </a:endParaRPr>
            </a:p>
          </p:txBody>
        </p:sp>
        <p:sp>
          <p:nvSpPr>
            <p:cNvPr id="9" name="Action Button: Back or Previous 8">
              <a:hlinkClick r:id="" action="ppaction://hlinkshowjump?jump=previousslide" highlightClick="1"/>
            </p:cNvPr>
            <p:cNvSpPr/>
            <p:nvPr/>
          </p:nvSpPr>
          <p:spPr>
            <a:xfrm>
              <a:off x="11036469" y="6567669"/>
              <a:ext cx="206216" cy="200116"/>
            </a:xfrm>
            <a:prstGeom prst="actionButtonBackPrevious">
              <a:avLst/>
            </a:prstGeom>
            <a:ln>
              <a:noFill/>
            </a:ln>
          </p:spPr>
          <p:style>
            <a:lnRef idx="2">
              <a:schemeClr val="accent6"/>
            </a:lnRef>
            <a:fillRef idx="1">
              <a:schemeClr val="lt1"/>
            </a:fillRef>
            <a:effectRef idx="0">
              <a:schemeClr val="accent6"/>
            </a:effectRef>
            <a:fontRef idx="minor">
              <a:schemeClr val="dk1"/>
            </a:fontRef>
          </p:style>
          <p:txBody>
            <a:bodyPr anchor="ctr"/>
            <a:lstStyle/>
            <a:p>
              <a:pPr algn="ctr" eaLnBrk="0" hangingPunct="0">
                <a:defRPr/>
              </a:pPr>
              <a:endParaRPr lang="en-US">
                <a:solidFill>
                  <a:prstClr val="black"/>
                </a:solidFill>
              </a:endParaRPr>
            </a:p>
          </p:txBody>
        </p:sp>
        <p:sp>
          <p:nvSpPr>
            <p:cNvPr id="10" name="Action Button: Forward or Next 9">
              <a:hlinkClick r:id="" action="ppaction://hlinkshowjump?jump=nextslide" highlightClick="1"/>
            </p:cNvPr>
            <p:cNvSpPr/>
            <p:nvPr/>
          </p:nvSpPr>
          <p:spPr>
            <a:xfrm>
              <a:off x="11429072" y="6567669"/>
              <a:ext cx="220095" cy="200116"/>
            </a:xfrm>
            <a:prstGeom prst="actionButtonForwardNex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prstClr val="white"/>
                </a:solidFill>
              </a:endParaRPr>
            </a:p>
          </p:txBody>
        </p:sp>
      </p:grpSp>
      <p:sp>
        <p:nvSpPr>
          <p:cNvPr id="31" name="Rectangle 30"/>
          <p:cNvSpPr>
            <a:spLocks noChangeArrowheads="1"/>
          </p:cNvSpPr>
          <p:nvPr/>
        </p:nvSpPr>
        <p:spPr bwMode="auto">
          <a:xfrm>
            <a:off x="3795713" y="3484563"/>
            <a:ext cx="514350" cy="590550"/>
          </a:xfrm>
          <a:prstGeom prst="rect">
            <a:avLst/>
          </a:prstGeom>
          <a:noFill/>
          <a:ln w="9525">
            <a:noFill/>
            <a:miter lim="800000"/>
            <a:headEnd/>
            <a:tailEnd/>
          </a:ln>
        </p:spPr>
        <p:txBody>
          <a:bodyPr wrap="none">
            <a:spAutoFit/>
          </a:bodyPr>
          <a:lstStyle/>
          <a:p>
            <a:pPr eaLnBrk="0" hangingPunct="0"/>
            <a:r>
              <a:rPr lang="en-US" sz="2400">
                <a:solidFill>
                  <a:prstClr val="white"/>
                </a:solidFill>
                <a:latin typeface="FontAwesome"/>
              </a:rPr>
              <a:t></a:t>
            </a:r>
          </a:p>
        </p:txBody>
      </p:sp>
      <p:sp>
        <p:nvSpPr>
          <p:cNvPr id="32" name="Content Placeholder 2"/>
          <p:cNvSpPr txBox="1">
            <a:spLocks/>
          </p:cNvSpPr>
          <p:nvPr/>
        </p:nvSpPr>
        <p:spPr>
          <a:xfrm>
            <a:off x="665018" y="2041233"/>
            <a:ext cx="7859857" cy="203387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a:buNone/>
            </a:pPr>
            <a:r>
              <a:rPr lang="ar-SA" sz="3200" b="1" dirty="0">
                <a:solidFill>
                  <a:schemeClr val="accent1"/>
                </a:solidFill>
              </a:rPr>
              <a:t>وللتعرف على أهمية الإنترت في التعليم لا بد لنا هنا من الإشارة إلى مزايا وخصائص الانترنت، والتي من أهمها</a:t>
            </a:r>
            <a:endParaRPr lang="en-US" sz="3200" b="1" dirty="0">
              <a:solidFill>
                <a:schemeClr val="accent1"/>
              </a:solidFill>
            </a:endParaRPr>
          </a:p>
        </p:txBody>
      </p:sp>
      <p:sp>
        <p:nvSpPr>
          <p:cNvPr id="29" name="Text Box 7"/>
          <p:cNvSpPr txBox="1">
            <a:spLocks noChangeArrowheads="1"/>
          </p:cNvSpPr>
          <p:nvPr/>
        </p:nvSpPr>
        <p:spPr bwMode="auto">
          <a:xfrm>
            <a:off x="3270250" y="309563"/>
            <a:ext cx="8506496" cy="723275"/>
          </a:xfrm>
          <a:prstGeom prst="rect">
            <a:avLst/>
          </a:prstGeom>
          <a:noFill/>
          <a:ln w="9525">
            <a:noFill/>
            <a:miter lim="800000"/>
            <a:headEnd/>
            <a:tailEnd/>
          </a:ln>
        </p:spPr>
        <p:txBody>
          <a:bodyPr wrap="none" lIns="45720" tIns="22860" rIns="45720" bIns="22860">
            <a:spAutoFit/>
          </a:bodyPr>
          <a:lstStyle/>
          <a:p>
            <a:pPr marL="1200150" marR="0" lvl="1" indent="-742950" defTabSz="914400" rtl="1" eaLnBrk="0" fontAlgn="auto" latinLnBrk="0" hangingPunct="0">
              <a:lnSpc>
                <a:spcPct val="100000"/>
              </a:lnSpc>
              <a:spcBef>
                <a:spcPts val="0"/>
              </a:spcBef>
              <a:spcAft>
                <a:spcPts val="0"/>
              </a:spcAft>
              <a:buClrTx/>
              <a:buSzTx/>
              <a:buFont typeface="+mj-lt"/>
              <a:buAutoNum type="arabicPeriod" startAt="3"/>
              <a:tabLst/>
              <a:defRPr/>
            </a:pPr>
            <a:r>
              <a:rPr kumimoji="0" lang="ar-SA" sz="4400" b="1" i="0" u="sng" strike="noStrike" kern="0" cap="none" spc="0" normalizeH="0" baseline="0" noProof="0" dirty="0" smtClean="0">
                <a:ln>
                  <a:noFill/>
                </a:ln>
                <a:solidFill>
                  <a:prstClr val="black"/>
                </a:solidFill>
                <a:effectLst/>
                <a:uLnTx/>
                <a:uFillTx/>
              </a:rPr>
              <a:t>مميزات التعلم عبر الإنترنت وخصائصه </a:t>
            </a:r>
            <a:endParaRPr kumimoji="0" lang="en-US" sz="4400" b="0" i="0" u="sng" strike="noStrike" kern="0" cap="none" spc="0" normalizeH="0" baseline="0" noProof="0" dirty="0" smtClean="0">
              <a:ln>
                <a:noFill/>
              </a:ln>
              <a:solidFill>
                <a:prstClr val="black"/>
              </a:solidFill>
              <a:effectLst/>
              <a:uLnTx/>
              <a:uFillTx/>
            </a:endParaRPr>
          </a:p>
        </p:txBody>
      </p:sp>
      <p:sp>
        <p:nvSpPr>
          <p:cNvPr id="35" name="Rectangle 34"/>
          <p:cNvSpPr/>
          <p:nvPr/>
        </p:nvSpPr>
        <p:spPr>
          <a:xfrm>
            <a:off x="7384090" y="1087823"/>
            <a:ext cx="4301498" cy="5530610"/>
          </a:xfrm>
          <a:prstGeom prst="rect">
            <a:avLst/>
          </a:prstGeom>
          <a:blipFill>
            <a:blip r:embed="rId2"/>
            <a:stretch>
              <a:fillRect/>
            </a:stretch>
          </a:blipFill>
          <a:ln w="12700" cap="flat" cmpd="sng" algn="ctr">
            <a:noFill/>
            <a:prstDash val="solid"/>
            <a:miter lim="800000"/>
          </a:ln>
          <a:effectLst>
            <a:outerShdw blurRad="215900" dist="38100" algn="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FFFFFF"/>
              </a:solidFill>
              <a:effectLst/>
              <a:uLnTx/>
              <a:uFillTx/>
              <a:latin typeface="Calibri" panose="020F0502020204030204"/>
              <a:ea typeface="+mn-ea"/>
              <a:cs typeface="+mn-cs"/>
            </a:endParaRPr>
          </a:p>
        </p:txBody>
      </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extLst>
      <p:ext uri="{BB962C8B-B14F-4D97-AF65-F5344CB8AC3E}">
        <p14:creationId xmlns:p14="http://schemas.microsoft.com/office/powerpoint/2010/main" val="8383798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200"/>
                                        <p:tgtEl>
                                          <p:spTgt spid="29"/>
                                        </p:tgtEl>
                                      </p:cBhvr>
                                    </p:animEffect>
                                  </p:childTnLst>
                                </p:cTn>
                              </p:par>
                            </p:childTnLst>
                          </p:cTn>
                        </p:par>
                        <p:par>
                          <p:cTn id="12" fill="hold">
                            <p:stCondLst>
                              <p:cond delay="700"/>
                            </p:stCondLst>
                            <p:childTnLst>
                              <p:par>
                                <p:cTn id="13" presetID="10" presetClass="entr" presetSubtype="0" fill="hold" grpId="0"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fade">
                                      <p:cBhvr>
                                        <p:cTn id="15"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32" grpId="0"/>
      <p:bldP spid="29"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p:cNvGrpSpPr/>
          <p:nvPr/>
        </p:nvGrpSpPr>
        <p:grpSpPr>
          <a:xfrm>
            <a:off x="8207904" y="989248"/>
            <a:ext cx="2460496" cy="4863339"/>
            <a:chOff x="5075238" y="1525588"/>
            <a:chExt cx="1897063" cy="3749675"/>
          </a:xfrm>
        </p:grpSpPr>
        <p:sp>
          <p:nvSpPr>
            <p:cNvPr id="5" name="AutoShape 3"/>
            <p:cNvSpPr>
              <a:spLocks noChangeAspect="1" noChangeArrowheads="1" noTextEdit="1"/>
            </p:cNvSpPr>
            <p:nvPr/>
          </p:nvSpPr>
          <p:spPr bwMode="auto">
            <a:xfrm>
              <a:off x="5091113" y="1525588"/>
              <a:ext cx="1866900" cy="374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 name="Freeform 5"/>
            <p:cNvSpPr>
              <a:spLocks/>
            </p:cNvSpPr>
            <p:nvPr/>
          </p:nvSpPr>
          <p:spPr bwMode="auto">
            <a:xfrm>
              <a:off x="5251451" y="4984751"/>
              <a:ext cx="1512888" cy="288925"/>
            </a:xfrm>
            <a:custGeom>
              <a:avLst/>
              <a:gdLst>
                <a:gd name="T0" fmla="*/ 505 w 931"/>
                <a:gd name="T1" fmla="*/ 0 h 178"/>
                <a:gd name="T2" fmla="*/ 385 w 931"/>
                <a:gd name="T3" fmla="*/ 3 h 178"/>
                <a:gd name="T4" fmla="*/ 304 w 931"/>
                <a:gd name="T5" fmla="*/ 12 h 178"/>
                <a:gd name="T6" fmla="*/ 270 w 931"/>
                <a:gd name="T7" fmla="*/ 16 h 178"/>
                <a:gd name="T8" fmla="*/ 106 w 931"/>
                <a:gd name="T9" fmla="*/ 34 h 178"/>
                <a:gd name="T10" fmla="*/ 37 w 931"/>
                <a:gd name="T11" fmla="*/ 133 h 178"/>
                <a:gd name="T12" fmla="*/ 144 w 931"/>
                <a:gd name="T13" fmla="*/ 165 h 178"/>
                <a:gd name="T14" fmla="*/ 248 w 931"/>
                <a:gd name="T15" fmla="*/ 170 h 178"/>
                <a:gd name="T16" fmla="*/ 342 w 931"/>
                <a:gd name="T17" fmla="*/ 169 h 178"/>
                <a:gd name="T18" fmla="*/ 352 w 931"/>
                <a:gd name="T19" fmla="*/ 168 h 178"/>
                <a:gd name="T20" fmla="*/ 549 w 931"/>
                <a:gd name="T21" fmla="*/ 177 h 178"/>
                <a:gd name="T22" fmla="*/ 641 w 931"/>
                <a:gd name="T23" fmla="*/ 178 h 178"/>
                <a:gd name="T24" fmla="*/ 758 w 931"/>
                <a:gd name="T25" fmla="*/ 175 h 178"/>
                <a:gd name="T26" fmla="*/ 868 w 931"/>
                <a:gd name="T27" fmla="*/ 161 h 178"/>
                <a:gd name="T28" fmla="*/ 921 w 931"/>
                <a:gd name="T29" fmla="*/ 117 h 178"/>
                <a:gd name="T30" fmla="*/ 893 w 931"/>
                <a:gd name="T31" fmla="*/ 47 h 178"/>
                <a:gd name="T32" fmla="*/ 747 w 931"/>
                <a:gd name="T33" fmla="*/ 11 h 178"/>
                <a:gd name="T34" fmla="*/ 519 w 931"/>
                <a:gd name="T35" fmla="*/ 1 h 178"/>
                <a:gd name="T36" fmla="*/ 505 w 931"/>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1" h="178">
                  <a:moveTo>
                    <a:pt x="505" y="0"/>
                  </a:moveTo>
                  <a:cubicBezTo>
                    <a:pt x="465" y="0"/>
                    <a:pt x="425" y="2"/>
                    <a:pt x="385" y="3"/>
                  </a:cubicBezTo>
                  <a:cubicBezTo>
                    <a:pt x="359" y="5"/>
                    <a:pt x="331" y="7"/>
                    <a:pt x="304" y="12"/>
                  </a:cubicBezTo>
                  <a:cubicBezTo>
                    <a:pt x="292" y="13"/>
                    <a:pt x="281" y="15"/>
                    <a:pt x="270" y="16"/>
                  </a:cubicBezTo>
                  <a:cubicBezTo>
                    <a:pt x="215" y="22"/>
                    <a:pt x="159" y="18"/>
                    <a:pt x="106" y="34"/>
                  </a:cubicBezTo>
                  <a:cubicBezTo>
                    <a:pt x="64" y="47"/>
                    <a:pt x="0" y="82"/>
                    <a:pt x="37" y="133"/>
                  </a:cubicBezTo>
                  <a:cubicBezTo>
                    <a:pt x="57" y="162"/>
                    <a:pt x="113" y="162"/>
                    <a:pt x="144" y="165"/>
                  </a:cubicBezTo>
                  <a:cubicBezTo>
                    <a:pt x="179" y="169"/>
                    <a:pt x="213" y="170"/>
                    <a:pt x="248" y="170"/>
                  </a:cubicBezTo>
                  <a:cubicBezTo>
                    <a:pt x="279" y="170"/>
                    <a:pt x="311" y="169"/>
                    <a:pt x="342" y="169"/>
                  </a:cubicBezTo>
                  <a:cubicBezTo>
                    <a:pt x="345" y="169"/>
                    <a:pt x="349" y="168"/>
                    <a:pt x="352" y="168"/>
                  </a:cubicBezTo>
                  <a:cubicBezTo>
                    <a:pt x="418" y="168"/>
                    <a:pt x="483" y="174"/>
                    <a:pt x="549" y="177"/>
                  </a:cubicBezTo>
                  <a:cubicBezTo>
                    <a:pt x="580" y="178"/>
                    <a:pt x="611" y="178"/>
                    <a:pt x="641" y="178"/>
                  </a:cubicBezTo>
                  <a:cubicBezTo>
                    <a:pt x="680" y="178"/>
                    <a:pt x="719" y="177"/>
                    <a:pt x="758" y="175"/>
                  </a:cubicBezTo>
                  <a:cubicBezTo>
                    <a:pt x="794" y="173"/>
                    <a:pt x="833" y="172"/>
                    <a:pt x="868" y="161"/>
                  </a:cubicBezTo>
                  <a:cubicBezTo>
                    <a:pt x="891" y="154"/>
                    <a:pt x="912" y="142"/>
                    <a:pt x="921" y="117"/>
                  </a:cubicBezTo>
                  <a:cubicBezTo>
                    <a:pt x="931" y="90"/>
                    <a:pt x="914" y="63"/>
                    <a:pt x="893" y="47"/>
                  </a:cubicBezTo>
                  <a:cubicBezTo>
                    <a:pt x="855" y="16"/>
                    <a:pt x="793" y="15"/>
                    <a:pt x="747" y="11"/>
                  </a:cubicBezTo>
                  <a:cubicBezTo>
                    <a:pt x="671" y="5"/>
                    <a:pt x="595" y="1"/>
                    <a:pt x="519" y="1"/>
                  </a:cubicBezTo>
                  <a:cubicBezTo>
                    <a:pt x="514" y="0"/>
                    <a:pt x="510" y="0"/>
                    <a:pt x="505" y="0"/>
                  </a:cubicBezTo>
                </a:path>
              </a:pathLst>
            </a:custGeom>
            <a:solidFill>
              <a:schemeClr val="bg2">
                <a:lumMod val="90000"/>
              </a:schemeClr>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 name="Freeform 6"/>
            <p:cNvSpPr>
              <a:spLocks/>
            </p:cNvSpPr>
            <p:nvPr/>
          </p:nvSpPr>
          <p:spPr bwMode="auto">
            <a:xfrm>
              <a:off x="5235576" y="2057401"/>
              <a:ext cx="1484313" cy="1423988"/>
            </a:xfrm>
            <a:custGeom>
              <a:avLst/>
              <a:gdLst>
                <a:gd name="T0" fmla="*/ 878 w 913"/>
                <a:gd name="T1" fmla="*/ 747 h 878"/>
                <a:gd name="T2" fmla="*/ 881 w 913"/>
                <a:gd name="T3" fmla="*/ 746 h 878"/>
                <a:gd name="T4" fmla="*/ 809 w 913"/>
                <a:gd name="T5" fmla="*/ 247 h 878"/>
                <a:gd name="T6" fmla="*/ 135 w 913"/>
                <a:gd name="T7" fmla="*/ 225 h 878"/>
                <a:gd name="T8" fmla="*/ 77 w 913"/>
                <a:gd name="T9" fmla="*/ 772 h 878"/>
                <a:gd name="T10" fmla="*/ 78 w 913"/>
                <a:gd name="T11" fmla="*/ 772 h 878"/>
                <a:gd name="T12" fmla="*/ 878 w 913"/>
                <a:gd name="T13" fmla="*/ 747 h 878"/>
              </a:gdLst>
              <a:ahLst/>
              <a:cxnLst>
                <a:cxn ang="0">
                  <a:pos x="T0" y="T1"/>
                </a:cxn>
                <a:cxn ang="0">
                  <a:pos x="T2" y="T3"/>
                </a:cxn>
                <a:cxn ang="0">
                  <a:pos x="T4" y="T5"/>
                </a:cxn>
                <a:cxn ang="0">
                  <a:pos x="T6" y="T7"/>
                </a:cxn>
                <a:cxn ang="0">
                  <a:pos x="T8" y="T9"/>
                </a:cxn>
                <a:cxn ang="0">
                  <a:pos x="T10" y="T11"/>
                </a:cxn>
                <a:cxn ang="0">
                  <a:pos x="T12" y="T13"/>
                </a:cxn>
              </a:cxnLst>
              <a:rect l="0" t="0" r="r" b="b"/>
              <a:pathLst>
                <a:path w="913" h="878">
                  <a:moveTo>
                    <a:pt x="878" y="747"/>
                  </a:moveTo>
                  <a:cubicBezTo>
                    <a:pt x="880" y="746"/>
                    <a:pt x="881" y="746"/>
                    <a:pt x="881" y="746"/>
                  </a:cubicBezTo>
                  <a:cubicBezTo>
                    <a:pt x="913" y="526"/>
                    <a:pt x="881" y="350"/>
                    <a:pt x="809" y="247"/>
                  </a:cubicBezTo>
                  <a:cubicBezTo>
                    <a:pt x="636" y="0"/>
                    <a:pt x="253" y="67"/>
                    <a:pt x="135" y="225"/>
                  </a:cubicBezTo>
                  <a:cubicBezTo>
                    <a:pt x="0" y="407"/>
                    <a:pt x="77" y="772"/>
                    <a:pt x="77" y="772"/>
                  </a:cubicBezTo>
                  <a:cubicBezTo>
                    <a:pt x="77" y="772"/>
                    <a:pt x="78" y="772"/>
                    <a:pt x="78" y="772"/>
                  </a:cubicBezTo>
                  <a:cubicBezTo>
                    <a:pt x="467" y="878"/>
                    <a:pt x="841" y="759"/>
                    <a:pt x="878" y="747"/>
                  </a:cubicBezTo>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 name="Freeform 7"/>
            <p:cNvSpPr>
              <a:spLocks/>
            </p:cNvSpPr>
            <p:nvPr/>
          </p:nvSpPr>
          <p:spPr bwMode="auto">
            <a:xfrm>
              <a:off x="5303838" y="2071688"/>
              <a:ext cx="1379538" cy="1041400"/>
            </a:xfrm>
            <a:custGeom>
              <a:avLst/>
              <a:gdLst>
                <a:gd name="T0" fmla="*/ 12 w 849"/>
                <a:gd name="T1" fmla="*/ 548 h 642"/>
                <a:gd name="T2" fmla="*/ 78 w 849"/>
                <a:gd name="T3" fmla="*/ 529 h 642"/>
                <a:gd name="T4" fmla="*/ 83 w 849"/>
                <a:gd name="T5" fmla="*/ 639 h 642"/>
                <a:gd name="T6" fmla="*/ 133 w 849"/>
                <a:gd name="T7" fmla="*/ 642 h 642"/>
                <a:gd name="T8" fmla="*/ 133 w 849"/>
                <a:gd name="T9" fmla="*/ 461 h 642"/>
                <a:gd name="T10" fmla="*/ 162 w 849"/>
                <a:gd name="T11" fmla="*/ 252 h 642"/>
                <a:gd name="T12" fmla="*/ 439 w 849"/>
                <a:gd name="T13" fmla="*/ 252 h 642"/>
                <a:gd name="T14" fmla="*/ 686 w 849"/>
                <a:gd name="T15" fmla="*/ 252 h 642"/>
                <a:gd name="T16" fmla="*/ 752 w 849"/>
                <a:gd name="T17" fmla="*/ 456 h 642"/>
                <a:gd name="T18" fmla="*/ 758 w 849"/>
                <a:gd name="T19" fmla="*/ 613 h 642"/>
                <a:gd name="T20" fmla="*/ 792 w 849"/>
                <a:gd name="T21" fmla="*/ 613 h 642"/>
                <a:gd name="T22" fmla="*/ 849 w 849"/>
                <a:gd name="T23" fmla="*/ 503 h 642"/>
                <a:gd name="T24" fmla="*/ 828 w 849"/>
                <a:gd name="T25" fmla="*/ 254 h 642"/>
                <a:gd name="T26" fmla="*/ 707 w 849"/>
                <a:gd name="T27" fmla="*/ 45 h 642"/>
                <a:gd name="T28" fmla="*/ 664 w 849"/>
                <a:gd name="T29" fmla="*/ 46 h 642"/>
                <a:gd name="T30" fmla="*/ 620 w 849"/>
                <a:gd name="T31" fmla="*/ 45 h 642"/>
                <a:gd name="T32" fmla="*/ 503 w 849"/>
                <a:gd name="T33" fmla="*/ 1 h 642"/>
                <a:gd name="T34" fmla="*/ 443 w 849"/>
                <a:gd name="T35" fmla="*/ 11 h 642"/>
                <a:gd name="T36" fmla="*/ 366 w 849"/>
                <a:gd name="T37" fmla="*/ 20 h 642"/>
                <a:gd name="T38" fmla="*/ 247 w 849"/>
                <a:gd name="T39" fmla="*/ 13 h 642"/>
                <a:gd name="T40" fmla="*/ 147 w 849"/>
                <a:gd name="T41" fmla="*/ 105 h 642"/>
                <a:gd name="T42" fmla="*/ 64 w 849"/>
                <a:gd name="T43" fmla="*/ 150 h 642"/>
                <a:gd name="T44" fmla="*/ 22 w 849"/>
                <a:gd name="T45" fmla="*/ 307 h 642"/>
                <a:gd name="T46" fmla="*/ 12 w 849"/>
                <a:gd name="T47" fmla="*/ 548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9" h="642">
                  <a:moveTo>
                    <a:pt x="12" y="548"/>
                  </a:moveTo>
                  <a:cubicBezTo>
                    <a:pt x="12" y="548"/>
                    <a:pt x="38" y="495"/>
                    <a:pt x="78" y="529"/>
                  </a:cubicBezTo>
                  <a:cubicBezTo>
                    <a:pt x="119" y="563"/>
                    <a:pt x="83" y="639"/>
                    <a:pt x="83" y="639"/>
                  </a:cubicBezTo>
                  <a:cubicBezTo>
                    <a:pt x="133" y="642"/>
                    <a:pt x="133" y="642"/>
                    <a:pt x="133" y="642"/>
                  </a:cubicBezTo>
                  <a:cubicBezTo>
                    <a:pt x="133" y="642"/>
                    <a:pt x="154" y="535"/>
                    <a:pt x="133" y="461"/>
                  </a:cubicBezTo>
                  <a:cubicBezTo>
                    <a:pt x="113" y="386"/>
                    <a:pt x="115" y="299"/>
                    <a:pt x="162" y="252"/>
                  </a:cubicBezTo>
                  <a:cubicBezTo>
                    <a:pt x="209" y="205"/>
                    <a:pt x="277" y="252"/>
                    <a:pt x="439" y="252"/>
                  </a:cubicBezTo>
                  <a:cubicBezTo>
                    <a:pt x="601" y="252"/>
                    <a:pt x="622" y="194"/>
                    <a:pt x="686" y="252"/>
                  </a:cubicBezTo>
                  <a:cubicBezTo>
                    <a:pt x="750" y="309"/>
                    <a:pt x="758" y="394"/>
                    <a:pt x="752" y="456"/>
                  </a:cubicBezTo>
                  <a:cubicBezTo>
                    <a:pt x="745" y="518"/>
                    <a:pt x="758" y="613"/>
                    <a:pt x="758" y="613"/>
                  </a:cubicBezTo>
                  <a:cubicBezTo>
                    <a:pt x="792" y="613"/>
                    <a:pt x="792" y="613"/>
                    <a:pt x="792" y="613"/>
                  </a:cubicBezTo>
                  <a:cubicBezTo>
                    <a:pt x="792" y="613"/>
                    <a:pt x="769" y="458"/>
                    <a:pt x="849" y="503"/>
                  </a:cubicBezTo>
                  <a:cubicBezTo>
                    <a:pt x="849" y="503"/>
                    <a:pt x="828" y="329"/>
                    <a:pt x="828" y="254"/>
                  </a:cubicBezTo>
                  <a:cubicBezTo>
                    <a:pt x="828" y="162"/>
                    <a:pt x="784" y="67"/>
                    <a:pt x="707" y="45"/>
                  </a:cubicBezTo>
                  <a:cubicBezTo>
                    <a:pt x="692" y="41"/>
                    <a:pt x="678" y="43"/>
                    <a:pt x="664" y="46"/>
                  </a:cubicBezTo>
                  <a:cubicBezTo>
                    <a:pt x="649" y="48"/>
                    <a:pt x="634" y="51"/>
                    <a:pt x="620" y="45"/>
                  </a:cubicBezTo>
                  <a:cubicBezTo>
                    <a:pt x="578" y="30"/>
                    <a:pt x="538" y="2"/>
                    <a:pt x="503" y="1"/>
                  </a:cubicBezTo>
                  <a:cubicBezTo>
                    <a:pt x="476" y="0"/>
                    <a:pt x="459" y="5"/>
                    <a:pt x="443" y="11"/>
                  </a:cubicBezTo>
                  <a:cubicBezTo>
                    <a:pt x="424" y="18"/>
                    <a:pt x="405" y="24"/>
                    <a:pt x="366" y="20"/>
                  </a:cubicBezTo>
                  <a:cubicBezTo>
                    <a:pt x="347" y="18"/>
                    <a:pt x="290" y="1"/>
                    <a:pt x="247" y="13"/>
                  </a:cubicBezTo>
                  <a:cubicBezTo>
                    <a:pt x="205" y="26"/>
                    <a:pt x="179" y="92"/>
                    <a:pt x="147" y="105"/>
                  </a:cubicBezTo>
                  <a:cubicBezTo>
                    <a:pt x="115" y="118"/>
                    <a:pt x="100" y="107"/>
                    <a:pt x="64" y="150"/>
                  </a:cubicBezTo>
                  <a:cubicBezTo>
                    <a:pt x="29" y="192"/>
                    <a:pt x="25" y="284"/>
                    <a:pt x="22" y="307"/>
                  </a:cubicBezTo>
                  <a:cubicBezTo>
                    <a:pt x="20" y="331"/>
                    <a:pt x="0" y="492"/>
                    <a:pt x="12" y="548"/>
                  </a:cubicBezTo>
                </a:path>
              </a:pathLst>
            </a:custGeom>
            <a:solidFill>
              <a:srgbClr val="BC85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 name="Freeform 8"/>
            <p:cNvSpPr>
              <a:spLocks/>
            </p:cNvSpPr>
            <p:nvPr/>
          </p:nvSpPr>
          <p:spPr bwMode="auto">
            <a:xfrm>
              <a:off x="5922963" y="2852738"/>
              <a:ext cx="177800" cy="263525"/>
            </a:xfrm>
            <a:custGeom>
              <a:avLst/>
              <a:gdLst>
                <a:gd name="T0" fmla="*/ 56 w 109"/>
                <a:gd name="T1" fmla="*/ 0 h 162"/>
                <a:gd name="T2" fmla="*/ 32 w 109"/>
                <a:gd name="T3" fmla="*/ 136 h 162"/>
                <a:gd name="T4" fmla="*/ 100 w 109"/>
                <a:gd name="T5" fmla="*/ 121 h 162"/>
                <a:gd name="T6" fmla="*/ 56 w 109"/>
                <a:gd name="T7" fmla="*/ 0 h 162"/>
              </a:gdLst>
              <a:ahLst/>
              <a:cxnLst>
                <a:cxn ang="0">
                  <a:pos x="T0" y="T1"/>
                </a:cxn>
                <a:cxn ang="0">
                  <a:pos x="T2" y="T3"/>
                </a:cxn>
                <a:cxn ang="0">
                  <a:pos x="T4" y="T5"/>
                </a:cxn>
                <a:cxn ang="0">
                  <a:pos x="T6" y="T7"/>
                </a:cxn>
              </a:cxnLst>
              <a:rect l="0" t="0" r="r" b="b"/>
              <a:pathLst>
                <a:path w="109" h="162">
                  <a:moveTo>
                    <a:pt x="56" y="0"/>
                  </a:moveTo>
                  <a:cubicBezTo>
                    <a:pt x="56" y="0"/>
                    <a:pt x="0" y="111"/>
                    <a:pt x="32" y="136"/>
                  </a:cubicBezTo>
                  <a:cubicBezTo>
                    <a:pt x="64" y="162"/>
                    <a:pt x="92" y="145"/>
                    <a:pt x="100" y="121"/>
                  </a:cubicBezTo>
                  <a:cubicBezTo>
                    <a:pt x="109" y="98"/>
                    <a:pt x="56" y="0"/>
                    <a:pt x="56" y="0"/>
                  </a:cubicBezTo>
                  <a:close/>
                </a:path>
              </a:pathLst>
            </a:custGeom>
            <a:solidFill>
              <a:srgbClr val="E9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 name="Freeform 9"/>
            <p:cNvSpPr>
              <a:spLocks/>
            </p:cNvSpPr>
            <p:nvPr/>
          </p:nvSpPr>
          <p:spPr bwMode="auto">
            <a:xfrm>
              <a:off x="5826126" y="2803526"/>
              <a:ext cx="92075" cy="92075"/>
            </a:xfrm>
            <a:custGeom>
              <a:avLst/>
              <a:gdLst>
                <a:gd name="T0" fmla="*/ 44 w 57"/>
                <a:gd name="T1" fmla="*/ 5 h 57"/>
                <a:gd name="T2" fmla="*/ 38 w 57"/>
                <a:gd name="T3" fmla="*/ 1 h 57"/>
                <a:gd name="T4" fmla="*/ 23 w 57"/>
                <a:gd name="T5" fmla="*/ 1 h 57"/>
                <a:gd name="T6" fmla="*/ 15 w 57"/>
                <a:gd name="T7" fmla="*/ 4 h 57"/>
                <a:gd name="T8" fmla="*/ 2 w 57"/>
                <a:gd name="T9" fmla="*/ 18 h 57"/>
                <a:gd name="T10" fmla="*/ 4 w 57"/>
                <a:gd name="T11" fmla="*/ 38 h 57"/>
                <a:gd name="T12" fmla="*/ 42 w 57"/>
                <a:gd name="T13" fmla="*/ 50 h 57"/>
                <a:gd name="T14" fmla="*/ 56 w 57"/>
                <a:gd name="T15" fmla="*/ 29 h 57"/>
                <a:gd name="T16" fmla="*/ 44 w 5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57">
                  <a:moveTo>
                    <a:pt x="44" y="5"/>
                  </a:moveTo>
                  <a:cubicBezTo>
                    <a:pt x="42" y="3"/>
                    <a:pt x="40" y="2"/>
                    <a:pt x="38" y="1"/>
                  </a:cubicBezTo>
                  <a:cubicBezTo>
                    <a:pt x="33" y="0"/>
                    <a:pt x="28" y="0"/>
                    <a:pt x="23" y="1"/>
                  </a:cubicBezTo>
                  <a:cubicBezTo>
                    <a:pt x="21" y="2"/>
                    <a:pt x="18" y="3"/>
                    <a:pt x="15" y="4"/>
                  </a:cubicBezTo>
                  <a:cubicBezTo>
                    <a:pt x="9" y="6"/>
                    <a:pt x="4" y="13"/>
                    <a:pt x="2" y="18"/>
                  </a:cubicBezTo>
                  <a:cubicBezTo>
                    <a:pt x="0" y="25"/>
                    <a:pt x="1" y="32"/>
                    <a:pt x="4" y="38"/>
                  </a:cubicBezTo>
                  <a:cubicBezTo>
                    <a:pt x="10" y="52"/>
                    <a:pt x="28" y="57"/>
                    <a:pt x="42" y="50"/>
                  </a:cubicBezTo>
                  <a:cubicBezTo>
                    <a:pt x="50" y="46"/>
                    <a:pt x="56" y="38"/>
                    <a:pt x="56" y="29"/>
                  </a:cubicBezTo>
                  <a:cubicBezTo>
                    <a:pt x="57" y="19"/>
                    <a:pt x="52" y="10"/>
                    <a:pt x="44" y="5"/>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 name="Freeform 10"/>
            <p:cNvSpPr>
              <a:spLocks/>
            </p:cNvSpPr>
            <p:nvPr/>
          </p:nvSpPr>
          <p:spPr bwMode="auto">
            <a:xfrm>
              <a:off x="6091238" y="2813051"/>
              <a:ext cx="73025" cy="53975"/>
            </a:xfrm>
            <a:custGeom>
              <a:avLst/>
              <a:gdLst>
                <a:gd name="T0" fmla="*/ 23 w 44"/>
                <a:gd name="T1" fmla="*/ 0 h 33"/>
                <a:gd name="T2" fmla="*/ 21 w 44"/>
                <a:gd name="T3" fmla="*/ 33 h 33"/>
                <a:gd name="T4" fmla="*/ 23 w 44"/>
                <a:gd name="T5" fmla="*/ 0 h 33"/>
              </a:gdLst>
              <a:ahLst/>
              <a:cxnLst>
                <a:cxn ang="0">
                  <a:pos x="T0" y="T1"/>
                </a:cxn>
                <a:cxn ang="0">
                  <a:pos x="T2" y="T3"/>
                </a:cxn>
                <a:cxn ang="0">
                  <a:pos x="T4" y="T5"/>
                </a:cxn>
              </a:cxnLst>
              <a:rect l="0" t="0" r="r" b="b"/>
              <a:pathLst>
                <a:path w="44" h="33">
                  <a:moveTo>
                    <a:pt x="23" y="0"/>
                  </a:moveTo>
                  <a:cubicBezTo>
                    <a:pt x="2" y="0"/>
                    <a:pt x="0" y="33"/>
                    <a:pt x="21" y="33"/>
                  </a:cubicBezTo>
                  <a:cubicBezTo>
                    <a:pt x="42" y="33"/>
                    <a:pt x="44" y="0"/>
                    <a:pt x="23" y="0"/>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 name="Freeform 11"/>
            <p:cNvSpPr>
              <a:spLocks/>
            </p:cNvSpPr>
            <p:nvPr/>
          </p:nvSpPr>
          <p:spPr bwMode="auto">
            <a:xfrm>
              <a:off x="6005513" y="3157538"/>
              <a:ext cx="52388" cy="93663"/>
            </a:xfrm>
            <a:custGeom>
              <a:avLst/>
              <a:gdLst>
                <a:gd name="T0" fmla="*/ 22 w 32"/>
                <a:gd name="T1" fmla="*/ 4 h 57"/>
                <a:gd name="T2" fmla="*/ 4 w 32"/>
                <a:gd name="T3" fmla="*/ 13 h 57"/>
                <a:gd name="T4" fmla="*/ 11 w 32"/>
                <a:gd name="T5" fmla="*/ 36 h 57"/>
                <a:gd name="T6" fmla="*/ 13 w 32"/>
                <a:gd name="T7" fmla="*/ 37 h 57"/>
                <a:gd name="T8" fmla="*/ 5 w 32"/>
                <a:gd name="T9" fmla="*/ 45 h 57"/>
                <a:gd name="T10" fmla="*/ 11 w 32"/>
                <a:gd name="T11" fmla="*/ 55 h 57"/>
                <a:gd name="T12" fmla="*/ 31 w 32"/>
                <a:gd name="T13" fmla="*/ 30 h 57"/>
                <a:gd name="T14" fmla="*/ 22 w 32"/>
                <a:gd name="T15" fmla="*/ 4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7">
                  <a:moveTo>
                    <a:pt x="22" y="4"/>
                  </a:moveTo>
                  <a:cubicBezTo>
                    <a:pt x="14" y="0"/>
                    <a:pt x="7" y="5"/>
                    <a:pt x="4" y="13"/>
                  </a:cubicBezTo>
                  <a:cubicBezTo>
                    <a:pt x="1" y="21"/>
                    <a:pt x="4" y="32"/>
                    <a:pt x="11" y="36"/>
                  </a:cubicBezTo>
                  <a:cubicBezTo>
                    <a:pt x="12" y="37"/>
                    <a:pt x="12" y="37"/>
                    <a:pt x="13" y="37"/>
                  </a:cubicBezTo>
                  <a:cubicBezTo>
                    <a:pt x="11" y="40"/>
                    <a:pt x="8" y="43"/>
                    <a:pt x="5" y="45"/>
                  </a:cubicBezTo>
                  <a:cubicBezTo>
                    <a:pt x="0" y="50"/>
                    <a:pt x="6" y="57"/>
                    <a:pt x="11" y="55"/>
                  </a:cubicBezTo>
                  <a:cubicBezTo>
                    <a:pt x="22" y="51"/>
                    <a:pt x="29" y="41"/>
                    <a:pt x="31" y="30"/>
                  </a:cubicBezTo>
                  <a:cubicBezTo>
                    <a:pt x="32" y="22"/>
                    <a:pt x="31" y="8"/>
                    <a:pt x="22" y="4"/>
                  </a:cubicBezTo>
                  <a:close/>
                </a:path>
              </a:pathLst>
            </a:custGeom>
            <a:solidFill>
              <a:srgbClr val="8337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 name="Freeform 12"/>
            <p:cNvSpPr>
              <a:spLocks noEditPoints="1"/>
            </p:cNvSpPr>
            <p:nvPr/>
          </p:nvSpPr>
          <p:spPr bwMode="auto">
            <a:xfrm>
              <a:off x="5813426" y="2520951"/>
              <a:ext cx="358775" cy="209550"/>
            </a:xfrm>
            <a:custGeom>
              <a:avLst/>
              <a:gdLst>
                <a:gd name="T0" fmla="*/ 206 w 220"/>
                <a:gd name="T1" fmla="*/ 67 h 129"/>
                <a:gd name="T2" fmla="*/ 127 w 220"/>
                <a:gd name="T3" fmla="*/ 89 h 129"/>
                <a:gd name="T4" fmla="*/ 122 w 220"/>
                <a:gd name="T5" fmla="*/ 89 h 129"/>
                <a:gd name="T6" fmla="*/ 132 w 220"/>
                <a:gd name="T7" fmla="*/ 28 h 129"/>
                <a:gd name="T8" fmla="*/ 78 w 220"/>
                <a:gd name="T9" fmla="*/ 14 h 129"/>
                <a:gd name="T10" fmla="*/ 61 w 220"/>
                <a:gd name="T11" fmla="*/ 61 h 129"/>
                <a:gd name="T12" fmla="*/ 94 w 220"/>
                <a:gd name="T13" fmla="*/ 96 h 129"/>
                <a:gd name="T14" fmla="*/ 9 w 220"/>
                <a:gd name="T15" fmla="*/ 100 h 129"/>
                <a:gd name="T16" fmla="*/ 4 w 220"/>
                <a:gd name="T17" fmla="*/ 107 h 129"/>
                <a:gd name="T18" fmla="*/ 109 w 220"/>
                <a:gd name="T19" fmla="*/ 102 h 129"/>
                <a:gd name="T20" fmla="*/ 216 w 220"/>
                <a:gd name="T21" fmla="*/ 75 h 129"/>
                <a:gd name="T22" fmla="*/ 206 w 220"/>
                <a:gd name="T23" fmla="*/ 67 h 129"/>
                <a:gd name="T24" fmla="*/ 75 w 220"/>
                <a:gd name="T25" fmla="*/ 45 h 129"/>
                <a:gd name="T26" fmla="*/ 88 w 220"/>
                <a:gd name="T27" fmla="*/ 25 h 129"/>
                <a:gd name="T28" fmla="*/ 122 w 220"/>
                <a:gd name="T29" fmla="*/ 39 h 129"/>
                <a:gd name="T30" fmla="*/ 108 w 220"/>
                <a:gd name="T31" fmla="*/ 84 h 129"/>
                <a:gd name="T32" fmla="*/ 75 w 220"/>
                <a:gd name="T33" fmla="*/ 4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129">
                  <a:moveTo>
                    <a:pt x="206" y="67"/>
                  </a:moveTo>
                  <a:cubicBezTo>
                    <a:pt x="184" y="87"/>
                    <a:pt x="156" y="94"/>
                    <a:pt x="127" y="89"/>
                  </a:cubicBezTo>
                  <a:cubicBezTo>
                    <a:pt x="125" y="89"/>
                    <a:pt x="124" y="89"/>
                    <a:pt x="122" y="89"/>
                  </a:cubicBezTo>
                  <a:cubicBezTo>
                    <a:pt x="137" y="71"/>
                    <a:pt x="142" y="50"/>
                    <a:pt x="132" y="28"/>
                  </a:cubicBezTo>
                  <a:cubicBezTo>
                    <a:pt x="122" y="6"/>
                    <a:pt x="97" y="0"/>
                    <a:pt x="78" y="14"/>
                  </a:cubicBezTo>
                  <a:cubicBezTo>
                    <a:pt x="64" y="24"/>
                    <a:pt x="57" y="44"/>
                    <a:pt x="61" y="61"/>
                  </a:cubicBezTo>
                  <a:cubicBezTo>
                    <a:pt x="65" y="77"/>
                    <a:pt x="80" y="88"/>
                    <a:pt x="94" y="96"/>
                  </a:cubicBezTo>
                  <a:cubicBezTo>
                    <a:pt x="70" y="112"/>
                    <a:pt x="34" y="117"/>
                    <a:pt x="9" y="100"/>
                  </a:cubicBezTo>
                  <a:cubicBezTo>
                    <a:pt x="5" y="97"/>
                    <a:pt x="0" y="104"/>
                    <a:pt x="4" y="107"/>
                  </a:cubicBezTo>
                  <a:cubicBezTo>
                    <a:pt x="33" y="129"/>
                    <a:pt x="79" y="123"/>
                    <a:pt x="109" y="102"/>
                  </a:cubicBezTo>
                  <a:cubicBezTo>
                    <a:pt x="145" y="114"/>
                    <a:pt x="194" y="108"/>
                    <a:pt x="216" y="75"/>
                  </a:cubicBezTo>
                  <a:cubicBezTo>
                    <a:pt x="220" y="69"/>
                    <a:pt x="212" y="62"/>
                    <a:pt x="206" y="67"/>
                  </a:cubicBezTo>
                  <a:close/>
                  <a:moveTo>
                    <a:pt x="75" y="45"/>
                  </a:moveTo>
                  <a:cubicBezTo>
                    <a:pt x="77" y="37"/>
                    <a:pt x="82" y="30"/>
                    <a:pt x="88" y="25"/>
                  </a:cubicBezTo>
                  <a:cubicBezTo>
                    <a:pt x="102" y="11"/>
                    <a:pt x="116" y="28"/>
                    <a:pt x="122" y="39"/>
                  </a:cubicBezTo>
                  <a:cubicBezTo>
                    <a:pt x="129" y="55"/>
                    <a:pt x="119" y="73"/>
                    <a:pt x="108" y="84"/>
                  </a:cubicBezTo>
                  <a:cubicBezTo>
                    <a:pt x="89" y="78"/>
                    <a:pt x="71" y="64"/>
                    <a:pt x="7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 name="Freeform 13"/>
            <p:cNvSpPr>
              <a:spLocks/>
            </p:cNvSpPr>
            <p:nvPr/>
          </p:nvSpPr>
          <p:spPr bwMode="auto">
            <a:xfrm>
              <a:off x="5568951" y="5072063"/>
              <a:ext cx="196850" cy="79375"/>
            </a:xfrm>
            <a:custGeom>
              <a:avLst/>
              <a:gdLst>
                <a:gd name="T0" fmla="*/ 67 w 121"/>
                <a:gd name="T1" fmla="*/ 4 h 49"/>
                <a:gd name="T2" fmla="*/ 33 w 121"/>
                <a:gd name="T3" fmla="*/ 7 h 49"/>
                <a:gd name="T4" fmla="*/ 8 w 121"/>
                <a:gd name="T5" fmla="*/ 21 h 49"/>
                <a:gd name="T6" fmla="*/ 39 w 121"/>
                <a:gd name="T7" fmla="*/ 48 h 49"/>
                <a:gd name="T8" fmla="*/ 93 w 121"/>
                <a:gd name="T9" fmla="*/ 40 h 49"/>
                <a:gd name="T10" fmla="*/ 112 w 121"/>
                <a:gd name="T11" fmla="*/ 0 h 49"/>
                <a:gd name="T12" fmla="*/ 67 w 121"/>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121" h="49">
                  <a:moveTo>
                    <a:pt x="67" y="4"/>
                  </a:moveTo>
                  <a:cubicBezTo>
                    <a:pt x="67" y="4"/>
                    <a:pt x="39" y="6"/>
                    <a:pt x="33" y="7"/>
                  </a:cubicBezTo>
                  <a:cubicBezTo>
                    <a:pt x="23" y="8"/>
                    <a:pt x="12" y="12"/>
                    <a:pt x="8" y="21"/>
                  </a:cubicBezTo>
                  <a:cubicBezTo>
                    <a:pt x="0" y="41"/>
                    <a:pt x="25" y="48"/>
                    <a:pt x="39" y="48"/>
                  </a:cubicBezTo>
                  <a:cubicBezTo>
                    <a:pt x="58" y="49"/>
                    <a:pt x="76" y="45"/>
                    <a:pt x="93" y="40"/>
                  </a:cubicBezTo>
                  <a:cubicBezTo>
                    <a:pt x="121" y="33"/>
                    <a:pt x="112" y="0"/>
                    <a:pt x="112" y="0"/>
                  </a:cubicBezTo>
                  <a:lnTo>
                    <a:pt x="67" y="4"/>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 name="Freeform 14"/>
            <p:cNvSpPr>
              <a:spLocks/>
            </p:cNvSpPr>
            <p:nvPr/>
          </p:nvSpPr>
          <p:spPr bwMode="auto">
            <a:xfrm>
              <a:off x="6261101" y="5062538"/>
              <a:ext cx="209550" cy="85725"/>
            </a:xfrm>
            <a:custGeom>
              <a:avLst/>
              <a:gdLst>
                <a:gd name="T0" fmla="*/ 0 w 129"/>
                <a:gd name="T1" fmla="*/ 16 h 53"/>
                <a:gd name="T2" fmla="*/ 104 w 129"/>
                <a:gd name="T3" fmla="*/ 41 h 53"/>
                <a:gd name="T4" fmla="*/ 111 w 129"/>
                <a:gd name="T5" fmla="*/ 5 h 53"/>
                <a:gd name="T6" fmla="*/ 79 w 129"/>
                <a:gd name="T7" fmla="*/ 3 h 53"/>
                <a:gd name="T8" fmla="*/ 47 w 129"/>
                <a:gd name="T9" fmla="*/ 6 h 53"/>
                <a:gd name="T10" fmla="*/ 0 w 129"/>
                <a:gd name="T11" fmla="*/ 16 h 53"/>
              </a:gdLst>
              <a:ahLst/>
              <a:cxnLst>
                <a:cxn ang="0">
                  <a:pos x="T0" y="T1"/>
                </a:cxn>
                <a:cxn ang="0">
                  <a:pos x="T2" y="T3"/>
                </a:cxn>
                <a:cxn ang="0">
                  <a:pos x="T4" y="T5"/>
                </a:cxn>
                <a:cxn ang="0">
                  <a:pos x="T6" y="T7"/>
                </a:cxn>
                <a:cxn ang="0">
                  <a:pos x="T8" y="T9"/>
                </a:cxn>
                <a:cxn ang="0">
                  <a:pos x="T10" y="T11"/>
                </a:cxn>
              </a:cxnLst>
              <a:rect l="0" t="0" r="r" b="b"/>
              <a:pathLst>
                <a:path w="129" h="53">
                  <a:moveTo>
                    <a:pt x="0" y="16"/>
                  </a:moveTo>
                  <a:cubicBezTo>
                    <a:pt x="5" y="53"/>
                    <a:pt x="78" y="49"/>
                    <a:pt x="104" y="41"/>
                  </a:cubicBezTo>
                  <a:cubicBezTo>
                    <a:pt x="122" y="35"/>
                    <a:pt x="129" y="16"/>
                    <a:pt x="111" y="5"/>
                  </a:cubicBezTo>
                  <a:cubicBezTo>
                    <a:pt x="102" y="0"/>
                    <a:pt x="89" y="2"/>
                    <a:pt x="79" y="3"/>
                  </a:cubicBezTo>
                  <a:cubicBezTo>
                    <a:pt x="69" y="5"/>
                    <a:pt x="47" y="6"/>
                    <a:pt x="47" y="6"/>
                  </a:cubicBezTo>
                  <a:lnTo>
                    <a:pt x="0" y="16"/>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 name="Freeform 15"/>
            <p:cNvSpPr>
              <a:spLocks/>
            </p:cNvSpPr>
            <p:nvPr/>
          </p:nvSpPr>
          <p:spPr bwMode="auto">
            <a:xfrm>
              <a:off x="5365751" y="4254501"/>
              <a:ext cx="1274763" cy="835025"/>
            </a:xfrm>
            <a:custGeom>
              <a:avLst/>
              <a:gdLst>
                <a:gd name="T0" fmla="*/ 785 w 785"/>
                <a:gd name="T1" fmla="*/ 2 h 515"/>
                <a:gd name="T2" fmla="*/ 772 w 785"/>
                <a:gd name="T3" fmla="*/ 0 h 515"/>
                <a:gd name="T4" fmla="*/ 2 w 785"/>
                <a:gd name="T5" fmla="*/ 0 h 515"/>
                <a:gd name="T6" fmla="*/ 0 w 785"/>
                <a:gd name="T7" fmla="*/ 4 h 515"/>
                <a:gd name="T8" fmla="*/ 165 w 785"/>
                <a:gd name="T9" fmla="*/ 128 h 515"/>
                <a:gd name="T10" fmla="*/ 167 w 785"/>
                <a:gd name="T11" fmla="*/ 271 h 515"/>
                <a:gd name="T12" fmla="*/ 191 w 785"/>
                <a:gd name="T13" fmla="*/ 502 h 515"/>
                <a:gd name="T14" fmla="*/ 192 w 785"/>
                <a:gd name="T15" fmla="*/ 509 h 515"/>
                <a:gd name="T16" fmla="*/ 237 w 785"/>
                <a:gd name="T17" fmla="*/ 505 h 515"/>
                <a:gd name="T18" fmla="*/ 237 w 785"/>
                <a:gd name="T19" fmla="*/ 498 h 515"/>
                <a:gd name="T20" fmla="*/ 237 w 785"/>
                <a:gd name="T21" fmla="*/ 295 h 515"/>
                <a:gd name="T22" fmla="*/ 263 w 785"/>
                <a:gd name="T23" fmla="*/ 162 h 515"/>
                <a:gd name="T24" fmla="*/ 497 w 785"/>
                <a:gd name="T25" fmla="*/ 161 h 515"/>
                <a:gd name="T26" fmla="*/ 538 w 785"/>
                <a:gd name="T27" fmla="*/ 339 h 515"/>
                <a:gd name="T28" fmla="*/ 550 w 785"/>
                <a:gd name="T29" fmla="*/ 515 h 515"/>
                <a:gd name="T30" fmla="*/ 552 w 785"/>
                <a:gd name="T31" fmla="*/ 515 h 515"/>
                <a:gd name="T32" fmla="*/ 598 w 785"/>
                <a:gd name="T33" fmla="*/ 505 h 515"/>
                <a:gd name="T34" fmla="*/ 598 w 785"/>
                <a:gd name="T35" fmla="*/ 502 h 515"/>
                <a:gd name="T36" fmla="*/ 601 w 785"/>
                <a:gd name="T37" fmla="*/ 315 h 515"/>
                <a:gd name="T38" fmla="*/ 591 w 785"/>
                <a:gd name="T39" fmla="*/ 137 h 515"/>
                <a:gd name="T40" fmla="*/ 785 w 785"/>
                <a:gd name="T41" fmla="*/ 2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515">
                  <a:moveTo>
                    <a:pt x="785" y="2"/>
                  </a:moveTo>
                  <a:cubicBezTo>
                    <a:pt x="785" y="2"/>
                    <a:pt x="781" y="1"/>
                    <a:pt x="772" y="0"/>
                  </a:cubicBezTo>
                  <a:cubicBezTo>
                    <a:pt x="396" y="81"/>
                    <a:pt x="35" y="7"/>
                    <a:pt x="2" y="0"/>
                  </a:cubicBezTo>
                  <a:cubicBezTo>
                    <a:pt x="1" y="1"/>
                    <a:pt x="0" y="3"/>
                    <a:pt x="0" y="4"/>
                  </a:cubicBezTo>
                  <a:cubicBezTo>
                    <a:pt x="0" y="4"/>
                    <a:pt x="21" y="60"/>
                    <a:pt x="165" y="128"/>
                  </a:cubicBezTo>
                  <a:cubicBezTo>
                    <a:pt x="165" y="128"/>
                    <a:pt x="164" y="192"/>
                    <a:pt x="167" y="271"/>
                  </a:cubicBezTo>
                  <a:cubicBezTo>
                    <a:pt x="170" y="366"/>
                    <a:pt x="187" y="474"/>
                    <a:pt x="191" y="502"/>
                  </a:cubicBezTo>
                  <a:cubicBezTo>
                    <a:pt x="192" y="507"/>
                    <a:pt x="192" y="509"/>
                    <a:pt x="192" y="509"/>
                  </a:cubicBezTo>
                  <a:cubicBezTo>
                    <a:pt x="237" y="505"/>
                    <a:pt x="237" y="505"/>
                    <a:pt x="237" y="505"/>
                  </a:cubicBezTo>
                  <a:cubicBezTo>
                    <a:pt x="237" y="505"/>
                    <a:pt x="237" y="502"/>
                    <a:pt x="237" y="498"/>
                  </a:cubicBezTo>
                  <a:cubicBezTo>
                    <a:pt x="235" y="471"/>
                    <a:pt x="230" y="363"/>
                    <a:pt x="237" y="295"/>
                  </a:cubicBezTo>
                  <a:cubicBezTo>
                    <a:pt x="243" y="231"/>
                    <a:pt x="263" y="162"/>
                    <a:pt x="263" y="162"/>
                  </a:cubicBezTo>
                  <a:cubicBezTo>
                    <a:pt x="263" y="162"/>
                    <a:pt x="395" y="188"/>
                    <a:pt x="497" y="161"/>
                  </a:cubicBezTo>
                  <a:cubicBezTo>
                    <a:pt x="497" y="161"/>
                    <a:pt x="532" y="285"/>
                    <a:pt x="538" y="339"/>
                  </a:cubicBezTo>
                  <a:cubicBezTo>
                    <a:pt x="543" y="386"/>
                    <a:pt x="550" y="515"/>
                    <a:pt x="550" y="515"/>
                  </a:cubicBezTo>
                  <a:cubicBezTo>
                    <a:pt x="552" y="515"/>
                    <a:pt x="552" y="515"/>
                    <a:pt x="552" y="515"/>
                  </a:cubicBezTo>
                  <a:cubicBezTo>
                    <a:pt x="598" y="505"/>
                    <a:pt x="598" y="505"/>
                    <a:pt x="598" y="505"/>
                  </a:cubicBezTo>
                  <a:cubicBezTo>
                    <a:pt x="598" y="505"/>
                    <a:pt x="598" y="504"/>
                    <a:pt x="598" y="502"/>
                  </a:cubicBezTo>
                  <a:cubicBezTo>
                    <a:pt x="600" y="481"/>
                    <a:pt x="606" y="380"/>
                    <a:pt x="601" y="315"/>
                  </a:cubicBezTo>
                  <a:cubicBezTo>
                    <a:pt x="597" y="276"/>
                    <a:pt x="603" y="228"/>
                    <a:pt x="591" y="137"/>
                  </a:cubicBezTo>
                  <a:cubicBezTo>
                    <a:pt x="591" y="137"/>
                    <a:pt x="735" y="63"/>
                    <a:pt x="785" y="2"/>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 name="Freeform 16"/>
            <p:cNvSpPr>
              <a:spLocks/>
            </p:cNvSpPr>
            <p:nvPr/>
          </p:nvSpPr>
          <p:spPr bwMode="auto">
            <a:xfrm>
              <a:off x="6470651" y="1527176"/>
              <a:ext cx="330200" cy="403225"/>
            </a:xfrm>
            <a:custGeom>
              <a:avLst/>
              <a:gdLst>
                <a:gd name="T0" fmla="*/ 188 w 203"/>
                <a:gd name="T1" fmla="*/ 66 h 249"/>
                <a:gd name="T2" fmla="*/ 89 w 203"/>
                <a:gd name="T3" fmla="*/ 0 h 249"/>
                <a:gd name="T4" fmla="*/ 17 w 203"/>
                <a:gd name="T5" fmla="*/ 67 h 249"/>
                <a:gd name="T6" fmla="*/ 31 w 203"/>
                <a:gd name="T7" fmla="*/ 69 h 249"/>
                <a:gd name="T8" fmla="*/ 105 w 203"/>
                <a:gd name="T9" fmla="*/ 50 h 249"/>
                <a:gd name="T10" fmla="*/ 142 w 203"/>
                <a:gd name="T11" fmla="*/ 103 h 249"/>
                <a:gd name="T12" fmla="*/ 88 w 203"/>
                <a:gd name="T13" fmla="*/ 148 h 249"/>
                <a:gd name="T14" fmla="*/ 50 w 203"/>
                <a:gd name="T15" fmla="*/ 222 h 249"/>
                <a:gd name="T16" fmla="*/ 72 w 203"/>
                <a:gd name="T17" fmla="*/ 247 h 249"/>
                <a:gd name="T18" fmla="*/ 93 w 203"/>
                <a:gd name="T19" fmla="*/ 243 h 249"/>
                <a:gd name="T20" fmla="*/ 104 w 203"/>
                <a:gd name="T21" fmla="*/ 219 h 249"/>
                <a:gd name="T22" fmla="*/ 158 w 203"/>
                <a:gd name="T23" fmla="*/ 159 h 249"/>
                <a:gd name="T24" fmla="*/ 188 w 203"/>
                <a:gd name="T25" fmla="*/ 6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49">
                  <a:moveTo>
                    <a:pt x="188" y="66"/>
                  </a:moveTo>
                  <a:cubicBezTo>
                    <a:pt x="172" y="26"/>
                    <a:pt x="132" y="1"/>
                    <a:pt x="89" y="0"/>
                  </a:cubicBezTo>
                  <a:cubicBezTo>
                    <a:pt x="54" y="0"/>
                    <a:pt x="0" y="22"/>
                    <a:pt x="17" y="67"/>
                  </a:cubicBezTo>
                  <a:cubicBezTo>
                    <a:pt x="19" y="72"/>
                    <a:pt x="26" y="74"/>
                    <a:pt x="31" y="69"/>
                  </a:cubicBezTo>
                  <a:cubicBezTo>
                    <a:pt x="51" y="46"/>
                    <a:pt x="75" y="42"/>
                    <a:pt x="105" y="50"/>
                  </a:cubicBezTo>
                  <a:cubicBezTo>
                    <a:pt x="125" y="55"/>
                    <a:pt x="153" y="80"/>
                    <a:pt x="142" y="103"/>
                  </a:cubicBezTo>
                  <a:cubicBezTo>
                    <a:pt x="133" y="122"/>
                    <a:pt x="104" y="135"/>
                    <a:pt x="88" y="148"/>
                  </a:cubicBezTo>
                  <a:cubicBezTo>
                    <a:pt x="65" y="167"/>
                    <a:pt x="48" y="192"/>
                    <a:pt x="50" y="222"/>
                  </a:cubicBezTo>
                  <a:cubicBezTo>
                    <a:pt x="51" y="235"/>
                    <a:pt x="60" y="244"/>
                    <a:pt x="72" y="247"/>
                  </a:cubicBezTo>
                  <a:cubicBezTo>
                    <a:pt x="80" y="249"/>
                    <a:pt x="86" y="247"/>
                    <a:pt x="93" y="243"/>
                  </a:cubicBezTo>
                  <a:cubicBezTo>
                    <a:pt x="100" y="238"/>
                    <a:pt x="105" y="229"/>
                    <a:pt x="104" y="219"/>
                  </a:cubicBezTo>
                  <a:cubicBezTo>
                    <a:pt x="102" y="192"/>
                    <a:pt x="140" y="174"/>
                    <a:pt x="158" y="159"/>
                  </a:cubicBezTo>
                  <a:cubicBezTo>
                    <a:pt x="186" y="135"/>
                    <a:pt x="203" y="104"/>
                    <a:pt x="188" y="66"/>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 name="Freeform 17"/>
            <p:cNvSpPr>
              <a:spLocks/>
            </p:cNvSpPr>
            <p:nvPr/>
          </p:nvSpPr>
          <p:spPr bwMode="auto">
            <a:xfrm>
              <a:off x="6519863" y="1992313"/>
              <a:ext cx="133350" cy="101600"/>
            </a:xfrm>
            <a:custGeom>
              <a:avLst/>
              <a:gdLst>
                <a:gd name="T0" fmla="*/ 47 w 82"/>
                <a:gd name="T1" fmla="*/ 4 h 63"/>
                <a:gd name="T2" fmla="*/ 35 w 82"/>
                <a:gd name="T3" fmla="*/ 59 h 63"/>
                <a:gd name="T4" fmla="*/ 47 w 82"/>
                <a:gd name="T5" fmla="*/ 4 h 63"/>
              </a:gdLst>
              <a:ahLst/>
              <a:cxnLst>
                <a:cxn ang="0">
                  <a:pos x="T0" y="T1"/>
                </a:cxn>
                <a:cxn ang="0">
                  <a:pos x="T2" y="T3"/>
                </a:cxn>
                <a:cxn ang="0">
                  <a:pos x="T4" y="T5"/>
                </a:cxn>
              </a:cxnLst>
              <a:rect l="0" t="0" r="r" b="b"/>
              <a:pathLst>
                <a:path w="82" h="63">
                  <a:moveTo>
                    <a:pt x="47" y="4"/>
                  </a:moveTo>
                  <a:cubicBezTo>
                    <a:pt x="11" y="0"/>
                    <a:pt x="0" y="54"/>
                    <a:pt x="35" y="59"/>
                  </a:cubicBezTo>
                  <a:cubicBezTo>
                    <a:pt x="71" y="63"/>
                    <a:pt x="82" y="9"/>
                    <a:pt x="47" y="4"/>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 name="Freeform 18"/>
            <p:cNvSpPr>
              <a:spLocks/>
            </p:cNvSpPr>
            <p:nvPr/>
          </p:nvSpPr>
          <p:spPr bwMode="auto">
            <a:xfrm>
              <a:off x="6272213" y="1782763"/>
              <a:ext cx="176213" cy="222250"/>
            </a:xfrm>
            <a:custGeom>
              <a:avLst/>
              <a:gdLst>
                <a:gd name="T0" fmla="*/ 7 w 108"/>
                <a:gd name="T1" fmla="*/ 95 h 137"/>
                <a:gd name="T2" fmla="*/ 58 w 108"/>
                <a:gd name="T3" fmla="*/ 136 h 137"/>
                <a:gd name="T4" fmla="*/ 100 w 108"/>
                <a:gd name="T5" fmla="*/ 102 h 137"/>
                <a:gd name="T6" fmla="*/ 93 w 108"/>
                <a:gd name="T7" fmla="*/ 100 h 137"/>
                <a:gd name="T8" fmla="*/ 51 w 108"/>
                <a:gd name="T9" fmla="*/ 108 h 137"/>
                <a:gd name="T10" fmla="*/ 33 w 108"/>
                <a:gd name="T11" fmla="*/ 77 h 137"/>
                <a:gd name="T12" fmla="*/ 65 w 108"/>
                <a:gd name="T13" fmla="*/ 55 h 137"/>
                <a:gd name="T14" fmla="*/ 88 w 108"/>
                <a:gd name="T15" fmla="*/ 16 h 137"/>
                <a:gd name="T16" fmla="*/ 78 w 108"/>
                <a:gd name="T17" fmla="*/ 1 h 137"/>
                <a:gd name="T18" fmla="*/ 66 w 108"/>
                <a:gd name="T19" fmla="*/ 3 h 137"/>
                <a:gd name="T20" fmla="*/ 59 w 108"/>
                <a:gd name="T21" fmla="*/ 15 h 137"/>
                <a:gd name="T22" fmla="*/ 27 w 108"/>
                <a:gd name="T23" fmla="*/ 46 h 137"/>
                <a:gd name="T24" fmla="*/ 7 w 108"/>
                <a:gd name="T25" fmla="*/ 9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37">
                  <a:moveTo>
                    <a:pt x="7" y="95"/>
                  </a:moveTo>
                  <a:cubicBezTo>
                    <a:pt x="14" y="118"/>
                    <a:pt x="34" y="133"/>
                    <a:pt x="58" y="136"/>
                  </a:cubicBezTo>
                  <a:cubicBezTo>
                    <a:pt x="77" y="137"/>
                    <a:pt x="108" y="128"/>
                    <a:pt x="100" y="102"/>
                  </a:cubicBezTo>
                  <a:cubicBezTo>
                    <a:pt x="99" y="99"/>
                    <a:pt x="95" y="98"/>
                    <a:pt x="93" y="100"/>
                  </a:cubicBezTo>
                  <a:cubicBezTo>
                    <a:pt x="81" y="112"/>
                    <a:pt x="68" y="114"/>
                    <a:pt x="51" y="108"/>
                  </a:cubicBezTo>
                  <a:cubicBezTo>
                    <a:pt x="41" y="104"/>
                    <a:pt x="26" y="89"/>
                    <a:pt x="33" y="77"/>
                  </a:cubicBezTo>
                  <a:cubicBezTo>
                    <a:pt x="39" y="67"/>
                    <a:pt x="56" y="61"/>
                    <a:pt x="65" y="55"/>
                  </a:cubicBezTo>
                  <a:cubicBezTo>
                    <a:pt x="78" y="45"/>
                    <a:pt x="88" y="33"/>
                    <a:pt x="88" y="16"/>
                  </a:cubicBezTo>
                  <a:cubicBezTo>
                    <a:pt x="88" y="9"/>
                    <a:pt x="84" y="3"/>
                    <a:pt x="78" y="1"/>
                  </a:cubicBezTo>
                  <a:cubicBezTo>
                    <a:pt x="74" y="0"/>
                    <a:pt x="70" y="1"/>
                    <a:pt x="66" y="3"/>
                  </a:cubicBezTo>
                  <a:cubicBezTo>
                    <a:pt x="62" y="5"/>
                    <a:pt x="59" y="10"/>
                    <a:pt x="59" y="15"/>
                  </a:cubicBezTo>
                  <a:cubicBezTo>
                    <a:pt x="59" y="30"/>
                    <a:pt x="37" y="38"/>
                    <a:pt x="27" y="46"/>
                  </a:cubicBezTo>
                  <a:cubicBezTo>
                    <a:pt x="10" y="58"/>
                    <a:pt x="0" y="74"/>
                    <a:pt x="7" y="95"/>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 name="Freeform 19"/>
            <p:cNvSpPr>
              <a:spLocks/>
            </p:cNvSpPr>
            <p:nvPr/>
          </p:nvSpPr>
          <p:spPr bwMode="auto">
            <a:xfrm>
              <a:off x="6365876" y="1692276"/>
              <a:ext cx="77788" cy="60325"/>
            </a:xfrm>
            <a:custGeom>
              <a:avLst/>
              <a:gdLst>
                <a:gd name="T0" fmla="*/ 19 w 47"/>
                <a:gd name="T1" fmla="*/ 33 h 37"/>
                <a:gd name="T2" fmla="*/ 27 w 47"/>
                <a:gd name="T3" fmla="*/ 4 h 37"/>
                <a:gd name="T4" fmla="*/ 19 w 47"/>
                <a:gd name="T5" fmla="*/ 33 h 37"/>
              </a:gdLst>
              <a:ahLst/>
              <a:cxnLst>
                <a:cxn ang="0">
                  <a:pos x="T0" y="T1"/>
                </a:cxn>
                <a:cxn ang="0">
                  <a:pos x="T2" y="T3"/>
                </a:cxn>
                <a:cxn ang="0">
                  <a:pos x="T4" y="T5"/>
                </a:cxn>
              </a:cxnLst>
              <a:rect l="0" t="0" r="r" b="b"/>
              <a:pathLst>
                <a:path w="47" h="37">
                  <a:moveTo>
                    <a:pt x="19" y="33"/>
                  </a:moveTo>
                  <a:cubicBezTo>
                    <a:pt x="38" y="37"/>
                    <a:pt x="47" y="8"/>
                    <a:pt x="27" y="4"/>
                  </a:cubicBezTo>
                  <a:cubicBezTo>
                    <a:pt x="8" y="0"/>
                    <a:pt x="0" y="29"/>
                    <a:pt x="19" y="33"/>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 name="Freeform 20"/>
            <p:cNvSpPr>
              <a:spLocks/>
            </p:cNvSpPr>
            <p:nvPr/>
          </p:nvSpPr>
          <p:spPr bwMode="auto">
            <a:xfrm>
              <a:off x="6797676" y="2100263"/>
              <a:ext cx="138113" cy="117475"/>
            </a:xfrm>
            <a:custGeom>
              <a:avLst/>
              <a:gdLst>
                <a:gd name="T0" fmla="*/ 49 w 85"/>
                <a:gd name="T1" fmla="*/ 0 h 73"/>
                <a:gd name="T2" fmla="*/ 35 w 85"/>
                <a:gd name="T3" fmla="*/ 8 h 73"/>
                <a:gd name="T4" fmla="*/ 38 w 85"/>
                <a:gd name="T5" fmla="*/ 13 h 73"/>
                <a:gd name="T6" fmla="*/ 38 w 85"/>
                <a:gd name="T7" fmla="*/ 13 h 73"/>
                <a:gd name="T8" fmla="*/ 40 w 85"/>
                <a:gd name="T9" fmla="*/ 13 h 73"/>
                <a:gd name="T10" fmla="*/ 62 w 85"/>
                <a:gd name="T11" fmla="*/ 27 h 73"/>
                <a:gd name="T12" fmla="*/ 58 w 85"/>
                <a:gd name="T13" fmla="*/ 50 h 73"/>
                <a:gd name="T14" fmla="*/ 52 w 85"/>
                <a:gd name="T15" fmla="*/ 51 h 73"/>
                <a:gd name="T16" fmla="*/ 32 w 85"/>
                <a:gd name="T17" fmla="*/ 47 h 73"/>
                <a:gd name="T18" fmla="*/ 27 w 85"/>
                <a:gd name="T19" fmla="*/ 47 h 73"/>
                <a:gd name="T20" fmla="*/ 4 w 85"/>
                <a:gd name="T21" fmla="*/ 57 h 73"/>
                <a:gd name="T22" fmla="*/ 3 w 85"/>
                <a:gd name="T23" fmla="*/ 69 h 73"/>
                <a:gd name="T24" fmla="*/ 9 w 85"/>
                <a:gd name="T25" fmla="*/ 73 h 73"/>
                <a:gd name="T26" fmla="*/ 11 w 85"/>
                <a:gd name="T27" fmla="*/ 73 h 73"/>
                <a:gd name="T28" fmla="*/ 18 w 85"/>
                <a:gd name="T29" fmla="*/ 70 h 73"/>
                <a:gd name="T30" fmla="*/ 29 w 85"/>
                <a:gd name="T31" fmla="*/ 66 h 73"/>
                <a:gd name="T32" fmla="*/ 47 w 85"/>
                <a:gd name="T33" fmla="*/ 68 h 73"/>
                <a:gd name="T34" fmla="*/ 52 w 85"/>
                <a:gd name="T35" fmla="*/ 69 h 73"/>
                <a:gd name="T36" fmla="*/ 79 w 85"/>
                <a:gd name="T37" fmla="*/ 53 h 73"/>
                <a:gd name="T38" fmla="*/ 71 w 85"/>
                <a:gd name="T39" fmla="*/ 10 h 73"/>
                <a:gd name="T40" fmla="*/ 49 w 85"/>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73">
                  <a:moveTo>
                    <a:pt x="49" y="0"/>
                  </a:moveTo>
                  <a:cubicBezTo>
                    <a:pt x="43" y="0"/>
                    <a:pt x="38" y="2"/>
                    <a:pt x="35" y="8"/>
                  </a:cubicBezTo>
                  <a:cubicBezTo>
                    <a:pt x="35" y="10"/>
                    <a:pt x="36" y="13"/>
                    <a:pt x="38" y="13"/>
                  </a:cubicBezTo>
                  <a:cubicBezTo>
                    <a:pt x="38" y="13"/>
                    <a:pt x="38" y="13"/>
                    <a:pt x="38" y="13"/>
                  </a:cubicBezTo>
                  <a:cubicBezTo>
                    <a:pt x="39" y="13"/>
                    <a:pt x="40" y="13"/>
                    <a:pt x="40" y="13"/>
                  </a:cubicBezTo>
                  <a:cubicBezTo>
                    <a:pt x="50" y="13"/>
                    <a:pt x="57" y="18"/>
                    <a:pt x="62" y="27"/>
                  </a:cubicBezTo>
                  <a:cubicBezTo>
                    <a:pt x="66" y="33"/>
                    <a:pt x="67" y="47"/>
                    <a:pt x="58" y="50"/>
                  </a:cubicBezTo>
                  <a:cubicBezTo>
                    <a:pt x="56" y="51"/>
                    <a:pt x="54" y="51"/>
                    <a:pt x="52" y="51"/>
                  </a:cubicBezTo>
                  <a:cubicBezTo>
                    <a:pt x="46" y="51"/>
                    <a:pt x="38" y="48"/>
                    <a:pt x="32" y="47"/>
                  </a:cubicBezTo>
                  <a:cubicBezTo>
                    <a:pt x="30" y="47"/>
                    <a:pt x="29" y="47"/>
                    <a:pt x="27" y="47"/>
                  </a:cubicBezTo>
                  <a:cubicBezTo>
                    <a:pt x="18" y="47"/>
                    <a:pt x="10" y="50"/>
                    <a:pt x="4" y="57"/>
                  </a:cubicBezTo>
                  <a:cubicBezTo>
                    <a:pt x="0" y="60"/>
                    <a:pt x="0" y="65"/>
                    <a:pt x="3" y="69"/>
                  </a:cubicBezTo>
                  <a:cubicBezTo>
                    <a:pt x="4" y="71"/>
                    <a:pt x="6" y="72"/>
                    <a:pt x="9" y="73"/>
                  </a:cubicBezTo>
                  <a:cubicBezTo>
                    <a:pt x="9" y="73"/>
                    <a:pt x="10" y="73"/>
                    <a:pt x="11" y="73"/>
                  </a:cubicBezTo>
                  <a:cubicBezTo>
                    <a:pt x="13" y="73"/>
                    <a:pt x="16" y="72"/>
                    <a:pt x="18" y="70"/>
                  </a:cubicBezTo>
                  <a:cubicBezTo>
                    <a:pt x="21" y="67"/>
                    <a:pt x="24" y="66"/>
                    <a:pt x="29" y="66"/>
                  </a:cubicBezTo>
                  <a:cubicBezTo>
                    <a:pt x="35" y="66"/>
                    <a:pt x="42" y="68"/>
                    <a:pt x="47" y="68"/>
                  </a:cubicBezTo>
                  <a:cubicBezTo>
                    <a:pt x="49" y="69"/>
                    <a:pt x="50" y="69"/>
                    <a:pt x="52" y="69"/>
                  </a:cubicBezTo>
                  <a:cubicBezTo>
                    <a:pt x="64" y="69"/>
                    <a:pt x="74" y="64"/>
                    <a:pt x="79" y="53"/>
                  </a:cubicBezTo>
                  <a:cubicBezTo>
                    <a:pt x="85" y="38"/>
                    <a:pt x="82" y="22"/>
                    <a:pt x="71" y="10"/>
                  </a:cubicBezTo>
                  <a:cubicBezTo>
                    <a:pt x="66" y="5"/>
                    <a:pt x="57" y="0"/>
                    <a:pt x="49"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 name="Freeform 21"/>
            <p:cNvSpPr>
              <a:spLocks/>
            </p:cNvSpPr>
            <p:nvPr/>
          </p:nvSpPr>
          <p:spPr bwMode="auto">
            <a:xfrm>
              <a:off x="6748463" y="2224088"/>
              <a:ext cx="46038" cy="31750"/>
            </a:xfrm>
            <a:custGeom>
              <a:avLst/>
              <a:gdLst>
                <a:gd name="T0" fmla="*/ 14 w 28"/>
                <a:gd name="T1" fmla="*/ 0 h 19"/>
                <a:gd name="T2" fmla="*/ 5 w 28"/>
                <a:gd name="T3" fmla="*/ 15 h 19"/>
                <a:gd name="T4" fmla="*/ 13 w 28"/>
                <a:gd name="T5" fmla="*/ 19 h 19"/>
                <a:gd name="T6" fmla="*/ 22 w 28"/>
                <a:gd name="T7" fmla="*/ 4 h 19"/>
                <a:gd name="T8" fmla="*/ 14 w 28"/>
                <a:gd name="T9" fmla="*/ 0 h 19"/>
              </a:gdLst>
              <a:ahLst/>
              <a:cxnLst>
                <a:cxn ang="0">
                  <a:pos x="T0" y="T1"/>
                </a:cxn>
                <a:cxn ang="0">
                  <a:pos x="T2" y="T3"/>
                </a:cxn>
                <a:cxn ang="0">
                  <a:pos x="T4" y="T5"/>
                </a:cxn>
                <a:cxn ang="0">
                  <a:pos x="T6" y="T7"/>
                </a:cxn>
                <a:cxn ang="0">
                  <a:pos x="T8" y="T9"/>
                </a:cxn>
              </a:cxnLst>
              <a:rect l="0" t="0" r="r" b="b"/>
              <a:pathLst>
                <a:path w="28" h="19">
                  <a:moveTo>
                    <a:pt x="14" y="0"/>
                  </a:moveTo>
                  <a:cubicBezTo>
                    <a:pt x="7" y="0"/>
                    <a:pt x="0" y="7"/>
                    <a:pt x="5" y="15"/>
                  </a:cubicBezTo>
                  <a:cubicBezTo>
                    <a:pt x="8" y="18"/>
                    <a:pt x="10" y="19"/>
                    <a:pt x="13" y="19"/>
                  </a:cubicBezTo>
                  <a:cubicBezTo>
                    <a:pt x="21" y="19"/>
                    <a:pt x="28" y="11"/>
                    <a:pt x="22" y="4"/>
                  </a:cubicBezTo>
                  <a:cubicBezTo>
                    <a:pt x="20" y="1"/>
                    <a:pt x="17" y="0"/>
                    <a:pt x="14"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 name="Freeform 22"/>
            <p:cNvSpPr>
              <a:spLocks/>
            </p:cNvSpPr>
            <p:nvPr/>
          </p:nvSpPr>
          <p:spPr bwMode="auto">
            <a:xfrm>
              <a:off x="5573713" y="1584326"/>
              <a:ext cx="206375" cy="234950"/>
            </a:xfrm>
            <a:custGeom>
              <a:avLst/>
              <a:gdLst>
                <a:gd name="T0" fmla="*/ 62 w 127"/>
                <a:gd name="T1" fmla="*/ 0 h 145"/>
                <a:gd name="T2" fmla="*/ 48 w 127"/>
                <a:gd name="T3" fmla="*/ 1 h 145"/>
                <a:gd name="T4" fmla="*/ 15 w 127"/>
                <a:gd name="T5" fmla="*/ 48 h 145"/>
                <a:gd name="T6" fmla="*/ 19 w 127"/>
                <a:gd name="T7" fmla="*/ 50 h 145"/>
                <a:gd name="T8" fmla="*/ 24 w 127"/>
                <a:gd name="T9" fmla="*/ 48 h 145"/>
                <a:gd name="T10" fmla="*/ 61 w 127"/>
                <a:gd name="T11" fmla="*/ 27 h 145"/>
                <a:gd name="T12" fmla="*/ 64 w 127"/>
                <a:gd name="T13" fmla="*/ 28 h 145"/>
                <a:gd name="T14" fmla="*/ 92 w 127"/>
                <a:gd name="T15" fmla="*/ 53 h 145"/>
                <a:gd name="T16" fmla="*/ 66 w 127"/>
                <a:gd name="T17" fmla="*/ 86 h 145"/>
                <a:gd name="T18" fmla="*/ 54 w 127"/>
                <a:gd name="T19" fmla="*/ 133 h 145"/>
                <a:gd name="T20" fmla="*/ 70 w 127"/>
                <a:gd name="T21" fmla="*/ 145 h 145"/>
                <a:gd name="T22" fmla="*/ 70 w 127"/>
                <a:gd name="T23" fmla="*/ 145 h 145"/>
                <a:gd name="T24" fmla="*/ 81 w 127"/>
                <a:gd name="T25" fmla="*/ 140 h 145"/>
                <a:gd name="T26" fmla="*/ 85 w 127"/>
                <a:gd name="T27" fmla="*/ 125 h 145"/>
                <a:gd name="T28" fmla="*/ 108 w 127"/>
                <a:gd name="T29" fmla="*/ 84 h 145"/>
                <a:gd name="T30" fmla="*/ 113 w 127"/>
                <a:gd name="T31" fmla="*/ 27 h 145"/>
                <a:gd name="T32" fmla="*/ 62 w 127"/>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45">
                  <a:moveTo>
                    <a:pt x="62" y="0"/>
                  </a:moveTo>
                  <a:cubicBezTo>
                    <a:pt x="57" y="0"/>
                    <a:pt x="53" y="0"/>
                    <a:pt x="48" y="1"/>
                  </a:cubicBezTo>
                  <a:cubicBezTo>
                    <a:pt x="28" y="5"/>
                    <a:pt x="0" y="25"/>
                    <a:pt x="15" y="48"/>
                  </a:cubicBezTo>
                  <a:cubicBezTo>
                    <a:pt x="16" y="50"/>
                    <a:pt x="18" y="50"/>
                    <a:pt x="19" y="50"/>
                  </a:cubicBezTo>
                  <a:cubicBezTo>
                    <a:pt x="21" y="50"/>
                    <a:pt x="23" y="50"/>
                    <a:pt x="24" y="48"/>
                  </a:cubicBezTo>
                  <a:cubicBezTo>
                    <a:pt x="32" y="33"/>
                    <a:pt x="44" y="27"/>
                    <a:pt x="61" y="27"/>
                  </a:cubicBezTo>
                  <a:cubicBezTo>
                    <a:pt x="62" y="27"/>
                    <a:pt x="63" y="27"/>
                    <a:pt x="64" y="28"/>
                  </a:cubicBezTo>
                  <a:cubicBezTo>
                    <a:pt x="76" y="28"/>
                    <a:pt x="95" y="39"/>
                    <a:pt x="92" y="53"/>
                  </a:cubicBezTo>
                  <a:cubicBezTo>
                    <a:pt x="89" y="66"/>
                    <a:pt x="74" y="76"/>
                    <a:pt x="66" y="86"/>
                  </a:cubicBezTo>
                  <a:cubicBezTo>
                    <a:pt x="55" y="100"/>
                    <a:pt x="49" y="116"/>
                    <a:pt x="54" y="133"/>
                  </a:cubicBezTo>
                  <a:cubicBezTo>
                    <a:pt x="56" y="141"/>
                    <a:pt x="63" y="145"/>
                    <a:pt x="70" y="145"/>
                  </a:cubicBezTo>
                  <a:cubicBezTo>
                    <a:pt x="70" y="145"/>
                    <a:pt x="70" y="145"/>
                    <a:pt x="70" y="145"/>
                  </a:cubicBezTo>
                  <a:cubicBezTo>
                    <a:pt x="75" y="145"/>
                    <a:pt x="78" y="143"/>
                    <a:pt x="81" y="140"/>
                  </a:cubicBezTo>
                  <a:cubicBezTo>
                    <a:pt x="85" y="136"/>
                    <a:pt x="86" y="130"/>
                    <a:pt x="85" y="125"/>
                  </a:cubicBezTo>
                  <a:cubicBezTo>
                    <a:pt x="80" y="110"/>
                    <a:pt x="100" y="95"/>
                    <a:pt x="108" y="84"/>
                  </a:cubicBezTo>
                  <a:cubicBezTo>
                    <a:pt x="121" y="66"/>
                    <a:pt x="127" y="46"/>
                    <a:pt x="113" y="27"/>
                  </a:cubicBezTo>
                  <a:cubicBezTo>
                    <a:pt x="102" y="9"/>
                    <a:pt x="82" y="0"/>
                    <a:pt x="62"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4" name="Freeform 23"/>
            <p:cNvSpPr>
              <a:spLocks/>
            </p:cNvSpPr>
            <p:nvPr/>
          </p:nvSpPr>
          <p:spPr bwMode="auto">
            <a:xfrm>
              <a:off x="5665788" y="1858963"/>
              <a:ext cx="68263" cy="52388"/>
            </a:xfrm>
            <a:custGeom>
              <a:avLst/>
              <a:gdLst>
                <a:gd name="T0" fmla="*/ 23 w 42"/>
                <a:gd name="T1" fmla="*/ 0 h 32"/>
                <a:gd name="T2" fmla="*/ 21 w 42"/>
                <a:gd name="T3" fmla="*/ 0 h 32"/>
                <a:gd name="T4" fmla="*/ 20 w 42"/>
                <a:gd name="T5" fmla="*/ 32 h 32"/>
                <a:gd name="T6" fmla="*/ 21 w 42"/>
                <a:gd name="T7" fmla="*/ 32 h 32"/>
                <a:gd name="T8" fmla="*/ 23 w 42"/>
                <a:gd name="T9" fmla="*/ 0 h 32"/>
              </a:gdLst>
              <a:ahLst/>
              <a:cxnLst>
                <a:cxn ang="0">
                  <a:pos x="T0" y="T1"/>
                </a:cxn>
                <a:cxn ang="0">
                  <a:pos x="T2" y="T3"/>
                </a:cxn>
                <a:cxn ang="0">
                  <a:pos x="T4" y="T5"/>
                </a:cxn>
                <a:cxn ang="0">
                  <a:pos x="T6" y="T7"/>
                </a:cxn>
                <a:cxn ang="0">
                  <a:pos x="T8" y="T9"/>
                </a:cxn>
              </a:cxnLst>
              <a:rect l="0" t="0" r="r" b="b"/>
              <a:pathLst>
                <a:path w="42" h="32">
                  <a:moveTo>
                    <a:pt x="23" y="0"/>
                  </a:moveTo>
                  <a:cubicBezTo>
                    <a:pt x="22" y="0"/>
                    <a:pt x="21" y="0"/>
                    <a:pt x="21" y="0"/>
                  </a:cubicBezTo>
                  <a:cubicBezTo>
                    <a:pt x="0" y="1"/>
                    <a:pt x="0" y="32"/>
                    <a:pt x="20" y="32"/>
                  </a:cubicBezTo>
                  <a:cubicBezTo>
                    <a:pt x="20" y="32"/>
                    <a:pt x="21" y="32"/>
                    <a:pt x="21" y="32"/>
                  </a:cubicBezTo>
                  <a:cubicBezTo>
                    <a:pt x="42" y="31"/>
                    <a:pt x="42" y="0"/>
                    <a:pt x="23"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5" name="Freeform 24"/>
            <p:cNvSpPr>
              <a:spLocks/>
            </p:cNvSpPr>
            <p:nvPr/>
          </p:nvSpPr>
          <p:spPr bwMode="auto">
            <a:xfrm>
              <a:off x="5356226" y="2038351"/>
              <a:ext cx="160338" cy="144463"/>
            </a:xfrm>
            <a:custGeom>
              <a:avLst/>
              <a:gdLst>
                <a:gd name="T0" fmla="*/ 11 w 99"/>
                <a:gd name="T1" fmla="*/ 0 h 89"/>
                <a:gd name="T2" fmla="*/ 4 w 99"/>
                <a:gd name="T3" fmla="*/ 3 h 89"/>
                <a:gd name="T4" fmla="*/ 0 w 99"/>
                <a:gd name="T5" fmla="*/ 11 h 89"/>
                <a:gd name="T6" fmla="*/ 5 w 99"/>
                <a:gd name="T7" fmla="*/ 21 h 89"/>
                <a:gd name="T8" fmla="*/ 12 w 99"/>
                <a:gd name="T9" fmla="*/ 54 h 89"/>
                <a:gd name="T10" fmla="*/ 36 w 99"/>
                <a:gd name="T11" fmla="*/ 88 h 89"/>
                <a:gd name="T12" fmla="*/ 47 w 99"/>
                <a:gd name="T13" fmla="*/ 89 h 89"/>
                <a:gd name="T14" fmla="*/ 84 w 99"/>
                <a:gd name="T15" fmla="*/ 70 h 89"/>
                <a:gd name="T16" fmla="*/ 79 w 99"/>
                <a:gd name="T17" fmla="*/ 29 h 89"/>
                <a:gd name="T18" fmla="*/ 78 w 99"/>
                <a:gd name="T19" fmla="*/ 29 h 89"/>
                <a:gd name="T20" fmla="*/ 75 w 99"/>
                <a:gd name="T21" fmla="*/ 33 h 89"/>
                <a:gd name="T22" fmla="*/ 63 w 99"/>
                <a:gd name="T23" fmla="*/ 63 h 89"/>
                <a:gd name="T24" fmla="*/ 47 w 99"/>
                <a:gd name="T25" fmla="*/ 69 h 89"/>
                <a:gd name="T26" fmla="*/ 35 w 99"/>
                <a:gd name="T27" fmla="*/ 63 h 89"/>
                <a:gd name="T28" fmla="*/ 34 w 99"/>
                <a:gd name="T29" fmla="*/ 33 h 89"/>
                <a:gd name="T30" fmla="*/ 18 w 99"/>
                <a:gd name="T31" fmla="*/ 2 h 89"/>
                <a:gd name="T32" fmla="*/ 11 w 99"/>
                <a:gd name="T3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89">
                  <a:moveTo>
                    <a:pt x="11" y="0"/>
                  </a:moveTo>
                  <a:cubicBezTo>
                    <a:pt x="9" y="0"/>
                    <a:pt x="6" y="1"/>
                    <a:pt x="4" y="3"/>
                  </a:cubicBezTo>
                  <a:cubicBezTo>
                    <a:pt x="1" y="5"/>
                    <a:pt x="0" y="8"/>
                    <a:pt x="0" y="11"/>
                  </a:cubicBezTo>
                  <a:cubicBezTo>
                    <a:pt x="0" y="15"/>
                    <a:pt x="2" y="19"/>
                    <a:pt x="5" y="21"/>
                  </a:cubicBezTo>
                  <a:cubicBezTo>
                    <a:pt x="15" y="27"/>
                    <a:pt x="12" y="44"/>
                    <a:pt x="12" y="54"/>
                  </a:cubicBezTo>
                  <a:cubicBezTo>
                    <a:pt x="13" y="70"/>
                    <a:pt x="20" y="83"/>
                    <a:pt x="36" y="88"/>
                  </a:cubicBezTo>
                  <a:cubicBezTo>
                    <a:pt x="40" y="89"/>
                    <a:pt x="44" y="89"/>
                    <a:pt x="47" y="89"/>
                  </a:cubicBezTo>
                  <a:cubicBezTo>
                    <a:pt x="61" y="89"/>
                    <a:pt x="75" y="82"/>
                    <a:pt x="84" y="70"/>
                  </a:cubicBezTo>
                  <a:cubicBezTo>
                    <a:pt x="93" y="59"/>
                    <a:pt x="99" y="35"/>
                    <a:pt x="79" y="29"/>
                  </a:cubicBezTo>
                  <a:cubicBezTo>
                    <a:pt x="79" y="29"/>
                    <a:pt x="79" y="29"/>
                    <a:pt x="78" y="29"/>
                  </a:cubicBezTo>
                  <a:cubicBezTo>
                    <a:pt x="76" y="29"/>
                    <a:pt x="74" y="31"/>
                    <a:pt x="75" y="33"/>
                  </a:cubicBezTo>
                  <a:cubicBezTo>
                    <a:pt x="78" y="46"/>
                    <a:pt x="73" y="55"/>
                    <a:pt x="63" y="63"/>
                  </a:cubicBezTo>
                  <a:cubicBezTo>
                    <a:pt x="59" y="66"/>
                    <a:pt x="53" y="69"/>
                    <a:pt x="47" y="69"/>
                  </a:cubicBezTo>
                  <a:cubicBezTo>
                    <a:pt x="42" y="69"/>
                    <a:pt x="38" y="67"/>
                    <a:pt x="35" y="63"/>
                  </a:cubicBezTo>
                  <a:cubicBezTo>
                    <a:pt x="31" y="55"/>
                    <a:pt x="34" y="42"/>
                    <a:pt x="34" y="33"/>
                  </a:cubicBezTo>
                  <a:cubicBezTo>
                    <a:pt x="33" y="20"/>
                    <a:pt x="29" y="9"/>
                    <a:pt x="18" y="2"/>
                  </a:cubicBezTo>
                  <a:cubicBezTo>
                    <a:pt x="16" y="0"/>
                    <a:pt x="14" y="0"/>
                    <a:pt x="11"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6" name="Freeform 25"/>
            <p:cNvSpPr>
              <a:spLocks/>
            </p:cNvSpPr>
            <p:nvPr/>
          </p:nvSpPr>
          <p:spPr bwMode="auto">
            <a:xfrm>
              <a:off x="5297488" y="1992313"/>
              <a:ext cx="52388" cy="41275"/>
            </a:xfrm>
            <a:custGeom>
              <a:avLst/>
              <a:gdLst>
                <a:gd name="T0" fmla="*/ 15 w 32"/>
                <a:gd name="T1" fmla="*/ 0 h 25"/>
                <a:gd name="T2" fmla="*/ 8 w 32"/>
                <a:gd name="T3" fmla="*/ 4 h 25"/>
                <a:gd name="T4" fmla="*/ 16 w 32"/>
                <a:gd name="T5" fmla="*/ 25 h 25"/>
                <a:gd name="T6" fmla="*/ 24 w 32"/>
                <a:gd name="T7" fmla="*/ 21 h 25"/>
                <a:gd name="T8" fmla="*/ 15 w 32"/>
                <a:gd name="T9" fmla="*/ 0 h 25"/>
              </a:gdLst>
              <a:ahLst/>
              <a:cxnLst>
                <a:cxn ang="0">
                  <a:pos x="T0" y="T1"/>
                </a:cxn>
                <a:cxn ang="0">
                  <a:pos x="T2" y="T3"/>
                </a:cxn>
                <a:cxn ang="0">
                  <a:pos x="T4" y="T5"/>
                </a:cxn>
                <a:cxn ang="0">
                  <a:pos x="T6" y="T7"/>
                </a:cxn>
                <a:cxn ang="0">
                  <a:pos x="T8" y="T9"/>
                </a:cxn>
              </a:cxnLst>
              <a:rect l="0" t="0" r="r" b="b"/>
              <a:pathLst>
                <a:path w="32" h="25">
                  <a:moveTo>
                    <a:pt x="15" y="0"/>
                  </a:moveTo>
                  <a:cubicBezTo>
                    <a:pt x="13" y="0"/>
                    <a:pt x="10" y="1"/>
                    <a:pt x="8" y="4"/>
                  </a:cubicBezTo>
                  <a:cubicBezTo>
                    <a:pt x="0" y="12"/>
                    <a:pt x="7" y="25"/>
                    <a:pt x="16" y="25"/>
                  </a:cubicBezTo>
                  <a:cubicBezTo>
                    <a:pt x="19" y="25"/>
                    <a:pt x="21" y="24"/>
                    <a:pt x="24" y="21"/>
                  </a:cubicBezTo>
                  <a:cubicBezTo>
                    <a:pt x="32" y="13"/>
                    <a:pt x="24" y="0"/>
                    <a:pt x="15"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7" name="Freeform 26"/>
            <p:cNvSpPr>
              <a:spLocks/>
            </p:cNvSpPr>
            <p:nvPr/>
          </p:nvSpPr>
          <p:spPr bwMode="auto">
            <a:xfrm>
              <a:off x="5280026" y="3268663"/>
              <a:ext cx="1516063" cy="1116013"/>
            </a:xfrm>
            <a:custGeom>
              <a:avLst/>
              <a:gdLst>
                <a:gd name="T0" fmla="*/ 860 w 933"/>
                <a:gd name="T1" fmla="*/ 30 h 689"/>
                <a:gd name="T2" fmla="*/ 851 w 933"/>
                <a:gd name="T3" fmla="*/ 0 h 689"/>
                <a:gd name="T4" fmla="*/ 51 w 933"/>
                <a:gd name="T5" fmla="*/ 25 h 689"/>
                <a:gd name="T6" fmla="*/ 53 w 933"/>
                <a:gd name="T7" fmla="*/ 607 h 689"/>
                <a:gd name="T8" fmla="*/ 55 w 933"/>
                <a:gd name="T9" fmla="*/ 608 h 689"/>
                <a:gd name="T10" fmla="*/ 825 w 933"/>
                <a:gd name="T11" fmla="*/ 608 h 689"/>
                <a:gd name="T12" fmla="*/ 838 w 933"/>
                <a:gd name="T13" fmla="*/ 605 h 689"/>
                <a:gd name="T14" fmla="*/ 860 w 933"/>
                <a:gd name="T15" fmla="*/ 30 h 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3" h="689">
                  <a:moveTo>
                    <a:pt x="860" y="30"/>
                  </a:moveTo>
                  <a:cubicBezTo>
                    <a:pt x="858" y="19"/>
                    <a:pt x="854" y="9"/>
                    <a:pt x="851" y="0"/>
                  </a:cubicBezTo>
                  <a:cubicBezTo>
                    <a:pt x="814" y="12"/>
                    <a:pt x="440" y="131"/>
                    <a:pt x="51" y="25"/>
                  </a:cubicBezTo>
                  <a:cubicBezTo>
                    <a:pt x="37" y="94"/>
                    <a:pt x="0" y="319"/>
                    <a:pt x="53" y="607"/>
                  </a:cubicBezTo>
                  <a:cubicBezTo>
                    <a:pt x="53" y="607"/>
                    <a:pt x="54" y="607"/>
                    <a:pt x="55" y="608"/>
                  </a:cubicBezTo>
                  <a:cubicBezTo>
                    <a:pt x="88" y="615"/>
                    <a:pt x="449" y="689"/>
                    <a:pt x="825" y="608"/>
                  </a:cubicBezTo>
                  <a:cubicBezTo>
                    <a:pt x="830" y="607"/>
                    <a:pt x="834" y="606"/>
                    <a:pt x="838" y="605"/>
                  </a:cubicBezTo>
                  <a:cubicBezTo>
                    <a:pt x="838" y="605"/>
                    <a:pt x="933" y="346"/>
                    <a:pt x="860" y="30"/>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8" name="Freeform 27"/>
            <p:cNvSpPr>
              <a:spLocks/>
            </p:cNvSpPr>
            <p:nvPr/>
          </p:nvSpPr>
          <p:spPr bwMode="auto">
            <a:xfrm>
              <a:off x="5316538" y="2805113"/>
              <a:ext cx="3175" cy="14288"/>
            </a:xfrm>
            <a:custGeom>
              <a:avLst/>
              <a:gdLst>
                <a:gd name="T0" fmla="*/ 2 w 2"/>
                <a:gd name="T1" fmla="*/ 0 h 9"/>
                <a:gd name="T2" fmla="*/ 0 w 2"/>
                <a:gd name="T3" fmla="*/ 9 h 9"/>
                <a:gd name="T4" fmla="*/ 1 w 2"/>
                <a:gd name="T5" fmla="*/ 8 h 9"/>
                <a:gd name="T6" fmla="*/ 2 w 2"/>
                <a:gd name="T7" fmla="*/ 0 h 9"/>
              </a:gdLst>
              <a:ahLst/>
              <a:cxnLst>
                <a:cxn ang="0">
                  <a:pos x="T0" y="T1"/>
                </a:cxn>
                <a:cxn ang="0">
                  <a:pos x="T2" y="T3"/>
                </a:cxn>
                <a:cxn ang="0">
                  <a:pos x="T4" y="T5"/>
                </a:cxn>
                <a:cxn ang="0">
                  <a:pos x="T6" y="T7"/>
                </a:cxn>
              </a:cxnLst>
              <a:rect l="0" t="0" r="r" b="b"/>
              <a:pathLst>
                <a:path w="2" h="9">
                  <a:moveTo>
                    <a:pt x="2" y="0"/>
                  </a:moveTo>
                  <a:cubicBezTo>
                    <a:pt x="1" y="3"/>
                    <a:pt x="1" y="6"/>
                    <a:pt x="0" y="9"/>
                  </a:cubicBezTo>
                  <a:cubicBezTo>
                    <a:pt x="1" y="9"/>
                    <a:pt x="1" y="8"/>
                    <a:pt x="1" y="8"/>
                  </a:cubicBezTo>
                  <a:cubicBezTo>
                    <a:pt x="1" y="5"/>
                    <a:pt x="1" y="2"/>
                    <a:pt x="2"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9" name="Freeform 28"/>
            <p:cNvSpPr>
              <a:spLocks/>
            </p:cNvSpPr>
            <p:nvPr/>
          </p:nvSpPr>
          <p:spPr bwMode="auto">
            <a:xfrm>
              <a:off x="5497513" y="2563813"/>
              <a:ext cx="84138" cy="176213"/>
            </a:xfrm>
            <a:custGeom>
              <a:avLst/>
              <a:gdLst>
                <a:gd name="T0" fmla="*/ 13 w 52"/>
                <a:gd name="T1" fmla="*/ 0 h 109"/>
                <a:gd name="T2" fmla="*/ 5 w 52"/>
                <a:gd name="T3" fmla="*/ 108 h 109"/>
                <a:gd name="T4" fmla="*/ 15 w 52"/>
                <a:gd name="T5" fmla="*/ 109 h 109"/>
                <a:gd name="T6" fmla="*/ 38 w 52"/>
                <a:gd name="T7" fmla="*/ 102 h 109"/>
                <a:gd name="T8" fmla="*/ 28 w 52"/>
                <a:gd name="T9" fmla="*/ 73 h 109"/>
                <a:gd name="T10" fmla="*/ 36 w 52"/>
                <a:gd name="T11" fmla="*/ 52 h 109"/>
                <a:gd name="T12" fmla="*/ 14 w 52"/>
                <a:gd name="T13" fmla="*/ 43 h 109"/>
                <a:gd name="T14" fmla="*/ 13 w 52"/>
                <a:gd name="T15" fmla="*/ 43 h 109"/>
                <a:gd name="T16" fmla="*/ 15 w 52"/>
                <a:gd name="T17" fmla="*/ 1 h 109"/>
                <a:gd name="T18" fmla="*/ 13 w 52"/>
                <a:gd name="T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09">
                  <a:moveTo>
                    <a:pt x="13" y="0"/>
                  </a:moveTo>
                  <a:cubicBezTo>
                    <a:pt x="2" y="32"/>
                    <a:pt x="0" y="70"/>
                    <a:pt x="5" y="108"/>
                  </a:cubicBezTo>
                  <a:cubicBezTo>
                    <a:pt x="8" y="109"/>
                    <a:pt x="12" y="109"/>
                    <a:pt x="15" y="109"/>
                  </a:cubicBezTo>
                  <a:cubicBezTo>
                    <a:pt x="24" y="109"/>
                    <a:pt x="32" y="107"/>
                    <a:pt x="38" y="102"/>
                  </a:cubicBezTo>
                  <a:cubicBezTo>
                    <a:pt x="52" y="89"/>
                    <a:pt x="41" y="78"/>
                    <a:pt x="28" y="73"/>
                  </a:cubicBezTo>
                  <a:cubicBezTo>
                    <a:pt x="34" y="67"/>
                    <a:pt x="40" y="59"/>
                    <a:pt x="36" y="52"/>
                  </a:cubicBezTo>
                  <a:cubicBezTo>
                    <a:pt x="33" y="44"/>
                    <a:pt x="23" y="43"/>
                    <a:pt x="14" y="43"/>
                  </a:cubicBezTo>
                  <a:cubicBezTo>
                    <a:pt x="13" y="43"/>
                    <a:pt x="13" y="43"/>
                    <a:pt x="13" y="43"/>
                  </a:cubicBezTo>
                  <a:cubicBezTo>
                    <a:pt x="18" y="29"/>
                    <a:pt x="31" y="11"/>
                    <a:pt x="15" y="1"/>
                  </a:cubicBezTo>
                  <a:cubicBezTo>
                    <a:pt x="14" y="1"/>
                    <a:pt x="14" y="0"/>
                    <a:pt x="13"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0" name="Freeform 29"/>
            <p:cNvSpPr>
              <a:spLocks noEditPoints="1"/>
            </p:cNvSpPr>
            <p:nvPr/>
          </p:nvSpPr>
          <p:spPr bwMode="auto">
            <a:xfrm>
              <a:off x="5318126" y="2549526"/>
              <a:ext cx="200025" cy="268288"/>
            </a:xfrm>
            <a:custGeom>
              <a:avLst/>
              <a:gdLst>
                <a:gd name="T0" fmla="*/ 60 w 123"/>
                <a:gd name="T1" fmla="*/ 57 h 165"/>
                <a:gd name="T2" fmla="*/ 60 w 123"/>
                <a:gd name="T3" fmla="*/ 56 h 165"/>
                <a:gd name="T4" fmla="*/ 61 w 123"/>
                <a:gd name="T5" fmla="*/ 57 h 165"/>
                <a:gd name="T6" fmla="*/ 61 w 123"/>
                <a:gd name="T7" fmla="*/ 57 h 165"/>
                <a:gd name="T8" fmla="*/ 60 w 123"/>
                <a:gd name="T9" fmla="*/ 57 h 165"/>
                <a:gd name="T10" fmla="*/ 87 w 123"/>
                <a:gd name="T11" fmla="*/ 0 h 165"/>
                <a:gd name="T12" fmla="*/ 85 w 123"/>
                <a:gd name="T13" fmla="*/ 0 h 165"/>
                <a:gd name="T14" fmla="*/ 57 w 123"/>
                <a:gd name="T15" fmla="*/ 51 h 165"/>
                <a:gd name="T16" fmla="*/ 11 w 123"/>
                <a:gd name="T17" fmla="*/ 91 h 165"/>
                <a:gd name="T18" fmla="*/ 2 w 123"/>
                <a:gd name="T19" fmla="*/ 144 h 165"/>
                <a:gd name="T20" fmla="*/ 1 w 123"/>
                <a:gd name="T21" fmla="*/ 157 h 165"/>
                <a:gd name="T22" fmla="*/ 0 w 123"/>
                <a:gd name="T23" fmla="*/ 165 h 165"/>
                <a:gd name="T24" fmla="*/ 69 w 123"/>
                <a:gd name="T25" fmla="*/ 100 h 165"/>
                <a:gd name="T26" fmla="*/ 78 w 123"/>
                <a:gd name="T27" fmla="*/ 103 h 165"/>
                <a:gd name="T28" fmla="*/ 115 w 123"/>
                <a:gd name="T29" fmla="*/ 116 h 165"/>
                <a:gd name="T30" fmla="*/ 123 w 123"/>
                <a:gd name="T31" fmla="*/ 8 h 165"/>
                <a:gd name="T32" fmla="*/ 119 w 123"/>
                <a:gd name="T33" fmla="*/ 7 h 165"/>
                <a:gd name="T34" fmla="*/ 96 w 123"/>
                <a:gd name="T35" fmla="*/ 22 h 165"/>
                <a:gd name="T36" fmla="*/ 87 w 123"/>
                <a:gd name="T3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65">
                  <a:moveTo>
                    <a:pt x="60" y="57"/>
                  </a:moveTo>
                  <a:cubicBezTo>
                    <a:pt x="60" y="56"/>
                    <a:pt x="60" y="56"/>
                    <a:pt x="60" y="56"/>
                  </a:cubicBezTo>
                  <a:cubicBezTo>
                    <a:pt x="61" y="56"/>
                    <a:pt x="61" y="56"/>
                    <a:pt x="61" y="57"/>
                  </a:cubicBezTo>
                  <a:cubicBezTo>
                    <a:pt x="61" y="57"/>
                    <a:pt x="61" y="57"/>
                    <a:pt x="61" y="57"/>
                  </a:cubicBezTo>
                  <a:cubicBezTo>
                    <a:pt x="61" y="57"/>
                    <a:pt x="61" y="57"/>
                    <a:pt x="60" y="57"/>
                  </a:cubicBezTo>
                  <a:moveTo>
                    <a:pt x="87" y="0"/>
                  </a:moveTo>
                  <a:cubicBezTo>
                    <a:pt x="86" y="0"/>
                    <a:pt x="86" y="0"/>
                    <a:pt x="85" y="0"/>
                  </a:cubicBezTo>
                  <a:cubicBezTo>
                    <a:pt x="63" y="4"/>
                    <a:pt x="63" y="34"/>
                    <a:pt x="57" y="51"/>
                  </a:cubicBezTo>
                  <a:cubicBezTo>
                    <a:pt x="40" y="65"/>
                    <a:pt x="25" y="78"/>
                    <a:pt x="11" y="91"/>
                  </a:cubicBezTo>
                  <a:cubicBezTo>
                    <a:pt x="9" y="109"/>
                    <a:pt x="5" y="126"/>
                    <a:pt x="2" y="144"/>
                  </a:cubicBezTo>
                  <a:cubicBezTo>
                    <a:pt x="2" y="149"/>
                    <a:pt x="1" y="153"/>
                    <a:pt x="1" y="157"/>
                  </a:cubicBezTo>
                  <a:cubicBezTo>
                    <a:pt x="0" y="159"/>
                    <a:pt x="0" y="162"/>
                    <a:pt x="0" y="165"/>
                  </a:cubicBezTo>
                  <a:cubicBezTo>
                    <a:pt x="38" y="124"/>
                    <a:pt x="69" y="100"/>
                    <a:pt x="69" y="100"/>
                  </a:cubicBezTo>
                  <a:cubicBezTo>
                    <a:pt x="69" y="100"/>
                    <a:pt x="75" y="101"/>
                    <a:pt x="78" y="103"/>
                  </a:cubicBezTo>
                  <a:cubicBezTo>
                    <a:pt x="86" y="108"/>
                    <a:pt x="101" y="114"/>
                    <a:pt x="115" y="116"/>
                  </a:cubicBezTo>
                  <a:cubicBezTo>
                    <a:pt x="110" y="78"/>
                    <a:pt x="112" y="40"/>
                    <a:pt x="123" y="8"/>
                  </a:cubicBezTo>
                  <a:cubicBezTo>
                    <a:pt x="121" y="7"/>
                    <a:pt x="120" y="7"/>
                    <a:pt x="119" y="7"/>
                  </a:cubicBezTo>
                  <a:cubicBezTo>
                    <a:pt x="111" y="7"/>
                    <a:pt x="103" y="15"/>
                    <a:pt x="96" y="22"/>
                  </a:cubicBezTo>
                  <a:cubicBezTo>
                    <a:pt x="96" y="12"/>
                    <a:pt x="95" y="0"/>
                    <a:pt x="87"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1" name="Freeform 30"/>
            <p:cNvSpPr>
              <a:spLocks/>
            </p:cNvSpPr>
            <p:nvPr/>
          </p:nvSpPr>
          <p:spPr bwMode="auto">
            <a:xfrm>
              <a:off x="5394326" y="2527301"/>
              <a:ext cx="174625" cy="204788"/>
            </a:xfrm>
            <a:custGeom>
              <a:avLst/>
              <a:gdLst>
                <a:gd name="T0" fmla="*/ 82 w 107"/>
                <a:gd name="T1" fmla="*/ 82 h 126"/>
                <a:gd name="T2" fmla="*/ 91 w 107"/>
                <a:gd name="T3" fmla="*/ 61 h 126"/>
                <a:gd name="T4" fmla="*/ 67 w 107"/>
                <a:gd name="T5" fmla="*/ 52 h 126"/>
                <a:gd name="T6" fmla="*/ 70 w 107"/>
                <a:gd name="T7" fmla="*/ 10 h 126"/>
                <a:gd name="T8" fmla="*/ 41 w 107"/>
                <a:gd name="T9" fmla="*/ 23 h 126"/>
                <a:gd name="T10" fmla="*/ 30 w 107"/>
                <a:gd name="T11" fmla="*/ 1 h 126"/>
                <a:gd name="T12" fmla="*/ 0 w 107"/>
                <a:gd name="T13" fmla="*/ 56 h 126"/>
                <a:gd name="T14" fmla="*/ 21 w 107"/>
                <a:gd name="T15" fmla="*/ 98 h 126"/>
                <a:gd name="T16" fmla="*/ 93 w 107"/>
                <a:gd name="T17" fmla="*/ 111 h 126"/>
                <a:gd name="T18" fmla="*/ 82 w 107"/>
                <a:gd name="T19" fmla="*/ 8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26">
                  <a:moveTo>
                    <a:pt x="82" y="82"/>
                  </a:moveTo>
                  <a:cubicBezTo>
                    <a:pt x="88" y="76"/>
                    <a:pt x="94" y="69"/>
                    <a:pt x="91" y="61"/>
                  </a:cubicBezTo>
                  <a:cubicBezTo>
                    <a:pt x="87" y="53"/>
                    <a:pt x="77" y="52"/>
                    <a:pt x="67" y="52"/>
                  </a:cubicBezTo>
                  <a:cubicBezTo>
                    <a:pt x="72" y="38"/>
                    <a:pt x="86" y="20"/>
                    <a:pt x="70" y="10"/>
                  </a:cubicBezTo>
                  <a:cubicBezTo>
                    <a:pt x="60" y="4"/>
                    <a:pt x="49" y="14"/>
                    <a:pt x="41" y="23"/>
                  </a:cubicBezTo>
                  <a:cubicBezTo>
                    <a:pt x="41" y="13"/>
                    <a:pt x="39" y="0"/>
                    <a:pt x="30" y="1"/>
                  </a:cubicBezTo>
                  <a:cubicBezTo>
                    <a:pt x="6" y="5"/>
                    <a:pt x="8" y="39"/>
                    <a:pt x="0" y="56"/>
                  </a:cubicBezTo>
                  <a:cubicBezTo>
                    <a:pt x="2" y="55"/>
                    <a:pt x="11" y="87"/>
                    <a:pt x="21" y="98"/>
                  </a:cubicBezTo>
                  <a:cubicBezTo>
                    <a:pt x="20" y="100"/>
                    <a:pt x="76" y="126"/>
                    <a:pt x="93" y="111"/>
                  </a:cubicBezTo>
                  <a:cubicBezTo>
                    <a:pt x="107" y="99"/>
                    <a:pt x="95" y="88"/>
                    <a:pt x="82" y="82"/>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2" name="Freeform 31"/>
            <p:cNvSpPr>
              <a:spLocks/>
            </p:cNvSpPr>
            <p:nvPr/>
          </p:nvSpPr>
          <p:spPr bwMode="auto">
            <a:xfrm>
              <a:off x="5075238" y="2611438"/>
              <a:ext cx="358775" cy="1035050"/>
            </a:xfrm>
            <a:custGeom>
              <a:avLst/>
              <a:gdLst>
                <a:gd name="T0" fmla="*/ 217 w 221"/>
                <a:gd name="T1" fmla="*/ 46 h 638"/>
                <a:gd name="T2" fmla="*/ 67 w 221"/>
                <a:gd name="T3" fmla="*/ 266 h 638"/>
                <a:gd name="T4" fmla="*/ 221 w 221"/>
                <a:gd name="T5" fmla="*/ 588 h 638"/>
                <a:gd name="T6" fmla="*/ 190 w 221"/>
                <a:gd name="T7" fmla="*/ 638 h 638"/>
                <a:gd name="T8" fmla="*/ 11 w 221"/>
                <a:gd name="T9" fmla="*/ 300 h 638"/>
                <a:gd name="T10" fmla="*/ 199 w 221"/>
                <a:gd name="T11" fmla="*/ 0 h 638"/>
              </a:gdLst>
              <a:ahLst/>
              <a:cxnLst>
                <a:cxn ang="0">
                  <a:pos x="T0" y="T1"/>
                </a:cxn>
                <a:cxn ang="0">
                  <a:pos x="T2" y="T3"/>
                </a:cxn>
                <a:cxn ang="0">
                  <a:pos x="T4" y="T5"/>
                </a:cxn>
                <a:cxn ang="0">
                  <a:pos x="T6" y="T7"/>
                </a:cxn>
                <a:cxn ang="0">
                  <a:pos x="T8" y="T9"/>
                </a:cxn>
                <a:cxn ang="0">
                  <a:pos x="T10" y="T11"/>
                </a:cxn>
              </a:cxnLst>
              <a:rect l="0" t="0" r="r" b="b"/>
              <a:pathLst>
                <a:path w="221" h="638">
                  <a:moveTo>
                    <a:pt x="217" y="46"/>
                  </a:moveTo>
                  <a:cubicBezTo>
                    <a:pt x="217" y="46"/>
                    <a:pt x="61" y="163"/>
                    <a:pt x="67" y="266"/>
                  </a:cubicBezTo>
                  <a:cubicBezTo>
                    <a:pt x="73" y="369"/>
                    <a:pt x="221" y="588"/>
                    <a:pt x="221" y="588"/>
                  </a:cubicBezTo>
                  <a:cubicBezTo>
                    <a:pt x="190" y="638"/>
                    <a:pt x="190" y="638"/>
                    <a:pt x="190" y="638"/>
                  </a:cubicBezTo>
                  <a:cubicBezTo>
                    <a:pt x="190" y="638"/>
                    <a:pt x="21" y="412"/>
                    <a:pt x="11" y="300"/>
                  </a:cubicBezTo>
                  <a:cubicBezTo>
                    <a:pt x="0" y="189"/>
                    <a:pt x="54" y="121"/>
                    <a:pt x="199" y="0"/>
                  </a:cubicBezTo>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3" name="Freeform 32"/>
            <p:cNvSpPr>
              <a:spLocks/>
            </p:cNvSpPr>
            <p:nvPr/>
          </p:nvSpPr>
          <p:spPr bwMode="auto">
            <a:xfrm>
              <a:off x="6657976" y="2627313"/>
              <a:ext cx="6350" cy="66675"/>
            </a:xfrm>
            <a:custGeom>
              <a:avLst/>
              <a:gdLst>
                <a:gd name="T0" fmla="*/ 0 w 4"/>
                <a:gd name="T1" fmla="*/ 0 h 41"/>
                <a:gd name="T2" fmla="*/ 3 w 4"/>
                <a:gd name="T3" fmla="*/ 41 h 41"/>
                <a:gd name="T4" fmla="*/ 3 w 4"/>
                <a:gd name="T5" fmla="*/ 13 h 41"/>
                <a:gd name="T6" fmla="*/ 1 w 4"/>
                <a:gd name="T7" fmla="*/ 3 h 41"/>
                <a:gd name="T8" fmla="*/ 1 w 4"/>
                <a:gd name="T9" fmla="*/ 2 h 41"/>
                <a:gd name="T10" fmla="*/ 0 w 4"/>
                <a:gd name="T11" fmla="*/ 0 h 41"/>
              </a:gdLst>
              <a:ahLst/>
              <a:cxnLst>
                <a:cxn ang="0">
                  <a:pos x="T0" y="T1"/>
                </a:cxn>
                <a:cxn ang="0">
                  <a:pos x="T2" y="T3"/>
                </a:cxn>
                <a:cxn ang="0">
                  <a:pos x="T4" y="T5"/>
                </a:cxn>
                <a:cxn ang="0">
                  <a:pos x="T6" y="T7"/>
                </a:cxn>
                <a:cxn ang="0">
                  <a:pos x="T8" y="T9"/>
                </a:cxn>
                <a:cxn ang="0">
                  <a:pos x="T10" y="T11"/>
                </a:cxn>
              </a:cxnLst>
              <a:rect l="0" t="0" r="r" b="b"/>
              <a:pathLst>
                <a:path w="4" h="41">
                  <a:moveTo>
                    <a:pt x="0" y="0"/>
                  </a:moveTo>
                  <a:cubicBezTo>
                    <a:pt x="1" y="13"/>
                    <a:pt x="2" y="27"/>
                    <a:pt x="3" y="41"/>
                  </a:cubicBezTo>
                  <a:cubicBezTo>
                    <a:pt x="3" y="32"/>
                    <a:pt x="4" y="23"/>
                    <a:pt x="3" y="13"/>
                  </a:cubicBezTo>
                  <a:cubicBezTo>
                    <a:pt x="2" y="10"/>
                    <a:pt x="1" y="7"/>
                    <a:pt x="1" y="3"/>
                  </a:cubicBezTo>
                  <a:cubicBezTo>
                    <a:pt x="1" y="3"/>
                    <a:pt x="1" y="2"/>
                    <a:pt x="1" y="2"/>
                  </a:cubicBezTo>
                  <a:cubicBezTo>
                    <a:pt x="0" y="1"/>
                    <a:pt x="0" y="0"/>
                    <a:pt x="0"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4" name="Freeform 33"/>
            <p:cNvSpPr>
              <a:spLocks noEditPoints="1"/>
            </p:cNvSpPr>
            <p:nvPr/>
          </p:nvSpPr>
          <p:spPr bwMode="auto">
            <a:xfrm>
              <a:off x="6488113" y="2578101"/>
              <a:ext cx="28575" cy="69850"/>
            </a:xfrm>
            <a:custGeom>
              <a:avLst/>
              <a:gdLst>
                <a:gd name="T0" fmla="*/ 10 w 17"/>
                <a:gd name="T1" fmla="*/ 21 h 43"/>
                <a:gd name="T2" fmla="*/ 8 w 17"/>
                <a:gd name="T3" fmla="*/ 35 h 43"/>
                <a:gd name="T4" fmla="*/ 17 w 17"/>
                <a:gd name="T5" fmla="*/ 43 h 43"/>
                <a:gd name="T6" fmla="*/ 10 w 17"/>
                <a:gd name="T7" fmla="*/ 21 h 43"/>
                <a:gd name="T8" fmla="*/ 2 w 17"/>
                <a:gd name="T9" fmla="*/ 0 h 43"/>
                <a:gd name="T10" fmla="*/ 7 w 17"/>
                <a:gd name="T11" fmla="*/ 13 h 43"/>
                <a:gd name="T12" fmla="*/ 2 w 17"/>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17" h="43">
                  <a:moveTo>
                    <a:pt x="10" y="21"/>
                  </a:moveTo>
                  <a:cubicBezTo>
                    <a:pt x="7" y="24"/>
                    <a:pt x="5" y="28"/>
                    <a:pt x="8" y="35"/>
                  </a:cubicBezTo>
                  <a:cubicBezTo>
                    <a:pt x="10" y="39"/>
                    <a:pt x="13" y="41"/>
                    <a:pt x="17" y="43"/>
                  </a:cubicBezTo>
                  <a:cubicBezTo>
                    <a:pt x="15" y="35"/>
                    <a:pt x="13" y="28"/>
                    <a:pt x="10" y="21"/>
                  </a:cubicBezTo>
                  <a:moveTo>
                    <a:pt x="2" y="0"/>
                  </a:moveTo>
                  <a:cubicBezTo>
                    <a:pt x="0" y="6"/>
                    <a:pt x="2" y="10"/>
                    <a:pt x="7" y="13"/>
                  </a:cubicBezTo>
                  <a:cubicBezTo>
                    <a:pt x="5" y="9"/>
                    <a:pt x="4" y="4"/>
                    <a:pt x="2"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5" name="Freeform 34"/>
            <p:cNvSpPr>
              <a:spLocks/>
            </p:cNvSpPr>
            <p:nvPr/>
          </p:nvSpPr>
          <p:spPr bwMode="auto">
            <a:xfrm>
              <a:off x="6491288" y="2517776"/>
              <a:ext cx="173038" cy="198438"/>
            </a:xfrm>
            <a:custGeom>
              <a:avLst/>
              <a:gdLst>
                <a:gd name="T0" fmla="*/ 31 w 106"/>
                <a:gd name="T1" fmla="*/ 0 h 122"/>
                <a:gd name="T2" fmla="*/ 21 w 106"/>
                <a:gd name="T3" fmla="*/ 5 h 122"/>
                <a:gd name="T4" fmla="*/ 27 w 106"/>
                <a:gd name="T5" fmla="*/ 25 h 122"/>
                <a:gd name="T6" fmla="*/ 23 w 106"/>
                <a:gd name="T7" fmla="*/ 25 h 122"/>
                <a:gd name="T8" fmla="*/ 0 w 106"/>
                <a:gd name="T9" fmla="*/ 35 h 122"/>
                <a:gd name="T10" fmla="*/ 0 w 106"/>
                <a:gd name="T11" fmla="*/ 37 h 122"/>
                <a:gd name="T12" fmla="*/ 5 w 106"/>
                <a:gd name="T13" fmla="*/ 50 h 122"/>
                <a:gd name="T14" fmla="*/ 17 w 106"/>
                <a:gd name="T15" fmla="*/ 55 h 122"/>
                <a:gd name="T16" fmla="*/ 8 w 106"/>
                <a:gd name="T17" fmla="*/ 58 h 122"/>
                <a:gd name="T18" fmla="*/ 15 w 106"/>
                <a:gd name="T19" fmla="*/ 80 h 122"/>
                <a:gd name="T20" fmla="*/ 29 w 106"/>
                <a:gd name="T21" fmla="*/ 84 h 122"/>
                <a:gd name="T22" fmla="*/ 73 w 106"/>
                <a:gd name="T23" fmla="*/ 94 h 122"/>
                <a:gd name="T24" fmla="*/ 73 w 106"/>
                <a:gd name="T25" fmla="*/ 95 h 122"/>
                <a:gd name="T26" fmla="*/ 106 w 106"/>
                <a:gd name="T27" fmla="*/ 122 h 122"/>
                <a:gd name="T28" fmla="*/ 105 w 106"/>
                <a:gd name="T29" fmla="*/ 109 h 122"/>
                <a:gd name="T30" fmla="*/ 102 w 106"/>
                <a:gd name="T31" fmla="*/ 68 h 122"/>
                <a:gd name="T32" fmla="*/ 100 w 106"/>
                <a:gd name="T33" fmla="*/ 55 h 122"/>
                <a:gd name="T34" fmla="*/ 99 w 106"/>
                <a:gd name="T35" fmla="*/ 46 h 122"/>
                <a:gd name="T36" fmla="*/ 96 w 106"/>
                <a:gd name="T37" fmla="*/ 43 h 122"/>
                <a:gd name="T38" fmla="*/ 96 w 106"/>
                <a:gd name="T39" fmla="*/ 45 h 122"/>
                <a:gd name="T40" fmla="*/ 93 w 106"/>
                <a:gd name="T41" fmla="*/ 43 h 122"/>
                <a:gd name="T42" fmla="*/ 80 w 106"/>
                <a:gd name="T43" fmla="*/ 8 h 122"/>
                <a:gd name="T44" fmla="*/ 68 w 106"/>
                <a:gd name="T45" fmla="*/ 3 h 122"/>
                <a:gd name="T46" fmla="*/ 66 w 106"/>
                <a:gd name="T47" fmla="*/ 3 h 122"/>
                <a:gd name="T48" fmla="*/ 65 w 106"/>
                <a:gd name="T49" fmla="*/ 3 h 122"/>
                <a:gd name="T50" fmla="*/ 63 w 106"/>
                <a:gd name="T51" fmla="*/ 3 h 122"/>
                <a:gd name="T52" fmla="*/ 60 w 106"/>
                <a:gd name="T53" fmla="*/ 5 h 122"/>
                <a:gd name="T54" fmla="*/ 55 w 106"/>
                <a:gd name="T55" fmla="*/ 14 h 122"/>
                <a:gd name="T56" fmla="*/ 31 w 106"/>
                <a:gd name="T5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6" h="122">
                  <a:moveTo>
                    <a:pt x="31" y="0"/>
                  </a:moveTo>
                  <a:cubicBezTo>
                    <a:pt x="27" y="0"/>
                    <a:pt x="24" y="1"/>
                    <a:pt x="21" y="5"/>
                  </a:cubicBezTo>
                  <a:cubicBezTo>
                    <a:pt x="16" y="11"/>
                    <a:pt x="21" y="19"/>
                    <a:pt x="27" y="25"/>
                  </a:cubicBezTo>
                  <a:cubicBezTo>
                    <a:pt x="26" y="25"/>
                    <a:pt x="25" y="25"/>
                    <a:pt x="23" y="25"/>
                  </a:cubicBezTo>
                  <a:cubicBezTo>
                    <a:pt x="13" y="25"/>
                    <a:pt x="4" y="27"/>
                    <a:pt x="0" y="35"/>
                  </a:cubicBezTo>
                  <a:cubicBezTo>
                    <a:pt x="0" y="36"/>
                    <a:pt x="0" y="36"/>
                    <a:pt x="0" y="37"/>
                  </a:cubicBezTo>
                  <a:cubicBezTo>
                    <a:pt x="2" y="41"/>
                    <a:pt x="3" y="46"/>
                    <a:pt x="5" y="50"/>
                  </a:cubicBezTo>
                  <a:cubicBezTo>
                    <a:pt x="8" y="52"/>
                    <a:pt x="12" y="53"/>
                    <a:pt x="17" y="55"/>
                  </a:cubicBezTo>
                  <a:cubicBezTo>
                    <a:pt x="13" y="55"/>
                    <a:pt x="10" y="56"/>
                    <a:pt x="8" y="58"/>
                  </a:cubicBezTo>
                  <a:cubicBezTo>
                    <a:pt x="11" y="65"/>
                    <a:pt x="13" y="72"/>
                    <a:pt x="15" y="80"/>
                  </a:cubicBezTo>
                  <a:cubicBezTo>
                    <a:pt x="19" y="82"/>
                    <a:pt x="24" y="83"/>
                    <a:pt x="29" y="84"/>
                  </a:cubicBezTo>
                  <a:cubicBezTo>
                    <a:pt x="42" y="88"/>
                    <a:pt x="58" y="92"/>
                    <a:pt x="73" y="94"/>
                  </a:cubicBezTo>
                  <a:cubicBezTo>
                    <a:pt x="73" y="95"/>
                    <a:pt x="73" y="95"/>
                    <a:pt x="73" y="95"/>
                  </a:cubicBezTo>
                  <a:cubicBezTo>
                    <a:pt x="73" y="95"/>
                    <a:pt x="85" y="105"/>
                    <a:pt x="106" y="122"/>
                  </a:cubicBezTo>
                  <a:cubicBezTo>
                    <a:pt x="106" y="117"/>
                    <a:pt x="106" y="113"/>
                    <a:pt x="105" y="109"/>
                  </a:cubicBezTo>
                  <a:cubicBezTo>
                    <a:pt x="104" y="95"/>
                    <a:pt x="103" y="81"/>
                    <a:pt x="102" y="68"/>
                  </a:cubicBezTo>
                  <a:cubicBezTo>
                    <a:pt x="101" y="64"/>
                    <a:pt x="100" y="60"/>
                    <a:pt x="100" y="55"/>
                  </a:cubicBezTo>
                  <a:cubicBezTo>
                    <a:pt x="100" y="52"/>
                    <a:pt x="100" y="49"/>
                    <a:pt x="99" y="46"/>
                  </a:cubicBezTo>
                  <a:cubicBezTo>
                    <a:pt x="98" y="45"/>
                    <a:pt x="97" y="44"/>
                    <a:pt x="96" y="43"/>
                  </a:cubicBezTo>
                  <a:cubicBezTo>
                    <a:pt x="96" y="45"/>
                    <a:pt x="96" y="45"/>
                    <a:pt x="96" y="45"/>
                  </a:cubicBezTo>
                  <a:cubicBezTo>
                    <a:pt x="95" y="44"/>
                    <a:pt x="94" y="44"/>
                    <a:pt x="93" y="43"/>
                  </a:cubicBezTo>
                  <a:cubicBezTo>
                    <a:pt x="94" y="31"/>
                    <a:pt x="87" y="16"/>
                    <a:pt x="80" y="8"/>
                  </a:cubicBezTo>
                  <a:cubicBezTo>
                    <a:pt x="76" y="5"/>
                    <a:pt x="72" y="3"/>
                    <a:pt x="68" y="3"/>
                  </a:cubicBezTo>
                  <a:cubicBezTo>
                    <a:pt x="67" y="3"/>
                    <a:pt x="66" y="3"/>
                    <a:pt x="66" y="3"/>
                  </a:cubicBezTo>
                  <a:cubicBezTo>
                    <a:pt x="65" y="3"/>
                    <a:pt x="65" y="3"/>
                    <a:pt x="65" y="3"/>
                  </a:cubicBezTo>
                  <a:cubicBezTo>
                    <a:pt x="64" y="3"/>
                    <a:pt x="64" y="3"/>
                    <a:pt x="63" y="3"/>
                  </a:cubicBezTo>
                  <a:cubicBezTo>
                    <a:pt x="62" y="4"/>
                    <a:pt x="61" y="4"/>
                    <a:pt x="60" y="5"/>
                  </a:cubicBezTo>
                  <a:cubicBezTo>
                    <a:pt x="57" y="7"/>
                    <a:pt x="56" y="11"/>
                    <a:pt x="55" y="14"/>
                  </a:cubicBezTo>
                  <a:cubicBezTo>
                    <a:pt x="48" y="7"/>
                    <a:pt x="39" y="0"/>
                    <a:pt x="31"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6" name="Freeform 35"/>
            <p:cNvSpPr>
              <a:spLocks/>
            </p:cNvSpPr>
            <p:nvPr/>
          </p:nvSpPr>
          <p:spPr bwMode="auto">
            <a:xfrm>
              <a:off x="6483351" y="2487613"/>
              <a:ext cx="165100" cy="163513"/>
            </a:xfrm>
            <a:custGeom>
              <a:avLst/>
              <a:gdLst>
                <a:gd name="T0" fmla="*/ 98 w 101"/>
                <a:gd name="T1" fmla="*/ 49 h 101"/>
                <a:gd name="T2" fmla="*/ 85 w 101"/>
                <a:gd name="T3" fmla="*/ 15 h 101"/>
                <a:gd name="T4" fmla="*/ 71 w 101"/>
                <a:gd name="T5" fmla="*/ 9 h 101"/>
                <a:gd name="T6" fmla="*/ 68 w 101"/>
                <a:gd name="T7" fmla="*/ 10 h 101"/>
                <a:gd name="T8" fmla="*/ 65 w 101"/>
                <a:gd name="T9" fmla="*/ 11 h 101"/>
                <a:gd name="T10" fmla="*/ 60 w 101"/>
                <a:gd name="T11" fmla="*/ 21 h 101"/>
                <a:gd name="T12" fmla="*/ 26 w 101"/>
                <a:gd name="T13" fmla="*/ 11 h 101"/>
                <a:gd name="T14" fmla="*/ 32 w 101"/>
                <a:gd name="T15" fmla="*/ 32 h 101"/>
                <a:gd name="T16" fmla="*/ 5 w 101"/>
                <a:gd name="T17" fmla="*/ 42 h 101"/>
                <a:gd name="T18" fmla="*/ 22 w 101"/>
                <a:gd name="T19" fmla="*/ 61 h 101"/>
                <a:gd name="T20" fmla="*/ 11 w 101"/>
                <a:gd name="T21" fmla="*/ 78 h 101"/>
                <a:gd name="T22" fmla="*/ 34 w 101"/>
                <a:gd name="T23" fmla="*/ 90 h 101"/>
                <a:gd name="T24" fmla="*/ 78 w 101"/>
                <a:gd name="T25" fmla="*/ 101 h 101"/>
                <a:gd name="T26" fmla="*/ 101 w 101"/>
                <a:gd name="T27" fmla="*/ 51 h 101"/>
                <a:gd name="T28" fmla="*/ 98 w 101"/>
                <a:gd name="T29" fmla="*/ 4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1">
                  <a:moveTo>
                    <a:pt x="98" y="49"/>
                  </a:moveTo>
                  <a:cubicBezTo>
                    <a:pt x="99" y="37"/>
                    <a:pt x="92" y="23"/>
                    <a:pt x="85" y="15"/>
                  </a:cubicBezTo>
                  <a:cubicBezTo>
                    <a:pt x="81" y="11"/>
                    <a:pt x="76" y="8"/>
                    <a:pt x="71" y="9"/>
                  </a:cubicBezTo>
                  <a:cubicBezTo>
                    <a:pt x="70" y="9"/>
                    <a:pt x="69" y="9"/>
                    <a:pt x="68" y="10"/>
                  </a:cubicBezTo>
                  <a:cubicBezTo>
                    <a:pt x="67" y="10"/>
                    <a:pt x="66" y="11"/>
                    <a:pt x="65" y="11"/>
                  </a:cubicBezTo>
                  <a:cubicBezTo>
                    <a:pt x="62" y="13"/>
                    <a:pt x="61" y="17"/>
                    <a:pt x="60" y="21"/>
                  </a:cubicBezTo>
                  <a:cubicBezTo>
                    <a:pt x="50" y="11"/>
                    <a:pt x="35" y="0"/>
                    <a:pt x="26" y="11"/>
                  </a:cubicBezTo>
                  <a:cubicBezTo>
                    <a:pt x="21" y="17"/>
                    <a:pt x="26" y="25"/>
                    <a:pt x="32" y="32"/>
                  </a:cubicBezTo>
                  <a:cubicBezTo>
                    <a:pt x="21" y="31"/>
                    <a:pt x="9" y="32"/>
                    <a:pt x="5" y="42"/>
                  </a:cubicBezTo>
                  <a:cubicBezTo>
                    <a:pt x="0" y="53"/>
                    <a:pt x="11" y="58"/>
                    <a:pt x="22" y="61"/>
                  </a:cubicBezTo>
                  <a:cubicBezTo>
                    <a:pt x="13" y="63"/>
                    <a:pt x="6" y="68"/>
                    <a:pt x="11" y="78"/>
                  </a:cubicBezTo>
                  <a:cubicBezTo>
                    <a:pt x="15" y="86"/>
                    <a:pt x="26" y="88"/>
                    <a:pt x="34" y="90"/>
                  </a:cubicBezTo>
                  <a:cubicBezTo>
                    <a:pt x="47" y="94"/>
                    <a:pt x="63" y="99"/>
                    <a:pt x="78" y="101"/>
                  </a:cubicBezTo>
                  <a:cubicBezTo>
                    <a:pt x="101" y="51"/>
                    <a:pt x="101" y="51"/>
                    <a:pt x="101" y="51"/>
                  </a:cubicBezTo>
                  <a:cubicBezTo>
                    <a:pt x="100" y="51"/>
                    <a:pt x="99" y="50"/>
                    <a:pt x="98" y="49"/>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7" name="Freeform 36"/>
            <p:cNvSpPr>
              <a:spLocks/>
            </p:cNvSpPr>
            <p:nvPr/>
          </p:nvSpPr>
          <p:spPr bwMode="auto">
            <a:xfrm>
              <a:off x="6607176" y="2566988"/>
              <a:ext cx="365125" cy="1079500"/>
            </a:xfrm>
            <a:custGeom>
              <a:avLst/>
              <a:gdLst>
                <a:gd name="T0" fmla="*/ 25 w 225"/>
                <a:gd name="T1" fmla="*/ 0 h 666"/>
                <a:gd name="T2" fmla="*/ 25 w 225"/>
                <a:gd name="T3" fmla="*/ 2 h 666"/>
                <a:gd name="T4" fmla="*/ 2 w 225"/>
                <a:gd name="T5" fmla="*/ 52 h 666"/>
                <a:gd name="T6" fmla="*/ 2 w 225"/>
                <a:gd name="T7" fmla="*/ 52 h 666"/>
                <a:gd name="T8" fmla="*/ 158 w 225"/>
                <a:gd name="T9" fmla="*/ 264 h 666"/>
                <a:gd name="T10" fmla="*/ 0 w 225"/>
                <a:gd name="T11" fmla="*/ 616 h 666"/>
                <a:gd name="T12" fmla="*/ 30 w 225"/>
                <a:gd name="T13" fmla="*/ 666 h 666"/>
                <a:gd name="T14" fmla="*/ 214 w 225"/>
                <a:gd name="T15" fmla="*/ 299 h 666"/>
                <a:gd name="T16" fmla="*/ 25 w 225"/>
                <a:gd name="T17"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666">
                  <a:moveTo>
                    <a:pt x="25" y="0"/>
                  </a:moveTo>
                  <a:cubicBezTo>
                    <a:pt x="25" y="2"/>
                    <a:pt x="25" y="2"/>
                    <a:pt x="25" y="2"/>
                  </a:cubicBezTo>
                  <a:cubicBezTo>
                    <a:pt x="2" y="52"/>
                    <a:pt x="2" y="52"/>
                    <a:pt x="2" y="52"/>
                  </a:cubicBezTo>
                  <a:cubicBezTo>
                    <a:pt x="2" y="52"/>
                    <a:pt x="2" y="52"/>
                    <a:pt x="2" y="52"/>
                  </a:cubicBezTo>
                  <a:cubicBezTo>
                    <a:pt x="2" y="52"/>
                    <a:pt x="164" y="161"/>
                    <a:pt x="158" y="264"/>
                  </a:cubicBezTo>
                  <a:cubicBezTo>
                    <a:pt x="152" y="367"/>
                    <a:pt x="0" y="616"/>
                    <a:pt x="0" y="616"/>
                  </a:cubicBezTo>
                  <a:cubicBezTo>
                    <a:pt x="30" y="666"/>
                    <a:pt x="30" y="666"/>
                    <a:pt x="30" y="666"/>
                  </a:cubicBezTo>
                  <a:cubicBezTo>
                    <a:pt x="30" y="666"/>
                    <a:pt x="204" y="410"/>
                    <a:pt x="214" y="299"/>
                  </a:cubicBezTo>
                  <a:cubicBezTo>
                    <a:pt x="225" y="187"/>
                    <a:pt x="170" y="121"/>
                    <a:pt x="25" y="0"/>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8" name="Freeform 37"/>
            <p:cNvSpPr>
              <a:spLocks/>
            </p:cNvSpPr>
            <p:nvPr/>
          </p:nvSpPr>
          <p:spPr bwMode="auto">
            <a:xfrm>
              <a:off x="5969001" y="3373438"/>
              <a:ext cx="201613" cy="733425"/>
            </a:xfrm>
            <a:custGeom>
              <a:avLst/>
              <a:gdLst>
                <a:gd name="T0" fmla="*/ 37 w 124"/>
                <a:gd name="T1" fmla="*/ 70 h 452"/>
                <a:gd name="T2" fmla="*/ 10 w 124"/>
                <a:gd name="T3" fmla="*/ 268 h 452"/>
                <a:gd name="T4" fmla="*/ 72 w 124"/>
                <a:gd name="T5" fmla="*/ 450 h 452"/>
                <a:gd name="T6" fmla="*/ 122 w 124"/>
                <a:gd name="T7" fmla="*/ 264 h 452"/>
                <a:gd name="T8" fmla="*/ 70 w 124"/>
                <a:gd name="T9" fmla="*/ 69 h 452"/>
                <a:gd name="T10" fmla="*/ 90 w 124"/>
                <a:gd name="T11" fmla="*/ 40 h 452"/>
                <a:gd name="T12" fmla="*/ 49 w 124"/>
                <a:gd name="T13" fmla="*/ 2 h 452"/>
                <a:gd name="T14" fmla="*/ 37 w 124"/>
                <a:gd name="T15" fmla="*/ 70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452">
                  <a:moveTo>
                    <a:pt x="37" y="70"/>
                  </a:moveTo>
                  <a:cubicBezTo>
                    <a:pt x="37" y="70"/>
                    <a:pt x="3" y="231"/>
                    <a:pt x="10" y="268"/>
                  </a:cubicBezTo>
                  <a:cubicBezTo>
                    <a:pt x="16" y="305"/>
                    <a:pt x="59" y="448"/>
                    <a:pt x="72" y="450"/>
                  </a:cubicBezTo>
                  <a:cubicBezTo>
                    <a:pt x="85" y="452"/>
                    <a:pt x="124" y="290"/>
                    <a:pt x="122" y="264"/>
                  </a:cubicBezTo>
                  <a:cubicBezTo>
                    <a:pt x="120" y="238"/>
                    <a:pt x="70" y="69"/>
                    <a:pt x="70" y="69"/>
                  </a:cubicBezTo>
                  <a:cubicBezTo>
                    <a:pt x="70" y="69"/>
                    <a:pt x="86" y="58"/>
                    <a:pt x="90" y="40"/>
                  </a:cubicBezTo>
                  <a:cubicBezTo>
                    <a:pt x="94" y="19"/>
                    <a:pt x="77" y="0"/>
                    <a:pt x="49" y="2"/>
                  </a:cubicBezTo>
                  <a:cubicBezTo>
                    <a:pt x="21" y="4"/>
                    <a:pt x="0" y="39"/>
                    <a:pt x="37" y="70"/>
                  </a:cubicBezTo>
                  <a:close/>
                </a:path>
              </a:pathLst>
            </a:custGeom>
            <a:solidFill>
              <a:srgbClr val="CA4E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9" name="Freeform 38"/>
            <p:cNvSpPr>
              <a:spLocks/>
            </p:cNvSpPr>
            <p:nvPr/>
          </p:nvSpPr>
          <p:spPr bwMode="auto">
            <a:xfrm>
              <a:off x="5351463" y="3287713"/>
              <a:ext cx="695325" cy="269875"/>
            </a:xfrm>
            <a:custGeom>
              <a:avLst/>
              <a:gdLst>
                <a:gd name="T0" fmla="*/ 5 w 428"/>
                <a:gd name="T1" fmla="*/ 0 h 166"/>
                <a:gd name="T2" fmla="*/ 0 w 428"/>
                <a:gd name="T3" fmla="*/ 53 h 166"/>
                <a:gd name="T4" fmla="*/ 328 w 428"/>
                <a:gd name="T5" fmla="*/ 166 h 166"/>
                <a:gd name="T6" fmla="*/ 428 w 428"/>
                <a:gd name="T7" fmla="*/ 55 h 166"/>
                <a:gd name="T8" fmla="*/ 5 w 428"/>
                <a:gd name="T9" fmla="*/ 0 h 166"/>
              </a:gdLst>
              <a:ahLst/>
              <a:cxnLst>
                <a:cxn ang="0">
                  <a:pos x="T0" y="T1"/>
                </a:cxn>
                <a:cxn ang="0">
                  <a:pos x="T2" y="T3"/>
                </a:cxn>
                <a:cxn ang="0">
                  <a:pos x="T4" y="T5"/>
                </a:cxn>
                <a:cxn ang="0">
                  <a:pos x="T6" y="T7"/>
                </a:cxn>
                <a:cxn ang="0">
                  <a:pos x="T8" y="T9"/>
                </a:cxn>
              </a:cxnLst>
              <a:rect l="0" t="0" r="r" b="b"/>
              <a:pathLst>
                <a:path w="428" h="166">
                  <a:moveTo>
                    <a:pt x="5" y="0"/>
                  </a:moveTo>
                  <a:cubicBezTo>
                    <a:pt x="0" y="53"/>
                    <a:pt x="0" y="53"/>
                    <a:pt x="0" y="53"/>
                  </a:cubicBezTo>
                  <a:cubicBezTo>
                    <a:pt x="0" y="53"/>
                    <a:pt x="236" y="108"/>
                    <a:pt x="328" y="166"/>
                  </a:cubicBezTo>
                  <a:cubicBezTo>
                    <a:pt x="328" y="166"/>
                    <a:pt x="357" y="59"/>
                    <a:pt x="428" y="55"/>
                  </a:cubicBezTo>
                  <a:cubicBezTo>
                    <a:pt x="428" y="55"/>
                    <a:pt x="192" y="65"/>
                    <a:pt x="5" y="0"/>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0" name="Freeform 39"/>
            <p:cNvSpPr>
              <a:spLocks/>
            </p:cNvSpPr>
            <p:nvPr/>
          </p:nvSpPr>
          <p:spPr bwMode="auto">
            <a:xfrm>
              <a:off x="6103938" y="3267076"/>
              <a:ext cx="581025" cy="261938"/>
            </a:xfrm>
            <a:custGeom>
              <a:avLst/>
              <a:gdLst>
                <a:gd name="T0" fmla="*/ 0 w 358"/>
                <a:gd name="T1" fmla="*/ 66 h 162"/>
                <a:gd name="T2" fmla="*/ 154 w 358"/>
                <a:gd name="T3" fmla="*/ 162 h 162"/>
                <a:gd name="T4" fmla="*/ 358 w 358"/>
                <a:gd name="T5" fmla="*/ 51 h 162"/>
                <a:gd name="T6" fmla="*/ 347 w 358"/>
                <a:gd name="T7" fmla="*/ 0 h 162"/>
                <a:gd name="T8" fmla="*/ 0 w 358"/>
                <a:gd name="T9" fmla="*/ 66 h 162"/>
              </a:gdLst>
              <a:ahLst/>
              <a:cxnLst>
                <a:cxn ang="0">
                  <a:pos x="T0" y="T1"/>
                </a:cxn>
                <a:cxn ang="0">
                  <a:pos x="T2" y="T3"/>
                </a:cxn>
                <a:cxn ang="0">
                  <a:pos x="T4" y="T5"/>
                </a:cxn>
                <a:cxn ang="0">
                  <a:pos x="T6" y="T7"/>
                </a:cxn>
                <a:cxn ang="0">
                  <a:pos x="T8" y="T9"/>
                </a:cxn>
              </a:cxnLst>
              <a:rect l="0" t="0" r="r" b="b"/>
              <a:pathLst>
                <a:path w="358" h="162">
                  <a:moveTo>
                    <a:pt x="0" y="66"/>
                  </a:moveTo>
                  <a:cubicBezTo>
                    <a:pt x="0" y="66"/>
                    <a:pt x="135" y="82"/>
                    <a:pt x="154" y="162"/>
                  </a:cubicBezTo>
                  <a:cubicBezTo>
                    <a:pt x="154" y="162"/>
                    <a:pt x="259" y="69"/>
                    <a:pt x="358" y="51"/>
                  </a:cubicBezTo>
                  <a:cubicBezTo>
                    <a:pt x="358" y="51"/>
                    <a:pt x="353" y="11"/>
                    <a:pt x="347" y="0"/>
                  </a:cubicBezTo>
                  <a:cubicBezTo>
                    <a:pt x="347" y="0"/>
                    <a:pt x="163" y="46"/>
                    <a:pt x="0" y="66"/>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grpSp>
        <p:nvGrpSpPr>
          <p:cNvPr id="2" name="Group 1"/>
          <p:cNvGrpSpPr/>
          <p:nvPr/>
        </p:nvGrpSpPr>
        <p:grpSpPr>
          <a:xfrm>
            <a:off x="3035814" y="2017635"/>
            <a:ext cx="1611920" cy="238203"/>
            <a:chOff x="737580" y="2017635"/>
            <a:chExt cx="1611920" cy="238203"/>
          </a:xfrm>
        </p:grpSpPr>
        <p:sp>
          <p:nvSpPr>
            <p:cNvPr id="44" name="Rectangle 43"/>
            <p:cNvSpPr/>
            <p:nvPr/>
          </p:nvSpPr>
          <p:spPr>
            <a:xfrm>
              <a:off x="737580" y="2017635"/>
              <a:ext cx="381325" cy="23820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GB" sz="1100"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01.</a:t>
              </a:r>
              <a:endParaRPr lang="en-IN" sz="11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5" name="Rectangle 44"/>
            <p:cNvSpPr/>
            <p:nvPr/>
          </p:nvSpPr>
          <p:spPr>
            <a:xfrm>
              <a:off x="1118905" y="2017635"/>
              <a:ext cx="1230595" cy="238203"/>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IN" sz="105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46" name="Rectangle 45"/>
          <p:cNvSpPr/>
          <p:nvPr/>
        </p:nvSpPr>
        <p:spPr>
          <a:xfrm>
            <a:off x="1148656" y="2181384"/>
            <a:ext cx="5430931" cy="584775"/>
          </a:xfrm>
          <a:prstGeom prst="rect">
            <a:avLst/>
          </a:prstGeom>
        </p:spPr>
        <p:txBody>
          <a:bodyPr wrap="square">
            <a:spAutoFit/>
          </a:bodyPr>
          <a:lstStyle/>
          <a:p>
            <a:pPr algn="ctr" fontAlgn="auto">
              <a:spcBef>
                <a:spcPts val="0"/>
              </a:spcBef>
              <a:spcAft>
                <a:spcPts val="0"/>
              </a:spcAft>
            </a:pPr>
            <a:r>
              <a:rPr lang="ar-SA" sz="3200" b="1" dirty="0"/>
              <a:t>الإنترنت مفتوحة مادياً ومعنوياً</a:t>
            </a:r>
            <a:endParaRPr lang="en-IN" sz="3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 name="Group 2"/>
          <p:cNvGrpSpPr/>
          <p:nvPr/>
        </p:nvGrpSpPr>
        <p:grpSpPr>
          <a:xfrm>
            <a:off x="3035814" y="3348961"/>
            <a:ext cx="1611920" cy="238203"/>
            <a:chOff x="737580" y="3049510"/>
            <a:chExt cx="1611920" cy="238203"/>
          </a:xfrm>
        </p:grpSpPr>
        <p:sp>
          <p:nvSpPr>
            <p:cNvPr id="47" name="Rectangle 46"/>
            <p:cNvSpPr/>
            <p:nvPr/>
          </p:nvSpPr>
          <p:spPr>
            <a:xfrm>
              <a:off x="737580" y="3049510"/>
              <a:ext cx="381325" cy="23820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GB" sz="1100"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02.</a:t>
              </a:r>
              <a:endParaRPr lang="en-IN" sz="11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8" name="Rectangle 47"/>
            <p:cNvSpPr/>
            <p:nvPr/>
          </p:nvSpPr>
          <p:spPr>
            <a:xfrm>
              <a:off x="1118905" y="3049510"/>
              <a:ext cx="1230595" cy="238203"/>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IN" sz="105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49" name="Rectangle 48"/>
          <p:cNvSpPr/>
          <p:nvPr/>
        </p:nvSpPr>
        <p:spPr>
          <a:xfrm>
            <a:off x="1361889" y="3367691"/>
            <a:ext cx="4859429" cy="830997"/>
          </a:xfrm>
          <a:prstGeom prst="rect">
            <a:avLst/>
          </a:prstGeom>
        </p:spPr>
        <p:txBody>
          <a:bodyPr wrap="square">
            <a:spAutoFit/>
          </a:bodyPr>
          <a:lstStyle/>
          <a:p>
            <a:pPr algn="ctr" fontAlgn="auto">
              <a:lnSpc>
                <a:spcPct val="150000"/>
              </a:lnSpc>
              <a:spcBef>
                <a:spcPts val="0"/>
              </a:spcBef>
              <a:spcAft>
                <a:spcPts val="0"/>
              </a:spcAft>
            </a:pPr>
            <a:r>
              <a:rPr lang="ar-SA" sz="3200" b="1" dirty="0"/>
              <a:t>الإنترنت عملاقة ومتنامية</a:t>
            </a:r>
            <a:endParaRPr lang="en-IN" sz="3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4" name="Group 3"/>
          <p:cNvGrpSpPr/>
          <p:nvPr/>
        </p:nvGrpSpPr>
        <p:grpSpPr>
          <a:xfrm>
            <a:off x="3035814" y="4528656"/>
            <a:ext cx="1611920" cy="238203"/>
            <a:chOff x="737580" y="4106863"/>
            <a:chExt cx="1611920" cy="238203"/>
          </a:xfrm>
        </p:grpSpPr>
        <p:sp>
          <p:nvSpPr>
            <p:cNvPr id="50" name="Rectangle 49"/>
            <p:cNvSpPr/>
            <p:nvPr/>
          </p:nvSpPr>
          <p:spPr>
            <a:xfrm>
              <a:off x="737580" y="4106863"/>
              <a:ext cx="381325" cy="23820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GB" sz="1100"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03.</a:t>
              </a:r>
              <a:endParaRPr lang="en-IN" sz="11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1" name="Rectangle 50"/>
            <p:cNvSpPr/>
            <p:nvPr/>
          </p:nvSpPr>
          <p:spPr>
            <a:xfrm>
              <a:off x="1118905" y="4106863"/>
              <a:ext cx="1230595" cy="238203"/>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IN" sz="105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52" name="Rectangle 51"/>
          <p:cNvSpPr/>
          <p:nvPr/>
        </p:nvSpPr>
        <p:spPr>
          <a:xfrm>
            <a:off x="2215742" y="4579269"/>
            <a:ext cx="3070590" cy="830997"/>
          </a:xfrm>
          <a:prstGeom prst="rect">
            <a:avLst/>
          </a:prstGeom>
        </p:spPr>
        <p:txBody>
          <a:bodyPr wrap="square">
            <a:spAutoFit/>
          </a:bodyPr>
          <a:lstStyle/>
          <a:p>
            <a:pPr algn="ctr" fontAlgn="auto">
              <a:lnSpc>
                <a:spcPct val="150000"/>
              </a:lnSpc>
              <a:spcBef>
                <a:spcPts val="0"/>
              </a:spcBef>
              <a:spcAft>
                <a:spcPts val="0"/>
              </a:spcAft>
            </a:pPr>
            <a:r>
              <a:rPr lang="ar-SA" sz="3200" b="1" dirty="0"/>
              <a:t>الإنترنت عشوائية</a:t>
            </a:r>
            <a:endParaRPr lang="en-IN" sz="3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3756454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fill="hold"/>
                                        <p:tgtEl>
                                          <p:spTgt spid="41"/>
                                        </p:tgtEl>
                                        <p:attrNameLst>
                                          <p:attrName>ppt_x</p:attrName>
                                        </p:attrNameLst>
                                      </p:cBhvr>
                                      <p:tavLst>
                                        <p:tav tm="0">
                                          <p:val>
                                            <p:strVal val="#ppt_x"/>
                                          </p:val>
                                        </p:tav>
                                        <p:tav tm="100000">
                                          <p:val>
                                            <p:strVal val="#ppt_x"/>
                                          </p:val>
                                        </p:tav>
                                      </p:tavLst>
                                    </p:anim>
                                    <p:anim calcmode="lin" valueType="num">
                                      <p:cBhvr additive="base">
                                        <p:cTn id="8" dur="500" fill="hold"/>
                                        <p:tgtEl>
                                          <p:spTgt spid="41"/>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8" presetClass="entr" presetSubtype="6" fill="hold" nodeType="after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strips(downRight)">
                                      <p:cBhvr>
                                        <p:cTn id="12" dur="500"/>
                                        <p:tgtEl>
                                          <p:spTgt spid="2"/>
                                        </p:tgtEl>
                                      </p:cBhvr>
                                    </p:animEffect>
                                  </p:childTnLst>
                                </p:cTn>
                              </p:par>
                            </p:childTnLst>
                          </p:cTn>
                        </p:par>
                        <p:par>
                          <p:cTn id="13" fill="hold">
                            <p:stCondLst>
                              <p:cond delay="1000"/>
                            </p:stCondLst>
                            <p:childTnLst>
                              <p:par>
                                <p:cTn id="14" presetID="18" presetClass="entr" presetSubtype="6" fill="hold" grpId="0" nodeType="afterEffect">
                                  <p:stCondLst>
                                    <p:cond delay="0"/>
                                  </p:stCondLst>
                                  <p:childTnLst>
                                    <p:set>
                                      <p:cBhvr>
                                        <p:cTn id="15" dur="1" fill="hold">
                                          <p:stCondLst>
                                            <p:cond delay="0"/>
                                          </p:stCondLst>
                                        </p:cTn>
                                        <p:tgtEl>
                                          <p:spTgt spid="46"/>
                                        </p:tgtEl>
                                        <p:attrNameLst>
                                          <p:attrName>style.visibility</p:attrName>
                                        </p:attrNameLst>
                                      </p:cBhvr>
                                      <p:to>
                                        <p:strVal val="visible"/>
                                      </p:to>
                                    </p:set>
                                    <p:animEffect transition="in" filter="strips(downRight)">
                                      <p:cBhvr>
                                        <p:cTn id="16" dur="500"/>
                                        <p:tgtEl>
                                          <p:spTgt spid="46"/>
                                        </p:tgtEl>
                                      </p:cBhvr>
                                    </p:animEffect>
                                  </p:childTnLst>
                                </p:cTn>
                              </p:par>
                            </p:childTnLst>
                          </p:cTn>
                        </p:par>
                        <p:par>
                          <p:cTn id="17" fill="hold">
                            <p:stCondLst>
                              <p:cond delay="1500"/>
                            </p:stCondLst>
                            <p:childTnLst>
                              <p:par>
                                <p:cTn id="18" presetID="18" presetClass="entr" presetSubtype="6"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strips(downRight)">
                                      <p:cBhvr>
                                        <p:cTn id="20" dur="500"/>
                                        <p:tgtEl>
                                          <p:spTgt spid="3"/>
                                        </p:tgtEl>
                                      </p:cBhvr>
                                    </p:animEffect>
                                  </p:childTnLst>
                                </p:cTn>
                              </p:par>
                            </p:childTnLst>
                          </p:cTn>
                        </p:par>
                        <p:par>
                          <p:cTn id="21" fill="hold">
                            <p:stCondLst>
                              <p:cond delay="2000"/>
                            </p:stCondLst>
                            <p:childTnLst>
                              <p:par>
                                <p:cTn id="22" presetID="18" presetClass="entr" presetSubtype="6" fill="hold" grpId="0" nodeType="afterEffect">
                                  <p:stCondLst>
                                    <p:cond delay="0"/>
                                  </p:stCondLst>
                                  <p:childTnLst>
                                    <p:set>
                                      <p:cBhvr>
                                        <p:cTn id="23" dur="1" fill="hold">
                                          <p:stCondLst>
                                            <p:cond delay="0"/>
                                          </p:stCondLst>
                                        </p:cTn>
                                        <p:tgtEl>
                                          <p:spTgt spid="49"/>
                                        </p:tgtEl>
                                        <p:attrNameLst>
                                          <p:attrName>style.visibility</p:attrName>
                                        </p:attrNameLst>
                                      </p:cBhvr>
                                      <p:to>
                                        <p:strVal val="visible"/>
                                      </p:to>
                                    </p:set>
                                    <p:animEffect transition="in" filter="strips(downRight)">
                                      <p:cBhvr>
                                        <p:cTn id="24" dur="500"/>
                                        <p:tgtEl>
                                          <p:spTgt spid="49"/>
                                        </p:tgtEl>
                                      </p:cBhvr>
                                    </p:animEffect>
                                  </p:childTnLst>
                                </p:cTn>
                              </p:par>
                            </p:childTnLst>
                          </p:cTn>
                        </p:par>
                        <p:par>
                          <p:cTn id="25" fill="hold">
                            <p:stCondLst>
                              <p:cond delay="2500"/>
                            </p:stCondLst>
                            <p:childTnLst>
                              <p:par>
                                <p:cTn id="26" presetID="18" presetClass="entr" presetSubtype="6" fill="hold" nodeType="after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strips(downRight)">
                                      <p:cBhvr>
                                        <p:cTn id="28" dur="500"/>
                                        <p:tgtEl>
                                          <p:spTgt spid="4"/>
                                        </p:tgtEl>
                                      </p:cBhvr>
                                    </p:animEffect>
                                  </p:childTnLst>
                                </p:cTn>
                              </p:par>
                            </p:childTnLst>
                          </p:cTn>
                        </p:par>
                        <p:par>
                          <p:cTn id="29" fill="hold">
                            <p:stCondLst>
                              <p:cond delay="3000"/>
                            </p:stCondLst>
                            <p:childTnLst>
                              <p:par>
                                <p:cTn id="30" presetID="18" presetClass="entr" presetSubtype="6" fill="hold" grpId="0" nodeType="afterEffect">
                                  <p:stCondLst>
                                    <p:cond delay="0"/>
                                  </p:stCondLst>
                                  <p:childTnLst>
                                    <p:set>
                                      <p:cBhvr>
                                        <p:cTn id="31" dur="1" fill="hold">
                                          <p:stCondLst>
                                            <p:cond delay="0"/>
                                          </p:stCondLst>
                                        </p:cTn>
                                        <p:tgtEl>
                                          <p:spTgt spid="52"/>
                                        </p:tgtEl>
                                        <p:attrNameLst>
                                          <p:attrName>style.visibility</p:attrName>
                                        </p:attrNameLst>
                                      </p:cBhvr>
                                      <p:to>
                                        <p:strVal val="visible"/>
                                      </p:to>
                                    </p:set>
                                    <p:animEffect transition="in" filter="strips(downRight)">
                                      <p:cBhvr>
                                        <p:cTn id="32"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9" grpId="0"/>
      <p:bldP spid="52"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p:cNvGrpSpPr/>
          <p:nvPr/>
        </p:nvGrpSpPr>
        <p:grpSpPr>
          <a:xfrm>
            <a:off x="1482126" y="769105"/>
            <a:ext cx="2608975" cy="5156818"/>
            <a:chOff x="5075238" y="1525588"/>
            <a:chExt cx="1897063" cy="3749675"/>
          </a:xfrm>
        </p:grpSpPr>
        <p:sp>
          <p:nvSpPr>
            <p:cNvPr id="5" name="AutoShape 3"/>
            <p:cNvSpPr>
              <a:spLocks noChangeAspect="1" noChangeArrowheads="1" noTextEdit="1"/>
            </p:cNvSpPr>
            <p:nvPr/>
          </p:nvSpPr>
          <p:spPr bwMode="auto">
            <a:xfrm>
              <a:off x="5091113" y="1525588"/>
              <a:ext cx="1866900" cy="374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 name="Freeform 5"/>
            <p:cNvSpPr>
              <a:spLocks/>
            </p:cNvSpPr>
            <p:nvPr/>
          </p:nvSpPr>
          <p:spPr bwMode="auto">
            <a:xfrm>
              <a:off x="5251451" y="4984751"/>
              <a:ext cx="1512888" cy="288925"/>
            </a:xfrm>
            <a:custGeom>
              <a:avLst/>
              <a:gdLst>
                <a:gd name="T0" fmla="*/ 505 w 931"/>
                <a:gd name="T1" fmla="*/ 0 h 178"/>
                <a:gd name="T2" fmla="*/ 385 w 931"/>
                <a:gd name="T3" fmla="*/ 3 h 178"/>
                <a:gd name="T4" fmla="*/ 304 w 931"/>
                <a:gd name="T5" fmla="*/ 12 h 178"/>
                <a:gd name="T6" fmla="*/ 270 w 931"/>
                <a:gd name="T7" fmla="*/ 16 h 178"/>
                <a:gd name="T8" fmla="*/ 106 w 931"/>
                <a:gd name="T9" fmla="*/ 34 h 178"/>
                <a:gd name="T10" fmla="*/ 37 w 931"/>
                <a:gd name="T11" fmla="*/ 133 h 178"/>
                <a:gd name="T12" fmla="*/ 144 w 931"/>
                <a:gd name="T13" fmla="*/ 165 h 178"/>
                <a:gd name="T14" fmla="*/ 248 w 931"/>
                <a:gd name="T15" fmla="*/ 170 h 178"/>
                <a:gd name="T16" fmla="*/ 342 w 931"/>
                <a:gd name="T17" fmla="*/ 169 h 178"/>
                <a:gd name="T18" fmla="*/ 352 w 931"/>
                <a:gd name="T19" fmla="*/ 168 h 178"/>
                <a:gd name="T20" fmla="*/ 549 w 931"/>
                <a:gd name="T21" fmla="*/ 177 h 178"/>
                <a:gd name="T22" fmla="*/ 641 w 931"/>
                <a:gd name="T23" fmla="*/ 178 h 178"/>
                <a:gd name="T24" fmla="*/ 758 w 931"/>
                <a:gd name="T25" fmla="*/ 175 h 178"/>
                <a:gd name="T26" fmla="*/ 868 w 931"/>
                <a:gd name="T27" fmla="*/ 161 h 178"/>
                <a:gd name="T28" fmla="*/ 921 w 931"/>
                <a:gd name="T29" fmla="*/ 117 h 178"/>
                <a:gd name="T30" fmla="*/ 893 w 931"/>
                <a:gd name="T31" fmla="*/ 47 h 178"/>
                <a:gd name="T32" fmla="*/ 747 w 931"/>
                <a:gd name="T33" fmla="*/ 11 h 178"/>
                <a:gd name="T34" fmla="*/ 519 w 931"/>
                <a:gd name="T35" fmla="*/ 1 h 178"/>
                <a:gd name="T36" fmla="*/ 505 w 931"/>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1" h="178">
                  <a:moveTo>
                    <a:pt x="505" y="0"/>
                  </a:moveTo>
                  <a:cubicBezTo>
                    <a:pt x="465" y="0"/>
                    <a:pt x="425" y="2"/>
                    <a:pt x="385" y="3"/>
                  </a:cubicBezTo>
                  <a:cubicBezTo>
                    <a:pt x="359" y="5"/>
                    <a:pt x="331" y="7"/>
                    <a:pt x="304" y="12"/>
                  </a:cubicBezTo>
                  <a:cubicBezTo>
                    <a:pt x="292" y="13"/>
                    <a:pt x="281" y="15"/>
                    <a:pt x="270" y="16"/>
                  </a:cubicBezTo>
                  <a:cubicBezTo>
                    <a:pt x="215" y="22"/>
                    <a:pt x="159" y="18"/>
                    <a:pt x="106" y="34"/>
                  </a:cubicBezTo>
                  <a:cubicBezTo>
                    <a:pt x="64" y="47"/>
                    <a:pt x="0" y="82"/>
                    <a:pt x="37" y="133"/>
                  </a:cubicBezTo>
                  <a:cubicBezTo>
                    <a:pt x="57" y="162"/>
                    <a:pt x="113" y="162"/>
                    <a:pt x="144" y="165"/>
                  </a:cubicBezTo>
                  <a:cubicBezTo>
                    <a:pt x="179" y="169"/>
                    <a:pt x="213" y="170"/>
                    <a:pt x="248" y="170"/>
                  </a:cubicBezTo>
                  <a:cubicBezTo>
                    <a:pt x="279" y="170"/>
                    <a:pt x="311" y="169"/>
                    <a:pt x="342" y="169"/>
                  </a:cubicBezTo>
                  <a:cubicBezTo>
                    <a:pt x="345" y="169"/>
                    <a:pt x="349" y="168"/>
                    <a:pt x="352" y="168"/>
                  </a:cubicBezTo>
                  <a:cubicBezTo>
                    <a:pt x="418" y="168"/>
                    <a:pt x="483" y="174"/>
                    <a:pt x="549" y="177"/>
                  </a:cubicBezTo>
                  <a:cubicBezTo>
                    <a:pt x="580" y="178"/>
                    <a:pt x="611" y="178"/>
                    <a:pt x="641" y="178"/>
                  </a:cubicBezTo>
                  <a:cubicBezTo>
                    <a:pt x="680" y="178"/>
                    <a:pt x="719" y="177"/>
                    <a:pt x="758" y="175"/>
                  </a:cubicBezTo>
                  <a:cubicBezTo>
                    <a:pt x="794" y="173"/>
                    <a:pt x="833" y="172"/>
                    <a:pt x="868" y="161"/>
                  </a:cubicBezTo>
                  <a:cubicBezTo>
                    <a:pt x="891" y="154"/>
                    <a:pt x="912" y="142"/>
                    <a:pt x="921" y="117"/>
                  </a:cubicBezTo>
                  <a:cubicBezTo>
                    <a:pt x="931" y="90"/>
                    <a:pt x="914" y="63"/>
                    <a:pt x="893" y="47"/>
                  </a:cubicBezTo>
                  <a:cubicBezTo>
                    <a:pt x="855" y="16"/>
                    <a:pt x="793" y="15"/>
                    <a:pt x="747" y="11"/>
                  </a:cubicBezTo>
                  <a:cubicBezTo>
                    <a:pt x="671" y="5"/>
                    <a:pt x="595" y="1"/>
                    <a:pt x="519" y="1"/>
                  </a:cubicBezTo>
                  <a:cubicBezTo>
                    <a:pt x="514" y="0"/>
                    <a:pt x="510" y="0"/>
                    <a:pt x="505" y="0"/>
                  </a:cubicBezTo>
                </a:path>
              </a:pathLst>
            </a:custGeom>
            <a:solidFill>
              <a:schemeClr val="bg2">
                <a:lumMod val="90000"/>
              </a:schemeClr>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 name="Freeform 6"/>
            <p:cNvSpPr>
              <a:spLocks/>
            </p:cNvSpPr>
            <p:nvPr/>
          </p:nvSpPr>
          <p:spPr bwMode="auto">
            <a:xfrm>
              <a:off x="5235576" y="2057401"/>
              <a:ext cx="1484313" cy="1423988"/>
            </a:xfrm>
            <a:custGeom>
              <a:avLst/>
              <a:gdLst>
                <a:gd name="T0" fmla="*/ 878 w 913"/>
                <a:gd name="T1" fmla="*/ 747 h 878"/>
                <a:gd name="T2" fmla="*/ 881 w 913"/>
                <a:gd name="T3" fmla="*/ 746 h 878"/>
                <a:gd name="T4" fmla="*/ 809 w 913"/>
                <a:gd name="T5" fmla="*/ 247 h 878"/>
                <a:gd name="T6" fmla="*/ 135 w 913"/>
                <a:gd name="T7" fmla="*/ 225 h 878"/>
                <a:gd name="T8" fmla="*/ 77 w 913"/>
                <a:gd name="T9" fmla="*/ 772 h 878"/>
                <a:gd name="T10" fmla="*/ 78 w 913"/>
                <a:gd name="T11" fmla="*/ 772 h 878"/>
                <a:gd name="T12" fmla="*/ 878 w 913"/>
                <a:gd name="T13" fmla="*/ 747 h 878"/>
              </a:gdLst>
              <a:ahLst/>
              <a:cxnLst>
                <a:cxn ang="0">
                  <a:pos x="T0" y="T1"/>
                </a:cxn>
                <a:cxn ang="0">
                  <a:pos x="T2" y="T3"/>
                </a:cxn>
                <a:cxn ang="0">
                  <a:pos x="T4" y="T5"/>
                </a:cxn>
                <a:cxn ang="0">
                  <a:pos x="T6" y="T7"/>
                </a:cxn>
                <a:cxn ang="0">
                  <a:pos x="T8" y="T9"/>
                </a:cxn>
                <a:cxn ang="0">
                  <a:pos x="T10" y="T11"/>
                </a:cxn>
                <a:cxn ang="0">
                  <a:pos x="T12" y="T13"/>
                </a:cxn>
              </a:cxnLst>
              <a:rect l="0" t="0" r="r" b="b"/>
              <a:pathLst>
                <a:path w="913" h="878">
                  <a:moveTo>
                    <a:pt x="878" y="747"/>
                  </a:moveTo>
                  <a:cubicBezTo>
                    <a:pt x="880" y="746"/>
                    <a:pt x="881" y="746"/>
                    <a:pt x="881" y="746"/>
                  </a:cubicBezTo>
                  <a:cubicBezTo>
                    <a:pt x="913" y="526"/>
                    <a:pt x="881" y="350"/>
                    <a:pt x="809" y="247"/>
                  </a:cubicBezTo>
                  <a:cubicBezTo>
                    <a:pt x="636" y="0"/>
                    <a:pt x="253" y="67"/>
                    <a:pt x="135" y="225"/>
                  </a:cubicBezTo>
                  <a:cubicBezTo>
                    <a:pt x="0" y="407"/>
                    <a:pt x="77" y="772"/>
                    <a:pt x="77" y="772"/>
                  </a:cubicBezTo>
                  <a:cubicBezTo>
                    <a:pt x="77" y="772"/>
                    <a:pt x="78" y="772"/>
                    <a:pt x="78" y="772"/>
                  </a:cubicBezTo>
                  <a:cubicBezTo>
                    <a:pt x="467" y="878"/>
                    <a:pt x="841" y="759"/>
                    <a:pt x="878" y="747"/>
                  </a:cubicBezTo>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8" name="Freeform 7"/>
            <p:cNvSpPr>
              <a:spLocks/>
            </p:cNvSpPr>
            <p:nvPr/>
          </p:nvSpPr>
          <p:spPr bwMode="auto">
            <a:xfrm>
              <a:off x="5303838" y="2071688"/>
              <a:ext cx="1379538" cy="1041400"/>
            </a:xfrm>
            <a:custGeom>
              <a:avLst/>
              <a:gdLst>
                <a:gd name="T0" fmla="*/ 12 w 849"/>
                <a:gd name="T1" fmla="*/ 548 h 642"/>
                <a:gd name="T2" fmla="*/ 78 w 849"/>
                <a:gd name="T3" fmla="*/ 529 h 642"/>
                <a:gd name="T4" fmla="*/ 83 w 849"/>
                <a:gd name="T5" fmla="*/ 639 h 642"/>
                <a:gd name="T6" fmla="*/ 133 w 849"/>
                <a:gd name="T7" fmla="*/ 642 h 642"/>
                <a:gd name="T8" fmla="*/ 133 w 849"/>
                <a:gd name="T9" fmla="*/ 461 h 642"/>
                <a:gd name="T10" fmla="*/ 162 w 849"/>
                <a:gd name="T11" fmla="*/ 252 h 642"/>
                <a:gd name="T12" fmla="*/ 439 w 849"/>
                <a:gd name="T13" fmla="*/ 252 h 642"/>
                <a:gd name="T14" fmla="*/ 686 w 849"/>
                <a:gd name="T15" fmla="*/ 252 h 642"/>
                <a:gd name="T16" fmla="*/ 752 w 849"/>
                <a:gd name="T17" fmla="*/ 456 h 642"/>
                <a:gd name="T18" fmla="*/ 758 w 849"/>
                <a:gd name="T19" fmla="*/ 613 h 642"/>
                <a:gd name="T20" fmla="*/ 792 w 849"/>
                <a:gd name="T21" fmla="*/ 613 h 642"/>
                <a:gd name="T22" fmla="*/ 849 w 849"/>
                <a:gd name="T23" fmla="*/ 503 h 642"/>
                <a:gd name="T24" fmla="*/ 828 w 849"/>
                <a:gd name="T25" fmla="*/ 254 h 642"/>
                <a:gd name="T26" fmla="*/ 707 w 849"/>
                <a:gd name="T27" fmla="*/ 45 h 642"/>
                <a:gd name="T28" fmla="*/ 664 w 849"/>
                <a:gd name="T29" fmla="*/ 46 h 642"/>
                <a:gd name="T30" fmla="*/ 620 w 849"/>
                <a:gd name="T31" fmla="*/ 45 h 642"/>
                <a:gd name="T32" fmla="*/ 503 w 849"/>
                <a:gd name="T33" fmla="*/ 1 h 642"/>
                <a:gd name="T34" fmla="*/ 443 w 849"/>
                <a:gd name="T35" fmla="*/ 11 h 642"/>
                <a:gd name="T36" fmla="*/ 366 w 849"/>
                <a:gd name="T37" fmla="*/ 20 h 642"/>
                <a:gd name="T38" fmla="*/ 247 w 849"/>
                <a:gd name="T39" fmla="*/ 13 h 642"/>
                <a:gd name="T40" fmla="*/ 147 w 849"/>
                <a:gd name="T41" fmla="*/ 105 h 642"/>
                <a:gd name="T42" fmla="*/ 64 w 849"/>
                <a:gd name="T43" fmla="*/ 150 h 642"/>
                <a:gd name="T44" fmla="*/ 22 w 849"/>
                <a:gd name="T45" fmla="*/ 307 h 642"/>
                <a:gd name="T46" fmla="*/ 12 w 849"/>
                <a:gd name="T47" fmla="*/ 548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9" h="642">
                  <a:moveTo>
                    <a:pt x="12" y="548"/>
                  </a:moveTo>
                  <a:cubicBezTo>
                    <a:pt x="12" y="548"/>
                    <a:pt x="38" y="495"/>
                    <a:pt x="78" y="529"/>
                  </a:cubicBezTo>
                  <a:cubicBezTo>
                    <a:pt x="119" y="563"/>
                    <a:pt x="83" y="639"/>
                    <a:pt x="83" y="639"/>
                  </a:cubicBezTo>
                  <a:cubicBezTo>
                    <a:pt x="133" y="642"/>
                    <a:pt x="133" y="642"/>
                    <a:pt x="133" y="642"/>
                  </a:cubicBezTo>
                  <a:cubicBezTo>
                    <a:pt x="133" y="642"/>
                    <a:pt x="154" y="535"/>
                    <a:pt x="133" y="461"/>
                  </a:cubicBezTo>
                  <a:cubicBezTo>
                    <a:pt x="113" y="386"/>
                    <a:pt x="115" y="299"/>
                    <a:pt x="162" y="252"/>
                  </a:cubicBezTo>
                  <a:cubicBezTo>
                    <a:pt x="209" y="205"/>
                    <a:pt x="277" y="252"/>
                    <a:pt x="439" y="252"/>
                  </a:cubicBezTo>
                  <a:cubicBezTo>
                    <a:pt x="601" y="252"/>
                    <a:pt x="622" y="194"/>
                    <a:pt x="686" y="252"/>
                  </a:cubicBezTo>
                  <a:cubicBezTo>
                    <a:pt x="750" y="309"/>
                    <a:pt x="758" y="394"/>
                    <a:pt x="752" y="456"/>
                  </a:cubicBezTo>
                  <a:cubicBezTo>
                    <a:pt x="745" y="518"/>
                    <a:pt x="758" y="613"/>
                    <a:pt x="758" y="613"/>
                  </a:cubicBezTo>
                  <a:cubicBezTo>
                    <a:pt x="792" y="613"/>
                    <a:pt x="792" y="613"/>
                    <a:pt x="792" y="613"/>
                  </a:cubicBezTo>
                  <a:cubicBezTo>
                    <a:pt x="792" y="613"/>
                    <a:pt x="769" y="458"/>
                    <a:pt x="849" y="503"/>
                  </a:cubicBezTo>
                  <a:cubicBezTo>
                    <a:pt x="849" y="503"/>
                    <a:pt x="828" y="329"/>
                    <a:pt x="828" y="254"/>
                  </a:cubicBezTo>
                  <a:cubicBezTo>
                    <a:pt x="828" y="162"/>
                    <a:pt x="784" y="67"/>
                    <a:pt x="707" y="45"/>
                  </a:cubicBezTo>
                  <a:cubicBezTo>
                    <a:pt x="692" y="41"/>
                    <a:pt x="678" y="43"/>
                    <a:pt x="664" y="46"/>
                  </a:cubicBezTo>
                  <a:cubicBezTo>
                    <a:pt x="649" y="48"/>
                    <a:pt x="634" y="51"/>
                    <a:pt x="620" y="45"/>
                  </a:cubicBezTo>
                  <a:cubicBezTo>
                    <a:pt x="578" y="30"/>
                    <a:pt x="538" y="2"/>
                    <a:pt x="503" y="1"/>
                  </a:cubicBezTo>
                  <a:cubicBezTo>
                    <a:pt x="476" y="0"/>
                    <a:pt x="459" y="5"/>
                    <a:pt x="443" y="11"/>
                  </a:cubicBezTo>
                  <a:cubicBezTo>
                    <a:pt x="424" y="18"/>
                    <a:pt x="405" y="24"/>
                    <a:pt x="366" y="20"/>
                  </a:cubicBezTo>
                  <a:cubicBezTo>
                    <a:pt x="347" y="18"/>
                    <a:pt x="290" y="1"/>
                    <a:pt x="247" y="13"/>
                  </a:cubicBezTo>
                  <a:cubicBezTo>
                    <a:pt x="205" y="26"/>
                    <a:pt x="179" y="92"/>
                    <a:pt x="147" y="105"/>
                  </a:cubicBezTo>
                  <a:cubicBezTo>
                    <a:pt x="115" y="118"/>
                    <a:pt x="100" y="107"/>
                    <a:pt x="64" y="150"/>
                  </a:cubicBezTo>
                  <a:cubicBezTo>
                    <a:pt x="29" y="192"/>
                    <a:pt x="25" y="284"/>
                    <a:pt x="22" y="307"/>
                  </a:cubicBezTo>
                  <a:cubicBezTo>
                    <a:pt x="20" y="331"/>
                    <a:pt x="0" y="492"/>
                    <a:pt x="12" y="548"/>
                  </a:cubicBezTo>
                </a:path>
              </a:pathLst>
            </a:custGeom>
            <a:solidFill>
              <a:srgbClr val="BC85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9" name="Freeform 8"/>
            <p:cNvSpPr>
              <a:spLocks/>
            </p:cNvSpPr>
            <p:nvPr/>
          </p:nvSpPr>
          <p:spPr bwMode="auto">
            <a:xfrm>
              <a:off x="5922963" y="2852738"/>
              <a:ext cx="177800" cy="263525"/>
            </a:xfrm>
            <a:custGeom>
              <a:avLst/>
              <a:gdLst>
                <a:gd name="T0" fmla="*/ 56 w 109"/>
                <a:gd name="T1" fmla="*/ 0 h 162"/>
                <a:gd name="T2" fmla="*/ 32 w 109"/>
                <a:gd name="T3" fmla="*/ 136 h 162"/>
                <a:gd name="T4" fmla="*/ 100 w 109"/>
                <a:gd name="T5" fmla="*/ 121 h 162"/>
                <a:gd name="T6" fmla="*/ 56 w 109"/>
                <a:gd name="T7" fmla="*/ 0 h 162"/>
              </a:gdLst>
              <a:ahLst/>
              <a:cxnLst>
                <a:cxn ang="0">
                  <a:pos x="T0" y="T1"/>
                </a:cxn>
                <a:cxn ang="0">
                  <a:pos x="T2" y="T3"/>
                </a:cxn>
                <a:cxn ang="0">
                  <a:pos x="T4" y="T5"/>
                </a:cxn>
                <a:cxn ang="0">
                  <a:pos x="T6" y="T7"/>
                </a:cxn>
              </a:cxnLst>
              <a:rect l="0" t="0" r="r" b="b"/>
              <a:pathLst>
                <a:path w="109" h="162">
                  <a:moveTo>
                    <a:pt x="56" y="0"/>
                  </a:moveTo>
                  <a:cubicBezTo>
                    <a:pt x="56" y="0"/>
                    <a:pt x="0" y="111"/>
                    <a:pt x="32" y="136"/>
                  </a:cubicBezTo>
                  <a:cubicBezTo>
                    <a:pt x="64" y="162"/>
                    <a:pt x="92" y="145"/>
                    <a:pt x="100" y="121"/>
                  </a:cubicBezTo>
                  <a:cubicBezTo>
                    <a:pt x="109" y="98"/>
                    <a:pt x="56" y="0"/>
                    <a:pt x="56" y="0"/>
                  </a:cubicBezTo>
                  <a:close/>
                </a:path>
              </a:pathLst>
            </a:custGeom>
            <a:solidFill>
              <a:srgbClr val="E9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0" name="Freeform 9"/>
            <p:cNvSpPr>
              <a:spLocks/>
            </p:cNvSpPr>
            <p:nvPr/>
          </p:nvSpPr>
          <p:spPr bwMode="auto">
            <a:xfrm>
              <a:off x="5826126" y="2803526"/>
              <a:ext cx="92075" cy="92075"/>
            </a:xfrm>
            <a:custGeom>
              <a:avLst/>
              <a:gdLst>
                <a:gd name="T0" fmla="*/ 44 w 57"/>
                <a:gd name="T1" fmla="*/ 5 h 57"/>
                <a:gd name="T2" fmla="*/ 38 w 57"/>
                <a:gd name="T3" fmla="*/ 1 h 57"/>
                <a:gd name="T4" fmla="*/ 23 w 57"/>
                <a:gd name="T5" fmla="*/ 1 h 57"/>
                <a:gd name="T6" fmla="*/ 15 w 57"/>
                <a:gd name="T7" fmla="*/ 4 h 57"/>
                <a:gd name="T8" fmla="*/ 2 w 57"/>
                <a:gd name="T9" fmla="*/ 18 h 57"/>
                <a:gd name="T10" fmla="*/ 4 w 57"/>
                <a:gd name="T11" fmla="*/ 38 h 57"/>
                <a:gd name="T12" fmla="*/ 42 w 57"/>
                <a:gd name="T13" fmla="*/ 50 h 57"/>
                <a:gd name="T14" fmla="*/ 56 w 57"/>
                <a:gd name="T15" fmla="*/ 29 h 57"/>
                <a:gd name="T16" fmla="*/ 44 w 5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57">
                  <a:moveTo>
                    <a:pt x="44" y="5"/>
                  </a:moveTo>
                  <a:cubicBezTo>
                    <a:pt x="42" y="3"/>
                    <a:pt x="40" y="2"/>
                    <a:pt x="38" y="1"/>
                  </a:cubicBezTo>
                  <a:cubicBezTo>
                    <a:pt x="33" y="0"/>
                    <a:pt x="28" y="0"/>
                    <a:pt x="23" y="1"/>
                  </a:cubicBezTo>
                  <a:cubicBezTo>
                    <a:pt x="21" y="2"/>
                    <a:pt x="18" y="3"/>
                    <a:pt x="15" y="4"/>
                  </a:cubicBezTo>
                  <a:cubicBezTo>
                    <a:pt x="9" y="6"/>
                    <a:pt x="4" y="13"/>
                    <a:pt x="2" y="18"/>
                  </a:cubicBezTo>
                  <a:cubicBezTo>
                    <a:pt x="0" y="25"/>
                    <a:pt x="1" y="32"/>
                    <a:pt x="4" y="38"/>
                  </a:cubicBezTo>
                  <a:cubicBezTo>
                    <a:pt x="10" y="52"/>
                    <a:pt x="28" y="57"/>
                    <a:pt x="42" y="50"/>
                  </a:cubicBezTo>
                  <a:cubicBezTo>
                    <a:pt x="50" y="46"/>
                    <a:pt x="56" y="38"/>
                    <a:pt x="56" y="29"/>
                  </a:cubicBezTo>
                  <a:cubicBezTo>
                    <a:pt x="57" y="19"/>
                    <a:pt x="52" y="10"/>
                    <a:pt x="44" y="5"/>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 name="Freeform 10"/>
            <p:cNvSpPr>
              <a:spLocks/>
            </p:cNvSpPr>
            <p:nvPr/>
          </p:nvSpPr>
          <p:spPr bwMode="auto">
            <a:xfrm>
              <a:off x="6091238" y="2813051"/>
              <a:ext cx="73025" cy="53975"/>
            </a:xfrm>
            <a:custGeom>
              <a:avLst/>
              <a:gdLst>
                <a:gd name="T0" fmla="*/ 23 w 44"/>
                <a:gd name="T1" fmla="*/ 0 h 33"/>
                <a:gd name="T2" fmla="*/ 21 w 44"/>
                <a:gd name="T3" fmla="*/ 33 h 33"/>
                <a:gd name="T4" fmla="*/ 23 w 44"/>
                <a:gd name="T5" fmla="*/ 0 h 33"/>
              </a:gdLst>
              <a:ahLst/>
              <a:cxnLst>
                <a:cxn ang="0">
                  <a:pos x="T0" y="T1"/>
                </a:cxn>
                <a:cxn ang="0">
                  <a:pos x="T2" y="T3"/>
                </a:cxn>
                <a:cxn ang="0">
                  <a:pos x="T4" y="T5"/>
                </a:cxn>
              </a:cxnLst>
              <a:rect l="0" t="0" r="r" b="b"/>
              <a:pathLst>
                <a:path w="44" h="33">
                  <a:moveTo>
                    <a:pt x="23" y="0"/>
                  </a:moveTo>
                  <a:cubicBezTo>
                    <a:pt x="2" y="0"/>
                    <a:pt x="0" y="33"/>
                    <a:pt x="21" y="33"/>
                  </a:cubicBezTo>
                  <a:cubicBezTo>
                    <a:pt x="42" y="33"/>
                    <a:pt x="44" y="0"/>
                    <a:pt x="23" y="0"/>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2" name="Freeform 11"/>
            <p:cNvSpPr>
              <a:spLocks/>
            </p:cNvSpPr>
            <p:nvPr/>
          </p:nvSpPr>
          <p:spPr bwMode="auto">
            <a:xfrm>
              <a:off x="6005513" y="3157538"/>
              <a:ext cx="52388" cy="93663"/>
            </a:xfrm>
            <a:custGeom>
              <a:avLst/>
              <a:gdLst>
                <a:gd name="T0" fmla="*/ 22 w 32"/>
                <a:gd name="T1" fmla="*/ 4 h 57"/>
                <a:gd name="T2" fmla="*/ 4 w 32"/>
                <a:gd name="T3" fmla="*/ 13 h 57"/>
                <a:gd name="T4" fmla="*/ 11 w 32"/>
                <a:gd name="T5" fmla="*/ 36 h 57"/>
                <a:gd name="T6" fmla="*/ 13 w 32"/>
                <a:gd name="T7" fmla="*/ 37 h 57"/>
                <a:gd name="T8" fmla="*/ 5 w 32"/>
                <a:gd name="T9" fmla="*/ 45 h 57"/>
                <a:gd name="T10" fmla="*/ 11 w 32"/>
                <a:gd name="T11" fmla="*/ 55 h 57"/>
                <a:gd name="T12" fmla="*/ 31 w 32"/>
                <a:gd name="T13" fmla="*/ 30 h 57"/>
                <a:gd name="T14" fmla="*/ 22 w 32"/>
                <a:gd name="T15" fmla="*/ 4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7">
                  <a:moveTo>
                    <a:pt x="22" y="4"/>
                  </a:moveTo>
                  <a:cubicBezTo>
                    <a:pt x="14" y="0"/>
                    <a:pt x="7" y="5"/>
                    <a:pt x="4" y="13"/>
                  </a:cubicBezTo>
                  <a:cubicBezTo>
                    <a:pt x="1" y="21"/>
                    <a:pt x="4" y="32"/>
                    <a:pt x="11" y="36"/>
                  </a:cubicBezTo>
                  <a:cubicBezTo>
                    <a:pt x="12" y="37"/>
                    <a:pt x="12" y="37"/>
                    <a:pt x="13" y="37"/>
                  </a:cubicBezTo>
                  <a:cubicBezTo>
                    <a:pt x="11" y="40"/>
                    <a:pt x="8" y="43"/>
                    <a:pt x="5" y="45"/>
                  </a:cubicBezTo>
                  <a:cubicBezTo>
                    <a:pt x="0" y="50"/>
                    <a:pt x="6" y="57"/>
                    <a:pt x="11" y="55"/>
                  </a:cubicBezTo>
                  <a:cubicBezTo>
                    <a:pt x="22" y="51"/>
                    <a:pt x="29" y="41"/>
                    <a:pt x="31" y="30"/>
                  </a:cubicBezTo>
                  <a:cubicBezTo>
                    <a:pt x="32" y="22"/>
                    <a:pt x="31" y="8"/>
                    <a:pt x="22" y="4"/>
                  </a:cubicBezTo>
                  <a:close/>
                </a:path>
              </a:pathLst>
            </a:custGeom>
            <a:solidFill>
              <a:srgbClr val="8337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3" name="Freeform 12"/>
            <p:cNvSpPr>
              <a:spLocks noEditPoints="1"/>
            </p:cNvSpPr>
            <p:nvPr/>
          </p:nvSpPr>
          <p:spPr bwMode="auto">
            <a:xfrm>
              <a:off x="5813426" y="2520951"/>
              <a:ext cx="358775" cy="209550"/>
            </a:xfrm>
            <a:custGeom>
              <a:avLst/>
              <a:gdLst>
                <a:gd name="T0" fmla="*/ 206 w 220"/>
                <a:gd name="T1" fmla="*/ 67 h 129"/>
                <a:gd name="T2" fmla="*/ 127 w 220"/>
                <a:gd name="T3" fmla="*/ 89 h 129"/>
                <a:gd name="T4" fmla="*/ 122 w 220"/>
                <a:gd name="T5" fmla="*/ 89 h 129"/>
                <a:gd name="T6" fmla="*/ 132 w 220"/>
                <a:gd name="T7" fmla="*/ 28 h 129"/>
                <a:gd name="T8" fmla="*/ 78 w 220"/>
                <a:gd name="T9" fmla="*/ 14 h 129"/>
                <a:gd name="T10" fmla="*/ 61 w 220"/>
                <a:gd name="T11" fmla="*/ 61 h 129"/>
                <a:gd name="T12" fmla="*/ 94 w 220"/>
                <a:gd name="T13" fmla="*/ 96 h 129"/>
                <a:gd name="T14" fmla="*/ 9 w 220"/>
                <a:gd name="T15" fmla="*/ 100 h 129"/>
                <a:gd name="T16" fmla="*/ 4 w 220"/>
                <a:gd name="T17" fmla="*/ 107 h 129"/>
                <a:gd name="T18" fmla="*/ 109 w 220"/>
                <a:gd name="T19" fmla="*/ 102 h 129"/>
                <a:gd name="T20" fmla="*/ 216 w 220"/>
                <a:gd name="T21" fmla="*/ 75 h 129"/>
                <a:gd name="T22" fmla="*/ 206 w 220"/>
                <a:gd name="T23" fmla="*/ 67 h 129"/>
                <a:gd name="T24" fmla="*/ 75 w 220"/>
                <a:gd name="T25" fmla="*/ 45 h 129"/>
                <a:gd name="T26" fmla="*/ 88 w 220"/>
                <a:gd name="T27" fmla="*/ 25 h 129"/>
                <a:gd name="T28" fmla="*/ 122 w 220"/>
                <a:gd name="T29" fmla="*/ 39 h 129"/>
                <a:gd name="T30" fmla="*/ 108 w 220"/>
                <a:gd name="T31" fmla="*/ 84 h 129"/>
                <a:gd name="T32" fmla="*/ 75 w 220"/>
                <a:gd name="T33" fmla="*/ 4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129">
                  <a:moveTo>
                    <a:pt x="206" y="67"/>
                  </a:moveTo>
                  <a:cubicBezTo>
                    <a:pt x="184" y="87"/>
                    <a:pt x="156" y="94"/>
                    <a:pt x="127" y="89"/>
                  </a:cubicBezTo>
                  <a:cubicBezTo>
                    <a:pt x="125" y="89"/>
                    <a:pt x="124" y="89"/>
                    <a:pt x="122" y="89"/>
                  </a:cubicBezTo>
                  <a:cubicBezTo>
                    <a:pt x="137" y="71"/>
                    <a:pt x="142" y="50"/>
                    <a:pt x="132" y="28"/>
                  </a:cubicBezTo>
                  <a:cubicBezTo>
                    <a:pt x="122" y="6"/>
                    <a:pt x="97" y="0"/>
                    <a:pt x="78" y="14"/>
                  </a:cubicBezTo>
                  <a:cubicBezTo>
                    <a:pt x="64" y="24"/>
                    <a:pt x="57" y="44"/>
                    <a:pt x="61" y="61"/>
                  </a:cubicBezTo>
                  <a:cubicBezTo>
                    <a:pt x="65" y="77"/>
                    <a:pt x="80" y="88"/>
                    <a:pt x="94" y="96"/>
                  </a:cubicBezTo>
                  <a:cubicBezTo>
                    <a:pt x="70" y="112"/>
                    <a:pt x="34" y="117"/>
                    <a:pt x="9" y="100"/>
                  </a:cubicBezTo>
                  <a:cubicBezTo>
                    <a:pt x="5" y="97"/>
                    <a:pt x="0" y="104"/>
                    <a:pt x="4" y="107"/>
                  </a:cubicBezTo>
                  <a:cubicBezTo>
                    <a:pt x="33" y="129"/>
                    <a:pt x="79" y="123"/>
                    <a:pt x="109" y="102"/>
                  </a:cubicBezTo>
                  <a:cubicBezTo>
                    <a:pt x="145" y="114"/>
                    <a:pt x="194" y="108"/>
                    <a:pt x="216" y="75"/>
                  </a:cubicBezTo>
                  <a:cubicBezTo>
                    <a:pt x="220" y="69"/>
                    <a:pt x="212" y="62"/>
                    <a:pt x="206" y="67"/>
                  </a:cubicBezTo>
                  <a:close/>
                  <a:moveTo>
                    <a:pt x="75" y="45"/>
                  </a:moveTo>
                  <a:cubicBezTo>
                    <a:pt x="77" y="37"/>
                    <a:pt x="82" y="30"/>
                    <a:pt x="88" y="25"/>
                  </a:cubicBezTo>
                  <a:cubicBezTo>
                    <a:pt x="102" y="11"/>
                    <a:pt x="116" y="28"/>
                    <a:pt x="122" y="39"/>
                  </a:cubicBezTo>
                  <a:cubicBezTo>
                    <a:pt x="129" y="55"/>
                    <a:pt x="119" y="73"/>
                    <a:pt x="108" y="84"/>
                  </a:cubicBezTo>
                  <a:cubicBezTo>
                    <a:pt x="89" y="78"/>
                    <a:pt x="71" y="64"/>
                    <a:pt x="7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4" name="Freeform 13"/>
            <p:cNvSpPr>
              <a:spLocks/>
            </p:cNvSpPr>
            <p:nvPr/>
          </p:nvSpPr>
          <p:spPr bwMode="auto">
            <a:xfrm>
              <a:off x="5568951" y="5072063"/>
              <a:ext cx="196850" cy="79375"/>
            </a:xfrm>
            <a:custGeom>
              <a:avLst/>
              <a:gdLst>
                <a:gd name="T0" fmla="*/ 67 w 121"/>
                <a:gd name="T1" fmla="*/ 4 h 49"/>
                <a:gd name="T2" fmla="*/ 33 w 121"/>
                <a:gd name="T3" fmla="*/ 7 h 49"/>
                <a:gd name="T4" fmla="*/ 8 w 121"/>
                <a:gd name="T5" fmla="*/ 21 h 49"/>
                <a:gd name="T6" fmla="*/ 39 w 121"/>
                <a:gd name="T7" fmla="*/ 48 h 49"/>
                <a:gd name="T8" fmla="*/ 93 w 121"/>
                <a:gd name="T9" fmla="*/ 40 h 49"/>
                <a:gd name="T10" fmla="*/ 112 w 121"/>
                <a:gd name="T11" fmla="*/ 0 h 49"/>
                <a:gd name="T12" fmla="*/ 67 w 121"/>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121" h="49">
                  <a:moveTo>
                    <a:pt x="67" y="4"/>
                  </a:moveTo>
                  <a:cubicBezTo>
                    <a:pt x="67" y="4"/>
                    <a:pt x="39" y="6"/>
                    <a:pt x="33" y="7"/>
                  </a:cubicBezTo>
                  <a:cubicBezTo>
                    <a:pt x="23" y="8"/>
                    <a:pt x="12" y="12"/>
                    <a:pt x="8" y="21"/>
                  </a:cubicBezTo>
                  <a:cubicBezTo>
                    <a:pt x="0" y="41"/>
                    <a:pt x="25" y="48"/>
                    <a:pt x="39" y="48"/>
                  </a:cubicBezTo>
                  <a:cubicBezTo>
                    <a:pt x="58" y="49"/>
                    <a:pt x="76" y="45"/>
                    <a:pt x="93" y="40"/>
                  </a:cubicBezTo>
                  <a:cubicBezTo>
                    <a:pt x="121" y="33"/>
                    <a:pt x="112" y="0"/>
                    <a:pt x="112" y="0"/>
                  </a:cubicBezTo>
                  <a:lnTo>
                    <a:pt x="67" y="4"/>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5" name="Freeform 14"/>
            <p:cNvSpPr>
              <a:spLocks/>
            </p:cNvSpPr>
            <p:nvPr/>
          </p:nvSpPr>
          <p:spPr bwMode="auto">
            <a:xfrm>
              <a:off x="6261101" y="5062538"/>
              <a:ext cx="209550" cy="85725"/>
            </a:xfrm>
            <a:custGeom>
              <a:avLst/>
              <a:gdLst>
                <a:gd name="T0" fmla="*/ 0 w 129"/>
                <a:gd name="T1" fmla="*/ 16 h 53"/>
                <a:gd name="T2" fmla="*/ 104 w 129"/>
                <a:gd name="T3" fmla="*/ 41 h 53"/>
                <a:gd name="T4" fmla="*/ 111 w 129"/>
                <a:gd name="T5" fmla="*/ 5 h 53"/>
                <a:gd name="T6" fmla="*/ 79 w 129"/>
                <a:gd name="T7" fmla="*/ 3 h 53"/>
                <a:gd name="T8" fmla="*/ 47 w 129"/>
                <a:gd name="T9" fmla="*/ 6 h 53"/>
                <a:gd name="T10" fmla="*/ 0 w 129"/>
                <a:gd name="T11" fmla="*/ 16 h 53"/>
              </a:gdLst>
              <a:ahLst/>
              <a:cxnLst>
                <a:cxn ang="0">
                  <a:pos x="T0" y="T1"/>
                </a:cxn>
                <a:cxn ang="0">
                  <a:pos x="T2" y="T3"/>
                </a:cxn>
                <a:cxn ang="0">
                  <a:pos x="T4" y="T5"/>
                </a:cxn>
                <a:cxn ang="0">
                  <a:pos x="T6" y="T7"/>
                </a:cxn>
                <a:cxn ang="0">
                  <a:pos x="T8" y="T9"/>
                </a:cxn>
                <a:cxn ang="0">
                  <a:pos x="T10" y="T11"/>
                </a:cxn>
              </a:cxnLst>
              <a:rect l="0" t="0" r="r" b="b"/>
              <a:pathLst>
                <a:path w="129" h="53">
                  <a:moveTo>
                    <a:pt x="0" y="16"/>
                  </a:moveTo>
                  <a:cubicBezTo>
                    <a:pt x="5" y="53"/>
                    <a:pt x="78" y="49"/>
                    <a:pt x="104" y="41"/>
                  </a:cubicBezTo>
                  <a:cubicBezTo>
                    <a:pt x="122" y="35"/>
                    <a:pt x="129" y="16"/>
                    <a:pt x="111" y="5"/>
                  </a:cubicBezTo>
                  <a:cubicBezTo>
                    <a:pt x="102" y="0"/>
                    <a:pt x="89" y="2"/>
                    <a:pt x="79" y="3"/>
                  </a:cubicBezTo>
                  <a:cubicBezTo>
                    <a:pt x="69" y="5"/>
                    <a:pt x="47" y="6"/>
                    <a:pt x="47" y="6"/>
                  </a:cubicBezTo>
                  <a:lnTo>
                    <a:pt x="0" y="16"/>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 name="Freeform 15"/>
            <p:cNvSpPr>
              <a:spLocks/>
            </p:cNvSpPr>
            <p:nvPr/>
          </p:nvSpPr>
          <p:spPr bwMode="auto">
            <a:xfrm>
              <a:off x="5365751" y="4254501"/>
              <a:ext cx="1274763" cy="835025"/>
            </a:xfrm>
            <a:custGeom>
              <a:avLst/>
              <a:gdLst>
                <a:gd name="T0" fmla="*/ 785 w 785"/>
                <a:gd name="T1" fmla="*/ 2 h 515"/>
                <a:gd name="T2" fmla="*/ 772 w 785"/>
                <a:gd name="T3" fmla="*/ 0 h 515"/>
                <a:gd name="T4" fmla="*/ 2 w 785"/>
                <a:gd name="T5" fmla="*/ 0 h 515"/>
                <a:gd name="T6" fmla="*/ 0 w 785"/>
                <a:gd name="T7" fmla="*/ 4 h 515"/>
                <a:gd name="T8" fmla="*/ 165 w 785"/>
                <a:gd name="T9" fmla="*/ 128 h 515"/>
                <a:gd name="T10" fmla="*/ 167 w 785"/>
                <a:gd name="T11" fmla="*/ 271 h 515"/>
                <a:gd name="T12" fmla="*/ 191 w 785"/>
                <a:gd name="T13" fmla="*/ 502 h 515"/>
                <a:gd name="T14" fmla="*/ 192 w 785"/>
                <a:gd name="T15" fmla="*/ 509 h 515"/>
                <a:gd name="T16" fmla="*/ 237 w 785"/>
                <a:gd name="T17" fmla="*/ 505 h 515"/>
                <a:gd name="T18" fmla="*/ 237 w 785"/>
                <a:gd name="T19" fmla="*/ 498 h 515"/>
                <a:gd name="T20" fmla="*/ 237 w 785"/>
                <a:gd name="T21" fmla="*/ 295 h 515"/>
                <a:gd name="T22" fmla="*/ 263 w 785"/>
                <a:gd name="T23" fmla="*/ 162 h 515"/>
                <a:gd name="T24" fmla="*/ 497 w 785"/>
                <a:gd name="T25" fmla="*/ 161 h 515"/>
                <a:gd name="T26" fmla="*/ 538 w 785"/>
                <a:gd name="T27" fmla="*/ 339 h 515"/>
                <a:gd name="T28" fmla="*/ 550 w 785"/>
                <a:gd name="T29" fmla="*/ 515 h 515"/>
                <a:gd name="T30" fmla="*/ 552 w 785"/>
                <a:gd name="T31" fmla="*/ 515 h 515"/>
                <a:gd name="T32" fmla="*/ 598 w 785"/>
                <a:gd name="T33" fmla="*/ 505 h 515"/>
                <a:gd name="T34" fmla="*/ 598 w 785"/>
                <a:gd name="T35" fmla="*/ 502 h 515"/>
                <a:gd name="T36" fmla="*/ 601 w 785"/>
                <a:gd name="T37" fmla="*/ 315 h 515"/>
                <a:gd name="T38" fmla="*/ 591 w 785"/>
                <a:gd name="T39" fmla="*/ 137 h 515"/>
                <a:gd name="T40" fmla="*/ 785 w 785"/>
                <a:gd name="T41" fmla="*/ 2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515">
                  <a:moveTo>
                    <a:pt x="785" y="2"/>
                  </a:moveTo>
                  <a:cubicBezTo>
                    <a:pt x="785" y="2"/>
                    <a:pt x="781" y="1"/>
                    <a:pt x="772" y="0"/>
                  </a:cubicBezTo>
                  <a:cubicBezTo>
                    <a:pt x="396" y="81"/>
                    <a:pt x="35" y="7"/>
                    <a:pt x="2" y="0"/>
                  </a:cubicBezTo>
                  <a:cubicBezTo>
                    <a:pt x="1" y="1"/>
                    <a:pt x="0" y="3"/>
                    <a:pt x="0" y="4"/>
                  </a:cubicBezTo>
                  <a:cubicBezTo>
                    <a:pt x="0" y="4"/>
                    <a:pt x="21" y="60"/>
                    <a:pt x="165" y="128"/>
                  </a:cubicBezTo>
                  <a:cubicBezTo>
                    <a:pt x="165" y="128"/>
                    <a:pt x="164" y="192"/>
                    <a:pt x="167" y="271"/>
                  </a:cubicBezTo>
                  <a:cubicBezTo>
                    <a:pt x="170" y="366"/>
                    <a:pt x="187" y="474"/>
                    <a:pt x="191" y="502"/>
                  </a:cubicBezTo>
                  <a:cubicBezTo>
                    <a:pt x="192" y="507"/>
                    <a:pt x="192" y="509"/>
                    <a:pt x="192" y="509"/>
                  </a:cubicBezTo>
                  <a:cubicBezTo>
                    <a:pt x="237" y="505"/>
                    <a:pt x="237" y="505"/>
                    <a:pt x="237" y="505"/>
                  </a:cubicBezTo>
                  <a:cubicBezTo>
                    <a:pt x="237" y="505"/>
                    <a:pt x="237" y="502"/>
                    <a:pt x="237" y="498"/>
                  </a:cubicBezTo>
                  <a:cubicBezTo>
                    <a:pt x="235" y="471"/>
                    <a:pt x="230" y="363"/>
                    <a:pt x="237" y="295"/>
                  </a:cubicBezTo>
                  <a:cubicBezTo>
                    <a:pt x="243" y="231"/>
                    <a:pt x="263" y="162"/>
                    <a:pt x="263" y="162"/>
                  </a:cubicBezTo>
                  <a:cubicBezTo>
                    <a:pt x="263" y="162"/>
                    <a:pt x="395" y="188"/>
                    <a:pt x="497" y="161"/>
                  </a:cubicBezTo>
                  <a:cubicBezTo>
                    <a:pt x="497" y="161"/>
                    <a:pt x="532" y="285"/>
                    <a:pt x="538" y="339"/>
                  </a:cubicBezTo>
                  <a:cubicBezTo>
                    <a:pt x="543" y="386"/>
                    <a:pt x="550" y="515"/>
                    <a:pt x="550" y="515"/>
                  </a:cubicBezTo>
                  <a:cubicBezTo>
                    <a:pt x="552" y="515"/>
                    <a:pt x="552" y="515"/>
                    <a:pt x="552" y="515"/>
                  </a:cubicBezTo>
                  <a:cubicBezTo>
                    <a:pt x="598" y="505"/>
                    <a:pt x="598" y="505"/>
                    <a:pt x="598" y="505"/>
                  </a:cubicBezTo>
                  <a:cubicBezTo>
                    <a:pt x="598" y="505"/>
                    <a:pt x="598" y="504"/>
                    <a:pt x="598" y="502"/>
                  </a:cubicBezTo>
                  <a:cubicBezTo>
                    <a:pt x="600" y="481"/>
                    <a:pt x="606" y="380"/>
                    <a:pt x="601" y="315"/>
                  </a:cubicBezTo>
                  <a:cubicBezTo>
                    <a:pt x="597" y="276"/>
                    <a:pt x="603" y="228"/>
                    <a:pt x="591" y="137"/>
                  </a:cubicBezTo>
                  <a:cubicBezTo>
                    <a:pt x="591" y="137"/>
                    <a:pt x="735" y="63"/>
                    <a:pt x="785" y="2"/>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7" name="Freeform 16"/>
            <p:cNvSpPr>
              <a:spLocks/>
            </p:cNvSpPr>
            <p:nvPr/>
          </p:nvSpPr>
          <p:spPr bwMode="auto">
            <a:xfrm>
              <a:off x="6470651" y="1527176"/>
              <a:ext cx="330200" cy="403225"/>
            </a:xfrm>
            <a:custGeom>
              <a:avLst/>
              <a:gdLst>
                <a:gd name="T0" fmla="*/ 188 w 203"/>
                <a:gd name="T1" fmla="*/ 66 h 249"/>
                <a:gd name="T2" fmla="*/ 89 w 203"/>
                <a:gd name="T3" fmla="*/ 0 h 249"/>
                <a:gd name="T4" fmla="*/ 17 w 203"/>
                <a:gd name="T5" fmla="*/ 67 h 249"/>
                <a:gd name="T6" fmla="*/ 31 w 203"/>
                <a:gd name="T7" fmla="*/ 69 h 249"/>
                <a:gd name="T8" fmla="*/ 105 w 203"/>
                <a:gd name="T9" fmla="*/ 50 h 249"/>
                <a:gd name="T10" fmla="*/ 142 w 203"/>
                <a:gd name="T11" fmla="*/ 103 h 249"/>
                <a:gd name="T12" fmla="*/ 88 w 203"/>
                <a:gd name="T13" fmla="*/ 148 h 249"/>
                <a:gd name="T14" fmla="*/ 50 w 203"/>
                <a:gd name="T15" fmla="*/ 222 h 249"/>
                <a:gd name="T16" fmla="*/ 72 w 203"/>
                <a:gd name="T17" fmla="*/ 247 h 249"/>
                <a:gd name="T18" fmla="*/ 93 w 203"/>
                <a:gd name="T19" fmla="*/ 243 h 249"/>
                <a:gd name="T20" fmla="*/ 104 w 203"/>
                <a:gd name="T21" fmla="*/ 219 h 249"/>
                <a:gd name="T22" fmla="*/ 158 w 203"/>
                <a:gd name="T23" fmla="*/ 159 h 249"/>
                <a:gd name="T24" fmla="*/ 188 w 203"/>
                <a:gd name="T25" fmla="*/ 6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49">
                  <a:moveTo>
                    <a:pt x="188" y="66"/>
                  </a:moveTo>
                  <a:cubicBezTo>
                    <a:pt x="172" y="26"/>
                    <a:pt x="132" y="1"/>
                    <a:pt x="89" y="0"/>
                  </a:cubicBezTo>
                  <a:cubicBezTo>
                    <a:pt x="54" y="0"/>
                    <a:pt x="0" y="22"/>
                    <a:pt x="17" y="67"/>
                  </a:cubicBezTo>
                  <a:cubicBezTo>
                    <a:pt x="19" y="72"/>
                    <a:pt x="26" y="74"/>
                    <a:pt x="31" y="69"/>
                  </a:cubicBezTo>
                  <a:cubicBezTo>
                    <a:pt x="51" y="46"/>
                    <a:pt x="75" y="42"/>
                    <a:pt x="105" y="50"/>
                  </a:cubicBezTo>
                  <a:cubicBezTo>
                    <a:pt x="125" y="55"/>
                    <a:pt x="153" y="80"/>
                    <a:pt x="142" y="103"/>
                  </a:cubicBezTo>
                  <a:cubicBezTo>
                    <a:pt x="133" y="122"/>
                    <a:pt x="104" y="135"/>
                    <a:pt x="88" y="148"/>
                  </a:cubicBezTo>
                  <a:cubicBezTo>
                    <a:pt x="65" y="167"/>
                    <a:pt x="48" y="192"/>
                    <a:pt x="50" y="222"/>
                  </a:cubicBezTo>
                  <a:cubicBezTo>
                    <a:pt x="51" y="235"/>
                    <a:pt x="60" y="244"/>
                    <a:pt x="72" y="247"/>
                  </a:cubicBezTo>
                  <a:cubicBezTo>
                    <a:pt x="80" y="249"/>
                    <a:pt x="86" y="247"/>
                    <a:pt x="93" y="243"/>
                  </a:cubicBezTo>
                  <a:cubicBezTo>
                    <a:pt x="100" y="238"/>
                    <a:pt x="105" y="229"/>
                    <a:pt x="104" y="219"/>
                  </a:cubicBezTo>
                  <a:cubicBezTo>
                    <a:pt x="102" y="192"/>
                    <a:pt x="140" y="174"/>
                    <a:pt x="158" y="159"/>
                  </a:cubicBezTo>
                  <a:cubicBezTo>
                    <a:pt x="186" y="135"/>
                    <a:pt x="203" y="104"/>
                    <a:pt x="188" y="66"/>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 name="Freeform 17"/>
            <p:cNvSpPr>
              <a:spLocks/>
            </p:cNvSpPr>
            <p:nvPr/>
          </p:nvSpPr>
          <p:spPr bwMode="auto">
            <a:xfrm>
              <a:off x="6519863" y="1992313"/>
              <a:ext cx="133350" cy="101600"/>
            </a:xfrm>
            <a:custGeom>
              <a:avLst/>
              <a:gdLst>
                <a:gd name="T0" fmla="*/ 47 w 82"/>
                <a:gd name="T1" fmla="*/ 4 h 63"/>
                <a:gd name="T2" fmla="*/ 35 w 82"/>
                <a:gd name="T3" fmla="*/ 59 h 63"/>
                <a:gd name="T4" fmla="*/ 47 w 82"/>
                <a:gd name="T5" fmla="*/ 4 h 63"/>
              </a:gdLst>
              <a:ahLst/>
              <a:cxnLst>
                <a:cxn ang="0">
                  <a:pos x="T0" y="T1"/>
                </a:cxn>
                <a:cxn ang="0">
                  <a:pos x="T2" y="T3"/>
                </a:cxn>
                <a:cxn ang="0">
                  <a:pos x="T4" y="T5"/>
                </a:cxn>
              </a:cxnLst>
              <a:rect l="0" t="0" r="r" b="b"/>
              <a:pathLst>
                <a:path w="82" h="63">
                  <a:moveTo>
                    <a:pt x="47" y="4"/>
                  </a:moveTo>
                  <a:cubicBezTo>
                    <a:pt x="11" y="0"/>
                    <a:pt x="0" y="54"/>
                    <a:pt x="35" y="59"/>
                  </a:cubicBezTo>
                  <a:cubicBezTo>
                    <a:pt x="71" y="63"/>
                    <a:pt x="82" y="9"/>
                    <a:pt x="47" y="4"/>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9" name="Freeform 18"/>
            <p:cNvSpPr>
              <a:spLocks/>
            </p:cNvSpPr>
            <p:nvPr/>
          </p:nvSpPr>
          <p:spPr bwMode="auto">
            <a:xfrm>
              <a:off x="6272213" y="1782763"/>
              <a:ext cx="176213" cy="222250"/>
            </a:xfrm>
            <a:custGeom>
              <a:avLst/>
              <a:gdLst>
                <a:gd name="T0" fmla="*/ 7 w 108"/>
                <a:gd name="T1" fmla="*/ 95 h 137"/>
                <a:gd name="T2" fmla="*/ 58 w 108"/>
                <a:gd name="T3" fmla="*/ 136 h 137"/>
                <a:gd name="T4" fmla="*/ 100 w 108"/>
                <a:gd name="T5" fmla="*/ 102 h 137"/>
                <a:gd name="T6" fmla="*/ 93 w 108"/>
                <a:gd name="T7" fmla="*/ 100 h 137"/>
                <a:gd name="T8" fmla="*/ 51 w 108"/>
                <a:gd name="T9" fmla="*/ 108 h 137"/>
                <a:gd name="T10" fmla="*/ 33 w 108"/>
                <a:gd name="T11" fmla="*/ 77 h 137"/>
                <a:gd name="T12" fmla="*/ 65 w 108"/>
                <a:gd name="T13" fmla="*/ 55 h 137"/>
                <a:gd name="T14" fmla="*/ 88 w 108"/>
                <a:gd name="T15" fmla="*/ 16 h 137"/>
                <a:gd name="T16" fmla="*/ 78 w 108"/>
                <a:gd name="T17" fmla="*/ 1 h 137"/>
                <a:gd name="T18" fmla="*/ 66 w 108"/>
                <a:gd name="T19" fmla="*/ 3 h 137"/>
                <a:gd name="T20" fmla="*/ 59 w 108"/>
                <a:gd name="T21" fmla="*/ 15 h 137"/>
                <a:gd name="T22" fmla="*/ 27 w 108"/>
                <a:gd name="T23" fmla="*/ 46 h 137"/>
                <a:gd name="T24" fmla="*/ 7 w 108"/>
                <a:gd name="T25" fmla="*/ 9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37">
                  <a:moveTo>
                    <a:pt x="7" y="95"/>
                  </a:moveTo>
                  <a:cubicBezTo>
                    <a:pt x="14" y="118"/>
                    <a:pt x="34" y="133"/>
                    <a:pt x="58" y="136"/>
                  </a:cubicBezTo>
                  <a:cubicBezTo>
                    <a:pt x="77" y="137"/>
                    <a:pt x="108" y="128"/>
                    <a:pt x="100" y="102"/>
                  </a:cubicBezTo>
                  <a:cubicBezTo>
                    <a:pt x="99" y="99"/>
                    <a:pt x="95" y="98"/>
                    <a:pt x="93" y="100"/>
                  </a:cubicBezTo>
                  <a:cubicBezTo>
                    <a:pt x="81" y="112"/>
                    <a:pt x="68" y="114"/>
                    <a:pt x="51" y="108"/>
                  </a:cubicBezTo>
                  <a:cubicBezTo>
                    <a:pt x="41" y="104"/>
                    <a:pt x="26" y="89"/>
                    <a:pt x="33" y="77"/>
                  </a:cubicBezTo>
                  <a:cubicBezTo>
                    <a:pt x="39" y="67"/>
                    <a:pt x="56" y="61"/>
                    <a:pt x="65" y="55"/>
                  </a:cubicBezTo>
                  <a:cubicBezTo>
                    <a:pt x="78" y="45"/>
                    <a:pt x="88" y="33"/>
                    <a:pt x="88" y="16"/>
                  </a:cubicBezTo>
                  <a:cubicBezTo>
                    <a:pt x="88" y="9"/>
                    <a:pt x="84" y="3"/>
                    <a:pt x="78" y="1"/>
                  </a:cubicBezTo>
                  <a:cubicBezTo>
                    <a:pt x="74" y="0"/>
                    <a:pt x="70" y="1"/>
                    <a:pt x="66" y="3"/>
                  </a:cubicBezTo>
                  <a:cubicBezTo>
                    <a:pt x="62" y="5"/>
                    <a:pt x="59" y="10"/>
                    <a:pt x="59" y="15"/>
                  </a:cubicBezTo>
                  <a:cubicBezTo>
                    <a:pt x="59" y="30"/>
                    <a:pt x="37" y="38"/>
                    <a:pt x="27" y="46"/>
                  </a:cubicBezTo>
                  <a:cubicBezTo>
                    <a:pt x="10" y="58"/>
                    <a:pt x="0" y="74"/>
                    <a:pt x="7" y="95"/>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0" name="Freeform 19"/>
            <p:cNvSpPr>
              <a:spLocks/>
            </p:cNvSpPr>
            <p:nvPr/>
          </p:nvSpPr>
          <p:spPr bwMode="auto">
            <a:xfrm>
              <a:off x="6365876" y="1692276"/>
              <a:ext cx="77788" cy="60325"/>
            </a:xfrm>
            <a:custGeom>
              <a:avLst/>
              <a:gdLst>
                <a:gd name="T0" fmla="*/ 19 w 47"/>
                <a:gd name="T1" fmla="*/ 33 h 37"/>
                <a:gd name="T2" fmla="*/ 27 w 47"/>
                <a:gd name="T3" fmla="*/ 4 h 37"/>
                <a:gd name="T4" fmla="*/ 19 w 47"/>
                <a:gd name="T5" fmla="*/ 33 h 37"/>
              </a:gdLst>
              <a:ahLst/>
              <a:cxnLst>
                <a:cxn ang="0">
                  <a:pos x="T0" y="T1"/>
                </a:cxn>
                <a:cxn ang="0">
                  <a:pos x="T2" y="T3"/>
                </a:cxn>
                <a:cxn ang="0">
                  <a:pos x="T4" y="T5"/>
                </a:cxn>
              </a:cxnLst>
              <a:rect l="0" t="0" r="r" b="b"/>
              <a:pathLst>
                <a:path w="47" h="37">
                  <a:moveTo>
                    <a:pt x="19" y="33"/>
                  </a:moveTo>
                  <a:cubicBezTo>
                    <a:pt x="38" y="37"/>
                    <a:pt x="47" y="8"/>
                    <a:pt x="27" y="4"/>
                  </a:cubicBezTo>
                  <a:cubicBezTo>
                    <a:pt x="8" y="0"/>
                    <a:pt x="0" y="29"/>
                    <a:pt x="19" y="33"/>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1" name="Freeform 20"/>
            <p:cNvSpPr>
              <a:spLocks/>
            </p:cNvSpPr>
            <p:nvPr/>
          </p:nvSpPr>
          <p:spPr bwMode="auto">
            <a:xfrm>
              <a:off x="6797676" y="2100263"/>
              <a:ext cx="138113" cy="117475"/>
            </a:xfrm>
            <a:custGeom>
              <a:avLst/>
              <a:gdLst>
                <a:gd name="T0" fmla="*/ 49 w 85"/>
                <a:gd name="T1" fmla="*/ 0 h 73"/>
                <a:gd name="T2" fmla="*/ 35 w 85"/>
                <a:gd name="T3" fmla="*/ 8 h 73"/>
                <a:gd name="T4" fmla="*/ 38 w 85"/>
                <a:gd name="T5" fmla="*/ 13 h 73"/>
                <a:gd name="T6" fmla="*/ 38 w 85"/>
                <a:gd name="T7" fmla="*/ 13 h 73"/>
                <a:gd name="T8" fmla="*/ 40 w 85"/>
                <a:gd name="T9" fmla="*/ 13 h 73"/>
                <a:gd name="T10" fmla="*/ 62 w 85"/>
                <a:gd name="T11" fmla="*/ 27 h 73"/>
                <a:gd name="T12" fmla="*/ 58 w 85"/>
                <a:gd name="T13" fmla="*/ 50 h 73"/>
                <a:gd name="T14" fmla="*/ 52 w 85"/>
                <a:gd name="T15" fmla="*/ 51 h 73"/>
                <a:gd name="T16" fmla="*/ 32 w 85"/>
                <a:gd name="T17" fmla="*/ 47 h 73"/>
                <a:gd name="T18" fmla="*/ 27 w 85"/>
                <a:gd name="T19" fmla="*/ 47 h 73"/>
                <a:gd name="T20" fmla="*/ 4 w 85"/>
                <a:gd name="T21" fmla="*/ 57 h 73"/>
                <a:gd name="T22" fmla="*/ 3 w 85"/>
                <a:gd name="T23" fmla="*/ 69 h 73"/>
                <a:gd name="T24" fmla="*/ 9 w 85"/>
                <a:gd name="T25" fmla="*/ 73 h 73"/>
                <a:gd name="T26" fmla="*/ 11 w 85"/>
                <a:gd name="T27" fmla="*/ 73 h 73"/>
                <a:gd name="T28" fmla="*/ 18 w 85"/>
                <a:gd name="T29" fmla="*/ 70 h 73"/>
                <a:gd name="T30" fmla="*/ 29 w 85"/>
                <a:gd name="T31" fmla="*/ 66 h 73"/>
                <a:gd name="T32" fmla="*/ 47 w 85"/>
                <a:gd name="T33" fmla="*/ 68 h 73"/>
                <a:gd name="T34" fmla="*/ 52 w 85"/>
                <a:gd name="T35" fmla="*/ 69 h 73"/>
                <a:gd name="T36" fmla="*/ 79 w 85"/>
                <a:gd name="T37" fmla="*/ 53 h 73"/>
                <a:gd name="T38" fmla="*/ 71 w 85"/>
                <a:gd name="T39" fmla="*/ 10 h 73"/>
                <a:gd name="T40" fmla="*/ 49 w 85"/>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73">
                  <a:moveTo>
                    <a:pt x="49" y="0"/>
                  </a:moveTo>
                  <a:cubicBezTo>
                    <a:pt x="43" y="0"/>
                    <a:pt x="38" y="2"/>
                    <a:pt x="35" y="8"/>
                  </a:cubicBezTo>
                  <a:cubicBezTo>
                    <a:pt x="35" y="10"/>
                    <a:pt x="36" y="13"/>
                    <a:pt x="38" y="13"/>
                  </a:cubicBezTo>
                  <a:cubicBezTo>
                    <a:pt x="38" y="13"/>
                    <a:pt x="38" y="13"/>
                    <a:pt x="38" y="13"/>
                  </a:cubicBezTo>
                  <a:cubicBezTo>
                    <a:pt x="39" y="13"/>
                    <a:pt x="40" y="13"/>
                    <a:pt x="40" y="13"/>
                  </a:cubicBezTo>
                  <a:cubicBezTo>
                    <a:pt x="50" y="13"/>
                    <a:pt x="57" y="18"/>
                    <a:pt x="62" y="27"/>
                  </a:cubicBezTo>
                  <a:cubicBezTo>
                    <a:pt x="66" y="33"/>
                    <a:pt x="67" y="47"/>
                    <a:pt x="58" y="50"/>
                  </a:cubicBezTo>
                  <a:cubicBezTo>
                    <a:pt x="56" y="51"/>
                    <a:pt x="54" y="51"/>
                    <a:pt x="52" y="51"/>
                  </a:cubicBezTo>
                  <a:cubicBezTo>
                    <a:pt x="46" y="51"/>
                    <a:pt x="38" y="48"/>
                    <a:pt x="32" y="47"/>
                  </a:cubicBezTo>
                  <a:cubicBezTo>
                    <a:pt x="30" y="47"/>
                    <a:pt x="29" y="47"/>
                    <a:pt x="27" y="47"/>
                  </a:cubicBezTo>
                  <a:cubicBezTo>
                    <a:pt x="18" y="47"/>
                    <a:pt x="10" y="50"/>
                    <a:pt x="4" y="57"/>
                  </a:cubicBezTo>
                  <a:cubicBezTo>
                    <a:pt x="0" y="60"/>
                    <a:pt x="0" y="65"/>
                    <a:pt x="3" y="69"/>
                  </a:cubicBezTo>
                  <a:cubicBezTo>
                    <a:pt x="4" y="71"/>
                    <a:pt x="6" y="72"/>
                    <a:pt x="9" y="73"/>
                  </a:cubicBezTo>
                  <a:cubicBezTo>
                    <a:pt x="9" y="73"/>
                    <a:pt x="10" y="73"/>
                    <a:pt x="11" y="73"/>
                  </a:cubicBezTo>
                  <a:cubicBezTo>
                    <a:pt x="13" y="73"/>
                    <a:pt x="16" y="72"/>
                    <a:pt x="18" y="70"/>
                  </a:cubicBezTo>
                  <a:cubicBezTo>
                    <a:pt x="21" y="67"/>
                    <a:pt x="24" y="66"/>
                    <a:pt x="29" y="66"/>
                  </a:cubicBezTo>
                  <a:cubicBezTo>
                    <a:pt x="35" y="66"/>
                    <a:pt x="42" y="68"/>
                    <a:pt x="47" y="68"/>
                  </a:cubicBezTo>
                  <a:cubicBezTo>
                    <a:pt x="49" y="69"/>
                    <a:pt x="50" y="69"/>
                    <a:pt x="52" y="69"/>
                  </a:cubicBezTo>
                  <a:cubicBezTo>
                    <a:pt x="64" y="69"/>
                    <a:pt x="74" y="64"/>
                    <a:pt x="79" y="53"/>
                  </a:cubicBezTo>
                  <a:cubicBezTo>
                    <a:pt x="85" y="38"/>
                    <a:pt x="82" y="22"/>
                    <a:pt x="71" y="10"/>
                  </a:cubicBezTo>
                  <a:cubicBezTo>
                    <a:pt x="66" y="5"/>
                    <a:pt x="57" y="0"/>
                    <a:pt x="49"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2" name="Freeform 21"/>
            <p:cNvSpPr>
              <a:spLocks/>
            </p:cNvSpPr>
            <p:nvPr/>
          </p:nvSpPr>
          <p:spPr bwMode="auto">
            <a:xfrm>
              <a:off x="6748463" y="2224088"/>
              <a:ext cx="46038" cy="31750"/>
            </a:xfrm>
            <a:custGeom>
              <a:avLst/>
              <a:gdLst>
                <a:gd name="T0" fmla="*/ 14 w 28"/>
                <a:gd name="T1" fmla="*/ 0 h 19"/>
                <a:gd name="T2" fmla="*/ 5 w 28"/>
                <a:gd name="T3" fmla="*/ 15 h 19"/>
                <a:gd name="T4" fmla="*/ 13 w 28"/>
                <a:gd name="T5" fmla="*/ 19 h 19"/>
                <a:gd name="T6" fmla="*/ 22 w 28"/>
                <a:gd name="T7" fmla="*/ 4 h 19"/>
                <a:gd name="T8" fmla="*/ 14 w 28"/>
                <a:gd name="T9" fmla="*/ 0 h 19"/>
              </a:gdLst>
              <a:ahLst/>
              <a:cxnLst>
                <a:cxn ang="0">
                  <a:pos x="T0" y="T1"/>
                </a:cxn>
                <a:cxn ang="0">
                  <a:pos x="T2" y="T3"/>
                </a:cxn>
                <a:cxn ang="0">
                  <a:pos x="T4" y="T5"/>
                </a:cxn>
                <a:cxn ang="0">
                  <a:pos x="T6" y="T7"/>
                </a:cxn>
                <a:cxn ang="0">
                  <a:pos x="T8" y="T9"/>
                </a:cxn>
              </a:cxnLst>
              <a:rect l="0" t="0" r="r" b="b"/>
              <a:pathLst>
                <a:path w="28" h="19">
                  <a:moveTo>
                    <a:pt x="14" y="0"/>
                  </a:moveTo>
                  <a:cubicBezTo>
                    <a:pt x="7" y="0"/>
                    <a:pt x="0" y="7"/>
                    <a:pt x="5" y="15"/>
                  </a:cubicBezTo>
                  <a:cubicBezTo>
                    <a:pt x="8" y="18"/>
                    <a:pt x="10" y="19"/>
                    <a:pt x="13" y="19"/>
                  </a:cubicBezTo>
                  <a:cubicBezTo>
                    <a:pt x="21" y="19"/>
                    <a:pt x="28" y="11"/>
                    <a:pt x="22" y="4"/>
                  </a:cubicBezTo>
                  <a:cubicBezTo>
                    <a:pt x="20" y="1"/>
                    <a:pt x="17" y="0"/>
                    <a:pt x="14"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3" name="Freeform 22"/>
            <p:cNvSpPr>
              <a:spLocks/>
            </p:cNvSpPr>
            <p:nvPr/>
          </p:nvSpPr>
          <p:spPr bwMode="auto">
            <a:xfrm>
              <a:off x="5573713" y="1584326"/>
              <a:ext cx="206375" cy="234950"/>
            </a:xfrm>
            <a:custGeom>
              <a:avLst/>
              <a:gdLst>
                <a:gd name="T0" fmla="*/ 62 w 127"/>
                <a:gd name="T1" fmla="*/ 0 h 145"/>
                <a:gd name="T2" fmla="*/ 48 w 127"/>
                <a:gd name="T3" fmla="*/ 1 h 145"/>
                <a:gd name="T4" fmla="*/ 15 w 127"/>
                <a:gd name="T5" fmla="*/ 48 h 145"/>
                <a:gd name="T6" fmla="*/ 19 w 127"/>
                <a:gd name="T7" fmla="*/ 50 h 145"/>
                <a:gd name="T8" fmla="*/ 24 w 127"/>
                <a:gd name="T9" fmla="*/ 48 h 145"/>
                <a:gd name="T10" fmla="*/ 61 w 127"/>
                <a:gd name="T11" fmla="*/ 27 h 145"/>
                <a:gd name="T12" fmla="*/ 64 w 127"/>
                <a:gd name="T13" fmla="*/ 28 h 145"/>
                <a:gd name="T14" fmla="*/ 92 w 127"/>
                <a:gd name="T15" fmla="*/ 53 h 145"/>
                <a:gd name="T16" fmla="*/ 66 w 127"/>
                <a:gd name="T17" fmla="*/ 86 h 145"/>
                <a:gd name="T18" fmla="*/ 54 w 127"/>
                <a:gd name="T19" fmla="*/ 133 h 145"/>
                <a:gd name="T20" fmla="*/ 70 w 127"/>
                <a:gd name="T21" fmla="*/ 145 h 145"/>
                <a:gd name="T22" fmla="*/ 70 w 127"/>
                <a:gd name="T23" fmla="*/ 145 h 145"/>
                <a:gd name="T24" fmla="*/ 81 w 127"/>
                <a:gd name="T25" fmla="*/ 140 h 145"/>
                <a:gd name="T26" fmla="*/ 85 w 127"/>
                <a:gd name="T27" fmla="*/ 125 h 145"/>
                <a:gd name="T28" fmla="*/ 108 w 127"/>
                <a:gd name="T29" fmla="*/ 84 h 145"/>
                <a:gd name="T30" fmla="*/ 113 w 127"/>
                <a:gd name="T31" fmla="*/ 27 h 145"/>
                <a:gd name="T32" fmla="*/ 62 w 127"/>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45">
                  <a:moveTo>
                    <a:pt x="62" y="0"/>
                  </a:moveTo>
                  <a:cubicBezTo>
                    <a:pt x="57" y="0"/>
                    <a:pt x="53" y="0"/>
                    <a:pt x="48" y="1"/>
                  </a:cubicBezTo>
                  <a:cubicBezTo>
                    <a:pt x="28" y="5"/>
                    <a:pt x="0" y="25"/>
                    <a:pt x="15" y="48"/>
                  </a:cubicBezTo>
                  <a:cubicBezTo>
                    <a:pt x="16" y="50"/>
                    <a:pt x="18" y="50"/>
                    <a:pt x="19" y="50"/>
                  </a:cubicBezTo>
                  <a:cubicBezTo>
                    <a:pt x="21" y="50"/>
                    <a:pt x="23" y="50"/>
                    <a:pt x="24" y="48"/>
                  </a:cubicBezTo>
                  <a:cubicBezTo>
                    <a:pt x="32" y="33"/>
                    <a:pt x="44" y="27"/>
                    <a:pt x="61" y="27"/>
                  </a:cubicBezTo>
                  <a:cubicBezTo>
                    <a:pt x="62" y="27"/>
                    <a:pt x="63" y="27"/>
                    <a:pt x="64" y="28"/>
                  </a:cubicBezTo>
                  <a:cubicBezTo>
                    <a:pt x="76" y="28"/>
                    <a:pt x="95" y="39"/>
                    <a:pt x="92" y="53"/>
                  </a:cubicBezTo>
                  <a:cubicBezTo>
                    <a:pt x="89" y="66"/>
                    <a:pt x="74" y="76"/>
                    <a:pt x="66" y="86"/>
                  </a:cubicBezTo>
                  <a:cubicBezTo>
                    <a:pt x="55" y="100"/>
                    <a:pt x="49" y="116"/>
                    <a:pt x="54" y="133"/>
                  </a:cubicBezTo>
                  <a:cubicBezTo>
                    <a:pt x="56" y="141"/>
                    <a:pt x="63" y="145"/>
                    <a:pt x="70" y="145"/>
                  </a:cubicBezTo>
                  <a:cubicBezTo>
                    <a:pt x="70" y="145"/>
                    <a:pt x="70" y="145"/>
                    <a:pt x="70" y="145"/>
                  </a:cubicBezTo>
                  <a:cubicBezTo>
                    <a:pt x="75" y="145"/>
                    <a:pt x="78" y="143"/>
                    <a:pt x="81" y="140"/>
                  </a:cubicBezTo>
                  <a:cubicBezTo>
                    <a:pt x="85" y="136"/>
                    <a:pt x="86" y="130"/>
                    <a:pt x="85" y="125"/>
                  </a:cubicBezTo>
                  <a:cubicBezTo>
                    <a:pt x="80" y="110"/>
                    <a:pt x="100" y="95"/>
                    <a:pt x="108" y="84"/>
                  </a:cubicBezTo>
                  <a:cubicBezTo>
                    <a:pt x="121" y="66"/>
                    <a:pt x="127" y="46"/>
                    <a:pt x="113" y="27"/>
                  </a:cubicBezTo>
                  <a:cubicBezTo>
                    <a:pt x="102" y="9"/>
                    <a:pt x="82" y="0"/>
                    <a:pt x="62"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4" name="Freeform 23"/>
            <p:cNvSpPr>
              <a:spLocks/>
            </p:cNvSpPr>
            <p:nvPr/>
          </p:nvSpPr>
          <p:spPr bwMode="auto">
            <a:xfrm>
              <a:off x="5665788" y="1858963"/>
              <a:ext cx="68263" cy="52388"/>
            </a:xfrm>
            <a:custGeom>
              <a:avLst/>
              <a:gdLst>
                <a:gd name="T0" fmla="*/ 23 w 42"/>
                <a:gd name="T1" fmla="*/ 0 h 32"/>
                <a:gd name="T2" fmla="*/ 21 w 42"/>
                <a:gd name="T3" fmla="*/ 0 h 32"/>
                <a:gd name="T4" fmla="*/ 20 w 42"/>
                <a:gd name="T5" fmla="*/ 32 h 32"/>
                <a:gd name="T6" fmla="*/ 21 w 42"/>
                <a:gd name="T7" fmla="*/ 32 h 32"/>
                <a:gd name="T8" fmla="*/ 23 w 42"/>
                <a:gd name="T9" fmla="*/ 0 h 32"/>
              </a:gdLst>
              <a:ahLst/>
              <a:cxnLst>
                <a:cxn ang="0">
                  <a:pos x="T0" y="T1"/>
                </a:cxn>
                <a:cxn ang="0">
                  <a:pos x="T2" y="T3"/>
                </a:cxn>
                <a:cxn ang="0">
                  <a:pos x="T4" y="T5"/>
                </a:cxn>
                <a:cxn ang="0">
                  <a:pos x="T6" y="T7"/>
                </a:cxn>
                <a:cxn ang="0">
                  <a:pos x="T8" y="T9"/>
                </a:cxn>
              </a:cxnLst>
              <a:rect l="0" t="0" r="r" b="b"/>
              <a:pathLst>
                <a:path w="42" h="32">
                  <a:moveTo>
                    <a:pt x="23" y="0"/>
                  </a:moveTo>
                  <a:cubicBezTo>
                    <a:pt x="22" y="0"/>
                    <a:pt x="21" y="0"/>
                    <a:pt x="21" y="0"/>
                  </a:cubicBezTo>
                  <a:cubicBezTo>
                    <a:pt x="0" y="1"/>
                    <a:pt x="0" y="32"/>
                    <a:pt x="20" y="32"/>
                  </a:cubicBezTo>
                  <a:cubicBezTo>
                    <a:pt x="20" y="32"/>
                    <a:pt x="21" y="32"/>
                    <a:pt x="21" y="32"/>
                  </a:cubicBezTo>
                  <a:cubicBezTo>
                    <a:pt x="42" y="31"/>
                    <a:pt x="42" y="0"/>
                    <a:pt x="23"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5" name="Freeform 24"/>
            <p:cNvSpPr>
              <a:spLocks/>
            </p:cNvSpPr>
            <p:nvPr/>
          </p:nvSpPr>
          <p:spPr bwMode="auto">
            <a:xfrm>
              <a:off x="5356226" y="2038351"/>
              <a:ext cx="160338" cy="144463"/>
            </a:xfrm>
            <a:custGeom>
              <a:avLst/>
              <a:gdLst>
                <a:gd name="T0" fmla="*/ 11 w 99"/>
                <a:gd name="T1" fmla="*/ 0 h 89"/>
                <a:gd name="T2" fmla="*/ 4 w 99"/>
                <a:gd name="T3" fmla="*/ 3 h 89"/>
                <a:gd name="T4" fmla="*/ 0 w 99"/>
                <a:gd name="T5" fmla="*/ 11 h 89"/>
                <a:gd name="T6" fmla="*/ 5 w 99"/>
                <a:gd name="T7" fmla="*/ 21 h 89"/>
                <a:gd name="T8" fmla="*/ 12 w 99"/>
                <a:gd name="T9" fmla="*/ 54 h 89"/>
                <a:gd name="T10" fmla="*/ 36 w 99"/>
                <a:gd name="T11" fmla="*/ 88 h 89"/>
                <a:gd name="T12" fmla="*/ 47 w 99"/>
                <a:gd name="T13" fmla="*/ 89 h 89"/>
                <a:gd name="T14" fmla="*/ 84 w 99"/>
                <a:gd name="T15" fmla="*/ 70 h 89"/>
                <a:gd name="T16" fmla="*/ 79 w 99"/>
                <a:gd name="T17" fmla="*/ 29 h 89"/>
                <a:gd name="T18" fmla="*/ 78 w 99"/>
                <a:gd name="T19" fmla="*/ 29 h 89"/>
                <a:gd name="T20" fmla="*/ 75 w 99"/>
                <a:gd name="T21" fmla="*/ 33 h 89"/>
                <a:gd name="T22" fmla="*/ 63 w 99"/>
                <a:gd name="T23" fmla="*/ 63 h 89"/>
                <a:gd name="T24" fmla="*/ 47 w 99"/>
                <a:gd name="T25" fmla="*/ 69 h 89"/>
                <a:gd name="T26" fmla="*/ 35 w 99"/>
                <a:gd name="T27" fmla="*/ 63 h 89"/>
                <a:gd name="T28" fmla="*/ 34 w 99"/>
                <a:gd name="T29" fmla="*/ 33 h 89"/>
                <a:gd name="T30" fmla="*/ 18 w 99"/>
                <a:gd name="T31" fmla="*/ 2 h 89"/>
                <a:gd name="T32" fmla="*/ 11 w 99"/>
                <a:gd name="T3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89">
                  <a:moveTo>
                    <a:pt x="11" y="0"/>
                  </a:moveTo>
                  <a:cubicBezTo>
                    <a:pt x="9" y="0"/>
                    <a:pt x="6" y="1"/>
                    <a:pt x="4" y="3"/>
                  </a:cubicBezTo>
                  <a:cubicBezTo>
                    <a:pt x="1" y="5"/>
                    <a:pt x="0" y="8"/>
                    <a:pt x="0" y="11"/>
                  </a:cubicBezTo>
                  <a:cubicBezTo>
                    <a:pt x="0" y="15"/>
                    <a:pt x="2" y="19"/>
                    <a:pt x="5" y="21"/>
                  </a:cubicBezTo>
                  <a:cubicBezTo>
                    <a:pt x="15" y="27"/>
                    <a:pt x="12" y="44"/>
                    <a:pt x="12" y="54"/>
                  </a:cubicBezTo>
                  <a:cubicBezTo>
                    <a:pt x="13" y="70"/>
                    <a:pt x="20" y="83"/>
                    <a:pt x="36" y="88"/>
                  </a:cubicBezTo>
                  <a:cubicBezTo>
                    <a:pt x="40" y="89"/>
                    <a:pt x="44" y="89"/>
                    <a:pt x="47" y="89"/>
                  </a:cubicBezTo>
                  <a:cubicBezTo>
                    <a:pt x="61" y="89"/>
                    <a:pt x="75" y="82"/>
                    <a:pt x="84" y="70"/>
                  </a:cubicBezTo>
                  <a:cubicBezTo>
                    <a:pt x="93" y="59"/>
                    <a:pt x="99" y="35"/>
                    <a:pt x="79" y="29"/>
                  </a:cubicBezTo>
                  <a:cubicBezTo>
                    <a:pt x="79" y="29"/>
                    <a:pt x="79" y="29"/>
                    <a:pt x="78" y="29"/>
                  </a:cubicBezTo>
                  <a:cubicBezTo>
                    <a:pt x="76" y="29"/>
                    <a:pt x="74" y="31"/>
                    <a:pt x="75" y="33"/>
                  </a:cubicBezTo>
                  <a:cubicBezTo>
                    <a:pt x="78" y="46"/>
                    <a:pt x="73" y="55"/>
                    <a:pt x="63" y="63"/>
                  </a:cubicBezTo>
                  <a:cubicBezTo>
                    <a:pt x="59" y="66"/>
                    <a:pt x="53" y="69"/>
                    <a:pt x="47" y="69"/>
                  </a:cubicBezTo>
                  <a:cubicBezTo>
                    <a:pt x="42" y="69"/>
                    <a:pt x="38" y="67"/>
                    <a:pt x="35" y="63"/>
                  </a:cubicBezTo>
                  <a:cubicBezTo>
                    <a:pt x="31" y="55"/>
                    <a:pt x="34" y="42"/>
                    <a:pt x="34" y="33"/>
                  </a:cubicBezTo>
                  <a:cubicBezTo>
                    <a:pt x="33" y="20"/>
                    <a:pt x="29" y="9"/>
                    <a:pt x="18" y="2"/>
                  </a:cubicBezTo>
                  <a:cubicBezTo>
                    <a:pt x="16" y="0"/>
                    <a:pt x="14" y="0"/>
                    <a:pt x="11"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6" name="Freeform 25"/>
            <p:cNvSpPr>
              <a:spLocks/>
            </p:cNvSpPr>
            <p:nvPr/>
          </p:nvSpPr>
          <p:spPr bwMode="auto">
            <a:xfrm>
              <a:off x="5297488" y="1992313"/>
              <a:ext cx="52388" cy="41275"/>
            </a:xfrm>
            <a:custGeom>
              <a:avLst/>
              <a:gdLst>
                <a:gd name="T0" fmla="*/ 15 w 32"/>
                <a:gd name="T1" fmla="*/ 0 h 25"/>
                <a:gd name="T2" fmla="*/ 8 w 32"/>
                <a:gd name="T3" fmla="*/ 4 h 25"/>
                <a:gd name="T4" fmla="*/ 16 w 32"/>
                <a:gd name="T5" fmla="*/ 25 h 25"/>
                <a:gd name="T6" fmla="*/ 24 w 32"/>
                <a:gd name="T7" fmla="*/ 21 h 25"/>
                <a:gd name="T8" fmla="*/ 15 w 32"/>
                <a:gd name="T9" fmla="*/ 0 h 25"/>
              </a:gdLst>
              <a:ahLst/>
              <a:cxnLst>
                <a:cxn ang="0">
                  <a:pos x="T0" y="T1"/>
                </a:cxn>
                <a:cxn ang="0">
                  <a:pos x="T2" y="T3"/>
                </a:cxn>
                <a:cxn ang="0">
                  <a:pos x="T4" y="T5"/>
                </a:cxn>
                <a:cxn ang="0">
                  <a:pos x="T6" y="T7"/>
                </a:cxn>
                <a:cxn ang="0">
                  <a:pos x="T8" y="T9"/>
                </a:cxn>
              </a:cxnLst>
              <a:rect l="0" t="0" r="r" b="b"/>
              <a:pathLst>
                <a:path w="32" h="25">
                  <a:moveTo>
                    <a:pt x="15" y="0"/>
                  </a:moveTo>
                  <a:cubicBezTo>
                    <a:pt x="13" y="0"/>
                    <a:pt x="10" y="1"/>
                    <a:pt x="8" y="4"/>
                  </a:cubicBezTo>
                  <a:cubicBezTo>
                    <a:pt x="0" y="12"/>
                    <a:pt x="7" y="25"/>
                    <a:pt x="16" y="25"/>
                  </a:cubicBezTo>
                  <a:cubicBezTo>
                    <a:pt x="19" y="25"/>
                    <a:pt x="21" y="24"/>
                    <a:pt x="24" y="21"/>
                  </a:cubicBezTo>
                  <a:cubicBezTo>
                    <a:pt x="32" y="13"/>
                    <a:pt x="24" y="0"/>
                    <a:pt x="15"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7" name="Freeform 26"/>
            <p:cNvSpPr>
              <a:spLocks/>
            </p:cNvSpPr>
            <p:nvPr/>
          </p:nvSpPr>
          <p:spPr bwMode="auto">
            <a:xfrm>
              <a:off x="5280026" y="3268663"/>
              <a:ext cx="1516063" cy="1116013"/>
            </a:xfrm>
            <a:custGeom>
              <a:avLst/>
              <a:gdLst>
                <a:gd name="T0" fmla="*/ 860 w 933"/>
                <a:gd name="T1" fmla="*/ 30 h 689"/>
                <a:gd name="T2" fmla="*/ 851 w 933"/>
                <a:gd name="T3" fmla="*/ 0 h 689"/>
                <a:gd name="T4" fmla="*/ 51 w 933"/>
                <a:gd name="T5" fmla="*/ 25 h 689"/>
                <a:gd name="T6" fmla="*/ 53 w 933"/>
                <a:gd name="T7" fmla="*/ 607 h 689"/>
                <a:gd name="T8" fmla="*/ 55 w 933"/>
                <a:gd name="T9" fmla="*/ 608 h 689"/>
                <a:gd name="T10" fmla="*/ 825 w 933"/>
                <a:gd name="T11" fmla="*/ 608 h 689"/>
                <a:gd name="T12" fmla="*/ 838 w 933"/>
                <a:gd name="T13" fmla="*/ 605 h 689"/>
                <a:gd name="T14" fmla="*/ 860 w 933"/>
                <a:gd name="T15" fmla="*/ 30 h 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3" h="689">
                  <a:moveTo>
                    <a:pt x="860" y="30"/>
                  </a:moveTo>
                  <a:cubicBezTo>
                    <a:pt x="858" y="19"/>
                    <a:pt x="854" y="9"/>
                    <a:pt x="851" y="0"/>
                  </a:cubicBezTo>
                  <a:cubicBezTo>
                    <a:pt x="814" y="12"/>
                    <a:pt x="440" y="131"/>
                    <a:pt x="51" y="25"/>
                  </a:cubicBezTo>
                  <a:cubicBezTo>
                    <a:pt x="37" y="94"/>
                    <a:pt x="0" y="319"/>
                    <a:pt x="53" y="607"/>
                  </a:cubicBezTo>
                  <a:cubicBezTo>
                    <a:pt x="53" y="607"/>
                    <a:pt x="54" y="607"/>
                    <a:pt x="55" y="608"/>
                  </a:cubicBezTo>
                  <a:cubicBezTo>
                    <a:pt x="88" y="615"/>
                    <a:pt x="449" y="689"/>
                    <a:pt x="825" y="608"/>
                  </a:cubicBezTo>
                  <a:cubicBezTo>
                    <a:pt x="830" y="607"/>
                    <a:pt x="834" y="606"/>
                    <a:pt x="838" y="605"/>
                  </a:cubicBezTo>
                  <a:cubicBezTo>
                    <a:pt x="838" y="605"/>
                    <a:pt x="933" y="346"/>
                    <a:pt x="860" y="30"/>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8" name="Freeform 27"/>
            <p:cNvSpPr>
              <a:spLocks/>
            </p:cNvSpPr>
            <p:nvPr/>
          </p:nvSpPr>
          <p:spPr bwMode="auto">
            <a:xfrm>
              <a:off x="5316538" y="2805113"/>
              <a:ext cx="3175" cy="14288"/>
            </a:xfrm>
            <a:custGeom>
              <a:avLst/>
              <a:gdLst>
                <a:gd name="T0" fmla="*/ 2 w 2"/>
                <a:gd name="T1" fmla="*/ 0 h 9"/>
                <a:gd name="T2" fmla="*/ 0 w 2"/>
                <a:gd name="T3" fmla="*/ 9 h 9"/>
                <a:gd name="T4" fmla="*/ 1 w 2"/>
                <a:gd name="T5" fmla="*/ 8 h 9"/>
                <a:gd name="T6" fmla="*/ 2 w 2"/>
                <a:gd name="T7" fmla="*/ 0 h 9"/>
              </a:gdLst>
              <a:ahLst/>
              <a:cxnLst>
                <a:cxn ang="0">
                  <a:pos x="T0" y="T1"/>
                </a:cxn>
                <a:cxn ang="0">
                  <a:pos x="T2" y="T3"/>
                </a:cxn>
                <a:cxn ang="0">
                  <a:pos x="T4" y="T5"/>
                </a:cxn>
                <a:cxn ang="0">
                  <a:pos x="T6" y="T7"/>
                </a:cxn>
              </a:cxnLst>
              <a:rect l="0" t="0" r="r" b="b"/>
              <a:pathLst>
                <a:path w="2" h="9">
                  <a:moveTo>
                    <a:pt x="2" y="0"/>
                  </a:moveTo>
                  <a:cubicBezTo>
                    <a:pt x="1" y="3"/>
                    <a:pt x="1" y="6"/>
                    <a:pt x="0" y="9"/>
                  </a:cubicBezTo>
                  <a:cubicBezTo>
                    <a:pt x="1" y="9"/>
                    <a:pt x="1" y="8"/>
                    <a:pt x="1" y="8"/>
                  </a:cubicBezTo>
                  <a:cubicBezTo>
                    <a:pt x="1" y="5"/>
                    <a:pt x="1" y="2"/>
                    <a:pt x="2"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9" name="Freeform 28"/>
            <p:cNvSpPr>
              <a:spLocks/>
            </p:cNvSpPr>
            <p:nvPr/>
          </p:nvSpPr>
          <p:spPr bwMode="auto">
            <a:xfrm>
              <a:off x="5497513" y="2563813"/>
              <a:ext cx="84138" cy="176213"/>
            </a:xfrm>
            <a:custGeom>
              <a:avLst/>
              <a:gdLst>
                <a:gd name="T0" fmla="*/ 13 w 52"/>
                <a:gd name="T1" fmla="*/ 0 h 109"/>
                <a:gd name="T2" fmla="*/ 5 w 52"/>
                <a:gd name="T3" fmla="*/ 108 h 109"/>
                <a:gd name="T4" fmla="*/ 15 w 52"/>
                <a:gd name="T5" fmla="*/ 109 h 109"/>
                <a:gd name="T6" fmla="*/ 38 w 52"/>
                <a:gd name="T7" fmla="*/ 102 h 109"/>
                <a:gd name="T8" fmla="*/ 28 w 52"/>
                <a:gd name="T9" fmla="*/ 73 h 109"/>
                <a:gd name="T10" fmla="*/ 36 w 52"/>
                <a:gd name="T11" fmla="*/ 52 h 109"/>
                <a:gd name="T12" fmla="*/ 14 w 52"/>
                <a:gd name="T13" fmla="*/ 43 h 109"/>
                <a:gd name="T14" fmla="*/ 13 w 52"/>
                <a:gd name="T15" fmla="*/ 43 h 109"/>
                <a:gd name="T16" fmla="*/ 15 w 52"/>
                <a:gd name="T17" fmla="*/ 1 h 109"/>
                <a:gd name="T18" fmla="*/ 13 w 52"/>
                <a:gd name="T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09">
                  <a:moveTo>
                    <a:pt x="13" y="0"/>
                  </a:moveTo>
                  <a:cubicBezTo>
                    <a:pt x="2" y="32"/>
                    <a:pt x="0" y="70"/>
                    <a:pt x="5" y="108"/>
                  </a:cubicBezTo>
                  <a:cubicBezTo>
                    <a:pt x="8" y="109"/>
                    <a:pt x="12" y="109"/>
                    <a:pt x="15" y="109"/>
                  </a:cubicBezTo>
                  <a:cubicBezTo>
                    <a:pt x="24" y="109"/>
                    <a:pt x="32" y="107"/>
                    <a:pt x="38" y="102"/>
                  </a:cubicBezTo>
                  <a:cubicBezTo>
                    <a:pt x="52" y="89"/>
                    <a:pt x="41" y="78"/>
                    <a:pt x="28" y="73"/>
                  </a:cubicBezTo>
                  <a:cubicBezTo>
                    <a:pt x="34" y="67"/>
                    <a:pt x="40" y="59"/>
                    <a:pt x="36" y="52"/>
                  </a:cubicBezTo>
                  <a:cubicBezTo>
                    <a:pt x="33" y="44"/>
                    <a:pt x="23" y="43"/>
                    <a:pt x="14" y="43"/>
                  </a:cubicBezTo>
                  <a:cubicBezTo>
                    <a:pt x="13" y="43"/>
                    <a:pt x="13" y="43"/>
                    <a:pt x="13" y="43"/>
                  </a:cubicBezTo>
                  <a:cubicBezTo>
                    <a:pt x="18" y="29"/>
                    <a:pt x="31" y="11"/>
                    <a:pt x="15" y="1"/>
                  </a:cubicBezTo>
                  <a:cubicBezTo>
                    <a:pt x="14" y="1"/>
                    <a:pt x="14" y="0"/>
                    <a:pt x="13"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0" name="Freeform 29"/>
            <p:cNvSpPr>
              <a:spLocks noEditPoints="1"/>
            </p:cNvSpPr>
            <p:nvPr/>
          </p:nvSpPr>
          <p:spPr bwMode="auto">
            <a:xfrm>
              <a:off x="5318126" y="2549526"/>
              <a:ext cx="200025" cy="268288"/>
            </a:xfrm>
            <a:custGeom>
              <a:avLst/>
              <a:gdLst>
                <a:gd name="T0" fmla="*/ 60 w 123"/>
                <a:gd name="T1" fmla="*/ 57 h 165"/>
                <a:gd name="T2" fmla="*/ 60 w 123"/>
                <a:gd name="T3" fmla="*/ 56 h 165"/>
                <a:gd name="T4" fmla="*/ 61 w 123"/>
                <a:gd name="T5" fmla="*/ 57 h 165"/>
                <a:gd name="T6" fmla="*/ 61 w 123"/>
                <a:gd name="T7" fmla="*/ 57 h 165"/>
                <a:gd name="T8" fmla="*/ 60 w 123"/>
                <a:gd name="T9" fmla="*/ 57 h 165"/>
                <a:gd name="T10" fmla="*/ 87 w 123"/>
                <a:gd name="T11" fmla="*/ 0 h 165"/>
                <a:gd name="T12" fmla="*/ 85 w 123"/>
                <a:gd name="T13" fmla="*/ 0 h 165"/>
                <a:gd name="T14" fmla="*/ 57 w 123"/>
                <a:gd name="T15" fmla="*/ 51 h 165"/>
                <a:gd name="T16" fmla="*/ 11 w 123"/>
                <a:gd name="T17" fmla="*/ 91 h 165"/>
                <a:gd name="T18" fmla="*/ 2 w 123"/>
                <a:gd name="T19" fmla="*/ 144 h 165"/>
                <a:gd name="T20" fmla="*/ 1 w 123"/>
                <a:gd name="T21" fmla="*/ 157 h 165"/>
                <a:gd name="T22" fmla="*/ 0 w 123"/>
                <a:gd name="T23" fmla="*/ 165 h 165"/>
                <a:gd name="T24" fmla="*/ 69 w 123"/>
                <a:gd name="T25" fmla="*/ 100 h 165"/>
                <a:gd name="T26" fmla="*/ 78 w 123"/>
                <a:gd name="T27" fmla="*/ 103 h 165"/>
                <a:gd name="T28" fmla="*/ 115 w 123"/>
                <a:gd name="T29" fmla="*/ 116 h 165"/>
                <a:gd name="T30" fmla="*/ 123 w 123"/>
                <a:gd name="T31" fmla="*/ 8 h 165"/>
                <a:gd name="T32" fmla="*/ 119 w 123"/>
                <a:gd name="T33" fmla="*/ 7 h 165"/>
                <a:gd name="T34" fmla="*/ 96 w 123"/>
                <a:gd name="T35" fmla="*/ 22 h 165"/>
                <a:gd name="T36" fmla="*/ 87 w 123"/>
                <a:gd name="T3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65">
                  <a:moveTo>
                    <a:pt x="60" y="57"/>
                  </a:moveTo>
                  <a:cubicBezTo>
                    <a:pt x="60" y="56"/>
                    <a:pt x="60" y="56"/>
                    <a:pt x="60" y="56"/>
                  </a:cubicBezTo>
                  <a:cubicBezTo>
                    <a:pt x="61" y="56"/>
                    <a:pt x="61" y="56"/>
                    <a:pt x="61" y="57"/>
                  </a:cubicBezTo>
                  <a:cubicBezTo>
                    <a:pt x="61" y="57"/>
                    <a:pt x="61" y="57"/>
                    <a:pt x="61" y="57"/>
                  </a:cubicBezTo>
                  <a:cubicBezTo>
                    <a:pt x="61" y="57"/>
                    <a:pt x="61" y="57"/>
                    <a:pt x="60" y="57"/>
                  </a:cubicBezTo>
                  <a:moveTo>
                    <a:pt x="87" y="0"/>
                  </a:moveTo>
                  <a:cubicBezTo>
                    <a:pt x="86" y="0"/>
                    <a:pt x="86" y="0"/>
                    <a:pt x="85" y="0"/>
                  </a:cubicBezTo>
                  <a:cubicBezTo>
                    <a:pt x="63" y="4"/>
                    <a:pt x="63" y="34"/>
                    <a:pt x="57" y="51"/>
                  </a:cubicBezTo>
                  <a:cubicBezTo>
                    <a:pt x="40" y="65"/>
                    <a:pt x="25" y="78"/>
                    <a:pt x="11" y="91"/>
                  </a:cubicBezTo>
                  <a:cubicBezTo>
                    <a:pt x="9" y="109"/>
                    <a:pt x="5" y="126"/>
                    <a:pt x="2" y="144"/>
                  </a:cubicBezTo>
                  <a:cubicBezTo>
                    <a:pt x="2" y="149"/>
                    <a:pt x="1" y="153"/>
                    <a:pt x="1" y="157"/>
                  </a:cubicBezTo>
                  <a:cubicBezTo>
                    <a:pt x="0" y="159"/>
                    <a:pt x="0" y="162"/>
                    <a:pt x="0" y="165"/>
                  </a:cubicBezTo>
                  <a:cubicBezTo>
                    <a:pt x="38" y="124"/>
                    <a:pt x="69" y="100"/>
                    <a:pt x="69" y="100"/>
                  </a:cubicBezTo>
                  <a:cubicBezTo>
                    <a:pt x="69" y="100"/>
                    <a:pt x="75" y="101"/>
                    <a:pt x="78" y="103"/>
                  </a:cubicBezTo>
                  <a:cubicBezTo>
                    <a:pt x="86" y="108"/>
                    <a:pt x="101" y="114"/>
                    <a:pt x="115" y="116"/>
                  </a:cubicBezTo>
                  <a:cubicBezTo>
                    <a:pt x="110" y="78"/>
                    <a:pt x="112" y="40"/>
                    <a:pt x="123" y="8"/>
                  </a:cubicBezTo>
                  <a:cubicBezTo>
                    <a:pt x="121" y="7"/>
                    <a:pt x="120" y="7"/>
                    <a:pt x="119" y="7"/>
                  </a:cubicBezTo>
                  <a:cubicBezTo>
                    <a:pt x="111" y="7"/>
                    <a:pt x="103" y="15"/>
                    <a:pt x="96" y="22"/>
                  </a:cubicBezTo>
                  <a:cubicBezTo>
                    <a:pt x="96" y="12"/>
                    <a:pt x="95" y="0"/>
                    <a:pt x="87"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1" name="Freeform 30"/>
            <p:cNvSpPr>
              <a:spLocks/>
            </p:cNvSpPr>
            <p:nvPr/>
          </p:nvSpPr>
          <p:spPr bwMode="auto">
            <a:xfrm>
              <a:off x="5394326" y="2527301"/>
              <a:ext cx="174625" cy="204788"/>
            </a:xfrm>
            <a:custGeom>
              <a:avLst/>
              <a:gdLst>
                <a:gd name="T0" fmla="*/ 82 w 107"/>
                <a:gd name="T1" fmla="*/ 82 h 126"/>
                <a:gd name="T2" fmla="*/ 91 w 107"/>
                <a:gd name="T3" fmla="*/ 61 h 126"/>
                <a:gd name="T4" fmla="*/ 67 w 107"/>
                <a:gd name="T5" fmla="*/ 52 h 126"/>
                <a:gd name="T6" fmla="*/ 70 w 107"/>
                <a:gd name="T7" fmla="*/ 10 h 126"/>
                <a:gd name="T8" fmla="*/ 41 w 107"/>
                <a:gd name="T9" fmla="*/ 23 h 126"/>
                <a:gd name="T10" fmla="*/ 30 w 107"/>
                <a:gd name="T11" fmla="*/ 1 h 126"/>
                <a:gd name="T12" fmla="*/ 0 w 107"/>
                <a:gd name="T13" fmla="*/ 56 h 126"/>
                <a:gd name="T14" fmla="*/ 21 w 107"/>
                <a:gd name="T15" fmla="*/ 98 h 126"/>
                <a:gd name="T16" fmla="*/ 93 w 107"/>
                <a:gd name="T17" fmla="*/ 111 h 126"/>
                <a:gd name="T18" fmla="*/ 82 w 107"/>
                <a:gd name="T19" fmla="*/ 8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26">
                  <a:moveTo>
                    <a:pt x="82" y="82"/>
                  </a:moveTo>
                  <a:cubicBezTo>
                    <a:pt x="88" y="76"/>
                    <a:pt x="94" y="69"/>
                    <a:pt x="91" y="61"/>
                  </a:cubicBezTo>
                  <a:cubicBezTo>
                    <a:pt x="87" y="53"/>
                    <a:pt x="77" y="52"/>
                    <a:pt x="67" y="52"/>
                  </a:cubicBezTo>
                  <a:cubicBezTo>
                    <a:pt x="72" y="38"/>
                    <a:pt x="86" y="20"/>
                    <a:pt x="70" y="10"/>
                  </a:cubicBezTo>
                  <a:cubicBezTo>
                    <a:pt x="60" y="4"/>
                    <a:pt x="49" y="14"/>
                    <a:pt x="41" y="23"/>
                  </a:cubicBezTo>
                  <a:cubicBezTo>
                    <a:pt x="41" y="13"/>
                    <a:pt x="39" y="0"/>
                    <a:pt x="30" y="1"/>
                  </a:cubicBezTo>
                  <a:cubicBezTo>
                    <a:pt x="6" y="5"/>
                    <a:pt x="8" y="39"/>
                    <a:pt x="0" y="56"/>
                  </a:cubicBezTo>
                  <a:cubicBezTo>
                    <a:pt x="2" y="55"/>
                    <a:pt x="11" y="87"/>
                    <a:pt x="21" y="98"/>
                  </a:cubicBezTo>
                  <a:cubicBezTo>
                    <a:pt x="20" y="100"/>
                    <a:pt x="76" y="126"/>
                    <a:pt x="93" y="111"/>
                  </a:cubicBezTo>
                  <a:cubicBezTo>
                    <a:pt x="107" y="99"/>
                    <a:pt x="95" y="88"/>
                    <a:pt x="82" y="82"/>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2" name="Freeform 31"/>
            <p:cNvSpPr>
              <a:spLocks/>
            </p:cNvSpPr>
            <p:nvPr/>
          </p:nvSpPr>
          <p:spPr bwMode="auto">
            <a:xfrm>
              <a:off x="5075238" y="2611438"/>
              <a:ext cx="358775" cy="1035050"/>
            </a:xfrm>
            <a:custGeom>
              <a:avLst/>
              <a:gdLst>
                <a:gd name="T0" fmla="*/ 217 w 221"/>
                <a:gd name="T1" fmla="*/ 46 h 638"/>
                <a:gd name="T2" fmla="*/ 67 w 221"/>
                <a:gd name="T3" fmla="*/ 266 h 638"/>
                <a:gd name="T4" fmla="*/ 221 w 221"/>
                <a:gd name="T5" fmla="*/ 588 h 638"/>
                <a:gd name="T6" fmla="*/ 190 w 221"/>
                <a:gd name="T7" fmla="*/ 638 h 638"/>
                <a:gd name="T8" fmla="*/ 11 w 221"/>
                <a:gd name="T9" fmla="*/ 300 h 638"/>
                <a:gd name="T10" fmla="*/ 199 w 221"/>
                <a:gd name="T11" fmla="*/ 0 h 638"/>
              </a:gdLst>
              <a:ahLst/>
              <a:cxnLst>
                <a:cxn ang="0">
                  <a:pos x="T0" y="T1"/>
                </a:cxn>
                <a:cxn ang="0">
                  <a:pos x="T2" y="T3"/>
                </a:cxn>
                <a:cxn ang="0">
                  <a:pos x="T4" y="T5"/>
                </a:cxn>
                <a:cxn ang="0">
                  <a:pos x="T6" y="T7"/>
                </a:cxn>
                <a:cxn ang="0">
                  <a:pos x="T8" y="T9"/>
                </a:cxn>
                <a:cxn ang="0">
                  <a:pos x="T10" y="T11"/>
                </a:cxn>
              </a:cxnLst>
              <a:rect l="0" t="0" r="r" b="b"/>
              <a:pathLst>
                <a:path w="221" h="638">
                  <a:moveTo>
                    <a:pt x="217" y="46"/>
                  </a:moveTo>
                  <a:cubicBezTo>
                    <a:pt x="217" y="46"/>
                    <a:pt x="61" y="163"/>
                    <a:pt x="67" y="266"/>
                  </a:cubicBezTo>
                  <a:cubicBezTo>
                    <a:pt x="73" y="369"/>
                    <a:pt x="221" y="588"/>
                    <a:pt x="221" y="588"/>
                  </a:cubicBezTo>
                  <a:cubicBezTo>
                    <a:pt x="190" y="638"/>
                    <a:pt x="190" y="638"/>
                    <a:pt x="190" y="638"/>
                  </a:cubicBezTo>
                  <a:cubicBezTo>
                    <a:pt x="190" y="638"/>
                    <a:pt x="21" y="412"/>
                    <a:pt x="11" y="300"/>
                  </a:cubicBezTo>
                  <a:cubicBezTo>
                    <a:pt x="0" y="189"/>
                    <a:pt x="54" y="121"/>
                    <a:pt x="199" y="0"/>
                  </a:cubicBezTo>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3" name="Freeform 32"/>
            <p:cNvSpPr>
              <a:spLocks/>
            </p:cNvSpPr>
            <p:nvPr/>
          </p:nvSpPr>
          <p:spPr bwMode="auto">
            <a:xfrm>
              <a:off x="6657976" y="2627313"/>
              <a:ext cx="6350" cy="66675"/>
            </a:xfrm>
            <a:custGeom>
              <a:avLst/>
              <a:gdLst>
                <a:gd name="T0" fmla="*/ 0 w 4"/>
                <a:gd name="T1" fmla="*/ 0 h 41"/>
                <a:gd name="T2" fmla="*/ 3 w 4"/>
                <a:gd name="T3" fmla="*/ 41 h 41"/>
                <a:gd name="T4" fmla="*/ 3 w 4"/>
                <a:gd name="T5" fmla="*/ 13 h 41"/>
                <a:gd name="T6" fmla="*/ 1 w 4"/>
                <a:gd name="T7" fmla="*/ 3 h 41"/>
                <a:gd name="T8" fmla="*/ 1 w 4"/>
                <a:gd name="T9" fmla="*/ 2 h 41"/>
                <a:gd name="T10" fmla="*/ 0 w 4"/>
                <a:gd name="T11" fmla="*/ 0 h 41"/>
              </a:gdLst>
              <a:ahLst/>
              <a:cxnLst>
                <a:cxn ang="0">
                  <a:pos x="T0" y="T1"/>
                </a:cxn>
                <a:cxn ang="0">
                  <a:pos x="T2" y="T3"/>
                </a:cxn>
                <a:cxn ang="0">
                  <a:pos x="T4" y="T5"/>
                </a:cxn>
                <a:cxn ang="0">
                  <a:pos x="T6" y="T7"/>
                </a:cxn>
                <a:cxn ang="0">
                  <a:pos x="T8" y="T9"/>
                </a:cxn>
                <a:cxn ang="0">
                  <a:pos x="T10" y="T11"/>
                </a:cxn>
              </a:cxnLst>
              <a:rect l="0" t="0" r="r" b="b"/>
              <a:pathLst>
                <a:path w="4" h="41">
                  <a:moveTo>
                    <a:pt x="0" y="0"/>
                  </a:moveTo>
                  <a:cubicBezTo>
                    <a:pt x="1" y="13"/>
                    <a:pt x="2" y="27"/>
                    <a:pt x="3" y="41"/>
                  </a:cubicBezTo>
                  <a:cubicBezTo>
                    <a:pt x="3" y="32"/>
                    <a:pt x="4" y="23"/>
                    <a:pt x="3" y="13"/>
                  </a:cubicBezTo>
                  <a:cubicBezTo>
                    <a:pt x="2" y="10"/>
                    <a:pt x="1" y="7"/>
                    <a:pt x="1" y="3"/>
                  </a:cubicBezTo>
                  <a:cubicBezTo>
                    <a:pt x="1" y="3"/>
                    <a:pt x="1" y="2"/>
                    <a:pt x="1" y="2"/>
                  </a:cubicBezTo>
                  <a:cubicBezTo>
                    <a:pt x="0" y="1"/>
                    <a:pt x="0" y="0"/>
                    <a:pt x="0"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4" name="Freeform 33"/>
            <p:cNvSpPr>
              <a:spLocks noEditPoints="1"/>
            </p:cNvSpPr>
            <p:nvPr/>
          </p:nvSpPr>
          <p:spPr bwMode="auto">
            <a:xfrm>
              <a:off x="6488113" y="2578101"/>
              <a:ext cx="28575" cy="69850"/>
            </a:xfrm>
            <a:custGeom>
              <a:avLst/>
              <a:gdLst>
                <a:gd name="T0" fmla="*/ 10 w 17"/>
                <a:gd name="T1" fmla="*/ 21 h 43"/>
                <a:gd name="T2" fmla="*/ 8 w 17"/>
                <a:gd name="T3" fmla="*/ 35 h 43"/>
                <a:gd name="T4" fmla="*/ 17 w 17"/>
                <a:gd name="T5" fmla="*/ 43 h 43"/>
                <a:gd name="T6" fmla="*/ 10 w 17"/>
                <a:gd name="T7" fmla="*/ 21 h 43"/>
                <a:gd name="T8" fmla="*/ 2 w 17"/>
                <a:gd name="T9" fmla="*/ 0 h 43"/>
                <a:gd name="T10" fmla="*/ 7 w 17"/>
                <a:gd name="T11" fmla="*/ 13 h 43"/>
                <a:gd name="T12" fmla="*/ 2 w 17"/>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17" h="43">
                  <a:moveTo>
                    <a:pt x="10" y="21"/>
                  </a:moveTo>
                  <a:cubicBezTo>
                    <a:pt x="7" y="24"/>
                    <a:pt x="5" y="28"/>
                    <a:pt x="8" y="35"/>
                  </a:cubicBezTo>
                  <a:cubicBezTo>
                    <a:pt x="10" y="39"/>
                    <a:pt x="13" y="41"/>
                    <a:pt x="17" y="43"/>
                  </a:cubicBezTo>
                  <a:cubicBezTo>
                    <a:pt x="15" y="35"/>
                    <a:pt x="13" y="28"/>
                    <a:pt x="10" y="21"/>
                  </a:cubicBezTo>
                  <a:moveTo>
                    <a:pt x="2" y="0"/>
                  </a:moveTo>
                  <a:cubicBezTo>
                    <a:pt x="0" y="6"/>
                    <a:pt x="2" y="10"/>
                    <a:pt x="7" y="13"/>
                  </a:cubicBezTo>
                  <a:cubicBezTo>
                    <a:pt x="5" y="9"/>
                    <a:pt x="4" y="4"/>
                    <a:pt x="2"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5" name="Freeform 34"/>
            <p:cNvSpPr>
              <a:spLocks/>
            </p:cNvSpPr>
            <p:nvPr/>
          </p:nvSpPr>
          <p:spPr bwMode="auto">
            <a:xfrm>
              <a:off x="6491288" y="2517776"/>
              <a:ext cx="173038" cy="198438"/>
            </a:xfrm>
            <a:custGeom>
              <a:avLst/>
              <a:gdLst>
                <a:gd name="T0" fmla="*/ 31 w 106"/>
                <a:gd name="T1" fmla="*/ 0 h 122"/>
                <a:gd name="T2" fmla="*/ 21 w 106"/>
                <a:gd name="T3" fmla="*/ 5 h 122"/>
                <a:gd name="T4" fmla="*/ 27 w 106"/>
                <a:gd name="T5" fmla="*/ 25 h 122"/>
                <a:gd name="T6" fmla="*/ 23 w 106"/>
                <a:gd name="T7" fmla="*/ 25 h 122"/>
                <a:gd name="T8" fmla="*/ 0 w 106"/>
                <a:gd name="T9" fmla="*/ 35 h 122"/>
                <a:gd name="T10" fmla="*/ 0 w 106"/>
                <a:gd name="T11" fmla="*/ 37 h 122"/>
                <a:gd name="T12" fmla="*/ 5 w 106"/>
                <a:gd name="T13" fmla="*/ 50 h 122"/>
                <a:gd name="T14" fmla="*/ 17 w 106"/>
                <a:gd name="T15" fmla="*/ 55 h 122"/>
                <a:gd name="T16" fmla="*/ 8 w 106"/>
                <a:gd name="T17" fmla="*/ 58 h 122"/>
                <a:gd name="T18" fmla="*/ 15 w 106"/>
                <a:gd name="T19" fmla="*/ 80 h 122"/>
                <a:gd name="T20" fmla="*/ 29 w 106"/>
                <a:gd name="T21" fmla="*/ 84 h 122"/>
                <a:gd name="T22" fmla="*/ 73 w 106"/>
                <a:gd name="T23" fmla="*/ 94 h 122"/>
                <a:gd name="T24" fmla="*/ 73 w 106"/>
                <a:gd name="T25" fmla="*/ 95 h 122"/>
                <a:gd name="T26" fmla="*/ 106 w 106"/>
                <a:gd name="T27" fmla="*/ 122 h 122"/>
                <a:gd name="T28" fmla="*/ 105 w 106"/>
                <a:gd name="T29" fmla="*/ 109 h 122"/>
                <a:gd name="T30" fmla="*/ 102 w 106"/>
                <a:gd name="T31" fmla="*/ 68 h 122"/>
                <a:gd name="T32" fmla="*/ 100 w 106"/>
                <a:gd name="T33" fmla="*/ 55 h 122"/>
                <a:gd name="T34" fmla="*/ 99 w 106"/>
                <a:gd name="T35" fmla="*/ 46 h 122"/>
                <a:gd name="T36" fmla="*/ 96 w 106"/>
                <a:gd name="T37" fmla="*/ 43 h 122"/>
                <a:gd name="T38" fmla="*/ 96 w 106"/>
                <a:gd name="T39" fmla="*/ 45 h 122"/>
                <a:gd name="T40" fmla="*/ 93 w 106"/>
                <a:gd name="T41" fmla="*/ 43 h 122"/>
                <a:gd name="T42" fmla="*/ 80 w 106"/>
                <a:gd name="T43" fmla="*/ 8 h 122"/>
                <a:gd name="T44" fmla="*/ 68 w 106"/>
                <a:gd name="T45" fmla="*/ 3 h 122"/>
                <a:gd name="T46" fmla="*/ 66 w 106"/>
                <a:gd name="T47" fmla="*/ 3 h 122"/>
                <a:gd name="T48" fmla="*/ 65 w 106"/>
                <a:gd name="T49" fmla="*/ 3 h 122"/>
                <a:gd name="T50" fmla="*/ 63 w 106"/>
                <a:gd name="T51" fmla="*/ 3 h 122"/>
                <a:gd name="T52" fmla="*/ 60 w 106"/>
                <a:gd name="T53" fmla="*/ 5 h 122"/>
                <a:gd name="T54" fmla="*/ 55 w 106"/>
                <a:gd name="T55" fmla="*/ 14 h 122"/>
                <a:gd name="T56" fmla="*/ 31 w 106"/>
                <a:gd name="T5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6" h="122">
                  <a:moveTo>
                    <a:pt x="31" y="0"/>
                  </a:moveTo>
                  <a:cubicBezTo>
                    <a:pt x="27" y="0"/>
                    <a:pt x="24" y="1"/>
                    <a:pt x="21" y="5"/>
                  </a:cubicBezTo>
                  <a:cubicBezTo>
                    <a:pt x="16" y="11"/>
                    <a:pt x="21" y="19"/>
                    <a:pt x="27" y="25"/>
                  </a:cubicBezTo>
                  <a:cubicBezTo>
                    <a:pt x="26" y="25"/>
                    <a:pt x="25" y="25"/>
                    <a:pt x="23" y="25"/>
                  </a:cubicBezTo>
                  <a:cubicBezTo>
                    <a:pt x="13" y="25"/>
                    <a:pt x="4" y="27"/>
                    <a:pt x="0" y="35"/>
                  </a:cubicBezTo>
                  <a:cubicBezTo>
                    <a:pt x="0" y="36"/>
                    <a:pt x="0" y="36"/>
                    <a:pt x="0" y="37"/>
                  </a:cubicBezTo>
                  <a:cubicBezTo>
                    <a:pt x="2" y="41"/>
                    <a:pt x="3" y="46"/>
                    <a:pt x="5" y="50"/>
                  </a:cubicBezTo>
                  <a:cubicBezTo>
                    <a:pt x="8" y="52"/>
                    <a:pt x="12" y="53"/>
                    <a:pt x="17" y="55"/>
                  </a:cubicBezTo>
                  <a:cubicBezTo>
                    <a:pt x="13" y="55"/>
                    <a:pt x="10" y="56"/>
                    <a:pt x="8" y="58"/>
                  </a:cubicBezTo>
                  <a:cubicBezTo>
                    <a:pt x="11" y="65"/>
                    <a:pt x="13" y="72"/>
                    <a:pt x="15" y="80"/>
                  </a:cubicBezTo>
                  <a:cubicBezTo>
                    <a:pt x="19" y="82"/>
                    <a:pt x="24" y="83"/>
                    <a:pt x="29" y="84"/>
                  </a:cubicBezTo>
                  <a:cubicBezTo>
                    <a:pt x="42" y="88"/>
                    <a:pt x="58" y="92"/>
                    <a:pt x="73" y="94"/>
                  </a:cubicBezTo>
                  <a:cubicBezTo>
                    <a:pt x="73" y="95"/>
                    <a:pt x="73" y="95"/>
                    <a:pt x="73" y="95"/>
                  </a:cubicBezTo>
                  <a:cubicBezTo>
                    <a:pt x="73" y="95"/>
                    <a:pt x="85" y="105"/>
                    <a:pt x="106" y="122"/>
                  </a:cubicBezTo>
                  <a:cubicBezTo>
                    <a:pt x="106" y="117"/>
                    <a:pt x="106" y="113"/>
                    <a:pt x="105" y="109"/>
                  </a:cubicBezTo>
                  <a:cubicBezTo>
                    <a:pt x="104" y="95"/>
                    <a:pt x="103" y="81"/>
                    <a:pt x="102" y="68"/>
                  </a:cubicBezTo>
                  <a:cubicBezTo>
                    <a:pt x="101" y="64"/>
                    <a:pt x="100" y="60"/>
                    <a:pt x="100" y="55"/>
                  </a:cubicBezTo>
                  <a:cubicBezTo>
                    <a:pt x="100" y="52"/>
                    <a:pt x="100" y="49"/>
                    <a:pt x="99" y="46"/>
                  </a:cubicBezTo>
                  <a:cubicBezTo>
                    <a:pt x="98" y="45"/>
                    <a:pt x="97" y="44"/>
                    <a:pt x="96" y="43"/>
                  </a:cubicBezTo>
                  <a:cubicBezTo>
                    <a:pt x="96" y="45"/>
                    <a:pt x="96" y="45"/>
                    <a:pt x="96" y="45"/>
                  </a:cubicBezTo>
                  <a:cubicBezTo>
                    <a:pt x="95" y="44"/>
                    <a:pt x="94" y="44"/>
                    <a:pt x="93" y="43"/>
                  </a:cubicBezTo>
                  <a:cubicBezTo>
                    <a:pt x="94" y="31"/>
                    <a:pt x="87" y="16"/>
                    <a:pt x="80" y="8"/>
                  </a:cubicBezTo>
                  <a:cubicBezTo>
                    <a:pt x="76" y="5"/>
                    <a:pt x="72" y="3"/>
                    <a:pt x="68" y="3"/>
                  </a:cubicBezTo>
                  <a:cubicBezTo>
                    <a:pt x="67" y="3"/>
                    <a:pt x="66" y="3"/>
                    <a:pt x="66" y="3"/>
                  </a:cubicBezTo>
                  <a:cubicBezTo>
                    <a:pt x="65" y="3"/>
                    <a:pt x="65" y="3"/>
                    <a:pt x="65" y="3"/>
                  </a:cubicBezTo>
                  <a:cubicBezTo>
                    <a:pt x="64" y="3"/>
                    <a:pt x="64" y="3"/>
                    <a:pt x="63" y="3"/>
                  </a:cubicBezTo>
                  <a:cubicBezTo>
                    <a:pt x="62" y="4"/>
                    <a:pt x="61" y="4"/>
                    <a:pt x="60" y="5"/>
                  </a:cubicBezTo>
                  <a:cubicBezTo>
                    <a:pt x="57" y="7"/>
                    <a:pt x="56" y="11"/>
                    <a:pt x="55" y="14"/>
                  </a:cubicBezTo>
                  <a:cubicBezTo>
                    <a:pt x="48" y="7"/>
                    <a:pt x="39" y="0"/>
                    <a:pt x="31"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6" name="Freeform 35"/>
            <p:cNvSpPr>
              <a:spLocks/>
            </p:cNvSpPr>
            <p:nvPr/>
          </p:nvSpPr>
          <p:spPr bwMode="auto">
            <a:xfrm>
              <a:off x="6483351" y="2487613"/>
              <a:ext cx="165100" cy="163513"/>
            </a:xfrm>
            <a:custGeom>
              <a:avLst/>
              <a:gdLst>
                <a:gd name="T0" fmla="*/ 98 w 101"/>
                <a:gd name="T1" fmla="*/ 49 h 101"/>
                <a:gd name="T2" fmla="*/ 85 w 101"/>
                <a:gd name="T3" fmla="*/ 15 h 101"/>
                <a:gd name="T4" fmla="*/ 71 w 101"/>
                <a:gd name="T5" fmla="*/ 9 h 101"/>
                <a:gd name="T6" fmla="*/ 68 w 101"/>
                <a:gd name="T7" fmla="*/ 10 h 101"/>
                <a:gd name="T8" fmla="*/ 65 w 101"/>
                <a:gd name="T9" fmla="*/ 11 h 101"/>
                <a:gd name="T10" fmla="*/ 60 w 101"/>
                <a:gd name="T11" fmla="*/ 21 h 101"/>
                <a:gd name="T12" fmla="*/ 26 w 101"/>
                <a:gd name="T13" fmla="*/ 11 h 101"/>
                <a:gd name="T14" fmla="*/ 32 w 101"/>
                <a:gd name="T15" fmla="*/ 32 h 101"/>
                <a:gd name="T16" fmla="*/ 5 w 101"/>
                <a:gd name="T17" fmla="*/ 42 h 101"/>
                <a:gd name="T18" fmla="*/ 22 w 101"/>
                <a:gd name="T19" fmla="*/ 61 h 101"/>
                <a:gd name="T20" fmla="*/ 11 w 101"/>
                <a:gd name="T21" fmla="*/ 78 h 101"/>
                <a:gd name="T22" fmla="*/ 34 w 101"/>
                <a:gd name="T23" fmla="*/ 90 h 101"/>
                <a:gd name="T24" fmla="*/ 78 w 101"/>
                <a:gd name="T25" fmla="*/ 101 h 101"/>
                <a:gd name="T26" fmla="*/ 101 w 101"/>
                <a:gd name="T27" fmla="*/ 51 h 101"/>
                <a:gd name="T28" fmla="*/ 98 w 101"/>
                <a:gd name="T29" fmla="*/ 4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1">
                  <a:moveTo>
                    <a:pt x="98" y="49"/>
                  </a:moveTo>
                  <a:cubicBezTo>
                    <a:pt x="99" y="37"/>
                    <a:pt x="92" y="23"/>
                    <a:pt x="85" y="15"/>
                  </a:cubicBezTo>
                  <a:cubicBezTo>
                    <a:pt x="81" y="11"/>
                    <a:pt x="76" y="8"/>
                    <a:pt x="71" y="9"/>
                  </a:cubicBezTo>
                  <a:cubicBezTo>
                    <a:pt x="70" y="9"/>
                    <a:pt x="69" y="9"/>
                    <a:pt x="68" y="10"/>
                  </a:cubicBezTo>
                  <a:cubicBezTo>
                    <a:pt x="67" y="10"/>
                    <a:pt x="66" y="11"/>
                    <a:pt x="65" y="11"/>
                  </a:cubicBezTo>
                  <a:cubicBezTo>
                    <a:pt x="62" y="13"/>
                    <a:pt x="61" y="17"/>
                    <a:pt x="60" y="21"/>
                  </a:cubicBezTo>
                  <a:cubicBezTo>
                    <a:pt x="50" y="11"/>
                    <a:pt x="35" y="0"/>
                    <a:pt x="26" y="11"/>
                  </a:cubicBezTo>
                  <a:cubicBezTo>
                    <a:pt x="21" y="17"/>
                    <a:pt x="26" y="25"/>
                    <a:pt x="32" y="32"/>
                  </a:cubicBezTo>
                  <a:cubicBezTo>
                    <a:pt x="21" y="31"/>
                    <a:pt x="9" y="32"/>
                    <a:pt x="5" y="42"/>
                  </a:cubicBezTo>
                  <a:cubicBezTo>
                    <a:pt x="0" y="53"/>
                    <a:pt x="11" y="58"/>
                    <a:pt x="22" y="61"/>
                  </a:cubicBezTo>
                  <a:cubicBezTo>
                    <a:pt x="13" y="63"/>
                    <a:pt x="6" y="68"/>
                    <a:pt x="11" y="78"/>
                  </a:cubicBezTo>
                  <a:cubicBezTo>
                    <a:pt x="15" y="86"/>
                    <a:pt x="26" y="88"/>
                    <a:pt x="34" y="90"/>
                  </a:cubicBezTo>
                  <a:cubicBezTo>
                    <a:pt x="47" y="94"/>
                    <a:pt x="63" y="99"/>
                    <a:pt x="78" y="101"/>
                  </a:cubicBezTo>
                  <a:cubicBezTo>
                    <a:pt x="101" y="51"/>
                    <a:pt x="101" y="51"/>
                    <a:pt x="101" y="51"/>
                  </a:cubicBezTo>
                  <a:cubicBezTo>
                    <a:pt x="100" y="51"/>
                    <a:pt x="99" y="50"/>
                    <a:pt x="98" y="49"/>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7" name="Freeform 36"/>
            <p:cNvSpPr>
              <a:spLocks/>
            </p:cNvSpPr>
            <p:nvPr/>
          </p:nvSpPr>
          <p:spPr bwMode="auto">
            <a:xfrm>
              <a:off x="6607176" y="2566988"/>
              <a:ext cx="365125" cy="1079500"/>
            </a:xfrm>
            <a:custGeom>
              <a:avLst/>
              <a:gdLst>
                <a:gd name="T0" fmla="*/ 25 w 225"/>
                <a:gd name="T1" fmla="*/ 0 h 666"/>
                <a:gd name="T2" fmla="*/ 25 w 225"/>
                <a:gd name="T3" fmla="*/ 2 h 666"/>
                <a:gd name="T4" fmla="*/ 2 w 225"/>
                <a:gd name="T5" fmla="*/ 52 h 666"/>
                <a:gd name="T6" fmla="*/ 2 w 225"/>
                <a:gd name="T7" fmla="*/ 52 h 666"/>
                <a:gd name="T8" fmla="*/ 158 w 225"/>
                <a:gd name="T9" fmla="*/ 264 h 666"/>
                <a:gd name="T10" fmla="*/ 0 w 225"/>
                <a:gd name="T11" fmla="*/ 616 h 666"/>
                <a:gd name="T12" fmla="*/ 30 w 225"/>
                <a:gd name="T13" fmla="*/ 666 h 666"/>
                <a:gd name="T14" fmla="*/ 214 w 225"/>
                <a:gd name="T15" fmla="*/ 299 h 666"/>
                <a:gd name="T16" fmla="*/ 25 w 225"/>
                <a:gd name="T17"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666">
                  <a:moveTo>
                    <a:pt x="25" y="0"/>
                  </a:moveTo>
                  <a:cubicBezTo>
                    <a:pt x="25" y="2"/>
                    <a:pt x="25" y="2"/>
                    <a:pt x="25" y="2"/>
                  </a:cubicBezTo>
                  <a:cubicBezTo>
                    <a:pt x="2" y="52"/>
                    <a:pt x="2" y="52"/>
                    <a:pt x="2" y="52"/>
                  </a:cubicBezTo>
                  <a:cubicBezTo>
                    <a:pt x="2" y="52"/>
                    <a:pt x="2" y="52"/>
                    <a:pt x="2" y="52"/>
                  </a:cubicBezTo>
                  <a:cubicBezTo>
                    <a:pt x="2" y="52"/>
                    <a:pt x="164" y="161"/>
                    <a:pt x="158" y="264"/>
                  </a:cubicBezTo>
                  <a:cubicBezTo>
                    <a:pt x="152" y="367"/>
                    <a:pt x="0" y="616"/>
                    <a:pt x="0" y="616"/>
                  </a:cubicBezTo>
                  <a:cubicBezTo>
                    <a:pt x="30" y="666"/>
                    <a:pt x="30" y="666"/>
                    <a:pt x="30" y="666"/>
                  </a:cubicBezTo>
                  <a:cubicBezTo>
                    <a:pt x="30" y="666"/>
                    <a:pt x="204" y="410"/>
                    <a:pt x="214" y="299"/>
                  </a:cubicBezTo>
                  <a:cubicBezTo>
                    <a:pt x="225" y="187"/>
                    <a:pt x="170" y="121"/>
                    <a:pt x="25" y="0"/>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8" name="Freeform 37"/>
            <p:cNvSpPr>
              <a:spLocks/>
            </p:cNvSpPr>
            <p:nvPr/>
          </p:nvSpPr>
          <p:spPr bwMode="auto">
            <a:xfrm>
              <a:off x="5969001" y="3373438"/>
              <a:ext cx="201613" cy="733425"/>
            </a:xfrm>
            <a:custGeom>
              <a:avLst/>
              <a:gdLst>
                <a:gd name="T0" fmla="*/ 37 w 124"/>
                <a:gd name="T1" fmla="*/ 70 h 452"/>
                <a:gd name="T2" fmla="*/ 10 w 124"/>
                <a:gd name="T3" fmla="*/ 268 h 452"/>
                <a:gd name="T4" fmla="*/ 72 w 124"/>
                <a:gd name="T5" fmla="*/ 450 h 452"/>
                <a:gd name="T6" fmla="*/ 122 w 124"/>
                <a:gd name="T7" fmla="*/ 264 h 452"/>
                <a:gd name="T8" fmla="*/ 70 w 124"/>
                <a:gd name="T9" fmla="*/ 69 h 452"/>
                <a:gd name="T10" fmla="*/ 90 w 124"/>
                <a:gd name="T11" fmla="*/ 40 h 452"/>
                <a:gd name="T12" fmla="*/ 49 w 124"/>
                <a:gd name="T13" fmla="*/ 2 h 452"/>
                <a:gd name="T14" fmla="*/ 37 w 124"/>
                <a:gd name="T15" fmla="*/ 70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452">
                  <a:moveTo>
                    <a:pt x="37" y="70"/>
                  </a:moveTo>
                  <a:cubicBezTo>
                    <a:pt x="37" y="70"/>
                    <a:pt x="3" y="231"/>
                    <a:pt x="10" y="268"/>
                  </a:cubicBezTo>
                  <a:cubicBezTo>
                    <a:pt x="16" y="305"/>
                    <a:pt x="59" y="448"/>
                    <a:pt x="72" y="450"/>
                  </a:cubicBezTo>
                  <a:cubicBezTo>
                    <a:pt x="85" y="452"/>
                    <a:pt x="124" y="290"/>
                    <a:pt x="122" y="264"/>
                  </a:cubicBezTo>
                  <a:cubicBezTo>
                    <a:pt x="120" y="238"/>
                    <a:pt x="70" y="69"/>
                    <a:pt x="70" y="69"/>
                  </a:cubicBezTo>
                  <a:cubicBezTo>
                    <a:pt x="70" y="69"/>
                    <a:pt x="86" y="58"/>
                    <a:pt x="90" y="40"/>
                  </a:cubicBezTo>
                  <a:cubicBezTo>
                    <a:pt x="94" y="19"/>
                    <a:pt x="77" y="0"/>
                    <a:pt x="49" y="2"/>
                  </a:cubicBezTo>
                  <a:cubicBezTo>
                    <a:pt x="21" y="4"/>
                    <a:pt x="0" y="39"/>
                    <a:pt x="37" y="70"/>
                  </a:cubicBezTo>
                  <a:close/>
                </a:path>
              </a:pathLst>
            </a:custGeom>
            <a:solidFill>
              <a:srgbClr val="CA4E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39" name="Freeform 38"/>
            <p:cNvSpPr>
              <a:spLocks/>
            </p:cNvSpPr>
            <p:nvPr/>
          </p:nvSpPr>
          <p:spPr bwMode="auto">
            <a:xfrm>
              <a:off x="5351463" y="3287713"/>
              <a:ext cx="695325" cy="269875"/>
            </a:xfrm>
            <a:custGeom>
              <a:avLst/>
              <a:gdLst>
                <a:gd name="T0" fmla="*/ 5 w 428"/>
                <a:gd name="T1" fmla="*/ 0 h 166"/>
                <a:gd name="T2" fmla="*/ 0 w 428"/>
                <a:gd name="T3" fmla="*/ 53 h 166"/>
                <a:gd name="T4" fmla="*/ 328 w 428"/>
                <a:gd name="T5" fmla="*/ 166 h 166"/>
                <a:gd name="T6" fmla="*/ 428 w 428"/>
                <a:gd name="T7" fmla="*/ 55 h 166"/>
                <a:gd name="T8" fmla="*/ 5 w 428"/>
                <a:gd name="T9" fmla="*/ 0 h 166"/>
              </a:gdLst>
              <a:ahLst/>
              <a:cxnLst>
                <a:cxn ang="0">
                  <a:pos x="T0" y="T1"/>
                </a:cxn>
                <a:cxn ang="0">
                  <a:pos x="T2" y="T3"/>
                </a:cxn>
                <a:cxn ang="0">
                  <a:pos x="T4" y="T5"/>
                </a:cxn>
                <a:cxn ang="0">
                  <a:pos x="T6" y="T7"/>
                </a:cxn>
                <a:cxn ang="0">
                  <a:pos x="T8" y="T9"/>
                </a:cxn>
              </a:cxnLst>
              <a:rect l="0" t="0" r="r" b="b"/>
              <a:pathLst>
                <a:path w="428" h="166">
                  <a:moveTo>
                    <a:pt x="5" y="0"/>
                  </a:moveTo>
                  <a:cubicBezTo>
                    <a:pt x="0" y="53"/>
                    <a:pt x="0" y="53"/>
                    <a:pt x="0" y="53"/>
                  </a:cubicBezTo>
                  <a:cubicBezTo>
                    <a:pt x="0" y="53"/>
                    <a:pt x="236" y="108"/>
                    <a:pt x="328" y="166"/>
                  </a:cubicBezTo>
                  <a:cubicBezTo>
                    <a:pt x="328" y="166"/>
                    <a:pt x="357" y="59"/>
                    <a:pt x="428" y="55"/>
                  </a:cubicBezTo>
                  <a:cubicBezTo>
                    <a:pt x="428" y="55"/>
                    <a:pt x="192" y="65"/>
                    <a:pt x="5" y="0"/>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0" name="Freeform 39"/>
            <p:cNvSpPr>
              <a:spLocks/>
            </p:cNvSpPr>
            <p:nvPr/>
          </p:nvSpPr>
          <p:spPr bwMode="auto">
            <a:xfrm>
              <a:off x="6103938" y="3267076"/>
              <a:ext cx="581025" cy="261938"/>
            </a:xfrm>
            <a:custGeom>
              <a:avLst/>
              <a:gdLst>
                <a:gd name="T0" fmla="*/ 0 w 358"/>
                <a:gd name="T1" fmla="*/ 66 h 162"/>
                <a:gd name="T2" fmla="*/ 154 w 358"/>
                <a:gd name="T3" fmla="*/ 162 h 162"/>
                <a:gd name="T4" fmla="*/ 358 w 358"/>
                <a:gd name="T5" fmla="*/ 51 h 162"/>
                <a:gd name="T6" fmla="*/ 347 w 358"/>
                <a:gd name="T7" fmla="*/ 0 h 162"/>
                <a:gd name="T8" fmla="*/ 0 w 358"/>
                <a:gd name="T9" fmla="*/ 66 h 162"/>
              </a:gdLst>
              <a:ahLst/>
              <a:cxnLst>
                <a:cxn ang="0">
                  <a:pos x="T0" y="T1"/>
                </a:cxn>
                <a:cxn ang="0">
                  <a:pos x="T2" y="T3"/>
                </a:cxn>
                <a:cxn ang="0">
                  <a:pos x="T4" y="T5"/>
                </a:cxn>
                <a:cxn ang="0">
                  <a:pos x="T6" y="T7"/>
                </a:cxn>
                <a:cxn ang="0">
                  <a:pos x="T8" y="T9"/>
                </a:cxn>
              </a:cxnLst>
              <a:rect l="0" t="0" r="r" b="b"/>
              <a:pathLst>
                <a:path w="358" h="162">
                  <a:moveTo>
                    <a:pt x="0" y="66"/>
                  </a:moveTo>
                  <a:cubicBezTo>
                    <a:pt x="0" y="66"/>
                    <a:pt x="135" y="82"/>
                    <a:pt x="154" y="162"/>
                  </a:cubicBezTo>
                  <a:cubicBezTo>
                    <a:pt x="154" y="162"/>
                    <a:pt x="259" y="69"/>
                    <a:pt x="358" y="51"/>
                  </a:cubicBezTo>
                  <a:cubicBezTo>
                    <a:pt x="358" y="51"/>
                    <a:pt x="353" y="11"/>
                    <a:pt x="347" y="0"/>
                  </a:cubicBezTo>
                  <a:cubicBezTo>
                    <a:pt x="347" y="0"/>
                    <a:pt x="163" y="46"/>
                    <a:pt x="0" y="66"/>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grpSp>
        <p:nvGrpSpPr>
          <p:cNvPr id="43" name="Group 42"/>
          <p:cNvGrpSpPr/>
          <p:nvPr/>
        </p:nvGrpSpPr>
        <p:grpSpPr>
          <a:xfrm>
            <a:off x="7281857" y="1773397"/>
            <a:ext cx="1611920" cy="238203"/>
            <a:chOff x="8802777" y="1994128"/>
            <a:chExt cx="1611920" cy="238203"/>
          </a:xfrm>
        </p:grpSpPr>
        <p:sp>
          <p:nvSpPr>
            <p:cNvPr id="53" name="Rectangle 52"/>
            <p:cNvSpPr/>
            <p:nvPr/>
          </p:nvSpPr>
          <p:spPr>
            <a:xfrm>
              <a:off x="8802777" y="1994128"/>
              <a:ext cx="381325" cy="238203"/>
            </a:xfrm>
            <a:prstGeom prst="rect">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GB" sz="1100"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04.</a:t>
              </a:r>
              <a:endParaRPr lang="en-IN" sz="11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4" name="Rectangle 53"/>
            <p:cNvSpPr/>
            <p:nvPr/>
          </p:nvSpPr>
          <p:spPr>
            <a:xfrm>
              <a:off x="9184102" y="1994128"/>
              <a:ext cx="1230595" cy="238203"/>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IN" sz="105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55" name="Rectangle 54"/>
          <p:cNvSpPr/>
          <p:nvPr/>
        </p:nvSpPr>
        <p:spPr>
          <a:xfrm>
            <a:off x="6677303" y="1822247"/>
            <a:ext cx="2821025" cy="830997"/>
          </a:xfrm>
          <a:prstGeom prst="rect">
            <a:avLst/>
          </a:prstGeom>
        </p:spPr>
        <p:txBody>
          <a:bodyPr wrap="square">
            <a:spAutoFit/>
          </a:bodyPr>
          <a:lstStyle/>
          <a:p>
            <a:pPr algn="ctr" fontAlgn="auto">
              <a:lnSpc>
                <a:spcPct val="150000"/>
              </a:lnSpc>
              <a:spcBef>
                <a:spcPts val="0"/>
              </a:spcBef>
              <a:spcAft>
                <a:spcPts val="0"/>
              </a:spcAft>
            </a:pPr>
            <a:r>
              <a:rPr lang="ar-SA" sz="3200" b="1" dirty="0"/>
              <a:t>الإنترنت شعبية</a:t>
            </a:r>
            <a:endParaRPr lang="en-IN" sz="3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64" name="Group 63"/>
          <p:cNvGrpSpPr/>
          <p:nvPr/>
        </p:nvGrpSpPr>
        <p:grpSpPr>
          <a:xfrm>
            <a:off x="7281857" y="3161996"/>
            <a:ext cx="1611920" cy="238203"/>
            <a:chOff x="8802777" y="3026003"/>
            <a:chExt cx="1611920" cy="238203"/>
          </a:xfrm>
        </p:grpSpPr>
        <p:sp>
          <p:nvSpPr>
            <p:cNvPr id="56" name="Rectangle 55"/>
            <p:cNvSpPr/>
            <p:nvPr/>
          </p:nvSpPr>
          <p:spPr>
            <a:xfrm>
              <a:off x="8802777" y="3026003"/>
              <a:ext cx="381325" cy="238203"/>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GB" sz="1100"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05.</a:t>
              </a:r>
              <a:endParaRPr lang="en-IN" sz="11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7" name="Rectangle 56"/>
            <p:cNvSpPr/>
            <p:nvPr/>
          </p:nvSpPr>
          <p:spPr>
            <a:xfrm>
              <a:off x="9184102" y="3026003"/>
              <a:ext cx="1230595" cy="238203"/>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IN" sz="105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58" name="Rectangle 57"/>
          <p:cNvSpPr/>
          <p:nvPr/>
        </p:nvSpPr>
        <p:spPr>
          <a:xfrm>
            <a:off x="5998906" y="3161996"/>
            <a:ext cx="4463070" cy="830997"/>
          </a:xfrm>
          <a:prstGeom prst="rect">
            <a:avLst/>
          </a:prstGeom>
        </p:spPr>
        <p:txBody>
          <a:bodyPr wrap="square">
            <a:spAutoFit/>
          </a:bodyPr>
          <a:lstStyle/>
          <a:p>
            <a:pPr fontAlgn="auto">
              <a:lnSpc>
                <a:spcPct val="150000"/>
              </a:lnSpc>
              <a:spcBef>
                <a:spcPts val="0"/>
              </a:spcBef>
              <a:spcAft>
                <a:spcPts val="0"/>
              </a:spcAft>
            </a:pPr>
            <a:r>
              <a:rPr lang="ar-SA" sz="3200" b="1" dirty="0"/>
              <a:t>الإنترنت تجارة إلكترونية هائلة</a:t>
            </a:r>
            <a:endParaRPr lang="en-IN" sz="32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65" name="Group 64"/>
          <p:cNvGrpSpPr/>
          <p:nvPr/>
        </p:nvGrpSpPr>
        <p:grpSpPr>
          <a:xfrm>
            <a:off x="7281855" y="4348818"/>
            <a:ext cx="1611920" cy="238203"/>
            <a:chOff x="8802777" y="4083356"/>
            <a:chExt cx="1611920" cy="238203"/>
          </a:xfrm>
        </p:grpSpPr>
        <p:sp>
          <p:nvSpPr>
            <p:cNvPr id="59" name="Rectangle 58"/>
            <p:cNvSpPr/>
            <p:nvPr/>
          </p:nvSpPr>
          <p:spPr>
            <a:xfrm>
              <a:off x="8802777" y="4083356"/>
              <a:ext cx="381325" cy="23820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GB" sz="1100"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06.</a:t>
              </a:r>
              <a:endParaRPr lang="en-IN" sz="11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0" name="Rectangle 59"/>
            <p:cNvSpPr/>
            <p:nvPr/>
          </p:nvSpPr>
          <p:spPr>
            <a:xfrm>
              <a:off x="9184102" y="4083356"/>
              <a:ext cx="1230595" cy="238203"/>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IN" sz="105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61" name="Rectangle 60"/>
          <p:cNvSpPr/>
          <p:nvPr/>
        </p:nvSpPr>
        <p:spPr>
          <a:xfrm>
            <a:off x="6370987" y="4467920"/>
            <a:ext cx="3433659" cy="584775"/>
          </a:xfrm>
          <a:prstGeom prst="rect">
            <a:avLst/>
          </a:prstGeom>
        </p:spPr>
        <p:txBody>
          <a:bodyPr wrap="square">
            <a:spAutoFit/>
          </a:bodyPr>
          <a:lstStyle/>
          <a:p>
            <a:pPr algn="ctr" fontAlgn="auto">
              <a:spcBef>
                <a:spcPts val="0"/>
              </a:spcBef>
              <a:spcAft>
                <a:spcPts val="0"/>
              </a:spcAft>
            </a:pPr>
            <a:r>
              <a:rPr lang="ar-SA" sz="3200" b="1" dirty="0"/>
              <a:t>الإنترنت دائم التطور</a:t>
            </a:r>
            <a:endParaRPr lang="en-IN" sz="3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874804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fill="hold"/>
                                        <p:tgtEl>
                                          <p:spTgt spid="41"/>
                                        </p:tgtEl>
                                        <p:attrNameLst>
                                          <p:attrName>ppt_x</p:attrName>
                                        </p:attrNameLst>
                                      </p:cBhvr>
                                      <p:tavLst>
                                        <p:tav tm="0">
                                          <p:val>
                                            <p:strVal val="#ppt_x"/>
                                          </p:val>
                                        </p:tav>
                                        <p:tav tm="100000">
                                          <p:val>
                                            <p:strVal val="#ppt_x"/>
                                          </p:val>
                                        </p:tav>
                                      </p:tavLst>
                                    </p:anim>
                                    <p:anim calcmode="lin" valueType="num">
                                      <p:cBhvr additive="base">
                                        <p:cTn id="8" dur="500" fill="hold"/>
                                        <p:tgtEl>
                                          <p:spTgt spid="41"/>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8" presetClass="entr" presetSubtype="6" fill="hold" nodeType="afterEffect">
                                  <p:stCondLst>
                                    <p:cond delay="0"/>
                                  </p:stCondLst>
                                  <p:childTnLst>
                                    <p:set>
                                      <p:cBhvr>
                                        <p:cTn id="11" dur="1" fill="hold">
                                          <p:stCondLst>
                                            <p:cond delay="0"/>
                                          </p:stCondLst>
                                        </p:cTn>
                                        <p:tgtEl>
                                          <p:spTgt spid="43"/>
                                        </p:tgtEl>
                                        <p:attrNameLst>
                                          <p:attrName>style.visibility</p:attrName>
                                        </p:attrNameLst>
                                      </p:cBhvr>
                                      <p:to>
                                        <p:strVal val="visible"/>
                                      </p:to>
                                    </p:set>
                                    <p:animEffect transition="in" filter="strips(downRight)">
                                      <p:cBhvr>
                                        <p:cTn id="12" dur="500"/>
                                        <p:tgtEl>
                                          <p:spTgt spid="43"/>
                                        </p:tgtEl>
                                      </p:cBhvr>
                                    </p:animEffect>
                                  </p:childTnLst>
                                </p:cTn>
                              </p:par>
                            </p:childTnLst>
                          </p:cTn>
                        </p:par>
                        <p:par>
                          <p:cTn id="13" fill="hold">
                            <p:stCondLst>
                              <p:cond delay="1000"/>
                            </p:stCondLst>
                            <p:childTnLst>
                              <p:par>
                                <p:cTn id="14" presetID="18" presetClass="entr" presetSubtype="6" fill="hold" grpId="0" nodeType="afterEffect">
                                  <p:stCondLst>
                                    <p:cond delay="0"/>
                                  </p:stCondLst>
                                  <p:childTnLst>
                                    <p:set>
                                      <p:cBhvr>
                                        <p:cTn id="15" dur="1" fill="hold">
                                          <p:stCondLst>
                                            <p:cond delay="0"/>
                                          </p:stCondLst>
                                        </p:cTn>
                                        <p:tgtEl>
                                          <p:spTgt spid="55"/>
                                        </p:tgtEl>
                                        <p:attrNameLst>
                                          <p:attrName>style.visibility</p:attrName>
                                        </p:attrNameLst>
                                      </p:cBhvr>
                                      <p:to>
                                        <p:strVal val="visible"/>
                                      </p:to>
                                    </p:set>
                                    <p:animEffect transition="in" filter="strips(downRight)">
                                      <p:cBhvr>
                                        <p:cTn id="16" dur="500"/>
                                        <p:tgtEl>
                                          <p:spTgt spid="55"/>
                                        </p:tgtEl>
                                      </p:cBhvr>
                                    </p:animEffect>
                                  </p:childTnLst>
                                </p:cTn>
                              </p:par>
                            </p:childTnLst>
                          </p:cTn>
                        </p:par>
                        <p:par>
                          <p:cTn id="17" fill="hold">
                            <p:stCondLst>
                              <p:cond delay="1500"/>
                            </p:stCondLst>
                            <p:childTnLst>
                              <p:par>
                                <p:cTn id="18" presetID="18" presetClass="entr" presetSubtype="6" fill="hold" nodeType="afterEffect">
                                  <p:stCondLst>
                                    <p:cond delay="0"/>
                                  </p:stCondLst>
                                  <p:childTnLst>
                                    <p:set>
                                      <p:cBhvr>
                                        <p:cTn id="19" dur="1" fill="hold">
                                          <p:stCondLst>
                                            <p:cond delay="0"/>
                                          </p:stCondLst>
                                        </p:cTn>
                                        <p:tgtEl>
                                          <p:spTgt spid="64"/>
                                        </p:tgtEl>
                                        <p:attrNameLst>
                                          <p:attrName>style.visibility</p:attrName>
                                        </p:attrNameLst>
                                      </p:cBhvr>
                                      <p:to>
                                        <p:strVal val="visible"/>
                                      </p:to>
                                    </p:set>
                                    <p:animEffect transition="in" filter="strips(downRight)">
                                      <p:cBhvr>
                                        <p:cTn id="20" dur="500"/>
                                        <p:tgtEl>
                                          <p:spTgt spid="64"/>
                                        </p:tgtEl>
                                      </p:cBhvr>
                                    </p:animEffect>
                                  </p:childTnLst>
                                </p:cTn>
                              </p:par>
                            </p:childTnLst>
                          </p:cTn>
                        </p:par>
                        <p:par>
                          <p:cTn id="21" fill="hold">
                            <p:stCondLst>
                              <p:cond delay="2000"/>
                            </p:stCondLst>
                            <p:childTnLst>
                              <p:par>
                                <p:cTn id="22" presetID="18" presetClass="entr" presetSubtype="6" fill="hold" grpId="0" nodeType="afterEffect">
                                  <p:stCondLst>
                                    <p:cond delay="0"/>
                                  </p:stCondLst>
                                  <p:childTnLst>
                                    <p:set>
                                      <p:cBhvr>
                                        <p:cTn id="23" dur="1" fill="hold">
                                          <p:stCondLst>
                                            <p:cond delay="0"/>
                                          </p:stCondLst>
                                        </p:cTn>
                                        <p:tgtEl>
                                          <p:spTgt spid="58"/>
                                        </p:tgtEl>
                                        <p:attrNameLst>
                                          <p:attrName>style.visibility</p:attrName>
                                        </p:attrNameLst>
                                      </p:cBhvr>
                                      <p:to>
                                        <p:strVal val="visible"/>
                                      </p:to>
                                    </p:set>
                                    <p:animEffect transition="in" filter="strips(downRight)">
                                      <p:cBhvr>
                                        <p:cTn id="24" dur="500"/>
                                        <p:tgtEl>
                                          <p:spTgt spid="58"/>
                                        </p:tgtEl>
                                      </p:cBhvr>
                                    </p:animEffect>
                                  </p:childTnLst>
                                </p:cTn>
                              </p:par>
                            </p:childTnLst>
                          </p:cTn>
                        </p:par>
                        <p:par>
                          <p:cTn id="25" fill="hold">
                            <p:stCondLst>
                              <p:cond delay="2500"/>
                            </p:stCondLst>
                            <p:childTnLst>
                              <p:par>
                                <p:cTn id="26" presetID="18" presetClass="entr" presetSubtype="6" fill="hold" nodeType="afterEffect">
                                  <p:stCondLst>
                                    <p:cond delay="0"/>
                                  </p:stCondLst>
                                  <p:childTnLst>
                                    <p:set>
                                      <p:cBhvr>
                                        <p:cTn id="27" dur="1" fill="hold">
                                          <p:stCondLst>
                                            <p:cond delay="0"/>
                                          </p:stCondLst>
                                        </p:cTn>
                                        <p:tgtEl>
                                          <p:spTgt spid="65"/>
                                        </p:tgtEl>
                                        <p:attrNameLst>
                                          <p:attrName>style.visibility</p:attrName>
                                        </p:attrNameLst>
                                      </p:cBhvr>
                                      <p:to>
                                        <p:strVal val="visible"/>
                                      </p:to>
                                    </p:set>
                                    <p:animEffect transition="in" filter="strips(downRight)">
                                      <p:cBhvr>
                                        <p:cTn id="28" dur="500"/>
                                        <p:tgtEl>
                                          <p:spTgt spid="65"/>
                                        </p:tgtEl>
                                      </p:cBhvr>
                                    </p:animEffect>
                                  </p:childTnLst>
                                </p:cTn>
                              </p:par>
                            </p:childTnLst>
                          </p:cTn>
                        </p:par>
                        <p:par>
                          <p:cTn id="29" fill="hold">
                            <p:stCondLst>
                              <p:cond delay="3000"/>
                            </p:stCondLst>
                            <p:childTnLst>
                              <p:par>
                                <p:cTn id="30" presetID="18" presetClass="entr" presetSubtype="6" fill="hold" grpId="0" nodeType="afterEffect">
                                  <p:stCondLst>
                                    <p:cond delay="0"/>
                                  </p:stCondLst>
                                  <p:childTnLst>
                                    <p:set>
                                      <p:cBhvr>
                                        <p:cTn id="31" dur="1" fill="hold">
                                          <p:stCondLst>
                                            <p:cond delay="0"/>
                                          </p:stCondLst>
                                        </p:cTn>
                                        <p:tgtEl>
                                          <p:spTgt spid="61"/>
                                        </p:tgtEl>
                                        <p:attrNameLst>
                                          <p:attrName>style.visibility</p:attrName>
                                        </p:attrNameLst>
                                      </p:cBhvr>
                                      <p:to>
                                        <p:strVal val="visible"/>
                                      </p:to>
                                    </p:set>
                                    <p:animEffect transition="in" filter="strips(downRight)">
                                      <p:cBhvr>
                                        <p:cTn id="32"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P spid="58" grpId="0"/>
      <p:bldP spid="61"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9425" y="549715"/>
            <a:ext cx="11233150" cy="405130"/>
          </a:xfrm>
        </p:spPr>
        <p:txBody>
          <a:bodyPr>
            <a:noAutofit/>
          </a:bodyPr>
          <a:lstStyle/>
          <a:p>
            <a:pPr marL="742950" indent="-742950" algn="ctr" rtl="1">
              <a:buFont typeface="+mj-lt"/>
              <a:buAutoNum type="arabicPeriod" startAt="4"/>
            </a:pPr>
            <a:r>
              <a:rPr lang="ar-SA" sz="4000" u="sng" dirty="0"/>
              <a:t>استخدام الإنترنت في التعليم </a:t>
            </a:r>
            <a:endParaRPr lang="en-AU" sz="4000" u="sng" dirty="0"/>
          </a:p>
        </p:txBody>
      </p:sp>
      <p:grpSp>
        <p:nvGrpSpPr>
          <p:cNvPr id="31" name="Group 30"/>
          <p:cNvGrpSpPr/>
          <p:nvPr/>
        </p:nvGrpSpPr>
        <p:grpSpPr>
          <a:xfrm>
            <a:off x="4762395" y="3458205"/>
            <a:ext cx="1798116" cy="3399795"/>
            <a:chOff x="1984502" y="2746821"/>
            <a:chExt cx="1798116" cy="4111179"/>
          </a:xfrm>
          <a:effectLst>
            <a:outerShdw blurRad="50800" dist="38100" dir="2700000" algn="tl" rotWithShape="0">
              <a:prstClr val="black">
                <a:alpha val="40000"/>
              </a:prstClr>
            </a:outerShdw>
          </a:effectLst>
        </p:grpSpPr>
        <p:sp>
          <p:nvSpPr>
            <p:cNvPr id="19" name="Rectangle 18"/>
            <p:cNvSpPr/>
            <p:nvPr/>
          </p:nvSpPr>
          <p:spPr>
            <a:xfrm>
              <a:off x="2484417" y="3135086"/>
              <a:ext cx="798286" cy="372291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Freeform 24"/>
            <p:cNvSpPr/>
            <p:nvPr/>
          </p:nvSpPr>
          <p:spPr>
            <a:xfrm rot="18903448">
              <a:off x="1984502" y="2746821"/>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38" name="Group 37"/>
          <p:cNvGrpSpPr/>
          <p:nvPr/>
        </p:nvGrpSpPr>
        <p:grpSpPr>
          <a:xfrm>
            <a:off x="5537949" y="2145740"/>
            <a:ext cx="1798116" cy="4726774"/>
            <a:chOff x="3564108" y="2131224"/>
            <a:chExt cx="1798116" cy="4726774"/>
          </a:xfrm>
          <a:effectLst>
            <a:outerShdw blurRad="50800" dist="38100" dir="2700000" algn="tl" rotWithShape="0">
              <a:prstClr val="black">
                <a:alpha val="40000"/>
              </a:prstClr>
            </a:outerShdw>
          </a:effectLst>
        </p:grpSpPr>
        <p:sp>
          <p:nvSpPr>
            <p:cNvPr id="34" name="Rectangle 33"/>
            <p:cNvSpPr/>
            <p:nvPr/>
          </p:nvSpPr>
          <p:spPr>
            <a:xfrm>
              <a:off x="4064023" y="2374087"/>
              <a:ext cx="798286" cy="448391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Freeform 34"/>
            <p:cNvSpPr/>
            <p:nvPr/>
          </p:nvSpPr>
          <p:spPr>
            <a:xfrm rot="18903448">
              <a:off x="3564108" y="2131224"/>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40" name="Group 39"/>
          <p:cNvGrpSpPr/>
          <p:nvPr/>
        </p:nvGrpSpPr>
        <p:grpSpPr>
          <a:xfrm>
            <a:off x="6336234" y="3376934"/>
            <a:ext cx="1798116" cy="3487144"/>
            <a:chOff x="4362393" y="3362418"/>
            <a:chExt cx="1798116" cy="3487144"/>
          </a:xfrm>
          <a:effectLst>
            <a:outerShdw blurRad="50800" dist="38100" dir="2700000" algn="tl" rotWithShape="0">
              <a:prstClr val="black">
                <a:alpha val="40000"/>
              </a:prstClr>
            </a:outerShdw>
          </a:effectLst>
        </p:grpSpPr>
        <p:sp>
          <p:nvSpPr>
            <p:cNvPr id="36" name="Rectangle 35"/>
            <p:cNvSpPr/>
            <p:nvPr/>
          </p:nvSpPr>
          <p:spPr>
            <a:xfrm>
              <a:off x="4862308" y="3770141"/>
              <a:ext cx="798286" cy="30794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7" name="Freeform 36"/>
            <p:cNvSpPr/>
            <p:nvPr/>
          </p:nvSpPr>
          <p:spPr>
            <a:xfrm rot="18903448">
              <a:off x="4362393" y="3362418"/>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
        <p:nvSpPr>
          <p:cNvPr id="20" name="TextBox 19"/>
          <p:cNvSpPr txBox="1"/>
          <p:nvPr/>
        </p:nvSpPr>
        <p:spPr>
          <a:xfrm>
            <a:off x="479425" y="3975218"/>
            <a:ext cx="3736624" cy="1477328"/>
          </a:xfrm>
          <a:prstGeom prst="rect">
            <a:avLst/>
          </a:prstGeom>
          <a:noFill/>
        </p:spPr>
        <p:txBody>
          <a:bodyPr wrap="square" lIns="0" tIns="0" rIns="0" bIns="0" rtlCol="0">
            <a:spAutoFit/>
          </a:bodyPr>
          <a:lstStyle/>
          <a:p>
            <a:pPr algn="ctr" rtl="1" fontAlgn="auto">
              <a:spcBef>
                <a:spcPts val="0"/>
              </a:spcBef>
              <a:spcAft>
                <a:spcPts val="0"/>
              </a:spcAft>
            </a:pPr>
            <a:r>
              <a:rPr lang="ar-SA" sz="3200" b="1" dirty="0"/>
              <a:t>توفير المقررات الدراسية على الشبكة </a:t>
            </a:r>
            <a:r>
              <a:rPr lang="en-US" sz="3200" b="1" dirty="0"/>
              <a:t>Online Courses</a:t>
            </a:r>
            <a:endParaRPr lang="en-AU" sz="3200" b="1" dirty="0">
              <a:solidFill>
                <a:prstClr val="black">
                  <a:lumMod val="50000"/>
                  <a:lumOff val="50000"/>
                </a:prstClr>
              </a:solidFill>
              <a:latin typeface="Roboto Lt"/>
            </a:endParaRPr>
          </a:p>
        </p:txBody>
      </p:sp>
      <p:sp>
        <p:nvSpPr>
          <p:cNvPr id="22" name="TextBox 21"/>
          <p:cNvSpPr txBox="1"/>
          <p:nvPr/>
        </p:nvSpPr>
        <p:spPr>
          <a:xfrm rot="16200000">
            <a:off x="5362456" y="3735379"/>
            <a:ext cx="417455" cy="677108"/>
          </a:xfrm>
          <a:prstGeom prst="rect">
            <a:avLst/>
          </a:prstGeom>
          <a:noFill/>
        </p:spPr>
        <p:txBody>
          <a:bodyPr wrap="square" lIns="0" tIns="0" rIns="0" bIns="0" rtlCol="0">
            <a:spAutoFit/>
          </a:bodyPr>
          <a:lstStyle/>
          <a:p>
            <a:pPr algn="r" fontAlgn="auto">
              <a:spcBef>
                <a:spcPts val="0"/>
              </a:spcBef>
              <a:spcAft>
                <a:spcPts val="0"/>
              </a:spcAft>
            </a:pPr>
            <a:r>
              <a:rPr lang="en-US" sz="4400" b="1" dirty="0" smtClean="0">
                <a:solidFill>
                  <a:prstClr val="white"/>
                </a:solidFill>
                <a:latin typeface="Roboto"/>
                <a:cs typeface="Clear Sans" panose="020B0503030202020304" pitchFamily="34" charset="0"/>
              </a:rPr>
              <a:t>1</a:t>
            </a:r>
            <a:endParaRPr lang="id-ID" sz="4400" b="1" dirty="0">
              <a:solidFill>
                <a:prstClr val="white"/>
              </a:solidFill>
              <a:latin typeface="Roboto"/>
              <a:cs typeface="Clear Sans" panose="020B0503030202020304" pitchFamily="34" charset="0"/>
            </a:endParaRPr>
          </a:p>
        </p:txBody>
      </p:sp>
      <p:sp>
        <p:nvSpPr>
          <p:cNvPr id="23" name="TextBox 22"/>
          <p:cNvSpPr txBox="1"/>
          <p:nvPr/>
        </p:nvSpPr>
        <p:spPr>
          <a:xfrm rot="16200000">
            <a:off x="5322138" y="3279170"/>
            <a:ext cx="2112993" cy="677108"/>
          </a:xfrm>
          <a:prstGeom prst="rect">
            <a:avLst/>
          </a:prstGeom>
          <a:noFill/>
        </p:spPr>
        <p:txBody>
          <a:bodyPr wrap="square" lIns="0" tIns="0" rIns="0" bIns="0" rtlCol="0">
            <a:spAutoFit/>
          </a:bodyPr>
          <a:lstStyle/>
          <a:p>
            <a:pPr algn="r" fontAlgn="auto">
              <a:spcBef>
                <a:spcPts val="0"/>
              </a:spcBef>
              <a:spcAft>
                <a:spcPts val="0"/>
              </a:spcAft>
            </a:pPr>
            <a:r>
              <a:rPr lang="en-US" sz="4400" b="1" dirty="0" smtClean="0">
                <a:solidFill>
                  <a:prstClr val="white"/>
                </a:solidFill>
                <a:latin typeface="Roboto"/>
                <a:cs typeface="Clear Sans" panose="020B0503030202020304" pitchFamily="34" charset="0"/>
              </a:rPr>
              <a:t>2</a:t>
            </a:r>
            <a:endParaRPr lang="id-ID" sz="4400" b="1" dirty="0">
              <a:solidFill>
                <a:prstClr val="white"/>
              </a:solidFill>
              <a:latin typeface="Roboto"/>
              <a:cs typeface="Clear Sans" panose="020B0503030202020304" pitchFamily="34" charset="0"/>
            </a:endParaRPr>
          </a:p>
        </p:txBody>
      </p:sp>
      <p:sp>
        <p:nvSpPr>
          <p:cNvPr id="24" name="TextBox 23"/>
          <p:cNvSpPr txBox="1"/>
          <p:nvPr/>
        </p:nvSpPr>
        <p:spPr>
          <a:xfrm rot="16200000">
            <a:off x="6137108" y="4480733"/>
            <a:ext cx="2112993" cy="677108"/>
          </a:xfrm>
          <a:prstGeom prst="rect">
            <a:avLst/>
          </a:prstGeom>
          <a:noFill/>
        </p:spPr>
        <p:txBody>
          <a:bodyPr wrap="square" lIns="0" tIns="0" rIns="0" bIns="0" rtlCol="0">
            <a:spAutoFit/>
          </a:bodyPr>
          <a:lstStyle/>
          <a:p>
            <a:pPr algn="r" fontAlgn="auto">
              <a:spcBef>
                <a:spcPts val="0"/>
              </a:spcBef>
              <a:spcAft>
                <a:spcPts val="0"/>
              </a:spcAft>
            </a:pPr>
            <a:r>
              <a:rPr lang="en-US" sz="4400" b="1" dirty="0" smtClean="0">
                <a:solidFill>
                  <a:prstClr val="white"/>
                </a:solidFill>
                <a:latin typeface="Roboto"/>
                <a:cs typeface="Clear Sans" panose="020B0503030202020304" pitchFamily="34" charset="0"/>
              </a:rPr>
              <a:t>3</a:t>
            </a:r>
            <a:endParaRPr lang="id-ID" sz="4400" b="1" dirty="0">
              <a:solidFill>
                <a:prstClr val="white"/>
              </a:solidFill>
              <a:latin typeface="Roboto"/>
              <a:cs typeface="Clear Sans" panose="020B0503030202020304" pitchFamily="34" charset="0"/>
            </a:endParaRPr>
          </a:p>
        </p:txBody>
      </p:sp>
      <p:sp>
        <p:nvSpPr>
          <p:cNvPr id="28" name="TextBox 27"/>
          <p:cNvSpPr txBox="1"/>
          <p:nvPr/>
        </p:nvSpPr>
        <p:spPr>
          <a:xfrm rot="16200000">
            <a:off x="6949933" y="5883269"/>
            <a:ext cx="2112993" cy="246221"/>
          </a:xfrm>
          <a:prstGeom prst="rect">
            <a:avLst/>
          </a:prstGeom>
          <a:noFill/>
        </p:spPr>
        <p:txBody>
          <a:bodyPr wrap="square" lIns="0" tIns="0" rIns="0" bIns="0" rtlCol="0">
            <a:spAutoFit/>
          </a:bodyPr>
          <a:lstStyle/>
          <a:p>
            <a:pPr algn="r" fontAlgn="auto">
              <a:spcBef>
                <a:spcPts val="0"/>
              </a:spcBef>
              <a:spcAft>
                <a:spcPts val="0"/>
              </a:spcAft>
            </a:pPr>
            <a:r>
              <a:rPr lang="id-ID" sz="1600" dirty="0">
                <a:solidFill>
                  <a:prstClr val="white"/>
                </a:solidFill>
                <a:latin typeface="Roboto"/>
                <a:cs typeface="Clear Sans" panose="020B0503030202020304" pitchFamily="34" charset="0"/>
              </a:rPr>
              <a:t>SUBTITLE HERE</a:t>
            </a:r>
          </a:p>
        </p:txBody>
      </p:sp>
      <p:sp>
        <p:nvSpPr>
          <p:cNvPr id="30" name="TextBox 29"/>
          <p:cNvSpPr txBox="1"/>
          <p:nvPr/>
        </p:nvSpPr>
        <p:spPr>
          <a:xfrm>
            <a:off x="7634435" y="1826287"/>
            <a:ext cx="4262659" cy="984885"/>
          </a:xfrm>
          <a:prstGeom prst="rect">
            <a:avLst/>
          </a:prstGeom>
          <a:noFill/>
        </p:spPr>
        <p:txBody>
          <a:bodyPr wrap="square" lIns="0" tIns="0" rIns="0" bIns="0" rtlCol="0">
            <a:spAutoFit/>
          </a:bodyPr>
          <a:lstStyle/>
          <a:p>
            <a:pPr lvl="0" algn="ctr" rtl="1"/>
            <a:r>
              <a:rPr lang="ar-JO" sz="3200" b="1" dirty="0"/>
              <a:t>توفير خدمة التدريس المباشر على الشبكة </a:t>
            </a:r>
            <a:r>
              <a:rPr lang="en-US" sz="3200" b="1" dirty="0"/>
              <a:t>Online Lessons</a:t>
            </a:r>
          </a:p>
        </p:txBody>
      </p:sp>
      <p:sp>
        <p:nvSpPr>
          <p:cNvPr id="42" name="TextBox 41"/>
          <p:cNvSpPr txBox="1"/>
          <p:nvPr/>
        </p:nvSpPr>
        <p:spPr>
          <a:xfrm>
            <a:off x="8121242" y="4261220"/>
            <a:ext cx="3591333" cy="1969770"/>
          </a:xfrm>
          <a:prstGeom prst="rect">
            <a:avLst/>
          </a:prstGeom>
          <a:noFill/>
        </p:spPr>
        <p:txBody>
          <a:bodyPr wrap="square" lIns="0" tIns="0" rIns="0" bIns="0" rtlCol="0">
            <a:spAutoFit/>
          </a:bodyPr>
          <a:lstStyle/>
          <a:p>
            <a:pPr lvl="0" algn="ctr" rtl="1"/>
            <a:r>
              <a:rPr lang="ar-JO" sz="3200" b="1" dirty="0"/>
              <a:t>تقديم خدمات التعليم المختلفة من أنشطة وتمارين وتدريبات في كافة المواد الدراسية.</a:t>
            </a:r>
            <a:endParaRPr lang="en-US" sz="3200" b="1" dirty="0"/>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8103234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25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750"/>
                            </p:stCondLst>
                            <p:childTnLst>
                              <p:par>
                                <p:cTn id="9" presetID="22" presetClass="entr" presetSubtype="4" fill="hold" grpId="0" nodeType="afterEffect">
                                  <p:stCondLst>
                                    <p:cond delay="250"/>
                                  </p:stCondLst>
                                  <p:childTnLst>
                                    <p:set>
                                      <p:cBhvr>
                                        <p:cTn id="10" dur="1" fill="hold">
                                          <p:stCondLst>
                                            <p:cond delay="0"/>
                                          </p:stCondLst>
                                        </p:cTn>
                                        <p:tgtEl>
                                          <p:spTgt spid="22"/>
                                        </p:tgtEl>
                                        <p:attrNameLst>
                                          <p:attrName>style.visibility</p:attrName>
                                        </p:attrNameLst>
                                      </p:cBhvr>
                                      <p:to>
                                        <p:strVal val="visible"/>
                                      </p:to>
                                    </p:set>
                                    <p:animEffect transition="in" filter="wipe(down)">
                                      <p:cBhvr>
                                        <p:cTn id="11" dur="500"/>
                                        <p:tgtEl>
                                          <p:spTgt spid="22"/>
                                        </p:tgtEl>
                                      </p:cBhvr>
                                    </p:animEffect>
                                  </p:childTnLst>
                                </p:cTn>
                              </p:par>
                            </p:childTnLst>
                          </p:cTn>
                        </p:par>
                        <p:par>
                          <p:cTn id="12" fill="hold">
                            <p:stCondLst>
                              <p:cond delay="1500"/>
                            </p:stCondLst>
                            <p:childTnLst>
                              <p:par>
                                <p:cTn id="13" presetID="22" presetClass="entr" presetSubtype="4" fill="hold" grpId="0" nodeType="afterEffect">
                                  <p:stCondLst>
                                    <p:cond delay="250"/>
                                  </p:stCondLst>
                                  <p:childTnLst>
                                    <p:set>
                                      <p:cBhvr>
                                        <p:cTn id="14" dur="1" fill="hold">
                                          <p:stCondLst>
                                            <p:cond delay="0"/>
                                          </p:stCondLst>
                                        </p:cTn>
                                        <p:tgtEl>
                                          <p:spTgt spid="20"/>
                                        </p:tgtEl>
                                        <p:attrNameLst>
                                          <p:attrName>style.visibility</p:attrName>
                                        </p:attrNameLst>
                                      </p:cBhvr>
                                      <p:to>
                                        <p:strVal val="visible"/>
                                      </p:to>
                                    </p:set>
                                    <p:animEffect transition="in" filter="wipe(down)">
                                      <p:cBhvr>
                                        <p:cTn id="15" dur="500"/>
                                        <p:tgtEl>
                                          <p:spTgt spid="20"/>
                                        </p:tgtEl>
                                      </p:cBhvr>
                                    </p:animEffect>
                                  </p:childTnLst>
                                </p:cTn>
                              </p:par>
                            </p:childTnLst>
                          </p:cTn>
                        </p:par>
                        <p:par>
                          <p:cTn id="16" fill="hold">
                            <p:stCondLst>
                              <p:cond delay="2250"/>
                            </p:stCondLst>
                            <p:childTnLst>
                              <p:par>
                                <p:cTn id="17" presetID="22" presetClass="entr" presetSubtype="4" fill="hold" nodeType="afterEffect">
                                  <p:stCondLst>
                                    <p:cond delay="250"/>
                                  </p:stCondLst>
                                  <p:childTnLst>
                                    <p:set>
                                      <p:cBhvr>
                                        <p:cTn id="18" dur="1" fill="hold">
                                          <p:stCondLst>
                                            <p:cond delay="0"/>
                                          </p:stCondLst>
                                        </p:cTn>
                                        <p:tgtEl>
                                          <p:spTgt spid="38"/>
                                        </p:tgtEl>
                                        <p:attrNameLst>
                                          <p:attrName>style.visibility</p:attrName>
                                        </p:attrNameLst>
                                      </p:cBhvr>
                                      <p:to>
                                        <p:strVal val="visible"/>
                                      </p:to>
                                    </p:set>
                                    <p:animEffect transition="in" filter="wipe(down)">
                                      <p:cBhvr>
                                        <p:cTn id="19" dur="500"/>
                                        <p:tgtEl>
                                          <p:spTgt spid="38"/>
                                        </p:tgtEl>
                                      </p:cBhvr>
                                    </p:animEffect>
                                  </p:childTnLst>
                                </p:cTn>
                              </p:par>
                            </p:childTnLst>
                          </p:cTn>
                        </p:par>
                        <p:par>
                          <p:cTn id="20" fill="hold">
                            <p:stCondLst>
                              <p:cond delay="3000"/>
                            </p:stCondLst>
                            <p:childTnLst>
                              <p:par>
                                <p:cTn id="21" presetID="22" presetClass="entr" presetSubtype="4" fill="hold" grpId="0" nodeType="afterEffect">
                                  <p:stCondLst>
                                    <p:cond delay="250"/>
                                  </p:stCondLst>
                                  <p:childTnLst>
                                    <p:set>
                                      <p:cBhvr>
                                        <p:cTn id="22" dur="1" fill="hold">
                                          <p:stCondLst>
                                            <p:cond delay="0"/>
                                          </p:stCondLst>
                                        </p:cTn>
                                        <p:tgtEl>
                                          <p:spTgt spid="23"/>
                                        </p:tgtEl>
                                        <p:attrNameLst>
                                          <p:attrName>style.visibility</p:attrName>
                                        </p:attrNameLst>
                                      </p:cBhvr>
                                      <p:to>
                                        <p:strVal val="visible"/>
                                      </p:to>
                                    </p:set>
                                    <p:animEffect transition="in" filter="wipe(down)">
                                      <p:cBhvr>
                                        <p:cTn id="23" dur="500"/>
                                        <p:tgtEl>
                                          <p:spTgt spid="23"/>
                                        </p:tgtEl>
                                      </p:cBhvr>
                                    </p:animEffect>
                                  </p:childTnLst>
                                </p:cTn>
                              </p:par>
                            </p:childTnLst>
                          </p:cTn>
                        </p:par>
                        <p:par>
                          <p:cTn id="24" fill="hold">
                            <p:stCondLst>
                              <p:cond delay="3750"/>
                            </p:stCondLst>
                            <p:childTnLst>
                              <p:par>
                                <p:cTn id="25" presetID="22" presetClass="entr" presetSubtype="4" fill="hold" grpId="0" nodeType="afterEffect">
                                  <p:stCondLst>
                                    <p:cond delay="250"/>
                                  </p:stCondLst>
                                  <p:childTnLst>
                                    <p:set>
                                      <p:cBhvr>
                                        <p:cTn id="26" dur="1" fill="hold">
                                          <p:stCondLst>
                                            <p:cond delay="0"/>
                                          </p:stCondLst>
                                        </p:cTn>
                                        <p:tgtEl>
                                          <p:spTgt spid="30"/>
                                        </p:tgtEl>
                                        <p:attrNameLst>
                                          <p:attrName>style.visibility</p:attrName>
                                        </p:attrNameLst>
                                      </p:cBhvr>
                                      <p:to>
                                        <p:strVal val="visible"/>
                                      </p:to>
                                    </p:set>
                                    <p:animEffect transition="in" filter="wipe(down)">
                                      <p:cBhvr>
                                        <p:cTn id="27" dur="500"/>
                                        <p:tgtEl>
                                          <p:spTgt spid="30"/>
                                        </p:tgtEl>
                                      </p:cBhvr>
                                    </p:animEffect>
                                  </p:childTnLst>
                                </p:cTn>
                              </p:par>
                            </p:childTnLst>
                          </p:cTn>
                        </p:par>
                        <p:par>
                          <p:cTn id="28" fill="hold">
                            <p:stCondLst>
                              <p:cond delay="4500"/>
                            </p:stCondLst>
                            <p:childTnLst>
                              <p:par>
                                <p:cTn id="29" presetID="22" presetClass="entr" presetSubtype="4" fill="hold" nodeType="afterEffect">
                                  <p:stCondLst>
                                    <p:cond delay="250"/>
                                  </p:stCondLst>
                                  <p:childTnLst>
                                    <p:set>
                                      <p:cBhvr>
                                        <p:cTn id="30" dur="1" fill="hold">
                                          <p:stCondLst>
                                            <p:cond delay="0"/>
                                          </p:stCondLst>
                                        </p:cTn>
                                        <p:tgtEl>
                                          <p:spTgt spid="40"/>
                                        </p:tgtEl>
                                        <p:attrNameLst>
                                          <p:attrName>style.visibility</p:attrName>
                                        </p:attrNameLst>
                                      </p:cBhvr>
                                      <p:to>
                                        <p:strVal val="visible"/>
                                      </p:to>
                                    </p:set>
                                    <p:animEffect transition="in" filter="wipe(down)">
                                      <p:cBhvr>
                                        <p:cTn id="31" dur="500"/>
                                        <p:tgtEl>
                                          <p:spTgt spid="40"/>
                                        </p:tgtEl>
                                      </p:cBhvr>
                                    </p:animEffect>
                                  </p:childTnLst>
                                </p:cTn>
                              </p:par>
                            </p:childTnLst>
                          </p:cTn>
                        </p:par>
                        <p:par>
                          <p:cTn id="32" fill="hold">
                            <p:stCondLst>
                              <p:cond delay="5250"/>
                            </p:stCondLst>
                            <p:childTnLst>
                              <p:par>
                                <p:cTn id="33" presetID="22" presetClass="entr" presetSubtype="4" fill="hold" grpId="0" nodeType="afterEffect">
                                  <p:stCondLst>
                                    <p:cond delay="250"/>
                                  </p:stCondLst>
                                  <p:childTnLst>
                                    <p:set>
                                      <p:cBhvr>
                                        <p:cTn id="34" dur="1" fill="hold">
                                          <p:stCondLst>
                                            <p:cond delay="0"/>
                                          </p:stCondLst>
                                        </p:cTn>
                                        <p:tgtEl>
                                          <p:spTgt spid="24"/>
                                        </p:tgtEl>
                                        <p:attrNameLst>
                                          <p:attrName>style.visibility</p:attrName>
                                        </p:attrNameLst>
                                      </p:cBhvr>
                                      <p:to>
                                        <p:strVal val="visible"/>
                                      </p:to>
                                    </p:set>
                                    <p:animEffect transition="in" filter="wipe(down)">
                                      <p:cBhvr>
                                        <p:cTn id="35" dur="500"/>
                                        <p:tgtEl>
                                          <p:spTgt spid="24"/>
                                        </p:tgtEl>
                                      </p:cBhvr>
                                    </p:animEffect>
                                  </p:childTnLst>
                                </p:cTn>
                              </p:par>
                            </p:childTnLst>
                          </p:cTn>
                        </p:par>
                        <p:par>
                          <p:cTn id="36" fill="hold">
                            <p:stCondLst>
                              <p:cond delay="6000"/>
                            </p:stCondLst>
                            <p:childTnLst>
                              <p:par>
                                <p:cTn id="37" presetID="22" presetClass="entr" presetSubtype="4" fill="hold" grpId="0" nodeType="afterEffect">
                                  <p:stCondLst>
                                    <p:cond delay="250"/>
                                  </p:stCondLst>
                                  <p:childTnLst>
                                    <p:set>
                                      <p:cBhvr>
                                        <p:cTn id="38" dur="1" fill="hold">
                                          <p:stCondLst>
                                            <p:cond delay="0"/>
                                          </p:stCondLst>
                                        </p:cTn>
                                        <p:tgtEl>
                                          <p:spTgt spid="42"/>
                                        </p:tgtEl>
                                        <p:attrNameLst>
                                          <p:attrName>style.visibility</p:attrName>
                                        </p:attrNameLst>
                                      </p:cBhvr>
                                      <p:to>
                                        <p:strVal val="visible"/>
                                      </p:to>
                                    </p:set>
                                    <p:animEffect transition="in" filter="wipe(down)">
                                      <p:cBhvr>
                                        <p:cTn id="39"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2" grpId="0"/>
      <p:bldP spid="23" grpId="0"/>
      <p:bldP spid="24" grpId="0"/>
      <p:bldP spid="30" grpId="0"/>
      <p:bldP spid="42"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9425" y="549715"/>
            <a:ext cx="11233150" cy="405130"/>
          </a:xfrm>
        </p:spPr>
        <p:txBody>
          <a:bodyPr>
            <a:noAutofit/>
          </a:bodyPr>
          <a:lstStyle/>
          <a:p>
            <a:pPr marL="742950" indent="-742950" algn="ctr" rtl="1">
              <a:buFont typeface="+mj-lt"/>
              <a:buAutoNum type="arabicPeriod" startAt="4"/>
            </a:pPr>
            <a:r>
              <a:rPr lang="ar-SA" sz="4000" u="sng" dirty="0"/>
              <a:t>استخدام الإنترنت في التعليم </a:t>
            </a:r>
            <a:endParaRPr lang="en-AU" sz="4000" u="sng" dirty="0"/>
          </a:p>
        </p:txBody>
      </p:sp>
      <p:grpSp>
        <p:nvGrpSpPr>
          <p:cNvPr id="31" name="Group 30"/>
          <p:cNvGrpSpPr/>
          <p:nvPr/>
        </p:nvGrpSpPr>
        <p:grpSpPr>
          <a:xfrm>
            <a:off x="4755342" y="3472719"/>
            <a:ext cx="1798116" cy="3399795"/>
            <a:chOff x="1984502" y="2746821"/>
            <a:chExt cx="1798116" cy="4111179"/>
          </a:xfrm>
          <a:effectLst>
            <a:outerShdw blurRad="50800" dist="38100" dir="2700000" algn="tl" rotWithShape="0">
              <a:prstClr val="black">
                <a:alpha val="40000"/>
              </a:prstClr>
            </a:outerShdw>
          </a:effectLst>
        </p:grpSpPr>
        <p:sp>
          <p:nvSpPr>
            <p:cNvPr id="19" name="Rectangle 18"/>
            <p:cNvSpPr/>
            <p:nvPr/>
          </p:nvSpPr>
          <p:spPr>
            <a:xfrm>
              <a:off x="2484417" y="3135086"/>
              <a:ext cx="798286" cy="372291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Freeform 24"/>
            <p:cNvSpPr/>
            <p:nvPr/>
          </p:nvSpPr>
          <p:spPr>
            <a:xfrm rot="18903448">
              <a:off x="1984502" y="2746821"/>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38" name="Group 37"/>
          <p:cNvGrpSpPr/>
          <p:nvPr/>
        </p:nvGrpSpPr>
        <p:grpSpPr>
          <a:xfrm>
            <a:off x="5537949" y="2145740"/>
            <a:ext cx="1798116" cy="4726774"/>
            <a:chOff x="3564108" y="2131224"/>
            <a:chExt cx="1798116" cy="4726774"/>
          </a:xfrm>
          <a:effectLst>
            <a:outerShdw blurRad="50800" dist="38100" dir="2700000" algn="tl" rotWithShape="0">
              <a:prstClr val="black">
                <a:alpha val="40000"/>
              </a:prstClr>
            </a:outerShdw>
          </a:effectLst>
        </p:grpSpPr>
        <p:sp>
          <p:nvSpPr>
            <p:cNvPr id="34" name="Rectangle 33"/>
            <p:cNvSpPr/>
            <p:nvPr/>
          </p:nvSpPr>
          <p:spPr>
            <a:xfrm>
              <a:off x="4064023" y="2374087"/>
              <a:ext cx="798286" cy="448391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Freeform 34"/>
            <p:cNvSpPr/>
            <p:nvPr/>
          </p:nvSpPr>
          <p:spPr>
            <a:xfrm rot="18903448">
              <a:off x="3564108" y="2131224"/>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40" name="Group 39"/>
          <p:cNvGrpSpPr/>
          <p:nvPr/>
        </p:nvGrpSpPr>
        <p:grpSpPr>
          <a:xfrm>
            <a:off x="6336234" y="3376934"/>
            <a:ext cx="1798116" cy="3487144"/>
            <a:chOff x="4362393" y="3362418"/>
            <a:chExt cx="1798116" cy="3487144"/>
          </a:xfrm>
          <a:effectLst>
            <a:outerShdw blurRad="50800" dist="38100" dir="2700000" algn="tl" rotWithShape="0">
              <a:prstClr val="black">
                <a:alpha val="40000"/>
              </a:prstClr>
            </a:outerShdw>
          </a:effectLst>
        </p:grpSpPr>
        <p:sp>
          <p:nvSpPr>
            <p:cNvPr id="36" name="Rectangle 35"/>
            <p:cNvSpPr/>
            <p:nvPr/>
          </p:nvSpPr>
          <p:spPr>
            <a:xfrm>
              <a:off x="4862308" y="3770141"/>
              <a:ext cx="798286" cy="30794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7" name="Freeform 36"/>
            <p:cNvSpPr/>
            <p:nvPr/>
          </p:nvSpPr>
          <p:spPr>
            <a:xfrm rot="18903448">
              <a:off x="4362393" y="3362418"/>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
        <p:nvSpPr>
          <p:cNvPr id="20" name="TextBox 19"/>
          <p:cNvSpPr txBox="1"/>
          <p:nvPr/>
        </p:nvSpPr>
        <p:spPr>
          <a:xfrm>
            <a:off x="479425" y="3975218"/>
            <a:ext cx="3736624" cy="1969770"/>
          </a:xfrm>
          <a:prstGeom prst="rect">
            <a:avLst/>
          </a:prstGeom>
          <a:noFill/>
        </p:spPr>
        <p:txBody>
          <a:bodyPr wrap="square" lIns="0" tIns="0" rIns="0" bIns="0" rtlCol="0">
            <a:spAutoFit/>
          </a:bodyPr>
          <a:lstStyle/>
          <a:p>
            <a:pPr lvl="0" algn="ctr" rtl="1"/>
            <a:r>
              <a:rPr lang="ar-JO" sz="3200" b="1" dirty="0"/>
              <a:t>إتاحة العديد من مصادر المعلومات وخاصة الموسوعات بطريقة سهلة وسريعة .</a:t>
            </a:r>
            <a:endParaRPr lang="en-US" sz="3200" b="1" dirty="0"/>
          </a:p>
        </p:txBody>
      </p:sp>
      <p:sp>
        <p:nvSpPr>
          <p:cNvPr id="22" name="TextBox 21"/>
          <p:cNvSpPr txBox="1"/>
          <p:nvPr/>
        </p:nvSpPr>
        <p:spPr>
          <a:xfrm rot="16200000">
            <a:off x="5362456" y="3735379"/>
            <a:ext cx="417455" cy="677108"/>
          </a:xfrm>
          <a:prstGeom prst="rect">
            <a:avLst/>
          </a:prstGeom>
          <a:noFill/>
        </p:spPr>
        <p:txBody>
          <a:bodyPr wrap="square" lIns="0" tIns="0" rIns="0" bIns="0" rtlCol="0">
            <a:spAutoFit/>
          </a:bodyPr>
          <a:lstStyle/>
          <a:p>
            <a:pPr algn="r" fontAlgn="auto">
              <a:spcBef>
                <a:spcPts val="0"/>
              </a:spcBef>
              <a:spcAft>
                <a:spcPts val="0"/>
              </a:spcAft>
            </a:pPr>
            <a:r>
              <a:rPr lang="en-US" sz="4400" b="1" dirty="0" smtClean="0">
                <a:solidFill>
                  <a:prstClr val="white"/>
                </a:solidFill>
                <a:latin typeface="Roboto"/>
                <a:cs typeface="Clear Sans" panose="020B0503030202020304" pitchFamily="34" charset="0"/>
              </a:rPr>
              <a:t>4</a:t>
            </a:r>
            <a:endParaRPr lang="id-ID" sz="4400" b="1" dirty="0">
              <a:solidFill>
                <a:prstClr val="white"/>
              </a:solidFill>
              <a:latin typeface="Roboto"/>
              <a:cs typeface="Clear Sans" panose="020B0503030202020304" pitchFamily="34" charset="0"/>
            </a:endParaRPr>
          </a:p>
        </p:txBody>
      </p:sp>
      <p:sp>
        <p:nvSpPr>
          <p:cNvPr id="23" name="TextBox 22"/>
          <p:cNvSpPr txBox="1"/>
          <p:nvPr/>
        </p:nvSpPr>
        <p:spPr>
          <a:xfrm rot="16200000">
            <a:off x="5408075" y="2887611"/>
            <a:ext cx="2112993" cy="677108"/>
          </a:xfrm>
          <a:prstGeom prst="rect">
            <a:avLst/>
          </a:prstGeom>
          <a:noFill/>
        </p:spPr>
        <p:txBody>
          <a:bodyPr wrap="square" lIns="0" tIns="0" rIns="0" bIns="0" rtlCol="0">
            <a:spAutoFit/>
          </a:bodyPr>
          <a:lstStyle/>
          <a:p>
            <a:pPr algn="r" fontAlgn="auto">
              <a:spcBef>
                <a:spcPts val="0"/>
              </a:spcBef>
              <a:spcAft>
                <a:spcPts val="0"/>
              </a:spcAft>
            </a:pPr>
            <a:r>
              <a:rPr lang="en-US" sz="4400" b="1" dirty="0" smtClean="0">
                <a:solidFill>
                  <a:prstClr val="white"/>
                </a:solidFill>
                <a:latin typeface="Roboto"/>
                <a:cs typeface="Clear Sans" panose="020B0503030202020304" pitchFamily="34" charset="0"/>
              </a:rPr>
              <a:t>5</a:t>
            </a:r>
            <a:endParaRPr lang="id-ID" sz="4400" b="1" dirty="0">
              <a:solidFill>
                <a:prstClr val="white"/>
              </a:solidFill>
              <a:latin typeface="Roboto"/>
              <a:cs typeface="Clear Sans" panose="020B0503030202020304" pitchFamily="34" charset="0"/>
            </a:endParaRPr>
          </a:p>
        </p:txBody>
      </p:sp>
      <p:sp>
        <p:nvSpPr>
          <p:cNvPr id="24" name="TextBox 23"/>
          <p:cNvSpPr txBox="1"/>
          <p:nvPr/>
        </p:nvSpPr>
        <p:spPr>
          <a:xfrm rot="16200000">
            <a:off x="6195445" y="4190663"/>
            <a:ext cx="2112993" cy="677108"/>
          </a:xfrm>
          <a:prstGeom prst="rect">
            <a:avLst/>
          </a:prstGeom>
          <a:noFill/>
        </p:spPr>
        <p:txBody>
          <a:bodyPr wrap="square" lIns="0" tIns="0" rIns="0" bIns="0" rtlCol="0">
            <a:spAutoFit/>
          </a:bodyPr>
          <a:lstStyle/>
          <a:p>
            <a:pPr algn="r" fontAlgn="auto">
              <a:spcBef>
                <a:spcPts val="0"/>
              </a:spcBef>
              <a:spcAft>
                <a:spcPts val="0"/>
              </a:spcAft>
            </a:pPr>
            <a:r>
              <a:rPr lang="en-US" sz="4400" b="1" dirty="0" smtClean="0">
                <a:solidFill>
                  <a:prstClr val="white"/>
                </a:solidFill>
                <a:latin typeface="Roboto"/>
                <a:cs typeface="Clear Sans" panose="020B0503030202020304" pitchFamily="34" charset="0"/>
              </a:rPr>
              <a:t>6</a:t>
            </a:r>
            <a:endParaRPr lang="id-ID" sz="4400" b="1" dirty="0">
              <a:solidFill>
                <a:prstClr val="white"/>
              </a:solidFill>
              <a:latin typeface="Roboto"/>
              <a:cs typeface="Clear Sans" panose="020B0503030202020304" pitchFamily="34" charset="0"/>
            </a:endParaRPr>
          </a:p>
        </p:txBody>
      </p:sp>
      <p:sp>
        <p:nvSpPr>
          <p:cNvPr id="28" name="TextBox 27"/>
          <p:cNvSpPr txBox="1"/>
          <p:nvPr/>
        </p:nvSpPr>
        <p:spPr>
          <a:xfrm rot="16200000">
            <a:off x="6949933" y="5883269"/>
            <a:ext cx="2112993" cy="246221"/>
          </a:xfrm>
          <a:prstGeom prst="rect">
            <a:avLst/>
          </a:prstGeom>
          <a:noFill/>
        </p:spPr>
        <p:txBody>
          <a:bodyPr wrap="square" lIns="0" tIns="0" rIns="0" bIns="0" rtlCol="0">
            <a:spAutoFit/>
          </a:bodyPr>
          <a:lstStyle/>
          <a:p>
            <a:pPr algn="r" fontAlgn="auto">
              <a:spcBef>
                <a:spcPts val="0"/>
              </a:spcBef>
              <a:spcAft>
                <a:spcPts val="0"/>
              </a:spcAft>
            </a:pPr>
            <a:r>
              <a:rPr lang="id-ID" sz="1600" dirty="0">
                <a:solidFill>
                  <a:prstClr val="white"/>
                </a:solidFill>
                <a:latin typeface="Roboto"/>
                <a:cs typeface="Clear Sans" panose="020B0503030202020304" pitchFamily="34" charset="0"/>
              </a:rPr>
              <a:t>SUBTITLE HERE</a:t>
            </a:r>
          </a:p>
        </p:txBody>
      </p:sp>
      <p:sp>
        <p:nvSpPr>
          <p:cNvPr id="30" name="TextBox 29"/>
          <p:cNvSpPr txBox="1"/>
          <p:nvPr/>
        </p:nvSpPr>
        <p:spPr>
          <a:xfrm>
            <a:off x="7590496" y="1409135"/>
            <a:ext cx="4262659" cy="2462213"/>
          </a:xfrm>
          <a:prstGeom prst="rect">
            <a:avLst/>
          </a:prstGeom>
          <a:noFill/>
        </p:spPr>
        <p:txBody>
          <a:bodyPr wrap="square" lIns="0" tIns="0" rIns="0" bIns="0" rtlCol="0">
            <a:spAutoFit/>
          </a:bodyPr>
          <a:lstStyle/>
          <a:p>
            <a:pPr lvl="0" algn="ctr" rtl="1"/>
            <a:r>
              <a:rPr lang="ar-JO" sz="3200" b="1" dirty="0"/>
              <a:t>توفير فرصة الدخول إلى المكتبات العالمية المهمة المنتشرة على شبكة الإنترنت وتصفح فهارسها بما فيها مكتبة الكونجرس الأمريكي</a:t>
            </a:r>
            <a:endParaRPr lang="en-US" sz="3200" b="1" dirty="0"/>
          </a:p>
        </p:txBody>
      </p:sp>
      <p:sp>
        <p:nvSpPr>
          <p:cNvPr id="42" name="TextBox 41"/>
          <p:cNvSpPr txBox="1"/>
          <p:nvPr/>
        </p:nvSpPr>
        <p:spPr>
          <a:xfrm>
            <a:off x="7707667" y="4981832"/>
            <a:ext cx="3591333" cy="984885"/>
          </a:xfrm>
          <a:prstGeom prst="rect">
            <a:avLst/>
          </a:prstGeom>
          <a:noFill/>
        </p:spPr>
        <p:txBody>
          <a:bodyPr wrap="square" lIns="0" tIns="0" rIns="0" bIns="0" rtlCol="0">
            <a:spAutoFit/>
          </a:bodyPr>
          <a:lstStyle/>
          <a:p>
            <a:pPr lvl="0" algn="ctr" rtl="1"/>
            <a:r>
              <a:rPr lang="ar-JO" sz="3200" b="1" dirty="0"/>
              <a:t>توفير نماذج لعروض تقديمية (إلكترونية)</a:t>
            </a:r>
            <a:endParaRPr lang="en-US" sz="3200" b="1" dirty="0"/>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18700503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25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750"/>
                            </p:stCondLst>
                            <p:childTnLst>
                              <p:par>
                                <p:cTn id="9" presetID="22" presetClass="entr" presetSubtype="4" fill="hold" grpId="0" nodeType="afterEffect">
                                  <p:stCondLst>
                                    <p:cond delay="250"/>
                                  </p:stCondLst>
                                  <p:childTnLst>
                                    <p:set>
                                      <p:cBhvr>
                                        <p:cTn id="10" dur="1" fill="hold">
                                          <p:stCondLst>
                                            <p:cond delay="0"/>
                                          </p:stCondLst>
                                        </p:cTn>
                                        <p:tgtEl>
                                          <p:spTgt spid="22"/>
                                        </p:tgtEl>
                                        <p:attrNameLst>
                                          <p:attrName>style.visibility</p:attrName>
                                        </p:attrNameLst>
                                      </p:cBhvr>
                                      <p:to>
                                        <p:strVal val="visible"/>
                                      </p:to>
                                    </p:set>
                                    <p:animEffect transition="in" filter="wipe(down)">
                                      <p:cBhvr>
                                        <p:cTn id="11" dur="500"/>
                                        <p:tgtEl>
                                          <p:spTgt spid="22"/>
                                        </p:tgtEl>
                                      </p:cBhvr>
                                    </p:animEffect>
                                  </p:childTnLst>
                                </p:cTn>
                              </p:par>
                            </p:childTnLst>
                          </p:cTn>
                        </p:par>
                        <p:par>
                          <p:cTn id="12" fill="hold">
                            <p:stCondLst>
                              <p:cond delay="1500"/>
                            </p:stCondLst>
                            <p:childTnLst>
                              <p:par>
                                <p:cTn id="13" presetID="22" presetClass="entr" presetSubtype="4" fill="hold" grpId="0" nodeType="afterEffect">
                                  <p:stCondLst>
                                    <p:cond delay="250"/>
                                  </p:stCondLst>
                                  <p:childTnLst>
                                    <p:set>
                                      <p:cBhvr>
                                        <p:cTn id="14" dur="1" fill="hold">
                                          <p:stCondLst>
                                            <p:cond delay="0"/>
                                          </p:stCondLst>
                                        </p:cTn>
                                        <p:tgtEl>
                                          <p:spTgt spid="20"/>
                                        </p:tgtEl>
                                        <p:attrNameLst>
                                          <p:attrName>style.visibility</p:attrName>
                                        </p:attrNameLst>
                                      </p:cBhvr>
                                      <p:to>
                                        <p:strVal val="visible"/>
                                      </p:to>
                                    </p:set>
                                    <p:animEffect transition="in" filter="wipe(down)">
                                      <p:cBhvr>
                                        <p:cTn id="15" dur="500"/>
                                        <p:tgtEl>
                                          <p:spTgt spid="20"/>
                                        </p:tgtEl>
                                      </p:cBhvr>
                                    </p:animEffect>
                                  </p:childTnLst>
                                </p:cTn>
                              </p:par>
                            </p:childTnLst>
                          </p:cTn>
                        </p:par>
                        <p:par>
                          <p:cTn id="16" fill="hold">
                            <p:stCondLst>
                              <p:cond delay="2250"/>
                            </p:stCondLst>
                            <p:childTnLst>
                              <p:par>
                                <p:cTn id="17" presetID="22" presetClass="entr" presetSubtype="4" fill="hold" nodeType="afterEffect">
                                  <p:stCondLst>
                                    <p:cond delay="250"/>
                                  </p:stCondLst>
                                  <p:childTnLst>
                                    <p:set>
                                      <p:cBhvr>
                                        <p:cTn id="18" dur="1" fill="hold">
                                          <p:stCondLst>
                                            <p:cond delay="0"/>
                                          </p:stCondLst>
                                        </p:cTn>
                                        <p:tgtEl>
                                          <p:spTgt spid="38"/>
                                        </p:tgtEl>
                                        <p:attrNameLst>
                                          <p:attrName>style.visibility</p:attrName>
                                        </p:attrNameLst>
                                      </p:cBhvr>
                                      <p:to>
                                        <p:strVal val="visible"/>
                                      </p:to>
                                    </p:set>
                                    <p:animEffect transition="in" filter="wipe(down)">
                                      <p:cBhvr>
                                        <p:cTn id="19" dur="500"/>
                                        <p:tgtEl>
                                          <p:spTgt spid="38"/>
                                        </p:tgtEl>
                                      </p:cBhvr>
                                    </p:animEffect>
                                  </p:childTnLst>
                                </p:cTn>
                              </p:par>
                            </p:childTnLst>
                          </p:cTn>
                        </p:par>
                        <p:par>
                          <p:cTn id="20" fill="hold">
                            <p:stCondLst>
                              <p:cond delay="3000"/>
                            </p:stCondLst>
                            <p:childTnLst>
                              <p:par>
                                <p:cTn id="21" presetID="22" presetClass="entr" presetSubtype="4" fill="hold" grpId="0" nodeType="afterEffect">
                                  <p:stCondLst>
                                    <p:cond delay="250"/>
                                  </p:stCondLst>
                                  <p:childTnLst>
                                    <p:set>
                                      <p:cBhvr>
                                        <p:cTn id="22" dur="1" fill="hold">
                                          <p:stCondLst>
                                            <p:cond delay="0"/>
                                          </p:stCondLst>
                                        </p:cTn>
                                        <p:tgtEl>
                                          <p:spTgt spid="23"/>
                                        </p:tgtEl>
                                        <p:attrNameLst>
                                          <p:attrName>style.visibility</p:attrName>
                                        </p:attrNameLst>
                                      </p:cBhvr>
                                      <p:to>
                                        <p:strVal val="visible"/>
                                      </p:to>
                                    </p:set>
                                    <p:animEffect transition="in" filter="wipe(down)">
                                      <p:cBhvr>
                                        <p:cTn id="23" dur="500"/>
                                        <p:tgtEl>
                                          <p:spTgt spid="23"/>
                                        </p:tgtEl>
                                      </p:cBhvr>
                                    </p:animEffect>
                                  </p:childTnLst>
                                </p:cTn>
                              </p:par>
                            </p:childTnLst>
                          </p:cTn>
                        </p:par>
                        <p:par>
                          <p:cTn id="24" fill="hold">
                            <p:stCondLst>
                              <p:cond delay="3750"/>
                            </p:stCondLst>
                            <p:childTnLst>
                              <p:par>
                                <p:cTn id="25" presetID="22" presetClass="entr" presetSubtype="4" fill="hold" grpId="0" nodeType="afterEffect">
                                  <p:stCondLst>
                                    <p:cond delay="250"/>
                                  </p:stCondLst>
                                  <p:childTnLst>
                                    <p:set>
                                      <p:cBhvr>
                                        <p:cTn id="26" dur="1" fill="hold">
                                          <p:stCondLst>
                                            <p:cond delay="0"/>
                                          </p:stCondLst>
                                        </p:cTn>
                                        <p:tgtEl>
                                          <p:spTgt spid="30"/>
                                        </p:tgtEl>
                                        <p:attrNameLst>
                                          <p:attrName>style.visibility</p:attrName>
                                        </p:attrNameLst>
                                      </p:cBhvr>
                                      <p:to>
                                        <p:strVal val="visible"/>
                                      </p:to>
                                    </p:set>
                                    <p:animEffect transition="in" filter="wipe(down)">
                                      <p:cBhvr>
                                        <p:cTn id="27" dur="500"/>
                                        <p:tgtEl>
                                          <p:spTgt spid="30"/>
                                        </p:tgtEl>
                                      </p:cBhvr>
                                    </p:animEffect>
                                  </p:childTnLst>
                                </p:cTn>
                              </p:par>
                            </p:childTnLst>
                          </p:cTn>
                        </p:par>
                        <p:par>
                          <p:cTn id="28" fill="hold">
                            <p:stCondLst>
                              <p:cond delay="4500"/>
                            </p:stCondLst>
                            <p:childTnLst>
                              <p:par>
                                <p:cTn id="29" presetID="22" presetClass="entr" presetSubtype="4" fill="hold" nodeType="afterEffect">
                                  <p:stCondLst>
                                    <p:cond delay="250"/>
                                  </p:stCondLst>
                                  <p:childTnLst>
                                    <p:set>
                                      <p:cBhvr>
                                        <p:cTn id="30" dur="1" fill="hold">
                                          <p:stCondLst>
                                            <p:cond delay="0"/>
                                          </p:stCondLst>
                                        </p:cTn>
                                        <p:tgtEl>
                                          <p:spTgt spid="40"/>
                                        </p:tgtEl>
                                        <p:attrNameLst>
                                          <p:attrName>style.visibility</p:attrName>
                                        </p:attrNameLst>
                                      </p:cBhvr>
                                      <p:to>
                                        <p:strVal val="visible"/>
                                      </p:to>
                                    </p:set>
                                    <p:animEffect transition="in" filter="wipe(down)">
                                      <p:cBhvr>
                                        <p:cTn id="31" dur="500"/>
                                        <p:tgtEl>
                                          <p:spTgt spid="40"/>
                                        </p:tgtEl>
                                      </p:cBhvr>
                                    </p:animEffect>
                                  </p:childTnLst>
                                </p:cTn>
                              </p:par>
                            </p:childTnLst>
                          </p:cTn>
                        </p:par>
                        <p:par>
                          <p:cTn id="32" fill="hold">
                            <p:stCondLst>
                              <p:cond delay="5250"/>
                            </p:stCondLst>
                            <p:childTnLst>
                              <p:par>
                                <p:cTn id="33" presetID="22" presetClass="entr" presetSubtype="4" fill="hold" grpId="0" nodeType="afterEffect">
                                  <p:stCondLst>
                                    <p:cond delay="250"/>
                                  </p:stCondLst>
                                  <p:childTnLst>
                                    <p:set>
                                      <p:cBhvr>
                                        <p:cTn id="34" dur="1" fill="hold">
                                          <p:stCondLst>
                                            <p:cond delay="0"/>
                                          </p:stCondLst>
                                        </p:cTn>
                                        <p:tgtEl>
                                          <p:spTgt spid="24"/>
                                        </p:tgtEl>
                                        <p:attrNameLst>
                                          <p:attrName>style.visibility</p:attrName>
                                        </p:attrNameLst>
                                      </p:cBhvr>
                                      <p:to>
                                        <p:strVal val="visible"/>
                                      </p:to>
                                    </p:set>
                                    <p:animEffect transition="in" filter="wipe(down)">
                                      <p:cBhvr>
                                        <p:cTn id="35" dur="500"/>
                                        <p:tgtEl>
                                          <p:spTgt spid="24"/>
                                        </p:tgtEl>
                                      </p:cBhvr>
                                    </p:animEffect>
                                  </p:childTnLst>
                                </p:cTn>
                              </p:par>
                            </p:childTnLst>
                          </p:cTn>
                        </p:par>
                        <p:par>
                          <p:cTn id="36" fill="hold">
                            <p:stCondLst>
                              <p:cond delay="6000"/>
                            </p:stCondLst>
                            <p:childTnLst>
                              <p:par>
                                <p:cTn id="37" presetID="22" presetClass="entr" presetSubtype="4" fill="hold" grpId="0" nodeType="afterEffect">
                                  <p:stCondLst>
                                    <p:cond delay="250"/>
                                  </p:stCondLst>
                                  <p:childTnLst>
                                    <p:set>
                                      <p:cBhvr>
                                        <p:cTn id="38" dur="1" fill="hold">
                                          <p:stCondLst>
                                            <p:cond delay="0"/>
                                          </p:stCondLst>
                                        </p:cTn>
                                        <p:tgtEl>
                                          <p:spTgt spid="42"/>
                                        </p:tgtEl>
                                        <p:attrNameLst>
                                          <p:attrName>style.visibility</p:attrName>
                                        </p:attrNameLst>
                                      </p:cBhvr>
                                      <p:to>
                                        <p:strVal val="visible"/>
                                      </p:to>
                                    </p:set>
                                    <p:animEffect transition="in" filter="wipe(down)">
                                      <p:cBhvr>
                                        <p:cTn id="39"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2" grpId="0"/>
      <p:bldP spid="23" grpId="0"/>
      <p:bldP spid="24" grpId="0"/>
      <p:bldP spid="30" grpId="0"/>
      <p:bldP spid="42"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9425" y="549715"/>
            <a:ext cx="11233150" cy="405130"/>
          </a:xfrm>
        </p:spPr>
        <p:txBody>
          <a:bodyPr>
            <a:noAutofit/>
          </a:bodyPr>
          <a:lstStyle/>
          <a:p>
            <a:pPr marL="742950" indent="-742950" algn="ctr" rtl="1">
              <a:buFont typeface="+mj-lt"/>
              <a:buAutoNum type="arabicPeriod" startAt="4"/>
            </a:pPr>
            <a:r>
              <a:rPr lang="ar-SA" sz="4000" u="sng" dirty="0"/>
              <a:t>استخدام الإنترنت في التعليم </a:t>
            </a:r>
            <a:endParaRPr lang="en-AU" sz="4000" u="sng" dirty="0"/>
          </a:p>
        </p:txBody>
      </p:sp>
      <p:grpSp>
        <p:nvGrpSpPr>
          <p:cNvPr id="31" name="Group 30"/>
          <p:cNvGrpSpPr/>
          <p:nvPr/>
        </p:nvGrpSpPr>
        <p:grpSpPr>
          <a:xfrm>
            <a:off x="4755342" y="3472719"/>
            <a:ext cx="1798116" cy="3399795"/>
            <a:chOff x="1984502" y="2746821"/>
            <a:chExt cx="1798116" cy="4111179"/>
          </a:xfrm>
          <a:effectLst>
            <a:outerShdw blurRad="50800" dist="38100" dir="2700000" algn="tl" rotWithShape="0">
              <a:prstClr val="black">
                <a:alpha val="40000"/>
              </a:prstClr>
            </a:outerShdw>
          </a:effectLst>
        </p:grpSpPr>
        <p:sp>
          <p:nvSpPr>
            <p:cNvPr id="19" name="Rectangle 18"/>
            <p:cNvSpPr/>
            <p:nvPr/>
          </p:nvSpPr>
          <p:spPr>
            <a:xfrm>
              <a:off x="2484417" y="3135086"/>
              <a:ext cx="798286" cy="372291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Freeform 24"/>
            <p:cNvSpPr/>
            <p:nvPr/>
          </p:nvSpPr>
          <p:spPr>
            <a:xfrm rot="18903448">
              <a:off x="1984502" y="2746821"/>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38" name="Group 37"/>
          <p:cNvGrpSpPr/>
          <p:nvPr/>
        </p:nvGrpSpPr>
        <p:grpSpPr>
          <a:xfrm>
            <a:off x="5537949" y="2145740"/>
            <a:ext cx="1798116" cy="4726774"/>
            <a:chOff x="3564108" y="2131224"/>
            <a:chExt cx="1798116" cy="4726774"/>
          </a:xfrm>
          <a:effectLst>
            <a:outerShdw blurRad="50800" dist="38100" dir="2700000" algn="tl" rotWithShape="0">
              <a:prstClr val="black">
                <a:alpha val="40000"/>
              </a:prstClr>
            </a:outerShdw>
          </a:effectLst>
        </p:grpSpPr>
        <p:sp>
          <p:nvSpPr>
            <p:cNvPr id="34" name="Rectangle 33"/>
            <p:cNvSpPr/>
            <p:nvPr/>
          </p:nvSpPr>
          <p:spPr>
            <a:xfrm>
              <a:off x="4064023" y="2374087"/>
              <a:ext cx="798286" cy="448391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Freeform 34"/>
            <p:cNvSpPr/>
            <p:nvPr/>
          </p:nvSpPr>
          <p:spPr>
            <a:xfrm rot="18903448">
              <a:off x="3564108" y="2131224"/>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40" name="Group 39"/>
          <p:cNvGrpSpPr/>
          <p:nvPr/>
        </p:nvGrpSpPr>
        <p:grpSpPr>
          <a:xfrm>
            <a:off x="6336234" y="3376934"/>
            <a:ext cx="1798116" cy="3487144"/>
            <a:chOff x="4362393" y="3362418"/>
            <a:chExt cx="1798116" cy="3487144"/>
          </a:xfrm>
          <a:effectLst>
            <a:outerShdw blurRad="50800" dist="38100" dir="2700000" algn="tl" rotWithShape="0">
              <a:prstClr val="black">
                <a:alpha val="40000"/>
              </a:prstClr>
            </a:outerShdw>
          </a:effectLst>
        </p:grpSpPr>
        <p:sp>
          <p:nvSpPr>
            <p:cNvPr id="36" name="Rectangle 35"/>
            <p:cNvSpPr/>
            <p:nvPr/>
          </p:nvSpPr>
          <p:spPr>
            <a:xfrm>
              <a:off x="4862308" y="3770141"/>
              <a:ext cx="798286" cy="30794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7" name="Freeform 36"/>
            <p:cNvSpPr/>
            <p:nvPr/>
          </p:nvSpPr>
          <p:spPr>
            <a:xfrm rot="18903448">
              <a:off x="4362393" y="3362418"/>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
        <p:nvSpPr>
          <p:cNvPr id="20" name="TextBox 19"/>
          <p:cNvSpPr txBox="1"/>
          <p:nvPr/>
        </p:nvSpPr>
        <p:spPr>
          <a:xfrm>
            <a:off x="479425" y="3975218"/>
            <a:ext cx="3736624" cy="1477328"/>
          </a:xfrm>
          <a:prstGeom prst="rect">
            <a:avLst/>
          </a:prstGeom>
          <a:noFill/>
        </p:spPr>
        <p:txBody>
          <a:bodyPr wrap="square" lIns="0" tIns="0" rIns="0" bIns="0" rtlCol="0">
            <a:spAutoFit/>
          </a:bodyPr>
          <a:lstStyle/>
          <a:p>
            <a:pPr lvl="0" algn="ctr" rtl="1"/>
            <a:r>
              <a:rPr lang="ar-JO" sz="3200" b="1" dirty="0"/>
              <a:t>توفير وسائل تعليمية متنوعة يمكن للمعلم الاستفادة منها في تدريسه</a:t>
            </a:r>
            <a:endParaRPr lang="en-US" sz="3200" b="1" dirty="0"/>
          </a:p>
        </p:txBody>
      </p:sp>
      <p:sp>
        <p:nvSpPr>
          <p:cNvPr id="22" name="TextBox 21"/>
          <p:cNvSpPr txBox="1"/>
          <p:nvPr/>
        </p:nvSpPr>
        <p:spPr>
          <a:xfrm rot="16200000">
            <a:off x="5362456" y="3735379"/>
            <a:ext cx="417455" cy="677108"/>
          </a:xfrm>
          <a:prstGeom prst="rect">
            <a:avLst/>
          </a:prstGeom>
          <a:noFill/>
        </p:spPr>
        <p:txBody>
          <a:bodyPr wrap="square" lIns="0" tIns="0" rIns="0" bIns="0" rtlCol="0">
            <a:spAutoFit/>
          </a:bodyPr>
          <a:lstStyle/>
          <a:p>
            <a:pPr algn="r" fontAlgn="auto">
              <a:spcBef>
                <a:spcPts val="0"/>
              </a:spcBef>
              <a:spcAft>
                <a:spcPts val="0"/>
              </a:spcAft>
            </a:pPr>
            <a:r>
              <a:rPr lang="en-US" sz="4400" b="1" dirty="0" smtClean="0">
                <a:solidFill>
                  <a:prstClr val="white"/>
                </a:solidFill>
                <a:latin typeface="Roboto"/>
                <a:cs typeface="Clear Sans" panose="020B0503030202020304" pitchFamily="34" charset="0"/>
              </a:rPr>
              <a:t>7</a:t>
            </a:r>
            <a:endParaRPr lang="id-ID" sz="4400" b="1" dirty="0">
              <a:solidFill>
                <a:prstClr val="white"/>
              </a:solidFill>
              <a:latin typeface="Roboto"/>
              <a:cs typeface="Clear Sans" panose="020B0503030202020304" pitchFamily="34" charset="0"/>
            </a:endParaRPr>
          </a:p>
        </p:txBody>
      </p:sp>
      <p:sp>
        <p:nvSpPr>
          <p:cNvPr id="23" name="TextBox 22"/>
          <p:cNvSpPr txBox="1"/>
          <p:nvPr/>
        </p:nvSpPr>
        <p:spPr>
          <a:xfrm rot="16200000">
            <a:off x="5408075" y="2887611"/>
            <a:ext cx="2112993" cy="677108"/>
          </a:xfrm>
          <a:prstGeom prst="rect">
            <a:avLst/>
          </a:prstGeom>
          <a:noFill/>
        </p:spPr>
        <p:txBody>
          <a:bodyPr wrap="square" lIns="0" tIns="0" rIns="0" bIns="0" rtlCol="0">
            <a:spAutoFit/>
          </a:bodyPr>
          <a:lstStyle/>
          <a:p>
            <a:pPr algn="r" fontAlgn="auto">
              <a:spcBef>
                <a:spcPts val="0"/>
              </a:spcBef>
              <a:spcAft>
                <a:spcPts val="0"/>
              </a:spcAft>
            </a:pPr>
            <a:r>
              <a:rPr lang="en-US" sz="4400" b="1" dirty="0" smtClean="0">
                <a:solidFill>
                  <a:prstClr val="white"/>
                </a:solidFill>
                <a:latin typeface="Roboto"/>
                <a:cs typeface="Clear Sans" panose="020B0503030202020304" pitchFamily="34" charset="0"/>
              </a:rPr>
              <a:t>8</a:t>
            </a:r>
            <a:endParaRPr lang="id-ID" sz="4400" b="1" dirty="0">
              <a:solidFill>
                <a:prstClr val="white"/>
              </a:solidFill>
              <a:latin typeface="Roboto"/>
              <a:cs typeface="Clear Sans" panose="020B0503030202020304" pitchFamily="34" charset="0"/>
            </a:endParaRPr>
          </a:p>
        </p:txBody>
      </p:sp>
      <p:sp>
        <p:nvSpPr>
          <p:cNvPr id="24" name="TextBox 23"/>
          <p:cNvSpPr txBox="1"/>
          <p:nvPr/>
        </p:nvSpPr>
        <p:spPr>
          <a:xfrm rot="16200000">
            <a:off x="6195445" y="4190663"/>
            <a:ext cx="2112993" cy="677108"/>
          </a:xfrm>
          <a:prstGeom prst="rect">
            <a:avLst/>
          </a:prstGeom>
          <a:noFill/>
        </p:spPr>
        <p:txBody>
          <a:bodyPr wrap="square" lIns="0" tIns="0" rIns="0" bIns="0" rtlCol="0">
            <a:spAutoFit/>
          </a:bodyPr>
          <a:lstStyle/>
          <a:p>
            <a:pPr algn="r" fontAlgn="auto">
              <a:spcBef>
                <a:spcPts val="0"/>
              </a:spcBef>
              <a:spcAft>
                <a:spcPts val="0"/>
              </a:spcAft>
            </a:pPr>
            <a:r>
              <a:rPr lang="en-US" sz="4400" b="1" dirty="0" smtClean="0">
                <a:solidFill>
                  <a:prstClr val="white"/>
                </a:solidFill>
                <a:latin typeface="Roboto"/>
                <a:cs typeface="Clear Sans" panose="020B0503030202020304" pitchFamily="34" charset="0"/>
              </a:rPr>
              <a:t>9</a:t>
            </a:r>
            <a:endParaRPr lang="id-ID" sz="4400" b="1" dirty="0">
              <a:solidFill>
                <a:prstClr val="white"/>
              </a:solidFill>
              <a:latin typeface="Roboto"/>
              <a:cs typeface="Clear Sans" panose="020B0503030202020304" pitchFamily="34" charset="0"/>
            </a:endParaRPr>
          </a:p>
        </p:txBody>
      </p:sp>
      <p:sp>
        <p:nvSpPr>
          <p:cNvPr id="28" name="TextBox 27"/>
          <p:cNvSpPr txBox="1"/>
          <p:nvPr/>
        </p:nvSpPr>
        <p:spPr>
          <a:xfrm rot="16200000">
            <a:off x="6949933" y="5883269"/>
            <a:ext cx="2112993" cy="246221"/>
          </a:xfrm>
          <a:prstGeom prst="rect">
            <a:avLst/>
          </a:prstGeom>
          <a:noFill/>
        </p:spPr>
        <p:txBody>
          <a:bodyPr wrap="square" lIns="0" tIns="0" rIns="0" bIns="0" rtlCol="0">
            <a:spAutoFit/>
          </a:bodyPr>
          <a:lstStyle/>
          <a:p>
            <a:pPr algn="r" fontAlgn="auto">
              <a:spcBef>
                <a:spcPts val="0"/>
              </a:spcBef>
              <a:spcAft>
                <a:spcPts val="0"/>
              </a:spcAft>
            </a:pPr>
            <a:r>
              <a:rPr lang="id-ID" sz="1600" dirty="0">
                <a:solidFill>
                  <a:prstClr val="white"/>
                </a:solidFill>
                <a:latin typeface="Roboto"/>
                <a:cs typeface="Clear Sans" panose="020B0503030202020304" pitchFamily="34" charset="0"/>
              </a:rPr>
              <a:t>SUBTITLE HERE</a:t>
            </a:r>
          </a:p>
        </p:txBody>
      </p:sp>
      <p:sp>
        <p:nvSpPr>
          <p:cNvPr id="30" name="TextBox 29"/>
          <p:cNvSpPr txBox="1"/>
          <p:nvPr/>
        </p:nvSpPr>
        <p:spPr>
          <a:xfrm>
            <a:off x="7817178" y="1636110"/>
            <a:ext cx="3969836" cy="1969770"/>
          </a:xfrm>
          <a:prstGeom prst="rect">
            <a:avLst/>
          </a:prstGeom>
          <a:noFill/>
        </p:spPr>
        <p:txBody>
          <a:bodyPr wrap="square" lIns="0" tIns="0" rIns="0" bIns="0" rtlCol="0">
            <a:spAutoFit/>
          </a:bodyPr>
          <a:lstStyle/>
          <a:p>
            <a:pPr lvl="0" algn="ctr" rtl="1"/>
            <a:r>
              <a:rPr lang="ar-JO" sz="3200" b="1" dirty="0"/>
              <a:t>توفير خطط للدروس في كافة المواد يمكن للمعلمين الاستفادة منها في إعداد الدروس وتنفيذها</a:t>
            </a:r>
            <a:endParaRPr lang="en-US" sz="3200" b="1" dirty="0"/>
          </a:p>
        </p:txBody>
      </p:sp>
      <p:sp>
        <p:nvSpPr>
          <p:cNvPr id="42" name="TextBox 41"/>
          <p:cNvSpPr txBox="1"/>
          <p:nvPr/>
        </p:nvSpPr>
        <p:spPr>
          <a:xfrm>
            <a:off x="8006430" y="4630558"/>
            <a:ext cx="3591333" cy="1969770"/>
          </a:xfrm>
          <a:prstGeom prst="rect">
            <a:avLst/>
          </a:prstGeom>
          <a:noFill/>
        </p:spPr>
        <p:txBody>
          <a:bodyPr wrap="square" lIns="0" tIns="0" rIns="0" bIns="0" rtlCol="0">
            <a:spAutoFit/>
          </a:bodyPr>
          <a:lstStyle/>
          <a:p>
            <a:pPr lvl="0" algn="ctr" rtl="1"/>
            <a:r>
              <a:rPr lang="ar-JO" sz="3200" b="1" dirty="0"/>
              <a:t>اطلاع القائمين على العملية التعليمية والطلاب على كل ما هو جديد وذلك من خلال المواقع المتخصصة</a:t>
            </a:r>
            <a:endParaRPr lang="en-US" sz="3200" b="1" dirty="0"/>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14154783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25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750"/>
                            </p:stCondLst>
                            <p:childTnLst>
                              <p:par>
                                <p:cTn id="9" presetID="22" presetClass="entr" presetSubtype="4" fill="hold" grpId="0" nodeType="afterEffect">
                                  <p:stCondLst>
                                    <p:cond delay="250"/>
                                  </p:stCondLst>
                                  <p:childTnLst>
                                    <p:set>
                                      <p:cBhvr>
                                        <p:cTn id="10" dur="1" fill="hold">
                                          <p:stCondLst>
                                            <p:cond delay="0"/>
                                          </p:stCondLst>
                                        </p:cTn>
                                        <p:tgtEl>
                                          <p:spTgt spid="22"/>
                                        </p:tgtEl>
                                        <p:attrNameLst>
                                          <p:attrName>style.visibility</p:attrName>
                                        </p:attrNameLst>
                                      </p:cBhvr>
                                      <p:to>
                                        <p:strVal val="visible"/>
                                      </p:to>
                                    </p:set>
                                    <p:animEffect transition="in" filter="wipe(down)">
                                      <p:cBhvr>
                                        <p:cTn id="11" dur="500"/>
                                        <p:tgtEl>
                                          <p:spTgt spid="22"/>
                                        </p:tgtEl>
                                      </p:cBhvr>
                                    </p:animEffect>
                                  </p:childTnLst>
                                </p:cTn>
                              </p:par>
                            </p:childTnLst>
                          </p:cTn>
                        </p:par>
                        <p:par>
                          <p:cTn id="12" fill="hold">
                            <p:stCondLst>
                              <p:cond delay="1500"/>
                            </p:stCondLst>
                            <p:childTnLst>
                              <p:par>
                                <p:cTn id="13" presetID="22" presetClass="entr" presetSubtype="4" fill="hold" grpId="0" nodeType="afterEffect">
                                  <p:stCondLst>
                                    <p:cond delay="250"/>
                                  </p:stCondLst>
                                  <p:childTnLst>
                                    <p:set>
                                      <p:cBhvr>
                                        <p:cTn id="14" dur="1" fill="hold">
                                          <p:stCondLst>
                                            <p:cond delay="0"/>
                                          </p:stCondLst>
                                        </p:cTn>
                                        <p:tgtEl>
                                          <p:spTgt spid="20"/>
                                        </p:tgtEl>
                                        <p:attrNameLst>
                                          <p:attrName>style.visibility</p:attrName>
                                        </p:attrNameLst>
                                      </p:cBhvr>
                                      <p:to>
                                        <p:strVal val="visible"/>
                                      </p:to>
                                    </p:set>
                                    <p:animEffect transition="in" filter="wipe(down)">
                                      <p:cBhvr>
                                        <p:cTn id="15" dur="500"/>
                                        <p:tgtEl>
                                          <p:spTgt spid="20"/>
                                        </p:tgtEl>
                                      </p:cBhvr>
                                    </p:animEffect>
                                  </p:childTnLst>
                                </p:cTn>
                              </p:par>
                            </p:childTnLst>
                          </p:cTn>
                        </p:par>
                        <p:par>
                          <p:cTn id="16" fill="hold">
                            <p:stCondLst>
                              <p:cond delay="2250"/>
                            </p:stCondLst>
                            <p:childTnLst>
                              <p:par>
                                <p:cTn id="17" presetID="22" presetClass="entr" presetSubtype="4" fill="hold" nodeType="afterEffect">
                                  <p:stCondLst>
                                    <p:cond delay="250"/>
                                  </p:stCondLst>
                                  <p:childTnLst>
                                    <p:set>
                                      <p:cBhvr>
                                        <p:cTn id="18" dur="1" fill="hold">
                                          <p:stCondLst>
                                            <p:cond delay="0"/>
                                          </p:stCondLst>
                                        </p:cTn>
                                        <p:tgtEl>
                                          <p:spTgt spid="38"/>
                                        </p:tgtEl>
                                        <p:attrNameLst>
                                          <p:attrName>style.visibility</p:attrName>
                                        </p:attrNameLst>
                                      </p:cBhvr>
                                      <p:to>
                                        <p:strVal val="visible"/>
                                      </p:to>
                                    </p:set>
                                    <p:animEffect transition="in" filter="wipe(down)">
                                      <p:cBhvr>
                                        <p:cTn id="19" dur="500"/>
                                        <p:tgtEl>
                                          <p:spTgt spid="38"/>
                                        </p:tgtEl>
                                      </p:cBhvr>
                                    </p:animEffect>
                                  </p:childTnLst>
                                </p:cTn>
                              </p:par>
                            </p:childTnLst>
                          </p:cTn>
                        </p:par>
                        <p:par>
                          <p:cTn id="20" fill="hold">
                            <p:stCondLst>
                              <p:cond delay="3000"/>
                            </p:stCondLst>
                            <p:childTnLst>
                              <p:par>
                                <p:cTn id="21" presetID="22" presetClass="entr" presetSubtype="4" fill="hold" grpId="0" nodeType="afterEffect">
                                  <p:stCondLst>
                                    <p:cond delay="250"/>
                                  </p:stCondLst>
                                  <p:childTnLst>
                                    <p:set>
                                      <p:cBhvr>
                                        <p:cTn id="22" dur="1" fill="hold">
                                          <p:stCondLst>
                                            <p:cond delay="0"/>
                                          </p:stCondLst>
                                        </p:cTn>
                                        <p:tgtEl>
                                          <p:spTgt spid="23"/>
                                        </p:tgtEl>
                                        <p:attrNameLst>
                                          <p:attrName>style.visibility</p:attrName>
                                        </p:attrNameLst>
                                      </p:cBhvr>
                                      <p:to>
                                        <p:strVal val="visible"/>
                                      </p:to>
                                    </p:set>
                                    <p:animEffect transition="in" filter="wipe(down)">
                                      <p:cBhvr>
                                        <p:cTn id="23" dur="500"/>
                                        <p:tgtEl>
                                          <p:spTgt spid="23"/>
                                        </p:tgtEl>
                                      </p:cBhvr>
                                    </p:animEffect>
                                  </p:childTnLst>
                                </p:cTn>
                              </p:par>
                            </p:childTnLst>
                          </p:cTn>
                        </p:par>
                        <p:par>
                          <p:cTn id="24" fill="hold">
                            <p:stCondLst>
                              <p:cond delay="3750"/>
                            </p:stCondLst>
                            <p:childTnLst>
                              <p:par>
                                <p:cTn id="25" presetID="22" presetClass="entr" presetSubtype="4" fill="hold" grpId="0" nodeType="afterEffect">
                                  <p:stCondLst>
                                    <p:cond delay="250"/>
                                  </p:stCondLst>
                                  <p:childTnLst>
                                    <p:set>
                                      <p:cBhvr>
                                        <p:cTn id="26" dur="1" fill="hold">
                                          <p:stCondLst>
                                            <p:cond delay="0"/>
                                          </p:stCondLst>
                                        </p:cTn>
                                        <p:tgtEl>
                                          <p:spTgt spid="30"/>
                                        </p:tgtEl>
                                        <p:attrNameLst>
                                          <p:attrName>style.visibility</p:attrName>
                                        </p:attrNameLst>
                                      </p:cBhvr>
                                      <p:to>
                                        <p:strVal val="visible"/>
                                      </p:to>
                                    </p:set>
                                    <p:animEffect transition="in" filter="wipe(down)">
                                      <p:cBhvr>
                                        <p:cTn id="27" dur="500"/>
                                        <p:tgtEl>
                                          <p:spTgt spid="30"/>
                                        </p:tgtEl>
                                      </p:cBhvr>
                                    </p:animEffect>
                                  </p:childTnLst>
                                </p:cTn>
                              </p:par>
                            </p:childTnLst>
                          </p:cTn>
                        </p:par>
                        <p:par>
                          <p:cTn id="28" fill="hold">
                            <p:stCondLst>
                              <p:cond delay="4500"/>
                            </p:stCondLst>
                            <p:childTnLst>
                              <p:par>
                                <p:cTn id="29" presetID="22" presetClass="entr" presetSubtype="4" fill="hold" nodeType="afterEffect">
                                  <p:stCondLst>
                                    <p:cond delay="250"/>
                                  </p:stCondLst>
                                  <p:childTnLst>
                                    <p:set>
                                      <p:cBhvr>
                                        <p:cTn id="30" dur="1" fill="hold">
                                          <p:stCondLst>
                                            <p:cond delay="0"/>
                                          </p:stCondLst>
                                        </p:cTn>
                                        <p:tgtEl>
                                          <p:spTgt spid="40"/>
                                        </p:tgtEl>
                                        <p:attrNameLst>
                                          <p:attrName>style.visibility</p:attrName>
                                        </p:attrNameLst>
                                      </p:cBhvr>
                                      <p:to>
                                        <p:strVal val="visible"/>
                                      </p:to>
                                    </p:set>
                                    <p:animEffect transition="in" filter="wipe(down)">
                                      <p:cBhvr>
                                        <p:cTn id="31" dur="500"/>
                                        <p:tgtEl>
                                          <p:spTgt spid="40"/>
                                        </p:tgtEl>
                                      </p:cBhvr>
                                    </p:animEffect>
                                  </p:childTnLst>
                                </p:cTn>
                              </p:par>
                            </p:childTnLst>
                          </p:cTn>
                        </p:par>
                        <p:par>
                          <p:cTn id="32" fill="hold">
                            <p:stCondLst>
                              <p:cond delay="5250"/>
                            </p:stCondLst>
                            <p:childTnLst>
                              <p:par>
                                <p:cTn id="33" presetID="22" presetClass="entr" presetSubtype="4" fill="hold" grpId="0" nodeType="afterEffect">
                                  <p:stCondLst>
                                    <p:cond delay="250"/>
                                  </p:stCondLst>
                                  <p:childTnLst>
                                    <p:set>
                                      <p:cBhvr>
                                        <p:cTn id="34" dur="1" fill="hold">
                                          <p:stCondLst>
                                            <p:cond delay="0"/>
                                          </p:stCondLst>
                                        </p:cTn>
                                        <p:tgtEl>
                                          <p:spTgt spid="24"/>
                                        </p:tgtEl>
                                        <p:attrNameLst>
                                          <p:attrName>style.visibility</p:attrName>
                                        </p:attrNameLst>
                                      </p:cBhvr>
                                      <p:to>
                                        <p:strVal val="visible"/>
                                      </p:to>
                                    </p:set>
                                    <p:animEffect transition="in" filter="wipe(down)">
                                      <p:cBhvr>
                                        <p:cTn id="35" dur="500"/>
                                        <p:tgtEl>
                                          <p:spTgt spid="24"/>
                                        </p:tgtEl>
                                      </p:cBhvr>
                                    </p:animEffect>
                                  </p:childTnLst>
                                </p:cTn>
                              </p:par>
                            </p:childTnLst>
                          </p:cTn>
                        </p:par>
                        <p:par>
                          <p:cTn id="36" fill="hold">
                            <p:stCondLst>
                              <p:cond delay="6000"/>
                            </p:stCondLst>
                            <p:childTnLst>
                              <p:par>
                                <p:cTn id="37" presetID="22" presetClass="entr" presetSubtype="4" fill="hold" grpId="0" nodeType="afterEffect">
                                  <p:stCondLst>
                                    <p:cond delay="250"/>
                                  </p:stCondLst>
                                  <p:childTnLst>
                                    <p:set>
                                      <p:cBhvr>
                                        <p:cTn id="38" dur="1" fill="hold">
                                          <p:stCondLst>
                                            <p:cond delay="0"/>
                                          </p:stCondLst>
                                        </p:cTn>
                                        <p:tgtEl>
                                          <p:spTgt spid="42"/>
                                        </p:tgtEl>
                                        <p:attrNameLst>
                                          <p:attrName>style.visibility</p:attrName>
                                        </p:attrNameLst>
                                      </p:cBhvr>
                                      <p:to>
                                        <p:strVal val="visible"/>
                                      </p:to>
                                    </p:set>
                                    <p:animEffect transition="in" filter="wipe(down)">
                                      <p:cBhvr>
                                        <p:cTn id="39"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2" grpId="0"/>
      <p:bldP spid="23" grpId="0"/>
      <p:bldP spid="24" grpId="0"/>
      <p:bldP spid="30" grpId="0"/>
      <p:bldP spid="42"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7"/>
          <p:cNvGrpSpPr/>
          <p:nvPr/>
        </p:nvGrpSpPr>
        <p:grpSpPr>
          <a:xfrm>
            <a:off x="1142966" y="359812"/>
            <a:ext cx="10494852" cy="707886"/>
            <a:chOff x="857224" y="269858"/>
            <a:chExt cx="7871139" cy="530914"/>
          </a:xfrm>
        </p:grpSpPr>
        <p:sp>
          <p:nvSpPr>
            <p:cNvPr id="29" name="Rectangle 28"/>
            <p:cNvSpPr/>
            <p:nvPr/>
          </p:nvSpPr>
          <p:spPr>
            <a:xfrm>
              <a:off x="857224" y="269858"/>
              <a:ext cx="7871139" cy="530914"/>
            </a:xfrm>
            <a:prstGeom prst="rect">
              <a:avLst/>
            </a:prstGeom>
          </p:spPr>
          <p:txBody>
            <a:bodyPr wrap="square">
              <a:spAutoFit/>
            </a:bodyPr>
            <a:lstStyle/>
            <a:p>
              <a:pPr marL="1657350" lvl="2" indent="-742950" algn="r" rtl="1">
                <a:buFont typeface="+mj-lt"/>
                <a:buAutoNum type="arabicPeriod" startAt="5"/>
              </a:pPr>
              <a:r>
                <a:rPr lang="ar-SA" sz="4000" b="1" u="sng" dirty="0"/>
                <a:t>مبررات توظيف الإنترنت في خدمة العملية التعليمية</a:t>
              </a:r>
              <a:endParaRPr lang="en-US" sz="4000" u="sng" dirty="0"/>
            </a:p>
          </p:txBody>
        </p:sp>
        <p:cxnSp>
          <p:nvCxnSpPr>
            <p:cNvPr id="30" name="Straight Connector 29"/>
            <p:cNvCxnSpPr/>
            <p:nvPr/>
          </p:nvCxnSpPr>
          <p:spPr>
            <a:xfrm rot="5400000">
              <a:off x="928808" y="556577"/>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5400000">
              <a:off x="7867363" y="556577"/>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47"/>
          <p:cNvGrpSpPr/>
          <p:nvPr/>
        </p:nvGrpSpPr>
        <p:grpSpPr>
          <a:xfrm>
            <a:off x="581891" y="1462289"/>
            <a:ext cx="3688623" cy="4628036"/>
            <a:chOff x="-654627" y="1000114"/>
            <a:chExt cx="2766467" cy="3471027"/>
          </a:xfrm>
        </p:grpSpPr>
        <p:sp>
          <p:nvSpPr>
            <p:cNvPr id="33" name="Rectangle 32"/>
            <p:cNvSpPr/>
            <p:nvPr/>
          </p:nvSpPr>
          <p:spPr>
            <a:xfrm>
              <a:off x="-654627" y="2786064"/>
              <a:ext cx="2766467" cy="1685077"/>
            </a:xfrm>
            <a:prstGeom prst="rect">
              <a:avLst/>
            </a:prstGeom>
          </p:spPr>
          <p:txBody>
            <a:bodyPr wrap="square">
              <a:spAutoFit/>
            </a:bodyPr>
            <a:lstStyle/>
            <a:p>
              <a:pPr algn="ctr" fontAlgn="auto">
                <a:spcBef>
                  <a:spcPts val="0"/>
                </a:spcBef>
                <a:spcAft>
                  <a:spcPts val="0"/>
                </a:spcAft>
              </a:pPr>
              <a:r>
                <a:rPr lang="ar-JO" sz="2800" b="1" dirty="0"/>
                <a:t>بالعملية التعليمية من خلال الاستفادة القصوى من نظم التعليم الالكتروني في المدارس وجعلها أكثر قدرة وكفاءة على التعامل مع المستجدات</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34" name="Rectangle 33"/>
            <p:cNvSpPr/>
            <p:nvPr/>
          </p:nvSpPr>
          <p:spPr>
            <a:xfrm>
              <a:off x="540204" y="2357436"/>
              <a:ext cx="1357322" cy="438581"/>
            </a:xfrm>
            <a:prstGeom prst="rect">
              <a:avLst/>
            </a:prstGeom>
          </p:spPr>
          <p:txBody>
            <a:bodyPr wrap="square">
              <a:spAutoFit/>
            </a:bodyPr>
            <a:lstStyle/>
            <a:p>
              <a:pPr fontAlgn="auto">
                <a:spcBef>
                  <a:spcPts val="0"/>
                </a:spcBef>
                <a:spcAft>
                  <a:spcPts val="0"/>
                </a:spcAft>
              </a:pPr>
              <a:r>
                <a:rPr lang="ar-JO" sz="3200" b="1" dirty="0">
                  <a:solidFill>
                    <a:srgbClr val="3FD5BA"/>
                  </a:solidFill>
                </a:rPr>
                <a:t>النهوض </a:t>
              </a:r>
              <a:endParaRPr lang="en-US" sz="3200" b="1" dirty="0">
                <a:solidFill>
                  <a:srgbClr val="3FD5BA"/>
                </a:solidFill>
                <a:latin typeface="Open Sans Light" pitchFamily="34" charset="0"/>
                <a:ea typeface="Open Sans Light" pitchFamily="34" charset="0"/>
                <a:cs typeface="Open Sans Light" pitchFamily="34" charset="0"/>
              </a:endParaRPr>
            </a:p>
          </p:txBody>
        </p:sp>
        <p:sp>
          <p:nvSpPr>
            <p:cNvPr id="35" name="Rectangle 34"/>
            <p:cNvSpPr/>
            <p:nvPr/>
          </p:nvSpPr>
          <p:spPr>
            <a:xfrm>
              <a:off x="611642" y="1000114"/>
              <a:ext cx="570374" cy="1546577"/>
            </a:xfrm>
            <a:prstGeom prst="rect">
              <a:avLst/>
            </a:prstGeom>
          </p:spPr>
          <p:txBody>
            <a:bodyPr wrap="square">
              <a:spAutoFit/>
            </a:bodyPr>
            <a:lstStyle/>
            <a:p>
              <a:pPr algn="ctr" fontAlgn="auto">
                <a:spcBef>
                  <a:spcPts val="0"/>
                </a:spcBef>
                <a:spcAft>
                  <a:spcPts val="0"/>
                </a:spcAft>
              </a:pPr>
              <a:r>
                <a:rPr lang="en-US" sz="12800" dirty="0">
                  <a:solidFill>
                    <a:srgbClr val="3FD5BA"/>
                  </a:solidFill>
                  <a:latin typeface="Open Sans Light" pitchFamily="34" charset="0"/>
                  <a:ea typeface="Open Sans Light" pitchFamily="34" charset="0"/>
                  <a:cs typeface="Open Sans Light" pitchFamily="34" charset="0"/>
                </a:rPr>
                <a:t>1</a:t>
              </a:r>
            </a:p>
          </p:txBody>
        </p:sp>
      </p:grpSp>
      <p:grpSp>
        <p:nvGrpSpPr>
          <p:cNvPr id="4" name="Group 48"/>
          <p:cNvGrpSpPr/>
          <p:nvPr/>
        </p:nvGrpSpPr>
        <p:grpSpPr>
          <a:xfrm>
            <a:off x="4339027" y="1462289"/>
            <a:ext cx="3823854" cy="4628035"/>
            <a:chOff x="2092599" y="1000114"/>
            <a:chExt cx="2867890" cy="3471027"/>
          </a:xfrm>
        </p:grpSpPr>
        <p:sp>
          <p:nvSpPr>
            <p:cNvPr id="39" name="Rectangle 38"/>
            <p:cNvSpPr/>
            <p:nvPr/>
          </p:nvSpPr>
          <p:spPr>
            <a:xfrm>
              <a:off x="2092599" y="2786064"/>
              <a:ext cx="2867890" cy="1685077"/>
            </a:xfrm>
            <a:prstGeom prst="rect">
              <a:avLst/>
            </a:prstGeom>
          </p:spPr>
          <p:txBody>
            <a:bodyPr wrap="square">
              <a:spAutoFit/>
            </a:bodyPr>
            <a:lstStyle/>
            <a:p>
              <a:pPr algn="ctr" fontAlgn="auto">
                <a:spcBef>
                  <a:spcPts val="0"/>
                </a:spcBef>
                <a:spcAft>
                  <a:spcPts val="0"/>
                </a:spcAft>
              </a:pPr>
              <a:r>
                <a:rPr lang="ar-JO" sz="2800" b="1" dirty="0"/>
                <a:t>الاحتياجات المباشرة لسوق العمل في مجال التعامل مع تكنولوجيا المعلومات والاتصال الحديثة، وأساليب الوصول للمعلومات ومعالجتها</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0" name="Rectangle 39"/>
            <p:cNvSpPr/>
            <p:nvPr/>
          </p:nvSpPr>
          <p:spPr>
            <a:xfrm>
              <a:off x="2714612" y="2357436"/>
              <a:ext cx="1357322" cy="438581"/>
            </a:xfrm>
            <a:prstGeom prst="rect">
              <a:avLst/>
            </a:prstGeom>
          </p:spPr>
          <p:txBody>
            <a:bodyPr wrap="square">
              <a:spAutoFit/>
            </a:bodyPr>
            <a:lstStyle/>
            <a:p>
              <a:pPr fontAlgn="auto">
                <a:spcBef>
                  <a:spcPts val="0"/>
                </a:spcBef>
                <a:spcAft>
                  <a:spcPts val="0"/>
                </a:spcAft>
              </a:pPr>
              <a:r>
                <a:rPr lang="ar-JO" sz="3200" b="1" dirty="0">
                  <a:solidFill>
                    <a:schemeClr val="accent1"/>
                  </a:solidFill>
                </a:rPr>
                <a:t>تلبية </a:t>
              </a:r>
              <a:endParaRPr lang="en-US" sz="3200" b="1" dirty="0">
                <a:solidFill>
                  <a:schemeClr val="accent1"/>
                </a:solidFill>
                <a:latin typeface="Open Sans Light" pitchFamily="34" charset="0"/>
                <a:ea typeface="Open Sans Light" pitchFamily="34" charset="0"/>
                <a:cs typeface="Open Sans Light" pitchFamily="34" charset="0"/>
              </a:endParaRPr>
            </a:p>
          </p:txBody>
        </p:sp>
        <p:sp>
          <p:nvSpPr>
            <p:cNvPr id="41" name="Rectangle 40"/>
            <p:cNvSpPr/>
            <p:nvPr/>
          </p:nvSpPr>
          <p:spPr>
            <a:xfrm>
              <a:off x="2786050" y="1000114"/>
              <a:ext cx="570374" cy="1546577"/>
            </a:xfrm>
            <a:prstGeom prst="rect">
              <a:avLst/>
            </a:prstGeom>
          </p:spPr>
          <p:txBody>
            <a:bodyPr wrap="square">
              <a:spAutoFit/>
            </a:bodyPr>
            <a:lstStyle/>
            <a:p>
              <a:pPr algn="ctr" fontAlgn="auto">
                <a:spcBef>
                  <a:spcPts val="0"/>
                </a:spcBef>
                <a:spcAft>
                  <a:spcPts val="0"/>
                </a:spcAft>
              </a:pPr>
              <a:r>
                <a:rPr lang="en-US" sz="12800" dirty="0">
                  <a:solidFill>
                    <a:srgbClr val="F8D35E"/>
                  </a:solidFill>
                  <a:latin typeface="Open Sans Light" pitchFamily="34" charset="0"/>
                  <a:ea typeface="Open Sans Light" pitchFamily="34" charset="0"/>
                  <a:cs typeface="Open Sans Light" pitchFamily="34" charset="0"/>
                </a:rPr>
                <a:t>2</a:t>
              </a:r>
            </a:p>
          </p:txBody>
        </p:sp>
      </p:grpSp>
      <p:grpSp>
        <p:nvGrpSpPr>
          <p:cNvPr id="5" name="Group 49"/>
          <p:cNvGrpSpPr/>
          <p:nvPr/>
        </p:nvGrpSpPr>
        <p:grpSpPr>
          <a:xfrm>
            <a:off x="8517146" y="1462289"/>
            <a:ext cx="3075707" cy="4412591"/>
            <a:chOff x="4643501" y="1000114"/>
            <a:chExt cx="2306780" cy="3309444"/>
          </a:xfrm>
        </p:grpSpPr>
        <p:sp>
          <p:nvSpPr>
            <p:cNvPr id="42" name="Rectangle 41"/>
            <p:cNvSpPr/>
            <p:nvPr/>
          </p:nvSpPr>
          <p:spPr>
            <a:xfrm>
              <a:off x="4643501" y="2947646"/>
              <a:ext cx="2306780" cy="1361912"/>
            </a:xfrm>
            <a:prstGeom prst="rect">
              <a:avLst/>
            </a:prstGeom>
          </p:spPr>
          <p:txBody>
            <a:bodyPr wrap="square">
              <a:spAutoFit/>
            </a:bodyPr>
            <a:lstStyle/>
            <a:p>
              <a:pPr fontAlgn="auto">
                <a:spcBef>
                  <a:spcPts val="0"/>
                </a:spcBef>
                <a:spcAft>
                  <a:spcPts val="0"/>
                </a:spcAft>
              </a:pPr>
              <a:r>
                <a:rPr lang="ar-JO" sz="2800" b="1" dirty="0"/>
                <a:t>كفاءة وجودة التعليم، وتحقيق كفايات مناهج المواد الدراسية في جميع مراحل التعليم</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3" name="Rectangle 42"/>
            <p:cNvSpPr/>
            <p:nvPr/>
          </p:nvSpPr>
          <p:spPr>
            <a:xfrm>
              <a:off x="4929190" y="2357436"/>
              <a:ext cx="1357322" cy="438581"/>
            </a:xfrm>
            <a:prstGeom prst="rect">
              <a:avLst/>
            </a:prstGeom>
          </p:spPr>
          <p:txBody>
            <a:bodyPr wrap="square">
              <a:spAutoFit/>
            </a:bodyPr>
            <a:lstStyle/>
            <a:p>
              <a:pPr fontAlgn="auto">
                <a:spcBef>
                  <a:spcPts val="0"/>
                </a:spcBef>
                <a:spcAft>
                  <a:spcPts val="0"/>
                </a:spcAft>
              </a:pPr>
              <a:r>
                <a:rPr lang="ar-JO" sz="3200" b="1" dirty="0">
                  <a:solidFill>
                    <a:srgbClr val="7CC8EC"/>
                  </a:solidFill>
                </a:rPr>
                <a:t>رفع </a:t>
              </a:r>
              <a:endParaRPr lang="en-US" sz="3200" b="1" dirty="0">
                <a:solidFill>
                  <a:srgbClr val="7CC8EC"/>
                </a:solidFill>
                <a:latin typeface="Open Sans Light" pitchFamily="34" charset="0"/>
                <a:ea typeface="Open Sans Light" pitchFamily="34" charset="0"/>
                <a:cs typeface="Open Sans Light" pitchFamily="34" charset="0"/>
              </a:endParaRPr>
            </a:p>
          </p:txBody>
        </p:sp>
        <p:sp>
          <p:nvSpPr>
            <p:cNvPr id="44" name="Rectangle 43"/>
            <p:cNvSpPr/>
            <p:nvPr/>
          </p:nvSpPr>
          <p:spPr>
            <a:xfrm>
              <a:off x="5000628" y="1000114"/>
              <a:ext cx="570374" cy="1546577"/>
            </a:xfrm>
            <a:prstGeom prst="rect">
              <a:avLst/>
            </a:prstGeom>
          </p:spPr>
          <p:txBody>
            <a:bodyPr wrap="square">
              <a:spAutoFit/>
            </a:bodyPr>
            <a:lstStyle/>
            <a:p>
              <a:pPr algn="ctr" fontAlgn="auto">
                <a:spcBef>
                  <a:spcPts val="0"/>
                </a:spcBef>
                <a:spcAft>
                  <a:spcPts val="0"/>
                </a:spcAft>
              </a:pPr>
              <a:r>
                <a:rPr lang="en-US" sz="12800" dirty="0">
                  <a:solidFill>
                    <a:srgbClr val="7CC8EC"/>
                  </a:solidFill>
                  <a:latin typeface="Open Sans Light" pitchFamily="34" charset="0"/>
                  <a:ea typeface="Open Sans Light" pitchFamily="34" charset="0"/>
                  <a:cs typeface="Open Sans Light" pitchFamily="34" charset="0"/>
                </a:rPr>
                <a:t>3</a:t>
              </a:r>
            </a:p>
          </p:txBody>
        </p:sp>
      </p:gr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20174096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slide(fromTop)">
                                      <p:cBhvr>
                                        <p:cTn id="11" dur="500"/>
                                        <p:tgtEl>
                                          <p:spTgt spid="3"/>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slide(fromTop)">
                                      <p:cBhvr>
                                        <p:cTn id="15" dur="500"/>
                                        <p:tgtEl>
                                          <p:spTgt spid="4"/>
                                        </p:tgtEl>
                                      </p:cBhvr>
                                    </p:animEffect>
                                  </p:childTnLst>
                                </p:cTn>
                              </p:par>
                            </p:childTnLst>
                          </p:cTn>
                        </p:par>
                        <p:par>
                          <p:cTn id="16" fill="hold">
                            <p:stCondLst>
                              <p:cond delay="1500"/>
                            </p:stCondLst>
                            <p:childTnLst>
                              <p:par>
                                <p:cTn id="17" presetID="12" presetClass="entr" presetSubtype="1"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slide(fromTop)">
                                      <p:cBhvr>
                                        <p:cTn id="1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7"/>
          <p:cNvGrpSpPr/>
          <p:nvPr/>
        </p:nvGrpSpPr>
        <p:grpSpPr>
          <a:xfrm>
            <a:off x="1142966" y="359812"/>
            <a:ext cx="10494852" cy="707886"/>
            <a:chOff x="857224" y="269858"/>
            <a:chExt cx="7871139" cy="530914"/>
          </a:xfrm>
        </p:grpSpPr>
        <p:sp>
          <p:nvSpPr>
            <p:cNvPr id="29" name="Rectangle 28"/>
            <p:cNvSpPr/>
            <p:nvPr/>
          </p:nvSpPr>
          <p:spPr>
            <a:xfrm>
              <a:off x="857224" y="269858"/>
              <a:ext cx="7871139" cy="530914"/>
            </a:xfrm>
            <a:prstGeom prst="rect">
              <a:avLst/>
            </a:prstGeom>
          </p:spPr>
          <p:txBody>
            <a:bodyPr wrap="square">
              <a:spAutoFit/>
            </a:bodyPr>
            <a:lstStyle/>
            <a:p>
              <a:pPr marL="1657350" lvl="2" indent="-742950" algn="r" rtl="1">
                <a:buFont typeface="+mj-lt"/>
                <a:buAutoNum type="arabicPeriod" startAt="5"/>
              </a:pPr>
              <a:r>
                <a:rPr lang="ar-SA" sz="4000" b="1" u="sng" dirty="0"/>
                <a:t>مبررات توظيف الإنترنت في خدمة العملية التعليمية</a:t>
              </a:r>
              <a:endParaRPr lang="en-US" sz="4000" u="sng" dirty="0"/>
            </a:p>
          </p:txBody>
        </p:sp>
        <p:cxnSp>
          <p:nvCxnSpPr>
            <p:cNvPr id="30" name="Straight Connector 29"/>
            <p:cNvCxnSpPr/>
            <p:nvPr/>
          </p:nvCxnSpPr>
          <p:spPr>
            <a:xfrm rot="5400000">
              <a:off x="928808" y="556577"/>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5400000">
              <a:off x="7867363" y="556577"/>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47"/>
          <p:cNvGrpSpPr/>
          <p:nvPr/>
        </p:nvGrpSpPr>
        <p:grpSpPr>
          <a:xfrm>
            <a:off x="581891" y="1462289"/>
            <a:ext cx="3688623" cy="3812427"/>
            <a:chOff x="-654627" y="1000114"/>
            <a:chExt cx="2766467" cy="2859320"/>
          </a:xfrm>
        </p:grpSpPr>
        <p:sp>
          <p:nvSpPr>
            <p:cNvPr id="33" name="Rectangle 32"/>
            <p:cNvSpPr/>
            <p:nvPr/>
          </p:nvSpPr>
          <p:spPr>
            <a:xfrm>
              <a:off x="-654627" y="3143854"/>
              <a:ext cx="2766467" cy="715580"/>
            </a:xfrm>
            <a:prstGeom prst="rect">
              <a:avLst/>
            </a:prstGeom>
          </p:spPr>
          <p:txBody>
            <a:bodyPr wrap="square">
              <a:spAutoFit/>
            </a:bodyPr>
            <a:lstStyle/>
            <a:p>
              <a:pPr algn="ctr" fontAlgn="auto">
                <a:spcBef>
                  <a:spcPts val="0"/>
                </a:spcBef>
                <a:spcAft>
                  <a:spcPts val="0"/>
                </a:spcAft>
              </a:pPr>
              <a:r>
                <a:rPr lang="ar-JO" sz="2800" b="1" dirty="0"/>
                <a:t>الطلبة العديد من القيم والمهارات الجديدة</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34" name="Rectangle 33"/>
            <p:cNvSpPr/>
            <p:nvPr/>
          </p:nvSpPr>
          <p:spPr>
            <a:xfrm>
              <a:off x="540204" y="2357436"/>
              <a:ext cx="1357322" cy="438581"/>
            </a:xfrm>
            <a:prstGeom prst="rect">
              <a:avLst/>
            </a:prstGeom>
          </p:spPr>
          <p:txBody>
            <a:bodyPr wrap="square">
              <a:spAutoFit/>
            </a:bodyPr>
            <a:lstStyle/>
            <a:p>
              <a:pPr fontAlgn="auto">
                <a:spcBef>
                  <a:spcPts val="0"/>
                </a:spcBef>
                <a:spcAft>
                  <a:spcPts val="0"/>
                </a:spcAft>
              </a:pPr>
              <a:r>
                <a:rPr lang="ar-JO" sz="3200" b="1" dirty="0">
                  <a:solidFill>
                    <a:srgbClr val="3FD5BA"/>
                  </a:solidFill>
                </a:rPr>
                <a:t>اكساب </a:t>
              </a:r>
              <a:endParaRPr lang="en-US" sz="3200" b="1" dirty="0">
                <a:solidFill>
                  <a:srgbClr val="3FD5BA"/>
                </a:solidFill>
                <a:latin typeface="Open Sans Light" pitchFamily="34" charset="0"/>
                <a:ea typeface="Open Sans Light" pitchFamily="34" charset="0"/>
                <a:cs typeface="Open Sans Light" pitchFamily="34" charset="0"/>
              </a:endParaRPr>
            </a:p>
          </p:txBody>
        </p:sp>
        <p:sp>
          <p:nvSpPr>
            <p:cNvPr id="35" name="Rectangle 34"/>
            <p:cNvSpPr/>
            <p:nvPr/>
          </p:nvSpPr>
          <p:spPr>
            <a:xfrm>
              <a:off x="611642" y="1000114"/>
              <a:ext cx="570374" cy="1546577"/>
            </a:xfrm>
            <a:prstGeom prst="rect">
              <a:avLst/>
            </a:prstGeom>
          </p:spPr>
          <p:txBody>
            <a:bodyPr wrap="square">
              <a:spAutoFit/>
            </a:bodyPr>
            <a:lstStyle/>
            <a:p>
              <a:pPr algn="ctr" fontAlgn="auto">
                <a:spcBef>
                  <a:spcPts val="0"/>
                </a:spcBef>
                <a:spcAft>
                  <a:spcPts val="0"/>
                </a:spcAft>
              </a:pPr>
              <a:r>
                <a:rPr lang="en-US" sz="12800" dirty="0" smtClean="0">
                  <a:solidFill>
                    <a:srgbClr val="3FD5BA"/>
                  </a:solidFill>
                  <a:latin typeface="Open Sans Light" pitchFamily="34" charset="0"/>
                  <a:ea typeface="Open Sans Light" pitchFamily="34" charset="0"/>
                  <a:cs typeface="Open Sans Light" pitchFamily="34" charset="0"/>
                </a:rPr>
                <a:t>4</a:t>
              </a:r>
              <a:endParaRPr lang="en-US" sz="12800" dirty="0">
                <a:solidFill>
                  <a:srgbClr val="3FD5BA"/>
                </a:solidFill>
                <a:latin typeface="Open Sans Light" pitchFamily="34" charset="0"/>
                <a:ea typeface="Open Sans Light" pitchFamily="34" charset="0"/>
                <a:cs typeface="Open Sans Light" pitchFamily="34" charset="0"/>
              </a:endParaRPr>
            </a:p>
          </p:txBody>
        </p:sp>
      </p:grpSp>
      <p:grpSp>
        <p:nvGrpSpPr>
          <p:cNvPr id="4" name="Group 48"/>
          <p:cNvGrpSpPr/>
          <p:nvPr/>
        </p:nvGrpSpPr>
        <p:grpSpPr>
          <a:xfrm>
            <a:off x="3984762" y="1462289"/>
            <a:ext cx="3823854" cy="4843479"/>
            <a:chOff x="1826900" y="1000114"/>
            <a:chExt cx="2867890" cy="3632609"/>
          </a:xfrm>
        </p:grpSpPr>
        <p:sp>
          <p:nvSpPr>
            <p:cNvPr id="39" name="Rectangle 38"/>
            <p:cNvSpPr/>
            <p:nvPr/>
          </p:nvSpPr>
          <p:spPr>
            <a:xfrm>
              <a:off x="1826900" y="2947646"/>
              <a:ext cx="2867890" cy="1685077"/>
            </a:xfrm>
            <a:prstGeom prst="rect">
              <a:avLst/>
            </a:prstGeom>
          </p:spPr>
          <p:txBody>
            <a:bodyPr wrap="square">
              <a:spAutoFit/>
            </a:bodyPr>
            <a:lstStyle/>
            <a:p>
              <a:pPr algn="ctr" fontAlgn="auto">
                <a:spcBef>
                  <a:spcPts val="0"/>
                </a:spcBef>
                <a:spcAft>
                  <a:spcPts val="0"/>
                </a:spcAft>
              </a:pPr>
              <a:r>
                <a:rPr lang="ar-JO" sz="2800" b="1" dirty="0"/>
                <a:t>قدرات الطلبة في مجال الاتصال والكتابة وتمكينهم من تعلم مختلف المواضيع التي المهمة التي تساعد في تنمية قدراتهم التعليمية</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0" name="Rectangle 39"/>
            <p:cNvSpPr/>
            <p:nvPr/>
          </p:nvSpPr>
          <p:spPr>
            <a:xfrm>
              <a:off x="2714612" y="2357436"/>
              <a:ext cx="1357322" cy="438581"/>
            </a:xfrm>
            <a:prstGeom prst="rect">
              <a:avLst/>
            </a:prstGeom>
          </p:spPr>
          <p:txBody>
            <a:bodyPr wrap="square">
              <a:spAutoFit/>
            </a:bodyPr>
            <a:lstStyle/>
            <a:p>
              <a:pPr fontAlgn="auto">
                <a:spcBef>
                  <a:spcPts val="0"/>
                </a:spcBef>
                <a:spcAft>
                  <a:spcPts val="0"/>
                </a:spcAft>
              </a:pPr>
              <a:r>
                <a:rPr lang="ar-JO" sz="3200" b="1" dirty="0">
                  <a:solidFill>
                    <a:srgbClr val="F8D35E"/>
                  </a:solidFill>
                </a:rPr>
                <a:t>تحسين </a:t>
              </a:r>
              <a:endParaRPr lang="en-US" sz="3200" b="1" dirty="0">
                <a:solidFill>
                  <a:srgbClr val="F8D35E"/>
                </a:solidFill>
                <a:latin typeface="Open Sans Light" pitchFamily="34" charset="0"/>
                <a:ea typeface="Open Sans Light" pitchFamily="34" charset="0"/>
                <a:cs typeface="Open Sans Light" pitchFamily="34" charset="0"/>
              </a:endParaRPr>
            </a:p>
          </p:txBody>
        </p:sp>
        <p:sp>
          <p:nvSpPr>
            <p:cNvPr id="41" name="Rectangle 40"/>
            <p:cNvSpPr/>
            <p:nvPr/>
          </p:nvSpPr>
          <p:spPr>
            <a:xfrm>
              <a:off x="2786050" y="1000114"/>
              <a:ext cx="570374" cy="1546577"/>
            </a:xfrm>
            <a:prstGeom prst="rect">
              <a:avLst/>
            </a:prstGeom>
          </p:spPr>
          <p:txBody>
            <a:bodyPr wrap="square">
              <a:spAutoFit/>
            </a:bodyPr>
            <a:lstStyle/>
            <a:p>
              <a:pPr algn="ctr" fontAlgn="auto">
                <a:spcBef>
                  <a:spcPts val="0"/>
                </a:spcBef>
                <a:spcAft>
                  <a:spcPts val="0"/>
                </a:spcAft>
              </a:pPr>
              <a:r>
                <a:rPr lang="en-US" sz="12800" dirty="0" smtClean="0">
                  <a:solidFill>
                    <a:srgbClr val="F8D35E"/>
                  </a:solidFill>
                  <a:latin typeface="Open Sans Light" pitchFamily="34" charset="0"/>
                  <a:ea typeface="Open Sans Light" pitchFamily="34" charset="0"/>
                  <a:cs typeface="Open Sans Light" pitchFamily="34" charset="0"/>
                </a:rPr>
                <a:t>5</a:t>
              </a:r>
              <a:endParaRPr lang="en-US" sz="12800" dirty="0">
                <a:solidFill>
                  <a:srgbClr val="F8D35E"/>
                </a:solidFill>
                <a:latin typeface="Open Sans Light" pitchFamily="34" charset="0"/>
                <a:ea typeface="Open Sans Light" pitchFamily="34" charset="0"/>
                <a:cs typeface="Open Sans Light" pitchFamily="34" charset="0"/>
              </a:endParaRPr>
            </a:p>
          </p:txBody>
        </p:sp>
      </p:grpSp>
      <p:grpSp>
        <p:nvGrpSpPr>
          <p:cNvPr id="5" name="Group 49"/>
          <p:cNvGrpSpPr/>
          <p:nvPr/>
        </p:nvGrpSpPr>
        <p:grpSpPr>
          <a:xfrm>
            <a:off x="8517146" y="1462289"/>
            <a:ext cx="3075707" cy="4197147"/>
            <a:chOff x="4643501" y="1000114"/>
            <a:chExt cx="2306780" cy="3147860"/>
          </a:xfrm>
        </p:grpSpPr>
        <p:sp>
          <p:nvSpPr>
            <p:cNvPr id="42" name="Rectangle 41"/>
            <p:cNvSpPr/>
            <p:nvPr/>
          </p:nvSpPr>
          <p:spPr>
            <a:xfrm>
              <a:off x="4643501" y="3432394"/>
              <a:ext cx="2306780" cy="715580"/>
            </a:xfrm>
            <a:prstGeom prst="rect">
              <a:avLst/>
            </a:prstGeom>
          </p:spPr>
          <p:txBody>
            <a:bodyPr wrap="square">
              <a:spAutoFit/>
            </a:bodyPr>
            <a:lstStyle/>
            <a:p>
              <a:pPr algn="ctr" fontAlgn="auto">
                <a:spcBef>
                  <a:spcPts val="0"/>
                </a:spcBef>
                <a:spcAft>
                  <a:spcPts val="0"/>
                </a:spcAft>
              </a:pPr>
              <a:r>
                <a:rPr lang="ar-JO" sz="2800" b="1" dirty="0"/>
                <a:t>استخدام الانترنت وتوفره للجميع</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3" name="Rectangle 42"/>
            <p:cNvSpPr/>
            <p:nvPr/>
          </p:nvSpPr>
          <p:spPr>
            <a:xfrm>
              <a:off x="4929190" y="2357436"/>
              <a:ext cx="1357322" cy="438581"/>
            </a:xfrm>
            <a:prstGeom prst="rect">
              <a:avLst/>
            </a:prstGeom>
          </p:spPr>
          <p:txBody>
            <a:bodyPr wrap="square">
              <a:spAutoFit/>
            </a:bodyPr>
            <a:lstStyle/>
            <a:p>
              <a:pPr fontAlgn="auto">
                <a:spcBef>
                  <a:spcPts val="0"/>
                </a:spcBef>
                <a:spcAft>
                  <a:spcPts val="0"/>
                </a:spcAft>
              </a:pPr>
              <a:r>
                <a:rPr lang="ar-JO" sz="3200" b="1" dirty="0">
                  <a:solidFill>
                    <a:srgbClr val="7CC8EC"/>
                  </a:solidFill>
                </a:rPr>
                <a:t>سهولة </a:t>
              </a:r>
              <a:endParaRPr lang="en-US" sz="3200" b="1" dirty="0">
                <a:solidFill>
                  <a:srgbClr val="7CC8EC"/>
                </a:solidFill>
                <a:latin typeface="Open Sans Light" pitchFamily="34" charset="0"/>
                <a:ea typeface="Open Sans Light" pitchFamily="34" charset="0"/>
                <a:cs typeface="Open Sans Light" pitchFamily="34" charset="0"/>
              </a:endParaRPr>
            </a:p>
          </p:txBody>
        </p:sp>
        <p:sp>
          <p:nvSpPr>
            <p:cNvPr id="44" name="Rectangle 43"/>
            <p:cNvSpPr/>
            <p:nvPr/>
          </p:nvSpPr>
          <p:spPr>
            <a:xfrm>
              <a:off x="5000628" y="1000114"/>
              <a:ext cx="570374" cy="1546577"/>
            </a:xfrm>
            <a:prstGeom prst="rect">
              <a:avLst/>
            </a:prstGeom>
          </p:spPr>
          <p:txBody>
            <a:bodyPr wrap="square">
              <a:spAutoFit/>
            </a:bodyPr>
            <a:lstStyle/>
            <a:p>
              <a:pPr algn="ctr" fontAlgn="auto">
                <a:spcBef>
                  <a:spcPts val="0"/>
                </a:spcBef>
                <a:spcAft>
                  <a:spcPts val="0"/>
                </a:spcAft>
              </a:pPr>
              <a:r>
                <a:rPr lang="en-US" sz="12800" dirty="0" smtClean="0">
                  <a:solidFill>
                    <a:srgbClr val="7CC8EC"/>
                  </a:solidFill>
                  <a:latin typeface="Open Sans Light" pitchFamily="34" charset="0"/>
                  <a:ea typeface="Open Sans Light" pitchFamily="34" charset="0"/>
                  <a:cs typeface="Open Sans Light" pitchFamily="34" charset="0"/>
                </a:rPr>
                <a:t>6</a:t>
              </a:r>
              <a:endParaRPr lang="en-US" sz="12800" dirty="0">
                <a:solidFill>
                  <a:srgbClr val="7CC8EC"/>
                </a:solidFill>
                <a:latin typeface="Open Sans Light" pitchFamily="34" charset="0"/>
                <a:ea typeface="Open Sans Light" pitchFamily="34" charset="0"/>
                <a:cs typeface="Open Sans Light" pitchFamily="34" charset="0"/>
              </a:endParaRPr>
            </a:p>
          </p:txBody>
        </p:sp>
      </p:gr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37477738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slide(fromTop)">
                                      <p:cBhvr>
                                        <p:cTn id="11" dur="500"/>
                                        <p:tgtEl>
                                          <p:spTgt spid="3"/>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slide(fromTop)">
                                      <p:cBhvr>
                                        <p:cTn id="15" dur="500"/>
                                        <p:tgtEl>
                                          <p:spTgt spid="4"/>
                                        </p:tgtEl>
                                      </p:cBhvr>
                                    </p:animEffect>
                                  </p:childTnLst>
                                </p:cTn>
                              </p:par>
                            </p:childTnLst>
                          </p:cTn>
                        </p:par>
                        <p:par>
                          <p:cTn id="16" fill="hold">
                            <p:stCondLst>
                              <p:cond delay="1500"/>
                            </p:stCondLst>
                            <p:childTnLst>
                              <p:par>
                                <p:cTn id="17" presetID="12" presetClass="entr" presetSubtype="1"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slide(fromTop)">
                                      <p:cBhvr>
                                        <p:cTn id="1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7"/>
          <p:cNvGrpSpPr/>
          <p:nvPr/>
        </p:nvGrpSpPr>
        <p:grpSpPr>
          <a:xfrm>
            <a:off x="1142966" y="359812"/>
            <a:ext cx="10494852" cy="707886"/>
            <a:chOff x="857224" y="269858"/>
            <a:chExt cx="7871139" cy="530914"/>
          </a:xfrm>
        </p:grpSpPr>
        <p:sp>
          <p:nvSpPr>
            <p:cNvPr id="29" name="Rectangle 28"/>
            <p:cNvSpPr/>
            <p:nvPr/>
          </p:nvSpPr>
          <p:spPr>
            <a:xfrm>
              <a:off x="857224" y="269858"/>
              <a:ext cx="7871139" cy="530914"/>
            </a:xfrm>
            <a:prstGeom prst="rect">
              <a:avLst/>
            </a:prstGeom>
          </p:spPr>
          <p:txBody>
            <a:bodyPr wrap="square">
              <a:spAutoFit/>
            </a:bodyPr>
            <a:lstStyle/>
            <a:p>
              <a:pPr marL="1657350" lvl="2" indent="-742950" algn="r" rtl="1">
                <a:buFont typeface="+mj-lt"/>
                <a:buAutoNum type="arabicPeriod" startAt="5"/>
              </a:pPr>
              <a:r>
                <a:rPr lang="ar-SA" sz="4000" b="1" u="sng" dirty="0"/>
                <a:t>مبررات توظيف الإنترنت في خدمة العملية التعليمية</a:t>
              </a:r>
              <a:endParaRPr lang="en-US" sz="4000" u="sng" dirty="0"/>
            </a:p>
          </p:txBody>
        </p:sp>
        <p:cxnSp>
          <p:nvCxnSpPr>
            <p:cNvPr id="30" name="Straight Connector 29"/>
            <p:cNvCxnSpPr/>
            <p:nvPr/>
          </p:nvCxnSpPr>
          <p:spPr>
            <a:xfrm rot="5400000">
              <a:off x="928808" y="556577"/>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5400000">
              <a:off x="7867363" y="556577"/>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47"/>
          <p:cNvGrpSpPr/>
          <p:nvPr/>
        </p:nvGrpSpPr>
        <p:grpSpPr>
          <a:xfrm>
            <a:off x="581891" y="1462289"/>
            <a:ext cx="3688623" cy="4243315"/>
            <a:chOff x="-654627" y="1000114"/>
            <a:chExt cx="2766467" cy="3182486"/>
          </a:xfrm>
        </p:grpSpPr>
        <p:sp>
          <p:nvSpPr>
            <p:cNvPr id="33" name="Rectangle 32"/>
            <p:cNvSpPr/>
            <p:nvPr/>
          </p:nvSpPr>
          <p:spPr>
            <a:xfrm>
              <a:off x="-654627" y="3143854"/>
              <a:ext cx="2766467" cy="1038746"/>
            </a:xfrm>
            <a:prstGeom prst="rect">
              <a:avLst/>
            </a:prstGeom>
          </p:spPr>
          <p:txBody>
            <a:bodyPr wrap="square">
              <a:spAutoFit/>
            </a:bodyPr>
            <a:lstStyle/>
            <a:p>
              <a:pPr algn="ctr" fontAlgn="auto">
                <a:spcBef>
                  <a:spcPts val="0"/>
                </a:spcBef>
                <a:spcAft>
                  <a:spcPts val="0"/>
                </a:spcAft>
              </a:pPr>
              <a:r>
                <a:rPr lang="ar-JO" sz="2800" b="1" dirty="0" smtClean="0"/>
                <a:t>الإنترنت </a:t>
              </a:r>
              <a:r>
                <a:rPr lang="ar-JO" sz="2800" b="1" dirty="0"/>
                <a:t>في تحقيق التكامل بين المواد الدراسية بعكس التعليم التقليدي</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34" name="Rectangle 33"/>
            <p:cNvSpPr/>
            <p:nvPr/>
          </p:nvSpPr>
          <p:spPr>
            <a:xfrm>
              <a:off x="540204" y="2357436"/>
              <a:ext cx="1357322" cy="438581"/>
            </a:xfrm>
            <a:prstGeom prst="rect">
              <a:avLst/>
            </a:prstGeom>
          </p:spPr>
          <p:txBody>
            <a:bodyPr wrap="square">
              <a:spAutoFit/>
            </a:bodyPr>
            <a:lstStyle/>
            <a:p>
              <a:pPr fontAlgn="auto">
                <a:spcBef>
                  <a:spcPts val="0"/>
                </a:spcBef>
                <a:spcAft>
                  <a:spcPts val="0"/>
                </a:spcAft>
              </a:pPr>
              <a:r>
                <a:rPr lang="ar-JO" sz="3200" b="1" dirty="0">
                  <a:solidFill>
                    <a:srgbClr val="3FD5BA"/>
                  </a:solidFill>
                </a:rPr>
                <a:t>يساعد</a:t>
              </a:r>
              <a:endParaRPr lang="en-US" sz="3200" b="1" dirty="0">
                <a:solidFill>
                  <a:srgbClr val="3FD5BA"/>
                </a:solidFill>
                <a:latin typeface="Open Sans Light" pitchFamily="34" charset="0"/>
                <a:ea typeface="Open Sans Light" pitchFamily="34" charset="0"/>
                <a:cs typeface="Open Sans Light" pitchFamily="34" charset="0"/>
              </a:endParaRPr>
            </a:p>
          </p:txBody>
        </p:sp>
        <p:sp>
          <p:nvSpPr>
            <p:cNvPr id="35" name="Rectangle 34"/>
            <p:cNvSpPr/>
            <p:nvPr/>
          </p:nvSpPr>
          <p:spPr>
            <a:xfrm>
              <a:off x="611642" y="1000114"/>
              <a:ext cx="570374" cy="1546577"/>
            </a:xfrm>
            <a:prstGeom prst="rect">
              <a:avLst/>
            </a:prstGeom>
          </p:spPr>
          <p:txBody>
            <a:bodyPr wrap="square">
              <a:spAutoFit/>
            </a:bodyPr>
            <a:lstStyle/>
            <a:p>
              <a:pPr algn="ctr" fontAlgn="auto">
                <a:spcBef>
                  <a:spcPts val="0"/>
                </a:spcBef>
                <a:spcAft>
                  <a:spcPts val="0"/>
                </a:spcAft>
              </a:pPr>
              <a:r>
                <a:rPr lang="en-US" sz="12800" dirty="0" smtClean="0">
                  <a:solidFill>
                    <a:srgbClr val="3FD5BA"/>
                  </a:solidFill>
                  <a:latin typeface="Open Sans Light" pitchFamily="34" charset="0"/>
                  <a:ea typeface="Open Sans Light" pitchFamily="34" charset="0"/>
                  <a:cs typeface="Open Sans Light" pitchFamily="34" charset="0"/>
                </a:rPr>
                <a:t>7</a:t>
              </a:r>
              <a:endParaRPr lang="en-US" sz="12800" dirty="0">
                <a:solidFill>
                  <a:srgbClr val="3FD5BA"/>
                </a:solidFill>
                <a:latin typeface="Open Sans Light" pitchFamily="34" charset="0"/>
                <a:ea typeface="Open Sans Light" pitchFamily="34" charset="0"/>
                <a:cs typeface="Open Sans Light" pitchFamily="34" charset="0"/>
              </a:endParaRPr>
            </a:p>
          </p:txBody>
        </p:sp>
      </p:grpSp>
      <p:grpSp>
        <p:nvGrpSpPr>
          <p:cNvPr id="4" name="Group 48"/>
          <p:cNvGrpSpPr/>
          <p:nvPr/>
        </p:nvGrpSpPr>
        <p:grpSpPr>
          <a:xfrm>
            <a:off x="4161331" y="1462289"/>
            <a:ext cx="3823854" cy="4598892"/>
            <a:chOff x="1959327" y="1000114"/>
            <a:chExt cx="2867890" cy="3449169"/>
          </a:xfrm>
        </p:grpSpPr>
        <p:sp>
          <p:nvSpPr>
            <p:cNvPr id="39" name="Rectangle 38"/>
            <p:cNvSpPr/>
            <p:nvPr/>
          </p:nvSpPr>
          <p:spPr>
            <a:xfrm>
              <a:off x="1959327" y="3087372"/>
              <a:ext cx="2867890" cy="1361911"/>
            </a:xfrm>
            <a:prstGeom prst="rect">
              <a:avLst/>
            </a:prstGeom>
          </p:spPr>
          <p:txBody>
            <a:bodyPr wrap="square">
              <a:spAutoFit/>
            </a:bodyPr>
            <a:lstStyle/>
            <a:p>
              <a:pPr algn="ctr" fontAlgn="auto">
                <a:spcBef>
                  <a:spcPts val="0"/>
                </a:spcBef>
                <a:spcAft>
                  <a:spcPts val="0"/>
                </a:spcAft>
              </a:pPr>
              <a:r>
                <a:rPr lang="ar-JO" sz="2800" b="1" dirty="0" smtClean="0"/>
                <a:t>الانترنت </a:t>
              </a:r>
              <a:r>
                <a:rPr lang="ar-JO" sz="2800" b="1" dirty="0"/>
                <a:t>أكثر من طريقة في التدريس؛ كما أنه يشمل على بعض البرامج التعليمية باختلاف المستويات</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0" name="Rectangle 39"/>
            <p:cNvSpPr/>
            <p:nvPr/>
          </p:nvSpPr>
          <p:spPr>
            <a:xfrm>
              <a:off x="2714612" y="2357436"/>
              <a:ext cx="1357322" cy="438581"/>
            </a:xfrm>
            <a:prstGeom prst="rect">
              <a:avLst/>
            </a:prstGeom>
          </p:spPr>
          <p:txBody>
            <a:bodyPr wrap="square">
              <a:spAutoFit/>
            </a:bodyPr>
            <a:lstStyle/>
            <a:p>
              <a:pPr fontAlgn="auto">
                <a:spcBef>
                  <a:spcPts val="0"/>
                </a:spcBef>
                <a:spcAft>
                  <a:spcPts val="0"/>
                </a:spcAft>
              </a:pPr>
              <a:r>
                <a:rPr lang="ar-JO" sz="3200" b="1" dirty="0">
                  <a:solidFill>
                    <a:srgbClr val="F8D35E"/>
                  </a:solidFill>
                </a:rPr>
                <a:t>يوفر</a:t>
              </a:r>
              <a:endParaRPr lang="en-US" sz="3200" b="1" dirty="0">
                <a:solidFill>
                  <a:srgbClr val="F8D35E"/>
                </a:solidFill>
                <a:latin typeface="Open Sans Light" pitchFamily="34" charset="0"/>
                <a:ea typeface="Open Sans Light" pitchFamily="34" charset="0"/>
                <a:cs typeface="Open Sans Light" pitchFamily="34" charset="0"/>
              </a:endParaRPr>
            </a:p>
          </p:txBody>
        </p:sp>
        <p:sp>
          <p:nvSpPr>
            <p:cNvPr id="41" name="Rectangle 40"/>
            <p:cNvSpPr/>
            <p:nvPr/>
          </p:nvSpPr>
          <p:spPr>
            <a:xfrm>
              <a:off x="2786050" y="1000114"/>
              <a:ext cx="570374" cy="1546577"/>
            </a:xfrm>
            <a:prstGeom prst="rect">
              <a:avLst/>
            </a:prstGeom>
          </p:spPr>
          <p:txBody>
            <a:bodyPr wrap="square">
              <a:spAutoFit/>
            </a:bodyPr>
            <a:lstStyle/>
            <a:p>
              <a:pPr algn="ctr" fontAlgn="auto">
                <a:spcBef>
                  <a:spcPts val="0"/>
                </a:spcBef>
                <a:spcAft>
                  <a:spcPts val="0"/>
                </a:spcAft>
              </a:pPr>
              <a:r>
                <a:rPr lang="en-US" sz="12800" dirty="0" smtClean="0">
                  <a:solidFill>
                    <a:srgbClr val="F8D35E"/>
                  </a:solidFill>
                  <a:latin typeface="Open Sans Light" pitchFamily="34" charset="0"/>
                  <a:ea typeface="Open Sans Light" pitchFamily="34" charset="0"/>
                  <a:cs typeface="Open Sans Light" pitchFamily="34" charset="0"/>
                </a:rPr>
                <a:t>8</a:t>
              </a:r>
              <a:endParaRPr lang="en-US" sz="12800" dirty="0">
                <a:solidFill>
                  <a:srgbClr val="F8D35E"/>
                </a:solidFill>
                <a:latin typeface="Open Sans Light" pitchFamily="34" charset="0"/>
                <a:ea typeface="Open Sans Light" pitchFamily="34" charset="0"/>
                <a:cs typeface="Open Sans Light" pitchFamily="34" charset="0"/>
              </a:endParaRPr>
            </a:p>
          </p:txBody>
        </p:sp>
      </p:grpSp>
      <p:grpSp>
        <p:nvGrpSpPr>
          <p:cNvPr id="5" name="Group 49"/>
          <p:cNvGrpSpPr/>
          <p:nvPr/>
        </p:nvGrpSpPr>
        <p:grpSpPr>
          <a:xfrm>
            <a:off x="8488918" y="1462289"/>
            <a:ext cx="3075707" cy="4458758"/>
            <a:chOff x="4622330" y="1000114"/>
            <a:chExt cx="2306780" cy="3344068"/>
          </a:xfrm>
        </p:grpSpPr>
        <p:sp>
          <p:nvSpPr>
            <p:cNvPr id="42" name="Rectangle 41"/>
            <p:cNvSpPr/>
            <p:nvPr/>
          </p:nvSpPr>
          <p:spPr>
            <a:xfrm>
              <a:off x="4622330" y="2982271"/>
              <a:ext cx="2306780" cy="1361911"/>
            </a:xfrm>
            <a:prstGeom prst="rect">
              <a:avLst/>
            </a:prstGeom>
          </p:spPr>
          <p:txBody>
            <a:bodyPr wrap="square">
              <a:spAutoFit/>
            </a:bodyPr>
            <a:lstStyle/>
            <a:p>
              <a:pPr algn="ctr" fontAlgn="auto">
                <a:spcBef>
                  <a:spcPts val="0"/>
                </a:spcBef>
                <a:spcAft>
                  <a:spcPts val="0"/>
                </a:spcAft>
              </a:pPr>
              <a:r>
                <a:rPr lang="ar-JO" sz="2800" b="1" dirty="0" smtClean="0"/>
                <a:t>الانترنـــت </a:t>
              </a:r>
              <a:r>
                <a:rPr lang="ar-JO" sz="2800" b="1" dirty="0"/>
                <a:t>المستخدمين من الحصول على المعلومات من مختلف أنحاء العالم</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3" name="Rectangle 42"/>
            <p:cNvSpPr/>
            <p:nvPr/>
          </p:nvSpPr>
          <p:spPr>
            <a:xfrm>
              <a:off x="4929190" y="2357436"/>
              <a:ext cx="1357322" cy="438581"/>
            </a:xfrm>
            <a:prstGeom prst="rect">
              <a:avLst/>
            </a:prstGeom>
          </p:spPr>
          <p:txBody>
            <a:bodyPr wrap="square">
              <a:spAutoFit/>
            </a:bodyPr>
            <a:lstStyle/>
            <a:p>
              <a:pPr fontAlgn="auto">
                <a:spcBef>
                  <a:spcPts val="0"/>
                </a:spcBef>
                <a:spcAft>
                  <a:spcPts val="0"/>
                </a:spcAft>
              </a:pPr>
              <a:r>
                <a:rPr lang="ar-JO" sz="3200" b="1" dirty="0">
                  <a:solidFill>
                    <a:srgbClr val="7CC8EC"/>
                  </a:solidFill>
                </a:rPr>
                <a:t>يمكن</a:t>
              </a:r>
              <a:endParaRPr lang="en-US" sz="3200" b="1" dirty="0">
                <a:solidFill>
                  <a:srgbClr val="7CC8EC"/>
                </a:solidFill>
                <a:latin typeface="Open Sans Light" pitchFamily="34" charset="0"/>
                <a:ea typeface="Open Sans Light" pitchFamily="34" charset="0"/>
                <a:cs typeface="Open Sans Light" pitchFamily="34" charset="0"/>
              </a:endParaRPr>
            </a:p>
          </p:txBody>
        </p:sp>
        <p:sp>
          <p:nvSpPr>
            <p:cNvPr id="44" name="Rectangle 43"/>
            <p:cNvSpPr/>
            <p:nvPr/>
          </p:nvSpPr>
          <p:spPr>
            <a:xfrm>
              <a:off x="5000628" y="1000114"/>
              <a:ext cx="570374" cy="1546577"/>
            </a:xfrm>
            <a:prstGeom prst="rect">
              <a:avLst/>
            </a:prstGeom>
          </p:spPr>
          <p:txBody>
            <a:bodyPr wrap="square">
              <a:spAutoFit/>
            </a:bodyPr>
            <a:lstStyle/>
            <a:p>
              <a:pPr algn="ctr" fontAlgn="auto">
                <a:spcBef>
                  <a:spcPts val="0"/>
                </a:spcBef>
                <a:spcAft>
                  <a:spcPts val="0"/>
                </a:spcAft>
              </a:pPr>
              <a:r>
                <a:rPr lang="en-US" sz="12800" dirty="0" smtClean="0">
                  <a:solidFill>
                    <a:srgbClr val="7CC8EC"/>
                  </a:solidFill>
                  <a:latin typeface="Open Sans Light" pitchFamily="34" charset="0"/>
                  <a:ea typeface="Open Sans Light" pitchFamily="34" charset="0"/>
                  <a:cs typeface="Open Sans Light" pitchFamily="34" charset="0"/>
                </a:rPr>
                <a:t>9</a:t>
              </a:r>
              <a:endParaRPr lang="en-US" sz="12800" dirty="0">
                <a:solidFill>
                  <a:srgbClr val="7CC8EC"/>
                </a:solidFill>
                <a:latin typeface="Open Sans Light" pitchFamily="34" charset="0"/>
                <a:ea typeface="Open Sans Light" pitchFamily="34" charset="0"/>
                <a:cs typeface="Open Sans Light" pitchFamily="34" charset="0"/>
              </a:endParaRPr>
            </a:p>
          </p:txBody>
        </p:sp>
      </p:gr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31598566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slide(fromTop)">
                                      <p:cBhvr>
                                        <p:cTn id="11" dur="500"/>
                                        <p:tgtEl>
                                          <p:spTgt spid="3"/>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slide(fromTop)">
                                      <p:cBhvr>
                                        <p:cTn id="15" dur="500"/>
                                        <p:tgtEl>
                                          <p:spTgt spid="4"/>
                                        </p:tgtEl>
                                      </p:cBhvr>
                                    </p:animEffect>
                                  </p:childTnLst>
                                </p:cTn>
                              </p:par>
                            </p:childTnLst>
                          </p:cTn>
                        </p:par>
                        <p:par>
                          <p:cTn id="16" fill="hold">
                            <p:stCondLst>
                              <p:cond delay="1500"/>
                            </p:stCondLst>
                            <p:childTnLst>
                              <p:par>
                                <p:cTn id="17" presetID="12" presetClass="entr" presetSubtype="1"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slide(fromTop)">
                                      <p:cBhvr>
                                        <p:cTn id="1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7"/>
          <p:cNvGrpSpPr/>
          <p:nvPr/>
        </p:nvGrpSpPr>
        <p:grpSpPr>
          <a:xfrm>
            <a:off x="1142966" y="359812"/>
            <a:ext cx="10494852" cy="707886"/>
            <a:chOff x="857224" y="269858"/>
            <a:chExt cx="7871139" cy="530914"/>
          </a:xfrm>
        </p:grpSpPr>
        <p:sp>
          <p:nvSpPr>
            <p:cNvPr id="29" name="Rectangle 28"/>
            <p:cNvSpPr/>
            <p:nvPr/>
          </p:nvSpPr>
          <p:spPr>
            <a:xfrm>
              <a:off x="857224" y="269858"/>
              <a:ext cx="7871139" cy="530914"/>
            </a:xfrm>
            <a:prstGeom prst="rect">
              <a:avLst/>
            </a:prstGeom>
          </p:spPr>
          <p:txBody>
            <a:bodyPr wrap="square">
              <a:spAutoFit/>
            </a:bodyPr>
            <a:lstStyle/>
            <a:p>
              <a:pPr marL="1657350" lvl="2" indent="-742950" algn="r" rtl="1">
                <a:buFont typeface="+mj-lt"/>
                <a:buAutoNum type="arabicPeriod" startAt="5"/>
              </a:pPr>
              <a:r>
                <a:rPr lang="ar-SA" sz="4000" b="1" u="sng" dirty="0"/>
                <a:t>مبررات توظيف الإنترنت في خدمة العملية التعليمية</a:t>
              </a:r>
              <a:endParaRPr lang="en-US" sz="4000" u="sng" dirty="0"/>
            </a:p>
          </p:txBody>
        </p:sp>
        <p:cxnSp>
          <p:nvCxnSpPr>
            <p:cNvPr id="30" name="Straight Connector 29"/>
            <p:cNvCxnSpPr/>
            <p:nvPr/>
          </p:nvCxnSpPr>
          <p:spPr>
            <a:xfrm rot="5400000">
              <a:off x="928808" y="556577"/>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5400000">
              <a:off x="7867363" y="556577"/>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47"/>
          <p:cNvGrpSpPr/>
          <p:nvPr/>
        </p:nvGrpSpPr>
        <p:grpSpPr>
          <a:xfrm>
            <a:off x="472708" y="1462289"/>
            <a:ext cx="3688623" cy="3871866"/>
            <a:chOff x="-736514" y="1000114"/>
            <a:chExt cx="2766467" cy="2903899"/>
          </a:xfrm>
        </p:grpSpPr>
        <p:sp>
          <p:nvSpPr>
            <p:cNvPr id="33" name="Rectangle 32"/>
            <p:cNvSpPr/>
            <p:nvPr/>
          </p:nvSpPr>
          <p:spPr>
            <a:xfrm>
              <a:off x="-736514" y="3188433"/>
              <a:ext cx="2766467" cy="715580"/>
            </a:xfrm>
            <a:prstGeom prst="rect">
              <a:avLst/>
            </a:prstGeom>
          </p:spPr>
          <p:txBody>
            <a:bodyPr wrap="square">
              <a:spAutoFit/>
            </a:bodyPr>
            <a:lstStyle/>
            <a:p>
              <a:pPr algn="ctr" fontAlgn="auto">
                <a:spcBef>
                  <a:spcPts val="0"/>
                </a:spcBef>
                <a:spcAft>
                  <a:spcPts val="0"/>
                </a:spcAft>
              </a:pPr>
              <a:r>
                <a:rPr lang="ar-JO" sz="2800" b="1" dirty="0" smtClean="0"/>
                <a:t>الانترنت </a:t>
              </a:r>
              <a:r>
                <a:rPr lang="ar-JO" sz="2800" b="1" dirty="0"/>
                <a:t>مصدراً إثرائياً للمعلم في مادته وللطالب في دراسته</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34" name="Rectangle 33"/>
            <p:cNvSpPr/>
            <p:nvPr/>
          </p:nvSpPr>
          <p:spPr>
            <a:xfrm>
              <a:off x="540204" y="2357436"/>
              <a:ext cx="1357322" cy="438581"/>
            </a:xfrm>
            <a:prstGeom prst="rect">
              <a:avLst/>
            </a:prstGeom>
          </p:spPr>
          <p:txBody>
            <a:bodyPr wrap="square">
              <a:spAutoFit/>
            </a:bodyPr>
            <a:lstStyle/>
            <a:p>
              <a:pPr fontAlgn="auto">
                <a:spcBef>
                  <a:spcPts val="0"/>
                </a:spcBef>
                <a:spcAft>
                  <a:spcPts val="0"/>
                </a:spcAft>
              </a:pPr>
              <a:r>
                <a:rPr lang="ar-JO" sz="3200" b="1" dirty="0">
                  <a:solidFill>
                    <a:srgbClr val="3FD5BA"/>
                  </a:solidFill>
                </a:rPr>
                <a:t>يشكل</a:t>
              </a:r>
              <a:endParaRPr lang="en-US" sz="3200" b="1" dirty="0">
                <a:solidFill>
                  <a:srgbClr val="3FD5BA"/>
                </a:solidFill>
                <a:latin typeface="Open Sans Light" pitchFamily="34" charset="0"/>
                <a:ea typeface="Open Sans Light" pitchFamily="34" charset="0"/>
                <a:cs typeface="Open Sans Light" pitchFamily="34" charset="0"/>
              </a:endParaRPr>
            </a:p>
          </p:txBody>
        </p:sp>
        <p:sp>
          <p:nvSpPr>
            <p:cNvPr id="35" name="Rectangle 34"/>
            <p:cNvSpPr/>
            <p:nvPr/>
          </p:nvSpPr>
          <p:spPr>
            <a:xfrm>
              <a:off x="155863" y="1000114"/>
              <a:ext cx="1496290" cy="1546577"/>
            </a:xfrm>
            <a:prstGeom prst="rect">
              <a:avLst/>
            </a:prstGeom>
          </p:spPr>
          <p:txBody>
            <a:bodyPr wrap="square">
              <a:spAutoFit/>
            </a:bodyPr>
            <a:lstStyle/>
            <a:p>
              <a:pPr algn="ctr" fontAlgn="auto">
                <a:spcBef>
                  <a:spcPts val="0"/>
                </a:spcBef>
                <a:spcAft>
                  <a:spcPts val="0"/>
                </a:spcAft>
              </a:pPr>
              <a:r>
                <a:rPr lang="en-US" sz="12800" dirty="0" smtClean="0">
                  <a:solidFill>
                    <a:srgbClr val="3FD5BA"/>
                  </a:solidFill>
                  <a:latin typeface="Open Sans Light" pitchFamily="34" charset="0"/>
                  <a:ea typeface="Open Sans Light" pitchFamily="34" charset="0"/>
                  <a:cs typeface="Open Sans Light" pitchFamily="34" charset="0"/>
                </a:rPr>
                <a:t>10</a:t>
              </a:r>
              <a:endParaRPr lang="en-US" sz="12800" dirty="0">
                <a:solidFill>
                  <a:srgbClr val="3FD5BA"/>
                </a:solidFill>
                <a:latin typeface="Open Sans Light" pitchFamily="34" charset="0"/>
                <a:ea typeface="Open Sans Light" pitchFamily="34" charset="0"/>
                <a:cs typeface="Open Sans Light" pitchFamily="34" charset="0"/>
              </a:endParaRPr>
            </a:p>
          </p:txBody>
        </p:sp>
      </p:grpSp>
      <p:grpSp>
        <p:nvGrpSpPr>
          <p:cNvPr id="4" name="Group 48"/>
          <p:cNvGrpSpPr/>
          <p:nvPr/>
        </p:nvGrpSpPr>
        <p:grpSpPr>
          <a:xfrm>
            <a:off x="4405745" y="1511414"/>
            <a:ext cx="3579438" cy="4118881"/>
            <a:chOff x="2142638" y="1036958"/>
            <a:chExt cx="2684578" cy="3089160"/>
          </a:xfrm>
        </p:grpSpPr>
        <p:sp>
          <p:nvSpPr>
            <p:cNvPr id="39" name="Rectangle 38"/>
            <p:cNvSpPr/>
            <p:nvPr/>
          </p:nvSpPr>
          <p:spPr>
            <a:xfrm>
              <a:off x="2142638" y="3087372"/>
              <a:ext cx="2684578" cy="1038746"/>
            </a:xfrm>
            <a:prstGeom prst="rect">
              <a:avLst/>
            </a:prstGeom>
          </p:spPr>
          <p:txBody>
            <a:bodyPr wrap="square">
              <a:spAutoFit/>
            </a:bodyPr>
            <a:lstStyle/>
            <a:p>
              <a:pPr algn="ctr" fontAlgn="auto">
                <a:spcBef>
                  <a:spcPts val="0"/>
                </a:spcBef>
                <a:spcAft>
                  <a:spcPts val="0"/>
                </a:spcAft>
              </a:pPr>
              <a:r>
                <a:rPr lang="ar-JO" sz="2800" b="1" dirty="0" smtClean="0"/>
                <a:t>مواقع </a:t>
              </a:r>
              <a:r>
                <a:rPr lang="ar-JO" sz="2800" b="1" dirty="0"/>
                <a:t>الانترنت يعد مثالاً حياً على أساليب التعلم الذاتي المستخدمة عالمياً</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0" name="Rectangle 39"/>
            <p:cNvSpPr/>
            <p:nvPr/>
          </p:nvSpPr>
          <p:spPr>
            <a:xfrm>
              <a:off x="2952461" y="2364244"/>
              <a:ext cx="1357322" cy="438581"/>
            </a:xfrm>
            <a:prstGeom prst="rect">
              <a:avLst/>
            </a:prstGeom>
          </p:spPr>
          <p:txBody>
            <a:bodyPr wrap="square">
              <a:spAutoFit/>
            </a:bodyPr>
            <a:lstStyle/>
            <a:p>
              <a:pPr fontAlgn="auto">
                <a:spcBef>
                  <a:spcPts val="0"/>
                </a:spcBef>
                <a:spcAft>
                  <a:spcPts val="0"/>
                </a:spcAft>
              </a:pPr>
              <a:r>
                <a:rPr lang="ar-JO" sz="3200" b="1" dirty="0">
                  <a:solidFill>
                    <a:srgbClr val="F8D35E"/>
                  </a:solidFill>
                </a:rPr>
                <a:t>تصفح</a:t>
              </a:r>
              <a:endParaRPr lang="en-US" sz="3200" b="1" dirty="0">
                <a:solidFill>
                  <a:srgbClr val="F8D35E"/>
                </a:solidFill>
                <a:latin typeface="Open Sans Light" pitchFamily="34" charset="0"/>
                <a:ea typeface="Open Sans Light" pitchFamily="34" charset="0"/>
                <a:cs typeface="Open Sans Light" pitchFamily="34" charset="0"/>
              </a:endParaRPr>
            </a:p>
          </p:txBody>
        </p:sp>
        <p:sp>
          <p:nvSpPr>
            <p:cNvPr id="41" name="Rectangle 40"/>
            <p:cNvSpPr/>
            <p:nvPr/>
          </p:nvSpPr>
          <p:spPr>
            <a:xfrm>
              <a:off x="2570538" y="1036958"/>
              <a:ext cx="1458087" cy="1546577"/>
            </a:xfrm>
            <a:prstGeom prst="rect">
              <a:avLst/>
            </a:prstGeom>
          </p:spPr>
          <p:txBody>
            <a:bodyPr wrap="square">
              <a:spAutoFit/>
            </a:bodyPr>
            <a:lstStyle/>
            <a:p>
              <a:pPr algn="ctr" fontAlgn="auto">
                <a:spcBef>
                  <a:spcPts val="0"/>
                </a:spcBef>
                <a:spcAft>
                  <a:spcPts val="0"/>
                </a:spcAft>
              </a:pPr>
              <a:r>
                <a:rPr lang="en-US" sz="12800" dirty="0" smtClean="0">
                  <a:solidFill>
                    <a:srgbClr val="F8D35E"/>
                  </a:solidFill>
                  <a:latin typeface="Open Sans Light" pitchFamily="34" charset="0"/>
                  <a:ea typeface="Open Sans Light" pitchFamily="34" charset="0"/>
                  <a:cs typeface="Open Sans Light" pitchFamily="34" charset="0"/>
                </a:rPr>
                <a:t>11</a:t>
              </a:r>
              <a:endParaRPr lang="en-US" sz="12800" dirty="0">
                <a:solidFill>
                  <a:srgbClr val="F8D35E"/>
                </a:solidFill>
                <a:latin typeface="Open Sans Light" pitchFamily="34" charset="0"/>
                <a:ea typeface="Open Sans Light" pitchFamily="34" charset="0"/>
                <a:cs typeface="Open Sans Light" pitchFamily="34" charset="0"/>
              </a:endParaRPr>
            </a:p>
          </p:txBody>
        </p:sp>
      </p:grpSp>
      <p:grpSp>
        <p:nvGrpSpPr>
          <p:cNvPr id="5" name="Group 49"/>
          <p:cNvGrpSpPr/>
          <p:nvPr/>
        </p:nvGrpSpPr>
        <p:grpSpPr>
          <a:xfrm>
            <a:off x="8229597" y="1469850"/>
            <a:ext cx="3335028" cy="4189179"/>
            <a:chOff x="4427840" y="1005785"/>
            <a:chExt cx="2501271" cy="3141884"/>
          </a:xfrm>
        </p:grpSpPr>
        <p:sp>
          <p:nvSpPr>
            <p:cNvPr id="42" name="Rectangle 41"/>
            <p:cNvSpPr/>
            <p:nvPr/>
          </p:nvSpPr>
          <p:spPr>
            <a:xfrm>
              <a:off x="4427840" y="3108923"/>
              <a:ext cx="2501271" cy="1038746"/>
            </a:xfrm>
            <a:prstGeom prst="rect">
              <a:avLst/>
            </a:prstGeom>
          </p:spPr>
          <p:txBody>
            <a:bodyPr wrap="square">
              <a:spAutoFit/>
            </a:bodyPr>
            <a:lstStyle/>
            <a:p>
              <a:pPr algn="ctr" fontAlgn="auto">
                <a:spcBef>
                  <a:spcPts val="0"/>
                </a:spcBef>
                <a:spcAft>
                  <a:spcPts val="0"/>
                </a:spcAft>
              </a:pPr>
              <a:r>
                <a:rPr lang="ar-JO" sz="2800" b="1" dirty="0" smtClean="0"/>
                <a:t>الانترنت </a:t>
              </a:r>
              <a:r>
                <a:rPr lang="ar-JO" sz="2800" b="1" dirty="0"/>
                <a:t>وسيلة التعلم الوحيدة التي تناسب جميع فئات الطلاب</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3" name="Rectangle 42"/>
            <p:cNvSpPr/>
            <p:nvPr/>
          </p:nvSpPr>
          <p:spPr>
            <a:xfrm>
              <a:off x="4929190" y="2357436"/>
              <a:ext cx="1357322" cy="438581"/>
            </a:xfrm>
            <a:prstGeom prst="rect">
              <a:avLst/>
            </a:prstGeom>
          </p:spPr>
          <p:txBody>
            <a:bodyPr wrap="square">
              <a:spAutoFit/>
            </a:bodyPr>
            <a:lstStyle/>
            <a:p>
              <a:pPr fontAlgn="auto">
                <a:spcBef>
                  <a:spcPts val="0"/>
                </a:spcBef>
                <a:spcAft>
                  <a:spcPts val="0"/>
                </a:spcAft>
              </a:pPr>
              <a:r>
                <a:rPr lang="ar-JO" sz="3200" b="1" dirty="0">
                  <a:solidFill>
                    <a:srgbClr val="7CC8EC"/>
                  </a:solidFill>
                </a:rPr>
                <a:t>يشكل</a:t>
              </a:r>
              <a:endParaRPr lang="en-US" sz="3200" b="1" dirty="0">
                <a:solidFill>
                  <a:srgbClr val="7CC8EC"/>
                </a:solidFill>
                <a:latin typeface="Open Sans Light" pitchFamily="34" charset="0"/>
                <a:ea typeface="Open Sans Light" pitchFamily="34" charset="0"/>
                <a:cs typeface="Open Sans Light" pitchFamily="34" charset="0"/>
              </a:endParaRPr>
            </a:p>
          </p:txBody>
        </p:sp>
        <p:sp>
          <p:nvSpPr>
            <p:cNvPr id="44" name="Rectangle 43"/>
            <p:cNvSpPr/>
            <p:nvPr/>
          </p:nvSpPr>
          <p:spPr>
            <a:xfrm>
              <a:off x="4622330" y="1005785"/>
              <a:ext cx="1549399" cy="1546577"/>
            </a:xfrm>
            <a:prstGeom prst="rect">
              <a:avLst/>
            </a:prstGeom>
          </p:spPr>
          <p:txBody>
            <a:bodyPr wrap="square">
              <a:spAutoFit/>
            </a:bodyPr>
            <a:lstStyle/>
            <a:p>
              <a:pPr algn="ctr" fontAlgn="auto">
                <a:spcBef>
                  <a:spcPts val="0"/>
                </a:spcBef>
                <a:spcAft>
                  <a:spcPts val="0"/>
                </a:spcAft>
              </a:pPr>
              <a:r>
                <a:rPr lang="en-US" sz="12800" dirty="0" smtClean="0">
                  <a:solidFill>
                    <a:srgbClr val="7CC8EC"/>
                  </a:solidFill>
                  <a:latin typeface="Open Sans Light" pitchFamily="34" charset="0"/>
                  <a:ea typeface="Open Sans Light" pitchFamily="34" charset="0"/>
                  <a:cs typeface="Open Sans Light" pitchFamily="34" charset="0"/>
                </a:rPr>
                <a:t>12</a:t>
              </a:r>
              <a:endParaRPr lang="en-US" sz="12800" dirty="0">
                <a:solidFill>
                  <a:srgbClr val="7CC8EC"/>
                </a:solidFill>
                <a:latin typeface="Open Sans Light" pitchFamily="34" charset="0"/>
                <a:ea typeface="Open Sans Light" pitchFamily="34" charset="0"/>
                <a:cs typeface="Open Sans Light" pitchFamily="34" charset="0"/>
              </a:endParaRPr>
            </a:p>
          </p:txBody>
        </p:sp>
      </p:gr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32731995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slide(fromTop)">
                                      <p:cBhvr>
                                        <p:cTn id="11" dur="500"/>
                                        <p:tgtEl>
                                          <p:spTgt spid="3"/>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slide(fromTop)">
                                      <p:cBhvr>
                                        <p:cTn id="15" dur="500"/>
                                        <p:tgtEl>
                                          <p:spTgt spid="4"/>
                                        </p:tgtEl>
                                      </p:cBhvr>
                                    </p:animEffect>
                                  </p:childTnLst>
                                </p:cTn>
                              </p:par>
                            </p:childTnLst>
                          </p:cTn>
                        </p:par>
                        <p:par>
                          <p:cTn id="16" fill="hold">
                            <p:stCondLst>
                              <p:cond delay="1500"/>
                            </p:stCondLst>
                            <p:childTnLst>
                              <p:par>
                                <p:cTn id="17" presetID="12" presetClass="entr" presetSubtype="1"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slide(fromTop)">
                                      <p:cBhvr>
                                        <p:cTn id="1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791101" y="478353"/>
            <a:ext cx="9906069" cy="646331"/>
          </a:xfrm>
          <a:prstGeom prst="rect">
            <a:avLst/>
          </a:prstGeom>
        </p:spPr>
        <p:txBody>
          <a:bodyPr wrap="square">
            <a:spAutoFit/>
          </a:bodyPr>
          <a:lstStyle/>
          <a:p>
            <a:pPr algn="r" rtl="1"/>
            <a:r>
              <a:rPr lang="ar-DZ" sz="3600" b="1" u="sng" dirty="0"/>
              <a:t>أهمية الإنترنت في التدريس </a:t>
            </a:r>
            <a:endParaRPr lang="en-US" sz="3600" u="sng" dirty="0"/>
          </a:p>
        </p:txBody>
      </p:sp>
      <p:grpSp>
        <p:nvGrpSpPr>
          <p:cNvPr id="7" name="Group 40"/>
          <p:cNvGrpSpPr/>
          <p:nvPr/>
        </p:nvGrpSpPr>
        <p:grpSpPr>
          <a:xfrm>
            <a:off x="8763019" y="1852589"/>
            <a:ext cx="2907949" cy="2876342"/>
            <a:chOff x="6572264" y="1389441"/>
            <a:chExt cx="2180962" cy="2157257"/>
          </a:xfrm>
        </p:grpSpPr>
        <p:sp>
          <p:nvSpPr>
            <p:cNvPr id="11" name="Arc 10"/>
            <p:cNvSpPr/>
            <p:nvPr/>
          </p:nvSpPr>
          <p:spPr>
            <a:xfrm>
              <a:off x="6572264" y="1643056"/>
              <a:ext cx="1903642" cy="1903642"/>
            </a:xfrm>
            <a:prstGeom prst="arc">
              <a:avLst>
                <a:gd name="adj1" fmla="val 21571566"/>
                <a:gd name="adj2" fmla="val 10822907"/>
              </a:avLst>
            </a:prstGeom>
            <a:solidFill>
              <a:schemeClr val="accent6"/>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srgbClr val="000000"/>
                </a:solidFill>
              </a:endParaRPr>
            </a:p>
          </p:txBody>
        </p:sp>
        <p:sp>
          <p:nvSpPr>
            <p:cNvPr id="16" name="Rectangle 15"/>
            <p:cNvSpPr/>
            <p:nvPr/>
          </p:nvSpPr>
          <p:spPr>
            <a:xfrm>
              <a:off x="6695488" y="1389441"/>
              <a:ext cx="2057738" cy="1038746"/>
            </a:xfrm>
            <a:prstGeom prst="rect">
              <a:avLst/>
            </a:prstGeom>
          </p:spPr>
          <p:txBody>
            <a:bodyPr wrap="square">
              <a:spAutoFit/>
            </a:bodyPr>
            <a:lstStyle/>
            <a:p>
              <a:pPr algn="ctr" fontAlgn="auto">
                <a:spcBef>
                  <a:spcPts val="0"/>
                </a:spcBef>
                <a:spcAft>
                  <a:spcPts val="0"/>
                </a:spcAft>
              </a:pPr>
              <a:r>
                <a:rPr lang="ar-SA" sz="2800" b="1" dirty="0"/>
                <a:t>يساعد الإنترنت على توفير طرائق متنوعة في التدريس </a:t>
              </a:r>
              <a:endParaRPr lang="en-US"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12" name="Group 34"/>
            <p:cNvGrpSpPr/>
            <p:nvPr/>
          </p:nvGrpSpPr>
          <p:grpSpPr>
            <a:xfrm>
              <a:off x="7286644" y="2786064"/>
              <a:ext cx="516256" cy="517136"/>
              <a:chOff x="6998061" y="3496249"/>
              <a:chExt cx="366051" cy="366676"/>
            </a:xfrm>
            <a:solidFill>
              <a:schemeClr val="bg1"/>
            </a:solidFill>
          </p:grpSpPr>
          <p:sp>
            <p:nvSpPr>
              <p:cNvPr id="17" name="AutoShape 7"/>
              <p:cNvSpPr>
                <a:spLocks/>
              </p:cNvSpPr>
              <p:nvPr/>
            </p:nvSpPr>
            <p:spPr bwMode="auto">
              <a:xfrm>
                <a:off x="6998061" y="3496249"/>
                <a:ext cx="366051" cy="366676"/>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19" name="AutoShape 8"/>
              <p:cNvSpPr>
                <a:spLocks/>
              </p:cNvSpPr>
              <p:nvPr/>
            </p:nvSpPr>
            <p:spPr bwMode="auto">
              <a:xfrm>
                <a:off x="7158247" y="3656437"/>
                <a:ext cx="45678" cy="45678"/>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0" name="AutoShape 9"/>
              <p:cNvSpPr>
                <a:spLocks/>
              </p:cNvSpPr>
              <p:nvPr/>
            </p:nvSpPr>
            <p:spPr bwMode="auto">
              <a:xfrm>
                <a:off x="7111943" y="3610758"/>
                <a:ext cx="137660" cy="137660"/>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1" name="AutoShape 10"/>
              <p:cNvSpPr>
                <a:spLocks/>
              </p:cNvSpPr>
              <p:nvPr/>
            </p:nvSpPr>
            <p:spPr bwMode="auto">
              <a:xfrm>
                <a:off x="7203927" y="3702114"/>
                <a:ext cx="56941" cy="58818"/>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2" name="AutoShape 11"/>
              <p:cNvSpPr>
                <a:spLocks/>
              </p:cNvSpPr>
              <p:nvPr/>
            </p:nvSpPr>
            <p:spPr bwMode="auto">
              <a:xfrm>
                <a:off x="7226451" y="3725267"/>
                <a:ext cx="81970" cy="83847"/>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3" name="AutoShape 12"/>
              <p:cNvSpPr>
                <a:spLocks/>
              </p:cNvSpPr>
              <p:nvPr/>
            </p:nvSpPr>
            <p:spPr bwMode="auto">
              <a:xfrm>
                <a:off x="7215188" y="3714003"/>
                <a:ext cx="69456" cy="70707"/>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4" name="AutoShape 13"/>
              <p:cNvSpPr>
                <a:spLocks/>
              </p:cNvSpPr>
              <p:nvPr/>
            </p:nvSpPr>
            <p:spPr bwMode="auto">
              <a:xfrm>
                <a:off x="7100682" y="3599495"/>
                <a:ext cx="57567" cy="58192"/>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5" name="AutoShape 14"/>
              <p:cNvSpPr>
                <a:spLocks/>
              </p:cNvSpPr>
              <p:nvPr/>
            </p:nvSpPr>
            <p:spPr bwMode="auto">
              <a:xfrm>
                <a:off x="7055002" y="3553816"/>
                <a:ext cx="81970" cy="83222"/>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6" name="AutoShape 15"/>
              <p:cNvSpPr>
                <a:spLocks/>
              </p:cNvSpPr>
              <p:nvPr/>
            </p:nvSpPr>
            <p:spPr bwMode="auto">
              <a:xfrm>
                <a:off x="7078154" y="3576343"/>
                <a:ext cx="69456" cy="71333"/>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grpSp>
        <p:nvGrpSpPr>
          <p:cNvPr id="34" name="Group 39"/>
          <p:cNvGrpSpPr/>
          <p:nvPr/>
        </p:nvGrpSpPr>
        <p:grpSpPr>
          <a:xfrm>
            <a:off x="6163044" y="2190742"/>
            <a:ext cx="2596595" cy="3339893"/>
            <a:chOff x="4622282" y="1643056"/>
            <a:chExt cx="1947446" cy="2504920"/>
          </a:xfrm>
        </p:grpSpPr>
        <p:sp>
          <p:nvSpPr>
            <p:cNvPr id="10" name="Arc 9"/>
            <p:cNvSpPr/>
            <p:nvPr/>
          </p:nvSpPr>
          <p:spPr>
            <a:xfrm>
              <a:off x="4643438" y="1643056"/>
              <a:ext cx="1903642" cy="1903642"/>
            </a:xfrm>
            <a:prstGeom prst="arc">
              <a:avLst>
                <a:gd name="adj1" fmla="val 10782369"/>
                <a:gd name="adj2" fmla="val 0"/>
              </a:avLst>
            </a:prstGeom>
            <a:solidFill>
              <a:schemeClr val="accent3"/>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srgbClr val="000000"/>
                </a:solidFill>
              </a:endParaRPr>
            </a:p>
          </p:txBody>
        </p:sp>
        <p:sp>
          <p:nvSpPr>
            <p:cNvPr id="13" name="Rectangle 12"/>
            <p:cNvSpPr/>
            <p:nvPr/>
          </p:nvSpPr>
          <p:spPr>
            <a:xfrm>
              <a:off x="4622282" y="2786064"/>
              <a:ext cx="1947446" cy="1361912"/>
            </a:xfrm>
            <a:prstGeom prst="rect">
              <a:avLst/>
            </a:prstGeom>
          </p:spPr>
          <p:txBody>
            <a:bodyPr wrap="square">
              <a:spAutoFit/>
            </a:bodyPr>
            <a:lstStyle/>
            <a:p>
              <a:pPr algn="ctr" fontAlgn="auto">
                <a:spcBef>
                  <a:spcPts val="0"/>
                </a:spcBef>
                <a:spcAft>
                  <a:spcPts val="0"/>
                </a:spcAft>
              </a:pPr>
              <a:r>
                <a:rPr lang="ar-SA" sz="2800" b="1" dirty="0"/>
                <a:t>يتيح الإنترنت خدمة الاتصال بالعالم بأسرع وقت وبأقل تكلفة وجهد</a:t>
              </a:r>
              <a:endParaRPr lang="en-US"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35" name="Group 33"/>
            <p:cNvGrpSpPr/>
            <p:nvPr/>
          </p:nvGrpSpPr>
          <p:grpSpPr>
            <a:xfrm>
              <a:off x="5357818" y="1928808"/>
              <a:ext cx="517136" cy="451834"/>
              <a:chOff x="4800505" y="2786674"/>
              <a:chExt cx="366676" cy="320373"/>
            </a:xfrm>
            <a:solidFill>
              <a:schemeClr val="bg1"/>
            </a:solidFill>
          </p:grpSpPr>
          <p:sp>
            <p:nvSpPr>
              <p:cNvPr id="27" name="AutoShape 43"/>
              <p:cNvSpPr>
                <a:spLocks/>
              </p:cNvSpPr>
              <p:nvPr/>
            </p:nvSpPr>
            <p:spPr bwMode="auto">
              <a:xfrm>
                <a:off x="4800505" y="2786674"/>
                <a:ext cx="366676" cy="26343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8" name="AutoShape 44"/>
              <p:cNvSpPr>
                <a:spLocks/>
              </p:cNvSpPr>
              <p:nvPr/>
            </p:nvSpPr>
            <p:spPr bwMode="auto">
              <a:xfrm>
                <a:off x="5132766" y="2901184"/>
                <a:ext cx="22526" cy="12577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9" name="AutoShape 45"/>
              <p:cNvSpPr>
                <a:spLocks/>
              </p:cNvSpPr>
              <p:nvPr/>
            </p:nvSpPr>
            <p:spPr bwMode="auto">
              <a:xfrm>
                <a:off x="5120877" y="3038217"/>
                <a:ext cx="46304"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grpSp>
        <p:nvGrpSpPr>
          <p:cNvPr id="36" name="Group 37"/>
          <p:cNvGrpSpPr/>
          <p:nvPr/>
        </p:nvGrpSpPr>
        <p:grpSpPr>
          <a:xfrm>
            <a:off x="394856" y="2190742"/>
            <a:ext cx="3191048" cy="3339893"/>
            <a:chOff x="296142" y="1643056"/>
            <a:chExt cx="2393286" cy="2504920"/>
          </a:xfrm>
        </p:grpSpPr>
        <p:sp>
          <p:nvSpPr>
            <p:cNvPr id="8" name="Arc 7"/>
            <p:cNvSpPr/>
            <p:nvPr/>
          </p:nvSpPr>
          <p:spPr>
            <a:xfrm>
              <a:off x="785786" y="1643056"/>
              <a:ext cx="1903642" cy="1903642"/>
            </a:xfrm>
            <a:prstGeom prst="arc">
              <a:avLst>
                <a:gd name="adj1" fmla="val 10782369"/>
                <a:gd name="adj2" fmla="val 0"/>
              </a:avLst>
            </a:prstGeom>
            <a:solidFill>
              <a:schemeClr val="accent4"/>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srgbClr val="000000"/>
                </a:solidFill>
              </a:endParaRPr>
            </a:p>
          </p:txBody>
        </p:sp>
        <p:sp>
          <p:nvSpPr>
            <p:cNvPr id="14" name="Rectangle 13"/>
            <p:cNvSpPr/>
            <p:nvPr/>
          </p:nvSpPr>
          <p:spPr>
            <a:xfrm>
              <a:off x="296142" y="2786064"/>
              <a:ext cx="2275595" cy="1361912"/>
            </a:xfrm>
            <a:prstGeom prst="rect">
              <a:avLst/>
            </a:prstGeom>
          </p:spPr>
          <p:txBody>
            <a:bodyPr wrap="square">
              <a:spAutoFit/>
            </a:bodyPr>
            <a:lstStyle/>
            <a:p>
              <a:pPr algn="ctr" fontAlgn="auto">
                <a:spcBef>
                  <a:spcPts val="0"/>
                </a:spcBef>
                <a:spcAft>
                  <a:spcPts val="0"/>
                </a:spcAft>
              </a:pPr>
              <a:r>
                <a:rPr lang="ar-SA" sz="2800" b="1" dirty="0"/>
                <a:t>يعتبر الإنترنت أكبر مثال حي للقدرة على الحصول على المعلومات من مختلف أنحاء العالم</a:t>
              </a:r>
              <a:endParaRPr lang="en-US"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37" name="Group 35"/>
            <p:cNvGrpSpPr/>
            <p:nvPr/>
          </p:nvGrpSpPr>
          <p:grpSpPr>
            <a:xfrm>
              <a:off x="1571604" y="1857370"/>
              <a:ext cx="387410" cy="517136"/>
              <a:chOff x="1868971" y="2767277"/>
              <a:chExt cx="274694" cy="366676"/>
            </a:xfrm>
            <a:solidFill>
              <a:schemeClr val="bg1"/>
            </a:solidFill>
          </p:grpSpPr>
          <p:sp>
            <p:nvSpPr>
              <p:cNvPr id="3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3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grpSp>
        <p:nvGrpSpPr>
          <p:cNvPr id="38" name="Group 38"/>
          <p:cNvGrpSpPr/>
          <p:nvPr/>
        </p:nvGrpSpPr>
        <p:grpSpPr>
          <a:xfrm>
            <a:off x="3054301" y="662054"/>
            <a:ext cx="3689835" cy="4066876"/>
            <a:chOff x="2290725" y="496540"/>
            <a:chExt cx="2767376" cy="3050158"/>
          </a:xfrm>
        </p:grpSpPr>
        <p:sp>
          <p:nvSpPr>
            <p:cNvPr id="9" name="Arc 8"/>
            <p:cNvSpPr/>
            <p:nvPr/>
          </p:nvSpPr>
          <p:spPr>
            <a:xfrm>
              <a:off x="2714612" y="1643056"/>
              <a:ext cx="1903642" cy="1903642"/>
            </a:xfrm>
            <a:prstGeom prst="arc">
              <a:avLst>
                <a:gd name="adj1" fmla="val 21571566"/>
                <a:gd name="adj2" fmla="val 10822907"/>
              </a:avLst>
            </a:prstGeom>
            <a:solidFill>
              <a:schemeClr val="accent1"/>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a:solidFill>
                  <a:srgbClr val="000000"/>
                </a:solidFill>
              </a:endParaRPr>
            </a:p>
          </p:txBody>
        </p:sp>
        <p:sp>
          <p:nvSpPr>
            <p:cNvPr id="15" name="Rectangle 14"/>
            <p:cNvSpPr/>
            <p:nvPr/>
          </p:nvSpPr>
          <p:spPr>
            <a:xfrm>
              <a:off x="2290725" y="496540"/>
              <a:ext cx="2767376" cy="2008242"/>
            </a:xfrm>
            <a:prstGeom prst="rect">
              <a:avLst/>
            </a:prstGeom>
          </p:spPr>
          <p:txBody>
            <a:bodyPr wrap="square">
              <a:spAutoFit/>
            </a:bodyPr>
            <a:lstStyle/>
            <a:p>
              <a:pPr lvl="0" algn="ctr" rtl="1"/>
              <a:r>
                <a:rPr lang="ar-SA" sz="2800" b="1" dirty="0"/>
                <a:t>يساعد الإنترنت على التعلم التعاوني الجماعي، فنظراً لكثرة المعلومات المتوفرة عبر الإنترنت فإنه يصعب على طالب بعينه البحث في كل القوائم</a:t>
              </a:r>
              <a:endParaRPr lang="en-US" sz="2800" b="1" dirty="0"/>
            </a:p>
          </p:txBody>
        </p:sp>
        <p:grpSp>
          <p:nvGrpSpPr>
            <p:cNvPr id="39" name="Group 36"/>
            <p:cNvGrpSpPr/>
            <p:nvPr/>
          </p:nvGrpSpPr>
          <p:grpSpPr>
            <a:xfrm>
              <a:off x="3425328" y="2857502"/>
              <a:ext cx="516256" cy="387410"/>
              <a:chOff x="359092" y="2813581"/>
              <a:chExt cx="366051" cy="274694"/>
            </a:xfrm>
            <a:solidFill>
              <a:schemeClr val="bg1"/>
            </a:solidFill>
          </p:grpSpPr>
          <p:sp>
            <p:nvSpPr>
              <p:cNvPr id="32" name="AutoShape 118"/>
              <p:cNvSpPr>
                <a:spLocks/>
              </p:cNvSpPr>
              <p:nvPr/>
            </p:nvSpPr>
            <p:spPr bwMode="auto">
              <a:xfrm>
                <a:off x="359092" y="2813581"/>
                <a:ext cx="366051" cy="274694"/>
              </a:xfrm>
              <a:custGeom>
                <a:avLst/>
                <a:gdLst>
                  <a:gd name="T0" fmla="*/ 10732 w 21464"/>
                  <a:gd name="T1" fmla="*/ 10800 h 21600"/>
                  <a:gd name="T2" fmla="*/ 10732 w 21464"/>
                  <a:gd name="T3" fmla="*/ 10800 h 21600"/>
                  <a:gd name="T4" fmla="*/ 10732 w 21464"/>
                  <a:gd name="T5" fmla="*/ 10800 h 21600"/>
                  <a:gd name="T6" fmla="*/ 10732 w 21464"/>
                  <a:gd name="T7" fmla="*/ 10800 h 21600"/>
                </a:gdLst>
                <a:ahLst/>
                <a:cxnLst>
                  <a:cxn ang="0">
                    <a:pos x="T0" y="T1"/>
                  </a:cxn>
                  <a:cxn ang="0">
                    <a:pos x="T2" y="T3"/>
                  </a:cxn>
                  <a:cxn ang="0">
                    <a:pos x="T4" y="T5"/>
                  </a:cxn>
                  <a:cxn ang="0">
                    <a:pos x="T6" y="T7"/>
                  </a:cxn>
                </a:cxnLst>
                <a:rect l="0" t="0" r="r" b="b"/>
                <a:pathLst>
                  <a:path w="21464" h="21600">
                    <a:moveTo>
                      <a:pt x="19918" y="11754"/>
                    </a:moveTo>
                    <a:lnTo>
                      <a:pt x="16564" y="18954"/>
                    </a:lnTo>
                    <a:cubicBezTo>
                      <a:pt x="16317" y="19484"/>
                      <a:pt x="15892" y="19800"/>
                      <a:pt x="15427" y="19800"/>
                    </a:cubicBezTo>
                    <a:lnTo>
                      <a:pt x="2683" y="19800"/>
                    </a:lnTo>
                    <a:cubicBezTo>
                      <a:pt x="1943" y="19800"/>
                      <a:pt x="1341" y="18992"/>
                      <a:pt x="1341" y="18000"/>
                    </a:cubicBezTo>
                    <a:lnTo>
                      <a:pt x="1341" y="3600"/>
                    </a:lnTo>
                    <a:cubicBezTo>
                      <a:pt x="1341" y="2608"/>
                      <a:pt x="1943" y="1800"/>
                      <a:pt x="2683" y="1800"/>
                    </a:cubicBezTo>
                    <a:lnTo>
                      <a:pt x="15427" y="1800"/>
                    </a:lnTo>
                    <a:cubicBezTo>
                      <a:pt x="15892" y="1800"/>
                      <a:pt x="16317" y="2116"/>
                      <a:pt x="16564" y="2645"/>
                    </a:cubicBezTo>
                    <a:lnTo>
                      <a:pt x="19917" y="9845"/>
                    </a:lnTo>
                    <a:cubicBezTo>
                      <a:pt x="20188" y="10425"/>
                      <a:pt x="20188" y="11174"/>
                      <a:pt x="19918" y="11754"/>
                    </a:cubicBezTo>
                    <a:moveTo>
                      <a:pt x="21055" y="8891"/>
                    </a:moveTo>
                    <a:lnTo>
                      <a:pt x="17701" y="1691"/>
                    </a:lnTo>
                    <a:cubicBezTo>
                      <a:pt x="17211" y="639"/>
                      <a:pt x="16352" y="0"/>
                      <a:pt x="15427" y="0"/>
                    </a:cubicBezTo>
                    <a:lnTo>
                      <a:pt x="2683" y="0"/>
                    </a:lnTo>
                    <a:cubicBezTo>
                      <a:pt x="1201" y="0"/>
                      <a:pt x="0" y="1611"/>
                      <a:pt x="0" y="3600"/>
                    </a:cubicBezTo>
                    <a:lnTo>
                      <a:pt x="0" y="18000"/>
                    </a:lnTo>
                    <a:cubicBezTo>
                      <a:pt x="0" y="19988"/>
                      <a:pt x="1201" y="21599"/>
                      <a:pt x="2683" y="21599"/>
                    </a:cubicBezTo>
                    <a:lnTo>
                      <a:pt x="15427" y="21599"/>
                    </a:lnTo>
                    <a:cubicBezTo>
                      <a:pt x="16352" y="21599"/>
                      <a:pt x="17211" y="20960"/>
                      <a:pt x="17701" y="19908"/>
                    </a:cubicBezTo>
                    <a:lnTo>
                      <a:pt x="21055" y="12708"/>
                    </a:lnTo>
                    <a:cubicBezTo>
                      <a:pt x="21600" y="11541"/>
                      <a:pt x="21600" y="10059"/>
                      <a:pt x="21055" y="889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33" name="AutoShape 119"/>
              <p:cNvSpPr>
                <a:spLocks/>
              </p:cNvSpPr>
              <p:nvPr/>
            </p:nvSpPr>
            <p:spPr bwMode="auto">
              <a:xfrm>
                <a:off x="587481" y="2916200"/>
                <a:ext cx="68830"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000"/>
                    </a:moveTo>
                    <a:cubicBezTo>
                      <a:pt x="6825" y="18000"/>
                      <a:pt x="3600" y="14774"/>
                      <a:pt x="3600" y="10800"/>
                    </a:cubicBezTo>
                    <a:cubicBezTo>
                      <a:pt x="3600" y="6825"/>
                      <a:pt x="6825" y="3600"/>
                      <a:pt x="10800" y="3600"/>
                    </a:cubicBezTo>
                    <a:cubicBezTo>
                      <a:pt x="14774" y="3600"/>
                      <a:pt x="17999" y="6825"/>
                      <a:pt x="17999" y="10800"/>
                    </a:cubicBezTo>
                    <a:cubicBezTo>
                      <a:pt x="17999" y="14774"/>
                      <a:pt x="14774" y="18000"/>
                      <a:pt x="10800" y="18000"/>
                    </a:cubicBezTo>
                    <a:moveTo>
                      <a:pt x="10800" y="0"/>
                    </a:moveTo>
                    <a:cubicBezTo>
                      <a:pt x="4833" y="0"/>
                      <a:pt x="0" y="4833"/>
                      <a:pt x="0" y="10800"/>
                    </a:cubicBezTo>
                    <a:cubicBezTo>
                      <a:pt x="0" y="16766"/>
                      <a:pt x="4833" y="21599"/>
                      <a:pt x="10800" y="21599"/>
                    </a:cubicBezTo>
                    <a:cubicBezTo>
                      <a:pt x="16766" y="21599"/>
                      <a:pt x="21600" y="16766"/>
                      <a:pt x="21600" y="10800"/>
                    </a:cubicBezTo>
                    <a:cubicBezTo>
                      <a:pt x="21600" y="4833"/>
                      <a:pt x="16766"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sp>
        <p:nvSpPr>
          <p:cNvPr id="3" name="Footer Placeholder 2"/>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28109342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36"/>
                                        </p:tgtEl>
                                        <p:attrNameLst>
                                          <p:attrName>style.visibility</p:attrName>
                                        </p:attrNameLst>
                                      </p:cBhvr>
                                      <p:to>
                                        <p:strVal val="visible"/>
                                      </p:to>
                                    </p:set>
                                    <p:animEffect transition="in" filter="slide(fromBottom)">
                                      <p:cBhvr>
                                        <p:cTn id="11" dur="500"/>
                                        <p:tgtEl>
                                          <p:spTgt spid="36"/>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slide(fromTop)">
                                      <p:cBhvr>
                                        <p:cTn id="15" dur="500"/>
                                        <p:tgtEl>
                                          <p:spTgt spid="38"/>
                                        </p:tgtEl>
                                      </p:cBhvr>
                                    </p:animEffect>
                                  </p:childTnLst>
                                </p:cTn>
                              </p:par>
                            </p:childTnLst>
                          </p:cTn>
                        </p:par>
                        <p:par>
                          <p:cTn id="16" fill="hold">
                            <p:stCondLst>
                              <p:cond delay="1500"/>
                            </p:stCondLst>
                            <p:childTnLst>
                              <p:par>
                                <p:cTn id="17" presetID="12" presetClass="entr" presetSubtype="4" fill="hold" nodeType="after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slide(fromBottom)">
                                      <p:cBhvr>
                                        <p:cTn id="19" dur="500"/>
                                        <p:tgtEl>
                                          <p:spTgt spid="34"/>
                                        </p:tgtEl>
                                      </p:cBhvr>
                                    </p:animEffect>
                                  </p:childTnLst>
                                </p:cTn>
                              </p:par>
                            </p:childTnLst>
                          </p:cTn>
                        </p:par>
                        <p:par>
                          <p:cTn id="20" fill="hold">
                            <p:stCondLst>
                              <p:cond delay="2000"/>
                            </p:stCondLst>
                            <p:childTnLst>
                              <p:par>
                                <p:cTn id="21" presetID="12" presetClass="entr" presetSubtype="1"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slide(fromTop)">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4269184" y="306875"/>
            <a:ext cx="7476727" cy="707886"/>
          </a:xfrm>
          <a:prstGeom prst="rect">
            <a:avLst/>
          </a:prstGeom>
          <a:noFill/>
        </p:spPr>
        <p:txBody>
          <a:bodyPr wrap="none" rtlCol="0">
            <a:spAutoFit/>
          </a:bodyPr>
          <a:lstStyle/>
          <a:p>
            <a:pPr marL="1657350" lvl="2" indent="-742950" rtl="1">
              <a:buFont typeface="+mj-lt"/>
              <a:buAutoNum type="arabicPeriod" startAt="6"/>
            </a:pPr>
            <a:r>
              <a:rPr lang="ar-SA" sz="4000" b="1" u="sng" dirty="0">
                <a:solidFill>
                  <a:schemeClr val="tx2"/>
                </a:solidFill>
              </a:rPr>
              <a:t>تقنيات شبكات الحاسوب </a:t>
            </a:r>
            <a:r>
              <a:rPr lang="ar-SA" sz="4000" b="1" u="sng" dirty="0" smtClean="0">
                <a:solidFill>
                  <a:schemeClr val="tx2"/>
                </a:solidFill>
              </a:rPr>
              <a:t>والإنترنت</a:t>
            </a:r>
            <a:endParaRPr lang="en-US" sz="4000" u="sng" dirty="0">
              <a:solidFill>
                <a:schemeClr val="tx2"/>
              </a:solidFill>
            </a:endParaRPr>
          </a:p>
        </p:txBody>
      </p:sp>
      <p:grpSp>
        <p:nvGrpSpPr>
          <p:cNvPr id="3" name="Group 2"/>
          <p:cNvGrpSpPr/>
          <p:nvPr/>
        </p:nvGrpSpPr>
        <p:grpSpPr>
          <a:xfrm>
            <a:off x="1923210" y="2078182"/>
            <a:ext cx="7470171" cy="4356524"/>
            <a:chOff x="914868" y="3254466"/>
            <a:chExt cx="5538788" cy="3302000"/>
          </a:xfrm>
        </p:grpSpPr>
        <p:grpSp>
          <p:nvGrpSpPr>
            <p:cNvPr id="5" name="Group 4"/>
            <p:cNvGrpSpPr/>
            <p:nvPr/>
          </p:nvGrpSpPr>
          <p:grpSpPr>
            <a:xfrm>
              <a:off x="1559393" y="5821453"/>
              <a:ext cx="4894263" cy="735013"/>
              <a:chOff x="1559393" y="5821453"/>
              <a:chExt cx="4894263" cy="735013"/>
            </a:xfrm>
            <a:effectLst>
              <a:outerShdw blurRad="203200" dist="38100" dir="2700000" algn="tl" rotWithShape="0">
                <a:prstClr val="black">
                  <a:alpha val="40000"/>
                </a:prstClr>
              </a:outerShdw>
            </a:effectLst>
          </p:grpSpPr>
          <p:sp>
            <p:nvSpPr>
              <p:cNvPr id="47" name="Freeform 46"/>
              <p:cNvSpPr>
                <a:spLocks/>
              </p:cNvSpPr>
              <p:nvPr/>
            </p:nvSpPr>
            <p:spPr bwMode="auto">
              <a:xfrm>
                <a:off x="3534243" y="5821453"/>
                <a:ext cx="2919413" cy="735013"/>
              </a:xfrm>
              <a:custGeom>
                <a:avLst/>
                <a:gdLst>
                  <a:gd name="T0" fmla="*/ 0 w 1839"/>
                  <a:gd name="T1" fmla="*/ 318 h 463"/>
                  <a:gd name="T2" fmla="*/ 0 w 1839"/>
                  <a:gd name="T3" fmla="*/ 463 h 463"/>
                  <a:gd name="T4" fmla="*/ 1839 w 1839"/>
                  <a:gd name="T5" fmla="*/ 96 h 463"/>
                  <a:gd name="T6" fmla="*/ 1839 w 1839"/>
                  <a:gd name="T7" fmla="*/ 0 h 463"/>
                  <a:gd name="T8" fmla="*/ 0 w 1839"/>
                  <a:gd name="T9" fmla="*/ 318 h 463"/>
                </a:gdLst>
                <a:ahLst/>
                <a:cxnLst>
                  <a:cxn ang="0">
                    <a:pos x="T0" y="T1"/>
                  </a:cxn>
                  <a:cxn ang="0">
                    <a:pos x="T2" y="T3"/>
                  </a:cxn>
                  <a:cxn ang="0">
                    <a:pos x="T4" y="T5"/>
                  </a:cxn>
                  <a:cxn ang="0">
                    <a:pos x="T6" y="T7"/>
                  </a:cxn>
                  <a:cxn ang="0">
                    <a:pos x="T8" y="T9"/>
                  </a:cxn>
                </a:cxnLst>
                <a:rect l="0" t="0" r="r" b="b"/>
                <a:pathLst>
                  <a:path w="1839" h="463">
                    <a:moveTo>
                      <a:pt x="0" y="318"/>
                    </a:moveTo>
                    <a:lnTo>
                      <a:pt x="0" y="463"/>
                    </a:lnTo>
                    <a:lnTo>
                      <a:pt x="1839" y="96"/>
                    </a:lnTo>
                    <a:lnTo>
                      <a:pt x="1839" y="0"/>
                    </a:lnTo>
                    <a:lnTo>
                      <a:pt x="0" y="318"/>
                    </a:ln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48" name="Freeform 47"/>
              <p:cNvSpPr>
                <a:spLocks/>
              </p:cNvSpPr>
              <p:nvPr/>
            </p:nvSpPr>
            <p:spPr bwMode="auto">
              <a:xfrm>
                <a:off x="1559393" y="5889716"/>
                <a:ext cx="1974850" cy="666750"/>
              </a:xfrm>
              <a:custGeom>
                <a:avLst/>
                <a:gdLst>
                  <a:gd name="T0" fmla="*/ 1244 w 1244"/>
                  <a:gd name="T1" fmla="*/ 420 h 420"/>
                  <a:gd name="T2" fmla="*/ 1244 w 1244"/>
                  <a:gd name="T3" fmla="*/ 275 h 420"/>
                  <a:gd name="T4" fmla="*/ 0 w 1244"/>
                  <a:gd name="T5" fmla="*/ 0 h 420"/>
                  <a:gd name="T6" fmla="*/ 0 w 1244"/>
                  <a:gd name="T7" fmla="*/ 106 h 420"/>
                  <a:gd name="T8" fmla="*/ 1244 w 1244"/>
                  <a:gd name="T9" fmla="*/ 420 h 420"/>
                </a:gdLst>
                <a:ahLst/>
                <a:cxnLst>
                  <a:cxn ang="0">
                    <a:pos x="T0" y="T1"/>
                  </a:cxn>
                  <a:cxn ang="0">
                    <a:pos x="T2" y="T3"/>
                  </a:cxn>
                  <a:cxn ang="0">
                    <a:pos x="T4" y="T5"/>
                  </a:cxn>
                  <a:cxn ang="0">
                    <a:pos x="T6" y="T7"/>
                  </a:cxn>
                  <a:cxn ang="0">
                    <a:pos x="T8" y="T9"/>
                  </a:cxn>
                </a:cxnLst>
                <a:rect l="0" t="0" r="r" b="b"/>
                <a:pathLst>
                  <a:path w="1244" h="420">
                    <a:moveTo>
                      <a:pt x="1244" y="420"/>
                    </a:moveTo>
                    <a:lnTo>
                      <a:pt x="1244" y="275"/>
                    </a:lnTo>
                    <a:lnTo>
                      <a:pt x="0" y="0"/>
                    </a:lnTo>
                    <a:lnTo>
                      <a:pt x="0" y="106"/>
                    </a:lnTo>
                    <a:lnTo>
                      <a:pt x="1244" y="420"/>
                    </a:lnTo>
                    <a:close/>
                  </a:path>
                </a:pathLst>
              </a:custGeom>
              <a:solidFill>
                <a:srgbClr val="555E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grpSp>
        <p:sp>
          <p:nvSpPr>
            <p:cNvPr id="6" name="Freeform 5"/>
            <p:cNvSpPr>
              <a:spLocks/>
            </p:cNvSpPr>
            <p:nvPr/>
          </p:nvSpPr>
          <p:spPr bwMode="auto">
            <a:xfrm>
              <a:off x="1697506" y="5980203"/>
              <a:ext cx="144463" cy="98425"/>
            </a:xfrm>
            <a:custGeom>
              <a:avLst/>
              <a:gdLst>
                <a:gd name="T0" fmla="*/ 91 w 91"/>
                <a:gd name="T1" fmla="*/ 23 h 62"/>
                <a:gd name="T2" fmla="*/ 0 w 91"/>
                <a:gd name="T3" fmla="*/ 0 h 62"/>
                <a:gd name="T4" fmla="*/ 0 w 91"/>
                <a:gd name="T5" fmla="*/ 39 h 62"/>
                <a:gd name="T6" fmla="*/ 91 w 91"/>
                <a:gd name="T7" fmla="*/ 62 h 62"/>
                <a:gd name="T8" fmla="*/ 91 w 91"/>
                <a:gd name="T9" fmla="*/ 23 h 62"/>
              </a:gdLst>
              <a:ahLst/>
              <a:cxnLst>
                <a:cxn ang="0">
                  <a:pos x="T0" y="T1"/>
                </a:cxn>
                <a:cxn ang="0">
                  <a:pos x="T2" y="T3"/>
                </a:cxn>
                <a:cxn ang="0">
                  <a:pos x="T4" y="T5"/>
                </a:cxn>
                <a:cxn ang="0">
                  <a:pos x="T6" y="T7"/>
                </a:cxn>
                <a:cxn ang="0">
                  <a:pos x="T8" y="T9"/>
                </a:cxn>
              </a:cxnLst>
              <a:rect l="0" t="0" r="r" b="b"/>
              <a:pathLst>
                <a:path w="91" h="62">
                  <a:moveTo>
                    <a:pt x="91" y="23"/>
                  </a:moveTo>
                  <a:lnTo>
                    <a:pt x="0" y="0"/>
                  </a:lnTo>
                  <a:lnTo>
                    <a:pt x="0" y="39"/>
                  </a:lnTo>
                  <a:lnTo>
                    <a:pt x="91" y="62"/>
                  </a:lnTo>
                  <a:lnTo>
                    <a:pt x="91" y="23"/>
                  </a:lnTo>
                  <a:close/>
                </a:path>
              </a:pathLst>
            </a:custGeom>
            <a:solidFill>
              <a:srgbClr val="3038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7" name="Freeform 6"/>
            <p:cNvSpPr>
              <a:spLocks/>
            </p:cNvSpPr>
            <p:nvPr/>
          </p:nvSpPr>
          <p:spPr bwMode="auto">
            <a:xfrm>
              <a:off x="2029293" y="6062753"/>
              <a:ext cx="173038" cy="104775"/>
            </a:xfrm>
            <a:custGeom>
              <a:avLst/>
              <a:gdLst>
                <a:gd name="T0" fmla="*/ 109 w 109"/>
                <a:gd name="T1" fmla="*/ 26 h 66"/>
                <a:gd name="T2" fmla="*/ 0 w 109"/>
                <a:gd name="T3" fmla="*/ 0 h 66"/>
                <a:gd name="T4" fmla="*/ 0 w 109"/>
                <a:gd name="T5" fmla="*/ 39 h 66"/>
                <a:gd name="T6" fmla="*/ 109 w 109"/>
                <a:gd name="T7" fmla="*/ 66 h 66"/>
                <a:gd name="T8" fmla="*/ 109 w 109"/>
                <a:gd name="T9" fmla="*/ 26 h 66"/>
              </a:gdLst>
              <a:ahLst/>
              <a:cxnLst>
                <a:cxn ang="0">
                  <a:pos x="T0" y="T1"/>
                </a:cxn>
                <a:cxn ang="0">
                  <a:pos x="T2" y="T3"/>
                </a:cxn>
                <a:cxn ang="0">
                  <a:pos x="T4" y="T5"/>
                </a:cxn>
                <a:cxn ang="0">
                  <a:pos x="T6" y="T7"/>
                </a:cxn>
                <a:cxn ang="0">
                  <a:pos x="T8" y="T9"/>
                </a:cxn>
              </a:cxnLst>
              <a:rect l="0" t="0" r="r" b="b"/>
              <a:pathLst>
                <a:path w="109" h="66">
                  <a:moveTo>
                    <a:pt x="109" y="26"/>
                  </a:moveTo>
                  <a:lnTo>
                    <a:pt x="0" y="0"/>
                  </a:lnTo>
                  <a:lnTo>
                    <a:pt x="0" y="39"/>
                  </a:lnTo>
                  <a:lnTo>
                    <a:pt x="109" y="66"/>
                  </a:lnTo>
                  <a:lnTo>
                    <a:pt x="109" y="26"/>
                  </a:lnTo>
                  <a:close/>
                </a:path>
              </a:pathLst>
            </a:custGeom>
            <a:solidFill>
              <a:srgbClr val="3038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8" name="Freeform 7"/>
            <p:cNvSpPr>
              <a:spLocks/>
            </p:cNvSpPr>
            <p:nvPr/>
          </p:nvSpPr>
          <p:spPr bwMode="auto">
            <a:xfrm>
              <a:off x="1907056" y="6032591"/>
              <a:ext cx="58738" cy="76200"/>
            </a:xfrm>
            <a:custGeom>
              <a:avLst/>
              <a:gdLst>
                <a:gd name="T0" fmla="*/ 37 w 37"/>
                <a:gd name="T1" fmla="*/ 9 h 48"/>
                <a:gd name="T2" fmla="*/ 0 w 37"/>
                <a:gd name="T3" fmla="*/ 0 h 48"/>
                <a:gd name="T4" fmla="*/ 0 w 37"/>
                <a:gd name="T5" fmla="*/ 39 h 48"/>
                <a:gd name="T6" fmla="*/ 37 w 37"/>
                <a:gd name="T7" fmla="*/ 48 h 48"/>
                <a:gd name="T8" fmla="*/ 37 w 37"/>
                <a:gd name="T9" fmla="*/ 9 h 48"/>
              </a:gdLst>
              <a:ahLst/>
              <a:cxnLst>
                <a:cxn ang="0">
                  <a:pos x="T0" y="T1"/>
                </a:cxn>
                <a:cxn ang="0">
                  <a:pos x="T2" y="T3"/>
                </a:cxn>
                <a:cxn ang="0">
                  <a:pos x="T4" y="T5"/>
                </a:cxn>
                <a:cxn ang="0">
                  <a:pos x="T6" y="T7"/>
                </a:cxn>
                <a:cxn ang="0">
                  <a:pos x="T8" y="T9"/>
                </a:cxn>
              </a:cxnLst>
              <a:rect l="0" t="0" r="r" b="b"/>
              <a:pathLst>
                <a:path w="37" h="48">
                  <a:moveTo>
                    <a:pt x="37" y="9"/>
                  </a:moveTo>
                  <a:lnTo>
                    <a:pt x="0" y="0"/>
                  </a:lnTo>
                  <a:lnTo>
                    <a:pt x="0" y="39"/>
                  </a:lnTo>
                  <a:lnTo>
                    <a:pt x="37" y="48"/>
                  </a:lnTo>
                  <a:lnTo>
                    <a:pt x="37" y="9"/>
                  </a:lnTo>
                  <a:close/>
                </a:path>
              </a:pathLst>
            </a:custGeom>
            <a:solidFill>
              <a:srgbClr val="3038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9" name="Freeform 8"/>
            <p:cNvSpPr>
              <a:spLocks/>
            </p:cNvSpPr>
            <p:nvPr/>
          </p:nvSpPr>
          <p:spPr bwMode="auto">
            <a:xfrm>
              <a:off x="1559393" y="5535703"/>
              <a:ext cx="4894263" cy="790575"/>
            </a:xfrm>
            <a:custGeom>
              <a:avLst/>
              <a:gdLst>
                <a:gd name="T0" fmla="*/ 0 w 3083"/>
                <a:gd name="T1" fmla="*/ 223 h 498"/>
                <a:gd name="T2" fmla="*/ 1244 w 3083"/>
                <a:gd name="T3" fmla="*/ 498 h 498"/>
                <a:gd name="T4" fmla="*/ 3083 w 3083"/>
                <a:gd name="T5" fmla="*/ 180 h 498"/>
                <a:gd name="T6" fmla="*/ 1786 w 3083"/>
                <a:gd name="T7" fmla="*/ 0 h 498"/>
                <a:gd name="T8" fmla="*/ 0 w 3083"/>
                <a:gd name="T9" fmla="*/ 223 h 498"/>
              </a:gdLst>
              <a:ahLst/>
              <a:cxnLst>
                <a:cxn ang="0">
                  <a:pos x="T0" y="T1"/>
                </a:cxn>
                <a:cxn ang="0">
                  <a:pos x="T2" y="T3"/>
                </a:cxn>
                <a:cxn ang="0">
                  <a:pos x="T4" y="T5"/>
                </a:cxn>
                <a:cxn ang="0">
                  <a:pos x="T6" y="T7"/>
                </a:cxn>
                <a:cxn ang="0">
                  <a:pos x="T8" y="T9"/>
                </a:cxn>
              </a:cxnLst>
              <a:rect l="0" t="0" r="r" b="b"/>
              <a:pathLst>
                <a:path w="3083" h="498">
                  <a:moveTo>
                    <a:pt x="0" y="223"/>
                  </a:moveTo>
                  <a:lnTo>
                    <a:pt x="1244" y="498"/>
                  </a:lnTo>
                  <a:lnTo>
                    <a:pt x="3083" y="180"/>
                  </a:lnTo>
                  <a:lnTo>
                    <a:pt x="1786" y="0"/>
                  </a:lnTo>
                  <a:lnTo>
                    <a:pt x="0" y="223"/>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0" name="Freeform 9"/>
            <p:cNvSpPr>
              <a:spLocks/>
            </p:cNvSpPr>
            <p:nvPr/>
          </p:nvSpPr>
          <p:spPr bwMode="auto">
            <a:xfrm>
              <a:off x="3894606" y="5827803"/>
              <a:ext cx="1604963" cy="292100"/>
            </a:xfrm>
            <a:custGeom>
              <a:avLst/>
              <a:gdLst>
                <a:gd name="T0" fmla="*/ 0 w 1011"/>
                <a:gd name="T1" fmla="*/ 92 h 184"/>
                <a:gd name="T2" fmla="*/ 590 w 1011"/>
                <a:gd name="T3" fmla="*/ 0 h 184"/>
                <a:gd name="T4" fmla="*/ 1011 w 1011"/>
                <a:gd name="T5" fmla="*/ 78 h 184"/>
                <a:gd name="T6" fmla="*/ 411 w 1011"/>
                <a:gd name="T7" fmla="*/ 184 h 184"/>
                <a:gd name="T8" fmla="*/ 0 w 1011"/>
                <a:gd name="T9" fmla="*/ 92 h 184"/>
              </a:gdLst>
              <a:ahLst/>
              <a:cxnLst>
                <a:cxn ang="0">
                  <a:pos x="T0" y="T1"/>
                </a:cxn>
                <a:cxn ang="0">
                  <a:pos x="T2" y="T3"/>
                </a:cxn>
                <a:cxn ang="0">
                  <a:pos x="T4" y="T5"/>
                </a:cxn>
                <a:cxn ang="0">
                  <a:pos x="T6" y="T7"/>
                </a:cxn>
                <a:cxn ang="0">
                  <a:pos x="T8" y="T9"/>
                </a:cxn>
              </a:cxnLst>
              <a:rect l="0" t="0" r="r" b="b"/>
              <a:pathLst>
                <a:path w="1011" h="184">
                  <a:moveTo>
                    <a:pt x="0" y="92"/>
                  </a:moveTo>
                  <a:lnTo>
                    <a:pt x="590" y="0"/>
                  </a:lnTo>
                  <a:lnTo>
                    <a:pt x="1011" y="78"/>
                  </a:lnTo>
                  <a:lnTo>
                    <a:pt x="411" y="184"/>
                  </a:lnTo>
                  <a:lnTo>
                    <a:pt x="0" y="92"/>
                  </a:ln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1" name="Freeform 10"/>
            <p:cNvSpPr>
              <a:spLocks/>
            </p:cNvSpPr>
            <p:nvPr/>
          </p:nvSpPr>
          <p:spPr bwMode="auto">
            <a:xfrm>
              <a:off x="1949918" y="5565866"/>
              <a:ext cx="3427413" cy="538163"/>
            </a:xfrm>
            <a:custGeom>
              <a:avLst/>
              <a:gdLst>
                <a:gd name="T0" fmla="*/ 0 w 2159"/>
                <a:gd name="T1" fmla="*/ 218 h 339"/>
                <a:gd name="T2" fmla="*/ 557 w 2159"/>
                <a:gd name="T3" fmla="*/ 339 h 339"/>
                <a:gd name="T4" fmla="*/ 2159 w 2159"/>
                <a:gd name="T5" fmla="*/ 102 h 339"/>
                <a:gd name="T6" fmla="*/ 1574 w 2159"/>
                <a:gd name="T7" fmla="*/ 0 h 339"/>
                <a:gd name="T8" fmla="*/ 0 w 2159"/>
                <a:gd name="T9" fmla="*/ 218 h 339"/>
              </a:gdLst>
              <a:ahLst/>
              <a:cxnLst>
                <a:cxn ang="0">
                  <a:pos x="T0" y="T1"/>
                </a:cxn>
                <a:cxn ang="0">
                  <a:pos x="T2" y="T3"/>
                </a:cxn>
                <a:cxn ang="0">
                  <a:pos x="T4" y="T5"/>
                </a:cxn>
                <a:cxn ang="0">
                  <a:pos x="T6" y="T7"/>
                </a:cxn>
                <a:cxn ang="0">
                  <a:pos x="T8" y="T9"/>
                </a:cxn>
              </a:cxnLst>
              <a:rect l="0" t="0" r="r" b="b"/>
              <a:pathLst>
                <a:path w="2159" h="339">
                  <a:moveTo>
                    <a:pt x="0" y="218"/>
                  </a:moveTo>
                  <a:lnTo>
                    <a:pt x="557" y="339"/>
                  </a:lnTo>
                  <a:lnTo>
                    <a:pt x="2159" y="102"/>
                  </a:lnTo>
                  <a:lnTo>
                    <a:pt x="1574" y="0"/>
                  </a:lnTo>
                  <a:lnTo>
                    <a:pt x="0" y="218"/>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2" name="Freeform 11"/>
            <p:cNvSpPr>
              <a:spLocks/>
            </p:cNvSpPr>
            <p:nvPr/>
          </p:nvSpPr>
          <p:spPr bwMode="auto">
            <a:xfrm>
              <a:off x="945031" y="3254466"/>
              <a:ext cx="3449638" cy="2635250"/>
            </a:xfrm>
            <a:custGeom>
              <a:avLst/>
              <a:gdLst>
                <a:gd name="T0" fmla="*/ 387 w 2173"/>
                <a:gd name="T1" fmla="*/ 1660 h 1660"/>
                <a:gd name="T2" fmla="*/ 2173 w 2173"/>
                <a:gd name="T3" fmla="*/ 1437 h 1660"/>
                <a:gd name="T4" fmla="*/ 1829 w 2173"/>
                <a:gd name="T5" fmla="*/ 35 h 1660"/>
                <a:gd name="T6" fmla="*/ 0 w 2173"/>
                <a:gd name="T7" fmla="*/ 0 h 1660"/>
                <a:gd name="T8" fmla="*/ 387 w 2173"/>
                <a:gd name="T9" fmla="*/ 1660 h 1660"/>
              </a:gdLst>
              <a:ahLst/>
              <a:cxnLst>
                <a:cxn ang="0">
                  <a:pos x="T0" y="T1"/>
                </a:cxn>
                <a:cxn ang="0">
                  <a:pos x="T2" y="T3"/>
                </a:cxn>
                <a:cxn ang="0">
                  <a:pos x="T4" y="T5"/>
                </a:cxn>
                <a:cxn ang="0">
                  <a:pos x="T6" y="T7"/>
                </a:cxn>
                <a:cxn ang="0">
                  <a:pos x="T8" y="T9"/>
                </a:cxn>
              </a:cxnLst>
              <a:rect l="0" t="0" r="r" b="b"/>
              <a:pathLst>
                <a:path w="2173" h="1660">
                  <a:moveTo>
                    <a:pt x="387" y="1660"/>
                  </a:moveTo>
                  <a:lnTo>
                    <a:pt x="2173" y="1437"/>
                  </a:lnTo>
                  <a:lnTo>
                    <a:pt x="1829" y="35"/>
                  </a:lnTo>
                  <a:lnTo>
                    <a:pt x="0" y="0"/>
                  </a:lnTo>
                  <a:lnTo>
                    <a:pt x="387" y="1660"/>
                  </a:lnTo>
                  <a:close/>
                </a:path>
              </a:pathLst>
            </a:custGeom>
            <a:solidFill>
              <a:srgbClr val="9A9E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3" name="Freeform 12"/>
            <p:cNvSpPr>
              <a:spLocks/>
            </p:cNvSpPr>
            <p:nvPr/>
          </p:nvSpPr>
          <p:spPr bwMode="auto">
            <a:xfrm>
              <a:off x="914868" y="3254466"/>
              <a:ext cx="658813" cy="2803525"/>
            </a:xfrm>
            <a:custGeom>
              <a:avLst/>
              <a:gdLst>
                <a:gd name="T0" fmla="*/ 19 w 415"/>
                <a:gd name="T1" fmla="*/ 0 h 1766"/>
                <a:gd name="T2" fmla="*/ 0 w 415"/>
                <a:gd name="T3" fmla="*/ 35 h 1766"/>
                <a:gd name="T4" fmla="*/ 406 w 415"/>
                <a:gd name="T5" fmla="*/ 1766 h 1766"/>
                <a:gd name="T6" fmla="*/ 415 w 415"/>
                <a:gd name="T7" fmla="*/ 1679 h 1766"/>
                <a:gd name="T8" fmla="*/ 19 w 415"/>
                <a:gd name="T9" fmla="*/ 0 h 1766"/>
              </a:gdLst>
              <a:ahLst/>
              <a:cxnLst>
                <a:cxn ang="0">
                  <a:pos x="T0" y="T1"/>
                </a:cxn>
                <a:cxn ang="0">
                  <a:pos x="T2" y="T3"/>
                </a:cxn>
                <a:cxn ang="0">
                  <a:pos x="T4" y="T5"/>
                </a:cxn>
                <a:cxn ang="0">
                  <a:pos x="T6" y="T7"/>
                </a:cxn>
                <a:cxn ang="0">
                  <a:pos x="T8" y="T9"/>
                </a:cxn>
              </a:cxnLst>
              <a:rect l="0" t="0" r="r" b="b"/>
              <a:pathLst>
                <a:path w="415" h="1766">
                  <a:moveTo>
                    <a:pt x="19" y="0"/>
                  </a:moveTo>
                  <a:lnTo>
                    <a:pt x="0" y="35"/>
                  </a:lnTo>
                  <a:lnTo>
                    <a:pt x="406" y="1766"/>
                  </a:lnTo>
                  <a:lnTo>
                    <a:pt x="415" y="1679"/>
                  </a:lnTo>
                  <a:lnTo>
                    <a:pt x="19" y="0"/>
                  </a:lnTo>
                  <a:close/>
                </a:path>
              </a:pathLst>
            </a:custGeom>
            <a:solidFill>
              <a:srgbClr val="555E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5" name="Freeform 14"/>
            <p:cNvSpPr>
              <a:spLocks/>
            </p:cNvSpPr>
            <p:nvPr/>
          </p:nvSpPr>
          <p:spPr bwMode="auto">
            <a:xfrm>
              <a:off x="4072406" y="5857966"/>
              <a:ext cx="1258888" cy="230188"/>
            </a:xfrm>
            <a:custGeom>
              <a:avLst/>
              <a:gdLst>
                <a:gd name="T0" fmla="*/ 0 w 793"/>
                <a:gd name="T1" fmla="*/ 77 h 145"/>
                <a:gd name="T2" fmla="*/ 299 w 793"/>
                <a:gd name="T3" fmla="*/ 145 h 145"/>
                <a:gd name="T4" fmla="*/ 793 w 793"/>
                <a:gd name="T5" fmla="*/ 59 h 145"/>
                <a:gd name="T6" fmla="*/ 484 w 793"/>
                <a:gd name="T7" fmla="*/ 0 h 145"/>
                <a:gd name="T8" fmla="*/ 0 w 793"/>
                <a:gd name="T9" fmla="*/ 77 h 145"/>
              </a:gdLst>
              <a:ahLst/>
              <a:cxnLst>
                <a:cxn ang="0">
                  <a:pos x="T0" y="T1"/>
                </a:cxn>
                <a:cxn ang="0">
                  <a:pos x="T2" y="T3"/>
                </a:cxn>
                <a:cxn ang="0">
                  <a:pos x="T4" y="T5"/>
                </a:cxn>
                <a:cxn ang="0">
                  <a:pos x="T6" y="T7"/>
                </a:cxn>
                <a:cxn ang="0">
                  <a:pos x="T8" y="T9"/>
                </a:cxn>
              </a:cxnLst>
              <a:rect l="0" t="0" r="r" b="b"/>
              <a:pathLst>
                <a:path w="793" h="145">
                  <a:moveTo>
                    <a:pt x="0" y="77"/>
                  </a:moveTo>
                  <a:lnTo>
                    <a:pt x="299" y="145"/>
                  </a:lnTo>
                  <a:lnTo>
                    <a:pt x="793" y="59"/>
                  </a:lnTo>
                  <a:lnTo>
                    <a:pt x="484" y="0"/>
                  </a:lnTo>
                  <a:lnTo>
                    <a:pt x="0" y="77"/>
                  </a:lnTo>
                  <a:close/>
                </a:path>
              </a:pathLst>
            </a:cu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6" name="Freeform 15"/>
            <p:cNvSpPr>
              <a:spLocks/>
            </p:cNvSpPr>
            <p:nvPr/>
          </p:nvSpPr>
          <p:spPr bwMode="auto">
            <a:xfrm>
              <a:off x="3408831" y="5905591"/>
              <a:ext cx="255588" cy="53975"/>
            </a:xfrm>
            <a:custGeom>
              <a:avLst/>
              <a:gdLst>
                <a:gd name="T0" fmla="*/ 71 w 112"/>
                <a:gd name="T1" fmla="*/ 0 h 24"/>
                <a:gd name="T2" fmla="*/ 0 w 112"/>
                <a:gd name="T3" fmla="*/ 10 h 24"/>
                <a:gd name="T4" fmla="*/ 41 w 112"/>
                <a:gd name="T5" fmla="*/ 24 h 24"/>
                <a:gd name="T6" fmla="*/ 112 w 112"/>
                <a:gd name="T7" fmla="*/ 14 h 24"/>
                <a:gd name="T8" fmla="*/ 71 w 112"/>
                <a:gd name="T9" fmla="*/ 0 h 24"/>
              </a:gdLst>
              <a:ahLst/>
              <a:cxnLst>
                <a:cxn ang="0">
                  <a:pos x="T0" y="T1"/>
                </a:cxn>
                <a:cxn ang="0">
                  <a:pos x="T2" y="T3"/>
                </a:cxn>
                <a:cxn ang="0">
                  <a:pos x="T4" y="T5"/>
                </a:cxn>
                <a:cxn ang="0">
                  <a:pos x="T6" y="T7"/>
                </a:cxn>
                <a:cxn ang="0">
                  <a:pos x="T8" y="T9"/>
                </a:cxn>
              </a:cxnLst>
              <a:rect l="0" t="0" r="r" b="b"/>
              <a:pathLst>
                <a:path w="112" h="24">
                  <a:moveTo>
                    <a:pt x="71" y="0"/>
                  </a:moveTo>
                  <a:cubicBezTo>
                    <a:pt x="0" y="10"/>
                    <a:pt x="0" y="10"/>
                    <a:pt x="0" y="10"/>
                  </a:cubicBezTo>
                  <a:cubicBezTo>
                    <a:pt x="13" y="15"/>
                    <a:pt x="27" y="20"/>
                    <a:pt x="41" y="24"/>
                  </a:cubicBezTo>
                  <a:cubicBezTo>
                    <a:pt x="112" y="14"/>
                    <a:pt x="112" y="14"/>
                    <a:pt x="112" y="14"/>
                  </a:cubicBezTo>
                  <a:cubicBezTo>
                    <a:pt x="98" y="10"/>
                    <a:pt x="85" y="5"/>
                    <a:pt x="71"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7" name="Freeform 16"/>
            <p:cNvSpPr>
              <a:spLocks/>
            </p:cNvSpPr>
            <p:nvPr/>
          </p:nvSpPr>
          <p:spPr bwMode="auto">
            <a:xfrm>
              <a:off x="4505793" y="5757953"/>
              <a:ext cx="179388" cy="39688"/>
            </a:xfrm>
            <a:custGeom>
              <a:avLst/>
              <a:gdLst>
                <a:gd name="T0" fmla="*/ 38 w 79"/>
                <a:gd name="T1" fmla="*/ 0 h 18"/>
                <a:gd name="T2" fmla="*/ 0 w 79"/>
                <a:gd name="T3" fmla="*/ 6 h 18"/>
                <a:gd name="T4" fmla="*/ 42 w 79"/>
                <a:gd name="T5" fmla="*/ 18 h 18"/>
                <a:gd name="T6" fmla="*/ 79 w 79"/>
                <a:gd name="T7" fmla="*/ 13 h 18"/>
                <a:gd name="T8" fmla="*/ 38 w 79"/>
                <a:gd name="T9" fmla="*/ 0 h 18"/>
              </a:gdLst>
              <a:ahLst/>
              <a:cxnLst>
                <a:cxn ang="0">
                  <a:pos x="T0" y="T1"/>
                </a:cxn>
                <a:cxn ang="0">
                  <a:pos x="T2" y="T3"/>
                </a:cxn>
                <a:cxn ang="0">
                  <a:pos x="T4" y="T5"/>
                </a:cxn>
                <a:cxn ang="0">
                  <a:pos x="T6" y="T7"/>
                </a:cxn>
                <a:cxn ang="0">
                  <a:pos x="T8" y="T9"/>
                </a:cxn>
              </a:cxnLst>
              <a:rect l="0" t="0" r="r" b="b"/>
              <a:pathLst>
                <a:path w="79" h="18">
                  <a:moveTo>
                    <a:pt x="38" y="0"/>
                  </a:moveTo>
                  <a:cubicBezTo>
                    <a:pt x="0" y="6"/>
                    <a:pt x="0" y="6"/>
                    <a:pt x="0" y="6"/>
                  </a:cubicBezTo>
                  <a:cubicBezTo>
                    <a:pt x="14" y="10"/>
                    <a:pt x="28" y="14"/>
                    <a:pt x="42" y="18"/>
                  </a:cubicBezTo>
                  <a:cubicBezTo>
                    <a:pt x="79" y="13"/>
                    <a:pt x="79" y="13"/>
                    <a:pt x="79" y="13"/>
                  </a:cubicBezTo>
                  <a:cubicBezTo>
                    <a:pt x="65" y="9"/>
                    <a:pt x="51" y="5"/>
                    <a:pt x="38"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8" name="Freeform 17"/>
            <p:cNvSpPr>
              <a:spLocks/>
            </p:cNvSpPr>
            <p:nvPr/>
          </p:nvSpPr>
          <p:spPr bwMode="auto">
            <a:xfrm>
              <a:off x="4916956" y="5691278"/>
              <a:ext cx="268288" cy="46038"/>
            </a:xfrm>
            <a:custGeom>
              <a:avLst/>
              <a:gdLst>
                <a:gd name="T0" fmla="*/ 47 w 118"/>
                <a:gd name="T1" fmla="*/ 20 h 20"/>
                <a:gd name="T2" fmla="*/ 118 w 118"/>
                <a:gd name="T3" fmla="*/ 9 h 20"/>
                <a:gd name="T4" fmla="*/ 59 w 118"/>
                <a:gd name="T5" fmla="*/ 0 h 20"/>
                <a:gd name="T6" fmla="*/ 0 w 118"/>
                <a:gd name="T7" fmla="*/ 9 h 20"/>
                <a:gd name="T8" fmla="*/ 47 w 118"/>
                <a:gd name="T9" fmla="*/ 20 h 20"/>
              </a:gdLst>
              <a:ahLst/>
              <a:cxnLst>
                <a:cxn ang="0">
                  <a:pos x="T0" y="T1"/>
                </a:cxn>
                <a:cxn ang="0">
                  <a:pos x="T2" y="T3"/>
                </a:cxn>
                <a:cxn ang="0">
                  <a:pos x="T4" y="T5"/>
                </a:cxn>
                <a:cxn ang="0">
                  <a:pos x="T6" y="T7"/>
                </a:cxn>
                <a:cxn ang="0">
                  <a:pos x="T8" y="T9"/>
                </a:cxn>
              </a:cxnLst>
              <a:rect l="0" t="0" r="r" b="b"/>
              <a:pathLst>
                <a:path w="118" h="20">
                  <a:moveTo>
                    <a:pt x="47" y="20"/>
                  </a:moveTo>
                  <a:cubicBezTo>
                    <a:pt x="118" y="9"/>
                    <a:pt x="118" y="9"/>
                    <a:pt x="118" y="9"/>
                  </a:cubicBezTo>
                  <a:cubicBezTo>
                    <a:pt x="59" y="0"/>
                    <a:pt x="59" y="0"/>
                    <a:pt x="59" y="0"/>
                  </a:cubicBezTo>
                  <a:cubicBezTo>
                    <a:pt x="0" y="9"/>
                    <a:pt x="0" y="9"/>
                    <a:pt x="0" y="9"/>
                  </a:cubicBezTo>
                  <a:cubicBezTo>
                    <a:pt x="16" y="12"/>
                    <a:pt x="31" y="16"/>
                    <a:pt x="47" y="2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19" name="Freeform 18"/>
            <p:cNvSpPr>
              <a:spLocks/>
            </p:cNvSpPr>
            <p:nvPr/>
          </p:nvSpPr>
          <p:spPr bwMode="auto">
            <a:xfrm>
              <a:off x="4761381" y="5716678"/>
              <a:ext cx="220663" cy="44450"/>
            </a:xfrm>
            <a:custGeom>
              <a:avLst/>
              <a:gdLst>
                <a:gd name="T0" fmla="*/ 50 w 97"/>
                <a:gd name="T1" fmla="*/ 0 h 20"/>
                <a:gd name="T2" fmla="*/ 0 w 97"/>
                <a:gd name="T3" fmla="*/ 7 h 20"/>
                <a:gd name="T4" fmla="*/ 41 w 97"/>
                <a:gd name="T5" fmla="*/ 20 h 20"/>
                <a:gd name="T6" fmla="*/ 97 w 97"/>
                <a:gd name="T7" fmla="*/ 12 h 20"/>
                <a:gd name="T8" fmla="*/ 50 w 97"/>
                <a:gd name="T9" fmla="*/ 0 h 20"/>
              </a:gdLst>
              <a:ahLst/>
              <a:cxnLst>
                <a:cxn ang="0">
                  <a:pos x="T0" y="T1"/>
                </a:cxn>
                <a:cxn ang="0">
                  <a:pos x="T2" y="T3"/>
                </a:cxn>
                <a:cxn ang="0">
                  <a:pos x="T4" y="T5"/>
                </a:cxn>
                <a:cxn ang="0">
                  <a:pos x="T6" y="T7"/>
                </a:cxn>
                <a:cxn ang="0">
                  <a:pos x="T8" y="T9"/>
                </a:cxn>
              </a:cxnLst>
              <a:rect l="0" t="0" r="r" b="b"/>
              <a:pathLst>
                <a:path w="97" h="20">
                  <a:moveTo>
                    <a:pt x="50" y="0"/>
                  </a:moveTo>
                  <a:cubicBezTo>
                    <a:pt x="0" y="7"/>
                    <a:pt x="0" y="7"/>
                    <a:pt x="0" y="7"/>
                  </a:cubicBezTo>
                  <a:cubicBezTo>
                    <a:pt x="13" y="12"/>
                    <a:pt x="27" y="16"/>
                    <a:pt x="41" y="20"/>
                  </a:cubicBezTo>
                  <a:cubicBezTo>
                    <a:pt x="97" y="12"/>
                    <a:pt x="97" y="12"/>
                    <a:pt x="97" y="12"/>
                  </a:cubicBezTo>
                  <a:cubicBezTo>
                    <a:pt x="81" y="8"/>
                    <a:pt x="66" y="4"/>
                    <a:pt x="50"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0" name="Freeform 19"/>
            <p:cNvSpPr>
              <a:spLocks/>
            </p:cNvSpPr>
            <p:nvPr/>
          </p:nvSpPr>
          <p:spPr bwMode="auto">
            <a:xfrm>
              <a:off x="4626443" y="5737316"/>
              <a:ext cx="192088" cy="42863"/>
            </a:xfrm>
            <a:custGeom>
              <a:avLst/>
              <a:gdLst>
                <a:gd name="T0" fmla="*/ 45 w 84"/>
                <a:gd name="T1" fmla="*/ 0 h 19"/>
                <a:gd name="T2" fmla="*/ 0 w 84"/>
                <a:gd name="T3" fmla="*/ 7 h 19"/>
                <a:gd name="T4" fmla="*/ 42 w 84"/>
                <a:gd name="T5" fmla="*/ 19 h 19"/>
                <a:gd name="T6" fmla="*/ 84 w 84"/>
                <a:gd name="T7" fmla="*/ 13 h 19"/>
                <a:gd name="T8" fmla="*/ 45 w 84"/>
                <a:gd name="T9" fmla="*/ 0 h 19"/>
              </a:gdLst>
              <a:ahLst/>
              <a:cxnLst>
                <a:cxn ang="0">
                  <a:pos x="T0" y="T1"/>
                </a:cxn>
                <a:cxn ang="0">
                  <a:pos x="T2" y="T3"/>
                </a:cxn>
                <a:cxn ang="0">
                  <a:pos x="T4" y="T5"/>
                </a:cxn>
                <a:cxn ang="0">
                  <a:pos x="T6" y="T7"/>
                </a:cxn>
                <a:cxn ang="0">
                  <a:pos x="T8" y="T9"/>
                </a:cxn>
              </a:cxnLst>
              <a:rect l="0" t="0" r="r" b="b"/>
              <a:pathLst>
                <a:path w="84" h="19">
                  <a:moveTo>
                    <a:pt x="45" y="0"/>
                  </a:moveTo>
                  <a:cubicBezTo>
                    <a:pt x="0" y="7"/>
                    <a:pt x="0" y="7"/>
                    <a:pt x="0" y="7"/>
                  </a:cubicBezTo>
                  <a:cubicBezTo>
                    <a:pt x="14" y="11"/>
                    <a:pt x="28" y="15"/>
                    <a:pt x="42" y="19"/>
                  </a:cubicBezTo>
                  <a:cubicBezTo>
                    <a:pt x="84" y="13"/>
                    <a:pt x="84" y="13"/>
                    <a:pt x="84" y="13"/>
                  </a:cubicBezTo>
                  <a:cubicBezTo>
                    <a:pt x="71" y="9"/>
                    <a:pt x="58" y="5"/>
                    <a:pt x="45"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1" name="Freeform 20"/>
            <p:cNvSpPr>
              <a:spLocks/>
            </p:cNvSpPr>
            <p:nvPr/>
          </p:nvSpPr>
          <p:spPr bwMode="auto">
            <a:xfrm>
              <a:off x="3602506" y="5775416"/>
              <a:ext cx="965200" cy="157163"/>
            </a:xfrm>
            <a:custGeom>
              <a:avLst/>
              <a:gdLst>
                <a:gd name="T0" fmla="*/ 380 w 423"/>
                <a:gd name="T1" fmla="*/ 0 h 69"/>
                <a:gd name="T2" fmla="*/ 0 w 423"/>
                <a:gd name="T3" fmla="*/ 55 h 69"/>
                <a:gd name="T4" fmla="*/ 43 w 423"/>
                <a:gd name="T5" fmla="*/ 69 h 69"/>
                <a:gd name="T6" fmla="*/ 423 w 423"/>
                <a:gd name="T7" fmla="*/ 12 h 69"/>
                <a:gd name="T8" fmla="*/ 380 w 423"/>
                <a:gd name="T9" fmla="*/ 0 h 69"/>
              </a:gdLst>
              <a:ahLst/>
              <a:cxnLst>
                <a:cxn ang="0">
                  <a:pos x="T0" y="T1"/>
                </a:cxn>
                <a:cxn ang="0">
                  <a:pos x="T2" y="T3"/>
                </a:cxn>
                <a:cxn ang="0">
                  <a:pos x="T4" y="T5"/>
                </a:cxn>
                <a:cxn ang="0">
                  <a:pos x="T6" y="T7"/>
                </a:cxn>
                <a:cxn ang="0">
                  <a:pos x="T8" y="T9"/>
                </a:cxn>
              </a:cxnLst>
              <a:rect l="0" t="0" r="r" b="b"/>
              <a:pathLst>
                <a:path w="423" h="69">
                  <a:moveTo>
                    <a:pt x="380" y="0"/>
                  </a:moveTo>
                  <a:cubicBezTo>
                    <a:pt x="0" y="55"/>
                    <a:pt x="0" y="55"/>
                    <a:pt x="0" y="55"/>
                  </a:cubicBezTo>
                  <a:cubicBezTo>
                    <a:pt x="14" y="60"/>
                    <a:pt x="29" y="64"/>
                    <a:pt x="43" y="69"/>
                  </a:cubicBezTo>
                  <a:cubicBezTo>
                    <a:pt x="423" y="12"/>
                    <a:pt x="423" y="12"/>
                    <a:pt x="423" y="12"/>
                  </a:cubicBezTo>
                  <a:cubicBezTo>
                    <a:pt x="408" y="8"/>
                    <a:pt x="394" y="4"/>
                    <a:pt x="380"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2" name="Freeform 21"/>
            <p:cNvSpPr>
              <a:spLocks/>
            </p:cNvSpPr>
            <p:nvPr/>
          </p:nvSpPr>
          <p:spPr bwMode="auto">
            <a:xfrm>
              <a:off x="3246906" y="5932578"/>
              <a:ext cx="220663" cy="50800"/>
            </a:xfrm>
            <a:custGeom>
              <a:avLst/>
              <a:gdLst>
                <a:gd name="T0" fmla="*/ 57 w 97"/>
                <a:gd name="T1" fmla="*/ 0 h 22"/>
                <a:gd name="T2" fmla="*/ 0 w 97"/>
                <a:gd name="T3" fmla="*/ 9 h 22"/>
                <a:gd name="T4" fmla="*/ 45 w 97"/>
                <a:gd name="T5" fmla="*/ 22 h 22"/>
                <a:gd name="T6" fmla="*/ 97 w 97"/>
                <a:gd name="T7" fmla="*/ 15 h 22"/>
                <a:gd name="T8" fmla="*/ 57 w 97"/>
                <a:gd name="T9" fmla="*/ 0 h 22"/>
              </a:gdLst>
              <a:ahLst/>
              <a:cxnLst>
                <a:cxn ang="0">
                  <a:pos x="T0" y="T1"/>
                </a:cxn>
                <a:cxn ang="0">
                  <a:pos x="T2" y="T3"/>
                </a:cxn>
                <a:cxn ang="0">
                  <a:pos x="T4" y="T5"/>
                </a:cxn>
                <a:cxn ang="0">
                  <a:pos x="T6" y="T7"/>
                </a:cxn>
                <a:cxn ang="0">
                  <a:pos x="T8" y="T9"/>
                </a:cxn>
              </a:cxnLst>
              <a:rect l="0" t="0" r="r" b="b"/>
              <a:pathLst>
                <a:path w="97" h="22">
                  <a:moveTo>
                    <a:pt x="57" y="0"/>
                  </a:moveTo>
                  <a:cubicBezTo>
                    <a:pt x="0" y="9"/>
                    <a:pt x="0" y="9"/>
                    <a:pt x="0" y="9"/>
                  </a:cubicBezTo>
                  <a:cubicBezTo>
                    <a:pt x="15" y="13"/>
                    <a:pt x="30" y="17"/>
                    <a:pt x="45" y="22"/>
                  </a:cubicBezTo>
                  <a:cubicBezTo>
                    <a:pt x="97" y="15"/>
                    <a:pt x="97" y="15"/>
                    <a:pt x="97" y="15"/>
                  </a:cubicBezTo>
                  <a:cubicBezTo>
                    <a:pt x="84" y="10"/>
                    <a:pt x="70" y="5"/>
                    <a:pt x="57"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3" name="Freeform 22"/>
            <p:cNvSpPr>
              <a:spLocks/>
            </p:cNvSpPr>
            <p:nvPr/>
          </p:nvSpPr>
          <p:spPr bwMode="auto">
            <a:xfrm>
              <a:off x="2996081" y="5957978"/>
              <a:ext cx="319088" cy="58738"/>
            </a:xfrm>
            <a:custGeom>
              <a:avLst/>
              <a:gdLst>
                <a:gd name="T0" fmla="*/ 93 w 140"/>
                <a:gd name="T1" fmla="*/ 0 h 26"/>
                <a:gd name="T2" fmla="*/ 0 w 140"/>
                <a:gd name="T3" fmla="*/ 13 h 26"/>
                <a:gd name="T4" fmla="*/ 55 w 140"/>
                <a:gd name="T5" fmla="*/ 26 h 26"/>
                <a:gd name="T6" fmla="*/ 140 w 140"/>
                <a:gd name="T7" fmla="*/ 14 h 26"/>
                <a:gd name="T8" fmla="*/ 93 w 140"/>
                <a:gd name="T9" fmla="*/ 0 h 26"/>
              </a:gdLst>
              <a:ahLst/>
              <a:cxnLst>
                <a:cxn ang="0">
                  <a:pos x="T0" y="T1"/>
                </a:cxn>
                <a:cxn ang="0">
                  <a:pos x="T2" y="T3"/>
                </a:cxn>
                <a:cxn ang="0">
                  <a:pos x="T4" y="T5"/>
                </a:cxn>
                <a:cxn ang="0">
                  <a:pos x="T6" y="T7"/>
                </a:cxn>
                <a:cxn ang="0">
                  <a:pos x="T8" y="T9"/>
                </a:cxn>
              </a:cxnLst>
              <a:rect l="0" t="0" r="r" b="b"/>
              <a:pathLst>
                <a:path w="140" h="26">
                  <a:moveTo>
                    <a:pt x="93" y="0"/>
                  </a:moveTo>
                  <a:cubicBezTo>
                    <a:pt x="0" y="13"/>
                    <a:pt x="0" y="13"/>
                    <a:pt x="0" y="13"/>
                  </a:cubicBezTo>
                  <a:cubicBezTo>
                    <a:pt x="19" y="17"/>
                    <a:pt x="37" y="21"/>
                    <a:pt x="55" y="26"/>
                  </a:cubicBezTo>
                  <a:cubicBezTo>
                    <a:pt x="140" y="14"/>
                    <a:pt x="140" y="14"/>
                    <a:pt x="140" y="14"/>
                  </a:cubicBezTo>
                  <a:cubicBezTo>
                    <a:pt x="124" y="9"/>
                    <a:pt x="109" y="4"/>
                    <a:pt x="93"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4" name="Freeform 23"/>
            <p:cNvSpPr>
              <a:spLocks/>
            </p:cNvSpPr>
            <p:nvPr/>
          </p:nvSpPr>
          <p:spPr bwMode="auto">
            <a:xfrm>
              <a:off x="2740493" y="5996078"/>
              <a:ext cx="342900" cy="57150"/>
            </a:xfrm>
            <a:custGeom>
              <a:avLst/>
              <a:gdLst>
                <a:gd name="T0" fmla="*/ 90 w 150"/>
                <a:gd name="T1" fmla="*/ 0 h 25"/>
                <a:gd name="T2" fmla="*/ 0 w 150"/>
                <a:gd name="T3" fmla="*/ 13 h 25"/>
                <a:gd name="T4" fmla="*/ 61 w 150"/>
                <a:gd name="T5" fmla="*/ 25 h 25"/>
                <a:gd name="T6" fmla="*/ 150 w 150"/>
                <a:gd name="T7" fmla="*/ 12 h 25"/>
                <a:gd name="T8" fmla="*/ 90 w 150"/>
                <a:gd name="T9" fmla="*/ 0 h 25"/>
              </a:gdLst>
              <a:ahLst/>
              <a:cxnLst>
                <a:cxn ang="0">
                  <a:pos x="T0" y="T1"/>
                </a:cxn>
                <a:cxn ang="0">
                  <a:pos x="T2" y="T3"/>
                </a:cxn>
                <a:cxn ang="0">
                  <a:pos x="T4" y="T5"/>
                </a:cxn>
                <a:cxn ang="0">
                  <a:pos x="T6" y="T7"/>
                </a:cxn>
                <a:cxn ang="0">
                  <a:pos x="T8" y="T9"/>
                </a:cxn>
              </a:cxnLst>
              <a:rect l="0" t="0" r="r" b="b"/>
              <a:pathLst>
                <a:path w="150" h="25">
                  <a:moveTo>
                    <a:pt x="90" y="0"/>
                  </a:moveTo>
                  <a:cubicBezTo>
                    <a:pt x="0" y="13"/>
                    <a:pt x="0" y="13"/>
                    <a:pt x="0" y="13"/>
                  </a:cubicBezTo>
                  <a:cubicBezTo>
                    <a:pt x="61" y="25"/>
                    <a:pt x="61" y="25"/>
                    <a:pt x="61" y="25"/>
                  </a:cubicBezTo>
                  <a:cubicBezTo>
                    <a:pt x="150" y="12"/>
                    <a:pt x="150" y="12"/>
                    <a:pt x="150" y="12"/>
                  </a:cubicBezTo>
                  <a:cubicBezTo>
                    <a:pt x="130" y="6"/>
                    <a:pt x="110" y="2"/>
                    <a:pt x="90"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5" name="Freeform 24"/>
            <p:cNvSpPr>
              <a:spLocks/>
            </p:cNvSpPr>
            <p:nvPr/>
          </p:nvSpPr>
          <p:spPr bwMode="auto">
            <a:xfrm>
              <a:off x="4677243" y="5659528"/>
              <a:ext cx="320675" cy="53975"/>
            </a:xfrm>
            <a:custGeom>
              <a:avLst/>
              <a:gdLst>
                <a:gd name="T0" fmla="*/ 50 w 141"/>
                <a:gd name="T1" fmla="*/ 24 h 24"/>
                <a:gd name="T2" fmla="*/ 141 w 141"/>
                <a:gd name="T3" fmla="*/ 11 h 24"/>
                <a:gd name="T4" fmla="*/ 72 w 141"/>
                <a:gd name="T5" fmla="*/ 0 h 24"/>
                <a:gd name="T6" fmla="*/ 0 w 141"/>
                <a:gd name="T7" fmla="*/ 10 h 24"/>
                <a:gd name="T8" fmla="*/ 50 w 141"/>
                <a:gd name="T9" fmla="*/ 24 h 24"/>
              </a:gdLst>
              <a:ahLst/>
              <a:cxnLst>
                <a:cxn ang="0">
                  <a:pos x="T0" y="T1"/>
                </a:cxn>
                <a:cxn ang="0">
                  <a:pos x="T2" y="T3"/>
                </a:cxn>
                <a:cxn ang="0">
                  <a:pos x="T4" y="T5"/>
                </a:cxn>
                <a:cxn ang="0">
                  <a:pos x="T6" y="T7"/>
                </a:cxn>
                <a:cxn ang="0">
                  <a:pos x="T8" y="T9"/>
                </a:cxn>
              </a:cxnLst>
              <a:rect l="0" t="0" r="r" b="b"/>
              <a:pathLst>
                <a:path w="141" h="24">
                  <a:moveTo>
                    <a:pt x="50" y="24"/>
                  </a:moveTo>
                  <a:cubicBezTo>
                    <a:pt x="141" y="11"/>
                    <a:pt x="141" y="11"/>
                    <a:pt x="141" y="11"/>
                  </a:cubicBezTo>
                  <a:cubicBezTo>
                    <a:pt x="72" y="0"/>
                    <a:pt x="72" y="0"/>
                    <a:pt x="72" y="0"/>
                  </a:cubicBezTo>
                  <a:cubicBezTo>
                    <a:pt x="0" y="10"/>
                    <a:pt x="0" y="10"/>
                    <a:pt x="0" y="10"/>
                  </a:cubicBezTo>
                  <a:cubicBezTo>
                    <a:pt x="16" y="15"/>
                    <a:pt x="33" y="19"/>
                    <a:pt x="50" y="24"/>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6" name="Freeform 25"/>
            <p:cNvSpPr>
              <a:spLocks/>
            </p:cNvSpPr>
            <p:nvPr/>
          </p:nvSpPr>
          <p:spPr bwMode="auto">
            <a:xfrm>
              <a:off x="4332756" y="5686516"/>
              <a:ext cx="419100" cy="77788"/>
            </a:xfrm>
            <a:custGeom>
              <a:avLst/>
              <a:gdLst>
                <a:gd name="T0" fmla="*/ 134 w 184"/>
                <a:gd name="T1" fmla="*/ 0 h 34"/>
                <a:gd name="T2" fmla="*/ 0 w 184"/>
                <a:gd name="T3" fmla="*/ 20 h 34"/>
                <a:gd name="T4" fmla="*/ 47 w 184"/>
                <a:gd name="T5" fmla="*/ 34 h 34"/>
                <a:gd name="T6" fmla="*/ 184 w 184"/>
                <a:gd name="T7" fmla="*/ 14 h 34"/>
                <a:gd name="T8" fmla="*/ 134 w 184"/>
                <a:gd name="T9" fmla="*/ 0 h 34"/>
              </a:gdLst>
              <a:ahLst/>
              <a:cxnLst>
                <a:cxn ang="0">
                  <a:pos x="T0" y="T1"/>
                </a:cxn>
                <a:cxn ang="0">
                  <a:pos x="T2" y="T3"/>
                </a:cxn>
                <a:cxn ang="0">
                  <a:pos x="T4" y="T5"/>
                </a:cxn>
                <a:cxn ang="0">
                  <a:pos x="T6" y="T7"/>
                </a:cxn>
                <a:cxn ang="0">
                  <a:pos x="T8" y="T9"/>
                </a:cxn>
              </a:cxnLst>
              <a:rect l="0" t="0" r="r" b="b"/>
              <a:pathLst>
                <a:path w="184" h="34">
                  <a:moveTo>
                    <a:pt x="134" y="0"/>
                  </a:moveTo>
                  <a:cubicBezTo>
                    <a:pt x="0" y="20"/>
                    <a:pt x="0" y="20"/>
                    <a:pt x="0" y="20"/>
                  </a:cubicBezTo>
                  <a:cubicBezTo>
                    <a:pt x="16" y="25"/>
                    <a:pt x="31" y="29"/>
                    <a:pt x="47" y="34"/>
                  </a:cubicBezTo>
                  <a:cubicBezTo>
                    <a:pt x="184" y="14"/>
                    <a:pt x="184" y="14"/>
                    <a:pt x="184" y="14"/>
                  </a:cubicBezTo>
                  <a:cubicBezTo>
                    <a:pt x="167" y="10"/>
                    <a:pt x="151" y="5"/>
                    <a:pt x="134"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7" name="Freeform 26"/>
            <p:cNvSpPr>
              <a:spLocks/>
            </p:cNvSpPr>
            <p:nvPr/>
          </p:nvSpPr>
          <p:spPr bwMode="auto">
            <a:xfrm>
              <a:off x="4154956" y="5737316"/>
              <a:ext cx="247650" cy="57150"/>
            </a:xfrm>
            <a:custGeom>
              <a:avLst/>
              <a:gdLst>
                <a:gd name="T0" fmla="*/ 33 w 109"/>
                <a:gd name="T1" fmla="*/ 25 h 25"/>
                <a:gd name="T2" fmla="*/ 109 w 109"/>
                <a:gd name="T3" fmla="*/ 14 h 25"/>
                <a:gd name="T4" fmla="*/ 63 w 109"/>
                <a:gd name="T5" fmla="*/ 0 h 25"/>
                <a:gd name="T6" fmla="*/ 0 w 109"/>
                <a:gd name="T7" fmla="*/ 9 h 25"/>
                <a:gd name="T8" fmla="*/ 33 w 109"/>
                <a:gd name="T9" fmla="*/ 25 h 25"/>
              </a:gdLst>
              <a:ahLst/>
              <a:cxnLst>
                <a:cxn ang="0">
                  <a:pos x="T0" y="T1"/>
                </a:cxn>
                <a:cxn ang="0">
                  <a:pos x="T2" y="T3"/>
                </a:cxn>
                <a:cxn ang="0">
                  <a:pos x="T4" y="T5"/>
                </a:cxn>
                <a:cxn ang="0">
                  <a:pos x="T6" y="T7"/>
                </a:cxn>
                <a:cxn ang="0">
                  <a:pos x="T8" y="T9"/>
                </a:cxn>
              </a:cxnLst>
              <a:rect l="0" t="0" r="r" b="b"/>
              <a:pathLst>
                <a:path w="109" h="25">
                  <a:moveTo>
                    <a:pt x="33" y="25"/>
                  </a:moveTo>
                  <a:cubicBezTo>
                    <a:pt x="109" y="14"/>
                    <a:pt x="109" y="14"/>
                    <a:pt x="109" y="14"/>
                  </a:cubicBezTo>
                  <a:cubicBezTo>
                    <a:pt x="94" y="10"/>
                    <a:pt x="78" y="5"/>
                    <a:pt x="63" y="0"/>
                  </a:cubicBezTo>
                  <a:cubicBezTo>
                    <a:pt x="0" y="9"/>
                    <a:pt x="0" y="9"/>
                    <a:pt x="0" y="9"/>
                  </a:cubicBezTo>
                  <a:cubicBezTo>
                    <a:pt x="11" y="14"/>
                    <a:pt x="22" y="20"/>
                    <a:pt x="33" y="25"/>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8" name="Freeform 27"/>
            <p:cNvSpPr>
              <a:spLocks/>
            </p:cNvSpPr>
            <p:nvPr/>
          </p:nvSpPr>
          <p:spPr bwMode="auto">
            <a:xfrm>
              <a:off x="3972393" y="5761128"/>
              <a:ext cx="231775" cy="55563"/>
            </a:xfrm>
            <a:custGeom>
              <a:avLst/>
              <a:gdLst>
                <a:gd name="T0" fmla="*/ 67 w 102"/>
                <a:gd name="T1" fmla="*/ 0 h 24"/>
                <a:gd name="T2" fmla="*/ 0 w 102"/>
                <a:gd name="T3" fmla="*/ 10 h 24"/>
                <a:gd name="T4" fmla="*/ 44 w 102"/>
                <a:gd name="T5" fmla="*/ 24 h 24"/>
                <a:gd name="T6" fmla="*/ 102 w 102"/>
                <a:gd name="T7" fmla="*/ 16 h 24"/>
                <a:gd name="T8" fmla="*/ 67 w 102"/>
                <a:gd name="T9" fmla="*/ 0 h 24"/>
              </a:gdLst>
              <a:ahLst/>
              <a:cxnLst>
                <a:cxn ang="0">
                  <a:pos x="T0" y="T1"/>
                </a:cxn>
                <a:cxn ang="0">
                  <a:pos x="T2" y="T3"/>
                </a:cxn>
                <a:cxn ang="0">
                  <a:pos x="T4" y="T5"/>
                </a:cxn>
                <a:cxn ang="0">
                  <a:pos x="T6" y="T7"/>
                </a:cxn>
                <a:cxn ang="0">
                  <a:pos x="T8" y="T9"/>
                </a:cxn>
              </a:cxnLst>
              <a:rect l="0" t="0" r="r" b="b"/>
              <a:pathLst>
                <a:path w="102" h="24">
                  <a:moveTo>
                    <a:pt x="67" y="0"/>
                  </a:moveTo>
                  <a:cubicBezTo>
                    <a:pt x="0" y="10"/>
                    <a:pt x="0" y="10"/>
                    <a:pt x="0" y="10"/>
                  </a:cubicBezTo>
                  <a:cubicBezTo>
                    <a:pt x="14" y="14"/>
                    <a:pt x="29" y="19"/>
                    <a:pt x="44" y="24"/>
                  </a:cubicBezTo>
                  <a:cubicBezTo>
                    <a:pt x="102" y="16"/>
                    <a:pt x="102" y="16"/>
                    <a:pt x="102" y="16"/>
                  </a:cubicBezTo>
                  <a:cubicBezTo>
                    <a:pt x="90" y="10"/>
                    <a:pt x="79" y="5"/>
                    <a:pt x="67"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9" name="Freeform 28"/>
            <p:cNvSpPr>
              <a:spLocks/>
            </p:cNvSpPr>
            <p:nvPr/>
          </p:nvSpPr>
          <p:spPr bwMode="auto">
            <a:xfrm>
              <a:off x="3772368" y="5789703"/>
              <a:ext cx="266700" cy="57150"/>
            </a:xfrm>
            <a:custGeom>
              <a:avLst/>
              <a:gdLst>
                <a:gd name="T0" fmla="*/ 72 w 117"/>
                <a:gd name="T1" fmla="*/ 0 h 25"/>
                <a:gd name="T2" fmla="*/ 0 w 117"/>
                <a:gd name="T3" fmla="*/ 10 h 25"/>
                <a:gd name="T4" fmla="*/ 47 w 117"/>
                <a:gd name="T5" fmla="*/ 25 h 25"/>
                <a:gd name="T6" fmla="*/ 117 w 117"/>
                <a:gd name="T7" fmla="*/ 14 h 25"/>
                <a:gd name="T8" fmla="*/ 72 w 117"/>
                <a:gd name="T9" fmla="*/ 0 h 25"/>
              </a:gdLst>
              <a:ahLst/>
              <a:cxnLst>
                <a:cxn ang="0">
                  <a:pos x="T0" y="T1"/>
                </a:cxn>
                <a:cxn ang="0">
                  <a:pos x="T2" y="T3"/>
                </a:cxn>
                <a:cxn ang="0">
                  <a:pos x="T4" y="T5"/>
                </a:cxn>
                <a:cxn ang="0">
                  <a:pos x="T6" y="T7"/>
                </a:cxn>
                <a:cxn ang="0">
                  <a:pos x="T8" y="T9"/>
                </a:cxn>
              </a:cxnLst>
              <a:rect l="0" t="0" r="r" b="b"/>
              <a:pathLst>
                <a:path w="117" h="25">
                  <a:moveTo>
                    <a:pt x="72" y="0"/>
                  </a:moveTo>
                  <a:cubicBezTo>
                    <a:pt x="0" y="10"/>
                    <a:pt x="0" y="10"/>
                    <a:pt x="0" y="10"/>
                  </a:cubicBezTo>
                  <a:cubicBezTo>
                    <a:pt x="16" y="14"/>
                    <a:pt x="31" y="20"/>
                    <a:pt x="47" y="25"/>
                  </a:cubicBezTo>
                  <a:cubicBezTo>
                    <a:pt x="117" y="14"/>
                    <a:pt x="117" y="14"/>
                    <a:pt x="117" y="14"/>
                  </a:cubicBezTo>
                  <a:cubicBezTo>
                    <a:pt x="102" y="9"/>
                    <a:pt x="87" y="5"/>
                    <a:pt x="72"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0" name="Freeform 29"/>
            <p:cNvSpPr>
              <a:spLocks/>
            </p:cNvSpPr>
            <p:nvPr/>
          </p:nvSpPr>
          <p:spPr bwMode="auto">
            <a:xfrm>
              <a:off x="3537418" y="5818278"/>
              <a:ext cx="306388" cy="61913"/>
            </a:xfrm>
            <a:custGeom>
              <a:avLst/>
              <a:gdLst>
                <a:gd name="T0" fmla="*/ 85 w 135"/>
                <a:gd name="T1" fmla="*/ 0 h 27"/>
                <a:gd name="T2" fmla="*/ 0 w 135"/>
                <a:gd name="T3" fmla="*/ 12 h 27"/>
                <a:gd name="T4" fmla="*/ 44 w 135"/>
                <a:gd name="T5" fmla="*/ 27 h 27"/>
                <a:gd name="T6" fmla="*/ 135 w 135"/>
                <a:gd name="T7" fmla="*/ 14 h 27"/>
                <a:gd name="T8" fmla="*/ 85 w 135"/>
                <a:gd name="T9" fmla="*/ 0 h 27"/>
              </a:gdLst>
              <a:ahLst/>
              <a:cxnLst>
                <a:cxn ang="0">
                  <a:pos x="T0" y="T1"/>
                </a:cxn>
                <a:cxn ang="0">
                  <a:pos x="T2" y="T3"/>
                </a:cxn>
                <a:cxn ang="0">
                  <a:pos x="T4" y="T5"/>
                </a:cxn>
                <a:cxn ang="0">
                  <a:pos x="T6" y="T7"/>
                </a:cxn>
                <a:cxn ang="0">
                  <a:pos x="T8" y="T9"/>
                </a:cxn>
              </a:cxnLst>
              <a:rect l="0" t="0" r="r" b="b"/>
              <a:pathLst>
                <a:path w="135" h="27">
                  <a:moveTo>
                    <a:pt x="85" y="0"/>
                  </a:moveTo>
                  <a:cubicBezTo>
                    <a:pt x="0" y="12"/>
                    <a:pt x="0" y="12"/>
                    <a:pt x="0" y="12"/>
                  </a:cubicBezTo>
                  <a:cubicBezTo>
                    <a:pt x="15" y="16"/>
                    <a:pt x="29" y="21"/>
                    <a:pt x="44" y="27"/>
                  </a:cubicBezTo>
                  <a:cubicBezTo>
                    <a:pt x="135" y="14"/>
                    <a:pt x="135" y="14"/>
                    <a:pt x="135" y="14"/>
                  </a:cubicBezTo>
                  <a:cubicBezTo>
                    <a:pt x="118" y="9"/>
                    <a:pt x="102" y="4"/>
                    <a:pt x="85"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1" name="Freeform 30"/>
            <p:cNvSpPr>
              <a:spLocks/>
            </p:cNvSpPr>
            <p:nvPr/>
          </p:nvSpPr>
          <p:spPr bwMode="auto">
            <a:xfrm>
              <a:off x="3370731" y="5850028"/>
              <a:ext cx="234950" cy="52388"/>
            </a:xfrm>
            <a:custGeom>
              <a:avLst/>
              <a:gdLst>
                <a:gd name="T0" fmla="*/ 57 w 103"/>
                <a:gd name="T1" fmla="*/ 0 h 23"/>
                <a:gd name="T2" fmla="*/ 0 w 103"/>
                <a:gd name="T3" fmla="*/ 8 h 23"/>
                <a:gd name="T4" fmla="*/ 45 w 103"/>
                <a:gd name="T5" fmla="*/ 23 h 23"/>
                <a:gd name="T6" fmla="*/ 103 w 103"/>
                <a:gd name="T7" fmla="*/ 15 h 23"/>
                <a:gd name="T8" fmla="*/ 57 w 103"/>
                <a:gd name="T9" fmla="*/ 0 h 23"/>
              </a:gdLst>
              <a:ahLst/>
              <a:cxnLst>
                <a:cxn ang="0">
                  <a:pos x="T0" y="T1"/>
                </a:cxn>
                <a:cxn ang="0">
                  <a:pos x="T2" y="T3"/>
                </a:cxn>
                <a:cxn ang="0">
                  <a:pos x="T4" y="T5"/>
                </a:cxn>
                <a:cxn ang="0">
                  <a:pos x="T6" y="T7"/>
                </a:cxn>
                <a:cxn ang="0">
                  <a:pos x="T8" y="T9"/>
                </a:cxn>
              </a:cxnLst>
              <a:rect l="0" t="0" r="r" b="b"/>
              <a:pathLst>
                <a:path w="103" h="23">
                  <a:moveTo>
                    <a:pt x="57" y="0"/>
                  </a:moveTo>
                  <a:cubicBezTo>
                    <a:pt x="0" y="8"/>
                    <a:pt x="0" y="8"/>
                    <a:pt x="0" y="8"/>
                  </a:cubicBezTo>
                  <a:cubicBezTo>
                    <a:pt x="15" y="13"/>
                    <a:pt x="30" y="18"/>
                    <a:pt x="45" y="23"/>
                  </a:cubicBezTo>
                  <a:cubicBezTo>
                    <a:pt x="103" y="15"/>
                    <a:pt x="103" y="15"/>
                    <a:pt x="103" y="15"/>
                  </a:cubicBezTo>
                  <a:cubicBezTo>
                    <a:pt x="88" y="9"/>
                    <a:pt x="72" y="5"/>
                    <a:pt x="57"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2" name="Freeform 31"/>
            <p:cNvSpPr>
              <a:spLocks/>
            </p:cNvSpPr>
            <p:nvPr/>
          </p:nvSpPr>
          <p:spPr bwMode="auto">
            <a:xfrm>
              <a:off x="3192931" y="5875428"/>
              <a:ext cx="246063" cy="52388"/>
            </a:xfrm>
            <a:custGeom>
              <a:avLst/>
              <a:gdLst>
                <a:gd name="T0" fmla="*/ 63 w 108"/>
                <a:gd name="T1" fmla="*/ 0 h 23"/>
                <a:gd name="T2" fmla="*/ 0 w 108"/>
                <a:gd name="T3" fmla="*/ 9 h 23"/>
                <a:gd name="T4" fmla="*/ 49 w 108"/>
                <a:gd name="T5" fmla="*/ 23 h 23"/>
                <a:gd name="T6" fmla="*/ 108 w 108"/>
                <a:gd name="T7" fmla="*/ 15 h 23"/>
                <a:gd name="T8" fmla="*/ 63 w 108"/>
                <a:gd name="T9" fmla="*/ 0 h 23"/>
              </a:gdLst>
              <a:ahLst/>
              <a:cxnLst>
                <a:cxn ang="0">
                  <a:pos x="T0" y="T1"/>
                </a:cxn>
                <a:cxn ang="0">
                  <a:pos x="T2" y="T3"/>
                </a:cxn>
                <a:cxn ang="0">
                  <a:pos x="T4" y="T5"/>
                </a:cxn>
                <a:cxn ang="0">
                  <a:pos x="T6" y="T7"/>
                </a:cxn>
                <a:cxn ang="0">
                  <a:pos x="T8" y="T9"/>
                </a:cxn>
              </a:cxnLst>
              <a:rect l="0" t="0" r="r" b="b"/>
              <a:pathLst>
                <a:path w="108" h="23">
                  <a:moveTo>
                    <a:pt x="63" y="0"/>
                  </a:moveTo>
                  <a:cubicBezTo>
                    <a:pt x="0" y="9"/>
                    <a:pt x="0" y="9"/>
                    <a:pt x="0" y="9"/>
                  </a:cubicBezTo>
                  <a:cubicBezTo>
                    <a:pt x="16" y="14"/>
                    <a:pt x="33" y="18"/>
                    <a:pt x="49" y="23"/>
                  </a:cubicBezTo>
                  <a:cubicBezTo>
                    <a:pt x="108" y="15"/>
                    <a:pt x="108" y="15"/>
                    <a:pt x="108" y="15"/>
                  </a:cubicBezTo>
                  <a:cubicBezTo>
                    <a:pt x="93" y="9"/>
                    <a:pt x="78" y="4"/>
                    <a:pt x="63"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3" name="Freeform 32"/>
            <p:cNvSpPr>
              <a:spLocks/>
            </p:cNvSpPr>
            <p:nvPr/>
          </p:nvSpPr>
          <p:spPr bwMode="auto">
            <a:xfrm>
              <a:off x="3010368" y="5900828"/>
              <a:ext cx="257175" cy="50800"/>
            </a:xfrm>
            <a:custGeom>
              <a:avLst/>
              <a:gdLst>
                <a:gd name="T0" fmla="*/ 64 w 113"/>
                <a:gd name="T1" fmla="*/ 0 h 22"/>
                <a:gd name="T2" fmla="*/ 0 w 113"/>
                <a:gd name="T3" fmla="*/ 9 h 22"/>
                <a:gd name="T4" fmla="*/ 62 w 113"/>
                <a:gd name="T5" fmla="*/ 22 h 22"/>
                <a:gd name="T6" fmla="*/ 113 w 113"/>
                <a:gd name="T7" fmla="*/ 14 h 22"/>
                <a:gd name="T8" fmla="*/ 64 w 113"/>
                <a:gd name="T9" fmla="*/ 0 h 22"/>
              </a:gdLst>
              <a:ahLst/>
              <a:cxnLst>
                <a:cxn ang="0">
                  <a:pos x="T0" y="T1"/>
                </a:cxn>
                <a:cxn ang="0">
                  <a:pos x="T2" y="T3"/>
                </a:cxn>
                <a:cxn ang="0">
                  <a:pos x="T4" y="T5"/>
                </a:cxn>
                <a:cxn ang="0">
                  <a:pos x="T6" y="T7"/>
                </a:cxn>
                <a:cxn ang="0">
                  <a:pos x="T8" y="T9"/>
                </a:cxn>
              </a:cxnLst>
              <a:rect l="0" t="0" r="r" b="b"/>
              <a:pathLst>
                <a:path w="113" h="22">
                  <a:moveTo>
                    <a:pt x="64" y="0"/>
                  </a:moveTo>
                  <a:cubicBezTo>
                    <a:pt x="0" y="9"/>
                    <a:pt x="0" y="9"/>
                    <a:pt x="0" y="9"/>
                  </a:cubicBezTo>
                  <a:cubicBezTo>
                    <a:pt x="20" y="14"/>
                    <a:pt x="41" y="18"/>
                    <a:pt x="62" y="22"/>
                  </a:cubicBezTo>
                  <a:cubicBezTo>
                    <a:pt x="113" y="14"/>
                    <a:pt x="113" y="14"/>
                    <a:pt x="113" y="14"/>
                  </a:cubicBezTo>
                  <a:cubicBezTo>
                    <a:pt x="97" y="10"/>
                    <a:pt x="80" y="5"/>
                    <a:pt x="64"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4" name="Freeform 33"/>
            <p:cNvSpPr>
              <a:spLocks/>
            </p:cNvSpPr>
            <p:nvPr/>
          </p:nvSpPr>
          <p:spPr bwMode="auto">
            <a:xfrm>
              <a:off x="2549993" y="5927816"/>
              <a:ext cx="555625" cy="88900"/>
            </a:xfrm>
            <a:custGeom>
              <a:avLst/>
              <a:gdLst>
                <a:gd name="T0" fmla="*/ 183 w 244"/>
                <a:gd name="T1" fmla="*/ 0 h 39"/>
                <a:gd name="T2" fmla="*/ 0 w 244"/>
                <a:gd name="T3" fmla="*/ 26 h 39"/>
                <a:gd name="T4" fmla="*/ 64 w 244"/>
                <a:gd name="T5" fmla="*/ 39 h 39"/>
                <a:gd name="T6" fmla="*/ 244 w 244"/>
                <a:gd name="T7" fmla="*/ 13 h 39"/>
                <a:gd name="T8" fmla="*/ 183 w 244"/>
                <a:gd name="T9" fmla="*/ 0 h 39"/>
              </a:gdLst>
              <a:ahLst/>
              <a:cxnLst>
                <a:cxn ang="0">
                  <a:pos x="T0" y="T1"/>
                </a:cxn>
                <a:cxn ang="0">
                  <a:pos x="T2" y="T3"/>
                </a:cxn>
                <a:cxn ang="0">
                  <a:pos x="T4" y="T5"/>
                </a:cxn>
                <a:cxn ang="0">
                  <a:pos x="T6" y="T7"/>
                </a:cxn>
                <a:cxn ang="0">
                  <a:pos x="T8" y="T9"/>
                </a:cxn>
              </a:cxnLst>
              <a:rect l="0" t="0" r="r" b="b"/>
              <a:pathLst>
                <a:path w="244" h="39">
                  <a:moveTo>
                    <a:pt x="183" y="0"/>
                  </a:moveTo>
                  <a:cubicBezTo>
                    <a:pt x="0" y="26"/>
                    <a:pt x="0" y="26"/>
                    <a:pt x="0" y="26"/>
                  </a:cubicBezTo>
                  <a:cubicBezTo>
                    <a:pt x="64" y="39"/>
                    <a:pt x="64" y="39"/>
                    <a:pt x="64" y="39"/>
                  </a:cubicBezTo>
                  <a:cubicBezTo>
                    <a:pt x="244" y="13"/>
                    <a:pt x="244" y="13"/>
                    <a:pt x="244" y="13"/>
                  </a:cubicBezTo>
                  <a:cubicBezTo>
                    <a:pt x="224" y="9"/>
                    <a:pt x="203" y="5"/>
                    <a:pt x="183"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5" name="Freeform 34"/>
            <p:cNvSpPr>
              <a:spLocks/>
            </p:cNvSpPr>
            <p:nvPr/>
          </p:nvSpPr>
          <p:spPr bwMode="auto">
            <a:xfrm>
              <a:off x="3800943" y="5724616"/>
              <a:ext cx="254000" cy="60325"/>
            </a:xfrm>
            <a:custGeom>
              <a:avLst/>
              <a:gdLst>
                <a:gd name="T0" fmla="*/ 30 w 111"/>
                <a:gd name="T1" fmla="*/ 26 h 26"/>
                <a:gd name="T2" fmla="*/ 111 w 111"/>
                <a:gd name="T3" fmla="*/ 14 h 26"/>
                <a:gd name="T4" fmla="*/ 75 w 111"/>
                <a:gd name="T5" fmla="*/ 0 h 26"/>
                <a:gd name="T6" fmla="*/ 0 w 111"/>
                <a:gd name="T7" fmla="*/ 11 h 26"/>
                <a:gd name="T8" fmla="*/ 30 w 111"/>
                <a:gd name="T9" fmla="*/ 26 h 26"/>
              </a:gdLst>
              <a:ahLst/>
              <a:cxnLst>
                <a:cxn ang="0">
                  <a:pos x="T0" y="T1"/>
                </a:cxn>
                <a:cxn ang="0">
                  <a:pos x="T2" y="T3"/>
                </a:cxn>
                <a:cxn ang="0">
                  <a:pos x="T4" y="T5"/>
                </a:cxn>
                <a:cxn ang="0">
                  <a:pos x="T6" y="T7"/>
                </a:cxn>
                <a:cxn ang="0">
                  <a:pos x="T8" y="T9"/>
                </a:cxn>
              </a:cxnLst>
              <a:rect l="0" t="0" r="r" b="b"/>
              <a:pathLst>
                <a:path w="111" h="26">
                  <a:moveTo>
                    <a:pt x="30" y="26"/>
                  </a:moveTo>
                  <a:cubicBezTo>
                    <a:pt x="111" y="14"/>
                    <a:pt x="111" y="14"/>
                    <a:pt x="111" y="14"/>
                  </a:cubicBezTo>
                  <a:cubicBezTo>
                    <a:pt x="99" y="10"/>
                    <a:pt x="87" y="5"/>
                    <a:pt x="75" y="0"/>
                  </a:cubicBezTo>
                  <a:cubicBezTo>
                    <a:pt x="0" y="11"/>
                    <a:pt x="0" y="11"/>
                    <a:pt x="0" y="11"/>
                  </a:cubicBezTo>
                  <a:cubicBezTo>
                    <a:pt x="10" y="16"/>
                    <a:pt x="20" y="21"/>
                    <a:pt x="30" y="26"/>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6" name="Freeform 35"/>
            <p:cNvSpPr>
              <a:spLocks/>
            </p:cNvSpPr>
            <p:nvPr/>
          </p:nvSpPr>
          <p:spPr bwMode="auto">
            <a:xfrm>
              <a:off x="3565993" y="5754778"/>
              <a:ext cx="276225" cy="61913"/>
            </a:xfrm>
            <a:custGeom>
              <a:avLst/>
              <a:gdLst>
                <a:gd name="T0" fmla="*/ 91 w 121"/>
                <a:gd name="T1" fmla="*/ 0 h 27"/>
                <a:gd name="T2" fmla="*/ 0 w 121"/>
                <a:gd name="T3" fmla="*/ 13 h 27"/>
                <a:gd name="T4" fmla="*/ 34 w 121"/>
                <a:gd name="T5" fmla="*/ 27 h 27"/>
                <a:gd name="T6" fmla="*/ 121 w 121"/>
                <a:gd name="T7" fmla="*/ 15 h 27"/>
                <a:gd name="T8" fmla="*/ 91 w 121"/>
                <a:gd name="T9" fmla="*/ 0 h 27"/>
              </a:gdLst>
              <a:ahLst/>
              <a:cxnLst>
                <a:cxn ang="0">
                  <a:pos x="T0" y="T1"/>
                </a:cxn>
                <a:cxn ang="0">
                  <a:pos x="T2" y="T3"/>
                </a:cxn>
                <a:cxn ang="0">
                  <a:pos x="T4" y="T5"/>
                </a:cxn>
                <a:cxn ang="0">
                  <a:pos x="T6" y="T7"/>
                </a:cxn>
                <a:cxn ang="0">
                  <a:pos x="T8" y="T9"/>
                </a:cxn>
              </a:cxnLst>
              <a:rect l="0" t="0" r="r" b="b"/>
              <a:pathLst>
                <a:path w="121" h="27">
                  <a:moveTo>
                    <a:pt x="91" y="0"/>
                  </a:moveTo>
                  <a:cubicBezTo>
                    <a:pt x="0" y="13"/>
                    <a:pt x="0" y="13"/>
                    <a:pt x="0" y="13"/>
                  </a:cubicBezTo>
                  <a:cubicBezTo>
                    <a:pt x="12" y="18"/>
                    <a:pt x="23" y="22"/>
                    <a:pt x="34" y="27"/>
                  </a:cubicBezTo>
                  <a:cubicBezTo>
                    <a:pt x="121" y="15"/>
                    <a:pt x="121" y="15"/>
                    <a:pt x="121" y="15"/>
                  </a:cubicBezTo>
                  <a:cubicBezTo>
                    <a:pt x="111" y="10"/>
                    <a:pt x="101" y="5"/>
                    <a:pt x="91"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7" name="Freeform 36"/>
            <p:cNvSpPr>
              <a:spLocks/>
            </p:cNvSpPr>
            <p:nvPr/>
          </p:nvSpPr>
          <p:spPr bwMode="auto">
            <a:xfrm>
              <a:off x="3377081" y="5789703"/>
              <a:ext cx="239713" cy="53975"/>
            </a:xfrm>
            <a:custGeom>
              <a:avLst/>
              <a:gdLst>
                <a:gd name="T0" fmla="*/ 70 w 105"/>
                <a:gd name="T1" fmla="*/ 0 h 24"/>
                <a:gd name="T2" fmla="*/ 0 w 105"/>
                <a:gd name="T3" fmla="*/ 10 h 24"/>
                <a:gd name="T4" fmla="*/ 32 w 105"/>
                <a:gd name="T5" fmla="*/ 24 h 24"/>
                <a:gd name="T6" fmla="*/ 105 w 105"/>
                <a:gd name="T7" fmla="*/ 14 h 24"/>
                <a:gd name="T8" fmla="*/ 70 w 105"/>
                <a:gd name="T9" fmla="*/ 0 h 24"/>
              </a:gdLst>
              <a:ahLst/>
              <a:cxnLst>
                <a:cxn ang="0">
                  <a:pos x="T0" y="T1"/>
                </a:cxn>
                <a:cxn ang="0">
                  <a:pos x="T2" y="T3"/>
                </a:cxn>
                <a:cxn ang="0">
                  <a:pos x="T4" y="T5"/>
                </a:cxn>
                <a:cxn ang="0">
                  <a:pos x="T6" y="T7"/>
                </a:cxn>
                <a:cxn ang="0">
                  <a:pos x="T8" y="T9"/>
                </a:cxn>
              </a:cxnLst>
              <a:rect l="0" t="0" r="r" b="b"/>
              <a:pathLst>
                <a:path w="105" h="24">
                  <a:moveTo>
                    <a:pt x="70" y="0"/>
                  </a:moveTo>
                  <a:cubicBezTo>
                    <a:pt x="0" y="10"/>
                    <a:pt x="0" y="10"/>
                    <a:pt x="0" y="10"/>
                  </a:cubicBezTo>
                  <a:cubicBezTo>
                    <a:pt x="11" y="15"/>
                    <a:pt x="22" y="20"/>
                    <a:pt x="32" y="24"/>
                  </a:cubicBezTo>
                  <a:cubicBezTo>
                    <a:pt x="105" y="14"/>
                    <a:pt x="105" y="14"/>
                    <a:pt x="105" y="14"/>
                  </a:cubicBezTo>
                  <a:cubicBezTo>
                    <a:pt x="93" y="9"/>
                    <a:pt x="82" y="4"/>
                    <a:pt x="70"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8" name="Freeform 37"/>
            <p:cNvSpPr>
              <a:spLocks/>
            </p:cNvSpPr>
            <p:nvPr/>
          </p:nvSpPr>
          <p:spPr bwMode="auto">
            <a:xfrm>
              <a:off x="3184993" y="5816691"/>
              <a:ext cx="238125" cy="53975"/>
            </a:xfrm>
            <a:custGeom>
              <a:avLst/>
              <a:gdLst>
                <a:gd name="T0" fmla="*/ 72 w 104"/>
                <a:gd name="T1" fmla="*/ 0 h 24"/>
                <a:gd name="T2" fmla="*/ 0 w 104"/>
                <a:gd name="T3" fmla="*/ 10 h 24"/>
                <a:gd name="T4" fmla="*/ 34 w 104"/>
                <a:gd name="T5" fmla="*/ 24 h 24"/>
                <a:gd name="T6" fmla="*/ 104 w 104"/>
                <a:gd name="T7" fmla="*/ 14 h 24"/>
                <a:gd name="T8" fmla="*/ 72 w 104"/>
                <a:gd name="T9" fmla="*/ 0 h 24"/>
              </a:gdLst>
              <a:ahLst/>
              <a:cxnLst>
                <a:cxn ang="0">
                  <a:pos x="T0" y="T1"/>
                </a:cxn>
                <a:cxn ang="0">
                  <a:pos x="T2" y="T3"/>
                </a:cxn>
                <a:cxn ang="0">
                  <a:pos x="T4" y="T5"/>
                </a:cxn>
                <a:cxn ang="0">
                  <a:pos x="T6" y="T7"/>
                </a:cxn>
                <a:cxn ang="0">
                  <a:pos x="T8" y="T9"/>
                </a:cxn>
              </a:cxnLst>
              <a:rect l="0" t="0" r="r" b="b"/>
              <a:pathLst>
                <a:path w="104" h="24">
                  <a:moveTo>
                    <a:pt x="72" y="0"/>
                  </a:moveTo>
                  <a:cubicBezTo>
                    <a:pt x="0" y="10"/>
                    <a:pt x="0" y="10"/>
                    <a:pt x="0" y="10"/>
                  </a:cubicBezTo>
                  <a:cubicBezTo>
                    <a:pt x="11" y="15"/>
                    <a:pt x="23" y="19"/>
                    <a:pt x="34" y="24"/>
                  </a:cubicBezTo>
                  <a:cubicBezTo>
                    <a:pt x="104" y="14"/>
                    <a:pt x="104" y="14"/>
                    <a:pt x="104" y="14"/>
                  </a:cubicBezTo>
                  <a:cubicBezTo>
                    <a:pt x="93" y="9"/>
                    <a:pt x="83" y="4"/>
                    <a:pt x="72"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9" name="Freeform 38"/>
            <p:cNvSpPr>
              <a:spLocks/>
            </p:cNvSpPr>
            <p:nvPr/>
          </p:nvSpPr>
          <p:spPr bwMode="auto">
            <a:xfrm>
              <a:off x="2900831" y="5843678"/>
              <a:ext cx="333375" cy="66675"/>
            </a:xfrm>
            <a:custGeom>
              <a:avLst/>
              <a:gdLst>
                <a:gd name="T0" fmla="*/ 111 w 146"/>
                <a:gd name="T1" fmla="*/ 0 h 29"/>
                <a:gd name="T2" fmla="*/ 0 w 146"/>
                <a:gd name="T3" fmla="*/ 17 h 29"/>
                <a:gd name="T4" fmla="*/ 39 w 146"/>
                <a:gd name="T5" fmla="*/ 28 h 29"/>
                <a:gd name="T6" fmla="*/ 41 w 146"/>
                <a:gd name="T7" fmla="*/ 29 h 29"/>
                <a:gd name="T8" fmla="*/ 146 w 146"/>
                <a:gd name="T9" fmla="*/ 14 h 29"/>
                <a:gd name="T10" fmla="*/ 111 w 146"/>
                <a:gd name="T11" fmla="*/ 0 h 29"/>
              </a:gdLst>
              <a:ahLst/>
              <a:cxnLst>
                <a:cxn ang="0">
                  <a:pos x="T0" y="T1"/>
                </a:cxn>
                <a:cxn ang="0">
                  <a:pos x="T2" y="T3"/>
                </a:cxn>
                <a:cxn ang="0">
                  <a:pos x="T4" y="T5"/>
                </a:cxn>
                <a:cxn ang="0">
                  <a:pos x="T6" y="T7"/>
                </a:cxn>
                <a:cxn ang="0">
                  <a:pos x="T8" y="T9"/>
                </a:cxn>
                <a:cxn ang="0">
                  <a:pos x="T10" y="T11"/>
                </a:cxn>
              </a:cxnLst>
              <a:rect l="0" t="0" r="r" b="b"/>
              <a:pathLst>
                <a:path w="146" h="29">
                  <a:moveTo>
                    <a:pt x="111" y="0"/>
                  </a:moveTo>
                  <a:cubicBezTo>
                    <a:pt x="0" y="17"/>
                    <a:pt x="0" y="17"/>
                    <a:pt x="0" y="17"/>
                  </a:cubicBezTo>
                  <a:cubicBezTo>
                    <a:pt x="13" y="20"/>
                    <a:pt x="26" y="24"/>
                    <a:pt x="39" y="28"/>
                  </a:cubicBezTo>
                  <a:cubicBezTo>
                    <a:pt x="40" y="28"/>
                    <a:pt x="41" y="29"/>
                    <a:pt x="41" y="29"/>
                  </a:cubicBezTo>
                  <a:cubicBezTo>
                    <a:pt x="146" y="14"/>
                    <a:pt x="146" y="14"/>
                    <a:pt x="146" y="14"/>
                  </a:cubicBezTo>
                  <a:cubicBezTo>
                    <a:pt x="134" y="9"/>
                    <a:pt x="123" y="5"/>
                    <a:pt x="111"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40" name="Freeform 39"/>
            <p:cNvSpPr>
              <a:spLocks/>
            </p:cNvSpPr>
            <p:nvPr/>
          </p:nvSpPr>
          <p:spPr bwMode="auto">
            <a:xfrm>
              <a:off x="2656356" y="5886541"/>
              <a:ext cx="306388" cy="55563"/>
            </a:xfrm>
            <a:custGeom>
              <a:avLst/>
              <a:gdLst>
                <a:gd name="T0" fmla="*/ 90 w 134"/>
                <a:gd name="T1" fmla="*/ 0 h 24"/>
                <a:gd name="T2" fmla="*/ 0 w 134"/>
                <a:gd name="T3" fmla="*/ 13 h 24"/>
                <a:gd name="T4" fmla="*/ 53 w 134"/>
                <a:gd name="T5" fmla="*/ 24 h 24"/>
                <a:gd name="T6" fmla="*/ 134 w 134"/>
                <a:gd name="T7" fmla="*/ 12 h 24"/>
                <a:gd name="T8" fmla="*/ 90 w 134"/>
                <a:gd name="T9" fmla="*/ 0 h 24"/>
              </a:gdLst>
              <a:ahLst/>
              <a:cxnLst>
                <a:cxn ang="0">
                  <a:pos x="T0" y="T1"/>
                </a:cxn>
                <a:cxn ang="0">
                  <a:pos x="T2" y="T3"/>
                </a:cxn>
                <a:cxn ang="0">
                  <a:pos x="T4" y="T5"/>
                </a:cxn>
                <a:cxn ang="0">
                  <a:pos x="T6" y="T7"/>
                </a:cxn>
                <a:cxn ang="0">
                  <a:pos x="T8" y="T9"/>
                </a:cxn>
              </a:cxnLst>
              <a:rect l="0" t="0" r="r" b="b"/>
              <a:pathLst>
                <a:path w="134" h="24">
                  <a:moveTo>
                    <a:pt x="90" y="0"/>
                  </a:moveTo>
                  <a:cubicBezTo>
                    <a:pt x="0" y="13"/>
                    <a:pt x="0" y="13"/>
                    <a:pt x="0" y="13"/>
                  </a:cubicBezTo>
                  <a:cubicBezTo>
                    <a:pt x="18" y="17"/>
                    <a:pt x="35" y="20"/>
                    <a:pt x="53" y="24"/>
                  </a:cubicBezTo>
                  <a:cubicBezTo>
                    <a:pt x="134" y="12"/>
                    <a:pt x="134" y="12"/>
                    <a:pt x="134" y="12"/>
                  </a:cubicBezTo>
                  <a:cubicBezTo>
                    <a:pt x="119" y="8"/>
                    <a:pt x="105" y="4"/>
                    <a:pt x="90"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41" name="Freeform 40"/>
            <p:cNvSpPr>
              <a:spLocks/>
            </p:cNvSpPr>
            <p:nvPr/>
          </p:nvSpPr>
          <p:spPr bwMode="auto">
            <a:xfrm>
              <a:off x="2384893" y="5923053"/>
              <a:ext cx="347663" cy="57150"/>
            </a:xfrm>
            <a:custGeom>
              <a:avLst/>
              <a:gdLst>
                <a:gd name="T0" fmla="*/ 100 w 152"/>
                <a:gd name="T1" fmla="*/ 0 h 25"/>
                <a:gd name="T2" fmla="*/ 0 w 152"/>
                <a:gd name="T3" fmla="*/ 14 h 25"/>
                <a:gd name="T4" fmla="*/ 54 w 152"/>
                <a:gd name="T5" fmla="*/ 25 h 25"/>
                <a:gd name="T6" fmla="*/ 152 w 152"/>
                <a:gd name="T7" fmla="*/ 11 h 25"/>
                <a:gd name="T8" fmla="*/ 100 w 152"/>
                <a:gd name="T9" fmla="*/ 0 h 25"/>
              </a:gdLst>
              <a:ahLst/>
              <a:cxnLst>
                <a:cxn ang="0">
                  <a:pos x="T0" y="T1"/>
                </a:cxn>
                <a:cxn ang="0">
                  <a:pos x="T2" y="T3"/>
                </a:cxn>
                <a:cxn ang="0">
                  <a:pos x="T4" y="T5"/>
                </a:cxn>
                <a:cxn ang="0">
                  <a:pos x="T6" y="T7"/>
                </a:cxn>
                <a:cxn ang="0">
                  <a:pos x="T8" y="T9"/>
                </a:cxn>
              </a:cxnLst>
              <a:rect l="0" t="0" r="r" b="b"/>
              <a:pathLst>
                <a:path w="152" h="25">
                  <a:moveTo>
                    <a:pt x="100" y="0"/>
                  </a:moveTo>
                  <a:cubicBezTo>
                    <a:pt x="0" y="14"/>
                    <a:pt x="0" y="14"/>
                    <a:pt x="0" y="14"/>
                  </a:cubicBezTo>
                  <a:cubicBezTo>
                    <a:pt x="54" y="25"/>
                    <a:pt x="54" y="25"/>
                    <a:pt x="54" y="25"/>
                  </a:cubicBezTo>
                  <a:cubicBezTo>
                    <a:pt x="152" y="11"/>
                    <a:pt x="152" y="11"/>
                    <a:pt x="152" y="11"/>
                  </a:cubicBezTo>
                  <a:cubicBezTo>
                    <a:pt x="135" y="7"/>
                    <a:pt x="117" y="4"/>
                    <a:pt x="100"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42" name="Freeform 41"/>
            <p:cNvSpPr>
              <a:spLocks/>
            </p:cNvSpPr>
            <p:nvPr/>
          </p:nvSpPr>
          <p:spPr bwMode="auto">
            <a:xfrm>
              <a:off x="4248618" y="5627778"/>
              <a:ext cx="544513" cy="93663"/>
            </a:xfrm>
            <a:custGeom>
              <a:avLst/>
              <a:gdLst>
                <a:gd name="T0" fmla="*/ 29 w 239"/>
                <a:gd name="T1" fmla="*/ 41 h 41"/>
                <a:gd name="T2" fmla="*/ 239 w 239"/>
                <a:gd name="T3" fmla="*/ 11 h 41"/>
                <a:gd name="T4" fmla="*/ 173 w 239"/>
                <a:gd name="T5" fmla="*/ 0 h 41"/>
                <a:gd name="T6" fmla="*/ 0 w 239"/>
                <a:gd name="T7" fmla="*/ 25 h 41"/>
                <a:gd name="T8" fmla="*/ 29 w 239"/>
                <a:gd name="T9" fmla="*/ 41 h 41"/>
              </a:gdLst>
              <a:ahLst/>
              <a:cxnLst>
                <a:cxn ang="0">
                  <a:pos x="T0" y="T1"/>
                </a:cxn>
                <a:cxn ang="0">
                  <a:pos x="T2" y="T3"/>
                </a:cxn>
                <a:cxn ang="0">
                  <a:pos x="T4" y="T5"/>
                </a:cxn>
                <a:cxn ang="0">
                  <a:pos x="T6" y="T7"/>
                </a:cxn>
                <a:cxn ang="0">
                  <a:pos x="T8" y="T9"/>
                </a:cxn>
              </a:cxnLst>
              <a:rect l="0" t="0" r="r" b="b"/>
              <a:pathLst>
                <a:path w="239" h="41">
                  <a:moveTo>
                    <a:pt x="29" y="41"/>
                  </a:moveTo>
                  <a:cubicBezTo>
                    <a:pt x="239" y="11"/>
                    <a:pt x="239" y="11"/>
                    <a:pt x="239" y="11"/>
                  </a:cubicBezTo>
                  <a:cubicBezTo>
                    <a:pt x="173" y="0"/>
                    <a:pt x="173" y="0"/>
                    <a:pt x="173" y="0"/>
                  </a:cubicBezTo>
                  <a:cubicBezTo>
                    <a:pt x="0" y="25"/>
                    <a:pt x="0" y="25"/>
                    <a:pt x="0" y="25"/>
                  </a:cubicBezTo>
                  <a:cubicBezTo>
                    <a:pt x="10" y="30"/>
                    <a:pt x="19" y="35"/>
                    <a:pt x="29" y="41"/>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43" name="Freeform 42"/>
            <p:cNvSpPr>
              <a:spLocks/>
            </p:cNvSpPr>
            <p:nvPr/>
          </p:nvSpPr>
          <p:spPr bwMode="auto">
            <a:xfrm>
              <a:off x="4002556" y="5688103"/>
              <a:ext cx="287338" cy="65088"/>
            </a:xfrm>
            <a:custGeom>
              <a:avLst/>
              <a:gdLst>
                <a:gd name="T0" fmla="*/ 96 w 126"/>
                <a:gd name="T1" fmla="*/ 0 h 28"/>
                <a:gd name="T2" fmla="*/ 0 w 126"/>
                <a:gd name="T3" fmla="*/ 14 h 28"/>
                <a:gd name="T4" fmla="*/ 36 w 126"/>
                <a:gd name="T5" fmla="*/ 28 h 28"/>
                <a:gd name="T6" fmla="*/ 126 w 126"/>
                <a:gd name="T7" fmla="*/ 15 h 28"/>
                <a:gd name="T8" fmla="*/ 96 w 126"/>
                <a:gd name="T9" fmla="*/ 0 h 28"/>
              </a:gdLst>
              <a:ahLst/>
              <a:cxnLst>
                <a:cxn ang="0">
                  <a:pos x="T0" y="T1"/>
                </a:cxn>
                <a:cxn ang="0">
                  <a:pos x="T2" y="T3"/>
                </a:cxn>
                <a:cxn ang="0">
                  <a:pos x="T4" y="T5"/>
                </a:cxn>
                <a:cxn ang="0">
                  <a:pos x="T6" y="T7"/>
                </a:cxn>
                <a:cxn ang="0">
                  <a:pos x="T8" y="T9"/>
                </a:cxn>
              </a:cxnLst>
              <a:rect l="0" t="0" r="r" b="b"/>
              <a:pathLst>
                <a:path w="126" h="28">
                  <a:moveTo>
                    <a:pt x="96" y="0"/>
                  </a:moveTo>
                  <a:cubicBezTo>
                    <a:pt x="0" y="14"/>
                    <a:pt x="0" y="14"/>
                    <a:pt x="0" y="14"/>
                  </a:cubicBezTo>
                  <a:cubicBezTo>
                    <a:pt x="12" y="19"/>
                    <a:pt x="24" y="24"/>
                    <a:pt x="36" y="28"/>
                  </a:cubicBezTo>
                  <a:cubicBezTo>
                    <a:pt x="126" y="15"/>
                    <a:pt x="126" y="15"/>
                    <a:pt x="126" y="15"/>
                  </a:cubicBezTo>
                  <a:cubicBezTo>
                    <a:pt x="116" y="10"/>
                    <a:pt x="106" y="5"/>
                    <a:pt x="96" y="0"/>
                  </a:cubicBez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44" name="Freeform 43"/>
            <p:cNvSpPr>
              <a:spLocks/>
            </p:cNvSpPr>
            <p:nvPr/>
          </p:nvSpPr>
          <p:spPr bwMode="auto">
            <a:xfrm>
              <a:off x="2121368" y="5588091"/>
              <a:ext cx="2346325" cy="331788"/>
            </a:xfrm>
            <a:custGeom>
              <a:avLst/>
              <a:gdLst>
                <a:gd name="T0" fmla="*/ 1478 w 1478"/>
                <a:gd name="T1" fmla="*/ 8 h 209"/>
                <a:gd name="T2" fmla="*/ 1432 w 1478"/>
                <a:gd name="T3" fmla="*/ 0 h 209"/>
                <a:gd name="T4" fmla="*/ 0 w 1478"/>
                <a:gd name="T5" fmla="*/ 200 h 209"/>
                <a:gd name="T6" fmla="*/ 49 w 1478"/>
                <a:gd name="T7" fmla="*/ 209 h 209"/>
                <a:gd name="T8" fmla="*/ 1478 w 1478"/>
                <a:gd name="T9" fmla="*/ 8 h 209"/>
              </a:gdLst>
              <a:ahLst/>
              <a:cxnLst>
                <a:cxn ang="0">
                  <a:pos x="T0" y="T1"/>
                </a:cxn>
                <a:cxn ang="0">
                  <a:pos x="T2" y="T3"/>
                </a:cxn>
                <a:cxn ang="0">
                  <a:pos x="T4" y="T5"/>
                </a:cxn>
                <a:cxn ang="0">
                  <a:pos x="T6" y="T7"/>
                </a:cxn>
                <a:cxn ang="0">
                  <a:pos x="T8" y="T9"/>
                </a:cxn>
              </a:cxnLst>
              <a:rect l="0" t="0" r="r" b="b"/>
              <a:pathLst>
                <a:path w="1478" h="209">
                  <a:moveTo>
                    <a:pt x="1478" y="8"/>
                  </a:moveTo>
                  <a:lnTo>
                    <a:pt x="1432" y="0"/>
                  </a:lnTo>
                  <a:lnTo>
                    <a:pt x="0" y="200"/>
                  </a:lnTo>
                  <a:lnTo>
                    <a:pt x="49" y="209"/>
                  </a:lnTo>
                  <a:lnTo>
                    <a:pt x="1478" y="8"/>
                  </a:ln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45" name="Freeform 44"/>
            <p:cNvSpPr>
              <a:spLocks/>
            </p:cNvSpPr>
            <p:nvPr/>
          </p:nvSpPr>
          <p:spPr bwMode="auto">
            <a:xfrm>
              <a:off x="2230906" y="5607141"/>
              <a:ext cx="2373313" cy="341313"/>
            </a:xfrm>
            <a:custGeom>
              <a:avLst/>
              <a:gdLst>
                <a:gd name="T0" fmla="*/ 1434 w 1495"/>
                <a:gd name="T1" fmla="*/ 0 h 215"/>
                <a:gd name="T2" fmla="*/ 0 w 1495"/>
                <a:gd name="T3" fmla="*/ 201 h 215"/>
                <a:gd name="T4" fmla="*/ 76 w 1495"/>
                <a:gd name="T5" fmla="*/ 215 h 215"/>
                <a:gd name="T6" fmla="*/ 1495 w 1495"/>
                <a:gd name="T7" fmla="*/ 10 h 215"/>
                <a:gd name="T8" fmla="*/ 1434 w 1495"/>
                <a:gd name="T9" fmla="*/ 0 h 215"/>
              </a:gdLst>
              <a:ahLst/>
              <a:cxnLst>
                <a:cxn ang="0">
                  <a:pos x="T0" y="T1"/>
                </a:cxn>
                <a:cxn ang="0">
                  <a:pos x="T2" y="T3"/>
                </a:cxn>
                <a:cxn ang="0">
                  <a:pos x="T4" y="T5"/>
                </a:cxn>
                <a:cxn ang="0">
                  <a:pos x="T6" y="T7"/>
                </a:cxn>
                <a:cxn ang="0">
                  <a:pos x="T8" y="T9"/>
                </a:cxn>
              </a:cxnLst>
              <a:rect l="0" t="0" r="r" b="b"/>
              <a:pathLst>
                <a:path w="1495" h="215">
                  <a:moveTo>
                    <a:pt x="1434" y="0"/>
                  </a:moveTo>
                  <a:lnTo>
                    <a:pt x="0" y="201"/>
                  </a:lnTo>
                  <a:lnTo>
                    <a:pt x="76" y="215"/>
                  </a:lnTo>
                  <a:lnTo>
                    <a:pt x="1495" y="10"/>
                  </a:lnTo>
                  <a:lnTo>
                    <a:pt x="1434" y="0"/>
                  </a:lnTo>
                  <a:close/>
                </a:path>
              </a:pathLst>
            </a:custGeom>
            <a:solidFill>
              <a:srgbClr val="73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46" name="Rectangle 62"/>
            <p:cNvSpPr/>
            <p:nvPr/>
          </p:nvSpPr>
          <p:spPr>
            <a:xfrm>
              <a:off x="1165693" y="3498941"/>
              <a:ext cx="3082925" cy="2254476"/>
            </a:xfrm>
            <a:custGeom>
              <a:avLst/>
              <a:gdLst>
                <a:gd name="connsiteX0" fmla="*/ 0 w 2676525"/>
                <a:gd name="connsiteY0" fmla="*/ 0 h 2036762"/>
                <a:gd name="connsiteX1" fmla="*/ 2676525 w 2676525"/>
                <a:gd name="connsiteY1" fmla="*/ 0 h 2036762"/>
                <a:gd name="connsiteX2" fmla="*/ 2676525 w 2676525"/>
                <a:gd name="connsiteY2" fmla="*/ 2036762 h 2036762"/>
                <a:gd name="connsiteX3" fmla="*/ 0 w 2676525"/>
                <a:gd name="connsiteY3" fmla="*/ 2036762 h 2036762"/>
                <a:gd name="connsiteX4" fmla="*/ 0 w 2676525"/>
                <a:gd name="connsiteY4" fmla="*/ 0 h 2036762"/>
                <a:gd name="connsiteX0" fmla="*/ 0 w 3097439"/>
                <a:gd name="connsiteY0" fmla="*/ 0 h 2036762"/>
                <a:gd name="connsiteX1" fmla="*/ 2676525 w 3097439"/>
                <a:gd name="connsiteY1" fmla="*/ 0 h 2036762"/>
                <a:gd name="connsiteX2" fmla="*/ 3097439 w 3097439"/>
                <a:gd name="connsiteY2" fmla="*/ 1978705 h 2036762"/>
                <a:gd name="connsiteX3" fmla="*/ 0 w 3097439"/>
                <a:gd name="connsiteY3" fmla="*/ 2036762 h 2036762"/>
                <a:gd name="connsiteX4" fmla="*/ 0 w 3097439"/>
                <a:gd name="connsiteY4" fmla="*/ 0 h 2036762"/>
                <a:gd name="connsiteX0" fmla="*/ 0 w 3097439"/>
                <a:gd name="connsiteY0" fmla="*/ 0 h 2036762"/>
                <a:gd name="connsiteX1" fmla="*/ 2632982 w 3097439"/>
                <a:gd name="connsiteY1" fmla="*/ 0 h 2036762"/>
                <a:gd name="connsiteX2" fmla="*/ 3097439 w 3097439"/>
                <a:gd name="connsiteY2" fmla="*/ 1978705 h 2036762"/>
                <a:gd name="connsiteX3" fmla="*/ 0 w 3097439"/>
                <a:gd name="connsiteY3" fmla="*/ 2036762 h 2036762"/>
                <a:gd name="connsiteX4" fmla="*/ 0 w 3097439"/>
                <a:gd name="connsiteY4" fmla="*/ 0 h 2036762"/>
                <a:gd name="connsiteX0" fmla="*/ 0 w 3097439"/>
                <a:gd name="connsiteY0" fmla="*/ 0 h 2254476"/>
                <a:gd name="connsiteX1" fmla="*/ 2632982 w 3097439"/>
                <a:gd name="connsiteY1" fmla="*/ 0 h 2254476"/>
                <a:gd name="connsiteX2" fmla="*/ 3097439 w 3097439"/>
                <a:gd name="connsiteY2" fmla="*/ 1978705 h 2254476"/>
                <a:gd name="connsiteX3" fmla="*/ 551543 w 3097439"/>
                <a:gd name="connsiteY3" fmla="*/ 2254476 h 2254476"/>
                <a:gd name="connsiteX4" fmla="*/ 0 w 3097439"/>
                <a:gd name="connsiteY4" fmla="*/ 0 h 2254476"/>
                <a:gd name="connsiteX0" fmla="*/ 0 w 3082925"/>
                <a:gd name="connsiteY0" fmla="*/ 0 h 2254476"/>
                <a:gd name="connsiteX1" fmla="*/ 2632982 w 3082925"/>
                <a:gd name="connsiteY1" fmla="*/ 0 h 2254476"/>
                <a:gd name="connsiteX2" fmla="*/ 3082925 w 3082925"/>
                <a:gd name="connsiteY2" fmla="*/ 1935162 h 2254476"/>
                <a:gd name="connsiteX3" fmla="*/ 551543 w 3082925"/>
                <a:gd name="connsiteY3" fmla="*/ 2254476 h 2254476"/>
                <a:gd name="connsiteX4" fmla="*/ 0 w 3082925"/>
                <a:gd name="connsiteY4" fmla="*/ 0 h 2254476"/>
                <a:gd name="connsiteX0" fmla="*/ 0 w 3082925"/>
                <a:gd name="connsiteY0" fmla="*/ 0 h 2254476"/>
                <a:gd name="connsiteX1" fmla="*/ 2647496 w 3082925"/>
                <a:gd name="connsiteY1" fmla="*/ 0 h 2254476"/>
                <a:gd name="connsiteX2" fmla="*/ 3082925 w 3082925"/>
                <a:gd name="connsiteY2" fmla="*/ 1935162 h 2254476"/>
                <a:gd name="connsiteX3" fmla="*/ 551543 w 3082925"/>
                <a:gd name="connsiteY3" fmla="*/ 2254476 h 2254476"/>
                <a:gd name="connsiteX4" fmla="*/ 0 w 3082925"/>
                <a:gd name="connsiteY4" fmla="*/ 0 h 2254476"/>
                <a:gd name="connsiteX0" fmla="*/ 0 w 3082925"/>
                <a:gd name="connsiteY0" fmla="*/ 0 h 2254476"/>
                <a:gd name="connsiteX1" fmla="*/ 2603953 w 3082925"/>
                <a:gd name="connsiteY1" fmla="*/ 14514 h 2254476"/>
                <a:gd name="connsiteX2" fmla="*/ 3082925 w 3082925"/>
                <a:gd name="connsiteY2" fmla="*/ 1935162 h 2254476"/>
                <a:gd name="connsiteX3" fmla="*/ 551543 w 3082925"/>
                <a:gd name="connsiteY3" fmla="*/ 2254476 h 2254476"/>
                <a:gd name="connsiteX4" fmla="*/ 0 w 3082925"/>
                <a:gd name="connsiteY4" fmla="*/ 0 h 2254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2925" h="2254476">
                  <a:moveTo>
                    <a:pt x="0" y="0"/>
                  </a:moveTo>
                  <a:lnTo>
                    <a:pt x="2603953" y="14514"/>
                  </a:lnTo>
                  <a:lnTo>
                    <a:pt x="3082925" y="1935162"/>
                  </a:lnTo>
                  <a:lnTo>
                    <a:pt x="551543" y="225447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 name="Footer Placeholder 1"/>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1251744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6" presetClass="entr" presetSubtype="0" fill="hold" grpId="0" nodeType="withEffect">
                                  <p:stCondLst>
                                    <p:cond delay="0"/>
                                  </p:stCondLst>
                                  <p:iterate type="lt">
                                    <p:tmPct val="23077"/>
                                  </p:iterate>
                                  <p:childTnLst>
                                    <p:set>
                                      <p:cBhvr>
                                        <p:cTn id="6" dur="1" fill="hold">
                                          <p:stCondLst>
                                            <p:cond delay="0"/>
                                          </p:stCondLst>
                                        </p:cTn>
                                        <p:tgtEl>
                                          <p:spTgt spid="4"/>
                                        </p:tgtEl>
                                        <p:attrNameLst>
                                          <p:attrName>style.visibility</p:attrName>
                                        </p:attrNameLst>
                                      </p:cBhvr>
                                      <p:to>
                                        <p:strVal val="visible"/>
                                      </p:to>
                                    </p:set>
                                    <p:anim by="(-#ppt_w*2)" calcmode="lin" valueType="num">
                                      <p:cBhvr rctx="PPT">
                                        <p:cTn id="7" dur="50" autoRev="1" fill="hold">
                                          <p:stCondLst>
                                            <p:cond delay="0"/>
                                          </p:stCondLst>
                                        </p:cTn>
                                        <p:tgtEl>
                                          <p:spTgt spid="4"/>
                                        </p:tgtEl>
                                        <p:attrNameLst>
                                          <p:attrName>ppt_w</p:attrName>
                                        </p:attrNameLst>
                                      </p:cBhvr>
                                    </p:anim>
                                    <p:anim by="(#ppt_w*0.50)" calcmode="lin" valueType="num">
                                      <p:cBhvr>
                                        <p:cTn id="8" dur="50" decel="50000" autoRev="1" fill="hold">
                                          <p:stCondLst>
                                            <p:cond delay="0"/>
                                          </p:stCondLst>
                                        </p:cTn>
                                        <p:tgtEl>
                                          <p:spTgt spid="4"/>
                                        </p:tgtEl>
                                        <p:attrNameLst>
                                          <p:attrName>ppt_x</p:attrName>
                                        </p:attrNameLst>
                                      </p:cBhvr>
                                    </p:anim>
                                    <p:anim from="(-#ppt_h/2)" to="(#ppt_y)" calcmode="lin" valueType="num">
                                      <p:cBhvr>
                                        <p:cTn id="9" dur="100" fill="hold">
                                          <p:stCondLst>
                                            <p:cond delay="0"/>
                                          </p:stCondLst>
                                        </p:cTn>
                                        <p:tgtEl>
                                          <p:spTgt spid="4"/>
                                        </p:tgtEl>
                                        <p:attrNameLst>
                                          <p:attrName>ppt_y</p:attrName>
                                        </p:attrNameLst>
                                      </p:cBhvr>
                                    </p:anim>
                                    <p:animRot by="21600000">
                                      <p:cBhvr>
                                        <p:cTn id="10" dur="100" fill="hold">
                                          <p:stCondLst>
                                            <p:cond delay="0"/>
                                          </p:stCondLst>
                                        </p:cTn>
                                        <p:tgtEl>
                                          <p:spTgt spid="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142966" y="857232"/>
            <a:ext cx="9906069" cy="646331"/>
          </a:xfrm>
          <a:prstGeom prst="rect">
            <a:avLst/>
          </a:prstGeom>
        </p:spPr>
        <p:txBody>
          <a:bodyPr wrap="square">
            <a:spAutoFit/>
          </a:bodyPr>
          <a:lstStyle/>
          <a:p>
            <a:pPr algn="ctr" rtl="1"/>
            <a:r>
              <a:rPr lang="ar-SA" sz="3600" b="1" dirty="0">
                <a:solidFill>
                  <a:srgbClr val="00B050"/>
                </a:solidFill>
              </a:rPr>
              <a:t>أ- أنواع الشبكات:</a:t>
            </a:r>
            <a:endParaRPr lang="en-US" sz="3600" dirty="0">
              <a:solidFill>
                <a:srgbClr val="00B050"/>
              </a:solidFill>
            </a:endParaRPr>
          </a:p>
        </p:txBody>
      </p:sp>
      <p:grpSp>
        <p:nvGrpSpPr>
          <p:cNvPr id="3" name="Group 2"/>
          <p:cNvGrpSpPr/>
          <p:nvPr/>
        </p:nvGrpSpPr>
        <p:grpSpPr>
          <a:xfrm>
            <a:off x="1662511" y="190502"/>
            <a:ext cx="9906069" cy="707886"/>
            <a:chOff x="1246883" y="142876"/>
            <a:chExt cx="7429552" cy="530914"/>
          </a:xfrm>
        </p:grpSpPr>
        <p:sp>
          <p:nvSpPr>
            <p:cNvPr id="4" name="Rectangle 3"/>
            <p:cNvSpPr/>
            <p:nvPr/>
          </p:nvSpPr>
          <p:spPr>
            <a:xfrm>
              <a:off x="1246883" y="142876"/>
              <a:ext cx="7429552" cy="530914"/>
            </a:xfrm>
            <a:prstGeom prst="rect">
              <a:avLst/>
            </a:prstGeom>
          </p:spPr>
          <p:txBody>
            <a:bodyPr wrap="square">
              <a:spAutoFit/>
            </a:bodyPr>
            <a:lstStyle/>
            <a:p>
              <a:pPr marL="1657350" lvl="2" indent="-742950" algn="r" rtl="1">
                <a:buFont typeface="+mj-lt"/>
                <a:buAutoNum type="arabicPeriod" startAt="7"/>
              </a:pPr>
              <a:r>
                <a:rPr lang="ar-SA" sz="4000" b="1" u="sng" dirty="0"/>
                <a:t>الشبكات والإنترنت </a:t>
              </a:r>
              <a:endParaRPr lang="en-US" sz="4000" u="sng" dirty="0"/>
            </a:p>
          </p:txBody>
        </p:sp>
        <p:cxnSp>
          <p:nvCxnSpPr>
            <p:cNvPr id="5" name="Straight Connector 4"/>
            <p:cNvCxnSpPr/>
            <p:nvPr/>
          </p:nvCxnSpPr>
          <p:spPr>
            <a:xfrm rot="5400000">
              <a:off x="4818917"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7868659" y="41275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9" name="Straight Connector 8"/>
          <p:cNvCxnSpPr/>
          <p:nvPr/>
        </p:nvCxnSpPr>
        <p:spPr>
          <a:xfrm rot="5400000">
            <a:off x="3713678" y="3905257"/>
            <a:ext cx="4763591" cy="1057"/>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6038850" y="3699948"/>
            <a:ext cx="819156" cy="114301"/>
            <a:chOff x="4529137" y="2774961"/>
            <a:chExt cx="614367" cy="85726"/>
          </a:xfrm>
        </p:grpSpPr>
        <p:cxnSp>
          <p:nvCxnSpPr>
            <p:cNvPr id="49" name="Straight Connector 48"/>
            <p:cNvCxnSpPr>
              <a:stCxn id="52" idx="6"/>
              <a:endCxn id="24" idx="1"/>
            </p:cNvCxnSpPr>
            <p:nvPr/>
          </p:nvCxnSpPr>
          <p:spPr>
            <a:xfrm>
              <a:off x="4614863" y="2817824"/>
              <a:ext cx="528641" cy="57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8" name="Group 99"/>
          <p:cNvGrpSpPr/>
          <p:nvPr/>
        </p:nvGrpSpPr>
        <p:grpSpPr>
          <a:xfrm>
            <a:off x="5324998" y="2277547"/>
            <a:ext cx="828144" cy="114301"/>
            <a:chOff x="3993754" y="1708160"/>
            <a:chExt cx="621109" cy="85726"/>
          </a:xfrm>
        </p:grpSpPr>
        <p:cxnSp>
          <p:nvCxnSpPr>
            <p:cNvPr id="46" name="Straight Connector 45"/>
            <p:cNvCxnSpPr>
              <a:stCxn id="14" idx="3"/>
              <a:endCxn id="53" idx="7"/>
            </p:cNvCxnSpPr>
            <p:nvPr/>
          </p:nvCxnSpPr>
          <p:spPr>
            <a:xfrm flipV="1">
              <a:off x="3993754" y="1720714"/>
              <a:ext cx="608554" cy="473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0" name="Group 101"/>
          <p:cNvGrpSpPr/>
          <p:nvPr/>
        </p:nvGrpSpPr>
        <p:grpSpPr>
          <a:xfrm>
            <a:off x="5324997" y="5223947"/>
            <a:ext cx="828150" cy="114301"/>
            <a:chOff x="3993750" y="3917960"/>
            <a:chExt cx="621113" cy="85726"/>
          </a:xfrm>
        </p:grpSpPr>
        <p:cxnSp>
          <p:nvCxnSpPr>
            <p:cNvPr id="51" name="Straight Connector 50"/>
            <p:cNvCxnSpPr>
              <a:stCxn id="27" idx="3"/>
              <a:endCxn id="54" idx="6"/>
            </p:cNvCxnSpPr>
            <p:nvPr/>
          </p:nvCxnSpPr>
          <p:spPr>
            <a:xfrm flipV="1">
              <a:off x="3993750" y="3960823"/>
              <a:ext cx="621113" cy="58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5" name="Group 93"/>
          <p:cNvGrpSpPr/>
          <p:nvPr/>
        </p:nvGrpSpPr>
        <p:grpSpPr>
          <a:xfrm>
            <a:off x="1187454" y="1876493"/>
            <a:ext cx="4137543" cy="848219"/>
            <a:chOff x="890592" y="1403341"/>
            <a:chExt cx="3103158" cy="636164"/>
          </a:xfrm>
        </p:grpSpPr>
        <p:sp>
          <p:nvSpPr>
            <p:cNvPr id="31" name="Rectangle 30"/>
            <p:cNvSpPr/>
            <p:nvPr/>
          </p:nvSpPr>
          <p:spPr>
            <a:xfrm>
              <a:off x="890592" y="1549029"/>
              <a:ext cx="2259273" cy="438581"/>
            </a:xfrm>
            <a:prstGeom prst="rect">
              <a:avLst/>
            </a:prstGeom>
          </p:spPr>
          <p:txBody>
            <a:bodyPr wrap="none">
              <a:spAutoFit/>
            </a:bodyPr>
            <a:lstStyle/>
            <a:p>
              <a:pPr algn="l" rtl="1" fontAlgn="auto">
                <a:spcBef>
                  <a:spcPts val="0"/>
                </a:spcBef>
                <a:spcAft>
                  <a:spcPts val="0"/>
                </a:spcAft>
              </a:pPr>
              <a:r>
                <a:rPr lang="ar-SA" sz="3200" b="1" dirty="0"/>
                <a:t>الشبكة المحلية </a:t>
              </a:r>
              <a:r>
                <a:rPr lang="en-US" sz="3200" b="1" dirty="0"/>
                <a:t>LAN </a:t>
              </a:r>
              <a:endParaRPr lang="en-US" sz="3200" dirty="0">
                <a:solidFill>
                  <a:prstClr val="white">
                    <a:lumMod val="65000"/>
                  </a:prstClr>
                </a:solidFill>
                <a:latin typeface="Open Sans" pitchFamily="34" charset="0"/>
                <a:ea typeface="Open Sans" pitchFamily="34" charset="0"/>
                <a:cs typeface="Open Sans" pitchFamily="34" charset="0"/>
              </a:endParaRPr>
            </a:p>
          </p:txBody>
        </p:sp>
        <p:grpSp>
          <p:nvGrpSpPr>
            <p:cNvPr id="18" name="Group 83"/>
            <p:cNvGrpSpPr/>
            <p:nvPr/>
          </p:nvGrpSpPr>
          <p:grpSpPr>
            <a:xfrm>
              <a:off x="3357554" y="1403341"/>
              <a:ext cx="636196" cy="636164"/>
              <a:chOff x="3357554" y="1403341"/>
              <a:chExt cx="636196" cy="636164"/>
            </a:xfrm>
          </p:grpSpPr>
          <p:sp>
            <p:nvSpPr>
              <p:cNvPr id="14" name="Rectangle 13"/>
              <p:cNvSpPr/>
              <p:nvPr/>
            </p:nvSpPr>
            <p:spPr>
              <a:xfrm>
                <a:off x="3357554" y="1403341"/>
                <a:ext cx="636196" cy="63616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9" name="Freeform 100"/>
              <p:cNvSpPr>
                <a:spLocks/>
              </p:cNvSpPr>
              <p:nvPr/>
            </p:nvSpPr>
            <p:spPr bwMode="auto">
              <a:xfrm>
                <a:off x="3500430" y="1571618"/>
                <a:ext cx="303570" cy="34205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grpSp>
        <p:nvGrpSpPr>
          <p:cNvPr id="22" name="Group 97"/>
          <p:cNvGrpSpPr/>
          <p:nvPr/>
        </p:nvGrpSpPr>
        <p:grpSpPr>
          <a:xfrm>
            <a:off x="574548" y="4841973"/>
            <a:ext cx="4750453" cy="1077218"/>
            <a:chOff x="430911" y="3631477"/>
            <a:chExt cx="3562839" cy="807913"/>
          </a:xfrm>
        </p:grpSpPr>
        <p:sp>
          <p:nvSpPr>
            <p:cNvPr id="35" name="Rectangle 34"/>
            <p:cNvSpPr/>
            <p:nvPr/>
          </p:nvSpPr>
          <p:spPr>
            <a:xfrm>
              <a:off x="430911" y="3631477"/>
              <a:ext cx="2656015" cy="807913"/>
            </a:xfrm>
            <a:prstGeom prst="rect">
              <a:avLst/>
            </a:prstGeom>
          </p:spPr>
          <p:txBody>
            <a:bodyPr wrap="none">
              <a:spAutoFit/>
            </a:bodyPr>
            <a:lstStyle/>
            <a:p>
              <a:pPr lvl="0" algn="ctr" rtl="1"/>
              <a:r>
                <a:rPr lang="ar-JO" sz="3200" b="1" dirty="0"/>
                <a:t>الشبكة العنكبوتية </a:t>
              </a:r>
              <a:r>
                <a:rPr lang="ar-JO" sz="3200" b="1" dirty="0" smtClean="0"/>
                <a:t>العالمية</a:t>
              </a:r>
              <a:endParaRPr lang="en-US" sz="3200" b="1" dirty="0" smtClean="0"/>
            </a:p>
            <a:p>
              <a:pPr lvl="0" algn="ctr" rtl="1"/>
              <a:r>
                <a:rPr lang="ar-JO" sz="3200" b="1" dirty="0" smtClean="0"/>
                <a:t> </a:t>
              </a:r>
              <a:r>
                <a:rPr lang="en-US" sz="3200" b="1" dirty="0"/>
                <a:t>World </a:t>
              </a:r>
              <a:r>
                <a:rPr lang="en-US" sz="3200" b="1" dirty="0" err="1"/>
                <a:t>WideWeb</a:t>
              </a:r>
              <a:endParaRPr lang="en-US" sz="3200" dirty="0"/>
            </a:p>
          </p:txBody>
        </p:sp>
        <p:grpSp>
          <p:nvGrpSpPr>
            <p:cNvPr id="26" name="Group 86"/>
            <p:cNvGrpSpPr/>
            <p:nvPr/>
          </p:nvGrpSpPr>
          <p:grpSpPr>
            <a:xfrm>
              <a:off x="3357554" y="3643320"/>
              <a:ext cx="636196" cy="636164"/>
              <a:chOff x="3357554" y="3643320"/>
              <a:chExt cx="636196" cy="636164"/>
            </a:xfrm>
          </p:grpSpPr>
          <p:sp>
            <p:nvSpPr>
              <p:cNvPr id="27" name="Rectangle 26"/>
              <p:cNvSpPr/>
              <p:nvPr/>
            </p:nvSpPr>
            <p:spPr>
              <a:xfrm>
                <a:off x="3357554" y="3643320"/>
                <a:ext cx="636196" cy="63616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9" name="Group 67"/>
              <p:cNvGrpSpPr/>
              <p:nvPr/>
            </p:nvGrpSpPr>
            <p:grpSpPr>
              <a:xfrm>
                <a:off x="3428992" y="3857634"/>
                <a:ext cx="503238" cy="177800"/>
                <a:chOff x="1441430" y="4357700"/>
                <a:chExt cx="503238" cy="177800"/>
              </a:xfrm>
              <a:solidFill>
                <a:schemeClr val="bg1"/>
              </a:solidFill>
            </p:grpSpPr>
            <p:sp>
              <p:nvSpPr>
                <p:cNvPr id="64" name="Freeform 19"/>
                <p:cNvSpPr>
                  <a:spLocks/>
                </p:cNvSpPr>
                <p:nvPr/>
              </p:nvSpPr>
              <p:spPr bwMode="auto">
                <a:xfrm>
                  <a:off x="1441430" y="4357700"/>
                  <a:ext cx="231775" cy="177800"/>
                </a:xfrm>
                <a:custGeom>
                  <a:avLst/>
                  <a:gdLst/>
                  <a:ahLst/>
                  <a:cxnLst>
                    <a:cxn ang="0">
                      <a:pos x="192" y="0"/>
                    </a:cxn>
                    <a:cxn ang="0">
                      <a:pos x="203" y="0"/>
                    </a:cxn>
                    <a:cxn ang="0">
                      <a:pos x="225" y="5"/>
                    </a:cxn>
                    <a:cxn ang="0">
                      <a:pos x="245" y="13"/>
                    </a:cxn>
                    <a:cxn ang="0">
                      <a:pos x="262" y="26"/>
                    </a:cxn>
                    <a:cxn ang="0">
                      <a:pos x="271" y="32"/>
                    </a:cxn>
                    <a:cxn ang="0">
                      <a:pos x="282" y="47"/>
                    </a:cxn>
                    <a:cxn ang="0">
                      <a:pos x="292" y="63"/>
                    </a:cxn>
                    <a:cxn ang="0">
                      <a:pos x="232" y="63"/>
                    </a:cxn>
                    <a:cxn ang="0">
                      <a:pos x="213" y="53"/>
                    </a:cxn>
                    <a:cxn ang="0">
                      <a:pos x="192" y="49"/>
                    </a:cxn>
                    <a:cxn ang="0">
                      <a:pos x="112" y="49"/>
                    </a:cxn>
                    <a:cxn ang="0">
                      <a:pos x="88" y="54"/>
                    </a:cxn>
                    <a:cxn ang="0">
                      <a:pos x="68" y="68"/>
                    </a:cxn>
                    <a:cxn ang="0">
                      <a:pos x="61" y="77"/>
                    </a:cxn>
                    <a:cxn ang="0">
                      <a:pos x="51" y="99"/>
                    </a:cxn>
                    <a:cxn ang="0">
                      <a:pos x="50" y="111"/>
                    </a:cxn>
                    <a:cxn ang="0">
                      <a:pos x="51" y="124"/>
                    </a:cxn>
                    <a:cxn ang="0">
                      <a:pos x="61" y="146"/>
                    </a:cxn>
                    <a:cxn ang="0">
                      <a:pos x="68" y="154"/>
                    </a:cxn>
                    <a:cxn ang="0">
                      <a:pos x="88" y="168"/>
                    </a:cxn>
                    <a:cxn ang="0">
                      <a:pos x="112" y="173"/>
                    </a:cxn>
                    <a:cxn ang="0">
                      <a:pos x="192" y="173"/>
                    </a:cxn>
                    <a:cxn ang="0">
                      <a:pos x="213" y="169"/>
                    </a:cxn>
                    <a:cxn ang="0">
                      <a:pos x="232" y="158"/>
                    </a:cxn>
                    <a:cxn ang="0">
                      <a:pos x="292" y="158"/>
                    </a:cxn>
                    <a:cxn ang="0">
                      <a:pos x="282" y="175"/>
                    </a:cxn>
                    <a:cxn ang="0">
                      <a:pos x="271" y="189"/>
                    </a:cxn>
                    <a:cxn ang="0">
                      <a:pos x="262" y="196"/>
                    </a:cxn>
                    <a:cxn ang="0">
                      <a:pos x="245" y="209"/>
                    </a:cxn>
                    <a:cxn ang="0">
                      <a:pos x="225" y="217"/>
                    </a:cxn>
                    <a:cxn ang="0">
                      <a:pos x="203" y="221"/>
                    </a:cxn>
                    <a:cxn ang="0">
                      <a:pos x="112" y="222"/>
                    </a:cxn>
                    <a:cxn ang="0">
                      <a:pos x="100" y="221"/>
                    </a:cxn>
                    <a:cxn ang="0">
                      <a:pos x="78" y="217"/>
                    </a:cxn>
                    <a:cxn ang="0">
                      <a:pos x="58" y="209"/>
                    </a:cxn>
                    <a:cxn ang="0">
                      <a:pos x="41" y="196"/>
                    </a:cxn>
                    <a:cxn ang="0">
                      <a:pos x="34" y="189"/>
                    </a:cxn>
                    <a:cxn ang="0">
                      <a:pos x="20" y="173"/>
                    </a:cxn>
                    <a:cxn ang="0">
                      <a:pos x="9" y="154"/>
                    </a:cxn>
                    <a:cxn ang="0">
                      <a:pos x="3" y="133"/>
                    </a:cxn>
                    <a:cxn ang="0">
                      <a:pos x="0" y="111"/>
                    </a:cxn>
                    <a:cxn ang="0">
                      <a:pos x="0" y="111"/>
                    </a:cxn>
                    <a:cxn ang="0">
                      <a:pos x="3" y="89"/>
                    </a:cxn>
                    <a:cxn ang="0">
                      <a:pos x="9" y="68"/>
                    </a:cxn>
                    <a:cxn ang="0">
                      <a:pos x="20" y="49"/>
                    </a:cxn>
                    <a:cxn ang="0">
                      <a:pos x="34" y="32"/>
                    </a:cxn>
                    <a:cxn ang="0">
                      <a:pos x="41" y="26"/>
                    </a:cxn>
                    <a:cxn ang="0">
                      <a:pos x="58" y="13"/>
                    </a:cxn>
                    <a:cxn ang="0">
                      <a:pos x="78" y="5"/>
                    </a:cxn>
                    <a:cxn ang="0">
                      <a:pos x="100" y="0"/>
                    </a:cxn>
                    <a:cxn ang="0">
                      <a:pos x="112" y="0"/>
                    </a:cxn>
                  </a:cxnLst>
                  <a:rect l="0" t="0" r="r" b="b"/>
                  <a:pathLst>
                    <a:path w="292" h="222">
                      <a:moveTo>
                        <a:pt x="112" y="0"/>
                      </a:moveTo>
                      <a:lnTo>
                        <a:pt x="192" y="0"/>
                      </a:lnTo>
                      <a:lnTo>
                        <a:pt x="192" y="0"/>
                      </a:lnTo>
                      <a:lnTo>
                        <a:pt x="203" y="0"/>
                      </a:lnTo>
                      <a:lnTo>
                        <a:pt x="214" y="2"/>
                      </a:lnTo>
                      <a:lnTo>
                        <a:pt x="225" y="5"/>
                      </a:lnTo>
                      <a:lnTo>
                        <a:pt x="235" y="9"/>
                      </a:lnTo>
                      <a:lnTo>
                        <a:pt x="245" y="13"/>
                      </a:lnTo>
                      <a:lnTo>
                        <a:pt x="254" y="18"/>
                      </a:lnTo>
                      <a:lnTo>
                        <a:pt x="262" y="26"/>
                      </a:lnTo>
                      <a:lnTo>
                        <a:pt x="271" y="32"/>
                      </a:lnTo>
                      <a:lnTo>
                        <a:pt x="271" y="32"/>
                      </a:lnTo>
                      <a:lnTo>
                        <a:pt x="277" y="39"/>
                      </a:lnTo>
                      <a:lnTo>
                        <a:pt x="282" y="47"/>
                      </a:lnTo>
                      <a:lnTo>
                        <a:pt x="288" y="56"/>
                      </a:lnTo>
                      <a:lnTo>
                        <a:pt x="292" y="63"/>
                      </a:lnTo>
                      <a:lnTo>
                        <a:pt x="232" y="63"/>
                      </a:lnTo>
                      <a:lnTo>
                        <a:pt x="232" y="63"/>
                      </a:lnTo>
                      <a:lnTo>
                        <a:pt x="223" y="58"/>
                      </a:lnTo>
                      <a:lnTo>
                        <a:pt x="213" y="53"/>
                      </a:lnTo>
                      <a:lnTo>
                        <a:pt x="203" y="51"/>
                      </a:lnTo>
                      <a:lnTo>
                        <a:pt x="192" y="49"/>
                      </a:lnTo>
                      <a:lnTo>
                        <a:pt x="112" y="49"/>
                      </a:lnTo>
                      <a:lnTo>
                        <a:pt x="112" y="49"/>
                      </a:lnTo>
                      <a:lnTo>
                        <a:pt x="99" y="51"/>
                      </a:lnTo>
                      <a:lnTo>
                        <a:pt x="88" y="54"/>
                      </a:lnTo>
                      <a:lnTo>
                        <a:pt x="77" y="60"/>
                      </a:lnTo>
                      <a:lnTo>
                        <a:pt x="68" y="68"/>
                      </a:lnTo>
                      <a:lnTo>
                        <a:pt x="68" y="68"/>
                      </a:lnTo>
                      <a:lnTo>
                        <a:pt x="61" y="77"/>
                      </a:lnTo>
                      <a:lnTo>
                        <a:pt x="55" y="86"/>
                      </a:lnTo>
                      <a:lnTo>
                        <a:pt x="51" y="99"/>
                      </a:lnTo>
                      <a:lnTo>
                        <a:pt x="50" y="111"/>
                      </a:lnTo>
                      <a:lnTo>
                        <a:pt x="50" y="111"/>
                      </a:lnTo>
                      <a:lnTo>
                        <a:pt x="50" y="111"/>
                      </a:lnTo>
                      <a:lnTo>
                        <a:pt x="51" y="124"/>
                      </a:lnTo>
                      <a:lnTo>
                        <a:pt x="55" y="135"/>
                      </a:lnTo>
                      <a:lnTo>
                        <a:pt x="61" y="146"/>
                      </a:lnTo>
                      <a:lnTo>
                        <a:pt x="68" y="154"/>
                      </a:lnTo>
                      <a:lnTo>
                        <a:pt x="68" y="154"/>
                      </a:lnTo>
                      <a:lnTo>
                        <a:pt x="77" y="162"/>
                      </a:lnTo>
                      <a:lnTo>
                        <a:pt x="88" y="168"/>
                      </a:lnTo>
                      <a:lnTo>
                        <a:pt x="99" y="172"/>
                      </a:lnTo>
                      <a:lnTo>
                        <a:pt x="112" y="173"/>
                      </a:lnTo>
                      <a:lnTo>
                        <a:pt x="192" y="173"/>
                      </a:lnTo>
                      <a:lnTo>
                        <a:pt x="192" y="173"/>
                      </a:lnTo>
                      <a:lnTo>
                        <a:pt x="203" y="172"/>
                      </a:lnTo>
                      <a:lnTo>
                        <a:pt x="213" y="169"/>
                      </a:lnTo>
                      <a:lnTo>
                        <a:pt x="223" y="164"/>
                      </a:lnTo>
                      <a:lnTo>
                        <a:pt x="232" y="158"/>
                      </a:lnTo>
                      <a:lnTo>
                        <a:pt x="292" y="158"/>
                      </a:lnTo>
                      <a:lnTo>
                        <a:pt x="292" y="158"/>
                      </a:lnTo>
                      <a:lnTo>
                        <a:pt x="288" y="167"/>
                      </a:lnTo>
                      <a:lnTo>
                        <a:pt x="282" y="175"/>
                      </a:lnTo>
                      <a:lnTo>
                        <a:pt x="277" y="183"/>
                      </a:lnTo>
                      <a:lnTo>
                        <a:pt x="271" y="189"/>
                      </a:lnTo>
                      <a:lnTo>
                        <a:pt x="271" y="189"/>
                      </a:lnTo>
                      <a:lnTo>
                        <a:pt x="262" y="196"/>
                      </a:lnTo>
                      <a:lnTo>
                        <a:pt x="254" y="203"/>
                      </a:lnTo>
                      <a:lnTo>
                        <a:pt x="245" y="209"/>
                      </a:lnTo>
                      <a:lnTo>
                        <a:pt x="235" y="214"/>
                      </a:lnTo>
                      <a:lnTo>
                        <a:pt x="225" y="217"/>
                      </a:lnTo>
                      <a:lnTo>
                        <a:pt x="214" y="220"/>
                      </a:lnTo>
                      <a:lnTo>
                        <a:pt x="203" y="221"/>
                      </a:lnTo>
                      <a:lnTo>
                        <a:pt x="192" y="222"/>
                      </a:lnTo>
                      <a:lnTo>
                        <a:pt x="112" y="222"/>
                      </a:lnTo>
                      <a:lnTo>
                        <a:pt x="112" y="222"/>
                      </a:lnTo>
                      <a:lnTo>
                        <a:pt x="100" y="221"/>
                      </a:lnTo>
                      <a:lnTo>
                        <a:pt x="89" y="220"/>
                      </a:lnTo>
                      <a:lnTo>
                        <a:pt x="78" y="217"/>
                      </a:lnTo>
                      <a:lnTo>
                        <a:pt x="68" y="214"/>
                      </a:lnTo>
                      <a:lnTo>
                        <a:pt x="58" y="209"/>
                      </a:lnTo>
                      <a:lnTo>
                        <a:pt x="50" y="203"/>
                      </a:lnTo>
                      <a:lnTo>
                        <a:pt x="41" y="196"/>
                      </a:lnTo>
                      <a:lnTo>
                        <a:pt x="34" y="189"/>
                      </a:lnTo>
                      <a:lnTo>
                        <a:pt x="34" y="189"/>
                      </a:lnTo>
                      <a:lnTo>
                        <a:pt x="26" y="182"/>
                      </a:lnTo>
                      <a:lnTo>
                        <a:pt x="20" y="173"/>
                      </a:lnTo>
                      <a:lnTo>
                        <a:pt x="14" y="164"/>
                      </a:lnTo>
                      <a:lnTo>
                        <a:pt x="9" y="154"/>
                      </a:lnTo>
                      <a:lnTo>
                        <a:pt x="5" y="143"/>
                      </a:lnTo>
                      <a:lnTo>
                        <a:pt x="3" y="133"/>
                      </a:lnTo>
                      <a:lnTo>
                        <a:pt x="2" y="122"/>
                      </a:lnTo>
                      <a:lnTo>
                        <a:pt x="0" y="111"/>
                      </a:lnTo>
                      <a:lnTo>
                        <a:pt x="0" y="111"/>
                      </a:lnTo>
                      <a:lnTo>
                        <a:pt x="0" y="111"/>
                      </a:lnTo>
                      <a:lnTo>
                        <a:pt x="2" y="100"/>
                      </a:lnTo>
                      <a:lnTo>
                        <a:pt x="3" y="89"/>
                      </a:lnTo>
                      <a:lnTo>
                        <a:pt x="5" y="78"/>
                      </a:lnTo>
                      <a:lnTo>
                        <a:pt x="9" y="68"/>
                      </a:lnTo>
                      <a:lnTo>
                        <a:pt x="14" y="58"/>
                      </a:lnTo>
                      <a:lnTo>
                        <a:pt x="20" y="49"/>
                      </a:lnTo>
                      <a:lnTo>
                        <a:pt x="26" y="41"/>
                      </a:lnTo>
                      <a:lnTo>
                        <a:pt x="34" y="32"/>
                      </a:lnTo>
                      <a:lnTo>
                        <a:pt x="34" y="32"/>
                      </a:lnTo>
                      <a:lnTo>
                        <a:pt x="41" y="26"/>
                      </a:lnTo>
                      <a:lnTo>
                        <a:pt x="50" y="18"/>
                      </a:lnTo>
                      <a:lnTo>
                        <a:pt x="58" y="13"/>
                      </a:lnTo>
                      <a:lnTo>
                        <a:pt x="68" y="9"/>
                      </a:lnTo>
                      <a:lnTo>
                        <a:pt x="78" y="5"/>
                      </a:lnTo>
                      <a:lnTo>
                        <a:pt x="89" y="2"/>
                      </a:lnTo>
                      <a:lnTo>
                        <a:pt x="100" y="0"/>
                      </a:lnTo>
                      <a:lnTo>
                        <a:pt x="112" y="0"/>
                      </a:lnTo>
                      <a:lnTo>
                        <a:pt x="11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5" name="Freeform 20"/>
                <p:cNvSpPr>
                  <a:spLocks/>
                </p:cNvSpPr>
                <p:nvPr/>
              </p:nvSpPr>
              <p:spPr bwMode="auto">
                <a:xfrm>
                  <a:off x="1714480" y="4357700"/>
                  <a:ext cx="230188" cy="177800"/>
                </a:xfrm>
                <a:custGeom>
                  <a:avLst/>
                  <a:gdLst/>
                  <a:ahLst/>
                  <a:cxnLst>
                    <a:cxn ang="0">
                      <a:pos x="181" y="0"/>
                    </a:cxn>
                    <a:cxn ang="0">
                      <a:pos x="192" y="0"/>
                    </a:cxn>
                    <a:cxn ang="0">
                      <a:pos x="213" y="5"/>
                    </a:cxn>
                    <a:cxn ang="0">
                      <a:pos x="234" y="13"/>
                    </a:cxn>
                    <a:cxn ang="0">
                      <a:pos x="251" y="26"/>
                    </a:cxn>
                    <a:cxn ang="0">
                      <a:pos x="258" y="32"/>
                    </a:cxn>
                    <a:cxn ang="0">
                      <a:pos x="272" y="49"/>
                    </a:cxn>
                    <a:cxn ang="0">
                      <a:pos x="283" y="68"/>
                    </a:cxn>
                    <a:cxn ang="0">
                      <a:pos x="289" y="89"/>
                    </a:cxn>
                    <a:cxn ang="0">
                      <a:pos x="292" y="111"/>
                    </a:cxn>
                    <a:cxn ang="0">
                      <a:pos x="292" y="111"/>
                    </a:cxn>
                    <a:cxn ang="0">
                      <a:pos x="289" y="133"/>
                    </a:cxn>
                    <a:cxn ang="0">
                      <a:pos x="283" y="154"/>
                    </a:cxn>
                    <a:cxn ang="0">
                      <a:pos x="272" y="173"/>
                    </a:cxn>
                    <a:cxn ang="0">
                      <a:pos x="258" y="189"/>
                    </a:cxn>
                    <a:cxn ang="0">
                      <a:pos x="251" y="196"/>
                    </a:cxn>
                    <a:cxn ang="0">
                      <a:pos x="234" y="209"/>
                    </a:cxn>
                    <a:cxn ang="0">
                      <a:pos x="213" y="217"/>
                    </a:cxn>
                    <a:cxn ang="0">
                      <a:pos x="192" y="221"/>
                    </a:cxn>
                    <a:cxn ang="0">
                      <a:pos x="100" y="222"/>
                    </a:cxn>
                    <a:cxn ang="0">
                      <a:pos x="89" y="221"/>
                    </a:cxn>
                    <a:cxn ang="0">
                      <a:pos x="67" y="217"/>
                    </a:cxn>
                    <a:cxn ang="0">
                      <a:pos x="47" y="209"/>
                    </a:cxn>
                    <a:cxn ang="0">
                      <a:pos x="30" y="196"/>
                    </a:cxn>
                    <a:cxn ang="0">
                      <a:pos x="21" y="189"/>
                    </a:cxn>
                    <a:cxn ang="0">
                      <a:pos x="9" y="175"/>
                    </a:cxn>
                    <a:cxn ang="0">
                      <a:pos x="0" y="158"/>
                    </a:cxn>
                    <a:cxn ang="0">
                      <a:pos x="61" y="158"/>
                    </a:cxn>
                    <a:cxn ang="0">
                      <a:pos x="79" y="169"/>
                    </a:cxn>
                    <a:cxn ang="0">
                      <a:pos x="100" y="173"/>
                    </a:cxn>
                    <a:cxn ang="0">
                      <a:pos x="181" y="173"/>
                    </a:cxn>
                    <a:cxn ang="0">
                      <a:pos x="204" y="168"/>
                    </a:cxn>
                    <a:cxn ang="0">
                      <a:pos x="224" y="154"/>
                    </a:cxn>
                    <a:cxn ang="0">
                      <a:pos x="231" y="146"/>
                    </a:cxn>
                    <a:cxn ang="0">
                      <a:pos x="241" y="124"/>
                    </a:cxn>
                    <a:cxn ang="0">
                      <a:pos x="242" y="111"/>
                    </a:cxn>
                    <a:cxn ang="0">
                      <a:pos x="241" y="99"/>
                    </a:cxn>
                    <a:cxn ang="0">
                      <a:pos x="231" y="77"/>
                    </a:cxn>
                    <a:cxn ang="0">
                      <a:pos x="224" y="68"/>
                    </a:cxn>
                    <a:cxn ang="0">
                      <a:pos x="204" y="54"/>
                    </a:cxn>
                    <a:cxn ang="0">
                      <a:pos x="181" y="49"/>
                    </a:cxn>
                    <a:cxn ang="0">
                      <a:pos x="100" y="49"/>
                    </a:cxn>
                    <a:cxn ang="0">
                      <a:pos x="79" y="53"/>
                    </a:cxn>
                    <a:cxn ang="0">
                      <a:pos x="61" y="63"/>
                    </a:cxn>
                    <a:cxn ang="0">
                      <a:pos x="0" y="63"/>
                    </a:cxn>
                    <a:cxn ang="0">
                      <a:pos x="9" y="47"/>
                    </a:cxn>
                    <a:cxn ang="0">
                      <a:pos x="21" y="32"/>
                    </a:cxn>
                    <a:cxn ang="0">
                      <a:pos x="30" y="26"/>
                    </a:cxn>
                    <a:cxn ang="0">
                      <a:pos x="47" y="13"/>
                    </a:cxn>
                    <a:cxn ang="0">
                      <a:pos x="67" y="5"/>
                    </a:cxn>
                    <a:cxn ang="0">
                      <a:pos x="89" y="0"/>
                    </a:cxn>
                    <a:cxn ang="0">
                      <a:pos x="100" y="0"/>
                    </a:cxn>
                  </a:cxnLst>
                  <a:rect l="0" t="0" r="r" b="b"/>
                  <a:pathLst>
                    <a:path w="292" h="222">
                      <a:moveTo>
                        <a:pt x="100" y="0"/>
                      </a:moveTo>
                      <a:lnTo>
                        <a:pt x="181" y="0"/>
                      </a:lnTo>
                      <a:lnTo>
                        <a:pt x="181" y="0"/>
                      </a:lnTo>
                      <a:lnTo>
                        <a:pt x="192" y="0"/>
                      </a:lnTo>
                      <a:lnTo>
                        <a:pt x="203" y="2"/>
                      </a:lnTo>
                      <a:lnTo>
                        <a:pt x="213" y="5"/>
                      </a:lnTo>
                      <a:lnTo>
                        <a:pt x="224" y="9"/>
                      </a:lnTo>
                      <a:lnTo>
                        <a:pt x="234" y="13"/>
                      </a:lnTo>
                      <a:lnTo>
                        <a:pt x="242" y="18"/>
                      </a:lnTo>
                      <a:lnTo>
                        <a:pt x="251" y="26"/>
                      </a:lnTo>
                      <a:lnTo>
                        <a:pt x="258" y="32"/>
                      </a:lnTo>
                      <a:lnTo>
                        <a:pt x="258" y="32"/>
                      </a:lnTo>
                      <a:lnTo>
                        <a:pt x="266" y="41"/>
                      </a:lnTo>
                      <a:lnTo>
                        <a:pt x="272" y="49"/>
                      </a:lnTo>
                      <a:lnTo>
                        <a:pt x="278" y="58"/>
                      </a:lnTo>
                      <a:lnTo>
                        <a:pt x="283" y="68"/>
                      </a:lnTo>
                      <a:lnTo>
                        <a:pt x="287" y="78"/>
                      </a:lnTo>
                      <a:lnTo>
                        <a:pt x="289" y="89"/>
                      </a:lnTo>
                      <a:lnTo>
                        <a:pt x="291" y="100"/>
                      </a:lnTo>
                      <a:lnTo>
                        <a:pt x="292" y="111"/>
                      </a:lnTo>
                      <a:lnTo>
                        <a:pt x="292" y="111"/>
                      </a:lnTo>
                      <a:lnTo>
                        <a:pt x="292" y="111"/>
                      </a:lnTo>
                      <a:lnTo>
                        <a:pt x="291" y="122"/>
                      </a:lnTo>
                      <a:lnTo>
                        <a:pt x="289" y="133"/>
                      </a:lnTo>
                      <a:lnTo>
                        <a:pt x="287" y="143"/>
                      </a:lnTo>
                      <a:lnTo>
                        <a:pt x="283" y="154"/>
                      </a:lnTo>
                      <a:lnTo>
                        <a:pt x="278" y="164"/>
                      </a:lnTo>
                      <a:lnTo>
                        <a:pt x="272" y="173"/>
                      </a:lnTo>
                      <a:lnTo>
                        <a:pt x="266" y="182"/>
                      </a:lnTo>
                      <a:lnTo>
                        <a:pt x="258" y="189"/>
                      </a:lnTo>
                      <a:lnTo>
                        <a:pt x="258" y="189"/>
                      </a:lnTo>
                      <a:lnTo>
                        <a:pt x="251" y="196"/>
                      </a:lnTo>
                      <a:lnTo>
                        <a:pt x="242" y="203"/>
                      </a:lnTo>
                      <a:lnTo>
                        <a:pt x="234" y="209"/>
                      </a:lnTo>
                      <a:lnTo>
                        <a:pt x="224" y="214"/>
                      </a:lnTo>
                      <a:lnTo>
                        <a:pt x="213" y="217"/>
                      </a:lnTo>
                      <a:lnTo>
                        <a:pt x="203" y="220"/>
                      </a:lnTo>
                      <a:lnTo>
                        <a:pt x="192" y="221"/>
                      </a:lnTo>
                      <a:lnTo>
                        <a:pt x="181" y="222"/>
                      </a:lnTo>
                      <a:lnTo>
                        <a:pt x="100" y="222"/>
                      </a:lnTo>
                      <a:lnTo>
                        <a:pt x="100" y="222"/>
                      </a:lnTo>
                      <a:lnTo>
                        <a:pt x="89" y="221"/>
                      </a:lnTo>
                      <a:lnTo>
                        <a:pt x="78" y="220"/>
                      </a:lnTo>
                      <a:lnTo>
                        <a:pt x="67" y="217"/>
                      </a:lnTo>
                      <a:lnTo>
                        <a:pt x="57" y="214"/>
                      </a:lnTo>
                      <a:lnTo>
                        <a:pt x="47" y="209"/>
                      </a:lnTo>
                      <a:lnTo>
                        <a:pt x="38" y="203"/>
                      </a:lnTo>
                      <a:lnTo>
                        <a:pt x="30" y="196"/>
                      </a:lnTo>
                      <a:lnTo>
                        <a:pt x="21" y="189"/>
                      </a:lnTo>
                      <a:lnTo>
                        <a:pt x="21" y="189"/>
                      </a:lnTo>
                      <a:lnTo>
                        <a:pt x="15" y="183"/>
                      </a:lnTo>
                      <a:lnTo>
                        <a:pt x="9" y="175"/>
                      </a:lnTo>
                      <a:lnTo>
                        <a:pt x="4" y="167"/>
                      </a:lnTo>
                      <a:lnTo>
                        <a:pt x="0" y="158"/>
                      </a:lnTo>
                      <a:lnTo>
                        <a:pt x="61" y="158"/>
                      </a:lnTo>
                      <a:lnTo>
                        <a:pt x="61" y="158"/>
                      </a:lnTo>
                      <a:lnTo>
                        <a:pt x="69" y="164"/>
                      </a:lnTo>
                      <a:lnTo>
                        <a:pt x="79" y="169"/>
                      </a:lnTo>
                      <a:lnTo>
                        <a:pt x="89" y="172"/>
                      </a:lnTo>
                      <a:lnTo>
                        <a:pt x="100" y="173"/>
                      </a:lnTo>
                      <a:lnTo>
                        <a:pt x="181" y="173"/>
                      </a:lnTo>
                      <a:lnTo>
                        <a:pt x="181" y="173"/>
                      </a:lnTo>
                      <a:lnTo>
                        <a:pt x="193" y="172"/>
                      </a:lnTo>
                      <a:lnTo>
                        <a:pt x="204" y="168"/>
                      </a:lnTo>
                      <a:lnTo>
                        <a:pt x="215" y="162"/>
                      </a:lnTo>
                      <a:lnTo>
                        <a:pt x="224" y="154"/>
                      </a:lnTo>
                      <a:lnTo>
                        <a:pt x="224" y="154"/>
                      </a:lnTo>
                      <a:lnTo>
                        <a:pt x="231" y="146"/>
                      </a:lnTo>
                      <a:lnTo>
                        <a:pt x="237" y="135"/>
                      </a:lnTo>
                      <a:lnTo>
                        <a:pt x="241" y="124"/>
                      </a:lnTo>
                      <a:lnTo>
                        <a:pt x="242" y="111"/>
                      </a:lnTo>
                      <a:lnTo>
                        <a:pt x="242" y="111"/>
                      </a:lnTo>
                      <a:lnTo>
                        <a:pt x="242" y="111"/>
                      </a:lnTo>
                      <a:lnTo>
                        <a:pt x="241" y="99"/>
                      </a:lnTo>
                      <a:lnTo>
                        <a:pt x="237" y="86"/>
                      </a:lnTo>
                      <a:lnTo>
                        <a:pt x="231" y="77"/>
                      </a:lnTo>
                      <a:lnTo>
                        <a:pt x="224" y="68"/>
                      </a:lnTo>
                      <a:lnTo>
                        <a:pt x="224" y="68"/>
                      </a:lnTo>
                      <a:lnTo>
                        <a:pt x="215" y="60"/>
                      </a:lnTo>
                      <a:lnTo>
                        <a:pt x="204" y="54"/>
                      </a:lnTo>
                      <a:lnTo>
                        <a:pt x="193" y="51"/>
                      </a:lnTo>
                      <a:lnTo>
                        <a:pt x="181" y="49"/>
                      </a:lnTo>
                      <a:lnTo>
                        <a:pt x="100" y="49"/>
                      </a:lnTo>
                      <a:lnTo>
                        <a:pt x="100" y="49"/>
                      </a:lnTo>
                      <a:lnTo>
                        <a:pt x="89" y="51"/>
                      </a:lnTo>
                      <a:lnTo>
                        <a:pt x="79" y="53"/>
                      </a:lnTo>
                      <a:lnTo>
                        <a:pt x="69" y="58"/>
                      </a:lnTo>
                      <a:lnTo>
                        <a:pt x="61" y="63"/>
                      </a:lnTo>
                      <a:lnTo>
                        <a:pt x="0" y="63"/>
                      </a:lnTo>
                      <a:lnTo>
                        <a:pt x="0" y="63"/>
                      </a:lnTo>
                      <a:lnTo>
                        <a:pt x="4" y="56"/>
                      </a:lnTo>
                      <a:lnTo>
                        <a:pt x="9" y="47"/>
                      </a:lnTo>
                      <a:lnTo>
                        <a:pt x="15" y="39"/>
                      </a:lnTo>
                      <a:lnTo>
                        <a:pt x="21" y="32"/>
                      </a:lnTo>
                      <a:lnTo>
                        <a:pt x="21" y="32"/>
                      </a:lnTo>
                      <a:lnTo>
                        <a:pt x="30" y="26"/>
                      </a:lnTo>
                      <a:lnTo>
                        <a:pt x="38" y="18"/>
                      </a:lnTo>
                      <a:lnTo>
                        <a:pt x="47" y="13"/>
                      </a:lnTo>
                      <a:lnTo>
                        <a:pt x="57" y="9"/>
                      </a:lnTo>
                      <a:lnTo>
                        <a:pt x="67" y="5"/>
                      </a:lnTo>
                      <a:lnTo>
                        <a:pt x="78" y="2"/>
                      </a:lnTo>
                      <a:lnTo>
                        <a:pt x="89" y="0"/>
                      </a:lnTo>
                      <a:lnTo>
                        <a:pt x="100" y="0"/>
                      </a:lnTo>
                      <a:lnTo>
                        <a:pt x="10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6" name="Freeform 21"/>
                <p:cNvSpPr>
                  <a:spLocks/>
                </p:cNvSpPr>
                <p:nvPr/>
              </p:nvSpPr>
              <p:spPr bwMode="auto">
                <a:xfrm>
                  <a:off x="1601767" y="4427550"/>
                  <a:ext cx="195263" cy="36513"/>
                </a:xfrm>
                <a:custGeom>
                  <a:avLst/>
                  <a:gdLst/>
                  <a:ahLst/>
                  <a:cxnLst>
                    <a:cxn ang="0">
                      <a:pos x="24" y="0"/>
                    </a:cxn>
                    <a:cxn ang="0">
                      <a:pos x="224" y="0"/>
                    </a:cxn>
                    <a:cxn ang="0">
                      <a:pos x="224" y="0"/>
                    </a:cxn>
                    <a:cxn ang="0">
                      <a:pos x="229" y="1"/>
                    </a:cxn>
                    <a:cxn ang="0">
                      <a:pos x="233" y="2"/>
                    </a:cxn>
                    <a:cxn ang="0">
                      <a:pos x="236" y="5"/>
                    </a:cxn>
                    <a:cxn ang="0">
                      <a:pos x="240" y="7"/>
                    </a:cxn>
                    <a:cxn ang="0">
                      <a:pos x="242" y="11"/>
                    </a:cxn>
                    <a:cxn ang="0">
                      <a:pos x="245" y="14"/>
                    </a:cxn>
                    <a:cxn ang="0">
                      <a:pos x="246" y="18"/>
                    </a:cxn>
                    <a:cxn ang="0">
                      <a:pos x="246" y="23"/>
                    </a:cxn>
                    <a:cxn ang="0">
                      <a:pos x="246" y="23"/>
                    </a:cxn>
                    <a:cxn ang="0">
                      <a:pos x="246" y="23"/>
                    </a:cxn>
                    <a:cxn ang="0">
                      <a:pos x="246" y="28"/>
                    </a:cxn>
                    <a:cxn ang="0">
                      <a:pos x="245" y="32"/>
                    </a:cxn>
                    <a:cxn ang="0">
                      <a:pos x="242" y="36"/>
                    </a:cxn>
                    <a:cxn ang="0">
                      <a:pos x="240" y="39"/>
                    </a:cxn>
                    <a:cxn ang="0">
                      <a:pos x="236" y="42"/>
                    </a:cxn>
                    <a:cxn ang="0">
                      <a:pos x="233" y="44"/>
                    </a:cxn>
                    <a:cxn ang="0">
                      <a:pos x="229" y="45"/>
                    </a:cxn>
                    <a:cxn ang="0">
                      <a:pos x="224" y="45"/>
                    </a:cxn>
                    <a:cxn ang="0">
                      <a:pos x="24" y="45"/>
                    </a:cxn>
                    <a:cxn ang="0">
                      <a:pos x="24" y="45"/>
                    </a:cxn>
                    <a:cxn ang="0">
                      <a:pos x="19" y="45"/>
                    </a:cxn>
                    <a:cxn ang="0">
                      <a:pos x="14" y="44"/>
                    </a:cxn>
                    <a:cxn ang="0">
                      <a:pos x="10" y="42"/>
                    </a:cxn>
                    <a:cxn ang="0">
                      <a:pos x="6" y="39"/>
                    </a:cxn>
                    <a:cxn ang="0">
                      <a:pos x="4" y="36"/>
                    </a:cxn>
                    <a:cxn ang="0">
                      <a:pos x="3" y="32"/>
                    </a:cxn>
                    <a:cxn ang="0">
                      <a:pos x="0" y="28"/>
                    </a:cxn>
                    <a:cxn ang="0">
                      <a:pos x="0" y="23"/>
                    </a:cxn>
                    <a:cxn ang="0">
                      <a:pos x="0" y="23"/>
                    </a:cxn>
                    <a:cxn ang="0">
                      <a:pos x="0" y="23"/>
                    </a:cxn>
                    <a:cxn ang="0">
                      <a:pos x="0" y="18"/>
                    </a:cxn>
                    <a:cxn ang="0">
                      <a:pos x="3" y="14"/>
                    </a:cxn>
                    <a:cxn ang="0">
                      <a:pos x="4" y="11"/>
                    </a:cxn>
                    <a:cxn ang="0">
                      <a:pos x="6" y="7"/>
                    </a:cxn>
                    <a:cxn ang="0">
                      <a:pos x="10" y="5"/>
                    </a:cxn>
                    <a:cxn ang="0">
                      <a:pos x="14" y="2"/>
                    </a:cxn>
                    <a:cxn ang="0">
                      <a:pos x="19" y="1"/>
                    </a:cxn>
                    <a:cxn ang="0">
                      <a:pos x="24" y="0"/>
                    </a:cxn>
                    <a:cxn ang="0">
                      <a:pos x="24" y="0"/>
                    </a:cxn>
                  </a:cxnLst>
                  <a:rect l="0" t="0" r="r" b="b"/>
                  <a:pathLst>
                    <a:path w="246" h="45">
                      <a:moveTo>
                        <a:pt x="24" y="0"/>
                      </a:moveTo>
                      <a:lnTo>
                        <a:pt x="224" y="0"/>
                      </a:lnTo>
                      <a:lnTo>
                        <a:pt x="224" y="0"/>
                      </a:lnTo>
                      <a:lnTo>
                        <a:pt x="229" y="1"/>
                      </a:lnTo>
                      <a:lnTo>
                        <a:pt x="233" y="2"/>
                      </a:lnTo>
                      <a:lnTo>
                        <a:pt x="236" y="5"/>
                      </a:lnTo>
                      <a:lnTo>
                        <a:pt x="240" y="7"/>
                      </a:lnTo>
                      <a:lnTo>
                        <a:pt x="242" y="11"/>
                      </a:lnTo>
                      <a:lnTo>
                        <a:pt x="245" y="14"/>
                      </a:lnTo>
                      <a:lnTo>
                        <a:pt x="246" y="18"/>
                      </a:lnTo>
                      <a:lnTo>
                        <a:pt x="246" y="23"/>
                      </a:lnTo>
                      <a:lnTo>
                        <a:pt x="246" y="23"/>
                      </a:lnTo>
                      <a:lnTo>
                        <a:pt x="246" y="23"/>
                      </a:lnTo>
                      <a:lnTo>
                        <a:pt x="246" y="28"/>
                      </a:lnTo>
                      <a:lnTo>
                        <a:pt x="245" y="32"/>
                      </a:lnTo>
                      <a:lnTo>
                        <a:pt x="242" y="36"/>
                      </a:lnTo>
                      <a:lnTo>
                        <a:pt x="240" y="39"/>
                      </a:lnTo>
                      <a:lnTo>
                        <a:pt x="236" y="42"/>
                      </a:lnTo>
                      <a:lnTo>
                        <a:pt x="233" y="44"/>
                      </a:lnTo>
                      <a:lnTo>
                        <a:pt x="229" y="45"/>
                      </a:lnTo>
                      <a:lnTo>
                        <a:pt x="224" y="45"/>
                      </a:lnTo>
                      <a:lnTo>
                        <a:pt x="24" y="45"/>
                      </a:lnTo>
                      <a:lnTo>
                        <a:pt x="24" y="45"/>
                      </a:lnTo>
                      <a:lnTo>
                        <a:pt x="19" y="45"/>
                      </a:lnTo>
                      <a:lnTo>
                        <a:pt x="14" y="44"/>
                      </a:lnTo>
                      <a:lnTo>
                        <a:pt x="10" y="42"/>
                      </a:lnTo>
                      <a:lnTo>
                        <a:pt x="6" y="39"/>
                      </a:lnTo>
                      <a:lnTo>
                        <a:pt x="4" y="36"/>
                      </a:lnTo>
                      <a:lnTo>
                        <a:pt x="3" y="32"/>
                      </a:lnTo>
                      <a:lnTo>
                        <a:pt x="0" y="28"/>
                      </a:lnTo>
                      <a:lnTo>
                        <a:pt x="0" y="23"/>
                      </a:lnTo>
                      <a:lnTo>
                        <a:pt x="0" y="23"/>
                      </a:lnTo>
                      <a:lnTo>
                        <a:pt x="0" y="23"/>
                      </a:lnTo>
                      <a:lnTo>
                        <a:pt x="0" y="18"/>
                      </a:lnTo>
                      <a:lnTo>
                        <a:pt x="3" y="14"/>
                      </a:lnTo>
                      <a:lnTo>
                        <a:pt x="4" y="11"/>
                      </a:lnTo>
                      <a:lnTo>
                        <a:pt x="6" y="7"/>
                      </a:lnTo>
                      <a:lnTo>
                        <a:pt x="10" y="5"/>
                      </a:lnTo>
                      <a:lnTo>
                        <a:pt x="14" y="2"/>
                      </a:lnTo>
                      <a:lnTo>
                        <a:pt x="19" y="1"/>
                      </a:lnTo>
                      <a:lnTo>
                        <a:pt x="24" y="0"/>
                      </a:lnTo>
                      <a:lnTo>
                        <a:pt x="2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grpSp>
      <p:grpSp>
        <p:nvGrpSpPr>
          <p:cNvPr id="47" name="Group 96"/>
          <p:cNvGrpSpPr/>
          <p:nvPr/>
        </p:nvGrpSpPr>
        <p:grpSpPr>
          <a:xfrm>
            <a:off x="6858005" y="3215834"/>
            <a:ext cx="4904504" cy="1815882"/>
            <a:chOff x="5143504" y="2411875"/>
            <a:chExt cx="3678378" cy="1361911"/>
          </a:xfrm>
        </p:grpSpPr>
        <p:sp>
          <p:nvSpPr>
            <p:cNvPr id="39" name="Rectangle 38"/>
            <p:cNvSpPr/>
            <p:nvPr/>
          </p:nvSpPr>
          <p:spPr>
            <a:xfrm>
              <a:off x="5969329" y="2411875"/>
              <a:ext cx="2852553" cy="1361911"/>
            </a:xfrm>
            <a:prstGeom prst="rect">
              <a:avLst/>
            </a:prstGeom>
          </p:spPr>
          <p:txBody>
            <a:bodyPr wrap="square">
              <a:spAutoFit/>
            </a:bodyPr>
            <a:lstStyle/>
            <a:p>
              <a:pPr lvl="0" algn="ctr" rtl="1" fontAlgn="auto">
                <a:spcBef>
                  <a:spcPts val="0"/>
                </a:spcBef>
                <a:spcAft>
                  <a:spcPts val="0"/>
                </a:spcAft>
              </a:pPr>
              <a:r>
                <a:rPr lang="ar-JO" sz="3200" b="1" dirty="0"/>
                <a:t>الشبكات الإقليمية والمناطق </a:t>
              </a:r>
              <a:r>
                <a:rPr lang="ar-JO" sz="3200" b="1" dirty="0" smtClean="0"/>
                <a:t>الواسعة</a:t>
              </a:r>
              <a:endParaRPr lang="en-US" sz="3200" b="1" dirty="0" smtClean="0"/>
            </a:p>
            <a:p>
              <a:pPr lvl="0" algn="ctr" rtl="1" fontAlgn="auto">
                <a:spcBef>
                  <a:spcPts val="0"/>
                </a:spcBef>
                <a:spcAft>
                  <a:spcPts val="0"/>
                </a:spcAft>
              </a:pPr>
              <a:r>
                <a:rPr lang="ar-JO" sz="3200" b="1" dirty="0" smtClean="0"/>
                <a:t> </a:t>
              </a:r>
              <a:r>
                <a:rPr lang="ar-JO" sz="3200" b="1" dirty="0"/>
                <a:t>(</a:t>
              </a:r>
              <a:r>
                <a:rPr lang="en-US" sz="3200" b="1" dirty="0"/>
                <a:t>WAN- MAN</a:t>
              </a:r>
              <a:r>
                <a:rPr lang="ar-JO" sz="3200" b="1" dirty="0"/>
                <a:t>)</a:t>
              </a:r>
              <a:endParaRPr lang="en-US" sz="3200" b="1" dirty="0"/>
            </a:p>
            <a:p>
              <a:pPr fontAlgn="auto">
                <a:spcBef>
                  <a:spcPts val="0"/>
                </a:spcBef>
                <a:spcAft>
                  <a:spcPts val="0"/>
                </a:spcAft>
              </a:pPr>
              <a:endParaRPr lang="en-US" sz="1600" dirty="0">
                <a:solidFill>
                  <a:prstClr val="white">
                    <a:lumMod val="65000"/>
                  </a:prstClr>
                </a:solidFill>
                <a:latin typeface="Open Sans" pitchFamily="34" charset="0"/>
                <a:ea typeface="Open Sans" pitchFamily="34" charset="0"/>
                <a:cs typeface="Open Sans" pitchFamily="34" charset="0"/>
              </a:endParaRPr>
            </a:p>
          </p:txBody>
        </p:sp>
        <p:grpSp>
          <p:nvGrpSpPr>
            <p:cNvPr id="50" name="Group 81"/>
            <p:cNvGrpSpPr/>
            <p:nvPr/>
          </p:nvGrpSpPr>
          <p:grpSpPr>
            <a:xfrm>
              <a:off x="5143504" y="2500312"/>
              <a:ext cx="636196" cy="636164"/>
              <a:chOff x="5143504" y="2500312"/>
              <a:chExt cx="636196" cy="636164"/>
            </a:xfrm>
          </p:grpSpPr>
          <p:sp>
            <p:nvSpPr>
              <p:cNvPr id="24" name="Rectangle 23"/>
              <p:cNvSpPr/>
              <p:nvPr/>
            </p:nvSpPr>
            <p:spPr>
              <a:xfrm>
                <a:off x="5143504" y="2500312"/>
                <a:ext cx="636196" cy="636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56" name="Group 78"/>
              <p:cNvGrpSpPr/>
              <p:nvPr/>
            </p:nvGrpSpPr>
            <p:grpSpPr>
              <a:xfrm>
                <a:off x="5333133" y="2643188"/>
                <a:ext cx="272454" cy="363686"/>
                <a:chOff x="1868971" y="2767277"/>
                <a:chExt cx="274694" cy="366676"/>
              </a:xfrm>
              <a:solidFill>
                <a:schemeClr val="bg1"/>
              </a:solidFill>
            </p:grpSpPr>
            <p:sp>
              <p:nvSpPr>
                <p:cNvPr id="8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8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grpSp>
      <p:sp>
        <p:nvSpPr>
          <p:cNvPr id="11" name="Footer Placeholder 10"/>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35183448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slide(fromTop)">
                                      <p:cBhvr>
                                        <p:cTn id="14" dur="500"/>
                                        <p:tgtEl>
                                          <p:spTgt spid="9"/>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slide(fromLeft)">
                                      <p:cBhvr>
                                        <p:cTn id="18" dur="500"/>
                                        <p:tgtEl>
                                          <p:spTgt spid="8"/>
                                        </p:tgtEl>
                                      </p:cBhvr>
                                    </p:animEffect>
                                  </p:childTnLst>
                                </p:cTn>
                              </p:par>
                            </p:childTnLst>
                          </p:cTn>
                        </p:par>
                        <p:par>
                          <p:cTn id="19" fill="hold">
                            <p:stCondLst>
                              <p:cond delay="1500"/>
                            </p:stCondLst>
                            <p:childTnLst>
                              <p:par>
                                <p:cTn id="20" presetID="12" presetClass="entr" presetSubtype="2" fill="hold" nodeType="after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slide(fromRight)">
                                      <p:cBhvr>
                                        <p:cTn id="22" dur="500"/>
                                        <p:tgtEl>
                                          <p:spTgt spid="15"/>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slide(fromLeft)">
                                      <p:cBhvr>
                                        <p:cTn id="26" dur="500"/>
                                        <p:tgtEl>
                                          <p:spTgt spid="7"/>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47"/>
                                        </p:tgtEl>
                                        <p:attrNameLst>
                                          <p:attrName>style.visibility</p:attrName>
                                        </p:attrNameLst>
                                      </p:cBhvr>
                                      <p:to>
                                        <p:strVal val="visible"/>
                                      </p:to>
                                    </p:set>
                                    <p:animEffect transition="in" filter="slide(fromLeft)">
                                      <p:cBhvr>
                                        <p:cTn id="30" dur="500"/>
                                        <p:tgtEl>
                                          <p:spTgt spid="47"/>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slide(fromLeft)">
                                      <p:cBhvr>
                                        <p:cTn id="34" dur="500"/>
                                        <p:tgtEl>
                                          <p:spTgt spid="10"/>
                                        </p:tgtEl>
                                      </p:cBhvr>
                                    </p:animEffect>
                                  </p:childTnLst>
                                </p:cTn>
                              </p:par>
                            </p:childTnLst>
                          </p:cTn>
                        </p:par>
                        <p:par>
                          <p:cTn id="35" fill="hold">
                            <p:stCondLst>
                              <p:cond delay="3500"/>
                            </p:stCondLst>
                            <p:childTnLst>
                              <p:par>
                                <p:cTn id="36" presetID="12" presetClass="entr" presetSubtype="2" fill="hold" nodeType="after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slide(fromRight)">
                                      <p:cBhvr>
                                        <p:cTn id="3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142966" y="857232"/>
            <a:ext cx="9906069" cy="646331"/>
          </a:xfrm>
          <a:prstGeom prst="rect">
            <a:avLst/>
          </a:prstGeom>
        </p:spPr>
        <p:txBody>
          <a:bodyPr wrap="square">
            <a:spAutoFit/>
          </a:bodyPr>
          <a:lstStyle/>
          <a:p>
            <a:pPr algn="ctr" rtl="1"/>
            <a:r>
              <a:rPr lang="ar-SA" sz="3600" b="1" dirty="0">
                <a:solidFill>
                  <a:srgbClr val="00B050"/>
                </a:solidFill>
              </a:rPr>
              <a:t>أ- أنواع الشبكات:</a:t>
            </a:r>
            <a:endParaRPr lang="en-US" sz="3600" dirty="0">
              <a:solidFill>
                <a:srgbClr val="00B050"/>
              </a:solidFill>
            </a:endParaRPr>
          </a:p>
        </p:txBody>
      </p:sp>
      <p:grpSp>
        <p:nvGrpSpPr>
          <p:cNvPr id="3" name="Group 2"/>
          <p:cNvGrpSpPr/>
          <p:nvPr/>
        </p:nvGrpSpPr>
        <p:grpSpPr>
          <a:xfrm>
            <a:off x="1662511" y="190502"/>
            <a:ext cx="9906069" cy="707886"/>
            <a:chOff x="1246883" y="142876"/>
            <a:chExt cx="7429552" cy="530914"/>
          </a:xfrm>
        </p:grpSpPr>
        <p:sp>
          <p:nvSpPr>
            <p:cNvPr id="4" name="Rectangle 3"/>
            <p:cNvSpPr/>
            <p:nvPr/>
          </p:nvSpPr>
          <p:spPr>
            <a:xfrm>
              <a:off x="1246883" y="142876"/>
              <a:ext cx="7429552" cy="530914"/>
            </a:xfrm>
            <a:prstGeom prst="rect">
              <a:avLst/>
            </a:prstGeom>
          </p:spPr>
          <p:txBody>
            <a:bodyPr wrap="square">
              <a:spAutoFit/>
            </a:bodyPr>
            <a:lstStyle/>
            <a:p>
              <a:pPr marL="1657350" lvl="2" indent="-742950" algn="r" rtl="1">
                <a:buFont typeface="+mj-lt"/>
                <a:buAutoNum type="arabicPeriod" startAt="7"/>
              </a:pPr>
              <a:r>
                <a:rPr lang="ar-SA" sz="4000" b="1" u="sng" dirty="0"/>
                <a:t>الشبكات والإنترنت </a:t>
              </a:r>
              <a:endParaRPr lang="en-US" sz="4000" u="sng" dirty="0"/>
            </a:p>
          </p:txBody>
        </p:sp>
        <p:cxnSp>
          <p:nvCxnSpPr>
            <p:cNvPr id="5" name="Straight Connector 4"/>
            <p:cNvCxnSpPr/>
            <p:nvPr/>
          </p:nvCxnSpPr>
          <p:spPr>
            <a:xfrm rot="5400000">
              <a:off x="4818917"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7868659" y="41275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9" name="Straight Connector 8"/>
          <p:cNvCxnSpPr/>
          <p:nvPr/>
        </p:nvCxnSpPr>
        <p:spPr>
          <a:xfrm rot="5400000">
            <a:off x="3713678" y="3905257"/>
            <a:ext cx="4763591" cy="1057"/>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5324997" y="3699948"/>
            <a:ext cx="828150" cy="114301"/>
            <a:chOff x="3993750" y="2774961"/>
            <a:chExt cx="621113" cy="85726"/>
          </a:xfrm>
        </p:grpSpPr>
        <p:cxnSp>
          <p:nvCxnSpPr>
            <p:cNvPr id="49" name="Straight Connector 48"/>
            <p:cNvCxnSpPr>
              <a:stCxn id="23" idx="3"/>
              <a:endCxn id="52" idx="6"/>
            </p:cNvCxnSpPr>
            <p:nvPr/>
          </p:nvCxnSpPr>
          <p:spPr>
            <a:xfrm flipV="1">
              <a:off x="3993750" y="2817824"/>
              <a:ext cx="621113" cy="57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8" name="Group 99"/>
          <p:cNvGrpSpPr/>
          <p:nvPr/>
        </p:nvGrpSpPr>
        <p:grpSpPr>
          <a:xfrm>
            <a:off x="6038850" y="2277547"/>
            <a:ext cx="819156" cy="114301"/>
            <a:chOff x="4529137" y="1708160"/>
            <a:chExt cx="614367" cy="85726"/>
          </a:xfrm>
        </p:grpSpPr>
        <p:cxnSp>
          <p:nvCxnSpPr>
            <p:cNvPr id="46" name="Straight Connector 45"/>
            <p:cNvCxnSpPr>
              <a:stCxn id="53" idx="6"/>
              <a:endCxn id="17" idx="1"/>
            </p:cNvCxnSpPr>
            <p:nvPr/>
          </p:nvCxnSpPr>
          <p:spPr>
            <a:xfrm flipV="1">
              <a:off x="4614863" y="1746826"/>
              <a:ext cx="528641" cy="419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0" name="Group 101"/>
          <p:cNvGrpSpPr/>
          <p:nvPr/>
        </p:nvGrpSpPr>
        <p:grpSpPr>
          <a:xfrm>
            <a:off x="6038852" y="5223947"/>
            <a:ext cx="819155" cy="114301"/>
            <a:chOff x="4529137" y="3917960"/>
            <a:chExt cx="614366" cy="85726"/>
          </a:xfrm>
        </p:grpSpPr>
        <p:cxnSp>
          <p:nvCxnSpPr>
            <p:cNvPr id="51" name="Straight Connector 50"/>
            <p:cNvCxnSpPr>
              <a:stCxn id="54" idx="2"/>
              <a:endCxn id="28" idx="1"/>
            </p:cNvCxnSpPr>
            <p:nvPr/>
          </p:nvCxnSpPr>
          <p:spPr>
            <a:xfrm>
              <a:off x="4529137" y="3960823"/>
              <a:ext cx="614366" cy="58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1" name="Group 95"/>
          <p:cNvGrpSpPr/>
          <p:nvPr/>
        </p:nvGrpSpPr>
        <p:grpSpPr>
          <a:xfrm>
            <a:off x="936391" y="3275640"/>
            <a:ext cx="4388607" cy="1077218"/>
            <a:chOff x="702293" y="2456728"/>
            <a:chExt cx="3291457" cy="807913"/>
          </a:xfrm>
        </p:grpSpPr>
        <p:sp>
          <p:nvSpPr>
            <p:cNvPr id="33" name="Rectangle 32"/>
            <p:cNvSpPr/>
            <p:nvPr/>
          </p:nvSpPr>
          <p:spPr>
            <a:xfrm>
              <a:off x="702293" y="2456728"/>
              <a:ext cx="2203825" cy="807913"/>
            </a:xfrm>
            <a:prstGeom prst="rect">
              <a:avLst/>
            </a:prstGeom>
          </p:spPr>
          <p:txBody>
            <a:bodyPr wrap="none">
              <a:spAutoFit/>
            </a:bodyPr>
            <a:lstStyle/>
            <a:p>
              <a:pPr algn="ctr" rtl="1" fontAlgn="auto">
                <a:spcBef>
                  <a:spcPts val="0"/>
                </a:spcBef>
                <a:spcAft>
                  <a:spcPts val="0"/>
                </a:spcAft>
              </a:pPr>
              <a:r>
                <a:rPr lang="ar-SA" sz="3200" b="1" dirty="0"/>
                <a:t>الكتاب </a:t>
              </a:r>
              <a:r>
                <a:rPr lang="ar-SA" sz="3200" b="1" dirty="0" smtClean="0"/>
                <a:t>الإلكتروني</a:t>
              </a:r>
              <a:endParaRPr lang="en-US" sz="3200" b="1" dirty="0" smtClean="0"/>
            </a:p>
            <a:p>
              <a:pPr algn="ctr" rtl="1" fontAlgn="auto">
                <a:spcBef>
                  <a:spcPts val="0"/>
                </a:spcBef>
                <a:spcAft>
                  <a:spcPts val="0"/>
                </a:spcAft>
              </a:pPr>
              <a:r>
                <a:rPr lang="ar-SA" sz="3200" b="1" dirty="0" smtClean="0"/>
                <a:t> </a:t>
              </a:r>
              <a:r>
                <a:rPr lang="en-US" sz="3200" b="1" dirty="0"/>
                <a:t>Electronic Book</a:t>
              </a:r>
              <a:endParaRPr lang="en-US" sz="3200" dirty="0">
                <a:solidFill>
                  <a:prstClr val="white">
                    <a:lumMod val="65000"/>
                  </a:prstClr>
                </a:solidFill>
                <a:latin typeface="Open Sans" pitchFamily="34" charset="0"/>
                <a:ea typeface="Open Sans" pitchFamily="34" charset="0"/>
                <a:cs typeface="Open Sans" pitchFamily="34" charset="0"/>
              </a:endParaRPr>
            </a:p>
          </p:txBody>
        </p:sp>
        <p:grpSp>
          <p:nvGrpSpPr>
            <p:cNvPr id="13" name="Group 84"/>
            <p:cNvGrpSpPr/>
            <p:nvPr/>
          </p:nvGrpSpPr>
          <p:grpSpPr>
            <a:xfrm>
              <a:off x="3357554" y="2500312"/>
              <a:ext cx="636196" cy="636164"/>
              <a:chOff x="3357554" y="2500312"/>
              <a:chExt cx="636196" cy="636164"/>
            </a:xfrm>
          </p:grpSpPr>
          <p:sp>
            <p:nvSpPr>
              <p:cNvPr id="23" name="Rectangle 22"/>
              <p:cNvSpPr/>
              <p:nvPr/>
            </p:nvSpPr>
            <p:spPr>
              <a:xfrm>
                <a:off x="3357554" y="2500312"/>
                <a:ext cx="636196" cy="63616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5" name="Freeform 23"/>
              <p:cNvSpPr>
                <a:spLocks noEditPoints="1"/>
              </p:cNvSpPr>
              <p:nvPr/>
            </p:nvSpPr>
            <p:spPr bwMode="auto">
              <a:xfrm>
                <a:off x="3477620" y="2660940"/>
                <a:ext cx="389082" cy="322810"/>
              </a:xfrm>
              <a:custGeom>
                <a:avLst/>
                <a:gdLst/>
                <a:ahLst/>
                <a:cxnLst>
                  <a:cxn ang="0">
                    <a:pos x="312" y="110"/>
                  </a:cxn>
                  <a:cxn ang="0">
                    <a:pos x="323" y="138"/>
                  </a:cxn>
                  <a:cxn ang="0">
                    <a:pos x="350" y="127"/>
                  </a:cxn>
                  <a:cxn ang="0">
                    <a:pos x="339" y="100"/>
                  </a:cxn>
                  <a:cxn ang="0">
                    <a:pos x="25" y="100"/>
                  </a:cxn>
                  <a:cxn ang="0">
                    <a:pos x="15" y="127"/>
                  </a:cxn>
                  <a:cxn ang="0">
                    <a:pos x="42" y="138"/>
                  </a:cxn>
                  <a:cxn ang="0">
                    <a:pos x="53" y="110"/>
                  </a:cxn>
                  <a:cxn ang="0">
                    <a:pos x="270" y="60"/>
                  </a:cxn>
                  <a:cxn ang="0">
                    <a:pos x="248" y="69"/>
                  </a:cxn>
                  <a:cxn ang="0">
                    <a:pos x="239" y="91"/>
                  </a:cxn>
                  <a:cxn ang="0">
                    <a:pos x="252" y="116"/>
                  </a:cxn>
                  <a:cxn ang="0">
                    <a:pos x="276" y="121"/>
                  </a:cxn>
                  <a:cxn ang="0">
                    <a:pos x="297" y="103"/>
                  </a:cxn>
                  <a:cxn ang="0">
                    <a:pos x="297" y="80"/>
                  </a:cxn>
                  <a:cxn ang="0">
                    <a:pos x="276" y="62"/>
                  </a:cxn>
                  <a:cxn ang="0">
                    <a:pos x="330" y="183"/>
                  </a:cxn>
                  <a:cxn ang="0">
                    <a:pos x="321" y="152"/>
                  </a:cxn>
                  <a:cxn ang="0">
                    <a:pos x="350" y="158"/>
                  </a:cxn>
                  <a:cxn ang="0">
                    <a:pos x="364" y="185"/>
                  </a:cxn>
                  <a:cxn ang="0">
                    <a:pos x="83" y="63"/>
                  </a:cxn>
                  <a:cxn ang="0">
                    <a:pos x="65" y="85"/>
                  </a:cxn>
                  <a:cxn ang="0">
                    <a:pos x="71" y="109"/>
                  </a:cxn>
                  <a:cxn ang="0">
                    <a:pos x="96" y="121"/>
                  </a:cxn>
                  <a:cxn ang="0">
                    <a:pos x="118" y="112"/>
                  </a:cxn>
                  <a:cxn ang="0">
                    <a:pos x="127" y="91"/>
                  </a:cxn>
                  <a:cxn ang="0">
                    <a:pos x="112" y="65"/>
                  </a:cxn>
                  <a:cxn ang="0">
                    <a:pos x="35" y="150"/>
                  </a:cxn>
                  <a:cxn ang="0">
                    <a:pos x="36" y="176"/>
                  </a:cxn>
                  <a:cxn ang="0">
                    <a:pos x="0" y="185"/>
                  </a:cxn>
                  <a:cxn ang="0">
                    <a:pos x="15" y="158"/>
                  </a:cxn>
                  <a:cxn ang="0">
                    <a:pos x="183" y="0"/>
                  </a:cxn>
                  <a:cxn ang="0">
                    <a:pos x="151" y="13"/>
                  </a:cxn>
                  <a:cxn ang="0">
                    <a:pos x="138" y="45"/>
                  </a:cxn>
                  <a:cxn ang="0">
                    <a:pos x="158" y="81"/>
                  </a:cxn>
                  <a:cxn ang="0">
                    <a:pos x="192" y="89"/>
                  </a:cxn>
                  <a:cxn ang="0">
                    <a:pos x="225" y="62"/>
                  </a:cxn>
                  <a:cxn ang="0">
                    <a:pos x="225" y="27"/>
                  </a:cxn>
                  <a:cxn ang="0">
                    <a:pos x="192" y="0"/>
                  </a:cxn>
                  <a:cxn ang="0">
                    <a:pos x="265" y="174"/>
                  </a:cxn>
                  <a:cxn ang="0">
                    <a:pos x="256" y="136"/>
                  </a:cxn>
                  <a:cxn ang="0">
                    <a:pos x="279" y="136"/>
                  </a:cxn>
                  <a:cxn ang="0">
                    <a:pos x="316" y="165"/>
                  </a:cxn>
                  <a:cxn ang="0">
                    <a:pos x="100" y="272"/>
                  </a:cxn>
                  <a:cxn ang="0">
                    <a:pos x="51" y="165"/>
                  </a:cxn>
                  <a:cxn ang="0">
                    <a:pos x="85" y="136"/>
                  </a:cxn>
                  <a:cxn ang="0">
                    <a:pos x="109" y="136"/>
                  </a:cxn>
                  <a:cxn ang="0">
                    <a:pos x="100" y="174"/>
                  </a:cxn>
                  <a:cxn ang="0">
                    <a:pos x="252" y="159"/>
                  </a:cxn>
                  <a:cxn ang="0">
                    <a:pos x="210" y="109"/>
                  </a:cxn>
                  <a:cxn ang="0">
                    <a:pos x="154" y="109"/>
                  </a:cxn>
                  <a:cxn ang="0">
                    <a:pos x="112" y="159"/>
                  </a:cxn>
                </a:cxnLst>
                <a:rect l="0" t="0" r="r" b="b"/>
                <a:pathLst>
                  <a:path w="364" h="301">
                    <a:moveTo>
                      <a:pt x="332" y="98"/>
                    </a:moveTo>
                    <a:lnTo>
                      <a:pt x="332" y="98"/>
                    </a:lnTo>
                    <a:lnTo>
                      <a:pt x="323" y="100"/>
                    </a:lnTo>
                    <a:lnTo>
                      <a:pt x="317" y="105"/>
                    </a:lnTo>
                    <a:lnTo>
                      <a:pt x="312" y="110"/>
                    </a:lnTo>
                    <a:lnTo>
                      <a:pt x="310" y="120"/>
                    </a:lnTo>
                    <a:lnTo>
                      <a:pt x="310" y="120"/>
                    </a:lnTo>
                    <a:lnTo>
                      <a:pt x="312" y="127"/>
                    </a:lnTo>
                    <a:lnTo>
                      <a:pt x="317" y="134"/>
                    </a:lnTo>
                    <a:lnTo>
                      <a:pt x="323" y="138"/>
                    </a:lnTo>
                    <a:lnTo>
                      <a:pt x="332" y="139"/>
                    </a:lnTo>
                    <a:lnTo>
                      <a:pt x="332" y="139"/>
                    </a:lnTo>
                    <a:lnTo>
                      <a:pt x="339" y="138"/>
                    </a:lnTo>
                    <a:lnTo>
                      <a:pt x="346" y="134"/>
                    </a:lnTo>
                    <a:lnTo>
                      <a:pt x="350" y="127"/>
                    </a:lnTo>
                    <a:lnTo>
                      <a:pt x="352" y="120"/>
                    </a:lnTo>
                    <a:lnTo>
                      <a:pt x="352" y="120"/>
                    </a:lnTo>
                    <a:lnTo>
                      <a:pt x="350" y="110"/>
                    </a:lnTo>
                    <a:lnTo>
                      <a:pt x="346" y="105"/>
                    </a:lnTo>
                    <a:lnTo>
                      <a:pt x="339" y="100"/>
                    </a:lnTo>
                    <a:lnTo>
                      <a:pt x="332" y="98"/>
                    </a:lnTo>
                    <a:lnTo>
                      <a:pt x="332" y="98"/>
                    </a:lnTo>
                    <a:close/>
                    <a:moveTo>
                      <a:pt x="35" y="98"/>
                    </a:moveTo>
                    <a:lnTo>
                      <a:pt x="35" y="98"/>
                    </a:lnTo>
                    <a:lnTo>
                      <a:pt x="25" y="100"/>
                    </a:lnTo>
                    <a:lnTo>
                      <a:pt x="20" y="105"/>
                    </a:lnTo>
                    <a:lnTo>
                      <a:pt x="15" y="110"/>
                    </a:lnTo>
                    <a:lnTo>
                      <a:pt x="13" y="120"/>
                    </a:lnTo>
                    <a:lnTo>
                      <a:pt x="13" y="120"/>
                    </a:lnTo>
                    <a:lnTo>
                      <a:pt x="15" y="127"/>
                    </a:lnTo>
                    <a:lnTo>
                      <a:pt x="20" y="134"/>
                    </a:lnTo>
                    <a:lnTo>
                      <a:pt x="25" y="138"/>
                    </a:lnTo>
                    <a:lnTo>
                      <a:pt x="35" y="139"/>
                    </a:lnTo>
                    <a:lnTo>
                      <a:pt x="35" y="139"/>
                    </a:lnTo>
                    <a:lnTo>
                      <a:pt x="42" y="138"/>
                    </a:lnTo>
                    <a:lnTo>
                      <a:pt x="49" y="134"/>
                    </a:lnTo>
                    <a:lnTo>
                      <a:pt x="53" y="127"/>
                    </a:lnTo>
                    <a:lnTo>
                      <a:pt x="54" y="120"/>
                    </a:lnTo>
                    <a:lnTo>
                      <a:pt x="54" y="120"/>
                    </a:lnTo>
                    <a:lnTo>
                      <a:pt x="53" y="110"/>
                    </a:lnTo>
                    <a:lnTo>
                      <a:pt x="49" y="105"/>
                    </a:lnTo>
                    <a:lnTo>
                      <a:pt x="42" y="100"/>
                    </a:lnTo>
                    <a:lnTo>
                      <a:pt x="35" y="98"/>
                    </a:lnTo>
                    <a:lnTo>
                      <a:pt x="35" y="98"/>
                    </a:lnTo>
                    <a:close/>
                    <a:moveTo>
                      <a:pt x="270" y="60"/>
                    </a:moveTo>
                    <a:lnTo>
                      <a:pt x="270" y="60"/>
                    </a:lnTo>
                    <a:lnTo>
                      <a:pt x="263" y="62"/>
                    </a:lnTo>
                    <a:lnTo>
                      <a:pt x="258" y="63"/>
                    </a:lnTo>
                    <a:lnTo>
                      <a:pt x="252" y="65"/>
                    </a:lnTo>
                    <a:lnTo>
                      <a:pt x="248" y="69"/>
                    </a:lnTo>
                    <a:lnTo>
                      <a:pt x="245" y="74"/>
                    </a:lnTo>
                    <a:lnTo>
                      <a:pt x="241" y="80"/>
                    </a:lnTo>
                    <a:lnTo>
                      <a:pt x="239" y="85"/>
                    </a:lnTo>
                    <a:lnTo>
                      <a:pt x="239" y="91"/>
                    </a:lnTo>
                    <a:lnTo>
                      <a:pt x="239" y="91"/>
                    </a:lnTo>
                    <a:lnTo>
                      <a:pt x="239" y="98"/>
                    </a:lnTo>
                    <a:lnTo>
                      <a:pt x="241" y="103"/>
                    </a:lnTo>
                    <a:lnTo>
                      <a:pt x="245" y="109"/>
                    </a:lnTo>
                    <a:lnTo>
                      <a:pt x="248" y="112"/>
                    </a:lnTo>
                    <a:lnTo>
                      <a:pt x="252" y="116"/>
                    </a:lnTo>
                    <a:lnTo>
                      <a:pt x="258" y="120"/>
                    </a:lnTo>
                    <a:lnTo>
                      <a:pt x="263" y="121"/>
                    </a:lnTo>
                    <a:lnTo>
                      <a:pt x="270" y="121"/>
                    </a:lnTo>
                    <a:lnTo>
                      <a:pt x="270" y="121"/>
                    </a:lnTo>
                    <a:lnTo>
                      <a:pt x="276" y="121"/>
                    </a:lnTo>
                    <a:lnTo>
                      <a:pt x="281" y="120"/>
                    </a:lnTo>
                    <a:lnTo>
                      <a:pt x="287" y="116"/>
                    </a:lnTo>
                    <a:lnTo>
                      <a:pt x="292" y="112"/>
                    </a:lnTo>
                    <a:lnTo>
                      <a:pt x="296" y="109"/>
                    </a:lnTo>
                    <a:lnTo>
                      <a:pt x="297" y="103"/>
                    </a:lnTo>
                    <a:lnTo>
                      <a:pt x="299" y="98"/>
                    </a:lnTo>
                    <a:lnTo>
                      <a:pt x="301" y="91"/>
                    </a:lnTo>
                    <a:lnTo>
                      <a:pt x="301" y="91"/>
                    </a:lnTo>
                    <a:lnTo>
                      <a:pt x="299" y="85"/>
                    </a:lnTo>
                    <a:lnTo>
                      <a:pt x="297" y="80"/>
                    </a:lnTo>
                    <a:lnTo>
                      <a:pt x="296" y="74"/>
                    </a:lnTo>
                    <a:lnTo>
                      <a:pt x="292" y="69"/>
                    </a:lnTo>
                    <a:lnTo>
                      <a:pt x="287" y="65"/>
                    </a:lnTo>
                    <a:lnTo>
                      <a:pt x="281" y="63"/>
                    </a:lnTo>
                    <a:lnTo>
                      <a:pt x="276" y="62"/>
                    </a:lnTo>
                    <a:lnTo>
                      <a:pt x="270" y="60"/>
                    </a:lnTo>
                    <a:lnTo>
                      <a:pt x="270" y="60"/>
                    </a:lnTo>
                    <a:close/>
                    <a:moveTo>
                      <a:pt x="364" y="248"/>
                    </a:moveTo>
                    <a:lnTo>
                      <a:pt x="330" y="248"/>
                    </a:lnTo>
                    <a:lnTo>
                      <a:pt x="330" y="183"/>
                    </a:lnTo>
                    <a:lnTo>
                      <a:pt x="330" y="183"/>
                    </a:lnTo>
                    <a:lnTo>
                      <a:pt x="330" y="176"/>
                    </a:lnTo>
                    <a:lnTo>
                      <a:pt x="328" y="167"/>
                    </a:lnTo>
                    <a:lnTo>
                      <a:pt x="321" y="152"/>
                    </a:lnTo>
                    <a:lnTo>
                      <a:pt x="321" y="152"/>
                    </a:lnTo>
                    <a:lnTo>
                      <a:pt x="332" y="150"/>
                    </a:lnTo>
                    <a:lnTo>
                      <a:pt x="332" y="150"/>
                    </a:lnTo>
                    <a:lnTo>
                      <a:pt x="337" y="152"/>
                    </a:lnTo>
                    <a:lnTo>
                      <a:pt x="345" y="154"/>
                    </a:lnTo>
                    <a:lnTo>
                      <a:pt x="350" y="158"/>
                    </a:lnTo>
                    <a:lnTo>
                      <a:pt x="355" y="161"/>
                    </a:lnTo>
                    <a:lnTo>
                      <a:pt x="359" y="167"/>
                    </a:lnTo>
                    <a:lnTo>
                      <a:pt x="363" y="172"/>
                    </a:lnTo>
                    <a:lnTo>
                      <a:pt x="364" y="178"/>
                    </a:lnTo>
                    <a:lnTo>
                      <a:pt x="364" y="185"/>
                    </a:lnTo>
                    <a:lnTo>
                      <a:pt x="364" y="248"/>
                    </a:lnTo>
                    <a:close/>
                    <a:moveTo>
                      <a:pt x="96" y="60"/>
                    </a:moveTo>
                    <a:lnTo>
                      <a:pt x="96" y="60"/>
                    </a:lnTo>
                    <a:lnTo>
                      <a:pt x="89" y="62"/>
                    </a:lnTo>
                    <a:lnTo>
                      <a:pt x="83" y="63"/>
                    </a:lnTo>
                    <a:lnTo>
                      <a:pt x="78" y="65"/>
                    </a:lnTo>
                    <a:lnTo>
                      <a:pt x="74" y="69"/>
                    </a:lnTo>
                    <a:lnTo>
                      <a:pt x="71" y="74"/>
                    </a:lnTo>
                    <a:lnTo>
                      <a:pt x="67" y="80"/>
                    </a:lnTo>
                    <a:lnTo>
                      <a:pt x="65" y="85"/>
                    </a:lnTo>
                    <a:lnTo>
                      <a:pt x="65" y="91"/>
                    </a:lnTo>
                    <a:lnTo>
                      <a:pt x="65" y="91"/>
                    </a:lnTo>
                    <a:lnTo>
                      <a:pt x="65" y="98"/>
                    </a:lnTo>
                    <a:lnTo>
                      <a:pt x="67" y="103"/>
                    </a:lnTo>
                    <a:lnTo>
                      <a:pt x="71" y="109"/>
                    </a:lnTo>
                    <a:lnTo>
                      <a:pt x="74" y="112"/>
                    </a:lnTo>
                    <a:lnTo>
                      <a:pt x="78" y="116"/>
                    </a:lnTo>
                    <a:lnTo>
                      <a:pt x="83" y="120"/>
                    </a:lnTo>
                    <a:lnTo>
                      <a:pt x="89" y="121"/>
                    </a:lnTo>
                    <a:lnTo>
                      <a:pt x="96" y="121"/>
                    </a:lnTo>
                    <a:lnTo>
                      <a:pt x="96" y="121"/>
                    </a:lnTo>
                    <a:lnTo>
                      <a:pt x="102" y="121"/>
                    </a:lnTo>
                    <a:lnTo>
                      <a:pt x="107" y="120"/>
                    </a:lnTo>
                    <a:lnTo>
                      <a:pt x="112" y="116"/>
                    </a:lnTo>
                    <a:lnTo>
                      <a:pt x="118" y="112"/>
                    </a:lnTo>
                    <a:lnTo>
                      <a:pt x="122" y="109"/>
                    </a:lnTo>
                    <a:lnTo>
                      <a:pt x="123" y="103"/>
                    </a:lnTo>
                    <a:lnTo>
                      <a:pt x="125" y="98"/>
                    </a:lnTo>
                    <a:lnTo>
                      <a:pt x="127" y="91"/>
                    </a:lnTo>
                    <a:lnTo>
                      <a:pt x="127" y="91"/>
                    </a:lnTo>
                    <a:lnTo>
                      <a:pt x="125" y="85"/>
                    </a:lnTo>
                    <a:lnTo>
                      <a:pt x="123" y="80"/>
                    </a:lnTo>
                    <a:lnTo>
                      <a:pt x="122" y="74"/>
                    </a:lnTo>
                    <a:lnTo>
                      <a:pt x="118" y="69"/>
                    </a:lnTo>
                    <a:lnTo>
                      <a:pt x="112" y="65"/>
                    </a:lnTo>
                    <a:lnTo>
                      <a:pt x="107" y="63"/>
                    </a:lnTo>
                    <a:lnTo>
                      <a:pt x="102" y="62"/>
                    </a:lnTo>
                    <a:lnTo>
                      <a:pt x="96" y="60"/>
                    </a:lnTo>
                    <a:lnTo>
                      <a:pt x="96" y="60"/>
                    </a:lnTo>
                    <a:close/>
                    <a:moveTo>
                      <a:pt x="35" y="150"/>
                    </a:moveTo>
                    <a:lnTo>
                      <a:pt x="35" y="150"/>
                    </a:lnTo>
                    <a:lnTo>
                      <a:pt x="44" y="152"/>
                    </a:lnTo>
                    <a:lnTo>
                      <a:pt x="44" y="152"/>
                    </a:lnTo>
                    <a:lnTo>
                      <a:pt x="38" y="167"/>
                    </a:lnTo>
                    <a:lnTo>
                      <a:pt x="36" y="176"/>
                    </a:lnTo>
                    <a:lnTo>
                      <a:pt x="35" y="183"/>
                    </a:lnTo>
                    <a:lnTo>
                      <a:pt x="35" y="248"/>
                    </a:lnTo>
                    <a:lnTo>
                      <a:pt x="0" y="248"/>
                    </a:lnTo>
                    <a:lnTo>
                      <a:pt x="0" y="185"/>
                    </a:lnTo>
                    <a:lnTo>
                      <a:pt x="0" y="185"/>
                    </a:lnTo>
                    <a:lnTo>
                      <a:pt x="0" y="178"/>
                    </a:lnTo>
                    <a:lnTo>
                      <a:pt x="2" y="172"/>
                    </a:lnTo>
                    <a:lnTo>
                      <a:pt x="6" y="167"/>
                    </a:lnTo>
                    <a:lnTo>
                      <a:pt x="9" y="161"/>
                    </a:lnTo>
                    <a:lnTo>
                      <a:pt x="15" y="158"/>
                    </a:lnTo>
                    <a:lnTo>
                      <a:pt x="20" y="154"/>
                    </a:lnTo>
                    <a:lnTo>
                      <a:pt x="27" y="152"/>
                    </a:lnTo>
                    <a:lnTo>
                      <a:pt x="35" y="150"/>
                    </a:lnTo>
                    <a:lnTo>
                      <a:pt x="35" y="150"/>
                    </a:lnTo>
                    <a:close/>
                    <a:moveTo>
                      <a:pt x="183" y="0"/>
                    </a:moveTo>
                    <a:lnTo>
                      <a:pt x="183" y="0"/>
                    </a:lnTo>
                    <a:lnTo>
                      <a:pt x="174" y="0"/>
                    </a:lnTo>
                    <a:lnTo>
                      <a:pt x="165" y="4"/>
                    </a:lnTo>
                    <a:lnTo>
                      <a:pt x="158" y="7"/>
                    </a:lnTo>
                    <a:lnTo>
                      <a:pt x="151" y="13"/>
                    </a:lnTo>
                    <a:lnTo>
                      <a:pt x="145" y="20"/>
                    </a:lnTo>
                    <a:lnTo>
                      <a:pt x="141" y="27"/>
                    </a:lnTo>
                    <a:lnTo>
                      <a:pt x="138" y="36"/>
                    </a:lnTo>
                    <a:lnTo>
                      <a:pt x="138" y="45"/>
                    </a:lnTo>
                    <a:lnTo>
                      <a:pt x="138" y="45"/>
                    </a:lnTo>
                    <a:lnTo>
                      <a:pt x="138" y="54"/>
                    </a:lnTo>
                    <a:lnTo>
                      <a:pt x="141" y="62"/>
                    </a:lnTo>
                    <a:lnTo>
                      <a:pt x="145" y="71"/>
                    </a:lnTo>
                    <a:lnTo>
                      <a:pt x="151" y="76"/>
                    </a:lnTo>
                    <a:lnTo>
                      <a:pt x="158" y="81"/>
                    </a:lnTo>
                    <a:lnTo>
                      <a:pt x="165" y="87"/>
                    </a:lnTo>
                    <a:lnTo>
                      <a:pt x="174" y="89"/>
                    </a:lnTo>
                    <a:lnTo>
                      <a:pt x="183" y="91"/>
                    </a:lnTo>
                    <a:lnTo>
                      <a:pt x="183" y="91"/>
                    </a:lnTo>
                    <a:lnTo>
                      <a:pt x="192" y="89"/>
                    </a:lnTo>
                    <a:lnTo>
                      <a:pt x="200" y="87"/>
                    </a:lnTo>
                    <a:lnTo>
                      <a:pt x="209" y="81"/>
                    </a:lnTo>
                    <a:lnTo>
                      <a:pt x="214" y="76"/>
                    </a:lnTo>
                    <a:lnTo>
                      <a:pt x="219" y="71"/>
                    </a:lnTo>
                    <a:lnTo>
                      <a:pt x="225" y="62"/>
                    </a:lnTo>
                    <a:lnTo>
                      <a:pt x="227" y="54"/>
                    </a:lnTo>
                    <a:lnTo>
                      <a:pt x="229" y="45"/>
                    </a:lnTo>
                    <a:lnTo>
                      <a:pt x="229" y="45"/>
                    </a:lnTo>
                    <a:lnTo>
                      <a:pt x="227" y="36"/>
                    </a:lnTo>
                    <a:lnTo>
                      <a:pt x="225" y="27"/>
                    </a:lnTo>
                    <a:lnTo>
                      <a:pt x="219" y="20"/>
                    </a:lnTo>
                    <a:lnTo>
                      <a:pt x="214" y="13"/>
                    </a:lnTo>
                    <a:lnTo>
                      <a:pt x="209" y="7"/>
                    </a:lnTo>
                    <a:lnTo>
                      <a:pt x="200" y="4"/>
                    </a:lnTo>
                    <a:lnTo>
                      <a:pt x="192" y="0"/>
                    </a:lnTo>
                    <a:lnTo>
                      <a:pt x="183" y="0"/>
                    </a:lnTo>
                    <a:lnTo>
                      <a:pt x="183" y="0"/>
                    </a:lnTo>
                    <a:close/>
                    <a:moveTo>
                      <a:pt x="319" y="272"/>
                    </a:moveTo>
                    <a:lnTo>
                      <a:pt x="265" y="272"/>
                    </a:lnTo>
                    <a:lnTo>
                      <a:pt x="265" y="174"/>
                    </a:lnTo>
                    <a:lnTo>
                      <a:pt x="265" y="174"/>
                    </a:lnTo>
                    <a:lnTo>
                      <a:pt x="265" y="163"/>
                    </a:lnTo>
                    <a:lnTo>
                      <a:pt x="263" y="154"/>
                    </a:lnTo>
                    <a:lnTo>
                      <a:pt x="259" y="145"/>
                    </a:lnTo>
                    <a:lnTo>
                      <a:pt x="256" y="136"/>
                    </a:lnTo>
                    <a:lnTo>
                      <a:pt x="256" y="136"/>
                    </a:lnTo>
                    <a:lnTo>
                      <a:pt x="263" y="134"/>
                    </a:lnTo>
                    <a:lnTo>
                      <a:pt x="270" y="134"/>
                    </a:lnTo>
                    <a:lnTo>
                      <a:pt x="270" y="134"/>
                    </a:lnTo>
                    <a:lnTo>
                      <a:pt x="279" y="136"/>
                    </a:lnTo>
                    <a:lnTo>
                      <a:pt x="288" y="138"/>
                    </a:lnTo>
                    <a:lnTo>
                      <a:pt x="297" y="143"/>
                    </a:lnTo>
                    <a:lnTo>
                      <a:pt x="305" y="149"/>
                    </a:lnTo>
                    <a:lnTo>
                      <a:pt x="310" y="156"/>
                    </a:lnTo>
                    <a:lnTo>
                      <a:pt x="316" y="165"/>
                    </a:lnTo>
                    <a:lnTo>
                      <a:pt x="317" y="174"/>
                    </a:lnTo>
                    <a:lnTo>
                      <a:pt x="319" y="183"/>
                    </a:lnTo>
                    <a:lnTo>
                      <a:pt x="319" y="272"/>
                    </a:lnTo>
                    <a:close/>
                    <a:moveTo>
                      <a:pt x="100" y="174"/>
                    </a:moveTo>
                    <a:lnTo>
                      <a:pt x="100" y="272"/>
                    </a:lnTo>
                    <a:lnTo>
                      <a:pt x="45" y="272"/>
                    </a:lnTo>
                    <a:lnTo>
                      <a:pt x="45" y="183"/>
                    </a:lnTo>
                    <a:lnTo>
                      <a:pt x="45" y="183"/>
                    </a:lnTo>
                    <a:lnTo>
                      <a:pt x="47" y="174"/>
                    </a:lnTo>
                    <a:lnTo>
                      <a:pt x="51" y="165"/>
                    </a:lnTo>
                    <a:lnTo>
                      <a:pt x="54" y="156"/>
                    </a:lnTo>
                    <a:lnTo>
                      <a:pt x="60" y="149"/>
                    </a:lnTo>
                    <a:lnTo>
                      <a:pt x="67" y="143"/>
                    </a:lnTo>
                    <a:lnTo>
                      <a:pt x="76" y="138"/>
                    </a:lnTo>
                    <a:lnTo>
                      <a:pt x="85" y="136"/>
                    </a:lnTo>
                    <a:lnTo>
                      <a:pt x="96" y="134"/>
                    </a:lnTo>
                    <a:lnTo>
                      <a:pt x="96" y="134"/>
                    </a:lnTo>
                    <a:lnTo>
                      <a:pt x="103" y="134"/>
                    </a:lnTo>
                    <a:lnTo>
                      <a:pt x="109" y="136"/>
                    </a:lnTo>
                    <a:lnTo>
                      <a:pt x="109" y="136"/>
                    </a:lnTo>
                    <a:lnTo>
                      <a:pt x="105" y="145"/>
                    </a:lnTo>
                    <a:lnTo>
                      <a:pt x="102" y="154"/>
                    </a:lnTo>
                    <a:lnTo>
                      <a:pt x="100" y="163"/>
                    </a:lnTo>
                    <a:lnTo>
                      <a:pt x="100" y="174"/>
                    </a:lnTo>
                    <a:lnTo>
                      <a:pt x="100" y="174"/>
                    </a:lnTo>
                    <a:close/>
                    <a:moveTo>
                      <a:pt x="111" y="301"/>
                    </a:moveTo>
                    <a:lnTo>
                      <a:pt x="254" y="301"/>
                    </a:lnTo>
                    <a:lnTo>
                      <a:pt x="254" y="174"/>
                    </a:lnTo>
                    <a:lnTo>
                      <a:pt x="254" y="174"/>
                    </a:lnTo>
                    <a:lnTo>
                      <a:pt x="252" y="159"/>
                    </a:lnTo>
                    <a:lnTo>
                      <a:pt x="248" y="145"/>
                    </a:lnTo>
                    <a:lnTo>
                      <a:pt x="241" y="134"/>
                    </a:lnTo>
                    <a:lnTo>
                      <a:pt x="232" y="123"/>
                    </a:lnTo>
                    <a:lnTo>
                      <a:pt x="223" y="114"/>
                    </a:lnTo>
                    <a:lnTo>
                      <a:pt x="210" y="109"/>
                    </a:lnTo>
                    <a:lnTo>
                      <a:pt x="198" y="103"/>
                    </a:lnTo>
                    <a:lnTo>
                      <a:pt x="183" y="101"/>
                    </a:lnTo>
                    <a:lnTo>
                      <a:pt x="183" y="101"/>
                    </a:lnTo>
                    <a:lnTo>
                      <a:pt x="169" y="103"/>
                    </a:lnTo>
                    <a:lnTo>
                      <a:pt x="154" y="109"/>
                    </a:lnTo>
                    <a:lnTo>
                      <a:pt x="143" y="114"/>
                    </a:lnTo>
                    <a:lnTo>
                      <a:pt x="132" y="123"/>
                    </a:lnTo>
                    <a:lnTo>
                      <a:pt x="123" y="134"/>
                    </a:lnTo>
                    <a:lnTo>
                      <a:pt x="116" y="145"/>
                    </a:lnTo>
                    <a:lnTo>
                      <a:pt x="112" y="159"/>
                    </a:lnTo>
                    <a:lnTo>
                      <a:pt x="111" y="174"/>
                    </a:lnTo>
                    <a:lnTo>
                      <a:pt x="111" y="301"/>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grpSp>
        <p:nvGrpSpPr>
          <p:cNvPr id="19" name="Group 98"/>
          <p:cNvGrpSpPr/>
          <p:nvPr/>
        </p:nvGrpSpPr>
        <p:grpSpPr>
          <a:xfrm>
            <a:off x="6858004" y="4742489"/>
            <a:ext cx="3823865" cy="1077218"/>
            <a:chOff x="5143504" y="3556863"/>
            <a:chExt cx="2867899" cy="807913"/>
          </a:xfrm>
        </p:grpSpPr>
        <p:sp>
          <p:nvSpPr>
            <p:cNvPr id="41" name="Rectangle 40"/>
            <p:cNvSpPr/>
            <p:nvPr/>
          </p:nvSpPr>
          <p:spPr>
            <a:xfrm>
              <a:off x="6224616" y="3556863"/>
              <a:ext cx="1786787" cy="807913"/>
            </a:xfrm>
            <a:prstGeom prst="rect">
              <a:avLst/>
            </a:prstGeom>
          </p:spPr>
          <p:txBody>
            <a:bodyPr wrap="none">
              <a:spAutoFit/>
            </a:bodyPr>
            <a:lstStyle/>
            <a:p>
              <a:pPr algn="ctr" rtl="1" fontAlgn="auto">
                <a:spcBef>
                  <a:spcPts val="0"/>
                </a:spcBef>
                <a:spcAft>
                  <a:spcPts val="0"/>
                </a:spcAft>
              </a:pPr>
              <a:r>
                <a:rPr lang="ar-SA" sz="3200" b="1" dirty="0"/>
                <a:t>الوسائط </a:t>
              </a:r>
              <a:r>
                <a:rPr lang="ar-SA" sz="3200" b="1" dirty="0" smtClean="0"/>
                <a:t>المتعددة</a:t>
              </a:r>
              <a:endParaRPr lang="en-US" sz="3200" b="1" dirty="0" smtClean="0"/>
            </a:p>
            <a:p>
              <a:pPr algn="ctr" rtl="1" fontAlgn="auto">
                <a:spcBef>
                  <a:spcPts val="0"/>
                </a:spcBef>
                <a:spcAft>
                  <a:spcPts val="0"/>
                </a:spcAft>
              </a:pPr>
              <a:r>
                <a:rPr lang="ar-SA" sz="3200" b="1" dirty="0" smtClean="0"/>
                <a:t> </a:t>
              </a:r>
              <a:r>
                <a:rPr lang="en-US" sz="3200" b="1" dirty="0"/>
                <a:t>Multimedia</a:t>
              </a:r>
              <a:endParaRPr lang="en-US" sz="3200" dirty="0">
                <a:solidFill>
                  <a:prstClr val="white">
                    <a:lumMod val="65000"/>
                  </a:prstClr>
                </a:solidFill>
                <a:latin typeface="Open Sans" pitchFamily="34" charset="0"/>
                <a:ea typeface="Open Sans" pitchFamily="34" charset="0"/>
                <a:cs typeface="Open Sans" pitchFamily="34" charset="0"/>
              </a:endParaRPr>
            </a:p>
          </p:txBody>
        </p:sp>
        <p:grpSp>
          <p:nvGrpSpPr>
            <p:cNvPr id="21" name="Group 85"/>
            <p:cNvGrpSpPr/>
            <p:nvPr/>
          </p:nvGrpSpPr>
          <p:grpSpPr>
            <a:xfrm>
              <a:off x="5143504" y="3643320"/>
              <a:ext cx="636196" cy="636164"/>
              <a:chOff x="5143504" y="3643320"/>
              <a:chExt cx="636196" cy="636164"/>
            </a:xfrm>
          </p:grpSpPr>
          <p:sp>
            <p:nvSpPr>
              <p:cNvPr id="28" name="Rectangle 27"/>
              <p:cNvSpPr/>
              <p:nvPr/>
            </p:nvSpPr>
            <p:spPr>
              <a:xfrm>
                <a:off x="5143504" y="3643320"/>
                <a:ext cx="636196" cy="6361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3" name="Freeform 107"/>
              <p:cNvSpPr>
                <a:spLocks noEditPoints="1"/>
              </p:cNvSpPr>
              <p:nvPr/>
            </p:nvSpPr>
            <p:spPr bwMode="auto">
              <a:xfrm>
                <a:off x="5286380" y="3786196"/>
                <a:ext cx="365566" cy="314258"/>
              </a:xfrm>
              <a:custGeom>
                <a:avLst/>
                <a:gdLst/>
                <a:ahLst/>
                <a:cxnLst>
                  <a:cxn ang="0">
                    <a:pos x="337" y="165"/>
                  </a:cxn>
                  <a:cxn ang="0">
                    <a:pos x="170" y="0"/>
                  </a:cxn>
                  <a:cxn ang="0">
                    <a:pos x="5" y="165"/>
                  </a:cxn>
                  <a:cxn ang="0">
                    <a:pos x="5" y="165"/>
                  </a:cxn>
                  <a:cxn ang="0">
                    <a:pos x="0" y="172"/>
                  </a:cxn>
                  <a:cxn ang="0">
                    <a:pos x="0" y="181"/>
                  </a:cxn>
                  <a:cxn ang="0">
                    <a:pos x="0" y="189"/>
                  </a:cxn>
                  <a:cxn ang="0">
                    <a:pos x="5" y="196"/>
                  </a:cxn>
                  <a:cxn ang="0">
                    <a:pos x="5" y="196"/>
                  </a:cxn>
                  <a:cxn ang="0">
                    <a:pos x="13" y="201"/>
                  </a:cxn>
                  <a:cxn ang="0">
                    <a:pos x="20" y="201"/>
                  </a:cxn>
                  <a:cxn ang="0">
                    <a:pos x="29" y="201"/>
                  </a:cxn>
                  <a:cxn ang="0">
                    <a:pos x="36" y="196"/>
                  </a:cxn>
                  <a:cxn ang="0">
                    <a:pos x="42" y="189"/>
                  </a:cxn>
                  <a:cxn ang="0">
                    <a:pos x="42" y="294"/>
                  </a:cxn>
                  <a:cxn ang="0">
                    <a:pos x="301" y="294"/>
                  </a:cxn>
                  <a:cxn ang="0">
                    <a:pos x="301" y="189"/>
                  </a:cxn>
                  <a:cxn ang="0">
                    <a:pos x="306" y="196"/>
                  </a:cxn>
                  <a:cxn ang="0">
                    <a:pos x="306" y="196"/>
                  </a:cxn>
                  <a:cxn ang="0">
                    <a:pos x="314" y="201"/>
                  </a:cxn>
                  <a:cxn ang="0">
                    <a:pos x="321" y="201"/>
                  </a:cxn>
                  <a:cxn ang="0">
                    <a:pos x="321" y="201"/>
                  </a:cxn>
                  <a:cxn ang="0">
                    <a:pos x="330" y="201"/>
                  </a:cxn>
                  <a:cxn ang="0">
                    <a:pos x="337" y="196"/>
                  </a:cxn>
                  <a:cxn ang="0">
                    <a:pos x="337" y="196"/>
                  </a:cxn>
                  <a:cxn ang="0">
                    <a:pos x="341" y="189"/>
                  </a:cxn>
                  <a:cxn ang="0">
                    <a:pos x="343" y="181"/>
                  </a:cxn>
                  <a:cxn ang="0">
                    <a:pos x="341" y="172"/>
                  </a:cxn>
                  <a:cxn ang="0">
                    <a:pos x="337" y="165"/>
                  </a:cxn>
                  <a:cxn ang="0">
                    <a:pos x="337" y="165"/>
                  </a:cxn>
                  <a:cxn ang="0">
                    <a:pos x="279" y="272"/>
                  </a:cxn>
                  <a:cxn ang="0">
                    <a:pos x="214" y="272"/>
                  </a:cxn>
                  <a:cxn ang="0">
                    <a:pos x="214" y="187"/>
                  </a:cxn>
                  <a:cxn ang="0">
                    <a:pos x="129" y="187"/>
                  </a:cxn>
                  <a:cxn ang="0">
                    <a:pos x="129" y="272"/>
                  </a:cxn>
                  <a:cxn ang="0">
                    <a:pos x="63" y="272"/>
                  </a:cxn>
                  <a:cxn ang="0">
                    <a:pos x="63" y="169"/>
                  </a:cxn>
                  <a:cxn ang="0">
                    <a:pos x="170" y="60"/>
                  </a:cxn>
                  <a:cxn ang="0">
                    <a:pos x="279" y="169"/>
                  </a:cxn>
                  <a:cxn ang="0">
                    <a:pos x="279" y="272"/>
                  </a:cxn>
                </a:cxnLst>
                <a:rect l="0" t="0" r="r" b="b"/>
                <a:pathLst>
                  <a:path w="343" h="294">
                    <a:moveTo>
                      <a:pt x="337" y="165"/>
                    </a:moveTo>
                    <a:lnTo>
                      <a:pt x="170" y="0"/>
                    </a:lnTo>
                    <a:lnTo>
                      <a:pt x="5" y="165"/>
                    </a:lnTo>
                    <a:lnTo>
                      <a:pt x="5" y="165"/>
                    </a:lnTo>
                    <a:lnTo>
                      <a:pt x="0" y="172"/>
                    </a:lnTo>
                    <a:lnTo>
                      <a:pt x="0" y="181"/>
                    </a:lnTo>
                    <a:lnTo>
                      <a:pt x="0" y="189"/>
                    </a:lnTo>
                    <a:lnTo>
                      <a:pt x="5" y="196"/>
                    </a:lnTo>
                    <a:lnTo>
                      <a:pt x="5" y="196"/>
                    </a:lnTo>
                    <a:lnTo>
                      <a:pt x="13" y="201"/>
                    </a:lnTo>
                    <a:lnTo>
                      <a:pt x="20" y="201"/>
                    </a:lnTo>
                    <a:lnTo>
                      <a:pt x="29" y="201"/>
                    </a:lnTo>
                    <a:lnTo>
                      <a:pt x="36" y="196"/>
                    </a:lnTo>
                    <a:lnTo>
                      <a:pt x="42" y="189"/>
                    </a:lnTo>
                    <a:lnTo>
                      <a:pt x="42" y="294"/>
                    </a:lnTo>
                    <a:lnTo>
                      <a:pt x="301" y="294"/>
                    </a:lnTo>
                    <a:lnTo>
                      <a:pt x="301" y="189"/>
                    </a:lnTo>
                    <a:lnTo>
                      <a:pt x="306" y="196"/>
                    </a:lnTo>
                    <a:lnTo>
                      <a:pt x="306" y="196"/>
                    </a:lnTo>
                    <a:lnTo>
                      <a:pt x="314" y="201"/>
                    </a:lnTo>
                    <a:lnTo>
                      <a:pt x="321" y="201"/>
                    </a:lnTo>
                    <a:lnTo>
                      <a:pt x="321" y="201"/>
                    </a:lnTo>
                    <a:lnTo>
                      <a:pt x="330" y="201"/>
                    </a:lnTo>
                    <a:lnTo>
                      <a:pt x="337" y="196"/>
                    </a:lnTo>
                    <a:lnTo>
                      <a:pt x="337" y="196"/>
                    </a:lnTo>
                    <a:lnTo>
                      <a:pt x="341" y="189"/>
                    </a:lnTo>
                    <a:lnTo>
                      <a:pt x="343" y="181"/>
                    </a:lnTo>
                    <a:lnTo>
                      <a:pt x="341" y="172"/>
                    </a:lnTo>
                    <a:lnTo>
                      <a:pt x="337" y="165"/>
                    </a:lnTo>
                    <a:lnTo>
                      <a:pt x="337" y="165"/>
                    </a:lnTo>
                    <a:close/>
                    <a:moveTo>
                      <a:pt x="279" y="272"/>
                    </a:moveTo>
                    <a:lnTo>
                      <a:pt x="214" y="272"/>
                    </a:lnTo>
                    <a:lnTo>
                      <a:pt x="214" y="187"/>
                    </a:lnTo>
                    <a:lnTo>
                      <a:pt x="129" y="187"/>
                    </a:lnTo>
                    <a:lnTo>
                      <a:pt x="129" y="272"/>
                    </a:lnTo>
                    <a:lnTo>
                      <a:pt x="63" y="272"/>
                    </a:lnTo>
                    <a:lnTo>
                      <a:pt x="63" y="169"/>
                    </a:lnTo>
                    <a:lnTo>
                      <a:pt x="170" y="60"/>
                    </a:lnTo>
                    <a:lnTo>
                      <a:pt x="279" y="169"/>
                    </a:lnTo>
                    <a:lnTo>
                      <a:pt x="279" y="27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grpSp>
        <p:nvGrpSpPr>
          <p:cNvPr id="42" name="Group 94"/>
          <p:cNvGrpSpPr/>
          <p:nvPr/>
        </p:nvGrpSpPr>
        <p:grpSpPr>
          <a:xfrm>
            <a:off x="6858002" y="1809741"/>
            <a:ext cx="4501813" cy="1077218"/>
            <a:chOff x="5143504" y="1357304"/>
            <a:chExt cx="3376361" cy="807913"/>
          </a:xfrm>
        </p:grpSpPr>
        <p:sp>
          <p:nvSpPr>
            <p:cNvPr id="37" name="Rectangle 36"/>
            <p:cNvSpPr/>
            <p:nvPr/>
          </p:nvSpPr>
          <p:spPr>
            <a:xfrm>
              <a:off x="6002878" y="1357304"/>
              <a:ext cx="2516987" cy="807913"/>
            </a:xfrm>
            <a:prstGeom prst="rect">
              <a:avLst/>
            </a:prstGeom>
          </p:spPr>
          <p:txBody>
            <a:bodyPr wrap="none">
              <a:spAutoFit/>
            </a:bodyPr>
            <a:lstStyle/>
            <a:p>
              <a:pPr algn="ctr" rtl="1" fontAlgn="auto">
                <a:spcBef>
                  <a:spcPts val="0"/>
                </a:spcBef>
                <a:spcAft>
                  <a:spcPts val="0"/>
                </a:spcAft>
              </a:pPr>
              <a:r>
                <a:rPr lang="ar-JO" sz="3200" b="1" dirty="0"/>
                <a:t>المكتبة </a:t>
              </a:r>
              <a:r>
                <a:rPr lang="ar-JO" sz="3200" b="1" dirty="0" smtClean="0"/>
                <a:t>الإلكترونية</a:t>
              </a:r>
              <a:endParaRPr lang="en-US" sz="3200" b="1" dirty="0" smtClean="0"/>
            </a:p>
            <a:p>
              <a:pPr algn="ctr" rtl="1" fontAlgn="auto">
                <a:spcBef>
                  <a:spcPts val="0"/>
                </a:spcBef>
                <a:spcAft>
                  <a:spcPts val="0"/>
                </a:spcAft>
              </a:pPr>
              <a:r>
                <a:rPr lang="ar-JO" sz="3200" b="1" dirty="0" smtClean="0"/>
                <a:t> </a:t>
              </a:r>
              <a:r>
                <a:rPr lang="en-US" sz="3200" b="1" dirty="0"/>
                <a:t>Electronic </a:t>
              </a:r>
              <a:r>
                <a:rPr lang="en-US" sz="3200" b="1" dirty="0" smtClean="0"/>
                <a:t>Library</a:t>
              </a:r>
              <a:endParaRPr lang="en-US" sz="3200" dirty="0">
                <a:solidFill>
                  <a:prstClr val="white">
                    <a:lumMod val="65000"/>
                  </a:prstClr>
                </a:solidFill>
                <a:latin typeface="Open Sans" pitchFamily="34" charset="0"/>
                <a:ea typeface="Open Sans" pitchFamily="34" charset="0"/>
                <a:cs typeface="Open Sans" pitchFamily="34" charset="0"/>
              </a:endParaRPr>
            </a:p>
          </p:txBody>
        </p:sp>
        <p:grpSp>
          <p:nvGrpSpPr>
            <p:cNvPr id="44" name="Group 82"/>
            <p:cNvGrpSpPr/>
            <p:nvPr/>
          </p:nvGrpSpPr>
          <p:grpSpPr>
            <a:xfrm>
              <a:off x="5143504" y="1428742"/>
              <a:ext cx="636196" cy="636164"/>
              <a:chOff x="5143504" y="1428742"/>
              <a:chExt cx="636196" cy="636164"/>
            </a:xfrm>
          </p:grpSpPr>
          <p:sp>
            <p:nvSpPr>
              <p:cNvPr id="17" name="Rectangle 16"/>
              <p:cNvSpPr/>
              <p:nvPr/>
            </p:nvSpPr>
            <p:spPr>
              <a:xfrm>
                <a:off x="5143504" y="1428742"/>
                <a:ext cx="636196" cy="63616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45" name="Group 68"/>
              <p:cNvGrpSpPr/>
              <p:nvPr/>
            </p:nvGrpSpPr>
            <p:grpSpPr>
              <a:xfrm>
                <a:off x="5301319" y="1581456"/>
                <a:ext cx="337042" cy="337616"/>
                <a:chOff x="6998061" y="3496249"/>
                <a:chExt cx="366051" cy="366676"/>
              </a:xfrm>
              <a:solidFill>
                <a:schemeClr val="bg1"/>
              </a:solidFill>
            </p:grpSpPr>
            <p:sp>
              <p:nvSpPr>
                <p:cNvPr id="70" name="AutoShape 7"/>
                <p:cNvSpPr>
                  <a:spLocks/>
                </p:cNvSpPr>
                <p:nvPr/>
              </p:nvSpPr>
              <p:spPr bwMode="auto">
                <a:xfrm>
                  <a:off x="6998061" y="3496249"/>
                  <a:ext cx="366051" cy="366676"/>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71" name="AutoShape 8"/>
                <p:cNvSpPr>
                  <a:spLocks/>
                </p:cNvSpPr>
                <p:nvPr/>
              </p:nvSpPr>
              <p:spPr bwMode="auto">
                <a:xfrm>
                  <a:off x="7158247" y="3656437"/>
                  <a:ext cx="45678" cy="45678"/>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72" name="AutoShape 9"/>
                <p:cNvSpPr>
                  <a:spLocks/>
                </p:cNvSpPr>
                <p:nvPr/>
              </p:nvSpPr>
              <p:spPr bwMode="auto">
                <a:xfrm>
                  <a:off x="7111943" y="3610758"/>
                  <a:ext cx="137660" cy="137660"/>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73" name="AutoShape 10"/>
                <p:cNvSpPr>
                  <a:spLocks/>
                </p:cNvSpPr>
                <p:nvPr/>
              </p:nvSpPr>
              <p:spPr bwMode="auto">
                <a:xfrm>
                  <a:off x="7203927" y="3702114"/>
                  <a:ext cx="56941" cy="58818"/>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74" name="AutoShape 11"/>
                <p:cNvSpPr>
                  <a:spLocks/>
                </p:cNvSpPr>
                <p:nvPr/>
              </p:nvSpPr>
              <p:spPr bwMode="auto">
                <a:xfrm>
                  <a:off x="7226451" y="3725267"/>
                  <a:ext cx="81970" cy="83847"/>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75" name="AutoShape 12"/>
                <p:cNvSpPr>
                  <a:spLocks/>
                </p:cNvSpPr>
                <p:nvPr/>
              </p:nvSpPr>
              <p:spPr bwMode="auto">
                <a:xfrm>
                  <a:off x="7215188" y="3714003"/>
                  <a:ext cx="69456" cy="70707"/>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76" name="AutoShape 13"/>
                <p:cNvSpPr>
                  <a:spLocks/>
                </p:cNvSpPr>
                <p:nvPr/>
              </p:nvSpPr>
              <p:spPr bwMode="auto">
                <a:xfrm>
                  <a:off x="7100682" y="3599495"/>
                  <a:ext cx="57567" cy="58192"/>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77" name="AutoShape 14"/>
                <p:cNvSpPr>
                  <a:spLocks/>
                </p:cNvSpPr>
                <p:nvPr/>
              </p:nvSpPr>
              <p:spPr bwMode="auto">
                <a:xfrm>
                  <a:off x="7055002" y="3553816"/>
                  <a:ext cx="81970" cy="83222"/>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78" name="AutoShape 15"/>
                <p:cNvSpPr>
                  <a:spLocks/>
                </p:cNvSpPr>
                <p:nvPr/>
              </p:nvSpPr>
              <p:spPr bwMode="auto">
                <a:xfrm>
                  <a:off x="7078154" y="3576343"/>
                  <a:ext cx="69456" cy="71333"/>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grpSp>
      <p:sp>
        <p:nvSpPr>
          <p:cNvPr id="12" name="Footer Placeholder 11"/>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34295380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slide(fromTop)">
                                      <p:cBhvr>
                                        <p:cTn id="14" dur="500"/>
                                        <p:tgtEl>
                                          <p:spTgt spid="9"/>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slide(fromLeft)">
                                      <p:cBhvr>
                                        <p:cTn id="18" dur="500"/>
                                        <p:tgtEl>
                                          <p:spTgt spid="8"/>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42"/>
                                        </p:tgtEl>
                                        <p:attrNameLst>
                                          <p:attrName>style.visibility</p:attrName>
                                        </p:attrNameLst>
                                      </p:cBhvr>
                                      <p:to>
                                        <p:strVal val="visible"/>
                                      </p:to>
                                    </p:set>
                                    <p:animEffect transition="in" filter="slide(fromLeft)">
                                      <p:cBhvr>
                                        <p:cTn id="22" dur="500"/>
                                        <p:tgtEl>
                                          <p:spTgt spid="42"/>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slide(fromLeft)">
                                      <p:cBhvr>
                                        <p:cTn id="26" dur="500"/>
                                        <p:tgtEl>
                                          <p:spTgt spid="7"/>
                                        </p:tgtEl>
                                      </p:cBhvr>
                                    </p:animEffect>
                                  </p:childTnLst>
                                </p:cTn>
                              </p:par>
                            </p:childTnLst>
                          </p:cTn>
                        </p:par>
                        <p:par>
                          <p:cTn id="27" fill="hold">
                            <p:stCondLst>
                              <p:cond delay="2500"/>
                            </p:stCondLst>
                            <p:childTnLst>
                              <p:par>
                                <p:cTn id="28" presetID="12" presetClass="entr" presetSubtype="2" fill="hold" nodeType="after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slide(fromRight)">
                                      <p:cBhvr>
                                        <p:cTn id="30" dur="500"/>
                                        <p:tgtEl>
                                          <p:spTgt spid="11"/>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slide(fromLeft)">
                                      <p:cBhvr>
                                        <p:cTn id="34" dur="500"/>
                                        <p:tgtEl>
                                          <p:spTgt spid="10"/>
                                        </p:tgtEl>
                                      </p:cBhvr>
                                    </p:animEffect>
                                  </p:childTnLst>
                                </p:cTn>
                              </p:par>
                            </p:childTnLst>
                          </p:cTn>
                        </p:par>
                        <p:par>
                          <p:cTn id="35" fill="hold">
                            <p:stCondLst>
                              <p:cond delay="3500"/>
                            </p:stCondLst>
                            <p:childTnLst>
                              <p:par>
                                <p:cTn id="36" presetID="12" presetClass="entr" presetSubtype="8" fill="hold" nodeType="after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slide(fromLeft)">
                                      <p:cBhvr>
                                        <p:cTn id="38"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12192000" cy="4371975"/>
          </a:xfrm>
          <a:prstGeom prst="rect">
            <a:avLst/>
          </a:prstGeom>
          <a:solidFill>
            <a:srgbClr val="009BD5"/>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dirty="0">
              <a:solidFill>
                <a:srgbClr val="F4F4F4"/>
              </a:solidFill>
            </a:endParaRPr>
          </a:p>
        </p:txBody>
      </p:sp>
      <p:sp>
        <p:nvSpPr>
          <p:cNvPr id="73" name="Shape 1065"/>
          <p:cNvSpPr/>
          <p:nvPr/>
        </p:nvSpPr>
        <p:spPr>
          <a:xfrm rot="10800000">
            <a:off x="0" y="0"/>
            <a:ext cx="12192000" cy="28146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cubicBezTo>
                  <a:pt x="21508" y="20524"/>
                  <a:pt x="21308" y="19686"/>
                  <a:pt x="21057" y="19319"/>
                </a:cubicBezTo>
                <a:cubicBezTo>
                  <a:pt x="20790" y="18928"/>
                  <a:pt x="20495" y="19116"/>
                  <a:pt x="20265" y="19824"/>
                </a:cubicBezTo>
                <a:cubicBezTo>
                  <a:pt x="20040" y="17639"/>
                  <a:pt x="19541" y="16231"/>
                  <a:pt x="18989" y="16228"/>
                </a:cubicBezTo>
                <a:cubicBezTo>
                  <a:pt x="18474" y="16226"/>
                  <a:pt x="18002" y="17455"/>
                  <a:pt x="17761" y="19424"/>
                </a:cubicBezTo>
                <a:cubicBezTo>
                  <a:pt x="17548" y="18674"/>
                  <a:pt x="17286" y="18238"/>
                  <a:pt x="17013" y="18181"/>
                </a:cubicBezTo>
                <a:cubicBezTo>
                  <a:pt x="16763" y="18128"/>
                  <a:pt x="16515" y="18395"/>
                  <a:pt x="16300" y="18948"/>
                </a:cubicBezTo>
                <a:cubicBezTo>
                  <a:pt x="16052" y="15733"/>
                  <a:pt x="15460" y="13238"/>
                  <a:pt x="14712" y="12255"/>
                </a:cubicBezTo>
                <a:cubicBezTo>
                  <a:pt x="13906" y="11198"/>
                  <a:pt x="13032" y="12026"/>
                  <a:pt x="12402" y="14443"/>
                </a:cubicBezTo>
                <a:cubicBezTo>
                  <a:pt x="12306" y="12746"/>
                  <a:pt x="12040" y="11325"/>
                  <a:pt x="11677" y="10569"/>
                </a:cubicBezTo>
                <a:cubicBezTo>
                  <a:pt x="11324" y="9835"/>
                  <a:pt x="10915" y="9805"/>
                  <a:pt x="10556" y="10486"/>
                </a:cubicBezTo>
                <a:cubicBezTo>
                  <a:pt x="10395" y="7412"/>
                  <a:pt x="9776" y="5192"/>
                  <a:pt x="9049" y="5073"/>
                </a:cubicBezTo>
                <a:cubicBezTo>
                  <a:pt x="8377" y="4963"/>
                  <a:pt x="7762" y="6692"/>
                  <a:pt x="7511" y="9395"/>
                </a:cubicBezTo>
                <a:cubicBezTo>
                  <a:pt x="7352" y="8311"/>
                  <a:pt x="7098" y="7557"/>
                  <a:pt x="6807" y="7311"/>
                </a:cubicBezTo>
                <a:cubicBezTo>
                  <a:pt x="6542" y="7087"/>
                  <a:pt x="6267" y="7305"/>
                  <a:pt x="6037" y="7922"/>
                </a:cubicBezTo>
                <a:cubicBezTo>
                  <a:pt x="5804" y="5629"/>
                  <a:pt x="5268" y="4196"/>
                  <a:pt x="4690" y="4320"/>
                </a:cubicBezTo>
                <a:cubicBezTo>
                  <a:pt x="4204" y="4425"/>
                  <a:pt x="3766" y="5638"/>
                  <a:pt x="3541" y="7510"/>
                </a:cubicBezTo>
                <a:cubicBezTo>
                  <a:pt x="3331" y="6765"/>
                  <a:pt x="3072" y="6326"/>
                  <a:pt x="2802" y="6258"/>
                </a:cubicBezTo>
                <a:cubicBezTo>
                  <a:pt x="2542" y="6192"/>
                  <a:pt x="2284" y="6470"/>
                  <a:pt x="2062" y="7054"/>
                </a:cubicBezTo>
                <a:cubicBezTo>
                  <a:pt x="1954" y="5158"/>
                  <a:pt x="1711" y="3458"/>
                  <a:pt x="1367" y="2196"/>
                </a:cubicBezTo>
                <a:cubicBezTo>
                  <a:pt x="984" y="795"/>
                  <a:pt x="501" y="18"/>
                  <a:pt x="0" y="0"/>
                </a:cubicBezTo>
                <a:close/>
              </a:path>
            </a:pathLst>
          </a:custGeom>
          <a:solidFill>
            <a:srgbClr val="00668C">
              <a:alpha val="10000"/>
            </a:srgbClr>
          </a:solidFill>
          <a:ln w="12700">
            <a:miter lim="400000"/>
          </a:ln>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2" name="Title 1"/>
          <p:cNvSpPr>
            <a:spLocks noGrp="1"/>
          </p:cNvSpPr>
          <p:nvPr>
            <p:ph type="title"/>
          </p:nvPr>
        </p:nvSpPr>
        <p:spPr>
          <a:xfrm>
            <a:off x="488358" y="545804"/>
            <a:ext cx="6969055" cy="627063"/>
          </a:xfrm>
        </p:spPr>
        <p:txBody>
          <a:bodyPr rtlCol="0">
            <a:noAutofit/>
          </a:bodyPr>
          <a:lstStyle/>
          <a:p>
            <a:pPr marL="742950" lvl="1" indent="-742950" algn="ctr" defTabSz="914400" rtl="1" eaLnBrk="1" fontAlgn="auto" hangingPunct="1">
              <a:spcBef>
                <a:spcPts val="0"/>
              </a:spcBef>
              <a:spcAft>
                <a:spcPts val="0"/>
              </a:spcAft>
              <a:buFont typeface="+mj-lt"/>
              <a:buAutoNum type="arabicPeriod" startAt="8"/>
              <a:defRPr/>
            </a:pPr>
            <a:r>
              <a:rPr lang="ar-SA" sz="4000" b="1" u="sng" dirty="0"/>
              <a:t>إستراتيجيات البحث في الإنترنت </a:t>
            </a:r>
            <a:endParaRPr lang="en-US" sz="4000" u="sng" dirty="0">
              <a:solidFill>
                <a:sysClr val="windowText" lastClr="000000"/>
              </a:solidFill>
              <a:latin typeface="+mj-lt"/>
            </a:endParaRPr>
          </a:p>
        </p:txBody>
      </p:sp>
      <p:sp>
        <p:nvSpPr>
          <p:cNvPr id="60" name="Shape 1065"/>
          <p:cNvSpPr/>
          <p:nvPr/>
        </p:nvSpPr>
        <p:spPr>
          <a:xfrm>
            <a:off x="0" y="1871025"/>
            <a:ext cx="12192000" cy="25104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cubicBezTo>
                  <a:pt x="21508" y="20524"/>
                  <a:pt x="21308" y="19686"/>
                  <a:pt x="21057" y="19319"/>
                </a:cubicBezTo>
                <a:cubicBezTo>
                  <a:pt x="20790" y="18928"/>
                  <a:pt x="20495" y="19116"/>
                  <a:pt x="20265" y="19824"/>
                </a:cubicBezTo>
                <a:cubicBezTo>
                  <a:pt x="20040" y="17639"/>
                  <a:pt x="19541" y="16231"/>
                  <a:pt x="18989" y="16228"/>
                </a:cubicBezTo>
                <a:cubicBezTo>
                  <a:pt x="18474" y="16226"/>
                  <a:pt x="18002" y="17455"/>
                  <a:pt x="17761" y="19424"/>
                </a:cubicBezTo>
                <a:cubicBezTo>
                  <a:pt x="17548" y="18674"/>
                  <a:pt x="17286" y="18238"/>
                  <a:pt x="17013" y="18181"/>
                </a:cubicBezTo>
                <a:cubicBezTo>
                  <a:pt x="16763" y="18128"/>
                  <a:pt x="16515" y="18395"/>
                  <a:pt x="16300" y="18948"/>
                </a:cubicBezTo>
                <a:cubicBezTo>
                  <a:pt x="16052" y="15733"/>
                  <a:pt x="15460" y="13238"/>
                  <a:pt x="14712" y="12255"/>
                </a:cubicBezTo>
                <a:cubicBezTo>
                  <a:pt x="13906" y="11198"/>
                  <a:pt x="13032" y="12026"/>
                  <a:pt x="12402" y="14443"/>
                </a:cubicBezTo>
                <a:cubicBezTo>
                  <a:pt x="12306" y="12746"/>
                  <a:pt x="12040" y="11325"/>
                  <a:pt x="11677" y="10569"/>
                </a:cubicBezTo>
                <a:cubicBezTo>
                  <a:pt x="11324" y="9835"/>
                  <a:pt x="10915" y="9805"/>
                  <a:pt x="10556" y="10486"/>
                </a:cubicBezTo>
                <a:cubicBezTo>
                  <a:pt x="10395" y="7412"/>
                  <a:pt x="9776" y="5192"/>
                  <a:pt x="9049" y="5073"/>
                </a:cubicBezTo>
                <a:cubicBezTo>
                  <a:pt x="8377" y="4963"/>
                  <a:pt x="7762" y="6692"/>
                  <a:pt x="7511" y="9395"/>
                </a:cubicBezTo>
                <a:cubicBezTo>
                  <a:pt x="7352" y="8311"/>
                  <a:pt x="7098" y="7557"/>
                  <a:pt x="6807" y="7311"/>
                </a:cubicBezTo>
                <a:cubicBezTo>
                  <a:pt x="6542" y="7087"/>
                  <a:pt x="6267" y="7305"/>
                  <a:pt x="6037" y="7922"/>
                </a:cubicBezTo>
                <a:cubicBezTo>
                  <a:pt x="5804" y="5629"/>
                  <a:pt x="5268" y="4196"/>
                  <a:pt x="4690" y="4320"/>
                </a:cubicBezTo>
                <a:cubicBezTo>
                  <a:pt x="4204" y="4425"/>
                  <a:pt x="3766" y="5638"/>
                  <a:pt x="3541" y="7510"/>
                </a:cubicBezTo>
                <a:cubicBezTo>
                  <a:pt x="3331" y="6765"/>
                  <a:pt x="3072" y="6326"/>
                  <a:pt x="2802" y="6258"/>
                </a:cubicBezTo>
                <a:cubicBezTo>
                  <a:pt x="2542" y="6192"/>
                  <a:pt x="2284" y="6470"/>
                  <a:pt x="2062" y="7054"/>
                </a:cubicBezTo>
                <a:cubicBezTo>
                  <a:pt x="1954" y="5158"/>
                  <a:pt x="1711" y="3458"/>
                  <a:pt x="1367" y="2196"/>
                </a:cubicBezTo>
                <a:cubicBezTo>
                  <a:pt x="984" y="795"/>
                  <a:pt x="501" y="18"/>
                  <a:pt x="0" y="0"/>
                </a:cubicBezTo>
                <a:close/>
              </a:path>
            </a:pathLst>
          </a:custGeom>
          <a:solidFill>
            <a:schemeClr val="bg1"/>
          </a:solidFill>
          <a:ln w="12700">
            <a:miter lim="400000"/>
          </a:ln>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66" name="Shape 1066"/>
          <p:cNvSpPr/>
          <p:nvPr/>
        </p:nvSpPr>
        <p:spPr>
          <a:xfrm rot="10800000">
            <a:off x="5686425" y="0"/>
            <a:ext cx="6505575" cy="1508125"/>
          </a:xfrm>
          <a:custGeom>
            <a:avLst/>
            <a:gdLst/>
            <a:ahLst/>
            <a:cxnLst>
              <a:cxn ang="0">
                <a:pos x="wd2" y="hd2"/>
              </a:cxn>
              <a:cxn ang="5400000">
                <a:pos x="wd2" y="hd2"/>
              </a:cxn>
              <a:cxn ang="10800000">
                <a:pos x="wd2" y="hd2"/>
              </a:cxn>
              <a:cxn ang="16200000">
                <a:pos x="wd2" y="hd2"/>
              </a:cxn>
            </a:cxnLst>
            <a:rect l="0" t="0" r="r" b="b"/>
            <a:pathLst>
              <a:path w="21600" h="20657" extrusionOk="0">
                <a:moveTo>
                  <a:pt x="0" y="1988"/>
                </a:moveTo>
                <a:lnTo>
                  <a:pt x="0" y="20657"/>
                </a:lnTo>
                <a:lnTo>
                  <a:pt x="21600" y="20657"/>
                </a:lnTo>
                <a:cubicBezTo>
                  <a:pt x="21228" y="18608"/>
                  <a:pt x="20675" y="17244"/>
                  <a:pt x="20062" y="16859"/>
                </a:cubicBezTo>
                <a:cubicBezTo>
                  <a:pt x="19407" y="16448"/>
                  <a:pt x="18741" y="17183"/>
                  <a:pt x="18223" y="18886"/>
                </a:cubicBezTo>
                <a:cubicBezTo>
                  <a:pt x="17971" y="17337"/>
                  <a:pt x="17582" y="16255"/>
                  <a:pt x="17140" y="15870"/>
                </a:cubicBezTo>
                <a:cubicBezTo>
                  <a:pt x="16675" y="15465"/>
                  <a:pt x="16190" y="15862"/>
                  <a:pt x="15797" y="16968"/>
                </a:cubicBezTo>
                <a:cubicBezTo>
                  <a:pt x="15861" y="12446"/>
                  <a:pt x="15238" y="8235"/>
                  <a:pt x="14234" y="6399"/>
                </a:cubicBezTo>
                <a:cubicBezTo>
                  <a:pt x="13127" y="4375"/>
                  <a:pt x="11828" y="5683"/>
                  <a:pt x="11072" y="9583"/>
                </a:cubicBezTo>
                <a:cubicBezTo>
                  <a:pt x="10555" y="7613"/>
                  <a:pt x="9855" y="6667"/>
                  <a:pt x="9155" y="6989"/>
                </a:cubicBezTo>
                <a:cubicBezTo>
                  <a:pt x="8591" y="7249"/>
                  <a:pt x="8068" y="8323"/>
                  <a:pt x="7677" y="10020"/>
                </a:cubicBezTo>
                <a:cubicBezTo>
                  <a:pt x="7192" y="5256"/>
                  <a:pt x="6189" y="1719"/>
                  <a:pt x="4973" y="481"/>
                </a:cubicBezTo>
                <a:cubicBezTo>
                  <a:pt x="3573" y="-943"/>
                  <a:pt x="2095" y="847"/>
                  <a:pt x="1105" y="5167"/>
                </a:cubicBezTo>
                <a:cubicBezTo>
                  <a:pt x="1009" y="4345"/>
                  <a:pt x="866" y="3632"/>
                  <a:pt x="689" y="3086"/>
                </a:cubicBezTo>
                <a:cubicBezTo>
                  <a:pt x="488" y="2468"/>
                  <a:pt x="250" y="2088"/>
                  <a:pt x="0" y="1988"/>
                </a:cubicBezTo>
                <a:close/>
              </a:path>
            </a:pathLst>
          </a:custGeom>
          <a:solidFill>
            <a:srgbClr val="0082B2">
              <a:alpha val="68000"/>
            </a:srgbClr>
          </a:solidFill>
          <a:ln w="12700">
            <a:miter lim="400000"/>
          </a:ln>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grpSp>
        <p:nvGrpSpPr>
          <p:cNvPr id="9" name="Group 8"/>
          <p:cNvGrpSpPr>
            <a:grpSpLocks/>
          </p:cNvGrpSpPr>
          <p:nvPr/>
        </p:nvGrpSpPr>
        <p:grpSpPr bwMode="auto">
          <a:xfrm>
            <a:off x="6865938" y="590550"/>
            <a:ext cx="5237162" cy="4206875"/>
            <a:chOff x="5148851" y="558975"/>
            <a:chExt cx="3927182" cy="3155738"/>
          </a:xfrm>
        </p:grpSpPr>
        <p:grpSp>
          <p:nvGrpSpPr>
            <p:cNvPr id="460873" name="Group 38"/>
            <p:cNvGrpSpPr>
              <a:grpSpLocks/>
            </p:cNvGrpSpPr>
            <p:nvPr/>
          </p:nvGrpSpPr>
          <p:grpSpPr bwMode="auto">
            <a:xfrm rot="-349266">
              <a:off x="5148851" y="558975"/>
              <a:ext cx="3927182" cy="3155738"/>
              <a:chOff x="12510681" y="1530364"/>
              <a:chExt cx="11004605" cy="8842897"/>
            </a:xfrm>
          </p:grpSpPr>
          <p:sp>
            <p:nvSpPr>
              <p:cNvPr id="40" name="Shape 1067"/>
              <p:cNvSpPr/>
              <p:nvPr/>
            </p:nvSpPr>
            <p:spPr>
              <a:xfrm rot="2700000">
                <a:off x="13580184" y="6867286"/>
                <a:ext cx="2429294" cy="4569964"/>
              </a:xfrm>
              <a:custGeom>
                <a:avLst/>
                <a:gdLst/>
                <a:ahLst/>
                <a:cxnLst>
                  <a:cxn ang="0">
                    <a:pos x="wd2" y="hd2"/>
                  </a:cxn>
                  <a:cxn ang="5400000">
                    <a:pos x="wd2" y="hd2"/>
                  </a:cxn>
                  <a:cxn ang="10800000">
                    <a:pos x="wd2" y="hd2"/>
                  </a:cxn>
                  <a:cxn ang="16200000">
                    <a:pos x="wd2" y="hd2"/>
                  </a:cxn>
                </a:cxnLst>
                <a:rect l="0" t="0" r="r" b="b"/>
                <a:pathLst>
                  <a:path w="20521" h="21600" extrusionOk="0">
                    <a:moveTo>
                      <a:pt x="3002" y="116"/>
                    </a:moveTo>
                    <a:cubicBezTo>
                      <a:pt x="2155" y="1471"/>
                      <a:pt x="1478" y="2849"/>
                      <a:pt x="970" y="4242"/>
                    </a:cubicBezTo>
                    <a:cubicBezTo>
                      <a:pt x="-529" y="8354"/>
                      <a:pt x="-564" y="12723"/>
                      <a:pt x="2831" y="16542"/>
                    </a:cubicBezTo>
                    <a:cubicBezTo>
                      <a:pt x="4655" y="18594"/>
                      <a:pt x="7404" y="20339"/>
                      <a:pt x="10803" y="21600"/>
                    </a:cubicBezTo>
                    <a:cubicBezTo>
                      <a:pt x="13728" y="20142"/>
                      <a:pt x="16073" y="18352"/>
                      <a:pt x="17686" y="16346"/>
                    </a:cubicBezTo>
                    <a:cubicBezTo>
                      <a:pt x="20742" y="12546"/>
                      <a:pt x="21036" y="8318"/>
                      <a:pt x="19937" y="4262"/>
                    </a:cubicBezTo>
                    <a:cubicBezTo>
                      <a:pt x="19549" y="2828"/>
                      <a:pt x="18984" y="1404"/>
                      <a:pt x="18242" y="0"/>
                    </a:cubicBezTo>
                    <a:lnTo>
                      <a:pt x="3002" y="116"/>
                    </a:lnTo>
                    <a:close/>
                  </a:path>
                </a:pathLst>
              </a:custGeom>
              <a:solidFill>
                <a:srgbClr val="B2253E"/>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1" name="Shape 1068"/>
              <p:cNvSpPr/>
              <p:nvPr/>
            </p:nvSpPr>
            <p:spPr>
              <a:xfrm rot="2700000">
                <a:off x="14000005" y="7125172"/>
                <a:ext cx="1958786" cy="3689328"/>
              </a:xfrm>
              <a:custGeom>
                <a:avLst/>
                <a:gdLst/>
                <a:ahLst/>
                <a:cxnLst>
                  <a:cxn ang="0">
                    <a:pos x="wd2" y="hd2"/>
                  </a:cxn>
                  <a:cxn ang="5400000">
                    <a:pos x="wd2" y="hd2"/>
                  </a:cxn>
                  <a:cxn ang="10800000">
                    <a:pos x="wd2" y="hd2"/>
                  </a:cxn>
                  <a:cxn ang="16200000">
                    <a:pos x="wd2" y="hd2"/>
                  </a:cxn>
                </a:cxnLst>
                <a:rect l="0" t="0" r="r" b="b"/>
                <a:pathLst>
                  <a:path w="20521" h="21600" extrusionOk="0">
                    <a:moveTo>
                      <a:pt x="3002" y="116"/>
                    </a:moveTo>
                    <a:cubicBezTo>
                      <a:pt x="2155" y="1471"/>
                      <a:pt x="1478" y="2849"/>
                      <a:pt x="970" y="4242"/>
                    </a:cubicBezTo>
                    <a:cubicBezTo>
                      <a:pt x="-529" y="8354"/>
                      <a:pt x="-564" y="12723"/>
                      <a:pt x="2831" y="16542"/>
                    </a:cubicBezTo>
                    <a:cubicBezTo>
                      <a:pt x="4655" y="18594"/>
                      <a:pt x="7404" y="20339"/>
                      <a:pt x="10803" y="21600"/>
                    </a:cubicBezTo>
                    <a:cubicBezTo>
                      <a:pt x="13728" y="20142"/>
                      <a:pt x="16073" y="18352"/>
                      <a:pt x="17686" y="16346"/>
                    </a:cubicBezTo>
                    <a:cubicBezTo>
                      <a:pt x="20742" y="12546"/>
                      <a:pt x="21036" y="8318"/>
                      <a:pt x="19937" y="4262"/>
                    </a:cubicBezTo>
                    <a:cubicBezTo>
                      <a:pt x="19549" y="2828"/>
                      <a:pt x="18984" y="1404"/>
                      <a:pt x="18242" y="0"/>
                    </a:cubicBezTo>
                    <a:lnTo>
                      <a:pt x="3002" y="116"/>
                    </a:lnTo>
                    <a:close/>
                  </a:path>
                </a:pathLst>
              </a:custGeom>
              <a:solidFill>
                <a:schemeClr val="accent1"/>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2" name="Shape 1069"/>
              <p:cNvSpPr/>
              <p:nvPr/>
            </p:nvSpPr>
            <p:spPr>
              <a:xfrm rot="2700000">
                <a:off x="14475790" y="7254027"/>
                <a:ext cx="1538331" cy="2892085"/>
              </a:xfrm>
              <a:custGeom>
                <a:avLst/>
                <a:gdLst/>
                <a:ahLst/>
                <a:cxnLst>
                  <a:cxn ang="0">
                    <a:pos x="wd2" y="hd2"/>
                  </a:cxn>
                  <a:cxn ang="5400000">
                    <a:pos x="wd2" y="hd2"/>
                  </a:cxn>
                  <a:cxn ang="10800000">
                    <a:pos x="wd2" y="hd2"/>
                  </a:cxn>
                  <a:cxn ang="16200000">
                    <a:pos x="wd2" y="hd2"/>
                  </a:cxn>
                </a:cxnLst>
                <a:rect l="0" t="0" r="r" b="b"/>
                <a:pathLst>
                  <a:path w="20521" h="21600" extrusionOk="0">
                    <a:moveTo>
                      <a:pt x="3002" y="116"/>
                    </a:moveTo>
                    <a:cubicBezTo>
                      <a:pt x="2155" y="1471"/>
                      <a:pt x="1478" y="2849"/>
                      <a:pt x="970" y="4242"/>
                    </a:cubicBezTo>
                    <a:cubicBezTo>
                      <a:pt x="-529" y="8354"/>
                      <a:pt x="-564" y="12723"/>
                      <a:pt x="2831" y="16542"/>
                    </a:cubicBezTo>
                    <a:cubicBezTo>
                      <a:pt x="4655" y="18594"/>
                      <a:pt x="7404" y="20339"/>
                      <a:pt x="10803" y="21600"/>
                    </a:cubicBezTo>
                    <a:cubicBezTo>
                      <a:pt x="13728" y="20142"/>
                      <a:pt x="16073" y="18352"/>
                      <a:pt x="17686" y="16346"/>
                    </a:cubicBezTo>
                    <a:cubicBezTo>
                      <a:pt x="20742" y="12546"/>
                      <a:pt x="21036" y="8318"/>
                      <a:pt x="19937" y="4262"/>
                    </a:cubicBezTo>
                    <a:cubicBezTo>
                      <a:pt x="19549" y="2828"/>
                      <a:pt x="18984" y="1404"/>
                      <a:pt x="18242" y="0"/>
                    </a:cubicBezTo>
                    <a:lnTo>
                      <a:pt x="3002" y="116"/>
                    </a:lnTo>
                    <a:close/>
                  </a:path>
                </a:pathLst>
              </a:custGeom>
              <a:solidFill>
                <a:schemeClr val="accent2"/>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3" name="Shape 1070"/>
              <p:cNvSpPr/>
              <p:nvPr/>
            </p:nvSpPr>
            <p:spPr>
              <a:xfrm rot="2700000">
                <a:off x="15055395" y="7360488"/>
                <a:ext cx="1067822" cy="2008115"/>
              </a:xfrm>
              <a:custGeom>
                <a:avLst/>
                <a:gdLst/>
                <a:ahLst/>
                <a:cxnLst>
                  <a:cxn ang="0">
                    <a:pos x="wd2" y="hd2"/>
                  </a:cxn>
                  <a:cxn ang="5400000">
                    <a:pos x="wd2" y="hd2"/>
                  </a:cxn>
                  <a:cxn ang="10800000">
                    <a:pos x="wd2" y="hd2"/>
                  </a:cxn>
                  <a:cxn ang="16200000">
                    <a:pos x="wd2" y="hd2"/>
                  </a:cxn>
                </a:cxnLst>
                <a:rect l="0" t="0" r="r" b="b"/>
                <a:pathLst>
                  <a:path w="20521" h="21600" extrusionOk="0">
                    <a:moveTo>
                      <a:pt x="3002" y="116"/>
                    </a:moveTo>
                    <a:cubicBezTo>
                      <a:pt x="2155" y="1471"/>
                      <a:pt x="1478" y="2849"/>
                      <a:pt x="970" y="4242"/>
                    </a:cubicBezTo>
                    <a:cubicBezTo>
                      <a:pt x="-529" y="8354"/>
                      <a:pt x="-564" y="12723"/>
                      <a:pt x="2831" y="16542"/>
                    </a:cubicBezTo>
                    <a:cubicBezTo>
                      <a:pt x="4655" y="18594"/>
                      <a:pt x="7404" y="20339"/>
                      <a:pt x="10803" y="21600"/>
                    </a:cubicBezTo>
                    <a:cubicBezTo>
                      <a:pt x="13728" y="20142"/>
                      <a:pt x="16073" y="18352"/>
                      <a:pt x="17686" y="16346"/>
                    </a:cubicBezTo>
                    <a:cubicBezTo>
                      <a:pt x="20742" y="12546"/>
                      <a:pt x="21036" y="8318"/>
                      <a:pt x="19937" y="4262"/>
                    </a:cubicBezTo>
                    <a:cubicBezTo>
                      <a:pt x="19549" y="2828"/>
                      <a:pt x="18984" y="1404"/>
                      <a:pt x="18242" y="0"/>
                    </a:cubicBezTo>
                    <a:lnTo>
                      <a:pt x="3002" y="116"/>
                    </a:lnTo>
                    <a:close/>
                  </a:path>
                </a:pathLst>
              </a:custGeom>
              <a:solidFill>
                <a:schemeClr val="accent3"/>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4" name="Shape 1071"/>
              <p:cNvSpPr/>
              <p:nvPr/>
            </p:nvSpPr>
            <p:spPr>
              <a:xfrm rot="2700000">
                <a:off x="17650877" y="5918092"/>
                <a:ext cx="1454907" cy="4643350"/>
              </a:xfrm>
              <a:custGeom>
                <a:avLst/>
                <a:gdLst/>
                <a:ahLst/>
                <a:cxnLst>
                  <a:cxn ang="0">
                    <a:pos x="wd2" y="hd2"/>
                  </a:cxn>
                  <a:cxn ang="5400000">
                    <a:pos x="wd2" y="hd2"/>
                  </a:cxn>
                  <a:cxn ang="10800000">
                    <a:pos x="wd2" y="hd2"/>
                  </a:cxn>
                  <a:cxn ang="16200000">
                    <a:pos x="wd2" y="hd2"/>
                  </a:cxn>
                </a:cxnLst>
                <a:rect l="0" t="0" r="r" b="b"/>
                <a:pathLst>
                  <a:path w="21600" h="21600" extrusionOk="0">
                    <a:moveTo>
                      <a:pt x="7286" y="0"/>
                    </a:moveTo>
                    <a:cubicBezTo>
                      <a:pt x="9046" y="959"/>
                      <a:pt x="11283" y="1825"/>
                      <a:pt x="13911" y="2564"/>
                    </a:cubicBezTo>
                    <a:cubicBezTo>
                      <a:pt x="16220" y="3214"/>
                      <a:pt x="18808" y="3759"/>
                      <a:pt x="21600" y="4184"/>
                    </a:cubicBezTo>
                    <a:cubicBezTo>
                      <a:pt x="20678" y="5204"/>
                      <a:pt x="19892" y="6235"/>
                      <a:pt x="19244" y="7275"/>
                    </a:cubicBezTo>
                    <a:cubicBezTo>
                      <a:pt x="17809" y="9578"/>
                      <a:pt x="17057" y="11913"/>
                      <a:pt x="16556" y="14249"/>
                    </a:cubicBezTo>
                    <a:cubicBezTo>
                      <a:pt x="16031" y="16693"/>
                      <a:pt x="15781" y="19145"/>
                      <a:pt x="15807" y="21600"/>
                    </a:cubicBezTo>
                    <a:lnTo>
                      <a:pt x="10619" y="21600"/>
                    </a:lnTo>
                    <a:cubicBezTo>
                      <a:pt x="10822" y="19424"/>
                      <a:pt x="10438" y="17268"/>
                      <a:pt x="9501" y="15151"/>
                    </a:cubicBezTo>
                    <a:cubicBezTo>
                      <a:pt x="8788" y="13541"/>
                      <a:pt x="7731" y="11906"/>
                      <a:pt x="4995" y="10481"/>
                    </a:cubicBezTo>
                    <a:cubicBezTo>
                      <a:pt x="3670" y="9791"/>
                      <a:pt x="1981" y="9177"/>
                      <a:pt x="0" y="8665"/>
                    </a:cubicBezTo>
                    <a:lnTo>
                      <a:pt x="7286" y="0"/>
                    </a:lnTo>
                    <a:close/>
                  </a:path>
                </a:pathLst>
              </a:custGeom>
              <a:solidFill>
                <a:schemeClr val="accent5"/>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5" name="Shape 1072"/>
              <p:cNvSpPr/>
              <p:nvPr/>
            </p:nvSpPr>
            <p:spPr>
              <a:xfrm rot="2700000">
                <a:off x="18639679" y="6022101"/>
                <a:ext cx="734127" cy="2104853"/>
              </a:xfrm>
              <a:custGeom>
                <a:avLst/>
                <a:gdLst/>
                <a:ahLst/>
                <a:cxnLst>
                  <a:cxn ang="0">
                    <a:pos x="wd2" y="hd2"/>
                  </a:cxn>
                  <a:cxn ang="5400000">
                    <a:pos x="wd2" y="hd2"/>
                  </a:cxn>
                  <a:cxn ang="10800000">
                    <a:pos x="wd2" y="hd2"/>
                  </a:cxn>
                  <a:cxn ang="16200000">
                    <a:pos x="wd2" y="hd2"/>
                  </a:cxn>
                </a:cxnLst>
                <a:rect l="0" t="0" r="r" b="b"/>
                <a:pathLst>
                  <a:path w="21600" h="21600" extrusionOk="0">
                    <a:moveTo>
                      <a:pt x="21600" y="3289"/>
                    </a:moveTo>
                    <a:cubicBezTo>
                      <a:pt x="20361" y="2791"/>
                      <a:pt x="19193" y="2271"/>
                      <a:pt x="18098" y="1733"/>
                    </a:cubicBezTo>
                    <a:cubicBezTo>
                      <a:pt x="16960" y="1174"/>
                      <a:pt x="15903" y="596"/>
                      <a:pt x="14931" y="0"/>
                    </a:cubicBezTo>
                    <a:lnTo>
                      <a:pt x="0" y="18967"/>
                    </a:lnTo>
                    <a:cubicBezTo>
                      <a:pt x="1304" y="19290"/>
                      <a:pt x="2534" y="19648"/>
                      <a:pt x="3680" y="20037"/>
                    </a:cubicBezTo>
                    <a:cubicBezTo>
                      <a:pt x="5089" y="20515"/>
                      <a:pt x="6364" y="21038"/>
                      <a:pt x="7490" y="21600"/>
                    </a:cubicBezTo>
                    <a:cubicBezTo>
                      <a:pt x="10903" y="18611"/>
                      <a:pt x="13806" y="15554"/>
                      <a:pt x="16185" y="12445"/>
                    </a:cubicBezTo>
                    <a:cubicBezTo>
                      <a:pt x="18490" y="9431"/>
                      <a:pt x="20298" y="6375"/>
                      <a:pt x="21600" y="3289"/>
                    </a:cubicBezTo>
                    <a:close/>
                  </a:path>
                </a:pathLst>
              </a:custGeom>
              <a:solidFill>
                <a:srgbClr val="0F834D"/>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6" name="Shape 1073"/>
              <p:cNvSpPr/>
              <p:nvPr/>
            </p:nvSpPr>
            <p:spPr>
              <a:xfrm rot="2700000">
                <a:off x="15040564" y="3303902"/>
                <a:ext cx="1454907" cy="4640015"/>
              </a:xfrm>
              <a:custGeom>
                <a:avLst/>
                <a:gdLst/>
                <a:ahLst/>
                <a:cxnLst>
                  <a:cxn ang="0">
                    <a:pos x="wd2" y="hd2"/>
                  </a:cxn>
                  <a:cxn ang="5400000">
                    <a:pos x="wd2" y="hd2"/>
                  </a:cxn>
                  <a:cxn ang="10800000">
                    <a:pos x="wd2" y="hd2"/>
                  </a:cxn>
                  <a:cxn ang="16200000">
                    <a:pos x="wd2" y="hd2"/>
                  </a:cxn>
                </a:cxnLst>
                <a:rect l="0" t="0" r="r" b="b"/>
                <a:pathLst>
                  <a:path w="21600" h="21600" extrusionOk="0">
                    <a:moveTo>
                      <a:pt x="14314" y="0"/>
                    </a:moveTo>
                    <a:cubicBezTo>
                      <a:pt x="12554" y="959"/>
                      <a:pt x="10317" y="1825"/>
                      <a:pt x="7689" y="2564"/>
                    </a:cubicBezTo>
                    <a:cubicBezTo>
                      <a:pt x="5380" y="3214"/>
                      <a:pt x="2792" y="3759"/>
                      <a:pt x="0" y="4184"/>
                    </a:cubicBezTo>
                    <a:cubicBezTo>
                      <a:pt x="922" y="5204"/>
                      <a:pt x="1708" y="6235"/>
                      <a:pt x="2356" y="7275"/>
                    </a:cubicBezTo>
                    <a:cubicBezTo>
                      <a:pt x="3791" y="9578"/>
                      <a:pt x="4543" y="11913"/>
                      <a:pt x="5044" y="14249"/>
                    </a:cubicBezTo>
                    <a:cubicBezTo>
                      <a:pt x="5569" y="16693"/>
                      <a:pt x="5819" y="19145"/>
                      <a:pt x="5793" y="21600"/>
                    </a:cubicBezTo>
                    <a:lnTo>
                      <a:pt x="10981" y="21600"/>
                    </a:lnTo>
                    <a:cubicBezTo>
                      <a:pt x="10778" y="19424"/>
                      <a:pt x="11162" y="17268"/>
                      <a:pt x="12099" y="15151"/>
                    </a:cubicBezTo>
                    <a:cubicBezTo>
                      <a:pt x="12812" y="13541"/>
                      <a:pt x="13869" y="11906"/>
                      <a:pt x="16605" y="10481"/>
                    </a:cubicBezTo>
                    <a:cubicBezTo>
                      <a:pt x="17930" y="9791"/>
                      <a:pt x="19619" y="9177"/>
                      <a:pt x="21600" y="8665"/>
                    </a:cubicBezTo>
                    <a:lnTo>
                      <a:pt x="14314" y="0"/>
                    </a:lnTo>
                    <a:close/>
                  </a:path>
                </a:pathLst>
              </a:custGeom>
              <a:solidFill>
                <a:srgbClr val="18B96E"/>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7" name="Shape 1074"/>
              <p:cNvSpPr/>
              <p:nvPr/>
            </p:nvSpPr>
            <p:spPr>
              <a:xfrm rot="2700000">
                <a:off x="16564541" y="3945511"/>
                <a:ext cx="734127" cy="2104853"/>
              </a:xfrm>
              <a:custGeom>
                <a:avLst/>
                <a:gdLst/>
                <a:ahLst/>
                <a:cxnLst>
                  <a:cxn ang="0">
                    <a:pos x="wd2" y="hd2"/>
                  </a:cxn>
                  <a:cxn ang="5400000">
                    <a:pos x="wd2" y="hd2"/>
                  </a:cxn>
                  <a:cxn ang="10800000">
                    <a:pos x="wd2" y="hd2"/>
                  </a:cxn>
                  <a:cxn ang="16200000">
                    <a:pos x="wd2" y="hd2"/>
                  </a:cxn>
                </a:cxnLst>
                <a:rect l="0" t="0" r="r" b="b"/>
                <a:pathLst>
                  <a:path w="21600" h="21600" extrusionOk="0">
                    <a:moveTo>
                      <a:pt x="0" y="3289"/>
                    </a:moveTo>
                    <a:cubicBezTo>
                      <a:pt x="1239" y="2791"/>
                      <a:pt x="2407" y="2271"/>
                      <a:pt x="3502" y="1733"/>
                    </a:cubicBezTo>
                    <a:cubicBezTo>
                      <a:pt x="4640" y="1174"/>
                      <a:pt x="5697" y="596"/>
                      <a:pt x="6669" y="0"/>
                    </a:cubicBezTo>
                    <a:lnTo>
                      <a:pt x="21600" y="18967"/>
                    </a:lnTo>
                    <a:cubicBezTo>
                      <a:pt x="20296" y="19290"/>
                      <a:pt x="19066" y="19648"/>
                      <a:pt x="17920" y="20037"/>
                    </a:cubicBezTo>
                    <a:cubicBezTo>
                      <a:pt x="16511" y="20515"/>
                      <a:pt x="15236" y="21038"/>
                      <a:pt x="14110" y="21600"/>
                    </a:cubicBezTo>
                    <a:cubicBezTo>
                      <a:pt x="10697" y="18611"/>
                      <a:pt x="7794" y="15554"/>
                      <a:pt x="5415" y="12445"/>
                    </a:cubicBezTo>
                    <a:cubicBezTo>
                      <a:pt x="3110" y="9431"/>
                      <a:pt x="1302" y="6375"/>
                      <a:pt x="0" y="3289"/>
                    </a:cubicBezTo>
                    <a:close/>
                  </a:path>
                </a:pathLst>
              </a:custGeom>
              <a:solidFill>
                <a:srgbClr val="0F834D"/>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8" name="Shape 1075"/>
              <p:cNvSpPr/>
              <p:nvPr/>
            </p:nvSpPr>
            <p:spPr>
              <a:xfrm rot="2700000">
                <a:off x="18004928" y="1074402"/>
                <a:ext cx="3340280" cy="6484678"/>
              </a:xfrm>
              <a:custGeom>
                <a:avLst/>
                <a:gdLst/>
                <a:ahLst/>
                <a:cxnLst>
                  <a:cxn ang="0">
                    <a:pos x="wd2" y="hd2"/>
                  </a:cxn>
                  <a:cxn ang="5400000">
                    <a:pos x="wd2" y="hd2"/>
                  </a:cxn>
                  <a:cxn ang="10800000">
                    <a:pos x="wd2" y="hd2"/>
                  </a:cxn>
                  <a:cxn ang="16200000">
                    <a:pos x="wd2" y="hd2"/>
                  </a:cxn>
                </a:cxnLst>
                <a:rect l="0" t="0" r="r" b="b"/>
                <a:pathLst>
                  <a:path w="21474" h="21600" extrusionOk="0">
                    <a:moveTo>
                      <a:pt x="3520" y="21583"/>
                    </a:moveTo>
                    <a:cubicBezTo>
                      <a:pt x="1234" y="18744"/>
                      <a:pt x="76" y="15752"/>
                      <a:pt x="4" y="12771"/>
                    </a:cubicBezTo>
                    <a:cubicBezTo>
                      <a:pt x="-65" y="9946"/>
                      <a:pt x="842" y="7067"/>
                      <a:pt x="3457" y="4478"/>
                    </a:cubicBezTo>
                    <a:cubicBezTo>
                      <a:pt x="5235" y="2718"/>
                      <a:pt x="7754" y="1188"/>
                      <a:pt x="10827" y="0"/>
                    </a:cubicBezTo>
                    <a:cubicBezTo>
                      <a:pt x="14006" y="1253"/>
                      <a:pt x="16579" y="2872"/>
                      <a:pt x="18340" y="4728"/>
                    </a:cubicBezTo>
                    <a:cubicBezTo>
                      <a:pt x="20729" y="7247"/>
                      <a:pt x="21535" y="10015"/>
                      <a:pt x="21471" y="12733"/>
                    </a:cubicBezTo>
                    <a:cubicBezTo>
                      <a:pt x="21400" y="15730"/>
                      <a:pt x="20272" y="18736"/>
                      <a:pt x="18047" y="21600"/>
                    </a:cubicBezTo>
                    <a:lnTo>
                      <a:pt x="3520" y="21583"/>
                    </a:lnTo>
                    <a:close/>
                  </a:path>
                </a:pathLst>
              </a:custGeom>
              <a:solidFill>
                <a:schemeClr val="bg2"/>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9" name="Shape 1076"/>
              <p:cNvSpPr/>
              <p:nvPr/>
            </p:nvSpPr>
            <p:spPr>
              <a:xfrm rot="2700000">
                <a:off x="16281575" y="6324788"/>
                <a:ext cx="2262447" cy="53705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A0A0A3"/>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0" name="Shape 1077"/>
              <p:cNvSpPr/>
              <p:nvPr/>
            </p:nvSpPr>
            <p:spPr>
              <a:xfrm rot="2700000">
                <a:off x="20945619" y="1913945"/>
                <a:ext cx="1538329" cy="770557"/>
              </a:xfrm>
              <a:custGeom>
                <a:avLst/>
                <a:gdLst/>
                <a:ahLst/>
                <a:cxnLst>
                  <a:cxn ang="0">
                    <a:pos x="wd2" y="hd2"/>
                  </a:cxn>
                  <a:cxn ang="5400000">
                    <a:pos x="wd2" y="hd2"/>
                  </a:cxn>
                  <a:cxn ang="10800000">
                    <a:pos x="wd2" y="hd2"/>
                  </a:cxn>
                  <a:cxn ang="16200000">
                    <a:pos x="wd2" y="hd2"/>
                  </a:cxn>
                </a:cxnLst>
                <a:rect l="0" t="0" r="r" b="b"/>
                <a:pathLst>
                  <a:path w="21600" h="21600" extrusionOk="0">
                    <a:moveTo>
                      <a:pt x="0" y="21504"/>
                    </a:moveTo>
                    <a:cubicBezTo>
                      <a:pt x="1560" y="17432"/>
                      <a:pt x="3252" y="13568"/>
                      <a:pt x="5064" y="9938"/>
                    </a:cubicBezTo>
                    <a:cubicBezTo>
                      <a:pt x="6836" y="6388"/>
                      <a:pt x="8720" y="3069"/>
                      <a:pt x="10704" y="0"/>
                    </a:cubicBezTo>
                    <a:cubicBezTo>
                      <a:pt x="12643" y="2898"/>
                      <a:pt x="14486" y="6048"/>
                      <a:pt x="16219" y="9430"/>
                    </a:cubicBezTo>
                    <a:cubicBezTo>
                      <a:pt x="18160" y="13217"/>
                      <a:pt x="19958" y="17285"/>
                      <a:pt x="21600" y="21600"/>
                    </a:cubicBezTo>
                    <a:cubicBezTo>
                      <a:pt x="18139" y="18950"/>
                      <a:pt x="14463" y="17589"/>
                      <a:pt x="10756" y="17584"/>
                    </a:cubicBezTo>
                    <a:cubicBezTo>
                      <a:pt x="7082" y="17579"/>
                      <a:pt x="3437" y="18907"/>
                      <a:pt x="0" y="21504"/>
                    </a:cubicBezTo>
                    <a:close/>
                  </a:path>
                </a:pathLst>
              </a:custGeom>
              <a:solidFill>
                <a:schemeClr val="accent1"/>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52" name="Shape 1079"/>
              <p:cNvSpPr/>
              <p:nvPr/>
            </p:nvSpPr>
            <p:spPr>
              <a:xfrm rot="2700000">
                <a:off x="19450816" y="1659155"/>
                <a:ext cx="1655123" cy="6471335"/>
              </a:xfrm>
              <a:custGeom>
                <a:avLst/>
                <a:gdLst/>
                <a:ahLst/>
                <a:cxnLst>
                  <a:cxn ang="0">
                    <a:pos x="wd2" y="hd2"/>
                  </a:cxn>
                  <a:cxn ang="5400000">
                    <a:pos x="wd2" y="hd2"/>
                  </a:cxn>
                  <a:cxn ang="10800000">
                    <a:pos x="wd2" y="hd2"/>
                  </a:cxn>
                  <a:cxn ang="16200000">
                    <a:pos x="wd2" y="hd2"/>
                  </a:cxn>
                </a:cxnLst>
                <a:rect l="0" t="0" r="r" b="b"/>
                <a:pathLst>
                  <a:path w="21402" h="21600" extrusionOk="0">
                    <a:moveTo>
                      <a:pt x="0" y="0"/>
                    </a:moveTo>
                    <a:cubicBezTo>
                      <a:pt x="5029" y="983"/>
                      <a:pt x="9315" y="2196"/>
                      <a:pt x="12642" y="3578"/>
                    </a:cubicBezTo>
                    <a:cubicBezTo>
                      <a:pt x="15733" y="4863"/>
                      <a:pt x="17935" y="6239"/>
                      <a:pt x="19328" y="7664"/>
                    </a:cubicBezTo>
                    <a:cubicBezTo>
                      <a:pt x="20714" y="9083"/>
                      <a:pt x="21293" y="10546"/>
                      <a:pt x="21388" y="11995"/>
                    </a:cubicBezTo>
                    <a:cubicBezTo>
                      <a:pt x="21600" y="15225"/>
                      <a:pt x="19415" y="18487"/>
                      <a:pt x="14704" y="21600"/>
                    </a:cubicBezTo>
                    <a:cubicBezTo>
                      <a:pt x="14637" y="21502"/>
                      <a:pt x="14460" y="21412"/>
                      <a:pt x="14200" y="21339"/>
                    </a:cubicBezTo>
                    <a:cubicBezTo>
                      <a:pt x="13726" y="21205"/>
                      <a:pt x="13088" y="21149"/>
                      <a:pt x="12453" y="21094"/>
                    </a:cubicBezTo>
                    <a:cubicBezTo>
                      <a:pt x="11600" y="21021"/>
                      <a:pt x="10721" y="20947"/>
                      <a:pt x="9850" y="20893"/>
                    </a:cubicBezTo>
                    <a:cubicBezTo>
                      <a:pt x="9144" y="20850"/>
                      <a:pt x="8426" y="20819"/>
                      <a:pt x="7696" y="20799"/>
                    </a:cubicBezTo>
                    <a:cubicBezTo>
                      <a:pt x="17202" y="15609"/>
                      <a:pt x="17821" y="9627"/>
                      <a:pt x="9404" y="4313"/>
                    </a:cubicBezTo>
                    <a:cubicBezTo>
                      <a:pt x="6976" y="2780"/>
                      <a:pt x="3817" y="1332"/>
                      <a:pt x="0" y="0"/>
                    </a:cubicBezTo>
                    <a:close/>
                  </a:path>
                </a:pathLst>
              </a:custGeom>
              <a:solidFill>
                <a:srgbClr val="34545A">
                  <a:alpha val="5247"/>
                </a:srgbClr>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53" name="Shape 1080"/>
              <p:cNvSpPr/>
              <p:nvPr/>
            </p:nvSpPr>
            <p:spPr>
              <a:xfrm rot="2700000">
                <a:off x="18992552" y="2674142"/>
                <a:ext cx="2309164" cy="234502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E5E5E5"/>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4" name="Shape 1081"/>
              <p:cNvSpPr/>
              <p:nvPr/>
            </p:nvSpPr>
            <p:spPr>
              <a:xfrm rot="2700000">
                <a:off x="19122692" y="2807572"/>
                <a:ext cx="2048883" cy="207816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tx2"/>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5" name="Shape 1082"/>
              <p:cNvSpPr/>
              <p:nvPr/>
            </p:nvSpPr>
            <p:spPr>
              <a:xfrm rot="2700000">
                <a:off x="19232812" y="2917650"/>
                <a:ext cx="1828644" cy="18580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009BD5"/>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6" name="Shape 1083"/>
              <p:cNvSpPr/>
              <p:nvPr/>
            </p:nvSpPr>
            <p:spPr>
              <a:xfrm rot="2700000">
                <a:off x="16162521" y="6308984"/>
                <a:ext cx="1685155" cy="1364317"/>
              </a:xfrm>
              <a:custGeom>
                <a:avLst/>
                <a:gdLst/>
                <a:ahLst/>
                <a:cxnLst>
                  <a:cxn ang="0">
                    <a:pos x="wd2" y="hd2"/>
                  </a:cxn>
                  <a:cxn ang="5400000">
                    <a:pos x="wd2" y="hd2"/>
                  </a:cxn>
                  <a:cxn ang="10800000">
                    <a:pos x="wd2" y="hd2"/>
                  </a:cxn>
                  <a:cxn ang="16200000">
                    <a:pos x="wd2" y="hd2"/>
                  </a:cxn>
                </a:cxnLst>
                <a:rect l="0" t="0" r="r" b="b"/>
                <a:pathLst>
                  <a:path w="21600" h="21539" extrusionOk="0">
                    <a:moveTo>
                      <a:pt x="0" y="21331"/>
                    </a:moveTo>
                    <a:lnTo>
                      <a:pt x="4414" y="1893"/>
                    </a:lnTo>
                    <a:cubicBezTo>
                      <a:pt x="5195" y="1196"/>
                      <a:pt x="6074" y="687"/>
                      <a:pt x="7004" y="390"/>
                    </a:cubicBezTo>
                    <a:cubicBezTo>
                      <a:pt x="8417" y="-61"/>
                      <a:pt x="9892" y="-9"/>
                      <a:pt x="11353" y="15"/>
                    </a:cubicBezTo>
                    <a:cubicBezTo>
                      <a:pt x="12646" y="36"/>
                      <a:pt x="13946" y="37"/>
                      <a:pt x="15197" y="414"/>
                    </a:cubicBezTo>
                    <a:cubicBezTo>
                      <a:pt x="16150" y="701"/>
                      <a:pt x="17054" y="1201"/>
                      <a:pt x="17865" y="1893"/>
                    </a:cubicBezTo>
                    <a:lnTo>
                      <a:pt x="21600" y="21539"/>
                    </a:lnTo>
                    <a:lnTo>
                      <a:pt x="0" y="21331"/>
                    </a:lnTo>
                    <a:close/>
                  </a:path>
                </a:pathLst>
              </a:custGeom>
              <a:solidFill>
                <a:schemeClr val="bg2"/>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57" name="Shape 1084"/>
              <p:cNvSpPr/>
              <p:nvPr/>
            </p:nvSpPr>
            <p:spPr>
              <a:xfrm rot="2700000">
                <a:off x="15435057" y="7393365"/>
                <a:ext cx="1962122" cy="390281"/>
              </a:xfrm>
              <a:prstGeom prst="rect">
                <a:avLst/>
              </a:prstGeom>
              <a:solidFill>
                <a:srgbClr val="A0A0A3"/>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8" name="Shape 1085"/>
              <p:cNvSpPr/>
              <p:nvPr/>
            </p:nvSpPr>
            <p:spPr>
              <a:xfrm rot="2700000">
                <a:off x="18125914" y="4944342"/>
                <a:ext cx="323682" cy="1557789"/>
              </a:xfrm>
              <a:prstGeom prst="rect">
                <a:avLst/>
              </a:prstGeom>
              <a:solidFill>
                <a:schemeClr val="accent5"/>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9" name="Shape 1086"/>
              <p:cNvSpPr/>
              <p:nvPr/>
            </p:nvSpPr>
            <p:spPr>
              <a:xfrm rot="2700000">
                <a:off x="16367163" y="5776399"/>
                <a:ext cx="323684" cy="3415798"/>
              </a:xfrm>
              <a:prstGeom prst="rect">
                <a:avLst/>
              </a:prstGeom>
              <a:solidFill>
                <a:srgbClr val="0F834D"/>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grpSp>
        <p:sp>
          <p:nvSpPr>
            <p:cNvPr id="8" name="Chord 7"/>
            <p:cNvSpPr/>
            <p:nvPr/>
          </p:nvSpPr>
          <p:spPr>
            <a:xfrm rot="21250734">
              <a:off x="7490399" y="1022214"/>
              <a:ext cx="594018" cy="593041"/>
            </a:xfrm>
            <a:prstGeom prst="chord">
              <a:avLst>
                <a:gd name="adj1" fmla="val 4143767"/>
                <a:gd name="adj2" fmla="val 14725957"/>
              </a:avLst>
            </a:prstGeom>
            <a:solidFill>
              <a:schemeClr val="bg1">
                <a:alpha val="28000"/>
              </a:schemeClr>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grpSp>
      <p:grpSp>
        <p:nvGrpSpPr>
          <p:cNvPr id="10" name="Group 9"/>
          <p:cNvGrpSpPr>
            <a:grpSpLocks/>
          </p:cNvGrpSpPr>
          <p:nvPr/>
        </p:nvGrpSpPr>
        <p:grpSpPr bwMode="auto">
          <a:xfrm>
            <a:off x="7798641" y="587932"/>
            <a:ext cx="1158875" cy="1328738"/>
            <a:chOff x="3156287" y="0"/>
            <a:chExt cx="868964" cy="996216"/>
          </a:xfrm>
        </p:grpSpPr>
        <p:sp>
          <p:nvSpPr>
            <p:cNvPr id="460852" name="Shape 155"/>
            <p:cNvSpPr>
              <a:spLocks noChangeArrowheads="1"/>
            </p:cNvSpPr>
            <p:nvPr/>
          </p:nvSpPr>
          <p:spPr bwMode="auto">
            <a:xfrm rot="-3155700">
              <a:off x="3460718" y="585165"/>
              <a:ext cx="112519" cy="31489"/>
            </a:xfrm>
            <a:prstGeom prst="rect">
              <a:avLst/>
            </a:prstGeom>
            <a:solidFill>
              <a:srgbClr val="91929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3" name="Shape 156"/>
            <p:cNvSpPr>
              <a:spLocks noChangeArrowheads="1"/>
            </p:cNvSpPr>
            <p:nvPr/>
          </p:nvSpPr>
          <p:spPr bwMode="auto">
            <a:xfrm rot="-3155700">
              <a:off x="3565634" y="665394"/>
              <a:ext cx="112519" cy="31489"/>
            </a:xfrm>
            <a:prstGeom prst="rect">
              <a:avLst/>
            </a:prstGeom>
            <a:solidFill>
              <a:srgbClr val="91929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4" name="Shape 160"/>
            <p:cNvSpPr>
              <a:spLocks noChangeArrowheads="1"/>
            </p:cNvSpPr>
            <p:nvPr/>
          </p:nvSpPr>
          <p:spPr bwMode="auto">
            <a:xfrm rot="7644300">
              <a:off x="3786614" y="379564"/>
              <a:ext cx="112519" cy="31489"/>
            </a:xfrm>
            <a:prstGeom prst="rect">
              <a:avLst/>
            </a:prstGeom>
            <a:solidFill>
              <a:srgbClr val="91929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5" name="Shape 161"/>
            <p:cNvSpPr>
              <a:spLocks noChangeArrowheads="1"/>
            </p:cNvSpPr>
            <p:nvPr/>
          </p:nvSpPr>
          <p:spPr bwMode="auto">
            <a:xfrm rot="7644300">
              <a:off x="3681697" y="299335"/>
              <a:ext cx="112519" cy="31489"/>
            </a:xfrm>
            <a:prstGeom prst="rect">
              <a:avLst/>
            </a:prstGeom>
            <a:solidFill>
              <a:srgbClr val="91929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6" name="Shape 149"/>
            <p:cNvSpPr>
              <a:spLocks noChangeArrowheads="1"/>
            </p:cNvSpPr>
            <p:nvPr/>
          </p:nvSpPr>
          <p:spPr bwMode="auto">
            <a:xfrm rot="-3155700">
              <a:off x="3543521" y="220888"/>
              <a:ext cx="271497" cy="552363"/>
            </a:xfrm>
            <a:prstGeom prst="roundRect">
              <a:avLst>
                <a:gd name="adj" fmla="val 50000"/>
              </a:avLst>
            </a:prstGeom>
            <a:solidFill>
              <a:schemeClr val="bg2"/>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7" name="Shape 150"/>
            <p:cNvSpPr>
              <a:spLocks noChangeArrowheads="1"/>
            </p:cNvSpPr>
            <p:nvPr/>
          </p:nvSpPr>
          <p:spPr bwMode="auto">
            <a:xfrm rot="-3155700">
              <a:off x="3543526" y="393003"/>
              <a:ext cx="271485" cy="208133"/>
            </a:xfrm>
            <a:prstGeom prst="rect">
              <a:avLst/>
            </a:prstGeom>
            <a:solidFill>
              <a:srgbClr val="B0B1B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8" name="Shape 151"/>
            <p:cNvSpPr>
              <a:spLocks noChangeArrowheads="1"/>
            </p:cNvSpPr>
            <p:nvPr/>
          </p:nvSpPr>
          <p:spPr bwMode="auto">
            <a:xfrm rot="-3155700">
              <a:off x="3623010" y="415919"/>
              <a:ext cx="112519" cy="162301"/>
            </a:xfrm>
            <a:prstGeom prst="rect">
              <a:avLst/>
            </a:prstGeom>
            <a:solidFill>
              <a:schemeClr val="bg2"/>
            </a:solidFill>
            <a:ln w="6350">
              <a:noFill/>
              <a:miter lim="400000"/>
              <a:headEnd/>
              <a:tailEnd/>
            </a:ln>
          </p:spPr>
          <p:txBody>
            <a:bodyPr lIns="0" tIns="0" rIns="0" bIns="0" anchor="ctr"/>
            <a:lstStyle/>
            <a:p>
              <a:pPr defTabSz="608013"/>
              <a:endParaRPr lang="el-GR" sz="3200">
                <a:solidFill>
                  <a:srgbClr val="FFFFFF"/>
                </a:solidFill>
              </a:endParaRPr>
            </a:p>
          </p:txBody>
        </p:sp>
        <p:grpSp>
          <p:nvGrpSpPr>
            <p:cNvPr id="460859" name="Group 154"/>
            <p:cNvGrpSpPr>
              <a:grpSpLocks/>
            </p:cNvGrpSpPr>
            <p:nvPr/>
          </p:nvGrpSpPr>
          <p:grpSpPr bwMode="auto">
            <a:xfrm rot="-3155700">
              <a:off x="3421460" y="291245"/>
              <a:ext cx="73772" cy="73773"/>
              <a:chOff x="0" y="0"/>
              <a:chExt cx="274487" cy="274487"/>
            </a:xfrm>
          </p:grpSpPr>
          <p:sp>
            <p:nvSpPr>
              <p:cNvPr id="460871" name="Shape 152"/>
              <p:cNvSpPr>
                <a:spLocks noChangeArrowheads="1"/>
              </p:cNvSpPr>
              <p:nvPr/>
            </p:nvSpPr>
            <p:spPr bwMode="auto">
              <a:xfrm>
                <a:off x="0" y="0"/>
                <a:ext cx="274488" cy="274488"/>
              </a:xfrm>
              <a:custGeom>
                <a:avLst/>
                <a:gdLst>
                  <a:gd name="T0" fmla="*/ 1914316 w 19679"/>
                  <a:gd name="T1" fmla="*/ 1914316 h 19679"/>
                  <a:gd name="T2" fmla="*/ 1914316 w 19679"/>
                  <a:gd name="T3" fmla="*/ 1914316 h 19679"/>
                  <a:gd name="T4" fmla="*/ 1914316 w 19679"/>
                  <a:gd name="T5" fmla="*/ 1914316 h 19679"/>
                  <a:gd name="T6" fmla="*/ 1914316 w 19679"/>
                  <a:gd name="T7" fmla="*/ 1914316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tx2"/>
              </a:solidFill>
              <a:ln w="6350">
                <a:noFill/>
                <a:miter lim="400000"/>
                <a:headEnd/>
                <a:tailEnd/>
              </a:ln>
            </p:spPr>
            <p:txBody>
              <a:bodyPr lIns="0" tIns="0" rIns="0" bIns="0" anchor="ctr"/>
              <a:lstStyle/>
              <a:p>
                <a:pPr defTabSz="608013"/>
                <a:endParaRPr lang="el-GR" sz="3200">
                  <a:solidFill>
                    <a:srgbClr val="FFFFFF"/>
                  </a:solidFill>
                </a:endParaRPr>
              </a:p>
            </p:txBody>
          </p:sp>
          <p:sp>
            <p:nvSpPr>
              <p:cNvPr id="460872" name="Shape 153"/>
              <p:cNvSpPr>
                <a:spLocks noChangeArrowheads="1"/>
              </p:cNvSpPr>
              <p:nvPr/>
            </p:nvSpPr>
            <p:spPr bwMode="auto">
              <a:xfrm>
                <a:off x="63685" y="63685"/>
                <a:ext cx="147118" cy="147118"/>
              </a:xfrm>
              <a:custGeom>
                <a:avLst/>
                <a:gdLst>
                  <a:gd name="T0" fmla="*/ 549919 w 19679"/>
                  <a:gd name="T1" fmla="*/ 549919 h 19679"/>
                  <a:gd name="T2" fmla="*/ 549919 w 19679"/>
                  <a:gd name="T3" fmla="*/ 549919 h 19679"/>
                  <a:gd name="T4" fmla="*/ 549919 w 19679"/>
                  <a:gd name="T5" fmla="*/ 549919 h 19679"/>
                  <a:gd name="T6" fmla="*/ 549919 w 19679"/>
                  <a:gd name="T7" fmla="*/ 549919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8C8D8F"/>
              </a:solidFill>
              <a:ln w="6350">
                <a:noFill/>
                <a:miter lim="400000"/>
                <a:headEnd/>
                <a:tailEnd/>
              </a:ln>
            </p:spPr>
            <p:txBody>
              <a:bodyPr lIns="0" tIns="0" rIns="0" bIns="0" anchor="ctr"/>
              <a:lstStyle/>
              <a:p>
                <a:pPr defTabSz="608013"/>
                <a:endParaRPr lang="el-GR" sz="3200">
                  <a:solidFill>
                    <a:srgbClr val="FFFFFF"/>
                  </a:solidFill>
                </a:endParaRPr>
              </a:p>
            </p:txBody>
          </p:sp>
        </p:grpSp>
        <p:sp>
          <p:nvSpPr>
            <p:cNvPr id="460860" name="Shape 157"/>
            <p:cNvSpPr>
              <a:spLocks noChangeArrowheads="1"/>
            </p:cNvSpPr>
            <p:nvPr/>
          </p:nvSpPr>
          <p:spPr bwMode="auto">
            <a:xfrm rot="-3155700">
              <a:off x="3252863" y="700268"/>
              <a:ext cx="376135" cy="212660"/>
            </a:xfrm>
            <a:prstGeom prst="rect">
              <a:avLst/>
            </a:prstGeom>
            <a:solidFill>
              <a:schemeClr val="bg2"/>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1" name="Shape 158"/>
            <p:cNvSpPr>
              <a:spLocks noChangeArrowheads="1"/>
            </p:cNvSpPr>
            <p:nvPr/>
          </p:nvSpPr>
          <p:spPr bwMode="auto">
            <a:xfrm rot="-3155700">
              <a:off x="3315596" y="801680"/>
              <a:ext cx="317006" cy="72066"/>
            </a:xfrm>
            <a:prstGeom prst="rect">
              <a:avLst/>
            </a:prstGeom>
            <a:solidFill>
              <a:srgbClr val="00ACEB"/>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2" name="Shape 159"/>
            <p:cNvSpPr>
              <a:spLocks noChangeArrowheads="1"/>
            </p:cNvSpPr>
            <p:nvPr/>
          </p:nvSpPr>
          <p:spPr bwMode="auto">
            <a:xfrm rot="-3155700">
              <a:off x="3245331" y="747950"/>
              <a:ext cx="317006" cy="72066"/>
            </a:xfrm>
            <a:prstGeom prst="rect">
              <a:avLst/>
            </a:prstGeom>
            <a:solidFill>
              <a:srgbClr val="00ACEB"/>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3" name="Shape 162"/>
            <p:cNvSpPr>
              <a:spLocks noChangeArrowheads="1"/>
            </p:cNvSpPr>
            <p:nvPr/>
          </p:nvSpPr>
          <p:spPr bwMode="auto">
            <a:xfrm rot="7644300">
              <a:off x="3730853" y="83288"/>
              <a:ext cx="376135" cy="212660"/>
            </a:xfrm>
            <a:prstGeom prst="rect">
              <a:avLst/>
            </a:prstGeom>
            <a:solidFill>
              <a:schemeClr val="bg2"/>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4" name="Shape 163"/>
            <p:cNvSpPr>
              <a:spLocks noChangeArrowheads="1"/>
            </p:cNvSpPr>
            <p:nvPr/>
          </p:nvSpPr>
          <p:spPr bwMode="auto">
            <a:xfrm rot="7644300">
              <a:off x="3727248" y="122470"/>
              <a:ext cx="317006" cy="72066"/>
            </a:xfrm>
            <a:prstGeom prst="rect">
              <a:avLst/>
            </a:prstGeom>
            <a:solidFill>
              <a:srgbClr val="00ACEB"/>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5" name="Shape 164"/>
            <p:cNvSpPr>
              <a:spLocks noChangeArrowheads="1"/>
            </p:cNvSpPr>
            <p:nvPr/>
          </p:nvSpPr>
          <p:spPr bwMode="auto">
            <a:xfrm rot="7644300">
              <a:off x="3797512" y="176200"/>
              <a:ext cx="317006" cy="72066"/>
            </a:xfrm>
            <a:prstGeom prst="rect">
              <a:avLst/>
            </a:prstGeom>
            <a:solidFill>
              <a:srgbClr val="00ACEB"/>
            </a:solidFill>
            <a:ln w="6350">
              <a:noFill/>
              <a:miter lim="400000"/>
              <a:headEnd/>
              <a:tailEnd/>
            </a:ln>
          </p:spPr>
          <p:txBody>
            <a:bodyPr lIns="0" tIns="0" rIns="0" bIns="0" anchor="ctr"/>
            <a:lstStyle/>
            <a:p>
              <a:pPr defTabSz="608013"/>
              <a:endParaRPr lang="el-GR" sz="3200">
                <a:solidFill>
                  <a:srgbClr val="FFFFFF"/>
                </a:solidFill>
              </a:endParaRPr>
            </a:p>
          </p:txBody>
        </p:sp>
        <p:grpSp>
          <p:nvGrpSpPr>
            <p:cNvPr id="460866" name="Group 170"/>
            <p:cNvGrpSpPr>
              <a:grpSpLocks/>
            </p:cNvGrpSpPr>
            <p:nvPr/>
          </p:nvGrpSpPr>
          <p:grpSpPr bwMode="auto">
            <a:xfrm rot="-3155700">
              <a:off x="3150234" y="60611"/>
              <a:ext cx="322825" cy="310720"/>
              <a:chOff x="0" y="0"/>
              <a:chExt cx="1201146" cy="1156107"/>
            </a:xfrm>
          </p:grpSpPr>
          <p:sp>
            <p:nvSpPr>
              <p:cNvPr id="460867" name="Shape 168"/>
              <p:cNvSpPr>
                <a:spLocks noChangeShapeType="1"/>
              </p:cNvSpPr>
              <p:nvPr/>
            </p:nvSpPr>
            <p:spPr bwMode="auto">
              <a:xfrm flipV="1">
                <a:off x="42596" y="81362"/>
                <a:ext cx="563401" cy="495096"/>
              </a:xfrm>
              <a:prstGeom prst="line">
                <a:avLst/>
              </a:prstGeom>
              <a:noFill/>
              <a:ln w="19050">
                <a:solidFill>
                  <a:schemeClr val="tx2"/>
                </a:solidFill>
                <a:miter lim="400000"/>
                <a:headEnd/>
                <a:tailEnd/>
              </a:ln>
            </p:spPr>
            <p:txBody>
              <a:bodyPr lIns="0" tIns="0" rIns="0" bIns="0" anchor="ctr"/>
              <a:lstStyle/>
              <a:p>
                <a:endParaRPr lang="el-GR">
                  <a:solidFill>
                    <a:srgbClr val="070707"/>
                  </a:solidFill>
                </a:endParaRPr>
              </a:p>
            </p:txBody>
          </p:sp>
          <p:sp>
            <p:nvSpPr>
              <p:cNvPr id="460868" name="Shape 169"/>
              <p:cNvSpPr>
                <a:spLocks noChangeShapeType="1"/>
              </p:cNvSpPr>
              <p:nvPr/>
            </p:nvSpPr>
            <p:spPr bwMode="auto">
              <a:xfrm flipH="1" flipV="1">
                <a:off x="592690" y="71788"/>
                <a:ext cx="550814" cy="509151"/>
              </a:xfrm>
              <a:prstGeom prst="line">
                <a:avLst/>
              </a:prstGeom>
              <a:noFill/>
              <a:ln w="19050">
                <a:solidFill>
                  <a:schemeClr val="tx2"/>
                </a:solidFill>
                <a:miter lim="400000"/>
                <a:headEnd/>
                <a:tailEnd/>
              </a:ln>
            </p:spPr>
            <p:txBody>
              <a:bodyPr lIns="0" tIns="0" rIns="0" bIns="0" anchor="ctr"/>
              <a:lstStyle/>
              <a:p>
                <a:endParaRPr lang="el-GR">
                  <a:solidFill>
                    <a:srgbClr val="070707"/>
                  </a:solidFill>
                </a:endParaRPr>
              </a:p>
            </p:txBody>
          </p:sp>
          <p:sp>
            <p:nvSpPr>
              <p:cNvPr id="460869" name="Shape 166"/>
              <p:cNvSpPr>
                <a:spLocks noChangeArrowheads="1"/>
              </p:cNvSpPr>
              <p:nvPr/>
            </p:nvSpPr>
            <p:spPr bwMode="auto">
              <a:xfrm>
                <a:off x="0" y="546756"/>
                <a:ext cx="1201147" cy="609352"/>
              </a:xfrm>
              <a:custGeom>
                <a:avLst/>
                <a:gdLst>
                  <a:gd name="T0" fmla="*/ 33555572 w 21498"/>
                  <a:gd name="T1" fmla="*/ 8629093 h 21515"/>
                  <a:gd name="T2" fmla="*/ 33555572 w 21498"/>
                  <a:gd name="T3" fmla="*/ 8629093 h 21515"/>
                  <a:gd name="T4" fmla="*/ 33555572 w 21498"/>
                  <a:gd name="T5" fmla="*/ 8629093 h 21515"/>
                  <a:gd name="T6" fmla="*/ 33555572 w 21498"/>
                  <a:gd name="T7" fmla="*/ 8629093 h 21515"/>
                  <a:gd name="T8" fmla="*/ 0 60000 65536"/>
                  <a:gd name="T9" fmla="*/ 5898240 60000 65536"/>
                  <a:gd name="T10" fmla="*/ 11796480 60000 65536"/>
                  <a:gd name="T11" fmla="*/ 17694720 60000 65536"/>
                  <a:gd name="T12" fmla="*/ 0 w 21498"/>
                  <a:gd name="T13" fmla="*/ 0 h 21515"/>
                  <a:gd name="T14" fmla="*/ 21498 w 21498"/>
                  <a:gd name="T15" fmla="*/ 21515 h 21515"/>
                </a:gdLst>
                <a:ahLst/>
                <a:cxnLst>
                  <a:cxn ang="T8">
                    <a:pos x="T0" y="T1"/>
                  </a:cxn>
                  <a:cxn ang="T9">
                    <a:pos x="T2" y="T3"/>
                  </a:cxn>
                  <a:cxn ang="T10">
                    <a:pos x="T4" y="T5"/>
                  </a:cxn>
                  <a:cxn ang="T11">
                    <a:pos x="T6" y="T7"/>
                  </a:cxn>
                </a:cxnLst>
                <a:rect l="T12" t="T13" r="T14" b="T15"/>
                <a:pathLst>
                  <a:path w="21498" h="21515" extrusionOk="0">
                    <a:moveTo>
                      <a:pt x="3" y="0"/>
                    </a:moveTo>
                    <a:lnTo>
                      <a:pt x="21496" y="0"/>
                    </a:lnTo>
                    <a:cubicBezTo>
                      <a:pt x="21547" y="5285"/>
                      <a:pt x="20589" y="10414"/>
                      <a:pt x="18811" y="14369"/>
                    </a:cubicBezTo>
                    <a:cubicBezTo>
                      <a:pt x="16734" y="18992"/>
                      <a:pt x="13739" y="21600"/>
                      <a:pt x="10609" y="21513"/>
                    </a:cubicBezTo>
                    <a:cubicBezTo>
                      <a:pt x="7422" y="21448"/>
                      <a:pt x="4414" y="18595"/>
                      <a:pt x="2397" y="13726"/>
                    </a:cubicBezTo>
                    <a:cubicBezTo>
                      <a:pt x="796" y="9859"/>
                      <a:pt x="-53" y="4992"/>
                      <a:pt x="3" y="0"/>
                    </a:cubicBezTo>
                    <a:close/>
                  </a:path>
                </a:pathLst>
              </a:custGeom>
              <a:solidFill>
                <a:schemeClr val="bg2"/>
              </a:solidFill>
              <a:ln w="6350">
                <a:noFill/>
                <a:miter lim="400000"/>
                <a:headEnd/>
                <a:tailEnd/>
              </a:ln>
            </p:spPr>
            <p:txBody>
              <a:bodyPr lIns="0" tIns="0" rIns="0" bIns="0" anchor="ctr"/>
              <a:lstStyle/>
              <a:p>
                <a:pPr defTabSz="608013"/>
                <a:endParaRPr lang="el-GR" sz="3200">
                  <a:solidFill>
                    <a:srgbClr val="070707"/>
                  </a:solidFill>
                </a:endParaRPr>
              </a:p>
            </p:txBody>
          </p:sp>
          <p:sp>
            <p:nvSpPr>
              <p:cNvPr id="460870" name="Shape 167"/>
              <p:cNvSpPr>
                <a:spLocks noChangeArrowheads="1"/>
              </p:cNvSpPr>
              <p:nvPr/>
            </p:nvSpPr>
            <p:spPr bwMode="auto">
              <a:xfrm>
                <a:off x="512829" y="0"/>
                <a:ext cx="175632" cy="175631"/>
              </a:xfrm>
              <a:custGeom>
                <a:avLst/>
                <a:gdLst>
                  <a:gd name="T0" fmla="*/ 783744 w 19679"/>
                  <a:gd name="T1" fmla="*/ 783740 h 19679"/>
                  <a:gd name="T2" fmla="*/ 783744 w 19679"/>
                  <a:gd name="T3" fmla="*/ 783740 h 19679"/>
                  <a:gd name="T4" fmla="*/ 783744 w 19679"/>
                  <a:gd name="T5" fmla="*/ 783740 h 19679"/>
                  <a:gd name="T6" fmla="*/ 783744 w 19679"/>
                  <a:gd name="T7" fmla="*/ 783740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tx2"/>
              </a:solidFill>
              <a:ln w="6350">
                <a:noFill/>
                <a:miter lim="400000"/>
                <a:headEnd/>
                <a:tailEnd/>
              </a:ln>
            </p:spPr>
            <p:txBody>
              <a:bodyPr lIns="0" tIns="0" rIns="0" bIns="0" anchor="ctr"/>
              <a:lstStyle/>
              <a:p>
                <a:pPr defTabSz="608013"/>
                <a:endParaRPr lang="el-GR" sz="3200">
                  <a:solidFill>
                    <a:srgbClr val="FFFFFF"/>
                  </a:solidFill>
                </a:endParaRPr>
              </a:p>
            </p:txBody>
          </p:sp>
        </p:grpSp>
      </p:grpSp>
      <p:grpSp>
        <p:nvGrpSpPr>
          <p:cNvPr id="5" name="Group 4"/>
          <p:cNvGrpSpPr>
            <a:grpSpLocks/>
          </p:cNvGrpSpPr>
          <p:nvPr/>
        </p:nvGrpSpPr>
        <p:grpSpPr bwMode="auto">
          <a:xfrm>
            <a:off x="924213" y="2022872"/>
            <a:ext cx="965200" cy="368300"/>
            <a:chOff x="1518968" y="1391498"/>
            <a:chExt cx="723822" cy="276738"/>
          </a:xfrm>
        </p:grpSpPr>
        <p:sp>
          <p:nvSpPr>
            <p:cNvPr id="98" name="Shape 172"/>
            <p:cNvSpPr/>
            <p:nvPr/>
          </p:nvSpPr>
          <p:spPr>
            <a:xfrm rot="2432266">
              <a:off x="1780877" y="1391498"/>
              <a:ext cx="272624" cy="25168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4"/>
            </a:solidFill>
            <a:ln w="6350" cap="flat">
              <a:noFill/>
              <a:prstDash val="solid"/>
              <a:miter lim="400000"/>
            </a:ln>
            <a:effectLst/>
          </p:spPr>
          <p:txBody>
            <a:bodyPr lIns="0" tIns="0" rIns="0" bIns="0" anchor="ctr"/>
            <a:lstStyle/>
            <a:p>
              <a:pPr defTabSz="609515" fontAlgn="auto">
                <a:spcBef>
                  <a:spcPts val="0"/>
                </a:spcBef>
                <a:spcAft>
                  <a:spcPts val="0"/>
                </a:spcAft>
                <a:defRPr sz="2400">
                  <a:solidFill>
                    <a:srgbClr val="FFFFFF"/>
                  </a:solidFill>
                </a:defRPr>
              </a:pPr>
              <a:endParaRPr sz="3200">
                <a:solidFill>
                  <a:srgbClr val="FFFFFF"/>
                </a:solidFill>
                <a:latin typeface="Calibri"/>
              </a:endParaRPr>
            </a:p>
          </p:txBody>
        </p:sp>
        <p:sp>
          <p:nvSpPr>
            <p:cNvPr id="460846" name="Shape 173"/>
            <p:cNvSpPr>
              <a:spLocks noChangeArrowheads="1"/>
            </p:cNvSpPr>
            <p:nvPr/>
          </p:nvSpPr>
          <p:spPr bwMode="auto">
            <a:xfrm rot="2432266">
              <a:off x="1943639" y="1457955"/>
              <a:ext cx="123878" cy="109854"/>
            </a:xfrm>
            <a:custGeom>
              <a:avLst/>
              <a:gdLst>
                <a:gd name="T0" fmla="*/ 355226 w 21600"/>
                <a:gd name="T1" fmla="*/ 279350 h 21600"/>
                <a:gd name="T2" fmla="*/ 355226 w 21600"/>
                <a:gd name="T3" fmla="*/ 279350 h 21600"/>
                <a:gd name="T4" fmla="*/ 355226 w 21600"/>
                <a:gd name="T5" fmla="*/ 279350 h 21600"/>
                <a:gd name="T6" fmla="*/ 355226 w 21600"/>
                <a:gd name="T7" fmla="*/ 279350 h 21600"/>
                <a:gd name="T8" fmla="*/ 0 60000 65536"/>
                <a:gd name="T9" fmla="*/ 5898240 60000 65536"/>
                <a:gd name="T10" fmla="*/ 11796480 60000 65536"/>
                <a:gd name="T11" fmla="*/ 17694720 60000 65536"/>
                <a:gd name="T12" fmla="*/ 0 w 21600"/>
                <a:gd name="T13" fmla="*/ 0 h 21600"/>
                <a:gd name="T14" fmla="*/ 21600 w 21600"/>
                <a:gd name="T15" fmla="*/ 21600 h 21600"/>
              </a:gdLst>
              <a:ahLst/>
              <a:cxnLst>
                <a:cxn ang="T8">
                  <a:pos x="T0" y="T1"/>
                </a:cxn>
                <a:cxn ang="T9">
                  <a:pos x="T2" y="T3"/>
                </a:cxn>
                <a:cxn ang="T10">
                  <a:pos x="T4" y="T5"/>
                </a:cxn>
                <a:cxn ang="T11">
                  <a:pos x="T6" y="T7"/>
                </a:cxn>
              </a:cxnLst>
              <a:rect l="T12" t="T13" r="T14" b="T15"/>
              <a:pathLst>
                <a:path w="21600" h="21600" extrusionOk="0">
                  <a:moveTo>
                    <a:pt x="0" y="0"/>
                  </a:moveTo>
                  <a:cubicBezTo>
                    <a:pt x="6581" y="134"/>
                    <a:pt x="12773" y="3542"/>
                    <a:pt x="16915" y="9310"/>
                  </a:cubicBezTo>
                  <a:cubicBezTo>
                    <a:pt x="19451" y="12842"/>
                    <a:pt x="21073" y="17095"/>
                    <a:pt x="21600" y="21600"/>
                  </a:cubicBezTo>
                  <a:lnTo>
                    <a:pt x="6732" y="20531"/>
                  </a:lnTo>
                  <a:cubicBezTo>
                    <a:pt x="8982" y="17836"/>
                    <a:pt x="10006" y="14122"/>
                    <a:pt x="9507" y="10464"/>
                  </a:cubicBezTo>
                  <a:cubicBezTo>
                    <a:pt x="8759" y="4977"/>
                    <a:pt x="4882" y="710"/>
                    <a:pt x="0" y="0"/>
                  </a:cubicBezTo>
                  <a:close/>
                </a:path>
              </a:pathLst>
            </a:custGeom>
            <a:solidFill>
              <a:schemeClr val="bg1">
                <a:alpha val="58038"/>
              </a:schemeClr>
            </a:solidFill>
            <a:ln w="6350">
              <a:noFill/>
              <a:miter lim="400000"/>
              <a:headEnd/>
              <a:tailEnd/>
            </a:ln>
          </p:spPr>
          <p:txBody>
            <a:bodyPr lIns="0" tIns="0" rIns="0" bIns="0" anchor="ctr"/>
            <a:lstStyle/>
            <a:p>
              <a:pPr defTabSz="608013"/>
              <a:endParaRPr lang="el-GR" sz="3200">
                <a:solidFill>
                  <a:srgbClr val="070707"/>
                </a:solidFill>
              </a:endParaRPr>
            </a:p>
          </p:txBody>
        </p:sp>
        <p:sp>
          <p:nvSpPr>
            <p:cNvPr id="460847" name="Shape 174"/>
            <p:cNvSpPr>
              <a:spLocks noChangeArrowheads="1"/>
            </p:cNvSpPr>
            <p:nvPr/>
          </p:nvSpPr>
          <p:spPr bwMode="auto">
            <a:xfrm rot="2432266">
              <a:off x="1862487" y="1398197"/>
              <a:ext cx="49518" cy="49518"/>
            </a:xfrm>
            <a:custGeom>
              <a:avLst/>
              <a:gdLst>
                <a:gd name="T0" fmla="*/ 62301 w 19679"/>
                <a:gd name="T1" fmla="*/ 62301 h 19679"/>
                <a:gd name="T2" fmla="*/ 62301 w 19679"/>
                <a:gd name="T3" fmla="*/ 62301 h 19679"/>
                <a:gd name="T4" fmla="*/ 62301 w 19679"/>
                <a:gd name="T5" fmla="*/ 62301 h 19679"/>
                <a:gd name="T6" fmla="*/ 62301 w 19679"/>
                <a:gd name="T7" fmla="*/ 62301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bg1">
                <a:alpha val="58038"/>
              </a:schemeClr>
            </a:solidFill>
            <a:ln w="6350">
              <a:noFill/>
              <a:miter lim="400000"/>
              <a:headEnd/>
              <a:tailEnd/>
            </a:ln>
          </p:spPr>
          <p:txBody>
            <a:bodyPr lIns="0" tIns="0" rIns="0" bIns="0" anchor="ctr"/>
            <a:lstStyle/>
            <a:p>
              <a:pPr defTabSz="608013"/>
              <a:endParaRPr lang="el-GR" sz="3200">
                <a:solidFill>
                  <a:srgbClr val="FFFFFF"/>
                </a:solidFill>
              </a:endParaRPr>
            </a:p>
          </p:txBody>
        </p:sp>
        <p:sp>
          <p:nvSpPr>
            <p:cNvPr id="460848" name="Shape 175"/>
            <p:cNvSpPr>
              <a:spLocks noChangeArrowheads="1"/>
            </p:cNvSpPr>
            <p:nvPr/>
          </p:nvSpPr>
          <p:spPr bwMode="auto">
            <a:xfrm rot="2432266">
              <a:off x="1527965" y="1464406"/>
              <a:ext cx="714825" cy="179772"/>
            </a:xfrm>
            <a:custGeom>
              <a:avLst/>
              <a:gdLst>
                <a:gd name="T0" fmla="*/ 12982760 w 19679"/>
                <a:gd name="T1" fmla="*/ 821128 h 19679"/>
                <a:gd name="T2" fmla="*/ 12982760 w 19679"/>
                <a:gd name="T3" fmla="*/ 821128 h 19679"/>
                <a:gd name="T4" fmla="*/ 12982760 w 19679"/>
                <a:gd name="T5" fmla="*/ 821128 h 19679"/>
                <a:gd name="T6" fmla="*/ 12982760 w 19679"/>
                <a:gd name="T7" fmla="*/ 821128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DCDEE0"/>
            </a:solidFill>
            <a:ln w="12700">
              <a:noFill/>
              <a:miter lim="400000"/>
              <a:headEnd/>
              <a:tailEnd/>
            </a:ln>
          </p:spPr>
          <p:txBody>
            <a:bodyPr lIns="0" tIns="0" rIns="0" bIns="0" anchor="ctr"/>
            <a:lstStyle/>
            <a:p>
              <a:pPr defTabSz="608013"/>
              <a:endParaRPr lang="el-GR" sz="3200">
                <a:solidFill>
                  <a:srgbClr val="FFFFFF"/>
                </a:solidFill>
              </a:endParaRPr>
            </a:p>
          </p:txBody>
        </p:sp>
        <p:sp>
          <p:nvSpPr>
            <p:cNvPr id="460849" name="Shape 176"/>
            <p:cNvSpPr>
              <a:spLocks noChangeArrowheads="1"/>
            </p:cNvSpPr>
            <p:nvPr/>
          </p:nvSpPr>
          <p:spPr bwMode="auto">
            <a:xfrm rot="2432266">
              <a:off x="1518968" y="1479156"/>
              <a:ext cx="714881" cy="172338"/>
            </a:xfrm>
            <a:custGeom>
              <a:avLst/>
              <a:gdLst>
                <a:gd name="T0" fmla="*/ 11829990 w 21600"/>
                <a:gd name="T1" fmla="*/ 704803 h 21070"/>
                <a:gd name="T2" fmla="*/ 11829990 w 21600"/>
                <a:gd name="T3" fmla="*/ 704803 h 21070"/>
                <a:gd name="T4" fmla="*/ 11829990 w 21600"/>
                <a:gd name="T5" fmla="*/ 704803 h 21070"/>
                <a:gd name="T6" fmla="*/ 11829990 w 21600"/>
                <a:gd name="T7" fmla="*/ 704803 h 21070"/>
                <a:gd name="T8" fmla="*/ 0 60000 65536"/>
                <a:gd name="T9" fmla="*/ 5898240 60000 65536"/>
                <a:gd name="T10" fmla="*/ 11796480 60000 65536"/>
                <a:gd name="T11" fmla="*/ 17694720 60000 65536"/>
                <a:gd name="T12" fmla="*/ 0 w 21600"/>
                <a:gd name="T13" fmla="*/ 0 h 21070"/>
                <a:gd name="T14" fmla="*/ 21600 w 21600"/>
                <a:gd name="T15" fmla="*/ 21070 h 21070"/>
              </a:gdLst>
              <a:ahLst/>
              <a:cxnLst>
                <a:cxn ang="T8">
                  <a:pos x="T0" y="T1"/>
                </a:cxn>
                <a:cxn ang="T9">
                  <a:pos x="T2" y="T3"/>
                </a:cxn>
                <a:cxn ang="T10">
                  <a:pos x="T4" y="T5"/>
                </a:cxn>
                <a:cxn ang="T11">
                  <a:pos x="T6" y="T7"/>
                </a:cxn>
              </a:cxnLst>
              <a:rect l="T12" t="T13" r="T14" b="T15"/>
              <a:pathLst>
                <a:path w="21600" h="21070" extrusionOk="0">
                  <a:moveTo>
                    <a:pt x="0" y="9124"/>
                  </a:moveTo>
                  <a:cubicBezTo>
                    <a:pt x="88" y="10438"/>
                    <a:pt x="219" y="11697"/>
                    <a:pt x="391" y="12868"/>
                  </a:cubicBezTo>
                  <a:cubicBezTo>
                    <a:pt x="626" y="14474"/>
                    <a:pt x="933" y="15889"/>
                    <a:pt x="1296" y="17042"/>
                  </a:cubicBezTo>
                  <a:cubicBezTo>
                    <a:pt x="4496" y="19809"/>
                    <a:pt x="7760" y="21158"/>
                    <a:pt x="11032" y="21066"/>
                  </a:cubicBezTo>
                  <a:cubicBezTo>
                    <a:pt x="14158" y="20978"/>
                    <a:pt x="17272" y="19575"/>
                    <a:pt x="20326" y="16881"/>
                  </a:cubicBezTo>
                  <a:cubicBezTo>
                    <a:pt x="20659" y="15925"/>
                    <a:pt x="20943" y="14720"/>
                    <a:pt x="21164" y="13331"/>
                  </a:cubicBezTo>
                  <a:cubicBezTo>
                    <a:pt x="21372" y="12020"/>
                    <a:pt x="21520" y="10567"/>
                    <a:pt x="21600" y="9042"/>
                  </a:cubicBezTo>
                  <a:cubicBezTo>
                    <a:pt x="17940" y="2628"/>
                    <a:pt x="13975" y="-442"/>
                    <a:pt x="9989" y="52"/>
                  </a:cubicBezTo>
                  <a:cubicBezTo>
                    <a:pt x="6547" y="478"/>
                    <a:pt x="3157" y="3557"/>
                    <a:pt x="0" y="9124"/>
                  </a:cubicBezTo>
                  <a:close/>
                </a:path>
              </a:pathLst>
            </a:custGeom>
            <a:solidFill>
              <a:srgbClr val="DCDEE0"/>
            </a:solidFill>
            <a:ln w="12700">
              <a:noFill/>
              <a:miter lim="400000"/>
              <a:headEnd/>
              <a:tailEnd/>
            </a:ln>
          </p:spPr>
          <p:txBody>
            <a:bodyPr lIns="0" tIns="0" rIns="0" bIns="0" anchor="ctr"/>
            <a:lstStyle/>
            <a:p>
              <a:pPr defTabSz="608013"/>
              <a:endParaRPr lang="el-GR" sz="3200">
                <a:solidFill>
                  <a:srgbClr val="070707"/>
                </a:solidFill>
              </a:endParaRPr>
            </a:p>
          </p:txBody>
        </p:sp>
        <p:sp>
          <p:nvSpPr>
            <p:cNvPr id="460850" name="Shape 177"/>
            <p:cNvSpPr>
              <a:spLocks noChangeArrowheads="1"/>
            </p:cNvSpPr>
            <p:nvPr/>
          </p:nvSpPr>
          <p:spPr bwMode="auto">
            <a:xfrm rot="2432266">
              <a:off x="1528952" y="1529087"/>
              <a:ext cx="636958" cy="139149"/>
            </a:xfrm>
            <a:custGeom>
              <a:avLst/>
              <a:gdLst>
                <a:gd name="T0" fmla="*/ 10308336 w 19679"/>
                <a:gd name="T1" fmla="*/ 491961 h 19679"/>
                <a:gd name="T2" fmla="*/ 10308336 w 19679"/>
                <a:gd name="T3" fmla="*/ 491961 h 19679"/>
                <a:gd name="T4" fmla="*/ 10308336 w 19679"/>
                <a:gd name="T5" fmla="*/ 491961 h 19679"/>
                <a:gd name="T6" fmla="*/ 10308336 w 19679"/>
                <a:gd name="T7" fmla="*/ 491961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A6AAA9"/>
            </a:solidFill>
            <a:ln w="12700">
              <a:noFill/>
              <a:miter lim="400000"/>
              <a:headEnd/>
              <a:tailEnd/>
            </a:ln>
          </p:spPr>
          <p:txBody>
            <a:bodyPr lIns="0" tIns="0" rIns="0" bIns="0" anchor="ctr"/>
            <a:lstStyle/>
            <a:p>
              <a:pPr defTabSz="608013"/>
              <a:endParaRPr lang="el-GR" sz="3200">
                <a:solidFill>
                  <a:srgbClr val="FFFFFF"/>
                </a:solidFill>
              </a:endParaRPr>
            </a:p>
          </p:txBody>
        </p:sp>
        <p:sp>
          <p:nvSpPr>
            <p:cNvPr id="460851" name="Shape 178"/>
            <p:cNvSpPr>
              <a:spLocks noChangeArrowheads="1"/>
            </p:cNvSpPr>
            <p:nvPr/>
          </p:nvSpPr>
          <p:spPr bwMode="auto">
            <a:xfrm rot="2432266">
              <a:off x="1732902" y="1573642"/>
              <a:ext cx="229058" cy="50040"/>
            </a:xfrm>
            <a:custGeom>
              <a:avLst/>
              <a:gdLst>
                <a:gd name="T0" fmla="*/ 1333085 w 19679"/>
                <a:gd name="T1" fmla="*/ 63621 h 19679"/>
                <a:gd name="T2" fmla="*/ 1333085 w 19679"/>
                <a:gd name="T3" fmla="*/ 63621 h 19679"/>
                <a:gd name="T4" fmla="*/ 1333085 w 19679"/>
                <a:gd name="T5" fmla="*/ 63621 h 19679"/>
                <a:gd name="T6" fmla="*/ 1333085 w 19679"/>
                <a:gd name="T7" fmla="*/ 63621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53585F"/>
            </a:solidFill>
            <a:ln w="12700">
              <a:noFill/>
              <a:miter lim="400000"/>
              <a:headEnd/>
              <a:tailEnd/>
            </a:ln>
          </p:spPr>
          <p:txBody>
            <a:bodyPr lIns="0" tIns="0" rIns="0" bIns="0" anchor="ctr"/>
            <a:lstStyle/>
            <a:p>
              <a:pPr defTabSz="608013"/>
              <a:endParaRPr lang="el-GR" sz="3200">
                <a:solidFill>
                  <a:srgbClr val="FFFFFF"/>
                </a:solidFill>
              </a:endParaRPr>
            </a:p>
          </p:txBody>
        </p:sp>
      </p:grpSp>
      <p:sp>
        <p:nvSpPr>
          <p:cNvPr id="135" name="TextBox 134"/>
          <p:cNvSpPr txBox="1">
            <a:spLocks noChangeArrowheads="1"/>
          </p:cNvSpPr>
          <p:nvPr/>
        </p:nvSpPr>
        <p:spPr bwMode="auto">
          <a:xfrm>
            <a:off x="484188" y="3441700"/>
            <a:ext cx="6829425" cy="1600424"/>
          </a:xfrm>
          <a:prstGeom prst="rect">
            <a:avLst/>
          </a:prstGeom>
          <a:noFill/>
          <a:ln w="9525">
            <a:noFill/>
            <a:miter lim="800000"/>
            <a:headEnd/>
            <a:tailEnd/>
          </a:ln>
        </p:spPr>
        <p:txBody>
          <a:bodyPr lIns="121907" tIns="60953" rIns="121907" bIns="60953">
            <a:spAutoFit/>
          </a:bodyPr>
          <a:lstStyle/>
          <a:p>
            <a:pPr marL="1371600" lvl="2" indent="-457200" algn="ctr" rtl="1">
              <a:buFont typeface="Wingdings" panose="05000000000000000000" pitchFamily="2" charset="2"/>
              <a:buChar char="ü"/>
            </a:pPr>
            <a:r>
              <a:rPr lang="ar-SA" sz="3200" b="1" dirty="0"/>
              <a:t>محركات البحث Search Engines: وتتألف محركات البحث من ثلاثة برامج رئيسة، هي (الملاح، 2011):</a:t>
            </a:r>
            <a:endParaRPr lang="en-US" sz="3200" b="1" dirty="0"/>
          </a:p>
        </p:txBody>
      </p:sp>
      <p:sp>
        <p:nvSpPr>
          <p:cNvPr id="4" name="Oval 3"/>
          <p:cNvSpPr/>
          <p:nvPr/>
        </p:nvSpPr>
        <p:spPr>
          <a:xfrm>
            <a:off x="6650038" y="763588"/>
            <a:ext cx="82550" cy="8255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05" name="Oval 104"/>
          <p:cNvSpPr/>
          <p:nvPr/>
        </p:nvSpPr>
        <p:spPr>
          <a:xfrm>
            <a:off x="9063038" y="-41275"/>
            <a:ext cx="82550" cy="8255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06" name="Oval 105"/>
          <p:cNvSpPr/>
          <p:nvPr/>
        </p:nvSpPr>
        <p:spPr>
          <a:xfrm>
            <a:off x="9698038" y="877888"/>
            <a:ext cx="82550" cy="8255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16" name="Oval 115"/>
          <p:cNvSpPr/>
          <p:nvPr/>
        </p:nvSpPr>
        <p:spPr>
          <a:xfrm>
            <a:off x="11326813" y="149225"/>
            <a:ext cx="82550" cy="8255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17" name="Oval 116"/>
          <p:cNvSpPr/>
          <p:nvPr/>
        </p:nvSpPr>
        <p:spPr>
          <a:xfrm>
            <a:off x="11920538" y="741363"/>
            <a:ext cx="60325" cy="61912"/>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32" name="Oval 131"/>
          <p:cNvSpPr/>
          <p:nvPr/>
        </p:nvSpPr>
        <p:spPr>
          <a:xfrm>
            <a:off x="10447338" y="276225"/>
            <a:ext cx="60325" cy="6032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33" name="Oval 132"/>
          <p:cNvSpPr/>
          <p:nvPr/>
        </p:nvSpPr>
        <p:spPr>
          <a:xfrm>
            <a:off x="7018338" y="0"/>
            <a:ext cx="60325" cy="6032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37" name="Oval 136"/>
          <p:cNvSpPr/>
          <p:nvPr/>
        </p:nvSpPr>
        <p:spPr>
          <a:xfrm>
            <a:off x="3525838" y="127000"/>
            <a:ext cx="60325" cy="6032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2" name="Rectangle 11"/>
          <p:cNvSpPr/>
          <p:nvPr/>
        </p:nvSpPr>
        <p:spPr>
          <a:xfrm>
            <a:off x="2268819" y="1320648"/>
            <a:ext cx="5144357" cy="584775"/>
          </a:xfrm>
          <a:prstGeom prst="rect">
            <a:avLst/>
          </a:prstGeom>
        </p:spPr>
        <p:txBody>
          <a:bodyPr wrap="none">
            <a:spAutoFit/>
          </a:bodyPr>
          <a:lstStyle/>
          <a:p>
            <a:r>
              <a:rPr lang="ar-SA" sz="3200" b="1" dirty="0">
                <a:solidFill>
                  <a:schemeClr val="bg1"/>
                </a:solidFill>
                <a:ea typeface="Arial Unicode MS" panose="020B0604020202020204" pitchFamily="34" charset="-128"/>
                <a:cs typeface="Simplified Arabic" panose="02020603050405020304" pitchFamily="18" charset="-78"/>
              </a:rPr>
              <a:t>ويمكن تقسيم أدوات البحث إلى ما يلي</a:t>
            </a:r>
            <a:endParaRPr lang="en-US" sz="3200" b="1" dirty="0">
              <a:solidFill>
                <a:schemeClr val="bg1"/>
              </a:solidFill>
            </a:endParaRPr>
          </a:p>
        </p:txBody>
      </p:sp>
      <p:sp>
        <p:nvSpPr>
          <p:cNvPr id="6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2170013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25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750"/>
                            </p:stCondLst>
                            <p:childTnLst>
                              <p:par>
                                <p:cTn id="10" presetID="1" presetClass="entr" presetSubtype="0" fill="hold" grpId="0" nodeType="afterEffect">
                                  <p:stCondLst>
                                    <p:cond delay="250"/>
                                  </p:stCondLst>
                                  <p:childTnLst>
                                    <p:set>
                                      <p:cBhvr>
                                        <p:cTn id="11" dur="1" fill="hold">
                                          <p:stCondLst>
                                            <p:cond delay="0"/>
                                          </p:stCondLst>
                                        </p:cTn>
                                        <p:tgtEl>
                                          <p:spTgt spid="12"/>
                                        </p:tgtEl>
                                        <p:attrNameLst>
                                          <p:attrName>style.visibility</p:attrName>
                                        </p:attrNameLst>
                                      </p:cBhvr>
                                      <p:to>
                                        <p:strVal val="visible"/>
                                      </p:to>
                                    </p:set>
                                  </p:childTnLst>
                                </p:cTn>
                              </p:par>
                            </p:childTnLst>
                          </p:cTn>
                        </p:par>
                        <p:par>
                          <p:cTn id="12" fill="hold">
                            <p:stCondLst>
                              <p:cond delay="1000"/>
                            </p:stCondLst>
                            <p:childTnLst>
                              <p:par>
                                <p:cTn id="13" presetID="2" presetClass="entr" presetSubtype="8" fill="hold" grpId="0" nodeType="afterEffect">
                                  <p:stCondLst>
                                    <p:cond delay="250"/>
                                  </p:stCondLst>
                                  <p:childTnLst>
                                    <p:set>
                                      <p:cBhvr>
                                        <p:cTn id="14" dur="1" fill="hold">
                                          <p:stCondLst>
                                            <p:cond delay="0"/>
                                          </p:stCondLst>
                                        </p:cTn>
                                        <p:tgtEl>
                                          <p:spTgt spid="135"/>
                                        </p:tgtEl>
                                        <p:attrNameLst>
                                          <p:attrName>style.visibility</p:attrName>
                                        </p:attrNameLst>
                                      </p:cBhvr>
                                      <p:to>
                                        <p:strVal val="visible"/>
                                      </p:to>
                                    </p:set>
                                    <p:anim calcmode="lin" valueType="num">
                                      <p:cBhvr additive="base">
                                        <p:cTn id="15" dur="500" fill="hold"/>
                                        <p:tgtEl>
                                          <p:spTgt spid="135"/>
                                        </p:tgtEl>
                                        <p:attrNameLst>
                                          <p:attrName>ppt_x</p:attrName>
                                        </p:attrNameLst>
                                      </p:cBhvr>
                                      <p:tavLst>
                                        <p:tav tm="0">
                                          <p:val>
                                            <p:strVal val="0-#ppt_w/2"/>
                                          </p:val>
                                        </p:tav>
                                        <p:tav tm="100000">
                                          <p:val>
                                            <p:strVal val="#ppt_x"/>
                                          </p:val>
                                        </p:tav>
                                      </p:tavLst>
                                    </p:anim>
                                    <p:anim calcmode="lin" valueType="num">
                                      <p:cBhvr additive="base">
                                        <p:cTn id="16" dur="500" fill="hold"/>
                                        <p:tgtEl>
                                          <p:spTgt spid="135"/>
                                        </p:tgtEl>
                                        <p:attrNameLst>
                                          <p:attrName>ppt_y</p:attrName>
                                        </p:attrNameLst>
                                      </p:cBhvr>
                                      <p:tavLst>
                                        <p:tav tm="0">
                                          <p:val>
                                            <p:strVal val="#ppt_y"/>
                                          </p:val>
                                        </p:tav>
                                        <p:tav tm="100000">
                                          <p:val>
                                            <p:strVal val="#ppt_y"/>
                                          </p:val>
                                        </p:tav>
                                      </p:tavLst>
                                    </p:anim>
                                  </p:childTnLst>
                                </p:cTn>
                              </p:par>
                            </p:childTnLst>
                          </p:cTn>
                        </p:par>
                        <p:par>
                          <p:cTn id="17" fill="hold">
                            <p:stCondLst>
                              <p:cond delay="1750"/>
                            </p:stCondLst>
                            <p:childTnLst>
                              <p:par>
                                <p:cTn id="18" presetID="30" presetClass="entr" presetSubtype="0" fill="hold" nodeType="afterEffect">
                                  <p:stCondLst>
                                    <p:cond delay="25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800" decel="100000"/>
                                        <p:tgtEl>
                                          <p:spTgt spid="9"/>
                                        </p:tgtEl>
                                      </p:cBhvr>
                                    </p:animEffect>
                                    <p:anim calcmode="lin" valueType="num">
                                      <p:cBhvr>
                                        <p:cTn id="21" dur="800" decel="100000" fill="hold"/>
                                        <p:tgtEl>
                                          <p:spTgt spid="9"/>
                                        </p:tgtEl>
                                        <p:attrNameLst>
                                          <p:attrName>style.rotation</p:attrName>
                                        </p:attrNameLst>
                                      </p:cBhvr>
                                      <p:tavLst>
                                        <p:tav tm="0">
                                          <p:val>
                                            <p:fltVal val="-90"/>
                                          </p:val>
                                        </p:tav>
                                        <p:tav tm="100000">
                                          <p:val>
                                            <p:fltVal val="0"/>
                                          </p:val>
                                        </p:tav>
                                      </p:tavLst>
                                    </p:anim>
                                    <p:anim calcmode="lin" valueType="num">
                                      <p:cBhvr>
                                        <p:cTn id="22" dur="800" decel="100000" fill="hold"/>
                                        <p:tgtEl>
                                          <p:spTgt spid="9"/>
                                        </p:tgtEl>
                                        <p:attrNameLst>
                                          <p:attrName>ppt_x</p:attrName>
                                        </p:attrNameLst>
                                      </p:cBhvr>
                                      <p:tavLst>
                                        <p:tav tm="0">
                                          <p:val>
                                            <p:strVal val="#ppt_x+0.4"/>
                                          </p:val>
                                        </p:tav>
                                        <p:tav tm="100000">
                                          <p:val>
                                            <p:strVal val="#ppt_x-0.05"/>
                                          </p:val>
                                        </p:tav>
                                      </p:tavLst>
                                    </p:anim>
                                    <p:anim calcmode="lin" valueType="num">
                                      <p:cBhvr>
                                        <p:cTn id="23" dur="800" decel="100000" fill="hold"/>
                                        <p:tgtEl>
                                          <p:spTgt spid="9"/>
                                        </p:tgtEl>
                                        <p:attrNameLst>
                                          <p:attrName>ppt_y</p:attrName>
                                        </p:attrNameLst>
                                      </p:cBhvr>
                                      <p:tavLst>
                                        <p:tav tm="0">
                                          <p:val>
                                            <p:strVal val="#ppt_y-0.4"/>
                                          </p:val>
                                        </p:tav>
                                        <p:tav tm="100000">
                                          <p:val>
                                            <p:strVal val="#ppt_y+0.1"/>
                                          </p:val>
                                        </p:tav>
                                      </p:tavLst>
                                    </p:anim>
                                    <p:anim calcmode="lin" valueType="num">
                                      <p:cBhvr>
                                        <p:cTn id="24" dur="200" accel="100000" fill="hold">
                                          <p:stCondLst>
                                            <p:cond delay="800"/>
                                          </p:stCondLst>
                                        </p:cTn>
                                        <p:tgtEl>
                                          <p:spTgt spid="9"/>
                                        </p:tgtEl>
                                        <p:attrNameLst>
                                          <p:attrName>ppt_x</p:attrName>
                                        </p:attrNameLst>
                                      </p:cBhvr>
                                      <p:tavLst>
                                        <p:tav tm="0">
                                          <p:val>
                                            <p:strVal val="#ppt_x-0.05"/>
                                          </p:val>
                                        </p:tav>
                                        <p:tav tm="100000">
                                          <p:val>
                                            <p:strVal val="#ppt_x"/>
                                          </p:val>
                                        </p:tav>
                                      </p:tavLst>
                                    </p:anim>
                                    <p:anim calcmode="lin" valueType="num">
                                      <p:cBhvr>
                                        <p:cTn id="25" dur="200" accel="100000" fill="hold">
                                          <p:stCondLst>
                                            <p:cond delay="800"/>
                                          </p:stCondLst>
                                        </p:cTn>
                                        <p:tgtEl>
                                          <p:spTgt spid="9"/>
                                        </p:tgtEl>
                                        <p:attrNameLst>
                                          <p:attrName>ppt_y</p:attrName>
                                        </p:attrNameLst>
                                      </p:cBhvr>
                                      <p:tavLst>
                                        <p:tav tm="0">
                                          <p:val>
                                            <p:strVal val="#ppt_y+0.1"/>
                                          </p:val>
                                        </p:tav>
                                        <p:tav tm="100000">
                                          <p:val>
                                            <p:strVal val="#ppt_y"/>
                                          </p:val>
                                        </p:tav>
                                      </p:tavLst>
                                    </p:anim>
                                  </p:childTnLst>
                                </p:cTn>
                              </p:par>
                            </p:childTnLst>
                          </p:cTn>
                        </p:par>
                        <p:par>
                          <p:cTn id="26" fill="hold">
                            <p:stCondLst>
                              <p:cond delay="3000"/>
                            </p:stCondLst>
                            <p:childTnLst>
                              <p:par>
                                <p:cTn id="27" presetID="26" presetClass="emph" presetSubtype="0" fill="hold" nodeType="afterEffect">
                                  <p:stCondLst>
                                    <p:cond delay="250"/>
                                  </p:stCondLst>
                                  <p:childTnLst>
                                    <p:animEffect transition="out" filter="fade">
                                      <p:cBhvr>
                                        <p:cTn id="28" dur="500" tmFilter="0, 0; .2, .5; .8, .5; 1, 0"/>
                                        <p:tgtEl>
                                          <p:spTgt spid="10"/>
                                        </p:tgtEl>
                                      </p:cBhvr>
                                    </p:animEffect>
                                    <p:animScale>
                                      <p:cBhvr>
                                        <p:cTn id="29" dur="250" autoRev="1" fill="hold"/>
                                        <p:tgtEl>
                                          <p:spTgt spid="10"/>
                                        </p:tgtEl>
                                      </p:cBhvr>
                                      <p:by x="105000" y="105000"/>
                                    </p:animScale>
                                  </p:childTnLst>
                                </p:cTn>
                              </p:par>
                            </p:childTnLst>
                          </p:cTn>
                        </p:par>
                        <p:par>
                          <p:cTn id="30" fill="hold">
                            <p:stCondLst>
                              <p:cond delay="3750"/>
                            </p:stCondLst>
                            <p:childTnLst>
                              <p:par>
                                <p:cTn id="31" presetID="30" presetClass="entr" presetSubtype="0" fill="hold" nodeType="afterEffect">
                                  <p:stCondLst>
                                    <p:cond delay="25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800" decel="100000"/>
                                        <p:tgtEl>
                                          <p:spTgt spid="5"/>
                                        </p:tgtEl>
                                      </p:cBhvr>
                                    </p:animEffect>
                                    <p:anim calcmode="lin" valueType="num">
                                      <p:cBhvr>
                                        <p:cTn id="34" dur="800" decel="100000" fill="hold"/>
                                        <p:tgtEl>
                                          <p:spTgt spid="5"/>
                                        </p:tgtEl>
                                        <p:attrNameLst>
                                          <p:attrName>style.rotation</p:attrName>
                                        </p:attrNameLst>
                                      </p:cBhvr>
                                      <p:tavLst>
                                        <p:tav tm="0">
                                          <p:val>
                                            <p:fltVal val="-90"/>
                                          </p:val>
                                        </p:tav>
                                        <p:tav tm="100000">
                                          <p:val>
                                            <p:fltVal val="0"/>
                                          </p:val>
                                        </p:tav>
                                      </p:tavLst>
                                    </p:anim>
                                    <p:anim calcmode="lin" valueType="num">
                                      <p:cBhvr>
                                        <p:cTn id="35" dur="800" decel="100000" fill="hold"/>
                                        <p:tgtEl>
                                          <p:spTgt spid="5"/>
                                        </p:tgtEl>
                                        <p:attrNameLst>
                                          <p:attrName>ppt_x</p:attrName>
                                        </p:attrNameLst>
                                      </p:cBhvr>
                                      <p:tavLst>
                                        <p:tav tm="0">
                                          <p:val>
                                            <p:strVal val="#ppt_x+0.4"/>
                                          </p:val>
                                        </p:tav>
                                        <p:tav tm="100000">
                                          <p:val>
                                            <p:strVal val="#ppt_x-0.05"/>
                                          </p:val>
                                        </p:tav>
                                      </p:tavLst>
                                    </p:anim>
                                    <p:anim calcmode="lin" valueType="num">
                                      <p:cBhvr>
                                        <p:cTn id="36" dur="800" decel="100000" fill="hold"/>
                                        <p:tgtEl>
                                          <p:spTgt spid="5"/>
                                        </p:tgtEl>
                                        <p:attrNameLst>
                                          <p:attrName>ppt_y</p:attrName>
                                        </p:attrNameLst>
                                      </p:cBhvr>
                                      <p:tavLst>
                                        <p:tav tm="0">
                                          <p:val>
                                            <p:strVal val="#ppt_y-0.4"/>
                                          </p:val>
                                        </p:tav>
                                        <p:tav tm="100000">
                                          <p:val>
                                            <p:strVal val="#ppt_y+0.1"/>
                                          </p:val>
                                        </p:tav>
                                      </p:tavLst>
                                    </p:anim>
                                    <p:anim calcmode="lin" valueType="num">
                                      <p:cBhvr>
                                        <p:cTn id="37"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38"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35" grpId="0"/>
      <p:bldP spid="12"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5" name="Straight Connector 44"/>
          <p:cNvCxnSpPr/>
          <p:nvPr/>
        </p:nvCxnSpPr>
        <p:spPr>
          <a:xfrm>
            <a:off x="4723460" y="1344297"/>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529169" y="3126380"/>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207817" y="1028089"/>
            <a:ext cx="4437123" cy="2432186"/>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buClr>
                <a:srgbClr val="0F6FC6">
                  <a:lumMod val="75000"/>
                </a:srgbClr>
              </a:buClr>
              <a:defRPr/>
            </a:pPr>
            <a:r>
              <a:rPr lang="ar-SA" sz="3200" b="1" u="sng" dirty="0">
                <a:solidFill>
                  <a:schemeClr val="accent5"/>
                </a:solidFill>
              </a:rPr>
              <a:t>برنامج العناكب </a:t>
            </a:r>
            <a:r>
              <a:rPr lang="ar-SA" sz="3200" b="1" u="sng" dirty="0" smtClean="0">
                <a:solidFill>
                  <a:schemeClr val="accent5"/>
                </a:solidFill>
              </a:rPr>
              <a:t>الآلية</a:t>
            </a:r>
            <a:endParaRPr lang="en-US" sz="3200" b="1" u="sng" dirty="0" smtClean="0">
              <a:solidFill>
                <a:schemeClr val="accent5"/>
              </a:solidFill>
            </a:endParaRPr>
          </a:p>
          <a:p>
            <a:pPr algn="ctr" fontAlgn="auto">
              <a:buClr>
                <a:srgbClr val="0F6FC6">
                  <a:lumMod val="75000"/>
                </a:srgbClr>
              </a:buClr>
              <a:defRPr/>
            </a:pPr>
            <a:r>
              <a:rPr lang="ar-SA" sz="2800" b="1" dirty="0"/>
              <a:t>وهي برامج حاسوبية تبحر في أنحاء الويب والمواقع المختلفة عبر الوصلات التشعبية من وصلة إلى أخرى للإطلاع على محتوياتها</a:t>
            </a:r>
            <a:endParaRPr lang="id-ID" sz="2800" b="1" dirty="0">
              <a:solidFill>
                <a:prstClr val="white">
                  <a:lumMod val="75000"/>
                </a:prstClr>
              </a:solidFill>
              <a:ea typeface="Roboto" panose="02000000000000000000" pitchFamily="2" charset="0"/>
            </a:endParaRPr>
          </a:p>
        </p:txBody>
      </p:sp>
      <p:sp>
        <p:nvSpPr>
          <p:cNvPr id="53" name="Content Placeholder 2"/>
          <p:cNvSpPr txBox="1">
            <a:spLocks/>
          </p:cNvSpPr>
          <p:nvPr/>
        </p:nvSpPr>
        <p:spPr>
          <a:xfrm>
            <a:off x="7687688" y="2964071"/>
            <a:ext cx="4255934" cy="2272317"/>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buClr>
                <a:srgbClr val="0F6FC6">
                  <a:lumMod val="75000"/>
                </a:srgbClr>
              </a:buClr>
              <a:defRPr/>
            </a:pPr>
            <a:r>
              <a:rPr lang="ar-SA" sz="3200" b="1" u="sng" dirty="0">
                <a:solidFill>
                  <a:srgbClr val="7030A0"/>
                </a:solidFill>
              </a:rPr>
              <a:t>برنامج قاعدة بيانات </a:t>
            </a:r>
            <a:r>
              <a:rPr lang="ar-SA" sz="3200" b="1" u="sng" dirty="0" smtClean="0">
                <a:solidFill>
                  <a:srgbClr val="7030A0"/>
                </a:solidFill>
              </a:rPr>
              <a:t>المحرك</a:t>
            </a:r>
            <a:endParaRPr lang="en-US" sz="3200" b="1" u="sng" dirty="0" smtClean="0">
              <a:solidFill>
                <a:srgbClr val="7030A0"/>
              </a:solidFill>
            </a:endParaRPr>
          </a:p>
          <a:p>
            <a:pPr algn="ctr" fontAlgn="auto">
              <a:buClr>
                <a:srgbClr val="0F6FC6">
                  <a:lumMod val="75000"/>
                </a:srgbClr>
              </a:buClr>
              <a:defRPr/>
            </a:pPr>
            <a:r>
              <a:rPr lang="ar-SA" sz="2800" b="1" dirty="0"/>
              <a:t>حيث يأخذ البرنامج الكلمة المفتاحية ويبحث عن صفحات الويب التي تلبي الاستعلام</a:t>
            </a:r>
            <a:endParaRPr lang="id-ID" sz="2800" b="1" dirty="0">
              <a:solidFill>
                <a:prstClr val="white">
                  <a:lumMod val="75000"/>
                </a:prstClr>
              </a:solidFill>
              <a:ea typeface="Roboto" panose="02000000000000000000" pitchFamily="2" charset="0"/>
            </a:endParaRPr>
          </a:p>
        </p:txBody>
      </p:sp>
      <p:sp>
        <p:nvSpPr>
          <p:cNvPr id="54" name="Freeform 53"/>
          <p:cNvSpPr/>
          <p:nvPr/>
        </p:nvSpPr>
        <p:spPr>
          <a:xfrm>
            <a:off x="5823178" y="1114168"/>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a:solidFill>
                  <a:srgbClr val="7CCA62"/>
                </a:solidFill>
                <a:latin typeface="Simple-Line-Icons" panose="02000503000000000000" pitchFamily="2" charset="2"/>
              </a:rPr>
              <a:t></a:t>
            </a:r>
            <a:endParaRPr lang="id-ID" sz="4000" dirty="0">
              <a:solidFill>
                <a:srgbClr val="7CCA62"/>
              </a:solidFill>
              <a:latin typeface="Simple-Line-Icons" panose="02000503000000000000" pitchFamily="2" charset="2"/>
            </a:endParaRPr>
          </a:p>
        </p:txBody>
      </p:sp>
      <p:sp>
        <p:nvSpPr>
          <p:cNvPr id="55" name="Freeform 54"/>
          <p:cNvSpPr/>
          <p:nvPr/>
        </p:nvSpPr>
        <p:spPr>
          <a:xfrm>
            <a:off x="5815731" y="2825035"/>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a:solidFill>
                  <a:srgbClr val="7030A0"/>
                </a:solidFill>
                <a:latin typeface="Simple-Line-Icons" panose="02000503000000000000" pitchFamily="2" charset="2"/>
              </a:rPr>
              <a:t></a:t>
            </a:r>
            <a:endParaRPr lang="id-ID" sz="4400" dirty="0">
              <a:solidFill>
                <a:srgbClr val="7030A0"/>
              </a:solidFill>
              <a:latin typeface="Simple-Line-Icons" panose="02000503000000000000" pitchFamily="2" charset="2"/>
            </a:endParaRPr>
          </a:p>
        </p:txBody>
      </p:sp>
      <p:cxnSp>
        <p:nvCxnSpPr>
          <p:cNvPr id="56" name="Straight Connector 55"/>
          <p:cNvCxnSpPr/>
          <p:nvPr/>
        </p:nvCxnSpPr>
        <p:spPr>
          <a:xfrm>
            <a:off x="6151800" y="1754493"/>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6157954" y="3409926"/>
            <a:ext cx="0" cy="1549914"/>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6081922" y="4959840"/>
            <a:ext cx="132501" cy="707886"/>
          </a:xfrm>
          <a:prstGeom prst="rect">
            <a:avLst/>
          </a:prstGeom>
        </p:spPr>
        <p:txBody>
          <a:bodyPr wrap="square">
            <a:spAutoFit/>
          </a:bodyPr>
          <a:lstStyle/>
          <a:p>
            <a:pPr algn="ctr" fontAlgn="auto">
              <a:spcBef>
                <a:spcPts val="0"/>
              </a:spcBef>
              <a:spcAft>
                <a:spcPts val="0"/>
              </a:spcAft>
            </a:pPr>
            <a:r>
              <a:rPr lang="en-US" sz="4000" dirty="0" smtClean="0">
                <a:solidFill>
                  <a:srgbClr val="009DD9"/>
                </a:solidFill>
                <a:latin typeface="Simple-Line-Icons" panose="02000503000000000000" pitchFamily="2" charset="2"/>
              </a:rPr>
              <a:t></a:t>
            </a:r>
            <a:endParaRPr lang="id-ID" sz="4000" dirty="0">
              <a:solidFill>
                <a:srgbClr val="009DD9"/>
              </a:solidFill>
              <a:latin typeface="Simple-Line-Icons" panose="02000503000000000000" pitchFamily="2" charset="2"/>
            </a:endParaRPr>
          </a:p>
        </p:txBody>
      </p:sp>
      <p:cxnSp>
        <p:nvCxnSpPr>
          <p:cNvPr id="58" name="Straight Connector 57"/>
          <p:cNvCxnSpPr/>
          <p:nvPr/>
        </p:nvCxnSpPr>
        <p:spPr>
          <a:xfrm>
            <a:off x="4737974" y="5236388"/>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1243614" y="4938950"/>
            <a:ext cx="3245951" cy="1405938"/>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buClr>
                <a:srgbClr val="0F6FC6">
                  <a:lumMod val="75000"/>
                </a:srgbClr>
              </a:buClr>
              <a:defRPr/>
            </a:pPr>
            <a:r>
              <a:rPr lang="ar-SA" sz="3200" b="1" u="sng" dirty="0">
                <a:solidFill>
                  <a:schemeClr val="bg2">
                    <a:lumMod val="50000"/>
                  </a:schemeClr>
                </a:solidFill>
              </a:rPr>
              <a:t>برنامج </a:t>
            </a:r>
            <a:r>
              <a:rPr lang="ar-SA" sz="3200" b="1" u="sng" dirty="0" smtClean="0">
                <a:solidFill>
                  <a:schemeClr val="bg2">
                    <a:lumMod val="50000"/>
                  </a:schemeClr>
                </a:solidFill>
              </a:rPr>
              <a:t>الفهرس</a:t>
            </a:r>
            <a:endParaRPr lang="id-ID" sz="3200" b="1" i="1" u="sng" dirty="0" smtClean="0">
              <a:solidFill>
                <a:schemeClr val="bg2">
                  <a:lumMod val="50000"/>
                </a:schemeClr>
              </a:solidFill>
              <a:ea typeface="Roboto" panose="02000000000000000000" pitchFamily="2" charset="0"/>
            </a:endParaRPr>
          </a:p>
          <a:p>
            <a:pPr algn="ctr" fontAlgn="auto">
              <a:buClr>
                <a:srgbClr val="0F6FC6">
                  <a:lumMod val="75000"/>
                </a:srgbClr>
              </a:buClr>
              <a:defRPr/>
            </a:pPr>
            <a:r>
              <a:rPr lang="ar-SA" sz="2800" b="1" dirty="0"/>
              <a:t>يمثل هذا البرنامج الكتالوج أحياناً</a:t>
            </a:r>
            <a:endParaRPr lang="id-ID" sz="2800" b="1" dirty="0">
              <a:solidFill>
                <a:prstClr val="white">
                  <a:lumMod val="75000"/>
                </a:prstClr>
              </a:solidFill>
              <a:ea typeface="Roboto" panose="02000000000000000000" pitchFamily="2" charset="0"/>
            </a:endParaRPr>
          </a:p>
        </p:txBody>
      </p:sp>
      <p:cxnSp>
        <p:nvCxnSpPr>
          <p:cNvPr id="60" name="Straight Connector 59"/>
          <p:cNvCxnSpPr/>
          <p:nvPr/>
        </p:nvCxnSpPr>
        <p:spPr>
          <a:xfrm>
            <a:off x="6151800" y="5689403"/>
            <a:ext cx="0" cy="1168597"/>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15" name="Title 1"/>
          <p:cNvSpPr txBox="1">
            <a:spLocks/>
          </p:cNvSpPr>
          <p:nvPr/>
        </p:nvSpPr>
        <p:spPr>
          <a:xfrm>
            <a:off x="1428022" y="115997"/>
            <a:ext cx="10515600" cy="828098"/>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4400" b="1" kern="1200">
                <a:solidFill>
                  <a:schemeClr val="tx1">
                    <a:lumMod val="75000"/>
                    <a:lumOff val="25000"/>
                  </a:schemeClr>
                </a:solidFill>
                <a:latin typeface="+mj-lt"/>
                <a:ea typeface="+mj-ea"/>
                <a:cs typeface="+mj-cs"/>
              </a:defRPr>
            </a:lvl1pPr>
          </a:lstStyle>
          <a:p>
            <a:pPr marL="742950" marR="0" lvl="2" indent="-742950" algn="r" defTabSz="914400" rtl="1" eaLnBrk="1" fontAlgn="auto" latinLnBrk="0" hangingPunct="1">
              <a:lnSpc>
                <a:spcPct val="100000"/>
              </a:lnSpc>
              <a:spcBef>
                <a:spcPts val="0"/>
              </a:spcBef>
              <a:spcAft>
                <a:spcPts val="0"/>
              </a:spcAft>
              <a:buClrTx/>
              <a:buSzTx/>
              <a:buFont typeface="+mj-lt"/>
              <a:buAutoNum type="arabicPeriod" startAt="8"/>
              <a:tabLst/>
              <a:defRPr/>
            </a:pPr>
            <a:r>
              <a:rPr kumimoji="0" lang="ar-SA" sz="4000" b="1" i="0" u="sng" strike="noStrike" kern="0" cap="none" spc="0" normalizeH="0" baseline="0" noProof="0" dirty="0" smtClean="0">
                <a:ln>
                  <a:noFill/>
                </a:ln>
                <a:solidFill>
                  <a:sysClr val="windowText" lastClr="000000"/>
                </a:solidFill>
                <a:effectLst/>
                <a:uLnTx/>
                <a:uFillTx/>
              </a:rPr>
              <a:t>إستراتيجيات البحث في الإنترنت </a:t>
            </a:r>
            <a:endParaRPr kumimoji="0" lang="en-US" sz="4000" b="0" i="0" u="sng" strike="noStrike" kern="0" cap="none" spc="0" normalizeH="0" baseline="0" noProof="0" dirty="0" smtClean="0">
              <a:ln>
                <a:noFill/>
              </a:ln>
              <a:solidFill>
                <a:sysClr val="windowText" lastClr="000000"/>
              </a:solidFill>
              <a:effectLst/>
              <a:uLnTx/>
              <a:uFillTx/>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38212871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53" presetClass="entr" presetSubtype="16" fill="hold" grpId="0" nodeType="withEffect">
                                  <p:stCondLst>
                                    <p:cond delay="300"/>
                                  </p:stCondLst>
                                  <p:childTnLst>
                                    <p:set>
                                      <p:cBhvr>
                                        <p:cTn id="8" dur="1" fill="hold">
                                          <p:stCondLst>
                                            <p:cond delay="0"/>
                                          </p:stCondLst>
                                        </p:cTn>
                                        <p:tgtEl>
                                          <p:spTgt spid="54"/>
                                        </p:tgtEl>
                                        <p:attrNameLst>
                                          <p:attrName>style.visibility</p:attrName>
                                        </p:attrNameLst>
                                      </p:cBhvr>
                                      <p:to>
                                        <p:strVal val="visible"/>
                                      </p:to>
                                    </p:set>
                                    <p:anim calcmode="lin" valueType="num">
                                      <p:cBhvr>
                                        <p:cTn id="9" dur="10" fill="hold"/>
                                        <p:tgtEl>
                                          <p:spTgt spid="54"/>
                                        </p:tgtEl>
                                        <p:attrNameLst>
                                          <p:attrName>ppt_w</p:attrName>
                                        </p:attrNameLst>
                                      </p:cBhvr>
                                      <p:tavLst>
                                        <p:tav tm="0">
                                          <p:val>
                                            <p:fltVal val="0"/>
                                          </p:val>
                                        </p:tav>
                                        <p:tav tm="100000">
                                          <p:val>
                                            <p:strVal val="#ppt_w"/>
                                          </p:val>
                                        </p:tav>
                                      </p:tavLst>
                                    </p:anim>
                                    <p:anim calcmode="lin" valueType="num">
                                      <p:cBhvr>
                                        <p:cTn id="10" dur="10" fill="hold"/>
                                        <p:tgtEl>
                                          <p:spTgt spid="54"/>
                                        </p:tgtEl>
                                        <p:attrNameLst>
                                          <p:attrName>ppt_h</p:attrName>
                                        </p:attrNameLst>
                                      </p:cBhvr>
                                      <p:tavLst>
                                        <p:tav tm="0">
                                          <p:val>
                                            <p:fltVal val="0"/>
                                          </p:val>
                                        </p:tav>
                                        <p:tav tm="100000">
                                          <p:val>
                                            <p:strVal val="#ppt_h"/>
                                          </p:val>
                                        </p:tav>
                                      </p:tavLst>
                                    </p:anim>
                                    <p:animEffect transition="in" filter="fade">
                                      <p:cBhvr>
                                        <p:cTn id="11" dur="10"/>
                                        <p:tgtEl>
                                          <p:spTgt spid="54"/>
                                        </p:tgtEl>
                                      </p:cBhvr>
                                    </p:animEffect>
                                  </p:childTnLst>
                                </p:cTn>
                              </p:par>
                              <p:par>
                                <p:cTn id="12" presetID="22" presetClass="entr" presetSubtype="2" fill="hold" nodeType="withEffect">
                                  <p:stCondLst>
                                    <p:cond delay="800"/>
                                  </p:stCondLst>
                                  <p:childTnLst>
                                    <p:set>
                                      <p:cBhvr>
                                        <p:cTn id="13" dur="1" fill="hold">
                                          <p:stCondLst>
                                            <p:cond delay="0"/>
                                          </p:stCondLst>
                                        </p:cTn>
                                        <p:tgtEl>
                                          <p:spTgt spid="45"/>
                                        </p:tgtEl>
                                        <p:attrNameLst>
                                          <p:attrName>style.visibility</p:attrName>
                                        </p:attrNameLst>
                                      </p:cBhvr>
                                      <p:to>
                                        <p:strVal val="visible"/>
                                      </p:to>
                                    </p:set>
                                    <p:animEffect transition="in" filter="wipe(right)">
                                      <p:cBhvr>
                                        <p:cTn id="14" dur="250"/>
                                        <p:tgtEl>
                                          <p:spTgt spid="45"/>
                                        </p:tgtEl>
                                      </p:cBhvr>
                                    </p:animEffect>
                                  </p:childTnLst>
                                </p:cTn>
                              </p:par>
                              <p:par>
                                <p:cTn id="15" presetID="22" presetClass="entr" presetSubtype="2" fill="hold" grpId="0" nodeType="withEffect">
                                  <p:stCondLst>
                                    <p:cond delay="1300"/>
                                  </p:stCondLst>
                                  <p:childTnLst>
                                    <p:set>
                                      <p:cBhvr>
                                        <p:cTn id="16" dur="1" fill="hold">
                                          <p:stCondLst>
                                            <p:cond delay="0"/>
                                          </p:stCondLst>
                                        </p:cTn>
                                        <p:tgtEl>
                                          <p:spTgt spid="47"/>
                                        </p:tgtEl>
                                        <p:attrNameLst>
                                          <p:attrName>style.visibility</p:attrName>
                                        </p:attrNameLst>
                                      </p:cBhvr>
                                      <p:to>
                                        <p:strVal val="visible"/>
                                      </p:to>
                                    </p:set>
                                    <p:animEffect transition="in" filter="wipe(right)">
                                      <p:cBhvr>
                                        <p:cTn id="17" dur="700"/>
                                        <p:tgtEl>
                                          <p:spTgt spid="47"/>
                                        </p:tgtEl>
                                      </p:cBhvr>
                                    </p:animEffect>
                                  </p:childTnLst>
                                </p:cTn>
                              </p:par>
                              <p:par>
                                <p:cTn id="18" presetID="22" presetClass="entr" presetSubtype="1" fill="hold" nodeType="withEffect">
                                  <p:stCondLst>
                                    <p:cond delay="1750"/>
                                  </p:stCondLst>
                                  <p:childTnLst>
                                    <p:set>
                                      <p:cBhvr>
                                        <p:cTn id="19" dur="1" fill="hold">
                                          <p:stCondLst>
                                            <p:cond delay="0"/>
                                          </p:stCondLst>
                                        </p:cTn>
                                        <p:tgtEl>
                                          <p:spTgt spid="56"/>
                                        </p:tgtEl>
                                        <p:attrNameLst>
                                          <p:attrName>style.visibility</p:attrName>
                                        </p:attrNameLst>
                                      </p:cBhvr>
                                      <p:to>
                                        <p:strVal val="visible"/>
                                      </p:to>
                                    </p:set>
                                    <p:animEffect transition="in" filter="wipe(up)">
                                      <p:cBhvr>
                                        <p:cTn id="20" dur="500"/>
                                        <p:tgtEl>
                                          <p:spTgt spid="56"/>
                                        </p:tgtEl>
                                      </p:cBhvr>
                                    </p:animEffect>
                                  </p:childTnLst>
                                </p:cTn>
                              </p:par>
                              <p:par>
                                <p:cTn id="21" presetID="53" presetClass="entr" presetSubtype="16" fill="hold" grpId="0" nodeType="withEffect">
                                  <p:stCondLst>
                                    <p:cond delay="2700"/>
                                  </p:stCondLst>
                                  <p:childTnLst>
                                    <p:set>
                                      <p:cBhvr>
                                        <p:cTn id="22" dur="1" fill="hold">
                                          <p:stCondLst>
                                            <p:cond delay="0"/>
                                          </p:stCondLst>
                                        </p:cTn>
                                        <p:tgtEl>
                                          <p:spTgt spid="55"/>
                                        </p:tgtEl>
                                        <p:attrNameLst>
                                          <p:attrName>style.visibility</p:attrName>
                                        </p:attrNameLst>
                                      </p:cBhvr>
                                      <p:to>
                                        <p:strVal val="visible"/>
                                      </p:to>
                                    </p:set>
                                    <p:anim calcmode="lin" valueType="num">
                                      <p:cBhvr>
                                        <p:cTn id="23" dur="10" fill="hold"/>
                                        <p:tgtEl>
                                          <p:spTgt spid="55"/>
                                        </p:tgtEl>
                                        <p:attrNameLst>
                                          <p:attrName>ppt_w</p:attrName>
                                        </p:attrNameLst>
                                      </p:cBhvr>
                                      <p:tavLst>
                                        <p:tav tm="0">
                                          <p:val>
                                            <p:fltVal val="0"/>
                                          </p:val>
                                        </p:tav>
                                        <p:tav tm="100000">
                                          <p:val>
                                            <p:strVal val="#ppt_w"/>
                                          </p:val>
                                        </p:tav>
                                      </p:tavLst>
                                    </p:anim>
                                    <p:anim calcmode="lin" valueType="num">
                                      <p:cBhvr>
                                        <p:cTn id="24" dur="10" fill="hold"/>
                                        <p:tgtEl>
                                          <p:spTgt spid="55"/>
                                        </p:tgtEl>
                                        <p:attrNameLst>
                                          <p:attrName>ppt_h</p:attrName>
                                        </p:attrNameLst>
                                      </p:cBhvr>
                                      <p:tavLst>
                                        <p:tav tm="0">
                                          <p:val>
                                            <p:fltVal val="0"/>
                                          </p:val>
                                        </p:tav>
                                        <p:tav tm="100000">
                                          <p:val>
                                            <p:strVal val="#ppt_h"/>
                                          </p:val>
                                        </p:tav>
                                      </p:tavLst>
                                    </p:anim>
                                    <p:animEffect transition="in" filter="fade">
                                      <p:cBhvr>
                                        <p:cTn id="25" dur="10"/>
                                        <p:tgtEl>
                                          <p:spTgt spid="55"/>
                                        </p:tgtEl>
                                      </p:cBhvr>
                                    </p:animEffect>
                                  </p:childTnLst>
                                </p:cTn>
                              </p:par>
                              <p:par>
                                <p:cTn id="26" presetID="22" presetClass="entr" presetSubtype="8" fill="hold" nodeType="withEffect">
                                  <p:stCondLst>
                                    <p:cond delay="3200"/>
                                  </p:stCondLst>
                                  <p:childTnLst>
                                    <p:set>
                                      <p:cBhvr>
                                        <p:cTn id="27" dur="1" fill="hold">
                                          <p:stCondLst>
                                            <p:cond delay="0"/>
                                          </p:stCondLst>
                                        </p:cTn>
                                        <p:tgtEl>
                                          <p:spTgt spid="46"/>
                                        </p:tgtEl>
                                        <p:attrNameLst>
                                          <p:attrName>style.visibility</p:attrName>
                                        </p:attrNameLst>
                                      </p:cBhvr>
                                      <p:to>
                                        <p:strVal val="visible"/>
                                      </p:to>
                                    </p:set>
                                    <p:animEffect transition="in" filter="wipe(left)">
                                      <p:cBhvr>
                                        <p:cTn id="28" dur="250"/>
                                        <p:tgtEl>
                                          <p:spTgt spid="46"/>
                                        </p:tgtEl>
                                      </p:cBhvr>
                                    </p:animEffect>
                                  </p:childTnLst>
                                </p:cTn>
                              </p:par>
                              <p:par>
                                <p:cTn id="29" presetID="22" presetClass="entr" presetSubtype="8" fill="hold" grpId="0" nodeType="withEffect">
                                  <p:stCondLst>
                                    <p:cond delay="3700"/>
                                  </p:stCondLst>
                                  <p:childTnLst>
                                    <p:set>
                                      <p:cBhvr>
                                        <p:cTn id="30" dur="1" fill="hold">
                                          <p:stCondLst>
                                            <p:cond delay="0"/>
                                          </p:stCondLst>
                                        </p:cTn>
                                        <p:tgtEl>
                                          <p:spTgt spid="53"/>
                                        </p:tgtEl>
                                        <p:attrNameLst>
                                          <p:attrName>style.visibility</p:attrName>
                                        </p:attrNameLst>
                                      </p:cBhvr>
                                      <p:to>
                                        <p:strVal val="visible"/>
                                      </p:to>
                                    </p:set>
                                    <p:animEffect transition="in" filter="wipe(left)">
                                      <p:cBhvr>
                                        <p:cTn id="31" dur="800"/>
                                        <p:tgtEl>
                                          <p:spTgt spid="53"/>
                                        </p:tgtEl>
                                      </p:cBhvr>
                                    </p:animEffect>
                                  </p:childTnLst>
                                </p:cTn>
                              </p:par>
                              <p:par>
                                <p:cTn id="32" presetID="22" presetClass="entr" presetSubtype="1" fill="hold" nodeType="withEffect">
                                  <p:stCondLst>
                                    <p:cond delay="4500"/>
                                  </p:stCondLst>
                                  <p:childTnLst>
                                    <p:set>
                                      <p:cBhvr>
                                        <p:cTn id="33" dur="1" fill="hold">
                                          <p:stCondLst>
                                            <p:cond delay="0"/>
                                          </p:stCondLst>
                                        </p:cTn>
                                        <p:tgtEl>
                                          <p:spTgt spid="57"/>
                                        </p:tgtEl>
                                        <p:attrNameLst>
                                          <p:attrName>style.visibility</p:attrName>
                                        </p:attrNameLst>
                                      </p:cBhvr>
                                      <p:to>
                                        <p:strVal val="visible"/>
                                      </p:to>
                                    </p:set>
                                    <p:animEffect transition="in" filter="wipe(up)">
                                      <p:cBhvr>
                                        <p:cTn id="34" dur="500"/>
                                        <p:tgtEl>
                                          <p:spTgt spid="57"/>
                                        </p:tgtEl>
                                      </p:cBhvr>
                                    </p:animEffect>
                                  </p:childTnLst>
                                </p:cTn>
                              </p:par>
                              <p:par>
                                <p:cTn id="35" presetID="53" presetClass="entr" presetSubtype="16" fill="hold" grpId="0" nodeType="withEffect">
                                  <p:stCondLst>
                                    <p:cond delay="5400"/>
                                  </p:stCondLst>
                                  <p:childTnLst>
                                    <p:set>
                                      <p:cBhvr>
                                        <p:cTn id="36" dur="1" fill="hold">
                                          <p:stCondLst>
                                            <p:cond delay="0"/>
                                          </p:stCondLst>
                                        </p:cTn>
                                        <p:tgtEl>
                                          <p:spTgt spid="2"/>
                                        </p:tgtEl>
                                        <p:attrNameLst>
                                          <p:attrName>style.visibility</p:attrName>
                                        </p:attrNameLst>
                                      </p:cBhvr>
                                      <p:to>
                                        <p:strVal val="visible"/>
                                      </p:to>
                                    </p:set>
                                    <p:anim calcmode="lin" valueType="num">
                                      <p:cBhvr>
                                        <p:cTn id="37" dur="10" fill="hold"/>
                                        <p:tgtEl>
                                          <p:spTgt spid="2"/>
                                        </p:tgtEl>
                                        <p:attrNameLst>
                                          <p:attrName>ppt_w</p:attrName>
                                        </p:attrNameLst>
                                      </p:cBhvr>
                                      <p:tavLst>
                                        <p:tav tm="0">
                                          <p:val>
                                            <p:fltVal val="0"/>
                                          </p:val>
                                        </p:tav>
                                        <p:tav tm="100000">
                                          <p:val>
                                            <p:strVal val="#ppt_w"/>
                                          </p:val>
                                        </p:tav>
                                      </p:tavLst>
                                    </p:anim>
                                    <p:anim calcmode="lin" valueType="num">
                                      <p:cBhvr>
                                        <p:cTn id="38" dur="10" fill="hold"/>
                                        <p:tgtEl>
                                          <p:spTgt spid="2"/>
                                        </p:tgtEl>
                                        <p:attrNameLst>
                                          <p:attrName>ppt_h</p:attrName>
                                        </p:attrNameLst>
                                      </p:cBhvr>
                                      <p:tavLst>
                                        <p:tav tm="0">
                                          <p:val>
                                            <p:fltVal val="0"/>
                                          </p:val>
                                        </p:tav>
                                        <p:tav tm="100000">
                                          <p:val>
                                            <p:strVal val="#ppt_h"/>
                                          </p:val>
                                        </p:tav>
                                      </p:tavLst>
                                    </p:anim>
                                    <p:animEffect transition="in" filter="fade">
                                      <p:cBhvr>
                                        <p:cTn id="39" dur="10"/>
                                        <p:tgtEl>
                                          <p:spTgt spid="2"/>
                                        </p:tgtEl>
                                      </p:cBhvr>
                                    </p:animEffect>
                                  </p:childTnLst>
                                </p:cTn>
                              </p:par>
                              <p:par>
                                <p:cTn id="40" presetID="22" presetClass="entr" presetSubtype="2" fill="hold" nodeType="withEffect">
                                  <p:stCondLst>
                                    <p:cond delay="6100"/>
                                  </p:stCondLst>
                                  <p:childTnLst>
                                    <p:set>
                                      <p:cBhvr>
                                        <p:cTn id="41" dur="1" fill="hold">
                                          <p:stCondLst>
                                            <p:cond delay="0"/>
                                          </p:stCondLst>
                                        </p:cTn>
                                        <p:tgtEl>
                                          <p:spTgt spid="58"/>
                                        </p:tgtEl>
                                        <p:attrNameLst>
                                          <p:attrName>style.visibility</p:attrName>
                                        </p:attrNameLst>
                                      </p:cBhvr>
                                      <p:to>
                                        <p:strVal val="visible"/>
                                      </p:to>
                                    </p:set>
                                    <p:animEffect transition="in" filter="wipe(right)">
                                      <p:cBhvr>
                                        <p:cTn id="42" dur="250"/>
                                        <p:tgtEl>
                                          <p:spTgt spid="58"/>
                                        </p:tgtEl>
                                      </p:cBhvr>
                                    </p:animEffect>
                                  </p:childTnLst>
                                </p:cTn>
                              </p:par>
                              <p:par>
                                <p:cTn id="43" presetID="22" presetClass="entr" presetSubtype="2" fill="hold" grpId="0" nodeType="withEffect">
                                  <p:stCondLst>
                                    <p:cond delay="6600"/>
                                  </p:stCondLst>
                                  <p:childTnLst>
                                    <p:set>
                                      <p:cBhvr>
                                        <p:cTn id="44" dur="1" fill="hold">
                                          <p:stCondLst>
                                            <p:cond delay="0"/>
                                          </p:stCondLst>
                                        </p:cTn>
                                        <p:tgtEl>
                                          <p:spTgt spid="59"/>
                                        </p:tgtEl>
                                        <p:attrNameLst>
                                          <p:attrName>style.visibility</p:attrName>
                                        </p:attrNameLst>
                                      </p:cBhvr>
                                      <p:to>
                                        <p:strVal val="visible"/>
                                      </p:to>
                                    </p:set>
                                    <p:animEffect transition="in" filter="wipe(right)">
                                      <p:cBhvr>
                                        <p:cTn id="45" dur="800"/>
                                        <p:tgtEl>
                                          <p:spTgt spid="59"/>
                                        </p:tgtEl>
                                      </p:cBhvr>
                                    </p:animEffect>
                                  </p:childTnLst>
                                </p:cTn>
                              </p:par>
                              <p:par>
                                <p:cTn id="46" presetID="22" presetClass="entr" presetSubtype="1" fill="hold" nodeType="withEffect">
                                  <p:stCondLst>
                                    <p:cond delay="7400"/>
                                  </p:stCondLst>
                                  <p:childTnLst>
                                    <p:set>
                                      <p:cBhvr>
                                        <p:cTn id="47" dur="1" fill="hold">
                                          <p:stCondLst>
                                            <p:cond delay="0"/>
                                          </p:stCondLst>
                                        </p:cTn>
                                        <p:tgtEl>
                                          <p:spTgt spid="60"/>
                                        </p:tgtEl>
                                        <p:attrNameLst>
                                          <p:attrName>style.visibility</p:attrName>
                                        </p:attrNameLst>
                                      </p:cBhvr>
                                      <p:to>
                                        <p:strVal val="visible"/>
                                      </p:to>
                                    </p:set>
                                    <p:animEffect transition="in" filter="wipe(up)">
                                      <p:cBhvr>
                                        <p:cTn id="48" dur="25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3" grpId="0"/>
      <p:bldP spid="54" grpId="0"/>
      <p:bldP spid="55" grpId="0"/>
      <p:bldP spid="2" grpId="0"/>
      <p:bldP spid="59" grpId="0"/>
      <p:bldP spid="15"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12192000" cy="4371975"/>
          </a:xfrm>
          <a:prstGeom prst="rect">
            <a:avLst/>
          </a:prstGeom>
          <a:solidFill>
            <a:srgbClr val="009BD5"/>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dirty="0">
              <a:solidFill>
                <a:srgbClr val="F4F4F4"/>
              </a:solidFill>
            </a:endParaRPr>
          </a:p>
        </p:txBody>
      </p:sp>
      <p:sp>
        <p:nvSpPr>
          <p:cNvPr id="73" name="Shape 1065"/>
          <p:cNvSpPr/>
          <p:nvPr/>
        </p:nvSpPr>
        <p:spPr>
          <a:xfrm rot="10800000">
            <a:off x="0" y="0"/>
            <a:ext cx="12192000" cy="28146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cubicBezTo>
                  <a:pt x="21508" y="20524"/>
                  <a:pt x="21308" y="19686"/>
                  <a:pt x="21057" y="19319"/>
                </a:cubicBezTo>
                <a:cubicBezTo>
                  <a:pt x="20790" y="18928"/>
                  <a:pt x="20495" y="19116"/>
                  <a:pt x="20265" y="19824"/>
                </a:cubicBezTo>
                <a:cubicBezTo>
                  <a:pt x="20040" y="17639"/>
                  <a:pt x="19541" y="16231"/>
                  <a:pt x="18989" y="16228"/>
                </a:cubicBezTo>
                <a:cubicBezTo>
                  <a:pt x="18474" y="16226"/>
                  <a:pt x="18002" y="17455"/>
                  <a:pt x="17761" y="19424"/>
                </a:cubicBezTo>
                <a:cubicBezTo>
                  <a:pt x="17548" y="18674"/>
                  <a:pt x="17286" y="18238"/>
                  <a:pt x="17013" y="18181"/>
                </a:cubicBezTo>
                <a:cubicBezTo>
                  <a:pt x="16763" y="18128"/>
                  <a:pt x="16515" y="18395"/>
                  <a:pt x="16300" y="18948"/>
                </a:cubicBezTo>
                <a:cubicBezTo>
                  <a:pt x="16052" y="15733"/>
                  <a:pt x="15460" y="13238"/>
                  <a:pt x="14712" y="12255"/>
                </a:cubicBezTo>
                <a:cubicBezTo>
                  <a:pt x="13906" y="11198"/>
                  <a:pt x="13032" y="12026"/>
                  <a:pt x="12402" y="14443"/>
                </a:cubicBezTo>
                <a:cubicBezTo>
                  <a:pt x="12306" y="12746"/>
                  <a:pt x="12040" y="11325"/>
                  <a:pt x="11677" y="10569"/>
                </a:cubicBezTo>
                <a:cubicBezTo>
                  <a:pt x="11324" y="9835"/>
                  <a:pt x="10915" y="9805"/>
                  <a:pt x="10556" y="10486"/>
                </a:cubicBezTo>
                <a:cubicBezTo>
                  <a:pt x="10395" y="7412"/>
                  <a:pt x="9776" y="5192"/>
                  <a:pt x="9049" y="5073"/>
                </a:cubicBezTo>
                <a:cubicBezTo>
                  <a:pt x="8377" y="4963"/>
                  <a:pt x="7762" y="6692"/>
                  <a:pt x="7511" y="9395"/>
                </a:cubicBezTo>
                <a:cubicBezTo>
                  <a:pt x="7352" y="8311"/>
                  <a:pt x="7098" y="7557"/>
                  <a:pt x="6807" y="7311"/>
                </a:cubicBezTo>
                <a:cubicBezTo>
                  <a:pt x="6542" y="7087"/>
                  <a:pt x="6267" y="7305"/>
                  <a:pt x="6037" y="7922"/>
                </a:cubicBezTo>
                <a:cubicBezTo>
                  <a:pt x="5804" y="5629"/>
                  <a:pt x="5268" y="4196"/>
                  <a:pt x="4690" y="4320"/>
                </a:cubicBezTo>
                <a:cubicBezTo>
                  <a:pt x="4204" y="4425"/>
                  <a:pt x="3766" y="5638"/>
                  <a:pt x="3541" y="7510"/>
                </a:cubicBezTo>
                <a:cubicBezTo>
                  <a:pt x="3331" y="6765"/>
                  <a:pt x="3072" y="6326"/>
                  <a:pt x="2802" y="6258"/>
                </a:cubicBezTo>
                <a:cubicBezTo>
                  <a:pt x="2542" y="6192"/>
                  <a:pt x="2284" y="6470"/>
                  <a:pt x="2062" y="7054"/>
                </a:cubicBezTo>
                <a:cubicBezTo>
                  <a:pt x="1954" y="5158"/>
                  <a:pt x="1711" y="3458"/>
                  <a:pt x="1367" y="2196"/>
                </a:cubicBezTo>
                <a:cubicBezTo>
                  <a:pt x="984" y="795"/>
                  <a:pt x="501" y="18"/>
                  <a:pt x="0" y="0"/>
                </a:cubicBezTo>
                <a:close/>
              </a:path>
            </a:pathLst>
          </a:custGeom>
          <a:solidFill>
            <a:srgbClr val="00668C">
              <a:alpha val="10000"/>
            </a:srgbClr>
          </a:solidFill>
          <a:ln w="12700">
            <a:miter lim="400000"/>
          </a:ln>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2" name="Title 1"/>
          <p:cNvSpPr>
            <a:spLocks noGrp="1"/>
          </p:cNvSpPr>
          <p:nvPr>
            <p:ph type="title"/>
          </p:nvPr>
        </p:nvSpPr>
        <p:spPr>
          <a:xfrm>
            <a:off x="405112" y="630247"/>
            <a:ext cx="6969055" cy="627063"/>
          </a:xfrm>
        </p:spPr>
        <p:txBody>
          <a:bodyPr rtlCol="0">
            <a:noAutofit/>
          </a:bodyPr>
          <a:lstStyle/>
          <a:p>
            <a:pPr marL="742950" lvl="1" indent="-742950" algn="ctr" defTabSz="914400" rtl="1" eaLnBrk="1" fontAlgn="auto" hangingPunct="1">
              <a:spcBef>
                <a:spcPts val="0"/>
              </a:spcBef>
              <a:spcAft>
                <a:spcPts val="0"/>
              </a:spcAft>
              <a:buFont typeface="+mj-lt"/>
              <a:buAutoNum type="arabicPeriod" startAt="8"/>
              <a:defRPr/>
            </a:pPr>
            <a:r>
              <a:rPr lang="ar-SA" sz="4000" b="1" u="sng" dirty="0"/>
              <a:t>إستراتيجيات البحث في الإنترنت </a:t>
            </a:r>
            <a:endParaRPr lang="en-US" sz="4000" u="sng" dirty="0">
              <a:solidFill>
                <a:sysClr val="windowText" lastClr="000000"/>
              </a:solidFill>
              <a:latin typeface="+mj-lt"/>
            </a:endParaRPr>
          </a:p>
        </p:txBody>
      </p:sp>
      <p:sp>
        <p:nvSpPr>
          <p:cNvPr id="60" name="Shape 1065"/>
          <p:cNvSpPr/>
          <p:nvPr/>
        </p:nvSpPr>
        <p:spPr>
          <a:xfrm>
            <a:off x="0" y="1871025"/>
            <a:ext cx="12192000" cy="25104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cubicBezTo>
                  <a:pt x="21508" y="20524"/>
                  <a:pt x="21308" y="19686"/>
                  <a:pt x="21057" y="19319"/>
                </a:cubicBezTo>
                <a:cubicBezTo>
                  <a:pt x="20790" y="18928"/>
                  <a:pt x="20495" y="19116"/>
                  <a:pt x="20265" y="19824"/>
                </a:cubicBezTo>
                <a:cubicBezTo>
                  <a:pt x="20040" y="17639"/>
                  <a:pt x="19541" y="16231"/>
                  <a:pt x="18989" y="16228"/>
                </a:cubicBezTo>
                <a:cubicBezTo>
                  <a:pt x="18474" y="16226"/>
                  <a:pt x="18002" y="17455"/>
                  <a:pt x="17761" y="19424"/>
                </a:cubicBezTo>
                <a:cubicBezTo>
                  <a:pt x="17548" y="18674"/>
                  <a:pt x="17286" y="18238"/>
                  <a:pt x="17013" y="18181"/>
                </a:cubicBezTo>
                <a:cubicBezTo>
                  <a:pt x="16763" y="18128"/>
                  <a:pt x="16515" y="18395"/>
                  <a:pt x="16300" y="18948"/>
                </a:cubicBezTo>
                <a:cubicBezTo>
                  <a:pt x="16052" y="15733"/>
                  <a:pt x="15460" y="13238"/>
                  <a:pt x="14712" y="12255"/>
                </a:cubicBezTo>
                <a:cubicBezTo>
                  <a:pt x="13906" y="11198"/>
                  <a:pt x="13032" y="12026"/>
                  <a:pt x="12402" y="14443"/>
                </a:cubicBezTo>
                <a:cubicBezTo>
                  <a:pt x="12306" y="12746"/>
                  <a:pt x="12040" y="11325"/>
                  <a:pt x="11677" y="10569"/>
                </a:cubicBezTo>
                <a:cubicBezTo>
                  <a:pt x="11324" y="9835"/>
                  <a:pt x="10915" y="9805"/>
                  <a:pt x="10556" y="10486"/>
                </a:cubicBezTo>
                <a:cubicBezTo>
                  <a:pt x="10395" y="7412"/>
                  <a:pt x="9776" y="5192"/>
                  <a:pt x="9049" y="5073"/>
                </a:cubicBezTo>
                <a:cubicBezTo>
                  <a:pt x="8377" y="4963"/>
                  <a:pt x="7762" y="6692"/>
                  <a:pt x="7511" y="9395"/>
                </a:cubicBezTo>
                <a:cubicBezTo>
                  <a:pt x="7352" y="8311"/>
                  <a:pt x="7098" y="7557"/>
                  <a:pt x="6807" y="7311"/>
                </a:cubicBezTo>
                <a:cubicBezTo>
                  <a:pt x="6542" y="7087"/>
                  <a:pt x="6267" y="7305"/>
                  <a:pt x="6037" y="7922"/>
                </a:cubicBezTo>
                <a:cubicBezTo>
                  <a:pt x="5804" y="5629"/>
                  <a:pt x="5268" y="4196"/>
                  <a:pt x="4690" y="4320"/>
                </a:cubicBezTo>
                <a:cubicBezTo>
                  <a:pt x="4204" y="4425"/>
                  <a:pt x="3766" y="5638"/>
                  <a:pt x="3541" y="7510"/>
                </a:cubicBezTo>
                <a:cubicBezTo>
                  <a:pt x="3331" y="6765"/>
                  <a:pt x="3072" y="6326"/>
                  <a:pt x="2802" y="6258"/>
                </a:cubicBezTo>
                <a:cubicBezTo>
                  <a:pt x="2542" y="6192"/>
                  <a:pt x="2284" y="6470"/>
                  <a:pt x="2062" y="7054"/>
                </a:cubicBezTo>
                <a:cubicBezTo>
                  <a:pt x="1954" y="5158"/>
                  <a:pt x="1711" y="3458"/>
                  <a:pt x="1367" y="2196"/>
                </a:cubicBezTo>
                <a:cubicBezTo>
                  <a:pt x="984" y="795"/>
                  <a:pt x="501" y="18"/>
                  <a:pt x="0" y="0"/>
                </a:cubicBezTo>
                <a:close/>
              </a:path>
            </a:pathLst>
          </a:custGeom>
          <a:solidFill>
            <a:schemeClr val="bg1"/>
          </a:solidFill>
          <a:ln w="12700">
            <a:miter lim="400000"/>
          </a:ln>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66" name="Shape 1066"/>
          <p:cNvSpPr/>
          <p:nvPr/>
        </p:nvSpPr>
        <p:spPr>
          <a:xfrm rot="10800000">
            <a:off x="5686425" y="0"/>
            <a:ext cx="6505575" cy="1508125"/>
          </a:xfrm>
          <a:custGeom>
            <a:avLst/>
            <a:gdLst/>
            <a:ahLst/>
            <a:cxnLst>
              <a:cxn ang="0">
                <a:pos x="wd2" y="hd2"/>
              </a:cxn>
              <a:cxn ang="5400000">
                <a:pos x="wd2" y="hd2"/>
              </a:cxn>
              <a:cxn ang="10800000">
                <a:pos x="wd2" y="hd2"/>
              </a:cxn>
              <a:cxn ang="16200000">
                <a:pos x="wd2" y="hd2"/>
              </a:cxn>
            </a:cxnLst>
            <a:rect l="0" t="0" r="r" b="b"/>
            <a:pathLst>
              <a:path w="21600" h="20657" extrusionOk="0">
                <a:moveTo>
                  <a:pt x="0" y="1988"/>
                </a:moveTo>
                <a:lnTo>
                  <a:pt x="0" y="20657"/>
                </a:lnTo>
                <a:lnTo>
                  <a:pt x="21600" y="20657"/>
                </a:lnTo>
                <a:cubicBezTo>
                  <a:pt x="21228" y="18608"/>
                  <a:pt x="20675" y="17244"/>
                  <a:pt x="20062" y="16859"/>
                </a:cubicBezTo>
                <a:cubicBezTo>
                  <a:pt x="19407" y="16448"/>
                  <a:pt x="18741" y="17183"/>
                  <a:pt x="18223" y="18886"/>
                </a:cubicBezTo>
                <a:cubicBezTo>
                  <a:pt x="17971" y="17337"/>
                  <a:pt x="17582" y="16255"/>
                  <a:pt x="17140" y="15870"/>
                </a:cubicBezTo>
                <a:cubicBezTo>
                  <a:pt x="16675" y="15465"/>
                  <a:pt x="16190" y="15862"/>
                  <a:pt x="15797" y="16968"/>
                </a:cubicBezTo>
                <a:cubicBezTo>
                  <a:pt x="15861" y="12446"/>
                  <a:pt x="15238" y="8235"/>
                  <a:pt x="14234" y="6399"/>
                </a:cubicBezTo>
                <a:cubicBezTo>
                  <a:pt x="13127" y="4375"/>
                  <a:pt x="11828" y="5683"/>
                  <a:pt x="11072" y="9583"/>
                </a:cubicBezTo>
                <a:cubicBezTo>
                  <a:pt x="10555" y="7613"/>
                  <a:pt x="9855" y="6667"/>
                  <a:pt x="9155" y="6989"/>
                </a:cubicBezTo>
                <a:cubicBezTo>
                  <a:pt x="8591" y="7249"/>
                  <a:pt x="8068" y="8323"/>
                  <a:pt x="7677" y="10020"/>
                </a:cubicBezTo>
                <a:cubicBezTo>
                  <a:pt x="7192" y="5256"/>
                  <a:pt x="6189" y="1719"/>
                  <a:pt x="4973" y="481"/>
                </a:cubicBezTo>
                <a:cubicBezTo>
                  <a:pt x="3573" y="-943"/>
                  <a:pt x="2095" y="847"/>
                  <a:pt x="1105" y="5167"/>
                </a:cubicBezTo>
                <a:cubicBezTo>
                  <a:pt x="1009" y="4345"/>
                  <a:pt x="866" y="3632"/>
                  <a:pt x="689" y="3086"/>
                </a:cubicBezTo>
                <a:cubicBezTo>
                  <a:pt x="488" y="2468"/>
                  <a:pt x="250" y="2088"/>
                  <a:pt x="0" y="1988"/>
                </a:cubicBezTo>
                <a:close/>
              </a:path>
            </a:pathLst>
          </a:custGeom>
          <a:solidFill>
            <a:srgbClr val="0082B2">
              <a:alpha val="68000"/>
            </a:srgbClr>
          </a:solidFill>
          <a:ln w="12700">
            <a:miter lim="400000"/>
          </a:ln>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grpSp>
        <p:nvGrpSpPr>
          <p:cNvPr id="9" name="Group 8"/>
          <p:cNvGrpSpPr>
            <a:grpSpLocks/>
          </p:cNvGrpSpPr>
          <p:nvPr/>
        </p:nvGrpSpPr>
        <p:grpSpPr bwMode="auto">
          <a:xfrm>
            <a:off x="6865938" y="590550"/>
            <a:ext cx="5237162" cy="4206875"/>
            <a:chOff x="5148851" y="558975"/>
            <a:chExt cx="3927182" cy="3155738"/>
          </a:xfrm>
        </p:grpSpPr>
        <p:grpSp>
          <p:nvGrpSpPr>
            <p:cNvPr id="460873" name="Group 38"/>
            <p:cNvGrpSpPr>
              <a:grpSpLocks/>
            </p:cNvGrpSpPr>
            <p:nvPr/>
          </p:nvGrpSpPr>
          <p:grpSpPr bwMode="auto">
            <a:xfrm rot="-349266">
              <a:off x="5148851" y="558975"/>
              <a:ext cx="3927182" cy="3155738"/>
              <a:chOff x="12510681" y="1530364"/>
              <a:chExt cx="11004605" cy="8842897"/>
            </a:xfrm>
          </p:grpSpPr>
          <p:sp>
            <p:nvSpPr>
              <p:cNvPr id="40" name="Shape 1067"/>
              <p:cNvSpPr/>
              <p:nvPr/>
            </p:nvSpPr>
            <p:spPr>
              <a:xfrm rot="2700000">
                <a:off x="13580184" y="6867286"/>
                <a:ext cx="2429294" cy="4569964"/>
              </a:xfrm>
              <a:custGeom>
                <a:avLst/>
                <a:gdLst/>
                <a:ahLst/>
                <a:cxnLst>
                  <a:cxn ang="0">
                    <a:pos x="wd2" y="hd2"/>
                  </a:cxn>
                  <a:cxn ang="5400000">
                    <a:pos x="wd2" y="hd2"/>
                  </a:cxn>
                  <a:cxn ang="10800000">
                    <a:pos x="wd2" y="hd2"/>
                  </a:cxn>
                  <a:cxn ang="16200000">
                    <a:pos x="wd2" y="hd2"/>
                  </a:cxn>
                </a:cxnLst>
                <a:rect l="0" t="0" r="r" b="b"/>
                <a:pathLst>
                  <a:path w="20521" h="21600" extrusionOk="0">
                    <a:moveTo>
                      <a:pt x="3002" y="116"/>
                    </a:moveTo>
                    <a:cubicBezTo>
                      <a:pt x="2155" y="1471"/>
                      <a:pt x="1478" y="2849"/>
                      <a:pt x="970" y="4242"/>
                    </a:cubicBezTo>
                    <a:cubicBezTo>
                      <a:pt x="-529" y="8354"/>
                      <a:pt x="-564" y="12723"/>
                      <a:pt x="2831" y="16542"/>
                    </a:cubicBezTo>
                    <a:cubicBezTo>
                      <a:pt x="4655" y="18594"/>
                      <a:pt x="7404" y="20339"/>
                      <a:pt x="10803" y="21600"/>
                    </a:cubicBezTo>
                    <a:cubicBezTo>
                      <a:pt x="13728" y="20142"/>
                      <a:pt x="16073" y="18352"/>
                      <a:pt x="17686" y="16346"/>
                    </a:cubicBezTo>
                    <a:cubicBezTo>
                      <a:pt x="20742" y="12546"/>
                      <a:pt x="21036" y="8318"/>
                      <a:pt x="19937" y="4262"/>
                    </a:cubicBezTo>
                    <a:cubicBezTo>
                      <a:pt x="19549" y="2828"/>
                      <a:pt x="18984" y="1404"/>
                      <a:pt x="18242" y="0"/>
                    </a:cubicBezTo>
                    <a:lnTo>
                      <a:pt x="3002" y="116"/>
                    </a:lnTo>
                    <a:close/>
                  </a:path>
                </a:pathLst>
              </a:custGeom>
              <a:solidFill>
                <a:srgbClr val="B2253E"/>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1" name="Shape 1068"/>
              <p:cNvSpPr/>
              <p:nvPr/>
            </p:nvSpPr>
            <p:spPr>
              <a:xfrm rot="2700000">
                <a:off x="14000005" y="7125172"/>
                <a:ext cx="1958786" cy="3689328"/>
              </a:xfrm>
              <a:custGeom>
                <a:avLst/>
                <a:gdLst/>
                <a:ahLst/>
                <a:cxnLst>
                  <a:cxn ang="0">
                    <a:pos x="wd2" y="hd2"/>
                  </a:cxn>
                  <a:cxn ang="5400000">
                    <a:pos x="wd2" y="hd2"/>
                  </a:cxn>
                  <a:cxn ang="10800000">
                    <a:pos x="wd2" y="hd2"/>
                  </a:cxn>
                  <a:cxn ang="16200000">
                    <a:pos x="wd2" y="hd2"/>
                  </a:cxn>
                </a:cxnLst>
                <a:rect l="0" t="0" r="r" b="b"/>
                <a:pathLst>
                  <a:path w="20521" h="21600" extrusionOk="0">
                    <a:moveTo>
                      <a:pt x="3002" y="116"/>
                    </a:moveTo>
                    <a:cubicBezTo>
                      <a:pt x="2155" y="1471"/>
                      <a:pt x="1478" y="2849"/>
                      <a:pt x="970" y="4242"/>
                    </a:cubicBezTo>
                    <a:cubicBezTo>
                      <a:pt x="-529" y="8354"/>
                      <a:pt x="-564" y="12723"/>
                      <a:pt x="2831" y="16542"/>
                    </a:cubicBezTo>
                    <a:cubicBezTo>
                      <a:pt x="4655" y="18594"/>
                      <a:pt x="7404" y="20339"/>
                      <a:pt x="10803" y="21600"/>
                    </a:cubicBezTo>
                    <a:cubicBezTo>
                      <a:pt x="13728" y="20142"/>
                      <a:pt x="16073" y="18352"/>
                      <a:pt x="17686" y="16346"/>
                    </a:cubicBezTo>
                    <a:cubicBezTo>
                      <a:pt x="20742" y="12546"/>
                      <a:pt x="21036" y="8318"/>
                      <a:pt x="19937" y="4262"/>
                    </a:cubicBezTo>
                    <a:cubicBezTo>
                      <a:pt x="19549" y="2828"/>
                      <a:pt x="18984" y="1404"/>
                      <a:pt x="18242" y="0"/>
                    </a:cubicBezTo>
                    <a:lnTo>
                      <a:pt x="3002" y="116"/>
                    </a:lnTo>
                    <a:close/>
                  </a:path>
                </a:pathLst>
              </a:custGeom>
              <a:solidFill>
                <a:schemeClr val="accent1"/>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2" name="Shape 1069"/>
              <p:cNvSpPr/>
              <p:nvPr/>
            </p:nvSpPr>
            <p:spPr>
              <a:xfrm rot="2700000">
                <a:off x="14475790" y="7254027"/>
                <a:ext cx="1538331" cy="2892085"/>
              </a:xfrm>
              <a:custGeom>
                <a:avLst/>
                <a:gdLst/>
                <a:ahLst/>
                <a:cxnLst>
                  <a:cxn ang="0">
                    <a:pos x="wd2" y="hd2"/>
                  </a:cxn>
                  <a:cxn ang="5400000">
                    <a:pos x="wd2" y="hd2"/>
                  </a:cxn>
                  <a:cxn ang="10800000">
                    <a:pos x="wd2" y="hd2"/>
                  </a:cxn>
                  <a:cxn ang="16200000">
                    <a:pos x="wd2" y="hd2"/>
                  </a:cxn>
                </a:cxnLst>
                <a:rect l="0" t="0" r="r" b="b"/>
                <a:pathLst>
                  <a:path w="20521" h="21600" extrusionOk="0">
                    <a:moveTo>
                      <a:pt x="3002" y="116"/>
                    </a:moveTo>
                    <a:cubicBezTo>
                      <a:pt x="2155" y="1471"/>
                      <a:pt x="1478" y="2849"/>
                      <a:pt x="970" y="4242"/>
                    </a:cubicBezTo>
                    <a:cubicBezTo>
                      <a:pt x="-529" y="8354"/>
                      <a:pt x="-564" y="12723"/>
                      <a:pt x="2831" y="16542"/>
                    </a:cubicBezTo>
                    <a:cubicBezTo>
                      <a:pt x="4655" y="18594"/>
                      <a:pt x="7404" y="20339"/>
                      <a:pt x="10803" y="21600"/>
                    </a:cubicBezTo>
                    <a:cubicBezTo>
                      <a:pt x="13728" y="20142"/>
                      <a:pt x="16073" y="18352"/>
                      <a:pt x="17686" y="16346"/>
                    </a:cubicBezTo>
                    <a:cubicBezTo>
                      <a:pt x="20742" y="12546"/>
                      <a:pt x="21036" y="8318"/>
                      <a:pt x="19937" y="4262"/>
                    </a:cubicBezTo>
                    <a:cubicBezTo>
                      <a:pt x="19549" y="2828"/>
                      <a:pt x="18984" y="1404"/>
                      <a:pt x="18242" y="0"/>
                    </a:cubicBezTo>
                    <a:lnTo>
                      <a:pt x="3002" y="116"/>
                    </a:lnTo>
                    <a:close/>
                  </a:path>
                </a:pathLst>
              </a:custGeom>
              <a:solidFill>
                <a:schemeClr val="accent2"/>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3" name="Shape 1070"/>
              <p:cNvSpPr/>
              <p:nvPr/>
            </p:nvSpPr>
            <p:spPr>
              <a:xfrm rot="2700000">
                <a:off x="15055395" y="7360488"/>
                <a:ext cx="1067822" cy="2008115"/>
              </a:xfrm>
              <a:custGeom>
                <a:avLst/>
                <a:gdLst/>
                <a:ahLst/>
                <a:cxnLst>
                  <a:cxn ang="0">
                    <a:pos x="wd2" y="hd2"/>
                  </a:cxn>
                  <a:cxn ang="5400000">
                    <a:pos x="wd2" y="hd2"/>
                  </a:cxn>
                  <a:cxn ang="10800000">
                    <a:pos x="wd2" y="hd2"/>
                  </a:cxn>
                  <a:cxn ang="16200000">
                    <a:pos x="wd2" y="hd2"/>
                  </a:cxn>
                </a:cxnLst>
                <a:rect l="0" t="0" r="r" b="b"/>
                <a:pathLst>
                  <a:path w="20521" h="21600" extrusionOk="0">
                    <a:moveTo>
                      <a:pt x="3002" y="116"/>
                    </a:moveTo>
                    <a:cubicBezTo>
                      <a:pt x="2155" y="1471"/>
                      <a:pt x="1478" y="2849"/>
                      <a:pt x="970" y="4242"/>
                    </a:cubicBezTo>
                    <a:cubicBezTo>
                      <a:pt x="-529" y="8354"/>
                      <a:pt x="-564" y="12723"/>
                      <a:pt x="2831" y="16542"/>
                    </a:cubicBezTo>
                    <a:cubicBezTo>
                      <a:pt x="4655" y="18594"/>
                      <a:pt x="7404" y="20339"/>
                      <a:pt x="10803" y="21600"/>
                    </a:cubicBezTo>
                    <a:cubicBezTo>
                      <a:pt x="13728" y="20142"/>
                      <a:pt x="16073" y="18352"/>
                      <a:pt x="17686" y="16346"/>
                    </a:cubicBezTo>
                    <a:cubicBezTo>
                      <a:pt x="20742" y="12546"/>
                      <a:pt x="21036" y="8318"/>
                      <a:pt x="19937" y="4262"/>
                    </a:cubicBezTo>
                    <a:cubicBezTo>
                      <a:pt x="19549" y="2828"/>
                      <a:pt x="18984" y="1404"/>
                      <a:pt x="18242" y="0"/>
                    </a:cubicBezTo>
                    <a:lnTo>
                      <a:pt x="3002" y="116"/>
                    </a:lnTo>
                    <a:close/>
                  </a:path>
                </a:pathLst>
              </a:custGeom>
              <a:solidFill>
                <a:schemeClr val="accent3"/>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4" name="Shape 1071"/>
              <p:cNvSpPr/>
              <p:nvPr/>
            </p:nvSpPr>
            <p:spPr>
              <a:xfrm rot="2700000">
                <a:off x="17650877" y="5918092"/>
                <a:ext cx="1454907" cy="4643350"/>
              </a:xfrm>
              <a:custGeom>
                <a:avLst/>
                <a:gdLst/>
                <a:ahLst/>
                <a:cxnLst>
                  <a:cxn ang="0">
                    <a:pos x="wd2" y="hd2"/>
                  </a:cxn>
                  <a:cxn ang="5400000">
                    <a:pos x="wd2" y="hd2"/>
                  </a:cxn>
                  <a:cxn ang="10800000">
                    <a:pos x="wd2" y="hd2"/>
                  </a:cxn>
                  <a:cxn ang="16200000">
                    <a:pos x="wd2" y="hd2"/>
                  </a:cxn>
                </a:cxnLst>
                <a:rect l="0" t="0" r="r" b="b"/>
                <a:pathLst>
                  <a:path w="21600" h="21600" extrusionOk="0">
                    <a:moveTo>
                      <a:pt x="7286" y="0"/>
                    </a:moveTo>
                    <a:cubicBezTo>
                      <a:pt x="9046" y="959"/>
                      <a:pt x="11283" y="1825"/>
                      <a:pt x="13911" y="2564"/>
                    </a:cubicBezTo>
                    <a:cubicBezTo>
                      <a:pt x="16220" y="3214"/>
                      <a:pt x="18808" y="3759"/>
                      <a:pt x="21600" y="4184"/>
                    </a:cubicBezTo>
                    <a:cubicBezTo>
                      <a:pt x="20678" y="5204"/>
                      <a:pt x="19892" y="6235"/>
                      <a:pt x="19244" y="7275"/>
                    </a:cubicBezTo>
                    <a:cubicBezTo>
                      <a:pt x="17809" y="9578"/>
                      <a:pt x="17057" y="11913"/>
                      <a:pt x="16556" y="14249"/>
                    </a:cubicBezTo>
                    <a:cubicBezTo>
                      <a:pt x="16031" y="16693"/>
                      <a:pt x="15781" y="19145"/>
                      <a:pt x="15807" y="21600"/>
                    </a:cubicBezTo>
                    <a:lnTo>
                      <a:pt x="10619" y="21600"/>
                    </a:lnTo>
                    <a:cubicBezTo>
                      <a:pt x="10822" y="19424"/>
                      <a:pt x="10438" y="17268"/>
                      <a:pt x="9501" y="15151"/>
                    </a:cubicBezTo>
                    <a:cubicBezTo>
                      <a:pt x="8788" y="13541"/>
                      <a:pt x="7731" y="11906"/>
                      <a:pt x="4995" y="10481"/>
                    </a:cubicBezTo>
                    <a:cubicBezTo>
                      <a:pt x="3670" y="9791"/>
                      <a:pt x="1981" y="9177"/>
                      <a:pt x="0" y="8665"/>
                    </a:cubicBezTo>
                    <a:lnTo>
                      <a:pt x="7286" y="0"/>
                    </a:lnTo>
                    <a:close/>
                  </a:path>
                </a:pathLst>
              </a:custGeom>
              <a:solidFill>
                <a:schemeClr val="accent5"/>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5" name="Shape 1072"/>
              <p:cNvSpPr/>
              <p:nvPr/>
            </p:nvSpPr>
            <p:spPr>
              <a:xfrm rot="2700000">
                <a:off x="18639679" y="6022101"/>
                <a:ext cx="734127" cy="2104853"/>
              </a:xfrm>
              <a:custGeom>
                <a:avLst/>
                <a:gdLst/>
                <a:ahLst/>
                <a:cxnLst>
                  <a:cxn ang="0">
                    <a:pos x="wd2" y="hd2"/>
                  </a:cxn>
                  <a:cxn ang="5400000">
                    <a:pos x="wd2" y="hd2"/>
                  </a:cxn>
                  <a:cxn ang="10800000">
                    <a:pos x="wd2" y="hd2"/>
                  </a:cxn>
                  <a:cxn ang="16200000">
                    <a:pos x="wd2" y="hd2"/>
                  </a:cxn>
                </a:cxnLst>
                <a:rect l="0" t="0" r="r" b="b"/>
                <a:pathLst>
                  <a:path w="21600" h="21600" extrusionOk="0">
                    <a:moveTo>
                      <a:pt x="21600" y="3289"/>
                    </a:moveTo>
                    <a:cubicBezTo>
                      <a:pt x="20361" y="2791"/>
                      <a:pt x="19193" y="2271"/>
                      <a:pt x="18098" y="1733"/>
                    </a:cubicBezTo>
                    <a:cubicBezTo>
                      <a:pt x="16960" y="1174"/>
                      <a:pt x="15903" y="596"/>
                      <a:pt x="14931" y="0"/>
                    </a:cubicBezTo>
                    <a:lnTo>
                      <a:pt x="0" y="18967"/>
                    </a:lnTo>
                    <a:cubicBezTo>
                      <a:pt x="1304" y="19290"/>
                      <a:pt x="2534" y="19648"/>
                      <a:pt x="3680" y="20037"/>
                    </a:cubicBezTo>
                    <a:cubicBezTo>
                      <a:pt x="5089" y="20515"/>
                      <a:pt x="6364" y="21038"/>
                      <a:pt x="7490" y="21600"/>
                    </a:cubicBezTo>
                    <a:cubicBezTo>
                      <a:pt x="10903" y="18611"/>
                      <a:pt x="13806" y="15554"/>
                      <a:pt x="16185" y="12445"/>
                    </a:cubicBezTo>
                    <a:cubicBezTo>
                      <a:pt x="18490" y="9431"/>
                      <a:pt x="20298" y="6375"/>
                      <a:pt x="21600" y="3289"/>
                    </a:cubicBezTo>
                    <a:close/>
                  </a:path>
                </a:pathLst>
              </a:custGeom>
              <a:solidFill>
                <a:srgbClr val="0F834D"/>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6" name="Shape 1073"/>
              <p:cNvSpPr/>
              <p:nvPr/>
            </p:nvSpPr>
            <p:spPr>
              <a:xfrm rot="2700000">
                <a:off x="15040564" y="3303902"/>
                <a:ext cx="1454907" cy="4640015"/>
              </a:xfrm>
              <a:custGeom>
                <a:avLst/>
                <a:gdLst/>
                <a:ahLst/>
                <a:cxnLst>
                  <a:cxn ang="0">
                    <a:pos x="wd2" y="hd2"/>
                  </a:cxn>
                  <a:cxn ang="5400000">
                    <a:pos x="wd2" y="hd2"/>
                  </a:cxn>
                  <a:cxn ang="10800000">
                    <a:pos x="wd2" y="hd2"/>
                  </a:cxn>
                  <a:cxn ang="16200000">
                    <a:pos x="wd2" y="hd2"/>
                  </a:cxn>
                </a:cxnLst>
                <a:rect l="0" t="0" r="r" b="b"/>
                <a:pathLst>
                  <a:path w="21600" h="21600" extrusionOk="0">
                    <a:moveTo>
                      <a:pt x="14314" y="0"/>
                    </a:moveTo>
                    <a:cubicBezTo>
                      <a:pt x="12554" y="959"/>
                      <a:pt x="10317" y="1825"/>
                      <a:pt x="7689" y="2564"/>
                    </a:cubicBezTo>
                    <a:cubicBezTo>
                      <a:pt x="5380" y="3214"/>
                      <a:pt x="2792" y="3759"/>
                      <a:pt x="0" y="4184"/>
                    </a:cubicBezTo>
                    <a:cubicBezTo>
                      <a:pt x="922" y="5204"/>
                      <a:pt x="1708" y="6235"/>
                      <a:pt x="2356" y="7275"/>
                    </a:cubicBezTo>
                    <a:cubicBezTo>
                      <a:pt x="3791" y="9578"/>
                      <a:pt x="4543" y="11913"/>
                      <a:pt x="5044" y="14249"/>
                    </a:cubicBezTo>
                    <a:cubicBezTo>
                      <a:pt x="5569" y="16693"/>
                      <a:pt x="5819" y="19145"/>
                      <a:pt x="5793" y="21600"/>
                    </a:cubicBezTo>
                    <a:lnTo>
                      <a:pt x="10981" y="21600"/>
                    </a:lnTo>
                    <a:cubicBezTo>
                      <a:pt x="10778" y="19424"/>
                      <a:pt x="11162" y="17268"/>
                      <a:pt x="12099" y="15151"/>
                    </a:cubicBezTo>
                    <a:cubicBezTo>
                      <a:pt x="12812" y="13541"/>
                      <a:pt x="13869" y="11906"/>
                      <a:pt x="16605" y="10481"/>
                    </a:cubicBezTo>
                    <a:cubicBezTo>
                      <a:pt x="17930" y="9791"/>
                      <a:pt x="19619" y="9177"/>
                      <a:pt x="21600" y="8665"/>
                    </a:cubicBezTo>
                    <a:lnTo>
                      <a:pt x="14314" y="0"/>
                    </a:lnTo>
                    <a:close/>
                  </a:path>
                </a:pathLst>
              </a:custGeom>
              <a:solidFill>
                <a:srgbClr val="18B96E"/>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7" name="Shape 1074"/>
              <p:cNvSpPr/>
              <p:nvPr/>
            </p:nvSpPr>
            <p:spPr>
              <a:xfrm rot="2700000">
                <a:off x="16564541" y="3945511"/>
                <a:ext cx="734127" cy="2104853"/>
              </a:xfrm>
              <a:custGeom>
                <a:avLst/>
                <a:gdLst/>
                <a:ahLst/>
                <a:cxnLst>
                  <a:cxn ang="0">
                    <a:pos x="wd2" y="hd2"/>
                  </a:cxn>
                  <a:cxn ang="5400000">
                    <a:pos x="wd2" y="hd2"/>
                  </a:cxn>
                  <a:cxn ang="10800000">
                    <a:pos x="wd2" y="hd2"/>
                  </a:cxn>
                  <a:cxn ang="16200000">
                    <a:pos x="wd2" y="hd2"/>
                  </a:cxn>
                </a:cxnLst>
                <a:rect l="0" t="0" r="r" b="b"/>
                <a:pathLst>
                  <a:path w="21600" h="21600" extrusionOk="0">
                    <a:moveTo>
                      <a:pt x="0" y="3289"/>
                    </a:moveTo>
                    <a:cubicBezTo>
                      <a:pt x="1239" y="2791"/>
                      <a:pt x="2407" y="2271"/>
                      <a:pt x="3502" y="1733"/>
                    </a:cubicBezTo>
                    <a:cubicBezTo>
                      <a:pt x="4640" y="1174"/>
                      <a:pt x="5697" y="596"/>
                      <a:pt x="6669" y="0"/>
                    </a:cubicBezTo>
                    <a:lnTo>
                      <a:pt x="21600" y="18967"/>
                    </a:lnTo>
                    <a:cubicBezTo>
                      <a:pt x="20296" y="19290"/>
                      <a:pt x="19066" y="19648"/>
                      <a:pt x="17920" y="20037"/>
                    </a:cubicBezTo>
                    <a:cubicBezTo>
                      <a:pt x="16511" y="20515"/>
                      <a:pt x="15236" y="21038"/>
                      <a:pt x="14110" y="21600"/>
                    </a:cubicBezTo>
                    <a:cubicBezTo>
                      <a:pt x="10697" y="18611"/>
                      <a:pt x="7794" y="15554"/>
                      <a:pt x="5415" y="12445"/>
                    </a:cubicBezTo>
                    <a:cubicBezTo>
                      <a:pt x="3110" y="9431"/>
                      <a:pt x="1302" y="6375"/>
                      <a:pt x="0" y="3289"/>
                    </a:cubicBezTo>
                    <a:close/>
                  </a:path>
                </a:pathLst>
              </a:custGeom>
              <a:solidFill>
                <a:srgbClr val="0F834D"/>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8" name="Shape 1075"/>
              <p:cNvSpPr/>
              <p:nvPr/>
            </p:nvSpPr>
            <p:spPr>
              <a:xfrm rot="2700000">
                <a:off x="18004928" y="1074402"/>
                <a:ext cx="3340280" cy="6484678"/>
              </a:xfrm>
              <a:custGeom>
                <a:avLst/>
                <a:gdLst/>
                <a:ahLst/>
                <a:cxnLst>
                  <a:cxn ang="0">
                    <a:pos x="wd2" y="hd2"/>
                  </a:cxn>
                  <a:cxn ang="5400000">
                    <a:pos x="wd2" y="hd2"/>
                  </a:cxn>
                  <a:cxn ang="10800000">
                    <a:pos x="wd2" y="hd2"/>
                  </a:cxn>
                  <a:cxn ang="16200000">
                    <a:pos x="wd2" y="hd2"/>
                  </a:cxn>
                </a:cxnLst>
                <a:rect l="0" t="0" r="r" b="b"/>
                <a:pathLst>
                  <a:path w="21474" h="21600" extrusionOk="0">
                    <a:moveTo>
                      <a:pt x="3520" y="21583"/>
                    </a:moveTo>
                    <a:cubicBezTo>
                      <a:pt x="1234" y="18744"/>
                      <a:pt x="76" y="15752"/>
                      <a:pt x="4" y="12771"/>
                    </a:cubicBezTo>
                    <a:cubicBezTo>
                      <a:pt x="-65" y="9946"/>
                      <a:pt x="842" y="7067"/>
                      <a:pt x="3457" y="4478"/>
                    </a:cubicBezTo>
                    <a:cubicBezTo>
                      <a:pt x="5235" y="2718"/>
                      <a:pt x="7754" y="1188"/>
                      <a:pt x="10827" y="0"/>
                    </a:cubicBezTo>
                    <a:cubicBezTo>
                      <a:pt x="14006" y="1253"/>
                      <a:pt x="16579" y="2872"/>
                      <a:pt x="18340" y="4728"/>
                    </a:cubicBezTo>
                    <a:cubicBezTo>
                      <a:pt x="20729" y="7247"/>
                      <a:pt x="21535" y="10015"/>
                      <a:pt x="21471" y="12733"/>
                    </a:cubicBezTo>
                    <a:cubicBezTo>
                      <a:pt x="21400" y="15730"/>
                      <a:pt x="20272" y="18736"/>
                      <a:pt x="18047" y="21600"/>
                    </a:cubicBezTo>
                    <a:lnTo>
                      <a:pt x="3520" y="21583"/>
                    </a:lnTo>
                    <a:close/>
                  </a:path>
                </a:pathLst>
              </a:custGeom>
              <a:solidFill>
                <a:schemeClr val="bg2"/>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9" name="Shape 1076"/>
              <p:cNvSpPr/>
              <p:nvPr/>
            </p:nvSpPr>
            <p:spPr>
              <a:xfrm rot="2700000">
                <a:off x="16281575" y="6324788"/>
                <a:ext cx="2262447" cy="53705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A0A0A3"/>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0" name="Shape 1077"/>
              <p:cNvSpPr/>
              <p:nvPr/>
            </p:nvSpPr>
            <p:spPr>
              <a:xfrm rot="2700000">
                <a:off x="20945619" y="1913945"/>
                <a:ext cx="1538329" cy="770557"/>
              </a:xfrm>
              <a:custGeom>
                <a:avLst/>
                <a:gdLst/>
                <a:ahLst/>
                <a:cxnLst>
                  <a:cxn ang="0">
                    <a:pos x="wd2" y="hd2"/>
                  </a:cxn>
                  <a:cxn ang="5400000">
                    <a:pos x="wd2" y="hd2"/>
                  </a:cxn>
                  <a:cxn ang="10800000">
                    <a:pos x="wd2" y="hd2"/>
                  </a:cxn>
                  <a:cxn ang="16200000">
                    <a:pos x="wd2" y="hd2"/>
                  </a:cxn>
                </a:cxnLst>
                <a:rect l="0" t="0" r="r" b="b"/>
                <a:pathLst>
                  <a:path w="21600" h="21600" extrusionOk="0">
                    <a:moveTo>
                      <a:pt x="0" y="21504"/>
                    </a:moveTo>
                    <a:cubicBezTo>
                      <a:pt x="1560" y="17432"/>
                      <a:pt x="3252" y="13568"/>
                      <a:pt x="5064" y="9938"/>
                    </a:cubicBezTo>
                    <a:cubicBezTo>
                      <a:pt x="6836" y="6388"/>
                      <a:pt x="8720" y="3069"/>
                      <a:pt x="10704" y="0"/>
                    </a:cubicBezTo>
                    <a:cubicBezTo>
                      <a:pt x="12643" y="2898"/>
                      <a:pt x="14486" y="6048"/>
                      <a:pt x="16219" y="9430"/>
                    </a:cubicBezTo>
                    <a:cubicBezTo>
                      <a:pt x="18160" y="13217"/>
                      <a:pt x="19958" y="17285"/>
                      <a:pt x="21600" y="21600"/>
                    </a:cubicBezTo>
                    <a:cubicBezTo>
                      <a:pt x="18139" y="18950"/>
                      <a:pt x="14463" y="17589"/>
                      <a:pt x="10756" y="17584"/>
                    </a:cubicBezTo>
                    <a:cubicBezTo>
                      <a:pt x="7082" y="17579"/>
                      <a:pt x="3437" y="18907"/>
                      <a:pt x="0" y="21504"/>
                    </a:cubicBezTo>
                    <a:close/>
                  </a:path>
                </a:pathLst>
              </a:custGeom>
              <a:solidFill>
                <a:schemeClr val="accent1"/>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52" name="Shape 1079"/>
              <p:cNvSpPr/>
              <p:nvPr/>
            </p:nvSpPr>
            <p:spPr>
              <a:xfrm rot="2700000">
                <a:off x="19450816" y="1659155"/>
                <a:ext cx="1655123" cy="6471335"/>
              </a:xfrm>
              <a:custGeom>
                <a:avLst/>
                <a:gdLst/>
                <a:ahLst/>
                <a:cxnLst>
                  <a:cxn ang="0">
                    <a:pos x="wd2" y="hd2"/>
                  </a:cxn>
                  <a:cxn ang="5400000">
                    <a:pos x="wd2" y="hd2"/>
                  </a:cxn>
                  <a:cxn ang="10800000">
                    <a:pos x="wd2" y="hd2"/>
                  </a:cxn>
                  <a:cxn ang="16200000">
                    <a:pos x="wd2" y="hd2"/>
                  </a:cxn>
                </a:cxnLst>
                <a:rect l="0" t="0" r="r" b="b"/>
                <a:pathLst>
                  <a:path w="21402" h="21600" extrusionOk="0">
                    <a:moveTo>
                      <a:pt x="0" y="0"/>
                    </a:moveTo>
                    <a:cubicBezTo>
                      <a:pt x="5029" y="983"/>
                      <a:pt x="9315" y="2196"/>
                      <a:pt x="12642" y="3578"/>
                    </a:cubicBezTo>
                    <a:cubicBezTo>
                      <a:pt x="15733" y="4863"/>
                      <a:pt x="17935" y="6239"/>
                      <a:pt x="19328" y="7664"/>
                    </a:cubicBezTo>
                    <a:cubicBezTo>
                      <a:pt x="20714" y="9083"/>
                      <a:pt x="21293" y="10546"/>
                      <a:pt x="21388" y="11995"/>
                    </a:cubicBezTo>
                    <a:cubicBezTo>
                      <a:pt x="21600" y="15225"/>
                      <a:pt x="19415" y="18487"/>
                      <a:pt x="14704" y="21600"/>
                    </a:cubicBezTo>
                    <a:cubicBezTo>
                      <a:pt x="14637" y="21502"/>
                      <a:pt x="14460" y="21412"/>
                      <a:pt x="14200" y="21339"/>
                    </a:cubicBezTo>
                    <a:cubicBezTo>
                      <a:pt x="13726" y="21205"/>
                      <a:pt x="13088" y="21149"/>
                      <a:pt x="12453" y="21094"/>
                    </a:cubicBezTo>
                    <a:cubicBezTo>
                      <a:pt x="11600" y="21021"/>
                      <a:pt x="10721" y="20947"/>
                      <a:pt x="9850" y="20893"/>
                    </a:cubicBezTo>
                    <a:cubicBezTo>
                      <a:pt x="9144" y="20850"/>
                      <a:pt x="8426" y="20819"/>
                      <a:pt x="7696" y="20799"/>
                    </a:cubicBezTo>
                    <a:cubicBezTo>
                      <a:pt x="17202" y="15609"/>
                      <a:pt x="17821" y="9627"/>
                      <a:pt x="9404" y="4313"/>
                    </a:cubicBezTo>
                    <a:cubicBezTo>
                      <a:pt x="6976" y="2780"/>
                      <a:pt x="3817" y="1332"/>
                      <a:pt x="0" y="0"/>
                    </a:cubicBezTo>
                    <a:close/>
                  </a:path>
                </a:pathLst>
              </a:custGeom>
              <a:solidFill>
                <a:srgbClr val="34545A">
                  <a:alpha val="5247"/>
                </a:srgbClr>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53" name="Shape 1080"/>
              <p:cNvSpPr/>
              <p:nvPr/>
            </p:nvSpPr>
            <p:spPr>
              <a:xfrm rot="2700000">
                <a:off x="18992552" y="2674142"/>
                <a:ext cx="2309164" cy="234502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E5E5E5"/>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4" name="Shape 1081"/>
              <p:cNvSpPr/>
              <p:nvPr/>
            </p:nvSpPr>
            <p:spPr>
              <a:xfrm rot="2700000">
                <a:off x="19122692" y="2807572"/>
                <a:ext cx="2048883" cy="207816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tx2"/>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5" name="Shape 1082"/>
              <p:cNvSpPr/>
              <p:nvPr/>
            </p:nvSpPr>
            <p:spPr>
              <a:xfrm rot="2700000">
                <a:off x="19232812" y="2917650"/>
                <a:ext cx="1828644" cy="18580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009BD5"/>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6" name="Shape 1083"/>
              <p:cNvSpPr/>
              <p:nvPr/>
            </p:nvSpPr>
            <p:spPr>
              <a:xfrm rot="2700000">
                <a:off x="16162521" y="6308984"/>
                <a:ext cx="1685155" cy="1364317"/>
              </a:xfrm>
              <a:custGeom>
                <a:avLst/>
                <a:gdLst/>
                <a:ahLst/>
                <a:cxnLst>
                  <a:cxn ang="0">
                    <a:pos x="wd2" y="hd2"/>
                  </a:cxn>
                  <a:cxn ang="5400000">
                    <a:pos x="wd2" y="hd2"/>
                  </a:cxn>
                  <a:cxn ang="10800000">
                    <a:pos x="wd2" y="hd2"/>
                  </a:cxn>
                  <a:cxn ang="16200000">
                    <a:pos x="wd2" y="hd2"/>
                  </a:cxn>
                </a:cxnLst>
                <a:rect l="0" t="0" r="r" b="b"/>
                <a:pathLst>
                  <a:path w="21600" h="21539" extrusionOk="0">
                    <a:moveTo>
                      <a:pt x="0" y="21331"/>
                    </a:moveTo>
                    <a:lnTo>
                      <a:pt x="4414" y="1893"/>
                    </a:lnTo>
                    <a:cubicBezTo>
                      <a:pt x="5195" y="1196"/>
                      <a:pt x="6074" y="687"/>
                      <a:pt x="7004" y="390"/>
                    </a:cubicBezTo>
                    <a:cubicBezTo>
                      <a:pt x="8417" y="-61"/>
                      <a:pt x="9892" y="-9"/>
                      <a:pt x="11353" y="15"/>
                    </a:cubicBezTo>
                    <a:cubicBezTo>
                      <a:pt x="12646" y="36"/>
                      <a:pt x="13946" y="37"/>
                      <a:pt x="15197" y="414"/>
                    </a:cubicBezTo>
                    <a:cubicBezTo>
                      <a:pt x="16150" y="701"/>
                      <a:pt x="17054" y="1201"/>
                      <a:pt x="17865" y="1893"/>
                    </a:cubicBezTo>
                    <a:lnTo>
                      <a:pt x="21600" y="21539"/>
                    </a:lnTo>
                    <a:lnTo>
                      <a:pt x="0" y="21331"/>
                    </a:lnTo>
                    <a:close/>
                  </a:path>
                </a:pathLst>
              </a:custGeom>
              <a:solidFill>
                <a:schemeClr val="bg2"/>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57" name="Shape 1084"/>
              <p:cNvSpPr/>
              <p:nvPr/>
            </p:nvSpPr>
            <p:spPr>
              <a:xfrm rot="2700000">
                <a:off x="15435057" y="7393365"/>
                <a:ext cx="1962122" cy="390281"/>
              </a:xfrm>
              <a:prstGeom prst="rect">
                <a:avLst/>
              </a:prstGeom>
              <a:solidFill>
                <a:srgbClr val="A0A0A3"/>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8" name="Shape 1085"/>
              <p:cNvSpPr/>
              <p:nvPr/>
            </p:nvSpPr>
            <p:spPr>
              <a:xfrm rot="2700000">
                <a:off x="18125914" y="4944342"/>
                <a:ext cx="323682" cy="1557789"/>
              </a:xfrm>
              <a:prstGeom prst="rect">
                <a:avLst/>
              </a:prstGeom>
              <a:solidFill>
                <a:schemeClr val="accent5"/>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9" name="Shape 1086"/>
              <p:cNvSpPr/>
              <p:nvPr/>
            </p:nvSpPr>
            <p:spPr>
              <a:xfrm rot="2700000">
                <a:off x="16367163" y="5776399"/>
                <a:ext cx="323684" cy="3415798"/>
              </a:xfrm>
              <a:prstGeom prst="rect">
                <a:avLst/>
              </a:prstGeom>
              <a:solidFill>
                <a:srgbClr val="0F834D"/>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grpSp>
        <p:sp>
          <p:nvSpPr>
            <p:cNvPr id="8" name="Chord 7"/>
            <p:cNvSpPr/>
            <p:nvPr/>
          </p:nvSpPr>
          <p:spPr>
            <a:xfrm rot="21250734">
              <a:off x="7490399" y="1022214"/>
              <a:ext cx="594018" cy="593041"/>
            </a:xfrm>
            <a:prstGeom prst="chord">
              <a:avLst>
                <a:gd name="adj1" fmla="val 4143767"/>
                <a:gd name="adj2" fmla="val 14725957"/>
              </a:avLst>
            </a:prstGeom>
            <a:solidFill>
              <a:schemeClr val="bg1">
                <a:alpha val="28000"/>
              </a:schemeClr>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grpSp>
      <p:grpSp>
        <p:nvGrpSpPr>
          <p:cNvPr id="10" name="Group 9"/>
          <p:cNvGrpSpPr>
            <a:grpSpLocks/>
          </p:cNvGrpSpPr>
          <p:nvPr/>
        </p:nvGrpSpPr>
        <p:grpSpPr bwMode="auto">
          <a:xfrm>
            <a:off x="7798641" y="587932"/>
            <a:ext cx="1158875" cy="1328738"/>
            <a:chOff x="3156287" y="0"/>
            <a:chExt cx="868964" cy="996216"/>
          </a:xfrm>
        </p:grpSpPr>
        <p:sp>
          <p:nvSpPr>
            <p:cNvPr id="460852" name="Shape 155"/>
            <p:cNvSpPr>
              <a:spLocks noChangeArrowheads="1"/>
            </p:cNvSpPr>
            <p:nvPr/>
          </p:nvSpPr>
          <p:spPr bwMode="auto">
            <a:xfrm rot="-3155700">
              <a:off x="3460718" y="585165"/>
              <a:ext cx="112519" cy="31489"/>
            </a:xfrm>
            <a:prstGeom prst="rect">
              <a:avLst/>
            </a:prstGeom>
            <a:solidFill>
              <a:srgbClr val="91929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3" name="Shape 156"/>
            <p:cNvSpPr>
              <a:spLocks noChangeArrowheads="1"/>
            </p:cNvSpPr>
            <p:nvPr/>
          </p:nvSpPr>
          <p:spPr bwMode="auto">
            <a:xfrm rot="-3155700">
              <a:off x="3565634" y="665394"/>
              <a:ext cx="112519" cy="31489"/>
            </a:xfrm>
            <a:prstGeom prst="rect">
              <a:avLst/>
            </a:prstGeom>
            <a:solidFill>
              <a:srgbClr val="91929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4" name="Shape 160"/>
            <p:cNvSpPr>
              <a:spLocks noChangeArrowheads="1"/>
            </p:cNvSpPr>
            <p:nvPr/>
          </p:nvSpPr>
          <p:spPr bwMode="auto">
            <a:xfrm rot="7644300">
              <a:off x="3786614" y="379564"/>
              <a:ext cx="112519" cy="31489"/>
            </a:xfrm>
            <a:prstGeom prst="rect">
              <a:avLst/>
            </a:prstGeom>
            <a:solidFill>
              <a:srgbClr val="91929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5" name="Shape 161"/>
            <p:cNvSpPr>
              <a:spLocks noChangeArrowheads="1"/>
            </p:cNvSpPr>
            <p:nvPr/>
          </p:nvSpPr>
          <p:spPr bwMode="auto">
            <a:xfrm rot="7644300">
              <a:off x="3681697" y="299335"/>
              <a:ext cx="112519" cy="31489"/>
            </a:xfrm>
            <a:prstGeom prst="rect">
              <a:avLst/>
            </a:prstGeom>
            <a:solidFill>
              <a:srgbClr val="91929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6" name="Shape 149"/>
            <p:cNvSpPr>
              <a:spLocks noChangeArrowheads="1"/>
            </p:cNvSpPr>
            <p:nvPr/>
          </p:nvSpPr>
          <p:spPr bwMode="auto">
            <a:xfrm rot="-3155700">
              <a:off x="3543521" y="220888"/>
              <a:ext cx="271497" cy="552363"/>
            </a:xfrm>
            <a:prstGeom prst="roundRect">
              <a:avLst>
                <a:gd name="adj" fmla="val 50000"/>
              </a:avLst>
            </a:prstGeom>
            <a:solidFill>
              <a:schemeClr val="bg2"/>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7" name="Shape 150"/>
            <p:cNvSpPr>
              <a:spLocks noChangeArrowheads="1"/>
            </p:cNvSpPr>
            <p:nvPr/>
          </p:nvSpPr>
          <p:spPr bwMode="auto">
            <a:xfrm rot="-3155700">
              <a:off x="3543526" y="393003"/>
              <a:ext cx="271485" cy="208133"/>
            </a:xfrm>
            <a:prstGeom prst="rect">
              <a:avLst/>
            </a:prstGeom>
            <a:solidFill>
              <a:srgbClr val="B0B1B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8" name="Shape 151"/>
            <p:cNvSpPr>
              <a:spLocks noChangeArrowheads="1"/>
            </p:cNvSpPr>
            <p:nvPr/>
          </p:nvSpPr>
          <p:spPr bwMode="auto">
            <a:xfrm rot="-3155700">
              <a:off x="3623010" y="415919"/>
              <a:ext cx="112519" cy="162301"/>
            </a:xfrm>
            <a:prstGeom prst="rect">
              <a:avLst/>
            </a:prstGeom>
            <a:solidFill>
              <a:schemeClr val="bg2"/>
            </a:solidFill>
            <a:ln w="6350">
              <a:noFill/>
              <a:miter lim="400000"/>
              <a:headEnd/>
              <a:tailEnd/>
            </a:ln>
          </p:spPr>
          <p:txBody>
            <a:bodyPr lIns="0" tIns="0" rIns="0" bIns="0" anchor="ctr"/>
            <a:lstStyle/>
            <a:p>
              <a:pPr defTabSz="608013"/>
              <a:endParaRPr lang="el-GR" sz="3200">
                <a:solidFill>
                  <a:srgbClr val="FFFFFF"/>
                </a:solidFill>
              </a:endParaRPr>
            </a:p>
          </p:txBody>
        </p:sp>
        <p:grpSp>
          <p:nvGrpSpPr>
            <p:cNvPr id="460859" name="Group 154"/>
            <p:cNvGrpSpPr>
              <a:grpSpLocks/>
            </p:cNvGrpSpPr>
            <p:nvPr/>
          </p:nvGrpSpPr>
          <p:grpSpPr bwMode="auto">
            <a:xfrm rot="-3155700">
              <a:off x="3421460" y="291245"/>
              <a:ext cx="73772" cy="73773"/>
              <a:chOff x="0" y="0"/>
              <a:chExt cx="274487" cy="274487"/>
            </a:xfrm>
          </p:grpSpPr>
          <p:sp>
            <p:nvSpPr>
              <p:cNvPr id="460871" name="Shape 152"/>
              <p:cNvSpPr>
                <a:spLocks noChangeArrowheads="1"/>
              </p:cNvSpPr>
              <p:nvPr/>
            </p:nvSpPr>
            <p:spPr bwMode="auto">
              <a:xfrm>
                <a:off x="0" y="0"/>
                <a:ext cx="274488" cy="274488"/>
              </a:xfrm>
              <a:custGeom>
                <a:avLst/>
                <a:gdLst>
                  <a:gd name="T0" fmla="*/ 1914316 w 19679"/>
                  <a:gd name="T1" fmla="*/ 1914316 h 19679"/>
                  <a:gd name="T2" fmla="*/ 1914316 w 19679"/>
                  <a:gd name="T3" fmla="*/ 1914316 h 19679"/>
                  <a:gd name="T4" fmla="*/ 1914316 w 19679"/>
                  <a:gd name="T5" fmla="*/ 1914316 h 19679"/>
                  <a:gd name="T6" fmla="*/ 1914316 w 19679"/>
                  <a:gd name="T7" fmla="*/ 1914316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tx2"/>
              </a:solidFill>
              <a:ln w="6350">
                <a:noFill/>
                <a:miter lim="400000"/>
                <a:headEnd/>
                <a:tailEnd/>
              </a:ln>
            </p:spPr>
            <p:txBody>
              <a:bodyPr lIns="0" tIns="0" rIns="0" bIns="0" anchor="ctr"/>
              <a:lstStyle/>
              <a:p>
                <a:pPr defTabSz="608013"/>
                <a:endParaRPr lang="el-GR" sz="3200">
                  <a:solidFill>
                    <a:srgbClr val="FFFFFF"/>
                  </a:solidFill>
                </a:endParaRPr>
              </a:p>
            </p:txBody>
          </p:sp>
          <p:sp>
            <p:nvSpPr>
              <p:cNvPr id="460872" name="Shape 153"/>
              <p:cNvSpPr>
                <a:spLocks noChangeArrowheads="1"/>
              </p:cNvSpPr>
              <p:nvPr/>
            </p:nvSpPr>
            <p:spPr bwMode="auto">
              <a:xfrm>
                <a:off x="63685" y="63685"/>
                <a:ext cx="147118" cy="147118"/>
              </a:xfrm>
              <a:custGeom>
                <a:avLst/>
                <a:gdLst>
                  <a:gd name="T0" fmla="*/ 549919 w 19679"/>
                  <a:gd name="T1" fmla="*/ 549919 h 19679"/>
                  <a:gd name="T2" fmla="*/ 549919 w 19679"/>
                  <a:gd name="T3" fmla="*/ 549919 h 19679"/>
                  <a:gd name="T4" fmla="*/ 549919 w 19679"/>
                  <a:gd name="T5" fmla="*/ 549919 h 19679"/>
                  <a:gd name="T6" fmla="*/ 549919 w 19679"/>
                  <a:gd name="T7" fmla="*/ 549919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8C8D8F"/>
              </a:solidFill>
              <a:ln w="6350">
                <a:noFill/>
                <a:miter lim="400000"/>
                <a:headEnd/>
                <a:tailEnd/>
              </a:ln>
            </p:spPr>
            <p:txBody>
              <a:bodyPr lIns="0" tIns="0" rIns="0" bIns="0" anchor="ctr"/>
              <a:lstStyle/>
              <a:p>
                <a:pPr defTabSz="608013"/>
                <a:endParaRPr lang="el-GR" sz="3200">
                  <a:solidFill>
                    <a:srgbClr val="FFFFFF"/>
                  </a:solidFill>
                </a:endParaRPr>
              </a:p>
            </p:txBody>
          </p:sp>
        </p:grpSp>
        <p:sp>
          <p:nvSpPr>
            <p:cNvPr id="460860" name="Shape 157"/>
            <p:cNvSpPr>
              <a:spLocks noChangeArrowheads="1"/>
            </p:cNvSpPr>
            <p:nvPr/>
          </p:nvSpPr>
          <p:spPr bwMode="auto">
            <a:xfrm rot="-3155700">
              <a:off x="3252863" y="700268"/>
              <a:ext cx="376135" cy="212660"/>
            </a:xfrm>
            <a:prstGeom prst="rect">
              <a:avLst/>
            </a:prstGeom>
            <a:solidFill>
              <a:schemeClr val="bg2"/>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1" name="Shape 158"/>
            <p:cNvSpPr>
              <a:spLocks noChangeArrowheads="1"/>
            </p:cNvSpPr>
            <p:nvPr/>
          </p:nvSpPr>
          <p:spPr bwMode="auto">
            <a:xfrm rot="-3155700">
              <a:off x="3315596" y="801680"/>
              <a:ext cx="317006" cy="72066"/>
            </a:xfrm>
            <a:prstGeom prst="rect">
              <a:avLst/>
            </a:prstGeom>
            <a:solidFill>
              <a:srgbClr val="00ACEB"/>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2" name="Shape 159"/>
            <p:cNvSpPr>
              <a:spLocks noChangeArrowheads="1"/>
            </p:cNvSpPr>
            <p:nvPr/>
          </p:nvSpPr>
          <p:spPr bwMode="auto">
            <a:xfrm rot="-3155700">
              <a:off x="3245331" y="747950"/>
              <a:ext cx="317006" cy="72066"/>
            </a:xfrm>
            <a:prstGeom prst="rect">
              <a:avLst/>
            </a:prstGeom>
            <a:solidFill>
              <a:srgbClr val="00ACEB"/>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3" name="Shape 162"/>
            <p:cNvSpPr>
              <a:spLocks noChangeArrowheads="1"/>
            </p:cNvSpPr>
            <p:nvPr/>
          </p:nvSpPr>
          <p:spPr bwMode="auto">
            <a:xfrm rot="7644300">
              <a:off x="3730853" y="83288"/>
              <a:ext cx="376135" cy="212660"/>
            </a:xfrm>
            <a:prstGeom prst="rect">
              <a:avLst/>
            </a:prstGeom>
            <a:solidFill>
              <a:schemeClr val="bg2"/>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4" name="Shape 163"/>
            <p:cNvSpPr>
              <a:spLocks noChangeArrowheads="1"/>
            </p:cNvSpPr>
            <p:nvPr/>
          </p:nvSpPr>
          <p:spPr bwMode="auto">
            <a:xfrm rot="7644300">
              <a:off x="3727248" y="122470"/>
              <a:ext cx="317006" cy="72066"/>
            </a:xfrm>
            <a:prstGeom prst="rect">
              <a:avLst/>
            </a:prstGeom>
            <a:solidFill>
              <a:srgbClr val="00ACEB"/>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5" name="Shape 164"/>
            <p:cNvSpPr>
              <a:spLocks noChangeArrowheads="1"/>
            </p:cNvSpPr>
            <p:nvPr/>
          </p:nvSpPr>
          <p:spPr bwMode="auto">
            <a:xfrm rot="7644300">
              <a:off x="3797512" y="176200"/>
              <a:ext cx="317006" cy="72066"/>
            </a:xfrm>
            <a:prstGeom prst="rect">
              <a:avLst/>
            </a:prstGeom>
            <a:solidFill>
              <a:srgbClr val="00ACEB"/>
            </a:solidFill>
            <a:ln w="6350">
              <a:noFill/>
              <a:miter lim="400000"/>
              <a:headEnd/>
              <a:tailEnd/>
            </a:ln>
          </p:spPr>
          <p:txBody>
            <a:bodyPr lIns="0" tIns="0" rIns="0" bIns="0" anchor="ctr"/>
            <a:lstStyle/>
            <a:p>
              <a:pPr defTabSz="608013"/>
              <a:endParaRPr lang="el-GR" sz="3200">
                <a:solidFill>
                  <a:srgbClr val="FFFFFF"/>
                </a:solidFill>
              </a:endParaRPr>
            </a:p>
          </p:txBody>
        </p:sp>
        <p:grpSp>
          <p:nvGrpSpPr>
            <p:cNvPr id="460866" name="Group 170"/>
            <p:cNvGrpSpPr>
              <a:grpSpLocks/>
            </p:cNvGrpSpPr>
            <p:nvPr/>
          </p:nvGrpSpPr>
          <p:grpSpPr bwMode="auto">
            <a:xfrm rot="-3155700">
              <a:off x="3150234" y="60611"/>
              <a:ext cx="322825" cy="310720"/>
              <a:chOff x="0" y="0"/>
              <a:chExt cx="1201146" cy="1156107"/>
            </a:xfrm>
          </p:grpSpPr>
          <p:sp>
            <p:nvSpPr>
              <p:cNvPr id="460867" name="Shape 168"/>
              <p:cNvSpPr>
                <a:spLocks noChangeShapeType="1"/>
              </p:cNvSpPr>
              <p:nvPr/>
            </p:nvSpPr>
            <p:spPr bwMode="auto">
              <a:xfrm flipV="1">
                <a:off x="42596" y="81362"/>
                <a:ext cx="563401" cy="495096"/>
              </a:xfrm>
              <a:prstGeom prst="line">
                <a:avLst/>
              </a:prstGeom>
              <a:noFill/>
              <a:ln w="19050">
                <a:solidFill>
                  <a:schemeClr val="tx2"/>
                </a:solidFill>
                <a:miter lim="400000"/>
                <a:headEnd/>
                <a:tailEnd/>
              </a:ln>
            </p:spPr>
            <p:txBody>
              <a:bodyPr lIns="0" tIns="0" rIns="0" bIns="0" anchor="ctr"/>
              <a:lstStyle/>
              <a:p>
                <a:endParaRPr lang="el-GR">
                  <a:solidFill>
                    <a:srgbClr val="070707"/>
                  </a:solidFill>
                </a:endParaRPr>
              </a:p>
            </p:txBody>
          </p:sp>
          <p:sp>
            <p:nvSpPr>
              <p:cNvPr id="460868" name="Shape 169"/>
              <p:cNvSpPr>
                <a:spLocks noChangeShapeType="1"/>
              </p:cNvSpPr>
              <p:nvPr/>
            </p:nvSpPr>
            <p:spPr bwMode="auto">
              <a:xfrm flipH="1" flipV="1">
                <a:off x="592690" y="71788"/>
                <a:ext cx="550814" cy="509151"/>
              </a:xfrm>
              <a:prstGeom prst="line">
                <a:avLst/>
              </a:prstGeom>
              <a:noFill/>
              <a:ln w="19050">
                <a:solidFill>
                  <a:schemeClr val="tx2"/>
                </a:solidFill>
                <a:miter lim="400000"/>
                <a:headEnd/>
                <a:tailEnd/>
              </a:ln>
            </p:spPr>
            <p:txBody>
              <a:bodyPr lIns="0" tIns="0" rIns="0" bIns="0" anchor="ctr"/>
              <a:lstStyle/>
              <a:p>
                <a:endParaRPr lang="el-GR">
                  <a:solidFill>
                    <a:srgbClr val="070707"/>
                  </a:solidFill>
                </a:endParaRPr>
              </a:p>
            </p:txBody>
          </p:sp>
          <p:sp>
            <p:nvSpPr>
              <p:cNvPr id="460869" name="Shape 166"/>
              <p:cNvSpPr>
                <a:spLocks noChangeArrowheads="1"/>
              </p:cNvSpPr>
              <p:nvPr/>
            </p:nvSpPr>
            <p:spPr bwMode="auto">
              <a:xfrm>
                <a:off x="0" y="546756"/>
                <a:ext cx="1201147" cy="609352"/>
              </a:xfrm>
              <a:custGeom>
                <a:avLst/>
                <a:gdLst>
                  <a:gd name="T0" fmla="*/ 33555572 w 21498"/>
                  <a:gd name="T1" fmla="*/ 8629093 h 21515"/>
                  <a:gd name="T2" fmla="*/ 33555572 w 21498"/>
                  <a:gd name="T3" fmla="*/ 8629093 h 21515"/>
                  <a:gd name="T4" fmla="*/ 33555572 w 21498"/>
                  <a:gd name="T5" fmla="*/ 8629093 h 21515"/>
                  <a:gd name="T6" fmla="*/ 33555572 w 21498"/>
                  <a:gd name="T7" fmla="*/ 8629093 h 21515"/>
                  <a:gd name="T8" fmla="*/ 0 60000 65536"/>
                  <a:gd name="T9" fmla="*/ 5898240 60000 65536"/>
                  <a:gd name="T10" fmla="*/ 11796480 60000 65536"/>
                  <a:gd name="T11" fmla="*/ 17694720 60000 65536"/>
                  <a:gd name="T12" fmla="*/ 0 w 21498"/>
                  <a:gd name="T13" fmla="*/ 0 h 21515"/>
                  <a:gd name="T14" fmla="*/ 21498 w 21498"/>
                  <a:gd name="T15" fmla="*/ 21515 h 21515"/>
                </a:gdLst>
                <a:ahLst/>
                <a:cxnLst>
                  <a:cxn ang="T8">
                    <a:pos x="T0" y="T1"/>
                  </a:cxn>
                  <a:cxn ang="T9">
                    <a:pos x="T2" y="T3"/>
                  </a:cxn>
                  <a:cxn ang="T10">
                    <a:pos x="T4" y="T5"/>
                  </a:cxn>
                  <a:cxn ang="T11">
                    <a:pos x="T6" y="T7"/>
                  </a:cxn>
                </a:cxnLst>
                <a:rect l="T12" t="T13" r="T14" b="T15"/>
                <a:pathLst>
                  <a:path w="21498" h="21515" extrusionOk="0">
                    <a:moveTo>
                      <a:pt x="3" y="0"/>
                    </a:moveTo>
                    <a:lnTo>
                      <a:pt x="21496" y="0"/>
                    </a:lnTo>
                    <a:cubicBezTo>
                      <a:pt x="21547" y="5285"/>
                      <a:pt x="20589" y="10414"/>
                      <a:pt x="18811" y="14369"/>
                    </a:cubicBezTo>
                    <a:cubicBezTo>
                      <a:pt x="16734" y="18992"/>
                      <a:pt x="13739" y="21600"/>
                      <a:pt x="10609" y="21513"/>
                    </a:cubicBezTo>
                    <a:cubicBezTo>
                      <a:pt x="7422" y="21448"/>
                      <a:pt x="4414" y="18595"/>
                      <a:pt x="2397" y="13726"/>
                    </a:cubicBezTo>
                    <a:cubicBezTo>
                      <a:pt x="796" y="9859"/>
                      <a:pt x="-53" y="4992"/>
                      <a:pt x="3" y="0"/>
                    </a:cubicBezTo>
                    <a:close/>
                  </a:path>
                </a:pathLst>
              </a:custGeom>
              <a:solidFill>
                <a:schemeClr val="bg2"/>
              </a:solidFill>
              <a:ln w="6350">
                <a:noFill/>
                <a:miter lim="400000"/>
                <a:headEnd/>
                <a:tailEnd/>
              </a:ln>
            </p:spPr>
            <p:txBody>
              <a:bodyPr lIns="0" tIns="0" rIns="0" bIns="0" anchor="ctr"/>
              <a:lstStyle/>
              <a:p>
                <a:pPr defTabSz="608013"/>
                <a:endParaRPr lang="el-GR" sz="3200">
                  <a:solidFill>
                    <a:srgbClr val="070707"/>
                  </a:solidFill>
                </a:endParaRPr>
              </a:p>
            </p:txBody>
          </p:sp>
          <p:sp>
            <p:nvSpPr>
              <p:cNvPr id="460870" name="Shape 167"/>
              <p:cNvSpPr>
                <a:spLocks noChangeArrowheads="1"/>
              </p:cNvSpPr>
              <p:nvPr/>
            </p:nvSpPr>
            <p:spPr bwMode="auto">
              <a:xfrm>
                <a:off x="512829" y="0"/>
                <a:ext cx="175632" cy="175631"/>
              </a:xfrm>
              <a:custGeom>
                <a:avLst/>
                <a:gdLst>
                  <a:gd name="T0" fmla="*/ 783744 w 19679"/>
                  <a:gd name="T1" fmla="*/ 783740 h 19679"/>
                  <a:gd name="T2" fmla="*/ 783744 w 19679"/>
                  <a:gd name="T3" fmla="*/ 783740 h 19679"/>
                  <a:gd name="T4" fmla="*/ 783744 w 19679"/>
                  <a:gd name="T5" fmla="*/ 783740 h 19679"/>
                  <a:gd name="T6" fmla="*/ 783744 w 19679"/>
                  <a:gd name="T7" fmla="*/ 783740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tx2"/>
              </a:solidFill>
              <a:ln w="6350">
                <a:noFill/>
                <a:miter lim="400000"/>
                <a:headEnd/>
                <a:tailEnd/>
              </a:ln>
            </p:spPr>
            <p:txBody>
              <a:bodyPr lIns="0" tIns="0" rIns="0" bIns="0" anchor="ctr"/>
              <a:lstStyle/>
              <a:p>
                <a:pPr defTabSz="608013"/>
                <a:endParaRPr lang="el-GR" sz="3200">
                  <a:solidFill>
                    <a:srgbClr val="FFFFFF"/>
                  </a:solidFill>
                </a:endParaRPr>
              </a:p>
            </p:txBody>
          </p:sp>
        </p:grpSp>
      </p:grpSp>
      <p:grpSp>
        <p:nvGrpSpPr>
          <p:cNvPr id="5" name="Group 4"/>
          <p:cNvGrpSpPr>
            <a:grpSpLocks/>
          </p:cNvGrpSpPr>
          <p:nvPr/>
        </p:nvGrpSpPr>
        <p:grpSpPr bwMode="auto">
          <a:xfrm>
            <a:off x="924213" y="2022872"/>
            <a:ext cx="965200" cy="368300"/>
            <a:chOff x="1518968" y="1391498"/>
            <a:chExt cx="723822" cy="276738"/>
          </a:xfrm>
        </p:grpSpPr>
        <p:sp>
          <p:nvSpPr>
            <p:cNvPr id="98" name="Shape 172"/>
            <p:cNvSpPr/>
            <p:nvPr/>
          </p:nvSpPr>
          <p:spPr>
            <a:xfrm rot="2432266">
              <a:off x="1780877" y="1391498"/>
              <a:ext cx="272624" cy="25168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4"/>
            </a:solidFill>
            <a:ln w="6350" cap="flat">
              <a:noFill/>
              <a:prstDash val="solid"/>
              <a:miter lim="400000"/>
            </a:ln>
            <a:effectLst/>
          </p:spPr>
          <p:txBody>
            <a:bodyPr lIns="0" tIns="0" rIns="0" bIns="0" anchor="ctr"/>
            <a:lstStyle/>
            <a:p>
              <a:pPr defTabSz="609515" fontAlgn="auto">
                <a:spcBef>
                  <a:spcPts val="0"/>
                </a:spcBef>
                <a:spcAft>
                  <a:spcPts val="0"/>
                </a:spcAft>
                <a:defRPr sz="2400">
                  <a:solidFill>
                    <a:srgbClr val="FFFFFF"/>
                  </a:solidFill>
                </a:defRPr>
              </a:pPr>
              <a:endParaRPr sz="3200">
                <a:solidFill>
                  <a:srgbClr val="FFFFFF"/>
                </a:solidFill>
                <a:latin typeface="Calibri"/>
              </a:endParaRPr>
            </a:p>
          </p:txBody>
        </p:sp>
        <p:sp>
          <p:nvSpPr>
            <p:cNvPr id="460846" name="Shape 173"/>
            <p:cNvSpPr>
              <a:spLocks noChangeArrowheads="1"/>
            </p:cNvSpPr>
            <p:nvPr/>
          </p:nvSpPr>
          <p:spPr bwMode="auto">
            <a:xfrm rot="2432266">
              <a:off x="1943639" y="1457955"/>
              <a:ext cx="123878" cy="109854"/>
            </a:xfrm>
            <a:custGeom>
              <a:avLst/>
              <a:gdLst>
                <a:gd name="T0" fmla="*/ 355226 w 21600"/>
                <a:gd name="T1" fmla="*/ 279350 h 21600"/>
                <a:gd name="T2" fmla="*/ 355226 w 21600"/>
                <a:gd name="T3" fmla="*/ 279350 h 21600"/>
                <a:gd name="T4" fmla="*/ 355226 w 21600"/>
                <a:gd name="T5" fmla="*/ 279350 h 21600"/>
                <a:gd name="T6" fmla="*/ 355226 w 21600"/>
                <a:gd name="T7" fmla="*/ 279350 h 21600"/>
                <a:gd name="T8" fmla="*/ 0 60000 65536"/>
                <a:gd name="T9" fmla="*/ 5898240 60000 65536"/>
                <a:gd name="T10" fmla="*/ 11796480 60000 65536"/>
                <a:gd name="T11" fmla="*/ 17694720 60000 65536"/>
                <a:gd name="T12" fmla="*/ 0 w 21600"/>
                <a:gd name="T13" fmla="*/ 0 h 21600"/>
                <a:gd name="T14" fmla="*/ 21600 w 21600"/>
                <a:gd name="T15" fmla="*/ 21600 h 21600"/>
              </a:gdLst>
              <a:ahLst/>
              <a:cxnLst>
                <a:cxn ang="T8">
                  <a:pos x="T0" y="T1"/>
                </a:cxn>
                <a:cxn ang="T9">
                  <a:pos x="T2" y="T3"/>
                </a:cxn>
                <a:cxn ang="T10">
                  <a:pos x="T4" y="T5"/>
                </a:cxn>
                <a:cxn ang="T11">
                  <a:pos x="T6" y="T7"/>
                </a:cxn>
              </a:cxnLst>
              <a:rect l="T12" t="T13" r="T14" b="T15"/>
              <a:pathLst>
                <a:path w="21600" h="21600" extrusionOk="0">
                  <a:moveTo>
                    <a:pt x="0" y="0"/>
                  </a:moveTo>
                  <a:cubicBezTo>
                    <a:pt x="6581" y="134"/>
                    <a:pt x="12773" y="3542"/>
                    <a:pt x="16915" y="9310"/>
                  </a:cubicBezTo>
                  <a:cubicBezTo>
                    <a:pt x="19451" y="12842"/>
                    <a:pt x="21073" y="17095"/>
                    <a:pt x="21600" y="21600"/>
                  </a:cubicBezTo>
                  <a:lnTo>
                    <a:pt x="6732" y="20531"/>
                  </a:lnTo>
                  <a:cubicBezTo>
                    <a:pt x="8982" y="17836"/>
                    <a:pt x="10006" y="14122"/>
                    <a:pt x="9507" y="10464"/>
                  </a:cubicBezTo>
                  <a:cubicBezTo>
                    <a:pt x="8759" y="4977"/>
                    <a:pt x="4882" y="710"/>
                    <a:pt x="0" y="0"/>
                  </a:cubicBezTo>
                  <a:close/>
                </a:path>
              </a:pathLst>
            </a:custGeom>
            <a:solidFill>
              <a:schemeClr val="bg1">
                <a:alpha val="58038"/>
              </a:schemeClr>
            </a:solidFill>
            <a:ln w="6350">
              <a:noFill/>
              <a:miter lim="400000"/>
              <a:headEnd/>
              <a:tailEnd/>
            </a:ln>
          </p:spPr>
          <p:txBody>
            <a:bodyPr lIns="0" tIns="0" rIns="0" bIns="0" anchor="ctr"/>
            <a:lstStyle/>
            <a:p>
              <a:pPr defTabSz="608013"/>
              <a:endParaRPr lang="el-GR" sz="3200">
                <a:solidFill>
                  <a:srgbClr val="070707"/>
                </a:solidFill>
              </a:endParaRPr>
            </a:p>
          </p:txBody>
        </p:sp>
        <p:sp>
          <p:nvSpPr>
            <p:cNvPr id="460847" name="Shape 174"/>
            <p:cNvSpPr>
              <a:spLocks noChangeArrowheads="1"/>
            </p:cNvSpPr>
            <p:nvPr/>
          </p:nvSpPr>
          <p:spPr bwMode="auto">
            <a:xfrm rot="2432266">
              <a:off x="1862487" y="1398197"/>
              <a:ext cx="49518" cy="49518"/>
            </a:xfrm>
            <a:custGeom>
              <a:avLst/>
              <a:gdLst>
                <a:gd name="T0" fmla="*/ 62301 w 19679"/>
                <a:gd name="T1" fmla="*/ 62301 h 19679"/>
                <a:gd name="T2" fmla="*/ 62301 w 19679"/>
                <a:gd name="T3" fmla="*/ 62301 h 19679"/>
                <a:gd name="T4" fmla="*/ 62301 w 19679"/>
                <a:gd name="T5" fmla="*/ 62301 h 19679"/>
                <a:gd name="T6" fmla="*/ 62301 w 19679"/>
                <a:gd name="T7" fmla="*/ 62301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bg1">
                <a:alpha val="58038"/>
              </a:schemeClr>
            </a:solidFill>
            <a:ln w="6350">
              <a:noFill/>
              <a:miter lim="400000"/>
              <a:headEnd/>
              <a:tailEnd/>
            </a:ln>
          </p:spPr>
          <p:txBody>
            <a:bodyPr lIns="0" tIns="0" rIns="0" bIns="0" anchor="ctr"/>
            <a:lstStyle/>
            <a:p>
              <a:pPr defTabSz="608013"/>
              <a:endParaRPr lang="el-GR" sz="3200">
                <a:solidFill>
                  <a:srgbClr val="FFFFFF"/>
                </a:solidFill>
              </a:endParaRPr>
            </a:p>
          </p:txBody>
        </p:sp>
        <p:sp>
          <p:nvSpPr>
            <p:cNvPr id="460848" name="Shape 175"/>
            <p:cNvSpPr>
              <a:spLocks noChangeArrowheads="1"/>
            </p:cNvSpPr>
            <p:nvPr/>
          </p:nvSpPr>
          <p:spPr bwMode="auto">
            <a:xfrm rot="2432266">
              <a:off x="1527965" y="1464406"/>
              <a:ext cx="714825" cy="179772"/>
            </a:xfrm>
            <a:custGeom>
              <a:avLst/>
              <a:gdLst>
                <a:gd name="T0" fmla="*/ 12982760 w 19679"/>
                <a:gd name="T1" fmla="*/ 821128 h 19679"/>
                <a:gd name="T2" fmla="*/ 12982760 w 19679"/>
                <a:gd name="T3" fmla="*/ 821128 h 19679"/>
                <a:gd name="T4" fmla="*/ 12982760 w 19679"/>
                <a:gd name="T5" fmla="*/ 821128 h 19679"/>
                <a:gd name="T6" fmla="*/ 12982760 w 19679"/>
                <a:gd name="T7" fmla="*/ 821128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DCDEE0"/>
            </a:solidFill>
            <a:ln w="12700">
              <a:noFill/>
              <a:miter lim="400000"/>
              <a:headEnd/>
              <a:tailEnd/>
            </a:ln>
          </p:spPr>
          <p:txBody>
            <a:bodyPr lIns="0" tIns="0" rIns="0" bIns="0" anchor="ctr"/>
            <a:lstStyle/>
            <a:p>
              <a:pPr defTabSz="608013"/>
              <a:endParaRPr lang="el-GR" sz="3200">
                <a:solidFill>
                  <a:srgbClr val="FFFFFF"/>
                </a:solidFill>
              </a:endParaRPr>
            </a:p>
          </p:txBody>
        </p:sp>
        <p:sp>
          <p:nvSpPr>
            <p:cNvPr id="460849" name="Shape 176"/>
            <p:cNvSpPr>
              <a:spLocks noChangeArrowheads="1"/>
            </p:cNvSpPr>
            <p:nvPr/>
          </p:nvSpPr>
          <p:spPr bwMode="auto">
            <a:xfrm rot="2432266">
              <a:off x="1518968" y="1479156"/>
              <a:ext cx="714881" cy="172338"/>
            </a:xfrm>
            <a:custGeom>
              <a:avLst/>
              <a:gdLst>
                <a:gd name="T0" fmla="*/ 11829990 w 21600"/>
                <a:gd name="T1" fmla="*/ 704803 h 21070"/>
                <a:gd name="T2" fmla="*/ 11829990 w 21600"/>
                <a:gd name="T3" fmla="*/ 704803 h 21070"/>
                <a:gd name="T4" fmla="*/ 11829990 w 21600"/>
                <a:gd name="T5" fmla="*/ 704803 h 21070"/>
                <a:gd name="T6" fmla="*/ 11829990 w 21600"/>
                <a:gd name="T7" fmla="*/ 704803 h 21070"/>
                <a:gd name="T8" fmla="*/ 0 60000 65536"/>
                <a:gd name="T9" fmla="*/ 5898240 60000 65536"/>
                <a:gd name="T10" fmla="*/ 11796480 60000 65536"/>
                <a:gd name="T11" fmla="*/ 17694720 60000 65536"/>
                <a:gd name="T12" fmla="*/ 0 w 21600"/>
                <a:gd name="T13" fmla="*/ 0 h 21070"/>
                <a:gd name="T14" fmla="*/ 21600 w 21600"/>
                <a:gd name="T15" fmla="*/ 21070 h 21070"/>
              </a:gdLst>
              <a:ahLst/>
              <a:cxnLst>
                <a:cxn ang="T8">
                  <a:pos x="T0" y="T1"/>
                </a:cxn>
                <a:cxn ang="T9">
                  <a:pos x="T2" y="T3"/>
                </a:cxn>
                <a:cxn ang="T10">
                  <a:pos x="T4" y="T5"/>
                </a:cxn>
                <a:cxn ang="T11">
                  <a:pos x="T6" y="T7"/>
                </a:cxn>
              </a:cxnLst>
              <a:rect l="T12" t="T13" r="T14" b="T15"/>
              <a:pathLst>
                <a:path w="21600" h="21070" extrusionOk="0">
                  <a:moveTo>
                    <a:pt x="0" y="9124"/>
                  </a:moveTo>
                  <a:cubicBezTo>
                    <a:pt x="88" y="10438"/>
                    <a:pt x="219" y="11697"/>
                    <a:pt x="391" y="12868"/>
                  </a:cubicBezTo>
                  <a:cubicBezTo>
                    <a:pt x="626" y="14474"/>
                    <a:pt x="933" y="15889"/>
                    <a:pt x="1296" y="17042"/>
                  </a:cubicBezTo>
                  <a:cubicBezTo>
                    <a:pt x="4496" y="19809"/>
                    <a:pt x="7760" y="21158"/>
                    <a:pt x="11032" y="21066"/>
                  </a:cubicBezTo>
                  <a:cubicBezTo>
                    <a:pt x="14158" y="20978"/>
                    <a:pt x="17272" y="19575"/>
                    <a:pt x="20326" y="16881"/>
                  </a:cubicBezTo>
                  <a:cubicBezTo>
                    <a:pt x="20659" y="15925"/>
                    <a:pt x="20943" y="14720"/>
                    <a:pt x="21164" y="13331"/>
                  </a:cubicBezTo>
                  <a:cubicBezTo>
                    <a:pt x="21372" y="12020"/>
                    <a:pt x="21520" y="10567"/>
                    <a:pt x="21600" y="9042"/>
                  </a:cubicBezTo>
                  <a:cubicBezTo>
                    <a:pt x="17940" y="2628"/>
                    <a:pt x="13975" y="-442"/>
                    <a:pt x="9989" y="52"/>
                  </a:cubicBezTo>
                  <a:cubicBezTo>
                    <a:pt x="6547" y="478"/>
                    <a:pt x="3157" y="3557"/>
                    <a:pt x="0" y="9124"/>
                  </a:cubicBezTo>
                  <a:close/>
                </a:path>
              </a:pathLst>
            </a:custGeom>
            <a:solidFill>
              <a:srgbClr val="DCDEE0"/>
            </a:solidFill>
            <a:ln w="12700">
              <a:noFill/>
              <a:miter lim="400000"/>
              <a:headEnd/>
              <a:tailEnd/>
            </a:ln>
          </p:spPr>
          <p:txBody>
            <a:bodyPr lIns="0" tIns="0" rIns="0" bIns="0" anchor="ctr"/>
            <a:lstStyle/>
            <a:p>
              <a:pPr defTabSz="608013"/>
              <a:endParaRPr lang="el-GR" sz="3200">
                <a:solidFill>
                  <a:srgbClr val="070707"/>
                </a:solidFill>
              </a:endParaRPr>
            </a:p>
          </p:txBody>
        </p:sp>
        <p:sp>
          <p:nvSpPr>
            <p:cNvPr id="460850" name="Shape 177"/>
            <p:cNvSpPr>
              <a:spLocks noChangeArrowheads="1"/>
            </p:cNvSpPr>
            <p:nvPr/>
          </p:nvSpPr>
          <p:spPr bwMode="auto">
            <a:xfrm rot="2432266">
              <a:off x="1528952" y="1529087"/>
              <a:ext cx="636958" cy="139149"/>
            </a:xfrm>
            <a:custGeom>
              <a:avLst/>
              <a:gdLst>
                <a:gd name="T0" fmla="*/ 10308336 w 19679"/>
                <a:gd name="T1" fmla="*/ 491961 h 19679"/>
                <a:gd name="T2" fmla="*/ 10308336 w 19679"/>
                <a:gd name="T3" fmla="*/ 491961 h 19679"/>
                <a:gd name="T4" fmla="*/ 10308336 w 19679"/>
                <a:gd name="T5" fmla="*/ 491961 h 19679"/>
                <a:gd name="T6" fmla="*/ 10308336 w 19679"/>
                <a:gd name="T7" fmla="*/ 491961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A6AAA9"/>
            </a:solidFill>
            <a:ln w="12700">
              <a:noFill/>
              <a:miter lim="400000"/>
              <a:headEnd/>
              <a:tailEnd/>
            </a:ln>
          </p:spPr>
          <p:txBody>
            <a:bodyPr lIns="0" tIns="0" rIns="0" bIns="0" anchor="ctr"/>
            <a:lstStyle/>
            <a:p>
              <a:pPr defTabSz="608013"/>
              <a:endParaRPr lang="el-GR" sz="3200">
                <a:solidFill>
                  <a:srgbClr val="FFFFFF"/>
                </a:solidFill>
              </a:endParaRPr>
            </a:p>
          </p:txBody>
        </p:sp>
        <p:sp>
          <p:nvSpPr>
            <p:cNvPr id="460851" name="Shape 178"/>
            <p:cNvSpPr>
              <a:spLocks noChangeArrowheads="1"/>
            </p:cNvSpPr>
            <p:nvPr/>
          </p:nvSpPr>
          <p:spPr bwMode="auto">
            <a:xfrm rot="2432266">
              <a:off x="1732902" y="1573642"/>
              <a:ext cx="229058" cy="50040"/>
            </a:xfrm>
            <a:custGeom>
              <a:avLst/>
              <a:gdLst>
                <a:gd name="T0" fmla="*/ 1333085 w 19679"/>
                <a:gd name="T1" fmla="*/ 63621 h 19679"/>
                <a:gd name="T2" fmla="*/ 1333085 w 19679"/>
                <a:gd name="T3" fmla="*/ 63621 h 19679"/>
                <a:gd name="T4" fmla="*/ 1333085 w 19679"/>
                <a:gd name="T5" fmla="*/ 63621 h 19679"/>
                <a:gd name="T6" fmla="*/ 1333085 w 19679"/>
                <a:gd name="T7" fmla="*/ 63621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53585F"/>
            </a:solidFill>
            <a:ln w="12700">
              <a:noFill/>
              <a:miter lim="400000"/>
              <a:headEnd/>
              <a:tailEnd/>
            </a:ln>
          </p:spPr>
          <p:txBody>
            <a:bodyPr lIns="0" tIns="0" rIns="0" bIns="0" anchor="ctr"/>
            <a:lstStyle/>
            <a:p>
              <a:pPr defTabSz="608013"/>
              <a:endParaRPr lang="el-GR" sz="3200">
                <a:solidFill>
                  <a:srgbClr val="FFFFFF"/>
                </a:solidFill>
              </a:endParaRPr>
            </a:p>
          </p:txBody>
        </p:sp>
      </p:grpSp>
      <p:sp>
        <p:nvSpPr>
          <p:cNvPr id="135" name="TextBox 134"/>
          <p:cNvSpPr txBox="1">
            <a:spLocks noChangeArrowheads="1"/>
          </p:cNvSpPr>
          <p:nvPr/>
        </p:nvSpPr>
        <p:spPr bwMode="auto">
          <a:xfrm>
            <a:off x="560313" y="3918714"/>
            <a:ext cx="6829425" cy="1107981"/>
          </a:xfrm>
          <a:prstGeom prst="rect">
            <a:avLst/>
          </a:prstGeom>
          <a:noFill/>
          <a:ln w="9525">
            <a:noFill/>
            <a:miter lim="800000"/>
            <a:headEnd/>
            <a:tailEnd/>
          </a:ln>
        </p:spPr>
        <p:txBody>
          <a:bodyPr lIns="121907" tIns="60953" rIns="121907" bIns="60953">
            <a:spAutoFit/>
          </a:bodyPr>
          <a:lstStyle/>
          <a:p>
            <a:pPr marL="1371600" lvl="2" indent="-457200" algn="ctr" rtl="1">
              <a:buFont typeface="Wingdings" panose="05000000000000000000" pitchFamily="2" charset="2"/>
              <a:buChar char="ü"/>
            </a:pPr>
            <a:r>
              <a:rPr lang="ar-SA" sz="3200" b="1" dirty="0" smtClean="0"/>
              <a:t> </a:t>
            </a:r>
            <a:r>
              <a:rPr lang="ar-SA" sz="3200" b="1" dirty="0"/>
              <a:t>أدلة البحث </a:t>
            </a:r>
            <a:r>
              <a:rPr lang="en-US" sz="3200" b="1" dirty="0"/>
              <a:t>Search </a:t>
            </a:r>
            <a:r>
              <a:rPr lang="en-US" sz="3200" b="1" dirty="0" smtClean="0"/>
              <a:t>directories</a:t>
            </a:r>
          </a:p>
          <a:p>
            <a:pPr marL="1371600" lvl="2" indent="-457200" algn="ctr" rtl="1">
              <a:buFont typeface="Wingdings" panose="05000000000000000000" pitchFamily="2" charset="2"/>
              <a:buChar char="ü"/>
            </a:pPr>
            <a:r>
              <a:rPr lang="ar-SA" sz="3200" b="1" dirty="0"/>
              <a:t>قواعد البيانات</a:t>
            </a:r>
            <a:r>
              <a:rPr lang="en-US" sz="3200" b="1" dirty="0"/>
              <a:t>Databases </a:t>
            </a:r>
          </a:p>
        </p:txBody>
      </p:sp>
      <p:sp>
        <p:nvSpPr>
          <p:cNvPr id="4" name="Oval 3"/>
          <p:cNvSpPr/>
          <p:nvPr/>
        </p:nvSpPr>
        <p:spPr>
          <a:xfrm>
            <a:off x="6650038" y="763588"/>
            <a:ext cx="82550" cy="8255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05" name="Oval 104"/>
          <p:cNvSpPr/>
          <p:nvPr/>
        </p:nvSpPr>
        <p:spPr>
          <a:xfrm>
            <a:off x="9063038" y="-41275"/>
            <a:ext cx="82550" cy="8255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06" name="Oval 105"/>
          <p:cNvSpPr/>
          <p:nvPr/>
        </p:nvSpPr>
        <p:spPr>
          <a:xfrm>
            <a:off x="9698038" y="877888"/>
            <a:ext cx="82550" cy="8255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16" name="Oval 115"/>
          <p:cNvSpPr/>
          <p:nvPr/>
        </p:nvSpPr>
        <p:spPr>
          <a:xfrm>
            <a:off x="11326813" y="149225"/>
            <a:ext cx="82550" cy="8255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17" name="Oval 116"/>
          <p:cNvSpPr/>
          <p:nvPr/>
        </p:nvSpPr>
        <p:spPr>
          <a:xfrm>
            <a:off x="11920538" y="741363"/>
            <a:ext cx="60325" cy="61912"/>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32" name="Oval 131"/>
          <p:cNvSpPr/>
          <p:nvPr/>
        </p:nvSpPr>
        <p:spPr>
          <a:xfrm>
            <a:off x="10447338" y="276225"/>
            <a:ext cx="60325" cy="6032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33" name="Oval 132"/>
          <p:cNvSpPr/>
          <p:nvPr/>
        </p:nvSpPr>
        <p:spPr>
          <a:xfrm>
            <a:off x="7018338" y="0"/>
            <a:ext cx="60325" cy="6032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37" name="Oval 136"/>
          <p:cNvSpPr/>
          <p:nvPr/>
        </p:nvSpPr>
        <p:spPr>
          <a:xfrm>
            <a:off x="3525838" y="127000"/>
            <a:ext cx="60325" cy="6032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2" name="Rectangle 11"/>
          <p:cNvSpPr/>
          <p:nvPr/>
        </p:nvSpPr>
        <p:spPr>
          <a:xfrm>
            <a:off x="2268819" y="1320648"/>
            <a:ext cx="5144357" cy="584775"/>
          </a:xfrm>
          <a:prstGeom prst="rect">
            <a:avLst/>
          </a:prstGeom>
        </p:spPr>
        <p:txBody>
          <a:bodyPr wrap="none">
            <a:spAutoFit/>
          </a:bodyPr>
          <a:lstStyle/>
          <a:p>
            <a:r>
              <a:rPr lang="ar-SA" sz="3200" b="1" dirty="0">
                <a:solidFill>
                  <a:schemeClr val="bg1"/>
                </a:solidFill>
                <a:ea typeface="Arial Unicode MS" panose="020B0604020202020204" pitchFamily="34" charset="-128"/>
                <a:cs typeface="Simplified Arabic" panose="02020603050405020304" pitchFamily="18" charset="-78"/>
              </a:rPr>
              <a:t>ويمكن تقسيم أدوات البحث إلى ما يلي</a:t>
            </a:r>
            <a:endParaRPr lang="en-US" sz="3200" b="1" dirty="0">
              <a:solidFill>
                <a:schemeClr val="bg1"/>
              </a:solidFill>
            </a:endParaRPr>
          </a:p>
        </p:txBody>
      </p:sp>
      <p:sp>
        <p:nvSpPr>
          <p:cNvPr id="6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062553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25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750"/>
                            </p:stCondLst>
                            <p:childTnLst>
                              <p:par>
                                <p:cTn id="10" presetID="1" presetClass="entr" presetSubtype="0" fill="hold" grpId="0" nodeType="afterEffect">
                                  <p:stCondLst>
                                    <p:cond delay="250"/>
                                  </p:stCondLst>
                                  <p:childTnLst>
                                    <p:set>
                                      <p:cBhvr>
                                        <p:cTn id="11" dur="1" fill="hold">
                                          <p:stCondLst>
                                            <p:cond delay="0"/>
                                          </p:stCondLst>
                                        </p:cTn>
                                        <p:tgtEl>
                                          <p:spTgt spid="12"/>
                                        </p:tgtEl>
                                        <p:attrNameLst>
                                          <p:attrName>style.visibility</p:attrName>
                                        </p:attrNameLst>
                                      </p:cBhvr>
                                      <p:to>
                                        <p:strVal val="visible"/>
                                      </p:to>
                                    </p:set>
                                  </p:childTnLst>
                                </p:cTn>
                              </p:par>
                            </p:childTnLst>
                          </p:cTn>
                        </p:par>
                        <p:par>
                          <p:cTn id="12" fill="hold">
                            <p:stCondLst>
                              <p:cond delay="1000"/>
                            </p:stCondLst>
                            <p:childTnLst>
                              <p:par>
                                <p:cTn id="13" presetID="2" presetClass="entr" presetSubtype="8" fill="hold" grpId="0" nodeType="afterEffect">
                                  <p:stCondLst>
                                    <p:cond delay="250"/>
                                  </p:stCondLst>
                                  <p:childTnLst>
                                    <p:set>
                                      <p:cBhvr>
                                        <p:cTn id="14" dur="1" fill="hold">
                                          <p:stCondLst>
                                            <p:cond delay="0"/>
                                          </p:stCondLst>
                                        </p:cTn>
                                        <p:tgtEl>
                                          <p:spTgt spid="135"/>
                                        </p:tgtEl>
                                        <p:attrNameLst>
                                          <p:attrName>style.visibility</p:attrName>
                                        </p:attrNameLst>
                                      </p:cBhvr>
                                      <p:to>
                                        <p:strVal val="visible"/>
                                      </p:to>
                                    </p:set>
                                    <p:anim calcmode="lin" valueType="num">
                                      <p:cBhvr additive="base">
                                        <p:cTn id="15" dur="500" fill="hold"/>
                                        <p:tgtEl>
                                          <p:spTgt spid="135"/>
                                        </p:tgtEl>
                                        <p:attrNameLst>
                                          <p:attrName>ppt_x</p:attrName>
                                        </p:attrNameLst>
                                      </p:cBhvr>
                                      <p:tavLst>
                                        <p:tav tm="0">
                                          <p:val>
                                            <p:strVal val="0-#ppt_w/2"/>
                                          </p:val>
                                        </p:tav>
                                        <p:tav tm="100000">
                                          <p:val>
                                            <p:strVal val="#ppt_x"/>
                                          </p:val>
                                        </p:tav>
                                      </p:tavLst>
                                    </p:anim>
                                    <p:anim calcmode="lin" valueType="num">
                                      <p:cBhvr additive="base">
                                        <p:cTn id="16" dur="500" fill="hold"/>
                                        <p:tgtEl>
                                          <p:spTgt spid="135"/>
                                        </p:tgtEl>
                                        <p:attrNameLst>
                                          <p:attrName>ppt_y</p:attrName>
                                        </p:attrNameLst>
                                      </p:cBhvr>
                                      <p:tavLst>
                                        <p:tav tm="0">
                                          <p:val>
                                            <p:strVal val="#ppt_y"/>
                                          </p:val>
                                        </p:tav>
                                        <p:tav tm="100000">
                                          <p:val>
                                            <p:strVal val="#ppt_y"/>
                                          </p:val>
                                        </p:tav>
                                      </p:tavLst>
                                    </p:anim>
                                  </p:childTnLst>
                                </p:cTn>
                              </p:par>
                            </p:childTnLst>
                          </p:cTn>
                        </p:par>
                        <p:par>
                          <p:cTn id="17" fill="hold">
                            <p:stCondLst>
                              <p:cond delay="1750"/>
                            </p:stCondLst>
                            <p:childTnLst>
                              <p:par>
                                <p:cTn id="18" presetID="30" presetClass="entr" presetSubtype="0" fill="hold" nodeType="afterEffect">
                                  <p:stCondLst>
                                    <p:cond delay="25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800" decel="100000"/>
                                        <p:tgtEl>
                                          <p:spTgt spid="9"/>
                                        </p:tgtEl>
                                      </p:cBhvr>
                                    </p:animEffect>
                                    <p:anim calcmode="lin" valueType="num">
                                      <p:cBhvr>
                                        <p:cTn id="21" dur="800" decel="100000" fill="hold"/>
                                        <p:tgtEl>
                                          <p:spTgt spid="9"/>
                                        </p:tgtEl>
                                        <p:attrNameLst>
                                          <p:attrName>style.rotation</p:attrName>
                                        </p:attrNameLst>
                                      </p:cBhvr>
                                      <p:tavLst>
                                        <p:tav tm="0">
                                          <p:val>
                                            <p:fltVal val="-90"/>
                                          </p:val>
                                        </p:tav>
                                        <p:tav tm="100000">
                                          <p:val>
                                            <p:fltVal val="0"/>
                                          </p:val>
                                        </p:tav>
                                      </p:tavLst>
                                    </p:anim>
                                    <p:anim calcmode="lin" valueType="num">
                                      <p:cBhvr>
                                        <p:cTn id="22" dur="800" decel="100000" fill="hold"/>
                                        <p:tgtEl>
                                          <p:spTgt spid="9"/>
                                        </p:tgtEl>
                                        <p:attrNameLst>
                                          <p:attrName>ppt_x</p:attrName>
                                        </p:attrNameLst>
                                      </p:cBhvr>
                                      <p:tavLst>
                                        <p:tav tm="0">
                                          <p:val>
                                            <p:strVal val="#ppt_x+0.4"/>
                                          </p:val>
                                        </p:tav>
                                        <p:tav tm="100000">
                                          <p:val>
                                            <p:strVal val="#ppt_x-0.05"/>
                                          </p:val>
                                        </p:tav>
                                      </p:tavLst>
                                    </p:anim>
                                    <p:anim calcmode="lin" valueType="num">
                                      <p:cBhvr>
                                        <p:cTn id="23" dur="800" decel="100000" fill="hold"/>
                                        <p:tgtEl>
                                          <p:spTgt spid="9"/>
                                        </p:tgtEl>
                                        <p:attrNameLst>
                                          <p:attrName>ppt_y</p:attrName>
                                        </p:attrNameLst>
                                      </p:cBhvr>
                                      <p:tavLst>
                                        <p:tav tm="0">
                                          <p:val>
                                            <p:strVal val="#ppt_y-0.4"/>
                                          </p:val>
                                        </p:tav>
                                        <p:tav tm="100000">
                                          <p:val>
                                            <p:strVal val="#ppt_y+0.1"/>
                                          </p:val>
                                        </p:tav>
                                      </p:tavLst>
                                    </p:anim>
                                    <p:anim calcmode="lin" valueType="num">
                                      <p:cBhvr>
                                        <p:cTn id="24" dur="200" accel="100000" fill="hold">
                                          <p:stCondLst>
                                            <p:cond delay="800"/>
                                          </p:stCondLst>
                                        </p:cTn>
                                        <p:tgtEl>
                                          <p:spTgt spid="9"/>
                                        </p:tgtEl>
                                        <p:attrNameLst>
                                          <p:attrName>ppt_x</p:attrName>
                                        </p:attrNameLst>
                                      </p:cBhvr>
                                      <p:tavLst>
                                        <p:tav tm="0">
                                          <p:val>
                                            <p:strVal val="#ppt_x-0.05"/>
                                          </p:val>
                                        </p:tav>
                                        <p:tav tm="100000">
                                          <p:val>
                                            <p:strVal val="#ppt_x"/>
                                          </p:val>
                                        </p:tav>
                                      </p:tavLst>
                                    </p:anim>
                                    <p:anim calcmode="lin" valueType="num">
                                      <p:cBhvr>
                                        <p:cTn id="25" dur="200" accel="100000" fill="hold">
                                          <p:stCondLst>
                                            <p:cond delay="800"/>
                                          </p:stCondLst>
                                        </p:cTn>
                                        <p:tgtEl>
                                          <p:spTgt spid="9"/>
                                        </p:tgtEl>
                                        <p:attrNameLst>
                                          <p:attrName>ppt_y</p:attrName>
                                        </p:attrNameLst>
                                      </p:cBhvr>
                                      <p:tavLst>
                                        <p:tav tm="0">
                                          <p:val>
                                            <p:strVal val="#ppt_y+0.1"/>
                                          </p:val>
                                        </p:tav>
                                        <p:tav tm="100000">
                                          <p:val>
                                            <p:strVal val="#ppt_y"/>
                                          </p:val>
                                        </p:tav>
                                      </p:tavLst>
                                    </p:anim>
                                  </p:childTnLst>
                                </p:cTn>
                              </p:par>
                            </p:childTnLst>
                          </p:cTn>
                        </p:par>
                        <p:par>
                          <p:cTn id="26" fill="hold">
                            <p:stCondLst>
                              <p:cond delay="3000"/>
                            </p:stCondLst>
                            <p:childTnLst>
                              <p:par>
                                <p:cTn id="27" presetID="26" presetClass="emph" presetSubtype="0" fill="hold" nodeType="afterEffect">
                                  <p:stCondLst>
                                    <p:cond delay="250"/>
                                  </p:stCondLst>
                                  <p:childTnLst>
                                    <p:animEffect transition="out" filter="fade">
                                      <p:cBhvr>
                                        <p:cTn id="28" dur="500" tmFilter="0, 0; .2, .5; .8, .5; 1, 0"/>
                                        <p:tgtEl>
                                          <p:spTgt spid="10"/>
                                        </p:tgtEl>
                                      </p:cBhvr>
                                    </p:animEffect>
                                    <p:animScale>
                                      <p:cBhvr>
                                        <p:cTn id="29" dur="250" autoRev="1" fill="hold"/>
                                        <p:tgtEl>
                                          <p:spTgt spid="10"/>
                                        </p:tgtEl>
                                      </p:cBhvr>
                                      <p:by x="105000" y="105000"/>
                                    </p:animScale>
                                  </p:childTnLst>
                                </p:cTn>
                              </p:par>
                            </p:childTnLst>
                          </p:cTn>
                        </p:par>
                        <p:par>
                          <p:cTn id="30" fill="hold">
                            <p:stCondLst>
                              <p:cond delay="3750"/>
                            </p:stCondLst>
                            <p:childTnLst>
                              <p:par>
                                <p:cTn id="31" presetID="30" presetClass="entr" presetSubtype="0" fill="hold" nodeType="afterEffect">
                                  <p:stCondLst>
                                    <p:cond delay="25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800" decel="100000"/>
                                        <p:tgtEl>
                                          <p:spTgt spid="5"/>
                                        </p:tgtEl>
                                      </p:cBhvr>
                                    </p:animEffect>
                                    <p:anim calcmode="lin" valueType="num">
                                      <p:cBhvr>
                                        <p:cTn id="34" dur="800" decel="100000" fill="hold"/>
                                        <p:tgtEl>
                                          <p:spTgt spid="5"/>
                                        </p:tgtEl>
                                        <p:attrNameLst>
                                          <p:attrName>style.rotation</p:attrName>
                                        </p:attrNameLst>
                                      </p:cBhvr>
                                      <p:tavLst>
                                        <p:tav tm="0">
                                          <p:val>
                                            <p:fltVal val="-90"/>
                                          </p:val>
                                        </p:tav>
                                        <p:tav tm="100000">
                                          <p:val>
                                            <p:fltVal val="0"/>
                                          </p:val>
                                        </p:tav>
                                      </p:tavLst>
                                    </p:anim>
                                    <p:anim calcmode="lin" valueType="num">
                                      <p:cBhvr>
                                        <p:cTn id="35" dur="800" decel="100000" fill="hold"/>
                                        <p:tgtEl>
                                          <p:spTgt spid="5"/>
                                        </p:tgtEl>
                                        <p:attrNameLst>
                                          <p:attrName>ppt_x</p:attrName>
                                        </p:attrNameLst>
                                      </p:cBhvr>
                                      <p:tavLst>
                                        <p:tav tm="0">
                                          <p:val>
                                            <p:strVal val="#ppt_x+0.4"/>
                                          </p:val>
                                        </p:tav>
                                        <p:tav tm="100000">
                                          <p:val>
                                            <p:strVal val="#ppt_x-0.05"/>
                                          </p:val>
                                        </p:tav>
                                      </p:tavLst>
                                    </p:anim>
                                    <p:anim calcmode="lin" valueType="num">
                                      <p:cBhvr>
                                        <p:cTn id="36" dur="800" decel="100000" fill="hold"/>
                                        <p:tgtEl>
                                          <p:spTgt spid="5"/>
                                        </p:tgtEl>
                                        <p:attrNameLst>
                                          <p:attrName>ppt_y</p:attrName>
                                        </p:attrNameLst>
                                      </p:cBhvr>
                                      <p:tavLst>
                                        <p:tav tm="0">
                                          <p:val>
                                            <p:strVal val="#ppt_y-0.4"/>
                                          </p:val>
                                        </p:tav>
                                        <p:tav tm="100000">
                                          <p:val>
                                            <p:strVal val="#ppt_y+0.1"/>
                                          </p:val>
                                        </p:tav>
                                      </p:tavLst>
                                    </p:anim>
                                    <p:anim calcmode="lin" valueType="num">
                                      <p:cBhvr>
                                        <p:cTn id="37"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38"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35" grpId="0"/>
      <p:bldP spid="12"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1005189" y="551921"/>
            <a:ext cx="10742387" cy="707886"/>
            <a:chOff x="753891" y="413940"/>
            <a:chExt cx="8056790" cy="530914"/>
          </a:xfrm>
        </p:grpSpPr>
        <p:sp>
          <p:nvSpPr>
            <p:cNvPr id="4" name="Rectangle 3"/>
            <p:cNvSpPr/>
            <p:nvPr/>
          </p:nvSpPr>
          <p:spPr>
            <a:xfrm>
              <a:off x="753891" y="413940"/>
              <a:ext cx="8056790" cy="530914"/>
            </a:xfrm>
            <a:prstGeom prst="rect">
              <a:avLst/>
            </a:prstGeom>
          </p:spPr>
          <p:txBody>
            <a:bodyPr wrap="square">
              <a:spAutoFit/>
            </a:bodyPr>
            <a:lstStyle/>
            <a:p>
              <a:pPr marL="1657350" lvl="2" indent="-742950" algn="r" rtl="1">
                <a:buFont typeface="+mj-lt"/>
                <a:buAutoNum type="arabicPeriod" startAt="9"/>
              </a:pPr>
              <a:r>
                <a:rPr lang="ar-SA" sz="4000" b="1" u="sng" dirty="0"/>
                <a:t>استخدامات شبكة الإنترنت ومهاراته البحثية في </a:t>
              </a:r>
              <a:r>
                <a:rPr lang="ar-SA" sz="4000" b="1" u="sng" dirty="0" smtClean="0"/>
                <a:t>التعليم</a:t>
              </a:r>
              <a:endParaRPr lang="en-US" sz="4000" u="sng" dirty="0"/>
            </a:p>
          </p:txBody>
        </p:sp>
        <p:cxnSp>
          <p:nvCxnSpPr>
            <p:cNvPr id="5" name="Straight Connector 4"/>
            <p:cNvCxnSpPr/>
            <p:nvPr/>
          </p:nvCxnSpPr>
          <p:spPr>
            <a:xfrm rot="5400000">
              <a:off x="611149" y="669276"/>
              <a:ext cx="286546" cy="1062"/>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p:cNvCxnSpPr>
            <a:stCxn id="10" idx="6"/>
            <a:endCxn id="21" idx="2"/>
          </p:cNvCxnSpPr>
          <p:nvPr/>
        </p:nvCxnSpPr>
        <p:spPr>
          <a:xfrm>
            <a:off x="1270000" y="5538404"/>
            <a:ext cx="9548605" cy="2117"/>
          </a:xfrm>
          <a:prstGeom prst="line">
            <a:avLst/>
          </a:prstGeom>
          <a:ln w="12700" cap="flat">
            <a:solidFill>
              <a:schemeClr val="bg1">
                <a:lumMod val="75000"/>
              </a:schemeClr>
            </a:solidFill>
            <a:prstDash val="sysDash"/>
            <a:round/>
          </a:ln>
        </p:spPr>
        <p:style>
          <a:lnRef idx="1">
            <a:schemeClr val="accent1"/>
          </a:lnRef>
          <a:fillRef idx="0">
            <a:schemeClr val="accent1"/>
          </a:fillRef>
          <a:effectRef idx="0">
            <a:schemeClr val="accent1"/>
          </a:effectRef>
          <a:fontRef idx="minor">
            <a:schemeClr val="tx1"/>
          </a:fontRef>
        </p:style>
      </p:cxnSp>
      <p:grpSp>
        <p:nvGrpSpPr>
          <p:cNvPr id="7" name="Group 69"/>
          <p:cNvGrpSpPr/>
          <p:nvPr/>
        </p:nvGrpSpPr>
        <p:grpSpPr>
          <a:xfrm>
            <a:off x="341032" y="5073920"/>
            <a:ext cx="928968" cy="928968"/>
            <a:chOff x="255774" y="3805440"/>
            <a:chExt cx="696726" cy="696726"/>
          </a:xfrm>
        </p:grpSpPr>
        <p:sp>
          <p:nvSpPr>
            <p:cNvPr id="10" name="Oval 9"/>
            <p:cNvSpPr/>
            <p:nvPr/>
          </p:nvSpPr>
          <p:spPr>
            <a:xfrm>
              <a:off x="25577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1" name="Isosceles Triangle 40"/>
            <p:cNvSpPr/>
            <p:nvPr/>
          </p:nvSpPr>
          <p:spPr>
            <a:xfrm rot="5400000">
              <a:off x="493716" y="4019782"/>
              <a:ext cx="279448" cy="240904"/>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1" name="Group 61"/>
          <p:cNvGrpSpPr/>
          <p:nvPr/>
        </p:nvGrpSpPr>
        <p:grpSpPr>
          <a:xfrm>
            <a:off x="1910754" y="2194650"/>
            <a:ext cx="2431541" cy="3493724"/>
            <a:chOff x="2005914" y="1637612"/>
            <a:chExt cx="1823656" cy="2620294"/>
          </a:xfrm>
        </p:grpSpPr>
        <p:sp>
          <p:nvSpPr>
            <p:cNvPr id="13" name="Oval 12"/>
            <p:cNvSpPr/>
            <p:nvPr/>
          </p:nvSpPr>
          <p:spPr>
            <a:xfrm>
              <a:off x="2111286"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 name="Rectangle 43"/>
            <p:cNvSpPr/>
            <p:nvPr/>
          </p:nvSpPr>
          <p:spPr>
            <a:xfrm>
              <a:off x="2361224" y="2092037"/>
              <a:ext cx="1468346" cy="2008243"/>
            </a:xfrm>
            <a:prstGeom prst="rect">
              <a:avLst/>
            </a:prstGeom>
          </p:spPr>
          <p:txBody>
            <a:bodyPr wrap="square">
              <a:spAutoFit/>
            </a:bodyPr>
            <a:lstStyle/>
            <a:p>
              <a:pPr fontAlgn="auto">
                <a:spcBef>
                  <a:spcPts val="0"/>
                </a:spcBef>
                <a:spcAft>
                  <a:spcPts val="0"/>
                </a:spcAft>
              </a:pPr>
              <a:r>
                <a:rPr lang="ar-SA" sz="2800" b="1" dirty="0"/>
                <a:t>الحصول على  المعلومات من الشبكة العنكبوتية من خلال محركات البحث</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cxnSp>
          <p:nvCxnSpPr>
            <p:cNvPr id="27" name="Straight Connector 26"/>
            <p:cNvCxnSpPr/>
            <p:nvPr/>
          </p:nvCxnSpPr>
          <p:spPr>
            <a:xfrm rot="16200000" flipH="1">
              <a:off x="1337273"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4" name="Group 59"/>
            <p:cNvGrpSpPr/>
            <p:nvPr/>
          </p:nvGrpSpPr>
          <p:grpSpPr>
            <a:xfrm>
              <a:off x="2005914" y="1637612"/>
              <a:ext cx="418280" cy="418280"/>
              <a:chOff x="2005914" y="1637612"/>
              <a:chExt cx="418280" cy="418280"/>
            </a:xfrm>
          </p:grpSpPr>
          <p:sp>
            <p:nvSpPr>
              <p:cNvPr id="26" name="Teardrop 25"/>
              <p:cNvSpPr/>
              <p:nvPr/>
            </p:nvSpPr>
            <p:spPr>
              <a:xfrm rot="8100000">
                <a:off x="2005914" y="1637612"/>
                <a:ext cx="418280" cy="418280"/>
              </a:xfrm>
              <a:prstGeom prst="teardrop">
                <a:avLst>
                  <a:gd name="adj" fmla="val 13161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4" name="Freeform 63"/>
              <p:cNvSpPr>
                <a:spLocks noEditPoints="1"/>
              </p:cNvSpPr>
              <p:nvPr/>
            </p:nvSpPr>
            <p:spPr bwMode="auto">
              <a:xfrm>
                <a:off x="2115407" y="1762183"/>
                <a:ext cx="199914" cy="171356"/>
              </a:xfrm>
              <a:custGeom>
                <a:avLst/>
                <a:gdLst/>
                <a:ahLst/>
                <a:cxnLst>
                  <a:cxn ang="0">
                    <a:pos x="15" y="2"/>
                  </a:cxn>
                  <a:cxn ang="0">
                    <a:pos x="0" y="4"/>
                  </a:cxn>
                  <a:cxn ang="0">
                    <a:pos x="0" y="62"/>
                  </a:cxn>
                  <a:cxn ang="0">
                    <a:pos x="9" y="71"/>
                  </a:cxn>
                  <a:cxn ang="0">
                    <a:pos x="53" y="45"/>
                  </a:cxn>
                  <a:cxn ang="0">
                    <a:pos x="58" y="31"/>
                  </a:cxn>
                  <a:cxn ang="0">
                    <a:pos x="307" y="11"/>
                  </a:cxn>
                  <a:cxn ang="0">
                    <a:pos x="95" y="11"/>
                  </a:cxn>
                  <a:cxn ang="0">
                    <a:pos x="85" y="27"/>
                  </a:cxn>
                  <a:cxn ang="0">
                    <a:pos x="85" y="51"/>
                  </a:cxn>
                  <a:cxn ang="0">
                    <a:pos x="102" y="62"/>
                  </a:cxn>
                  <a:cxn ang="0">
                    <a:pos x="314" y="60"/>
                  </a:cxn>
                  <a:cxn ang="0">
                    <a:pos x="323" y="43"/>
                  </a:cxn>
                  <a:cxn ang="0">
                    <a:pos x="323" y="20"/>
                  </a:cxn>
                  <a:cxn ang="0">
                    <a:pos x="307" y="11"/>
                  </a:cxn>
                  <a:cxn ang="0">
                    <a:pos x="53" y="147"/>
                  </a:cxn>
                  <a:cxn ang="0">
                    <a:pos x="60" y="138"/>
                  </a:cxn>
                  <a:cxn ang="0">
                    <a:pos x="15" y="112"/>
                  </a:cxn>
                  <a:cxn ang="0">
                    <a:pos x="4" y="111"/>
                  </a:cxn>
                  <a:cxn ang="0">
                    <a:pos x="0" y="163"/>
                  </a:cxn>
                  <a:cxn ang="0">
                    <a:pos x="4" y="172"/>
                  </a:cxn>
                  <a:cxn ang="0">
                    <a:pos x="15" y="172"/>
                  </a:cxn>
                  <a:cxn ang="0">
                    <a:pos x="102" y="112"/>
                  </a:cxn>
                  <a:cxn ang="0">
                    <a:pos x="85" y="123"/>
                  </a:cxn>
                  <a:cxn ang="0">
                    <a:pos x="85" y="147"/>
                  </a:cxn>
                  <a:cxn ang="0">
                    <a:pos x="95" y="163"/>
                  </a:cxn>
                  <a:cxn ang="0">
                    <a:pos x="307" y="163"/>
                  </a:cxn>
                  <a:cxn ang="0">
                    <a:pos x="323" y="154"/>
                  </a:cxn>
                  <a:cxn ang="0">
                    <a:pos x="323" y="129"/>
                  </a:cxn>
                  <a:cxn ang="0">
                    <a:pos x="314" y="114"/>
                  </a:cxn>
                  <a:cxn ang="0">
                    <a:pos x="53" y="232"/>
                  </a:cxn>
                  <a:cxn ang="0">
                    <a:pos x="9" y="205"/>
                  </a:cxn>
                  <a:cxn ang="0">
                    <a:pos x="0" y="214"/>
                  </a:cxn>
                  <a:cxn ang="0">
                    <a:pos x="0" y="272"/>
                  </a:cxn>
                  <a:cxn ang="0">
                    <a:pos x="15" y="274"/>
                  </a:cxn>
                  <a:cxn ang="0">
                    <a:pos x="58" y="245"/>
                  </a:cxn>
                  <a:cxn ang="0">
                    <a:pos x="53" y="232"/>
                  </a:cxn>
                  <a:cxn ang="0">
                    <a:pos x="102" y="214"/>
                  </a:cxn>
                  <a:cxn ang="0">
                    <a:pos x="91" y="219"/>
                  </a:cxn>
                  <a:cxn ang="0">
                    <a:pos x="85" y="248"/>
                  </a:cxn>
                  <a:cxn ang="0">
                    <a:pos x="91" y="261"/>
                  </a:cxn>
                  <a:cxn ang="0">
                    <a:pos x="307" y="266"/>
                  </a:cxn>
                  <a:cxn ang="0">
                    <a:pos x="319" y="261"/>
                  </a:cxn>
                  <a:cxn ang="0">
                    <a:pos x="323" y="232"/>
                  </a:cxn>
                  <a:cxn ang="0">
                    <a:pos x="319" y="219"/>
                  </a:cxn>
                  <a:cxn ang="0">
                    <a:pos x="307" y="214"/>
                  </a:cxn>
                </a:cxnLst>
                <a:rect l="0" t="0" r="r" b="b"/>
                <a:pathLst>
                  <a:path w="323" h="275">
                    <a:moveTo>
                      <a:pt x="53" y="27"/>
                    </a:moveTo>
                    <a:lnTo>
                      <a:pt x="15" y="2"/>
                    </a:lnTo>
                    <a:lnTo>
                      <a:pt x="15" y="2"/>
                    </a:lnTo>
                    <a:lnTo>
                      <a:pt x="9" y="0"/>
                    </a:lnTo>
                    <a:lnTo>
                      <a:pt x="4" y="0"/>
                    </a:lnTo>
                    <a:lnTo>
                      <a:pt x="0" y="4"/>
                    </a:lnTo>
                    <a:lnTo>
                      <a:pt x="0" y="11"/>
                    </a:lnTo>
                    <a:lnTo>
                      <a:pt x="0" y="62"/>
                    </a:lnTo>
                    <a:lnTo>
                      <a:pt x="0" y="62"/>
                    </a:lnTo>
                    <a:lnTo>
                      <a:pt x="0" y="67"/>
                    </a:lnTo>
                    <a:lnTo>
                      <a:pt x="4" y="71"/>
                    </a:lnTo>
                    <a:lnTo>
                      <a:pt x="9" y="71"/>
                    </a:lnTo>
                    <a:lnTo>
                      <a:pt x="15" y="69"/>
                    </a:lnTo>
                    <a:lnTo>
                      <a:pt x="53" y="45"/>
                    </a:lnTo>
                    <a:lnTo>
                      <a:pt x="53" y="45"/>
                    </a:lnTo>
                    <a:lnTo>
                      <a:pt x="58" y="40"/>
                    </a:lnTo>
                    <a:lnTo>
                      <a:pt x="60" y="36"/>
                    </a:lnTo>
                    <a:lnTo>
                      <a:pt x="58" y="31"/>
                    </a:lnTo>
                    <a:lnTo>
                      <a:pt x="53" y="27"/>
                    </a:lnTo>
                    <a:lnTo>
                      <a:pt x="53" y="27"/>
                    </a:lnTo>
                    <a:close/>
                    <a:moveTo>
                      <a:pt x="307" y="11"/>
                    </a:moveTo>
                    <a:lnTo>
                      <a:pt x="102" y="11"/>
                    </a:lnTo>
                    <a:lnTo>
                      <a:pt x="102" y="11"/>
                    </a:lnTo>
                    <a:lnTo>
                      <a:pt x="95" y="11"/>
                    </a:lnTo>
                    <a:lnTo>
                      <a:pt x="91" y="14"/>
                    </a:lnTo>
                    <a:lnTo>
                      <a:pt x="85" y="20"/>
                    </a:lnTo>
                    <a:lnTo>
                      <a:pt x="85" y="27"/>
                    </a:lnTo>
                    <a:lnTo>
                      <a:pt x="85" y="43"/>
                    </a:lnTo>
                    <a:lnTo>
                      <a:pt x="85" y="43"/>
                    </a:lnTo>
                    <a:lnTo>
                      <a:pt x="85" y="51"/>
                    </a:lnTo>
                    <a:lnTo>
                      <a:pt x="91" y="56"/>
                    </a:lnTo>
                    <a:lnTo>
                      <a:pt x="95" y="60"/>
                    </a:lnTo>
                    <a:lnTo>
                      <a:pt x="102" y="62"/>
                    </a:lnTo>
                    <a:lnTo>
                      <a:pt x="307" y="62"/>
                    </a:lnTo>
                    <a:lnTo>
                      <a:pt x="307" y="62"/>
                    </a:lnTo>
                    <a:lnTo>
                      <a:pt x="314" y="60"/>
                    </a:lnTo>
                    <a:lnTo>
                      <a:pt x="319" y="56"/>
                    </a:lnTo>
                    <a:lnTo>
                      <a:pt x="323" y="51"/>
                    </a:lnTo>
                    <a:lnTo>
                      <a:pt x="323" y="43"/>
                    </a:lnTo>
                    <a:lnTo>
                      <a:pt x="323" y="27"/>
                    </a:lnTo>
                    <a:lnTo>
                      <a:pt x="323" y="27"/>
                    </a:lnTo>
                    <a:lnTo>
                      <a:pt x="323" y="20"/>
                    </a:lnTo>
                    <a:lnTo>
                      <a:pt x="319" y="14"/>
                    </a:lnTo>
                    <a:lnTo>
                      <a:pt x="314" y="11"/>
                    </a:lnTo>
                    <a:lnTo>
                      <a:pt x="307" y="11"/>
                    </a:lnTo>
                    <a:lnTo>
                      <a:pt x="307" y="11"/>
                    </a:lnTo>
                    <a:close/>
                    <a:moveTo>
                      <a:pt x="15" y="172"/>
                    </a:moveTo>
                    <a:lnTo>
                      <a:pt x="53" y="147"/>
                    </a:lnTo>
                    <a:lnTo>
                      <a:pt x="53" y="147"/>
                    </a:lnTo>
                    <a:lnTo>
                      <a:pt x="58" y="143"/>
                    </a:lnTo>
                    <a:lnTo>
                      <a:pt x="60" y="138"/>
                    </a:lnTo>
                    <a:lnTo>
                      <a:pt x="58" y="134"/>
                    </a:lnTo>
                    <a:lnTo>
                      <a:pt x="53" y="130"/>
                    </a:lnTo>
                    <a:lnTo>
                      <a:pt x="15" y="112"/>
                    </a:lnTo>
                    <a:lnTo>
                      <a:pt x="15" y="112"/>
                    </a:lnTo>
                    <a:lnTo>
                      <a:pt x="9" y="111"/>
                    </a:lnTo>
                    <a:lnTo>
                      <a:pt x="4" y="111"/>
                    </a:lnTo>
                    <a:lnTo>
                      <a:pt x="0" y="114"/>
                    </a:lnTo>
                    <a:lnTo>
                      <a:pt x="0" y="121"/>
                    </a:lnTo>
                    <a:lnTo>
                      <a:pt x="0" y="163"/>
                    </a:lnTo>
                    <a:lnTo>
                      <a:pt x="0" y="163"/>
                    </a:lnTo>
                    <a:lnTo>
                      <a:pt x="0" y="170"/>
                    </a:lnTo>
                    <a:lnTo>
                      <a:pt x="4" y="172"/>
                    </a:lnTo>
                    <a:lnTo>
                      <a:pt x="9" y="174"/>
                    </a:lnTo>
                    <a:lnTo>
                      <a:pt x="15" y="172"/>
                    </a:lnTo>
                    <a:lnTo>
                      <a:pt x="15" y="172"/>
                    </a:lnTo>
                    <a:close/>
                    <a:moveTo>
                      <a:pt x="307" y="112"/>
                    </a:moveTo>
                    <a:lnTo>
                      <a:pt x="102" y="112"/>
                    </a:lnTo>
                    <a:lnTo>
                      <a:pt x="102" y="112"/>
                    </a:lnTo>
                    <a:lnTo>
                      <a:pt x="95" y="114"/>
                    </a:lnTo>
                    <a:lnTo>
                      <a:pt x="91" y="118"/>
                    </a:lnTo>
                    <a:lnTo>
                      <a:pt x="85" y="123"/>
                    </a:lnTo>
                    <a:lnTo>
                      <a:pt x="85" y="129"/>
                    </a:lnTo>
                    <a:lnTo>
                      <a:pt x="85" y="147"/>
                    </a:lnTo>
                    <a:lnTo>
                      <a:pt x="85" y="147"/>
                    </a:lnTo>
                    <a:lnTo>
                      <a:pt x="85" y="154"/>
                    </a:lnTo>
                    <a:lnTo>
                      <a:pt x="91" y="159"/>
                    </a:lnTo>
                    <a:lnTo>
                      <a:pt x="95" y="163"/>
                    </a:lnTo>
                    <a:lnTo>
                      <a:pt x="102" y="163"/>
                    </a:lnTo>
                    <a:lnTo>
                      <a:pt x="307" y="163"/>
                    </a:lnTo>
                    <a:lnTo>
                      <a:pt x="307" y="163"/>
                    </a:lnTo>
                    <a:lnTo>
                      <a:pt x="314" y="163"/>
                    </a:lnTo>
                    <a:lnTo>
                      <a:pt x="319" y="159"/>
                    </a:lnTo>
                    <a:lnTo>
                      <a:pt x="323" y="154"/>
                    </a:lnTo>
                    <a:lnTo>
                      <a:pt x="323" y="147"/>
                    </a:lnTo>
                    <a:lnTo>
                      <a:pt x="323" y="129"/>
                    </a:lnTo>
                    <a:lnTo>
                      <a:pt x="323" y="129"/>
                    </a:lnTo>
                    <a:lnTo>
                      <a:pt x="323" y="123"/>
                    </a:lnTo>
                    <a:lnTo>
                      <a:pt x="319" y="118"/>
                    </a:lnTo>
                    <a:lnTo>
                      <a:pt x="314" y="114"/>
                    </a:lnTo>
                    <a:lnTo>
                      <a:pt x="307" y="112"/>
                    </a:lnTo>
                    <a:lnTo>
                      <a:pt x="307" y="112"/>
                    </a:lnTo>
                    <a:close/>
                    <a:moveTo>
                      <a:pt x="53" y="232"/>
                    </a:moveTo>
                    <a:lnTo>
                      <a:pt x="15" y="207"/>
                    </a:lnTo>
                    <a:lnTo>
                      <a:pt x="15" y="207"/>
                    </a:lnTo>
                    <a:lnTo>
                      <a:pt x="9" y="205"/>
                    </a:lnTo>
                    <a:lnTo>
                      <a:pt x="4" y="205"/>
                    </a:lnTo>
                    <a:lnTo>
                      <a:pt x="0" y="208"/>
                    </a:lnTo>
                    <a:lnTo>
                      <a:pt x="0" y="214"/>
                    </a:lnTo>
                    <a:lnTo>
                      <a:pt x="0" y="266"/>
                    </a:lnTo>
                    <a:lnTo>
                      <a:pt x="0" y="266"/>
                    </a:lnTo>
                    <a:lnTo>
                      <a:pt x="0" y="272"/>
                    </a:lnTo>
                    <a:lnTo>
                      <a:pt x="4" y="275"/>
                    </a:lnTo>
                    <a:lnTo>
                      <a:pt x="9" y="275"/>
                    </a:lnTo>
                    <a:lnTo>
                      <a:pt x="15" y="274"/>
                    </a:lnTo>
                    <a:lnTo>
                      <a:pt x="53" y="250"/>
                    </a:lnTo>
                    <a:lnTo>
                      <a:pt x="53" y="250"/>
                    </a:lnTo>
                    <a:lnTo>
                      <a:pt x="58" y="245"/>
                    </a:lnTo>
                    <a:lnTo>
                      <a:pt x="60" y="241"/>
                    </a:lnTo>
                    <a:lnTo>
                      <a:pt x="58" y="236"/>
                    </a:lnTo>
                    <a:lnTo>
                      <a:pt x="53" y="232"/>
                    </a:lnTo>
                    <a:lnTo>
                      <a:pt x="53" y="232"/>
                    </a:lnTo>
                    <a:close/>
                    <a:moveTo>
                      <a:pt x="307" y="214"/>
                    </a:moveTo>
                    <a:lnTo>
                      <a:pt x="102" y="214"/>
                    </a:lnTo>
                    <a:lnTo>
                      <a:pt x="102" y="214"/>
                    </a:lnTo>
                    <a:lnTo>
                      <a:pt x="95" y="216"/>
                    </a:lnTo>
                    <a:lnTo>
                      <a:pt x="91" y="219"/>
                    </a:lnTo>
                    <a:lnTo>
                      <a:pt x="85" y="225"/>
                    </a:lnTo>
                    <a:lnTo>
                      <a:pt x="85" y="232"/>
                    </a:lnTo>
                    <a:lnTo>
                      <a:pt x="85" y="248"/>
                    </a:lnTo>
                    <a:lnTo>
                      <a:pt x="85" y="248"/>
                    </a:lnTo>
                    <a:lnTo>
                      <a:pt x="85" y="256"/>
                    </a:lnTo>
                    <a:lnTo>
                      <a:pt x="91" y="261"/>
                    </a:lnTo>
                    <a:lnTo>
                      <a:pt x="95" y="265"/>
                    </a:lnTo>
                    <a:lnTo>
                      <a:pt x="102" y="266"/>
                    </a:lnTo>
                    <a:lnTo>
                      <a:pt x="307" y="266"/>
                    </a:lnTo>
                    <a:lnTo>
                      <a:pt x="307" y="266"/>
                    </a:lnTo>
                    <a:lnTo>
                      <a:pt x="314" y="265"/>
                    </a:lnTo>
                    <a:lnTo>
                      <a:pt x="319" y="261"/>
                    </a:lnTo>
                    <a:lnTo>
                      <a:pt x="323" y="256"/>
                    </a:lnTo>
                    <a:lnTo>
                      <a:pt x="323" y="248"/>
                    </a:lnTo>
                    <a:lnTo>
                      <a:pt x="323" y="232"/>
                    </a:lnTo>
                    <a:lnTo>
                      <a:pt x="323" y="232"/>
                    </a:lnTo>
                    <a:lnTo>
                      <a:pt x="323" y="225"/>
                    </a:lnTo>
                    <a:lnTo>
                      <a:pt x="319" y="219"/>
                    </a:lnTo>
                    <a:lnTo>
                      <a:pt x="314" y="216"/>
                    </a:lnTo>
                    <a:lnTo>
                      <a:pt x="307" y="214"/>
                    </a:lnTo>
                    <a:lnTo>
                      <a:pt x="307" y="214"/>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grpSp>
        <p:nvGrpSpPr>
          <p:cNvPr id="16" name="Group 72"/>
          <p:cNvGrpSpPr/>
          <p:nvPr/>
        </p:nvGrpSpPr>
        <p:grpSpPr>
          <a:xfrm>
            <a:off x="6770332" y="2183483"/>
            <a:ext cx="1945926" cy="3493725"/>
            <a:chOff x="5077748" y="1637612"/>
            <a:chExt cx="1459444" cy="2620294"/>
          </a:xfrm>
        </p:grpSpPr>
        <p:sp>
          <p:nvSpPr>
            <p:cNvPr id="17" name="Oval 16"/>
            <p:cNvSpPr/>
            <p:nvPr/>
          </p:nvSpPr>
          <p:spPr>
            <a:xfrm>
              <a:off x="5183120"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9" name="Straight Connector 38"/>
            <p:cNvCxnSpPr/>
            <p:nvPr/>
          </p:nvCxnSpPr>
          <p:spPr>
            <a:xfrm rot="16200000" flipH="1">
              <a:off x="4409107"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0" name="Rectangle 49"/>
            <p:cNvSpPr/>
            <p:nvPr/>
          </p:nvSpPr>
          <p:spPr>
            <a:xfrm>
              <a:off x="5331726" y="2428874"/>
              <a:ext cx="1205466" cy="1685077"/>
            </a:xfrm>
            <a:prstGeom prst="rect">
              <a:avLst/>
            </a:prstGeom>
          </p:spPr>
          <p:txBody>
            <a:bodyPr wrap="square">
              <a:spAutoFit/>
            </a:bodyPr>
            <a:lstStyle/>
            <a:p>
              <a:pPr fontAlgn="auto">
                <a:spcBef>
                  <a:spcPts val="0"/>
                </a:spcBef>
                <a:spcAft>
                  <a:spcPts val="0"/>
                </a:spcAft>
              </a:pPr>
              <a:r>
                <a:rPr lang="ar-SA" sz="2800" b="1" dirty="0"/>
                <a:t>الاستفادة من المواقع التربوية الموجودة على الشبكة.</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0" name="Group 63"/>
            <p:cNvGrpSpPr/>
            <p:nvPr/>
          </p:nvGrpSpPr>
          <p:grpSpPr>
            <a:xfrm>
              <a:off x="5077748" y="1637612"/>
              <a:ext cx="418280" cy="418280"/>
              <a:chOff x="5077748" y="1637612"/>
              <a:chExt cx="418280" cy="418280"/>
            </a:xfrm>
          </p:grpSpPr>
          <p:sp>
            <p:nvSpPr>
              <p:cNvPr id="38" name="Teardrop 37"/>
              <p:cNvSpPr/>
              <p:nvPr/>
            </p:nvSpPr>
            <p:spPr>
              <a:xfrm rot="8100000">
                <a:off x="5077748" y="1637612"/>
                <a:ext cx="418280" cy="418280"/>
              </a:xfrm>
              <a:prstGeom prst="teardrop">
                <a:avLst>
                  <a:gd name="adj" fmla="val 13161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5" name="Freeform 100"/>
              <p:cNvSpPr>
                <a:spLocks/>
              </p:cNvSpPr>
              <p:nvPr/>
            </p:nvSpPr>
            <p:spPr bwMode="auto">
              <a:xfrm>
                <a:off x="5169641" y="1770740"/>
                <a:ext cx="176324" cy="198674"/>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grpSp>
        <p:nvGrpSpPr>
          <p:cNvPr id="23" name="Group 71"/>
          <p:cNvGrpSpPr/>
          <p:nvPr/>
        </p:nvGrpSpPr>
        <p:grpSpPr>
          <a:xfrm>
            <a:off x="4542914" y="3221340"/>
            <a:ext cx="2164939" cy="2418455"/>
            <a:chOff x="3506811" y="2444065"/>
            <a:chExt cx="1623704" cy="1813841"/>
          </a:xfrm>
        </p:grpSpPr>
        <p:sp>
          <p:nvSpPr>
            <p:cNvPr id="15" name="Oval 14"/>
            <p:cNvSpPr/>
            <p:nvPr/>
          </p:nvSpPr>
          <p:spPr>
            <a:xfrm>
              <a:off x="3611484"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5" name="Straight Connector 34"/>
            <p:cNvCxnSpPr/>
            <p:nvPr/>
          </p:nvCxnSpPr>
          <p:spPr>
            <a:xfrm rot="5400000">
              <a:off x="3251191" y="3584212"/>
              <a:ext cx="928694"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8" name="Rectangle 47"/>
            <p:cNvSpPr/>
            <p:nvPr/>
          </p:nvSpPr>
          <p:spPr>
            <a:xfrm>
              <a:off x="3872722" y="2842697"/>
              <a:ext cx="1257793" cy="1361911"/>
            </a:xfrm>
            <a:prstGeom prst="rect">
              <a:avLst/>
            </a:prstGeom>
          </p:spPr>
          <p:txBody>
            <a:bodyPr wrap="square">
              <a:spAutoFit/>
            </a:bodyPr>
            <a:lstStyle/>
            <a:p>
              <a:pPr algn="r" rtl="1" fontAlgn="auto">
                <a:spcBef>
                  <a:spcPts val="0"/>
                </a:spcBef>
                <a:spcAft>
                  <a:spcPts val="0"/>
                </a:spcAft>
              </a:pPr>
              <a:r>
                <a:rPr lang="ar-SA" sz="2800" b="1" dirty="0"/>
                <a:t>المشاركة في المنتديات التربوية مثل </a:t>
              </a:r>
              <a:r>
                <a:rPr lang="en-US" sz="2800" b="1" dirty="0"/>
                <a:t>Iearn</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8" name="Group 62"/>
            <p:cNvGrpSpPr/>
            <p:nvPr/>
          </p:nvGrpSpPr>
          <p:grpSpPr>
            <a:xfrm>
              <a:off x="3506811" y="2444065"/>
              <a:ext cx="418280" cy="418280"/>
              <a:chOff x="3506811" y="2444065"/>
              <a:chExt cx="418280" cy="418280"/>
            </a:xfrm>
          </p:grpSpPr>
          <p:sp>
            <p:nvSpPr>
              <p:cNvPr id="34" name="Teardrop 33"/>
              <p:cNvSpPr/>
              <p:nvPr/>
            </p:nvSpPr>
            <p:spPr>
              <a:xfrm rot="8100000">
                <a:off x="3506811" y="2444065"/>
                <a:ext cx="418280" cy="418280"/>
              </a:xfrm>
              <a:prstGeom prst="teardrop">
                <a:avLst>
                  <a:gd name="adj" fmla="val 13161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6" name="Freeform 103"/>
              <p:cNvSpPr>
                <a:spLocks/>
              </p:cNvSpPr>
              <p:nvPr/>
            </p:nvSpPr>
            <p:spPr bwMode="auto">
              <a:xfrm>
                <a:off x="3628143" y="2604458"/>
                <a:ext cx="187500" cy="166390"/>
              </a:xfrm>
              <a:custGeom>
                <a:avLst/>
                <a:gdLst/>
                <a:ahLst/>
                <a:cxnLst>
                  <a:cxn ang="0">
                    <a:pos x="300" y="79"/>
                  </a:cxn>
                  <a:cxn ang="0">
                    <a:pos x="220" y="1"/>
                  </a:cxn>
                  <a:cxn ang="0">
                    <a:pos x="220" y="1"/>
                  </a:cxn>
                  <a:cxn ang="0">
                    <a:pos x="218" y="0"/>
                  </a:cxn>
                  <a:cxn ang="0">
                    <a:pos x="218" y="0"/>
                  </a:cxn>
                  <a:cxn ang="0">
                    <a:pos x="216" y="3"/>
                  </a:cxn>
                  <a:cxn ang="0">
                    <a:pos x="216" y="47"/>
                  </a:cxn>
                  <a:cxn ang="0">
                    <a:pos x="216" y="47"/>
                  </a:cxn>
                  <a:cxn ang="0">
                    <a:pos x="200" y="49"/>
                  </a:cxn>
                  <a:cxn ang="0">
                    <a:pos x="185" y="50"/>
                  </a:cxn>
                  <a:cxn ang="0">
                    <a:pos x="155" y="56"/>
                  </a:cxn>
                  <a:cxn ang="0">
                    <a:pos x="127" y="67"/>
                  </a:cxn>
                  <a:cxn ang="0">
                    <a:pos x="102" y="81"/>
                  </a:cxn>
                  <a:cxn ang="0">
                    <a:pos x="102" y="81"/>
                  </a:cxn>
                  <a:cxn ang="0">
                    <a:pos x="87" y="90"/>
                  </a:cxn>
                  <a:cxn ang="0">
                    <a:pos x="75" y="101"/>
                  </a:cxn>
                  <a:cxn ang="0">
                    <a:pos x="62" y="114"/>
                  </a:cxn>
                  <a:cxn ang="0">
                    <a:pos x="49" y="127"/>
                  </a:cxn>
                  <a:cxn ang="0">
                    <a:pos x="49" y="127"/>
                  </a:cxn>
                  <a:cxn ang="0">
                    <a:pos x="39" y="141"/>
                  </a:cxn>
                  <a:cxn ang="0">
                    <a:pos x="29" y="157"/>
                  </a:cxn>
                  <a:cxn ang="0">
                    <a:pos x="20" y="172"/>
                  </a:cxn>
                  <a:cxn ang="0">
                    <a:pos x="15" y="190"/>
                  </a:cxn>
                  <a:cxn ang="0">
                    <a:pos x="10" y="206"/>
                  </a:cxn>
                  <a:cxn ang="0">
                    <a:pos x="4" y="224"/>
                  </a:cxn>
                  <a:cxn ang="0">
                    <a:pos x="2" y="244"/>
                  </a:cxn>
                  <a:cxn ang="0">
                    <a:pos x="0" y="263"/>
                  </a:cxn>
                  <a:cxn ang="0">
                    <a:pos x="0" y="263"/>
                  </a:cxn>
                  <a:cxn ang="0">
                    <a:pos x="2" y="266"/>
                  </a:cxn>
                  <a:cxn ang="0">
                    <a:pos x="4" y="266"/>
                  </a:cxn>
                  <a:cxn ang="0">
                    <a:pos x="64" y="266"/>
                  </a:cxn>
                  <a:cxn ang="0">
                    <a:pos x="64" y="266"/>
                  </a:cxn>
                  <a:cxn ang="0">
                    <a:pos x="66" y="266"/>
                  </a:cxn>
                  <a:cxn ang="0">
                    <a:pos x="66" y="266"/>
                  </a:cxn>
                  <a:cxn ang="0">
                    <a:pos x="66" y="263"/>
                  </a:cxn>
                  <a:cxn ang="0">
                    <a:pos x="66" y="263"/>
                  </a:cxn>
                  <a:cxn ang="0">
                    <a:pos x="68" y="250"/>
                  </a:cxn>
                  <a:cxn ang="0">
                    <a:pos x="69" y="237"/>
                  </a:cxn>
                  <a:cxn ang="0">
                    <a:pos x="71" y="223"/>
                  </a:cxn>
                  <a:cxn ang="0">
                    <a:pos x="77" y="212"/>
                  </a:cxn>
                  <a:cxn ang="0">
                    <a:pos x="80" y="199"/>
                  </a:cxn>
                  <a:cxn ang="0">
                    <a:pos x="87" y="188"/>
                  </a:cxn>
                  <a:cxn ang="0">
                    <a:pos x="102" y="166"/>
                  </a:cxn>
                  <a:cxn ang="0">
                    <a:pos x="102" y="166"/>
                  </a:cxn>
                  <a:cxn ang="0">
                    <a:pos x="113" y="154"/>
                  </a:cxn>
                  <a:cxn ang="0">
                    <a:pos x="126" y="145"/>
                  </a:cxn>
                  <a:cxn ang="0">
                    <a:pos x="138" y="134"/>
                  </a:cxn>
                  <a:cxn ang="0">
                    <a:pos x="153" y="127"/>
                  </a:cxn>
                  <a:cxn ang="0">
                    <a:pos x="153" y="127"/>
                  </a:cxn>
                  <a:cxn ang="0">
                    <a:pos x="167" y="121"/>
                  </a:cxn>
                  <a:cxn ang="0">
                    <a:pos x="184" y="116"/>
                  </a:cxn>
                  <a:cxn ang="0">
                    <a:pos x="198" y="114"/>
                  </a:cxn>
                  <a:cxn ang="0">
                    <a:pos x="216" y="112"/>
                  </a:cxn>
                  <a:cxn ang="0">
                    <a:pos x="216" y="161"/>
                  </a:cxn>
                  <a:cxn ang="0">
                    <a:pos x="216" y="161"/>
                  </a:cxn>
                  <a:cxn ang="0">
                    <a:pos x="218" y="165"/>
                  </a:cxn>
                  <a:cxn ang="0">
                    <a:pos x="218" y="165"/>
                  </a:cxn>
                  <a:cxn ang="0">
                    <a:pos x="220" y="165"/>
                  </a:cxn>
                  <a:cxn ang="0">
                    <a:pos x="300" y="85"/>
                  </a:cxn>
                  <a:cxn ang="0">
                    <a:pos x="300" y="85"/>
                  </a:cxn>
                  <a:cxn ang="0">
                    <a:pos x="301" y="83"/>
                  </a:cxn>
                  <a:cxn ang="0">
                    <a:pos x="300" y="79"/>
                  </a:cxn>
                  <a:cxn ang="0">
                    <a:pos x="300" y="79"/>
                  </a:cxn>
                </a:cxnLst>
                <a:rect l="0" t="0" r="r" b="b"/>
                <a:pathLst>
                  <a:path w="301" h="266">
                    <a:moveTo>
                      <a:pt x="300" y="79"/>
                    </a:moveTo>
                    <a:lnTo>
                      <a:pt x="220" y="1"/>
                    </a:lnTo>
                    <a:lnTo>
                      <a:pt x="220" y="1"/>
                    </a:lnTo>
                    <a:lnTo>
                      <a:pt x="218" y="0"/>
                    </a:lnTo>
                    <a:lnTo>
                      <a:pt x="218" y="0"/>
                    </a:lnTo>
                    <a:lnTo>
                      <a:pt x="216" y="3"/>
                    </a:lnTo>
                    <a:lnTo>
                      <a:pt x="216" y="47"/>
                    </a:lnTo>
                    <a:lnTo>
                      <a:pt x="216" y="47"/>
                    </a:lnTo>
                    <a:lnTo>
                      <a:pt x="200" y="49"/>
                    </a:lnTo>
                    <a:lnTo>
                      <a:pt x="185" y="50"/>
                    </a:lnTo>
                    <a:lnTo>
                      <a:pt x="155" y="56"/>
                    </a:lnTo>
                    <a:lnTo>
                      <a:pt x="127" y="67"/>
                    </a:lnTo>
                    <a:lnTo>
                      <a:pt x="102" y="81"/>
                    </a:lnTo>
                    <a:lnTo>
                      <a:pt x="102" y="81"/>
                    </a:lnTo>
                    <a:lnTo>
                      <a:pt x="87" y="90"/>
                    </a:lnTo>
                    <a:lnTo>
                      <a:pt x="75" y="101"/>
                    </a:lnTo>
                    <a:lnTo>
                      <a:pt x="62" y="114"/>
                    </a:lnTo>
                    <a:lnTo>
                      <a:pt x="49" y="127"/>
                    </a:lnTo>
                    <a:lnTo>
                      <a:pt x="49" y="127"/>
                    </a:lnTo>
                    <a:lnTo>
                      <a:pt x="39" y="141"/>
                    </a:lnTo>
                    <a:lnTo>
                      <a:pt x="29" y="157"/>
                    </a:lnTo>
                    <a:lnTo>
                      <a:pt x="20" y="172"/>
                    </a:lnTo>
                    <a:lnTo>
                      <a:pt x="15" y="190"/>
                    </a:lnTo>
                    <a:lnTo>
                      <a:pt x="10" y="206"/>
                    </a:lnTo>
                    <a:lnTo>
                      <a:pt x="4" y="224"/>
                    </a:lnTo>
                    <a:lnTo>
                      <a:pt x="2" y="244"/>
                    </a:lnTo>
                    <a:lnTo>
                      <a:pt x="0" y="263"/>
                    </a:lnTo>
                    <a:lnTo>
                      <a:pt x="0" y="263"/>
                    </a:lnTo>
                    <a:lnTo>
                      <a:pt x="2" y="266"/>
                    </a:lnTo>
                    <a:lnTo>
                      <a:pt x="4" y="266"/>
                    </a:lnTo>
                    <a:lnTo>
                      <a:pt x="64" y="266"/>
                    </a:lnTo>
                    <a:lnTo>
                      <a:pt x="64" y="266"/>
                    </a:lnTo>
                    <a:lnTo>
                      <a:pt x="66" y="266"/>
                    </a:lnTo>
                    <a:lnTo>
                      <a:pt x="66" y="266"/>
                    </a:lnTo>
                    <a:lnTo>
                      <a:pt x="66" y="263"/>
                    </a:lnTo>
                    <a:lnTo>
                      <a:pt x="66" y="263"/>
                    </a:lnTo>
                    <a:lnTo>
                      <a:pt x="68" y="250"/>
                    </a:lnTo>
                    <a:lnTo>
                      <a:pt x="69" y="237"/>
                    </a:lnTo>
                    <a:lnTo>
                      <a:pt x="71" y="223"/>
                    </a:lnTo>
                    <a:lnTo>
                      <a:pt x="77" y="212"/>
                    </a:lnTo>
                    <a:lnTo>
                      <a:pt x="80" y="199"/>
                    </a:lnTo>
                    <a:lnTo>
                      <a:pt x="87" y="188"/>
                    </a:lnTo>
                    <a:lnTo>
                      <a:pt x="102" y="166"/>
                    </a:lnTo>
                    <a:lnTo>
                      <a:pt x="102" y="166"/>
                    </a:lnTo>
                    <a:lnTo>
                      <a:pt x="113" y="154"/>
                    </a:lnTo>
                    <a:lnTo>
                      <a:pt x="126" y="145"/>
                    </a:lnTo>
                    <a:lnTo>
                      <a:pt x="138" y="134"/>
                    </a:lnTo>
                    <a:lnTo>
                      <a:pt x="153" y="127"/>
                    </a:lnTo>
                    <a:lnTo>
                      <a:pt x="153" y="127"/>
                    </a:lnTo>
                    <a:lnTo>
                      <a:pt x="167" y="121"/>
                    </a:lnTo>
                    <a:lnTo>
                      <a:pt x="184" y="116"/>
                    </a:lnTo>
                    <a:lnTo>
                      <a:pt x="198" y="114"/>
                    </a:lnTo>
                    <a:lnTo>
                      <a:pt x="216" y="112"/>
                    </a:lnTo>
                    <a:lnTo>
                      <a:pt x="216" y="161"/>
                    </a:lnTo>
                    <a:lnTo>
                      <a:pt x="216" y="161"/>
                    </a:lnTo>
                    <a:lnTo>
                      <a:pt x="218" y="165"/>
                    </a:lnTo>
                    <a:lnTo>
                      <a:pt x="218" y="165"/>
                    </a:lnTo>
                    <a:lnTo>
                      <a:pt x="220" y="165"/>
                    </a:lnTo>
                    <a:lnTo>
                      <a:pt x="300" y="85"/>
                    </a:lnTo>
                    <a:lnTo>
                      <a:pt x="300" y="85"/>
                    </a:lnTo>
                    <a:lnTo>
                      <a:pt x="301" y="83"/>
                    </a:lnTo>
                    <a:lnTo>
                      <a:pt x="300" y="79"/>
                    </a:lnTo>
                    <a:lnTo>
                      <a:pt x="300" y="7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grpSp>
        <p:nvGrpSpPr>
          <p:cNvPr id="29" name="Group 73"/>
          <p:cNvGrpSpPr/>
          <p:nvPr/>
        </p:nvGrpSpPr>
        <p:grpSpPr>
          <a:xfrm>
            <a:off x="8866777" y="3258753"/>
            <a:ext cx="1986841" cy="2418455"/>
            <a:chOff x="6650083" y="2444065"/>
            <a:chExt cx="1490131" cy="1813841"/>
          </a:xfrm>
        </p:grpSpPr>
        <p:sp>
          <p:nvSpPr>
            <p:cNvPr id="19" name="Oval 18"/>
            <p:cNvSpPr/>
            <p:nvPr/>
          </p:nvSpPr>
          <p:spPr>
            <a:xfrm>
              <a:off x="6754756"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25" name="Straight Connector 24"/>
            <p:cNvCxnSpPr/>
            <p:nvPr/>
          </p:nvCxnSpPr>
          <p:spPr>
            <a:xfrm rot="5400000">
              <a:off x="6394463" y="3584212"/>
              <a:ext cx="928694"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a:xfrm>
              <a:off x="7000890" y="2852913"/>
              <a:ext cx="1139324" cy="1038746"/>
            </a:xfrm>
            <a:prstGeom prst="rect">
              <a:avLst/>
            </a:prstGeom>
          </p:spPr>
          <p:txBody>
            <a:bodyPr wrap="square">
              <a:spAutoFit/>
            </a:bodyPr>
            <a:lstStyle/>
            <a:p>
              <a:pPr fontAlgn="auto">
                <a:spcBef>
                  <a:spcPts val="0"/>
                </a:spcBef>
                <a:spcAft>
                  <a:spcPts val="0"/>
                </a:spcAft>
              </a:pPr>
              <a:r>
                <a:rPr lang="ar-SA" sz="2800" b="1" dirty="0"/>
                <a:t>مشروع المدرسة الإلكترونية</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31" name="Group 64"/>
            <p:cNvGrpSpPr/>
            <p:nvPr/>
          </p:nvGrpSpPr>
          <p:grpSpPr>
            <a:xfrm>
              <a:off x="6650083" y="2444065"/>
              <a:ext cx="418280" cy="418280"/>
              <a:chOff x="6650083" y="2444065"/>
              <a:chExt cx="418280" cy="418280"/>
            </a:xfrm>
          </p:grpSpPr>
          <p:sp>
            <p:nvSpPr>
              <p:cNvPr id="22" name="Teardrop 21"/>
              <p:cNvSpPr/>
              <p:nvPr/>
            </p:nvSpPr>
            <p:spPr>
              <a:xfrm rot="8100000">
                <a:off x="6650083" y="2444065"/>
                <a:ext cx="418280" cy="418280"/>
              </a:xfrm>
              <a:prstGeom prst="teardrop">
                <a:avLst>
                  <a:gd name="adj" fmla="val 13161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nvGrpSpPr>
              <p:cNvPr id="32" name="Group 58"/>
              <p:cNvGrpSpPr/>
              <p:nvPr/>
            </p:nvGrpSpPr>
            <p:grpSpPr>
              <a:xfrm>
                <a:off x="6760454" y="2563811"/>
                <a:ext cx="188740" cy="250826"/>
                <a:chOff x="8429652" y="3143254"/>
                <a:chExt cx="241300" cy="320675"/>
              </a:xfrm>
              <a:solidFill>
                <a:schemeClr val="bg1"/>
              </a:solidFill>
            </p:grpSpPr>
            <p:sp>
              <p:nvSpPr>
                <p:cNvPr id="57" name="Freeform 108"/>
                <p:cNvSpPr>
                  <a:spLocks noEditPoints="1"/>
                </p:cNvSpPr>
                <p:nvPr/>
              </p:nvSpPr>
              <p:spPr bwMode="auto">
                <a:xfrm>
                  <a:off x="8429652" y="3143254"/>
                  <a:ext cx="241300" cy="320675"/>
                </a:xfrm>
                <a:custGeom>
                  <a:avLst/>
                  <a:gdLst/>
                  <a:ahLst/>
                  <a:cxnLst>
                    <a:cxn ang="0">
                      <a:pos x="136" y="2"/>
                    </a:cxn>
                    <a:cxn ang="0">
                      <a:pos x="92" y="13"/>
                    </a:cxn>
                    <a:cxn ang="0">
                      <a:pos x="56" y="35"/>
                    </a:cxn>
                    <a:cxn ang="0">
                      <a:pos x="25" y="67"/>
                    </a:cxn>
                    <a:cxn ang="0">
                      <a:pos x="7" y="107"/>
                    </a:cxn>
                    <a:cxn ang="0">
                      <a:pos x="0" y="153"/>
                    </a:cxn>
                    <a:cxn ang="0">
                      <a:pos x="5" y="187"/>
                    </a:cxn>
                    <a:cxn ang="0">
                      <a:pos x="25" y="236"/>
                    </a:cxn>
                    <a:cxn ang="0">
                      <a:pos x="63" y="274"/>
                    </a:cxn>
                    <a:cxn ang="0">
                      <a:pos x="69" y="278"/>
                    </a:cxn>
                    <a:cxn ang="0">
                      <a:pos x="76" y="301"/>
                    </a:cxn>
                    <a:cxn ang="0">
                      <a:pos x="76" y="354"/>
                    </a:cxn>
                    <a:cxn ang="0">
                      <a:pos x="83" y="372"/>
                    </a:cxn>
                    <a:cxn ang="0">
                      <a:pos x="140" y="401"/>
                    </a:cxn>
                    <a:cxn ang="0">
                      <a:pos x="150" y="405"/>
                    </a:cxn>
                    <a:cxn ang="0">
                      <a:pos x="214" y="376"/>
                    </a:cxn>
                    <a:cxn ang="0">
                      <a:pos x="225" y="367"/>
                    </a:cxn>
                    <a:cxn ang="0">
                      <a:pos x="228" y="303"/>
                    </a:cxn>
                    <a:cxn ang="0">
                      <a:pos x="230" y="289"/>
                    </a:cxn>
                    <a:cxn ang="0">
                      <a:pos x="243" y="270"/>
                    </a:cxn>
                    <a:cxn ang="0">
                      <a:pos x="261" y="256"/>
                    </a:cxn>
                    <a:cxn ang="0">
                      <a:pos x="288" y="216"/>
                    </a:cxn>
                    <a:cxn ang="0">
                      <a:pos x="301" y="169"/>
                    </a:cxn>
                    <a:cxn ang="0">
                      <a:pos x="301" y="136"/>
                    </a:cxn>
                    <a:cxn ang="0">
                      <a:pos x="290" y="93"/>
                    </a:cxn>
                    <a:cxn ang="0">
                      <a:pos x="268" y="57"/>
                    </a:cxn>
                    <a:cxn ang="0">
                      <a:pos x="236" y="28"/>
                    </a:cxn>
                    <a:cxn ang="0">
                      <a:pos x="196" y="8"/>
                    </a:cxn>
                    <a:cxn ang="0">
                      <a:pos x="150" y="0"/>
                    </a:cxn>
                    <a:cxn ang="0">
                      <a:pos x="100" y="354"/>
                    </a:cxn>
                    <a:cxn ang="0">
                      <a:pos x="203" y="303"/>
                    </a:cxn>
                    <a:cxn ang="0">
                      <a:pos x="100" y="303"/>
                    </a:cxn>
                    <a:cxn ang="0">
                      <a:pos x="203" y="303"/>
                    </a:cxn>
                    <a:cxn ang="0">
                      <a:pos x="230" y="249"/>
                    </a:cxn>
                    <a:cxn ang="0">
                      <a:pos x="210" y="270"/>
                    </a:cxn>
                    <a:cxn ang="0">
                      <a:pos x="96" y="278"/>
                    </a:cxn>
                    <a:cxn ang="0">
                      <a:pos x="85" y="260"/>
                    </a:cxn>
                    <a:cxn ang="0">
                      <a:pos x="67" y="245"/>
                    </a:cxn>
                    <a:cxn ang="0">
                      <a:pos x="40" y="211"/>
                    </a:cxn>
                    <a:cxn ang="0">
                      <a:pos x="27" y="167"/>
                    </a:cxn>
                    <a:cxn ang="0">
                      <a:pos x="25" y="140"/>
                    </a:cxn>
                    <a:cxn ang="0">
                      <a:pos x="36" y="104"/>
                    </a:cxn>
                    <a:cxn ang="0">
                      <a:pos x="54" y="71"/>
                    </a:cxn>
                    <a:cxn ang="0">
                      <a:pos x="82" y="47"/>
                    </a:cxn>
                    <a:cxn ang="0">
                      <a:pos x="114" y="31"/>
                    </a:cxn>
                    <a:cxn ang="0">
                      <a:pos x="150" y="26"/>
                    </a:cxn>
                    <a:cxn ang="0">
                      <a:pos x="176" y="29"/>
                    </a:cxn>
                    <a:cxn ang="0">
                      <a:pos x="212" y="42"/>
                    </a:cxn>
                    <a:cxn ang="0">
                      <a:pos x="239" y="64"/>
                    </a:cxn>
                    <a:cxn ang="0">
                      <a:pos x="261" y="93"/>
                    </a:cxn>
                    <a:cxn ang="0">
                      <a:pos x="274" y="127"/>
                    </a:cxn>
                    <a:cxn ang="0">
                      <a:pos x="277" y="153"/>
                    </a:cxn>
                    <a:cxn ang="0">
                      <a:pos x="270" y="192"/>
                    </a:cxn>
                    <a:cxn ang="0">
                      <a:pos x="250" y="229"/>
                    </a:cxn>
                    <a:cxn ang="0">
                      <a:pos x="232" y="249"/>
                    </a:cxn>
                  </a:cxnLst>
                  <a:rect l="0" t="0" r="r" b="b"/>
                  <a:pathLst>
                    <a:path w="303" h="405">
                      <a:moveTo>
                        <a:pt x="150" y="0"/>
                      </a:moveTo>
                      <a:lnTo>
                        <a:pt x="150" y="0"/>
                      </a:lnTo>
                      <a:lnTo>
                        <a:pt x="136" y="2"/>
                      </a:lnTo>
                      <a:lnTo>
                        <a:pt x="121" y="4"/>
                      </a:lnTo>
                      <a:lnTo>
                        <a:pt x="107" y="8"/>
                      </a:lnTo>
                      <a:lnTo>
                        <a:pt x="92" y="13"/>
                      </a:lnTo>
                      <a:lnTo>
                        <a:pt x="80" y="18"/>
                      </a:lnTo>
                      <a:lnTo>
                        <a:pt x="67" y="28"/>
                      </a:lnTo>
                      <a:lnTo>
                        <a:pt x="56" y="35"/>
                      </a:lnTo>
                      <a:lnTo>
                        <a:pt x="45" y="46"/>
                      </a:lnTo>
                      <a:lnTo>
                        <a:pt x="34" y="57"/>
                      </a:lnTo>
                      <a:lnTo>
                        <a:pt x="25" y="67"/>
                      </a:lnTo>
                      <a:lnTo>
                        <a:pt x="18" y="80"/>
                      </a:lnTo>
                      <a:lnTo>
                        <a:pt x="13" y="93"/>
                      </a:lnTo>
                      <a:lnTo>
                        <a:pt x="7" y="107"/>
                      </a:lnTo>
                      <a:lnTo>
                        <a:pt x="4" y="122"/>
                      </a:lnTo>
                      <a:lnTo>
                        <a:pt x="2" y="136"/>
                      </a:lnTo>
                      <a:lnTo>
                        <a:pt x="0" y="153"/>
                      </a:lnTo>
                      <a:lnTo>
                        <a:pt x="0" y="153"/>
                      </a:lnTo>
                      <a:lnTo>
                        <a:pt x="2" y="171"/>
                      </a:lnTo>
                      <a:lnTo>
                        <a:pt x="5" y="187"/>
                      </a:lnTo>
                      <a:lnTo>
                        <a:pt x="9" y="205"/>
                      </a:lnTo>
                      <a:lnTo>
                        <a:pt x="16" y="221"/>
                      </a:lnTo>
                      <a:lnTo>
                        <a:pt x="25" y="236"/>
                      </a:lnTo>
                      <a:lnTo>
                        <a:pt x="36" y="251"/>
                      </a:lnTo>
                      <a:lnTo>
                        <a:pt x="49" y="263"/>
                      </a:lnTo>
                      <a:lnTo>
                        <a:pt x="63" y="274"/>
                      </a:lnTo>
                      <a:lnTo>
                        <a:pt x="65" y="276"/>
                      </a:lnTo>
                      <a:lnTo>
                        <a:pt x="65" y="276"/>
                      </a:lnTo>
                      <a:lnTo>
                        <a:pt x="69" y="278"/>
                      </a:lnTo>
                      <a:lnTo>
                        <a:pt x="71" y="281"/>
                      </a:lnTo>
                      <a:lnTo>
                        <a:pt x="74" y="290"/>
                      </a:lnTo>
                      <a:lnTo>
                        <a:pt x="76" y="301"/>
                      </a:lnTo>
                      <a:lnTo>
                        <a:pt x="76" y="303"/>
                      </a:lnTo>
                      <a:lnTo>
                        <a:pt x="76" y="354"/>
                      </a:lnTo>
                      <a:lnTo>
                        <a:pt x="76" y="354"/>
                      </a:lnTo>
                      <a:lnTo>
                        <a:pt x="76" y="359"/>
                      </a:lnTo>
                      <a:lnTo>
                        <a:pt x="80" y="367"/>
                      </a:lnTo>
                      <a:lnTo>
                        <a:pt x="83" y="372"/>
                      </a:lnTo>
                      <a:lnTo>
                        <a:pt x="89" y="376"/>
                      </a:lnTo>
                      <a:lnTo>
                        <a:pt x="140" y="401"/>
                      </a:lnTo>
                      <a:lnTo>
                        <a:pt x="140" y="401"/>
                      </a:lnTo>
                      <a:lnTo>
                        <a:pt x="145" y="403"/>
                      </a:lnTo>
                      <a:lnTo>
                        <a:pt x="150" y="405"/>
                      </a:lnTo>
                      <a:lnTo>
                        <a:pt x="150" y="405"/>
                      </a:lnTo>
                      <a:lnTo>
                        <a:pt x="158" y="403"/>
                      </a:lnTo>
                      <a:lnTo>
                        <a:pt x="163" y="401"/>
                      </a:lnTo>
                      <a:lnTo>
                        <a:pt x="214" y="376"/>
                      </a:lnTo>
                      <a:lnTo>
                        <a:pt x="214" y="376"/>
                      </a:lnTo>
                      <a:lnTo>
                        <a:pt x="219" y="372"/>
                      </a:lnTo>
                      <a:lnTo>
                        <a:pt x="225" y="367"/>
                      </a:lnTo>
                      <a:lnTo>
                        <a:pt x="227" y="359"/>
                      </a:lnTo>
                      <a:lnTo>
                        <a:pt x="228" y="354"/>
                      </a:lnTo>
                      <a:lnTo>
                        <a:pt x="228" y="303"/>
                      </a:lnTo>
                      <a:lnTo>
                        <a:pt x="228" y="303"/>
                      </a:lnTo>
                      <a:lnTo>
                        <a:pt x="228" y="296"/>
                      </a:lnTo>
                      <a:lnTo>
                        <a:pt x="230" y="289"/>
                      </a:lnTo>
                      <a:lnTo>
                        <a:pt x="236" y="278"/>
                      </a:lnTo>
                      <a:lnTo>
                        <a:pt x="241" y="272"/>
                      </a:lnTo>
                      <a:lnTo>
                        <a:pt x="243" y="270"/>
                      </a:lnTo>
                      <a:lnTo>
                        <a:pt x="248" y="267"/>
                      </a:lnTo>
                      <a:lnTo>
                        <a:pt x="248" y="267"/>
                      </a:lnTo>
                      <a:lnTo>
                        <a:pt x="261" y="256"/>
                      </a:lnTo>
                      <a:lnTo>
                        <a:pt x="272" y="243"/>
                      </a:lnTo>
                      <a:lnTo>
                        <a:pt x="281" y="231"/>
                      </a:lnTo>
                      <a:lnTo>
                        <a:pt x="288" y="216"/>
                      </a:lnTo>
                      <a:lnTo>
                        <a:pt x="294" y="200"/>
                      </a:lnTo>
                      <a:lnTo>
                        <a:pt x="299" y="185"/>
                      </a:lnTo>
                      <a:lnTo>
                        <a:pt x="301" y="169"/>
                      </a:lnTo>
                      <a:lnTo>
                        <a:pt x="303" y="153"/>
                      </a:lnTo>
                      <a:lnTo>
                        <a:pt x="303" y="153"/>
                      </a:lnTo>
                      <a:lnTo>
                        <a:pt x="301" y="136"/>
                      </a:lnTo>
                      <a:lnTo>
                        <a:pt x="299" y="122"/>
                      </a:lnTo>
                      <a:lnTo>
                        <a:pt x="295" y="107"/>
                      </a:lnTo>
                      <a:lnTo>
                        <a:pt x="290" y="93"/>
                      </a:lnTo>
                      <a:lnTo>
                        <a:pt x="285" y="80"/>
                      </a:lnTo>
                      <a:lnTo>
                        <a:pt x="275" y="67"/>
                      </a:lnTo>
                      <a:lnTo>
                        <a:pt x="268" y="57"/>
                      </a:lnTo>
                      <a:lnTo>
                        <a:pt x="257" y="46"/>
                      </a:lnTo>
                      <a:lnTo>
                        <a:pt x="246" y="35"/>
                      </a:lnTo>
                      <a:lnTo>
                        <a:pt x="236" y="28"/>
                      </a:lnTo>
                      <a:lnTo>
                        <a:pt x="223" y="18"/>
                      </a:lnTo>
                      <a:lnTo>
                        <a:pt x="210" y="13"/>
                      </a:lnTo>
                      <a:lnTo>
                        <a:pt x="196" y="8"/>
                      </a:lnTo>
                      <a:lnTo>
                        <a:pt x="181" y="4"/>
                      </a:lnTo>
                      <a:lnTo>
                        <a:pt x="167" y="2"/>
                      </a:lnTo>
                      <a:lnTo>
                        <a:pt x="150" y="0"/>
                      </a:lnTo>
                      <a:lnTo>
                        <a:pt x="150" y="0"/>
                      </a:lnTo>
                      <a:close/>
                      <a:moveTo>
                        <a:pt x="150" y="379"/>
                      </a:moveTo>
                      <a:lnTo>
                        <a:pt x="100" y="354"/>
                      </a:lnTo>
                      <a:lnTo>
                        <a:pt x="203" y="354"/>
                      </a:lnTo>
                      <a:lnTo>
                        <a:pt x="150" y="379"/>
                      </a:lnTo>
                      <a:close/>
                      <a:moveTo>
                        <a:pt x="203" y="303"/>
                      </a:moveTo>
                      <a:lnTo>
                        <a:pt x="203" y="328"/>
                      </a:lnTo>
                      <a:lnTo>
                        <a:pt x="100" y="328"/>
                      </a:lnTo>
                      <a:lnTo>
                        <a:pt x="100" y="303"/>
                      </a:lnTo>
                      <a:lnTo>
                        <a:pt x="100" y="303"/>
                      </a:lnTo>
                      <a:lnTo>
                        <a:pt x="203" y="303"/>
                      </a:lnTo>
                      <a:lnTo>
                        <a:pt x="203" y="303"/>
                      </a:lnTo>
                      <a:close/>
                      <a:moveTo>
                        <a:pt x="232" y="249"/>
                      </a:moveTo>
                      <a:lnTo>
                        <a:pt x="232" y="249"/>
                      </a:lnTo>
                      <a:lnTo>
                        <a:pt x="230" y="249"/>
                      </a:lnTo>
                      <a:lnTo>
                        <a:pt x="223" y="254"/>
                      </a:lnTo>
                      <a:lnTo>
                        <a:pt x="214" y="263"/>
                      </a:lnTo>
                      <a:lnTo>
                        <a:pt x="210" y="270"/>
                      </a:lnTo>
                      <a:lnTo>
                        <a:pt x="207" y="278"/>
                      </a:lnTo>
                      <a:lnTo>
                        <a:pt x="96" y="278"/>
                      </a:lnTo>
                      <a:lnTo>
                        <a:pt x="96" y="278"/>
                      </a:lnTo>
                      <a:lnTo>
                        <a:pt x="94" y="270"/>
                      </a:lnTo>
                      <a:lnTo>
                        <a:pt x="91" y="265"/>
                      </a:lnTo>
                      <a:lnTo>
                        <a:pt x="85" y="260"/>
                      </a:lnTo>
                      <a:lnTo>
                        <a:pt x="78" y="254"/>
                      </a:lnTo>
                      <a:lnTo>
                        <a:pt x="78" y="254"/>
                      </a:lnTo>
                      <a:lnTo>
                        <a:pt x="67" y="245"/>
                      </a:lnTo>
                      <a:lnTo>
                        <a:pt x="56" y="234"/>
                      </a:lnTo>
                      <a:lnTo>
                        <a:pt x="47" y="223"/>
                      </a:lnTo>
                      <a:lnTo>
                        <a:pt x="40" y="211"/>
                      </a:lnTo>
                      <a:lnTo>
                        <a:pt x="34" y="196"/>
                      </a:lnTo>
                      <a:lnTo>
                        <a:pt x="29" y="182"/>
                      </a:lnTo>
                      <a:lnTo>
                        <a:pt x="27" y="167"/>
                      </a:lnTo>
                      <a:lnTo>
                        <a:pt x="25" y="153"/>
                      </a:lnTo>
                      <a:lnTo>
                        <a:pt x="25" y="153"/>
                      </a:lnTo>
                      <a:lnTo>
                        <a:pt x="25" y="140"/>
                      </a:lnTo>
                      <a:lnTo>
                        <a:pt x="27" y="127"/>
                      </a:lnTo>
                      <a:lnTo>
                        <a:pt x="31" y="115"/>
                      </a:lnTo>
                      <a:lnTo>
                        <a:pt x="36" y="104"/>
                      </a:lnTo>
                      <a:lnTo>
                        <a:pt x="40" y="93"/>
                      </a:lnTo>
                      <a:lnTo>
                        <a:pt x="47" y="82"/>
                      </a:lnTo>
                      <a:lnTo>
                        <a:pt x="54" y="71"/>
                      </a:lnTo>
                      <a:lnTo>
                        <a:pt x="62" y="64"/>
                      </a:lnTo>
                      <a:lnTo>
                        <a:pt x="71" y="55"/>
                      </a:lnTo>
                      <a:lnTo>
                        <a:pt x="82" y="47"/>
                      </a:lnTo>
                      <a:lnTo>
                        <a:pt x="91" y="42"/>
                      </a:lnTo>
                      <a:lnTo>
                        <a:pt x="101" y="37"/>
                      </a:lnTo>
                      <a:lnTo>
                        <a:pt x="114" y="31"/>
                      </a:lnTo>
                      <a:lnTo>
                        <a:pt x="125" y="29"/>
                      </a:lnTo>
                      <a:lnTo>
                        <a:pt x="138" y="28"/>
                      </a:lnTo>
                      <a:lnTo>
                        <a:pt x="150" y="26"/>
                      </a:lnTo>
                      <a:lnTo>
                        <a:pt x="150" y="26"/>
                      </a:lnTo>
                      <a:lnTo>
                        <a:pt x="165" y="28"/>
                      </a:lnTo>
                      <a:lnTo>
                        <a:pt x="176" y="29"/>
                      </a:lnTo>
                      <a:lnTo>
                        <a:pt x="188" y="31"/>
                      </a:lnTo>
                      <a:lnTo>
                        <a:pt x="199" y="37"/>
                      </a:lnTo>
                      <a:lnTo>
                        <a:pt x="212" y="42"/>
                      </a:lnTo>
                      <a:lnTo>
                        <a:pt x="221" y="47"/>
                      </a:lnTo>
                      <a:lnTo>
                        <a:pt x="232" y="55"/>
                      </a:lnTo>
                      <a:lnTo>
                        <a:pt x="239" y="64"/>
                      </a:lnTo>
                      <a:lnTo>
                        <a:pt x="248" y="71"/>
                      </a:lnTo>
                      <a:lnTo>
                        <a:pt x="256" y="82"/>
                      </a:lnTo>
                      <a:lnTo>
                        <a:pt x="261" y="93"/>
                      </a:lnTo>
                      <a:lnTo>
                        <a:pt x="266" y="104"/>
                      </a:lnTo>
                      <a:lnTo>
                        <a:pt x="272" y="115"/>
                      </a:lnTo>
                      <a:lnTo>
                        <a:pt x="274" y="127"/>
                      </a:lnTo>
                      <a:lnTo>
                        <a:pt x="275" y="140"/>
                      </a:lnTo>
                      <a:lnTo>
                        <a:pt x="277" y="153"/>
                      </a:lnTo>
                      <a:lnTo>
                        <a:pt x="277" y="153"/>
                      </a:lnTo>
                      <a:lnTo>
                        <a:pt x="275" y="165"/>
                      </a:lnTo>
                      <a:lnTo>
                        <a:pt x="274" y="180"/>
                      </a:lnTo>
                      <a:lnTo>
                        <a:pt x="270" y="192"/>
                      </a:lnTo>
                      <a:lnTo>
                        <a:pt x="265" y="205"/>
                      </a:lnTo>
                      <a:lnTo>
                        <a:pt x="259" y="218"/>
                      </a:lnTo>
                      <a:lnTo>
                        <a:pt x="250" y="229"/>
                      </a:lnTo>
                      <a:lnTo>
                        <a:pt x="243" y="240"/>
                      </a:lnTo>
                      <a:lnTo>
                        <a:pt x="232" y="249"/>
                      </a:lnTo>
                      <a:lnTo>
                        <a:pt x="232" y="24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58" name="Freeform 109"/>
                <p:cNvSpPr>
                  <a:spLocks/>
                </p:cNvSpPr>
                <p:nvPr/>
              </p:nvSpPr>
              <p:spPr bwMode="auto">
                <a:xfrm>
                  <a:off x="8550302" y="3184529"/>
                  <a:ext cx="79375" cy="79375"/>
                </a:xfrm>
                <a:custGeom>
                  <a:avLst/>
                  <a:gdLst/>
                  <a:ahLst/>
                  <a:cxnLst>
                    <a:cxn ang="0">
                      <a:pos x="13" y="0"/>
                    </a:cxn>
                    <a:cxn ang="0">
                      <a:pos x="13" y="0"/>
                    </a:cxn>
                    <a:cxn ang="0">
                      <a:pos x="9" y="2"/>
                    </a:cxn>
                    <a:cxn ang="0">
                      <a:pos x="4" y="4"/>
                    </a:cxn>
                    <a:cxn ang="0">
                      <a:pos x="2" y="7"/>
                    </a:cxn>
                    <a:cxn ang="0">
                      <a:pos x="0" y="13"/>
                    </a:cxn>
                    <a:cxn ang="0">
                      <a:pos x="0" y="13"/>
                    </a:cxn>
                    <a:cxn ang="0">
                      <a:pos x="2" y="18"/>
                    </a:cxn>
                    <a:cxn ang="0">
                      <a:pos x="4" y="22"/>
                    </a:cxn>
                    <a:cxn ang="0">
                      <a:pos x="9" y="24"/>
                    </a:cxn>
                    <a:cxn ang="0">
                      <a:pos x="13" y="25"/>
                    </a:cxn>
                    <a:cxn ang="0">
                      <a:pos x="13" y="25"/>
                    </a:cxn>
                    <a:cxn ang="0">
                      <a:pos x="24" y="27"/>
                    </a:cxn>
                    <a:cxn ang="0">
                      <a:pos x="35" y="31"/>
                    </a:cxn>
                    <a:cxn ang="0">
                      <a:pos x="46" y="36"/>
                    </a:cxn>
                    <a:cxn ang="0">
                      <a:pos x="57" y="44"/>
                    </a:cxn>
                    <a:cxn ang="0">
                      <a:pos x="64" y="53"/>
                    </a:cxn>
                    <a:cxn ang="0">
                      <a:pos x="71" y="64"/>
                    </a:cxn>
                    <a:cxn ang="0">
                      <a:pos x="75" y="76"/>
                    </a:cxn>
                    <a:cxn ang="0">
                      <a:pos x="77" y="89"/>
                    </a:cxn>
                    <a:cxn ang="0">
                      <a:pos x="77" y="89"/>
                    </a:cxn>
                    <a:cxn ang="0">
                      <a:pos x="78" y="94"/>
                    </a:cxn>
                    <a:cxn ang="0">
                      <a:pos x="80" y="98"/>
                    </a:cxn>
                    <a:cxn ang="0">
                      <a:pos x="84" y="102"/>
                    </a:cxn>
                    <a:cxn ang="0">
                      <a:pos x="89" y="102"/>
                    </a:cxn>
                    <a:cxn ang="0">
                      <a:pos x="89" y="102"/>
                    </a:cxn>
                    <a:cxn ang="0">
                      <a:pos x="95" y="102"/>
                    </a:cxn>
                    <a:cxn ang="0">
                      <a:pos x="98" y="98"/>
                    </a:cxn>
                    <a:cxn ang="0">
                      <a:pos x="100" y="94"/>
                    </a:cxn>
                    <a:cxn ang="0">
                      <a:pos x="102" y="89"/>
                    </a:cxn>
                    <a:cxn ang="0">
                      <a:pos x="102" y="89"/>
                    </a:cxn>
                    <a:cxn ang="0">
                      <a:pos x="100" y="69"/>
                    </a:cxn>
                    <a:cxn ang="0">
                      <a:pos x="95" y="51"/>
                    </a:cxn>
                    <a:cxn ang="0">
                      <a:pos x="86" y="36"/>
                    </a:cxn>
                    <a:cxn ang="0">
                      <a:pos x="75" y="24"/>
                    </a:cxn>
                    <a:cxn ang="0">
                      <a:pos x="60" y="13"/>
                    </a:cxn>
                    <a:cxn ang="0">
                      <a:pos x="46" y="6"/>
                    </a:cxn>
                    <a:cxn ang="0">
                      <a:pos x="29" y="2"/>
                    </a:cxn>
                    <a:cxn ang="0">
                      <a:pos x="13" y="0"/>
                    </a:cxn>
                    <a:cxn ang="0">
                      <a:pos x="13" y="0"/>
                    </a:cxn>
                  </a:cxnLst>
                  <a:rect l="0" t="0" r="r" b="b"/>
                  <a:pathLst>
                    <a:path w="102" h="102">
                      <a:moveTo>
                        <a:pt x="13" y="0"/>
                      </a:moveTo>
                      <a:lnTo>
                        <a:pt x="13" y="0"/>
                      </a:lnTo>
                      <a:lnTo>
                        <a:pt x="9" y="2"/>
                      </a:lnTo>
                      <a:lnTo>
                        <a:pt x="4" y="4"/>
                      </a:lnTo>
                      <a:lnTo>
                        <a:pt x="2" y="7"/>
                      </a:lnTo>
                      <a:lnTo>
                        <a:pt x="0" y="13"/>
                      </a:lnTo>
                      <a:lnTo>
                        <a:pt x="0" y="13"/>
                      </a:lnTo>
                      <a:lnTo>
                        <a:pt x="2" y="18"/>
                      </a:lnTo>
                      <a:lnTo>
                        <a:pt x="4" y="22"/>
                      </a:lnTo>
                      <a:lnTo>
                        <a:pt x="9" y="24"/>
                      </a:lnTo>
                      <a:lnTo>
                        <a:pt x="13" y="25"/>
                      </a:lnTo>
                      <a:lnTo>
                        <a:pt x="13" y="25"/>
                      </a:lnTo>
                      <a:lnTo>
                        <a:pt x="24" y="27"/>
                      </a:lnTo>
                      <a:lnTo>
                        <a:pt x="35" y="31"/>
                      </a:lnTo>
                      <a:lnTo>
                        <a:pt x="46" y="36"/>
                      </a:lnTo>
                      <a:lnTo>
                        <a:pt x="57" y="44"/>
                      </a:lnTo>
                      <a:lnTo>
                        <a:pt x="64" y="53"/>
                      </a:lnTo>
                      <a:lnTo>
                        <a:pt x="71" y="64"/>
                      </a:lnTo>
                      <a:lnTo>
                        <a:pt x="75" y="76"/>
                      </a:lnTo>
                      <a:lnTo>
                        <a:pt x="77" y="89"/>
                      </a:lnTo>
                      <a:lnTo>
                        <a:pt x="77" y="89"/>
                      </a:lnTo>
                      <a:lnTo>
                        <a:pt x="78" y="94"/>
                      </a:lnTo>
                      <a:lnTo>
                        <a:pt x="80" y="98"/>
                      </a:lnTo>
                      <a:lnTo>
                        <a:pt x="84" y="102"/>
                      </a:lnTo>
                      <a:lnTo>
                        <a:pt x="89" y="102"/>
                      </a:lnTo>
                      <a:lnTo>
                        <a:pt x="89" y="102"/>
                      </a:lnTo>
                      <a:lnTo>
                        <a:pt x="95" y="102"/>
                      </a:lnTo>
                      <a:lnTo>
                        <a:pt x="98" y="98"/>
                      </a:lnTo>
                      <a:lnTo>
                        <a:pt x="100" y="94"/>
                      </a:lnTo>
                      <a:lnTo>
                        <a:pt x="102" y="89"/>
                      </a:lnTo>
                      <a:lnTo>
                        <a:pt x="102" y="89"/>
                      </a:lnTo>
                      <a:lnTo>
                        <a:pt x="100" y="69"/>
                      </a:lnTo>
                      <a:lnTo>
                        <a:pt x="95" y="51"/>
                      </a:lnTo>
                      <a:lnTo>
                        <a:pt x="86" y="36"/>
                      </a:lnTo>
                      <a:lnTo>
                        <a:pt x="75" y="24"/>
                      </a:lnTo>
                      <a:lnTo>
                        <a:pt x="60" y="13"/>
                      </a:lnTo>
                      <a:lnTo>
                        <a:pt x="46" y="6"/>
                      </a:lnTo>
                      <a:lnTo>
                        <a:pt x="29" y="2"/>
                      </a:lnTo>
                      <a:lnTo>
                        <a:pt x="13" y="0"/>
                      </a:lnTo>
                      <a:lnTo>
                        <a:pt x="1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grpSp>
      <p:sp>
        <p:nvSpPr>
          <p:cNvPr id="2" name="Footer Placeholder 1"/>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2395816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slide(fromLeft)">
                                      <p:cBhvr>
                                        <p:cTn id="11" dur="500"/>
                                        <p:tgtEl>
                                          <p:spTgt spid="7"/>
                                        </p:tgtEl>
                                      </p:cBhvr>
                                    </p:animEffect>
                                  </p:childTnLst>
                                </p:cTn>
                              </p:par>
                            </p:childTnLst>
                          </p:cTn>
                        </p:par>
                        <p:par>
                          <p:cTn id="12" fill="hold">
                            <p:stCondLst>
                              <p:cond delay="1000"/>
                            </p:stCondLst>
                            <p:childTnLst>
                              <p:par>
                                <p:cTn id="13" presetID="12" presetClass="entr" presetSubtype="8"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slide(fromLeft)">
                                      <p:cBhvr>
                                        <p:cTn id="15" dur="500"/>
                                        <p:tgtEl>
                                          <p:spTgt spid="8"/>
                                        </p:tgtEl>
                                      </p:cBhvr>
                                    </p:animEffect>
                                  </p:childTnLst>
                                </p:cTn>
                              </p:par>
                            </p:childTnLst>
                          </p:cTn>
                        </p:par>
                        <p:par>
                          <p:cTn id="16" fill="hold">
                            <p:stCondLst>
                              <p:cond delay="1500"/>
                            </p:stCondLst>
                            <p:childTnLst>
                              <p:par>
                                <p:cTn id="17" presetID="12" presetClass="entr" presetSubtype="4"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slide(fromBottom)">
                                      <p:cBhvr>
                                        <p:cTn id="19" dur="500"/>
                                        <p:tgtEl>
                                          <p:spTgt spid="11"/>
                                        </p:tgtEl>
                                      </p:cBhvr>
                                    </p:animEffect>
                                  </p:childTnLst>
                                </p:cTn>
                              </p:par>
                            </p:childTnLst>
                          </p:cTn>
                        </p:par>
                        <p:par>
                          <p:cTn id="20" fill="hold">
                            <p:stCondLst>
                              <p:cond delay="2000"/>
                            </p:stCondLst>
                            <p:childTnLst>
                              <p:par>
                                <p:cTn id="21" presetID="12" presetClass="entr" presetSubtype="4" fill="hold" nodeType="after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slide(fromBottom)">
                                      <p:cBhvr>
                                        <p:cTn id="23" dur="500"/>
                                        <p:tgtEl>
                                          <p:spTgt spid="23"/>
                                        </p:tgtEl>
                                      </p:cBhvr>
                                    </p:animEffect>
                                  </p:childTnLst>
                                </p:cTn>
                              </p:par>
                            </p:childTnLst>
                          </p:cTn>
                        </p:par>
                        <p:par>
                          <p:cTn id="24" fill="hold">
                            <p:stCondLst>
                              <p:cond delay="2500"/>
                            </p:stCondLst>
                            <p:childTnLst>
                              <p:par>
                                <p:cTn id="25" presetID="12" presetClass="entr" presetSubtype="4" fill="hold" nodeType="after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slide(fromBottom)">
                                      <p:cBhvr>
                                        <p:cTn id="27" dur="500"/>
                                        <p:tgtEl>
                                          <p:spTgt spid="16"/>
                                        </p:tgtEl>
                                      </p:cBhvr>
                                    </p:animEffect>
                                  </p:childTnLst>
                                </p:cTn>
                              </p:par>
                            </p:childTnLst>
                          </p:cTn>
                        </p:par>
                        <p:par>
                          <p:cTn id="28" fill="hold">
                            <p:stCondLst>
                              <p:cond delay="3000"/>
                            </p:stCondLst>
                            <p:childTnLst>
                              <p:par>
                                <p:cTn id="29" presetID="12" presetClass="entr" presetSubtype="4" fill="hold" nodeType="after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slide(fromBottom)">
                                      <p:cBhvr>
                                        <p:cTn id="31"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907775" y="177009"/>
            <a:ext cx="10515600" cy="69763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742950" indent="-742950" rtl="1" fontAlgn="auto">
              <a:spcAft>
                <a:spcPts val="0"/>
              </a:spcAft>
              <a:buFont typeface="+mj-lt"/>
              <a:buAutoNum type="arabicPeriod" startAt="10"/>
            </a:pPr>
            <a:r>
              <a:rPr lang="ar-SA" sz="4000" b="1" u="sng" dirty="0">
                <a:solidFill>
                  <a:schemeClr val="tx2"/>
                </a:solidFill>
              </a:rPr>
              <a:t>الخدمات التي توظف للتعليم من خلال الإنترنت </a:t>
            </a:r>
            <a:endParaRPr lang="en-US" sz="4000" u="sng" dirty="0">
              <a:solidFill>
                <a:schemeClr val="tx2"/>
              </a:solidFill>
              <a:latin typeface="Roboto Light" panose="02000000000000000000" pitchFamily="2" charset="0"/>
              <a:ea typeface="Roboto Light" panose="02000000000000000000" pitchFamily="2" charset="0"/>
              <a:cs typeface="Lato" panose="020F0502020204030203" pitchFamily="34" charset="0"/>
            </a:endParaRPr>
          </a:p>
        </p:txBody>
      </p:sp>
      <p:graphicFrame>
        <p:nvGraphicFramePr>
          <p:cNvPr id="27" name="Diagram 26"/>
          <p:cNvGraphicFramePr/>
          <p:nvPr>
            <p:extLst>
              <p:ext uri="{D42A27DB-BD31-4B8C-83A1-F6EECF244321}">
                <p14:modId xmlns:p14="http://schemas.microsoft.com/office/powerpoint/2010/main" val="558438192"/>
              </p:ext>
            </p:extLst>
          </p:nvPr>
        </p:nvGraphicFramePr>
        <p:xfrm>
          <a:off x="2636467" y="1048526"/>
          <a:ext cx="8530478" cy="396162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9" name="Content Placeholder 2"/>
          <p:cNvSpPr txBox="1">
            <a:spLocks/>
          </p:cNvSpPr>
          <p:nvPr/>
        </p:nvSpPr>
        <p:spPr>
          <a:xfrm>
            <a:off x="350920" y="2571242"/>
            <a:ext cx="4351291" cy="203253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rtl="1">
              <a:buNone/>
            </a:pPr>
            <a:r>
              <a:rPr lang="ar-SA" sz="2800" b="1" dirty="0">
                <a:solidFill>
                  <a:srgbClr val="F9711C"/>
                </a:solidFill>
              </a:rPr>
              <a:t>ا</a:t>
            </a:r>
            <a:r>
              <a:rPr lang="ar-SA" sz="2800" b="1" u="sng" dirty="0" smtClean="0">
                <a:solidFill>
                  <a:srgbClr val="F9711C"/>
                </a:solidFill>
              </a:rPr>
              <a:t>ستخدامات </a:t>
            </a:r>
            <a:r>
              <a:rPr lang="ar-SA" sz="2800" b="1" u="sng" dirty="0">
                <a:solidFill>
                  <a:srgbClr val="F9711C"/>
                </a:solidFill>
              </a:rPr>
              <a:t>البريد الإلكتروني (</a:t>
            </a:r>
            <a:r>
              <a:rPr lang="en-US" sz="2800" b="1" u="sng" dirty="0">
                <a:solidFill>
                  <a:srgbClr val="F9711C"/>
                </a:solidFill>
              </a:rPr>
              <a:t>Electronic Mail</a:t>
            </a:r>
            <a:r>
              <a:rPr lang="ar-SA" sz="2800" b="1" u="sng" dirty="0">
                <a:solidFill>
                  <a:srgbClr val="F9711C"/>
                </a:solidFill>
              </a:rPr>
              <a:t>) في التعليم:</a:t>
            </a:r>
            <a:endParaRPr lang="en-US" sz="2800" b="1" u="sng" dirty="0">
              <a:solidFill>
                <a:srgbClr val="F9711C"/>
              </a:solidFill>
            </a:endParaRPr>
          </a:p>
          <a:p>
            <a:pPr marL="0" indent="0">
              <a:buNone/>
            </a:pPr>
            <a:r>
              <a:rPr lang="ar-SA" sz="2800" b="1" dirty="0">
                <a:solidFill>
                  <a:schemeClr val="tx2"/>
                </a:solidFill>
              </a:rPr>
              <a:t>" لو لم يوجد البريد الإلكتروني لما وجدت الإنترنت"</a:t>
            </a:r>
            <a:endParaRPr lang="en-US" sz="2800" b="1" dirty="0">
              <a:solidFill>
                <a:schemeClr val="tx2"/>
              </a:solidFill>
            </a:endParaRPr>
          </a:p>
        </p:txBody>
      </p:sp>
      <p:sp>
        <p:nvSpPr>
          <p:cNvPr id="31" name="Content Placeholder 2"/>
          <p:cNvSpPr txBox="1">
            <a:spLocks/>
          </p:cNvSpPr>
          <p:nvPr/>
        </p:nvSpPr>
        <p:spPr>
          <a:xfrm>
            <a:off x="4182448" y="3799017"/>
            <a:ext cx="2452544" cy="195072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a:solidFill>
                  <a:srgbClr val="92AF27"/>
                </a:solidFill>
              </a:rPr>
              <a:t>استخدامات القوائم البريدية (</a:t>
            </a:r>
            <a:r>
              <a:rPr lang="en-US" sz="2800" b="1" dirty="0">
                <a:solidFill>
                  <a:srgbClr val="92AF27"/>
                </a:solidFill>
              </a:rPr>
              <a:t>Mailing List</a:t>
            </a:r>
            <a:r>
              <a:rPr lang="ar-SA" sz="2800" b="1" dirty="0">
                <a:solidFill>
                  <a:srgbClr val="92AF27"/>
                </a:solidFill>
              </a:rPr>
              <a:t>) في التعليم</a:t>
            </a:r>
            <a:endParaRPr lang="en-US" sz="2800" b="1" dirty="0">
              <a:solidFill>
                <a:srgbClr val="92AF27"/>
              </a:solidFill>
            </a:endParaRPr>
          </a:p>
        </p:txBody>
      </p:sp>
      <p:sp>
        <p:nvSpPr>
          <p:cNvPr id="36" name="Content Placeholder 2"/>
          <p:cNvSpPr txBox="1">
            <a:spLocks/>
          </p:cNvSpPr>
          <p:nvPr/>
        </p:nvSpPr>
        <p:spPr>
          <a:xfrm>
            <a:off x="6762394" y="4849623"/>
            <a:ext cx="4119996" cy="108856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a:solidFill>
                  <a:srgbClr val="38B28A"/>
                </a:solidFill>
              </a:rPr>
              <a:t>استخدامات نظام مجموعات الأخبار(</a:t>
            </a:r>
            <a:r>
              <a:rPr lang="en-US" sz="2800" b="1" dirty="0">
                <a:solidFill>
                  <a:srgbClr val="38B28A"/>
                </a:solidFill>
              </a:rPr>
              <a:t>News groups, Usenet, Net news</a:t>
            </a:r>
            <a:r>
              <a:rPr lang="ar-SA" sz="2800" b="1" dirty="0">
                <a:solidFill>
                  <a:srgbClr val="38B28A"/>
                </a:solidFill>
              </a:rPr>
              <a:t>) في التعليم</a:t>
            </a:r>
            <a:endParaRPr lang="en-US" sz="2800" dirty="0">
              <a:solidFill>
                <a:srgbClr val="38B28A"/>
              </a:solidFill>
            </a:endParaRPr>
          </a:p>
        </p:txBody>
      </p:sp>
      <p:grpSp>
        <p:nvGrpSpPr>
          <p:cNvPr id="37" name="Group 36"/>
          <p:cNvGrpSpPr/>
          <p:nvPr/>
        </p:nvGrpSpPr>
        <p:grpSpPr>
          <a:xfrm>
            <a:off x="6634992" y="3807021"/>
            <a:ext cx="823913" cy="823913"/>
            <a:chOff x="6832990" y="2145682"/>
            <a:chExt cx="823913" cy="823913"/>
          </a:xfrm>
        </p:grpSpPr>
        <p:sp>
          <p:nvSpPr>
            <p:cNvPr id="38" name="Oval 68"/>
            <p:cNvSpPr>
              <a:spLocks noChangeArrowheads="1"/>
            </p:cNvSpPr>
            <p:nvPr/>
          </p:nvSpPr>
          <p:spPr bwMode="auto">
            <a:xfrm>
              <a:off x="6832990" y="2145682"/>
              <a:ext cx="823913" cy="823913"/>
            </a:xfrm>
            <a:prstGeom prst="ellipse">
              <a:avLst/>
            </a:prstGeom>
            <a:solidFill>
              <a:schemeClr val="accent4"/>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39" name="Freeform 12"/>
            <p:cNvSpPr>
              <a:spLocks noEditPoints="1"/>
            </p:cNvSpPr>
            <p:nvPr/>
          </p:nvSpPr>
          <p:spPr bwMode="auto">
            <a:xfrm>
              <a:off x="7099504" y="2364371"/>
              <a:ext cx="290883" cy="386534"/>
            </a:xfrm>
            <a:custGeom>
              <a:avLst/>
              <a:gdLst>
                <a:gd name="T0" fmla="*/ 168 w 192"/>
                <a:gd name="T1" fmla="*/ 64 h 256"/>
                <a:gd name="T2" fmla="*/ 168 w 192"/>
                <a:gd name="T3" fmla="*/ 40 h 256"/>
                <a:gd name="T4" fmla="*/ 184 w 192"/>
                <a:gd name="T5" fmla="*/ 40 h 256"/>
                <a:gd name="T6" fmla="*/ 192 w 192"/>
                <a:gd name="T7" fmla="*/ 32 h 256"/>
                <a:gd name="T8" fmla="*/ 192 w 192"/>
                <a:gd name="T9" fmla="*/ 8 h 256"/>
                <a:gd name="T10" fmla="*/ 184 w 192"/>
                <a:gd name="T11" fmla="*/ 0 h 256"/>
                <a:gd name="T12" fmla="*/ 8 w 192"/>
                <a:gd name="T13" fmla="*/ 0 h 256"/>
                <a:gd name="T14" fmla="*/ 0 w 192"/>
                <a:gd name="T15" fmla="*/ 8 h 256"/>
                <a:gd name="T16" fmla="*/ 0 w 192"/>
                <a:gd name="T17" fmla="*/ 32 h 256"/>
                <a:gd name="T18" fmla="*/ 8 w 192"/>
                <a:gd name="T19" fmla="*/ 40 h 256"/>
                <a:gd name="T20" fmla="*/ 24 w 192"/>
                <a:gd name="T21" fmla="*/ 40 h 256"/>
                <a:gd name="T22" fmla="*/ 24 w 192"/>
                <a:gd name="T23" fmla="*/ 64 h 256"/>
                <a:gd name="T24" fmla="*/ 63 w 192"/>
                <a:gd name="T25" fmla="*/ 128 h 256"/>
                <a:gd name="T26" fmla="*/ 24 w 192"/>
                <a:gd name="T27" fmla="*/ 192 h 256"/>
                <a:gd name="T28" fmla="*/ 24 w 192"/>
                <a:gd name="T29" fmla="*/ 216 h 256"/>
                <a:gd name="T30" fmla="*/ 8 w 192"/>
                <a:gd name="T31" fmla="*/ 216 h 256"/>
                <a:gd name="T32" fmla="*/ 0 w 192"/>
                <a:gd name="T33" fmla="*/ 224 h 256"/>
                <a:gd name="T34" fmla="*/ 0 w 192"/>
                <a:gd name="T35" fmla="*/ 248 h 256"/>
                <a:gd name="T36" fmla="*/ 8 w 192"/>
                <a:gd name="T37" fmla="*/ 256 h 256"/>
                <a:gd name="T38" fmla="*/ 184 w 192"/>
                <a:gd name="T39" fmla="*/ 256 h 256"/>
                <a:gd name="T40" fmla="*/ 192 w 192"/>
                <a:gd name="T41" fmla="*/ 248 h 256"/>
                <a:gd name="T42" fmla="*/ 192 w 192"/>
                <a:gd name="T43" fmla="*/ 224 h 256"/>
                <a:gd name="T44" fmla="*/ 184 w 192"/>
                <a:gd name="T45" fmla="*/ 216 h 256"/>
                <a:gd name="T46" fmla="*/ 168 w 192"/>
                <a:gd name="T47" fmla="*/ 216 h 256"/>
                <a:gd name="T48" fmla="*/ 168 w 192"/>
                <a:gd name="T49" fmla="*/ 192 h 256"/>
                <a:gd name="T50" fmla="*/ 129 w 192"/>
                <a:gd name="T51" fmla="*/ 128 h 256"/>
                <a:gd name="T52" fmla="*/ 168 w 192"/>
                <a:gd name="T53" fmla="*/ 64 h 256"/>
                <a:gd name="T54" fmla="*/ 16 w 192"/>
                <a:gd name="T55" fmla="*/ 16 h 256"/>
                <a:gd name="T56" fmla="*/ 176 w 192"/>
                <a:gd name="T57" fmla="*/ 16 h 256"/>
                <a:gd name="T58" fmla="*/ 176 w 192"/>
                <a:gd name="T59" fmla="*/ 24 h 256"/>
                <a:gd name="T60" fmla="*/ 16 w 192"/>
                <a:gd name="T61" fmla="*/ 24 h 256"/>
                <a:gd name="T62" fmla="*/ 16 w 192"/>
                <a:gd name="T63" fmla="*/ 16 h 256"/>
                <a:gd name="T64" fmla="*/ 176 w 192"/>
                <a:gd name="T65" fmla="*/ 240 h 256"/>
                <a:gd name="T66" fmla="*/ 16 w 192"/>
                <a:gd name="T67" fmla="*/ 240 h 256"/>
                <a:gd name="T68" fmla="*/ 16 w 192"/>
                <a:gd name="T69" fmla="*/ 232 h 256"/>
                <a:gd name="T70" fmla="*/ 176 w 192"/>
                <a:gd name="T71" fmla="*/ 232 h 256"/>
                <a:gd name="T72" fmla="*/ 176 w 192"/>
                <a:gd name="T73" fmla="*/ 240 h 256"/>
                <a:gd name="T74" fmla="*/ 152 w 192"/>
                <a:gd name="T75" fmla="*/ 192 h 256"/>
                <a:gd name="T76" fmla="*/ 152 w 192"/>
                <a:gd name="T77" fmla="*/ 216 h 256"/>
                <a:gd name="T78" fmla="*/ 40 w 192"/>
                <a:gd name="T79" fmla="*/ 216 h 256"/>
                <a:gd name="T80" fmla="*/ 40 w 192"/>
                <a:gd name="T81" fmla="*/ 192 h 256"/>
                <a:gd name="T82" fmla="*/ 96 w 192"/>
                <a:gd name="T83" fmla="*/ 136 h 256"/>
                <a:gd name="T84" fmla="*/ 152 w 192"/>
                <a:gd name="T85" fmla="*/ 192 h 256"/>
                <a:gd name="T86" fmla="*/ 96 w 192"/>
                <a:gd name="T87" fmla="*/ 120 h 256"/>
                <a:gd name="T88" fmla="*/ 40 w 192"/>
                <a:gd name="T89" fmla="*/ 64 h 256"/>
                <a:gd name="T90" fmla="*/ 40 w 192"/>
                <a:gd name="T91" fmla="*/ 40 h 256"/>
                <a:gd name="T92" fmla="*/ 152 w 192"/>
                <a:gd name="T93" fmla="*/ 40 h 256"/>
                <a:gd name="T94" fmla="*/ 152 w 192"/>
                <a:gd name="T95" fmla="*/ 64 h 256"/>
                <a:gd name="T96" fmla="*/ 96 w 192"/>
                <a:gd name="T97" fmla="*/ 12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2" h="256">
                  <a:moveTo>
                    <a:pt x="168" y="64"/>
                  </a:moveTo>
                  <a:cubicBezTo>
                    <a:pt x="168" y="40"/>
                    <a:pt x="168" y="40"/>
                    <a:pt x="168" y="40"/>
                  </a:cubicBezTo>
                  <a:cubicBezTo>
                    <a:pt x="184" y="40"/>
                    <a:pt x="184" y="40"/>
                    <a:pt x="184" y="40"/>
                  </a:cubicBezTo>
                  <a:cubicBezTo>
                    <a:pt x="188" y="40"/>
                    <a:pt x="192" y="36"/>
                    <a:pt x="192" y="32"/>
                  </a:cubicBezTo>
                  <a:cubicBezTo>
                    <a:pt x="192" y="8"/>
                    <a:pt x="192" y="8"/>
                    <a:pt x="192" y="8"/>
                  </a:cubicBezTo>
                  <a:cubicBezTo>
                    <a:pt x="192" y="4"/>
                    <a:pt x="188" y="0"/>
                    <a:pt x="184" y="0"/>
                  </a:cubicBezTo>
                  <a:cubicBezTo>
                    <a:pt x="8" y="0"/>
                    <a:pt x="8" y="0"/>
                    <a:pt x="8" y="0"/>
                  </a:cubicBezTo>
                  <a:cubicBezTo>
                    <a:pt x="4" y="0"/>
                    <a:pt x="0" y="4"/>
                    <a:pt x="0" y="8"/>
                  </a:cubicBezTo>
                  <a:cubicBezTo>
                    <a:pt x="0" y="32"/>
                    <a:pt x="0" y="32"/>
                    <a:pt x="0" y="32"/>
                  </a:cubicBezTo>
                  <a:cubicBezTo>
                    <a:pt x="0" y="36"/>
                    <a:pt x="4" y="40"/>
                    <a:pt x="8" y="40"/>
                  </a:cubicBezTo>
                  <a:cubicBezTo>
                    <a:pt x="24" y="40"/>
                    <a:pt x="24" y="40"/>
                    <a:pt x="24" y="40"/>
                  </a:cubicBezTo>
                  <a:cubicBezTo>
                    <a:pt x="24" y="64"/>
                    <a:pt x="24" y="64"/>
                    <a:pt x="24" y="64"/>
                  </a:cubicBezTo>
                  <a:cubicBezTo>
                    <a:pt x="24" y="92"/>
                    <a:pt x="40" y="116"/>
                    <a:pt x="63" y="128"/>
                  </a:cubicBezTo>
                  <a:cubicBezTo>
                    <a:pt x="40" y="140"/>
                    <a:pt x="24" y="164"/>
                    <a:pt x="24" y="192"/>
                  </a:cubicBezTo>
                  <a:cubicBezTo>
                    <a:pt x="24" y="216"/>
                    <a:pt x="24" y="216"/>
                    <a:pt x="24" y="216"/>
                  </a:cubicBezTo>
                  <a:cubicBezTo>
                    <a:pt x="8" y="216"/>
                    <a:pt x="8" y="216"/>
                    <a:pt x="8" y="216"/>
                  </a:cubicBezTo>
                  <a:cubicBezTo>
                    <a:pt x="4" y="216"/>
                    <a:pt x="0" y="220"/>
                    <a:pt x="0" y="224"/>
                  </a:cubicBezTo>
                  <a:cubicBezTo>
                    <a:pt x="0" y="248"/>
                    <a:pt x="0" y="248"/>
                    <a:pt x="0" y="248"/>
                  </a:cubicBezTo>
                  <a:cubicBezTo>
                    <a:pt x="0" y="252"/>
                    <a:pt x="4" y="256"/>
                    <a:pt x="8" y="256"/>
                  </a:cubicBezTo>
                  <a:cubicBezTo>
                    <a:pt x="184" y="256"/>
                    <a:pt x="184" y="256"/>
                    <a:pt x="184" y="256"/>
                  </a:cubicBezTo>
                  <a:cubicBezTo>
                    <a:pt x="188" y="256"/>
                    <a:pt x="192" y="252"/>
                    <a:pt x="192" y="248"/>
                  </a:cubicBezTo>
                  <a:cubicBezTo>
                    <a:pt x="192" y="224"/>
                    <a:pt x="192" y="224"/>
                    <a:pt x="192" y="224"/>
                  </a:cubicBezTo>
                  <a:cubicBezTo>
                    <a:pt x="192" y="220"/>
                    <a:pt x="188" y="216"/>
                    <a:pt x="184" y="216"/>
                  </a:cubicBezTo>
                  <a:cubicBezTo>
                    <a:pt x="168" y="216"/>
                    <a:pt x="168" y="216"/>
                    <a:pt x="168" y="216"/>
                  </a:cubicBezTo>
                  <a:cubicBezTo>
                    <a:pt x="168" y="192"/>
                    <a:pt x="168" y="192"/>
                    <a:pt x="168" y="192"/>
                  </a:cubicBezTo>
                  <a:cubicBezTo>
                    <a:pt x="168" y="164"/>
                    <a:pt x="152" y="140"/>
                    <a:pt x="129" y="128"/>
                  </a:cubicBezTo>
                  <a:cubicBezTo>
                    <a:pt x="152" y="116"/>
                    <a:pt x="168" y="92"/>
                    <a:pt x="168" y="64"/>
                  </a:cubicBezTo>
                  <a:close/>
                  <a:moveTo>
                    <a:pt x="16" y="16"/>
                  </a:moveTo>
                  <a:cubicBezTo>
                    <a:pt x="176" y="16"/>
                    <a:pt x="176" y="16"/>
                    <a:pt x="176" y="16"/>
                  </a:cubicBezTo>
                  <a:cubicBezTo>
                    <a:pt x="176" y="24"/>
                    <a:pt x="176" y="24"/>
                    <a:pt x="176" y="24"/>
                  </a:cubicBezTo>
                  <a:cubicBezTo>
                    <a:pt x="16" y="24"/>
                    <a:pt x="16" y="24"/>
                    <a:pt x="16" y="24"/>
                  </a:cubicBezTo>
                  <a:lnTo>
                    <a:pt x="16" y="16"/>
                  </a:lnTo>
                  <a:close/>
                  <a:moveTo>
                    <a:pt x="176" y="240"/>
                  </a:moveTo>
                  <a:cubicBezTo>
                    <a:pt x="16" y="240"/>
                    <a:pt x="16" y="240"/>
                    <a:pt x="16" y="240"/>
                  </a:cubicBezTo>
                  <a:cubicBezTo>
                    <a:pt x="16" y="232"/>
                    <a:pt x="16" y="232"/>
                    <a:pt x="16" y="232"/>
                  </a:cubicBezTo>
                  <a:cubicBezTo>
                    <a:pt x="176" y="232"/>
                    <a:pt x="176" y="232"/>
                    <a:pt x="176" y="232"/>
                  </a:cubicBezTo>
                  <a:lnTo>
                    <a:pt x="176" y="240"/>
                  </a:lnTo>
                  <a:close/>
                  <a:moveTo>
                    <a:pt x="152" y="192"/>
                  </a:moveTo>
                  <a:cubicBezTo>
                    <a:pt x="152" y="216"/>
                    <a:pt x="152" y="216"/>
                    <a:pt x="152" y="216"/>
                  </a:cubicBezTo>
                  <a:cubicBezTo>
                    <a:pt x="40" y="216"/>
                    <a:pt x="40" y="216"/>
                    <a:pt x="40" y="216"/>
                  </a:cubicBezTo>
                  <a:cubicBezTo>
                    <a:pt x="40" y="192"/>
                    <a:pt x="40" y="192"/>
                    <a:pt x="40" y="192"/>
                  </a:cubicBezTo>
                  <a:cubicBezTo>
                    <a:pt x="40" y="161"/>
                    <a:pt x="65" y="136"/>
                    <a:pt x="96" y="136"/>
                  </a:cubicBezTo>
                  <a:cubicBezTo>
                    <a:pt x="127" y="136"/>
                    <a:pt x="152" y="161"/>
                    <a:pt x="152" y="192"/>
                  </a:cubicBezTo>
                  <a:close/>
                  <a:moveTo>
                    <a:pt x="96" y="120"/>
                  </a:moveTo>
                  <a:cubicBezTo>
                    <a:pt x="65" y="120"/>
                    <a:pt x="40" y="95"/>
                    <a:pt x="40" y="64"/>
                  </a:cubicBezTo>
                  <a:cubicBezTo>
                    <a:pt x="40" y="40"/>
                    <a:pt x="40" y="40"/>
                    <a:pt x="40" y="40"/>
                  </a:cubicBezTo>
                  <a:cubicBezTo>
                    <a:pt x="152" y="40"/>
                    <a:pt x="152" y="40"/>
                    <a:pt x="152" y="40"/>
                  </a:cubicBezTo>
                  <a:cubicBezTo>
                    <a:pt x="152" y="64"/>
                    <a:pt x="152" y="64"/>
                    <a:pt x="152" y="64"/>
                  </a:cubicBezTo>
                  <a:cubicBezTo>
                    <a:pt x="152" y="95"/>
                    <a:pt x="127" y="120"/>
                    <a:pt x="96" y="12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grpSp>
      <p:grpSp>
        <p:nvGrpSpPr>
          <p:cNvPr id="40" name="Group 39"/>
          <p:cNvGrpSpPr/>
          <p:nvPr/>
        </p:nvGrpSpPr>
        <p:grpSpPr>
          <a:xfrm>
            <a:off x="2243084" y="1781250"/>
            <a:ext cx="823913" cy="823913"/>
            <a:chOff x="6869481" y="3174886"/>
            <a:chExt cx="823913" cy="823913"/>
          </a:xfrm>
        </p:grpSpPr>
        <p:sp>
          <p:nvSpPr>
            <p:cNvPr id="41" name="Oval 40"/>
            <p:cNvSpPr>
              <a:spLocks noChangeArrowheads="1"/>
            </p:cNvSpPr>
            <p:nvPr/>
          </p:nvSpPr>
          <p:spPr bwMode="auto">
            <a:xfrm>
              <a:off x="6869481" y="3174886"/>
              <a:ext cx="823913" cy="823913"/>
            </a:xfrm>
            <a:prstGeom prst="ellipse">
              <a:avLst/>
            </a:prstGeom>
            <a:solidFill>
              <a:schemeClr val="accent2"/>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grpSp>
          <p:nvGrpSpPr>
            <p:cNvPr id="42" name="Group 41"/>
            <p:cNvGrpSpPr/>
            <p:nvPr/>
          </p:nvGrpSpPr>
          <p:grpSpPr>
            <a:xfrm>
              <a:off x="7099504" y="3437424"/>
              <a:ext cx="386534" cy="314469"/>
              <a:chOff x="6275559" y="2434671"/>
              <a:chExt cx="386534" cy="314469"/>
            </a:xfrm>
            <a:solidFill>
              <a:schemeClr val="bg1"/>
            </a:solidFill>
          </p:grpSpPr>
          <p:sp>
            <p:nvSpPr>
              <p:cNvPr id="43" name="Freeform 42"/>
              <p:cNvSpPr>
                <a:spLocks noEditPoints="1"/>
              </p:cNvSpPr>
              <p:nvPr/>
            </p:nvSpPr>
            <p:spPr bwMode="auto">
              <a:xfrm>
                <a:off x="6275559" y="2434671"/>
                <a:ext cx="386534" cy="314469"/>
              </a:xfrm>
              <a:custGeom>
                <a:avLst/>
                <a:gdLst>
                  <a:gd name="T0" fmla="*/ 248 w 256"/>
                  <a:gd name="T1" fmla="*/ 0 h 208"/>
                  <a:gd name="T2" fmla="*/ 40 w 256"/>
                  <a:gd name="T3" fmla="*/ 0 h 208"/>
                  <a:gd name="T4" fmla="*/ 32 w 256"/>
                  <a:gd name="T5" fmla="*/ 8 h 208"/>
                  <a:gd name="T6" fmla="*/ 32 w 256"/>
                  <a:gd name="T7" fmla="*/ 32 h 208"/>
                  <a:gd name="T8" fmla="*/ 8 w 256"/>
                  <a:gd name="T9" fmla="*/ 32 h 208"/>
                  <a:gd name="T10" fmla="*/ 0 w 256"/>
                  <a:gd name="T11" fmla="*/ 40 h 208"/>
                  <a:gd name="T12" fmla="*/ 0 w 256"/>
                  <a:gd name="T13" fmla="*/ 200 h 208"/>
                  <a:gd name="T14" fmla="*/ 8 w 256"/>
                  <a:gd name="T15" fmla="*/ 208 h 208"/>
                  <a:gd name="T16" fmla="*/ 216 w 256"/>
                  <a:gd name="T17" fmla="*/ 208 h 208"/>
                  <a:gd name="T18" fmla="*/ 224 w 256"/>
                  <a:gd name="T19" fmla="*/ 200 h 208"/>
                  <a:gd name="T20" fmla="*/ 224 w 256"/>
                  <a:gd name="T21" fmla="*/ 176 h 208"/>
                  <a:gd name="T22" fmla="*/ 248 w 256"/>
                  <a:gd name="T23" fmla="*/ 176 h 208"/>
                  <a:gd name="T24" fmla="*/ 256 w 256"/>
                  <a:gd name="T25" fmla="*/ 168 h 208"/>
                  <a:gd name="T26" fmla="*/ 256 w 256"/>
                  <a:gd name="T27" fmla="*/ 8 h 208"/>
                  <a:gd name="T28" fmla="*/ 248 w 256"/>
                  <a:gd name="T29" fmla="*/ 0 h 208"/>
                  <a:gd name="T30" fmla="*/ 208 w 256"/>
                  <a:gd name="T31" fmla="*/ 48 h 208"/>
                  <a:gd name="T32" fmla="*/ 208 w 256"/>
                  <a:gd name="T33" fmla="*/ 175 h 208"/>
                  <a:gd name="T34" fmla="*/ 165 w 256"/>
                  <a:gd name="T35" fmla="*/ 138 h 208"/>
                  <a:gd name="T36" fmla="*/ 156 w 256"/>
                  <a:gd name="T37" fmla="*/ 137 h 208"/>
                  <a:gd name="T38" fmla="*/ 122 w 256"/>
                  <a:gd name="T39" fmla="*/ 158 h 208"/>
                  <a:gd name="T40" fmla="*/ 70 w 256"/>
                  <a:gd name="T41" fmla="*/ 99 h 208"/>
                  <a:gd name="T42" fmla="*/ 64 w 256"/>
                  <a:gd name="T43" fmla="*/ 96 h 208"/>
                  <a:gd name="T44" fmla="*/ 58 w 256"/>
                  <a:gd name="T45" fmla="*/ 98 h 208"/>
                  <a:gd name="T46" fmla="*/ 16 w 256"/>
                  <a:gd name="T47" fmla="*/ 141 h 208"/>
                  <a:gd name="T48" fmla="*/ 16 w 256"/>
                  <a:gd name="T49" fmla="*/ 48 h 208"/>
                  <a:gd name="T50" fmla="*/ 208 w 256"/>
                  <a:gd name="T51" fmla="*/ 48 h 208"/>
                  <a:gd name="T52" fmla="*/ 16 w 256"/>
                  <a:gd name="T53" fmla="*/ 163 h 208"/>
                  <a:gd name="T54" fmla="*/ 64 w 256"/>
                  <a:gd name="T55" fmla="*/ 116 h 208"/>
                  <a:gd name="T56" fmla="*/ 114 w 256"/>
                  <a:gd name="T57" fmla="*/ 173 h 208"/>
                  <a:gd name="T58" fmla="*/ 124 w 256"/>
                  <a:gd name="T59" fmla="*/ 175 h 208"/>
                  <a:gd name="T60" fmla="*/ 159 w 256"/>
                  <a:gd name="T61" fmla="*/ 154 h 208"/>
                  <a:gd name="T62" fmla="*/ 204 w 256"/>
                  <a:gd name="T63" fmla="*/ 192 h 208"/>
                  <a:gd name="T64" fmla="*/ 16 w 256"/>
                  <a:gd name="T65" fmla="*/ 192 h 208"/>
                  <a:gd name="T66" fmla="*/ 16 w 256"/>
                  <a:gd name="T67" fmla="*/ 163 h 208"/>
                  <a:gd name="T68" fmla="*/ 240 w 256"/>
                  <a:gd name="T69" fmla="*/ 160 h 208"/>
                  <a:gd name="T70" fmla="*/ 224 w 256"/>
                  <a:gd name="T71" fmla="*/ 160 h 208"/>
                  <a:gd name="T72" fmla="*/ 224 w 256"/>
                  <a:gd name="T73" fmla="*/ 40 h 208"/>
                  <a:gd name="T74" fmla="*/ 216 w 256"/>
                  <a:gd name="T75" fmla="*/ 32 h 208"/>
                  <a:gd name="T76" fmla="*/ 48 w 256"/>
                  <a:gd name="T77" fmla="*/ 32 h 208"/>
                  <a:gd name="T78" fmla="*/ 48 w 256"/>
                  <a:gd name="T79" fmla="*/ 16 h 208"/>
                  <a:gd name="T80" fmla="*/ 240 w 256"/>
                  <a:gd name="T81" fmla="*/ 16 h 208"/>
                  <a:gd name="T82" fmla="*/ 240 w 256"/>
                  <a:gd name="T83" fmla="*/ 16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208">
                    <a:moveTo>
                      <a:pt x="248" y="0"/>
                    </a:moveTo>
                    <a:cubicBezTo>
                      <a:pt x="40" y="0"/>
                      <a:pt x="40" y="0"/>
                      <a:pt x="40" y="0"/>
                    </a:cubicBezTo>
                    <a:cubicBezTo>
                      <a:pt x="36" y="0"/>
                      <a:pt x="32" y="4"/>
                      <a:pt x="32" y="8"/>
                    </a:cubicBezTo>
                    <a:cubicBezTo>
                      <a:pt x="32" y="32"/>
                      <a:pt x="32" y="32"/>
                      <a:pt x="32" y="32"/>
                    </a:cubicBezTo>
                    <a:cubicBezTo>
                      <a:pt x="8" y="32"/>
                      <a:pt x="8" y="32"/>
                      <a:pt x="8" y="32"/>
                    </a:cubicBezTo>
                    <a:cubicBezTo>
                      <a:pt x="4" y="32"/>
                      <a:pt x="0" y="36"/>
                      <a:pt x="0" y="40"/>
                    </a:cubicBezTo>
                    <a:cubicBezTo>
                      <a:pt x="0" y="200"/>
                      <a:pt x="0" y="200"/>
                      <a:pt x="0" y="200"/>
                    </a:cubicBezTo>
                    <a:cubicBezTo>
                      <a:pt x="0" y="204"/>
                      <a:pt x="4" y="208"/>
                      <a:pt x="8" y="208"/>
                    </a:cubicBezTo>
                    <a:cubicBezTo>
                      <a:pt x="216" y="208"/>
                      <a:pt x="216" y="208"/>
                      <a:pt x="216" y="208"/>
                    </a:cubicBezTo>
                    <a:cubicBezTo>
                      <a:pt x="220" y="208"/>
                      <a:pt x="224" y="204"/>
                      <a:pt x="224" y="200"/>
                    </a:cubicBezTo>
                    <a:cubicBezTo>
                      <a:pt x="224" y="176"/>
                      <a:pt x="224" y="176"/>
                      <a:pt x="224" y="176"/>
                    </a:cubicBezTo>
                    <a:cubicBezTo>
                      <a:pt x="248" y="176"/>
                      <a:pt x="248" y="176"/>
                      <a:pt x="248" y="176"/>
                    </a:cubicBezTo>
                    <a:cubicBezTo>
                      <a:pt x="252" y="176"/>
                      <a:pt x="256" y="172"/>
                      <a:pt x="256" y="168"/>
                    </a:cubicBezTo>
                    <a:cubicBezTo>
                      <a:pt x="256" y="8"/>
                      <a:pt x="256" y="8"/>
                      <a:pt x="256" y="8"/>
                    </a:cubicBezTo>
                    <a:cubicBezTo>
                      <a:pt x="256" y="4"/>
                      <a:pt x="252" y="0"/>
                      <a:pt x="248" y="0"/>
                    </a:cubicBezTo>
                    <a:close/>
                    <a:moveTo>
                      <a:pt x="208" y="48"/>
                    </a:moveTo>
                    <a:cubicBezTo>
                      <a:pt x="208" y="175"/>
                      <a:pt x="208" y="175"/>
                      <a:pt x="208" y="175"/>
                    </a:cubicBezTo>
                    <a:cubicBezTo>
                      <a:pt x="165" y="138"/>
                      <a:pt x="165" y="138"/>
                      <a:pt x="165" y="138"/>
                    </a:cubicBezTo>
                    <a:cubicBezTo>
                      <a:pt x="163" y="136"/>
                      <a:pt x="159" y="135"/>
                      <a:pt x="156" y="137"/>
                    </a:cubicBezTo>
                    <a:cubicBezTo>
                      <a:pt x="122" y="158"/>
                      <a:pt x="122" y="158"/>
                      <a:pt x="122" y="158"/>
                    </a:cubicBezTo>
                    <a:cubicBezTo>
                      <a:pt x="70" y="99"/>
                      <a:pt x="70" y="99"/>
                      <a:pt x="70" y="99"/>
                    </a:cubicBezTo>
                    <a:cubicBezTo>
                      <a:pt x="69" y="97"/>
                      <a:pt x="66" y="96"/>
                      <a:pt x="64" y="96"/>
                    </a:cubicBezTo>
                    <a:cubicBezTo>
                      <a:pt x="62" y="96"/>
                      <a:pt x="60" y="97"/>
                      <a:pt x="58" y="98"/>
                    </a:cubicBezTo>
                    <a:cubicBezTo>
                      <a:pt x="16" y="141"/>
                      <a:pt x="16" y="141"/>
                      <a:pt x="16" y="141"/>
                    </a:cubicBezTo>
                    <a:cubicBezTo>
                      <a:pt x="16" y="48"/>
                      <a:pt x="16" y="48"/>
                      <a:pt x="16" y="48"/>
                    </a:cubicBezTo>
                    <a:lnTo>
                      <a:pt x="208" y="48"/>
                    </a:lnTo>
                    <a:close/>
                    <a:moveTo>
                      <a:pt x="16" y="163"/>
                    </a:moveTo>
                    <a:cubicBezTo>
                      <a:pt x="64" y="116"/>
                      <a:pt x="64" y="116"/>
                      <a:pt x="64" y="116"/>
                    </a:cubicBezTo>
                    <a:cubicBezTo>
                      <a:pt x="114" y="173"/>
                      <a:pt x="114" y="173"/>
                      <a:pt x="114" y="173"/>
                    </a:cubicBezTo>
                    <a:cubicBezTo>
                      <a:pt x="117" y="176"/>
                      <a:pt x="121" y="177"/>
                      <a:pt x="124" y="175"/>
                    </a:cubicBezTo>
                    <a:cubicBezTo>
                      <a:pt x="159" y="154"/>
                      <a:pt x="159" y="154"/>
                      <a:pt x="159" y="154"/>
                    </a:cubicBezTo>
                    <a:cubicBezTo>
                      <a:pt x="204" y="192"/>
                      <a:pt x="204" y="192"/>
                      <a:pt x="204" y="192"/>
                    </a:cubicBezTo>
                    <a:cubicBezTo>
                      <a:pt x="16" y="192"/>
                      <a:pt x="16" y="192"/>
                      <a:pt x="16" y="192"/>
                    </a:cubicBezTo>
                    <a:lnTo>
                      <a:pt x="16" y="163"/>
                    </a:lnTo>
                    <a:close/>
                    <a:moveTo>
                      <a:pt x="240" y="160"/>
                    </a:moveTo>
                    <a:cubicBezTo>
                      <a:pt x="224" y="160"/>
                      <a:pt x="224" y="160"/>
                      <a:pt x="224" y="160"/>
                    </a:cubicBezTo>
                    <a:cubicBezTo>
                      <a:pt x="224" y="40"/>
                      <a:pt x="224" y="40"/>
                      <a:pt x="224" y="40"/>
                    </a:cubicBezTo>
                    <a:cubicBezTo>
                      <a:pt x="224" y="36"/>
                      <a:pt x="220" y="32"/>
                      <a:pt x="216" y="32"/>
                    </a:cubicBezTo>
                    <a:cubicBezTo>
                      <a:pt x="48" y="32"/>
                      <a:pt x="48" y="32"/>
                      <a:pt x="48" y="32"/>
                    </a:cubicBezTo>
                    <a:cubicBezTo>
                      <a:pt x="48" y="16"/>
                      <a:pt x="48" y="16"/>
                      <a:pt x="48" y="16"/>
                    </a:cubicBezTo>
                    <a:cubicBezTo>
                      <a:pt x="240" y="16"/>
                      <a:pt x="240" y="16"/>
                      <a:pt x="240" y="16"/>
                    </a:cubicBezTo>
                    <a:lnTo>
                      <a:pt x="240"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44" name="Freeform 43"/>
              <p:cNvSpPr>
                <a:spLocks noEditPoints="1"/>
              </p:cNvSpPr>
              <p:nvPr/>
            </p:nvSpPr>
            <p:spPr bwMode="auto">
              <a:xfrm>
                <a:off x="6481274" y="2531633"/>
                <a:ext cx="83858" cy="85169"/>
              </a:xfrm>
              <a:custGeom>
                <a:avLst/>
                <a:gdLst>
                  <a:gd name="T0" fmla="*/ 28 w 56"/>
                  <a:gd name="T1" fmla="*/ 56 h 56"/>
                  <a:gd name="T2" fmla="*/ 56 w 56"/>
                  <a:gd name="T3" fmla="*/ 28 h 56"/>
                  <a:gd name="T4" fmla="*/ 28 w 56"/>
                  <a:gd name="T5" fmla="*/ 0 h 56"/>
                  <a:gd name="T6" fmla="*/ 0 w 56"/>
                  <a:gd name="T7" fmla="*/ 28 h 56"/>
                  <a:gd name="T8" fmla="*/ 28 w 56"/>
                  <a:gd name="T9" fmla="*/ 56 h 56"/>
                  <a:gd name="T10" fmla="*/ 28 w 56"/>
                  <a:gd name="T11" fmla="*/ 16 h 56"/>
                  <a:gd name="T12" fmla="*/ 40 w 56"/>
                  <a:gd name="T13" fmla="*/ 28 h 56"/>
                  <a:gd name="T14" fmla="*/ 28 w 56"/>
                  <a:gd name="T15" fmla="*/ 40 h 56"/>
                  <a:gd name="T16" fmla="*/ 16 w 56"/>
                  <a:gd name="T17" fmla="*/ 28 h 56"/>
                  <a:gd name="T18" fmla="*/ 28 w 56"/>
                  <a:gd name="T19" fmla="*/ 1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6">
                    <a:moveTo>
                      <a:pt x="28" y="56"/>
                    </a:moveTo>
                    <a:cubicBezTo>
                      <a:pt x="43" y="56"/>
                      <a:pt x="56" y="43"/>
                      <a:pt x="56" y="28"/>
                    </a:cubicBezTo>
                    <a:cubicBezTo>
                      <a:pt x="56" y="13"/>
                      <a:pt x="43" y="0"/>
                      <a:pt x="28" y="0"/>
                    </a:cubicBezTo>
                    <a:cubicBezTo>
                      <a:pt x="13" y="0"/>
                      <a:pt x="0" y="13"/>
                      <a:pt x="0" y="28"/>
                    </a:cubicBezTo>
                    <a:cubicBezTo>
                      <a:pt x="0" y="43"/>
                      <a:pt x="13" y="56"/>
                      <a:pt x="28" y="56"/>
                    </a:cubicBezTo>
                    <a:close/>
                    <a:moveTo>
                      <a:pt x="28" y="16"/>
                    </a:moveTo>
                    <a:cubicBezTo>
                      <a:pt x="35" y="16"/>
                      <a:pt x="40" y="21"/>
                      <a:pt x="40" y="28"/>
                    </a:cubicBezTo>
                    <a:cubicBezTo>
                      <a:pt x="40" y="35"/>
                      <a:pt x="35" y="40"/>
                      <a:pt x="28" y="40"/>
                    </a:cubicBezTo>
                    <a:cubicBezTo>
                      <a:pt x="21" y="40"/>
                      <a:pt x="16" y="35"/>
                      <a:pt x="16" y="28"/>
                    </a:cubicBezTo>
                    <a:cubicBezTo>
                      <a:pt x="16" y="21"/>
                      <a:pt x="21" y="16"/>
                      <a:pt x="2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grpSp>
      </p:grpSp>
      <p:grpSp>
        <p:nvGrpSpPr>
          <p:cNvPr id="45" name="Group 44"/>
          <p:cNvGrpSpPr/>
          <p:nvPr/>
        </p:nvGrpSpPr>
        <p:grpSpPr>
          <a:xfrm>
            <a:off x="4569051" y="2816529"/>
            <a:ext cx="823913" cy="823913"/>
            <a:chOff x="6114436" y="3954719"/>
            <a:chExt cx="823913" cy="823913"/>
          </a:xfrm>
        </p:grpSpPr>
        <p:sp>
          <p:nvSpPr>
            <p:cNvPr id="46" name="Oval 68"/>
            <p:cNvSpPr>
              <a:spLocks noChangeArrowheads="1"/>
            </p:cNvSpPr>
            <p:nvPr/>
          </p:nvSpPr>
          <p:spPr bwMode="auto">
            <a:xfrm>
              <a:off x="6114436" y="3954719"/>
              <a:ext cx="823913" cy="823913"/>
            </a:xfrm>
            <a:prstGeom prst="ellipse">
              <a:avLst/>
            </a:prstGeom>
            <a:solidFill>
              <a:schemeClr val="accent3"/>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grpSp>
          <p:nvGrpSpPr>
            <p:cNvPr id="47" name="Group 46"/>
            <p:cNvGrpSpPr/>
            <p:nvPr/>
          </p:nvGrpSpPr>
          <p:grpSpPr>
            <a:xfrm>
              <a:off x="6350454" y="4159239"/>
              <a:ext cx="386534" cy="386534"/>
              <a:chOff x="9753057" y="3268013"/>
              <a:chExt cx="386534" cy="386534"/>
            </a:xfrm>
            <a:solidFill>
              <a:schemeClr val="bg1"/>
            </a:solidFill>
          </p:grpSpPr>
          <p:sp>
            <p:nvSpPr>
              <p:cNvPr id="48" name="Freeform 94"/>
              <p:cNvSpPr>
                <a:spLocks noEditPoints="1"/>
              </p:cNvSpPr>
              <p:nvPr/>
            </p:nvSpPr>
            <p:spPr bwMode="auto">
              <a:xfrm>
                <a:off x="9753057" y="3268013"/>
                <a:ext cx="386534" cy="386534"/>
              </a:xfrm>
              <a:custGeom>
                <a:avLst/>
                <a:gdLst>
                  <a:gd name="T0" fmla="*/ 251 w 256"/>
                  <a:gd name="T1" fmla="*/ 97 h 256"/>
                  <a:gd name="T2" fmla="*/ 216 w 256"/>
                  <a:gd name="T3" fmla="*/ 83 h 256"/>
                  <a:gd name="T4" fmla="*/ 216 w 256"/>
                  <a:gd name="T5" fmla="*/ 8 h 256"/>
                  <a:gd name="T6" fmla="*/ 208 w 256"/>
                  <a:gd name="T7" fmla="*/ 0 h 256"/>
                  <a:gd name="T8" fmla="*/ 48 w 256"/>
                  <a:gd name="T9" fmla="*/ 0 h 256"/>
                  <a:gd name="T10" fmla="*/ 40 w 256"/>
                  <a:gd name="T11" fmla="*/ 8 h 256"/>
                  <a:gd name="T12" fmla="*/ 40 w 256"/>
                  <a:gd name="T13" fmla="*/ 83 h 256"/>
                  <a:gd name="T14" fmla="*/ 5 w 256"/>
                  <a:gd name="T15" fmla="*/ 97 h 256"/>
                  <a:gd name="T16" fmla="*/ 0 w 256"/>
                  <a:gd name="T17" fmla="*/ 104 h 256"/>
                  <a:gd name="T18" fmla="*/ 0 w 256"/>
                  <a:gd name="T19" fmla="*/ 104 h 256"/>
                  <a:gd name="T20" fmla="*/ 0 w 256"/>
                  <a:gd name="T21" fmla="*/ 248 h 256"/>
                  <a:gd name="T22" fmla="*/ 8 w 256"/>
                  <a:gd name="T23" fmla="*/ 256 h 256"/>
                  <a:gd name="T24" fmla="*/ 248 w 256"/>
                  <a:gd name="T25" fmla="*/ 256 h 256"/>
                  <a:gd name="T26" fmla="*/ 256 w 256"/>
                  <a:gd name="T27" fmla="*/ 248 h 256"/>
                  <a:gd name="T28" fmla="*/ 256 w 256"/>
                  <a:gd name="T29" fmla="*/ 104 h 256"/>
                  <a:gd name="T30" fmla="*/ 256 w 256"/>
                  <a:gd name="T31" fmla="*/ 104 h 256"/>
                  <a:gd name="T32" fmla="*/ 251 w 256"/>
                  <a:gd name="T33" fmla="*/ 97 h 256"/>
                  <a:gd name="T34" fmla="*/ 232 w 256"/>
                  <a:gd name="T35" fmla="*/ 106 h 256"/>
                  <a:gd name="T36" fmla="*/ 216 w 256"/>
                  <a:gd name="T37" fmla="*/ 116 h 256"/>
                  <a:gd name="T38" fmla="*/ 216 w 256"/>
                  <a:gd name="T39" fmla="*/ 100 h 256"/>
                  <a:gd name="T40" fmla="*/ 232 w 256"/>
                  <a:gd name="T41" fmla="*/ 106 h 256"/>
                  <a:gd name="T42" fmla="*/ 200 w 256"/>
                  <a:gd name="T43" fmla="*/ 16 h 256"/>
                  <a:gd name="T44" fmla="*/ 200 w 256"/>
                  <a:gd name="T45" fmla="*/ 88 h 256"/>
                  <a:gd name="T46" fmla="*/ 200 w 256"/>
                  <a:gd name="T47" fmla="*/ 88 h 256"/>
                  <a:gd name="T48" fmla="*/ 200 w 256"/>
                  <a:gd name="T49" fmla="*/ 126 h 256"/>
                  <a:gd name="T50" fmla="*/ 128 w 256"/>
                  <a:gd name="T51" fmla="*/ 171 h 256"/>
                  <a:gd name="T52" fmla="*/ 56 w 256"/>
                  <a:gd name="T53" fmla="*/ 126 h 256"/>
                  <a:gd name="T54" fmla="*/ 56 w 256"/>
                  <a:gd name="T55" fmla="*/ 88 h 256"/>
                  <a:gd name="T56" fmla="*/ 56 w 256"/>
                  <a:gd name="T57" fmla="*/ 88 h 256"/>
                  <a:gd name="T58" fmla="*/ 56 w 256"/>
                  <a:gd name="T59" fmla="*/ 16 h 256"/>
                  <a:gd name="T60" fmla="*/ 200 w 256"/>
                  <a:gd name="T61" fmla="*/ 16 h 256"/>
                  <a:gd name="T62" fmla="*/ 40 w 256"/>
                  <a:gd name="T63" fmla="*/ 116 h 256"/>
                  <a:gd name="T64" fmla="*/ 24 w 256"/>
                  <a:gd name="T65" fmla="*/ 106 h 256"/>
                  <a:gd name="T66" fmla="*/ 40 w 256"/>
                  <a:gd name="T67" fmla="*/ 100 h 256"/>
                  <a:gd name="T68" fmla="*/ 40 w 256"/>
                  <a:gd name="T69" fmla="*/ 116 h 256"/>
                  <a:gd name="T70" fmla="*/ 16 w 256"/>
                  <a:gd name="T71" fmla="*/ 240 h 256"/>
                  <a:gd name="T72" fmla="*/ 16 w 256"/>
                  <a:gd name="T73" fmla="*/ 120 h 256"/>
                  <a:gd name="T74" fmla="*/ 124 w 256"/>
                  <a:gd name="T75" fmla="*/ 187 h 256"/>
                  <a:gd name="T76" fmla="*/ 128 w 256"/>
                  <a:gd name="T77" fmla="*/ 188 h 256"/>
                  <a:gd name="T78" fmla="*/ 132 w 256"/>
                  <a:gd name="T79" fmla="*/ 187 h 256"/>
                  <a:gd name="T80" fmla="*/ 240 w 256"/>
                  <a:gd name="T81" fmla="*/ 120 h 256"/>
                  <a:gd name="T82" fmla="*/ 240 w 256"/>
                  <a:gd name="T83" fmla="*/ 240 h 256"/>
                  <a:gd name="T84" fmla="*/ 16 w 256"/>
                  <a:gd name="T85" fmla="*/ 24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6" h="256">
                    <a:moveTo>
                      <a:pt x="251" y="97"/>
                    </a:moveTo>
                    <a:cubicBezTo>
                      <a:pt x="216" y="83"/>
                      <a:pt x="216" y="83"/>
                      <a:pt x="216" y="83"/>
                    </a:cubicBezTo>
                    <a:cubicBezTo>
                      <a:pt x="216" y="8"/>
                      <a:pt x="216" y="8"/>
                      <a:pt x="216" y="8"/>
                    </a:cubicBezTo>
                    <a:cubicBezTo>
                      <a:pt x="216" y="4"/>
                      <a:pt x="212" y="0"/>
                      <a:pt x="208" y="0"/>
                    </a:cubicBezTo>
                    <a:cubicBezTo>
                      <a:pt x="48" y="0"/>
                      <a:pt x="48" y="0"/>
                      <a:pt x="48" y="0"/>
                    </a:cubicBezTo>
                    <a:cubicBezTo>
                      <a:pt x="44" y="0"/>
                      <a:pt x="40" y="4"/>
                      <a:pt x="40" y="8"/>
                    </a:cubicBezTo>
                    <a:cubicBezTo>
                      <a:pt x="40" y="83"/>
                      <a:pt x="40" y="83"/>
                      <a:pt x="40" y="83"/>
                    </a:cubicBezTo>
                    <a:cubicBezTo>
                      <a:pt x="5" y="97"/>
                      <a:pt x="5" y="97"/>
                      <a:pt x="5" y="97"/>
                    </a:cubicBezTo>
                    <a:cubicBezTo>
                      <a:pt x="2" y="98"/>
                      <a:pt x="0" y="101"/>
                      <a:pt x="0" y="104"/>
                    </a:cubicBezTo>
                    <a:cubicBezTo>
                      <a:pt x="0" y="104"/>
                      <a:pt x="0" y="104"/>
                      <a:pt x="0" y="104"/>
                    </a:cubicBezTo>
                    <a:cubicBezTo>
                      <a:pt x="0" y="248"/>
                      <a:pt x="0" y="248"/>
                      <a:pt x="0" y="248"/>
                    </a:cubicBezTo>
                    <a:cubicBezTo>
                      <a:pt x="0" y="252"/>
                      <a:pt x="4" y="256"/>
                      <a:pt x="8" y="256"/>
                    </a:cubicBezTo>
                    <a:cubicBezTo>
                      <a:pt x="248" y="256"/>
                      <a:pt x="248" y="256"/>
                      <a:pt x="248" y="256"/>
                    </a:cubicBezTo>
                    <a:cubicBezTo>
                      <a:pt x="252" y="256"/>
                      <a:pt x="256" y="252"/>
                      <a:pt x="256" y="248"/>
                    </a:cubicBezTo>
                    <a:cubicBezTo>
                      <a:pt x="256" y="104"/>
                      <a:pt x="256" y="104"/>
                      <a:pt x="256" y="104"/>
                    </a:cubicBezTo>
                    <a:cubicBezTo>
                      <a:pt x="256" y="104"/>
                      <a:pt x="256" y="104"/>
                      <a:pt x="256" y="104"/>
                    </a:cubicBezTo>
                    <a:cubicBezTo>
                      <a:pt x="256" y="101"/>
                      <a:pt x="254" y="98"/>
                      <a:pt x="251" y="97"/>
                    </a:cubicBezTo>
                    <a:close/>
                    <a:moveTo>
                      <a:pt x="232" y="106"/>
                    </a:moveTo>
                    <a:cubicBezTo>
                      <a:pt x="216" y="116"/>
                      <a:pt x="216" y="116"/>
                      <a:pt x="216" y="116"/>
                    </a:cubicBezTo>
                    <a:cubicBezTo>
                      <a:pt x="216" y="100"/>
                      <a:pt x="216" y="100"/>
                      <a:pt x="216" y="100"/>
                    </a:cubicBezTo>
                    <a:lnTo>
                      <a:pt x="232" y="106"/>
                    </a:lnTo>
                    <a:close/>
                    <a:moveTo>
                      <a:pt x="200" y="16"/>
                    </a:moveTo>
                    <a:cubicBezTo>
                      <a:pt x="200" y="88"/>
                      <a:pt x="200" y="88"/>
                      <a:pt x="200" y="88"/>
                    </a:cubicBezTo>
                    <a:cubicBezTo>
                      <a:pt x="200" y="88"/>
                      <a:pt x="200" y="88"/>
                      <a:pt x="200" y="88"/>
                    </a:cubicBezTo>
                    <a:cubicBezTo>
                      <a:pt x="200" y="126"/>
                      <a:pt x="200" y="126"/>
                      <a:pt x="200" y="126"/>
                    </a:cubicBezTo>
                    <a:cubicBezTo>
                      <a:pt x="128" y="171"/>
                      <a:pt x="128" y="171"/>
                      <a:pt x="128" y="171"/>
                    </a:cubicBezTo>
                    <a:cubicBezTo>
                      <a:pt x="56" y="126"/>
                      <a:pt x="56" y="126"/>
                      <a:pt x="56" y="126"/>
                    </a:cubicBezTo>
                    <a:cubicBezTo>
                      <a:pt x="56" y="88"/>
                      <a:pt x="56" y="88"/>
                      <a:pt x="56" y="88"/>
                    </a:cubicBezTo>
                    <a:cubicBezTo>
                      <a:pt x="56" y="88"/>
                      <a:pt x="56" y="88"/>
                      <a:pt x="56" y="88"/>
                    </a:cubicBezTo>
                    <a:cubicBezTo>
                      <a:pt x="56" y="16"/>
                      <a:pt x="56" y="16"/>
                      <a:pt x="56" y="16"/>
                    </a:cubicBezTo>
                    <a:lnTo>
                      <a:pt x="200" y="16"/>
                    </a:lnTo>
                    <a:close/>
                    <a:moveTo>
                      <a:pt x="40" y="116"/>
                    </a:moveTo>
                    <a:cubicBezTo>
                      <a:pt x="24" y="106"/>
                      <a:pt x="24" y="106"/>
                      <a:pt x="24" y="106"/>
                    </a:cubicBezTo>
                    <a:cubicBezTo>
                      <a:pt x="40" y="100"/>
                      <a:pt x="40" y="100"/>
                      <a:pt x="40" y="100"/>
                    </a:cubicBezTo>
                    <a:lnTo>
                      <a:pt x="40" y="116"/>
                    </a:lnTo>
                    <a:close/>
                    <a:moveTo>
                      <a:pt x="16" y="240"/>
                    </a:moveTo>
                    <a:cubicBezTo>
                      <a:pt x="16" y="120"/>
                      <a:pt x="16" y="120"/>
                      <a:pt x="16" y="120"/>
                    </a:cubicBezTo>
                    <a:cubicBezTo>
                      <a:pt x="124" y="187"/>
                      <a:pt x="124" y="187"/>
                      <a:pt x="124" y="187"/>
                    </a:cubicBezTo>
                    <a:cubicBezTo>
                      <a:pt x="125" y="188"/>
                      <a:pt x="127" y="188"/>
                      <a:pt x="128" y="188"/>
                    </a:cubicBezTo>
                    <a:cubicBezTo>
                      <a:pt x="129" y="188"/>
                      <a:pt x="131" y="188"/>
                      <a:pt x="132" y="187"/>
                    </a:cubicBezTo>
                    <a:cubicBezTo>
                      <a:pt x="240" y="120"/>
                      <a:pt x="240" y="120"/>
                      <a:pt x="240" y="120"/>
                    </a:cubicBezTo>
                    <a:cubicBezTo>
                      <a:pt x="240" y="240"/>
                      <a:pt x="240" y="240"/>
                      <a:pt x="240" y="240"/>
                    </a:cubicBezTo>
                    <a:lnTo>
                      <a:pt x="16"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49" name="Freeform 95"/>
              <p:cNvSpPr>
                <a:spLocks/>
              </p:cNvSpPr>
              <p:nvPr/>
            </p:nvSpPr>
            <p:spPr bwMode="auto">
              <a:xfrm>
                <a:off x="9958772" y="3316494"/>
                <a:ext cx="72066" cy="24895"/>
              </a:xfrm>
              <a:custGeom>
                <a:avLst/>
                <a:gdLst>
                  <a:gd name="T0" fmla="*/ 8 w 48"/>
                  <a:gd name="T1" fmla="*/ 16 h 16"/>
                  <a:gd name="T2" fmla="*/ 40 w 48"/>
                  <a:gd name="T3" fmla="*/ 16 h 16"/>
                  <a:gd name="T4" fmla="*/ 48 w 48"/>
                  <a:gd name="T5" fmla="*/ 8 h 16"/>
                  <a:gd name="T6" fmla="*/ 40 w 48"/>
                  <a:gd name="T7" fmla="*/ 0 h 16"/>
                  <a:gd name="T8" fmla="*/ 8 w 48"/>
                  <a:gd name="T9" fmla="*/ 0 h 16"/>
                  <a:gd name="T10" fmla="*/ 0 w 48"/>
                  <a:gd name="T11" fmla="*/ 8 h 16"/>
                  <a:gd name="T12" fmla="*/ 8 w 48"/>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48" h="16">
                    <a:moveTo>
                      <a:pt x="8" y="16"/>
                    </a:moveTo>
                    <a:cubicBezTo>
                      <a:pt x="40" y="16"/>
                      <a:pt x="40" y="16"/>
                      <a:pt x="40" y="16"/>
                    </a:cubicBezTo>
                    <a:cubicBezTo>
                      <a:pt x="44" y="16"/>
                      <a:pt x="48" y="12"/>
                      <a:pt x="48" y="8"/>
                    </a:cubicBezTo>
                    <a:cubicBezTo>
                      <a:pt x="48" y="4"/>
                      <a:pt x="44" y="0"/>
                      <a:pt x="40"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50" name="Freeform 96"/>
              <p:cNvSpPr>
                <a:spLocks/>
              </p:cNvSpPr>
              <p:nvPr/>
            </p:nvSpPr>
            <p:spPr bwMode="auto">
              <a:xfrm>
                <a:off x="9861811" y="3364974"/>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51" name="Freeform 97"/>
              <p:cNvSpPr>
                <a:spLocks/>
              </p:cNvSpPr>
              <p:nvPr/>
            </p:nvSpPr>
            <p:spPr bwMode="auto">
              <a:xfrm>
                <a:off x="9861811" y="3413455"/>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grpSp>
      </p:grpSp>
      <p:sp>
        <p:nvSpPr>
          <p:cNvPr id="3" name="Footer Placeholder 2"/>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Tree>
    <p:extLst>
      <p:ext uri="{BB962C8B-B14F-4D97-AF65-F5344CB8AC3E}">
        <p14:creationId xmlns:p14="http://schemas.microsoft.com/office/powerpoint/2010/main" val="40911238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250"/>
                                  </p:stCondLst>
                                  <p:childTnLst>
                                    <p:set>
                                      <p:cBhvr>
                                        <p:cTn id="10" dur="1" fill="hold">
                                          <p:stCondLst>
                                            <p:cond delay="0"/>
                                          </p:stCondLst>
                                        </p:cTn>
                                        <p:tgtEl>
                                          <p:spTgt spid="27"/>
                                        </p:tgtEl>
                                        <p:attrNameLst>
                                          <p:attrName>style.visibility</p:attrName>
                                        </p:attrNameLst>
                                      </p:cBhvr>
                                      <p:to>
                                        <p:strVal val="visible"/>
                                      </p:to>
                                    </p:set>
                                    <p:animEffect transition="in" filter="fade">
                                      <p:cBhvr>
                                        <p:cTn id="11" dur="500"/>
                                        <p:tgtEl>
                                          <p:spTgt spid="27"/>
                                        </p:tgtEl>
                                      </p:cBhvr>
                                    </p:animEffect>
                                  </p:childTnLst>
                                </p:cTn>
                              </p:par>
                            </p:childTnLst>
                          </p:cTn>
                        </p:par>
                        <p:par>
                          <p:cTn id="12" fill="hold">
                            <p:stCondLst>
                              <p:cond delay="1250"/>
                            </p:stCondLst>
                            <p:childTnLst>
                              <p:par>
                                <p:cTn id="13" presetID="10" presetClass="entr" presetSubtype="0" fill="hold" nodeType="afterEffect">
                                  <p:stCondLst>
                                    <p:cond delay="250"/>
                                  </p:stCondLst>
                                  <p:childTnLst>
                                    <p:set>
                                      <p:cBhvr>
                                        <p:cTn id="14" dur="1" fill="hold">
                                          <p:stCondLst>
                                            <p:cond delay="0"/>
                                          </p:stCondLst>
                                        </p:cTn>
                                        <p:tgtEl>
                                          <p:spTgt spid="40"/>
                                        </p:tgtEl>
                                        <p:attrNameLst>
                                          <p:attrName>style.visibility</p:attrName>
                                        </p:attrNameLst>
                                      </p:cBhvr>
                                      <p:to>
                                        <p:strVal val="visible"/>
                                      </p:to>
                                    </p:set>
                                    <p:animEffect transition="in" filter="fade">
                                      <p:cBhvr>
                                        <p:cTn id="15" dur="500"/>
                                        <p:tgtEl>
                                          <p:spTgt spid="40"/>
                                        </p:tgtEl>
                                      </p:cBhvr>
                                    </p:animEffect>
                                  </p:childTnLst>
                                </p:cTn>
                              </p:par>
                            </p:childTnLst>
                          </p:cTn>
                        </p:par>
                        <p:par>
                          <p:cTn id="16" fill="hold">
                            <p:stCondLst>
                              <p:cond delay="2000"/>
                            </p:stCondLst>
                            <p:childTnLst>
                              <p:par>
                                <p:cTn id="17" presetID="10" presetClass="entr" presetSubtype="0" fill="hold" grpId="0" nodeType="afterEffect">
                                  <p:stCondLst>
                                    <p:cond delay="25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childTnLst>
                          </p:cTn>
                        </p:par>
                        <p:par>
                          <p:cTn id="20" fill="hold">
                            <p:stCondLst>
                              <p:cond delay="2750"/>
                            </p:stCondLst>
                            <p:childTnLst>
                              <p:par>
                                <p:cTn id="21" presetID="10" presetClass="entr" presetSubtype="0" fill="hold" nodeType="afterEffect">
                                  <p:stCondLst>
                                    <p:cond delay="250"/>
                                  </p:stCondLst>
                                  <p:childTnLst>
                                    <p:set>
                                      <p:cBhvr>
                                        <p:cTn id="22" dur="1" fill="hold">
                                          <p:stCondLst>
                                            <p:cond delay="0"/>
                                          </p:stCondLst>
                                        </p:cTn>
                                        <p:tgtEl>
                                          <p:spTgt spid="45"/>
                                        </p:tgtEl>
                                        <p:attrNameLst>
                                          <p:attrName>style.visibility</p:attrName>
                                        </p:attrNameLst>
                                      </p:cBhvr>
                                      <p:to>
                                        <p:strVal val="visible"/>
                                      </p:to>
                                    </p:set>
                                    <p:animEffect transition="in" filter="fade">
                                      <p:cBhvr>
                                        <p:cTn id="23" dur="500"/>
                                        <p:tgtEl>
                                          <p:spTgt spid="45"/>
                                        </p:tgtEl>
                                      </p:cBhvr>
                                    </p:animEffect>
                                  </p:childTnLst>
                                </p:cTn>
                              </p:par>
                            </p:childTnLst>
                          </p:cTn>
                        </p:par>
                        <p:par>
                          <p:cTn id="24" fill="hold">
                            <p:stCondLst>
                              <p:cond delay="3500"/>
                            </p:stCondLst>
                            <p:childTnLst>
                              <p:par>
                                <p:cTn id="25" presetID="10" presetClass="entr" presetSubtype="0" fill="hold" grpId="0" nodeType="afterEffect">
                                  <p:stCondLst>
                                    <p:cond delay="250"/>
                                  </p:stCondLst>
                                  <p:childTnLst>
                                    <p:set>
                                      <p:cBhvr>
                                        <p:cTn id="26" dur="1" fill="hold">
                                          <p:stCondLst>
                                            <p:cond delay="0"/>
                                          </p:stCondLst>
                                        </p:cTn>
                                        <p:tgtEl>
                                          <p:spTgt spid="31"/>
                                        </p:tgtEl>
                                        <p:attrNameLst>
                                          <p:attrName>style.visibility</p:attrName>
                                        </p:attrNameLst>
                                      </p:cBhvr>
                                      <p:to>
                                        <p:strVal val="visible"/>
                                      </p:to>
                                    </p:set>
                                    <p:animEffect transition="in" filter="fade">
                                      <p:cBhvr>
                                        <p:cTn id="27" dur="500"/>
                                        <p:tgtEl>
                                          <p:spTgt spid="31"/>
                                        </p:tgtEl>
                                      </p:cBhvr>
                                    </p:animEffect>
                                  </p:childTnLst>
                                </p:cTn>
                              </p:par>
                            </p:childTnLst>
                          </p:cTn>
                        </p:par>
                        <p:par>
                          <p:cTn id="28" fill="hold">
                            <p:stCondLst>
                              <p:cond delay="4250"/>
                            </p:stCondLst>
                            <p:childTnLst>
                              <p:par>
                                <p:cTn id="29" presetID="10" presetClass="entr" presetSubtype="0" fill="hold" nodeType="afterEffect">
                                  <p:stCondLst>
                                    <p:cond delay="250"/>
                                  </p:stCondLst>
                                  <p:childTnLst>
                                    <p:set>
                                      <p:cBhvr>
                                        <p:cTn id="30" dur="1" fill="hold">
                                          <p:stCondLst>
                                            <p:cond delay="0"/>
                                          </p:stCondLst>
                                        </p:cTn>
                                        <p:tgtEl>
                                          <p:spTgt spid="37"/>
                                        </p:tgtEl>
                                        <p:attrNameLst>
                                          <p:attrName>style.visibility</p:attrName>
                                        </p:attrNameLst>
                                      </p:cBhvr>
                                      <p:to>
                                        <p:strVal val="visible"/>
                                      </p:to>
                                    </p:set>
                                    <p:animEffect transition="in" filter="fade">
                                      <p:cBhvr>
                                        <p:cTn id="31" dur="500"/>
                                        <p:tgtEl>
                                          <p:spTgt spid="37"/>
                                        </p:tgtEl>
                                      </p:cBhvr>
                                    </p:animEffect>
                                  </p:childTnLst>
                                </p:cTn>
                              </p:par>
                            </p:childTnLst>
                          </p:cTn>
                        </p:par>
                        <p:par>
                          <p:cTn id="32" fill="hold">
                            <p:stCondLst>
                              <p:cond delay="5000"/>
                            </p:stCondLst>
                            <p:childTnLst>
                              <p:par>
                                <p:cTn id="33" presetID="10" presetClass="entr" presetSubtype="0" fill="hold" grpId="0" nodeType="afterEffect">
                                  <p:stCondLst>
                                    <p:cond delay="25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27" grpId="0">
        <p:bldAsOne/>
      </p:bldGraphic>
      <p:bldP spid="29" grpId="0"/>
      <p:bldP spid="31" grpId="0"/>
      <p:bldP spid="36"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907775" y="177009"/>
            <a:ext cx="10515600" cy="69763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fontAlgn="auto">
              <a:spcAft>
                <a:spcPts val="0"/>
              </a:spcAft>
            </a:pPr>
            <a:r>
              <a:rPr lang="ar-SA" sz="4000" b="1" u="sng" dirty="0">
                <a:solidFill>
                  <a:schemeClr val="tx2"/>
                </a:solidFill>
              </a:rPr>
              <a:t>الخدمات التي توظف للتعليم من خلال الإنترنت </a:t>
            </a:r>
            <a:endParaRPr lang="en-US" sz="4000" u="sng" dirty="0">
              <a:solidFill>
                <a:schemeClr val="tx2"/>
              </a:solidFill>
              <a:latin typeface="Roboto Light" panose="02000000000000000000" pitchFamily="2" charset="0"/>
              <a:ea typeface="Roboto Light" panose="02000000000000000000" pitchFamily="2" charset="0"/>
              <a:cs typeface="Lato" panose="020F0502020204030203" pitchFamily="34" charset="0"/>
            </a:endParaRPr>
          </a:p>
        </p:txBody>
      </p:sp>
      <p:graphicFrame>
        <p:nvGraphicFramePr>
          <p:cNvPr id="27" name="Diagram 26"/>
          <p:cNvGraphicFramePr/>
          <p:nvPr>
            <p:extLst>
              <p:ext uri="{D42A27DB-BD31-4B8C-83A1-F6EECF244321}">
                <p14:modId xmlns:p14="http://schemas.microsoft.com/office/powerpoint/2010/main" val="2344161000"/>
              </p:ext>
            </p:extLst>
          </p:nvPr>
        </p:nvGraphicFramePr>
        <p:xfrm>
          <a:off x="2892897" y="902234"/>
          <a:ext cx="8530478" cy="396162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9" name="Content Placeholder 2"/>
          <p:cNvSpPr txBox="1">
            <a:spLocks/>
          </p:cNvSpPr>
          <p:nvPr/>
        </p:nvSpPr>
        <p:spPr>
          <a:xfrm>
            <a:off x="900450" y="2971376"/>
            <a:ext cx="4351291" cy="203253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a:buNone/>
            </a:pPr>
            <a:r>
              <a:rPr lang="ar-SA" sz="2800" b="1" dirty="0">
                <a:solidFill>
                  <a:schemeClr val="accent1"/>
                </a:solidFill>
              </a:rPr>
              <a:t>استخدامات برامج المحادثة (</a:t>
            </a:r>
            <a:r>
              <a:rPr lang="en-US" sz="2800" b="1" dirty="0">
                <a:solidFill>
                  <a:schemeClr val="accent1"/>
                </a:solidFill>
              </a:rPr>
              <a:t>Internet Relay Chat</a:t>
            </a:r>
            <a:r>
              <a:rPr lang="ar-SA" sz="2800" b="1" dirty="0">
                <a:solidFill>
                  <a:schemeClr val="accent1"/>
                </a:solidFill>
              </a:rPr>
              <a:t>) في </a:t>
            </a:r>
            <a:r>
              <a:rPr lang="ar-SA" sz="2800" b="1" dirty="0" smtClean="0">
                <a:solidFill>
                  <a:schemeClr val="accent1"/>
                </a:solidFill>
              </a:rPr>
              <a:t>التعليم</a:t>
            </a:r>
            <a:endParaRPr lang="en-US" sz="2800" b="1" dirty="0" smtClean="0">
              <a:solidFill>
                <a:schemeClr val="accent1"/>
              </a:solidFill>
            </a:endParaRPr>
          </a:p>
        </p:txBody>
      </p:sp>
      <p:sp>
        <p:nvSpPr>
          <p:cNvPr id="31" name="Content Placeholder 2"/>
          <p:cNvSpPr txBox="1">
            <a:spLocks/>
          </p:cNvSpPr>
          <p:nvPr/>
        </p:nvSpPr>
        <p:spPr>
          <a:xfrm>
            <a:off x="5453102" y="3987645"/>
            <a:ext cx="2452544" cy="195072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fontAlgn="auto">
              <a:spcAft>
                <a:spcPts val="0"/>
              </a:spcAft>
              <a:buNone/>
            </a:pPr>
            <a:r>
              <a:rPr lang="ar-SA" sz="2800" b="1" dirty="0">
                <a:solidFill>
                  <a:srgbClr val="002060"/>
                </a:solidFill>
              </a:rPr>
              <a:t>إدخال المناهج ضمن المقررات الإلكترونية </a:t>
            </a:r>
            <a:endParaRPr lang="en-US" sz="2800" b="1" dirty="0">
              <a:solidFill>
                <a:srgbClr val="002060"/>
              </a:solidFill>
            </a:endParaRPr>
          </a:p>
        </p:txBody>
      </p:sp>
      <p:grpSp>
        <p:nvGrpSpPr>
          <p:cNvPr id="40" name="Group 39"/>
          <p:cNvGrpSpPr/>
          <p:nvPr/>
        </p:nvGrpSpPr>
        <p:grpSpPr>
          <a:xfrm>
            <a:off x="2554517" y="1871562"/>
            <a:ext cx="823913" cy="823913"/>
            <a:chOff x="6869481" y="3174886"/>
            <a:chExt cx="823913" cy="823913"/>
          </a:xfrm>
        </p:grpSpPr>
        <p:sp>
          <p:nvSpPr>
            <p:cNvPr id="41" name="Oval 40"/>
            <p:cNvSpPr>
              <a:spLocks noChangeArrowheads="1"/>
            </p:cNvSpPr>
            <p:nvPr/>
          </p:nvSpPr>
          <p:spPr bwMode="auto">
            <a:xfrm>
              <a:off x="6869481" y="3174886"/>
              <a:ext cx="823913" cy="823913"/>
            </a:xfrm>
            <a:prstGeom prst="ellipse">
              <a:avLst/>
            </a:prstGeom>
            <a:solidFill>
              <a:srgbClr val="C00000"/>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grpSp>
          <p:nvGrpSpPr>
            <p:cNvPr id="42" name="Group 41"/>
            <p:cNvGrpSpPr/>
            <p:nvPr/>
          </p:nvGrpSpPr>
          <p:grpSpPr>
            <a:xfrm>
              <a:off x="7099504" y="3437424"/>
              <a:ext cx="386534" cy="314469"/>
              <a:chOff x="6275559" y="2434671"/>
              <a:chExt cx="386534" cy="314469"/>
            </a:xfrm>
            <a:solidFill>
              <a:schemeClr val="bg1"/>
            </a:solidFill>
          </p:grpSpPr>
          <p:sp>
            <p:nvSpPr>
              <p:cNvPr id="43" name="Freeform 42"/>
              <p:cNvSpPr>
                <a:spLocks noEditPoints="1"/>
              </p:cNvSpPr>
              <p:nvPr/>
            </p:nvSpPr>
            <p:spPr bwMode="auto">
              <a:xfrm>
                <a:off x="6275559" y="2434671"/>
                <a:ext cx="386534" cy="314469"/>
              </a:xfrm>
              <a:custGeom>
                <a:avLst/>
                <a:gdLst>
                  <a:gd name="T0" fmla="*/ 248 w 256"/>
                  <a:gd name="T1" fmla="*/ 0 h 208"/>
                  <a:gd name="T2" fmla="*/ 40 w 256"/>
                  <a:gd name="T3" fmla="*/ 0 h 208"/>
                  <a:gd name="T4" fmla="*/ 32 w 256"/>
                  <a:gd name="T5" fmla="*/ 8 h 208"/>
                  <a:gd name="T6" fmla="*/ 32 w 256"/>
                  <a:gd name="T7" fmla="*/ 32 h 208"/>
                  <a:gd name="T8" fmla="*/ 8 w 256"/>
                  <a:gd name="T9" fmla="*/ 32 h 208"/>
                  <a:gd name="T10" fmla="*/ 0 w 256"/>
                  <a:gd name="T11" fmla="*/ 40 h 208"/>
                  <a:gd name="T12" fmla="*/ 0 w 256"/>
                  <a:gd name="T13" fmla="*/ 200 h 208"/>
                  <a:gd name="T14" fmla="*/ 8 w 256"/>
                  <a:gd name="T15" fmla="*/ 208 h 208"/>
                  <a:gd name="T16" fmla="*/ 216 w 256"/>
                  <a:gd name="T17" fmla="*/ 208 h 208"/>
                  <a:gd name="T18" fmla="*/ 224 w 256"/>
                  <a:gd name="T19" fmla="*/ 200 h 208"/>
                  <a:gd name="T20" fmla="*/ 224 w 256"/>
                  <a:gd name="T21" fmla="*/ 176 h 208"/>
                  <a:gd name="T22" fmla="*/ 248 w 256"/>
                  <a:gd name="T23" fmla="*/ 176 h 208"/>
                  <a:gd name="T24" fmla="*/ 256 w 256"/>
                  <a:gd name="T25" fmla="*/ 168 h 208"/>
                  <a:gd name="T26" fmla="*/ 256 w 256"/>
                  <a:gd name="T27" fmla="*/ 8 h 208"/>
                  <a:gd name="T28" fmla="*/ 248 w 256"/>
                  <a:gd name="T29" fmla="*/ 0 h 208"/>
                  <a:gd name="T30" fmla="*/ 208 w 256"/>
                  <a:gd name="T31" fmla="*/ 48 h 208"/>
                  <a:gd name="T32" fmla="*/ 208 w 256"/>
                  <a:gd name="T33" fmla="*/ 175 h 208"/>
                  <a:gd name="T34" fmla="*/ 165 w 256"/>
                  <a:gd name="T35" fmla="*/ 138 h 208"/>
                  <a:gd name="T36" fmla="*/ 156 w 256"/>
                  <a:gd name="T37" fmla="*/ 137 h 208"/>
                  <a:gd name="T38" fmla="*/ 122 w 256"/>
                  <a:gd name="T39" fmla="*/ 158 h 208"/>
                  <a:gd name="T40" fmla="*/ 70 w 256"/>
                  <a:gd name="T41" fmla="*/ 99 h 208"/>
                  <a:gd name="T42" fmla="*/ 64 w 256"/>
                  <a:gd name="T43" fmla="*/ 96 h 208"/>
                  <a:gd name="T44" fmla="*/ 58 w 256"/>
                  <a:gd name="T45" fmla="*/ 98 h 208"/>
                  <a:gd name="T46" fmla="*/ 16 w 256"/>
                  <a:gd name="T47" fmla="*/ 141 h 208"/>
                  <a:gd name="T48" fmla="*/ 16 w 256"/>
                  <a:gd name="T49" fmla="*/ 48 h 208"/>
                  <a:gd name="T50" fmla="*/ 208 w 256"/>
                  <a:gd name="T51" fmla="*/ 48 h 208"/>
                  <a:gd name="T52" fmla="*/ 16 w 256"/>
                  <a:gd name="T53" fmla="*/ 163 h 208"/>
                  <a:gd name="T54" fmla="*/ 64 w 256"/>
                  <a:gd name="T55" fmla="*/ 116 h 208"/>
                  <a:gd name="T56" fmla="*/ 114 w 256"/>
                  <a:gd name="T57" fmla="*/ 173 h 208"/>
                  <a:gd name="T58" fmla="*/ 124 w 256"/>
                  <a:gd name="T59" fmla="*/ 175 h 208"/>
                  <a:gd name="T60" fmla="*/ 159 w 256"/>
                  <a:gd name="T61" fmla="*/ 154 h 208"/>
                  <a:gd name="T62" fmla="*/ 204 w 256"/>
                  <a:gd name="T63" fmla="*/ 192 h 208"/>
                  <a:gd name="T64" fmla="*/ 16 w 256"/>
                  <a:gd name="T65" fmla="*/ 192 h 208"/>
                  <a:gd name="T66" fmla="*/ 16 w 256"/>
                  <a:gd name="T67" fmla="*/ 163 h 208"/>
                  <a:gd name="T68" fmla="*/ 240 w 256"/>
                  <a:gd name="T69" fmla="*/ 160 h 208"/>
                  <a:gd name="T70" fmla="*/ 224 w 256"/>
                  <a:gd name="T71" fmla="*/ 160 h 208"/>
                  <a:gd name="T72" fmla="*/ 224 w 256"/>
                  <a:gd name="T73" fmla="*/ 40 h 208"/>
                  <a:gd name="T74" fmla="*/ 216 w 256"/>
                  <a:gd name="T75" fmla="*/ 32 h 208"/>
                  <a:gd name="T76" fmla="*/ 48 w 256"/>
                  <a:gd name="T77" fmla="*/ 32 h 208"/>
                  <a:gd name="T78" fmla="*/ 48 w 256"/>
                  <a:gd name="T79" fmla="*/ 16 h 208"/>
                  <a:gd name="T80" fmla="*/ 240 w 256"/>
                  <a:gd name="T81" fmla="*/ 16 h 208"/>
                  <a:gd name="T82" fmla="*/ 240 w 256"/>
                  <a:gd name="T83" fmla="*/ 16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208">
                    <a:moveTo>
                      <a:pt x="248" y="0"/>
                    </a:moveTo>
                    <a:cubicBezTo>
                      <a:pt x="40" y="0"/>
                      <a:pt x="40" y="0"/>
                      <a:pt x="40" y="0"/>
                    </a:cubicBezTo>
                    <a:cubicBezTo>
                      <a:pt x="36" y="0"/>
                      <a:pt x="32" y="4"/>
                      <a:pt x="32" y="8"/>
                    </a:cubicBezTo>
                    <a:cubicBezTo>
                      <a:pt x="32" y="32"/>
                      <a:pt x="32" y="32"/>
                      <a:pt x="32" y="32"/>
                    </a:cubicBezTo>
                    <a:cubicBezTo>
                      <a:pt x="8" y="32"/>
                      <a:pt x="8" y="32"/>
                      <a:pt x="8" y="32"/>
                    </a:cubicBezTo>
                    <a:cubicBezTo>
                      <a:pt x="4" y="32"/>
                      <a:pt x="0" y="36"/>
                      <a:pt x="0" y="40"/>
                    </a:cubicBezTo>
                    <a:cubicBezTo>
                      <a:pt x="0" y="200"/>
                      <a:pt x="0" y="200"/>
                      <a:pt x="0" y="200"/>
                    </a:cubicBezTo>
                    <a:cubicBezTo>
                      <a:pt x="0" y="204"/>
                      <a:pt x="4" y="208"/>
                      <a:pt x="8" y="208"/>
                    </a:cubicBezTo>
                    <a:cubicBezTo>
                      <a:pt x="216" y="208"/>
                      <a:pt x="216" y="208"/>
                      <a:pt x="216" y="208"/>
                    </a:cubicBezTo>
                    <a:cubicBezTo>
                      <a:pt x="220" y="208"/>
                      <a:pt x="224" y="204"/>
                      <a:pt x="224" y="200"/>
                    </a:cubicBezTo>
                    <a:cubicBezTo>
                      <a:pt x="224" y="176"/>
                      <a:pt x="224" y="176"/>
                      <a:pt x="224" y="176"/>
                    </a:cubicBezTo>
                    <a:cubicBezTo>
                      <a:pt x="248" y="176"/>
                      <a:pt x="248" y="176"/>
                      <a:pt x="248" y="176"/>
                    </a:cubicBezTo>
                    <a:cubicBezTo>
                      <a:pt x="252" y="176"/>
                      <a:pt x="256" y="172"/>
                      <a:pt x="256" y="168"/>
                    </a:cubicBezTo>
                    <a:cubicBezTo>
                      <a:pt x="256" y="8"/>
                      <a:pt x="256" y="8"/>
                      <a:pt x="256" y="8"/>
                    </a:cubicBezTo>
                    <a:cubicBezTo>
                      <a:pt x="256" y="4"/>
                      <a:pt x="252" y="0"/>
                      <a:pt x="248" y="0"/>
                    </a:cubicBezTo>
                    <a:close/>
                    <a:moveTo>
                      <a:pt x="208" y="48"/>
                    </a:moveTo>
                    <a:cubicBezTo>
                      <a:pt x="208" y="175"/>
                      <a:pt x="208" y="175"/>
                      <a:pt x="208" y="175"/>
                    </a:cubicBezTo>
                    <a:cubicBezTo>
                      <a:pt x="165" y="138"/>
                      <a:pt x="165" y="138"/>
                      <a:pt x="165" y="138"/>
                    </a:cubicBezTo>
                    <a:cubicBezTo>
                      <a:pt x="163" y="136"/>
                      <a:pt x="159" y="135"/>
                      <a:pt x="156" y="137"/>
                    </a:cubicBezTo>
                    <a:cubicBezTo>
                      <a:pt x="122" y="158"/>
                      <a:pt x="122" y="158"/>
                      <a:pt x="122" y="158"/>
                    </a:cubicBezTo>
                    <a:cubicBezTo>
                      <a:pt x="70" y="99"/>
                      <a:pt x="70" y="99"/>
                      <a:pt x="70" y="99"/>
                    </a:cubicBezTo>
                    <a:cubicBezTo>
                      <a:pt x="69" y="97"/>
                      <a:pt x="66" y="96"/>
                      <a:pt x="64" y="96"/>
                    </a:cubicBezTo>
                    <a:cubicBezTo>
                      <a:pt x="62" y="96"/>
                      <a:pt x="60" y="97"/>
                      <a:pt x="58" y="98"/>
                    </a:cubicBezTo>
                    <a:cubicBezTo>
                      <a:pt x="16" y="141"/>
                      <a:pt x="16" y="141"/>
                      <a:pt x="16" y="141"/>
                    </a:cubicBezTo>
                    <a:cubicBezTo>
                      <a:pt x="16" y="48"/>
                      <a:pt x="16" y="48"/>
                      <a:pt x="16" y="48"/>
                    </a:cubicBezTo>
                    <a:lnTo>
                      <a:pt x="208" y="48"/>
                    </a:lnTo>
                    <a:close/>
                    <a:moveTo>
                      <a:pt x="16" y="163"/>
                    </a:moveTo>
                    <a:cubicBezTo>
                      <a:pt x="64" y="116"/>
                      <a:pt x="64" y="116"/>
                      <a:pt x="64" y="116"/>
                    </a:cubicBezTo>
                    <a:cubicBezTo>
                      <a:pt x="114" y="173"/>
                      <a:pt x="114" y="173"/>
                      <a:pt x="114" y="173"/>
                    </a:cubicBezTo>
                    <a:cubicBezTo>
                      <a:pt x="117" y="176"/>
                      <a:pt x="121" y="177"/>
                      <a:pt x="124" y="175"/>
                    </a:cubicBezTo>
                    <a:cubicBezTo>
                      <a:pt x="159" y="154"/>
                      <a:pt x="159" y="154"/>
                      <a:pt x="159" y="154"/>
                    </a:cubicBezTo>
                    <a:cubicBezTo>
                      <a:pt x="204" y="192"/>
                      <a:pt x="204" y="192"/>
                      <a:pt x="204" y="192"/>
                    </a:cubicBezTo>
                    <a:cubicBezTo>
                      <a:pt x="16" y="192"/>
                      <a:pt x="16" y="192"/>
                      <a:pt x="16" y="192"/>
                    </a:cubicBezTo>
                    <a:lnTo>
                      <a:pt x="16" y="163"/>
                    </a:lnTo>
                    <a:close/>
                    <a:moveTo>
                      <a:pt x="240" y="160"/>
                    </a:moveTo>
                    <a:cubicBezTo>
                      <a:pt x="224" y="160"/>
                      <a:pt x="224" y="160"/>
                      <a:pt x="224" y="160"/>
                    </a:cubicBezTo>
                    <a:cubicBezTo>
                      <a:pt x="224" y="40"/>
                      <a:pt x="224" y="40"/>
                      <a:pt x="224" y="40"/>
                    </a:cubicBezTo>
                    <a:cubicBezTo>
                      <a:pt x="224" y="36"/>
                      <a:pt x="220" y="32"/>
                      <a:pt x="216" y="32"/>
                    </a:cubicBezTo>
                    <a:cubicBezTo>
                      <a:pt x="48" y="32"/>
                      <a:pt x="48" y="32"/>
                      <a:pt x="48" y="32"/>
                    </a:cubicBezTo>
                    <a:cubicBezTo>
                      <a:pt x="48" y="16"/>
                      <a:pt x="48" y="16"/>
                      <a:pt x="48" y="16"/>
                    </a:cubicBezTo>
                    <a:cubicBezTo>
                      <a:pt x="240" y="16"/>
                      <a:pt x="240" y="16"/>
                      <a:pt x="240" y="16"/>
                    </a:cubicBezTo>
                    <a:lnTo>
                      <a:pt x="240"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44" name="Freeform 43"/>
              <p:cNvSpPr>
                <a:spLocks noEditPoints="1"/>
              </p:cNvSpPr>
              <p:nvPr/>
            </p:nvSpPr>
            <p:spPr bwMode="auto">
              <a:xfrm>
                <a:off x="6481274" y="2531633"/>
                <a:ext cx="83858" cy="85169"/>
              </a:xfrm>
              <a:custGeom>
                <a:avLst/>
                <a:gdLst>
                  <a:gd name="T0" fmla="*/ 28 w 56"/>
                  <a:gd name="T1" fmla="*/ 56 h 56"/>
                  <a:gd name="T2" fmla="*/ 56 w 56"/>
                  <a:gd name="T3" fmla="*/ 28 h 56"/>
                  <a:gd name="T4" fmla="*/ 28 w 56"/>
                  <a:gd name="T5" fmla="*/ 0 h 56"/>
                  <a:gd name="T6" fmla="*/ 0 w 56"/>
                  <a:gd name="T7" fmla="*/ 28 h 56"/>
                  <a:gd name="T8" fmla="*/ 28 w 56"/>
                  <a:gd name="T9" fmla="*/ 56 h 56"/>
                  <a:gd name="T10" fmla="*/ 28 w 56"/>
                  <a:gd name="T11" fmla="*/ 16 h 56"/>
                  <a:gd name="T12" fmla="*/ 40 w 56"/>
                  <a:gd name="T13" fmla="*/ 28 h 56"/>
                  <a:gd name="T14" fmla="*/ 28 w 56"/>
                  <a:gd name="T15" fmla="*/ 40 h 56"/>
                  <a:gd name="T16" fmla="*/ 16 w 56"/>
                  <a:gd name="T17" fmla="*/ 28 h 56"/>
                  <a:gd name="T18" fmla="*/ 28 w 56"/>
                  <a:gd name="T19" fmla="*/ 1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6">
                    <a:moveTo>
                      <a:pt x="28" y="56"/>
                    </a:moveTo>
                    <a:cubicBezTo>
                      <a:pt x="43" y="56"/>
                      <a:pt x="56" y="43"/>
                      <a:pt x="56" y="28"/>
                    </a:cubicBezTo>
                    <a:cubicBezTo>
                      <a:pt x="56" y="13"/>
                      <a:pt x="43" y="0"/>
                      <a:pt x="28" y="0"/>
                    </a:cubicBezTo>
                    <a:cubicBezTo>
                      <a:pt x="13" y="0"/>
                      <a:pt x="0" y="13"/>
                      <a:pt x="0" y="28"/>
                    </a:cubicBezTo>
                    <a:cubicBezTo>
                      <a:pt x="0" y="43"/>
                      <a:pt x="13" y="56"/>
                      <a:pt x="28" y="56"/>
                    </a:cubicBezTo>
                    <a:close/>
                    <a:moveTo>
                      <a:pt x="28" y="16"/>
                    </a:moveTo>
                    <a:cubicBezTo>
                      <a:pt x="35" y="16"/>
                      <a:pt x="40" y="21"/>
                      <a:pt x="40" y="28"/>
                    </a:cubicBezTo>
                    <a:cubicBezTo>
                      <a:pt x="40" y="35"/>
                      <a:pt x="35" y="40"/>
                      <a:pt x="28" y="40"/>
                    </a:cubicBezTo>
                    <a:cubicBezTo>
                      <a:pt x="21" y="40"/>
                      <a:pt x="16" y="35"/>
                      <a:pt x="16" y="28"/>
                    </a:cubicBezTo>
                    <a:cubicBezTo>
                      <a:pt x="16" y="21"/>
                      <a:pt x="21" y="16"/>
                      <a:pt x="2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grpSp>
      </p:grpSp>
      <p:grpSp>
        <p:nvGrpSpPr>
          <p:cNvPr id="45" name="Group 44"/>
          <p:cNvGrpSpPr/>
          <p:nvPr/>
        </p:nvGrpSpPr>
        <p:grpSpPr>
          <a:xfrm>
            <a:off x="5964214" y="2848736"/>
            <a:ext cx="823913" cy="823913"/>
            <a:chOff x="6114436" y="3954719"/>
            <a:chExt cx="823913" cy="823913"/>
          </a:xfrm>
        </p:grpSpPr>
        <p:sp>
          <p:nvSpPr>
            <p:cNvPr id="46" name="Oval 68"/>
            <p:cNvSpPr>
              <a:spLocks noChangeArrowheads="1"/>
            </p:cNvSpPr>
            <p:nvPr/>
          </p:nvSpPr>
          <p:spPr bwMode="auto">
            <a:xfrm>
              <a:off x="6114436" y="3954719"/>
              <a:ext cx="823913" cy="823913"/>
            </a:xfrm>
            <a:prstGeom prst="ellipse">
              <a:avLst/>
            </a:prstGeom>
            <a:solidFill>
              <a:schemeClr val="accent6"/>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grpSp>
          <p:nvGrpSpPr>
            <p:cNvPr id="47" name="Group 46"/>
            <p:cNvGrpSpPr/>
            <p:nvPr/>
          </p:nvGrpSpPr>
          <p:grpSpPr>
            <a:xfrm>
              <a:off x="6350454" y="4159239"/>
              <a:ext cx="386534" cy="386534"/>
              <a:chOff x="9753057" y="3268013"/>
              <a:chExt cx="386534" cy="386534"/>
            </a:xfrm>
            <a:solidFill>
              <a:schemeClr val="bg1"/>
            </a:solidFill>
          </p:grpSpPr>
          <p:sp>
            <p:nvSpPr>
              <p:cNvPr id="48" name="Freeform 94"/>
              <p:cNvSpPr>
                <a:spLocks noEditPoints="1"/>
              </p:cNvSpPr>
              <p:nvPr/>
            </p:nvSpPr>
            <p:spPr bwMode="auto">
              <a:xfrm>
                <a:off x="9753057" y="3268013"/>
                <a:ext cx="386534" cy="386534"/>
              </a:xfrm>
              <a:custGeom>
                <a:avLst/>
                <a:gdLst>
                  <a:gd name="T0" fmla="*/ 251 w 256"/>
                  <a:gd name="T1" fmla="*/ 97 h 256"/>
                  <a:gd name="T2" fmla="*/ 216 w 256"/>
                  <a:gd name="T3" fmla="*/ 83 h 256"/>
                  <a:gd name="T4" fmla="*/ 216 w 256"/>
                  <a:gd name="T5" fmla="*/ 8 h 256"/>
                  <a:gd name="T6" fmla="*/ 208 w 256"/>
                  <a:gd name="T7" fmla="*/ 0 h 256"/>
                  <a:gd name="T8" fmla="*/ 48 w 256"/>
                  <a:gd name="T9" fmla="*/ 0 h 256"/>
                  <a:gd name="T10" fmla="*/ 40 w 256"/>
                  <a:gd name="T11" fmla="*/ 8 h 256"/>
                  <a:gd name="T12" fmla="*/ 40 w 256"/>
                  <a:gd name="T13" fmla="*/ 83 h 256"/>
                  <a:gd name="T14" fmla="*/ 5 w 256"/>
                  <a:gd name="T15" fmla="*/ 97 h 256"/>
                  <a:gd name="T16" fmla="*/ 0 w 256"/>
                  <a:gd name="T17" fmla="*/ 104 h 256"/>
                  <a:gd name="T18" fmla="*/ 0 w 256"/>
                  <a:gd name="T19" fmla="*/ 104 h 256"/>
                  <a:gd name="T20" fmla="*/ 0 w 256"/>
                  <a:gd name="T21" fmla="*/ 248 h 256"/>
                  <a:gd name="T22" fmla="*/ 8 w 256"/>
                  <a:gd name="T23" fmla="*/ 256 h 256"/>
                  <a:gd name="T24" fmla="*/ 248 w 256"/>
                  <a:gd name="T25" fmla="*/ 256 h 256"/>
                  <a:gd name="T26" fmla="*/ 256 w 256"/>
                  <a:gd name="T27" fmla="*/ 248 h 256"/>
                  <a:gd name="T28" fmla="*/ 256 w 256"/>
                  <a:gd name="T29" fmla="*/ 104 h 256"/>
                  <a:gd name="T30" fmla="*/ 256 w 256"/>
                  <a:gd name="T31" fmla="*/ 104 h 256"/>
                  <a:gd name="T32" fmla="*/ 251 w 256"/>
                  <a:gd name="T33" fmla="*/ 97 h 256"/>
                  <a:gd name="T34" fmla="*/ 232 w 256"/>
                  <a:gd name="T35" fmla="*/ 106 h 256"/>
                  <a:gd name="T36" fmla="*/ 216 w 256"/>
                  <a:gd name="T37" fmla="*/ 116 h 256"/>
                  <a:gd name="T38" fmla="*/ 216 w 256"/>
                  <a:gd name="T39" fmla="*/ 100 h 256"/>
                  <a:gd name="T40" fmla="*/ 232 w 256"/>
                  <a:gd name="T41" fmla="*/ 106 h 256"/>
                  <a:gd name="T42" fmla="*/ 200 w 256"/>
                  <a:gd name="T43" fmla="*/ 16 h 256"/>
                  <a:gd name="T44" fmla="*/ 200 w 256"/>
                  <a:gd name="T45" fmla="*/ 88 h 256"/>
                  <a:gd name="T46" fmla="*/ 200 w 256"/>
                  <a:gd name="T47" fmla="*/ 88 h 256"/>
                  <a:gd name="T48" fmla="*/ 200 w 256"/>
                  <a:gd name="T49" fmla="*/ 126 h 256"/>
                  <a:gd name="T50" fmla="*/ 128 w 256"/>
                  <a:gd name="T51" fmla="*/ 171 h 256"/>
                  <a:gd name="T52" fmla="*/ 56 w 256"/>
                  <a:gd name="T53" fmla="*/ 126 h 256"/>
                  <a:gd name="T54" fmla="*/ 56 w 256"/>
                  <a:gd name="T55" fmla="*/ 88 h 256"/>
                  <a:gd name="T56" fmla="*/ 56 w 256"/>
                  <a:gd name="T57" fmla="*/ 88 h 256"/>
                  <a:gd name="T58" fmla="*/ 56 w 256"/>
                  <a:gd name="T59" fmla="*/ 16 h 256"/>
                  <a:gd name="T60" fmla="*/ 200 w 256"/>
                  <a:gd name="T61" fmla="*/ 16 h 256"/>
                  <a:gd name="T62" fmla="*/ 40 w 256"/>
                  <a:gd name="T63" fmla="*/ 116 h 256"/>
                  <a:gd name="T64" fmla="*/ 24 w 256"/>
                  <a:gd name="T65" fmla="*/ 106 h 256"/>
                  <a:gd name="T66" fmla="*/ 40 w 256"/>
                  <a:gd name="T67" fmla="*/ 100 h 256"/>
                  <a:gd name="T68" fmla="*/ 40 w 256"/>
                  <a:gd name="T69" fmla="*/ 116 h 256"/>
                  <a:gd name="T70" fmla="*/ 16 w 256"/>
                  <a:gd name="T71" fmla="*/ 240 h 256"/>
                  <a:gd name="T72" fmla="*/ 16 w 256"/>
                  <a:gd name="T73" fmla="*/ 120 h 256"/>
                  <a:gd name="T74" fmla="*/ 124 w 256"/>
                  <a:gd name="T75" fmla="*/ 187 h 256"/>
                  <a:gd name="T76" fmla="*/ 128 w 256"/>
                  <a:gd name="T77" fmla="*/ 188 h 256"/>
                  <a:gd name="T78" fmla="*/ 132 w 256"/>
                  <a:gd name="T79" fmla="*/ 187 h 256"/>
                  <a:gd name="T80" fmla="*/ 240 w 256"/>
                  <a:gd name="T81" fmla="*/ 120 h 256"/>
                  <a:gd name="T82" fmla="*/ 240 w 256"/>
                  <a:gd name="T83" fmla="*/ 240 h 256"/>
                  <a:gd name="T84" fmla="*/ 16 w 256"/>
                  <a:gd name="T85" fmla="*/ 24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6" h="256">
                    <a:moveTo>
                      <a:pt x="251" y="97"/>
                    </a:moveTo>
                    <a:cubicBezTo>
                      <a:pt x="216" y="83"/>
                      <a:pt x="216" y="83"/>
                      <a:pt x="216" y="83"/>
                    </a:cubicBezTo>
                    <a:cubicBezTo>
                      <a:pt x="216" y="8"/>
                      <a:pt x="216" y="8"/>
                      <a:pt x="216" y="8"/>
                    </a:cubicBezTo>
                    <a:cubicBezTo>
                      <a:pt x="216" y="4"/>
                      <a:pt x="212" y="0"/>
                      <a:pt x="208" y="0"/>
                    </a:cubicBezTo>
                    <a:cubicBezTo>
                      <a:pt x="48" y="0"/>
                      <a:pt x="48" y="0"/>
                      <a:pt x="48" y="0"/>
                    </a:cubicBezTo>
                    <a:cubicBezTo>
                      <a:pt x="44" y="0"/>
                      <a:pt x="40" y="4"/>
                      <a:pt x="40" y="8"/>
                    </a:cubicBezTo>
                    <a:cubicBezTo>
                      <a:pt x="40" y="83"/>
                      <a:pt x="40" y="83"/>
                      <a:pt x="40" y="83"/>
                    </a:cubicBezTo>
                    <a:cubicBezTo>
                      <a:pt x="5" y="97"/>
                      <a:pt x="5" y="97"/>
                      <a:pt x="5" y="97"/>
                    </a:cubicBezTo>
                    <a:cubicBezTo>
                      <a:pt x="2" y="98"/>
                      <a:pt x="0" y="101"/>
                      <a:pt x="0" y="104"/>
                    </a:cubicBezTo>
                    <a:cubicBezTo>
                      <a:pt x="0" y="104"/>
                      <a:pt x="0" y="104"/>
                      <a:pt x="0" y="104"/>
                    </a:cubicBezTo>
                    <a:cubicBezTo>
                      <a:pt x="0" y="248"/>
                      <a:pt x="0" y="248"/>
                      <a:pt x="0" y="248"/>
                    </a:cubicBezTo>
                    <a:cubicBezTo>
                      <a:pt x="0" y="252"/>
                      <a:pt x="4" y="256"/>
                      <a:pt x="8" y="256"/>
                    </a:cubicBezTo>
                    <a:cubicBezTo>
                      <a:pt x="248" y="256"/>
                      <a:pt x="248" y="256"/>
                      <a:pt x="248" y="256"/>
                    </a:cubicBezTo>
                    <a:cubicBezTo>
                      <a:pt x="252" y="256"/>
                      <a:pt x="256" y="252"/>
                      <a:pt x="256" y="248"/>
                    </a:cubicBezTo>
                    <a:cubicBezTo>
                      <a:pt x="256" y="104"/>
                      <a:pt x="256" y="104"/>
                      <a:pt x="256" y="104"/>
                    </a:cubicBezTo>
                    <a:cubicBezTo>
                      <a:pt x="256" y="104"/>
                      <a:pt x="256" y="104"/>
                      <a:pt x="256" y="104"/>
                    </a:cubicBezTo>
                    <a:cubicBezTo>
                      <a:pt x="256" y="101"/>
                      <a:pt x="254" y="98"/>
                      <a:pt x="251" y="97"/>
                    </a:cubicBezTo>
                    <a:close/>
                    <a:moveTo>
                      <a:pt x="232" y="106"/>
                    </a:moveTo>
                    <a:cubicBezTo>
                      <a:pt x="216" y="116"/>
                      <a:pt x="216" y="116"/>
                      <a:pt x="216" y="116"/>
                    </a:cubicBezTo>
                    <a:cubicBezTo>
                      <a:pt x="216" y="100"/>
                      <a:pt x="216" y="100"/>
                      <a:pt x="216" y="100"/>
                    </a:cubicBezTo>
                    <a:lnTo>
                      <a:pt x="232" y="106"/>
                    </a:lnTo>
                    <a:close/>
                    <a:moveTo>
                      <a:pt x="200" y="16"/>
                    </a:moveTo>
                    <a:cubicBezTo>
                      <a:pt x="200" y="88"/>
                      <a:pt x="200" y="88"/>
                      <a:pt x="200" y="88"/>
                    </a:cubicBezTo>
                    <a:cubicBezTo>
                      <a:pt x="200" y="88"/>
                      <a:pt x="200" y="88"/>
                      <a:pt x="200" y="88"/>
                    </a:cubicBezTo>
                    <a:cubicBezTo>
                      <a:pt x="200" y="126"/>
                      <a:pt x="200" y="126"/>
                      <a:pt x="200" y="126"/>
                    </a:cubicBezTo>
                    <a:cubicBezTo>
                      <a:pt x="128" y="171"/>
                      <a:pt x="128" y="171"/>
                      <a:pt x="128" y="171"/>
                    </a:cubicBezTo>
                    <a:cubicBezTo>
                      <a:pt x="56" y="126"/>
                      <a:pt x="56" y="126"/>
                      <a:pt x="56" y="126"/>
                    </a:cubicBezTo>
                    <a:cubicBezTo>
                      <a:pt x="56" y="88"/>
                      <a:pt x="56" y="88"/>
                      <a:pt x="56" y="88"/>
                    </a:cubicBezTo>
                    <a:cubicBezTo>
                      <a:pt x="56" y="88"/>
                      <a:pt x="56" y="88"/>
                      <a:pt x="56" y="88"/>
                    </a:cubicBezTo>
                    <a:cubicBezTo>
                      <a:pt x="56" y="16"/>
                      <a:pt x="56" y="16"/>
                      <a:pt x="56" y="16"/>
                    </a:cubicBezTo>
                    <a:lnTo>
                      <a:pt x="200" y="16"/>
                    </a:lnTo>
                    <a:close/>
                    <a:moveTo>
                      <a:pt x="40" y="116"/>
                    </a:moveTo>
                    <a:cubicBezTo>
                      <a:pt x="24" y="106"/>
                      <a:pt x="24" y="106"/>
                      <a:pt x="24" y="106"/>
                    </a:cubicBezTo>
                    <a:cubicBezTo>
                      <a:pt x="40" y="100"/>
                      <a:pt x="40" y="100"/>
                      <a:pt x="40" y="100"/>
                    </a:cubicBezTo>
                    <a:lnTo>
                      <a:pt x="40" y="116"/>
                    </a:lnTo>
                    <a:close/>
                    <a:moveTo>
                      <a:pt x="16" y="240"/>
                    </a:moveTo>
                    <a:cubicBezTo>
                      <a:pt x="16" y="120"/>
                      <a:pt x="16" y="120"/>
                      <a:pt x="16" y="120"/>
                    </a:cubicBezTo>
                    <a:cubicBezTo>
                      <a:pt x="124" y="187"/>
                      <a:pt x="124" y="187"/>
                      <a:pt x="124" y="187"/>
                    </a:cubicBezTo>
                    <a:cubicBezTo>
                      <a:pt x="125" y="188"/>
                      <a:pt x="127" y="188"/>
                      <a:pt x="128" y="188"/>
                    </a:cubicBezTo>
                    <a:cubicBezTo>
                      <a:pt x="129" y="188"/>
                      <a:pt x="131" y="188"/>
                      <a:pt x="132" y="187"/>
                    </a:cubicBezTo>
                    <a:cubicBezTo>
                      <a:pt x="240" y="120"/>
                      <a:pt x="240" y="120"/>
                      <a:pt x="240" y="120"/>
                    </a:cubicBezTo>
                    <a:cubicBezTo>
                      <a:pt x="240" y="240"/>
                      <a:pt x="240" y="240"/>
                      <a:pt x="240" y="240"/>
                    </a:cubicBezTo>
                    <a:lnTo>
                      <a:pt x="16"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49" name="Freeform 95"/>
              <p:cNvSpPr>
                <a:spLocks/>
              </p:cNvSpPr>
              <p:nvPr/>
            </p:nvSpPr>
            <p:spPr bwMode="auto">
              <a:xfrm>
                <a:off x="9958772" y="3316494"/>
                <a:ext cx="72066" cy="24895"/>
              </a:xfrm>
              <a:custGeom>
                <a:avLst/>
                <a:gdLst>
                  <a:gd name="T0" fmla="*/ 8 w 48"/>
                  <a:gd name="T1" fmla="*/ 16 h 16"/>
                  <a:gd name="T2" fmla="*/ 40 w 48"/>
                  <a:gd name="T3" fmla="*/ 16 h 16"/>
                  <a:gd name="T4" fmla="*/ 48 w 48"/>
                  <a:gd name="T5" fmla="*/ 8 h 16"/>
                  <a:gd name="T6" fmla="*/ 40 w 48"/>
                  <a:gd name="T7" fmla="*/ 0 h 16"/>
                  <a:gd name="T8" fmla="*/ 8 w 48"/>
                  <a:gd name="T9" fmla="*/ 0 h 16"/>
                  <a:gd name="T10" fmla="*/ 0 w 48"/>
                  <a:gd name="T11" fmla="*/ 8 h 16"/>
                  <a:gd name="T12" fmla="*/ 8 w 48"/>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48" h="16">
                    <a:moveTo>
                      <a:pt x="8" y="16"/>
                    </a:moveTo>
                    <a:cubicBezTo>
                      <a:pt x="40" y="16"/>
                      <a:pt x="40" y="16"/>
                      <a:pt x="40" y="16"/>
                    </a:cubicBezTo>
                    <a:cubicBezTo>
                      <a:pt x="44" y="16"/>
                      <a:pt x="48" y="12"/>
                      <a:pt x="48" y="8"/>
                    </a:cubicBezTo>
                    <a:cubicBezTo>
                      <a:pt x="48" y="4"/>
                      <a:pt x="44" y="0"/>
                      <a:pt x="40"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50" name="Freeform 96"/>
              <p:cNvSpPr>
                <a:spLocks/>
              </p:cNvSpPr>
              <p:nvPr/>
            </p:nvSpPr>
            <p:spPr bwMode="auto">
              <a:xfrm>
                <a:off x="9861811" y="3364974"/>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51" name="Freeform 97"/>
              <p:cNvSpPr>
                <a:spLocks/>
              </p:cNvSpPr>
              <p:nvPr/>
            </p:nvSpPr>
            <p:spPr bwMode="auto">
              <a:xfrm>
                <a:off x="9861811" y="3413455"/>
                <a:ext cx="169027" cy="23585"/>
              </a:xfrm>
              <a:custGeom>
                <a:avLst/>
                <a:gdLst>
                  <a:gd name="T0" fmla="*/ 8 w 112"/>
                  <a:gd name="T1" fmla="*/ 16 h 16"/>
                  <a:gd name="T2" fmla="*/ 104 w 112"/>
                  <a:gd name="T3" fmla="*/ 16 h 16"/>
                  <a:gd name="T4" fmla="*/ 112 w 112"/>
                  <a:gd name="T5" fmla="*/ 8 h 16"/>
                  <a:gd name="T6" fmla="*/ 104 w 112"/>
                  <a:gd name="T7" fmla="*/ 0 h 16"/>
                  <a:gd name="T8" fmla="*/ 8 w 112"/>
                  <a:gd name="T9" fmla="*/ 0 h 16"/>
                  <a:gd name="T10" fmla="*/ 0 w 112"/>
                  <a:gd name="T11" fmla="*/ 8 h 16"/>
                  <a:gd name="T12" fmla="*/ 8 w 11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12" h="16">
                    <a:moveTo>
                      <a:pt x="8" y="16"/>
                    </a:moveTo>
                    <a:cubicBezTo>
                      <a:pt x="104" y="16"/>
                      <a:pt x="104" y="16"/>
                      <a:pt x="104" y="16"/>
                    </a:cubicBezTo>
                    <a:cubicBezTo>
                      <a:pt x="108" y="16"/>
                      <a:pt x="112" y="12"/>
                      <a:pt x="112" y="8"/>
                    </a:cubicBezTo>
                    <a:cubicBezTo>
                      <a:pt x="112" y="4"/>
                      <a:pt x="108" y="0"/>
                      <a:pt x="104" y="0"/>
                    </a:cubicBezTo>
                    <a:cubicBezTo>
                      <a:pt x="8" y="0"/>
                      <a:pt x="8" y="0"/>
                      <a:pt x="8" y="0"/>
                    </a:cubicBezTo>
                    <a:cubicBezTo>
                      <a:pt x="4" y="0"/>
                      <a:pt x="0" y="4"/>
                      <a:pt x="0" y="8"/>
                    </a:cubicBezTo>
                    <a:cubicBezTo>
                      <a:pt x="0" y="12"/>
                      <a:pt x="4" y="16"/>
                      <a:pt x="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grpSp>
      </p:grpSp>
      <p:sp>
        <p:nvSpPr>
          <p:cNvPr id="3" name="Footer Placeholder 2"/>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Tree>
    <p:extLst>
      <p:ext uri="{BB962C8B-B14F-4D97-AF65-F5344CB8AC3E}">
        <p14:creationId xmlns:p14="http://schemas.microsoft.com/office/powerpoint/2010/main" val="30737610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fade">
                                      <p:cBhvr>
                                        <p:cTn id="11" dur="500"/>
                                        <p:tgtEl>
                                          <p:spTgt spid="27"/>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40"/>
                                        </p:tgtEl>
                                        <p:attrNameLst>
                                          <p:attrName>style.visibility</p:attrName>
                                        </p:attrNameLst>
                                      </p:cBhvr>
                                      <p:to>
                                        <p:strVal val="visible"/>
                                      </p:to>
                                    </p:set>
                                    <p:animEffect transition="in" filter="fade">
                                      <p:cBhvr>
                                        <p:cTn id="15" dur="500"/>
                                        <p:tgtEl>
                                          <p:spTgt spid="40"/>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45"/>
                                        </p:tgtEl>
                                        <p:attrNameLst>
                                          <p:attrName>style.visibility</p:attrName>
                                        </p:attrNameLst>
                                      </p:cBhvr>
                                      <p:to>
                                        <p:strVal val="visible"/>
                                      </p:to>
                                    </p:set>
                                    <p:animEffect transition="in" filter="fade">
                                      <p:cBhvr>
                                        <p:cTn id="23" dur="500"/>
                                        <p:tgtEl>
                                          <p:spTgt spid="45"/>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fade">
                                      <p:cBhvr>
                                        <p:cTn id="2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27" grpId="0">
        <p:bldAsOne/>
      </p:bldGraphic>
      <p:bldP spid="29" grpId="0"/>
      <p:bldP spid="31"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1119421" y="612320"/>
            <a:ext cx="10515600" cy="828098"/>
          </a:xfrm>
        </p:spPr>
        <p:txBody>
          <a:bodyPr>
            <a:noAutofit/>
          </a:bodyPr>
          <a:lstStyle/>
          <a:p>
            <a:pPr algn="r"/>
            <a:r>
              <a:rPr lang="ar-SA" sz="3600" dirty="0">
                <a:solidFill>
                  <a:schemeClr val="tx1"/>
                </a:solidFill>
              </a:rPr>
              <a:t>ولعل من أبرز مميزات وأهداف المنهج الإنترنتي الذي يتصف بالمعاصرة التقنية والبرمجية ما يلي (الموسى، 2000):</a:t>
            </a:r>
            <a:endParaRPr lang="en-AU" sz="3600" dirty="0">
              <a:solidFill>
                <a:schemeClr val="tx1"/>
              </a:solidFill>
            </a:endParaRPr>
          </a:p>
        </p:txBody>
      </p:sp>
      <p:sp>
        <p:nvSpPr>
          <p:cNvPr id="101" name="TextBox 100"/>
          <p:cNvSpPr txBox="1"/>
          <p:nvPr/>
        </p:nvSpPr>
        <p:spPr>
          <a:xfrm>
            <a:off x="6945099" y="2074119"/>
            <a:ext cx="4802999" cy="1200329"/>
          </a:xfrm>
          <a:prstGeom prst="rect">
            <a:avLst/>
          </a:prstGeom>
          <a:noFill/>
        </p:spPr>
        <p:txBody>
          <a:bodyPr wrap="square" rtlCol="0">
            <a:spAutoFit/>
          </a:bodyPr>
          <a:lstStyle/>
          <a:p>
            <a:pPr algn="ctr" fontAlgn="auto">
              <a:spcBef>
                <a:spcPts val="0"/>
              </a:spcBef>
              <a:spcAft>
                <a:spcPts val="0"/>
              </a:spcAft>
            </a:pPr>
            <a:r>
              <a:rPr lang="ar-SA" sz="2400" b="1" dirty="0"/>
              <a:t>تصميم المناهج الدراسية إلى أجزاء بحسب الوحدات الدراسية ووضعها في موقع على الإنترنت</a:t>
            </a:r>
            <a:endParaRPr lang="en-US" sz="2400" b="1" dirty="0">
              <a:solidFill>
                <a:prstClr val="black">
                  <a:lumMod val="50000"/>
                  <a:lumOff val="50000"/>
                </a:prstClr>
              </a:solidFill>
              <a:latin typeface="Montserrat Light"/>
              <a:cs typeface="+mn-cs"/>
            </a:endParaRPr>
          </a:p>
        </p:txBody>
      </p:sp>
      <p:sp>
        <p:nvSpPr>
          <p:cNvPr id="103" name="TextBox 102"/>
          <p:cNvSpPr txBox="1"/>
          <p:nvPr/>
        </p:nvSpPr>
        <p:spPr>
          <a:xfrm>
            <a:off x="7242250" y="3505729"/>
            <a:ext cx="4481338" cy="830997"/>
          </a:xfrm>
          <a:prstGeom prst="rect">
            <a:avLst/>
          </a:prstGeom>
          <a:noFill/>
        </p:spPr>
        <p:txBody>
          <a:bodyPr wrap="square" rtlCol="0">
            <a:spAutoFit/>
          </a:bodyPr>
          <a:lstStyle/>
          <a:p>
            <a:pPr algn="ctr" fontAlgn="auto">
              <a:spcBef>
                <a:spcPts val="0"/>
              </a:spcBef>
              <a:spcAft>
                <a:spcPts val="0"/>
              </a:spcAft>
            </a:pPr>
            <a:r>
              <a:rPr lang="ar-SA" sz="2400" b="1" dirty="0"/>
              <a:t>إتاحة الفرصة للطلاب الداخلين للموقع بدراسة المادة بالطريقة التي تناسبهم</a:t>
            </a:r>
            <a:endParaRPr lang="en-US" sz="2400" b="1" dirty="0">
              <a:solidFill>
                <a:prstClr val="black">
                  <a:lumMod val="50000"/>
                  <a:lumOff val="50000"/>
                </a:prstClr>
              </a:solidFill>
              <a:latin typeface="Montserrat Light"/>
              <a:cs typeface="+mn-cs"/>
            </a:endParaRPr>
          </a:p>
        </p:txBody>
      </p:sp>
      <p:sp>
        <p:nvSpPr>
          <p:cNvPr id="105" name="TextBox 104"/>
          <p:cNvSpPr txBox="1"/>
          <p:nvPr/>
        </p:nvSpPr>
        <p:spPr>
          <a:xfrm>
            <a:off x="7335250" y="4833908"/>
            <a:ext cx="4412847" cy="1200329"/>
          </a:xfrm>
          <a:prstGeom prst="rect">
            <a:avLst/>
          </a:prstGeom>
          <a:noFill/>
        </p:spPr>
        <p:txBody>
          <a:bodyPr wrap="square" rtlCol="0">
            <a:spAutoFit/>
          </a:bodyPr>
          <a:lstStyle/>
          <a:p>
            <a:pPr algn="ctr" fontAlgn="auto">
              <a:spcBef>
                <a:spcPts val="0"/>
              </a:spcBef>
              <a:spcAft>
                <a:spcPts val="0"/>
              </a:spcAft>
            </a:pPr>
            <a:r>
              <a:rPr lang="ar-SA" sz="2400" b="1" dirty="0"/>
              <a:t>إتاحة الفرصة للطلاب بمتابعة المناهج من منازلهم، وهذا ما يساهم في حل مشكلة الغياب والمرض لدى بعض الطلاب</a:t>
            </a:r>
            <a:endParaRPr lang="en-US" sz="2400" b="1" dirty="0">
              <a:solidFill>
                <a:prstClr val="black">
                  <a:lumMod val="50000"/>
                  <a:lumOff val="50000"/>
                </a:prstClr>
              </a:solidFill>
              <a:latin typeface="Montserrat Light"/>
              <a:cs typeface="+mn-cs"/>
            </a:endParaRPr>
          </a:p>
        </p:txBody>
      </p:sp>
      <p:grpSp>
        <p:nvGrpSpPr>
          <p:cNvPr id="7" name="Group 6"/>
          <p:cNvGrpSpPr/>
          <p:nvPr/>
        </p:nvGrpSpPr>
        <p:grpSpPr>
          <a:xfrm>
            <a:off x="6325324" y="2273789"/>
            <a:ext cx="491808" cy="491808"/>
            <a:chOff x="6427181" y="2003387"/>
            <a:chExt cx="491808" cy="491808"/>
          </a:xfrm>
        </p:grpSpPr>
        <p:sp>
          <p:nvSpPr>
            <p:cNvPr id="94" name="Rounded Rectangle 93"/>
            <p:cNvSpPr/>
            <p:nvPr/>
          </p:nvSpPr>
          <p:spPr>
            <a:xfrm rot="2700000">
              <a:off x="6427181" y="2003387"/>
              <a:ext cx="491808" cy="491808"/>
            </a:xfrm>
            <a:prstGeom prst="roundRect">
              <a:avLst>
                <a:gd name="adj" fmla="val 2535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nvGrpSpPr>
            <p:cNvPr id="108" name="Group 107"/>
            <p:cNvGrpSpPr/>
            <p:nvPr/>
          </p:nvGrpSpPr>
          <p:grpSpPr>
            <a:xfrm>
              <a:off x="6510187" y="2067623"/>
              <a:ext cx="325795" cy="319008"/>
              <a:chOff x="5285398" y="2046694"/>
              <a:chExt cx="452427" cy="443002"/>
            </a:xfrm>
            <a:solidFill>
              <a:schemeClr val="bg1"/>
            </a:solidFill>
          </p:grpSpPr>
          <p:sp>
            <p:nvSpPr>
              <p:cNvPr id="109" name="Freeform 61"/>
              <p:cNvSpPr>
                <a:spLocks/>
              </p:cNvSpPr>
              <p:nvPr/>
            </p:nvSpPr>
            <p:spPr bwMode="auto">
              <a:xfrm>
                <a:off x="5461791" y="2217700"/>
                <a:ext cx="105701" cy="106374"/>
              </a:xfrm>
              <a:custGeom>
                <a:avLst/>
                <a:gdLst>
                  <a:gd name="T0" fmla="*/ 21 w 66"/>
                  <a:gd name="T1" fmla="*/ 6 h 67"/>
                  <a:gd name="T2" fmla="*/ 6 w 66"/>
                  <a:gd name="T3" fmla="*/ 45 h 67"/>
                  <a:gd name="T4" fmla="*/ 44 w 66"/>
                  <a:gd name="T5" fmla="*/ 60 h 67"/>
                  <a:gd name="T6" fmla="*/ 60 w 66"/>
                  <a:gd name="T7" fmla="*/ 22 h 67"/>
                  <a:gd name="T8" fmla="*/ 21 w 66"/>
                  <a:gd name="T9" fmla="*/ 6 h 67"/>
                </a:gdLst>
                <a:ahLst/>
                <a:cxnLst>
                  <a:cxn ang="0">
                    <a:pos x="T0" y="T1"/>
                  </a:cxn>
                  <a:cxn ang="0">
                    <a:pos x="T2" y="T3"/>
                  </a:cxn>
                  <a:cxn ang="0">
                    <a:pos x="T4" y="T5"/>
                  </a:cxn>
                  <a:cxn ang="0">
                    <a:pos x="T6" y="T7"/>
                  </a:cxn>
                  <a:cxn ang="0">
                    <a:pos x="T8" y="T9"/>
                  </a:cxn>
                </a:cxnLst>
                <a:rect l="0" t="0" r="r" b="b"/>
                <a:pathLst>
                  <a:path w="66" h="67">
                    <a:moveTo>
                      <a:pt x="21" y="6"/>
                    </a:moveTo>
                    <a:cubicBezTo>
                      <a:pt x="7" y="13"/>
                      <a:pt x="0" y="30"/>
                      <a:pt x="6" y="45"/>
                    </a:cubicBezTo>
                    <a:cubicBezTo>
                      <a:pt x="12" y="60"/>
                      <a:pt x="29" y="67"/>
                      <a:pt x="44" y="60"/>
                    </a:cubicBezTo>
                    <a:cubicBezTo>
                      <a:pt x="59" y="54"/>
                      <a:pt x="66" y="37"/>
                      <a:pt x="60" y="22"/>
                    </a:cubicBezTo>
                    <a:cubicBezTo>
                      <a:pt x="54" y="7"/>
                      <a:pt x="36" y="0"/>
                      <a:pt x="2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10" name="Freeform 62"/>
              <p:cNvSpPr>
                <a:spLocks noEditPoints="1"/>
              </p:cNvSpPr>
              <p:nvPr/>
            </p:nvSpPr>
            <p:spPr bwMode="auto">
              <a:xfrm>
                <a:off x="5285398" y="2046694"/>
                <a:ext cx="452427" cy="443002"/>
              </a:xfrm>
              <a:custGeom>
                <a:avLst/>
                <a:gdLst>
                  <a:gd name="T0" fmla="*/ 200 w 284"/>
                  <a:gd name="T1" fmla="*/ 116 h 278"/>
                  <a:gd name="T2" fmla="*/ 151 w 284"/>
                  <a:gd name="T3" fmla="*/ 34 h 278"/>
                  <a:gd name="T4" fmla="*/ 95 w 284"/>
                  <a:gd name="T5" fmla="*/ 77 h 278"/>
                  <a:gd name="T6" fmla="*/ 66 w 284"/>
                  <a:gd name="T7" fmla="*/ 62 h 278"/>
                  <a:gd name="T8" fmla="*/ 8 w 284"/>
                  <a:gd name="T9" fmla="*/ 85 h 278"/>
                  <a:gd name="T10" fmla="*/ 75 w 284"/>
                  <a:gd name="T11" fmla="*/ 221 h 278"/>
                  <a:gd name="T12" fmla="*/ 105 w 284"/>
                  <a:gd name="T13" fmla="*/ 275 h 278"/>
                  <a:gd name="T14" fmla="*/ 151 w 284"/>
                  <a:gd name="T15" fmla="*/ 254 h 278"/>
                  <a:gd name="T16" fmla="*/ 156 w 284"/>
                  <a:gd name="T17" fmla="*/ 218 h 278"/>
                  <a:gd name="T18" fmla="*/ 225 w 284"/>
                  <a:gd name="T19" fmla="*/ 209 h 278"/>
                  <a:gd name="T20" fmla="*/ 279 w 284"/>
                  <a:gd name="T21" fmla="*/ 195 h 278"/>
                  <a:gd name="T22" fmla="*/ 159 w 284"/>
                  <a:gd name="T23" fmla="*/ 40 h 278"/>
                  <a:gd name="T24" fmla="*/ 195 w 284"/>
                  <a:gd name="T25" fmla="*/ 14 h 278"/>
                  <a:gd name="T26" fmla="*/ 161 w 284"/>
                  <a:gd name="T27" fmla="*/ 98 h 278"/>
                  <a:gd name="T28" fmla="*/ 159 w 284"/>
                  <a:gd name="T29" fmla="*/ 40 h 278"/>
                  <a:gd name="T30" fmla="*/ 177 w 284"/>
                  <a:gd name="T31" fmla="*/ 154 h 278"/>
                  <a:gd name="T32" fmla="*/ 131 w 284"/>
                  <a:gd name="T33" fmla="*/ 173 h 278"/>
                  <a:gd name="T34" fmla="*/ 111 w 284"/>
                  <a:gd name="T35" fmla="*/ 127 h 278"/>
                  <a:gd name="T36" fmla="*/ 157 w 284"/>
                  <a:gd name="T37" fmla="*/ 108 h 278"/>
                  <a:gd name="T38" fmla="*/ 18 w 284"/>
                  <a:gd name="T39" fmla="*/ 89 h 278"/>
                  <a:gd name="T40" fmla="*/ 53 w 284"/>
                  <a:gd name="T41" fmla="*/ 81 h 278"/>
                  <a:gd name="T42" fmla="*/ 82 w 284"/>
                  <a:gd name="T43" fmla="*/ 102 h 278"/>
                  <a:gd name="T44" fmla="*/ 115 w 284"/>
                  <a:gd name="T45" fmla="*/ 93 h 278"/>
                  <a:gd name="T46" fmla="*/ 90 w 284"/>
                  <a:gd name="T47" fmla="*/ 154 h 278"/>
                  <a:gd name="T48" fmla="*/ 147 w 284"/>
                  <a:gd name="T49" fmla="*/ 213 h 278"/>
                  <a:gd name="T50" fmla="*/ 123 w 284"/>
                  <a:gd name="T51" fmla="*/ 243 h 278"/>
                  <a:gd name="T52" fmla="*/ 93 w 284"/>
                  <a:gd name="T53" fmla="*/ 266 h 278"/>
                  <a:gd name="T54" fmla="*/ 96 w 284"/>
                  <a:gd name="T55" fmla="*/ 169 h 278"/>
                  <a:gd name="T56" fmla="*/ 158 w 284"/>
                  <a:gd name="T57" fmla="*/ 194 h 278"/>
                  <a:gd name="T58" fmla="*/ 270 w 284"/>
                  <a:gd name="T59" fmla="*/ 192 h 278"/>
                  <a:gd name="T60" fmla="*/ 186 w 284"/>
                  <a:gd name="T61" fmla="*/ 157 h 278"/>
                  <a:gd name="T62" fmla="*/ 244 w 284"/>
                  <a:gd name="T63" fmla="*/ 155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4" h="278">
                    <a:moveTo>
                      <a:pt x="250" y="148"/>
                    </a:moveTo>
                    <a:cubicBezTo>
                      <a:pt x="237" y="137"/>
                      <a:pt x="220" y="126"/>
                      <a:pt x="200" y="116"/>
                    </a:cubicBezTo>
                    <a:cubicBezTo>
                      <a:pt x="216" y="63"/>
                      <a:pt x="221" y="14"/>
                      <a:pt x="199" y="5"/>
                    </a:cubicBezTo>
                    <a:cubicBezTo>
                      <a:pt x="187" y="0"/>
                      <a:pt x="170" y="10"/>
                      <a:pt x="151" y="34"/>
                    </a:cubicBezTo>
                    <a:cubicBezTo>
                      <a:pt x="141" y="47"/>
                      <a:pt x="130" y="64"/>
                      <a:pt x="120" y="84"/>
                    </a:cubicBezTo>
                    <a:cubicBezTo>
                      <a:pt x="111" y="81"/>
                      <a:pt x="103" y="79"/>
                      <a:pt x="95" y="77"/>
                    </a:cubicBezTo>
                    <a:cubicBezTo>
                      <a:pt x="95" y="76"/>
                      <a:pt x="94" y="75"/>
                      <a:pt x="94" y="74"/>
                    </a:cubicBezTo>
                    <a:cubicBezTo>
                      <a:pt x="89" y="63"/>
                      <a:pt x="77" y="58"/>
                      <a:pt x="66" y="62"/>
                    </a:cubicBezTo>
                    <a:cubicBezTo>
                      <a:pt x="62" y="64"/>
                      <a:pt x="58" y="67"/>
                      <a:pt x="56" y="71"/>
                    </a:cubicBezTo>
                    <a:cubicBezTo>
                      <a:pt x="29" y="69"/>
                      <a:pt x="13" y="74"/>
                      <a:pt x="8" y="85"/>
                    </a:cubicBezTo>
                    <a:cubicBezTo>
                      <a:pt x="0" y="107"/>
                      <a:pt x="38" y="139"/>
                      <a:pt x="87" y="164"/>
                    </a:cubicBezTo>
                    <a:cubicBezTo>
                      <a:pt x="81" y="185"/>
                      <a:pt x="77" y="204"/>
                      <a:pt x="75" y="221"/>
                    </a:cubicBezTo>
                    <a:cubicBezTo>
                      <a:pt x="71" y="252"/>
                      <a:pt x="76" y="271"/>
                      <a:pt x="89" y="276"/>
                    </a:cubicBezTo>
                    <a:cubicBezTo>
                      <a:pt x="94" y="278"/>
                      <a:pt x="99" y="277"/>
                      <a:pt x="105" y="275"/>
                    </a:cubicBezTo>
                    <a:cubicBezTo>
                      <a:pt x="113" y="272"/>
                      <a:pt x="122" y="264"/>
                      <a:pt x="132" y="253"/>
                    </a:cubicBezTo>
                    <a:cubicBezTo>
                      <a:pt x="137" y="256"/>
                      <a:pt x="144" y="257"/>
                      <a:pt x="151" y="254"/>
                    </a:cubicBezTo>
                    <a:cubicBezTo>
                      <a:pt x="162" y="249"/>
                      <a:pt x="167" y="237"/>
                      <a:pt x="162" y="226"/>
                    </a:cubicBezTo>
                    <a:cubicBezTo>
                      <a:pt x="161" y="223"/>
                      <a:pt x="159" y="220"/>
                      <a:pt x="156" y="218"/>
                    </a:cubicBezTo>
                    <a:cubicBezTo>
                      <a:pt x="160" y="211"/>
                      <a:pt x="164" y="204"/>
                      <a:pt x="168" y="197"/>
                    </a:cubicBezTo>
                    <a:cubicBezTo>
                      <a:pt x="188" y="203"/>
                      <a:pt x="208" y="208"/>
                      <a:pt x="225" y="209"/>
                    </a:cubicBezTo>
                    <a:cubicBezTo>
                      <a:pt x="244" y="211"/>
                      <a:pt x="258" y="210"/>
                      <a:pt x="267" y="206"/>
                    </a:cubicBezTo>
                    <a:cubicBezTo>
                      <a:pt x="273" y="204"/>
                      <a:pt x="277" y="200"/>
                      <a:pt x="279" y="195"/>
                    </a:cubicBezTo>
                    <a:cubicBezTo>
                      <a:pt x="284" y="183"/>
                      <a:pt x="274" y="166"/>
                      <a:pt x="250" y="148"/>
                    </a:cubicBezTo>
                    <a:close/>
                    <a:moveTo>
                      <a:pt x="159" y="40"/>
                    </a:moveTo>
                    <a:cubicBezTo>
                      <a:pt x="171" y="25"/>
                      <a:pt x="180" y="18"/>
                      <a:pt x="187" y="15"/>
                    </a:cubicBezTo>
                    <a:cubicBezTo>
                      <a:pt x="190" y="14"/>
                      <a:pt x="193" y="13"/>
                      <a:pt x="195" y="14"/>
                    </a:cubicBezTo>
                    <a:cubicBezTo>
                      <a:pt x="208" y="19"/>
                      <a:pt x="207" y="59"/>
                      <a:pt x="191" y="112"/>
                    </a:cubicBezTo>
                    <a:cubicBezTo>
                      <a:pt x="182" y="107"/>
                      <a:pt x="171" y="103"/>
                      <a:pt x="161" y="98"/>
                    </a:cubicBezTo>
                    <a:cubicBezTo>
                      <a:pt x="150" y="94"/>
                      <a:pt x="140" y="90"/>
                      <a:pt x="130" y="87"/>
                    </a:cubicBezTo>
                    <a:cubicBezTo>
                      <a:pt x="139" y="69"/>
                      <a:pt x="149" y="53"/>
                      <a:pt x="159" y="40"/>
                    </a:cubicBezTo>
                    <a:close/>
                    <a:moveTo>
                      <a:pt x="188" y="122"/>
                    </a:moveTo>
                    <a:cubicBezTo>
                      <a:pt x="185" y="132"/>
                      <a:pt x="181" y="143"/>
                      <a:pt x="177" y="154"/>
                    </a:cubicBezTo>
                    <a:cubicBezTo>
                      <a:pt x="172" y="165"/>
                      <a:pt x="167" y="175"/>
                      <a:pt x="163" y="185"/>
                    </a:cubicBezTo>
                    <a:cubicBezTo>
                      <a:pt x="152" y="181"/>
                      <a:pt x="142" y="177"/>
                      <a:pt x="131" y="173"/>
                    </a:cubicBezTo>
                    <a:cubicBezTo>
                      <a:pt x="120" y="169"/>
                      <a:pt x="109" y="164"/>
                      <a:pt x="99" y="159"/>
                    </a:cubicBezTo>
                    <a:cubicBezTo>
                      <a:pt x="103" y="149"/>
                      <a:pt x="107" y="138"/>
                      <a:pt x="111" y="127"/>
                    </a:cubicBezTo>
                    <a:cubicBezTo>
                      <a:pt x="116" y="116"/>
                      <a:pt x="120" y="106"/>
                      <a:pt x="125" y="96"/>
                    </a:cubicBezTo>
                    <a:cubicBezTo>
                      <a:pt x="136" y="99"/>
                      <a:pt x="146" y="103"/>
                      <a:pt x="157" y="108"/>
                    </a:cubicBezTo>
                    <a:cubicBezTo>
                      <a:pt x="168" y="112"/>
                      <a:pt x="178" y="117"/>
                      <a:pt x="188" y="122"/>
                    </a:cubicBezTo>
                    <a:close/>
                    <a:moveTo>
                      <a:pt x="18" y="89"/>
                    </a:moveTo>
                    <a:cubicBezTo>
                      <a:pt x="19" y="87"/>
                      <a:pt x="21" y="85"/>
                      <a:pt x="24" y="83"/>
                    </a:cubicBezTo>
                    <a:cubicBezTo>
                      <a:pt x="30" y="81"/>
                      <a:pt x="39" y="80"/>
                      <a:pt x="53" y="81"/>
                    </a:cubicBezTo>
                    <a:cubicBezTo>
                      <a:pt x="52" y="84"/>
                      <a:pt x="53" y="87"/>
                      <a:pt x="54" y="90"/>
                    </a:cubicBezTo>
                    <a:cubicBezTo>
                      <a:pt x="59" y="101"/>
                      <a:pt x="71" y="107"/>
                      <a:pt x="82" y="102"/>
                    </a:cubicBezTo>
                    <a:cubicBezTo>
                      <a:pt x="89" y="99"/>
                      <a:pt x="93" y="94"/>
                      <a:pt x="95" y="87"/>
                    </a:cubicBezTo>
                    <a:cubicBezTo>
                      <a:pt x="102" y="89"/>
                      <a:pt x="108" y="91"/>
                      <a:pt x="115" y="93"/>
                    </a:cubicBezTo>
                    <a:cubicBezTo>
                      <a:pt x="111" y="103"/>
                      <a:pt x="106" y="113"/>
                      <a:pt x="102" y="123"/>
                    </a:cubicBezTo>
                    <a:cubicBezTo>
                      <a:pt x="98" y="134"/>
                      <a:pt x="94" y="144"/>
                      <a:pt x="90" y="154"/>
                    </a:cubicBezTo>
                    <a:cubicBezTo>
                      <a:pt x="42" y="129"/>
                      <a:pt x="13" y="101"/>
                      <a:pt x="18" y="89"/>
                    </a:cubicBezTo>
                    <a:close/>
                    <a:moveTo>
                      <a:pt x="147" y="213"/>
                    </a:moveTo>
                    <a:cubicBezTo>
                      <a:pt x="143" y="212"/>
                      <a:pt x="138" y="213"/>
                      <a:pt x="134" y="214"/>
                    </a:cubicBezTo>
                    <a:cubicBezTo>
                      <a:pt x="123" y="219"/>
                      <a:pt x="118" y="232"/>
                      <a:pt x="123" y="243"/>
                    </a:cubicBezTo>
                    <a:cubicBezTo>
                      <a:pt x="123" y="244"/>
                      <a:pt x="124" y="245"/>
                      <a:pt x="124" y="246"/>
                    </a:cubicBezTo>
                    <a:cubicBezTo>
                      <a:pt x="111" y="261"/>
                      <a:pt x="99" y="269"/>
                      <a:pt x="93" y="266"/>
                    </a:cubicBezTo>
                    <a:cubicBezTo>
                      <a:pt x="87" y="264"/>
                      <a:pt x="82" y="251"/>
                      <a:pt x="85" y="223"/>
                    </a:cubicBezTo>
                    <a:cubicBezTo>
                      <a:pt x="87" y="207"/>
                      <a:pt x="91" y="188"/>
                      <a:pt x="96" y="169"/>
                    </a:cubicBezTo>
                    <a:cubicBezTo>
                      <a:pt x="106" y="174"/>
                      <a:pt x="116" y="178"/>
                      <a:pt x="127" y="182"/>
                    </a:cubicBezTo>
                    <a:cubicBezTo>
                      <a:pt x="137" y="187"/>
                      <a:pt x="148" y="190"/>
                      <a:pt x="158" y="194"/>
                    </a:cubicBezTo>
                    <a:cubicBezTo>
                      <a:pt x="154" y="201"/>
                      <a:pt x="151" y="207"/>
                      <a:pt x="147" y="213"/>
                    </a:cubicBezTo>
                    <a:close/>
                    <a:moveTo>
                      <a:pt x="270" y="192"/>
                    </a:moveTo>
                    <a:cubicBezTo>
                      <a:pt x="265" y="204"/>
                      <a:pt x="225" y="203"/>
                      <a:pt x="172" y="188"/>
                    </a:cubicBezTo>
                    <a:cubicBezTo>
                      <a:pt x="177" y="178"/>
                      <a:pt x="182" y="168"/>
                      <a:pt x="186" y="157"/>
                    </a:cubicBezTo>
                    <a:cubicBezTo>
                      <a:pt x="190" y="147"/>
                      <a:pt x="194" y="137"/>
                      <a:pt x="197" y="126"/>
                    </a:cubicBezTo>
                    <a:cubicBezTo>
                      <a:pt x="215" y="136"/>
                      <a:pt x="231" y="146"/>
                      <a:pt x="244" y="155"/>
                    </a:cubicBezTo>
                    <a:cubicBezTo>
                      <a:pt x="267" y="173"/>
                      <a:pt x="272" y="186"/>
                      <a:pt x="270" y="1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grpSp>
      </p:grpSp>
      <p:grpSp>
        <p:nvGrpSpPr>
          <p:cNvPr id="26" name="Group 25"/>
          <p:cNvGrpSpPr/>
          <p:nvPr/>
        </p:nvGrpSpPr>
        <p:grpSpPr>
          <a:xfrm>
            <a:off x="6453291" y="3700826"/>
            <a:ext cx="491808" cy="491808"/>
            <a:chOff x="6441696" y="3129985"/>
            <a:chExt cx="491808" cy="491808"/>
          </a:xfrm>
        </p:grpSpPr>
        <p:sp>
          <p:nvSpPr>
            <p:cNvPr id="98" name="Rounded Rectangle 97"/>
            <p:cNvSpPr/>
            <p:nvPr/>
          </p:nvSpPr>
          <p:spPr>
            <a:xfrm rot="2700000">
              <a:off x="6441696" y="3129985"/>
              <a:ext cx="491808" cy="491808"/>
            </a:xfrm>
            <a:prstGeom prst="roundRect">
              <a:avLst>
                <a:gd name="adj" fmla="val 2535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nvGrpSpPr>
            <p:cNvPr id="111" name="Group 110"/>
            <p:cNvGrpSpPr/>
            <p:nvPr/>
          </p:nvGrpSpPr>
          <p:grpSpPr>
            <a:xfrm>
              <a:off x="6532629" y="3209466"/>
              <a:ext cx="327875" cy="327875"/>
              <a:chOff x="5358783" y="5009689"/>
              <a:chExt cx="327875" cy="327875"/>
            </a:xfrm>
            <a:solidFill>
              <a:schemeClr val="bg1"/>
            </a:solidFill>
          </p:grpSpPr>
          <p:sp>
            <p:nvSpPr>
              <p:cNvPr id="112" name="Freeform 59"/>
              <p:cNvSpPr>
                <a:spLocks noEditPoints="1"/>
              </p:cNvSpPr>
              <p:nvPr/>
            </p:nvSpPr>
            <p:spPr bwMode="auto">
              <a:xfrm>
                <a:off x="5358783" y="5009689"/>
                <a:ext cx="327875" cy="327875"/>
              </a:xfrm>
              <a:custGeom>
                <a:avLst/>
                <a:gdLst>
                  <a:gd name="T0" fmla="*/ 206 w 206"/>
                  <a:gd name="T1" fmla="*/ 117 h 206"/>
                  <a:gd name="T2" fmla="*/ 206 w 206"/>
                  <a:gd name="T3" fmla="*/ 89 h 206"/>
                  <a:gd name="T4" fmla="*/ 183 w 206"/>
                  <a:gd name="T5" fmla="*/ 89 h 206"/>
                  <a:gd name="T6" fmla="*/ 170 w 206"/>
                  <a:gd name="T7" fmla="*/ 56 h 206"/>
                  <a:gd name="T8" fmla="*/ 186 w 206"/>
                  <a:gd name="T9" fmla="*/ 40 h 206"/>
                  <a:gd name="T10" fmla="*/ 166 w 206"/>
                  <a:gd name="T11" fmla="*/ 20 h 206"/>
                  <a:gd name="T12" fmla="*/ 150 w 206"/>
                  <a:gd name="T13" fmla="*/ 37 h 206"/>
                  <a:gd name="T14" fmla="*/ 117 w 206"/>
                  <a:gd name="T15" fmla="*/ 23 h 206"/>
                  <a:gd name="T16" fmla="*/ 117 w 206"/>
                  <a:gd name="T17" fmla="*/ 0 h 206"/>
                  <a:gd name="T18" fmla="*/ 89 w 206"/>
                  <a:gd name="T19" fmla="*/ 0 h 206"/>
                  <a:gd name="T20" fmla="*/ 89 w 206"/>
                  <a:gd name="T21" fmla="*/ 23 h 206"/>
                  <a:gd name="T22" fmla="*/ 57 w 206"/>
                  <a:gd name="T23" fmla="*/ 37 h 206"/>
                  <a:gd name="T24" fmla="*/ 40 w 206"/>
                  <a:gd name="T25" fmla="*/ 20 h 206"/>
                  <a:gd name="T26" fmla="*/ 20 w 206"/>
                  <a:gd name="T27" fmla="*/ 40 h 206"/>
                  <a:gd name="T28" fmla="*/ 37 w 206"/>
                  <a:gd name="T29" fmla="*/ 56 h 206"/>
                  <a:gd name="T30" fmla="*/ 23 w 206"/>
                  <a:gd name="T31" fmla="*/ 89 h 206"/>
                  <a:gd name="T32" fmla="*/ 0 w 206"/>
                  <a:gd name="T33" fmla="*/ 89 h 206"/>
                  <a:gd name="T34" fmla="*/ 0 w 206"/>
                  <a:gd name="T35" fmla="*/ 117 h 206"/>
                  <a:gd name="T36" fmla="*/ 23 w 206"/>
                  <a:gd name="T37" fmla="*/ 117 h 206"/>
                  <a:gd name="T38" fmla="*/ 37 w 206"/>
                  <a:gd name="T39" fmla="*/ 150 h 206"/>
                  <a:gd name="T40" fmla="*/ 20 w 206"/>
                  <a:gd name="T41" fmla="*/ 166 h 206"/>
                  <a:gd name="T42" fmla="*/ 40 w 206"/>
                  <a:gd name="T43" fmla="*/ 186 h 206"/>
                  <a:gd name="T44" fmla="*/ 57 w 206"/>
                  <a:gd name="T45" fmla="*/ 169 h 206"/>
                  <a:gd name="T46" fmla="*/ 89 w 206"/>
                  <a:gd name="T47" fmla="*/ 183 h 206"/>
                  <a:gd name="T48" fmla="*/ 89 w 206"/>
                  <a:gd name="T49" fmla="*/ 206 h 206"/>
                  <a:gd name="T50" fmla="*/ 117 w 206"/>
                  <a:gd name="T51" fmla="*/ 206 h 206"/>
                  <a:gd name="T52" fmla="*/ 117 w 206"/>
                  <a:gd name="T53" fmla="*/ 183 h 206"/>
                  <a:gd name="T54" fmla="*/ 150 w 206"/>
                  <a:gd name="T55" fmla="*/ 169 h 206"/>
                  <a:gd name="T56" fmla="*/ 166 w 206"/>
                  <a:gd name="T57" fmla="*/ 186 h 206"/>
                  <a:gd name="T58" fmla="*/ 186 w 206"/>
                  <a:gd name="T59" fmla="*/ 166 h 206"/>
                  <a:gd name="T60" fmla="*/ 170 w 206"/>
                  <a:gd name="T61" fmla="*/ 150 h 206"/>
                  <a:gd name="T62" fmla="*/ 183 w 206"/>
                  <a:gd name="T63" fmla="*/ 117 h 206"/>
                  <a:gd name="T64" fmla="*/ 206 w 206"/>
                  <a:gd name="T65" fmla="*/ 117 h 206"/>
                  <a:gd name="T66" fmla="*/ 103 w 206"/>
                  <a:gd name="T67" fmla="*/ 164 h 206"/>
                  <a:gd name="T68" fmla="*/ 42 w 206"/>
                  <a:gd name="T69" fmla="*/ 103 h 206"/>
                  <a:gd name="T70" fmla="*/ 103 w 206"/>
                  <a:gd name="T71" fmla="*/ 42 h 206"/>
                  <a:gd name="T72" fmla="*/ 164 w 206"/>
                  <a:gd name="T73" fmla="*/ 103 h 206"/>
                  <a:gd name="T74" fmla="*/ 103 w 206"/>
                  <a:gd name="T75" fmla="*/ 16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6" h="206">
                    <a:moveTo>
                      <a:pt x="206" y="117"/>
                    </a:moveTo>
                    <a:cubicBezTo>
                      <a:pt x="206" y="89"/>
                      <a:pt x="206" y="89"/>
                      <a:pt x="206" y="89"/>
                    </a:cubicBezTo>
                    <a:cubicBezTo>
                      <a:pt x="183" y="89"/>
                      <a:pt x="183" y="89"/>
                      <a:pt x="183" y="89"/>
                    </a:cubicBezTo>
                    <a:cubicBezTo>
                      <a:pt x="181" y="77"/>
                      <a:pt x="176" y="66"/>
                      <a:pt x="170" y="56"/>
                    </a:cubicBezTo>
                    <a:cubicBezTo>
                      <a:pt x="186" y="40"/>
                      <a:pt x="186" y="40"/>
                      <a:pt x="186" y="40"/>
                    </a:cubicBezTo>
                    <a:cubicBezTo>
                      <a:pt x="166" y="20"/>
                      <a:pt x="166" y="20"/>
                      <a:pt x="166" y="20"/>
                    </a:cubicBezTo>
                    <a:cubicBezTo>
                      <a:pt x="150" y="37"/>
                      <a:pt x="150" y="37"/>
                      <a:pt x="150" y="37"/>
                    </a:cubicBezTo>
                    <a:cubicBezTo>
                      <a:pt x="140" y="30"/>
                      <a:pt x="129" y="25"/>
                      <a:pt x="117" y="23"/>
                    </a:cubicBezTo>
                    <a:cubicBezTo>
                      <a:pt x="117" y="0"/>
                      <a:pt x="117" y="0"/>
                      <a:pt x="117" y="0"/>
                    </a:cubicBezTo>
                    <a:cubicBezTo>
                      <a:pt x="89" y="0"/>
                      <a:pt x="89" y="0"/>
                      <a:pt x="89" y="0"/>
                    </a:cubicBezTo>
                    <a:cubicBezTo>
                      <a:pt x="89" y="23"/>
                      <a:pt x="89" y="23"/>
                      <a:pt x="89" y="23"/>
                    </a:cubicBezTo>
                    <a:cubicBezTo>
                      <a:pt x="77" y="25"/>
                      <a:pt x="66" y="30"/>
                      <a:pt x="57" y="37"/>
                    </a:cubicBezTo>
                    <a:cubicBezTo>
                      <a:pt x="40" y="20"/>
                      <a:pt x="40" y="20"/>
                      <a:pt x="40" y="20"/>
                    </a:cubicBezTo>
                    <a:cubicBezTo>
                      <a:pt x="20" y="40"/>
                      <a:pt x="20" y="40"/>
                      <a:pt x="20" y="40"/>
                    </a:cubicBezTo>
                    <a:cubicBezTo>
                      <a:pt x="37" y="56"/>
                      <a:pt x="37" y="56"/>
                      <a:pt x="37" y="56"/>
                    </a:cubicBezTo>
                    <a:cubicBezTo>
                      <a:pt x="30" y="66"/>
                      <a:pt x="25" y="77"/>
                      <a:pt x="23" y="89"/>
                    </a:cubicBezTo>
                    <a:cubicBezTo>
                      <a:pt x="0" y="89"/>
                      <a:pt x="0" y="89"/>
                      <a:pt x="0" y="89"/>
                    </a:cubicBezTo>
                    <a:cubicBezTo>
                      <a:pt x="0" y="117"/>
                      <a:pt x="0" y="117"/>
                      <a:pt x="0" y="117"/>
                    </a:cubicBezTo>
                    <a:cubicBezTo>
                      <a:pt x="23" y="117"/>
                      <a:pt x="23" y="117"/>
                      <a:pt x="23" y="117"/>
                    </a:cubicBezTo>
                    <a:cubicBezTo>
                      <a:pt x="25" y="129"/>
                      <a:pt x="30" y="140"/>
                      <a:pt x="37" y="150"/>
                    </a:cubicBezTo>
                    <a:cubicBezTo>
                      <a:pt x="20" y="166"/>
                      <a:pt x="20" y="166"/>
                      <a:pt x="20" y="166"/>
                    </a:cubicBezTo>
                    <a:cubicBezTo>
                      <a:pt x="40" y="186"/>
                      <a:pt x="40" y="186"/>
                      <a:pt x="40" y="186"/>
                    </a:cubicBezTo>
                    <a:cubicBezTo>
                      <a:pt x="57" y="169"/>
                      <a:pt x="57" y="169"/>
                      <a:pt x="57" y="169"/>
                    </a:cubicBezTo>
                    <a:cubicBezTo>
                      <a:pt x="66" y="176"/>
                      <a:pt x="77" y="181"/>
                      <a:pt x="89" y="183"/>
                    </a:cubicBezTo>
                    <a:cubicBezTo>
                      <a:pt x="89" y="206"/>
                      <a:pt x="89" y="206"/>
                      <a:pt x="89" y="206"/>
                    </a:cubicBezTo>
                    <a:cubicBezTo>
                      <a:pt x="117" y="206"/>
                      <a:pt x="117" y="206"/>
                      <a:pt x="117" y="206"/>
                    </a:cubicBezTo>
                    <a:cubicBezTo>
                      <a:pt x="117" y="183"/>
                      <a:pt x="117" y="183"/>
                      <a:pt x="117" y="183"/>
                    </a:cubicBezTo>
                    <a:cubicBezTo>
                      <a:pt x="129" y="181"/>
                      <a:pt x="140" y="176"/>
                      <a:pt x="150" y="169"/>
                    </a:cubicBezTo>
                    <a:cubicBezTo>
                      <a:pt x="166" y="186"/>
                      <a:pt x="166" y="186"/>
                      <a:pt x="166" y="186"/>
                    </a:cubicBezTo>
                    <a:cubicBezTo>
                      <a:pt x="186" y="166"/>
                      <a:pt x="186" y="166"/>
                      <a:pt x="186" y="166"/>
                    </a:cubicBezTo>
                    <a:cubicBezTo>
                      <a:pt x="170" y="150"/>
                      <a:pt x="170" y="150"/>
                      <a:pt x="170" y="150"/>
                    </a:cubicBezTo>
                    <a:cubicBezTo>
                      <a:pt x="176" y="140"/>
                      <a:pt x="181" y="129"/>
                      <a:pt x="183" y="117"/>
                    </a:cubicBezTo>
                    <a:lnTo>
                      <a:pt x="206" y="117"/>
                    </a:lnTo>
                    <a:close/>
                    <a:moveTo>
                      <a:pt x="103" y="164"/>
                    </a:moveTo>
                    <a:cubicBezTo>
                      <a:pt x="70" y="164"/>
                      <a:pt x="42" y="137"/>
                      <a:pt x="42" y="103"/>
                    </a:cubicBezTo>
                    <a:cubicBezTo>
                      <a:pt x="42" y="69"/>
                      <a:pt x="70" y="42"/>
                      <a:pt x="103" y="42"/>
                    </a:cubicBezTo>
                    <a:cubicBezTo>
                      <a:pt x="137" y="42"/>
                      <a:pt x="164" y="69"/>
                      <a:pt x="164" y="103"/>
                    </a:cubicBezTo>
                    <a:cubicBezTo>
                      <a:pt x="164" y="137"/>
                      <a:pt x="137" y="164"/>
                      <a:pt x="103"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13" name="Oval 60"/>
              <p:cNvSpPr>
                <a:spLocks noChangeArrowheads="1"/>
              </p:cNvSpPr>
              <p:nvPr/>
            </p:nvSpPr>
            <p:spPr bwMode="auto">
              <a:xfrm>
                <a:off x="5465158" y="5114717"/>
                <a:ext cx="116473" cy="1178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grpSp>
      </p:grpSp>
      <p:grpSp>
        <p:nvGrpSpPr>
          <p:cNvPr id="31" name="Group 30"/>
          <p:cNvGrpSpPr/>
          <p:nvPr/>
        </p:nvGrpSpPr>
        <p:grpSpPr>
          <a:xfrm>
            <a:off x="6510187" y="4847204"/>
            <a:ext cx="491808" cy="491808"/>
            <a:chOff x="6441696" y="4256582"/>
            <a:chExt cx="491808" cy="491808"/>
          </a:xfrm>
        </p:grpSpPr>
        <p:sp>
          <p:nvSpPr>
            <p:cNvPr id="99" name="Rounded Rectangle 98"/>
            <p:cNvSpPr/>
            <p:nvPr/>
          </p:nvSpPr>
          <p:spPr>
            <a:xfrm rot="2700000">
              <a:off x="6441696" y="4256582"/>
              <a:ext cx="491808" cy="491808"/>
            </a:xfrm>
            <a:prstGeom prst="roundRect">
              <a:avLst>
                <a:gd name="adj" fmla="val 2535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14" name="Freeform 113"/>
            <p:cNvSpPr>
              <a:spLocks noEditPoints="1"/>
            </p:cNvSpPr>
            <p:nvPr/>
          </p:nvSpPr>
          <p:spPr bwMode="auto">
            <a:xfrm>
              <a:off x="6532629" y="4340567"/>
              <a:ext cx="316757" cy="323837"/>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Montserrat Light"/>
                <a:cs typeface="+mn-cs"/>
              </a:endParaRPr>
            </a:p>
          </p:txBody>
        </p:sp>
      </p:grpSp>
      <p:grpSp>
        <p:nvGrpSpPr>
          <p:cNvPr id="115" name="Group 114"/>
          <p:cNvGrpSpPr/>
          <p:nvPr/>
        </p:nvGrpSpPr>
        <p:grpSpPr>
          <a:xfrm>
            <a:off x="294843" y="2019373"/>
            <a:ext cx="5224027" cy="2620484"/>
            <a:chOff x="8483600" y="5681663"/>
            <a:chExt cx="2193926" cy="1077913"/>
          </a:xfrm>
        </p:grpSpPr>
        <p:sp>
          <p:nvSpPr>
            <p:cNvPr id="116" name="Freeform 16"/>
            <p:cNvSpPr>
              <a:spLocks/>
            </p:cNvSpPr>
            <p:nvPr/>
          </p:nvSpPr>
          <p:spPr bwMode="auto">
            <a:xfrm>
              <a:off x="8483600" y="5681663"/>
              <a:ext cx="2127250" cy="1077913"/>
            </a:xfrm>
            <a:custGeom>
              <a:avLst/>
              <a:gdLst>
                <a:gd name="T0" fmla="*/ 521 w 610"/>
                <a:gd name="T1" fmla="*/ 155 h 309"/>
                <a:gd name="T2" fmla="*/ 398 w 610"/>
                <a:gd name="T3" fmla="*/ 236 h 309"/>
                <a:gd name="T4" fmla="*/ 428 w 610"/>
                <a:gd name="T5" fmla="*/ 155 h 309"/>
                <a:gd name="T6" fmla="*/ 398 w 610"/>
                <a:gd name="T7" fmla="*/ 73 h 309"/>
                <a:gd name="T8" fmla="*/ 521 w 610"/>
                <a:gd name="T9" fmla="*/ 155 h 309"/>
                <a:gd name="T10" fmla="*/ 539 w 610"/>
                <a:gd name="T11" fmla="*/ 136 h 309"/>
                <a:gd name="T12" fmla="*/ 610 w 610"/>
                <a:gd name="T13" fmla="*/ 136 h 309"/>
                <a:gd name="T14" fmla="*/ 312 w 610"/>
                <a:gd name="T15" fmla="*/ 0 h 309"/>
                <a:gd name="T16" fmla="*/ 0 w 610"/>
                <a:gd name="T17" fmla="*/ 151 h 309"/>
                <a:gd name="T18" fmla="*/ 215 w 610"/>
                <a:gd name="T19" fmla="*/ 69 h 309"/>
                <a:gd name="T20" fmla="*/ 181 w 610"/>
                <a:gd name="T21" fmla="*/ 155 h 309"/>
                <a:gd name="T22" fmla="*/ 215 w 610"/>
                <a:gd name="T23" fmla="*/ 240 h 309"/>
                <a:gd name="T24" fmla="*/ 0 w 610"/>
                <a:gd name="T25" fmla="*/ 158 h 309"/>
                <a:gd name="T26" fmla="*/ 312 w 610"/>
                <a:gd name="T27" fmla="*/ 309 h 309"/>
                <a:gd name="T28" fmla="*/ 610 w 610"/>
                <a:gd name="T29" fmla="*/ 173 h 309"/>
                <a:gd name="T30" fmla="*/ 539 w 610"/>
                <a:gd name="T31" fmla="*/ 173 h 309"/>
                <a:gd name="T32" fmla="*/ 521 w 610"/>
                <a:gd name="T33" fmla="*/ 15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0" h="309">
                  <a:moveTo>
                    <a:pt x="521" y="155"/>
                  </a:moveTo>
                  <a:cubicBezTo>
                    <a:pt x="498" y="177"/>
                    <a:pt x="453" y="214"/>
                    <a:pt x="398" y="236"/>
                  </a:cubicBezTo>
                  <a:cubicBezTo>
                    <a:pt x="417" y="214"/>
                    <a:pt x="428" y="186"/>
                    <a:pt x="428" y="155"/>
                  </a:cubicBezTo>
                  <a:cubicBezTo>
                    <a:pt x="428" y="123"/>
                    <a:pt x="417" y="95"/>
                    <a:pt x="398" y="73"/>
                  </a:cubicBezTo>
                  <a:cubicBezTo>
                    <a:pt x="453" y="95"/>
                    <a:pt x="498" y="132"/>
                    <a:pt x="521" y="155"/>
                  </a:cubicBezTo>
                  <a:cubicBezTo>
                    <a:pt x="533" y="143"/>
                    <a:pt x="539" y="136"/>
                    <a:pt x="539" y="136"/>
                  </a:cubicBezTo>
                  <a:cubicBezTo>
                    <a:pt x="610" y="136"/>
                    <a:pt x="610" y="136"/>
                    <a:pt x="610" y="136"/>
                  </a:cubicBezTo>
                  <a:cubicBezTo>
                    <a:pt x="554" y="85"/>
                    <a:pt x="442" y="0"/>
                    <a:pt x="312" y="0"/>
                  </a:cubicBezTo>
                  <a:cubicBezTo>
                    <a:pt x="169" y="0"/>
                    <a:pt x="47" y="104"/>
                    <a:pt x="0" y="151"/>
                  </a:cubicBezTo>
                  <a:cubicBezTo>
                    <a:pt x="1" y="152"/>
                    <a:pt x="105" y="95"/>
                    <a:pt x="215" y="69"/>
                  </a:cubicBezTo>
                  <a:cubicBezTo>
                    <a:pt x="194" y="91"/>
                    <a:pt x="181" y="121"/>
                    <a:pt x="181" y="155"/>
                  </a:cubicBezTo>
                  <a:cubicBezTo>
                    <a:pt x="181" y="188"/>
                    <a:pt x="194" y="218"/>
                    <a:pt x="215" y="240"/>
                  </a:cubicBezTo>
                  <a:cubicBezTo>
                    <a:pt x="105" y="214"/>
                    <a:pt x="1" y="157"/>
                    <a:pt x="0" y="158"/>
                  </a:cubicBezTo>
                  <a:cubicBezTo>
                    <a:pt x="47" y="205"/>
                    <a:pt x="169" y="309"/>
                    <a:pt x="312" y="309"/>
                  </a:cubicBezTo>
                  <a:cubicBezTo>
                    <a:pt x="442" y="309"/>
                    <a:pt x="554" y="224"/>
                    <a:pt x="610" y="173"/>
                  </a:cubicBezTo>
                  <a:cubicBezTo>
                    <a:pt x="539" y="173"/>
                    <a:pt x="539" y="173"/>
                    <a:pt x="539" y="173"/>
                  </a:cubicBezTo>
                  <a:cubicBezTo>
                    <a:pt x="539" y="173"/>
                    <a:pt x="533" y="166"/>
                    <a:pt x="521" y="155"/>
                  </a:cubicBezTo>
                  <a:close/>
                </a:path>
              </a:pathLst>
            </a:custGeom>
            <a:solidFill>
              <a:srgbClr val="9BBB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18" name="Oval 17"/>
            <p:cNvSpPr>
              <a:spLocks noChangeArrowheads="1"/>
            </p:cNvSpPr>
            <p:nvPr/>
          </p:nvSpPr>
          <p:spPr bwMode="auto">
            <a:xfrm>
              <a:off x="9201150" y="5876925"/>
              <a:ext cx="687388" cy="6873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19" name="Oval 18"/>
            <p:cNvSpPr>
              <a:spLocks noChangeArrowheads="1"/>
            </p:cNvSpPr>
            <p:nvPr/>
          </p:nvSpPr>
          <p:spPr bwMode="auto">
            <a:xfrm>
              <a:off x="9201150" y="5876925"/>
              <a:ext cx="687388" cy="687388"/>
            </a:xfrm>
            <a:prstGeom prst="ellipse">
              <a:avLst/>
            </a:prstGeom>
            <a:solidFill>
              <a:srgbClr val="2C3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20" name="Oval 19"/>
            <p:cNvSpPr>
              <a:spLocks noChangeArrowheads="1"/>
            </p:cNvSpPr>
            <p:nvPr/>
          </p:nvSpPr>
          <p:spPr bwMode="auto">
            <a:xfrm>
              <a:off x="9404350" y="6080125"/>
              <a:ext cx="282575" cy="282575"/>
            </a:xfrm>
            <a:prstGeom prst="ellipse">
              <a:avLst/>
            </a:prstGeom>
            <a:solidFill>
              <a:srgbClr val="C039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21" name="Oval 20"/>
            <p:cNvSpPr>
              <a:spLocks noChangeArrowheads="1"/>
            </p:cNvSpPr>
            <p:nvPr/>
          </p:nvSpPr>
          <p:spPr bwMode="auto">
            <a:xfrm>
              <a:off x="9567863" y="6092825"/>
              <a:ext cx="136525" cy="139700"/>
            </a:xfrm>
            <a:prstGeom prst="ellipse">
              <a:avLst/>
            </a:pr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22" name="Freeform 21"/>
            <p:cNvSpPr>
              <a:spLocks/>
            </p:cNvSpPr>
            <p:nvPr/>
          </p:nvSpPr>
          <p:spPr bwMode="auto">
            <a:xfrm>
              <a:off x="10301288" y="6156325"/>
              <a:ext cx="376238" cy="128588"/>
            </a:xfrm>
            <a:custGeom>
              <a:avLst/>
              <a:gdLst>
                <a:gd name="T0" fmla="*/ 89 w 108"/>
                <a:gd name="T1" fmla="*/ 0 h 37"/>
                <a:gd name="T2" fmla="*/ 18 w 108"/>
                <a:gd name="T3" fmla="*/ 0 h 37"/>
                <a:gd name="T4" fmla="*/ 0 w 108"/>
                <a:gd name="T5" fmla="*/ 19 h 37"/>
                <a:gd name="T6" fmla="*/ 18 w 108"/>
                <a:gd name="T7" fmla="*/ 37 h 37"/>
                <a:gd name="T8" fmla="*/ 89 w 108"/>
                <a:gd name="T9" fmla="*/ 37 h 37"/>
                <a:gd name="T10" fmla="*/ 108 w 108"/>
                <a:gd name="T11" fmla="*/ 19 h 37"/>
                <a:gd name="T12" fmla="*/ 89 w 108"/>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08" h="37">
                  <a:moveTo>
                    <a:pt x="89" y="0"/>
                  </a:moveTo>
                  <a:cubicBezTo>
                    <a:pt x="18" y="0"/>
                    <a:pt x="18" y="0"/>
                    <a:pt x="18" y="0"/>
                  </a:cubicBezTo>
                  <a:cubicBezTo>
                    <a:pt x="18" y="0"/>
                    <a:pt x="12" y="7"/>
                    <a:pt x="0" y="19"/>
                  </a:cubicBezTo>
                  <a:cubicBezTo>
                    <a:pt x="12" y="30"/>
                    <a:pt x="18" y="37"/>
                    <a:pt x="18" y="37"/>
                  </a:cubicBezTo>
                  <a:cubicBezTo>
                    <a:pt x="89" y="37"/>
                    <a:pt x="89" y="37"/>
                    <a:pt x="89" y="37"/>
                  </a:cubicBezTo>
                  <a:cubicBezTo>
                    <a:pt x="96" y="30"/>
                    <a:pt x="103" y="24"/>
                    <a:pt x="108" y="19"/>
                  </a:cubicBezTo>
                  <a:cubicBezTo>
                    <a:pt x="103" y="13"/>
                    <a:pt x="96" y="7"/>
                    <a:pt x="89" y="0"/>
                  </a:cubicBezTo>
                  <a:close/>
                </a:path>
              </a:pathLst>
            </a:custGeom>
            <a:solidFill>
              <a:srgbClr val="16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6904590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1"/>
                                        </p:tgtEl>
                                        <p:attrNameLst>
                                          <p:attrName>style.visibility</p:attrName>
                                        </p:attrNameLst>
                                      </p:cBhvr>
                                      <p:to>
                                        <p:strVal val="visible"/>
                                      </p:to>
                                    </p:set>
                                    <p:animEffect transition="in" filter="fade">
                                      <p:cBhvr>
                                        <p:cTn id="10" dur="500"/>
                                        <p:tgtEl>
                                          <p:spTgt spid="101"/>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26"/>
                                        </p:tgtEl>
                                        <p:attrNameLst>
                                          <p:attrName>style.visibility</p:attrName>
                                        </p:attrNameLst>
                                      </p:cBhvr>
                                      <p:to>
                                        <p:strVal val="visible"/>
                                      </p:to>
                                    </p:set>
                                    <p:animEffect transition="in" filter="fade">
                                      <p:cBhvr>
                                        <p:cTn id="14" dur="500"/>
                                        <p:tgtEl>
                                          <p:spTgt spid="26"/>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03"/>
                                        </p:tgtEl>
                                        <p:attrNameLst>
                                          <p:attrName>style.visibility</p:attrName>
                                        </p:attrNameLst>
                                      </p:cBhvr>
                                      <p:to>
                                        <p:strVal val="visible"/>
                                      </p:to>
                                    </p:set>
                                    <p:animEffect transition="in" filter="fade">
                                      <p:cBhvr>
                                        <p:cTn id="17" dur="500"/>
                                        <p:tgtEl>
                                          <p:spTgt spid="103"/>
                                        </p:tgtEl>
                                      </p:cBhvr>
                                    </p:animEffect>
                                  </p:childTnLst>
                                </p:cTn>
                              </p:par>
                            </p:childTnLst>
                          </p:cTn>
                        </p:par>
                        <p:par>
                          <p:cTn id="18" fill="hold">
                            <p:stCondLst>
                              <p:cond delay="1000"/>
                            </p:stCondLst>
                            <p:childTnLst>
                              <p:par>
                                <p:cTn id="19" presetID="10" presetClass="entr" presetSubtype="0" fill="hold"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05"/>
                                        </p:tgtEl>
                                        <p:attrNameLst>
                                          <p:attrName>style.visibility</p:attrName>
                                        </p:attrNameLst>
                                      </p:cBhvr>
                                      <p:to>
                                        <p:strVal val="visible"/>
                                      </p:to>
                                    </p:set>
                                    <p:animEffect transition="in" filter="fade">
                                      <p:cBhvr>
                                        <p:cTn id="24"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p:bldP spid="103" grpId="0"/>
      <p:bldP spid="105"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1119421" y="612320"/>
            <a:ext cx="10515600" cy="828098"/>
          </a:xfrm>
        </p:spPr>
        <p:txBody>
          <a:bodyPr>
            <a:noAutofit/>
          </a:bodyPr>
          <a:lstStyle/>
          <a:p>
            <a:pPr algn="r"/>
            <a:r>
              <a:rPr lang="ar-SA" sz="3600" dirty="0">
                <a:solidFill>
                  <a:schemeClr val="tx1"/>
                </a:solidFill>
              </a:rPr>
              <a:t>ولعل من أبرز مميزات وأهداف المنهج الإنترنتي الذي يتصف بالمعاصرة التقنية والبرمجية ما يلي (الموسى، 2000):</a:t>
            </a:r>
            <a:endParaRPr lang="en-AU" sz="3600" dirty="0">
              <a:solidFill>
                <a:schemeClr val="tx1"/>
              </a:solidFill>
            </a:endParaRPr>
          </a:p>
        </p:txBody>
      </p:sp>
      <p:sp>
        <p:nvSpPr>
          <p:cNvPr id="101" name="TextBox 100"/>
          <p:cNvSpPr txBox="1"/>
          <p:nvPr/>
        </p:nvSpPr>
        <p:spPr>
          <a:xfrm>
            <a:off x="6945099" y="2074119"/>
            <a:ext cx="4802999" cy="830997"/>
          </a:xfrm>
          <a:prstGeom prst="rect">
            <a:avLst/>
          </a:prstGeom>
          <a:noFill/>
        </p:spPr>
        <p:txBody>
          <a:bodyPr wrap="square" rtlCol="0">
            <a:spAutoFit/>
          </a:bodyPr>
          <a:lstStyle/>
          <a:p>
            <a:pPr algn="ctr" fontAlgn="auto">
              <a:spcBef>
                <a:spcPts val="0"/>
              </a:spcBef>
              <a:spcAft>
                <a:spcPts val="0"/>
              </a:spcAft>
            </a:pPr>
            <a:r>
              <a:rPr lang="ar-SA" sz="2400" b="1" dirty="0"/>
              <a:t>وضع أنشطة وأسئلة ومواقف معينة مصاحبة للمناهج تساعد على الفهم والاستذكار</a:t>
            </a:r>
            <a:endParaRPr lang="en-US" sz="2400" b="1" dirty="0">
              <a:solidFill>
                <a:prstClr val="black">
                  <a:lumMod val="50000"/>
                  <a:lumOff val="50000"/>
                </a:prstClr>
              </a:solidFill>
              <a:latin typeface="Montserrat Light"/>
              <a:cs typeface="+mn-cs"/>
            </a:endParaRPr>
          </a:p>
        </p:txBody>
      </p:sp>
      <p:sp>
        <p:nvSpPr>
          <p:cNvPr id="103" name="TextBox 102"/>
          <p:cNvSpPr txBox="1"/>
          <p:nvPr/>
        </p:nvSpPr>
        <p:spPr>
          <a:xfrm>
            <a:off x="7153683" y="3523784"/>
            <a:ext cx="4481338" cy="830997"/>
          </a:xfrm>
          <a:prstGeom prst="rect">
            <a:avLst/>
          </a:prstGeom>
          <a:noFill/>
        </p:spPr>
        <p:txBody>
          <a:bodyPr wrap="square" rtlCol="0">
            <a:spAutoFit/>
          </a:bodyPr>
          <a:lstStyle/>
          <a:p>
            <a:pPr algn="ctr" rtl="1" fontAlgn="auto">
              <a:spcBef>
                <a:spcPts val="0"/>
              </a:spcBef>
              <a:spcAft>
                <a:spcPts val="0"/>
              </a:spcAft>
            </a:pPr>
            <a:r>
              <a:rPr lang="ar-SA" sz="2400" b="1" dirty="0"/>
              <a:t>وضع توصيلات (</a:t>
            </a:r>
            <a:r>
              <a:rPr lang="en-US" sz="2400" b="1" dirty="0"/>
              <a:t>Link</a:t>
            </a:r>
            <a:r>
              <a:rPr lang="ar-SA" sz="2400" b="1" dirty="0"/>
              <a:t>) للمواضيع المرتبطة ببعضها البعض </a:t>
            </a:r>
            <a:endParaRPr lang="en-US" sz="2400" b="1" dirty="0">
              <a:solidFill>
                <a:prstClr val="black">
                  <a:lumMod val="50000"/>
                  <a:lumOff val="50000"/>
                </a:prstClr>
              </a:solidFill>
              <a:latin typeface="Montserrat Light"/>
              <a:cs typeface="+mn-cs"/>
            </a:endParaRPr>
          </a:p>
        </p:txBody>
      </p:sp>
      <p:sp>
        <p:nvSpPr>
          <p:cNvPr id="105" name="TextBox 104"/>
          <p:cNvSpPr txBox="1"/>
          <p:nvPr/>
        </p:nvSpPr>
        <p:spPr>
          <a:xfrm>
            <a:off x="7335250" y="4833908"/>
            <a:ext cx="4412847" cy="461665"/>
          </a:xfrm>
          <a:prstGeom prst="rect">
            <a:avLst/>
          </a:prstGeom>
          <a:noFill/>
        </p:spPr>
        <p:txBody>
          <a:bodyPr wrap="square" rtlCol="0">
            <a:spAutoFit/>
          </a:bodyPr>
          <a:lstStyle/>
          <a:p>
            <a:pPr algn="ctr" fontAlgn="auto">
              <a:spcBef>
                <a:spcPts val="0"/>
              </a:spcBef>
              <a:spcAft>
                <a:spcPts val="0"/>
              </a:spcAft>
            </a:pPr>
            <a:r>
              <a:rPr lang="ar-SA" sz="2400" b="1" dirty="0"/>
              <a:t>التخلص من مشاكل الدروس الخصوصية</a:t>
            </a:r>
            <a:endParaRPr lang="en-US" sz="2400" b="1" dirty="0">
              <a:solidFill>
                <a:prstClr val="black">
                  <a:lumMod val="50000"/>
                  <a:lumOff val="50000"/>
                </a:prstClr>
              </a:solidFill>
              <a:latin typeface="Montserrat Light"/>
              <a:cs typeface="+mn-cs"/>
            </a:endParaRPr>
          </a:p>
        </p:txBody>
      </p:sp>
      <p:grpSp>
        <p:nvGrpSpPr>
          <p:cNvPr id="7" name="Group 6"/>
          <p:cNvGrpSpPr/>
          <p:nvPr/>
        </p:nvGrpSpPr>
        <p:grpSpPr>
          <a:xfrm>
            <a:off x="6325324" y="2273789"/>
            <a:ext cx="491808" cy="491808"/>
            <a:chOff x="6427181" y="2003387"/>
            <a:chExt cx="491808" cy="491808"/>
          </a:xfrm>
        </p:grpSpPr>
        <p:sp>
          <p:nvSpPr>
            <p:cNvPr id="94" name="Rounded Rectangle 93"/>
            <p:cNvSpPr/>
            <p:nvPr/>
          </p:nvSpPr>
          <p:spPr>
            <a:xfrm rot="2700000">
              <a:off x="6427181" y="2003387"/>
              <a:ext cx="491808" cy="491808"/>
            </a:xfrm>
            <a:prstGeom prst="roundRect">
              <a:avLst>
                <a:gd name="adj" fmla="val 2535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nvGrpSpPr>
            <p:cNvPr id="108" name="Group 107"/>
            <p:cNvGrpSpPr/>
            <p:nvPr/>
          </p:nvGrpSpPr>
          <p:grpSpPr>
            <a:xfrm>
              <a:off x="6510187" y="2067623"/>
              <a:ext cx="325795" cy="319008"/>
              <a:chOff x="5285398" y="2046694"/>
              <a:chExt cx="452427" cy="443002"/>
            </a:xfrm>
            <a:solidFill>
              <a:schemeClr val="bg1"/>
            </a:solidFill>
          </p:grpSpPr>
          <p:sp>
            <p:nvSpPr>
              <p:cNvPr id="109" name="Freeform 61"/>
              <p:cNvSpPr>
                <a:spLocks/>
              </p:cNvSpPr>
              <p:nvPr/>
            </p:nvSpPr>
            <p:spPr bwMode="auto">
              <a:xfrm>
                <a:off x="5461791" y="2217700"/>
                <a:ext cx="105701" cy="106374"/>
              </a:xfrm>
              <a:custGeom>
                <a:avLst/>
                <a:gdLst>
                  <a:gd name="T0" fmla="*/ 21 w 66"/>
                  <a:gd name="T1" fmla="*/ 6 h 67"/>
                  <a:gd name="T2" fmla="*/ 6 w 66"/>
                  <a:gd name="T3" fmla="*/ 45 h 67"/>
                  <a:gd name="T4" fmla="*/ 44 w 66"/>
                  <a:gd name="T5" fmla="*/ 60 h 67"/>
                  <a:gd name="T6" fmla="*/ 60 w 66"/>
                  <a:gd name="T7" fmla="*/ 22 h 67"/>
                  <a:gd name="T8" fmla="*/ 21 w 66"/>
                  <a:gd name="T9" fmla="*/ 6 h 67"/>
                </a:gdLst>
                <a:ahLst/>
                <a:cxnLst>
                  <a:cxn ang="0">
                    <a:pos x="T0" y="T1"/>
                  </a:cxn>
                  <a:cxn ang="0">
                    <a:pos x="T2" y="T3"/>
                  </a:cxn>
                  <a:cxn ang="0">
                    <a:pos x="T4" y="T5"/>
                  </a:cxn>
                  <a:cxn ang="0">
                    <a:pos x="T6" y="T7"/>
                  </a:cxn>
                  <a:cxn ang="0">
                    <a:pos x="T8" y="T9"/>
                  </a:cxn>
                </a:cxnLst>
                <a:rect l="0" t="0" r="r" b="b"/>
                <a:pathLst>
                  <a:path w="66" h="67">
                    <a:moveTo>
                      <a:pt x="21" y="6"/>
                    </a:moveTo>
                    <a:cubicBezTo>
                      <a:pt x="7" y="13"/>
                      <a:pt x="0" y="30"/>
                      <a:pt x="6" y="45"/>
                    </a:cubicBezTo>
                    <a:cubicBezTo>
                      <a:pt x="12" y="60"/>
                      <a:pt x="29" y="67"/>
                      <a:pt x="44" y="60"/>
                    </a:cubicBezTo>
                    <a:cubicBezTo>
                      <a:pt x="59" y="54"/>
                      <a:pt x="66" y="37"/>
                      <a:pt x="60" y="22"/>
                    </a:cubicBezTo>
                    <a:cubicBezTo>
                      <a:pt x="54" y="7"/>
                      <a:pt x="36" y="0"/>
                      <a:pt x="2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10" name="Freeform 62"/>
              <p:cNvSpPr>
                <a:spLocks noEditPoints="1"/>
              </p:cNvSpPr>
              <p:nvPr/>
            </p:nvSpPr>
            <p:spPr bwMode="auto">
              <a:xfrm>
                <a:off x="5285398" y="2046694"/>
                <a:ext cx="452427" cy="443002"/>
              </a:xfrm>
              <a:custGeom>
                <a:avLst/>
                <a:gdLst>
                  <a:gd name="T0" fmla="*/ 200 w 284"/>
                  <a:gd name="T1" fmla="*/ 116 h 278"/>
                  <a:gd name="T2" fmla="*/ 151 w 284"/>
                  <a:gd name="T3" fmla="*/ 34 h 278"/>
                  <a:gd name="T4" fmla="*/ 95 w 284"/>
                  <a:gd name="T5" fmla="*/ 77 h 278"/>
                  <a:gd name="T6" fmla="*/ 66 w 284"/>
                  <a:gd name="T7" fmla="*/ 62 h 278"/>
                  <a:gd name="T8" fmla="*/ 8 w 284"/>
                  <a:gd name="T9" fmla="*/ 85 h 278"/>
                  <a:gd name="T10" fmla="*/ 75 w 284"/>
                  <a:gd name="T11" fmla="*/ 221 h 278"/>
                  <a:gd name="T12" fmla="*/ 105 w 284"/>
                  <a:gd name="T13" fmla="*/ 275 h 278"/>
                  <a:gd name="T14" fmla="*/ 151 w 284"/>
                  <a:gd name="T15" fmla="*/ 254 h 278"/>
                  <a:gd name="T16" fmla="*/ 156 w 284"/>
                  <a:gd name="T17" fmla="*/ 218 h 278"/>
                  <a:gd name="T18" fmla="*/ 225 w 284"/>
                  <a:gd name="T19" fmla="*/ 209 h 278"/>
                  <a:gd name="T20" fmla="*/ 279 w 284"/>
                  <a:gd name="T21" fmla="*/ 195 h 278"/>
                  <a:gd name="T22" fmla="*/ 159 w 284"/>
                  <a:gd name="T23" fmla="*/ 40 h 278"/>
                  <a:gd name="T24" fmla="*/ 195 w 284"/>
                  <a:gd name="T25" fmla="*/ 14 h 278"/>
                  <a:gd name="T26" fmla="*/ 161 w 284"/>
                  <a:gd name="T27" fmla="*/ 98 h 278"/>
                  <a:gd name="T28" fmla="*/ 159 w 284"/>
                  <a:gd name="T29" fmla="*/ 40 h 278"/>
                  <a:gd name="T30" fmla="*/ 177 w 284"/>
                  <a:gd name="T31" fmla="*/ 154 h 278"/>
                  <a:gd name="T32" fmla="*/ 131 w 284"/>
                  <a:gd name="T33" fmla="*/ 173 h 278"/>
                  <a:gd name="T34" fmla="*/ 111 w 284"/>
                  <a:gd name="T35" fmla="*/ 127 h 278"/>
                  <a:gd name="T36" fmla="*/ 157 w 284"/>
                  <a:gd name="T37" fmla="*/ 108 h 278"/>
                  <a:gd name="T38" fmla="*/ 18 w 284"/>
                  <a:gd name="T39" fmla="*/ 89 h 278"/>
                  <a:gd name="T40" fmla="*/ 53 w 284"/>
                  <a:gd name="T41" fmla="*/ 81 h 278"/>
                  <a:gd name="T42" fmla="*/ 82 w 284"/>
                  <a:gd name="T43" fmla="*/ 102 h 278"/>
                  <a:gd name="T44" fmla="*/ 115 w 284"/>
                  <a:gd name="T45" fmla="*/ 93 h 278"/>
                  <a:gd name="T46" fmla="*/ 90 w 284"/>
                  <a:gd name="T47" fmla="*/ 154 h 278"/>
                  <a:gd name="T48" fmla="*/ 147 w 284"/>
                  <a:gd name="T49" fmla="*/ 213 h 278"/>
                  <a:gd name="T50" fmla="*/ 123 w 284"/>
                  <a:gd name="T51" fmla="*/ 243 h 278"/>
                  <a:gd name="T52" fmla="*/ 93 w 284"/>
                  <a:gd name="T53" fmla="*/ 266 h 278"/>
                  <a:gd name="T54" fmla="*/ 96 w 284"/>
                  <a:gd name="T55" fmla="*/ 169 h 278"/>
                  <a:gd name="T56" fmla="*/ 158 w 284"/>
                  <a:gd name="T57" fmla="*/ 194 h 278"/>
                  <a:gd name="T58" fmla="*/ 270 w 284"/>
                  <a:gd name="T59" fmla="*/ 192 h 278"/>
                  <a:gd name="T60" fmla="*/ 186 w 284"/>
                  <a:gd name="T61" fmla="*/ 157 h 278"/>
                  <a:gd name="T62" fmla="*/ 244 w 284"/>
                  <a:gd name="T63" fmla="*/ 155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4" h="278">
                    <a:moveTo>
                      <a:pt x="250" y="148"/>
                    </a:moveTo>
                    <a:cubicBezTo>
                      <a:pt x="237" y="137"/>
                      <a:pt x="220" y="126"/>
                      <a:pt x="200" y="116"/>
                    </a:cubicBezTo>
                    <a:cubicBezTo>
                      <a:pt x="216" y="63"/>
                      <a:pt x="221" y="14"/>
                      <a:pt x="199" y="5"/>
                    </a:cubicBezTo>
                    <a:cubicBezTo>
                      <a:pt x="187" y="0"/>
                      <a:pt x="170" y="10"/>
                      <a:pt x="151" y="34"/>
                    </a:cubicBezTo>
                    <a:cubicBezTo>
                      <a:pt x="141" y="47"/>
                      <a:pt x="130" y="64"/>
                      <a:pt x="120" y="84"/>
                    </a:cubicBezTo>
                    <a:cubicBezTo>
                      <a:pt x="111" y="81"/>
                      <a:pt x="103" y="79"/>
                      <a:pt x="95" y="77"/>
                    </a:cubicBezTo>
                    <a:cubicBezTo>
                      <a:pt x="95" y="76"/>
                      <a:pt x="94" y="75"/>
                      <a:pt x="94" y="74"/>
                    </a:cubicBezTo>
                    <a:cubicBezTo>
                      <a:pt x="89" y="63"/>
                      <a:pt x="77" y="58"/>
                      <a:pt x="66" y="62"/>
                    </a:cubicBezTo>
                    <a:cubicBezTo>
                      <a:pt x="62" y="64"/>
                      <a:pt x="58" y="67"/>
                      <a:pt x="56" y="71"/>
                    </a:cubicBezTo>
                    <a:cubicBezTo>
                      <a:pt x="29" y="69"/>
                      <a:pt x="13" y="74"/>
                      <a:pt x="8" y="85"/>
                    </a:cubicBezTo>
                    <a:cubicBezTo>
                      <a:pt x="0" y="107"/>
                      <a:pt x="38" y="139"/>
                      <a:pt x="87" y="164"/>
                    </a:cubicBezTo>
                    <a:cubicBezTo>
                      <a:pt x="81" y="185"/>
                      <a:pt x="77" y="204"/>
                      <a:pt x="75" y="221"/>
                    </a:cubicBezTo>
                    <a:cubicBezTo>
                      <a:pt x="71" y="252"/>
                      <a:pt x="76" y="271"/>
                      <a:pt x="89" y="276"/>
                    </a:cubicBezTo>
                    <a:cubicBezTo>
                      <a:pt x="94" y="278"/>
                      <a:pt x="99" y="277"/>
                      <a:pt x="105" y="275"/>
                    </a:cubicBezTo>
                    <a:cubicBezTo>
                      <a:pt x="113" y="272"/>
                      <a:pt x="122" y="264"/>
                      <a:pt x="132" y="253"/>
                    </a:cubicBezTo>
                    <a:cubicBezTo>
                      <a:pt x="137" y="256"/>
                      <a:pt x="144" y="257"/>
                      <a:pt x="151" y="254"/>
                    </a:cubicBezTo>
                    <a:cubicBezTo>
                      <a:pt x="162" y="249"/>
                      <a:pt x="167" y="237"/>
                      <a:pt x="162" y="226"/>
                    </a:cubicBezTo>
                    <a:cubicBezTo>
                      <a:pt x="161" y="223"/>
                      <a:pt x="159" y="220"/>
                      <a:pt x="156" y="218"/>
                    </a:cubicBezTo>
                    <a:cubicBezTo>
                      <a:pt x="160" y="211"/>
                      <a:pt x="164" y="204"/>
                      <a:pt x="168" y="197"/>
                    </a:cubicBezTo>
                    <a:cubicBezTo>
                      <a:pt x="188" y="203"/>
                      <a:pt x="208" y="208"/>
                      <a:pt x="225" y="209"/>
                    </a:cubicBezTo>
                    <a:cubicBezTo>
                      <a:pt x="244" y="211"/>
                      <a:pt x="258" y="210"/>
                      <a:pt x="267" y="206"/>
                    </a:cubicBezTo>
                    <a:cubicBezTo>
                      <a:pt x="273" y="204"/>
                      <a:pt x="277" y="200"/>
                      <a:pt x="279" y="195"/>
                    </a:cubicBezTo>
                    <a:cubicBezTo>
                      <a:pt x="284" y="183"/>
                      <a:pt x="274" y="166"/>
                      <a:pt x="250" y="148"/>
                    </a:cubicBezTo>
                    <a:close/>
                    <a:moveTo>
                      <a:pt x="159" y="40"/>
                    </a:moveTo>
                    <a:cubicBezTo>
                      <a:pt x="171" y="25"/>
                      <a:pt x="180" y="18"/>
                      <a:pt x="187" y="15"/>
                    </a:cubicBezTo>
                    <a:cubicBezTo>
                      <a:pt x="190" y="14"/>
                      <a:pt x="193" y="13"/>
                      <a:pt x="195" y="14"/>
                    </a:cubicBezTo>
                    <a:cubicBezTo>
                      <a:pt x="208" y="19"/>
                      <a:pt x="207" y="59"/>
                      <a:pt x="191" y="112"/>
                    </a:cubicBezTo>
                    <a:cubicBezTo>
                      <a:pt x="182" y="107"/>
                      <a:pt x="171" y="103"/>
                      <a:pt x="161" y="98"/>
                    </a:cubicBezTo>
                    <a:cubicBezTo>
                      <a:pt x="150" y="94"/>
                      <a:pt x="140" y="90"/>
                      <a:pt x="130" y="87"/>
                    </a:cubicBezTo>
                    <a:cubicBezTo>
                      <a:pt x="139" y="69"/>
                      <a:pt x="149" y="53"/>
                      <a:pt x="159" y="40"/>
                    </a:cubicBezTo>
                    <a:close/>
                    <a:moveTo>
                      <a:pt x="188" y="122"/>
                    </a:moveTo>
                    <a:cubicBezTo>
                      <a:pt x="185" y="132"/>
                      <a:pt x="181" y="143"/>
                      <a:pt x="177" y="154"/>
                    </a:cubicBezTo>
                    <a:cubicBezTo>
                      <a:pt x="172" y="165"/>
                      <a:pt x="167" y="175"/>
                      <a:pt x="163" y="185"/>
                    </a:cubicBezTo>
                    <a:cubicBezTo>
                      <a:pt x="152" y="181"/>
                      <a:pt x="142" y="177"/>
                      <a:pt x="131" y="173"/>
                    </a:cubicBezTo>
                    <a:cubicBezTo>
                      <a:pt x="120" y="169"/>
                      <a:pt x="109" y="164"/>
                      <a:pt x="99" y="159"/>
                    </a:cubicBezTo>
                    <a:cubicBezTo>
                      <a:pt x="103" y="149"/>
                      <a:pt x="107" y="138"/>
                      <a:pt x="111" y="127"/>
                    </a:cubicBezTo>
                    <a:cubicBezTo>
                      <a:pt x="116" y="116"/>
                      <a:pt x="120" y="106"/>
                      <a:pt x="125" y="96"/>
                    </a:cubicBezTo>
                    <a:cubicBezTo>
                      <a:pt x="136" y="99"/>
                      <a:pt x="146" y="103"/>
                      <a:pt x="157" y="108"/>
                    </a:cubicBezTo>
                    <a:cubicBezTo>
                      <a:pt x="168" y="112"/>
                      <a:pt x="178" y="117"/>
                      <a:pt x="188" y="122"/>
                    </a:cubicBezTo>
                    <a:close/>
                    <a:moveTo>
                      <a:pt x="18" y="89"/>
                    </a:moveTo>
                    <a:cubicBezTo>
                      <a:pt x="19" y="87"/>
                      <a:pt x="21" y="85"/>
                      <a:pt x="24" y="83"/>
                    </a:cubicBezTo>
                    <a:cubicBezTo>
                      <a:pt x="30" y="81"/>
                      <a:pt x="39" y="80"/>
                      <a:pt x="53" y="81"/>
                    </a:cubicBezTo>
                    <a:cubicBezTo>
                      <a:pt x="52" y="84"/>
                      <a:pt x="53" y="87"/>
                      <a:pt x="54" y="90"/>
                    </a:cubicBezTo>
                    <a:cubicBezTo>
                      <a:pt x="59" y="101"/>
                      <a:pt x="71" y="107"/>
                      <a:pt x="82" y="102"/>
                    </a:cubicBezTo>
                    <a:cubicBezTo>
                      <a:pt x="89" y="99"/>
                      <a:pt x="93" y="94"/>
                      <a:pt x="95" y="87"/>
                    </a:cubicBezTo>
                    <a:cubicBezTo>
                      <a:pt x="102" y="89"/>
                      <a:pt x="108" y="91"/>
                      <a:pt x="115" y="93"/>
                    </a:cubicBezTo>
                    <a:cubicBezTo>
                      <a:pt x="111" y="103"/>
                      <a:pt x="106" y="113"/>
                      <a:pt x="102" y="123"/>
                    </a:cubicBezTo>
                    <a:cubicBezTo>
                      <a:pt x="98" y="134"/>
                      <a:pt x="94" y="144"/>
                      <a:pt x="90" y="154"/>
                    </a:cubicBezTo>
                    <a:cubicBezTo>
                      <a:pt x="42" y="129"/>
                      <a:pt x="13" y="101"/>
                      <a:pt x="18" y="89"/>
                    </a:cubicBezTo>
                    <a:close/>
                    <a:moveTo>
                      <a:pt x="147" y="213"/>
                    </a:moveTo>
                    <a:cubicBezTo>
                      <a:pt x="143" y="212"/>
                      <a:pt x="138" y="213"/>
                      <a:pt x="134" y="214"/>
                    </a:cubicBezTo>
                    <a:cubicBezTo>
                      <a:pt x="123" y="219"/>
                      <a:pt x="118" y="232"/>
                      <a:pt x="123" y="243"/>
                    </a:cubicBezTo>
                    <a:cubicBezTo>
                      <a:pt x="123" y="244"/>
                      <a:pt x="124" y="245"/>
                      <a:pt x="124" y="246"/>
                    </a:cubicBezTo>
                    <a:cubicBezTo>
                      <a:pt x="111" y="261"/>
                      <a:pt x="99" y="269"/>
                      <a:pt x="93" y="266"/>
                    </a:cubicBezTo>
                    <a:cubicBezTo>
                      <a:pt x="87" y="264"/>
                      <a:pt x="82" y="251"/>
                      <a:pt x="85" y="223"/>
                    </a:cubicBezTo>
                    <a:cubicBezTo>
                      <a:pt x="87" y="207"/>
                      <a:pt x="91" y="188"/>
                      <a:pt x="96" y="169"/>
                    </a:cubicBezTo>
                    <a:cubicBezTo>
                      <a:pt x="106" y="174"/>
                      <a:pt x="116" y="178"/>
                      <a:pt x="127" y="182"/>
                    </a:cubicBezTo>
                    <a:cubicBezTo>
                      <a:pt x="137" y="187"/>
                      <a:pt x="148" y="190"/>
                      <a:pt x="158" y="194"/>
                    </a:cubicBezTo>
                    <a:cubicBezTo>
                      <a:pt x="154" y="201"/>
                      <a:pt x="151" y="207"/>
                      <a:pt x="147" y="213"/>
                    </a:cubicBezTo>
                    <a:close/>
                    <a:moveTo>
                      <a:pt x="270" y="192"/>
                    </a:moveTo>
                    <a:cubicBezTo>
                      <a:pt x="265" y="204"/>
                      <a:pt x="225" y="203"/>
                      <a:pt x="172" y="188"/>
                    </a:cubicBezTo>
                    <a:cubicBezTo>
                      <a:pt x="177" y="178"/>
                      <a:pt x="182" y="168"/>
                      <a:pt x="186" y="157"/>
                    </a:cubicBezTo>
                    <a:cubicBezTo>
                      <a:pt x="190" y="147"/>
                      <a:pt x="194" y="137"/>
                      <a:pt x="197" y="126"/>
                    </a:cubicBezTo>
                    <a:cubicBezTo>
                      <a:pt x="215" y="136"/>
                      <a:pt x="231" y="146"/>
                      <a:pt x="244" y="155"/>
                    </a:cubicBezTo>
                    <a:cubicBezTo>
                      <a:pt x="267" y="173"/>
                      <a:pt x="272" y="186"/>
                      <a:pt x="270" y="1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grpSp>
      </p:grpSp>
      <p:grpSp>
        <p:nvGrpSpPr>
          <p:cNvPr id="26" name="Group 25"/>
          <p:cNvGrpSpPr/>
          <p:nvPr/>
        </p:nvGrpSpPr>
        <p:grpSpPr>
          <a:xfrm>
            <a:off x="6453291" y="3700826"/>
            <a:ext cx="491808" cy="491808"/>
            <a:chOff x="6441696" y="3129985"/>
            <a:chExt cx="491808" cy="491808"/>
          </a:xfrm>
        </p:grpSpPr>
        <p:sp>
          <p:nvSpPr>
            <p:cNvPr id="98" name="Rounded Rectangle 97"/>
            <p:cNvSpPr/>
            <p:nvPr/>
          </p:nvSpPr>
          <p:spPr>
            <a:xfrm rot="2700000">
              <a:off x="6441696" y="3129985"/>
              <a:ext cx="491808" cy="491808"/>
            </a:xfrm>
            <a:prstGeom prst="roundRect">
              <a:avLst>
                <a:gd name="adj" fmla="val 2535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nvGrpSpPr>
            <p:cNvPr id="111" name="Group 110"/>
            <p:cNvGrpSpPr/>
            <p:nvPr/>
          </p:nvGrpSpPr>
          <p:grpSpPr>
            <a:xfrm>
              <a:off x="6532629" y="3209466"/>
              <a:ext cx="327875" cy="327875"/>
              <a:chOff x="5358783" y="5009689"/>
              <a:chExt cx="327875" cy="327875"/>
            </a:xfrm>
            <a:solidFill>
              <a:schemeClr val="bg1"/>
            </a:solidFill>
          </p:grpSpPr>
          <p:sp>
            <p:nvSpPr>
              <p:cNvPr id="112" name="Freeform 59"/>
              <p:cNvSpPr>
                <a:spLocks noEditPoints="1"/>
              </p:cNvSpPr>
              <p:nvPr/>
            </p:nvSpPr>
            <p:spPr bwMode="auto">
              <a:xfrm>
                <a:off x="5358783" y="5009689"/>
                <a:ext cx="327875" cy="327875"/>
              </a:xfrm>
              <a:custGeom>
                <a:avLst/>
                <a:gdLst>
                  <a:gd name="T0" fmla="*/ 206 w 206"/>
                  <a:gd name="T1" fmla="*/ 117 h 206"/>
                  <a:gd name="T2" fmla="*/ 206 w 206"/>
                  <a:gd name="T3" fmla="*/ 89 h 206"/>
                  <a:gd name="T4" fmla="*/ 183 w 206"/>
                  <a:gd name="T5" fmla="*/ 89 h 206"/>
                  <a:gd name="T6" fmla="*/ 170 w 206"/>
                  <a:gd name="T7" fmla="*/ 56 h 206"/>
                  <a:gd name="T8" fmla="*/ 186 w 206"/>
                  <a:gd name="T9" fmla="*/ 40 h 206"/>
                  <a:gd name="T10" fmla="*/ 166 w 206"/>
                  <a:gd name="T11" fmla="*/ 20 h 206"/>
                  <a:gd name="T12" fmla="*/ 150 w 206"/>
                  <a:gd name="T13" fmla="*/ 37 h 206"/>
                  <a:gd name="T14" fmla="*/ 117 w 206"/>
                  <a:gd name="T15" fmla="*/ 23 h 206"/>
                  <a:gd name="T16" fmla="*/ 117 w 206"/>
                  <a:gd name="T17" fmla="*/ 0 h 206"/>
                  <a:gd name="T18" fmla="*/ 89 w 206"/>
                  <a:gd name="T19" fmla="*/ 0 h 206"/>
                  <a:gd name="T20" fmla="*/ 89 w 206"/>
                  <a:gd name="T21" fmla="*/ 23 h 206"/>
                  <a:gd name="T22" fmla="*/ 57 w 206"/>
                  <a:gd name="T23" fmla="*/ 37 h 206"/>
                  <a:gd name="T24" fmla="*/ 40 w 206"/>
                  <a:gd name="T25" fmla="*/ 20 h 206"/>
                  <a:gd name="T26" fmla="*/ 20 w 206"/>
                  <a:gd name="T27" fmla="*/ 40 h 206"/>
                  <a:gd name="T28" fmla="*/ 37 w 206"/>
                  <a:gd name="T29" fmla="*/ 56 h 206"/>
                  <a:gd name="T30" fmla="*/ 23 w 206"/>
                  <a:gd name="T31" fmla="*/ 89 h 206"/>
                  <a:gd name="T32" fmla="*/ 0 w 206"/>
                  <a:gd name="T33" fmla="*/ 89 h 206"/>
                  <a:gd name="T34" fmla="*/ 0 w 206"/>
                  <a:gd name="T35" fmla="*/ 117 h 206"/>
                  <a:gd name="T36" fmla="*/ 23 w 206"/>
                  <a:gd name="T37" fmla="*/ 117 h 206"/>
                  <a:gd name="T38" fmla="*/ 37 w 206"/>
                  <a:gd name="T39" fmla="*/ 150 h 206"/>
                  <a:gd name="T40" fmla="*/ 20 w 206"/>
                  <a:gd name="T41" fmla="*/ 166 h 206"/>
                  <a:gd name="T42" fmla="*/ 40 w 206"/>
                  <a:gd name="T43" fmla="*/ 186 h 206"/>
                  <a:gd name="T44" fmla="*/ 57 w 206"/>
                  <a:gd name="T45" fmla="*/ 169 h 206"/>
                  <a:gd name="T46" fmla="*/ 89 w 206"/>
                  <a:gd name="T47" fmla="*/ 183 h 206"/>
                  <a:gd name="T48" fmla="*/ 89 w 206"/>
                  <a:gd name="T49" fmla="*/ 206 h 206"/>
                  <a:gd name="T50" fmla="*/ 117 w 206"/>
                  <a:gd name="T51" fmla="*/ 206 h 206"/>
                  <a:gd name="T52" fmla="*/ 117 w 206"/>
                  <a:gd name="T53" fmla="*/ 183 h 206"/>
                  <a:gd name="T54" fmla="*/ 150 w 206"/>
                  <a:gd name="T55" fmla="*/ 169 h 206"/>
                  <a:gd name="T56" fmla="*/ 166 w 206"/>
                  <a:gd name="T57" fmla="*/ 186 h 206"/>
                  <a:gd name="T58" fmla="*/ 186 w 206"/>
                  <a:gd name="T59" fmla="*/ 166 h 206"/>
                  <a:gd name="T60" fmla="*/ 170 w 206"/>
                  <a:gd name="T61" fmla="*/ 150 h 206"/>
                  <a:gd name="T62" fmla="*/ 183 w 206"/>
                  <a:gd name="T63" fmla="*/ 117 h 206"/>
                  <a:gd name="T64" fmla="*/ 206 w 206"/>
                  <a:gd name="T65" fmla="*/ 117 h 206"/>
                  <a:gd name="T66" fmla="*/ 103 w 206"/>
                  <a:gd name="T67" fmla="*/ 164 h 206"/>
                  <a:gd name="T68" fmla="*/ 42 w 206"/>
                  <a:gd name="T69" fmla="*/ 103 h 206"/>
                  <a:gd name="T70" fmla="*/ 103 w 206"/>
                  <a:gd name="T71" fmla="*/ 42 h 206"/>
                  <a:gd name="T72" fmla="*/ 164 w 206"/>
                  <a:gd name="T73" fmla="*/ 103 h 206"/>
                  <a:gd name="T74" fmla="*/ 103 w 206"/>
                  <a:gd name="T75" fmla="*/ 16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6" h="206">
                    <a:moveTo>
                      <a:pt x="206" y="117"/>
                    </a:moveTo>
                    <a:cubicBezTo>
                      <a:pt x="206" y="89"/>
                      <a:pt x="206" y="89"/>
                      <a:pt x="206" y="89"/>
                    </a:cubicBezTo>
                    <a:cubicBezTo>
                      <a:pt x="183" y="89"/>
                      <a:pt x="183" y="89"/>
                      <a:pt x="183" y="89"/>
                    </a:cubicBezTo>
                    <a:cubicBezTo>
                      <a:pt x="181" y="77"/>
                      <a:pt x="176" y="66"/>
                      <a:pt x="170" y="56"/>
                    </a:cubicBezTo>
                    <a:cubicBezTo>
                      <a:pt x="186" y="40"/>
                      <a:pt x="186" y="40"/>
                      <a:pt x="186" y="40"/>
                    </a:cubicBezTo>
                    <a:cubicBezTo>
                      <a:pt x="166" y="20"/>
                      <a:pt x="166" y="20"/>
                      <a:pt x="166" y="20"/>
                    </a:cubicBezTo>
                    <a:cubicBezTo>
                      <a:pt x="150" y="37"/>
                      <a:pt x="150" y="37"/>
                      <a:pt x="150" y="37"/>
                    </a:cubicBezTo>
                    <a:cubicBezTo>
                      <a:pt x="140" y="30"/>
                      <a:pt x="129" y="25"/>
                      <a:pt x="117" y="23"/>
                    </a:cubicBezTo>
                    <a:cubicBezTo>
                      <a:pt x="117" y="0"/>
                      <a:pt x="117" y="0"/>
                      <a:pt x="117" y="0"/>
                    </a:cubicBezTo>
                    <a:cubicBezTo>
                      <a:pt x="89" y="0"/>
                      <a:pt x="89" y="0"/>
                      <a:pt x="89" y="0"/>
                    </a:cubicBezTo>
                    <a:cubicBezTo>
                      <a:pt x="89" y="23"/>
                      <a:pt x="89" y="23"/>
                      <a:pt x="89" y="23"/>
                    </a:cubicBezTo>
                    <a:cubicBezTo>
                      <a:pt x="77" y="25"/>
                      <a:pt x="66" y="30"/>
                      <a:pt x="57" y="37"/>
                    </a:cubicBezTo>
                    <a:cubicBezTo>
                      <a:pt x="40" y="20"/>
                      <a:pt x="40" y="20"/>
                      <a:pt x="40" y="20"/>
                    </a:cubicBezTo>
                    <a:cubicBezTo>
                      <a:pt x="20" y="40"/>
                      <a:pt x="20" y="40"/>
                      <a:pt x="20" y="40"/>
                    </a:cubicBezTo>
                    <a:cubicBezTo>
                      <a:pt x="37" y="56"/>
                      <a:pt x="37" y="56"/>
                      <a:pt x="37" y="56"/>
                    </a:cubicBezTo>
                    <a:cubicBezTo>
                      <a:pt x="30" y="66"/>
                      <a:pt x="25" y="77"/>
                      <a:pt x="23" y="89"/>
                    </a:cubicBezTo>
                    <a:cubicBezTo>
                      <a:pt x="0" y="89"/>
                      <a:pt x="0" y="89"/>
                      <a:pt x="0" y="89"/>
                    </a:cubicBezTo>
                    <a:cubicBezTo>
                      <a:pt x="0" y="117"/>
                      <a:pt x="0" y="117"/>
                      <a:pt x="0" y="117"/>
                    </a:cubicBezTo>
                    <a:cubicBezTo>
                      <a:pt x="23" y="117"/>
                      <a:pt x="23" y="117"/>
                      <a:pt x="23" y="117"/>
                    </a:cubicBezTo>
                    <a:cubicBezTo>
                      <a:pt x="25" y="129"/>
                      <a:pt x="30" y="140"/>
                      <a:pt x="37" y="150"/>
                    </a:cubicBezTo>
                    <a:cubicBezTo>
                      <a:pt x="20" y="166"/>
                      <a:pt x="20" y="166"/>
                      <a:pt x="20" y="166"/>
                    </a:cubicBezTo>
                    <a:cubicBezTo>
                      <a:pt x="40" y="186"/>
                      <a:pt x="40" y="186"/>
                      <a:pt x="40" y="186"/>
                    </a:cubicBezTo>
                    <a:cubicBezTo>
                      <a:pt x="57" y="169"/>
                      <a:pt x="57" y="169"/>
                      <a:pt x="57" y="169"/>
                    </a:cubicBezTo>
                    <a:cubicBezTo>
                      <a:pt x="66" y="176"/>
                      <a:pt x="77" y="181"/>
                      <a:pt x="89" y="183"/>
                    </a:cubicBezTo>
                    <a:cubicBezTo>
                      <a:pt x="89" y="206"/>
                      <a:pt x="89" y="206"/>
                      <a:pt x="89" y="206"/>
                    </a:cubicBezTo>
                    <a:cubicBezTo>
                      <a:pt x="117" y="206"/>
                      <a:pt x="117" y="206"/>
                      <a:pt x="117" y="206"/>
                    </a:cubicBezTo>
                    <a:cubicBezTo>
                      <a:pt x="117" y="183"/>
                      <a:pt x="117" y="183"/>
                      <a:pt x="117" y="183"/>
                    </a:cubicBezTo>
                    <a:cubicBezTo>
                      <a:pt x="129" y="181"/>
                      <a:pt x="140" y="176"/>
                      <a:pt x="150" y="169"/>
                    </a:cubicBezTo>
                    <a:cubicBezTo>
                      <a:pt x="166" y="186"/>
                      <a:pt x="166" y="186"/>
                      <a:pt x="166" y="186"/>
                    </a:cubicBezTo>
                    <a:cubicBezTo>
                      <a:pt x="186" y="166"/>
                      <a:pt x="186" y="166"/>
                      <a:pt x="186" y="166"/>
                    </a:cubicBezTo>
                    <a:cubicBezTo>
                      <a:pt x="170" y="150"/>
                      <a:pt x="170" y="150"/>
                      <a:pt x="170" y="150"/>
                    </a:cubicBezTo>
                    <a:cubicBezTo>
                      <a:pt x="176" y="140"/>
                      <a:pt x="181" y="129"/>
                      <a:pt x="183" y="117"/>
                    </a:cubicBezTo>
                    <a:lnTo>
                      <a:pt x="206" y="117"/>
                    </a:lnTo>
                    <a:close/>
                    <a:moveTo>
                      <a:pt x="103" y="164"/>
                    </a:moveTo>
                    <a:cubicBezTo>
                      <a:pt x="70" y="164"/>
                      <a:pt x="42" y="137"/>
                      <a:pt x="42" y="103"/>
                    </a:cubicBezTo>
                    <a:cubicBezTo>
                      <a:pt x="42" y="69"/>
                      <a:pt x="70" y="42"/>
                      <a:pt x="103" y="42"/>
                    </a:cubicBezTo>
                    <a:cubicBezTo>
                      <a:pt x="137" y="42"/>
                      <a:pt x="164" y="69"/>
                      <a:pt x="164" y="103"/>
                    </a:cubicBezTo>
                    <a:cubicBezTo>
                      <a:pt x="164" y="137"/>
                      <a:pt x="137" y="164"/>
                      <a:pt x="103"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13" name="Oval 60"/>
              <p:cNvSpPr>
                <a:spLocks noChangeArrowheads="1"/>
              </p:cNvSpPr>
              <p:nvPr/>
            </p:nvSpPr>
            <p:spPr bwMode="auto">
              <a:xfrm>
                <a:off x="5465158" y="5114717"/>
                <a:ext cx="116473" cy="1178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grpSp>
      </p:grpSp>
      <p:grpSp>
        <p:nvGrpSpPr>
          <p:cNvPr id="31" name="Group 30"/>
          <p:cNvGrpSpPr/>
          <p:nvPr/>
        </p:nvGrpSpPr>
        <p:grpSpPr>
          <a:xfrm>
            <a:off x="6510187" y="4847204"/>
            <a:ext cx="491808" cy="491808"/>
            <a:chOff x="6441696" y="4256582"/>
            <a:chExt cx="491808" cy="491808"/>
          </a:xfrm>
        </p:grpSpPr>
        <p:sp>
          <p:nvSpPr>
            <p:cNvPr id="99" name="Rounded Rectangle 98"/>
            <p:cNvSpPr/>
            <p:nvPr/>
          </p:nvSpPr>
          <p:spPr>
            <a:xfrm rot="2700000">
              <a:off x="6441696" y="4256582"/>
              <a:ext cx="491808" cy="491808"/>
            </a:xfrm>
            <a:prstGeom prst="roundRect">
              <a:avLst>
                <a:gd name="adj" fmla="val 2535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14" name="Freeform 113"/>
            <p:cNvSpPr>
              <a:spLocks noEditPoints="1"/>
            </p:cNvSpPr>
            <p:nvPr/>
          </p:nvSpPr>
          <p:spPr bwMode="auto">
            <a:xfrm>
              <a:off x="6532629" y="4340567"/>
              <a:ext cx="316757" cy="323837"/>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Montserrat Light"/>
                <a:cs typeface="+mn-cs"/>
              </a:endParaRPr>
            </a:p>
          </p:txBody>
        </p:sp>
      </p:grpSp>
      <p:grpSp>
        <p:nvGrpSpPr>
          <p:cNvPr id="115" name="Group 114"/>
          <p:cNvGrpSpPr/>
          <p:nvPr/>
        </p:nvGrpSpPr>
        <p:grpSpPr>
          <a:xfrm>
            <a:off x="294843" y="2019373"/>
            <a:ext cx="5224027" cy="2620484"/>
            <a:chOff x="8483600" y="5681663"/>
            <a:chExt cx="2193926" cy="1077913"/>
          </a:xfrm>
        </p:grpSpPr>
        <p:sp>
          <p:nvSpPr>
            <p:cNvPr id="116" name="Freeform 16"/>
            <p:cNvSpPr>
              <a:spLocks/>
            </p:cNvSpPr>
            <p:nvPr/>
          </p:nvSpPr>
          <p:spPr bwMode="auto">
            <a:xfrm>
              <a:off x="8483600" y="5681663"/>
              <a:ext cx="2127250" cy="1077913"/>
            </a:xfrm>
            <a:custGeom>
              <a:avLst/>
              <a:gdLst>
                <a:gd name="T0" fmla="*/ 521 w 610"/>
                <a:gd name="T1" fmla="*/ 155 h 309"/>
                <a:gd name="T2" fmla="*/ 398 w 610"/>
                <a:gd name="T3" fmla="*/ 236 h 309"/>
                <a:gd name="T4" fmla="*/ 428 w 610"/>
                <a:gd name="T5" fmla="*/ 155 h 309"/>
                <a:gd name="T6" fmla="*/ 398 w 610"/>
                <a:gd name="T7" fmla="*/ 73 h 309"/>
                <a:gd name="T8" fmla="*/ 521 w 610"/>
                <a:gd name="T9" fmla="*/ 155 h 309"/>
                <a:gd name="T10" fmla="*/ 539 w 610"/>
                <a:gd name="T11" fmla="*/ 136 h 309"/>
                <a:gd name="T12" fmla="*/ 610 w 610"/>
                <a:gd name="T13" fmla="*/ 136 h 309"/>
                <a:gd name="T14" fmla="*/ 312 w 610"/>
                <a:gd name="T15" fmla="*/ 0 h 309"/>
                <a:gd name="T16" fmla="*/ 0 w 610"/>
                <a:gd name="T17" fmla="*/ 151 h 309"/>
                <a:gd name="T18" fmla="*/ 215 w 610"/>
                <a:gd name="T19" fmla="*/ 69 h 309"/>
                <a:gd name="T20" fmla="*/ 181 w 610"/>
                <a:gd name="T21" fmla="*/ 155 h 309"/>
                <a:gd name="T22" fmla="*/ 215 w 610"/>
                <a:gd name="T23" fmla="*/ 240 h 309"/>
                <a:gd name="T24" fmla="*/ 0 w 610"/>
                <a:gd name="T25" fmla="*/ 158 h 309"/>
                <a:gd name="T26" fmla="*/ 312 w 610"/>
                <a:gd name="T27" fmla="*/ 309 h 309"/>
                <a:gd name="T28" fmla="*/ 610 w 610"/>
                <a:gd name="T29" fmla="*/ 173 h 309"/>
                <a:gd name="T30" fmla="*/ 539 w 610"/>
                <a:gd name="T31" fmla="*/ 173 h 309"/>
                <a:gd name="T32" fmla="*/ 521 w 610"/>
                <a:gd name="T33" fmla="*/ 15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0" h="309">
                  <a:moveTo>
                    <a:pt x="521" y="155"/>
                  </a:moveTo>
                  <a:cubicBezTo>
                    <a:pt x="498" y="177"/>
                    <a:pt x="453" y="214"/>
                    <a:pt x="398" y="236"/>
                  </a:cubicBezTo>
                  <a:cubicBezTo>
                    <a:pt x="417" y="214"/>
                    <a:pt x="428" y="186"/>
                    <a:pt x="428" y="155"/>
                  </a:cubicBezTo>
                  <a:cubicBezTo>
                    <a:pt x="428" y="123"/>
                    <a:pt x="417" y="95"/>
                    <a:pt x="398" y="73"/>
                  </a:cubicBezTo>
                  <a:cubicBezTo>
                    <a:pt x="453" y="95"/>
                    <a:pt x="498" y="132"/>
                    <a:pt x="521" y="155"/>
                  </a:cubicBezTo>
                  <a:cubicBezTo>
                    <a:pt x="533" y="143"/>
                    <a:pt x="539" y="136"/>
                    <a:pt x="539" y="136"/>
                  </a:cubicBezTo>
                  <a:cubicBezTo>
                    <a:pt x="610" y="136"/>
                    <a:pt x="610" y="136"/>
                    <a:pt x="610" y="136"/>
                  </a:cubicBezTo>
                  <a:cubicBezTo>
                    <a:pt x="554" y="85"/>
                    <a:pt x="442" y="0"/>
                    <a:pt x="312" y="0"/>
                  </a:cubicBezTo>
                  <a:cubicBezTo>
                    <a:pt x="169" y="0"/>
                    <a:pt x="47" y="104"/>
                    <a:pt x="0" y="151"/>
                  </a:cubicBezTo>
                  <a:cubicBezTo>
                    <a:pt x="1" y="152"/>
                    <a:pt x="105" y="95"/>
                    <a:pt x="215" y="69"/>
                  </a:cubicBezTo>
                  <a:cubicBezTo>
                    <a:pt x="194" y="91"/>
                    <a:pt x="181" y="121"/>
                    <a:pt x="181" y="155"/>
                  </a:cubicBezTo>
                  <a:cubicBezTo>
                    <a:pt x="181" y="188"/>
                    <a:pt x="194" y="218"/>
                    <a:pt x="215" y="240"/>
                  </a:cubicBezTo>
                  <a:cubicBezTo>
                    <a:pt x="105" y="214"/>
                    <a:pt x="1" y="157"/>
                    <a:pt x="0" y="158"/>
                  </a:cubicBezTo>
                  <a:cubicBezTo>
                    <a:pt x="47" y="205"/>
                    <a:pt x="169" y="309"/>
                    <a:pt x="312" y="309"/>
                  </a:cubicBezTo>
                  <a:cubicBezTo>
                    <a:pt x="442" y="309"/>
                    <a:pt x="554" y="224"/>
                    <a:pt x="610" y="173"/>
                  </a:cubicBezTo>
                  <a:cubicBezTo>
                    <a:pt x="539" y="173"/>
                    <a:pt x="539" y="173"/>
                    <a:pt x="539" y="173"/>
                  </a:cubicBezTo>
                  <a:cubicBezTo>
                    <a:pt x="539" y="173"/>
                    <a:pt x="533" y="166"/>
                    <a:pt x="521" y="155"/>
                  </a:cubicBezTo>
                  <a:close/>
                </a:path>
              </a:pathLst>
            </a:custGeom>
            <a:solidFill>
              <a:srgbClr val="9BBB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18" name="Oval 17"/>
            <p:cNvSpPr>
              <a:spLocks noChangeArrowheads="1"/>
            </p:cNvSpPr>
            <p:nvPr/>
          </p:nvSpPr>
          <p:spPr bwMode="auto">
            <a:xfrm>
              <a:off x="9201150" y="5876925"/>
              <a:ext cx="687388" cy="6873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19" name="Oval 18"/>
            <p:cNvSpPr>
              <a:spLocks noChangeArrowheads="1"/>
            </p:cNvSpPr>
            <p:nvPr/>
          </p:nvSpPr>
          <p:spPr bwMode="auto">
            <a:xfrm>
              <a:off x="9201150" y="5876925"/>
              <a:ext cx="687388" cy="687388"/>
            </a:xfrm>
            <a:prstGeom prst="ellipse">
              <a:avLst/>
            </a:prstGeom>
            <a:solidFill>
              <a:srgbClr val="2C3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20" name="Oval 19"/>
            <p:cNvSpPr>
              <a:spLocks noChangeArrowheads="1"/>
            </p:cNvSpPr>
            <p:nvPr/>
          </p:nvSpPr>
          <p:spPr bwMode="auto">
            <a:xfrm>
              <a:off x="9404350" y="6080125"/>
              <a:ext cx="282575" cy="282575"/>
            </a:xfrm>
            <a:prstGeom prst="ellipse">
              <a:avLst/>
            </a:prstGeom>
            <a:solidFill>
              <a:srgbClr val="C039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21" name="Oval 20"/>
            <p:cNvSpPr>
              <a:spLocks noChangeArrowheads="1"/>
            </p:cNvSpPr>
            <p:nvPr/>
          </p:nvSpPr>
          <p:spPr bwMode="auto">
            <a:xfrm>
              <a:off x="9567863" y="6092825"/>
              <a:ext cx="136525" cy="139700"/>
            </a:xfrm>
            <a:prstGeom prst="ellipse">
              <a:avLst/>
            </a:pr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22" name="Freeform 21"/>
            <p:cNvSpPr>
              <a:spLocks/>
            </p:cNvSpPr>
            <p:nvPr/>
          </p:nvSpPr>
          <p:spPr bwMode="auto">
            <a:xfrm>
              <a:off x="10301288" y="6156325"/>
              <a:ext cx="376238" cy="128588"/>
            </a:xfrm>
            <a:custGeom>
              <a:avLst/>
              <a:gdLst>
                <a:gd name="T0" fmla="*/ 89 w 108"/>
                <a:gd name="T1" fmla="*/ 0 h 37"/>
                <a:gd name="T2" fmla="*/ 18 w 108"/>
                <a:gd name="T3" fmla="*/ 0 h 37"/>
                <a:gd name="T4" fmla="*/ 0 w 108"/>
                <a:gd name="T5" fmla="*/ 19 h 37"/>
                <a:gd name="T6" fmla="*/ 18 w 108"/>
                <a:gd name="T7" fmla="*/ 37 h 37"/>
                <a:gd name="T8" fmla="*/ 89 w 108"/>
                <a:gd name="T9" fmla="*/ 37 h 37"/>
                <a:gd name="T10" fmla="*/ 108 w 108"/>
                <a:gd name="T11" fmla="*/ 19 h 37"/>
                <a:gd name="T12" fmla="*/ 89 w 108"/>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08" h="37">
                  <a:moveTo>
                    <a:pt x="89" y="0"/>
                  </a:moveTo>
                  <a:cubicBezTo>
                    <a:pt x="18" y="0"/>
                    <a:pt x="18" y="0"/>
                    <a:pt x="18" y="0"/>
                  </a:cubicBezTo>
                  <a:cubicBezTo>
                    <a:pt x="18" y="0"/>
                    <a:pt x="12" y="7"/>
                    <a:pt x="0" y="19"/>
                  </a:cubicBezTo>
                  <a:cubicBezTo>
                    <a:pt x="12" y="30"/>
                    <a:pt x="18" y="37"/>
                    <a:pt x="18" y="37"/>
                  </a:cubicBezTo>
                  <a:cubicBezTo>
                    <a:pt x="89" y="37"/>
                    <a:pt x="89" y="37"/>
                    <a:pt x="89" y="37"/>
                  </a:cubicBezTo>
                  <a:cubicBezTo>
                    <a:pt x="96" y="30"/>
                    <a:pt x="103" y="24"/>
                    <a:pt x="108" y="19"/>
                  </a:cubicBezTo>
                  <a:cubicBezTo>
                    <a:pt x="103" y="13"/>
                    <a:pt x="96" y="7"/>
                    <a:pt x="89" y="0"/>
                  </a:cubicBezTo>
                  <a:close/>
                </a:path>
              </a:pathLst>
            </a:custGeom>
            <a:solidFill>
              <a:srgbClr val="16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35091709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1"/>
                                        </p:tgtEl>
                                        <p:attrNameLst>
                                          <p:attrName>style.visibility</p:attrName>
                                        </p:attrNameLst>
                                      </p:cBhvr>
                                      <p:to>
                                        <p:strVal val="visible"/>
                                      </p:to>
                                    </p:set>
                                    <p:animEffect transition="in" filter="fade">
                                      <p:cBhvr>
                                        <p:cTn id="10" dur="500"/>
                                        <p:tgtEl>
                                          <p:spTgt spid="101"/>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26"/>
                                        </p:tgtEl>
                                        <p:attrNameLst>
                                          <p:attrName>style.visibility</p:attrName>
                                        </p:attrNameLst>
                                      </p:cBhvr>
                                      <p:to>
                                        <p:strVal val="visible"/>
                                      </p:to>
                                    </p:set>
                                    <p:animEffect transition="in" filter="fade">
                                      <p:cBhvr>
                                        <p:cTn id="14" dur="500"/>
                                        <p:tgtEl>
                                          <p:spTgt spid="26"/>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03"/>
                                        </p:tgtEl>
                                        <p:attrNameLst>
                                          <p:attrName>style.visibility</p:attrName>
                                        </p:attrNameLst>
                                      </p:cBhvr>
                                      <p:to>
                                        <p:strVal val="visible"/>
                                      </p:to>
                                    </p:set>
                                    <p:animEffect transition="in" filter="fade">
                                      <p:cBhvr>
                                        <p:cTn id="17" dur="500"/>
                                        <p:tgtEl>
                                          <p:spTgt spid="103"/>
                                        </p:tgtEl>
                                      </p:cBhvr>
                                    </p:animEffect>
                                  </p:childTnLst>
                                </p:cTn>
                              </p:par>
                            </p:childTnLst>
                          </p:cTn>
                        </p:par>
                        <p:par>
                          <p:cTn id="18" fill="hold">
                            <p:stCondLst>
                              <p:cond delay="1000"/>
                            </p:stCondLst>
                            <p:childTnLst>
                              <p:par>
                                <p:cTn id="19" presetID="10" presetClass="entr" presetSubtype="0" fill="hold"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05"/>
                                        </p:tgtEl>
                                        <p:attrNameLst>
                                          <p:attrName>style.visibility</p:attrName>
                                        </p:attrNameLst>
                                      </p:cBhvr>
                                      <p:to>
                                        <p:strVal val="visible"/>
                                      </p:to>
                                    </p:set>
                                    <p:animEffect transition="in" filter="fade">
                                      <p:cBhvr>
                                        <p:cTn id="24"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p:bldP spid="103" grpId="0"/>
      <p:bldP spid="105"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1119421" y="612320"/>
            <a:ext cx="10515600" cy="828098"/>
          </a:xfrm>
        </p:spPr>
        <p:txBody>
          <a:bodyPr>
            <a:noAutofit/>
          </a:bodyPr>
          <a:lstStyle/>
          <a:p>
            <a:pPr algn="r"/>
            <a:r>
              <a:rPr lang="ar-SA" sz="3600" dirty="0">
                <a:solidFill>
                  <a:schemeClr val="tx1"/>
                </a:solidFill>
              </a:rPr>
              <a:t>ولعل من أبرز مميزات وأهداف المنهج الإنترنتي الذي يتصف بالمعاصرة التقنية والبرمجية ما يلي (الموسى، 2000):</a:t>
            </a:r>
            <a:endParaRPr lang="en-AU" sz="3600" dirty="0">
              <a:solidFill>
                <a:schemeClr val="tx1"/>
              </a:solidFill>
            </a:endParaRPr>
          </a:p>
        </p:txBody>
      </p:sp>
      <p:sp>
        <p:nvSpPr>
          <p:cNvPr id="101" name="TextBox 100"/>
          <p:cNvSpPr txBox="1"/>
          <p:nvPr/>
        </p:nvSpPr>
        <p:spPr>
          <a:xfrm>
            <a:off x="6945099" y="2263236"/>
            <a:ext cx="4802999" cy="461665"/>
          </a:xfrm>
          <a:prstGeom prst="rect">
            <a:avLst/>
          </a:prstGeom>
          <a:noFill/>
        </p:spPr>
        <p:txBody>
          <a:bodyPr wrap="square" rtlCol="0">
            <a:spAutoFit/>
          </a:bodyPr>
          <a:lstStyle/>
          <a:p>
            <a:pPr algn="ctr" fontAlgn="auto">
              <a:spcBef>
                <a:spcPts val="0"/>
              </a:spcBef>
              <a:spcAft>
                <a:spcPts val="0"/>
              </a:spcAft>
            </a:pPr>
            <a:r>
              <a:rPr lang="ar-SA" sz="2400" b="1" dirty="0"/>
              <a:t>تجاوز مشاكل طرق التدريس التقليدية</a:t>
            </a:r>
            <a:endParaRPr lang="en-US" sz="2400" b="1" dirty="0">
              <a:solidFill>
                <a:prstClr val="black">
                  <a:lumMod val="50000"/>
                  <a:lumOff val="50000"/>
                </a:prstClr>
              </a:solidFill>
              <a:latin typeface="Montserrat Light"/>
              <a:cs typeface="+mn-cs"/>
            </a:endParaRPr>
          </a:p>
        </p:txBody>
      </p:sp>
      <p:sp>
        <p:nvSpPr>
          <p:cNvPr id="103" name="TextBox 102"/>
          <p:cNvSpPr txBox="1"/>
          <p:nvPr/>
        </p:nvSpPr>
        <p:spPr>
          <a:xfrm>
            <a:off x="7153683" y="3523784"/>
            <a:ext cx="4481338" cy="830997"/>
          </a:xfrm>
          <a:prstGeom prst="rect">
            <a:avLst/>
          </a:prstGeom>
          <a:noFill/>
        </p:spPr>
        <p:txBody>
          <a:bodyPr wrap="square" rtlCol="0">
            <a:spAutoFit/>
          </a:bodyPr>
          <a:lstStyle/>
          <a:p>
            <a:pPr algn="ctr" rtl="1" fontAlgn="auto">
              <a:spcBef>
                <a:spcPts val="0"/>
              </a:spcBef>
              <a:spcAft>
                <a:spcPts val="0"/>
              </a:spcAft>
            </a:pPr>
            <a:r>
              <a:rPr lang="ar-SA" sz="2400" b="1" dirty="0"/>
              <a:t>تشويق الطالب للتعلم حتى وهو خارج المدرسة</a:t>
            </a:r>
            <a:endParaRPr lang="en-US" sz="2400" b="1" dirty="0">
              <a:solidFill>
                <a:prstClr val="black">
                  <a:lumMod val="50000"/>
                  <a:lumOff val="50000"/>
                </a:prstClr>
              </a:solidFill>
              <a:latin typeface="Montserrat Light"/>
              <a:cs typeface="+mn-cs"/>
            </a:endParaRPr>
          </a:p>
        </p:txBody>
      </p:sp>
      <p:sp>
        <p:nvSpPr>
          <p:cNvPr id="105" name="TextBox 104"/>
          <p:cNvSpPr txBox="1"/>
          <p:nvPr/>
        </p:nvSpPr>
        <p:spPr>
          <a:xfrm>
            <a:off x="7335250" y="4833908"/>
            <a:ext cx="4412847" cy="461665"/>
          </a:xfrm>
          <a:prstGeom prst="rect">
            <a:avLst/>
          </a:prstGeom>
          <a:noFill/>
        </p:spPr>
        <p:txBody>
          <a:bodyPr wrap="square" rtlCol="0">
            <a:spAutoFit/>
          </a:bodyPr>
          <a:lstStyle/>
          <a:p>
            <a:pPr algn="ctr" fontAlgn="auto">
              <a:spcBef>
                <a:spcPts val="0"/>
              </a:spcBef>
              <a:spcAft>
                <a:spcPts val="0"/>
              </a:spcAft>
            </a:pPr>
            <a:r>
              <a:rPr lang="ar-SA" sz="2400" b="1" dirty="0"/>
              <a:t>نشر ثقافة المعلوماتية لدى الطلاب</a:t>
            </a:r>
            <a:endParaRPr lang="en-US" sz="2400" b="1" dirty="0">
              <a:solidFill>
                <a:prstClr val="black">
                  <a:lumMod val="50000"/>
                  <a:lumOff val="50000"/>
                </a:prstClr>
              </a:solidFill>
              <a:latin typeface="Montserrat Light"/>
              <a:cs typeface="+mn-cs"/>
            </a:endParaRPr>
          </a:p>
        </p:txBody>
      </p:sp>
      <p:grpSp>
        <p:nvGrpSpPr>
          <p:cNvPr id="7" name="Group 6"/>
          <p:cNvGrpSpPr/>
          <p:nvPr/>
        </p:nvGrpSpPr>
        <p:grpSpPr>
          <a:xfrm>
            <a:off x="6325324" y="2273789"/>
            <a:ext cx="491808" cy="491808"/>
            <a:chOff x="6427181" y="2003387"/>
            <a:chExt cx="491808" cy="491808"/>
          </a:xfrm>
        </p:grpSpPr>
        <p:sp>
          <p:nvSpPr>
            <p:cNvPr id="94" name="Rounded Rectangle 93"/>
            <p:cNvSpPr/>
            <p:nvPr/>
          </p:nvSpPr>
          <p:spPr>
            <a:xfrm rot="2700000">
              <a:off x="6427181" y="2003387"/>
              <a:ext cx="491808" cy="491808"/>
            </a:xfrm>
            <a:prstGeom prst="roundRect">
              <a:avLst>
                <a:gd name="adj" fmla="val 2535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nvGrpSpPr>
            <p:cNvPr id="108" name="Group 107"/>
            <p:cNvGrpSpPr/>
            <p:nvPr/>
          </p:nvGrpSpPr>
          <p:grpSpPr>
            <a:xfrm>
              <a:off x="6510187" y="2067623"/>
              <a:ext cx="325795" cy="319008"/>
              <a:chOff x="5285398" y="2046694"/>
              <a:chExt cx="452427" cy="443002"/>
            </a:xfrm>
            <a:solidFill>
              <a:schemeClr val="bg1"/>
            </a:solidFill>
          </p:grpSpPr>
          <p:sp>
            <p:nvSpPr>
              <p:cNvPr id="109" name="Freeform 61"/>
              <p:cNvSpPr>
                <a:spLocks/>
              </p:cNvSpPr>
              <p:nvPr/>
            </p:nvSpPr>
            <p:spPr bwMode="auto">
              <a:xfrm>
                <a:off x="5461791" y="2217700"/>
                <a:ext cx="105701" cy="106374"/>
              </a:xfrm>
              <a:custGeom>
                <a:avLst/>
                <a:gdLst>
                  <a:gd name="T0" fmla="*/ 21 w 66"/>
                  <a:gd name="T1" fmla="*/ 6 h 67"/>
                  <a:gd name="T2" fmla="*/ 6 w 66"/>
                  <a:gd name="T3" fmla="*/ 45 h 67"/>
                  <a:gd name="T4" fmla="*/ 44 w 66"/>
                  <a:gd name="T5" fmla="*/ 60 h 67"/>
                  <a:gd name="T6" fmla="*/ 60 w 66"/>
                  <a:gd name="T7" fmla="*/ 22 h 67"/>
                  <a:gd name="T8" fmla="*/ 21 w 66"/>
                  <a:gd name="T9" fmla="*/ 6 h 67"/>
                </a:gdLst>
                <a:ahLst/>
                <a:cxnLst>
                  <a:cxn ang="0">
                    <a:pos x="T0" y="T1"/>
                  </a:cxn>
                  <a:cxn ang="0">
                    <a:pos x="T2" y="T3"/>
                  </a:cxn>
                  <a:cxn ang="0">
                    <a:pos x="T4" y="T5"/>
                  </a:cxn>
                  <a:cxn ang="0">
                    <a:pos x="T6" y="T7"/>
                  </a:cxn>
                  <a:cxn ang="0">
                    <a:pos x="T8" y="T9"/>
                  </a:cxn>
                </a:cxnLst>
                <a:rect l="0" t="0" r="r" b="b"/>
                <a:pathLst>
                  <a:path w="66" h="67">
                    <a:moveTo>
                      <a:pt x="21" y="6"/>
                    </a:moveTo>
                    <a:cubicBezTo>
                      <a:pt x="7" y="13"/>
                      <a:pt x="0" y="30"/>
                      <a:pt x="6" y="45"/>
                    </a:cubicBezTo>
                    <a:cubicBezTo>
                      <a:pt x="12" y="60"/>
                      <a:pt x="29" y="67"/>
                      <a:pt x="44" y="60"/>
                    </a:cubicBezTo>
                    <a:cubicBezTo>
                      <a:pt x="59" y="54"/>
                      <a:pt x="66" y="37"/>
                      <a:pt x="60" y="22"/>
                    </a:cubicBezTo>
                    <a:cubicBezTo>
                      <a:pt x="54" y="7"/>
                      <a:pt x="36" y="0"/>
                      <a:pt x="2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10" name="Freeform 62"/>
              <p:cNvSpPr>
                <a:spLocks noEditPoints="1"/>
              </p:cNvSpPr>
              <p:nvPr/>
            </p:nvSpPr>
            <p:spPr bwMode="auto">
              <a:xfrm>
                <a:off x="5285398" y="2046694"/>
                <a:ext cx="452427" cy="443002"/>
              </a:xfrm>
              <a:custGeom>
                <a:avLst/>
                <a:gdLst>
                  <a:gd name="T0" fmla="*/ 200 w 284"/>
                  <a:gd name="T1" fmla="*/ 116 h 278"/>
                  <a:gd name="T2" fmla="*/ 151 w 284"/>
                  <a:gd name="T3" fmla="*/ 34 h 278"/>
                  <a:gd name="T4" fmla="*/ 95 w 284"/>
                  <a:gd name="T5" fmla="*/ 77 h 278"/>
                  <a:gd name="T6" fmla="*/ 66 w 284"/>
                  <a:gd name="T7" fmla="*/ 62 h 278"/>
                  <a:gd name="T8" fmla="*/ 8 w 284"/>
                  <a:gd name="T9" fmla="*/ 85 h 278"/>
                  <a:gd name="T10" fmla="*/ 75 w 284"/>
                  <a:gd name="T11" fmla="*/ 221 h 278"/>
                  <a:gd name="T12" fmla="*/ 105 w 284"/>
                  <a:gd name="T13" fmla="*/ 275 h 278"/>
                  <a:gd name="T14" fmla="*/ 151 w 284"/>
                  <a:gd name="T15" fmla="*/ 254 h 278"/>
                  <a:gd name="T16" fmla="*/ 156 w 284"/>
                  <a:gd name="T17" fmla="*/ 218 h 278"/>
                  <a:gd name="T18" fmla="*/ 225 w 284"/>
                  <a:gd name="T19" fmla="*/ 209 h 278"/>
                  <a:gd name="T20" fmla="*/ 279 w 284"/>
                  <a:gd name="T21" fmla="*/ 195 h 278"/>
                  <a:gd name="T22" fmla="*/ 159 w 284"/>
                  <a:gd name="T23" fmla="*/ 40 h 278"/>
                  <a:gd name="T24" fmla="*/ 195 w 284"/>
                  <a:gd name="T25" fmla="*/ 14 h 278"/>
                  <a:gd name="T26" fmla="*/ 161 w 284"/>
                  <a:gd name="T27" fmla="*/ 98 h 278"/>
                  <a:gd name="T28" fmla="*/ 159 w 284"/>
                  <a:gd name="T29" fmla="*/ 40 h 278"/>
                  <a:gd name="T30" fmla="*/ 177 w 284"/>
                  <a:gd name="T31" fmla="*/ 154 h 278"/>
                  <a:gd name="T32" fmla="*/ 131 w 284"/>
                  <a:gd name="T33" fmla="*/ 173 h 278"/>
                  <a:gd name="T34" fmla="*/ 111 w 284"/>
                  <a:gd name="T35" fmla="*/ 127 h 278"/>
                  <a:gd name="T36" fmla="*/ 157 w 284"/>
                  <a:gd name="T37" fmla="*/ 108 h 278"/>
                  <a:gd name="T38" fmla="*/ 18 w 284"/>
                  <a:gd name="T39" fmla="*/ 89 h 278"/>
                  <a:gd name="T40" fmla="*/ 53 w 284"/>
                  <a:gd name="T41" fmla="*/ 81 h 278"/>
                  <a:gd name="T42" fmla="*/ 82 w 284"/>
                  <a:gd name="T43" fmla="*/ 102 h 278"/>
                  <a:gd name="T44" fmla="*/ 115 w 284"/>
                  <a:gd name="T45" fmla="*/ 93 h 278"/>
                  <a:gd name="T46" fmla="*/ 90 w 284"/>
                  <a:gd name="T47" fmla="*/ 154 h 278"/>
                  <a:gd name="T48" fmla="*/ 147 w 284"/>
                  <a:gd name="T49" fmla="*/ 213 h 278"/>
                  <a:gd name="T50" fmla="*/ 123 w 284"/>
                  <a:gd name="T51" fmla="*/ 243 h 278"/>
                  <a:gd name="T52" fmla="*/ 93 w 284"/>
                  <a:gd name="T53" fmla="*/ 266 h 278"/>
                  <a:gd name="T54" fmla="*/ 96 w 284"/>
                  <a:gd name="T55" fmla="*/ 169 h 278"/>
                  <a:gd name="T56" fmla="*/ 158 w 284"/>
                  <a:gd name="T57" fmla="*/ 194 h 278"/>
                  <a:gd name="T58" fmla="*/ 270 w 284"/>
                  <a:gd name="T59" fmla="*/ 192 h 278"/>
                  <a:gd name="T60" fmla="*/ 186 w 284"/>
                  <a:gd name="T61" fmla="*/ 157 h 278"/>
                  <a:gd name="T62" fmla="*/ 244 w 284"/>
                  <a:gd name="T63" fmla="*/ 155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4" h="278">
                    <a:moveTo>
                      <a:pt x="250" y="148"/>
                    </a:moveTo>
                    <a:cubicBezTo>
                      <a:pt x="237" y="137"/>
                      <a:pt x="220" y="126"/>
                      <a:pt x="200" y="116"/>
                    </a:cubicBezTo>
                    <a:cubicBezTo>
                      <a:pt x="216" y="63"/>
                      <a:pt x="221" y="14"/>
                      <a:pt x="199" y="5"/>
                    </a:cubicBezTo>
                    <a:cubicBezTo>
                      <a:pt x="187" y="0"/>
                      <a:pt x="170" y="10"/>
                      <a:pt x="151" y="34"/>
                    </a:cubicBezTo>
                    <a:cubicBezTo>
                      <a:pt x="141" y="47"/>
                      <a:pt x="130" y="64"/>
                      <a:pt x="120" y="84"/>
                    </a:cubicBezTo>
                    <a:cubicBezTo>
                      <a:pt x="111" y="81"/>
                      <a:pt x="103" y="79"/>
                      <a:pt x="95" y="77"/>
                    </a:cubicBezTo>
                    <a:cubicBezTo>
                      <a:pt x="95" y="76"/>
                      <a:pt x="94" y="75"/>
                      <a:pt x="94" y="74"/>
                    </a:cubicBezTo>
                    <a:cubicBezTo>
                      <a:pt x="89" y="63"/>
                      <a:pt x="77" y="58"/>
                      <a:pt x="66" y="62"/>
                    </a:cubicBezTo>
                    <a:cubicBezTo>
                      <a:pt x="62" y="64"/>
                      <a:pt x="58" y="67"/>
                      <a:pt x="56" y="71"/>
                    </a:cubicBezTo>
                    <a:cubicBezTo>
                      <a:pt x="29" y="69"/>
                      <a:pt x="13" y="74"/>
                      <a:pt x="8" y="85"/>
                    </a:cubicBezTo>
                    <a:cubicBezTo>
                      <a:pt x="0" y="107"/>
                      <a:pt x="38" y="139"/>
                      <a:pt x="87" y="164"/>
                    </a:cubicBezTo>
                    <a:cubicBezTo>
                      <a:pt x="81" y="185"/>
                      <a:pt x="77" y="204"/>
                      <a:pt x="75" y="221"/>
                    </a:cubicBezTo>
                    <a:cubicBezTo>
                      <a:pt x="71" y="252"/>
                      <a:pt x="76" y="271"/>
                      <a:pt x="89" y="276"/>
                    </a:cubicBezTo>
                    <a:cubicBezTo>
                      <a:pt x="94" y="278"/>
                      <a:pt x="99" y="277"/>
                      <a:pt x="105" y="275"/>
                    </a:cubicBezTo>
                    <a:cubicBezTo>
                      <a:pt x="113" y="272"/>
                      <a:pt x="122" y="264"/>
                      <a:pt x="132" y="253"/>
                    </a:cubicBezTo>
                    <a:cubicBezTo>
                      <a:pt x="137" y="256"/>
                      <a:pt x="144" y="257"/>
                      <a:pt x="151" y="254"/>
                    </a:cubicBezTo>
                    <a:cubicBezTo>
                      <a:pt x="162" y="249"/>
                      <a:pt x="167" y="237"/>
                      <a:pt x="162" y="226"/>
                    </a:cubicBezTo>
                    <a:cubicBezTo>
                      <a:pt x="161" y="223"/>
                      <a:pt x="159" y="220"/>
                      <a:pt x="156" y="218"/>
                    </a:cubicBezTo>
                    <a:cubicBezTo>
                      <a:pt x="160" y="211"/>
                      <a:pt x="164" y="204"/>
                      <a:pt x="168" y="197"/>
                    </a:cubicBezTo>
                    <a:cubicBezTo>
                      <a:pt x="188" y="203"/>
                      <a:pt x="208" y="208"/>
                      <a:pt x="225" y="209"/>
                    </a:cubicBezTo>
                    <a:cubicBezTo>
                      <a:pt x="244" y="211"/>
                      <a:pt x="258" y="210"/>
                      <a:pt x="267" y="206"/>
                    </a:cubicBezTo>
                    <a:cubicBezTo>
                      <a:pt x="273" y="204"/>
                      <a:pt x="277" y="200"/>
                      <a:pt x="279" y="195"/>
                    </a:cubicBezTo>
                    <a:cubicBezTo>
                      <a:pt x="284" y="183"/>
                      <a:pt x="274" y="166"/>
                      <a:pt x="250" y="148"/>
                    </a:cubicBezTo>
                    <a:close/>
                    <a:moveTo>
                      <a:pt x="159" y="40"/>
                    </a:moveTo>
                    <a:cubicBezTo>
                      <a:pt x="171" y="25"/>
                      <a:pt x="180" y="18"/>
                      <a:pt x="187" y="15"/>
                    </a:cubicBezTo>
                    <a:cubicBezTo>
                      <a:pt x="190" y="14"/>
                      <a:pt x="193" y="13"/>
                      <a:pt x="195" y="14"/>
                    </a:cubicBezTo>
                    <a:cubicBezTo>
                      <a:pt x="208" y="19"/>
                      <a:pt x="207" y="59"/>
                      <a:pt x="191" y="112"/>
                    </a:cubicBezTo>
                    <a:cubicBezTo>
                      <a:pt x="182" y="107"/>
                      <a:pt x="171" y="103"/>
                      <a:pt x="161" y="98"/>
                    </a:cubicBezTo>
                    <a:cubicBezTo>
                      <a:pt x="150" y="94"/>
                      <a:pt x="140" y="90"/>
                      <a:pt x="130" y="87"/>
                    </a:cubicBezTo>
                    <a:cubicBezTo>
                      <a:pt x="139" y="69"/>
                      <a:pt x="149" y="53"/>
                      <a:pt x="159" y="40"/>
                    </a:cubicBezTo>
                    <a:close/>
                    <a:moveTo>
                      <a:pt x="188" y="122"/>
                    </a:moveTo>
                    <a:cubicBezTo>
                      <a:pt x="185" y="132"/>
                      <a:pt x="181" y="143"/>
                      <a:pt x="177" y="154"/>
                    </a:cubicBezTo>
                    <a:cubicBezTo>
                      <a:pt x="172" y="165"/>
                      <a:pt x="167" y="175"/>
                      <a:pt x="163" y="185"/>
                    </a:cubicBezTo>
                    <a:cubicBezTo>
                      <a:pt x="152" y="181"/>
                      <a:pt x="142" y="177"/>
                      <a:pt x="131" y="173"/>
                    </a:cubicBezTo>
                    <a:cubicBezTo>
                      <a:pt x="120" y="169"/>
                      <a:pt x="109" y="164"/>
                      <a:pt x="99" y="159"/>
                    </a:cubicBezTo>
                    <a:cubicBezTo>
                      <a:pt x="103" y="149"/>
                      <a:pt x="107" y="138"/>
                      <a:pt x="111" y="127"/>
                    </a:cubicBezTo>
                    <a:cubicBezTo>
                      <a:pt x="116" y="116"/>
                      <a:pt x="120" y="106"/>
                      <a:pt x="125" y="96"/>
                    </a:cubicBezTo>
                    <a:cubicBezTo>
                      <a:pt x="136" y="99"/>
                      <a:pt x="146" y="103"/>
                      <a:pt x="157" y="108"/>
                    </a:cubicBezTo>
                    <a:cubicBezTo>
                      <a:pt x="168" y="112"/>
                      <a:pt x="178" y="117"/>
                      <a:pt x="188" y="122"/>
                    </a:cubicBezTo>
                    <a:close/>
                    <a:moveTo>
                      <a:pt x="18" y="89"/>
                    </a:moveTo>
                    <a:cubicBezTo>
                      <a:pt x="19" y="87"/>
                      <a:pt x="21" y="85"/>
                      <a:pt x="24" y="83"/>
                    </a:cubicBezTo>
                    <a:cubicBezTo>
                      <a:pt x="30" y="81"/>
                      <a:pt x="39" y="80"/>
                      <a:pt x="53" y="81"/>
                    </a:cubicBezTo>
                    <a:cubicBezTo>
                      <a:pt x="52" y="84"/>
                      <a:pt x="53" y="87"/>
                      <a:pt x="54" y="90"/>
                    </a:cubicBezTo>
                    <a:cubicBezTo>
                      <a:pt x="59" y="101"/>
                      <a:pt x="71" y="107"/>
                      <a:pt x="82" y="102"/>
                    </a:cubicBezTo>
                    <a:cubicBezTo>
                      <a:pt x="89" y="99"/>
                      <a:pt x="93" y="94"/>
                      <a:pt x="95" y="87"/>
                    </a:cubicBezTo>
                    <a:cubicBezTo>
                      <a:pt x="102" y="89"/>
                      <a:pt x="108" y="91"/>
                      <a:pt x="115" y="93"/>
                    </a:cubicBezTo>
                    <a:cubicBezTo>
                      <a:pt x="111" y="103"/>
                      <a:pt x="106" y="113"/>
                      <a:pt x="102" y="123"/>
                    </a:cubicBezTo>
                    <a:cubicBezTo>
                      <a:pt x="98" y="134"/>
                      <a:pt x="94" y="144"/>
                      <a:pt x="90" y="154"/>
                    </a:cubicBezTo>
                    <a:cubicBezTo>
                      <a:pt x="42" y="129"/>
                      <a:pt x="13" y="101"/>
                      <a:pt x="18" y="89"/>
                    </a:cubicBezTo>
                    <a:close/>
                    <a:moveTo>
                      <a:pt x="147" y="213"/>
                    </a:moveTo>
                    <a:cubicBezTo>
                      <a:pt x="143" y="212"/>
                      <a:pt x="138" y="213"/>
                      <a:pt x="134" y="214"/>
                    </a:cubicBezTo>
                    <a:cubicBezTo>
                      <a:pt x="123" y="219"/>
                      <a:pt x="118" y="232"/>
                      <a:pt x="123" y="243"/>
                    </a:cubicBezTo>
                    <a:cubicBezTo>
                      <a:pt x="123" y="244"/>
                      <a:pt x="124" y="245"/>
                      <a:pt x="124" y="246"/>
                    </a:cubicBezTo>
                    <a:cubicBezTo>
                      <a:pt x="111" y="261"/>
                      <a:pt x="99" y="269"/>
                      <a:pt x="93" y="266"/>
                    </a:cubicBezTo>
                    <a:cubicBezTo>
                      <a:pt x="87" y="264"/>
                      <a:pt x="82" y="251"/>
                      <a:pt x="85" y="223"/>
                    </a:cubicBezTo>
                    <a:cubicBezTo>
                      <a:pt x="87" y="207"/>
                      <a:pt x="91" y="188"/>
                      <a:pt x="96" y="169"/>
                    </a:cubicBezTo>
                    <a:cubicBezTo>
                      <a:pt x="106" y="174"/>
                      <a:pt x="116" y="178"/>
                      <a:pt x="127" y="182"/>
                    </a:cubicBezTo>
                    <a:cubicBezTo>
                      <a:pt x="137" y="187"/>
                      <a:pt x="148" y="190"/>
                      <a:pt x="158" y="194"/>
                    </a:cubicBezTo>
                    <a:cubicBezTo>
                      <a:pt x="154" y="201"/>
                      <a:pt x="151" y="207"/>
                      <a:pt x="147" y="213"/>
                    </a:cubicBezTo>
                    <a:close/>
                    <a:moveTo>
                      <a:pt x="270" y="192"/>
                    </a:moveTo>
                    <a:cubicBezTo>
                      <a:pt x="265" y="204"/>
                      <a:pt x="225" y="203"/>
                      <a:pt x="172" y="188"/>
                    </a:cubicBezTo>
                    <a:cubicBezTo>
                      <a:pt x="177" y="178"/>
                      <a:pt x="182" y="168"/>
                      <a:pt x="186" y="157"/>
                    </a:cubicBezTo>
                    <a:cubicBezTo>
                      <a:pt x="190" y="147"/>
                      <a:pt x="194" y="137"/>
                      <a:pt x="197" y="126"/>
                    </a:cubicBezTo>
                    <a:cubicBezTo>
                      <a:pt x="215" y="136"/>
                      <a:pt x="231" y="146"/>
                      <a:pt x="244" y="155"/>
                    </a:cubicBezTo>
                    <a:cubicBezTo>
                      <a:pt x="267" y="173"/>
                      <a:pt x="272" y="186"/>
                      <a:pt x="270" y="1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grpSp>
      </p:grpSp>
      <p:grpSp>
        <p:nvGrpSpPr>
          <p:cNvPr id="26" name="Group 25"/>
          <p:cNvGrpSpPr/>
          <p:nvPr/>
        </p:nvGrpSpPr>
        <p:grpSpPr>
          <a:xfrm>
            <a:off x="6453291" y="3700826"/>
            <a:ext cx="491808" cy="491808"/>
            <a:chOff x="6441696" y="3129985"/>
            <a:chExt cx="491808" cy="491808"/>
          </a:xfrm>
        </p:grpSpPr>
        <p:sp>
          <p:nvSpPr>
            <p:cNvPr id="98" name="Rounded Rectangle 97"/>
            <p:cNvSpPr/>
            <p:nvPr/>
          </p:nvSpPr>
          <p:spPr>
            <a:xfrm rot="2700000">
              <a:off x="6441696" y="3129985"/>
              <a:ext cx="491808" cy="491808"/>
            </a:xfrm>
            <a:prstGeom prst="roundRect">
              <a:avLst>
                <a:gd name="adj" fmla="val 2535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nvGrpSpPr>
            <p:cNvPr id="111" name="Group 110"/>
            <p:cNvGrpSpPr/>
            <p:nvPr/>
          </p:nvGrpSpPr>
          <p:grpSpPr>
            <a:xfrm>
              <a:off x="6532629" y="3209466"/>
              <a:ext cx="327875" cy="327875"/>
              <a:chOff x="5358783" y="5009689"/>
              <a:chExt cx="327875" cy="327875"/>
            </a:xfrm>
            <a:solidFill>
              <a:schemeClr val="bg1"/>
            </a:solidFill>
          </p:grpSpPr>
          <p:sp>
            <p:nvSpPr>
              <p:cNvPr id="112" name="Freeform 59"/>
              <p:cNvSpPr>
                <a:spLocks noEditPoints="1"/>
              </p:cNvSpPr>
              <p:nvPr/>
            </p:nvSpPr>
            <p:spPr bwMode="auto">
              <a:xfrm>
                <a:off x="5358783" y="5009689"/>
                <a:ext cx="327875" cy="327875"/>
              </a:xfrm>
              <a:custGeom>
                <a:avLst/>
                <a:gdLst>
                  <a:gd name="T0" fmla="*/ 206 w 206"/>
                  <a:gd name="T1" fmla="*/ 117 h 206"/>
                  <a:gd name="T2" fmla="*/ 206 w 206"/>
                  <a:gd name="T3" fmla="*/ 89 h 206"/>
                  <a:gd name="T4" fmla="*/ 183 w 206"/>
                  <a:gd name="T5" fmla="*/ 89 h 206"/>
                  <a:gd name="T6" fmla="*/ 170 w 206"/>
                  <a:gd name="T7" fmla="*/ 56 h 206"/>
                  <a:gd name="T8" fmla="*/ 186 w 206"/>
                  <a:gd name="T9" fmla="*/ 40 h 206"/>
                  <a:gd name="T10" fmla="*/ 166 w 206"/>
                  <a:gd name="T11" fmla="*/ 20 h 206"/>
                  <a:gd name="T12" fmla="*/ 150 w 206"/>
                  <a:gd name="T13" fmla="*/ 37 h 206"/>
                  <a:gd name="T14" fmla="*/ 117 w 206"/>
                  <a:gd name="T15" fmla="*/ 23 h 206"/>
                  <a:gd name="T16" fmla="*/ 117 w 206"/>
                  <a:gd name="T17" fmla="*/ 0 h 206"/>
                  <a:gd name="T18" fmla="*/ 89 w 206"/>
                  <a:gd name="T19" fmla="*/ 0 h 206"/>
                  <a:gd name="T20" fmla="*/ 89 w 206"/>
                  <a:gd name="T21" fmla="*/ 23 h 206"/>
                  <a:gd name="T22" fmla="*/ 57 w 206"/>
                  <a:gd name="T23" fmla="*/ 37 h 206"/>
                  <a:gd name="T24" fmla="*/ 40 w 206"/>
                  <a:gd name="T25" fmla="*/ 20 h 206"/>
                  <a:gd name="T26" fmla="*/ 20 w 206"/>
                  <a:gd name="T27" fmla="*/ 40 h 206"/>
                  <a:gd name="T28" fmla="*/ 37 w 206"/>
                  <a:gd name="T29" fmla="*/ 56 h 206"/>
                  <a:gd name="T30" fmla="*/ 23 w 206"/>
                  <a:gd name="T31" fmla="*/ 89 h 206"/>
                  <a:gd name="T32" fmla="*/ 0 w 206"/>
                  <a:gd name="T33" fmla="*/ 89 h 206"/>
                  <a:gd name="T34" fmla="*/ 0 w 206"/>
                  <a:gd name="T35" fmla="*/ 117 h 206"/>
                  <a:gd name="T36" fmla="*/ 23 w 206"/>
                  <a:gd name="T37" fmla="*/ 117 h 206"/>
                  <a:gd name="T38" fmla="*/ 37 w 206"/>
                  <a:gd name="T39" fmla="*/ 150 h 206"/>
                  <a:gd name="T40" fmla="*/ 20 w 206"/>
                  <a:gd name="T41" fmla="*/ 166 h 206"/>
                  <a:gd name="T42" fmla="*/ 40 w 206"/>
                  <a:gd name="T43" fmla="*/ 186 h 206"/>
                  <a:gd name="T44" fmla="*/ 57 w 206"/>
                  <a:gd name="T45" fmla="*/ 169 h 206"/>
                  <a:gd name="T46" fmla="*/ 89 w 206"/>
                  <a:gd name="T47" fmla="*/ 183 h 206"/>
                  <a:gd name="T48" fmla="*/ 89 w 206"/>
                  <a:gd name="T49" fmla="*/ 206 h 206"/>
                  <a:gd name="T50" fmla="*/ 117 w 206"/>
                  <a:gd name="T51" fmla="*/ 206 h 206"/>
                  <a:gd name="T52" fmla="*/ 117 w 206"/>
                  <a:gd name="T53" fmla="*/ 183 h 206"/>
                  <a:gd name="T54" fmla="*/ 150 w 206"/>
                  <a:gd name="T55" fmla="*/ 169 h 206"/>
                  <a:gd name="T56" fmla="*/ 166 w 206"/>
                  <a:gd name="T57" fmla="*/ 186 h 206"/>
                  <a:gd name="T58" fmla="*/ 186 w 206"/>
                  <a:gd name="T59" fmla="*/ 166 h 206"/>
                  <a:gd name="T60" fmla="*/ 170 w 206"/>
                  <a:gd name="T61" fmla="*/ 150 h 206"/>
                  <a:gd name="T62" fmla="*/ 183 w 206"/>
                  <a:gd name="T63" fmla="*/ 117 h 206"/>
                  <a:gd name="T64" fmla="*/ 206 w 206"/>
                  <a:gd name="T65" fmla="*/ 117 h 206"/>
                  <a:gd name="T66" fmla="*/ 103 w 206"/>
                  <a:gd name="T67" fmla="*/ 164 h 206"/>
                  <a:gd name="T68" fmla="*/ 42 w 206"/>
                  <a:gd name="T69" fmla="*/ 103 h 206"/>
                  <a:gd name="T70" fmla="*/ 103 w 206"/>
                  <a:gd name="T71" fmla="*/ 42 h 206"/>
                  <a:gd name="T72" fmla="*/ 164 w 206"/>
                  <a:gd name="T73" fmla="*/ 103 h 206"/>
                  <a:gd name="T74" fmla="*/ 103 w 206"/>
                  <a:gd name="T75" fmla="*/ 16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6" h="206">
                    <a:moveTo>
                      <a:pt x="206" y="117"/>
                    </a:moveTo>
                    <a:cubicBezTo>
                      <a:pt x="206" y="89"/>
                      <a:pt x="206" y="89"/>
                      <a:pt x="206" y="89"/>
                    </a:cubicBezTo>
                    <a:cubicBezTo>
                      <a:pt x="183" y="89"/>
                      <a:pt x="183" y="89"/>
                      <a:pt x="183" y="89"/>
                    </a:cubicBezTo>
                    <a:cubicBezTo>
                      <a:pt x="181" y="77"/>
                      <a:pt x="176" y="66"/>
                      <a:pt x="170" y="56"/>
                    </a:cubicBezTo>
                    <a:cubicBezTo>
                      <a:pt x="186" y="40"/>
                      <a:pt x="186" y="40"/>
                      <a:pt x="186" y="40"/>
                    </a:cubicBezTo>
                    <a:cubicBezTo>
                      <a:pt x="166" y="20"/>
                      <a:pt x="166" y="20"/>
                      <a:pt x="166" y="20"/>
                    </a:cubicBezTo>
                    <a:cubicBezTo>
                      <a:pt x="150" y="37"/>
                      <a:pt x="150" y="37"/>
                      <a:pt x="150" y="37"/>
                    </a:cubicBezTo>
                    <a:cubicBezTo>
                      <a:pt x="140" y="30"/>
                      <a:pt x="129" y="25"/>
                      <a:pt x="117" y="23"/>
                    </a:cubicBezTo>
                    <a:cubicBezTo>
                      <a:pt x="117" y="0"/>
                      <a:pt x="117" y="0"/>
                      <a:pt x="117" y="0"/>
                    </a:cubicBezTo>
                    <a:cubicBezTo>
                      <a:pt x="89" y="0"/>
                      <a:pt x="89" y="0"/>
                      <a:pt x="89" y="0"/>
                    </a:cubicBezTo>
                    <a:cubicBezTo>
                      <a:pt x="89" y="23"/>
                      <a:pt x="89" y="23"/>
                      <a:pt x="89" y="23"/>
                    </a:cubicBezTo>
                    <a:cubicBezTo>
                      <a:pt x="77" y="25"/>
                      <a:pt x="66" y="30"/>
                      <a:pt x="57" y="37"/>
                    </a:cubicBezTo>
                    <a:cubicBezTo>
                      <a:pt x="40" y="20"/>
                      <a:pt x="40" y="20"/>
                      <a:pt x="40" y="20"/>
                    </a:cubicBezTo>
                    <a:cubicBezTo>
                      <a:pt x="20" y="40"/>
                      <a:pt x="20" y="40"/>
                      <a:pt x="20" y="40"/>
                    </a:cubicBezTo>
                    <a:cubicBezTo>
                      <a:pt x="37" y="56"/>
                      <a:pt x="37" y="56"/>
                      <a:pt x="37" y="56"/>
                    </a:cubicBezTo>
                    <a:cubicBezTo>
                      <a:pt x="30" y="66"/>
                      <a:pt x="25" y="77"/>
                      <a:pt x="23" y="89"/>
                    </a:cubicBezTo>
                    <a:cubicBezTo>
                      <a:pt x="0" y="89"/>
                      <a:pt x="0" y="89"/>
                      <a:pt x="0" y="89"/>
                    </a:cubicBezTo>
                    <a:cubicBezTo>
                      <a:pt x="0" y="117"/>
                      <a:pt x="0" y="117"/>
                      <a:pt x="0" y="117"/>
                    </a:cubicBezTo>
                    <a:cubicBezTo>
                      <a:pt x="23" y="117"/>
                      <a:pt x="23" y="117"/>
                      <a:pt x="23" y="117"/>
                    </a:cubicBezTo>
                    <a:cubicBezTo>
                      <a:pt x="25" y="129"/>
                      <a:pt x="30" y="140"/>
                      <a:pt x="37" y="150"/>
                    </a:cubicBezTo>
                    <a:cubicBezTo>
                      <a:pt x="20" y="166"/>
                      <a:pt x="20" y="166"/>
                      <a:pt x="20" y="166"/>
                    </a:cubicBezTo>
                    <a:cubicBezTo>
                      <a:pt x="40" y="186"/>
                      <a:pt x="40" y="186"/>
                      <a:pt x="40" y="186"/>
                    </a:cubicBezTo>
                    <a:cubicBezTo>
                      <a:pt x="57" y="169"/>
                      <a:pt x="57" y="169"/>
                      <a:pt x="57" y="169"/>
                    </a:cubicBezTo>
                    <a:cubicBezTo>
                      <a:pt x="66" y="176"/>
                      <a:pt x="77" y="181"/>
                      <a:pt x="89" y="183"/>
                    </a:cubicBezTo>
                    <a:cubicBezTo>
                      <a:pt x="89" y="206"/>
                      <a:pt x="89" y="206"/>
                      <a:pt x="89" y="206"/>
                    </a:cubicBezTo>
                    <a:cubicBezTo>
                      <a:pt x="117" y="206"/>
                      <a:pt x="117" y="206"/>
                      <a:pt x="117" y="206"/>
                    </a:cubicBezTo>
                    <a:cubicBezTo>
                      <a:pt x="117" y="183"/>
                      <a:pt x="117" y="183"/>
                      <a:pt x="117" y="183"/>
                    </a:cubicBezTo>
                    <a:cubicBezTo>
                      <a:pt x="129" y="181"/>
                      <a:pt x="140" y="176"/>
                      <a:pt x="150" y="169"/>
                    </a:cubicBezTo>
                    <a:cubicBezTo>
                      <a:pt x="166" y="186"/>
                      <a:pt x="166" y="186"/>
                      <a:pt x="166" y="186"/>
                    </a:cubicBezTo>
                    <a:cubicBezTo>
                      <a:pt x="186" y="166"/>
                      <a:pt x="186" y="166"/>
                      <a:pt x="186" y="166"/>
                    </a:cubicBezTo>
                    <a:cubicBezTo>
                      <a:pt x="170" y="150"/>
                      <a:pt x="170" y="150"/>
                      <a:pt x="170" y="150"/>
                    </a:cubicBezTo>
                    <a:cubicBezTo>
                      <a:pt x="176" y="140"/>
                      <a:pt x="181" y="129"/>
                      <a:pt x="183" y="117"/>
                    </a:cubicBezTo>
                    <a:lnTo>
                      <a:pt x="206" y="117"/>
                    </a:lnTo>
                    <a:close/>
                    <a:moveTo>
                      <a:pt x="103" y="164"/>
                    </a:moveTo>
                    <a:cubicBezTo>
                      <a:pt x="70" y="164"/>
                      <a:pt x="42" y="137"/>
                      <a:pt x="42" y="103"/>
                    </a:cubicBezTo>
                    <a:cubicBezTo>
                      <a:pt x="42" y="69"/>
                      <a:pt x="70" y="42"/>
                      <a:pt x="103" y="42"/>
                    </a:cubicBezTo>
                    <a:cubicBezTo>
                      <a:pt x="137" y="42"/>
                      <a:pt x="164" y="69"/>
                      <a:pt x="164" y="103"/>
                    </a:cubicBezTo>
                    <a:cubicBezTo>
                      <a:pt x="164" y="137"/>
                      <a:pt x="137" y="164"/>
                      <a:pt x="103"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13" name="Oval 60"/>
              <p:cNvSpPr>
                <a:spLocks noChangeArrowheads="1"/>
              </p:cNvSpPr>
              <p:nvPr/>
            </p:nvSpPr>
            <p:spPr bwMode="auto">
              <a:xfrm>
                <a:off x="5465158" y="5114717"/>
                <a:ext cx="116473" cy="1178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grpSp>
      </p:grpSp>
      <p:grpSp>
        <p:nvGrpSpPr>
          <p:cNvPr id="31" name="Group 30"/>
          <p:cNvGrpSpPr/>
          <p:nvPr/>
        </p:nvGrpSpPr>
        <p:grpSpPr>
          <a:xfrm>
            <a:off x="6510187" y="4847204"/>
            <a:ext cx="491808" cy="491808"/>
            <a:chOff x="6441696" y="4256582"/>
            <a:chExt cx="491808" cy="491808"/>
          </a:xfrm>
        </p:grpSpPr>
        <p:sp>
          <p:nvSpPr>
            <p:cNvPr id="99" name="Rounded Rectangle 98"/>
            <p:cNvSpPr/>
            <p:nvPr/>
          </p:nvSpPr>
          <p:spPr>
            <a:xfrm rot="2700000">
              <a:off x="6441696" y="4256582"/>
              <a:ext cx="491808" cy="491808"/>
            </a:xfrm>
            <a:prstGeom prst="roundRect">
              <a:avLst>
                <a:gd name="adj" fmla="val 2535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14" name="Freeform 113"/>
            <p:cNvSpPr>
              <a:spLocks noEditPoints="1"/>
            </p:cNvSpPr>
            <p:nvPr/>
          </p:nvSpPr>
          <p:spPr bwMode="auto">
            <a:xfrm>
              <a:off x="6532629" y="4340567"/>
              <a:ext cx="316757" cy="323837"/>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Montserrat Light"/>
                <a:cs typeface="+mn-cs"/>
              </a:endParaRPr>
            </a:p>
          </p:txBody>
        </p:sp>
      </p:grpSp>
      <p:grpSp>
        <p:nvGrpSpPr>
          <p:cNvPr id="115" name="Group 114"/>
          <p:cNvGrpSpPr/>
          <p:nvPr/>
        </p:nvGrpSpPr>
        <p:grpSpPr>
          <a:xfrm>
            <a:off x="294843" y="2019373"/>
            <a:ext cx="5224027" cy="2620484"/>
            <a:chOff x="8483600" y="5681663"/>
            <a:chExt cx="2193926" cy="1077913"/>
          </a:xfrm>
        </p:grpSpPr>
        <p:sp>
          <p:nvSpPr>
            <p:cNvPr id="116" name="Freeform 16"/>
            <p:cNvSpPr>
              <a:spLocks/>
            </p:cNvSpPr>
            <p:nvPr/>
          </p:nvSpPr>
          <p:spPr bwMode="auto">
            <a:xfrm>
              <a:off x="8483600" y="5681663"/>
              <a:ext cx="2127250" cy="1077913"/>
            </a:xfrm>
            <a:custGeom>
              <a:avLst/>
              <a:gdLst>
                <a:gd name="T0" fmla="*/ 521 w 610"/>
                <a:gd name="T1" fmla="*/ 155 h 309"/>
                <a:gd name="T2" fmla="*/ 398 w 610"/>
                <a:gd name="T3" fmla="*/ 236 h 309"/>
                <a:gd name="T4" fmla="*/ 428 w 610"/>
                <a:gd name="T5" fmla="*/ 155 h 309"/>
                <a:gd name="T6" fmla="*/ 398 w 610"/>
                <a:gd name="T7" fmla="*/ 73 h 309"/>
                <a:gd name="T8" fmla="*/ 521 w 610"/>
                <a:gd name="T9" fmla="*/ 155 h 309"/>
                <a:gd name="T10" fmla="*/ 539 w 610"/>
                <a:gd name="T11" fmla="*/ 136 h 309"/>
                <a:gd name="T12" fmla="*/ 610 w 610"/>
                <a:gd name="T13" fmla="*/ 136 h 309"/>
                <a:gd name="T14" fmla="*/ 312 w 610"/>
                <a:gd name="T15" fmla="*/ 0 h 309"/>
                <a:gd name="T16" fmla="*/ 0 w 610"/>
                <a:gd name="T17" fmla="*/ 151 h 309"/>
                <a:gd name="T18" fmla="*/ 215 w 610"/>
                <a:gd name="T19" fmla="*/ 69 h 309"/>
                <a:gd name="T20" fmla="*/ 181 w 610"/>
                <a:gd name="T21" fmla="*/ 155 h 309"/>
                <a:gd name="T22" fmla="*/ 215 w 610"/>
                <a:gd name="T23" fmla="*/ 240 h 309"/>
                <a:gd name="T24" fmla="*/ 0 w 610"/>
                <a:gd name="T25" fmla="*/ 158 h 309"/>
                <a:gd name="T26" fmla="*/ 312 w 610"/>
                <a:gd name="T27" fmla="*/ 309 h 309"/>
                <a:gd name="T28" fmla="*/ 610 w 610"/>
                <a:gd name="T29" fmla="*/ 173 h 309"/>
                <a:gd name="T30" fmla="*/ 539 w 610"/>
                <a:gd name="T31" fmla="*/ 173 h 309"/>
                <a:gd name="T32" fmla="*/ 521 w 610"/>
                <a:gd name="T33" fmla="*/ 15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0" h="309">
                  <a:moveTo>
                    <a:pt x="521" y="155"/>
                  </a:moveTo>
                  <a:cubicBezTo>
                    <a:pt x="498" y="177"/>
                    <a:pt x="453" y="214"/>
                    <a:pt x="398" y="236"/>
                  </a:cubicBezTo>
                  <a:cubicBezTo>
                    <a:pt x="417" y="214"/>
                    <a:pt x="428" y="186"/>
                    <a:pt x="428" y="155"/>
                  </a:cubicBezTo>
                  <a:cubicBezTo>
                    <a:pt x="428" y="123"/>
                    <a:pt x="417" y="95"/>
                    <a:pt x="398" y="73"/>
                  </a:cubicBezTo>
                  <a:cubicBezTo>
                    <a:pt x="453" y="95"/>
                    <a:pt x="498" y="132"/>
                    <a:pt x="521" y="155"/>
                  </a:cubicBezTo>
                  <a:cubicBezTo>
                    <a:pt x="533" y="143"/>
                    <a:pt x="539" y="136"/>
                    <a:pt x="539" y="136"/>
                  </a:cubicBezTo>
                  <a:cubicBezTo>
                    <a:pt x="610" y="136"/>
                    <a:pt x="610" y="136"/>
                    <a:pt x="610" y="136"/>
                  </a:cubicBezTo>
                  <a:cubicBezTo>
                    <a:pt x="554" y="85"/>
                    <a:pt x="442" y="0"/>
                    <a:pt x="312" y="0"/>
                  </a:cubicBezTo>
                  <a:cubicBezTo>
                    <a:pt x="169" y="0"/>
                    <a:pt x="47" y="104"/>
                    <a:pt x="0" y="151"/>
                  </a:cubicBezTo>
                  <a:cubicBezTo>
                    <a:pt x="1" y="152"/>
                    <a:pt x="105" y="95"/>
                    <a:pt x="215" y="69"/>
                  </a:cubicBezTo>
                  <a:cubicBezTo>
                    <a:pt x="194" y="91"/>
                    <a:pt x="181" y="121"/>
                    <a:pt x="181" y="155"/>
                  </a:cubicBezTo>
                  <a:cubicBezTo>
                    <a:pt x="181" y="188"/>
                    <a:pt x="194" y="218"/>
                    <a:pt x="215" y="240"/>
                  </a:cubicBezTo>
                  <a:cubicBezTo>
                    <a:pt x="105" y="214"/>
                    <a:pt x="1" y="157"/>
                    <a:pt x="0" y="158"/>
                  </a:cubicBezTo>
                  <a:cubicBezTo>
                    <a:pt x="47" y="205"/>
                    <a:pt x="169" y="309"/>
                    <a:pt x="312" y="309"/>
                  </a:cubicBezTo>
                  <a:cubicBezTo>
                    <a:pt x="442" y="309"/>
                    <a:pt x="554" y="224"/>
                    <a:pt x="610" y="173"/>
                  </a:cubicBezTo>
                  <a:cubicBezTo>
                    <a:pt x="539" y="173"/>
                    <a:pt x="539" y="173"/>
                    <a:pt x="539" y="173"/>
                  </a:cubicBezTo>
                  <a:cubicBezTo>
                    <a:pt x="539" y="173"/>
                    <a:pt x="533" y="166"/>
                    <a:pt x="521" y="155"/>
                  </a:cubicBezTo>
                  <a:close/>
                </a:path>
              </a:pathLst>
            </a:custGeom>
            <a:solidFill>
              <a:srgbClr val="9BBB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18" name="Oval 17"/>
            <p:cNvSpPr>
              <a:spLocks noChangeArrowheads="1"/>
            </p:cNvSpPr>
            <p:nvPr/>
          </p:nvSpPr>
          <p:spPr bwMode="auto">
            <a:xfrm>
              <a:off x="9201150" y="5876925"/>
              <a:ext cx="687388" cy="6873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19" name="Oval 18"/>
            <p:cNvSpPr>
              <a:spLocks noChangeArrowheads="1"/>
            </p:cNvSpPr>
            <p:nvPr/>
          </p:nvSpPr>
          <p:spPr bwMode="auto">
            <a:xfrm>
              <a:off x="9201150" y="5876925"/>
              <a:ext cx="687388" cy="687388"/>
            </a:xfrm>
            <a:prstGeom prst="ellipse">
              <a:avLst/>
            </a:prstGeom>
            <a:solidFill>
              <a:srgbClr val="2C3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20" name="Oval 19"/>
            <p:cNvSpPr>
              <a:spLocks noChangeArrowheads="1"/>
            </p:cNvSpPr>
            <p:nvPr/>
          </p:nvSpPr>
          <p:spPr bwMode="auto">
            <a:xfrm>
              <a:off x="9404350" y="6080125"/>
              <a:ext cx="282575" cy="282575"/>
            </a:xfrm>
            <a:prstGeom prst="ellipse">
              <a:avLst/>
            </a:prstGeom>
            <a:solidFill>
              <a:srgbClr val="C039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21" name="Oval 20"/>
            <p:cNvSpPr>
              <a:spLocks noChangeArrowheads="1"/>
            </p:cNvSpPr>
            <p:nvPr/>
          </p:nvSpPr>
          <p:spPr bwMode="auto">
            <a:xfrm>
              <a:off x="9567863" y="6092825"/>
              <a:ext cx="136525" cy="139700"/>
            </a:xfrm>
            <a:prstGeom prst="ellipse">
              <a:avLst/>
            </a:pr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22" name="Freeform 21"/>
            <p:cNvSpPr>
              <a:spLocks/>
            </p:cNvSpPr>
            <p:nvPr/>
          </p:nvSpPr>
          <p:spPr bwMode="auto">
            <a:xfrm>
              <a:off x="10301288" y="6156325"/>
              <a:ext cx="376238" cy="128588"/>
            </a:xfrm>
            <a:custGeom>
              <a:avLst/>
              <a:gdLst>
                <a:gd name="T0" fmla="*/ 89 w 108"/>
                <a:gd name="T1" fmla="*/ 0 h 37"/>
                <a:gd name="T2" fmla="*/ 18 w 108"/>
                <a:gd name="T3" fmla="*/ 0 h 37"/>
                <a:gd name="T4" fmla="*/ 0 w 108"/>
                <a:gd name="T5" fmla="*/ 19 h 37"/>
                <a:gd name="T6" fmla="*/ 18 w 108"/>
                <a:gd name="T7" fmla="*/ 37 h 37"/>
                <a:gd name="T8" fmla="*/ 89 w 108"/>
                <a:gd name="T9" fmla="*/ 37 h 37"/>
                <a:gd name="T10" fmla="*/ 108 w 108"/>
                <a:gd name="T11" fmla="*/ 19 h 37"/>
                <a:gd name="T12" fmla="*/ 89 w 108"/>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08" h="37">
                  <a:moveTo>
                    <a:pt x="89" y="0"/>
                  </a:moveTo>
                  <a:cubicBezTo>
                    <a:pt x="18" y="0"/>
                    <a:pt x="18" y="0"/>
                    <a:pt x="18" y="0"/>
                  </a:cubicBezTo>
                  <a:cubicBezTo>
                    <a:pt x="18" y="0"/>
                    <a:pt x="12" y="7"/>
                    <a:pt x="0" y="19"/>
                  </a:cubicBezTo>
                  <a:cubicBezTo>
                    <a:pt x="12" y="30"/>
                    <a:pt x="18" y="37"/>
                    <a:pt x="18" y="37"/>
                  </a:cubicBezTo>
                  <a:cubicBezTo>
                    <a:pt x="89" y="37"/>
                    <a:pt x="89" y="37"/>
                    <a:pt x="89" y="37"/>
                  </a:cubicBezTo>
                  <a:cubicBezTo>
                    <a:pt x="96" y="30"/>
                    <a:pt x="103" y="24"/>
                    <a:pt x="108" y="19"/>
                  </a:cubicBezTo>
                  <a:cubicBezTo>
                    <a:pt x="103" y="13"/>
                    <a:pt x="96" y="7"/>
                    <a:pt x="89" y="0"/>
                  </a:cubicBezTo>
                  <a:close/>
                </a:path>
              </a:pathLst>
            </a:custGeom>
            <a:solidFill>
              <a:srgbClr val="16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gr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15973502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1"/>
                                        </p:tgtEl>
                                        <p:attrNameLst>
                                          <p:attrName>style.visibility</p:attrName>
                                        </p:attrNameLst>
                                      </p:cBhvr>
                                      <p:to>
                                        <p:strVal val="visible"/>
                                      </p:to>
                                    </p:set>
                                    <p:animEffect transition="in" filter="fade">
                                      <p:cBhvr>
                                        <p:cTn id="10" dur="500"/>
                                        <p:tgtEl>
                                          <p:spTgt spid="101"/>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26"/>
                                        </p:tgtEl>
                                        <p:attrNameLst>
                                          <p:attrName>style.visibility</p:attrName>
                                        </p:attrNameLst>
                                      </p:cBhvr>
                                      <p:to>
                                        <p:strVal val="visible"/>
                                      </p:to>
                                    </p:set>
                                    <p:animEffect transition="in" filter="fade">
                                      <p:cBhvr>
                                        <p:cTn id="14" dur="500"/>
                                        <p:tgtEl>
                                          <p:spTgt spid="26"/>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03"/>
                                        </p:tgtEl>
                                        <p:attrNameLst>
                                          <p:attrName>style.visibility</p:attrName>
                                        </p:attrNameLst>
                                      </p:cBhvr>
                                      <p:to>
                                        <p:strVal val="visible"/>
                                      </p:to>
                                    </p:set>
                                    <p:animEffect transition="in" filter="fade">
                                      <p:cBhvr>
                                        <p:cTn id="17" dur="500"/>
                                        <p:tgtEl>
                                          <p:spTgt spid="103"/>
                                        </p:tgtEl>
                                      </p:cBhvr>
                                    </p:animEffect>
                                  </p:childTnLst>
                                </p:cTn>
                              </p:par>
                            </p:childTnLst>
                          </p:cTn>
                        </p:par>
                        <p:par>
                          <p:cTn id="18" fill="hold">
                            <p:stCondLst>
                              <p:cond delay="1000"/>
                            </p:stCondLst>
                            <p:childTnLst>
                              <p:par>
                                <p:cTn id="19" presetID="10" presetClass="entr" presetSubtype="0" fill="hold"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05"/>
                                        </p:tgtEl>
                                        <p:attrNameLst>
                                          <p:attrName>style.visibility</p:attrName>
                                        </p:attrNameLst>
                                      </p:cBhvr>
                                      <p:to>
                                        <p:strVal val="visible"/>
                                      </p:to>
                                    </p:set>
                                    <p:animEffect transition="in" filter="fade">
                                      <p:cBhvr>
                                        <p:cTn id="24"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p:bldP spid="103" grpId="0"/>
      <p:bldP spid="105"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12192000" cy="4371975"/>
          </a:xfrm>
          <a:prstGeom prst="rect">
            <a:avLst/>
          </a:prstGeom>
          <a:solidFill>
            <a:srgbClr val="009BD5"/>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dirty="0">
              <a:solidFill>
                <a:srgbClr val="F4F4F4"/>
              </a:solidFill>
            </a:endParaRPr>
          </a:p>
        </p:txBody>
      </p:sp>
      <p:sp>
        <p:nvSpPr>
          <p:cNvPr id="73" name="Shape 1065"/>
          <p:cNvSpPr/>
          <p:nvPr/>
        </p:nvSpPr>
        <p:spPr>
          <a:xfrm rot="10800000">
            <a:off x="0" y="0"/>
            <a:ext cx="12192000" cy="28146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cubicBezTo>
                  <a:pt x="21508" y="20524"/>
                  <a:pt x="21308" y="19686"/>
                  <a:pt x="21057" y="19319"/>
                </a:cubicBezTo>
                <a:cubicBezTo>
                  <a:pt x="20790" y="18928"/>
                  <a:pt x="20495" y="19116"/>
                  <a:pt x="20265" y="19824"/>
                </a:cubicBezTo>
                <a:cubicBezTo>
                  <a:pt x="20040" y="17639"/>
                  <a:pt x="19541" y="16231"/>
                  <a:pt x="18989" y="16228"/>
                </a:cubicBezTo>
                <a:cubicBezTo>
                  <a:pt x="18474" y="16226"/>
                  <a:pt x="18002" y="17455"/>
                  <a:pt x="17761" y="19424"/>
                </a:cubicBezTo>
                <a:cubicBezTo>
                  <a:pt x="17548" y="18674"/>
                  <a:pt x="17286" y="18238"/>
                  <a:pt x="17013" y="18181"/>
                </a:cubicBezTo>
                <a:cubicBezTo>
                  <a:pt x="16763" y="18128"/>
                  <a:pt x="16515" y="18395"/>
                  <a:pt x="16300" y="18948"/>
                </a:cubicBezTo>
                <a:cubicBezTo>
                  <a:pt x="16052" y="15733"/>
                  <a:pt x="15460" y="13238"/>
                  <a:pt x="14712" y="12255"/>
                </a:cubicBezTo>
                <a:cubicBezTo>
                  <a:pt x="13906" y="11198"/>
                  <a:pt x="13032" y="12026"/>
                  <a:pt x="12402" y="14443"/>
                </a:cubicBezTo>
                <a:cubicBezTo>
                  <a:pt x="12306" y="12746"/>
                  <a:pt x="12040" y="11325"/>
                  <a:pt x="11677" y="10569"/>
                </a:cubicBezTo>
                <a:cubicBezTo>
                  <a:pt x="11324" y="9835"/>
                  <a:pt x="10915" y="9805"/>
                  <a:pt x="10556" y="10486"/>
                </a:cubicBezTo>
                <a:cubicBezTo>
                  <a:pt x="10395" y="7412"/>
                  <a:pt x="9776" y="5192"/>
                  <a:pt x="9049" y="5073"/>
                </a:cubicBezTo>
                <a:cubicBezTo>
                  <a:pt x="8377" y="4963"/>
                  <a:pt x="7762" y="6692"/>
                  <a:pt x="7511" y="9395"/>
                </a:cubicBezTo>
                <a:cubicBezTo>
                  <a:pt x="7352" y="8311"/>
                  <a:pt x="7098" y="7557"/>
                  <a:pt x="6807" y="7311"/>
                </a:cubicBezTo>
                <a:cubicBezTo>
                  <a:pt x="6542" y="7087"/>
                  <a:pt x="6267" y="7305"/>
                  <a:pt x="6037" y="7922"/>
                </a:cubicBezTo>
                <a:cubicBezTo>
                  <a:pt x="5804" y="5629"/>
                  <a:pt x="5268" y="4196"/>
                  <a:pt x="4690" y="4320"/>
                </a:cubicBezTo>
                <a:cubicBezTo>
                  <a:pt x="4204" y="4425"/>
                  <a:pt x="3766" y="5638"/>
                  <a:pt x="3541" y="7510"/>
                </a:cubicBezTo>
                <a:cubicBezTo>
                  <a:pt x="3331" y="6765"/>
                  <a:pt x="3072" y="6326"/>
                  <a:pt x="2802" y="6258"/>
                </a:cubicBezTo>
                <a:cubicBezTo>
                  <a:pt x="2542" y="6192"/>
                  <a:pt x="2284" y="6470"/>
                  <a:pt x="2062" y="7054"/>
                </a:cubicBezTo>
                <a:cubicBezTo>
                  <a:pt x="1954" y="5158"/>
                  <a:pt x="1711" y="3458"/>
                  <a:pt x="1367" y="2196"/>
                </a:cubicBezTo>
                <a:cubicBezTo>
                  <a:pt x="984" y="795"/>
                  <a:pt x="501" y="18"/>
                  <a:pt x="0" y="0"/>
                </a:cubicBezTo>
                <a:close/>
              </a:path>
            </a:pathLst>
          </a:custGeom>
          <a:solidFill>
            <a:srgbClr val="00668C">
              <a:alpha val="10000"/>
            </a:srgbClr>
          </a:solidFill>
          <a:ln w="12700">
            <a:miter lim="400000"/>
          </a:ln>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2" name="Title 1"/>
          <p:cNvSpPr>
            <a:spLocks noGrp="1"/>
          </p:cNvSpPr>
          <p:nvPr>
            <p:ph type="title"/>
          </p:nvPr>
        </p:nvSpPr>
        <p:spPr>
          <a:xfrm>
            <a:off x="867635" y="812707"/>
            <a:ext cx="6969055" cy="627063"/>
          </a:xfrm>
        </p:spPr>
        <p:txBody>
          <a:bodyPr rtlCol="0">
            <a:noAutofit/>
          </a:bodyPr>
          <a:lstStyle/>
          <a:p>
            <a:pPr marL="742950" lvl="1" indent="-742950" algn="ctr" defTabSz="914400" rtl="1" eaLnBrk="1" fontAlgn="auto" hangingPunct="1">
              <a:spcBef>
                <a:spcPts val="0"/>
              </a:spcBef>
              <a:spcAft>
                <a:spcPts val="0"/>
              </a:spcAft>
              <a:buFont typeface="+mj-lt"/>
              <a:buAutoNum type="arabicPeriod" startAt="11"/>
              <a:defRPr/>
            </a:pPr>
            <a:r>
              <a:rPr lang="ar-SA" sz="4000" b="1" u="sng" dirty="0"/>
              <a:t>دور المعلم في عصر الإنترنت </a:t>
            </a:r>
            <a:endParaRPr lang="en-US" sz="4000" u="sng" dirty="0">
              <a:solidFill>
                <a:sysClr val="windowText" lastClr="000000"/>
              </a:solidFill>
              <a:latin typeface="+mj-lt"/>
            </a:endParaRPr>
          </a:p>
        </p:txBody>
      </p:sp>
      <p:sp>
        <p:nvSpPr>
          <p:cNvPr id="60" name="Shape 1065"/>
          <p:cNvSpPr/>
          <p:nvPr/>
        </p:nvSpPr>
        <p:spPr>
          <a:xfrm>
            <a:off x="0" y="1871025"/>
            <a:ext cx="12192000" cy="25104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cubicBezTo>
                  <a:pt x="21508" y="20524"/>
                  <a:pt x="21308" y="19686"/>
                  <a:pt x="21057" y="19319"/>
                </a:cubicBezTo>
                <a:cubicBezTo>
                  <a:pt x="20790" y="18928"/>
                  <a:pt x="20495" y="19116"/>
                  <a:pt x="20265" y="19824"/>
                </a:cubicBezTo>
                <a:cubicBezTo>
                  <a:pt x="20040" y="17639"/>
                  <a:pt x="19541" y="16231"/>
                  <a:pt x="18989" y="16228"/>
                </a:cubicBezTo>
                <a:cubicBezTo>
                  <a:pt x="18474" y="16226"/>
                  <a:pt x="18002" y="17455"/>
                  <a:pt x="17761" y="19424"/>
                </a:cubicBezTo>
                <a:cubicBezTo>
                  <a:pt x="17548" y="18674"/>
                  <a:pt x="17286" y="18238"/>
                  <a:pt x="17013" y="18181"/>
                </a:cubicBezTo>
                <a:cubicBezTo>
                  <a:pt x="16763" y="18128"/>
                  <a:pt x="16515" y="18395"/>
                  <a:pt x="16300" y="18948"/>
                </a:cubicBezTo>
                <a:cubicBezTo>
                  <a:pt x="16052" y="15733"/>
                  <a:pt x="15460" y="13238"/>
                  <a:pt x="14712" y="12255"/>
                </a:cubicBezTo>
                <a:cubicBezTo>
                  <a:pt x="13906" y="11198"/>
                  <a:pt x="13032" y="12026"/>
                  <a:pt x="12402" y="14443"/>
                </a:cubicBezTo>
                <a:cubicBezTo>
                  <a:pt x="12306" y="12746"/>
                  <a:pt x="12040" y="11325"/>
                  <a:pt x="11677" y="10569"/>
                </a:cubicBezTo>
                <a:cubicBezTo>
                  <a:pt x="11324" y="9835"/>
                  <a:pt x="10915" y="9805"/>
                  <a:pt x="10556" y="10486"/>
                </a:cubicBezTo>
                <a:cubicBezTo>
                  <a:pt x="10395" y="7412"/>
                  <a:pt x="9776" y="5192"/>
                  <a:pt x="9049" y="5073"/>
                </a:cubicBezTo>
                <a:cubicBezTo>
                  <a:pt x="8377" y="4963"/>
                  <a:pt x="7762" y="6692"/>
                  <a:pt x="7511" y="9395"/>
                </a:cubicBezTo>
                <a:cubicBezTo>
                  <a:pt x="7352" y="8311"/>
                  <a:pt x="7098" y="7557"/>
                  <a:pt x="6807" y="7311"/>
                </a:cubicBezTo>
                <a:cubicBezTo>
                  <a:pt x="6542" y="7087"/>
                  <a:pt x="6267" y="7305"/>
                  <a:pt x="6037" y="7922"/>
                </a:cubicBezTo>
                <a:cubicBezTo>
                  <a:pt x="5804" y="5629"/>
                  <a:pt x="5268" y="4196"/>
                  <a:pt x="4690" y="4320"/>
                </a:cubicBezTo>
                <a:cubicBezTo>
                  <a:pt x="4204" y="4425"/>
                  <a:pt x="3766" y="5638"/>
                  <a:pt x="3541" y="7510"/>
                </a:cubicBezTo>
                <a:cubicBezTo>
                  <a:pt x="3331" y="6765"/>
                  <a:pt x="3072" y="6326"/>
                  <a:pt x="2802" y="6258"/>
                </a:cubicBezTo>
                <a:cubicBezTo>
                  <a:pt x="2542" y="6192"/>
                  <a:pt x="2284" y="6470"/>
                  <a:pt x="2062" y="7054"/>
                </a:cubicBezTo>
                <a:cubicBezTo>
                  <a:pt x="1954" y="5158"/>
                  <a:pt x="1711" y="3458"/>
                  <a:pt x="1367" y="2196"/>
                </a:cubicBezTo>
                <a:cubicBezTo>
                  <a:pt x="984" y="795"/>
                  <a:pt x="501" y="18"/>
                  <a:pt x="0" y="0"/>
                </a:cubicBezTo>
                <a:close/>
              </a:path>
            </a:pathLst>
          </a:custGeom>
          <a:solidFill>
            <a:schemeClr val="bg1"/>
          </a:solidFill>
          <a:ln w="12700">
            <a:miter lim="400000"/>
          </a:ln>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66" name="Shape 1066"/>
          <p:cNvSpPr/>
          <p:nvPr/>
        </p:nvSpPr>
        <p:spPr>
          <a:xfrm rot="10800000">
            <a:off x="5686425" y="0"/>
            <a:ext cx="6505575" cy="1508125"/>
          </a:xfrm>
          <a:custGeom>
            <a:avLst/>
            <a:gdLst/>
            <a:ahLst/>
            <a:cxnLst>
              <a:cxn ang="0">
                <a:pos x="wd2" y="hd2"/>
              </a:cxn>
              <a:cxn ang="5400000">
                <a:pos x="wd2" y="hd2"/>
              </a:cxn>
              <a:cxn ang="10800000">
                <a:pos x="wd2" y="hd2"/>
              </a:cxn>
              <a:cxn ang="16200000">
                <a:pos x="wd2" y="hd2"/>
              </a:cxn>
            </a:cxnLst>
            <a:rect l="0" t="0" r="r" b="b"/>
            <a:pathLst>
              <a:path w="21600" h="20657" extrusionOk="0">
                <a:moveTo>
                  <a:pt x="0" y="1988"/>
                </a:moveTo>
                <a:lnTo>
                  <a:pt x="0" y="20657"/>
                </a:lnTo>
                <a:lnTo>
                  <a:pt x="21600" y="20657"/>
                </a:lnTo>
                <a:cubicBezTo>
                  <a:pt x="21228" y="18608"/>
                  <a:pt x="20675" y="17244"/>
                  <a:pt x="20062" y="16859"/>
                </a:cubicBezTo>
                <a:cubicBezTo>
                  <a:pt x="19407" y="16448"/>
                  <a:pt x="18741" y="17183"/>
                  <a:pt x="18223" y="18886"/>
                </a:cubicBezTo>
                <a:cubicBezTo>
                  <a:pt x="17971" y="17337"/>
                  <a:pt x="17582" y="16255"/>
                  <a:pt x="17140" y="15870"/>
                </a:cubicBezTo>
                <a:cubicBezTo>
                  <a:pt x="16675" y="15465"/>
                  <a:pt x="16190" y="15862"/>
                  <a:pt x="15797" y="16968"/>
                </a:cubicBezTo>
                <a:cubicBezTo>
                  <a:pt x="15861" y="12446"/>
                  <a:pt x="15238" y="8235"/>
                  <a:pt x="14234" y="6399"/>
                </a:cubicBezTo>
                <a:cubicBezTo>
                  <a:pt x="13127" y="4375"/>
                  <a:pt x="11828" y="5683"/>
                  <a:pt x="11072" y="9583"/>
                </a:cubicBezTo>
                <a:cubicBezTo>
                  <a:pt x="10555" y="7613"/>
                  <a:pt x="9855" y="6667"/>
                  <a:pt x="9155" y="6989"/>
                </a:cubicBezTo>
                <a:cubicBezTo>
                  <a:pt x="8591" y="7249"/>
                  <a:pt x="8068" y="8323"/>
                  <a:pt x="7677" y="10020"/>
                </a:cubicBezTo>
                <a:cubicBezTo>
                  <a:pt x="7192" y="5256"/>
                  <a:pt x="6189" y="1719"/>
                  <a:pt x="4973" y="481"/>
                </a:cubicBezTo>
                <a:cubicBezTo>
                  <a:pt x="3573" y="-943"/>
                  <a:pt x="2095" y="847"/>
                  <a:pt x="1105" y="5167"/>
                </a:cubicBezTo>
                <a:cubicBezTo>
                  <a:pt x="1009" y="4345"/>
                  <a:pt x="866" y="3632"/>
                  <a:pt x="689" y="3086"/>
                </a:cubicBezTo>
                <a:cubicBezTo>
                  <a:pt x="488" y="2468"/>
                  <a:pt x="250" y="2088"/>
                  <a:pt x="0" y="1988"/>
                </a:cubicBezTo>
                <a:close/>
              </a:path>
            </a:pathLst>
          </a:custGeom>
          <a:solidFill>
            <a:srgbClr val="0082B2">
              <a:alpha val="68000"/>
            </a:srgbClr>
          </a:solidFill>
          <a:ln w="12700">
            <a:miter lim="400000"/>
          </a:ln>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grpSp>
        <p:nvGrpSpPr>
          <p:cNvPr id="9" name="Group 8"/>
          <p:cNvGrpSpPr>
            <a:grpSpLocks/>
          </p:cNvGrpSpPr>
          <p:nvPr/>
        </p:nvGrpSpPr>
        <p:grpSpPr bwMode="auto">
          <a:xfrm>
            <a:off x="6865938" y="590550"/>
            <a:ext cx="5237162" cy="4206875"/>
            <a:chOff x="5148851" y="558975"/>
            <a:chExt cx="3927182" cy="3155738"/>
          </a:xfrm>
        </p:grpSpPr>
        <p:grpSp>
          <p:nvGrpSpPr>
            <p:cNvPr id="460873" name="Group 38"/>
            <p:cNvGrpSpPr>
              <a:grpSpLocks/>
            </p:cNvGrpSpPr>
            <p:nvPr/>
          </p:nvGrpSpPr>
          <p:grpSpPr bwMode="auto">
            <a:xfrm rot="-349266">
              <a:off x="5148851" y="558975"/>
              <a:ext cx="3927182" cy="3155738"/>
              <a:chOff x="12510681" y="1530364"/>
              <a:chExt cx="11004605" cy="8842897"/>
            </a:xfrm>
          </p:grpSpPr>
          <p:sp>
            <p:nvSpPr>
              <p:cNvPr id="40" name="Shape 1067"/>
              <p:cNvSpPr/>
              <p:nvPr/>
            </p:nvSpPr>
            <p:spPr>
              <a:xfrm rot="2700000">
                <a:off x="13580184" y="6867286"/>
                <a:ext cx="2429294" cy="4569964"/>
              </a:xfrm>
              <a:custGeom>
                <a:avLst/>
                <a:gdLst/>
                <a:ahLst/>
                <a:cxnLst>
                  <a:cxn ang="0">
                    <a:pos x="wd2" y="hd2"/>
                  </a:cxn>
                  <a:cxn ang="5400000">
                    <a:pos x="wd2" y="hd2"/>
                  </a:cxn>
                  <a:cxn ang="10800000">
                    <a:pos x="wd2" y="hd2"/>
                  </a:cxn>
                  <a:cxn ang="16200000">
                    <a:pos x="wd2" y="hd2"/>
                  </a:cxn>
                </a:cxnLst>
                <a:rect l="0" t="0" r="r" b="b"/>
                <a:pathLst>
                  <a:path w="20521" h="21600" extrusionOk="0">
                    <a:moveTo>
                      <a:pt x="3002" y="116"/>
                    </a:moveTo>
                    <a:cubicBezTo>
                      <a:pt x="2155" y="1471"/>
                      <a:pt x="1478" y="2849"/>
                      <a:pt x="970" y="4242"/>
                    </a:cubicBezTo>
                    <a:cubicBezTo>
                      <a:pt x="-529" y="8354"/>
                      <a:pt x="-564" y="12723"/>
                      <a:pt x="2831" y="16542"/>
                    </a:cubicBezTo>
                    <a:cubicBezTo>
                      <a:pt x="4655" y="18594"/>
                      <a:pt x="7404" y="20339"/>
                      <a:pt x="10803" y="21600"/>
                    </a:cubicBezTo>
                    <a:cubicBezTo>
                      <a:pt x="13728" y="20142"/>
                      <a:pt x="16073" y="18352"/>
                      <a:pt x="17686" y="16346"/>
                    </a:cubicBezTo>
                    <a:cubicBezTo>
                      <a:pt x="20742" y="12546"/>
                      <a:pt x="21036" y="8318"/>
                      <a:pt x="19937" y="4262"/>
                    </a:cubicBezTo>
                    <a:cubicBezTo>
                      <a:pt x="19549" y="2828"/>
                      <a:pt x="18984" y="1404"/>
                      <a:pt x="18242" y="0"/>
                    </a:cubicBezTo>
                    <a:lnTo>
                      <a:pt x="3002" y="116"/>
                    </a:lnTo>
                    <a:close/>
                  </a:path>
                </a:pathLst>
              </a:custGeom>
              <a:solidFill>
                <a:srgbClr val="B2253E"/>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1" name="Shape 1068"/>
              <p:cNvSpPr/>
              <p:nvPr/>
            </p:nvSpPr>
            <p:spPr>
              <a:xfrm rot="2700000">
                <a:off x="14000005" y="7125172"/>
                <a:ext cx="1958786" cy="3689328"/>
              </a:xfrm>
              <a:custGeom>
                <a:avLst/>
                <a:gdLst/>
                <a:ahLst/>
                <a:cxnLst>
                  <a:cxn ang="0">
                    <a:pos x="wd2" y="hd2"/>
                  </a:cxn>
                  <a:cxn ang="5400000">
                    <a:pos x="wd2" y="hd2"/>
                  </a:cxn>
                  <a:cxn ang="10800000">
                    <a:pos x="wd2" y="hd2"/>
                  </a:cxn>
                  <a:cxn ang="16200000">
                    <a:pos x="wd2" y="hd2"/>
                  </a:cxn>
                </a:cxnLst>
                <a:rect l="0" t="0" r="r" b="b"/>
                <a:pathLst>
                  <a:path w="20521" h="21600" extrusionOk="0">
                    <a:moveTo>
                      <a:pt x="3002" y="116"/>
                    </a:moveTo>
                    <a:cubicBezTo>
                      <a:pt x="2155" y="1471"/>
                      <a:pt x="1478" y="2849"/>
                      <a:pt x="970" y="4242"/>
                    </a:cubicBezTo>
                    <a:cubicBezTo>
                      <a:pt x="-529" y="8354"/>
                      <a:pt x="-564" y="12723"/>
                      <a:pt x="2831" y="16542"/>
                    </a:cubicBezTo>
                    <a:cubicBezTo>
                      <a:pt x="4655" y="18594"/>
                      <a:pt x="7404" y="20339"/>
                      <a:pt x="10803" y="21600"/>
                    </a:cubicBezTo>
                    <a:cubicBezTo>
                      <a:pt x="13728" y="20142"/>
                      <a:pt x="16073" y="18352"/>
                      <a:pt x="17686" y="16346"/>
                    </a:cubicBezTo>
                    <a:cubicBezTo>
                      <a:pt x="20742" y="12546"/>
                      <a:pt x="21036" y="8318"/>
                      <a:pt x="19937" y="4262"/>
                    </a:cubicBezTo>
                    <a:cubicBezTo>
                      <a:pt x="19549" y="2828"/>
                      <a:pt x="18984" y="1404"/>
                      <a:pt x="18242" y="0"/>
                    </a:cubicBezTo>
                    <a:lnTo>
                      <a:pt x="3002" y="116"/>
                    </a:lnTo>
                    <a:close/>
                  </a:path>
                </a:pathLst>
              </a:custGeom>
              <a:solidFill>
                <a:schemeClr val="accent1"/>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2" name="Shape 1069"/>
              <p:cNvSpPr/>
              <p:nvPr/>
            </p:nvSpPr>
            <p:spPr>
              <a:xfrm rot="2700000">
                <a:off x="14475790" y="7254027"/>
                <a:ext cx="1538331" cy="2892085"/>
              </a:xfrm>
              <a:custGeom>
                <a:avLst/>
                <a:gdLst/>
                <a:ahLst/>
                <a:cxnLst>
                  <a:cxn ang="0">
                    <a:pos x="wd2" y="hd2"/>
                  </a:cxn>
                  <a:cxn ang="5400000">
                    <a:pos x="wd2" y="hd2"/>
                  </a:cxn>
                  <a:cxn ang="10800000">
                    <a:pos x="wd2" y="hd2"/>
                  </a:cxn>
                  <a:cxn ang="16200000">
                    <a:pos x="wd2" y="hd2"/>
                  </a:cxn>
                </a:cxnLst>
                <a:rect l="0" t="0" r="r" b="b"/>
                <a:pathLst>
                  <a:path w="20521" h="21600" extrusionOk="0">
                    <a:moveTo>
                      <a:pt x="3002" y="116"/>
                    </a:moveTo>
                    <a:cubicBezTo>
                      <a:pt x="2155" y="1471"/>
                      <a:pt x="1478" y="2849"/>
                      <a:pt x="970" y="4242"/>
                    </a:cubicBezTo>
                    <a:cubicBezTo>
                      <a:pt x="-529" y="8354"/>
                      <a:pt x="-564" y="12723"/>
                      <a:pt x="2831" y="16542"/>
                    </a:cubicBezTo>
                    <a:cubicBezTo>
                      <a:pt x="4655" y="18594"/>
                      <a:pt x="7404" y="20339"/>
                      <a:pt x="10803" y="21600"/>
                    </a:cubicBezTo>
                    <a:cubicBezTo>
                      <a:pt x="13728" y="20142"/>
                      <a:pt x="16073" y="18352"/>
                      <a:pt x="17686" y="16346"/>
                    </a:cubicBezTo>
                    <a:cubicBezTo>
                      <a:pt x="20742" y="12546"/>
                      <a:pt x="21036" y="8318"/>
                      <a:pt x="19937" y="4262"/>
                    </a:cubicBezTo>
                    <a:cubicBezTo>
                      <a:pt x="19549" y="2828"/>
                      <a:pt x="18984" y="1404"/>
                      <a:pt x="18242" y="0"/>
                    </a:cubicBezTo>
                    <a:lnTo>
                      <a:pt x="3002" y="116"/>
                    </a:lnTo>
                    <a:close/>
                  </a:path>
                </a:pathLst>
              </a:custGeom>
              <a:solidFill>
                <a:schemeClr val="accent2"/>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3" name="Shape 1070"/>
              <p:cNvSpPr/>
              <p:nvPr/>
            </p:nvSpPr>
            <p:spPr>
              <a:xfrm rot="2700000">
                <a:off x="15055395" y="7360488"/>
                <a:ext cx="1067822" cy="2008115"/>
              </a:xfrm>
              <a:custGeom>
                <a:avLst/>
                <a:gdLst/>
                <a:ahLst/>
                <a:cxnLst>
                  <a:cxn ang="0">
                    <a:pos x="wd2" y="hd2"/>
                  </a:cxn>
                  <a:cxn ang="5400000">
                    <a:pos x="wd2" y="hd2"/>
                  </a:cxn>
                  <a:cxn ang="10800000">
                    <a:pos x="wd2" y="hd2"/>
                  </a:cxn>
                  <a:cxn ang="16200000">
                    <a:pos x="wd2" y="hd2"/>
                  </a:cxn>
                </a:cxnLst>
                <a:rect l="0" t="0" r="r" b="b"/>
                <a:pathLst>
                  <a:path w="20521" h="21600" extrusionOk="0">
                    <a:moveTo>
                      <a:pt x="3002" y="116"/>
                    </a:moveTo>
                    <a:cubicBezTo>
                      <a:pt x="2155" y="1471"/>
                      <a:pt x="1478" y="2849"/>
                      <a:pt x="970" y="4242"/>
                    </a:cubicBezTo>
                    <a:cubicBezTo>
                      <a:pt x="-529" y="8354"/>
                      <a:pt x="-564" y="12723"/>
                      <a:pt x="2831" y="16542"/>
                    </a:cubicBezTo>
                    <a:cubicBezTo>
                      <a:pt x="4655" y="18594"/>
                      <a:pt x="7404" y="20339"/>
                      <a:pt x="10803" y="21600"/>
                    </a:cubicBezTo>
                    <a:cubicBezTo>
                      <a:pt x="13728" y="20142"/>
                      <a:pt x="16073" y="18352"/>
                      <a:pt x="17686" y="16346"/>
                    </a:cubicBezTo>
                    <a:cubicBezTo>
                      <a:pt x="20742" y="12546"/>
                      <a:pt x="21036" y="8318"/>
                      <a:pt x="19937" y="4262"/>
                    </a:cubicBezTo>
                    <a:cubicBezTo>
                      <a:pt x="19549" y="2828"/>
                      <a:pt x="18984" y="1404"/>
                      <a:pt x="18242" y="0"/>
                    </a:cubicBezTo>
                    <a:lnTo>
                      <a:pt x="3002" y="116"/>
                    </a:lnTo>
                    <a:close/>
                  </a:path>
                </a:pathLst>
              </a:custGeom>
              <a:solidFill>
                <a:schemeClr val="accent3"/>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4" name="Shape 1071"/>
              <p:cNvSpPr/>
              <p:nvPr/>
            </p:nvSpPr>
            <p:spPr>
              <a:xfrm rot="2700000">
                <a:off x="17650877" y="5918092"/>
                <a:ext cx="1454907" cy="4643350"/>
              </a:xfrm>
              <a:custGeom>
                <a:avLst/>
                <a:gdLst/>
                <a:ahLst/>
                <a:cxnLst>
                  <a:cxn ang="0">
                    <a:pos x="wd2" y="hd2"/>
                  </a:cxn>
                  <a:cxn ang="5400000">
                    <a:pos x="wd2" y="hd2"/>
                  </a:cxn>
                  <a:cxn ang="10800000">
                    <a:pos x="wd2" y="hd2"/>
                  </a:cxn>
                  <a:cxn ang="16200000">
                    <a:pos x="wd2" y="hd2"/>
                  </a:cxn>
                </a:cxnLst>
                <a:rect l="0" t="0" r="r" b="b"/>
                <a:pathLst>
                  <a:path w="21600" h="21600" extrusionOk="0">
                    <a:moveTo>
                      <a:pt x="7286" y="0"/>
                    </a:moveTo>
                    <a:cubicBezTo>
                      <a:pt x="9046" y="959"/>
                      <a:pt x="11283" y="1825"/>
                      <a:pt x="13911" y="2564"/>
                    </a:cubicBezTo>
                    <a:cubicBezTo>
                      <a:pt x="16220" y="3214"/>
                      <a:pt x="18808" y="3759"/>
                      <a:pt x="21600" y="4184"/>
                    </a:cubicBezTo>
                    <a:cubicBezTo>
                      <a:pt x="20678" y="5204"/>
                      <a:pt x="19892" y="6235"/>
                      <a:pt x="19244" y="7275"/>
                    </a:cubicBezTo>
                    <a:cubicBezTo>
                      <a:pt x="17809" y="9578"/>
                      <a:pt x="17057" y="11913"/>
                      <a:pt x="16556" y="14249"/>
                    </a:cubicBezTo>
                    <a:cubicBezTo>
                      <a:pt x="16031" y="16693"/>
                      <a:pt x="15781" y="19145"/>
                      <a:pt x="15807" y="21600"/>
                    </a:cubicBezTo>
                    <a:lnTo>
                      <a:pt x="10619" y="21600"/>
                    </a:lnTo>
                    <a:cubicBezTo>
                      <a:pt x="10822" y="19424"/>
                      <a:pt x="10438" y="17268"/>
                      <a:pt x="9501" y="15151"/>
                    </a:cubicBezTo>
                    <a:cubicBezTo>
                      <a:pt x="8788" y="13541"/>
                      <a:pt x="7731" y="11906"/>
                      <a:pt x="4995" y="10481"/>
                    </a:cubicBezTo>
                    <a:cubicBezTo>
                      <a:pt x="3670" y="9791"/>
                      <a:pt x="1981" y="9177"/>
                      <a:pt x="0" y="8665"/>
                    </a:cubicBezTo>
                    <a:lnTo>
                      <a:pt x="7286" y="0"/>
                    </a:lnTo>
                    <a:close/>
                  </a:path>
                </a:pathLst>
              </a:custGeom>
              <a:solidFill>
                <a:schemeClr val="accent5"/>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5" name="Shape 1072"/>
              <p:cNvSpPr/>
              <p:nvPr/>
            </p:nvSpPr>
            <p:spPr>
              <a:xfrm rot="2700000">
                <a:off x="18639679" y="6022101"/>
                <a:ext cx="734127" cy="2104853"/>
              </a:xfrm>
              <a:custGeom>
                <a:avLst/>
                <a:gdLst/>
                <a:ahLst/>
                <a:cxnLst>
                  <a:cxn ang="0">
                    <a:pos x="wd2" y="hd2"/>
                  </a:cxn>
                  <a:cxn ang="5400000">
                    <a:pos x="wd2" y="hd2"/>
                  </a:cxn>
                  <a:cxn ang="10800000">
                    <a:pos x="wd2" y="hd2"/>
                  </a:cxn>
                  <a:cxn ang="16200000">
                    <a:pos x="wd2" y="hd2"/>
                  </a:cxn>
                </a:cxnLst>
                <a:rect l="0" t="0" r="r" b="b"/>
                <a:pathLst>
                  <a:path w="21600" h="21600" extrusionOk="0">
                    <a:moveTo>
                      <a:pt x="21600" y="3289"/>
                    </a:moveTo>
                    <a:cubicBezTo>
                      <a:pt x="20361" y="2791"/>
                      <a:pt x="19193" y="2271"/>
                      <a:pt x="18098" y="1733"/>
                    </a:cubicBezTo>
                    <a:cubicBezTo>
                      <a:pt x="16960" y="1174"/>
                      <a:pt x="15903" y="596"/>
                      <a:pt x="14931" y="0"/>
                    </a:cubicBezTo>
                    <a:lnTo>
                      <a:pt x="0" y="18967"/>
                    </a:lnTo>
                    <a:cubicBezTo>
                      <a:pt x="1304" y="19290"/>
                      <a:pt x="2534" y="19648"/>
                      <a:pt x="3680" y="20037"/>
                    </a:cubicBezTo>
                    <a:cubicBezTo>
                      <a:pt x="5089" y="20515"/>
                      <a:pt x="6364" y="21038"/>
                      <a:pt x="7490" y="21600"/>
                    </a:cubicBezTo>
                    <a:cubicBezTo>
                      <a:pt x="10903" y="18611"/>
                      <a:pt x="13806" y="15554"/>
                      <a:pt x="16185" y="12445"/>
                    </a:cubicBezTo>
                    <a:cubicBezTo>
                      <a:pt x="18490" y="9431"/>
                      <a:pt x="20298" y="6375"/>
                      <a:pt x="21600" y="3289"/>
                    </a:cubicBezTo>
                    <a:close/>
                  </a:path>
                </a:pathLst>
              </a:custGeom>
              <a:solidFill>
                <a:srgbClr val="0F834D"/>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6" name="Shape 1073"/>
              <p:cNvSpPr/>
              <p:nvPr/>
            </p:nvSpPr>
            <p:spPr>
              <a:xfrm rot="2700000">
                <a:off x="15040564" y="3303902"/>
                <a:ext cx="1454907" cy="4640015"/>
              </a:xfrm>
              <a:custGeom>
                <a:avLst/>
                <a:gdLst/>
                <a:ahLst/>
                <a:cxnLst>
                  <a:cxn ang="0">
                    <a:pos x="wd2" y="hd2"/>
                  </a:cxn>
                  <a:cxn ang="5400000">
                    <a:pos x="wd2" y="hd2"/>
                  </a:cxn>
                  <a:cxn ang="10800000">
                    <a:pos x="wd2" y="hd2"/>
                  </a:cxn>
                  <a:cxn ang="16200000">
                    <a:pos x="wd2" y="hd2"/>
                  </a:cxn>
                </a:cxnLst>
                <a:rect l="0" t="0" r="r" b="b"/>
                <a:pathLst>
                  <a:path w="21600" h="21600" extrusionOk="0">
                    <a:moveTo>
                      <a:pt x="14314" y="0"/>
                    </a:moveTo>
                    <a:cubicBezTo>
                      <a:pt x="12554" y="959"/>
                      <a:pt x="10317" y="1825"/>
                      <a:pt x="7689" y="2564"/>
                    </a:cubicBezTo>
                    <a:cubicBezTo>
                      <a:pt x="5380" y="3214"/>
                      <a:pt x="2792" y="3759"/>
                      <a:pt x="0" y="4184"/>
                    </a:cubicBezTo>
                    <a:cubicBezTo>
                      <a:pt x="922" y="5204"/>
                      <a:pt x="1708" y="6235"/>
                      <a:pt x="2356" y="7275"/>
                    </a:cubicBezTo>
                    <a:cubicBezTo>
                      <a:pt x="3791" y="9578"/>
                      <a:pt x="4543" y="11913"/>
                      <a:pt x="5044" y="14249"/>
                    </a:cubicBezTo>
                    <a:cubicBezTo>
                      <a:pt x="5569" y="16693"/>
                      <a:pt x="5819" y="19145"/>
                      <a:pt x="5793" y="21600"/>
                    </a:cubicBezTo>
                    <a:lnTo>
                      <a:pt x="10981" y="21600"/>
                    </a:lnTo>
                    <a:cubicBezTo>
                      <a:pt x="10778" y="19424"/>
                      <a:pt x="11162" y="17268"/>
                      <a:pt x="12099" y="15151"/>
                    </a:cubicBezTo>
                    <a:cubicBezTo>
                      <a:pt x="12812" y="13541"/>
                      <a:pt x="13869" y="11906"/>
                      <a:pt x="16605" y="10481"/>
                    </a:cubicBezTo>
                    <a:cubicBezTo>
                      <a:pt x="17930" y="9791"/>
                      <a:pt x="19619" y="9177"/>
                      <a:pt x="21600" y="8665"/>
                    </a:cubicBezTo>
                    <a:lnTo>
                      <a:pt x="14314" y="0"/>
                    </a:lnTo>
                    <a:close/>
                  </a:path>
                </a:pathLst>
              </a:custGeom>
              <a:solidFill>
                <a:srgbClr val="18B96E"/>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7" name="Shape 1074"/>
              <p:cNvSpPr/>
              <p:nvPr/>
            </p:nvSpPr>
            <p:spPr>
              <a:xfrm rot="2700000">
                <a:off x="16564541" y="3945511"/>
                <a:ext cx="734127" cy="2104853"/>
              </a:xfrm>
              <a:custGeom>
                <a:avLst/>
                <a:gdLst/>
                <a:ahLst/>
                <a:cxnLst>
                  <a:cxn ang="0">
                    <a:pos x="wd2" y="hd2"/>
                  </a:cxn>
                  <a:cxn ang="5400000">
                    <a:pos x="wd2" y="hd2"/>
                  </a:cxn>
                  <a:cxn ang="10800000">
                    <a:pos x="wd2" y="hd2"/>
                  </a:cxn>
                  <a:cxn ang="16200000">
                    <a:pos x="wd2" y="hd2"/>
                  </a:cxn>
                </a:cxnLst>
                <a:rect l="0" t="0" r="r" b="b"/>
                <a:pathLst>
                  <a:path w="21600" h="21600" extrusionOk="0">
                    <a:moveTo>
                      <a:pt x="0" y="3289"/>
                    </a:moveTo>
                    <a:cubicBezTo>
                      <a:pt x="1239" y="2791"/>
                      <a:pt x="2407" y="2271"/>
                      <a:pt x="3502" y="1733"/>
                    </a:cubicBezTo>
                    <a:cubicBezTo>
                      <a:pt x="4640" y="1174"/>
                      <a:pt x="5697" y="596"/>
                      <a:pt x="6669" y="0"/>
                    </a:cubicBezTo>
                    <a:lnTo>
                      <a:pt x="21600" y="18967"/>
                    </a:lnTo>
                    <a:cubicBezTo>
                      <a:pt x="20296" y="19290"/>
                      <a:pt x="19066" y="19648"/>
                      <a:pt x="17920" y="20037"/>
                    </a:cubicBezTo>
                    <a:cubicBezTo>
                      <a:pt x="16511" y="20515"/>
                      <a:pt x="15236" y="21038"/>
                      <a:pt x="14110" y="21600"/>
                    </a:cubicBezTo>
                    <a:cubicBezTo>
                      <a:pt x="10697" y="18611"/>
                      <a:pt x="7794" y="15554"/>
                      <a:pt x="5415" y="12445"/>
                    </a:cubicBezTo>
                    <a:cubicBezTo>
                      <a:pt x="3110" y="9431"/>
                      <a:pt x="1302" y="6375"/>
                      <a:pt x="0" y="3289"/>
                    </a:cubicBezTo>
                    <a:close/>
                  </a:path>
                </a:pathLst>
              </a:custGeom>
              <a:solidFill>
                <a:srgbClr val="0F834D"/>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8" name="Shape 1075"/>
              <p:cNvSpPr/>
              <p:nvPr/>
            </p:nvSpPr>
            <p:spPr>
              <a:xfrm rot="2700000">
                <a:off x="18004928" y="1074402"/>
                <a:ext cx="3340280" cy="6484678"/>
              </a:xfrm>
              <a:custGeom>
                <a:avLst/>
                <a:gdLst/>
                <a:ahLst/>
                <a:cxnLst>
                  <a:cxn ang="0">
                    <a:pos x="wd2" y="hd2"/>
                  </a:cxn>
                  <a:cxn ang="5400000">
                    <a:pos x="wd2" y="hd2"/>
                  </a:cxn>
                  <a:cxn ang="10800000">
                    <a:pos x="wd2" y="hd2"/>
                  </a:cxn>
                  <a:cxn ang="16200000">
                    <a:pos x="wd2" y="hd2"/>
                  </a:cxn>
                </a:cxnLst>
                <a:rect l="0" t="0" r="r" b="b"/>
                <a:pathLst>
                  <a:path w="21474" h="21600" extrusionOk="0">
                    <a:moveTo>
                      <a:pt x="3520" y="21583"/>
                    </a:moveTo>
                    <a:cubicBezTo>
                      <a:pt x="1234" y="18744"/>
                      <a:pt x="76" y="15752"/>
                      <a:pt x="4" y="12771"/>
                    </a:cubicBezTo>
                    <a:cubicBezTo>
                      <a:pt x="-65" y="9946"/>
                      <a:pt x="842" y="7067"/>
                      <a:pt x="3457" y="4478"/>
                    </a:cubicBezTo>
                    <a:cubicBezTo>
                      <a:pt x="5235" y="2718"/>
                      <a:pt x="7754" y="1188"/>
                      <a:pt x="10827" y="0"/>
                    </a:cubicBezTo>
                    <a:cubicBezTo>
                      <a:pt x="14006" y="1253"/>
                      <a:pt x="16579" y="2872"/>
                      <a:pt x="18340" y="4728"/>
                    </a:cubicBezTo>
                    <a:cubicBezTo>
                      <a:pt x="20729" y="7247"/>
                      <a:pt x="21535" y="10015"/>
                      <a:pt x="21471" y="12733"/>
                    </a:cubicBezTo>
                    <a:cubicBezTo>
                      <a:pt x="21400" y="15730"/>
                      <a:pt x="20272" y="18736"/>
                      <a:pt x="18047" y="21600"/>
                    </a:cubicBezTo>
                    <a:lnTo>
                      <a:pt x="3520" y="21583"/>
                    </a:lnTo>
                    <a:close/>
                  </a:path>
                </a:pathLst>
              </a:custGeom>
              <a:solidFill>
                <a:schemeClr val="bg2"/>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49" name="Shape 1076"/>
              <p:cNvSpPr/>
              <p:nvPr/>
            </p:nvSpPr>
            <p:spPr>
              <a:xfrm rot="2700000">
                <a:off x="16281575" y="6324788"/>
                <a:ext cx="2262447" cy="53705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A0A0A3"/>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0" name="Shape 1077"/>
              <p:cNvSpPr/>
              <p:nvPr/>
            </p:nvSpPr>
            <p:spPr>
              <a:xfrm rot="2700000">
                <a:off x="20945619" y="1913945"/>
                <a:ext cx="1538329" cy="770557"/>
              </a:xfrm>
              <a:custGeom>
                <a:avLst/>
                <a:gdLst/>
                <a:ahLst/>
                <a:cxnLst>
                  <a:cxn ang="0">
                    <a:pos x="wd2" y="hd2"/>
                  </a:cxn>
                  <a:cxn ang="5400000">
                    <a:pos x="wd2" y="hd2"/>
                  </a:cxn>
                  <a:cxn ang="10800000">
                    <a:pos x="wd2" y="hd2"/>
                  </a:cxn>
                  <a:cxn ang="16200000">
                    <a:pos x="wd2" y="hd2"/>
                  </a:cxn>
                </a:cxnLst>
                <a:rect l="0" t="0" r="r" b="b"/>
                <a:pathLst>
                  <a:path w="21600" h="21600" extrusionOk="0">
                    <a:moveTo>
                      <a:pt x="0" y="21504"/>
                    </a:moveTo>
                    <a:cubicBezTo>
                      <a:pt x="1560" y="17432"/>
                      <a:pt x="3252" y="13568"/>
                      <a:pt x="5064" y="9938"/>
                    </a:cubicBezTo>
                    <a:cubicBezTo>
                      <a:pt x="6836" y="6388"/>
                      <a:pt x="8720" y="3069"/>
                      <a:pt x="10704" y="0"/>
                    </a:cubicBezTo>
                    <a:cubicBezTo>
                      <a:pt x="12643" y="2898"/>
                      <a:pt x="14486" y="6048"/>
                      <a:pt x="16219" y="9430"/>
                    </a:cubicBezTo>
                    <a:cubicBezTo>
                      <a:pt x="18160" y="13217"/>
                      <a:pt x="19958" y="17285"/>
                      <a:pt x="21600" y="21600"/>
                    </a:cubicBezTo>
                    <a:cubicBezTo>
                      <a:pt x="18139" y="18950"/>
                      <a:pt x="14463" y="17589"/>
                      <a:pt x="10756" y="17584"/>
                    </a:cubicBezTo>
                    <a:cubicBezTo>
                      <a:pt x="7082" y="17579"/>
                      <a:pt x="3437" y="18907"/>
                      <a:pt x="0" y="21504"/>
                    </a:cubicBezTo>
                    <a:close/>
                  </a:path>
                </a:pathLst>
              </a:custGeom>
              <a:solidFill>
                <a:schemeClr val="accent1"/>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52" name="Shape 1079"/>
              <p:cNvSpPr/>
              <p:nvPr/>
            </p:nvSpPr>
            <p:spPr>
              <a:xfrm rot="2700000">
                <a:off x="19450816" y="1659155"/>
                <a:ext cx="1655123" cy="6471335"/>
              </a:xfrm>
              <a:custGeom>
                <a:avLst/>
                <a:gdLst/>
                <a:ahLst/>
                <a:cxnLst>
                  <a:cxn ang="0">
                    <a:pos x="wd2" y="hd2"/>
                  </a:cxn>
                  <a:cxn ang="5400000">
                    <a:pos x="wd2" y="hd2"/>
                  </a:cxn>
                  <a:cxn ang="10800000">
                    <a:pos x="wd2" y="hd2"/>
                  </a:cxn>
                  <a:cxn ang="16200000">
                    <a:pos x="wd2" y="hd2"/>
                  </a:cxn>
                </a:cxnLst>
                <a:rect l="0" t="0" r="r" b="b"/>
                <a:pathLst>
                  <a:path w="21402" h="21600" extrusionOk="0">
                    <a:moveTo>
                      <a:pt x="0" y="0"/>
                    </a:moveTo>
                    <a:cubicBezTo>
                      <a:pt x="5029" y="983"/>
                      <a:pt x="9315" y="2196"/>
                      <a:pt x="12642" y="3578"/>
                    </a:cubicBezTo>
                    <a:cubicBezTo>
                      <a:pt x="15733" y="4863"/>
                      <a:pt x="17935" y="6239"/>
                      <a:pt x="19328" y="7664"/>
                    </a:cubicBezTo>
                    <a:cubicBezTo>
                      <a:pt x="20714" y="9083"/>
                      <a:pt x="21293" y="10546"/>
                      <a:pt x="21388" y="11995"/>
                    </a:cubicBezTo>
                    <a:cubicBezTo>
                      <a:pt x="21600" y="15225"/>
                      <a:pt x="19415" y="18487"/>
                      <a:pt x="14704" y="21600"/>
                    </a:cubicBezTo>
                    <a:cubicBezTo>
                      <a:pt x="14637" y="21502"/>
                      <a:pt x="14460" y="21412"/>
                      <a:pt x="14200" y="21339"/>
                    </a:cubicBezTo>
                    <a:cubicBezTo>
                      <a:pt x="13726" y="21205"/>
                      <a:pt x="13088" y="21149"/>
                      <a:pt x="12453" y="21094"/>
                    </a:cubicBezTo>
                    <a:cubicBezTo>
                      <a:pt x="11600" y="21021"/>
                      <a:pt x="10721" y="20947"/>
                      <a:pt x="9850" y="20893"/>
                    </a:cubicBezTo>
                    <a:cubicBezTo>
                      <a:pt x="9144" y="20850"/>
                      <a:pt x="8426" y="20819"/>
                      <a:pt x="7696" y="20799"/>
                    </a:cubicBezTo>
                    <a:cubicBezTo>
                      <a:pt x="17202" y="15609"/>
                      <a:pt x="17821" y="9627"/>
                      <a:pt x="9404" y="4313"/>
                    </a:cubicBezTo>
                    <a:cubicBezTo>
                      <a:pt x="6976" y="2780"/>
                      <a:pt x="3817" y="1332"/>
                      <a:pt x="0" y="0"/>
                    </a:cubicBezTo>
                    <a:close/>
                  </a:path>
                </a:pathLst>
              </a:custGeom>
              <a:solidFill>
                <a:srgbClr val="34545A">
                  <a:alpha val="5247"/>
                </a:srgbClr>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53" name="Shape 1080"/>
              <p:cNvSpPr/>
              <p:nvPr/>
            </p:nvSpPr>
            <p:spPr>
              <a:xfrm rot="2700000">
                <a:off x="18992552" y="2674142"/>
                <a:ext cx="2309164" cy="234502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E5E5E5"/>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4" name="Shape 1081"/>
              <p:cNvSpPr/>
              <p:nvPr/>
            </p:nvSpPr>
            <p:spPr>
              <a:xfrm rot="2700000">
                <a:off x="19122692" y="2807572"/>
                <a:ext cx="2048883" cy="207816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tx2"/>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5" name="Shape 1082"/>
              <p:cNvSpPr/>
              <p:nvPr/>
            </p:nvSpPr>
            <p:spPr>
              <a:xfrm rot="2700000">
                <a:off x="19232812" y="2917650"/>
                <a:ext cx="1828644" cy="18580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009BD5"/>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6" name="Shape 1083"/>
              <p:cNvSpPr/>
              <p:nvPr/>
            </p:nvSpPr>
            <p:spPr>
              <a:xfrm rot="2700000">
                <a:off x="16162521" y="6308984"/>
                <a:ext cx="1685155" cy="1364317"/>
              </a:xfrm>
              <a:custGeom>
                <a:avLst/>
                <a:gdLst/>
                <a:ahLst/>
                <a:cxnLst>
                  <a:cxn ang="0">
                    <a:pos x="wd2" y="hd2"/>
                  </a:cxn>
                  <a:cxn ang="5400000">
                    <a:pos x="wd2" y="hd2"/>
                  </a:cxn>
                  <a:cxn ang="10800000">
                    <a:pos x="wd2" y="hd2"/>
                  </a:cxn>
                  <a:cxn ang="16200000">
                    <a:pos x="wd2" y="hd2"/>
                  </a:cxn>
                </a:cxnLst>
                <a:rect l="0" t="0" r="r" b="b"/>
                <a:pathLst>
                  <a:path w="21600" h="21539" extrusionOk="0">
                    <a:moveTo>
                      <a:pt x="0" y="21331"/>
                    </a:moveTo>
                    <a:lnTo>
                      <a:pt x="4414" y="1893"/>
                    </a:lnTo>
                    <a:cubicBezTo>
                      <a:pt x="5195" y="1196"/>
                      <a:pt x="6074" y="687"/>
                      <a:pt x="7004" y="390"/>
                    </a:cubicBezTo>
                    <a:cubicBezTo>
                      <a:pt x="8417" y="-61"/>
                      <a:pt x="9892" y="-9"/>
                      <a:pt x="11353" y="15"/>
                    </a:cubicBezTo>
                    <a:cubicBezTo>
                      <a:pt x="12646" y="36"/>
                      <a:pt x="13946" y="37"/>
                      <a:pt x="15197" y="414"/>
                    </a:cubicBezTo>
                    <a:cubicBezTo>
                      <a:pt x="16150" y="701"/>
                      <a:pt x="17054" y="1201"/>
                      <a:pt x="17865" y="1893"/>
                    </a:cubicBezTo>
                    <a:lnTo>
                      <a:pt x="21600" y="21539"/>
                    </a:lnTo>
                    <a:lnTo>
                      <a:pt x="0" y="21331"/>
                    </a:lnTo>
                    <a:close/>
                  </a:path>
                </a:pathLst>
              </a:custGeom>
              <a:solidFill>
                <a:schemeClr val="bg2"/>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endParaRPr>
              </a:p>
            </p:txBody>
          </p:sp>
          <p:sp>
            <p:nvSpPr>
              <p:cNvPr id="57" name="Shape 1084"/>
              <p:cNvSpPr/>
              <p:nvPr/>
            </p:nvSpPr>
            <p:spPr>
              <a:xfrm rot="2700000">
                <a:off x="15435057" y="7393365"/>
                <a:ext cx="1962122" cy="390281"/>
              </a:xfrm>
              <a:prstGeom prst="rect">
                <a:avLst/>
              </a:prstGeom>
              <a:solidFill>
                <a:srgbClr val="A0A0A3"/>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8" name="Shape 1085"/>
              <p:cNvSpPr/>
              <p:nvPr/>
            </p:nvSpPr>
            <p:spPr>
              <a:xfrm rot="2700000">
                <a:off x="18125914" y="4944342"/>
                <a:ext cx="323682" cy="1557789"/>
              </a:xfrm>
              <a:prstGeom prst="rect">
                <a:avLst/>
              </a:prstGeom>
              <a:solidFill>
                <a:schemeClr val="accent5"/>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9" name="Shape 1086"/>
              <p:cNvSpPr/>
              <p:nvPr/>
            </p:nvSpPr>
            <p:spPr>
              <a:xfrm rot="2700000">
                <a:off x="16367163" y="5776399"/>
                <a:ext cx="323684" cy="3415798"/>
              </a:xfrm>
              <a:prstGeom prst="rect">
                <a:avLst/>
              </a:prstGeom>
              <a:solidFill>
                <a:srgbClr val="0F834D"/>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grpSp>
        <p:sp>
          <p:nvSpPr>
            <p:cNvPr id="8" name="Chord 7"/>
            <p:cNvSpPr/>
            <p:nvPr/>
          </p:nvSpPr>
          <p:spPr>
            <a:xfrm rot="21250734">
              <a:off x="7490399" y="1022214"/>
              <a:ext cx="594018" cy="593041"/>
            </a:xfrm>
            <a:prstGeom prst="chord">
              <a:avLst>
                <a:gd name="adj1" fmla="val 4143767"/>
                <a:gd name="adj2" fmla="val 14725957"/>
              </a:avLst>
            </a:prstGeom>
            <a:solidFill>
              <a:schemeClr val="bg1">
                <a:alpha val="28000"/>
              </a:schemeClr>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grpSp>
      <p:grpSp>
        <p:nvGrpSpPr>
          <p:cNvPr id="10" name="Group 9"/>
          <p:cNvGrpSpPr>
            <a:grpSpLocks/>
          </p:cNvGrpSpPr>
          <p:nvPr/>
        </p:nvGrpSpPr>
        <p:grpSpPr bwMode="auto">
          <a:xfrm>
            <a:off x="7798641" y="587932"/>
            <a:ext cx="1158875" cy="1328738"/>
            <a:chOff x="3156287" y="0"/>
            <a:chExt cx="868964" cy="996216"/>
          </a:xfrm>
        </p:grpSpPr>
        <p:sp>
          <p:nvSpPr>
            <p:cNvPr id="460852" name="Shape 155"/>
            <p:cNvSpPr>
              <a:spLocks noChangeArrowheads="1"/>
            </p:cNvSpPr>
            <p:nvPr/>
          </p:nvSpPr>
          <p:spPr bwMode="auto">
            <a:xfrm rot="-3155700">
              <a:off x="3460718" y="585165"/>
              <a:ext cx="112519" cy="31489"/>
            </a:xfrm>
            <a:prstGeom prst="rect">
              <a:avLst/>
            </a:prstGeom>
            <a:solidFill>
              <a:srgbClr val="91929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3" name="Shape 156"/>
            <p:cNvSpPr>
              <a:spLocks noChangeArrowheads="1"/>
            </p:cNvSpPr>
            <p:nvPr/>
          </p:nvSpPr>
          <p:spPr bwMode="auto">
            <a:xfrm rot="-3155700">
              <a:off x="3565634" y="665394"/>
              <a:ext cx="112519" cy="31489"/>
            </a:xfrm>
            <a:prstGeom prst="rect">
              <a:avLst/>
            </a:prstGeom>
            <a:solidFill>
              <a:srgbClr val="91929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4" name="Shape 160"/>
            <p:cNvSpPr>
              <a:spLocks noChangeArrowheads="1"/>
            </p:cNvSpPr>
            <p:nvPr/>
          </p:nvSpPr>
          <p:spPr bwMode="auto">
            <a:xfrm rot="7644300">
              <a:off x="3786614" y="379564"/>
              <a:ext cx="112519" cy="31489"/>
            </a:xfrm>
            <a:prstGeom prst="rect">
              <a:avLst/>
            </a:prstGeom>
            <a:solidFill>
              <a:srgbClr val="91929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5" name="Shape 161"/>
            <p:cNvSpPr>
              <a:spLocks noChangeArrowheads="1"/>
            </p:cNvSpPr>
            <p:nvPr/>
          </p:nvSpPr>
          <p:spPr bwMode="auto">
            <a:xfrm rot="7644300">
              <a:off x="3681697" y="299335"/>
              <a:ext cx="112519" cy="31489"/>
            </a:xfrm>
            <a:prstGeom prst="rect">
              <a:avLst/>
            </a:prstGeom>
            <a:solidFill>
              <a:srgbClr val="91929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6" name="Shape 149"/>
            <p:cNvSpPr>
              <a:spLocks noChangeArrowheads="1"/>
            </p:cNvSpPr>
            <p:nvPr/>
          </p:nvSpPr>
          <p:spPr bwMode="auto">
            <a:xfrm rot="-3155700">
              <a:off x="3543521" y="220888"/>
              <a:ext cx="271497" cy="552363"/>
            </a:xfrm>
            <a:prstGeom prst="roundRect">
              <a:avLst>
                <a:gd name="adj" fmla="val 50000"/>
              </a:avLst>
            </a:prstGeom>
            <a:solidFill>
              <a:schemeClr val="bg2"/>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7" name="Shape 150"/>
            <p:cNvSpPr>
              <a:spLocks noChangeArrowheads="1"/>
            </p:cNvSpPr>
            <p:nvPr/>
          </p:nvSpPr>
          <p:spPr bwMode="auto">
            <a:xfrm rot="-3155700">
              <a:off x="3543526" y="393003"/>
              <a:ext cx="271485" cy="208133"/>
            </a:xfrm>
            <a:prstGeom prst="rect">
              <a:avLst/>
            </a:prstGeom>
            <a:solidFill>
              <a:srgbClr val="B0B1B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8" name="Shape 151"/>
            <p:cNvSpPr>
              <a:spLocks noChangeArrowheads="1"/>
            </p:cNvSpPr>
            <p:nvPr/>
          </p:nvSpPr>
          <p:spPr bwMode="auto">
            <a:xfrm rot="-3155700">
              <a:off x="3623010" y="415919"/>
              <a:ext cx="112519" cy="162301"/>
            </a:xfrm>
            <a:prstGeom prst="rect">
              <a:avLst/>
            </a:prstGeom>
            <a:solidFill>
              <a:schemeClr val="bg2"/>
            </a:solidFill>
            <a:ln w="6350">
              <a:noFill/>
              <a:miter lim="400000"/>
              <a:headEnd/>
              <a:tailEnd/>
            </a:ln>
          </p:spPr>
          <p:txBody>
            <a:bodyPr lIns="0" tIns="0" rIns="0" bIns="0" anchor="ctr"/>
            <a:lstStyle/>
            <a:p>
              <a:pPr defTabSz="608013"/>
              <a:endParaRPr lang="el-GR" sz="3200">
                <a:solidFill>
                  <a:srgbClr val="FFFFFF"/>
                </a:solidFill>
              </a:endParaRPr>
            </a:p>
          </p:txBody>
        </p:sp>
        <p:grpSp>
          <p:nvGrpSpPr>
            <p:cNvPr id="460859" name="Group 154"/>
            <p:cNvGrpSpPr>
              <a:grpSpLocks/>
            </p:cNvGrpSpPr>
            <p:nvPr/>
          </p:nvGrpSpPr>
          <p:grpSpPr bwMode="auto">
            <a:xfrm rot="-3155700">
              <a:off x="3421460" y="291245"/>
              <a:ext cx="73772" cy="73773"/>
              <a:chOff x="0" y="0"/>
              <a:chExt cx="274487" cy="274487"/>
            </a:xfrm>
          </p:grpSpPr>
          <p:sp>
            <p:nvSpPr>
              <p:cNvPr id="460871" name="Shape 152"/>
              <p:cNvSpPr>
                <a:spLocks noChangeArrowheads="1"/>
              </p:cNvSpPr>
              <p:nvPr/>
            </p:nvSpPr>
            <p:spPr bwMode="auto">
              <a:xfrm>
                <a:off x="0" y="0"/>
                <a:ext cx="274488" cy="274488"/>
              </a:xfrm>
              <a:custGeom>
                <a:avLst/>
                <a:gdLst>
                  <a:gd name="T0" fmla="*/ 1914316 w 19679"/>
                  <a:gd name="T1" fmla="*/ 1914316 h 19679"/>
                  <a:gd name="T2" fmla="*/ 1914316 w 19679"/>
                  <a:gd name="T3" fmla="*/ 1914316 h 19679"/>
                  <a:gd name="T4" fmla="*/ 1914316 w 19679"/>
                  <a:gd name="T5" fmla="*/ 1914316 h 19679"/>
                  <a:gd name="T6" fmla="*/ 1914316 w 19679"/>
                  <a:gd name="T7" fmla="*/ 1914316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tx2"/>
              </a:solidFill>
              <a:ln w="6350">
                <a:noFill/>
                <a:miter lim="400000"/>
                <a:headEnd/>
                <a:tailEnd/>
              </a:ln>
            </p:spPr>
            <p:txBody>
              <a:bodyPr lIns="0" tIns="0" rIns="0" bIns="0" anchor="ctr"/>
              <a:lstStyle/>
              <a:p>
                <a:pPr defTabSz="608013"/>
                <a:endParaRPr lang="el-GR" sz="3200">
                  <a:solidFill>
                    <a:srgbClr val="FFFFFF"/>
                  </a:solidFill>
                </a:endParaRPr>
              </a:p>
            </p:txBody>
          </p:sp>
          <p:sp>
            <p:nvSpPr>
              <p:cNvPr id="460872" name="Shape 153"/>
              <p:cNvSpPr>
                <a:spLocks noChangeArrowheads="1"/>
              </p:cNvSpPr>
              <p:nvPr/>
            </p:nvSpPr>
            <p:spPr bwMode="auto">
              <a:xfrm>
                <a:off x="63685" y="63685"/>
                <a:ext cx="147118" cy="147118"/>
              </a:xfrm>
              <a:custGeom>
                <a:avLst/>
                <a:gdLst>
                  <a:gd name="T0" fmla="*/ 549919 w 19679"/>
                  <a:gd name="T1" fmla="*/ 549919 h 19679"/>
                  <a:gd name="T2" fmla="*/ 549919 w 19679"/>
                  <a:gd name="T3" fmla="*/ 549919 h 19679"/>
                  <a:gd name="T4" fmla="*/ 549919 w 19679"/>
                  <a:gd name="T5" fmla="*/ 549919 h 19679"/>
                  <a:gd name="T6" fmla="*/ 549919 w 19679"/>
                  <a:gd name="T7" fmla="*/ 549919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8C8D8F"/>
              </a:solidFill>
              <a:ln w="6350">
                <a:noFill/>
                <a:miter lim="400000"/>
                <a:headEnd/>
                <a:tailEnd/>
              </a:ln>
            </p:spPr>
            <p:txBody>
              <a:bodyPr lIns="0" tIns="0" rIns="0" bIns="0" anchor="ctr"/>
              <a:lstStyle/>
              <a:p>
                <a:pPr defTabSz="608013"/>
                <a:endParaRPr lang="el-GR" sz="3200">
                  <a:solidFill>
                    <a:srgbClr val="FFFFFF"/>
                  </a:solidFill>
                </a:endParaRPr>
              </a:p>
            </p:txBody>
          </p:sp>
        </p:grpSp>
        <p:sp>
          <p:nvSpPr>
            <p:cNvPr id="460860" name="Shape 157"/>
            <p:cNvSpPr>
              <a:spLocks noChangeArrowheads="1"/>
            </p:cNvSpPr>
            <p:nvPr/>
          </p:nvSpPr>
          <p:spPr bwMode="auto">
            <a:xfrm rot="-3155700">
              <a:off x="3252863" y="700268"/>
              <a:ext cx="376135" cy="212660"/>
            </a:xfrm>
            <a:prstGeom prst="rect">
              <a:avLst/>
            </a:prstGeom>
            <a:solidFill>
              <a:schemeClr val="bg2"/>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1" name="Shape 158"/>
            <p:cNvSpPr>
              <a:spLocks noChangeArrowheads="1"/>
            </p:cNvSpPr>
            <p:nvPr/>
          </p:nvSpPr>
          <p:spPr bwMode="auto">
            <a:xfrm rot="-3155700">
              <a:off x="3315596" y="801680"/>
              <a:ext cx="317006" cy="72066"/>
            </a:xfrm>
            <a:prstGeom prst="rect">
              <a:avLst/>
            </a:prstGeom>
            <a:solidFill>
              <a:srgbClr val="00ACEB"/>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2" name="Shape 159"/>
            <p:cNvSpPr>
              <a:spLocks noChangeArrowheads="1"/>
            </p:cNvSpPr>
            <p:nvPr/>
          </p:nvSpPr>
          <p:spPr bwMode="auto">
            <a:xfrm rot="-3155700">
              <a:off x="3245331" y="747950"/>
              <a:ext cx="317006" cy="72066"/>
            </a:xfrm>
            <a:prstGeom prst="rect">
              <a:avLst/>
            </a:prstGeom>
            <a:solidFill>
              <a:srgbClr val="00ACEB"/>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3" name="Shape 162"/>
            <p:cNvSpPr>
              <a:spLocks noChangeArrowheads="1"/>
            </p:cNvSpPr>
            <p:nvPr/>
          </p:nvSpPr>
          <p:spPr bwMode="auto">
            <a:xfrm rot="7644300">
              <a:off x="3730853" y="83288"/>
              <a:ext cx="376135" cy="212660"/>
            </a:xfrm>
            <a:prstGeom prst="rect">
              <a:avLst/>
            </a:prstGeom>
            <a:solidFill>
              <a:schemeClr val="bg2"/>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4" name="Shape 163"/>
            <p:cNvSpPr>
              <a:spLocks noChangeArrowheads="1"/>
            </p:cNvSpPr>
            <p:nvPr/>
          </p:nvSpPr>
          <p:spPr bwMode="auto">
            <a:xfrm rot="7644300">
              <a:off x="3727248" y="122470"/>
              <a:ext cx="317006" cy="72066"/>
            </a:xfrm>
            <a:prstGeom prst="rect">
              <a:avLst/>
            </a:prstGeom>
            <a:solidFill>
              <a:srgbClr val="00ACEB"/>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5" name="Shape 164"/>
            <p:cNvSpPr>
              <a:spLocks noChangeArrowheads="1"/>
            </p:cNvSpPr>
            <p:nvPr/>
          </p:nvSpPr>
          <p:spPr bwMode="auto">
            <a:xfrm rot="7644300">
              <a:off x="3797512" y="176200"/>
              <a:ext cx="317006" cy="72066"/>
            </a:xfrm>
            <a:prstGeom prst="rect">
              <a:avLst/>
            </a:prstGeom>
            <a:solidFill>
              <a:srgbClr val="00ACEB"/>
            </a:solidFill>
            <a:ln w="6350">
              <a:noFill/>
              <a:miter lim="400000"/>
              <a:headEnd/>
              <a:tailEnd/>
            </a:ln>
          </p:spPr>
          <p:txBody>
            <a:bodyPr lIns="0" tIns="0" rIns="0" bIns="0" anchor="ctr"/>
            <a:lstStyle/>
            <a:p>
              <a:pPr defTabSz="608013"/>
              <a:endParaRPr lang="el-GR" sz="3200">
                <a:solidFill>
                  <a:srgbClr val="FFFFFF"/>
                </a:solidFill>
              </a:endParaRPr>
            </a:p>
          </p:txBody>
        </p:sp>
        <p:grpSp>
          <p:nvGrpSpPr>
            <p:cNvPr id="460866" name="Group 170"/>
            <p:cNvGrpSpPr>
              <a:grpSpLocks/>
            </p:cNvGrpSpPr>
            <p:nvPr/>
          </p:nvGrpSpPr>
          <p:grpSpPr bwMode="auto">
            <a:xfrm rot="-3155700">
              <a:off x="3150234" y="60611"/>
              <a:ext cx="322825" cy="310720"/>
              <a:chOff x="0" y="0"/>
              <a:chExt cx="1201146" cy="1156107"/>
            </a:xfrm>
          </p:grpSpPr>
          <p:sp>
            <p:nvSpPr>
              <p:cNvPr id="460867" name="Shape 168"/>
              <p:cNvSpPr>
                <a:spLocks noChangeShapeType="1"/>
              </p:cNvSpPr>
              <p:nvPr/>
            </p:nvSpPr>
            <p:spPr bwMode="auto">
              <a:xfrm flipV="1">
                <a:off x="42596" y="81362"/>
                <a:ext cx="563401" cy="495096"/>
              </a:xfrm>
              <a:prstGeom prst="line">
                <a:avLst/>
              </a:prstGeom>
              <a:noFill/>
              <a:ln w="19050">
                <a:solidFill>
                  <a:schemeClr val="tx2"/>
                </a:solidFill>
                <a:miter lim="400000"/>
                <a:headEnd/>
                <a:tailEnd/>
              </a:ln>
            </p:spPr>
            <p:txBody>
              <a:bodyPr lIns="0" tIns="0" rIns="0" bIns="0" anchor="ctr"/>
              <a:lstStyle/>
              <a:p>
                <a:endParaRPr lang="el-GR">
                  <a:solidFill>
                    <a:srgbClr val="070707"/>
                  </a:solidFill>
                </a:endParaRPr>
              </a:p>
            </p:txBody>
          </p:sp>
          <p:sp>
            <p:nvSpPr>
              <p:cNvPr id="460868" name="Shape 169"/>
              <p:cNvSpPr>
                <a:spLocks noChangeShapeType="1"/>
              </p:cNvSpPr>
              <p:nvPr/>
            </p:nvSpPr>
            <p:spPr bwMode="auto">
              <a:xfrm flipH="1" flipV="1">
                <a:off x="592690" y="71788"/>
                <a:ext cx="550814" cy="509151"/>
              </a:xfrm>
              <a:prstGeom prst="line">
                <a:avLst/>
              </a:prstGeom>
              <a:noFill/>
              <a:ln w="19050">
                <a:solidFill>
                  <a:schemeClr val="tx2"/>
                </a:solidFill>
                <a:miter lim="400000"/>
                <a:headEnd/>
                <a:tailEnd/>
              </a:ln>
            </p:spPr>
            <p:txBody>
              <a:bodyPr lIns="0" tIns="0" rIns="0" bIns="0" anchor="ctr"/>
              <a:lstStyle/>
              <a:p>
                <a:endParaRPr lang="el-GR">
                  <a:solidFill>
                    <a:srgbClr val="070707"/>
                  </a:solidFill>
                </a:endParaRPr>
              </a:p>
            </p:txBody>
          </p:sp>
          <p:sp>
            <p:nvSpPr>
              <p:cNvPr id="460869" name="Shape 166"/>
              <p:cNvSpPr>
                <a:spLocks noChangeArrowheads="1"/>
              </p:cNvSpPr>
              <p:nvPr/>
            </p:nvSpPr>
            <p:spPr bwMode="auto">
              <a:xfrm>
                <a:off x="0" y="546756"/>
                <a:ext cx="1201147" cy="609352"/>
              </a:xfrm>
              <a:custGeom>
                <a:avLst/>
                <a:gdLst>
                  <a:gd name="T0" fmla="*/ 33555572 w 21498"/>
                  <a:gd name="T1" fmla="*/ 8629093 h 21515"/>
                  <a:gd name="T2" fmla="*/ 33555572 w 21498"/>
                  <a:gd name="T3" fmla="*/ 8629093 h 21515"/>
                  <a:gd name="T4" fmla="*/ 33555572 w 21498"/>
                  <a:gd name="T5" fmla="*/ 8629093 h 21515"/>
                  <a:gd name="T6" fmla="*/ 33555572 w 21498"/>
                  <a:gd name="T7" fmla="*/ 8629093 h 21515"/>
                  <a:gd name="T8" fmla="*/ 0 60000 65536"/>
                  <a:gd name="T9" fmla="*/ 5898240 60000 65536"/>
                  <a:gd name="T10" fmla="*/ 11796480 60000 65536"/>
                  <a:gd name="T11" fmla="*/ 17694720 60000 65536"/>
                  <a:gd name="T12" fmla="*/ 0 w 21498"/>
                  <a:gd name="T13" fmla="*/ 0 h 21515"/>
                  <a:gd name="T14" fmla="*/ 21498 w 21498"/>
                  <a:gd name="T15" fmla="*/ 21515 h 21515"/>
                </a:gdLst>
                <a:ahLst/>
                <a:cxnLst>
                  <a:cxn ang="T8">
                    <a:pos x="T0" y="T1"/>
                  </a:cxn>
                  <a:cxn ang="T9">
                    <a:pos x="T2" y="T3"/>
                  </a:cxn>
                  <a:cxn ang="T10">
                    <a:pos x="T4" y="T5"/>
                  </a:cxn>
                  <a:cxn ang="T11">
                    <a:pos x="T6" y="T7"/>
                  </a:cxn>
                </a:cxnLst>
                <a:rect l="T12" t="T13" r="T14" b="T15"/>
                <a:pathLst>
                  <a:path w="21498" h="21515" extrusionOk="0">
                    <a:moveTo>
                      <a:pt x="3" y="0"/>
                    </a:moveTo>
                    <a:lnTo>
                      <a:pt x="21496" y="0"/>
                    </a:lnTo>
                    <a:cubicBezTo>
                      <a:pt x="21547" y="5285"/>
                      <a:pt x="20589" y="10414"/>
                      <a:pt x="18811" y="14369"/>
                    </a:cubicBezTo>
                    <a:cubicBezTo>
                      <a:pt x="16734" y="18992"/>
                      <a:pt x="13739" y="21600"/>
                      <a:pt x="10609" y="21513"/>
                    </a:cubicBezTo>
                    <a:cubicBezTo>
                      <a:pt x="7422" y="21448"/>
                      <a:pt x="4414" y="18595"/>
                      <a:pt x="2397" y="13726"/>
                    </a:cubicBezTo>
                    <a:cubicBezTo>
                      <a:pt x="796" y="9859"/>
                      <a:pt x="-53" y="4992"/>
                      <a:pt x="3" y="0"/>
                    </a:cubicBezTo>
                    <a:close/>
                  </a:path>
                </a:pathLst>
              </a:custGeom>
              <a:solidFill>
                <a:schemeClr val="bg2"/>
              </a:solidFill>
              <a:ln w="6350">
                <a:noFill/>
                <a:miter lim="400000"/>
                <a:headEnd/>
                <a:tailEnd/>
              </a:ln>
            </p:spPr>
            <p:txBody>
              <a:bodyPr lIns="0" tIns="0" rIns="0" bIns="0" anchor="ctr"/>
              <a:lstStyle/>
              <a:p>
                <a:pPr defTabSz="608013"/>
                <a:endParaRPr lang="el-GR" sz="3200">
                  <a:solidFill>
                    <a:srgbClr val="070707"/>
                  </a:solidFill>
                </a:endParaRPr>
              </a:p>
            </p:txBody>
          </p:sp>
          <p:sp>
            <p:nvSpPr>
              <p:cNvPr id="460870" name="Shape 167"/>
              <p:cNvSpPr>
                <a:spLocks noChangeArrowheads="1"/>
              </p:cNvSpPr>
              <p:nvPr/>
            </p:nvSpPr>
            <p:spPr bwMode="auto">
              <a:xfrm>
                <a:off x="512829" y="0"/>
                <a:ext cx="175632" cy="175631"/>
              </a:xfrm>
              <a:custGeom>
                <a:avLst/>
                <a:gdLst>
                  <a:gd name="T0" fmla="*/ 783744 w 19679"/>
                  <a:gd name="T1" fmla="*/ 783740 h 19679"/>
                  <a:gd name="T2" fmla="*/ 783744 w 19679"/>
                  <a:gd name="T3" fmla="*/ 783740 h 19679"/>
                  <a:gd name="T4" fmla="*/ 783744 w 19679"/>
                  <a:gd name="T5" fmla="*/ 783740 h 19679"/>
                  <a:gd name="T6" fmla="*/ 783744 w 19679"/>
                  <a:gd name="T7" fmla="*/ 783740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tx2"/>
              </a:solidFill>
              <a:ln w="6350">
                <a:noFill/>
                <a:miter lim="400000"/>
                <a:headEnd/>
                <a:tailEnd/>
              </a:ln>
            </p:spPr>
            <p:txBody>
              <a:bodyPr lIns="0" tIns="0" rIns="0" bIns="0" anchor="ctr"/>
              <a:lstStyle/>
              <a:p>
                <a:pPr defTabSz="608013"/>
                <a:endParaRPr lang="el-GR" sz="3200">
                  <a:solidFill>
                    <a:srgbClr val="FFFFFF"/>
                  </a:solidFill>
                </a:endParaRPr>
              </a:p>
            </p:txBody>
          </p:sp>
        </p:grpSp>
      </p:grpSp>
      <p:grpSp>
        <p:nvGrpSpPr>
          <p:cNvPr id="5" name="Group 4"/>
          <p:cNvGrpSpPr>
            <a:grpSpLocks/>
          </p:cNvGrpSpPr>
          <p:nvPr/>
        </p:nvGrpSpPr>
        <p:grpSpPr bwMode="auto">
          <a:xfrm>
            <a:off x="924213" y="2022872"/>
            <a:ext cx="965200" cy="368300"/>
            <a:chOff x="1518968" y="1391498"/>
            <a:chExt cx="723822" cy="276738"/>
          </a:xfrm>
        </p:grpSpPr>
        <p:sp>
          <p:nvSpPr>
            <p:cNvPr id="98" name="Shape 172"/>
            <p:cNvSpPr/>
            <p:nvPr/>
          </p:nvSpPr>
          <p:spPr>
            <a:xfrm rot="2432266">
              <a:off x="1780877" y="1391498"/>
              <a:ext cx="272624" cy="25168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4"/>
            </a:solidFill>
            <a:ln w="6350" cap="flat">
              <a:noFill/>
              <a:prstDash val="solid"/>
              <a:miter lim="400000"/>
            </a:ln>
            <a:effectLst/>
          </p:spPr>
          <p:txBody>
            <a:bodyPr lIns="0" tIns="0" rIns="0" bIns="0" anchor="ctr"/>
            <a:lstStyle/>
            <a:p>
              <a:pPr defTabSz="609515" fontAlgn="auto">
                <a:spcBef>
                  <a:spcPts val="0"/>
                </a:spcBef>
                <a:spcAft>
                  <a:spcPts val="0"/>
                </a:spcAft>
                <a:defRPr sz="2400">
                  <a:solidFill>
                    <a:srgbClr val="FFFFFF"/>
                  </a:solidFill>
                </a:defRPr>
              </a:pPr>
              <a:endParaRPr sz="3200">
                <a:solidFill>
                  <a:srgbClr val="FFFFFF"/>
                </a:solidFill>
                <a:latin typeface="Calibri"/>
              </a:endParaRPr>
            </a:p>
          </p:txBody>
        </p:sp>
        <p:sp>
          <p:nvSpPr>
            <p:cNvPr id="460846" name="Shape 173"/>
            <p:cNvSpPr>
              <a:spLocks noChangeArrowheads="1"/>
            </p:cNvSpPr>
            <p:nvPr/>
          </p:nvSpPr>
          <p:spPr bwMode="auto">
            <a:xfrm rot="2432266">
              <a:off x="1943639" y="1457955"/>
              <a:ext cx="123878" cy="109854"/>
            </a:xfrm>
            <a:custGeom>
              <a:avLst/>
              <a:gdLst>
                <a:gd name="T0" fmla="*/ 355226 w 21600"/>
                <a:gd name="T1" fmla="*/ 279350 h 21600"/>
                <a:gd name="T2" fmla="*/ 355226 w 21600"/>
                <a:gd name="T3" fmla="*/ 279350 h 21600"/>
                <a:gd name="T4" fmla="*/ 355226 w 21600"/>
                <a:gd name="T5" fmla="*/ 279350 h 21600"/>
                <a:gd name="T6" fmla="*/ 355226 w 21600"/>
                <a:gd name="T7" fmla="*/ 279350 h 21600"/>
                <a:gd name="T8" fmla="*/ 0 60000 65536"/>
                <a:gd name="T9" fmla="*/ 5898240 60000 65536"/>
                <a:gd name="T10" fmla="*/ 11796480 60000 65536"/>
                <a:gd name="T11" fmla="*/ 17694720 60000 65536"/>
                <a:gd name="T12" fmla="*/ 0 w 21600"/>
                <a:gd name="T13" fmla="*/ 0 h 21600"/>
                <a:gd name="T14" fmla="*/ 21600 w 21600"/>
                <a:gd name="T15" fmla="*/ 21600 h 21600"/>
              </a:gdLst>
              <a:ahLst/>
              <a:cxnLst>
                <a:cxn ang="T8">
                  <a:pos x="T0" y="T1"/>
                </a:cxn>
                <a:cxn ang="T9">
                  <a:pos x="T2" y="T3"/>
                </a:cxn>
                <a:cxn ang="T10">
                  <a:pos x="T4" y="T5"/>
                </a:cxn>
                <a:cxn ang="T11">
                  <a:pos x="T6" y="T7"/>
                </a:cxn>
              </a:cxnLst>
              <a:rect l="T12" t="T13" r="T14" b="T15"/>
              <a:pathLst>
                <a:path w="21600" h="21600" extrusionOk="0">
                  <a:moveTo>
                    <a:pt x="0" y="0"/>
                  </a:moveTo>
                  <a:cubicBezTo>
                    <a:pt x="6581" y="134"/>
                    <a:pt x="12773" y="3542"/>
                    <a:pt x="16915" y="9310"/>
                  </a:cubicBezTo>
                  <a:cubicBezTo>
                    <a:pt x="19451" y="12842"/>
                    <a:pt x="21073" y="17095"/>
                    <a:pt x="21600" y="21600"/>
                  </a:cubicBezTo>
                  <a:lnTo>
                    <a:pt x="6732" y="20531"/>
                  </a:lnTo>
                  <a:cubicBezTo>
                    <a:pt x="8982" y="17836"/>
                    <a:pt x="10006" y="14122"/>
                    <a:pt x="9507" y="10464"/>
                  </a:cubicBezTo>
                  <a:cubicBezTo>
                    <a:pt x="8759" y="4977"/>
                    <a:pt x="4882" y="710"/>
                    <a:pt x="0" y="0"/>
                  </a:cubicBezTo>
                  <a:close/>
                </a:path>
              </a:pathLst>
            </a:custGeom>
            <a:solidFill>
              <a:schemeClr val="bg1">
                <a:alpha val="58038"/>
              </a:schemeClr>
            </a:solidFill>
            <a:ln w="6350">
              <a:noFill/>
              <a:miter lim="400000"/>
              <a:headEnd/>
              <a:tailEnd/>
            </a:ln>
          </p:spPr>
          <p:txBody>
            <a:bodyPr lIns="0" tIns="0" rIns="0" bIns="0" anchor="ctr"/>
            <a:lstStyle/>
            <a:p>
              <a:pPr defTabSz="608013"/>
              <a:endParaRPr lang="el-GR" sz="3200">
                <a:solidFill>
                  <a:srgbClr val="070707"/>
                </a:solidFill>
              </a:endParaRPr>
            </a:p>
          </p:txBody>
        </p:sp>
        <p:sp>
          <p:nvSpPr>
            <p:cNvPr id="460847" name="Shape 174"/>
            <p:cNvSpPr>
              <a:spLocks noChangeArrowheads="1"/>
            </p:cNvSpPr>
            <p:nvPr/>
          </p:nvSpPr>
          <p:spPr bwMode="auto">
            <a:xfrm rot="2432266">
              <a:off x="1862487" y="1398197"/>
              <a:ext cx="49518" cy="49518"/>
            </a:xfrm>
            <a:custGeom>
              <a:avLst/>
              <a:gdLst>
                <a:gd name="T0" fmla="*/ 62301 w 19679"/>
                <a:gd name="T1" fmla="*/ 62301 h 19679"/>
                <a:gd name="T2" fmla="*/ 62301 w 19679"/>
                <a:gd name="T3" fmla="*/ 62301 h 19679"/>
                <a:gd name="T4" fmla="*/ 62301 w 19679"/>
                <a:gd name="T5" fmla="*/ 62301 h 19679"/>
                <a:gd name="T6" fmla="*/ 62301 w 19679"/>
                <a:gd name="T7" fmla="*/ 62301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bg1">
                <a:alpha val="58038"/>
              </a:schemeClr>
            </a:solidFill>
            <a:ln w="6350">
              <a:noFill/>
              <a:miter lim="400000"/>
              <a:headEnd/>
              <a:tailEnd/>
            </a:ln>
          </p:spPr>
          <p:txBody>
            <a:bodyPr lIns="0" tIns="0" rIns="0" bIns="0" anchor="ctr"/>
            <a:lstStyle/>
            <a:p>
              <a:pPr defTabSz="608013"/>
              <a:endParaRPr lang="el-GR" sz="3200">
                <a:solidFill>
                  <a:srgbClr val="FFFFFF"/>
                </a:solidFill>
              </a:endParaRPr>
            </a:p>
          </p:txBody>
        </p:sp>
        <p:sp>
          <p:nvSpPr>
            <p:cNvPr id="460848" name="Shape 175"/>
            <p:cNvSpPr>
              <a:spLocks noChangeArrowheads="1"/>
            </p:cNvSpPr>
            <p:nvPr/>
          </p:nvSpPr>
          <p:spPr bwMode="auto">
            <a:xfrm rot="2432266">
              <a:off x="1527965" y="1464406"/>
              <a:ext cx="714825" cy="179772"/>
            </a:xfrm>
            <a:custGeom>
              <a:avLst/>
              <a:gdLst>
                <a:gd name="T0" fmla="*/ 12982760 w 19679"/>
                <a:gd name="T1" fmla="*/ 821128 h 19679"/>
                <a:gd name="T2" fmla="*/ 12982760 w 19679"/>
                <a:gd name="T3" fmla="*/ 821128 h 19679"/>
                <a:gd name="T4" fmla="*/ 12982760 w 19679"/>
                <a:gd name="T5" fmla="*/ 821128 h 19679"/>
                <a:gd name="T6" fmla="*/ 12982760 w 19679"/>
                <a:gd name="T7" fmla="*/ 821128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DCDEE0"/>
            </a:solidFill>
            <a:ln w="12700">
              <a:noFill/>
              <a:miter lim="400000"/>
              <a:headEnd/>
              <a:tailEnd/>
            </a:ln>
          </p:spPr>
          <p:txBody>
            <a:bodyPr lIns="0" tIns="0" rIns="0" bIns="0" anchor="ctr"/>
            <a:lstStyle/>
            <a:p>
              <a:pPr defTabSz="608013"/>
              <a:endParaRPr lang="el-GR" sz="3200">
                <a:solidFill>
                  <a:srgbClr val="FFFFFF"/>
                </a:solidFill>
              </a:endParaRPr>
            </a:p>
          </p:txBody>
        </p:sp>
        <p:sp>
          <p:nvSpPr>
            <p:cNvPr id="460849" name="Shape 176"/>
            <p:cNvSpPr>
              <a:spLocks noChangeArrowheads="1"/>
            </p:cNvSpPr>
            <p:nvPr/>
          </p:nvSpPr>
          <p:spPr bwMode="auto">
            <a:xfrm rot="2432266">
              <a:off x="1518968" y="1479156"/>
              <a:ext cx="714881" cy="172338"/>
            </a:xfrm>
            <a:custGeom>
              <a:avLst/>
              <a:gdLst>
                <a:gd name="T0" fmla="*/ 11829990 w 21600"/>
                <a:gd name="T1" fmla="*/ 704803 h 21070"/>
                <a:gd name="T2" fmla="*/ 11829990 w 21600"/>
                <a:gd name="T3" fmla="*/ 704803 h 21070"/>
                <a:gd name="T4" fmla="*/ 11829990 w 21600"/>
                <a:gd name="T5" fmla="*/ 704803 h 21070"/>
                <a:gd name="T6" fmla="*/ 11829990 w 21600"/>
                <a:gd name="T7" fmla="*/ 704803 h 21070"/>
                <a:gd name="T8" fmla="*/ 0 60000 65536"/>
                <a:gd name="T9" fmla="*/ 5898240 60000 65536"/>
                <a:gd name="T10" fmla="*/ 11796480 60000 65536"/>
                <a:gd name="T11" fmla="*/ 17694720 60000 65536"/>
                <a:gd name="T12" fmla="*/ 0 w 21600"/>
                <a:gd name="T13" fmla="*/ 0 h 21070"/>
                <a:gd name="T14" fmla="*/ 21600 w 21600"/>
                <a:gd name="T15" fmla="*/ 21070 h 21070"/>
              </a:gdLst>
              <a:ahLst/>
              <a:cxnLst>
                <a:cxn ang="T8">
                  <a:pos x="T0" y="T1"/>
                </a:cxn>
                <a:cxn ang="T9">
                  <a:pos x="T2" y="T3"/>
                </a:cxn>
                <a:cxn ang="T10">
                  <a:pos x="T4" y="T5"/>
                </a:cxn>
                <a:cxn ang="T11">
                  <a:pos x="T6" y="T7"/>
                </a:cxn>
              </a:cxnLst>
              <a:rect l="T12" t="T13" r="T14" b="T15"/>
              <a:pathLst>
                <a:path w="21600" h="21070" extrusionOk="0">
                  <a:moveTo>
                    <a:pt x="0" y="9124"/>
                  </a:moveTo>
                  <a:cubicBezTo>
                    <a:pt x="88" y="10438"/>
                    <a:pt x="219" y="11697"/>
                    <a:pt x="391" y="12868"/>
                  </a:cubicBezTo>
                  <a:cubicBezTo>
                    <a:pt x="626" y="14474"/>
                    <a:pt x="933" y="15889"/>
                    <a:pt x="1296" y="17042"/>
                  </a:cubicBezTo>
                  <a:cubicBezTo>
                    <a:pt x="4496" y="19809"/>
                    <a:pt x="7760" y="21158"/>
                    <a:pt x="11032" y="21066"/>
                  </a:cubicBezTo>
                  <a:cubicBezTo>
                    <a:pt x="14158" y="20978"/>
                    <a:pt x="17272" y="19575"/>
                    <a:pt x="20326" y="16881"/>
                  </a:cubicBezTo>
                  <a:cubicBezTo>
                    <a:pt x="20659" y="15925"/>
                    <a:pt x="20943" y="14720"/>
                    <a:pt x="21164" y="13331"/>
                  </a:cubicBezTo>
                  <a:cubicBezTo>
                    <a:pt x="21372" y="12020"/>
                    <a:pt x="21520" y="10567"/>
                    <a:pt x="21600" y="9042"/>
                  </a:cubicBezTo>
                  <a:cubicBezTo>
                    <a:pt x="17940" y="2628"/>
                    <a:pt x="13975" y="-442"/>
                    <a:pt x="9989" y="52"/>
                  </a:cubicBezTo>
                  <a:cubicBezTo>
                    <a:pt x="6547" y="478"/>
                    <a:pt x="3157" y="3557"/>
                    <a:pt x="0" y="9124"/>
                  </a:cubicBezTo>
                  <a:close/>
                </a:path>
              </a:pathLst>
            </a:custGeom>
            <a:solidFill>
              <a:srgbClr val="DCDEE0"/>
            </a:solidFill>
            <a:ln w="12700">
              <a:noFill/>
              <a:miter lim="400000"/>
              <a:headEnd/>
              <a:tailEnd/>
            </a:ln>
          </p:spPr>
          <p:txBody>
            <a:bodyPr lIns="0" tIns="0" rIns="0" bIns="0" anchor="ctr"/>
            <a:lstStyle/>
            <a:p>
              <a:pPr defTabSz="608013"/>
              <a:endParaRPr lang="el-GR" sz="3200">
                <a:solidFill>
                  <a:srgbClr val="070707"/>
                </a:solidFill>
              </a:endParaRPr>
            </a:p>
          </p:txBody>
        </p:sp>
        <p:sp>
          <p:nvSpPr>
            <p:cNvPr id="460850" name="Shape 177"/>
            <p:cNvSpPr>
              <a:spLocks noChangeArrowheads="1"/>
            </p:cNvSpPr>
            <p:nvPr/>
          </p:nvSpPr>
          <p:spPr bwMode="auto">
            <a:xfrm rot="2432266">
              <a:off x="1528952" y="1529087"/>
              <a:ext cx="636958" cy="139149"/>
            </a:xfrm>
            <a:custGeom>
              <a:avLst/>
              <a:gdLst>
                <a:gd name="T0" fmla="*/ 10308336 w 19679"/>
                <a:gd name="T1" fmla="*/ 491961 h 19679"/>
                <a:gd name="T2" fmla="*/ 10308336 w 19679"/>
                <a:gd name="T3" fmla="*/ 491961 h 19679"/>
                <a:gd name="T4" fmla="*/ 10308336 w 19679"/>
                <a:gd name="T5" fmla="*/ 491961 h 19679"/>
                <a:gd name="T6" fmla="*/ 10308336 w 19679"/>
                <a:gd name="T7" fmla="*/ 491961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A6AAA9"/>
            </a:solidFill>
            <a:ln w="12700">
              <a:noFill/>
              <a:miter lim="400000"/>
              <a:headEnd/>
              <a:tailEnd/>
            </a:ln>
          </p:spPr>
          <p:txBody>
            <a:bodyPr lIns="0" tIns="0" rIns="0" bIns="0" anchor="ctr"/>
            <a:lstStyle/>
            <a:p>
              <a:pPr defTabSz="608013"/>
              <a:endParaRPr lang="el-GR" sz="3200">
                <a:solidFill>
                  <a:srgbClr val="FFFFFF"/>
                </a:solidFill>
              </a:endParaRPr>
            </a:p>
          </p:txBody>
        </p:sp>
        <p:sp>
          <p:nvSpPr>
            <p:cNvPr id="460851" name="Shape 178"/>
            <p:cNvSpPr>
              <a:spLocks noChangeArrowheads="1"/>
            </p:cNvSpPr>
            <p:nvPr/>
          </p:nvSpPr>
          <p:spPr bwMode="auto">
            <a:xfrm rot="2432266">
              <a:off x="1732902" y="1573642"/>
              <a:ext cx="229058" cy="50040"/>
            </a:xfrm>
            <a:custGeom>
              <a:avLst/>
              <a:gdLst>
                <a:gd name="T0" fmla="*/ 1333085 w 19679"/>
                <a:gd name="T1" fmla="*/ 63621 h 19679"/>
                <a:gd name="T2" fmla="*/ 1333085 w 19679"/>
                <a:gd name="T3" fmla="*/ 63621 h 19679"/>
                <a:gd name="T4" fmla="*/ 1333085 w 19679"/>
                <a:gd name="T5" fmla="*/ 63621 h 19679"/>
                <a:gd name="T6" fmla="*/ 1333085 w 19679"/>
                <a:gd name="T7" fmla="*/ 63621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53585F"/>
            </a:solidFill>
            <a:ln w="12700">
              <a:noFill/>
              <a:miter lim="400000"/>
              <a:headEnd/>
              <a:tailEnd/>
            </a:ln>
          </p:spPr>
          <p:txBody>
            <a:bodyPr lIns="0" tIns="0" rIns="0" bIns="0" anchor="ctr"/>
            <a:lstStyle/>
            <a:p>
              <a:pPr defTabSz="608013"/>
              <a:endParaRPr lang="el-GR" sz="3200">
                <a:solidFill>
                  <a:srgbClr val="FFFFFF"/>
                </a:solidFill>
              </a:endParaRPr>
            </a:p>
          </p:txBody>
        </p:sp>
      </p:grpSp>
      <p:sp>
        <p:nvSpPr>
          <p:cNvPr id="135" name="TextBox 134"/>
          <p:cNvSpPr txBox="1">
            <a:spLocks noChangeArrowheads="1"/>
          </p:cNvSpPr>
          <p:nvPr/>
        </p:nvSpPr>
        <p:spPr bwMode="auto">
          <a:xfrm>
            <a:off x="-31967" y="3803113"/>
            <a:ext cx="8241291" cy="1600424"/>
          </a:xfrm>
          <a:prstGeom prst="rect">
            <a:avLst/>
          </a:prstGeom>
          <a:noFill/>
          <a:ln w="9525">
            <a:noFill/>
            <a:miter lim="800000"/>
            <a:headEnd/>
            <a:tailEnd/>
          </a:ln>
        </p:spPr>
        <p:txBody>
          <a:bodyPr wrap="square" lIns="121907" tIns="60953" rIns="121907" bIns="60953">
            <a:spAutoFit/>
          </a:bodyPr>
          <a:lstStyle/>
          <a:p>
            <a:pPr lvl="2" algn="ctr" rtl="1"/>
            <a:r>
              <a:rPr lang="ar-SA" sz="3200" b="1" dirty="0"/>
              <a:t>أصبح دور المعلم في عصر الإنترنت وعصر التكنولوجيا مرتبطاً بأربع مجالات مهمة، وهي (دروزة، 1999):</a:t>
            </a:r>
            <a:endParaRPr lang="en-US" sz="3200" b="1" dirty="0">
              <a:solidFill>
                <a:srgbClr val="070707"/>
              </a:solidFill>
            </a:endParaRPr>
          </a:p>
        </p:txBody>
      </p:sp>
      <p:sp>
        <p:nvSpPr>
          <p:cNvPr id="4" name="Oval 3"/>
          <p:cNvSpPr/>
          <p:nvPr/>
        </p:nvSpPr>
        <p:spPr>
          <a:xfrm>
            <a:off x="6650038" y="763588"/>
            <a:ext cx="82550" cy="8255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05" name="Oval 104"/>
          <p:cNvSpPr/>
          <p:nvPr/>
        </p:nvSpPr>
        <p:spPr>
          <a:xfrm>
            <a:off x="9063038" y="-41275"/>
            <a:ext cx="82550" cy="8255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06" name="Oval 105"/>
          <p:cNvSpPr/>
          <p:nvPr/>
        </p:nvSpPr>
        <p:spPr>
          <a:xfrm>
            <a:off x="9698038" y="877888"/>
            <a:ext cx="82550" cy="8255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16" name="Oval 115"/>
          <p:cNvSpPr/>
          <p:nvPr/>
        </p:nvSpPr>
        <p:spPr>
          <a:xfrm>
            <a:off x="11326813" y="149225"/>
            <a:ext cx="82550" cy="8255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17" name="Oval 116"/>
          <p:cNvSpPr/>
          <p:nvPr/>
        </p:nvSpPr>
        <p:spPr>
          <a:xfrm>
            <a:off x="11920538" y="741363"/>
            <a:ext cx="60325" cy="61912"/>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32" name="Oval 131"/>
          <p:cNvSpPr/>
          <p:nvPr/>
        </p:nvSpPr>
        <p:spPr>
          <a:xfrm>
            <a:off x="10447338" y="276225"/>
            <a:ext cx="60325" cy="6032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33" name="Oval 132"/>
          <p:cNvSpPr/>
          <p:nvPr/>
        </p:nvSpPr>
        <p:spPr>
          <a:xfrm>
            <a:off x="7018338" y="0"/>
            <a:ext cx="60325" cy="6032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37" name="Oval 136"/>
          <p:cNvSpPr/>
          <p:nvPr/>
        </p:nvSpPr>
        <p:spPr>
          <a:xfrm>
            <a:off x="3525838" y="127000"/>
            <a:ext cx="60325" cy="6032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6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8366495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135"/>
                                        </p:tgtEl>
                                        <p:attrNameLst>
                                          <p:attrName>style.visibility</p:attrName>
                                        </p:attrNameLst>
                                      </p:cBhvr>
                                      <p:to>
                                        <p:strVal val="visible"/>
                                      </p:to>
                                    </p:set>
                                    <p:anim calcmode="lin" valueType="num">
                                      <p:cBhvr additive="base">
                                        <p:cTn id="12" dur="500" fill="hold"/>
                                        <p:tgtEl>
                                          <p:spTgt spid="135"/>
                                        </p:tgtEl>
                                        <p:attrNameLst>
                                          <p:attrName>ppt_x</p:attrName>
                                        </p:attrNameLst>
                                      </p:cBhvr>
                                      <p:tavLst>
                                        <p:tav tm="0">
                                          <p:val>
                                            <p:strVal val="0-#ppt_w/2"/>
                                          </p:val>
                                        </p:tav>
                                        <p:tav tm="100000">
                                          <p:val>
                                            <p:strVal val="#ppt_x"/>
                                          </p:val>
                                        </p:tav>
                                      </p:tavLst>
                                    </p:anim>
                                    <p:anim calcmode="lin" valueType="num">
                                      <p:cBhvr additive="base">
                                        <p:cTn id="13" dur="500" fill="hold"/>
                                        <p:tgtEl>
                                          <p:spTgt spid="135"/>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30" presetClass="entr" presetSubtype="0" fill="hold"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800" decel="100000"/>
                                        <p:tgtEl>
                                          <p:spTgt spid="9"/>
                                        </p:tgtEl>
                                      </p:cBhvr>
                                    </p:animEffect>
                                    <p:anim calcmode="lin" valueType="num">
                                      <p:cBhvr>
                                        <p:cTn id="18" dur="800" decel="100000" fill="hold"/>
                                        <p:tgtEl>
                                          <p:spTgt spid="9"/>
                                        </p:tgtEl>
                                        <p:attrNameLst>
                                          <p:attrName>style.rotation</p:attrName>
                                        </p:attrNameLst>
                                      </p:cBhvr>
                                      <p:tavLst>
                                        <p:tav tm="0">
                                          <p:val>
                                            <p:fltVal val="-90"/>
                                          </p:val>
                                        </p:tav>
                                        <p:tav tm="100000">
                                          <p:val>
                                            <p:fltVal val="0"/>
                                          </p:val>
                                        </p:tav>
                                      </p:tavLst>
                                    </p:anim>
                                    <p:anim calcmode="lin" valueType="num">
                                      <p:cBhvr>
                                        <p:cTn id="19" dur="800" decel="100000" fill="hold"/>
                                        <p:tgtEl>
                                          <p:spTgt spid="9"/>
                                        </p:tgtEl>
                                        <p:attrNameLst>
                                          <p:attrName>ppt_x</p:attrName>
                                        </p:attrNameLst>
                                      </p:cBhvr>
                                      <p:tavLst>
                                        <p:tav tm="0">
                                          <p:val>
                                            <p:strVal val="#ppt_x+0.4"/>
                                          </p:val>
                                        </p:tav>
                                        <p:tav tm="100000">
                                          <p:val>
                                            <p:strVal val="#ppt_x-0.05"/>
                                          </p:val>
                                        </p:tav>
                                      </p:tavLst>
                                    </p:anim>
                                    <p:anim calcmode="lin" valueType="num">
                                      <p:cBhvr>
                                        <p:cTn id="20" dur="800" decel="100000" fill="hold"/>
                                        <p:tgtEl>
                                          <p:spTgt spid="9"/>
                                        </p:tgtEl>
                                        <p:attrNameLst>
                                          <p:attrName>ppt_y</p:attrName>
                                        </p:attrNameLst>
                                      </p:cBhvr>
                                      <p:tavLst>
                                        <p:tav tm="0">
                                          <p:val>
                                            <p:strVal val="#ppt_y-0.4"/>
                                          </p:val>
                                        </p:tav>
                                        <p:tav tm="100000">
                                          <p:val>
                                            <p:strVal val="#ppt_y+0.1"/>
                                          </p:val>
                                        </p:tav>
                                      </p:tavLst>
                                    </p:anim>
                                    <p:anim calcmode="lin" valueType="num">
                                      <p:cBhvr>
                                        <p:cTn id="21" dur="200" accel="100000" fill="hold">
                                          <p:stCondLst>
                                            <p:cond delay="800"/>
                                          </p:stCondLst>
                                        </p:cTn>
                                        <p:tgtEl>
                                          <p:spTgt spid="9"/>
                                        </p:tgtEl>
                                        <p:attrNameLst>
                                          <p:attrName>ppt_x</p:attrName>
                                        </p:attrNameLst>
                                      </p:cBhvr>
                                      <p:tavLst>
                                        <p:tav tm="0">
                                          <p:val>
                                            <p:strVal val="#ppt_x-0.05"/>
                                          </p:val>
                                        </p:tav>
                                        <p:tav tm="100000">
                                          <p:val>
                                            <p:strVal val="#ppt_x"/>
                                          </p:val>
                                        </p:tav>
                                      </p:tavLst>
                                    </p:anim>
                                    <p:anim calcmode="lin" valueType="num">
                                      <p:cBhvr>
                                        <p:cTn id="22" dur="200" accel="100000" fill="hold">
                                          <p:stCondLst>
                                            <p:cond delay="800"/>
                                          </p:stCondLst>
                                        </p:cTn>
                                        <p:tgtEl>
                                          <p:spTgt spid="9"/>
                                        </p:tgtEl>
                                        <p:attrNameLst>
                                          <p:attrName>ppt_y</p:attrName>
                                        </p:attrNameLst>
                                      </p:cBhvr>
                                      <p:tavLst>
                                        <p:tav tm="0">
                                          <p:val>
                                            <p:strVal val="#ppt_y+0.1"/>
                                          </p:val>
                                        </p:tav>
                                        <p:tav tm="100000">
                                          <p:val>
                                            <p:strVal val="#ppt_y"/>
                                          </p:val>
                                        </p:tav>
                                      </p:tavLst>
                                    </p:anim>
                                  </p:childTnLst>
                                </p:cTn>
                              </p:par>
                            </p:childTnLst>
                          </p:cTn>
                        </p:par>
                        <p:par>
                          <p:cTn id="23" fill="hold">
                            <p:stCondLst>
                              <p:cond delay="2000"/>
                            </p:stCondLst>
                            <p:childTnLst>
                              <p:par>
                                <p:cTn id="24" presetID="26" presetClass="emph" presetSubtype="0" fill="hold" nodeType="afterEffect">
                                  <p:stCondLst>
                                    <p:cond delay="0"/>
                                  </p:stCondLst>
                                  <p:childTnLst>
                                    <p:animEffect transition="out" filter="fade">
                                      <p:cBhvr>
                                        <p:cTn id="25" dur="500" tmFilter="0, 0; .2, .5; .8, .5; 1, 0"/>
                                        <p:tgtEl>
                                          <p:spTgt spid="10"/>
                                        </p:tgtEl>
                                      </p:cBhvr>
                                    </p:animEffect>
                                    <p:animScale>
                                      <p:cBhvr>
                                        <p:cTn id="26" dur="250" autoRev="1" fill="hold"/>
                                        <p:tgtEl>
                                          <p:spTgt spid="10"/>
                                        </p:tgtEl>
                                      </p:cBhvr>
                                      <p:by x="105000" y="105000"/>
                                    </p:animScale>
                                  </p:childTnLst>
                                </p:cTn>
                              </p:par>
                            </p:childTnLst>
                          </p:cTn>
                        </p:par>
                        <p:par>
                          <p:cTn id="27" fill="hold">
                            <p:stCondLst>
                              <p:cond delay="2500"/>
                            </p:stCondLst>
                            <p:childTnLst>
                              <p:par>
                                <p:cTn id="28" presetID="30" presetClass="entr" presetSubtype="0" fill="hold" nodeType="after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fade">
                                      <p:cBhvr>
                                        <p:cTn id="30" dur="800" decel="100000"/>
                                        <p:tgtEl>
                                          <p:spTgt spid="5"/>
                                        </p:tgtEl>
                                      </p:cBhvr>
                                    </p:animEffect>
                                    <p:anim calcmode="lin" valueType="num">
                                      <p:cBhvr>
                                        <p:cTn id="31" dur="800" decel="100000" fill="hold"/>
                                        <p:tgtEl>
                                          <p:spTgt spid="5"/>
                                        </p:tgtEl>
                                        <p:attrNameLst>
                                          <p:attrName>style.rotation</p:attrName>
                                        </p:attrNameLst>
                                      </p:cBhvr>
                                      <p:tavLst>
                                        <p:tav tm="0">
                                          <p:val>
                                            <p:fltVal val="-90"/>
                                          </p:val>
                                        </p:tav>
                                        <p:tav tm="100000">
                                          <p:val>
                                            <p:fltVal val="0"/>
                                          </p:val>
                                        </p:tav>
                                      </p:tavLst>
                                    </p:anim>
                                    <p:anim calcmode="lin" valueType="num">
                                      <p:cBhvr>
                                        <p:cTn id="32" dur="800" decel="100000" fill="hold"/>
                                        <p:tgtEl>
                                          <p:spTgt spid="5"/>
                                        </p:tgtEl>
                                        <p:attrNameLst>
                                          <p:attrName>ppt_x</p:attrName>
                                        </p:attrNameLst>
                                      </p:cBhvr>
                                      <p:tavLst>
                                        <p:tav tm="0">
                                          <p:val>
                                            <p:strVal val="#ppt_x+0.4"/>
                                          </p:val>
                                        </p:tav>
                                        <p:tav tm="100000">
                                          <p:val>
                                            <p:strVal val="#ppt_x-0.05"/>
                                          </p:val>
                                        </p:tav>
                                      </p:tavLst>
                                    </p:anim>
                                    <p:anim calcmode="lin" valueType="num">
                                      <p:cBhvr>
                                        <p:cTn id="33" dur="800" decel="100000" fill="hold"/>
                                        <p:tgtEl>
                                          <p:spTgt spid="5"/>
                                        </p:tgtEl>
                                        <p:attrNameLst>
                                          <p:attrName>ppt_y</p:attrName>
                                        </p:attrNameLst>
                                      </p:cBhvr>
                                      <p:tavLst>
                                        <p:tav tm="0">
                                          <p:val>
                                            <p:strVal val="#ppt_y-0.4"/>
                                          </p:val>
                                        </p:tav>
                                        <p:tav tm="100000">
                                          <p:val>
                                            <p:strVal val="#ppt_y+0.1"/>
                                          </p:val>
                                        </p:tav>
                                      </p:tavLst>
                                    </p:anim>
                                    <p:anim calcmode="lin" valueType="num">
                                      <p:cBhvr>
                                        <p:cTn id="34"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35"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35"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8" name="Group 14"/>
          <p:cNvGrpSpPr>
            <a:grpSpLocks/>
          </p:cNvGrpSpPr>
          <p:nvPr/>
        </p:nvGrpSpPr>
        <p:grpSpPr bwMode="auto">
          <a:xfrm>
            <a:off x="2072641" y="886088"/>
            <a:ext cx="7961984" cy="5354687"/>
            <a:chOff x="0" y="2631"/>
            <a:chExt cx="15222" cy="10237"/>
          </a:xfrm>
        </p:grpSpPr>
        <p:sp>
          <p:nvSpPr>
            <p:cNvPr id="1039" name="Freeform 15"/>
            <p:cNvSpPr>
              <a:spLocks/>
            </p:cNvSpPr>
            <p:nvPr/>
          </p:nvSpPr>
          <p:spPr bwMode="auto">
            <a:xfrm>
              <a:off x="0" y="2631"/>
              <a:ext cx="15222" cy="10237"/>
            </a:xfrm>
            <a:custGeom>
              <a:avLst/>
              <a:gdLst/>
              <a:ahLst/>
              <a:cxnLst>
                <a:cxn ang="0">
                  <a:pos x="10" y="10236"/>
                </a:cxn>
                <a:cxn ang="0">
                  <a:pos x="3112" y="10236"/>
                </a:cxn>
                <a:cxn ang="0">
                  <a:pos x="13348" y="0"/>
                </a:cxn>
                <a:cxn ang="0">
                  <a:pos x="15232" y="0"/>
                </a:cxn>
              </a:cxnLst>
              <a:rect l="0" t="0" r="r" b="b"/>
              <a:pathLst>
                <a:path w="15222" h="10237">
                  <a:moveTo>
                    <a:pt x="10" y="10236"/>
                  </a:moveTo>
                  <a:lnTo>
                    <a:pt x="3112" y="10236"/>
                  </a:lnTo>
                  <a:lnTo>
                    <a:pt x="13348" y="0"/>
                  </a:lnTo>
                  <a:lnTo>
                    <a:pt x="15232" y="0"/>
                  </a:lnTo>
                </a:path>
              </a:pathLst>
            </a:custGeom>
            <a:noFill/>
            <a:ln w="88900">
              <a:solidFill>
                <a:srgbClr val="00ACC1"/>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40" name="Group 16"/>
          <p:cNvGrpSpPr>
            <a:grpSpLocks/>
          </p:cNvGrpSpPr>
          <p:nvPr/>
        </p:nvGrpSpPr>
        <p:grpSpPr bwMode="auto">
          <a:xfrm>
            <a:off x="9742235" y="586367"/>
            <a:ext cx="371894" cy="598918"/>
            <a:chOff x="14663" y="2058"/>
            <a:chExt cx="711" cy="1145"/>
          </a:xfrm>
        </p:grpSpPr>
        <p:sp>
          <p:nvSpPr>
            <p:cNvPr id="1041" name="Freeform 17"/>
            <p:cNvSpPr>
              <a:spLocks/>
            </p:cNvSpPr>
            <p:nvPr/>
          </p:nvSpPr>
          <p:spPr bwMode="auto">
            <a:xfrm>
              <a:off x="14663" y="2058"/>
              <a:ext cx="711" cy="1145"/>
            </a:xfrm>
            <a:custGeom>
              <a:avLst/>
              <a:gdLst/>
              <a:ahLst/>
              <a:cxnLst>
                <a:cxn ang="0">
                  <a:pos x="95" y="0"/>
                </a:cxn>
                <a:cxn ang="0">
                  <a:pos x="0" y="103"/>
                </a:cxn>
                <a:cxn ang="0">
                  <a:pos x="505" y="573"/>
                </a:cxn>
                <a:cxn ang="0">
                  <a:pos x="0" y="1043"/>
                </a:cxn>
                <a:cxn ang="0">
                  <a:pos x="95" y="1145"/>
                </a:cxn>
                <a:cxn ang="0">
                  <a:pos x="711" y="573"/>
                </a:cxn>
                <a:cxn ang="0">
                  <a:pos x="95" y="0"/>
                </a:cxn>
              </a:cxnLst>
              <a:rect l="0" t="0" r="r" b="b"/>
              <a:pathLst>
                <a:path w="711" h="1145">
                  <a:moveTo>
                    <a:pt x="95" y="0"/>
                  </a:moveTo>
                  <a:lnTo>
                    <a:pt x="0" y="103"/>
                  </a:lnTo>
                  <a:lnTo>
                    <a:pt x="505" y="573"/>
                  </a:lnTo>
                  <a:lnTo>
                    <a:pt x="0" y="1043"/>
                  </a:lnTo>
                  <a:lnTo>
                    <a:pt x="95" y="1145"/>
                  </a:lnTo>
                  <a:lnTo>
                    <a:pt x="711" y="573"/>
                  </a:lnTo>
                  <a:lnTo>
                    <a:pt x="95" y="0"/>
                  </a:lnTo>
                </a:path>
              </a:pathLst>
            </a:custGeom>
            <a:solidFill>
              <a:srgbClr val="00ACC1"/>
            </a:solidFill>
            <a:ln w="9525">
              <a:no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84" name="Group 60"/>
          <p:cNvGrpSpPr>
            <a:grpSpLocks/>
          </p:cNvGrpSpPr>
          <p:nvPr/>
        </p:nvGrpSpPr>
        <p:grpSpPr bwMode="auto">
          <a:xfrm>
            <a:off x="6052059" y="1636042"/>
            <a:ext cx="1046" cy="484888"/>
            <a:chOff x="8478" y="3133"/>
            <a:chExt cx="2" cy="927"/>
          </a:xfrm>
        </p:grpSpPr>
        <p:sp>
          <p:nvSpPr>
            <p:cNvPr id="1085" name="Freeform 61"/>
            <p:cNvSpPr>
              <a:spLocks/>
            </p:cNvSpPr>
            <p:nvPr/>
          </p:nvSpPr>
          <p:spPr bwMode="auto">
            <a:xfrm>
              <a:off x="8478" y="3133"/>
              <a:ext cx="2" cy="927"/>
            </a:xfrm>
            <a:custGeom>
              <a:avLst/>
              <a:gdLst/>
              <a:ahLst/>
              <a:cxnLst>
                <a:cxn ang="0">
                  <a:pos x="0" y="0"/>
                </a:cxn>
                <a:cxn ang="0">
                  <a:pos x="0" y="927"/>
                </a:cxn>
              </a:cxnLst>
              <a:rect l="0" t="0" r="r" b="b"/>
              <a:pathLst>
                <a:path h="927">
                  <a:moveTo>
                    <a:pt x="0" y="0"/>
                  </a:moveTo>
                  <a:lnTo>
                    <a:pt x="0" y="927"/>
                  </a:lnTo>
                </a:path>
              </a:pathLst>
            </a:custGeom>
            <a:noFill/>
            <a:ln w="54610">
              <a:solidFill>
                <a:srgbClr val="E64918"/>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88" name="Group 64"/>
          <p:cNvGrpSpPr>
            <a:grpSpLocks/>
          </p:cNvGrpSpPr>
          <p:nvPr/>
        </p:nvGrpSpPr>
        <p:grpSpPr bwMode="auto">
          <a:xfrm>
            <a:off x="3478619" y="4425714"/>
            <a:ext cx="1046" cy="304428"/>
            <a:chOff x="2688" y="9398"/>
            <a:chExt cx="2" cy="582"/>
          </a:xfrm>
        </p:grpSpPr>
        <p:sp>
          <p:nvSpPr>
            <p:cNvPr id="1089" name="Freeform 65"/>
            <p:cNvSpPr>
              <a:spLocks/>
            </p:cNvSpPr>
            <p:nvPr/>
          </p:nvSpPr>
          <p:spPr bwMode="auto">
            <a:xfrm>
              <a:off x="2688" y="9398"/>
              <a:ext cx="2" cy="582"/>
            </a:xfrm>
            <a:custGeom>
              <a:avLst/>
              <a:gdLst/>
              <a:ahLst/>
              <a:cxnLst>
                <a:cxn ang="0">
                  <a:pos x="0" y="0"/>
                </a:cxn>
                <a:cxn ang="0">
                  <a:pos x="0" y="582"/>
                </a:cxn>
              </a:cxnLst>
              <a:rect l="0" t="0" r="r" b="b"/>
              <a:pathLst>
                <a:path h="582">
                  <a:moveTo>
                    <a:pt x="0" y="0"/>
                  </a:moveTo>
                  <a:lnTo>
                    <a:pt x="0" y="582"/>
                  </a:lnTo>
                </a:path>
              </a:pathLst>
            </a:custGeom>
            <a:noFill/>
            <a:ln w="54610">
              <a:solidFill>
                <a:srgbClr val="8AB72C"/>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90" name="Group 66"/>
          <p:cNvGrpSpPr>
            <a:grpSpLocks/>
          </p:cNvGrpSpPr>
          <p:nvPr/>
        </p:nvGrpSpPr>
        <p:grpSpPr bwMode="auto">
          <a:xfrm>
            <a:off x="6135225" y="2258497"/>
            <a:ext cx="783540" cy="783562"/>
            <a:chOff x="8637" y="4323"/>
            <a:chExt cx="1498" cy="1498"/>
          </a:xfrm>
        </p:grpSpPr>
        <p:sp>
          <p:nvSpPr>
            <p:cNvPr id="1091" name="Freeform 67"/>
            <p:cNvSpPr>
              <a:spLocks/>
            </p:cNvSpPr>
            <p:nvPr/>
          </p:nvSpPr>
          <p:spPr bwMode="auto">
            <a:xfrm>
              <a:off x="8637" y="4323"/>
              <a:ext cx="1498" cy="1498"/>
            </a:xfrm>
            <a:custGeom>
              <a:avLst/>
              <a:gdLst/>
              <a:ahLst/>
              <a:cxnLst>
                <a:cxn ang="0">
                  <a:pos x="1498" y="1499"/>
                </a:cxn>
                <a:cxn ang="0">
                  <a:pos x="0" y="0"/>
                </a:cxn>
              </a:cxnLst>
              <a:rect l="0" t="0" r="r" b="b"/>
              <a:pathLst>
                <a:path w="1498" h="1498">
                  <a:moveTo>
                    <a:pt x="1498" y="1499"/>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92" name="Group 68"/>
          <p:cNvGrpSpPr>
            <a:grpSpLocks/>
          </p:cNvGrpSpPr>
          <p:nvPr/>
        </p:nvGrpSpPr>
        <p:grpSpPr bwMode="auto">
          <a:xfrm>
            <a:off x="6599701" y="2726124"/>
            <a:ext cx="638130" cy="638148"/>
            <a:chOff x="9525" y="5217"/>
            <a:chExt cx="1220" cy="1220"/>
          </a:xfrm>
        </p:grpSpPr>
        <p:sp>
          <p:nvSpPr>
            <p:cNvPr id="1093" name="Freeform 69"/>
            <p:cNvSpPr>
              <a:spLocks/>
            </p:cNvSpPr>
            <p:nvPr/>
          </p:nvSpPr>
          <p:spPr bwMode="auto">
            <a:xfrm>
              <a:off x="9525" y="5217"/>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64918"/>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rPr>
                <a:t>3</a:t>
              </a:r>
              <a:endParaRPr lang="en-US" sz="2880" dirty="0">
                <a:solidFill>
                  <a:prstClr val="white"/>
                </a:solidFill>
                <a:latin typeface="Sosa" pitchFamily="2" charset="0"/>
              </a:endParaRPr>
            </a:p>
          </p:txBody>
        </p:sp>
      </p:grpSp>
      <p:grpSp>
        <p:nvGrpSpPr>
          <p:cNvPr id="1114" name="Group 90"/>
          <p:cNvGrpSpPr>
            <a:grpSpLocks/>
          </p:cNvGrpSpPr>
          <p:nvPr/>
        </p:nvGrpSpPr>
        <p:grpSpPr bwMode="auto">
          <a:xfrm>
            <a:off x="8130172" y="1803032"/>
            <a:ext cx="808124" cy="804485"/>
            <a:chOff x="11581" y="4384"/>
            <a:chExt cx="1545" cy="1538"/>
          </a:xfrm>
        </p:grpSpPr>
        <p:sp>
          <p:nvSpPr>
            <p:cNvPr id="1115" name="Freeform 91"/>
            <p:cNvSpPr>
              <a:spLocks/>
            </p:cNvSpPr>
            <p:nvPr/>
          </p:nvSpPr>
          <p:spPr bwMode="auto">
            <a:xfrm>
              <a:off x="11581" y="4384"/>
              <a:ext cx="1545" cy="1538"/>
            </a:xfrm>
            <a:custGeom>
              <a:avLst/>
              <a:gdLst/>
              <a:ahLst/>
              <a:cxnLst>
                <a:cxn ang="0">
                  <a:pos x="0" y="0"/>
                </a:cxn>
                <a:cxn ang="0">
                  <a:pos x="1546" y="1538"/>
                </a:cxn>
              </a:cxnLst>
              <a:rect l="0" t="0" r="r" b="b"/>
              <a:pathLst>
                <a:path w="1545" h="1538">
                  <a:moveTo>
                    <a:pt x="0" y="0"/>
                  </a:moveTo>
                  <a:lnTo>
                    <a:pt x="1546" y="1538"/>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116" name="Group 92"/>
          <p:cNvGrpSpPr>
            <a:grpSpLocks/>
          </p:cNvGrpSpPr>
          <p:nvPr/>
        </p:nvGrpSpPr>
        <p:grpSpPr bwMode="auto">
          <a:xfrm>
            <a:off x="9029831" y="2713178"/>
            <a:ext cx="1046" cy="376612"/>
            <a:chOff x="13301" y="6124"/>
            <a:chExt cx="2" cy="720"/>
          </a:xfrm>
        </p:grpSpPr>
        <p:sp>
          <p:nvSpPr>
            <p:cNvPr id="1117" name="Freeform 93"/>
            <p:cNvSpPr>
              <a:spLocks/>
            </p:cNvSpPr>
            <p:nvPr/>
          </p:nvSpPr>
          <p:spPr bwMode="auto">
            <a:xfrm>
              <a:off x="13301" y="6124"/>
              <a:ext cx="2" cy="720"/>
            </a:xfrm>
            <a:custGeom>
              <a:avLst/>
              <a:gdLst/>
              <a:ahLst/>
              <a:cxnLst>
                <a:cxn ang="0">
                  <a:pos x="0" y="0"/>
                </a:cxn>
                <a:cxn ang="0">
                  <a:pos x="0" y="720"/>
                </a:cxn>
              </a:cxnLst>
              <a:rect l="0" t="0" r="r" b="b"/>
              <a:pathLst>
                <a:path h="720">
                  <a:moveTo>
                    <a:pt x="0" y="0"/>
                  </a:moveTo>
                  <a:lnTo>
                    <a:pt x="0" y="720"/>
                  </a:lnTo>
                </a:path>
              </a:pathLst>
            </a:custGeom>
            <a:noFill/>
            <a:ln w="52070">
              <a:solidFill>
                <a:srgbClr val="00BEA4"/>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120" name="Group 96"/>
          <p:cNvGrpSpPr>
            <a:grpSpLocks/>
          </p:cNvGrpSpPr>
          <p:nvPr/>
        </p:nvGrpSpPr>
        <p:grpSpPr bwMode="auto">
          <a:xfrm>
            <a:off x="6525858" y="5155572"/>
            <a:ext cx="1046" cy="336858"/>
            <a:chOff x="7452" y="11941"/>
            <a:chExt cx="2" cy="644"/>
          </a:xfrm>
        </p:grpSpPr>
        <p:sp>
          <p:nvSpPr>
            <p:cNvPr id="1121" name="Freeform 97"/>
            <p:cNvSpPr>
              <a:spLocks/>
            </p:cNvSpPr>
            <p:nvPr/>
          </p:nvSpPr>
          <p:spPr bwMode="auto">
            <a:xfrm>
              <a:off x="7452" y="11941"/>
              <a:ext cx="2" cy="644"/>
            </a:xfrm>
            <a:custGeom>
              <a:avLst/>
              <a:gdLst/>
              <a:ahLst/>
              <a:cxnLst>
                <a:cxn ang="0">
                  <a:pos x="0" y="0"/>
                </a:cxn>
                <a:cxn ang="0">
                  <a:pos x="0" y="644"/>
                </a:cxn>
              </a:cxnLst>
              <a:rect l="0" t="0" r="r" b="b"/>
              <a:pathLst>
                <a:path h="644">
                  <a:moveTo>
                    <a:pt x="0" y="0"/>
                  </a:moveTo>
                  <a:lnTo>
                    <a:pt x="0" y="644"/>
                  </a:lnTo>
                </a:path>
              </a:pathLst>
            </a:custGeom>
            <a:noFill/>
            <a:ln w="54623">
              <a:solidFill>
                <a:srgbClr val="EE525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122" name="Group 98"/>
          <p:cNvGrpSpPr>
            <a:grpSpLocks/>
          </p:cNvGrpSpPr>
          <p:nvPr/>
        </p:nvGrpSpPr>
        <p:grpSpPr bwMode="auto">
          <a:xfrm>
            <a:off x="7811107" y="1482389"/>
            <a:ext cx="638130" cy="638148"/>
            <a:chOff x="10971" y="3771"/>
            <a:chExt cx="1220" cy="1220"/>
          </a:xfrm>
        </p:grpSpPr>
        <p:sp>
          <p:nvSpPr>
            <p:cNvPr id="1123" name="Freeform 99"/>
            <p:cNvSpPr>
              <a:spLocks/>
            </p:cNvSpPr>
            <p:nvPr/>
          </p:nvSpPr>
          <p:spPr bwMode="auto">
            <a:xfrm>
              <a:off x="10971" y="3771"/>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00BEA4"/>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rPr>
                <a:t>4</a:t>
              </a:r>
              <a:endParaRPr lang="en-US" sz="2880" dirty="0">
                <a:solidFill>
                  <a:prstClr val="white"/>
                </a:solidFill>
                <a:latin typeface="Sosa" pitchFamily="2" charset="0"/>
              </a:endParaRPr>
            </a:p>
          </p:txBody>
        </p:sp>
      </p:grpSp>
      <p:grpSp>
        <p:nvGrpSpPr>
          <p:cNvPr id="1170" name="Group 146"/>
          <p:cNvGrpSpPr>
            <a:grpSpLocks/>
          </p:cNvGrpSpPr>
          <p:nvPr/>
        </p:nvGrpSpPr>
        <p:grpSpPr bwMode="auto">
          <a:xfrm>
            <a:off x="5660199" y="4240719"/>
            <a:ext cx="774126" cy="774146"/>
            <a:chOff x="5797" y="10192"/>
            <a:chExt cx="1480" cy="1480"/>
          </a:xfrm>
        </p:grpSpPr>
        <p:sp>
          <p:nvSpPr>
            <p:cNvPr id="1171" name="Freeform 147"/>
            <p:cNvSpPr>
              <a:spLocks/>
            </p:cNvSpPr>
            <p:nvPr/>
          </p:nvSpPr>
          <p:spPr bwMode="auto">
            <a:xfrm>
              <a:off x="5797" y="10192"/>
              <a:ext cx="1480" cy="1480"/>
            </a:xfrm>
            <a:custGeom>
              <a:avLst/>
              <a:gdLst/>
              <a:ahLst/>
              <a:cxnLst>
                <a:cxn ang="0">
                  <a:pos x="0" y="0"/>
                </a:cxn>
                <a:cxn ang="0">
                  <a:pos x="1480" y="1480"/>
                </a:cxn>
              </a:cxnLst>
              <a:rect l="0" t="0" r="r" b="b"/>
              <a:pathLst>
                <a:path w="1480" h="1480">
                  <a:moveTo>
                    <a:pt x="0" y="0"/>
                  </a:moveTo>
                  <a:lnTo>
                    <a:pt x="1480" y="148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sp>
        <p:nvSpPr>
          <p:cNvPr id="1173" name="Freeform 149"/>
          <p:cNvSpPr>
            <a:spLocks/>
          </p:cNvSpPr>
          <p:nvPr/>
        </p:nvSpPr>
        <p:spPr bwMode="auto">
          <a:xfrm>
            <a:off x="5341133" y="3907522"/>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E5250"/>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fontAlgn="auto">
              <a:spcBef>
                <a:spcPts val="0"/>
              </a:spcBef>
              <a:spcAft>
                <a:spcPts val="0"/>
              </a:spcAft>
            </a:pPr>
            <a:r>
              <a:rPr lang="en-US" sz="2880" dirty="0" smtClean="0">
                <a:solidFill>
                  <a:prstClr val="white"/>
                </a:solidFill>
                <a:latin typeface="Sosa" pitchFamily="2" charset="0"/>
              </a:rPr>
              <a:t>2</a:t>
            </a:r>
            <a:endParaRPr lang="en-US" sz="2880" dirty="0">
              <a:solidFill>
                <a:prstClr val="white"/>
              </a:solidFill>
              <a:latin typeface="Sosa" pitchFamily="2" charset="0"/>
            </a:endParaRPr>
          </a:p>
        </p:txBody>
      </p:sp>
      <p:grpSp>
        <p:nvGrpSpPr>
          <p:cNvPr id="1220" name="Group 196"/>
          <p:cNvGrpSpPr>
            <a:grpSpLocks/>
          </p:cNvGrpSpPr>
          <p:nvPr/>
        </p:nvGrpSpPr>
        <p:grpSpPr bwMode="auto">
          <a:xfrm>
            <a:off x="3559694" y="4804419"/>
            <a:ext cx="788771" cy="788792"/>
            <a:chOff x="2843" y="10122"/>
            <a:chExt cx="1508" cy="1508"/>
          </a:xfrm>
        </p:grpSpPr>
        <p:sp>
          <p:nvSpPr>
            <p:cNvPr id="1221" name="Freeform 197"/>
            <p:cNvSpPr>
              <a:spLocks/>
            </p:cNvSpPr>
            <p:nvPr/>
          </p:nvSpPr>
          <p:spPr bwMode="auto">
            <a:xfrm>
              <a:off x="2843" y="10122"/>
              <a:ext cx="1508" cy="1508"/>
            </a:xfrm>
            <a:custGeom>
              <a:avLst/>
              <a:gdLst/>
              <a:ahLst/>
              <a:cxnLst>
                <a:cxn ang="0">
                  <a:pos x="1508" y="1508"/>
                </a:cxn>
                <a:cxn ang="0">
                  <a:pos x="0" y="0"/>
                </a:cxn>
              </a:cxnLst>
              <a:rect l="0" t="0" r="r" b="b"/>
              <a:pathLst>
                <a:path w="1508" h="1508">
                  <a:moveTo>
                    <a:pt x="1508" y="1508"/>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sp>
        <p:nvSpPr>
          <p:cNvPr id="1223" name="Freeform 199"/>
          <p:cNvSpPr>
            <a:spLocks/>
          </p:cNvSpPr>
          <p:nvPr/>
        </p:nvSpPr>
        <p:spPr bwMode="auto">
          <a:xfrm>
            <a:off x="4029399" y="5264198"/>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8AB72C"/>
          </a:solidFill>
          <a:ln w="28575">
            <a:solidFill>
              <a:schemeClr val="bg1"/>
            </a:solidFill>
            <a:round/>
            <a:headEnd/>
            <a:tailEnd/>
          </a:ln>
        </p:spPr>
        <p:txBody>
          <a:bodyPr vert="horz" wrap="square" lIns="109728" tIns="54864" rIns="109728" bIns="54864" numCol="1" anchor="ctr"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rPr>
              <a:t>1</a:t>
            </a:r>
            <a:endParaRPr lang="en-US" sz="2880" dirty="0">
              <a:solidFill>
                <a:prstClr val="white"/>
              </a:solidFill>
              <a:latin typeface="Sosa" pitchFamily="2" charset="0"/>
            </a:endParaRPr>
          </a:p>
        </p:txBody>
      </p:sp>
      <p:sp>
        <p:nvSpPr>
          <p:cNvPr id="50" name="TextBox 49"/>
          <p:cNvSpPr txBox="1"/>
          <p:nvPr/>
        </p:nvSpPr>
        <p:spPr>
          <a:xfrm>
            <a:off x="613516" y="4292101"/>
            <a:ext cx="3036152" cy="1200329"/>
          </a:xfrm>
          <a:prstGeom prst="rect">
            <a:avLst/>
          </a:prstGeom>
          <a:noFill/>
        </p:spPr>
        <p:txBody>
          <a:bodyPr wrap="none" rtlCol="0">
            <a:spAutoFit/>
          </a:bodyPr>
          <a:lstStyle/>
          <a:p>
            <a:pPr algn="ctr" rtl="1" fontAlgn="auto">
              <a:spcBef>
                <a:spcPts val="0"/>
              </a:spcBef>
              <a:spcAft>
                <a:spcPts val="0"/>
              </a:spcAft>
            </a:pPr>
            <a:r>
              <a:rPr lang="ar-SA" sz="2400" b="1" dirty="0"/>
              <a:t>تصميم </a:t>
            </a:r>
            <a:r>
              <a:rPr lang="ar-SA" sz="2400" b="1" dirty="0" smtClean="0"/>
              <a:t>التعليم</a:t>
            </a:r>
            <a:endParaRPr lang="en-US" sz="2400" b="1" dirty="0" smtClean="0"/>
          </a:p>
          <a:p>
            <a:pPr algn="ctr" rtl="1" fontAlgn="auto">
              <a:spcBef>
                <a:spcPts val="0"/>
              </a:spcBef>
              <a:spcAft>
                <a:spcPts val="0"/>
              </a:spcAft>
            </a:pPr>
            <a:r>
              <a:rPr lang="ar-SA" sz="2400" b="1" dirty="0" smtClean="0"/>
              <a:t> </a:t>
            </a:r>
            <a:r>
              <a:rPr lang="en-US" sz="2400" b="1" dirty="0"/>
              <a:t>Designing instruction </a:t>
            </a:r>
            <a:endParaRPr lang="en-US" sz="2400" b="1" dirty="0" smtClean="0"/>
          </a:p>
          <a:p>
            <a:pPr algn="ctr" rtl="1" fontAlgn="auto">
              <a:spcBef>
                <a:spcPts val="0"/>
              </a:spcBef>
              <a:spcAft>
                <a:spcPts val="0"/>
              </a:spcAft>
            </a:pPr>
            <a:r>
              <a:rPr lang="en-US" sz="2400" b="1" dirty="0" smtClean="0"/>
              <a:t>Competencies</a:t>
            </a:r>
            <a:endParaRPr lang="en-US" sz="2400" b="1" dirty="0">
              <a:solidFill>
                <a:prstClr val="black"/>
              </a:solidFill>
              <a:latin typeface="Open Sans" pitchFamily="34" charset="0"/>
              <a:ea typeface="Open Sans" pitchFamily="34" charset="0"/>
              <a:cs typeface="Open Sans" pitchFamily="34" charset="0"/>
            </a:endParaRPr>
          </a:p>
        </p:txBody>
      </p:sp>
      <p:sp>
        <p:nvSpPr>
          <p:cNvPr id="52" name="TextBox 51"/>
          <p:cNvSpPr txBox="1"/>
          <p:nvPr/>
        </p:nvSpPr>
        <p:spPr>
          <a:xfrm>
            <a:off x="5603358" y="5183787"/>
            <a:ext cx="5053628" cy="954107"/>
          </a:xfrm>
          <a:prstGeom prst="rect">
            <a:avLst/>
          </a:prstGeom>
          <a:noFill/>
        </p:spPr>
        <p:txBody>
          <a:bodyPr wrap="none" rtlCol="0">
            <a:spAutoFit/>
          </a:bodyPr>
          <a:lstStyle/>
          <a:p>
            <a:pPr algn="ctr" rtl="1" fontAlgn="auto">
              <a:spcBef>
                <a:spcPts val="0"/>
              </a:spcBef>
              <a:spcAft>
                <a:spcPts val="0"/>
              </a:spcAft>
            </a:pPr>
            <a:r>
              <a:rPr lang="ar-JO" sz="2800" b="1" dirty="0"/>
              <a:t>توظيف </a:t>
            </a:r>
            <a:r>
              <a:rPr lang="ar-JO" sz="2800" b="1" dirty="0" smtClean="0"/>
              <a:t>التكنولوجيا</a:t>
            </a:r>
            <a:endParaRPr lang="en-US" sz="2800" b="1" dirty="0" smtClean="0"/>
          </a:p>
          <a:p>
            <a:pPr algn="ctr" rtl="1" fontAlgn="auto">
              <a:spcBef>
                <a:spcPts val="0"/>
              </a:spcBef>
              <a:spcAft>
                <a:spcPts val="0"/>
              </a:spcAft>
            </a:pPr>
            <a:r>
              <a:rPr lang="ar-JO" sz="2800" b="1" dirty="0" smtClean="0"/>
              <a:t> </a:t>
            </a:r>
            <a:r>
              <a:rPr lang="en-US" sz="2800" b="1" dirty="0"/>
              <a:t>Using Technology Competencies</a:t>
            </a:r>
            <a:endParaRPr lang="en-US" sz="2800" b="1" dirty="0">
              <a:solidFill>
                <a:prstClr val="black"/>
              </a:solidFill>
              <a:latin typeface="Open Sans" pitchFamily="34" charset="0"/>
              <a:ea typeface="Open Sans" pitchFamily="34" charset="0"/>
              <a:cs typeface="Open Sans" pitchFamily="34" charset="0"/>
            </a:endParaRPr>
          </a:p>
        </p:txBody>
      </p:sp>
      <p:sp>
        <p:nvSpPr>
          <p:cNvPr id="54" name="TextBox 53"/>
          <p:cNvSpPr txBox="1"/>
          <p:nvPr/>
        </p:nvSpPr>
        <p:spPr>
          <a:xfrm>
            <a:off x="8637887" y="2726124"/>
            <a:ext cx="3554113" cy="1200329"/>
          </a:xfrm>
          <a:prstGeom prst="rect">
            <a:avLst/>
          </a:prstGeom>
          <a:noFill/>
        </p:spPr>
        <p:txBody>
          <a:bodyPr wrap="none" rtlCol="0">
            <a:spAutoFit/>
          </a:bodyPr>
          <a:lstStyle/>
          <a:p>
            <a:pPr algn="ctr" rtl="1" fontAlgn="auto">
              <a:spcBef>
                <a:spcPts val="0"/>
              </a:spcBef>
              <a:spcAft>
                <a:spcPts val="0"/>
              </a:spcAft>
            </a:pPr>
            <a:r>
              <a:rPr lang="ar-JO" sz="2400" b="1" dirty="0"/>
              <a:t>تطوير التعلم الذاتي </a:t>
            </a:r>
            <a:r>
              <a:rPr lang="ar-JO" sz="2400" b="1" dirty="0" smtClean="0"/>
              <a:t>للطلبة</a:t>
            </a:r>
            <a:endParaRPr lang="en-US" sz="2400" b="1" dirty="0" smtClean="0"/>
          </a:p>
          <a:p>
            <a:pPr algn="ctr" rtl="1" fontAlgn="auto">
              <a:spcBef>
                <a:spcPts val="0"/>
              </a:spcBef>
              <a:spcAft>
                <a:spcPts val="0"/>
              </a:spcAft>
            </a:pPr>
            <a:r>
              <a:rPr lang="ar-JO" sz="2400" b="1" dirty="0" smtClean="0"/>
              <a:t> </a:t>
            </a:r>
            <a:r>
              <a:rPr lang="en-US" sz="2400" b="1" dirty="0"/>
              <a:t>Competencies Promoting </a:t>
            </a:r>
            <a:endParaRPr lang="en-US" sz="2400" b="1" dirty="0" smtClean="0"/>
          </a:p>
          <a:p>
            <a:pPr algn="ctr" rtl="1" fontAlgn="auto">
              <a:spcBef>
                <a:spcPts val="0"/>
              </a:spcBef>
              <a:spcAft>
                <a:spcPts val="0"/>
              </a:spcAft>
            </a:pPr>
            <a:r>
              <a:rPr lang="en-US" sz="2400" b="1" dirty="0" smtClean="0"/>
              <a:t>Students </a:t>
            </a:r>
            <a:r>
              <a:rPr lang="en-US" sz="2400" b="1" dirty="0"/>
              <a:t>Self Regulation</a:t>
            </a:r>
            <a:endParaRPr lang="en-US" sz="2400" b="1" dirty="0">
              <a:solidFill>
                <a:prstClr val="black"/>
              </a:solidFill>
              <a:latin typeface="Open Sans" pitchFamily="34" charset="0"/>
              <a:ea typeface="Open Sans" pitchFamily="34" charset="0"/>
              <a:cs typeface="Open Sans" pitchFamily="34" charset="0"/>
            </a:endParaRPr>
          </a:p>
        </p:txBody>
      </p:sp>
      <p:sp>
        <p:nvSpPr>
          <p:cNvPr id="55" name="TextBox 54"/>
          <p:cNvSpPr txBox="1"/>
          <p:nvPr/>
        </p:nvSpPr>
        <p:spPr>
          <a:xfrm>
            <a:off x="1419638" y="1756537"/>
            <a:ext cx="4902945" cy="1200329"/>
          </a:xfrm>
          <a:prstGeom prst="rect">
            <a:avLst/>
          </a:prstGeom>
          <a:noFill/>
        </p:spPr>
        <p:txBody>
          <a:bodyPr wrap="none" rtlCol="0">
            <a:spAutoFit/>
          </a:bodyPr>
          <a:lstStyle/>
          <a:p>
            <a:pPr algn="ctr" rtl="1" fontAlgn="auto">
              <a:spcBef>
                <a:spcPts val="0"/>
              </a:spcBef>
              <a:spcAft>
                <a:spcPts val="0"/>
              </a:spcAft>
            </a:pPr>
            <a:r>
              <a:rPr lang="ar-JO" sz="2400" b="1" dirty="0"/>
              <a:t>تشجيع تفاعل </a:t>
            </a:r>
            <a:r>
              <a:rPr lang="ar-JO" sz="2400" b="1" dirty="0" smtClean="0"/>
              <a:t>الطلبة</a:t>
            </a:r>
            <a:endParaRPr lang="en-US" sz="2400" b="1" dirty="0" smtClean="0"/>
          </a:p>
          <a:p>
            <a:pPr algn="ctr" rtl="1" fontAlgn="auto">
              <a:spcBef>
                <a:spcPts val="0"/>
              </a:spcBef>
              <a:spcAft>
                <a:spcPts val="0"/>
              </a:spcAft>
            </a:pPr>
            <a:r>
              <a:rPr lang="ar-JO" sz="2400" b="1" dirty="0" smtClean="0"/>
              <a:t> </a:t>
            </a:r>
            <a:r>
              <a:rPr lang="en-US" sz="2400" b="1" dirty="0"/>
              <a:t>Competencies Encouraging </a:t>
            </a:r>
            <a:r>
              <a:rPr lang="en-US" sz="2400" b="1" dirty="0" smtClean="0"/>
              <a:t>Students</a:t>
            </a:r>
          </a:p>
          <a:p>
            <a:pPr algn="ctr" rtl="1" fontAlgn="auto">
              <a:spcBef>
                <a:spcPts val="0"/>
              </a:spcBef>
              <a:spcAft>
                <a:spcPts val="0"/>
              </a:spcAft>
            </a:pPr>
            <a:r>
              <a:rPr lang="en-US" sz="2400" b="1" dirty="0" smtClean="0"/>
              <a:t> </a:t>
            </a:r>
            <a:r>
              <a:rPr lang="en-US" sz="2400" b="1" dirty="0"/>
              <a:t>Interaction</a:t>
            </a:r>
            <a:endParaRPr lang="en-US" sz="2400" b="1" dirty="0">
              <a:solidFill>
                <a:prstClr val="black"/>
              </a:solidFill>
              <a:latin typeface="Open Sans" pitchFamily="34" charset="0"/>
              <a:ea typeface="Open Sans" pitchFamily="34" charset="0"/>
              <a:cs typeface="Open Sans" pitchFamily="34" charset="0"/>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305893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500"/>
                                  </p:stCondLst>
                                  <p:childTnLst>
                                    <p:set>
                                      <p:cBhvr>
                                        <p:cTn id="6" dur="1" fill="hold">
                                          <p:stCondLst>
                                            <p:cond delay="0"/>
                                          </p:stCondLst>
                                        </p:cTn>
                                        <p:tgtEl>
                                          <p:spTgt spid="1223"/>
                                        </p:tgtEl>
                                        <p:attrNameLst>
                                          <p:attrName>style.visibility</p:attrName>
                                        </p:attrNameLst>
                                      </p:cBhvr>
                                      <p:to>
                                        <p:strVal val="visible"/>
                                      </p:to>
                                    </p:set>
                                  </p:childTnLst>
                                </p:cTn>
                              </p:par>
                            </p:childTnLst>
                          </p:cTn>
                        </p:par>
                        <p:par>
                          <p:cTn id="7" fill="hold">
                            <p:stCondLst>
                              <p:cond delay="500"/>
                            </p:stCondLst>
                            <p:childTnLst>
                              <p:par>
                                <p:cTn id="8" presetID="1" presetClass="entr" presetSubtype="0" fill="hold" nodeType="afterEffect">
                                  <p:stCondLst>
                                    <p:cond delay="500"/>
                                  </p:stCondLst>
                                  <p:childTnLst>
                                    <p:set>
                                      <p:cBhvr>
                                        <p:cTn id="9" dur="1" fill="hold">
                                          <p:stCondLst>
                                            <p:cond delay="0"/>
                                          </p:stCondLst>
                                        </p:cTn>
                                        <p:tgtEl>
                                          <p:spTgt spid="1220"/>
                                        </p:tgtEl>
                                        <p:attrNameLst>
                                          <p:attrName>style.visibility</p:attrName>
                                        </p:attrNameLst>
                                      </p:cBhvr>
                                      <p:to>
                                        <p:strVal val="visible"/>
                                      </p:to>
                                    </p:set>
                                  </p:childTnLst>
                                </p:cTn>
                              </p:par>
                            </p:childTnLst>
                          </p:cTn>
                        </p:par>
                        <p:par>
                          <p:cTn id="10" fill="hold">
                            <p:stCondLst>
                              <p:cond delay="1000"/>
                            </p:stCondLst>
                            <p:childTnLst>
                              <p:par>
                                <p:cTn id="11" presetID="1" presetClass="entr" presetSubtype="0" fill="hold" nodeType="afterEffect">
                                  <p:stCondLst>
                                    <p:cond delay="500"/>
                                  </p:stCondLst>
                                  <p:childTnLst>
                                    <p:set>
                                      <p:cBhvr>
                                        <p:cTn id="12" dur="1" fill="hold">
                                          <p:stCondLst>
                                            <p:cond delay="0"/>
                                          </p:stCondLst>
                                        </p:cTn>
                                        <p:tgtEl>
                                          <p:spTgt spid="1088"/>
                                        </p:tgtEl>
                                        <p:attrNameLst>
                                          <p:attrName>style.visibility</p:attrName>
                                        </p:attrNameLst>
                                      </p:cBhvr>
                                      <p:to>
                                        <p:strVal val="visible"/>
                                      </p:to>
                                    </p:set>
                                  </p:childTnLst>
                                </p:cTn>
                              </p:par>
                            </p:childTnLst>
                          </p:cTn>
                        </p:par>
                        <p:par>
                          <p:cTn id="13" fill="hold">
                            <p:stCondLst>
                              <p:cond delay="1500"/>
                            </p:stCondLst>
                            <p:childTnLst>
                              <p:par>
                                <p:cTn id="14" presetID="1" presetClass="entr" presetSubtype="0" fill="hold" grpId="0" nodeType="afterEffect">
                                  <p:stCondLst>
                                    <p:cond delay="500"/>
                                  </p:stCondLst>
                                  <p:childTnLst>
                                    <p:set>
                                      <p:cBhvr>
                                        <p:cTn id="15" dur="1" fill="hold">
                                          <p:stCondLst>
                                            <p:cond delay="0"/>
                                          </p:stCondLst>
                                        </p:cTn>
                                        <p:tgtEl>
                                          <p:spTgt spid="50"/>
                                        </p:tgtEl>
                                        <p:attrNameLst>
                                          <p:attrName>style.visibility</p:attrName>
                                        </p:attrNameLst>
                                      </p:cBhvr>
                                      <p:to>
                                        <p:strVal val="visible"/>
                                      </p:to>
                                    </p:set>
                                  </p:childTnLst>
                                </p:cTn>
                              </p:par>
                            </p:childTnLst>
                          </p:cTn>
                        </p:par>
                        <p:par>
                          <p:cTn id="16" fill="hold">
                            <p:stCondLst>
                              <p:cond delay="2000"/>
                            </p:stCondLst>
                            <p:childTnLst>
                              <p:par>
                                <p:cTn id="17" presetID="1" presetClass="entr" presetSubtype="0" fill="hold" grpId="0" nodeType="afterEffect">
                                  <p:stCondLst>
                                    <p:cond delay="500"/>
                                  </p:stCondLst>
                                  <p:childTnLst>
                                    <p:set>
                                      <p:cBhvr>
                                        <p:cTn id="18" dur="1" fill="hold">
                                          <p:stCondLst>
                                            <p:cond delay="0"/>
                                          </p:stCondLst>
                                        </p:cTn>
                                        <p:tgtEl>
                                          <p:spTgt spid="1173"/>
                                        </p:tgtEl>
                                        <p:attrNameLst>
                                          <p:attrName>style.visibility</p:attrName>
                                        </p:attrNameLst>
                                      </p:cBhvr>
                                      <p:to>
                                        <p:strVal val="visible"/>
                                      </p:to>
                                    </p:set>
                                  </p:childTnLst>
                                </p:cTn>
                              </p:par>
                            </p:childTnLst>
                          </p:cTn>
                        </p:par>
                        <p:par>
                          <p:cTn id="19" fill="hold">
                            <p:stCondLst>
                              <p:cond delay="2500"/>
                            </p:stCondLst>
                            <p:childTnLst>
                              <p:par>
                                <p:cTn id="20" presetID="1" presetClass="entr" presetSubtype="0" fill="hold" nodeType="afterEffect">
                                  <p:stCondLst>
                                    <p:cond delay="500"/>
                                  </p:stCondLst>
                                  <p:childTnLst>
                                    <p:set>
                                      <p:cBhvr>
                                        <p:cTn id="21" dur="1" fill="hold">
                                          <p:stCondLst>
                                            <p:cond delay="0"/>
                                          </p:stCondLst>
                                        </p:cTn>
                                        <p:tgtEl>
                                          <p:spTgt spid="1170"/>
                                        </p:tgtEl>
                                        <p:attrNameLst>
                                          <p:attrName>style.visibility</p:attrName>
                                        </p:attrNameLst>
                                      </p:cBhvr>
                                      <p:to>
                                        <p:strVal val="visible"/>
                                      </p:to>
                                    </p:set>
                                  </p:childTnLst>
                                </p:cTn>
                              </p:par>
                            </p:childTnLst>
                          </p:cTn>
                        </p:par>
                        <p:par>
                          <p:cTn id="22" fill="hold">
                            <p:stCondLst>
                              <p:cond delay="3000"/>
                            </p:stCondLst>
                            <p:childTnLst>
                              <p:par>
                                <p:cTn id="23" presetID="1" presetClass="entr" presetSubtype="0" fill="hold" nodeType="afterEffect">
                                  <p:stCondLst>
                                    <p:cond delay="500"/>
                                  </p:stCondLst>
                                  <p:childTnLst>
                                    <p:set>
                                      <p:cBhvr>
                                        <p:cTn id="24" dur="1" fill="hold">
                                          <p:stCondLst>
                                            <p:cond delay="0"/>
                                          </p:stCondLst>
                                        </p:cTn>
                                        <p:tgtEl>
                                          <p:spTgt spid="1120"/>
                                        </p:tgtEl>
                                        <p:attrNameLst>
                                          <p:attrName>style.visibility</p:attrName>
                                        </p:attrNameLst>
                                      </p:cBhvr>
                                      <p:to>
                                        <p:strVal val="visible"/>
                                      </p:to>
                                    </p:set>
                                  </p:childTnLst>
                                </p:cTn>
                              </p:par>
                            </p:childTnLst>
                          </p:cTn>
                        </p:par>
                        <p:par>
                          <p:cTn id="25" fill="hold">
                            <p:stCondLst>
                              <p:cond delay="3500"/>
                            </p:stCondLst>
                            <p:childTnLst>
                              <p:par>
                                <p:cTn id="26" presetID="1" presetClass="entr" presetSubtype="0" fill="hold" grpId="0" nodeType="afterEffect">
                                  <p:stCondLst>
                                    <p:cond delay="500"/>
                                  </p:stCondLst>
                                  <p:childTnLst>
                                    <p:set>
                                      <p:cBhvr>
                                        <p:cTn id="27" dur="1" fill="hold">
                                          <p:stCondLst>
                                            <p:cond delay="0"/>
                                          </p:stCondLst>
                                        </p:cTn>
                                        <p:tgtEl>
                                          <p:spTgt spid="52"/>
                                        </p:tgtEl>
                                        <p:attrNameLst>
                                          <p:attrName>style.visibility</p:attrName>
                                        </p:attrNameLst>
                                      </p:cBhvr>
                                      <p:to>
                                        <p:strVal val="visible"/>
                                      </p:to>
                                    </p:set>
                                  </p:childTnLst>
                                </p:cTn>
                              </p:par>
                            </p:childTnLst>
                          </p:cTn>
                        </p:par>
                        <p:par>
                          <p:cTn id="28" fill="hold">
                            <p:stCondLst>
                              <p:cond delay="4000"/>
                            </p:stCondLst>
                            <p:childTnLst>
                              <p:par>
                                <p:cTn id="29" presetID="1" presetClass="entr" presetSubtype="0" fill="hold" nodeType="afterEffect">
                                  <p:stCondLst>
                                    <p:cond delay="500"/>
                                  </p:stCondLst>
                                  <p:childTnLst>
                                    <p:set>
                                      <p:cBhvr>
                                        <p:cTn id="30" dur="1" fill="hold">
                                          <p:stCondLst>
                                            <p:cond delay="0"/>
                                          </p:stCondLst>
                                        </p:cTn>
                                        <p:tgtEl>
                                          <p:spTgt spid="1092"/>
                                        </p:tgtEl>
                                        <p:attrNameLst>
                                          <p:attrName>style.visibility</p:attrName>
                                        </p:attrNameLst>
                                      </p:cBhvr>
                                      <p:to>
                                        <p:strVal val="visible"/>
                                      </p:to>
                                    </p:set>
                                  </p:childTnLst>
                                </p:cTn>
                              </p:par>
                            </p:childTnLst>
                          </p:cTn>
                        </p:par>
                        <p:par>
                          <p:cTn id="31" fill="hold">
                            <p:stCondLst>
                              <p:cond delay="4500"/>
                            </p:stCondLst>
                            <p:childTnLst>
                              <p:par>
                                <p:cTn id="32" presetID="1" presetClass="entr" presetSubtype="0" fill="hold" nodeType="afterEffect">
                                  <p:stCondLst>
                                    <p:cond delay="500"/>
                                  </p:stCondLst>
                                  <p:childTnLst>
                                    <p:set>
                                      <p:cBhvr>
                                        <p:cTn id="33" dur="1" fill="hold">
                                          <p:stCondLst>
                                            <p:cond delay="0"/>
                                          </p:stCondLst>
                                        </p:cTn>
                                        <p:tgtEl>
                                          <p:spTgt spid="1090"/>
                                        </p:tgtEl>
                                        <p:attrNameLst>
                                          <p:attrName>style.visibility</p:attrName>
                                        </p:attrNameLst>
                                      </p:cBhvr>
                                      <p:to>
                                        <p:strVal val="visible"/>
                                      </p:to>
                                    </p:set>
                                  </p:childTnLst>
                                </p:cTn>
                              </p:par>
                            </p:childTnLst>
                          </p:cTn>
                        </p:par>
                        <p:par>
                          <p:cTn id="34" fill="hold">
                            <p:stCondLst>
                              <p:cond delay="5000"/>
                            </p:stCondLst>
                            <p:childTnLst>
                              <p:par>
                                <p:cTn id="35" presetID="1" presetClass="entr" presetSubtype="0" fill="hold" nodeType="afterEffect">
                                  <p:stCondLst>
                                    <p:cond delay="500"/>
                                  </p:stCondLst>
                                  <p:childTnLst>
                                    <p:set>
                                      <p:cBhvr>
                                        <p:cTn id="36" dur="1" fill="hold">
                                          <p:stCondLst>
                                            <p:cond delay="0"/>
                                          </p:stCondLst>
                                        </p:cTn>
                                        <p:tgtEl>
                                          <p:spTgt spid="1084"/>
                                        </p:tgtEl>
                                        <p:attrNameLst>
                                          <p:attrName>style.visibility</p:attrName>
                                        </p:attrNameLst>
                                      </p:cBhvr>
                                      <p:to>
                                        <p:strVal val="visible"/>
                                      </p:to>
                                    </p:set>
                                  </p:childTnLst>
                                </p:cTn>
                              </p:par>
                            </p:childTnLst>
                          </p:cTn>
                        </p:par>
                        <p:par>
                          <p:cTn id="37" fill="hold">
                            <p:stCondLst>
                              <p:cond delay="5500"/>
                            </p:stCondLst>
                            <p:childTnLst>
                              <p:par>
                                <p:cTn id="38" presetID="1" presetClass="entr" presetSubtype="0" fill="hold" grpId="0" nodeType="afterEffect">
                                  <p:stCondLst>
                                    <p:cond delay="500"/>
                                  </p:stCondLst>
                                  <p:childTnLst>
                                    <p:set>
                                      <p:cBhvr>
                                        <p:cTn id="39" dur="1" fill="hold">
                                          <p:stCondLst>
                                            <p:cond delay="0"/>
                                          </p:stCondLst>
                                        </p:cTn>
                                        <p:tgtEl>
                                          <p:spTgt spid="55"/>
                                        </p:tgtEl>
                                        <p:attrNameLst>
                                          <p:attrName>style.visibility</p:attrName>
                                        </p:attrNameLst>
                                      </p:cBhvr>
                                      <p:to>
                                        <p:strVal val="visible"/>
                                      </p:to>
                                    </p:set>
                                  </p:childTnLst>
                                </p:cTn>
                              </p:par>
                            </p:childTnLst>
                          </p:cTn>
                        </p:par>
                        <p:par>
                          <p:cTn id="40" fill="hold">
                            <p:stCondLst>
                              <p:cond delay="6000"/>
                            </p:stCondLst>
                            <p:childTnLst>
                              <p:par>
                                <p:cTn id="41" presetID="1" presetClass="entr" presetSubtype="0" fill="hold" nodeType="afterEffect">
                                  <p:stCondLst>
                                    <p:cond delay="500"/>
                                  </p:stCondLst>
                                  <p:childTnLst>
                                    <p:set>
                                      <p:cBhvr>
                                        <p:cTn id="42" dur="1" fill="hold">
                                          <p:stCondLst>
                                            <p:cond delay="0"/>
                                          </p:stCondLst>
                                        </p:cTn>
                                        <p:tgtEl>
                                          <p:spTgt spid="1122"/>
                                        </p:tgtEl>
                                        <p:attrNameLst>
                                          <p:attrName>style.visibility</p:attrName>
                                        </p:attrNameLst>
                                      </p:cBhvr>
                                      <p:to>
                                        <p:strVal val="visible"/>
                                      </p:to>
                                    </p:set>
                                  </p:childTnLst>
                                </p:cTn>
                              </p:par>
                            </p:childTnLst>
                          </p:cTn>
                        </p:par>
                        <p:par>
                          <p:cTn id="43" fill="hold">
                            <p:stCondLst>
                              <p:cond delay="6500"/>
                            </p:stCondLst>
                            <p:childTnLst>
                              <p:par>
                                <p:cTn id="44" presetID="1" presetClass="entr" presetSubtype="0" fill="hold" nodeType="afterEffect">
                                  <p:stCondLst>
                                    <p:cond delay="500"/>
                                  </p:stCondLst>
                                  <p:childTnLst>
                                    <p:set>
                                      <p:cBhvr>
                                        <p:cTn id="45" dur="1" fill="hold">
                                          <p:stCondLst>
                                            <p:cond delay="0"/>
                                          </p:stCondLst>
                                        </p:cTn>
                                        <p:tgtEl>
                                          <p:spTgt spid="1114"/>
                                        </p:tgtEl>
                                        <p:attrNameLst>
                                          <p:attrName>style.visibility</p:attrName>
                                        </p:attrNameLst>
                                      </p:cBhvr>
                                      <p:to>
                                        <p:strVal val="visible"/>
                                      </p:to>
                                    </p:set>
                                  </p:childTnLst>
                                </p:cTn>
                              </p:par>
                            </p:childTnLst>
                          </p:cTn>
                        </p:par>
                        <p:par>
                          <p:cTn id="46" fill="hold">
                            <p:stCondLst>
                              <p:cond delay="7000"/>
                            </p:stCondLst>
                            <p:childTnLst>
                              <p:par>
                                <p:cTn id="47" presetID="1" presetClass="entr" presetSubtype="0" fill="hold" nodeType="afterEffect">
                                  <p:stCondLst>
                                    <p:cond delay="500"/>
                                  </p:stCondLst>
                                  <p:childTnLst>
                                    <p:set>
                                      <p:cBhvr>
                                        <p:cTn id="48" dur="1" fill="hold">
                                          <p:stCondLst>
                                            <p:cond delay="0"/>
                                          </p:stCondLst>
                                        </p:cTn>
                                        <p:tgtEl>
                                          <p:spTgt spid="1116"/>
                                        </p:tgtEl>
                                        <p:attrNameLst>
                                          <p:attrName>style.visibility</p:attrName>
                                        </p:attrNameLst>
                                      </p:cBhvr>
                                      <p:to>
                                        <p:strVal val="visible"/>
                                      </p:to>
                                    </p:set>
                                  </p:childTnLst>
                                </p:cTn>
                              </p:par>
                            </p:childTnLst>
                          </p:cTn>
                        </p:par>
                        <p:par>
                          <p:cTn id="49" fill="hold">
                            <p:stCondLst>
                              <p:cond delay="7500"/>
                            </p:stCondLst>
                            <p:childTnLst>
                              <p:par>
                                <p:cTn id="50" presetID="1" presetClass="entr" presetSubtype="0" fill="hold" grpId="0" nodeType="afterEffect">
                                  <p:stCondLst>
                                    <p:cond delay="500"/>
                                  </p:stCondLst>
                                  <p:childTnLst>
                                    <p:set>
                                      <p:cBhvr>
                                        <p:cTn id="51" dur="1" fill="hold">
                                          <p:stCondLst>
                                            <p:cond delay="0"/>
                                          </p:stCondLst>
                                        </p:cTn>
                                        <p:tgtEl>
                                          <p:spTgt spid="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3" grpId="0" animBg="1"/>
      <p:bldP spid="1223" grpId="0" animBg="1"/>
      <p:bldP spid="50" grpId="0"/>
      <p:bldP spid="52" grpId="0"/>
      <p:bldP spid="54" grpId="0"/>
      <p:bldP spid="55"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4"/>
          <p:cNvSpPr>
            <a:spLocks noChangeAspect="1" noChangeArrowheads="1" noTextEdit="1"/>
          </p:cNvSpPr>
          <p:nvPr/>
        </p:nvSpPr>
        <p:spPr bwMode="auto">
          <a:xfrm>
            <a:off x="164012" y="2120834"/>
            <a:ext cx="2825749" cy="3736405"/>
          </a:xfrm>
          <a:prstGeom prst="rect">
            <a:avLst/>
          </a:prstGeom>
          <a:noFill/>
          <a:ln w="9525">
            <a:noFill/>
            <a:miter lim="800000"/>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 name="Freeform 7"/>
          <p:cNvSpPr>
            <a:spLocks/>
          </p:cNvSpPr>
          <p:nvPr/>
        </p:nvSpPr>
        <p:spPr bwMode="auto">
          <a:xfrm>
            <a:off x="1" y="1768566"/>
            <a:ext cx="1947283" cy="125986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 name="Freeform 9"/>
          <p:cNvSpPr>
            <a:spLocks/>
          </p:cNvSpPr>
          <p:nvPr/>
        </p:nvSpPr>
        <p:spPr bwMode="auto">
          <a:xfrm>
            <a:off x="3" y="2590527"/>
            <a:ext cx="1947280" cy="1003339"/>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5" name="Freeform 11"/>
          <p:cNvSpPr>
            <a:spLocks/>
          </p:cNvSpPr>
          <p:nvPr/>
        </p:nvSpPr>
        <p:spPr bwMode="auto">
          <a:xfrm>
            <a:off x="0" y="3303399"/>
            <a:ext cx="1947285" cy="746819"/>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 name="Freeform 13"/>
          <p:cNvSpPr>
            <a:spLocks/>
          </p:cNvSpPr>
          <p:nvPr/>
        </p:nvSpPr>
        <p:spPr bwMode="auto">
          <a:xfrm>
            <a:off x="0" y="3924241"/>
            <a:ext cx="1947285" cy="748887"/>
          </a:xfrm>
          <a:custGeom>
            <a:avLst/>
            <a:gdLst/>
            <a:ahLst/>
            <a:cxnLst>
              <a:cxn ang="0">
                <a:pos x="0" y="0"/>
              </a:cxn>
              <a:cxn ang="0">
                <a:pos x="0" y="725"/>
              </a:cxn>
              <a:cxn ang="0">
                <a:pos x="859" y="479"/>
              </a:cxn>
              <a:cxn ang="0">
                <a:pos x="859" y="0"/>
              </a:cxn>
              <a:cxn ang="0">
                <a:pos x="0" y="0"/>
              </a:cxn>
            </a:cxnLst>
            <a:rect l="0" t="0" r="r" b="b"/>
            <a:pathLst>
              <a:path w="859" h="725">
                <a:moveTo>
                  <a:pt x="0" y="0"/>
                </a:moveTo>
                <a:lnTo>
                  <a:pt x="0" y="725"/>
                </a:lnTo>
                <a:lnTo>
                  <a:pt x="859" y="479"/>
                </a:lnTo>
                <a:lnTo>
                  <a:pt x="859" y="0"/>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7" name="Freeform 15"/>
          <p:cNvSpPr>
            <a:spLocks/>
          </p:cNvSpPr>
          <p:nvPr/>
        </p:nvSpPr>
        <p:spPr bwMode="auto">
          <a:xfrm>
            <a:off x="3" y="4313951"/>
            <a:ext cx="1947280" cy="1003339"/>
          </a:xfrm>
          <a:custGeom>
            <a:avLst/>
            <a:gdLst/>
            <a:ahLst/>
            <a:cxnLst>
              <a:cxn ang="0">
                <a:pos x="0" y="246"/>
              </a:cxn>
              <a:cxn ang="0">
                <a:pos x="0" y="969"/>
              </a:cxn>
              <a:cxn ang="0">
                <a:pos x="859" y="476"/>
              </a:cxn>
              <a:cxn ang="0">
                <a:pos x="859" y="0"/>
              </a:cxn>
              <a:cxn ang="0">
                <a:pos x="0" y="246"/>
              </a:cxn>
            </a:cxnLst>
            <a:rect l="0" t="0" r="r" b="b"/>
            <a:pathLst>
              <a:path w="859" h="969">
                <a:moveTo>
                  <a:pt x="0" y="246"/>
                </a:moveTo>
                <a:lnTo>
                  <a:pt x="0" y="969"/>
                </a:lnTo>
                <a:lnTo>
                  <a:pt x="859" y="476"/>
                </a:lnTo>
                <a:lnTo>
                  <a:pt x="859" y="0"/>
                </a:lnTo>
                <a:lnTo>
                  <a:pt x="0" y="246"/>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8" name="Freeform 6"/>
          <p:cNvSpPr>
            <a:spLocks/>
          </p:cNvSpPr>
          <p:nvPr/>
        </p:nvSpPr>
        <p:spPr bwMode="auto">
          <a:xfrm>
            <a:off x="1" y="1322826"/>
            <a:ext cx="1947283" cy="227303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close/>
              </a:path>
            </a:pathLst>
          </a:custGeom>
          <a:solidFill>
            <a:schemeClr val="accent3">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10" name="Freeform 8"/>
          <p:cNvSpPr>
            <a:spLocks/>
          </p:cNvSpPr>
          <p:nvPr/>
        </p:nvSpPr>
        <p:spPr bwMode="auto">
          <a:xfrm>
            <a:off x="3" y="2997048"/>
            <a:ext cx="1947280" cy="1785524"/>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close/>
              </a:path>
            </a:pathLst>
          </a:custGeom>
          <a:solidFill>
            <a:schemeClr val="accent4">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12" name="Freeform 10"/>
          <p:cNvSpPr>
            <a:spLocks/>
          </p:cNvSpPr>
          <p:nvPr/>
        </p:nvSpPr>
        <p:spPr bwMode="auto">
          <a:xfrm>
            <a:off x="13508" y="4474656"/>
            <a:ext cx="1947285" cy="1432607"/>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close/>
              </a:path>
            </a:pathLst>
          </a:custGeom>
          <a:solidFill>
            <a:schemeClr val="accent1">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0" name="Rectangle 19"/>
          <p:cNvSpPr/>
          <p:nvPr/>
        </p:nvSpPr>
        <p:spPr>
          <a:xfrm>
            <a:off x="1142966" y="190502"/>
            <a:ext cx="9906069" cy="707886"/>
          </a:xfrm>
          <a:prstGeom prst="rect">
            <a:avLst/>
          </a:prstGeom>
        </p:spPr>
        <p:txBody>
          <a:bodyPr wrap="square">
            <a:spAutoFit/>
          </a:bodyPr>
          <a:lstStyle/>
          <a:p>
            <a:pPr marL="1657350" lvl="2" indent="-742950" rtl="1">
              <a:buFont typeface="+mj-lt"/>
              <a:buAutoNum type="arabicPeriod" startAt="12"/>
            </a:pPr>
            <a:r>
              <a:rPr lang="ar-SA" sz="4000" b="1" u="sng" dirty="0"/>
              <a:t>إيجابيات استخدام الإنترنت </a:t>
            </a:r>
            <a:r>
              <a:rPr lang="ar-JO" sz="4000" b="1" u="sng" dirty="0"/>
              <a:t>وخدماته</a:t>
            </a:r>
            <a:r>
              <a:rPr lang="ar-SA" sz="4000" b="1" u="sng" dirty="0"/>
              <a:t> في التعليم</a:t>
            </a:r>
            <a:r>
              <a:rPr lang="ar-JO" sz="4000" b="1" u="sng" dirty="0"/>
              <a:t>  </a:t>
            </a:r>
            <a:endParaRPr lang="en-US" sz="4000" u="sng" dirty="0"/>
          </a:p>
        </p:txBody>
      </p:sp>
      <p:grpSp>
        <p:nvGrpSpPr>
          <p:cNvPr id="50" name="Group 49"/>
          <p:cNvGrpSpPr/>
          <p:nvPr/>
        </p:nvGrpSpPr>
        <p:grpSpPr>
          <a:xfrm>
            <a:off x="1947283" y="2713427"/>
            <a:ext cx="9984698" cy="882435"/>
            <a:chOff x="1470594" y="1695727"/>
            <a:chExt cx="7488523" cy="660225"/>
          </a:xfrm>
        </p:grpSpPr>
        <p:sp>
          <p:nvSpPr>
            <p:cNvPr id="29" name="Rectangle 28"/>
            <p:cNvSpPr/>
            <p:nvPr/>
          </p:nvSpPr>
          <p:spPr>
            <a:xfrm>
              <a:off x="4029895" y="1857370"/>
              <a:ext cx="4929222" cy="392415"/>
            </a:xfrm>
            <a:prstGeom prst="rect">
              <a:avLst/>
            </a:prstGeom>
          </p:spPr>
          <p:txBody>
            <a:bodyPr wrap="square">
              <a:spAutoFit/>
            </a:bodyPr>
            <a:lstStyle/>
            <a:p>
              <a:pPr fontAlgn="auto">
                <a:spcBef>
                  <a:spcPts val="0"/>
                </a:spcBef>
                <a:spcAft>
                  <a:spcPts val="0"/>
                </a:spcAft>
              </a:pPr>
              <a:r>
                <a:rPr lang="ar-SA" sz="2800" b="1" dirty="0"/>
                <a:t>مرونة التعامل والتفاعل من حيث الوقت والمكان</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3" name="Group 47"/>
            <p:cNvGrpSpPr/>
            <p:nvPr/>
          </p:nvGrpSpPr>
          <p:grpSpPr>
            <a:xfrm>
              <a:off x="1470594" y="1695727"/>
              <a:ext cx="2396330" cy="660225"/>
              <a:chOff x="1470594" y="1695727"/>
              <a:chExt cx="2396330" cy="660225"/>
            </a:xfrm>
          </p:grpSpPr>
          <p:sp>
            <p:nvSpPr>
              <p:cNvPr id="9" name="Rectangle 8"/>
              <p:cNvSpPr/>
              <p:nvPr/>
            </p:nvSpPr>
            <p:spPr>
              <a:xfrm>
                <a:off x="1470594" y="1695727"/>
                <a:ext cx="2396330" cy="6602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0" name="Rectangle 29"/>
              <p:cNvSpPr/>
              <p:nvPr/>
            </p:nvSpPr>
            <p:spPr>
              <a:xfrm>
                <a:off x="1857356" y="1857370"/>
                <a:ext cx="571504" cy="438581"/>
              </a:xfrm>
              <a:prstGeom prst="rect">
                <a:avLst/>
              </a:prstGeom>
            </p:spPr>
            <p:txBody>
              <a:bodyPr wrap="square">
                <a:spAutoFit/>
              </a:bodyPr>
              <a:lstStyle/>
              <a:p>
                <a:pPr algn="ctr" fontAlgn="auto">
                  <a:spcBef>
                    <a:spcPts val="0"/>
                  </a:spcBef>
                  <a:spcAft>
                    <a:spcPts val="0"/>
                  </a:spcAft>
                </a:pPr>
                <a:r>
                  <a:rPr lang="en-US" sz="3200" b="1" dirty="0">
                    <a:solidFill>
                      <a:prstClr val="white"/>
                    </a:solidFill>
                    <a:latin typeface="Open Sans" pitchFamily="34" charset="0"/>
                    <a:ea typeface="Open Sans" pitchFamily="34" charset="0"/>
                    <a:cs typeface="Open Sans" pitchFamily="34" charset="0"/>
                  </a:rPr>
                  <a:t>01</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1" name="Group 50"/>
          <p:cNvGrpSpPr/>
          <p:nvPr/>
        </p:nvGrpSpPr>
        <p:grpSpPr>
          <a:xfrm>
            <a:off x="1926678" y="3722943"/>
            <a:ext cx="10038944" cy="1056687"/>
            <a:chOff x="1445008" y="2225711"/>
            <a:chExt cx="7529208" cy="790599"/>
          </a:xfrm>
        </p:grpSpPr>
        <p:sp>
          <p:nvSpPr>
            <p:cNvPr id="31" name="Rectangle 30"/>
            <p:cNvSpPr/>
            <p:nvPr/>
          </p:nvSpPr>
          <p:spPr>
            <a:xfrm>
              <a:off x="4372785" y="2225711"/>
              <a:ext cx="4601431" cy="715581"/>
            </a:xfrm>
            <a:prstGeom prst="rect">
              <a:avLst/>
            </a:prstGeom>
          </p:spPr>
          <p:txBody>
            <a:bodyPr wrap="square">
              <a:spAutoFit/>
            </a:bodyPr>
            <a:lstStyle/>
            <a:p>
              <a:pPr fontAlgn="auto">
                <a:spcBef>
                  <a:spcPts val="0"/>
                </a:spcBef>
                <a:spcAft>
                  <a:spcPts val="0"/>
                </a:spcAft>
              </a:pPr>
              <a:r>
                <a:rPr lang="en-US" sz="2800" b="1" dirty="0"/>
                <a:t> </a:t>
              </a:r>
              <a:r>
                <a:rPr lang="ar-SA" sz="2800" b="1" dirty="0"/>
                <a:t>إمكانية الوصول إلى عدد أكبر من المستخدمين والمتابعين في كافة أرجاء العالم</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0" name="Group 46"/>
            <p:cNvGrpSpPr/>
            <p:nvPr/>
          </p:nvGrpSpPr>
          <p:grpSpPr>
            <a:xfrm>
              <a:off x="1445008" y="2355943"/>
              <a:ext cx="2824958" cy="660367"/>
              <a:chOff x="1445008" y="2355943"/>
              <a:chExt cx="2824958" cy="660367"/>
            </a:xfrm>
          </p:grpSpPr>
          <p:sp>
            <p:nvSpPr>
              <p:cNvPr id="11" name="Rectangle 10"/>
              <p:cNvSpPr/>
              <p:nvPr/>
            </p:nvSpPr>
            <p:spPr>
              <a:xfrm>
                <a:off x="1445008" y="2355943"/>
                <a:ext cx="2824958" cy="66036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Rectangle 34"/>
              <p:cNvSpPr/>
              <p:nvPr/>
            </p:nvSpPr>
            <p:spPr>
              <a:xfrm>
                <a:off x="2285984" y="2357436"/>
                <a:ext cx="571504" cy="438581"/>
              </a:xfrm>
              <a:prstGeom prst="rect">
                <a:avLst/>
              </a:prstGeom>
            </p:spPr>
            <p:txBody>
              <a:bodyPr wrap="square">
                <a:spAutoFit/>
              </a:bodyPr>
              <a:lstStyle/>
              <a:p>
                <a:pPr algn="ctr" fontAlgn="auto">
                  <a:spcBef>
                    <a:spcPts val="0"/>
                  </a:spcBef>
                  <a:spcAft>
                    <a:spcPts val="0"/>
                  </a:spcAft>
                </a:pPr>
                <a:r>
                  <a:rPr lang="en-US" sz="3200" b="1" dirty="0">
                    <a:solidFill>
                      <a:prstClr val="white"/>
                    </a:solidFill>
                    <a:latin typeface="Open Sans" pitchFamily="34" charset="0"/>
                    <a:ea typeface="Open Sans" pitchFamily="34" charset="0"/>
                    <a:cs typeface="Open Sans" pitchFamily="34" charset="0"/>
                  </a:rPr>
                  <a:t>02</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2" name="Group 51"/>
          <p:cNvGrpSpPr/>
          <p:nvPr/>
        </p:nvGrpSpPr>
        <p:grpSpPr>
          <a:xfrm>
            <a:off x="1947283" y="4854318"/>
            <a:ext cx="10244717" cy="1384996"/>
            <a:chOff x="1461290" y="2797475"/>
            <a:chExt cx="7663272" cy="1036233"/>
          </a:xfrm>
        </p:grpSpPr>
        <p:sp>
          <p:nvSpPr>
            <p:cNvPr id="32" name="Rectangle 31"/>
            <p:cNvSpPr/>
            <p:nvPr/>
          </p:nvSpPr>
          <p:spPr>
            <a:xfrm>
              <a:off x="4749869" y="2797475"/>
              <a:ext cx="4374693" cy="1036233"/>
            </a:xfrm>
            <a:prstGeom prst="rect">
              <a:avLst/>
            </a:prstGeom>
          </p:spPr>
          <p:txBody>
            <a:bodyPr wrap="square">
              <a:spAutoFit/>
            </a:bodyPr>
            <a:lstStyle/>
            <a:p>
              <a:pPr fontAlgn="auto">
                <a:spcBef>
                  <a:spcPts val="0"/>
                </a:spcBef>
                <a:spcAft>
                  <a:spcPts val="0"/>
                </a:spcAft>
              </a:pPr>
              <a:r>
                <a:rPr lang="en-US" sz="2800" b="1" dirty="0"/>
                <a:t> </a:t>
              </a:r>
              <a:r>
                <a:rPr lang="ar-SA" sz="2800" b="1" dirty="0"/>
                <a:t>لا تشترط تطابق أجهزة الحاسوب وأنظمة التشغيل المستخدمة من قبل المستقبلين مع الأجهزة المستخدمة في الإرسال</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2" name="Group 45"/>
            <p:cNvGrpSpPr/>
            <p:nvPr/>
          </p:nvGrpSpPr>
          <p:grpSpPr>
            <a:xfrm>
              <a:off x="1461290" y="2873238"/>
              <a:ext cx="3182147" cy="714164"/>
              <a:chOff x="1461290" y="2873238"/>
              <a:chExt cx="3182147" cy="714164"/>
            </a:xfrm>
          </p:grpSpPr>
          <p:sp>
            <p:nvSpPr>
              <p:cNvPr id="13" name="Rectangle 12"/>
              <p:cNvSpPr/>
              <p:nvPr/>
            </p:nvSpPr>
            <p:spPr>
              <a:xfrm>
                <a:off x="1461290" y="2873238"/>
                <a:ext cx="3182147" cy="714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Rectangle 35"/>
              <p:cNvSpPr/>
              <p:nvPr/>
            </p:nvSpPr>
            <p:spPr>
              <a:xfrm>
                <a:off x="2807732" y="2910954"/>
                <a:ext cx="571504" cy="438581"/>
              </a:xfrm>
              <a:prstGeom prst="rect">
                <a:avLst/>
              </a:prstGeom>
            </p:spPr>
            <p:txBody>
              <a:bodyPr wrap="square">
                <a:spAutoFit/>
              </a:bodyPr>
              <a:lstStyle/>
              <a:p>
                <a:pPr algn="ctr" fontAlgn="auto">
                  <a:spcBef>
                    <a:spcPts val="0"/>
                  </a:spcBef>
                  <a:spcAft>
                    <a:spcPts val="0"/>
                  </a:spcAft>
                </a:pPr>
                <a:r>
                  <a:rPr lang="en-US" sz="3200" b="1" dirty="0">
                    <a:solidFill>
                      <a:prstClr val="white"/>
                    </a:solidFill>
                    <a:latin typeface="Open Sans" pitchFamily="34" charset="0"/>
                    <a:ea typeface="Open Sans" pitchFamily="34" charset="0"/>
                    <a:cs typeface="Open Sans" pitchFamily="34" charset="0"/>
                  </a:rPr>
                  <a:t>03</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sp>
        <p:nvSpPr>
          <p:cNvPr id="14" name="Footer Placeholder 13"/>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25962146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lide(fromLeft)">
                                      <p:cBhvr>
                                        <p:cTn id="7" dur="500"/>
                                        <p:tgtEl>
                                          <p:spTgt spid="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slide(fromLeft)">
                                      <p:cBhvr>
                                        <p:cTn id="11" dur="500"/>
                                        <p:tgtEl>
                                          <p:spTgt spid="50"/>
                                        </p:tgtEl>
                                      </p:cBhvr>
                                    </p:animEffect>
                                  </p:childTnLst>
                                </p:cTn>
                              </p:par>
                            </p:childTnLst>
                          </p:cTn>
                        </p:par>
                        <p:par>
                          <p:cTn id="12" fill="hold">
                            <p:stCondLst>
                              <p:cond delay="1000"/>
                            </p:stCondLst>
                            <p:childTnLst>
                              <p:par>
                                <p:cTn id="13" presetID="12" presetClass="entr" presetSubtype="8"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slide(fromLeft)">
                                      <p:cBhvr>
                                        <p:cTn id="15" dur="500"/>
                                        <p:tgtEl>
                                          <p:spTgt spid="10"/>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51"/>
                                        </p:tgtEl>
                                        <p:attrNameLst>
                                          <p:attrName>style.visibility</p:attrName>
                                        </p:attrNameLst>
                                      </p:cBhvr>
                                      <p:to>
                                        <p:strVal val="visible"/>
                                      </p:to>
                                    </p:set>
                                    <p:animEffect transition="in" filter="slide(fromLeft)">
                                      <p:cBhvr>
                                        <p:cTn id="19" dur="500"/>
                                        <p:tgtEl>
                                          <p:spTgt spid="51"/>
                                        </p:tgtEl>
                                      </p:cBhvr>
                                    </p:animEffect>
                                  </p:childTnLst>
                                </p:cTn>
                              </p:par>
                            </p:childTnLst>
                          </p:cTn>
                        </p:par>
                        <p:par>
                          <p:cTn id="20" fill="hold">
                            <p:stCondLst>
                              <p:cond delay="2000"/>
                            </p:stCondLst>
                            <p:childTnLst>
                              <p:par>
                                <p:cTn id="21" presetID="12" presetClass="entr" presetSubtype="8"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slide(fromLeft)">
                                      <p:cBhvr>
                                        <p:cTn id="23" dur="500"/>
                                        <p:tgtEl>
                                          <p:spTgt spid="12"/>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slide(fromLeft)">
                                      <p:cBhvr>
                                        <p:cTn id="27"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2"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4"/>
          <p:cNvSpPr>
            <a:spLocks noChangeAspect="1" noChangeArrowheads="1" noTextEdit="1"/>
          </p:cNvSpPr>
          <p:nvPr/>
        </p:nvSpPr>
        <p:spPr bwMode="auto">
          <a:xfrm>
            <a:off x="164012" y="2120834"/>
            <a:ext cx="2825749" cy="3736405"/>
          </a:xfrm>
          <a:prstGeom prst="rect">
            <a:avLst/>
          </a:prstGeom>
          <a:noFill/>
          <a:ln w="9525">
            <a:noFill/>
            <a:miter lim="800000"/>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 name="Freeform 7"/>
          <p:cNvSpPr>
            <a:spLocks/>
          </p:cNvSpPr>
          <p:nvPr/>
        </p:nvSpPr>
        <p:spPr bwMode="auto">
          <a:xfrm>
            <a:off x="1" y="1768566"/>
            <a:ext cx="1947283" cy="125986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 name="Freeform 9"/>
          <p:cNvSpPr>
            <a:spLocks/>
          </p:cNvSpPr>
          <p:nvPr/>
        </p:nvSpPr>
        <p:spPr bwMode="auto">
          <a:xfrm>
            <a:off x="3" y="2590527"/>
            <a:ext cx="1947280" cy="1003339"/>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5" name="Freeform 11"/>
          <p:cNvSpPr>
            <a:spLocks/>
          </p:cNvSpPr>
          <p:nvPr/>
        </p:nvSpPr>
        <p:spPr bwMode="auto">
          <a:xfrm>
            <a:off x="0" y="3303399"/>
            <a:ext cx="1947285" cy="746819"/>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 name="Freeform 13"/>
          <p:cNvSpPr>
            <a:spLocks/>
          </p:cNvSpPr>
          <p:nvPr/>
        </p:nvSpPr>
        <p:spPr bwMode="auto">
          <a:xfrm>
            <a:off x="0" y="3924241"/>
            <a:ext cx="1947285" cy="748887"/>
          </a:xfrm>
          <a:custGeom>
            <a:avLst/>
            <a:gdLst/>
            <a:ahLst/>
            <a:cxnLst>
              <a:cxn ang="0">
                <a:pos x="0" y="0"/>
              </a:cxn>
              <a:cxn ang="0">
                <a:pos x="0" y="725"/>
              </a:cxn>
              <a:cxn ang="0">
                <a:pos x="859" y="479"/>
              </a:cxn>
              <a:cxn ang="0">
                <a:pos x="859" y="0"/>
              </a:cxn>
              <a:cxn ang="0">
                <a:pos x="0" y="0"/>
              </a:cxn>
            </a:cxnLst>
            <a:rect l="0" t="0" r="r" b="b"/>
            <a:pathLst>
              <a:path w="859" h="725">
                <a:moveTo>
                  <a:pt x="0" y="0"/>
                </a:moveTo>
                <a:lnTo>
                  <a:pt x="0" y="725"/>
                </a:lnTo>
                <a:lnTo>
                  <a:pt x="859" y="479"/>
                </a:lnTo>
                <a:lnTo>
                  <a:pt x="859" y="0"/>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7" name="Freeform 15"/>
          <p:cNvSpPr>
            <a:spLocks/>
          </p:cNvSpPr>
          <p:nvPr/>
        </p:nvSpPr>
        <p:spPr bwMode="auto">
          <a:xfrm>
            <a:off x="3" y="4313951"/>
            <a:ext cx="1947280" cy="1003339"/>
          </a:xfrm>
          <a:custGeom>
            <a:avLst/>
            <a:gdLst/>
            <a:ahLst/>
            <a:cxnLst>
              <a:cxn ang="0">
                <a:pos x="0" y="246"/>
              </a:cxn>
              <a:cxn ang="0">
                <a:pos x="0" y="969"/>
              </a:cxn>
              <a:cxn ang="0">
                <a:pos x="859" y="476"/>
              </a:cxn>
              <a:cxn ang="0">
                <a:pos x="859" y="0"/>
              </a:cxn>
              <a:cxn ang="0">
                <a:pos x="0" y="246"/>
              </a:cxn>
            </a:cxnLst>
            <a:rect l="0" t="0" r="r" b="b"/>
            <a:pathLst>
              <a:path w="859" h="969">
                <a:moveTo>
                  <a:pt x="0" y="246"/>
                </a:moveTo>
                <a:lnTo>
                  <a:pt x="0" y="969"/>
                </a:lnTo>
                <a:lnTo>
                  <a:pt x="859" y="476"/>
                </a:lnTo>
                <a:lnTo>
                  <a:pt x="859" y="0"/>
                </a:lnTo>
                <a:lnTo>
                  <a:pt x="0" y="246"/>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8" name="Freeform 6"/>
          <p:cNvSpPr>
            <a:spLocks/>
          </p:cNvSpPr>
          <p:nvPr/>
        </p:nvSpPr>
        <p:spPr bwMode="auto">
          <a:xfrm>
            <a:off x="1" y="1322826"/>
            <a:ext cx="1947283" cy="227303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close/>
              </a:path>
            </a:pathLst>
          </a:custGeom>
          <a:solidFill>
            <a:schemeClr val="accent3">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10" name="Freeform 8"/>
          <p:cNvSpPr>
            <a:spLocks/>
          </p:cNvSpPr>
          <p:nvPr/>
        </p:nvSpPr>
        <p:spPr bwMode="auto">
          <a:xfrm>
            <a:off x="3" y="2997048"/>
            <a:ext cx="1947280" cy="1785524"/>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close/>
              </a:path>
            </a:pathLst>
          </a:custGeom>
          <a:solidFill>
            <a:schemeClr val="accent4">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12" name="Freeform 10"/>
          <p:cNvSpPr>
            <a:spLocks/>
          </p:cNvSpPr>
          <p:nvPr/>
        </p:nvSpPr>
        <p:spPr bwMode="auto">
          <a:xfrm>
            <a:off x="13508" y="4474656"/>
            <a:ext cx="1947285" cy="1432607"/>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close/>
              </a:path>
            </a:pathLst>
          </a:custGeom>
          <a:solidFill>
            <a:schemeClr val="accent1">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0" name="Rectangle 19"/>
          <p:cNvSpPr/>
          <p:nvPr/>
        </p:nvSpPr>
        <p:spPr>
          <a:xfrm>
            <a:off x="1142966" y="190502"/>
            <a:ext cx="9906069" cy="707886"/>
          </a:xfrm>
          <a:prstGeom prst="rect">
            <a:avLst/>
          </a:prstGeom>
        </p:spPr>
        <p:txBody>
          <a:bodyPr wrap="square">
            <a:spAutoFit/>
          </a:bodyPr>
          <a:lstStyle/>
          <a:p>
            <a:pPr marL="1657350" lvl="2" indent="-742950" rtl="1">
              <a:buFont typeface="+mj-lt"/>
              <a:buAutoNum type="arabicPeriod" startAt="12"/>
            </a:pPr>
            <a:r>
              <a:rPr lang="ar-SA" sz="4000" b="1" u="sng" dirty="0"/>
              <a:t>إيجابيات استخدام الإنترنت </a:t>
            </a:r>
            <a:r>
              <a:rPr lang="ar-JO" sz="4000" b="1" u="sng" dirty="0"/>
              <a:t>وخدماته</a:t>
            </a:r>
            <a:r>
              <a:rPr lang="ar-SA" sz="4000" b="1" u="sng" dirty="0"/>
              <a:t> في التعليم</a:t>
            </a:r>
            <a:r>
              <a:rPr lang="ar-JO" sz="4000" b="1" u="sng" dirty="0"/>
              <a:t>  </a:t>
            </a:r>
            <a:endParaRPr lang="en-US" sz="4000" u="sng" dirty="0"/>
          </a:p>
        </p:txBody>
      </p:sp>
      <p:grpSp>
        <p:nvGrpSpPr>
          <p:cNvPr id="50" name="Group 49"/>
          <p:cNvGrpSpPr/>
          <p:nvPr/>
        </p:nvGrpSpPr>
        <p:grpSpPr>
          <a:xfrm>
            <a:off x="1947283" y="2713427"/>
            <a:ext cx="9984698" cy="963380"/>
            <a:chOff x="1470594" y="1695727"/>
            <a:chExt cx="7488523" cy="720787"/>
          </a:xfrm>
        </p:grpSpPr>
        <p:sp>
          <p:nvSpPr>
            <p:cNvPr id="29" name="Rectangle 28"/>
            <p:cNvSpPr/>
            <p:nvPr/>
          </p:nvSpPr>
          <p:spPr>
            <a:xfrm>
              <a:off x="4029895" y="1702665"/>
              <a:ext cx="4929222" cy="713849"/>
            </a:xfrm>
            <a:prstGeom prst="rect">
              <a:avLst/>
            </a:prstGeom>
          </p:spPr>
          <p:txBody>
            <a:bodyPr wrap="square">
              <a:spAutoFit/>
            </a:bodyPr>
            <a:lstStyle/>
            <a:p>
              <a:pPr fontAlgn="auto">
                <a:spcBef>
                  <a:spcPts val="0"/>
                </a:spcBef>
                <a:spcAft>
                  <a:spcPts val="0"/>
                </a:spcAft>
              </a:pPr>
              <a:r>
                <a:rPr lang="ar-SA" sz="2800" b="1" dirty="0"/>
                <a:t>إمكانية تطوير البرامج بشكل أسرع مقارنة بأنظمة الفيديو والأقراص المدمجة</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3" name="Group 47"/>
            <p:cNvGrpSpPr/>
            <p:nvPr/>
          </p:nvGrpSpPr>
          <p:grpSpPr>
            <a:xfrm>
              <a:off x="1470594" y="1695727"/>
              <a:ext cx="2396330" cy="660225"/>
              <a:chOff x="1470594" y="1695727"/>
              <a:chExt cx="2396330" cy="660225"/>
            </a:xfrm>
          </p:grpSpPr>
          <p:sp>
            <p:nvSpPr>
              <p:cNvPr id="9" name="Rectangle 8"/>
              <p:cNvSpPr/>
              <p:nvPr/>
            </p:nvSpPr>
            <p:spPr>
              <a:xfrm>
                <a:off x="1470594" y="1695727"/>
                <a:ext cx="2396330" cy="6602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0" name="Rectangle 29"/>
              <p:cNvSpPr/>
              <p:nvPr/>
            </p:nvSpPr>
            <p:spPr>
              <a:xfrm>
                <a:off x="1857356" y="1857370"/>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04</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1" name="Group 50"/>
          <p:cNvGrpSpPr/>
          <p:nvPr/>
        </p:nvGrpSpPr>
        <p:grpSpPr>
          <a:xfrm>
            <a:off x="1926678" y="3860247"/>
            <a:ext cx="10247703" cy="954107"/>
            <a:chOff x="1445008" y="2328440"/>
            <a:chExt cx="7685777" cy="713850"/>
          </a:xfrm>
        </p:grpSpPr>
        <p:sp>
          <p:nvSpPr>
            <p:cNvPr id="31" name="Rectangle 30"/>
            <p:cNvSpPr/>
            <p:nvPr/>
          </p:nvSpPr>
          <p:spPr>
            <a:xfrm>
              <a:off x="4529354" y="2328440"/>
              <a:ext cx="4601431" cy="713850"/>
            </a:xfrm>
            <a:prstGeom prst="rect">
              <a:avLst/>
            </a:prstGeom>
          </p:spPr>
          <p:txBody>
            <a:bodyPr wrap="square">
              <a:spAutoFit/>
            </a:bodyPr>
            <a:lstStyle/>
            <a:p>
              <a:pPr fontAlgn="auto">
                <a:spcBef>
                  <a:spcPts val="0"/>
                </a:spcBef>
                <a:spcAft>
                  <a:spcPts val="0"/>
                </a:spcAft>
              </a:pPr>
              <a:r>
                <a:rPr lang="ar-SA" sz="2800" b="1" dirty="0"/>
                <a:t>إمكانية تطوير محتوى المناهج الموجودة عبر الإنترنت بشكل سهل وسريع</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0" name="Group 46"/>
            <p:cNvGrpSpPr/>
            <p:nvPr/>
          </p:nvGrpSpPr>
          <p:grpSpPr>
            <a:xfrm>
              <a:off x="1445008" y="2357436"/>
              <a:ext cx="2824958" cy="667533"/>
              <a:chOff x="1445008" y="2357436"/>
              <a:chExt cx="2824958" cy="667533"/>
            </a:xfrm>
          </p:grpSpPr>
          <p:sp>
            <p:nvSpPr>
              <p:cNvPr id="11" name="Rectangle 10"/>
              <p:cNvSpPr/>
              <p:nvPr/>
            </p:nvSpPr>
            <p:spPr>
              <a:xfrm>
                <a:off x="1445008" y="2364602"/>
                <a:ext cx="2824958" cy="66036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Rectangle 34"/>
              <p:cNvSpPr/>
              <p:nvPr/>
            </p:nvSpPr>
            <p:spPr>
              <a:xfrm>
                <a:off x="2285984" y="2357436"/>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05</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2" name="Group 51"/>
          <p:cNvGrpSpPr/>
          <p:nvPr/>
        </p:nvGrpSpPr>
        <p:grpSpPr>
          <a:xfrm>
            <a:off x="1947283" y="4955580"/>
            <a:ext cx="10244717" cy="1001084"/>
            <a:chOff x="1461290" y="2873238"/>
            <a:chExt cx="7663272" cy="748996"/>
          </a:xfrm>
        </p:grpSpPr>
        <p:sp>
          <p:nvSpPr>
            <p:cNvPr id="32" name="Rectangle 31"/>
            <p:cNvSpPr/>
            <p:nvPr/>
          </p:nvSpPr>
          <p:spPr>
            <a:xfrm>
              <a:off x="4749869" y="2908385"/>
              <a:ext cx="4374693" cy="713849"/>
            </a:xfrm>
            <a:prstGeom prst="rect">
              <a:avLst/>
            </a:prstGeom>
          </p:spPr>
          <p:txBody>
            <a:bodyPr wrap="square">
              <a:spAutoFit/>
            </a:bodyPr>
            <a:lstStyle/>
            <a:p>
              <a:pPr fontAlgn="auto">
                <a:spcBef>
                  <a:spcPts val="0"/>
                </a:spcBef>
                <a:spcAft>
                  <a:spcPts val="0"/>
                </a:spcAft>
              </a:pPr>
              <a:r>
                <a:rPr lang="en-US" sz="2800" b="1" dirty="0"/>
                <a:t> </a:t>
              </a:r>
              <a:r>
                <a:rPr lang="ar-SA" sz="2800" b="1" dirty="0"/>
                <a:t>قلة تكلفتها المادية إذا ما قارناها باستخدام الأقمار الصناعية ومحطات التلفزيون والراديو</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2" name="Group 45"/>
            <p:cNvGrpSpPr/>
            <p:nvPr/>
          </p:nvGrpSpPr>
          <p:grpSpPr>
            <a:xfrm>
              <a:off x="1461290" y="2873238"/>
              <a:ext cx="3182147" cy="714164"/>
              <a:chOff x="1461290" y="2873238"/>
              <a:chExt cx="3182147" cy="714164"/>
            </a:xfrm>
          </p:grpSpPr>
          <p:sp>
            <p:nvSpPr>
              <p:cNvPr id="13" name="Rectangle 12"/>
              <p:cNvSpPr/>
              <p:nvPr/>
            </p:nvSpPr>
            <p:spPr>
              <a:xfrm>
                <a:off x="1461290" y="2873238"/>
                <a:ext cx="3182147" cy="714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Rectangle 35"/>
              <p:cNvSpPr/>
              <p:nvPr/>
            </p:nvSpPr>
            <p:spPr>
              <a:xfrm>
                <a:off x="2807732" y="2910954"/>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06</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sp>
        <p:nvSpPr>
          <p:cNvPr id="14" name="Footer Placeholder 13"/>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25922056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lide(fromLeft)">
                                      <p:cBhvr>
                                        <p:cTn id="7" dur="500"/>
                                        <p:tgtEl>
                                          <p:spTgt spid="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slide(fromLeft)">
                                      <p:cBhvr>
                                        <p:cTn id="11" dur="500"/>
                                        <p:tgtEl>
                                          <p:spTgt spid="50"/>
                                        </p:tgtEl>
                                      </p:cBhvr>
                                    </p:animEffect>
                                  </p:childTnLst>
                                </p:cTn>
                              </p:par>
                            </p:childTnLst>
                          </p:cTn>
                        </p:par>
                        <p:par>
                          <p:cTn id="12" fill="hold">
                            <p:stCondLst>
                              <p:cond delay="1000"/>
                            </p:stCondLst>
                            <p:childTnLst>
                              <p:par>
                                <p:cTn id="13" presetID="12" presetClass="entr" presetSubtype="8"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slide(fromLeft)">
                                      <p:cBhvr>
                                        <p:cTn id="15" dur="500"/>
                                        <p:tgtEl>
                                          <p:spTgt spid="10"/>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51"/>
                                        </p:tgtEl>
                                        <p:attrNameLst>
                                          <p:attrName>style.visibility</p:attrName>
                                        </p:attrNameLst>
                                      </p:cBhvr>
                                      <p:to>
                                        <p:strVal val="visible"/>
                                      </p:to>
                                    </p:set>
                                    <p:animEffect transition="in" filter="slide(fromLeft)">
                                      <p:cBhvr>
                                        <p:cTn id="19" dur="500"/>
                                        <p:tgtEl>
                                          <p:spTgt spid="51"/>
                                        </p:tgtEl>
                                      </p:cBhvr>
                                    </p:animEffect>
                                  </p:childTnLst>
                                </p:cTn>
                              </p:par>
                            </p:childTnLst>
                          </p:cTn>
                        </p:par>
                        <p:par>
                          <p:cTn id="20" fill="hold">
                            <p:stCondLst>
                              <p:cond delay="2000"/>
                            </p:stCondLst>
                            <p:childTnLst>
                              <p:par>
                                <p:cTn id="21" presetID="12" presetClass="entr" presetSubtype="8"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slide(fromLeft)">
                                      <p:cBhvr>
                                        <p:cTn id="23" dur="500"/>
                                        <p:tgtEl>
                                          <p:spTgt spid="12"/>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slide(fromLeft)">
                                      <p:cBhvr>
                                        <p:cTn id="27"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2"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4"/>
          <p:cNvSpPr>
            <a:spLocks noChangeAspect="1" noChangeArrowheads="1" noTextEdit="1"/>
          </p:cNvSpPr>
          <p:nvPr/>
        </p:nvSpPr>
        <p:spPr bwMode="auto">
          <a:xfrm>
            <a:off x="164012" y="2120834"/>
            <a:ext cx="2825749" cy="3736405"/>
          </a:xfrm>
          <a:prstGeom prst="rect">
            <a:avLst/>
          </a:prstGeom>
          <a:noFill/>
          <a:ln w="9525">
            <a:noFill/>
            <a:miter lim="800000"/>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 name="Freeform 7"/>
          <p:cNvSpPr>
            <a:spLocks/>
          </p:cNvSpPr>
          <p:nvPr/>
        </p:nvSpPr>
        <p:spPr bwMode="auto">
          <a:xfrm>
            <a:off x="1" y="1768566"/>
            <a:ext cx="1947283" cy="125986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 name="Freeform 9"/>
          <p:cNvSpPr>
            <a:spLocks/>
          </p:cNvSpPr>
          <p:nvPr/>
        </p:nvSpPr>
        <p:spPr bwMode="auto">
          <a:xfrm>
            <a:off x="3" y="2590527"/>
            <a:ext cx="1947280" cy="1003339"/>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5" name="Freeform 11"/>
          <p:cNvSpPr>
            <a:spLocks/>
          </p:cNvSpPr>
          <p:nvPr/>
        </p:nvSpPr>
        <p:spPr bwMode="auto">
          <a:xfrm>
            <a:off x="0" y="3303399"/>
            <a:ext cx="1947285" cy="746819"/>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 name="Freeform 13"/>
          <p:cNvSpPr>
            <a:spLocks/>
          </p:cNvSpPr>
          <p:nvPr/>
        </p:nvSpPr>
        <p:spPr bwMode="auto">
          <a:xfrm>
            <a:off x="0" y="3924241"/>
            <a:ext cx="1947285" cy="748887"/>
          </a:xfrm>
          <a:custGeom>
            <a:avLst/>
            <a:gdLst/>
            <a:ahLst/>
            <a:cxnLst>
              <a:cxn ang="0">
                <a:pos x="0" y="0"/>
              </a:cxn>
              <a:cxn ang="0">
                <a:pos x="0" y="725"/>
              </a:cxn>
              <a:cxn ang="0">
                <a:pos x="859" y="479"/>
              </a:cxn>
              <a:cxn ang="0">
                <a:pos x="859" y="0"/>
              </a:cxn>
              <a:cxn ang="0">
                <a:pos x="0" y="0"/>
              </a:cxn>
            </a:cxnLst>
            <a:rect l="0" t="0" r="r" b="b"/>
            <a:pathLst>
              <a:path w="859" h="725">
                <a:moveTo>
                  <a:pt x="0" y="0"/>
                </a:moveTo>
                <a:lnTo>
                  <a:pt x="0" y="725"/>
                </a:lnTo>
                <a:lnTo>
                  <a:pt x="859" y="479"/>
                </a:lnTo>
                <a:lnTo>
                  <a:pt x="859" y="0"/>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7" name="Freeform 15"/>
          <p:cNvSpPr>
            <a:spLocks/>
          </p:cNvSpPr>
          <p:nvPr/>
        </p:nvSpPr>
        <p:spPr bwMode="auto">
          <a:xfrm>
            <a:off x="3" y="4313951"/>
            <a:ext cx="1947280" cy="1003339"/>
          </a:xfrm>
          <a:custGeom>
            <a:avLst/>
            <a:gdLst/>
            <a:ahLst/>
            <a:cxnLst>
              <a:cxn ang="0">
                <a:pos x="0" y="246"/>
              </a:cxn>
              <a:cxn ang="0">
                <a:pos x="0" y="969"/>
              </a:cxn>
              <a:cxn ang="0">
                <a:pos x="859" y="476"/>
              </a:cxn>
              <a:cxn ang="0">
                <a:pos x="859" y="0"/>
              </a:cxn>
              <a:cxn ang="0">
                <a:pos x="0" y="246"/>
              </a:cxn>
            </a:cxnLst>
            <a:rect l="0" t="0" r="r" b="b"/>
            <a:pathLst>
              <a:path w="859" h="969">
                <a:moveTo>
                  <a:pt x="0" y="246"/>
                </a:moveTo>
                <a:lnTo>
                  <a:pt x="0" y="969"/>
                </a:lnTo>
                <a:lnTo>
                  <a:pt x="859" y="476"/>
                </a:lnTo>
                <a:lnTo>
                  <a:pt x="859" y="0"/>
                </a:lnTo>
                <a:lnTo>
                  <a:pt x="0" y="246"/>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8" name="Freeform 6"/>
          <p:cNvSpPr>
            <a:spLocks/>
          </p:cNvSpPr>
          <p:nvPr/>
        </p:nvSpPr>
        <p:spPr bwMode="auto">
          <a:xfrm>
            <a:off x="1" y="1322826"/>
            <a:ext cx="1947283" cy="227303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close/>
              </a:path>
            </a:pathLst>
          </a:custGeom>
          <a:solidFill>
            <a:schemeClr val="accent3">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10" name="Freeform 8"/>
          <p:cNvSpPr>
            <a:spLocks/>
          </p:cNvSpPr>
          <p:nvPr/>
        </p:nvSpPr>
        <p:spPr bwMode="auto">
          <a:xfrm>
            <a:off x="3" y="2997048"/>
            <a:ext cx="1947280" cy="1785524"/>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close/>
              </a:path>
            </a:pathLst>
          </a:custGeom>
          <a:solidFill>
            <a:schemeClr val="accent4">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12" name="Freeform 10"/>
          <p:cNvSpPr>
            <a:spLocks/>
          </p:cNvSpPr>
          <p:nvPr/>
        </p:nvSpPr>
        <p:spPr bwMode="auto">
          <a:xfrm>
            <a:off x="13508" y="4474656"/>
            <a:ext cx="1947285" cy="1432607"/>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close/>
              </a:path>
            </a:pathLst>
          </a:custGeom>
          <a:solidFill>
            <a:schemeClr val="accent1">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0" name="Rectangle 19"/>
          <p:cNvSpPr/>
          <p:nvPr/>
        </p:nvSpPr>
        <p:spPr>
          <a:xfrm>
            <a:off x="1142966" y="190502"/>
            <a:ext cx="9906069" cy="707886"/>
          </a:xfrm>
          <a:prstGeom prst="rect">
            <a:avLst/>
          </a:prstGeom>
        </p:spPr>
        <p:txBody>
          <a:bodyPr wrap="square">
            <a:spAutoFit/>
          </a:bodyPr>
          <a:lstStyle/>
          <a:p>
            <a:pPr marL="1657350" lvl="2" indent="-742950" rtl="1">
              <a:buFont typeface="+mj-lt"/>
              <a:buAutoNum type="arabicPeriod" startAt="12"/>
            </a:pPr>
            <a:r>
              <a:rPr lang="ar-SA" sz="4000" b="1" u="sng" dirty="0"/>
              <a:t>إيجابيات استخدام الإنترنت </a:t>
            </a:r>
            <a:r>
              <a:rPr lang="ar-JO" sz="4000" b="1" u="sng" dirty="0"/>
              <a:t>وخدماته</a:t>
            </a:r>
            <a:r>
              <a:rPr lang="ar-SA" sz="4000" b="1" u="sng" dirty="0"/>
              <a:t> في التعليم</a:t>
            </a:r>
            <a:r>
              <a:rPr lang="ar-JO" sz="4000" b="1" u="sng" dirty="0"/>
              <a:t>  </a:t>
            </a:r>
            <a:endParaRPr lang="en-US" sz="4000" u="sng" dirty="0"/>
          </a:p>
        </p:txBody>
      </p:sp>
      <p:grpSp>
        <p:nvGrpSpPr>
          <p:cNvPr id="50" name="Group 49"/>
          <p:cNvGrpSpPr/>
          <p:nvPr/>
        </p:nvGrpSpPr>
        <p:grpSpPr>
          <a:xfrm>
            <a:off x="1947283" y="2701794"/>
            <a:ext cx="10227098" cy="975010"/>
            <a:chOff x="1470594" y="1687025"/>
            <a:chExt cx="7670323" cy="729489"/>
          </a:xfrm>
        </p:grpSpPr>
        <p:sp>
          <p:nvSpPr>
            <p:cNvPr id="29" name="Rectangle 28"/>
            <p:cNvSpPr/>
            <p:nvPr/>
          </p:nvSpPr>
          <p:spPr>
            <a:xfrm>
              <a:off x="4029895" y="1702665"/>
              <a:ext cx="5111022" cy="713849"/>
            </a:xfrm>
            <a:prstGeom prst="rect">
              <a:avLst/>
            </a:prstGeom>
          </p:spPr>
          <p:txBody>
            <a:bodyPr wrap="square">
              <a:spAutoFit/>
            </a:bodyPr>
            <a:lstStyle/>
            <a:p>
              <a:pPr fontAlgn="auto">
                <a:spcBef>
                  <a:spcPts val="0"/>
                </a:spcBef>
                <a:spcAft>
                  <a:spcPts val="0"/>
                </a:spcAft>
              </a:pPr>
              <a:r>
                <a:rPr lang="ar-SA" sz="2800" b="1" dirty="0"/>
                <a:t>ادخال الإنترنت في التعليم ساهم في تغيير نظم وطرق التدريس وساعد على إيجاد فصل مليء بالحيوية والنشاط</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3" name="Group 47"/>
            <p:cNvGrpSpPr/>
            <p:nvPr/>
          </p:nvGrpSpPr>
          <p:grpSpPr>
            <a:xfrm>
              <a:off x="1470594" y="1687025"/>
              <a:ext cx="2396330" cy="668927"/>
              <a:chOff x="1470594" y="1687025"/>
              <a:chExt cx="2396330" cy="668927"/>
            </a:xfrm>
          </p:grpSpPr>
          <p:sp>
            <p:nvSpPr>
              <p:cNvPr id="9" name="Rectangle 8"/>
              <p:cNvSpPr/>
              <p:nvPr/>
            </p:nvSpPr>
            <p:spPr>
              <a:xfrm>
                <a:off x="1470594" y="1687025"/>
                <a:ext cx="2396330" cy="66892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0" name="Rectangle 29"/>
              <p:cNvSpPr/>
              <p:nvPr/>
            </p:nvSpPr>
            <p:spPr>
              <a:xfrm>
                <a:off x="1857356" y="1857370"/>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07</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1" name="Group 50"/>
          <p:cNvGrpSpPr/>
          <p:nvPr/>
        </p:nvGrpSpPr>
        <p:grpSpPr>
          <a:xfrm>
            <a:off x="1926678" y="3860246"/>
            <a:ext cx="10247703" cy="933525"/>
            <a:chOff x="1445008" y="2328440"/>
            <a:chExt cx="7685777" cy="698451"/>
          </a:xfrm>
        </p:grpSpPr>
        <p:sp>
          <p:nvSpPr>
            <p:cNvPr id="31" name="Rectangle 30"/>
            <p:cNvSpPr/>
            <p:nvPr/>
          </p:nvSpPr>
          <p:spPr>
            <a:xfrm>
              <a:off x="4529354" y="2328440"/>
              <a:ext cx="4601431" cy="391466"/>
            </a:xfrm>
            <a:prstGeom prst="rect">
              <a:avLst/>
            </a:prstGeom>
          </p:spPr>
          <p:txBody>
            <a:bodyPr wrap="square">
              <a:spAutoFit/>
            </a:bodyPr>
            <a:lstStyle/>
            <a:p>
              <a:pPr fontAlgn="auto">
                <a:spcBef>
                  <a:spcPts val="0"/>
                </a:spcBef>
                <a:spcAft>
                  <a:spcPts val="0"/>
                </a:spcAft>
              </a:pPr>
              <a:r>
                <a:rPr lang="ar-SA" sz="2800" b="1" dirty="0"/>
                <a:t>إضفاء الصبغة العالمية على التعليم</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0" name="Group 46"/>
            <p:cNvGrpSpPr/>
            <p:nvPr/>
          </p:nvGrpSpPr>
          <p:grpSpPr>
            <a:xfrm>
              <a:off x="1445008" y="2357436"/>
              <a:ext cx="2824958" cy="669455"/>
              <a:chOff x="1445008" y="2357436"/>
              <a:chExt cx="2824958" cy="669455"/>
            </a:xfrm>
          </p:grpSpPr>
          <p:sp>
            <p:nvSpPr>
              <p:cNvPr id="11" name="Rectangle 10"/>
              <p:cNvSpPr/>
              <p:nvPr/>
            </p:nvSpPr>
            <p:spPr>
              <a:xfrm>
                <a:off x="1445008" y="2366524"/>
                <a:ext cx="2824958" cy="66036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Rectangle 34"/>
              <p:cNvSpPr/>
              <p:nvPr/>
            </p:nvSpPr>
            <p:spPr>
              <a:xfrm>
                <a:off x="2285984" y="2357436"/>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08</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2" name="Group 51"/>
          <p:cNvGrpSpPr/>
          <p:nvPr/>
        </p:nvGrpSpPr>
        <p:grpSpPr>
          <a:xfrm>
            <a:off x="1947283" y="4929947"/>
            <a:ext cx="10244717" cy="980163"/>
            <a:chOff x="1461290" y="2854059"/>
            <a:chExt cx="7663272" cy="733343"/>
          </a:xfrm>
        </p:grpSpPr>
        <p:sp>
          <p:nvSpPr>
            <p:cNvPr id="32" name="Rectangle 31"/>
            <p:cNvSpPr/>
            <p:nvPr/>
          </p:nvSpPr>
          <p:spPr>
            <a:xfrm>
              <a:off x="4749869" y="2854059"/>
              <a:ext cx="4374693" cy="713848"/>
            </a:xfrm>
            <a:prstGeom prst="rect">
              <a:avLst/>
            </a:prstGeom>
          </p:spPr>
          <p:txBody>
            <a:bodyPr wrap="square">
              <a:spAutoFit/>
            </a:bodyPr>
            <a:lstStyle/>
            <a:p>
              <a:pPr fontAlgn="auto">
                <a:spcBef>
                  <a:spcPts val="0"/>
                </a:spcBef>
                <a:spcAft>
                  <a:spcPts val="0"/>
                </a:spcAft>
              </a:pPr>
              <a:r>
                <a:rPr lang="en-US" sz="2800" b="1" dirty="0"/>
                <a:t> </a:t>
              </a:r>
              <a:r>
                <a:rPr lang="ar-SA" sz="2800" b="1" dirty="0"/>
                <a:t>سرعة الحصول على المعلومة وتوظيفها مقارنة بطرق التدريس التقليدية</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2" name="Group 45"/>
            <p:cNvGrpSpPr/>
            <p:nvPr/>
          </p:nvGrpSpPr>
          <p:grpSpPr>
            <a:xfrm>
              <a:off x="1461290" y="2873238"/>
              <a:ext cx="3182147" cy="714164"/>
              <a:chOff x="1461290" y="2873238"/>
              <a:chExt cx="3182147" cy="714164"/>
            </a:xfrm>
          </p:grpSpPr>
          <p:sp>
            <p:nvSpPr>
              <p:cNvPr id="13" name="Rectangle 12"/>
              <p:cNvSpPr/>
              <p:nvPr/>
            </p:nvSpPr>
            <p:spPr>
              <a:xfrm>
                <a:off x="1461290" y="2873238"/>
                <a:ext cx="3182147" cy="714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Rectangle 35"/>
              <p:cNvSpPr/>
              <p:nvPr/>
            </p:nvSpPr>
            <p:spPr>
              <a:xfrm>
                <a:off x="2807732" y="2910954"/>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09</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sp>
        <p:nvSpPr>
          <p:cNvPr id="14" name="Footer Placeholder 13"/>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10551053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lide(fromLeft)">
                                      <p:cBhvr>
                                        <p:cTn id="7" dur="500"/>
                                        <p:tgtEl>
                                          <p:spTgt spid="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slide(fromLeft)">
                                      <p:cBhvr>
                                        <p:cTn id="11" dur="500"/>
                                        <p:tgtEl>
                                          <p:spTgt spid="50"/>
                                        </p:tgtEl>
                                      </p:cBhvr>
                                    </p:animEffect>
                                  </p:childTnLst>
                                </p:cTn>
                              </p:par>
                            </p:childTnLst>
                          </p:cTn>
                        </p:par>
                        <p:par>
                          <p:cTn id="12" fill="hold">
                            <p:stCondLst>
                              <p:cond delay="1000"/>
                            </p:stCondLst>
                            <p:childTnLst>
                              <p:par>
                                <p:cTn id="13" presetID="12" presetClass="entr" presetSubtype="8"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slide(fromLeft)">
                                      <p:cBhvr>
                                        <p:cTn id="15" dur="500"/>
                                        <p:tgtEl>
                                          <p:spTgt spid="10"/>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51"/>
                                        </p:tgtEl>
                                        <p:attrNameLst>
                                          <p:attrName>style.visibility</p:attrName>
                                        </p:attrNameLst>
                                      </p:cBhvr>
                                      <p:to>
                                        <p:strVal val="visible"/>
                                      </p:to>
                                    </p:set>
                                    <p:animEffect transition="in" filter="slide(fromLeft)">
                                      <p:cBhvr>
                                        <p:cTn id="19" dur="500"/>
                                        <p:tgtEl>
                                          <p:spTgt spid="51"/>
                                        </p:tgtEl>
                                      </p:cBhvr>
                                    </p:animEffect>
                                  </p:childTnLst>
                                </p:cTn>
                              </p:par>
                            </p:childTnLst>
                          </p:cTn>
                        </p:par>
                        <p:par>
                          <p:cTn id="20" fill="hold">
                            <p:stCondLst>
                              <p:cond delay="2000"/>
                            </p:stCondLst>
                            <p:childTnLst>
                              <p:par>
                                <p:cTn id="21" presetID="12" presetClass="entr" presetSubtype="8"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slide(fromLeft)">
                                      <p:cBhvr>
                                        <p:cTn id="23" dur="500"/>
                                        <p:tgtEl>
                                          <p:spTgt spid="12"/>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slide(fromLeft)">
                                      <p:cBhvr>
                                        <p:cTn id="27"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2"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4"/>
          <p:cNvSpPr>
            <a:spLocks noChangeAspect="1" noChangeArrowheads="1" noTextEdit="1"/>
          </p:cNvSpPr>
          <p:nvPr/>
        </p:nvSpPr>
        <p:spPr bwMode="auto">
          <a:xfrm>
            <a:off x="164012" y="2120834"/>
            <a:ext cx="2825749" cy="3736405"/>
          </a:xfrm>
          <a:prstGeom prst="rect">
            <a:avLst/>
          </a:prstGeom>
          <a:noFill/>
          <a:ln w="9525">
            <a:noFill/>
            <a:miter lim="800000"/>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 name="Freeform 7"/>
          <p:cNvSpPr>
            <a:spLocks/>
          </p:cNvSpPr>
          <p:nvPr/>
        </p:nvSpPr>
        <p:spPr bwMode="auto">
          <a:xfrm>
            <a:off x="1" y="1768566"/>
            <a:ext cx="1947283" cy="125986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 name="Freeform 9"/>
          <p:cNvSpPr>
            <a:spLocks/>
          </p:cNvSpPr>
          <p:nvPr/>
        </p:nvSpPr>
        <p:spPr bwMode="auto">
          <a:xfrm>
            <a:off x="3" y="2590527"/>
            <a:ext cx="1947280" cy="1003339"/>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5" name="Freeform 11"/>
          <p:cNvSpPr>
            <a:spLocks/>
          </p:cNvSpPr>
          <p:nvPr/>
        </p:nvSpPr>
        <p:spPr bwMode="auto">
          <a:xfrm>
            <a:off x="0" y="3303399"/>
            <a:ext cx="1947285" cy="746819"/>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 name="Freeform 13"/>
          <p:cNvSpPr>
            <a:spLocks/>
          </p:cNvSpPr>
          <p:nvPr/>
        </p:nvSpPr>
        <p:spPr bwMode="auto">
          <a:xfrm>
            <a:off x="0" y="3924241"/>
            <a:ext cx="1947285" cy="748887"/>
          </a:xfrm>
          <a:custGeom>
            <a:avLst/>
            <a:gdLst/>
            <a:ahLst/>
            <a:cxnLst>
              <a:cxn ang="0">
                <a:pos x="0" y="0"/>
              </a:cxn>
              <a:cxn ang="0">
                <a:pos x="0" y="725"/>
              </a:cxn>
              <a:cxn ang="0">
                <a:pos x="859" y="479"/>
              </a:cxn>
              <a:cxn ang="0">
                <a:pos x="859" y="0"/>
              </a:cxn>
              <a:cxn ang="0">
                <a:pos x="0" y="0"/>
              </a:cxn>
            </a:cxnLst>
            <a:rect l="0" t="0" r="r" b="b"/>
            <a:pathLst>
              <a:path w="859" h="725">
                <a:moveTo>
                  <a:pt x="0" y="0"/>
                </a:moveTo>
                <a:lnTo>
                  <a:pt x="0" y="725"/>
                </a:lnTo>
                <a:lnTo>
                  <a:pt x="859" y="479"/>
                </a:lnTo>
                <a:lnTo>
                  <a:pt x="859" y="0"/>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7" name="Freeform 15"/>
          <p:cNvSpPr>
            <a:spLocks/>
          </p:cNvSpPr>
          <p:nvPr/>
        </p:nvSpPr>
        <p:spPr bwMode="auto">
          <a:xfrm>
            <a:off x="3" y="4313951"/>
            <a:ext cx="1947280" cy="1003339"/>
          </a:xfrm>
          <a:custGeom>
            <a:avLst/>
            <a:gdLst/>
            <a:ahLst/>
            <a:cxnLst>
              <a:cxn ang="0">
                <a:pos x="0" y="246"/>
              </a:cxn>
              <a:cxn ang="0">
                <a:pos x="0" y="969"/>
              </a:cxn>
              <a:cxn ang="0">
                <a:pos x="859" y="476"/>
              </a:cxn>
              <a:cxn ang="0">
                <a:pos x="859" y="0"/>
              </a:cxn>
              <a:cxn ang="0">
                <a:pos x="0" y="246"/>
              </a:cxn>
            </a:cxnLst>
            <a:rect l="0" t="0" r="r" b="b"/>
            <a:pathLst>
              <a:path w="859" h="969">
                <a:moveTo>
                  <a:pt x="0" y="246"/>
                </a:moveTo>
                <a:lnTo>
                  <a:pt x="0" y="969"/>
                </a:lnTo>
                <a:lnTo>
                  <a:pt x="859" y="476"/>
                </a:lnTo>
                <a:lnTo>
                  <a:pt x="859" y="0"/>
                </a:lnTo>
                <a:lnTo>
                  <a:pt x="0" y="246"/>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8" name="Freeform 6"/>
          <p:cNvSpPr>
            <a:spLocks/>
          </p:cNvSpPr>
          <p:nvPr/>
        </p:nvSpPr>
        <p:spPr bwMode="auto">
          <a:xfrm>
            <a:off x="1" y="1322826"/>
            <a:ext cx="1947283" cy="227303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close/>
              </a:path>
            </a:pathLst>
          </a:custGeom>
          <a:solidFill>
            <a:schemeClr val="accent3">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10" name="Freeform 8"/>
          <p:cNvSpPr>
            <a:spLocks/>
          </p:cNvSpPr>
          <p:nvPr/>
        </p:nvSpPr>
        <p:spPr bwMode="auto">
          <a:xfrm>
            <a:off x="3" y="2997048"/>
            <a:ext cx="1947280" cy="1785524"/>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close/>
              </a:path>
            </a:pathLst>
          </a:custGeom>
          <a:solidFill>
            <a:schemeClr val="accent4">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12" name="Freeform 10"/>
          <p:cNvSpPr>
            <a:spLocks/>
          </p:cNvSpPr>
          <p:nvPr/>
        </p:nvSpPr>
        <p:spPr bwMode="auto">
          <a:xfrm>
            <a:off x="13508" y="4474656"/>
            <a:ext cx="1947285" cy="1432607"/>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close/>
              </a:path>
            </a:pathLst>
          </a:custGeom>
          <a:solidFill>
            <a:schemeClr val="accent1">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0" name="Rectangle 19"/>
          <p:cNvSpPr/>
          <p:nvPr/>
        </p:nvSpPr>
        <p:spPr>
          <a:xfrm>
            <a:off x="1142966" y="190502"/>
            <a:ext cx="9906069" cy="707886"/>
          </a:xfrm>
          <a:prstGeom prst="rect">
            <a:avLst/>
          </a:prstGeom>
        </p:spPr>
        <p:txBody>
          <a:bodyPr wrap="square">
            <a:spAutoFit/>
          </a:bodyPr>
          <a:lstStyle/>
          <a:p>
            <a:pPr marL="1657350" lvl="2" indent="-742950" rtl="1">
              <a:buFont typeface="+mj-lt"/>
              <a:buAutoNum type="arabicPeriod" startAt="12"/>
            </a:pPr>
            <a:r>
              <a:rPr lang="ar-SA" sz="4000" b="1" u="sng" dirty="0"/>
              <a:t>إيجابيات استخدام الإنترنت </a:t>
            </a:r>
            <a:r>
              <a:rPr lang="ar-JO" sz="4000" b="1" u="sng" dirty="0"/>
              <a:t>وخدماته</a:t>
            </a:r>
            <a:r>
              <a:rPr lang="ar-SA" sz="4000" b="1" u="sng" dirty="0"/>
              <a:t> في التعليم</a:t>
            </a:r>
            <a:r>
              <a:rPr lang="ar-JO" sz="4000" b="1" u="sng" dirty="0"/>
              <a:t>  </a:t>
            </a:r>
            <a:endParaRPr lang="en-US" sz="4000" u="sng" dirty="0"/>
          </a:p>
        </p:txBody>
      </p:sp>
      <p:grpSp>
        <p:nvGrpSpPr>
          <p:cNvPr id="50" name="Group 49"/>
          <p:cNvGrpSpPr/>
          <p:nvPr/>
        </p:nvGrpSpPr>
        <p:grpSpPr>
          <a:xfrm>
            <a:off x="1947283" y="2701794"/>
            <a:ext cx="10227098" cy="975010"/>
            <a:chOff x="1470594" y="1687025"/>
            <a:chExt cx="7670323" cy="729489"/>
          </a:xfrm>
        </p:grpSpPr>
        <p:sp>
          <p:nvSpPr>
            <p:cNvPr id="29" name="Rectangle 28"/>
            <p:cNvSpPr/>
            <p:nvPr/>
          </p:nvSpPr>
          <p:spPr>
            <a:xfrm>
              <a:off x="3910588" y="1702665"/>
              <a:ext cx="5230329" cy="713849"/>
            </a:xfrm>
            <a:prstGeom prst="rect">
              <a:avLst/>
            </a:prstGeom>
          </p:spPr>
          <p:txBody>
            <a:bodyPr wrap="square">
              <a:spAutoFit/>
            </a:bodyPr>
            <a:lstStyle/>
            <a:p>
              <a:pPr fontAlgn="auto">
                <a:spcBef>
                  <a:spcPts val="0"/>
                </a:spcBef>
                <a:spcAft>
                  <a:spcPts val="0"/>
                </a:spcAft>
              </a:pPr>
              <a:r>
                <a:rPr lang="ar-SA" sz="2800" b="1" dirty="0"/>
                <a:t>إمكانية الاتصال بالعلماء والمفكرين والباحثين المتخصصين في مختلف المجالات ومناقشتهم في أي قضية علمية</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3" name="Group 47"/>
            <p:cNvGrpSpPr/>
            <p:nvPr/>
          </p:nvGrpSpPr>
          <p:grpSpPr>
            <a:xfrm>
              <a:off x="1470594" y="1687025"/>
              <a:ext cx="2396330" cy="668927"/>
              <a:chOff x="1470594" y="1687025"/>
              <a:chExt cx="2396330" cy="668927"/>
            </a:xfrm>
          </p:grpSpPr>
          <p:sp>
            <p:nvSpPr>
              <p:cNvPr id="9" name="Rectangle 8"/>
              <p:cNvSpPr/>
              <p:nvPr/>
            </p:nvSpPr>
            <p:spPr>
              <a:xfrm>
                <a:off x="1470594" y="1687025"/>
                <a:ext cx="2396330" cy="66892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0" name="Rectangle 29"/>
              <p:cNvSpPr/>
              <p:nvPr/>
            </p:nvSpPr>
            <p:spPr>
              <a:xfrm>
                <a:off x="1857356" y="1857370"/>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10</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1" name="Group 50"/>
          <p:cNvGrpSpPr/>
          <p:nvPr/>
        </p:nvGrpSpPr>
        <p:grpSpPr>
          <a:xfrm>
            <a:off x="1926678" y="3860247"/>
            <a:ext cx="10247703" cy="954107"/>
            <a:chOff x="1445008" y="2328440"/>
            <a:chExt cx="7685777" cy="713850"/>
          </a:xfrm>
        </p:grpSpPr>
        <p:sp>
          <p:nvSpPr>
            <p:cNvPr id="31" name="Rectangle 30"/>
            <p:cNvSpPr/>
            <p:nvPr/>
          </p:nvSpPr>
          <p:spPr>
            <a:xfrm>
              <a:off x="4529354" y="2328440"/>
              <a:ext cx="4601431" cy="713850"/>
            </a:xfrm>
            <a:prstGeom prst="rect">
              <a:avLst/>
            </a:prstGeom>
          </p:spPr>
          <p:txBody>
            <a:bodyPr wrap="square">
              <a:spAutoFit/>
            </a:bodyPr>
            <a:lstStyle/>
            <a:p>
              <a:pPr fontAlgn="auto">
                <a:spcBef>
                  <a:spcPts val="0"/>
                </a:spcBef>
                <a:spcAft>
                  <a:spcPts val="0"/>
                </a:spcAft>
              </a:pPr>
              <a:r>
                <a:rPr lang="ar-SA" sz="2800" b="1" dirty="0"/>
                <a:t>تغير وظيفة الأستاذ في الفصل الدراسي من ملقي وملقن، إلى مخطط وموجه ومرشد</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0" name="Group 46"/>
            <p:cNvGrpSpPr/>
            <p:nvPr/>
          </p:nvGrpSpPr>
          <p:grpSpPr>
            <a:xfrm>
              <a:off x="1445008" y="2357436"/>
              <a:ext cx="2824958" cy="668885"/>
              <a:chOff x="1445008" y="2357436"/>
              <a:chExt cx="2824958" cy="668885"/>
            </a:xfrm>
          </p:grpSpPr>
          <p:sp>
            <p:nvSpPr>
              <p:cNvPr id="11" name="Rectangle 10"/>
              <p:cNvSpPr/>
              <p:nvPr/>
            </p:nvSpPr>
            <p:spPr>
              <a:xfrm>
                <a:off x="1445008" y="2365954"/>
                <a:ext cx="2824958" cy="66036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Rectangle 34"/>
              <p:cNvSpPr/>
              <p:nvPr/>
            </p:nvSpPr>
            <p:spPr>
              <a:xfrm>
                <a:off x="2285984" y="2357436"/>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11</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2" name="Group 51"/>
          <p:cNvGrpSpPr/>
          <p:nvPr/>
        </p:nvGrpSpPr>
        <p:grpSpPr>
          <a:xfrm>
            <a:off x="1947283" y="4955581"/>
            <a:ext cx="10244717" cy="954529"/>
            <a:chOff x="1461290" y="2873238"/>
            <a:chExt cx="7663272" cy="714164"/>
          </a:xfrm>
        </p:grpSpPr>
        <p:sp>
          <p:nvSpPr>
            <p:cNvPr id="32" name="Rectangle 31"/>
            <p:cNvSpPr/>
            <p:nvPr/>
          </p:nvSpPr>
          <p:spPr>
            <a:xfrm>
              <a:off x="4749869" y="3085667"/>
              <a:ext cx="4374693" cy="391465"/>
            </a:xfrm>
            <a:prstGeom prst="rect">
              <a:avLst/>
            </a:prstGeom>
          </p:spPr>
          <p:txBody>
            <a:bodyPr wrap="square">
              <a:spAutoFit/>
            </a:bodyPr>
            <a:lstStyle/>
            <a:p>
              <a:pPr fontAlgn="auto">
                <a:spcBef>
                  <a:spcPts val="0"/>
                </a:spcBef>
                <a:spcAft>
                  <a:spcPts val="0"/>
                </a:spcAft>
              </a:pPr>
              <a:r>
                <a:rPr lang="ar-SA" sz="2800" b="1" dirty="0"/>
                <a:t>مساعدة الطلاب في الانفتاح على العالم الخارجي</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2" name="Group 45"/>
            <p:cNvGrpSpPr/>
            <p:nvPr/>
          </p:nvGrpSpPr>
          <p:grpSpPr>
            <a:xfrm>
              <a:off x="1461290" y="2873238"/>
              <a:ext cx="3182147" cy="714164"/>
              <a:chOff x="1461290" y="2873238"/>
              <a:chExt cx="3182147" cy="714164"/>
            </a:xfrm>
          </p:grpSpPr>
          <p:sp>
            <p:nvSpPr>
              <p:cNvPr id="13" name="Rectangle 12"/>
              <p:cNvSpPr/>
              <p:nvPr/>
            </p:nvSpPr>
            <p:spPr>
              <a:xfrm>
                <a:off x="1461290" y="2873238"/>
                <a:ext cx="3182147" cy="714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Rectangle 35"/>
              <p:cNvSpPr/>
              <p:nvPr/>
            </p:nvSpPr>
            <p:spPr>
              <a:xfrm>
                <a:off x="2807732" y="2910954"/>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12</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sp>
        <p:nvSpPr>
          <p:cNvPr id="14" name="Footer Placeholder 13"/>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15250671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lide(fromLeft)">
                                      <p:cBhvr>
                                        <p:cTn id="7" dur="500"/>
                                        <p:tgtEl>
                                          <p:spTgt spid="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slide(fromLeft)">
                                      <p:cBhvr>
                                        <p:cTn id="11" dur="500"/>
                                        <p:tgtEl>
                                          <p:spTgt spid="50"/>
                                        </p:tgtEl>
                                      </p:cBhvr>
                                    </p:animEffect>
                                  </p:childTnLst>
                                </p:cTn>
                              </p:par>
                            </p:childTnLst>
                          </p:cTn>
                        </p:par>
                        <p:par>
                          <p:cTn id="12" fill="hold">
                            <p:stCondLst>
                              <p:cond delay="1000"/>
                            </p:stCondLst>
                            <p:childTnLst>
                              <p:par>
                                <p:cTn id="13" presetID="12" presetClass="entr" presetSubtype="8"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slide(fromLeft)">
                                      <p:cBhvr>
                                        <p:cTn id="15" dur="500"/>
                                        <p:tgtEl>
                                          <p:spTgt spid="10"/>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51"/>
                                        </p:tgtEl>
                                        <p:attrNameLst>
                                          <p:attrName>style.visibility</p:attrName>
                                        </p:attrNameLst>
                                      </p:cBhvr>
                                      <p:to>
                                        <p:strVal val="visible"/>
                                      </p:to>
                                    </p:set>
                                    <p:animEffect transition="in" filter="slide(fromLeft)">
                                      <p:cBhvr>
                                        <p:cTn id="19" dur="500"/>
                                        <p:tgtEl>
                                          <p:spTgt spid="51"/>
                                        </p:tgtEl>
                                      </p:cBhvr>
                                    </p:animEffect>
                                  </p:childTnLst>
                                </p:cTn>
                              </p:par>
                            </p:childTnLst>
                          </p:cTn>
                        </p:par>
                        <p:par>
                          <p:cTn id="20" fill="hold">
                            <p:stCondLst>
                              <p:cond delay="2000"/>
                            </p:stCondLst>
                            <p:childTnLst>
                              <p:par>
                                <p:cTn id="21" presetID="12" presetClass="entr" presetSubtype="8"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slide(fromLeft)">
                                      <p:cBhvr>
                                        <p:cTn id="23" dur="500"/>
                                        <p:tgtEl>
                                          <p:spTgt spid="12"/>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slide(fromLeft)">
                                      <p:cBhvr>
                                        <p:cTn id="27"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2"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4"/>
          <p:cNvSpPr>
            <a:spLocks noChangeAspect="1" noChangeArrowheads="1" noTextEdit="1"/>
          </p:cNvSpPr>
          <p:nvPr/>
        </p:nvSpPr>
        <p:spPr bwMode="auto">
          <a:xfrm>
            <a:off x="164012" y="2120834"/>
            <a:ext cx="2825749" cy="3736405"/>
          </a:xfrm>
          <a:prstGeom prst="rect">
            <a:avLst/>
          </a:prstGeom>
          <a:noFill/>
          <a:ln w="9525">
            <a:noFill/>
            <a:miter lim="800000"/>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 name="Freeform 7"/>
          <p:cNvSpPr>
            <a:spLocks/>
          </p:cNvSpPr>
          <p:nvPr/>
        </p:nvSpPr>
        <p:spPr bwMode="auto">
          <a:xfrm>
            <a:off x="1" y="1768566"/>
            <a:ext cx="1947283" cy="125986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 name="Freeform 9"/>
          <p:cNvSpPr>
            <a:spLocks/>
          </p:cNvSpPr>
          <p:nvPr/>
        </p:nvSpPr>
        <p:spPr bwMode="auto">
          <a:xfrm>
            <a:off x="3" y="2590527"/>
            <a:ext cx="1947280" cy="1003339"/>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5" name="Freeform 11"/>
          <p:cNvSpPr>
            <a:spLocks/>
          </p:cNvSpPr>
          <p:nvPr/>
        </p:nvSpPr>
        <p:spPr bwMode="auto">
          <a:xfrm>
            <a:off x="0" y="3303399"/>
            <a:ext cx="1947285" cy="746819"/>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 name="Freeform 13"/>
          <p:cNvSpPr>
            <a:spLocks/>
          </p:cNvSpPr>
          <p:nvPr/>
        </p:nvSpPr>
        <p:spPr bwMode="auto">
          <a:xfrm>
            <a:off x="0" y="3924241"/>
            <a:ext cx="1947285" cy="748887"/>
          </a:xfrm>
          <a:custGeom>
            <a:avLst/>
            <a:gdLst/>
            <a:ahLst/>
            <a:cxnLst>
              <a:cxn ang="0">
                <a:pos x="0" y="0"/>
              </a:cxn>
              <a:cxn ang="0">
                <a:pos x="0" y="725"/>
              </a:cxn>
              <a:cxn ang="0">
                <a:pos x="859" y="479"/>
              </a:cxn>
              <a:cxn ang="0">
                <a:pos x="859" y="0"/>
              </a:cxn>
              <a:cxn ang="0">
                <a:pos x="0" y="0"/>
              </a:cxn>
            </a:cxnLst>
            <a:rect l="0" t="0" r="r" b="b"/>
            <a:pathLst>
              <a:path w="859" h="725">
                <a:moveTo>
                  <a:pt x="0" y="0"/>
                </a:moveTo>
                <a:lnTo>
                  <a:pt x="0" y="725"/>
                </a:lnTo>
                <a:lnTo>
                  <a:pt x="859" y="479"/>
                </a:lnTo>
                <a:lnTo>
                  <a:pt x="859" y="0"/>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7" name="Freeform 15"/>
          <p:cNvSpPr>
            <a:spLocks/>
          </p:cNvSpPr>
          <p:nvPr/>
        </p:nvSpPr>
        <p:spPr bwMode="auto">
          <a:xfrm>
            <a:off x="3" y="4313951"/>
            <a:ext cx="1947280" cy="1003339"/>
          </a:xfrm>
          <a:custGeom>
            <a:avLst/>
            <a:gdLst/>
            <a:ahLst/>
            <a:cxnLst>
              <a:cxn ang="0">
                <a:pos x="0" y="246"/>
              </a:cxn>
              <a:cxn ang="0">
                <a:pos x="0" y="969"/>
              </a:cxn>
              <a:cxn ang="0">
                <a:pos x="859" y="476"/>
              </a:cxn>
              <a:cxn ang="0">
                <a:pos x="859" y="0"/>
              </a:cxn>
              <a:cxn ang="0">
                <a:pos x="0" y="246"/>
              </a:cxn>
            </a:cxnLst>
            <a:rect l="0" t="0" r="r" b="b"/>
            <a:pathLst>
              <a:path w="859" h="969">
                <a:moveTo>
                  <a:pt x="0" y="246"/>
                </a:moveTo>
                <a:lnTo>
                  <a:pt x="0" y="969"/>
                </a:lnTo>
                <a:lnTo>
                  <a:pt x="859" y="476"/>
                </a:lnTo>
                <a:lnTo>
                  <a:pt x="859" y="0"/>
                </a:lnTo>
                <a:lnTo>
                  <a:pt x="0" y="246"/>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8" name="Freeform 6"/>
          <p:cNvSpPr>
            <a:spLocks/>
          </p:cNvSpPr>
          <p:nvPr/>
        </p:nvSpPr>
        <p:spPr bwMode="auto">
          <a:xfrm>
            <a:off x="1" y="1322826"/>
            <a:ext cx="1947283" cy="2273035"/>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close/>
              </a:path>
            </a:pathLst>
          </a:custGeom>
          <a:solidFill>
            <a:schemeClr val="accent3">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10" name="Freeform 8"/>
          <p:cNvSpPr>
            <a:spLocks/>
          </p:cNvSpPr>
          <p:nvPr/>
        </p:nvSpPr>
        <p:spPr bwMode="auto">
          <a:xfrm>
            <a:off x="-17616" y="2938070"/>
            <a:ext cx="1947280" cy="1785524"/>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close/>
              </a:path>
            </a:pathLst>
          </a:custGeom>
          <a:solidFill>
            <a:schemeClr val="accent4">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12" name="Freeform 10"/>
          <p:cNvSpPr>
            <a:spLocks/>
          </p:cNvSpPr>
          <p:nvPr/>
        </p:nvSpPr>
        <p:spPr bwMode="auto">
          <a:xfrm>
            <a:off x="-4111" y="4571663"/>
            <a:ext cx="1947285" cy="1432607"/>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close/>
              </a:path>
            </a:pathLst>
          </a:custGeom>
          <a:solidFill>
            <a:schemeClr val="accent1">
              <a:lumMod val="60000"/>
              <a:lumOff val="4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0" name="Rectangle 19"/>
          <p:cNvSpPr/>
          <p:nvPr/>
        </p:nvSpPr>
        <p:spPr>
          <a:xfrm>
            <a:off x="1142966" y="190502"/>
            <a:ext cx="9906069" cy="707886"/>
          </a:xfrm>
          <a:prstGeom prst="rect">
            <a:avLst/>
          </a:prstGeom>
        </p:spPr>
        <p:txBody>
          <a:bodyPr wrap="square">
            <a:spAutoFit/>
          </a:bodyPr>
          <a:lstStyle/>
          <a:p>
            <a:pPr marL="1657350" lvl="2" indent="-742950" rtl="1">
              <a:buFont typeface="+mj-lt"/>
              <a:buAutoNum type="arabicPeriod" startAt="12"/>
            </a:pPr>
            <a:r>
              <a:rPr lang="ar-SA" sz="4000" b="1" u="sng" dirty="0"/>
              <a:t>إيجابيات استخدام الإنترنت </a:t>
            </a:r>
            <a:r>
              <a:rPr lang="ar-JO" sz="4000" b="1" u="sng" dirty="0"/>
              <a:t>وخدماته</a:t>
            </a:r>
            <a:r>
              <a:rPr lang="ar-SA" sz="4000" b="1" u="sng" dirty="0"/>
              <a:t> في التعليم</a:t>
            </a:r>
            <a:r>
              <a:rPr lang="ar-JO" sz="4000" b="1" u="sng" dirty="0"/>
              <a:t>  </a:t>
            </a:r>
            <a:endParaRPr lang="en-US" sz="4000" u="sng" dirty="0"/>
          </a:p>
        </p:txBody>
      </p:sp>
      <p:grpSp>
        <p:nvGrpSpPr>
          <p:cNvPr id="50" name="Group 49"/>
          <p:cNvGrpSpPr/>
          <p:nvPr/>
        </p:nvGrpSpPr>
        <p:grpSpPr>
          <a:xfrm>
            <a:off x="1947283" y="2709708"/>
            <a:ext cx="10417598" cy="894971"/>
            <a:chOff x="1470594" y="1671084"/>
            <a:chExt cx="7813198" cy="669604"/>
          </a:xfrm>
        </p:grpSpPr>
        <p:sp>
          <p:nvSpPr>
            <p:cNvPr id="29" name="Rectangle 28"/>
            <p:cNvSpPr/>
            <p:nvPr/>
          </p:nvSpPr>
          <p:spPr>
            <a:xfrm>
              <a:off x="4053463" y="1771314"/>
              <a:ext cx="5230329" cy="391466"/>
            </a:xfrm>
            <a:prstGeom prst="rect">
              <a:avLst/>
            </a:prstGeom>
          </p:spPr>
          <p:txBody>
            <a:bodyPr wrap="square">
              <a:spAutoFit/>
            </a:bodyPr>
            <a:lstStyle/>
            <a:p>
              <a:pPr fontAlgn="auto">
                <a:spcBef>
                  <a:spcPts val="0"/>
                </a:spcBef>
                <a:spcAft>
                  <a:spcPts val="0"/>
                </a:spcAft>
              </a:pPr>
              <a:r>
                <a:rPr lang="ar-SA" sz="2800" b="1" dirty="0"/>
                <a:t>إيجاد فصول دراسية لا تحكمها حواجز</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23" name="Group 47"/>
            <p:cNvGrpSpPr/>
            <p:nvPr/>
          </p:nvGrpSpPr>
          <p:grpSpPr>
            <a:xfrm>
              <a:off x="1470594" y="1671084"/>
              <a:ext cx="2396330" cy="669604"/>
              <a:chOff x="1470594" y="1671084"/>
              <a:chExt cx="2396330" cy="669604"/>
            </a:xfrm>
          </p:grpSpPr>
          <p:sp>
            <p:nvSpPr>
              <p:cNvPr id="9" name="Rectangle 8"/>
              <p:cNvSpPr/>
              <p:nvPr/>
            </p:nvSpPr>
            <p:spPr>
              <a:xfrm>
                <a:off x="1470594" y="1671084"/>
                <a:ext cx="2396330" cy="6696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0" name="Rectangle 29"/>
              <p:cNvSpPr/>
              <p:nvPr/>
            </p:nvSpPr>
            <p:spPr>
              <a:xfrm>
                <a:off x="1857356" y="1857370"/>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13</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1" name="Group 50"/>
          <p:cNvGrpSpPr/>
          <p:nvPr/>
        </p:nvGrpSpPr>
        <p:grpSpPr>
          <a:xfrm>
            <a:off x="1930768" y="3829655"/>
            <a:ext cx="10225994" cy="954107"/>
            <a:chOff x="1461290" y="2328440"/>
            <a:chExt cx="7669495" cy="713850"/>
          </a:xfrm>
        </p:grpSpPr>
        <p:sp>
          <p:nvSpPr>
            <p:cNvPr id="31" name="Rectangle 30"/>
            <p:cNvSpPr/>
            <p:nvPr/>
          </p:nvSpPr>
          <p:spPr>
            <a:xfrm>
              <a:off x="4529354" y="2328440"/>
              <a:ext cx="4601431" cy="713850"/>
            </a:xfrm>
            <a:prstGeom prst="rect">
              <a:avLst/>
            </a:prstGeom>
          </p:spPr>
          <p:txBody>
            <a:bodyPr wrap="square">
              <a:spAutoFit/>
            </a:bodyPr>
            <a:lstStyle/>
            <a:p>
              <a:pPr fontAlgn="auto">
                <a:spcBef>
                  <a:spcPts val="0"/>
                </a:spcBef>
                <a:spcAft>
                  <a:spcPts val="0"/>
                </a:spcAft>
              </a:pPr>
              <a:r>
                <a:rPr lang="ar-SA" sz="2800" b="1" dirty="0"/>
                <a:t>تطوير قدرات ومهارات الطلاب في التعامل مع التكنولوجيا وخاصة استخدام الحاسوب</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0" name="Group 46"/>
            <p:cNvGrpSpPr/>
            <p:nvPr/>
          </p:nvGrpSpPr>
          <p:grpSpPr>
            <a:xfrm>
              <a:off x="1461290" y="2344453"/>
              <a:ext cx="2824958" cy="660367"/>
              <a:chOff x="1461290" y="2344453"/>
              <a:chExt cx="2824958" cy="660367"/>
            </a:xfrm>
          </p:grpSpPr>
          <p:sp>
            <p:nvSpPr>
              <p:cNvPr id="11" name="Rectangle 10"/>
              <p:cNvSpPr/>
              <p:nvPr/>
            </p:nvSpPr>
            <p:spPr>
              <a:xfrm>
                <a:off x="1461290" y="2344453"/>
                <a:ext cx="2824958" cy="66036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Rectangle 34"/>
              <p:cNvSpPr/>
              <p:nvPr/>
            </p:nvSpPr>
            <p:spPr>
              <a:xfrm>
                <a:off x="2285984" y="2357436"/>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14</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grpSp>
        <p:nvGrpSpPr>
          <p:cNvPr id="52" name="Group 51"/>
          <p:cNvGrpSpPr/>
          <p:nvPr/>
        </p:nvGrpSpPr>
        <p:grpSpPr>
          <a:xfrm>
            <a:off x="1929664" y="4949298"/>
            <a:ext cx="10244717" cy="1815882"/>
            <a:chOff x="1461290" y="2795959"/>
            <a:chExt cx="7663272" cy="1358616"/>
          </a:xfrm>
        </p:grpSpPr>
        <p:sp>
          <p:nvSpPr>
            <p:cNvPr id="32" name="Rectangle 31"/>
            <p:cNvSpPr/>
            <p:nvPr/>
          </p:nvSpPr>
          <p:spPr>
            <a:xfrm>
              <a:off x="4749869" y="2795959"/>
              <a:ext cx="4374693" cy="1358616"/>
            </a:xfrm>
            <a:prstGeom prst="rect">
              <a:avLst/>
            </a:prstGeom>
          </p:spPr>
          <p:txBody>
            <a:bodyPr wrap="square">
              <a:spAutoFit/>
            </a:bodyPr>
            <a:lstStyle/>
            <a:p>
              <a:pPr fontAlgn="auto">
                <a:spcBef>
                  <a:spcPts val="0"/>
                </a:spcBef>
                <a:spcAft>
                  <a:spcPts val="0"/>
                </a:spcAft>
              </a:pPr>
              <a:r>
                <a:rPr lang="ar-SA" sz="2800" b="1" dirty="0"/>
                <a:t>الانتقال بالتعليم من المقيد إلى المفتوح، حيث يمكن وضع المادة العلمية عبر الإنترنت ويستطيع الطلاب الحصول عليها في أي مكان وفي أي وقت يشاء</a:t>
              </a:r>
              <a:endParaRPr lang="ms-MY" sz="2800" b="1" dirty="0">
                <a:solidFill>
                  <a:prstClr val="white">
                    <a:lumMod val="65000"/>
                  </a:prstClr>
                </a:solidFill>
                <a:latin typeface="Open Sans Light" pitchFamily="34" charset="0"/>
                <a:ea typeface="Open Sans Light" pitchFamily="34" charset="0"/>
                <a:cs typeface="Open Sans Light" pitchFamily="34" charset="0"/>
              </a:endParaRPr>
            </a:p>
          </p:txBody>
        </p:sp>
        <p:grpSp>
          <p:nvGrpSpPr>
            <p:cNvPr id="42" name="Group 45"/>
            <p:cNvGrpSpPr/>
            <p:nvPr/>
          </p:nvGrpSpPr>
          <p:grpSpPr>
            <a:xfrm>
              <a:off x="1461290" y="2873238"/>
              <a:ext cx="3182147" cy="714164"/>
              <a:chOff x="1461290" y="2873238"/>
              <a:chExt cx="3182147" cy="714164"/>
            </a:xfrm>
          </p:grpSpPr>
          <p:sp>
            <p:nvSpPr>
              <p:cNvPr id="13" name="Rectangle 12"/>
              <p:cNvSpPr/>
              <p:nvPr/>
            </p:nvSpPr>
            <p:spPr>
              <a:xfrm>
                <a:off x="1461290" y="2873238"/>
                <a:ext cx="3182147" cy="714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Rectangle 35"/>
              <p:cNvSpPr/>
              <p:nvPr/>
            </p:nvSpPr>
            <p:spPr>
              <a:xfrm>
                <a:off x="2807732" y="2910954"/>
                <a:ext cx="571504" cy="438581"/>
              </a:xfrm>
              <a:prstGeom prst="rect">
                <a:avLst/>
              </a:prstGeom>
            </p:spPr>
            <p:txBody>
              <a:bodyPr wrap="square">
                <a:spAutoFit/>
              </a:bodyPr>
              <a:lstStyle/>
              <a:p>
                <a:pPr algn="ctr" fontAlgn="auto">
                  <a:spcBef>
                    <a:spcPts val="0"/>
                  </a:spcBef>
                  <a:spcAft>
                    <a:spcPts val="0"/>
                  </a:spcAft>
                </a:pPr>
                <a:r>
                  <a:rPr lang="en-US" sz="3200" b="1" dirty="0" smtClean="0">
                    <a:solidFill>
                      <a:prstClr val="white"/>
                    </a:solidFill>
                    <a:latin typeface="Open Sans" pitchFamily="34" charset="0"/>
                    <a:ea typeface="Open Sans" pitchFamily="34" charset="0"/>
                    <a:cs typeface="Open Sans" pitchFamily="34" charset="0"/>
                  </a:rPr>
                  <a:t>15</a:t>
                </a:r>
                <a:endParaRPr lang="en-US" sz="3200" b="1" dirty="0">
                  <a:solidFill>
                    <a:prstClr val="white"/>
                  </a:solidFill>
                  <a:latin typeface="Open Sans Light" pitchFamily="34" charset="0"/>
                  <a:ea typeface="Open Sans Light" pitchFamily="34" charset="0"/>
                  <a:cs typeface="Open Sans Light" pitchFamily="34" charset="0"/>
                </a:endParaRPr>
              </a:p>
            </p:txBody>
          </p:sp>
        </p:grpSp>
      </p:grpSp>
      <p:sp>
        <p:nvSpPr>
          <p:cNvPr id="14" name="Footer Placeholder 13"/>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19010845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lide(fromLeft)">
                                      <p:cBhvr>
                                        <p:cTn id="7" dur="500"/>
                                        <p:tgtEl>
                                          <p:spTgt spid="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slide(fromLeft)">
                                      <p:cBhvr>
                                        <p:cTn id="11" dur="500"/>
                                        <p:tgtEl>
                                          <p:spTgt spid="50"/>
                                        </p:tgtEl>
                                      </p:cBhvr>
                                    </p:animEffect>
                                  </p:childTnLst>
                                </p:cTn>
                              </p:par>
                            </p:childTnLst>
                          </p:cTn>
                        </p:par>
                        <p:par>
                          <p:cTn id="12" fill="hold">
                            <p:stCondLst>
                              <p:cond delay="1000"/>
                            </p:stCondLst>
                            <p:childTnLst>
                              <p:par>
                                <p:cTn id="13" presetID="12" presetClass="entr" presetSubtype="8"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slide(fromLeft)">
                                      <p:cBhvr>
                                        <p:cTn id="15" dur="500"/>
                                        <p:tgtEl>
                                          <p:spTgt spid="10"/>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51"/>
                                        </p:tgtEl>
                                        <p:attrNameLst>
                                          <p:attrName>style.visibility</p:attrName>
                                        </p:attrNameLst>
                                      </p:cBhvr>
                                      <p:to>
                                        <p:strVal val="visible"/>
                                      </p:to>
                                    </p:set>
                                    <p:animEffect transition="in" filter="slide(fromLeft)">
                                      <p:cBhvr>
                                        <p:cTn id="19" dur="500"/>
                                        <p:tgtEl>
                                          <p:spTgt spid="51"/>
                                        </p:tgtEl>
                                      </p:cBhvr>
                                    </p:animEffect>
                                  </p:childTnLst>
                                </p:cTn>
                              </p:par>
                            </p:childTnLst>
                          </p:cTn>
                        </p:par>
                        <p:par>
                          <p:cTn id="20" fill="hold">
                            <p:stCondLst>
                              <p:cond delay="2000"/>
                            </p:stCondLst>
                            <p:childTnLst>
                              <p:par>
                                <p:cTn id="21" presetID="12" presetClass="entr" presetSubtype="8"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slide(fromLeft)">
                                      <p:cBhvr>
                                        <p:cTn id="23" dur="500"/>
                                        <p:tgtEl>
                                          <p:spTgt spid="12"/>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slide(fromLeft)">
                                      <p:cBhvr>
                                        <p:cTn id="27"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2"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1"/>
          <p:cNvGrpSpPr/>
          <p:nvPr/>
        </p:nvGrpSpPr>
        <p:grpSpPr>
          <a:xfrm>
            <a:off x="4570503" y="4179150"/>
            <a:ext cx="2952771" cy="2058332"/>
            <a:chOff x="3427877" y="3134362"/>
            <a:chExt cx="2214578" cy="1543749"/>
          </a:xfrm>
        </p:grpSpPr>
        <p:sp>
          <p:nvSpPr>
            <p:cNvPr id="2" name="Rectangle 1"/>
            <p:cNvSpPr/>
            <p:nvPr/>
          </p:nvSpPr>
          <p:spPr>
            <a:xfrm>
              <a:off x="3427877" y="3639365"/>
              <a:ext cx="2214578" cy="1038746"/>
            </a:xfrm>
            <a:prstGeom prst="rect">
              <a:avLst/>
            </a:prstGeom>
          </p:spPr>
          <p:txBody>
            <a:bodyPr wrap="square">
              <a:spAutoFit/>
            </a:bodyPr>
            <a:lstStyle/>
            <a:p>
              <a:pPr algn="ctr" fontAlgn="auto">
                <a:spcBef>
                  <a:spcPts val="0"/>
                </a:spcBef>
                <a:spcAft>
                  <a:spcPts val="0"/>
                </a:spcAft>
              </a:pPr>
              <a:r>
                <a:rPr lang="ar-SA" sz="2800" b="1" dirty="0"/>
                <a:t>إعداد المحتوى التعليمي بطريقة تتماشى والتكنولوجيا المتقدمة</a:t>
              </a:r>
              <a:endParaRPr lang="id-ID"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3" name="Rectangle 2"/>
            <p:cNvSpPr/>
            <p:nvPr/>
          </p:nvSpPr>
          <p:spPr>
            <a:xfrm>
              <a:off x="4369738" y="3134362"/>
              <a:ext cx="330859" cy="484749"/>
            </a:xfrm>
            <a:prstGeom prst="rect">
              <a:avLst/>
            </a:prstGeom>
          </p:spPr>
          <p:txBody>
            <a:bodyPr wrap="none">
              <a:spAutoFit/>
            </a:bodyPr>
            <a:lstStyle/>
            <a:p>
              <a:pPr algn="ctr" fontAlgn="auto">
                <a:spcBef>
                  <a:spcPts val="0"/>
                </a:spcBef>
                <a:spcAft>
                  <a:spcPts val="0"/>
                </a:spcAft>
              </a:pPr>
              <a:r>
                <a:rPr lang="en-US" sz="3600" b="1" dirty="0" smtClean="0">
                  <a:solidFill>
                    <a:srgbClr val="C00000"/>
                  </a:solidFill>
                  <a:latin typeface="Open Sans" pitchFamily="34" charset="0"/>
                  <a:ea typeface="Open Sans" pitchFamily="34" charset="0"/>
                  <a:cs typeface="Open Sans" pitchFamily="34" charset="0"/>
                </a:rPr>
                <a:t>2</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10" name="Group 5"/>
          <p:cNvGrpSpPr/>
          <p:nvPr/>
        </p:nvGrpSpPr>
        <p:grpSpPr>
          <a:xfrm>
            <a:off x="1142966" y="190502"/>
            <a:ext cx="9906069" cy="707886"/>
            <a:chOff x="857224" y="142876"/>
            <a:chExt cx="7429552" cy="530914"/>
          </a:xfrm>
        </p:grpSpPr>
        <p:sp>
          <p:nvSpPr>
            <p:cNvPr id="7" name="Rectangle 6"/>
            <p:cNvSpPr/>
            <p:nvPr/>
          </p:nvSpPr>
          <p:spPr>
            <a:xfrm>
              <a:off x="857224" y="142876"/>
              <a:ext cx="7429552" cy="530914"/>
            </a:xfrm>
            <a:prstGeom prst="rect">
              <a:avLst/>
            </a:prstGeom>
          </p:spPr>
          <p:txBody>
            <a:bodyPr wrap="square">
              <a:spAutoFit/>
            </a:bodyPr>
            <a:lstStyle/>
            <a:p>
              <a:pPr marL="742950" indent="-742950" algn="ctr" rtl="1" fontAlgn="auto">
                <a:spcBef>
                  <a:spcPts val="0"/>
                </a:spcBef>
                <a:spcAft>
                  <a:spcPts val="0"/>
                </a:spcAft>
                <a:buFont typeface="+mj-lt"/>
                <a:buAutoNum type="arabicPeriod" startAt="13"/>
              </a:pPr>
              <a:r>
                <a:rPr lang="ar-SA" sz="4000" b="1" u="sng" dirty="0"/>
                <a:t>معوقات توظيف الإنترنت في التعليم</a:t>
              </a:r>
              <a:endParaRPr lang="id-ID" sz="4000" u="sng" dirty="0">
                <a:solidFill>
                  <a:prstClr val="white">
                    <a:lumMod val="75000"/>
                  </a:prstClr>
                </a:solidFill>
                <a:latin typeface="Open Sans" pitchFamily="34" charset="0"/>
                <a:ea typeface="Open Sans" pitchFamily="34" charset="0"/>
                <a:cs typeface="Open Sans" pitchFamily="34" charset="0"/>
              </a:endParaRPr>
            </a:p>
          </p:txBody>
        </p:sp>
        <p:cxnSp>
          <p:nvCxnSpPr>
            <p:cNvPr id="8" name="Straight Connector 7"/>
            <p:cNvCxnSpPr/>
            <p:nvPr/>
          </p:nvCxnSpPr>
          <p:spPr>
            <a:xfrm rot="5400000">
              <a:off x="1815328" y="434782"/>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rot="5400000">
              <a:off x="6981106" y="414983"/>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 name="Group 50"/>
          <p:cNvGrpSpPr/>
          <p:nvPr/>
        </p:nvGrpSpPr>
        <p:grpSpPr>
          <a:xfrm>
            <a:off x="7873848" y="4071404"/>
            <a:ext cx="3809984" cy="2462213"/>
            <a:chOff x="5905387" y="3053553"/>
            <a:chExt cx="2857488" cy="1846660"/>
          </a:xfrm>
        </p:grpSpPr>
        <p:sp>
          <p:nvSpPr>
            <p:cNvPr id="11" name="Rectangle 10"/>
            <p:cNvSpPr/>
            <p:nvPr/>
          </p:nvSpPr>
          <p:spPr>
            <a:xfrm>
              <a:off x="5905387" y="3538301"/>
              <a:ext cx="2857488" cy="1361912"/>
            </a:xfrm>
            <a:prstGeom prst="rect">
              <a:avLst/>
            </a:prstGeom>
          </p:spPr>
          <p:txBody>
            <a:bodyPr wrap="square">
              <a:spAutoFit/>
            </a:bodyPr>
            <a:lstStyle/>
            <a:p>
              <a:pPr algn="ctr" fontAlgn="auto">
                <a:spcBef>
                  <a:spcPts val="0"/>
                </a:spcBef>
                <a:spcAft>
                  <a:spcPts val="0"/>
                </a:spcAft>
              </a:pPr>
              <a:r>
                <a:rPr lang="ar-SA" sz="2800" b="1" dirty="0"/>
                <a:t>تصميم المحتوى بطريقة قد تفوق مستوى المتعلمين أحياناً مما قد يشعرهم بالضياع في فضاء المعلومات</a:t>
              </a:r>
              <a:endParaRPr lang="id-ID"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12" name="Rectangle 11"/>
            <p:cNvSpPr/>
            <p:nvPr/>
          </p:nvSpPr>
          <p:spPr>
            <a:xfrm>
              <a:off x="7323330" y="3053553"/>
              <a:ext cx="330859" cy="484748"/>
            </a:xfrm>
            <a:prstGeom prst="rect">
              <a:avLst/>
            </a:prstGeom>
          </p:spPr>
          <p:txBody>
            <a:bodyPr wrap="none">
              <a:spAutoFit/>
            </a:bodyPr>
            <a:lstStyle/>
            <a:p>
              <a:pPr algn="ctr" fontAlgn="auto">
                <a:spcBef>
                  <a:spcPts val="0"/>
                </a:spcBef>
                <a:spcAft>
                  <a:spcPts val="0"/>
                </a:spcAft>
              </a:pPr>
              <a:r>
                <a:rPr lang="en-US" sz="3600" b="1" dirty="0" smtClean="0">
                  <a:solidFill>
                    <a:srgbClr val="C00000"/>
                  </a:solidFill>
                  <a:latin typeface="Open Sans" pitchFamily="34" charset="0"/>
                  <a:ea typeface="Open Sans" pitchFamily="34" charset="0"/>
                  <a:cs typeface="Open Sans" pitchFamily="34" charset="0"/>
                </a:rPr>
                <a:t>3</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18" name="Group 52"/>
          <p:cNvGrpSpPr/>
          <p:nvPr/>
        </p:nvGrpSpPr>
        <p:grpSpPr>
          <a:xfrm>
            <a:off x="393483" y="4096812"/>
            <a:ext cx="3530092" cy="2343262"/>
            <a:chOff x="295112" y="3072611"/>
            <a:chExt cx="2647569" cy="1757448"/>
          </a:xfrm>
        </p:grpSpPr>
        <p:sp>
          <p:nvSpPr>
            <p:cNvPr id="13" name="Rectangle 12"/>
            <p:cNvSpPr/>
            <p:nvPr/>
          </p:nvSpPr>
          <p:spPr>
            <a:xfrm>
              <a:off x="295112" y="3468146"/>
              <a:ext cx="2647569" cy="1361913"/>
            </a:xfrm>
            <a:prstGeom prst="rect">
              <a:avLst/>
            </a:prstGeom>
          </p:spPr>
          <p:txBody>
            <a:bodyPr wrap="square">
              <a:spAutoFit/>
            </a:bodyPr>
            <a:lstStyle/>
            <a:p>
              <a:pPr algn="ctr" fontAlgn="auto">
                <a:spcBef>
                  <a:spcPts val="0"/>
                </a:spcBef>
                <a:spcAft>
                  <a:spcPts val="0"/>
                </a:spcAft>
              </a:pPr>
              <a:r>
                <a:rPr lang="ar-SA" sz="2800" b="1" dirty="0"/>
                <a:t>الحاجة إلى بنية تحتية أساسية تساعد في سرعة تحميل البرمجيات والمواد التعليمية المطلوبة</a:t>
              </a:r>
              <a:endParaRPr lang="id-ID"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14" name="Rectangle 13"/>
            <p:cNvSpPr/>
            <p:nvPr/>
          </p:nvSpPr>
          <p:spPr>
            <a:xfrm>
              <a:off x="1453466" y="3072611"/>
              <a:ext cx="330860" cy="484749"/>
            </a:xfrm>
            <a:prstGeom prst="rect">
              <a:avLst/>
            </a:prstGeom>
          </p:spPr>
          <p:txBody>
            <a:bodyPr wrap="none">
              <a:spAutoFit/>
            </a:bodyPr>
            <a:lstStyle/>
            <a:p>
              <a:pPr algn="ctr" fontAlgn="auto">
                <a:spcBef>
                  <a:spcPts val="0"/>
                </a:spcBef>
                <a:spcAft>
                  <a:spcPts val="0"/>
                </a:spcAft>
              </a:pPr>
              <a:r>
                <a:rPr lang="en-US" sz="3600" b="1" dirty="0" smtClean="0">
                  <a:solidFill>
                    <a:srgbClr val="C00000"/>
                  </a:solidFill>
                  <a:latin typeface="Open Sans" pitchFamily="34" charset="0"/>
                  <a:ea typeface="Open Sans" pitchFamily="34" charset="0"/>
                  <a:cs typeface="Open Sans" pitchFamily="34" charset="0"/>
                </a:rPr>
                <a:t>1</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21" name="Group 49"/>
          <p:cNvGrpSpPr/>
          <p:nvPr/>
        </p:nvGrpSpPr>
        <p:grpSpPr>
          <a:xfrm>
            <a:off x="1844889" y="2666995"/>
            <a:ext cx="8288435" cy="719675"/>
            <a:chOff x="1383667" y="2000246"/>
            <a:chExt cx="6216326" cy="539756"/>
          </a:xfrm>
        </p:grpSpPr>
        <p:grpSp>
          <p:nvGrpSpPr>
            <p:cNvPr id="24" name="Group 14"/>
            <p:cNvGrpSpPr/>
            <p:nvPr/>
          </p:nvGrpSpPr>
          <p:grpSpPr>
            <a:xfrm>
              <a:off x="4830092" y="2000246"/>
              <a:ext cx="472285" cy="539756"/>
              <a:chOff x="4786314" y="3540133"/>
              <a:chExt cx="411163" cy="469901"/>
            </a:xfrm>
            <a:solidFill>
              <a:schemeClr val="bg1">
                <a:lumMod val="85000"/>
              </a:schemeClr>
            </a:solidFill>
          </p:grpSpPr>
          <p:sp>
            <p:nvSpPr>
              <p:cNvPr id="1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1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27" name="Group 17"/>
            <p:cNvGrpSpPr/>
            <p:nvPr/>
          </p:nvGrpSpPr>
          <p:grpSpPr>
            <a:xfrm>
              <a:off x="5404496" y="2000246"/>
              <a:ext cx="472285" cy="539756"/>
              <a:chOff x="4786314" y="3540133"/>
              <a:chExt cx="411163" cy="469901"/>
            </a:xfrm>
            <a:solidFill>
              <a:schemeClr val="bg1">
                <a:lumMod val="85000"/>
              </a:schemeClr>
            </a:solidFill>
          </p:grpSpPr>
          <p:sp>
            <p:nvSpPr>
              <p:cNvPr id="19"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0"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0" name="Group 20"/>
            <p:cNvGrpSpPr/>
            <p:nvPr/>
          </p:nvGrpSpPr>
          <p:grpSpPr>
            <a:xfrm>
              <a:off x="5978900" y="2000246"/>
              <a:ext cx="472285" cy="539756"/>
              <a:chOff x="4786314" y="3540133"/>
              <a:chExt cx="411163" cy="469901"/>
            </a:xfrm>
            <a:solidFill>
              <a:schemeClr val="bg1">
                <a:lumMod val="85000"/>
              </a:schemeClr>
            </a:solidFill>
          </p:grpSpPr>
          <p:sp>
            <p:nvSpPr>
              <p:cNvPr id="22"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3"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3" name="Group 23"/>
            <p:cNvGrpSpPr/>
            <p:nvPr/>
          </p:nvGrpSpPr>
          <p:grpSpPr>
            <a:xfrm>
              <a:off x="6553304" y="2000246"/>
              <a:ext cx="472285" cy="539756"/>
              <a:chOff x="4786314" y="3540133"/>
              <a:chExt cx="411163" cy="469901"/>
            </a:xfrm>
            <a:solidFill>
              <a:schemeClr val="bg1">
                <a:lumMod val="85000"/>
              </a:schemeClr>
            </a:solidFill>
          </p:grpSpPr>
          <p:sp>
            <p:nvSpPr>
              <p:cNvPr id="25"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6"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6" name="Group 26"/>
            <p:cNvGrpSpPr/>
            <p:nvPr/>
          </p:nvGrpSpPr>
          <p:grpSpPr>
            <a:xfrm>
              <a:off x="7127708" y="2000246"/>
              <a:ext cx="472285" cy="539756"/>
              <a:chOff x="4786314" y="3540133"/>
              <a:chExt cx="411163" cy="469901"/>
            </a:xfrm>
            <a:solidFill>
              <a:schemeClr val="bg1">
                <a:lumMod val="85000"/>
              </a:schemeClr>
            </a:solidFill>
          </p:grpSpPr>
          <p:sp>
            <p:nvSpPr>
              <p:cNvPr id="28"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9"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9" name="Group 29"/>
            <p:cNvGrpSpPr/>
            <p:nvPr/>
          </p:nvGrpSpPr>
          <p:grpSpPr>
            <a:xfrm>
              <a:off x="1958071" y="2000246"/>
              <a:ext cx="472285" cy="539756"/>
              <a:chOff x="4786314" y="3540133"/>
              <a:chExt cx="411163" cy="469901"/>
            </a:xfrm>
            <a:solidFill>
              <a:schemeClr val="bg1">
                <a:lumMod val="85000"/>
              </a:schemeClr>
            </a:solidFill>
          </p:grpSpPr>
          <p:sp>
            <p:nvSpPr>
              <p:cNvPr id="31"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2"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42" name="Group 32"/>
            <p:cNvGrpSpPr/>
            <p:nvPr/>
          </p:nvGrpSpPr>
          <p:grpSpPr>
            <a:xfrm>
              <a:off x="2532475" y="2000246"/>
              <a:ext cx="472285" cy="539756"/>
              <a:chOff x="4786314" y="3540133"/>
              <a:chExt cx="411163" cy="469901"/>
            </a:xfrm>
            <a:solidFill>
              <a:schemeClr val="bg1">
                <a:lumMod val="85000"/>
              </a:schemeClr>
            </a:solidFill>
          </p:grpSpPr>
          <p:sp>
            <p:nvSpPr>
              <p:cNvPr id="34"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5"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45" name="Group 35"/>
            <p:cNvGrpSpPr/>
            <p:nvPr/>
          </p:nvGrpSpPr>
          <p:grpSpPr>
            <a:xfrm>
              <a:off x="3106879" y="2000246"/>
              <a:ext cx="472285" cy="539756"/>
              <a:chOff x="4786314" y="3540133"/>
              <a:chExt cx="411163" cy="469901"/>
            </a:xfrm>
            <a:solidFill>
              <a:schemeClr val="bg1">
                <a:lumMod val="85000"/>
              </a:schemeClr>
            </a:solidFill>
          </p:grpSpPr>
          <p:sp>
            <p:nvSpPr>
              <p:cNvPr id="37"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8"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50" name="Group 38"/>
            <p:cNvGrpSpPr/>
            <p:nvPr/>
          </p:nvGrpSpPr>
          <p:grpSpPr>
            <a:xfrm>
              <a:off x="3681283" y="2000246"/>
              <a:ext cx="472285" cy="539756"/>
              <a:chOff x="4786314" y="3540133"/>
              <a:chExt cx="411163" cy="469901"/>
            </a:xfrm>
            <a:solidFill>
              <a:schemeClr val="bg1">
                <a:lumMod val="85000"/>
              </a:schemeClr>
            </a:solidFill>
          </p:grpSpPr>
          <p:sp>
            <p:nvSpPr>
              <p:cNvPr id="40"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1"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51" name="Group 41"/>
            <p:cNvGrpSpPr/>
            <p:nvPr/>
          </p:nvGrpSpPr>
          <p:grpSpPr>
            <a:xfrm>
              <a:off x="4255687" y="2000246"/>
              <a:ext cx="472285" cy="539756"/>
              <a:chOff x="4786314" y="3540133"/>
              <a:chExt cx="411163" cy="469901"/>
            </a:xfrm>
          </p:grpSpPr>
          <p:sp>
            <p:nvSpPr>
              <p:cNvPr id="43"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4"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52" name="Group 44"/>
            <p:cNvGrpSpPr/>
            <p:nvPr/>
          </p:nvGrpSpPr>
          <p:grpSpPr>
            <a:xfrm>
              <a:off x="1383667" y="2000246"/>
              <a:ext cx="472285" cy="539756"/>
              <a:chOff x="4786314" y="3540133"/>
              <a:chExt cx="411163" cy="469901"/>
            </a:xfrm>
            <a:solidFill>
              <a:schemeClr val="bg1">
                <a:lumMod val="85000"/>
              </a:schemeClr>
            </a:solidFill>
          </p:grpSpPr>
          <p:sp>
            <p:nvSpPr>
              <p:cNvPr id="4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grpSp>
        <p:nvGrpSpPr>
          <p:cNvPr id="55" name="Group 54"/>
          <p:cNvGrpSpPr/>
          <p:nvPr/>
        </p:nvGrpSpPr>
        <p:grpSpPr>
          <a:xfrm>
            <a:off x="2000221" y="3620560"/>
            <a:ext cx="8001056" cy="476253"/>
            <a:chOff x="1500166" y="2715420"/>
            <a:chExt cx="6000792" cy="357190"/>
          </a:xfrm>
        </p:grpSpPr>
        <p:cxnSp>
          <p:nvCxnSpPr>
            <p:cNvPr id="4" name="Straight Connector 3"/>
            <p:cNvCxnSpPr/>
            <p:nvPr/>
          </p:nvCxnSpPr>
          <p:spPr>
            <a:xfrm rot="5400000">
              <a:off x="4321967" y="2893221"/>
              <a:ext cx="357190"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rot="10800000">
              <a:off x="1500166"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4500562"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42364258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slide(fromTop)">
                                      <p:cBhvr>
                                        <p:cTn id="7" dur="500"/>
                                        <p:tgtEl>
                                          <p:spTgt spid="10"/>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slide(fromBottom)">
                                      <p:cBhvr>
                                        <p:cTn id="11" dur="500"/>
                                        <p:tgtEl>
                                          <p:spTgt spid="21"/>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55"/>
                                        </p:tgtEl>
                                        <p:attrNameLst>
                                          <p:attrName>style.visibility</p:attrName>
                                        </p:attrNameLst>
                                      </p:cBhvr>
                                      <p:to>
                                        <p:strVal val="visible"/>
                                      </p:to>
                                    </p:set>
                                    <p:animEffect transition="in" filter="slide(fromBottom)">
                                      <p:cBhvr>
                                        <p:cTn id="15" dur="500"/>
                                        <p:tgtEl>
                                          <p:spTgt spid="55"/>
                                        </p:tgtEl>
                                      </p:cBhvr>
                                    </p:animEffect>
                                  </p:childTnLst>
                                </p:cTn>
                              </p:par>
                            </p:childTnLst>
                          </p:cTn>
                        </p:par>
                        <p:par>
                          <p:cTn id="16" fill="hold">
                            <p:stCondLst>
                              <p:cond delay="1500"/>
                            </p:stCondLst>
                            <p:childTnLst>
                              <p:par>
                                <p:cTn id="17" presetID="12" presetClass="entr" presetSubtype="1" fill="hold"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slide(fromTop)">
                                      <p:cBhvr>
                                        <p:cTn id="19" dur="500"/>
                                        <p:tgtEl>
                                          <p:spTgt spid="18"/>
                                        </p:tgtEl>
                                      </p:cBhvr>
                                    </p:animEffect>
                                  </p:childTnLst>
                                </p:cTn>
                              </p:par>
                            </p:childTnLst>
                          </p:cTn>
                        </p:par>
                        <p:par>
                          <p:cTn id="20" fill="hold">
                            <p:stCondLst>
                              <p:cond delay="2000"/>
                            </p:stCondLst>
                            <p:childTnLst>
                              <p:par>
                                <p:cTn id="21" presetID="12" presetClass="entr" presetSubtype="1"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slide(fromTop)">
                                      <p:cBhvr>
                                        <p:cTn id="23" dur="500"/>
                                        <p:tgtEl>
                                          <p:spTgt spid="6"/>
                                        </p:tgtEl>
                                      </p:cBhvr>
                                    </p:animEffect>
                                  </p:childTnLst>
                                </p:cTn>
                              </p:par>
                            </p:childTnLst>
                          </p:cTn>
                        </p:par>
                        <p:par>
                          <p:cTn id="24" fill="hold">
                            <p:stCondLst>
                              <p:cond delay="2500"/>
                            </p:stCondLst>
                            <p:childTnLst>
                              <p:par>
                                <p:cTn id="25" presetID="12" presetClass="entr" presetSubtype="1" fill="hold"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slide(fromTop)">
                                      <p:cBhvr>
                                        <p:cTn id="2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1"/>
          <p:cNvGrpSpPr/>
          <p:nvPr/>
        </p:nvGrpSpPr>
        <p:grpSpPr>
          <a:xfrm>
            <a:off x="4570503" y="4179152"/>
            <a:ext cx="2952771" cy="1196558"/>
            <a:chOff x="3427877" y="3134362"/>
            <a:chExt cx="2214578" cy="897418"/>
          </a:xfrm>
        </p:grpSpPr>
        <p:sp>
          <p:nvSpPr>
            <p:cNvPr id="2" name="Rectangle 1"/>
            <p:cNvSpPr/>
            <p:nvPr/>
          </p:nvSpPr>
          <p:spPr>
            <a:xfrm>
              <a:off x="3427877" y="3639365"/>
              <a:ext cx="2214578" cy="392415"/>
            </a:xfrm>
            <a:prstGeom prst="rect">
              <a:avLst/>
            </a:prstGeom>
          </p:spPr>
          <p:txBody>
            <a:bodyPr wrap="square">
              <a:spAutoFit/>
            </a:bodyPr>
            <a:lstStyle/>
            <a:p>
              <a:pPr algn="ctr" fontAlgn="auto">
                <a:spcBef>
                  <a:spcPts val="0"/>
                </a:spcBef>
                <a:spcAft>
                  <a:spcPts val="0"/>
                </a:spcAft>
              </a:pPr>
              <a:r>
                <a:rPr lang="ar-SA" sz="2800" b="1" dirty="0"/>
                <a:t>التكلفة المادية</a:t>
              </a:r>
              <a:endParaRPr lang="id-ID"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3" name="Rectangle 2"/>
            <p:cNvSpPr/>
            <p:nvPr/>
          </p:nvSpPr>
          <p:spPr>
            <a:xfrm>
              <a:off x="4369738" y="3134362"/>
              <a:ext cx="330859" cy="484749"/>
            </a:xfrm>
            <a:prstGeom prst="rect">
              <a:avLst/>
            </a:prstGeom>
          </p:spPr>
          <p:txBody>
            <a:bodyPr wrap="none">
              <a:spAutoFit/>
            </a:bodyPr>
            <a:lstStyle/>
            <a:p>
              <a:pPr algn="ctr" fontAlgn="auto">
                <a:spcBef>
                  <a:spcPts val="0"/>
                </a:spcBef>
                <a:spcAft>
                  <a:spcPts val="0"/>
                </a:spcAft>
              </a:pPr>
              <a:r>
                <a:rPr lang="en-US" sz="3600" b="1" dirty="0" smtClean="0">
                  <a:solidFill>
                    <a:srgbClr val="C00000"/>
                  </a:solidFill>
                  <a:latin typeface="Open Sans" pitchFamily="34" charset="0"/>
                  <a:ea typeface="Open Sans" pitchFamily="34" charset="0"/>
                  <a:cs typeface="Open Sans" pitchFamily="34" charset="0"/>
                </a:rPr>
                <a:t>5</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10" name="Group 5"/>
          <p:cNvGrpSpPr/>
          <p:nvPr/>
        </p:nvGrpSpPr>
        <p:grpSpPr>
          <a:xfrm>
            <a:off x="1142966" y="190502"/>
            <a:ext cx="9906069" cy="707886"/>
            <a:chOff x="857224" y="142876"/>
            <a:chExt cx="7429552" cy="530914"/>
          </a:xfrm>
        </p:grpSpPr>
        <p:sp>
          <p:nvSpPr>
            <p:cNvPr id="7" name="Rectangle 6"/>
            <p:cNvSpPr/>
            <p:nvPr/>
          </p:nvSpPr>
          <p:spPr>
            <a:xfrm>
              <a:off x="857224" y="142876"/>
              <a:ext cx="7429552" cy="530914"/>
            </a:xfrm>
            <a:prstGeom prst="rect">
              <a:avLst/>
            </a:prstGeom>
          </p:spPr>
          <p:txBody>
            <a:bodyPr wrap="square">
              <a:spAutoFit/>
            </a:bodyPr>
            <a:lstStyle/>
            <a:p>
              <a:pPr marL="742950" indent="-742950" algn="ctr" rtl="1" fontAlgn="auto">
                <a:spcBef>
                  <a:spcPts val="0"/>
                </a:spcBef>
                <a:spcAft>
                  <a:spcPts val="0"/>
                </a:spcAft>
                <a:buFont typeface="+mj-lt"/>
                <a:buAutoNum type="arabicPeriod" startAt="13"/>
              </a:pPr>
              <a:r>
                <a:rPr lang="ar-SA" sz="4000" b="1" u="sng" dirty="0"/>
                <a:t>معوقات توظيف الإنترنت في التعليم</a:t>
              </a:r>
              <a:endParaRPr lang="id-ID" sz="4000" u="sng" dirty="0">
                <a:solidFill>
                  <a:prstClr val="white">
                    <a:lumMod val="75000"/>
                  </a:prstClr>
                </a:solidFill>
                <a:latin typeface="Open Sans" pitchFamily="34" charset="0"/>
                <a:ea typeface="Open Sans" pitchFamily="34" charset="0"/>
                <a:cs typeface="Open Sans" pitchFamily="34" charset="0"/>
              </a:endParaRPr>
            </a:p>
          </p:txBody>
        </p:sp>
        <p:cxnSp>
          <p:nvCxnSpPr>
            <p:cNvPr id="8" name="Straight Connector 7"/>
            <p:cNvCxnSpPr/>
            <p:nvPr/>
          </p:nvCxnSpPr>
          <p:spPr>
            <a:xfrm rot="5400000">
              <a:off x="1815328" y="434782"/>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rot="5400000">
              <a:off x="6981106" y="414983"/>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 name="Group 50"/>
          <p:cNvGrpSpPr/>
          <p:nvPr/>
        </p:nvGrpSpPr>
        <p:grpSpPr>
          <a:xfrm>
            <a:off x="7890451" y="4071407"/>
            <a:ext cx="3809984" cy="1338186"/>
            <a:chOff x="5917839" y="3053553"/>
            <a:chExt cx="2857488" cy="1003639"/>
          </a:xfrm>
        </p:grpSpPr>
        <p:sp>
          <p:nvSpPr>
            <p:cNvPr id="11" name="Rectangle 10"/>
            <p:cNvSpPr/>
            <p:nvPr/>
          </p:nvSpPr>
          <p:spPr>
            <a:xfrm>
              <a:off x="5917839" y="3664777"/>
              <a:ext cx="2857488" cy="392415"/>
            </a:xfrm>
            <a:prstGeom prst="rect">
              <a:avLst/>
            </a:prstGeom>
          </p:spPr>
          <p:txBody>
            <a:bodyPr wrap="square">
              <a:spAutoFit/>
            </a:bodyPr>
            <a:lstStyle/>
            <a:p>
              <a:pPr lvl="0" algn="ctr" rtl="1"/>
              <a:r>
                <a:rPr lang="ar-SA" sz="2800" b="1" dirty="0"/>
                <a:t>المشاكل الفنية</a:t>
              </a:r>
              <a:endParaRPr lang="en-US" sz="2800" b="1" dirty="0"/>
            </a:p>
          </p:txBody>
        </p:sp>
        <p:sp>
          <p:nvSpPr>
            <p:cNvPr id="12" name="Rectangle 11"/>
            <p:cNvSpPr/>
            <p:nvPr/>
          </p:nvSpPr>
          <p:spPr>
            <a:xfrm>
              <a:off x="7323330" y="3053553"/>
              <a:ext cx="330859" cy="484748"/>
            </a:xfrm>
            <a:prstGeom prst="rect">
              <a:avLst/>
            </a:prstGeom>
          </p:spPr>
          <p:txBody>
            <a:bodyPr wrap="none">
              <a:spAutoFit/>
            </a:bodyPr>
            <a:lstStyle/>
            <a:p>
              <a:pPr algn="ctr" fontAlgn="auto">
                <a:spcBef>
                  <a:spcPts val="0"/>
                </a:spcBef>
                <a:spcAft>
                  <a:spcPts val="0"/>
                </a:spcAft>
              </a:pPr>
              <a:r>
                <a:rPr lang="en-US" sz="3600" b="1" dirty="0" smtClean="0">
                  <a:solidFill>
                    <a:srgbClr val="C00000"/>
                  </a:solidFill>
                  <a:latin typeface="Open Sans" pitchFamily="34" charset="0"/>
                  <a:ea typeface="Open Sans" pitchFamily="34" charset="0"/>
                  <a:cs typeface="Open Sans" pitchFamily="34" charset="0"/>
                </a:rPr>
                <a:t>6</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18" name="Group 52"/>
          <p:cNvGrpSpPr/>
          <p:nvPr/>
        </p:nvGrpSpPr>
        <p:grpSpPr>
          <a:xfrm>
            <a:off x="393483" y="4096813"/>
            <a:ext cx="3530092" cy="2343262"/>
            <a:chOff x="295112" y="3072611"/>
            <a:chExt cx="2647569" cy="1757448"/>
          </a:xfrm>
        </p:grpSpPr>
        <p:sp>
          <p:nvSpPr>
            <p:cNvPr id="13" name="Rectangle 12"/>
            <p:cNvSpPr/>
            <p:nvPr/>
          </p:nvSpPr>
          <p:spPr>
            <a:xfrm>
              <a:off x="295112" y="3468146"/>
              <a:ext cx="2647569" cy="1361913"/>
            </a:xfrm>
            <a:prstGeom prst="rect">
              <a:avLst/>
            </a:prstGeom>
          </p:spPr>
          <p:txBody>
            <a:bodyPr wrap="square">
              <a:spAutoFit/>
            </a:bodyPr>
            <a:lstStyle/>
            <a:p>
              <a:pPr algn="ctr" fontAlgn="auto">
                <a:spcBef>
                  <a:spcPts val="0"/>
                </a:spcBef>
                <a:spcAft>
                  <a:spcPts val="0"/>
                </a:spcAft>
              </a:pPr>
              <a:r>
                <a:rPr lang="ar-SA" sz="2800" b="1" dirty="0"/>
                <a:t>حاجة المحتوى التعليمي إلى تحديث وتطوير مستمر لضمان توفر عنصر الدقة والجودة</a:t>
              </a:r>
              <a:endParaRPr lang="id-ID"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14" name="Rectangle 13"/>
            <p:cNvSpPr/>
            <p:nvPr/>
          </p:nvSpPr>
          <p:spPr>
            <a:xfrm>
              <a:off x="1453466" y="3072611"/>
              <a:ext cx="330860" cy="484749"/>
            </a:xfrm>
            <a:prstGeom prst="rect">
              <a:avLst/>
            </a:prstGeom>
          </p:spPr>
          <p:txBody>
            <a:bodyPr wrap="none">
              <a:spAutoFit/>
            </a:bodyPr>
            <a:lstStyle/>
            <a:p>
              <a:pPr algn="ctr" fontAlgn="auto">
                <a:spcBef>
                  <a:spcPts val="0"/>
                </a:spcBef>
                <a:spcAft>
                  <a:spcPts val="0"/>
                </a:spcAft>
              </a:pPr>
              <a:r>
                <a:rPr lang="en-US" sz="3600" b="1" dirty="0" smtClean="0">
                  <a:solidFill>
                    <a:srgbClr val="C00000"/>
                  </a:solidFill>
                  <a:latin typeface="Open Sans" pitchFamily="34" charset="0"/>
                  <a:ea typeface="Open Sans" pitchFamily="34" charset="0"/>
                  <a:cs typeface="Open Sans" pitchFamily="34" charset="0"/>
                </a:rPr>
                <a:t>4</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21" name="Group 49"/>
          <p:cNvGrpSpPr/>
          <p:nvPr/>
        </p:nvGrpSpPr>
        <p:grpSpPr>
          <a:xfrm>
            <a:off x="1844889" y="2666995"/>
            <a:ext cx="8288435" cy="719675"/>
            <a:chOff x="1383667" y="2000246"/>
            <a:chExt cx="6216326" cy="539756"/>
          </a:xfrm>
        </p:grpSpPr>
        <p:grpSp>
          <p:nvGrpSpPr>
            <p:cNvPr id="24" name="Group 14"/>
            <p:cNvGrpSpPr/>
            <p:nvPr/>
          </p:nvGrpSpPr>
          <p:grpSpPr>
            <a:xfrm>
              <a:off x="4830092" y="2000246"/>
              <a:ext cx="472285" cy="539756"/>
              <a:chOff x="4786314" y="3540133"/>
              <a:chExt cx="411163" cy="469901"/>
            </a:xfrm>
            <a:solidFill>
              <a:schemeClr val="bg1">
                <a:lumMod val="85000"/>
              </a:schemeClr>
            </a:solidFill>
          </p:grpSpPr>
          <p:sp>
            <p:nvSpPr>
              <p:cNvPr id="1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1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27" name="Group 17"/>
            <p:cNvGrpSpPr/>
            <p:nvPr/>
          </p:nvGrpSpPr>
          <p:grpSpPr>
            <a:xfrm>
              <a:off x="5404496" y="2000246"/>
              <a:ext cx="472285" cy="539756"/>
              <a:chOff x="4786314" y="3540133"/>
              <a:chExt cx="411163" cy="469901"/>
            </a:xfrm>
            <a:solidFill>
              <a:schemeClr val="bg1">
                <a:lumMod val="85000"/>
              </a:schemeClr>
            </a:solidFill>
          </p:grpSpPr>
          <p:sp>
            <p:nvSpPr>
              <p:cNvPr id="19"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0"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0" name="Group 20"/>
            <p:cNvGrpSpPr/>
            <p:nvPr/>
          </p:nvGrpSpPr>
          <p:grpSpPr>
            <a:xfrm>
              <a:off x="5978900" y="2000246"/>
              <a:ext cx="472285" cy="539756"/>
              <a:chOff x="4786314" y="3540133"/>
              <a:chExt cx="411163" cy="469901"/>
            </a:xfrm>
            <a:solidFill>
              <a:schemeClr val="bg1">
                <a:lumMod val="85000"/>
              </a:schemeClr>
            </a:solidFill>
          </p:grpSpPr>
          <p:sp>
            <p:nvSpPr>
              <p:cNvPr id="22"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3"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3" name="Group 23"/>
            <p:cNvGrpSpPr/>
            <p:nvPr/>
          </p:nvGrpSpPr>
          <p:grpSpPr>
            <a:xfrm>
              <a:off x="6553304" y="2000246"/>
              <a:ext cx="472285" cy="539756"/>
              <a:chOff x="4786314" y="3540133"/>
              <a:chExt cx="411163" cy="469901"/>
            </a:xfrm>
            <a:solidFill>
              <a:schemeClr val="bg1">
                <a:lumMod val="85000"/>
              </a:schemeClr>
            </a:solidFill>
          </p:grpSpPr>
          <p:sp>
            <p:nvSpPr>
              <p:cNvPr id="25"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6"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6" name="Group 26"/>
            <p:cNvGrpSpPr/>
            <p:nvPr/>
          </p:nvGrpSpPr>
          <p:grpSpPr>
            <a:xfrm>
              <a:off x="7127708" y="2000246"/>
              <a:ext cx="472285" cy="539756"/>
              <a:chOff x="4786314" y="3540133"/>
              <a:chExt cx="411163" cy="469901"/>
            </a:xfrm>
            <a:solidFill>
              <a:schemeClr val="bg1">
                <a:lumMod val="85000"/>
              </a:schemeClr>
            </a:solidFill>
          </p:grpSpPr>
          <p:sp>
            <p:nvSpPr>
              <p:cNvPr id="28"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9"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9" name="Group 29"/>
            <p:cNvGrpSpPr/>
            <p:nvPr/>
          </p:nvGrpSpPr>
          <p:grpSpPr>
            <a:xfrm>
              <a:off x="1958071" y="2000246"/>
              <a:ext cx="472285" cy="539756"/>
              <a:chOff x="4786314" y="3540133"/>
              <a:chExt cx="411163" cy="469901"/>
            </a:xfrm>
            <a:solidFill>
              <a:schemeClr val="bg1">
                <a:lumMod val="85000"/>
              </a:schemeClr>
            </a:solidFill>
          </p:grpSpPr>
          <p:sp>
            <p:nvSpPr>
              <p:cNvPr id="31"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2"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42" name="Group 32"/>
            <p:cNvGrpSpPr/>
            <p:nvPr/>
          </p:nvGrpSpPr>
          <p:grpSpPr>
            <a:xfrm>
              <a:off x="2532475" y="2000246"/>
              <a:ext cx="472285" cy="539756"/>
              <a:chOff x="4786314" y="3540133"/>
              <a:chExt cx="411163" cy="469901"/>
            </a:xfrm>
            <a:solidFill>
              <a:schemeClr val="bg1">
                <a:lumMod val="85000"/>
              </a:schemeClr>
            </a:solidFill>
          </p:grpSpPr>
          <p:sp>
            <p:nvSpPr>
              <p:cNvPr id="34"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5"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45" name="Group 35"/>
            <p:cNvGrpSpPr/>
            <p:nvPr/>
          </p:nvGrpSpPr>
          <p:grpSpPr>
            <a:xfrm>
              <a:off x="3106879" y="2000246"/>
              <a:ext cx="472285" cy="539756"/>
              <a:chOff x="4786314" y="3540133"/>
              <a:chExt cx="411163" cy="469901"/>
            </a:xfrm>
            <a:solidFill>
              <a:schemeClr val="bg1">
                <a:lumMod val="85000"/>
              </a:schemeClr>
            </a:solidFill>
          </p:grpSpPr>
          <p:sp>
            <p:nvSpPr>
              <p:cNvPr id="37"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8"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50" name="Group 38"/>
            <p:cNvGrpSpPr/>
            <p:nvPr/>
          </p:nvGrpSpPr>
          <p:grpSpPr>
            <a:xfrm>
              <a:off x="3681283" y="2000246"/>
              <a:ext cx="472285" cy="539756"/>
              <a:chOff x="4786314" y="3540133"/>
              <a:chExt cx="411163" cy="469901"/>
            </a:xfrm>
            <a:solidFill>
              <a:schemeClr val="bg1">
                <a:lumMod val="85000"/>
              </a:schemeClr>
            </a:solidFill>
          </p:grpSpPr>
          <p:sp>
            <p:nvSpPr>
              <p:cNvPr id="40"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1"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51" name="Group 41"/>
            <p:cNvGrpSpPr/>
            <p:nvPr/>
          </p:nvGrpSpPr>
          <p:grpSpPr>
            <a:xfrm>
              <a:off x="4255687" y="2000246"/>
              <a:ext cx="472285" cy="539756"/>
              <a:chOff x="4786314" y="3540133"/>
              <a:chExt cx="411163" cy="469901"/>
            </a:xfrm>
          </p:grpSpPr>
          <p:sp>
            <p:nvSpPr>
              <p:cNvPr id="43"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4"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52" name="Group 44"/>
            <p:cNvGrpSpPr/>
            <p:nvPr/>
          </p:nvGrpSpPr>
          <p:grpSpPr>
            <a:xfrm>
              <a:off x="1383667" y="2000246"/>
              <a:ext cx="472285" cy="539756"/>
              <a:chOff x="4786314" y="3540133"/>
              <a:chExt cx="411163" cy="469901"/>
            </a:xfrm>
            <a:solidFill>
              <a:schemeClr val="bg1">
                <a:lumMod val="85000"/>
              </a:schemeClr>
            </a:solidFill>
          </p:grpSpPr>
          <p:sp>
            <p:nvSpPr>
              <p:cNvPr id="4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grpSp>
        <p:nvGrpSpPr>
          <p:cNvPr id="55" name="Group 54"/>
          <p:cNvGrpSpPr/>
          <p:nvPr/>
        </p:nvGrpSpPr>
        <p:grpSpPr>
          <a:xfrm>
            <a:off x="2000221" y="3620560"/>
            <a:ext cx="8001056" cy="476253"/>
            <a:chOff x="1500166" y="2715420"/>
            <a:chExt cx="6000792" cy="357190"/>
          </a:xfrm>
        </p:grpSpPr>
        <p:cxnSp>
          <p:nvCxnSpPr>
            <p:cNvPr id="4" name="Straight Connector 3"/>
            <p:cNvCxnSpPr/>
            <p:nvPr/>
          </p:nvCxnSpPr>
          <p:spPr>
            <a:xfrm rot="5400000">
              <a:off x="4321967" y="2893221"/>
              <a:ext cx="357190"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rot="10800000">
              <a:off x="1500166"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4500562"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6730447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slide(fromTop)">
                                      <p:cBhvr>
                                        <p:cTn id="7" dur="500"/>
                                        <p:tgtEl>
                                          <p:spTgt spid="10"/>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slide(fromBottom)">
                                      <p:cBhvr>
                                        <p:cTn id="11" dur="500"/>
                                        <p:tgtEl>
                                          <p:spTgt spid="21"/>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55"/>
                                        </p:tgtEl>
                                        <p:attrNameLst>
                                          <p:attrName>style.visibility</p:attrName>
                                        </p:attrNameLst>
                                      </p:cBhvr>
                                      <p:to>
                                        <p:strVal val="visible"/>
                                      </p:to>
                                    </p:set>
                                    <p:animEffect transition="in" filter="slide(fromBottom)">
                                      <p:cBhvr>
                                        <p:cTn id="15" dur="500"/>
                                        <p:tgtEl>
                                          <p:spTgt spid="55"/>
                                        </p:tgtEl>
                                      </p:cBhvr>
                                    </p:animEffect>
                                  </p:childTnLst>
                                </p:cTn>
                              </p:par>
                            </p:childTnLst>
                          </p:cTn>
                        </p:par>
                        <p:par>
                          <p:cTn id="16" fill="hold">
                            <p:stCondLst>
                              <p:cond delay="1500"/>
                            </p:stCondLst>
                            <p:childTnLst>
                              <p:par>
                                <p:cTn id="17" presetID="12" presetClass="entr" presetSubtype="1" fill="hold"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slide(fromTop)">
                                      <p:cBhvr>
                                        <p:cTn id="19" dur="500"/>
                                        <p:tgtEl>
                                          <p:spTgt spid="18"/>
                                        </p:tgtEl>
                                      </p:cBhvr>
                                    </p:animEffect>
                                  </p:childTnLst>
                                </p:cTn>
                              </p:par>
                            </p:childTnLst>
                          </p:cTn>
                        </p:par>
                        <p:par>
                          <p:cTn id="20" fill="hold">
                            <p:stCondLst>
                              <p:cond delay="2000"/>
                            </p:stCondLst>
                            <p:childTnLst>
                              <p:par>
                                <p:cTn id="21" presetID="12" presetClass="entr" presetSubtype="1"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slide(fromTop)">
                                      <p:cBhvr>
                                        <p:cTn id="23" dur="500"/>
                                        <p:tgtEl>
                                          <p:spTgt spid="6"/>
                                        </p:tgtEl>
                                      </p:cBhvr>
                                    </p:animEffect>
                                  </p:childTnLst>
                                </p:cTn>
                              </p:par>
                            </p:childTnLst>
                          </p:cTn>
                        </p:par>
                        <p:par>
                          <p:cTn id="24" fill="hold">
                            <p:stCondLst>
                              <p:cond delay="2500"/>
                            </p:stCondLst>
                            <p:childTnLst>
                              <p:par>
                                <p:cTn id="25" presetID="12" presetClass="entr" presetSubtype="1" fill="hold"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slide(fromTop)">
                                      <p:cBhvr>
                                        <p:cTn id="2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1"/>
          <p:cNvGrpSpPr/>
          <p:nvPr/>
        </p:nvGrpSpPr>
        <p:grpSpPr>
          <a:xfrm>
            <a:off x="4570503" y="4179152"/>
            <a:ext cx="2952771" cy="1756685"/>
            <a:chOff x="3427877" y="3134362"/>
            <a:chExt cx="2214578" cy="1317513"/>
          </a:xfrm>
        </p:grpSpPr>
        <p:sp>
          <p:nvSpPr>
            <p:cNvPr id="2" name="Rectangle 1"/>
            <p:cNvSpPr/>
            <p:nvPr/>
          </p:nvSpPr>
          <p:spPr>
            <a:xfrm>
              <a:off x="3427877" y="3736295"/>
              <a:ext cx="2214578" cy="715580"/>
            </a:xfrm>
            <a:prstGeom prst="rect">
              <a:avLst/>
            </a:prstGeom>
          </p:spPr>
          <p:txBody>
            <a:bodyPr wrap="square">
              <a:spAutoFit/>
            </a:bodyPr>
            <a:lstStyle/>
            <a:p>
              <a:pPr algn="ctr" fontAlgn="auto">
                <a:spcBef>
                  <a:spcPts val="0"/>
                </a:spcBef>
                <a:spcAft>
                  <a:spcPts val="0"/>
                </a:spcAft>
              </a:pPr>
              <a:r>
                <a:rPr lang="ar-SA" sz="2800" b="1" dirty="0"/>
                <a:t>كثرة أدوات ومحركات البحث </a:t>
              </a:r>
              <a:endParaRPr lang="id-ID"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3" name="Rectangle 2"/>
            <p:cNvSpPr/>
            <p:nvPr/>
          </p:nvSpPr>
          <p:spPr>
            <a:xfrm>
              <a:off x="4369738" y="3134362"/>
              <a:ext cx="330859" cy="484749"/>
            </a:xfrm>
            <a:prstGeom prst="rect">
              <a:avLst/>
            </a:prstGeom>
          </p:spPr>
          <p:txBody>
            <a:bodyPr wrap="none">
              <a:spAutoFit/>
            </a:bodyPr>
            <a:lstStyle/>
            <a:p>
              <a:pPr algn="ctr" fontAlgn="auto">
                <a:spcBef>
                  <a:spcPts val="0"/>
                </a:spcBef>
                <a:spcAft>
                  <a:spcPts val="0"/>
                </a:spcAft>
              </a:pPr>
              <a:r>
                <a:rPr lang="en-US" sz="3600" b="1" dirty="0" smtClean="0">
                  <a:solidFill>
                    <a:srgbClr val="C00000"/>
                  </a:solidFill>
                  <a:latin typeface="Open Sans" pitchFamily="34" charset="0"/>
                  <a:ea typeface="Open Sans" pitchFamily="34" charset="0"/>
                  <a:cs typeface="Open Sans" pitchFamily="34" charset="0"/>
                </a:rPr>
                <a:t>8</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10" name="Group 5"/>
          <p:cNvGrpSpPr/>
          <p:nvPr/>
        </p:nvGrpSpPr>
        <p:grpSpPr>
          <a:xfrm>
            <a:off x="1142966" y="190502"/>
            <a:ext cx="9906069" cy="707886"/>
            <a:chOff x="857224" y="142876"/>
            <a:chExt cx="7429552" cy="530914"/>
          </a:xfrm>
        </p:grpSpPr>
        <p:sp>
          <p:nvSpPr>
            <p:cNvPr id="7" name="Rectangle 6"/>
            <p:cNvSpPr/>
            <p:nvPr/>
          </p:nvSpPr>
          <p:spPr>
            <a:xfrm>
              <a:off x="857224" y="142876"/>
              <a:ext cx="7429552" cy="530914"/>
            </a:xfrm>
            <a:prstGeom prst="rect">
              <a:avLst/>
            </a:prstGeom>
          </p:spPr>
          <p:txBody>
            <a:bodyPr wrap="square">
              <a:spAutoFit/>
            </a:bodyPr>
            <a:lstStyle/>
            <a:p>
              <a:pPr marL="742950" indent="-742950" algn="ctr" rtl="1" fontAlgn="auto">
                <a:spcBef>
                  <a:spcPts val="0"/>
                </a:spcBef>
                <a:spcAft>
                  <a:spcPts val="0"/>
                </a:spcAft>
                <a:buFont typeface="+mj-lt"/>
                <a:buAutoNum type="arabicPeriod" startAt="13"/>
              </a:pPr>
              <a:r>
                <a:rPr lang="ar-SA" sz="4000" b="1" u="sng" dirty="0"/>
                <a:t>معوقات توظيف الإنترنت في التعليم</a:t>
              </a:r>
              <a:endParaRPr lang="id-ID" sz="4000" u="sng" dirty="0">
                <a:solidFill>
                  <a:prstClr val="white">
                    <a:lumMod val="75000"/>
                  </a:prstClr>
                </a:solidFill>
                <a:latin typeface="Open Sans" pitchFamily="34" charset="0"/>
                <a:ea typeface="Open Sans" pitchFamily="34" charset="0"/>
                <a:cs typeface="Open Sans" pitchFamily="34" charset="0"/>
              </a:endParaRPr>
            </a:p>
          </p:txBody>
        </p:sp>
        <p:cxnSp>
          <p:nvCxnSpPr>
            <p:cNvPr id="8" name="Straight Connector 7"/>
            <p:cNvCxnSpPr/>
            <p:nvPr/>
          </p:nvCxnSpPr>
          <p:spPr>
            <a:xfrm rot="5400000">
              <a:off x="1815328" y="434782"/>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rot="5400000">
              <a:off x="6981106" y="414983"/>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 name="Group 50"/>
          <p:cNvGrpSpPr/>
          <p:nvPr/>
        </p:nvGrpSpPr>
        <p:grpSpPr>
          <a:xfrm>
            <a:off x="7912130" y="4071407"/>
            <a:ext cx="3809984" cy="1592678"/>
            <a:chOff x="5934098" y="3053553"/>
            <a:chExt cx="2857488" cy="1194508"/>
          </a:xfrm>
        </p:grpSpPr>
        <p:sp>
          <p:nvSpPr>
            <p:cNvPr id="11" name="Rectangle 10"/>
            <p:cNvSpPr/>
            <p:nvPr/>
          </p:nvSpPr>
          <p:spPr>
            <a:xfrm>
              <a:off x="5934098" y="3855646"/>
              <a:ext cx="2857488" cy="392415"/>
            </a:xfrm>
            <a:prstGeom prst="rect">
              <a:avLst/>
            </a:prstGeom>
          </p:spPr>
          <p:txBody>
            <a:bodyPr wrap="square">
              <a:spAutoFit/>
            </a:bodyPr>
            <a:lstStyle/>
            <a:p>
              <a:pPr lvl="0" algn="ctr" rtl="1"/>
              <a:r>
                <a:rPr lang="ar-SA" sz="2800" b="1" dirty="0"/>
                <a:t>عدم الدقة والموضوعية </a:t>
              </a:r>
              <a:endParaRPr lang="en-US" sz="2800" b="1" dirty="0"/>
            </a:p>
          </p:txBody>
        </p:sp>
        <p:sp>
          <p:nvSpPr>
            <p:cNvPr id="12" name="Rectangle 11"/>
            <p:cNvSpPr/>
            <p:nvPr/>
          </p:nvSpPr>
          <p:spPr>
            <a:xfrm>
              <a:off x="7323330" y="3053553"/>
              <a:ext cx="330859" cy="484748"/>
            </a:xfrm>
            <a:prstGeom prst="rect">
              <a:avLst/>
            </a:prstGeom>
          </p:spPr>
          <p:txBody>
            <a:bodyPr wrap="none">
              <a:spAutoFit/>
            </a:bodyPr>
            <a:lstStyle/>
            <a:p>
              <a:pPr algn="ctr" fontAlgn="auto">
                <a:spcBef>
                  <a:spcPts val="0"/>
                </a:spcBef>
                <a:spcAft>
                  <a:spcPts val="0"/>
                </a:spcAft>
              </a:pPr>
              <a:r>
                <a:rPr lang="en-US" sz="3600" b="1" dirty="0" smtClean="0">
                  <a:solidFill>
                    <a:srgbClr val="C00000"/>
                  </a:solidFill>
                  <a:latin typeface="Open Sans" pitchFamily="34" charset="0"/>
                  <a:ea typeface="Open Sans" pitchFamily="34" charset="0"/>
                  <a:cs typeface="Open Sans" pitchFamily="34" charset="0"/>
                </a:rPr>
                <a:t>9</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18" name="Group 52"/>
          <p:cNvGrpSpPr/>
          <p:nvPr/>
        </p:nvGrpSpPr>
        <p:grpSpPr>
          <a:xfrm>
            <a:off x="393483" y="4096816"/>
            <a:ext cx="3530092" cy="1408133"/>
            <a:chOff x="295112" y="3072611"/>
            <a:chExt cx="2647569" cy="1056100"/>
          </a:xfrm>
        </p:grpSpPr>
        <p:sp>
          <p:nvSpPr>
            <p:cNvPr id="13" name="Rectangle 12"/>
            <p:cNvSpPr/>
            <p:nvPr/>
          </p:nvSpPr>
          <p:spPr>
            <a:xfrm>
              <a:off x="295112" y="3736296"/>
              <a:ext cx="2647569" cy="392415"/>
            </a:xfrm>
            <a:prstGeom prst="rect">
              <a:avLst/>
            </a:prstGeom>
          </p:spPr>
          <p:txBody>
            <a:bodyPr wrap="square">
              <a:spAutoFit/>
            </a:bodyPr>
            <a:lstStyle/>
            <a:p>
              <a:pPr algn="ctr" fontAlgn="auto">
                <a:spcBef>
                  <a:spcPts val="0"/>
                </a:spcBef>
                <a:spcAft>
                  <a:spcPts val="0"/>
                </a:spcAft>
              </a:pPr>
              <a:r>
                <a:rPr lang="ar-SA" sz="2800" b="1" dirty="0"/>
                <a:t>حاجز اللغ</a:t>
              </a:r>
              <a:endParaRPr lang="id-ID"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14" name="Rectangle 13"/>
            <p:cNvSpPr/>
            <p:nvPr/>
          </p:nvSpPr>
          <p:spPr>
            <a:xfrm>
              <a:off x="1453466" y="3072611"/>
              <a:ext cx="330860" cy="484749"/>
            </a:xfrm>
            <a:prstGeom prst="rect">
              <a:avLst/>
            </a:prstGeom>
          </p:spPr>
          <p:txBody>
            <a:bodyPr wrap="none">
              <a:spAutoFit/>
            </a:bodyPr>
            <a:lstStyle/>
            <a:p>
              <a:pPr algn="ctr" fontAlgn="auto">
                <a:spcBef>
                  <a:spcPts val="0"/>
                </a:spcBef>
                <a:spcAft>
                  <a:spcPts val="0"/>
                </a:spcAft>
              </a:pPr>
              <a:r>
                <a:rPr lang="en-US" sz="3600" b="1" dirty="0" smtClean="0">
                  <a:solidFill>
                    <a:srgbClr val="C00000"/>
                  </a:solidFill>
                  <a:latin typeface="Open Sans" pitchFamily="34" charset="0"/>
                  <a:ea typeface="Open Sans" pitchFamily="34" charset="0"/>
                  <a:cs typeface="Open Sans" pitchFamily="34" charset="0"/>
                </a:rPr>
                <a:t>7</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21" name="Group 49"/>
          <p:cNvGrpSpPr/>
          <p:nvPr/>
        </p:nvGrpSpPr>
        <p:grpSpPr>
          <a:xfrm>
            <a:off x="1844889" y="2666995"/>
            <a:ext cx="8288435" cy="719675"/>
            <a:chOff x="1383667" y="2000246"/>
            <a:chExt cx="6216326" cy="539756"/>
          </a:xfrm>
        </p:grpSpPr>
        <p:grpSp>
          <p:nvGrpSpPr>
            <p:cNvPr id="24" name="Group 14"/>
            <p:cNvGrpSpPr/>
            <p:nvPr/>
          </p:nvGrpSpPr>
          <p:grpSpPr>
            <a:xfrm>
              <a:off x="4830092" y="2000246"/>
              <a:ext cx="472285" cy="539756"/>
              <a:chOff x="4786314" y="3540133"/>
              <a:chExt cx="411163" cy="469901"/>
            </a:xfrm>
            <a:solidFill>
              <a:schemeClr val="bg1">
                <a:lumMod val="85000"/>
              </a:schemeClr>
            </a:solidFill>
          </p:grpSpPr>
          <p:sp>
            <p:nvSpPr>
              <p:cNvPr id="1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1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27" name="Group 17"/>
            <p:cNvGrpSpPr/>
            <p:nvPr/>
          </p:nvGrpSpPr>
          <p:grpSpPr>
            <a:xfrm>
              <a:off x="5404496" y="2000246"/>
              <a:ext cx="472285" cy="539756"/>
              <a:chOff x="4786314" y="3540133"/>
              <a:chExt cx="411163" cy="469901"/>
            </a:xfrm>
            <a:solidFill>
              <a:schemeClr val="bg1">
                <a:lumMod val="85000"/>
              </a:schemeClr>
            </a:solidFill>
          </p:grpSpPr>
          <p:sp>
            <p:nvSpPr>
              <p:cNvPr id="19"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0"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0" name="Group 20"/>
            <p:cNvGrpSpPr/>
            <p:nvPr/>
          </p:nvGrpSpPr>
          <p:grpSpPr>
            <a:xfrm>
              <a:off x="5978900" y="2000246"/>
              <a:ext cx="472285" cy="539756"/>
              <a:chOff x="4786314" y="3540133"/>
              <a:chExt cx="411163" cy="469901"/>
            </a:xfrm>
            <a:solidFill>
              <a:schemeClr val="bg1">
                <a:lumMod val="85000"/>
              </a:schemeClr>
            </a:solidFill>
          </p:grpSpPr>
          <p:sp>
            <p:nvSpPr>
              <p:cNvPr id="22"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3"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3" name="Group 23"/>
            <p:cNvGrpSpPr/>
            <p:nvPr/>
          </p:nvGrpSpPr>
          <p:grpSpPr>
            <a:xfrm>
              <a:off x="6553304" y="2000246"/>
              <a:ext cx="472285" cy="539756"/>
              <a:chOff x="4786314" y="3540133"/>
              <a:chExt cx="411163" cy="469901"/>
            </a:xfrm>
            <a:solidFill>
              <a:schemeClr val="bg1">
                <a:lumMod val="85000"/>
              </a:schemeClr>
            </a:solidFill>
          </p:grpSpPr>
          <p:sp>
            <p:nvSpPr>
              <p:cNvPr id="25"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6"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6" name="Group 26"/>
            <p:cNvGrpSpPr/>
            <p:nvPr/>
          </p:nvGrpSpPr>
          <p:grpSpPr>
            <a:xfrm>
              <a:off x="7127708" y="2000246"/>
              <a:ext cx="472285" cy="539756"/>
              <a:chOff x="4786314" y="3540133"/>
              <a:chExt cx="411163" cy="469901"/>
            </a:xfrm>
            <a:solidFill>
              <a:schemeClr val="bg1">
                <a:lumMod val="85000"/>
              </a:schemeClr>
            </a:solidFill>
          </p:grpSpPr>
          <p:sp>
            <p:nvSpPr>
              <p:cNvPr id="28"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9"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9" name="Group 29"/>
            <p:cNvGrpSpPr/>
            <p:nvPr/>
          </p:nvGrpSpPr>
          <p:grpSpPr>
            <a:xfrm>
              <a:off x="1958071" y="2000246"/>
              <a:ext cx="472285" cy="539756"/>
              <a:chOff x="4786314" y="3540133"/>
              <a:chExt cx="411163" cy="469901"/>
            </a:xfrm>
            <a:solidFill>
              <a:schemeClr val="bg1">
                <a:lumMod val="85000"/>
              </a:schemeClr>
            </a:solidFill>
          </p:grpSpPr>
          <p:sp>
            <p:nvSpPr>
              <p:cNvPr id="31"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2"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42" name="Group 32"/>
            <p:cNvGrpSpPr/>
            <p:nvPr/>
          </p:nvGrpSpPr>
          <p:grpSpPr>
            <a:xfrm>
              <a:off x="2532475" y="2000246"/>
              <a:ext cx="472285" cy="539756"/>
              <a:chOff x="4786314" y="3540133"/>
              <a:chExt cx="411163" cy="469901"/>
            </a:xfrm>
            <a:solidFill>
              <a:schemeClr val="bg1">
                <a:lumMod val="85000"/>
              </a:schemeClr>
            </a:solidFill>
          </p:grpSpPr>
          <p:sp>
            <p:nvSpPr>
              <p:cNvPr id="34"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5"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45" name="Group 35"/>
            <p:cNvGrpSpPr/>
            <p:nvPr/>
          </p:nvGrpSpPr>
          <p:grpSpPr>
            <a:xfrm>
              <a:off x="3106879" y="2000246"/>
              <a:ext cx="472285" cy="539756"/>
              <a:chOff x="4786314" y="3540133"/>
              <a:chExt cx="411163" cy="469901"/>
            </a:xfrm>
            <a:solidFill>
              <a:schemeClr val="bg1">
                <a:lumMod val="85000"/>
              </a:schemeClr>
            </a:solidFill>
          </p:grpSpPr>
          <p:sp>
            <p:nvSpPr>
              <p:cNvPr id="37"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8"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50" name="Group 38"/>
            <p:cNvGrpSpPr/>
            <p:nvPr/>
          </p:nvGrpSpPr>
          <p:grpSpPr>
            <a:xfrm>
              <a:off x="3681283" y="2000246"/>
              <a:ext cx="472285" cy="539756"/>
              <a:chOff x="4786314" y="3540133"/>
              <a:chExt cx="411163" cy="469901"/>
            </a:xfrm>
            <a:solidFill>
              <a:schemeClr val="bg1">
                <a:lumMod val="85000"/>
              </a:schemeClr>
            </a:solidFill>
          </p:grpSpPr>
          <p:sp>
            <p:nvSpPr>
              <p:cNvPr id="40"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1"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51" name="Group 41"/>
            <p:cNvGrpSpPr/>
            <p:nvPr/>
          </p:nvGrpSpPr>
          <p:grpSpPr>
            <a:xfrm>
              <a:off x="4255687" y="2000246"/>
              <a:ext cx="472285" cy="539756"/>
              <a:chOff x="4786314" y="3540133"/>
              <a:chExt cx="411163" cy="469901"/>
            </a:xfrm>
          </p:grpSpPr>
          <p:sp>
            <p:nvSpPr>
              <p:cNvPr id="43"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4"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52" name="Group 44"/>
            <p:cNvGrpSpPr/>
            <p:nvPr/>
          </p:nvGrpSpPr>
          <p:grpSpPr>
            <a:xfrm>
              <a:off x="1383667" y="2000246"/>
              <a:ext cx="472285" cy="539756"/>
              <a:chOff x="4786314" y="3540133"/>
              <a:chExt cx="411163" cy="469901"/>
            </a:xfrm>
            <a:solidFill>
              <a:schemeClr val="bg1">
                <a:lumMod val="85000"/>
              </a:schemeClr>
            </a:solidFill>
          </p:grpSpPr>
          <p:sp>
            <p:nvSpPr>
              <p:cNvPr id="4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grpSp>
        <p:nvGrpSpPr>
          <p:cNvPr id="55" name="Group 54"/>
          <p:cNvGrpSpPr/>
          <p:nvPr/>
        </p:nvGrpSpPr>
        <p:grpSpPr>
          <a:xfrm>
            <a:off x="2000221" y="3620560"/>
            <a:ext cx="8001056" cy="476253"/>
            <a:chOff x="1500166" y="2715420"/>
            <a:chExt cx="6000792" cy="357190"/>
          </a:xfrm>
        </p:grpSpPr>
        <p:cxnSp>
          <p:nvCxnSpPr>
            <p:cNvPr id="4" name="Straight Connector 3"/>
            <p:cNvCxnSpPr/>
            <p:nvPr/>
          </p:nvCxnSpPr>
          <p:spPr>
            <a:xfrm rot="5400000">
              <a:off x="4321967" y="2893221"/>
              <a:ext cx="357190"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rot="10800000">
              <a:off x="1500166"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4500562"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4699252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slide(fromTop)">
                                      <p:cBhvr>
                                        <p:cTn id="7" dur="500"/>
                                        <p:tgtEl>
                                          <p:spTgt spid="10"/>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slide(fromBottom)">
                                      <p:cBhvr>
                                        <p:cTn id="11" dur="500"/>
                                        <p:tgtEl>
                                          <p:spTgt spid="21"/>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55"/>
                                        </p:tgtEl>
                                        <p:attrNameLst>
                                          <p:attrName>style.visibility</p:attrName>
                                        </p:attrNameLst>
                                      </p:cBhvr>
                                      <p:to>
                                        <p:strVal val="visible"/>
                                      </p:to>
                                    </p:set>
                                    <p:animEffect transition="in" filter="slide(fromBottom)">
                                      <p:cBhvr>
                                        <p:cTn id="15" dur="500"/>
                                        <p:tgtEl>
                                          <p:spTgt spid="55"/>
                                        </p:tgtEl>
                                      </p:cBhvr>
                                    </p:animEffect>
                                  </p:childTnLst>
                                </p:cTn>
                              </p:par>
                            </p:childTnLst>
                          </p:cTn>
                        </p:par>
                        <p:par>
                          <p:cTn id="16" fill="hold">
                            <p:stCondLst>
                              <p:cond delay="1500"/>
                            </p:stCondLst>
                            <p:childTnLst>
                              <p:par>
                                <p:cTn id="17" presetID="12" presetClass="entr" presetSubtype="1" fill="hold"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slide(fromTop)">
                                      <p:cBhvr>
                                        <p:cTn id="19" dur="500"/>
                                        <p:tgtEl>
                                          <p:spTgt spid="18"/>
                                        </p:tgtEl>
                                      </p:cBhvr>
                                    </p:animEffect>
                                  </p:childTnLst>
                                </p:cTn>
                              </p:par>
                            </p:childTnLst>
                          </p:cTn>
                        </p:par>
                        <p:par>
                          <p:cTn id="20" fill="hold">
                            <p:stCondLst>
                              <p:cond delay="2000"/>
                            </p:stCondLst>
                            <p:childTnLst>
                              <p:par>
                                <p:cTn id="21" presetID="12" presetClass="entr" presetSubtype="1"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slide(fromTop)">
                                      <p:cBhvr>
                                        <p:cTn id="23" dur="500"/>
                                        <p:tgtEl>
                                          <p:spTgt spid="6"/>
                                        </p:tgtEl>
                                      </p:cBhvr>
                                    </p:animEffect>
                                  </p:childTnLst>
                                </p:cTn>
                              </p:par>
                            </p:childTnLst>
                          </p:cTn>
                        </p:par>
                        <p:par>
                          <p:cTn id="24" fill="hold">
                            <p:stCondLst>
                              <p:cond delay="2500"/>
                            </p:stCondLst>
                            <p:childTnLst>
                              <p:par>
                                <p:cTn id="25" presetID="12" presetClass="entr" presetSubtype="1" fill="hold"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slide(fromTop)">
                                      <p:cBhvr>
                                        <p:cTn id="2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1"/>
          <p:cNvGrpSpPr/>
          <p:nvPr/>
        </p:nvGrpSpPr>
        <p:grpSpPr>
          <a:xfrm>
            <a:off x="4599666" y="4179153"/>
            <a:ext cx="2952771" cy="1587409"/>
            <a:chOff x="3449749" y="3134362"/>
            <a:chExt cx="2214578" cy="1190556"/>
          </a:xfrm>
        </p:grpSpPr>
        <p:sp>
          <p:nvSpPr>
            <p:cNvPr id="2" name="Rectangle 1"/>
            <p:cNvSpPr/>
            <p:nvPr/>
          </p:nvSpPr>
          <p:spPr>
            <a:xfrm>
              <a:off x="3449749" y="3932503"/>
              <a:ext cx="2214578" cy="392415"/>
            </a:xfrm>
            <a:prstGeom prst="rect">
              <a:avLst/>
            </a:prstGeom>
          </p:spPr>
          <p:txBody>
            <a:bodyPr wrap="square">
              <a:spAutoFit/>
            </a:bodyPr>
            <a:lstStyle/>
            <a:p>
              <a:pPr algn="ctr" fontAlgn="auto">
                <a:spcBef>
                  <a:spcPts val="0"/>
                </a:spcBef>
                <a:spcAft>
                  <a:spcPts val="0"/>
                </a:spcAft>
              </a:pPr>
              <a:r>
                <a:rPr lang="ar-SA" sz="2800" b="1" dirty="0"/>
                <a:t>نقص التدريب</a:t>
              </a:r>
              <a:endParaRPr lang="id-ID"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3" name="Rectangle 2"/>
            <p:cNvSpPr/>
            <p:nvPr/>
          </p:nvSpPr>
          <p:spPr>
            <a:xfrm>
              <a:off x="4283103" y="3134362"/>
              <a:ext cx="504129" cy="484748"/>
            </a:xfrm>
            <a:prstGeom prst="rect">
              <a:avLst/>
            </a:prstGeom>
          </p:spPr>
          <p:txBody>
            <a:bodyPr wrap="none">
              <a:spAutoFit/>
            </a:bodyPr>
            <a:lstStyle/>
            <a:p>
              <a:pPr algn="ctr" fontAlgn="auto">
                <a:spcBef>
                  <a:spcPts val="0"/>
                </a:spcBef>
                <a:spcAft>
                  <a:spcPts val="0"/>
                </a:spcAft>
              </a:pPr>
              <a:r>
                <a:rPr lang="en-US" sz="3600" b="1" dirty="0" smtClean="0">
                  <a:solidFill>
                    <a:srgbClr val="C00000"/>
                  </a:solidFill>
                  <a:latin typeface="Open Sans" pitchFamily="34" charset="0"/>
                  <a:ea typeface="Open Sans" pitchFamily="34" charset="0"/>
                  <a:cs typeface="Open Sans" pitchFamily="34" charset="0"/>
                </a:rPr>
                <a:t>11</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10" name="Group 5"/>
          <p:cNvGrpSpPr/>
          <p:nvPr/>
        </p:nvGrpSpPr>
        <p:grpSpPr>
          <a:xfrm>
            <a:off x="1142966" y="190502"/>
            <a:ext cx="9906069" cy="707886"/>
            <a:chOff x="857224" y="142876"/>
            <a:chExt cx="7429552" cy="530914"/>
          </a:xfrm>
        </p:grpSpPr>
        <p:sp>
          <p:nvSpPr>
            <p:cNvPr id="7" name="Rectangle 6"/>
            <p:cNvSpPr/>
            <p:nvPr/>
          </p:nvSpPr>
          <p:spPr>
            <a:xfrm>
              <a:off x="857224" y="142876"/>
              <a:ext cx="7429552" cy="530914"/>
            </a:xfrm>
            <a:prstGeom prst="rect">
              <a:avLst/>
            </a:prstGeom>
          </p:spPr>
          <p:txBody>
            <a:bodyPr wrap="square">
              <a:spAutoFit/>
            </a:bodyPr>
            <a:lstStyle/>
            <a:p>
              <a:pPr marL="742950" indent="-742950" algn="ctr" rtl="1" fontAlgn="auto">
                <a:spcBef>
                  <a:spcPts val="0"/>
                </a:spcBef>
                <a:spcAft>
                  <a:spcPts val="0"/>
                </a:spcAft>
                <a:buFont typeface="+mj-lt"/>
                <a:buAutoNum type="arabicPeriod" startAt="13"/>
              </a:pPr>
              <a:r>
                <a:rPr lang="ar-SA" sz="4000" b="1" u="sng" dirty="0"/>
                <a:t>معوقات توظيف الإنترنت في التعليم</a:t>
              </a:r>
              <a:endParaRPr lang="id-ID" sz="4000" u="sng" dirty="0">
                <a:solidFill>
                  <a:prstClr val="white">
                    <a:lumMod val="75000"/>
                  </a:prstClr>
                </a:solidFill>
                <a:latin typeface="Open Sans" pitchFamily="34" charset="0"/>
                <a:ea typeface="Open Sans" pitchFamily="34" charset="0"/>
                <a:cs typeface="Open Sans" pitchFamily="34" charset="0"/>
              </a:endParaRPr>
            </a:p>
          </p:txBody>
        </p:sp>
        <p:cxnSp>
          <p:nvCxnSpPr>
            <p:cNvPr id="8" name="Straight Connector 7"/>
            <p:cNvCxnSpPr/>
            <p:nvPr/>
          </p:nvCxnSpPr>
          <p:spPr>
            <a:xfrm rot="5400000">
              <a:off x="1815328" y="434782"/>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rot="5400000">
              <a:off x="6981106" y="414983"/>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 name="Group 50"/>
          <p:cNvGrpSpPr/>
          <p:nvPr/>
        </p:nvGrpSpPr>
        <p:grpSpPr>
          <a:xfrm>
            <a:off x="7912130" y="4110381"/>
            <a:ext cx="3809984" cy="1984590"/>
            <a:chOff x="5934098" y="3082784"/>
            <a:chExt cx="2857488" cy="1488442"/>
          </a:xfrm>
        </p:grpSpPr>
        <p:sp>
          <p:nvSpPr>
            <p:cNvPr id="11" name="Rectangle 10"/>
            <p:cNvSpPr/>
            <p:nvPr/>
          </p:nvSpPr>
          <p:spPr>
            <a:xfrm>
              <a:off x="5934098" y="3855646"/>
              <a:ext cx="2857488" cy="715580"/>
            </a:xfrm>
            <a:prstGeom prst="rect">
              <a:avLst/>
            </a:prstGeom>
          </p:spPr>
          <p:txBody>
            <a:bodyPr wrap="square">
              <a:spAutoFit/>
            </a:bodyPr>
            <a:lstStyle/>
            <a:p>
              <a:pPr lvl="0" algn="ctr" rtl="1"/>
              <a:r>
                <a:rPr lang="ar-SA" sz="2800" b="1" dirty="0"/>
                <a:t>الاتجاه والقناعة في توظيف التقنية</a:t>
              </a:r>
              <a:endParaRPr lang="en-US" sz="2800" b="1" dirty="0"/>
            </a:p>
          </p:txBody>
        </p:sp>
        <p:sp>
          <p:nvSpPr>
            <p:cNvPr id="12" name="Rectangle 11"/>
            <p:cNvSpPr/>
            <p:nvPr/>
          </p:nvSpPr>
          <p:spPr>
            <a:xfrm>
              <a:off x="7208896" y="3082784"/>
              <a:ext cx="523221" cy="484748"/>
            </a:xfrm>
            <a:prstGeom prst="rect">
              <a:avLst/>
            </a:prstGeom>
          </p:spPr>
          <p:txBody>
            <a:bodyPr wrap="none">
              <a:spAutoFit/>
            </a:bodyPr>
            <a:lstStyle/>
            <a:p>
              <a:pPr algn="ctr" fontAlgn="auto">
                <a:spcBef>
                  <a:spcPts val="0"/>
                </a:spcBef>
                <a:spcAft>
                  <a:spcPts val="0"/>
                </a:spcAft>
              </a:pPr>
              <a:r>
                <a:rPr lang="en-US" sz="3600" b="1" dirty="0" smtClean="0">
                  <a:solidFill>
                    <a:srgbClr val="C00000"/>
                  </a:solidFill>
                  <a:latin typeface="Open Sans" pitchFamily="34" charset="0"/>
                  <a:ea typeface="Open Sans" pitchFamily="34" charset="0"/>
                  <a:cs typeface="Open Sans" pitchFamily="34" charset="0"/>
                </a:rPr>
                <a:t>12</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18" name="Group 52"/>
          <p:cNvGrpSpPr/>
          <p:nvPr/>
        </p:nvGrpSpPr>
        <p:grpSpPr>
          <a:xfrm>
            <a:off x="210554" y="4096817"/>
            <a:ext cx="4077830" cy="2343260"/>
            <a:chOff x="157915" y="3072611"/>
            <a:chExt cx="3058373" cy="1757445"/>
          </a:xfrm>
        </p:grpSpPr>
        <p:sp>
          <p:nvSpPr>
            <p:cNvPr id="13" name="Rectangle 12"/>
            <p:cNvSpPr/>
            <p:nvPr/>
          </p:nvSpPr>
          <p:spPr>
            <a:xfrm>
              <a:off x="157915" y="3468144"/>
              <a:ext cx="3058373" cy="1361912"/>
            </a:xfrm>
            <a:prstGeom prst="rect">
              <a:avLst/>
            </a:prstGeom>
          </p:spPr>
          <p:txBody>
            <a:bodyPr wrap="square">
              <a:spAutoFit/>
            </a:bodyPr>
            <a:lstStyle/>
            <a:p>
              <a:pPr algn="ctr" fontAlgn="auto">
                <a:spcBef>
                  <a:spcPts val="0"/>
                </a:spcBef>
                <a:spcAft>
                  <a:spcPts val="0"/>
                </a:spcAft>
              </a:pPr>
              <a:r>
                <a:rPr lang="ar-SA" sz="2800" b="1" dirty="0"/>
                <a:t>تحتاج الملفات كبيرة الحجم والموضوعات التي تتضمن صوت وصورة إلى أضعاف الوقت اللازم للحصول على النص المكتوب</a:t>
              </a:r>
              <a:endParaRPr lang="id-ID"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14" name="Rectangle 13"/>
            <p:cNvSpPr/>
            <p:nvPr/>
          </p:nvSpPr>
          <p:spPr>
            <a:xfrm>
              <a:off x="1357286" y="3072611"/>
              <a:ext cx="523221" cy="484748"/>
            </a:xfrm>
            <a:prstGeom prst="rect">
              <a:avLst/>
            </a:prstGeom>
          </p:spPr>
          <p:txBody>
            <a:bodyPr wrap="none">
              <a:spAutoFit/>
            </a:bodyPr>
            <a:lstStyle/>
            <a:p>
              <a:pPr algn="ctr" fontAlgn="auto">
                <a:spcBef>
                  <a:spcPts val="0"/>
                </a:spcBef>
                <a:spcAft>
                  <a:spcPts val="0"/>
                </a:spcAft>
              </a:pPr>
              <a:r>
                <a:rPr lang="en-US" sz="3600" b="1" dirty="0" smtClean="0">
                  <a:solidFill>
                    <a:srgbClr val="C00000"/>
                  </a:solidFill>
                  <a:latin typeface="Open Sans" pitchFamily="34" charset="0"/>
                  <a:ea typeface="Open Sans" pitchFamily="34" charset="0"/>
                  <a:cs typeface="Open Sans" pitchFamily="34" charset="0"/>
                </a:rPr>
                <a:t>10</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21" name="Group 49"/>
          <p:cNvGrpSpPr/>
          <p:nvPr/>
        </p:nvGrpSpPr>
        <p:grpSpPr>
          <a:xfrm>
            <a:off x="1844889" y="2666995"/>
            <a:ext cx="8288435" cy="719675"/>
            <a:chOff x="1383667" y="2000246"/>
            <a:chExt cx="6216326" cy="539756"/>
          </a:xfrm>
        </p:grpSpPr>
        <p:grpSp>
          <p:nvGrpSpPr>
            <p:cNvPr id="24" name="Group 14"/>
            <p:cNvGrpSpPr/>
            <p:nvPr/>
          </p:nvGrpSpPr>
          <p:grpSpPr>
            <a:xfrm>
              <a:off x="4830092" y="2000246"/>
              <a:ext cx="472285" cy="539756"/>
              <a:chOff x="4786314" y="3540133"/>
              <a:chExt cx="411163" cy="469901"/>
            </a:xfrm>
            <a:solidFill>
              <a:schemeClr val="bg1">
                <a:lumMod val="85000"/>
              </a:schemeClr>
            </a:solidFill>
          </p:grpSpPr>
          <p:sp>
            <p:nvSpPr>
              <p:cNvPr id="1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1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27" name="Group 17"/>
            <p:cNvGrpSpPr/>
            <p:nvPr/>
          </p:nvGrpSpPr>
          <p:grpSpPr>
            <a:xfrm>
              <a:off x="5404496" y="2000246"/>
              <a:ext cx="472285" cy="539756"/>
              <a:chOff x="4786314" y="3540133"/>
              <a:chExt cx="411163" cy="469901"/>
            </a:xfrm>
            <a:solidFill>
              <a:schemeClr val="bg1">
                <a:lumMod val="85000"/>
              </a:schemeClr>
            </a:solidFill>
          </p:grpSpPr>
          <p:sp>
            <p:nvSpPr>
              <p:cNvPr id="19"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0"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0" name="Group 20"/>
            <p:cNvGrpSpPr/>
            <p:nvPr/>
          </p:nvGrpSpPr>
          <p:grpSpPr>
            <a:xfrm>
              <a:off x="5978900" y="2000246"/>
              <a:ext cx="472285" cy="539756"/>
              <a:chOff x="4786314" y="3540133"/>
              <a:chExt cx="411163" cy="469901"/>
            </a:xfrm>
            <a:solidFill>
              <a:schemeClr val="bg1">
                <a:lumMod val="85000"/>
              </a:schemeClr>
            </a:solidFill>
          </p:grpSpPr>
          <p:sp>
            <p:nvSpPr>
              <p:cNvPr id="22"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3"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3" name="Group 23"/>
            <p:cNvGrpSpPr/>
            <p:nvPr/>
          </p:nvGrpSpPr>
          <p:grpSpPr>
            <a:xfrm>
              <a:off x="6553304" y="2000246"/>
              <a:ext cx="472285" cy="539756"/>
              <a:chOff x="4786314" y="3540133"/>
              <a:chExt cx="411163" cy="469901"/>
            </a:xfrm>
            <a:solidFill>
              <a:schemeClr val="bg1">
                <a:lumMod val="85000"/>
              </a:schemeClr>
            </a:solidFill>
          </p:grpSpPr>
          <p:sp>
            <p:nvSpPr>
              <p:cNvPr id="25"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6"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6" name="Group 26"/>
            <p:cNvGrpSpPr/>
            <p:nvPr/>
          </p:nvGrpSpPr>
          <p:grpSpPr>
            <a:xfrm>
              <a:off x="7127708" y="2000246"/>
              <a:ext cx="472285" cy="539756"/>
              <a:chOff x="4786314" y="3540133"/>
              <a:chExt cx="411163" cy="469901"/>
            </a:xfrm>
            <a:solidFill>
              <a:schemeClr val="bg1">
                <a:lumMod val="85000"/>
              </a:schemeClr>
            </a:solidFill>
          </p:grpSpPr>
          <p:sp>
            <p:nvSpPr>
              <p:cNvPr id="28"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9"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9" name="Group 29"/>
            <p:cNvGrpSpPr/>
            <p:nvPr/>
          </p:nvGrpSpPr>
          <p:grpSpPr>
            <a:xfrm>
              <a:off x="1958071" y="2000246"/>
              <a:ext cx="472285" cy="539756"/>
              <a:chOff x="4786314" y="3540133"/>
              <a:chExt cx="411163" cy="469901"/>
            </a:xfrm>
            <a:solidFill>
              <a:schemeClr val="bg1">
                <a:lumMod val="85000"/>
              </a:schemeClr>
            </a:solidFill>
          </p:grpSpPr>
          <p:sp>
            <p:nvSpPr>
              <p:cNvPr id="31"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2"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42" name="Group 32"/>
            <p:cNvGrpSpPr/>
            <p:nvPr/>
          </p:nvGrpSpPr>
          <p:grpSpPr>
            <a:xfrm>
              <a:off x="2532475" y="2000246"/>
              <a:ext cx="472285" cy="539756"/>
              <a:chOff x="4786314" y="3540133"/>
              <a:chExt cx="411163" cy="469901"/>
            </a:xfrm>
            <a:solidFill>
              <a:schemeClr val="bg1">
                <a:lumMod val="85000"/>
              </a:schemeClr>
            </a:solidFill>
          </p:grpSpPr>
          <p:sp>
            <p:nvSpPr>
              <p:cNvPr id="34"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5"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45" name="Group 35"/>
            <p:cNvGrpSpPr/>
            <p:nvPr/>
          </p:nvGrpSpPr>
          <p:grpSpPr>
            <a:xfrm>
              <a:off x="3106879" y="2000246"/>
              <a:ext cx="472285" cy="539756"/>
              <a:chOff x="4786314" y="3540133"/>
              <a:chExt cx="411163" cy="469901"/>
            </a:xfrm>
            <a:solidFill>
              <a:schemeClr val="bg1">
                <a:lumMod val="85000"/>
              </a:schemeClr>
            </a:solidFill>
          </p:grpSpPr>
          <p:sp>
            <p:nvSpPr>
              <p:cNvPr id="37"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8"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50" name="Group 38"/>
            <p:cNvGrpSpPr/>
            <p:nvPr/>
          </p:nvGrpSpPr>
          <p:grpSpPr>
            <a:xfrm>
              <a:off x="3681283" y="2000246"/>
              <a:ext cx="472285" cy="539756"/>
              <a:chOff x="4786314" y="3540133"/>
              <a:chExt cx="411163" cy="469901"/>
            </a:xfrm>
            <a:solidFill>
              <a:schemeClr val="bg1">
                <a:lumMod val="85000"/>
              </a:schemeClr>
            </a:solidFill>
          </p:grpSpPr>
          <p:sp>
            <p:nvSpPr>
              <p:cNvPr id="40"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1"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51" name="Group 41"/>
            <p:cNvGrpSpPr/>
            <p:nvPr/>
          </p:nvGrpSpPr>
          <p:grpSpPr>
            <a:xfrm>
              <a:off x="4255687" y="2000246"/>
              <a:ext cx="472285" cy="539756"/>
              <a:chOff x="4786314" y="3540133"/>
              <a:chExt cx="411163" cy="469901"/>
            </a:xfrm>
          </p:grpSpPr>
          <p:sp>
            <p:nvSpPr>
              <p:cNvPr id="43"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4"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52" name="Group 44"/>
            <p:cNvGrpSpPr/>
            <p:nvPr/>
          </p:nvGrpSpPr>
          <p:grpSpPr>
            <a:xfrm>
              <a:off x="1383667" y="2000246"/>
              <a:ext cx="472285" cy="539756"/>
              <a:chOff x="4786314" y="3540133"/>
              <a:chExt cx="411163" cy="469901"/>
            </a:xfrm>
            <a:solidFill>
              <a:schemeClr val="bg1">
                <a:lumMod val="85000"/>
              </a:schemeClr>
            </a:solidFill>
          </p:grpSpPr>
          <p:sp>
            <p:nvSpPr>
              <p:cNvPr id="4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grpSp>
        <p:nvGrpSpPr>
          <p:cNvPr id="55" name="Group 54"/>
          <p:cNvGrpSpPr/>
          <p:nvPr/>
        </p:nvGrpSpPr>
        <p:grpSpPr>
          <a:xfrm>
            <a:off x="2000221" y="3620560"/>
            <a:ext cx="8001056" cy="476253"/>
            <a:chOff x="1500166" y="2715420"/>
            <a:chExt cx="6000792" cy="357190"/>
          </a:xfrm>
        </p:grpSpPr>
        <p:cxnSp>
          <p:nvCxnSpPr>
            <p:cNvPr id="4" name="Straight Connector 3"/>
            <p:cNvCxnSpPr/>
            <p:nvPr/>
          </p:nvCxnSpPr>
          <p:spPr>
            <a:xfrm rot="5400000">
              <a:off x="4321967" y="2893221"/>
              <a:ext cx="357190"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rot="10800000">
              <a:off x="1500166"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4500562"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 name="Footer Placeholder 4"/>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38715212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slide(fromTop)">
                                      <p:cBhvr>
                                        <p:cTn id="7" dur="500"/>
                                        <p:tgtEl>
                                          <p:spTgt spid="10"/>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slide(fromBottom)">
                                      <p:cBhvr>
                                        <p:cTn id="11" dur="500"/>
                                        <p:tgtEl>
                                          <p:spTgt spid="21"/>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55"/>
                                        </p:tgtEl>
                                        <p:attrNameLst>
                                          <p:attrName>style.visibility</p:attrName>
                                        </p:attrNameLst>
                                      </p:cBhvr>
                                      <p:to>
                                        <p:strVal val="visible"/>
                                      </p:to>
                                    </p:set>
                                    <p:animEffect transition="in" filter="slide(fromBottom)">
                                      <p:cBhvr>
                                        <p:cTn id="15" dur="500"/>
                                        <p:tgtEl>
                                          <p:spTgt spid="55"/>
                                        </p:tgtEl>
                                      </p:cBhvr>
                                    </p:animEffect>
                                  </p:childTnLst>
                                </p:cTn>
                              </p:par>
                            </p:childTnLst>
                          </p:cTn>
                        </p:par>
                        <p:par>
                          <p:cTn id="16" fill="hold">
                            <p:stCondLst>
                              <p:cond delay="1500"/>
                            </p:stCondLst>
                            <p:childTnLst>
                              <p:par>
                                <p:cTn id="17" presetID="12" presetClass="entr" presetSubtype="1" fill="hold"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slide(fromTop)">
                                      <p:cBhvr>
                                        <p:cTn id="19" dur="500"/>
                                        <p:tgtEl>
                                          <p:spTgt spid="18"/>
                                        </p:tgtEl>
                                      </p:cBhvr>
                                    </p:animEffect>
                                  </p:childTnLst>
                                </p:cTn>
                              </p:par>
                            </p:childTnLst>
                          </p:cTn>
                        </p:par>
                        <p:par>
                          <p:cTn id="20" fill="hold">
                            <p:stCondLst>
                              <p:cond delay="2000"/>
                            </p:stCondLst>
                            <p:childTnLst>
                              <p:par>
                                <p:cTn id="21" presetID="12" presetClass="entr" presetSubtype="1"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slide(fromTop)">
                                      <p:cBhvr>
                                        <p:cTn id="23" dur="500"/>
                                        <p:tgtEl>
                                          <p:spTgt spid="6"/>
                                        </p:tgtEl>
                                      </p:cBhvr>
                                    </p:animEffect>
                                  </p:childTnLst>
                                </p:cTn>
                              </p:par>
                            </p:childTnLst>
                          </p:cTn>
                        </p:par>
                        <p:par>
                          <p:cTn id="24" fill="hold">
                            <p:stCondLst>
                              <p:cond delay="2500"/>
                            </p:stCondLst>
                            <p:childTnLst>
                              <p:par>
                                <p:cTn id="25" presetID="12" presetClass="entr" presetSubtype="1" fill="hold"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slide(fromTop)">
                                      <p:cBhvr>
                                        <p:cTn id="2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5"/>
          <p:cNvGrpSpPr/>
          <p:nvPr/>
        </p:nvGrpSpPr>
        <p:grpSpPr>
          <a:xfrm>
            <a:off x="1142966" y="190502"/>
            <a:ext cx="9906069" cy="707886"/>
            <a:chOff x="857224" y="142876"/>
            <a:chExt cx="7429552" cy="530914"/>
          </a:xfrm>
        </p:grpSpPr>
        <p:sp>
          <p:nvSpPr>
            <p:cNvPr id="7" name="Rectangle 6"/>
            <p:cNvSpPr/>
            <p:nvPr/>
          </p:nvSpPr>
          <p:spPr>
            <a:xfrm>
              <a:off x="857224" y="142876"/>
              <a:ext cx="7429552" cy="530914"/>
            </a:xfrm>
            <a:prstGeom prst="rect">
              <a:avLst/>
            </a:prstGeom>
          </p:spPr>
          <p:txBody>
            <a:bodyPr wrap="square">
              <a:spAutoFit/>
            </a:bodyPr>
            <a:lstStyle/>
            <a:p>
              <a:pPr marL="742950" indent="-742950" algn="ctr" rtl="1" fontAlgn="auto">
                <a:spcBef>
                  <a:spcPts val="0"/>
                </a:spcBef>
                <a:spcAft>
                  <a:spcPts val="0"/>
                </a:spcAft>
                <a:buFont typeface="+mj-lt"/>
                <a:buAutoNum type="arabicPeriod" startAt="13"/>
              </a:pPr>
              <a:r>
                <a:rPr lang="ar-SA" sz="4000" b="1" u="sng" dirty="0"/>
                <a:t>معوقات توظيف الإنترنت في التعليم</a:t>
              </a:r>
              <a:endParaRPr lang="id-ID" sz="4000" u="sng" dirty="0">
                <a:solidFill>
                  <a:prstClr val="white">
                    <a:lumMod val="75000"/>
                  </a:prstClr>
                </a:solidFill>
                <a:latin typeface="Open Sans" pitchFamily="34" charset="0"/>
                <a:ea typeface="Open Sans" pitchFamily="34" charset="0"/>
                <a:cs typeface="Open Sans" pitchFamily="34" charset="0"/>
              </a:endParaRPr>
            </a:p>
          </p:txBody>
        </p:sp>
        <p:cxnSp>
          <p:nvCxnSpPr>
            <p:cNvPr id="8" name="Straight Connector 7"/>
            <p:cNvCxnSpPr/>
            <p:nvPr/>
          </p:nvCxnSpPr>
          <p:spPr>
            <a:xfrm rot="5400000">
              <a:off x="1815328" y="434782"/>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rot="5400000">
              <a:off x="6981106" y="414983"/>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 name="Group 50"/>
          <p:cNvGrpSpPr/>
          <p:nvPr/>
        </p:nvGrpSpPr>
        <p:grpSpPr>
          <a:xfrm>
            <a:off x="7767035" y="4096813"/>
            <a:ext cx="3809984" cy="2501849"/>
            <a:chOff x="5825277" y="3072609"/>
            <a:chExt cx="2857488" cy="1876387"/>
          </a:xfrm>
        </p:grpSpPr>
        <p:sp>
          <p:nvSpPr>
            <p:cNvPr id="11" name="Rectangle 10"/>
            <p:cNvSpPr/>
            <p:nvPr/>
          </p:nvSpPr>
          <p:spPr>
            <a:xfrm>
              <a:off x="5825277" y="3587084"/>
              <a:ext cx="2857488" cy="1361912"/>
            </a:xfrm>
            <a:prstGeom prst="rect">
              <a:avLst/>
            </a:prstGeom>
          </p:spPr>
          <p:txBody>
            <a:bodyPr wrap="square">
              <a:spAutoFit/>
            </a:bodyPr>
            <a:lstStyle/>
            <a:p>
              <a:pPr lvl="0" algn="ctr" rtl="1"/>
              <a:r>
                <a:rPr lang="ar-SA" sz="2800" b="1" dirty="0"/>
                <a:t>إضافة إلى ذلك هناك مشكلات أخرى تحول دون استخدام الإنترنت في التعليم منها طبيعة النظم التعليمية</a:t>
              </a:r>
              <a:endParaRPr lang="en-US" sz="2800" b="1" dirty="0"/>
            </a:p>
          </p:txBody>
        </p:sp>
        <p:sp>
          <p:nvSpPr>
            <p:cNvPr id="12" name="Rectangle 11"/>
            <p:cNvSpPr/>
            <p:nvPr/>
          </p:nvSpPr>
          <p:spPr>
            <a:xfrm>
              <a:off x="7101329" y="3072609"/>
              <a:ext cx="523221" cy="484748"/>
            </a:xfrm>
            <a:prstGeom prst="rect">
              <a:avLst/>
            </a:prstGeom>
          </p:spPr>
          <p:txBody>
            <a:bodyPr wrap="none">
              <a:spAutoFit/>
            </a:bodyPr>
            <a:lstStyle/>
            <a:p>
              <a:pPr algn="ctr" fontAlgn="auto">
                <a:spcBef>
                  <a:spcPts val="0"/>
                </a:spcBef>
                <a:spcAft>
                  <a:spcPts val="0"/>
                </a:spcAft>
              </a:pPr>
              <a:r>
                <a:rPr lang="en-US" sz="3600" b="1" dirty="0" smtClean="0">
                  <a:solidFill>
                    <a:srgbClr val="C00000"/>
                  </a:solidFill>
                  <a:latin typeface="Open Sans" pitchFamily="34" charset="0"/>
                  <a:ea typeface="Open Sans" pitchFamily="34" charset="0"/>
                  <a:cs typeface="Open Sans" pitchFamily="34" charset="0"/>
                </a:rPr>
                <a:t>14</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18" name="Group 52"/>
          <p:cNvGrpSpPr/>
          <p:nvPr/>
        </p:nvGrpSpPr>
        <p:grpSpPr>
          <a:xfrm>
            <a:off x="210554" y="4096820"/>
            <a:ext cx="4077830" cy="1356481"/>
            <a:chOff x="157915" y="3072611"/>
            <a:chExt cx="3058373" cy="1017360"/>
          </a:xfrm>
        </p:grpSpPr>
        <p:sp>
          <p:nvSpPr>
            <p:cNvPr id="13" name="Rectangle 12"/>
            <p:cNvSpPr/>
            <p:nvPr/>
          </p:nvSpPr>
          <p:spPr>
            <a:xfrm>
              <a:off x="157915" y="3697556"/>
              <a:ext cx="3058373" cy="392415"/>
            </a:xfrm>
            <a:prstGeom prst="rect">
              <a:avLst/>
            </a:prstGeom>
          </p:spPr>
          <p:txBody>
            <a:bodyPr wrap="square">
              <a:spAutoFit/>
            </a:bodyPr>
            <a:lstStyle/>
            <a:p>
              <a:pPr algn="ctr" fontAlgn="auto">
                <a:spcBef>
                  <a:spcPts val="0"/>
                </a:spcBef>
                <a:spcAft>
                  <a:spcPts val="0"/>
                </a:spcAft>
              </a:pPr>
              <a:r>
                <a:rPr lang="ar-SA" sz="2800" b="1" dirty="0"/>
                <a:t>الدخول إلى المواقع الممنوعة</a:t>
              </a:r>
              <a:endParaRPr lang="id-ID" sz="28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14" name="Rectangle 13"/>
            <p:cNvSpPr/>
            <p:nvPr/>
          </p:nvSpPr>
          <p:spPr>
            <a:xfrm>
              <a:off x="1357287" y="3072611"/>
              <a:ext cx="523221" cy="484748"/>
            </a:xfrm>
            <a:prstGeom prst="rect">
              <a:avLst/>
            </a:prstGeom>
          </p:spPr>
          <p:txBody>
            <a:bodyPr wrap="none">
              <a:spAutoFit/>
            </a:bodyPr>
            <a:lstStyle/>
            <a:p>
              <a:pPr algn="ctr" fontAlgn="auto">
                <a:spcBef>
                  <a:spcPts val="0"/>
                </a:spcBef>
                <a:spcAft>
                  <a:spcPts val="0"/>
                </a:spcAft>
              </a:pPr>
              <a:r>
                <a:rPr lang="en-US" sz="3600" b="1" dirty="0" smtClean="0">
                  <a:solidFill>
                    <a:srgbClr val="C00000"/>
                  </a:solidFill>
                  <a:latin typeface="Open Sans" pitchFamily="34" charset="0"/>
                  <a:ea typeface="Open Sans" pitchFamily="34" charset="0"/>
                  <a:cs typeface="Open Sans" pitchFamily="34" charset="0"/>
                </a:rPr>
                <a:t>13</a:t>
              </a:r>
              <a:endParaRPr lang="en-US" sz="3600" b="1" dirty="0">
                <a:solidFill>
                  <a:srgbClr val="C00000"/>
                </a:solidFill>
                <a:latin typeface="Open Sans" pitchFamily="34" charset="0"/>
                <a:ea typeface="Open Sans" pitchFamily="34" charset="0"/>
                <a:cs typeface="Open Sans" pitchFamily="34" charset="0"/>
              </a:endParaRPr>
            </a:p>
          </p:txBody>
        </p:sp>
      </p:grpSp>
      <p:grpSp>
        <p:nvGrpSpPr>
          <p:cNvPr id="21" name="Group 49"/>
          <p:cNvGrpSpPr/>
          <p:nvPr/>
        </p:nvGrpSpPr>
        <p:grpSpPr>
          <a:xfrm>
            <a:off x="1844889" y="2666995"/>
            <a:ext cx="8288435" cy="719675"/>
            <a:chOff x="1383667" y="2000246"/>
            <a:chExt cx="6216326" cy="539756"/>
          </a:xfrm>
        </p:grpSpPr>
        <p:grpSp>
          <p:nvGrpSpPr>
            <p:cNvPr id="24" name="Group 14"/>
            <p:cNvGrpSpPr/>
            <p:nvPr/>
          </p:nvGrpSpPr>
          <p:grpSpPr>
            <a:xfrm>
              <a:off x="4830092" y="2000246"/>
              <a:ext cx="472285" cy="539756"/>
              <a:chOff x="4786314" y="3540133"/>
              <a:chExt cx="411163" cy="469901"/>
            </a:xfrm>
            <a:solidFill>
              <a:schemeClr val="bg1">
                <a:lumMod val="85000"/>
              </a:schemeClr>
            </a:solidFill>
          </p:grpSpPr>
          <p:sp>
            <p:nvSpPr>
              <p:cNvPr id="1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1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27" name="Group 17"/>
            <p:cNvGrpSpPr/>
            <p:nvPr/>
          </p:nvGrpSpPr>
          <p:grpSpPr>
            <a:xfrm>
              <a:off x="5404496" y="2000246"/>
              <a:ext cx="472285" cy="539756"/>
              <a:chOff x="4786314" y="3540133"/>
              <a:chExt cx="411163" cy="469901"/>
            </a:xfrm>
            <a:solidFill>
              <a:schemeClr val="bg1">
                <a:lumMod val="85000"/>
              </a:schemeClr>
            </a:solidFill>
          </p:grpSpPr>
          <p:sp>
            <p:nvSpPr>
              <p:cNvPr id="19"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0"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0" name="Group 20"/>
            <p:cNvGrpSpPr/>
            <p:nvPr/>
          </p:nvGrpSpPr>
          <p:grpSpPr>
            <a:xfrm>
              <a:off x="5978900" y="2000246"/>
              <a:ext cx="472285" cy="539756"/>
              <a:chOff x="4786314" y="3540133"/>
              <a:chExt cx="411163" cy="469901"/>
            </a:xfrm>
            <a:solidFill>
              <a:schemeClr val="bg1">
                <a:lumMod val="85000"/>
              </a:schemeClr>
            </a:solidFill>
          </p:grpSpPr>
          <p:sp>
            <p:nvSpPr>
              <p:cNvPr id="22"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3"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3" name="Group 23"/>
            <p:cNvGrpSpPr/>
            <p:nvPr/>
          </p:nvGrpSpPr>
          <p:grpSpPr>
            <a:xfrm>
              <a:off x="6553304" y="2000246"/>
              <a:ext cx="472285" cy="539756"/>
              <a:chOff x="4786314" y="3540133"/>
              <a:chExt cx="411163" cy="469901"/>
            </a:xfrm>
            <a:solidFill>
              <a:schemeClr val="bg1">
                <a:lumMod val="85000"/>
              </a:schemeClr>
            </a:solidFill>
          </p:grpSpPr>
          <p:sp>
            <p:nvSpPr>
              <p:cNvPr id="25"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6"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6" name="Group 26"/>
            <p:cNvGrpSpPr/>
            <p:nvPr/>
          </p:nvGrpSpPr>
          <p:grpSpPr>
            <a:xfrm>
              <a:off x="7127708" y="2000246"/>
              <a:ext cx="472285" cy="539756"/>
              <a:chOff x="4786314" y="3540133"/>
              <a:chExt cx="411163" cy="469901"/>
            </a:xfrm>
            <a:solidFill>
              <a:schemeClr val="bg1">
                <a:lumMod val="85000"/>
              </a:schemeClr>
            </a:solidFill>
          </p:grpSpPr>
          <p:sp>
            <p:nvSpPr>
              <p:cNvPr id="28"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9"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9" name="Group 29"/>
            <p:cNvGrpSpPr/>
            <p:nvPr/>
          </p:nvGrpSpPr>
          <p:grpSpPr>
            <a:xfrm>
              <a:off x="1958071" y="2000246"/>
              <a:ext cx="472285" cy="539756"/>
              <a:chOff x="4786314" y="3540133"/>
              <a:chExt cx="411163" cy="469901"/>
            </a:xfrm>
            <a:solidFill>
              <a:schemeClr val="bg1">
                <a:lumMod val="85000"/>
              </a:schemeClr>
            </a:solidFill>
          </p:grpSpPr>
          <p:sp>
            <p:nvSpPr>
              <p:cNvPr id="31"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2"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42" name="Group 32"/>
            <p:cNvGrpSpPr/>
            <p:nvPr/>
          </p:nvGrpSpPr>
          <p:grpSpPr>
            <a:xfrm>
              <a:off x="2532475" y="2000246"/>
              <a:ext cx="472285" cy="539756"/>
              <a:chOff x="4786314" y="3540133"/>
              <a:chExt cx="411163" cy="469901"/>
            </a:xfrm>
            <a:solidFill>
              <a:schemeClr val="bg1">
                <a:lumMod val="85000"/>
              </a:schemeClr>
            </a:solidFill>
          </p:grpSpPr>
          <p:sp>
            <p:nvSpPr>
              <p:cNvPr id="34"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5"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45" name="Group 35"/>
            <p:cNvGrpSpPr/>
            <p:nvPr/>
          </p:nvGrpSpPr>
          <p:grpSpPr>
            <a:xfrm>
              <a:off x="3106879" y="2000246"/>
              <a:ext cx="472285" cy="539756"/>
              <a:chOff x="4786314" y="3540133"/>
              <a:chExt cx="411163" cy="469901"/>
            </a:xfrm>
            <a:solidFill>
              <a:schemeClr val="bg1">
                <a:lumMod val="85000"/>
              </a:schemeClr>
            </a:solidFill>
          </p:grpSpPr>
          <p:sp>
            <p:nvSpPr>
              <p:cNvPr id="37"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8"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50" name="Group 38"/>
            <p:cNvGrpSpPr/>
            <p:nvPr/>
          </p:nvGrpSpPr>
          <p:grpSpPr>
            <a:xfrm>
              <a:off x="3681283" y="2000246"/>
              <a:ext cx="472285" cy="539756"/>
              <a:chOff x="4786314" y="3540133"/>
              <a:chExt cx="411163" cy="469901"/>
            </a:xfrm>
            <a:solidFill>
              <a:schemeClr val="bg1">
                <a:lumMod val="85000"/>
              </a:schemeClr>
            </a:solidFill>
          </p:grpSpPr>
          <p:sp>
            <p:nvSpPr>
              <p:cNvPr id="40"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1"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51" name="Group 41"/>
            <p:cNvGrpSpPr/>
            <p:nvPr/>
          </p:nvGrpSpPr>
          <p:grpSpPr>
            <a:xfrm>
              <a:off x="4255687" y="2000246"/>
              <a:ext cx="472285" cy="539756"/>
              <a:chOff x="4786314" y="3540133"/>
              <a:chExt cx="411163" cy="469901"/>
            </a:xfrm>
          </p:grpSpPr>
          <p:sp>
            <p:nvSpPr>
              <p:cNvPr id="43"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4"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52" name="Group 44"/>
            <p:cNvGrpSpPr/>
            <p:nvPr/>
          </p:nvGrpSpPr>
          <p:grpSpPr>
            <a:xfrm>
              <a:off x="1383667" y="2000246"/>
              <a:ext cx="472285" cy="539756"/>
              <a:chOff x="4786314" y="3540133"/>
              <a:chExt cx="411163" cy="469901"/>
            </a:xfrm>
            <a:solidFill>
              <a:schemeClr val="bg1">
                <a:lumMod val="85000"/>
              </a:schemeClr>
            </a:solidFill>
          </p:grpSpPr>
          <p:sp>
            <p:nvSpPr>
              <p:cNvPr id="4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grpSp>
        <p:nvGrpSpPr>
          <p:cNvPr id="55" name="Group 54"/>
          <p:cNvGrpSpPr/>
          <p:nvPr/>
        </p:nvGrpSpPr>
        <p:grpSpPr>
          <a:xfrm>
            <a:off x="2000221" y="3620560"/>
            <a:ext cx="8001056" cy="476253"/>
            <a:chOff x="1500166" y="2715420"/>
            <a:chExt cx="6000792" cy="357190"/>
          </a:xfrm>
        </p:grpSpPr>
        <p:cxnSp>
          <p:nvCxnSpPr>
            <p:cNvPr id="4" name="Straight Connector 3"/>
            <p:cNvCxnSpPr/>
            <p:nvPr/>
          </p:nvCxnSpPr>
          <p:spPr>
            <a:xfrm rot="5400000">
              <a:off x="4321967" y="2893221"/>
              <a:ext cx="357190"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rot="10800000">
              <a:off x="1500166"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4500562"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2" name="Footer Placeholder 1"/>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31583540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slide(fromTop)">
                                      <p:cBhvr>
                                        <p:cTn id="7" dur="500"/>
                                        <p:tgtEl>
                                          <p:spTgt spid="10"/>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slide(fromBottom)">
                                      <p:cBhvr>
                                        <p:cTn id="11" dur="500"/>
                                        <p:tgtEl>
                                          <p:spTgt spid="21"/>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55"/>
                                        </p:tgtEl>
                                        <p:attrNameLst>
                                          <p:attrName>style.visibility</p:attrName>
                                        </p:attrNameLst>
                                      </p:cBhvr>
                                      <p:to>
                                        <p:strVal val="visible"/>
                                      </p:to>
                                    </p:set>
                                    <p:animEffect transition="in" filter="slide(fromBottom)">
                                      <p:cBhvr>
                                        <p:cTn id="15" dur="500"/>
                                        <p:tgtEl>
                                          <p:spTgt spid="55"/>
                                        </p:tgtEl>
                                      </p:cBhvr>
                                    </p:animEffect>
                                  </p:childTnLst>
                                </p:cTn>
                              </p:par>
                            </p:childTnLst>
                          </p:cTn>
                        </p:par>
                        <p:par>
                          <p:cTn id="16" fill="hold">
                            <p:stCondLst>
                              <p:cond delay="1500"/>
                            </p:stCondLst>
                            <p:childTnLst>
                              <p:par>
                                <p:cTn id="17" presetID="12" presetClass="entr" presetSubtype="1" fill="hold"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slide(fromTop)">
                                      <p:cBhvr>
                                        <p:cTn id="19" dur="500"/>
                                        <p:tgtEl>
                                          <p:spTgt spid="18"/>
                                        </p:tgtEl>
                                      </p:cBhvr>
                                    </p:animEffect>
                                  </p:childTnLst>
                                </p:cTn>
                              </p:par>
                            </p:childTnLst>
                          </p:cTn>
                        </p:par>
                        <p:par>
                          <p:cTn id="20" fill="hold">
                            <p:stCondLst>
                              <p:cond delay="2000"/>
                            </p:stCondLst>
                            <p:childTnLst>
                              <p:par>
                                <p:cTn id="21" presetID="12" presetClass="entr" presetSubtype="1" fill="hold"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slide(fromTop)">
                                      <p:cBhvr>
                                        <p:cTn id="2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2585229" y="306875"/>
            <a:ext cx="6893234" cy="707886"/>
          </a:xfrm>
          <a:prstGeom prst="rect">
            <a:avLst/>
          </a:prstGeom>
          <a:noFill/>
        </p:spPr>
        <p:txBody>
          <a:bodyPr wrap="none" rtlCol="0">
            <a:spAutoFit/>
          </a:bodyPr>
          <a:lstStyle/>
          <a:p>
            <a:pPr marL="742950" indent="-742950" algn="ctr" rtl="1" fontAlgn="auto">
              <a:spcBef>
                <a:spcPts val="0"/>
              </a:spcBef>
              <a:spcAft>
                <a:spcPts val="0"/>
              </a:spcAft>
              <a:buFont typeface="+mj-lt"/>
              <a:buAutoNum type="arabicPeriod" startAt="14"/>
            </a:pPr>
            <a:r>
              <a:rPr lang="ar-SA" sz="4000" b="1" u="sng" dirty="0">
                <a:solidFill>
                  <a:schemeClr val="bg2">
                    <a:lumMod val="10000"/>
                  </a:schemeClr>
                </a:solidFill>
              </a:rPr>
              <a:t>دور الإنترنت في نشر الثقافة </a:t>
            </a:r>
            <a:r>
              <a:rPr lang="ar-SA" sz="4000" b="1" u="sng" dirty="0" smtClean="0">
                <a:solidFill>
                  <a:schemeClr val="bg2">
                    <a:lumMod val="10000"/>
                  </a:schemeClr>
                </a:solidFill>
              </a:rPr>
              <a:t>العربية</a:t>
            </a:r>
            <a:endParaRPr lang="en-US" sz="4000" b="1" u="sng" dirty="0" smtClean="0">
              <a:solidFill>
                <a:schemeClr val="bg2">
                  <a:lumMod val="10000"/>
                </a:schemeClr>
              </a:solidFill>
            </a:endParaRPr>
          </a:p>
        </p:txBody>
      </p:sp>
      <p:grpSp>
        <p:nvGrpSpPr>
          <p:cNvPr id="3056" name="Group 3055"/>
          <p:cNvGrpSpPr/>
          <p:nvPr/>
        </p:nvGrpSpPr>
        <p:grpSpPr>
          <a:xfrm rot="19678451">
            <a:off x="1655050" y="2998030"/>
            <a:ext cx="3094262" cy="2973642"/>
            <a:chOff x="440242" y="1569247"/>
            <a:chExt cx="4400645" cy="4229100"/>
          </a:xfrm>
        </p:grpSpPr>
        <p:sp>
          <p:nvSpPr>
            <p:cNvPr id="3057" name="Freeform 5"/>
            <p:cNvSpPr>
              <a:spLocks/>
            </p:cNvSpPr>
            <p:nvPr/>
          </p:nvSpPr>
          <p:spPr bwMode="auto">
            <a:xfrm>
              <a:off x="659851" y="3708748"/>
              <a:ext cx="2943619" cy="1646729"/>
            </a:xfrm>
            <a:custGeom>
              <a:avLst/>
              <a:gdLst/>
              <a:ahLst/>
              <a:cxnLst>
                <a:cxn ang="0">
                  <a:pos x="428" y="28"/>
                </a:cxn>
                <a:cxn ang="0">
                  <a:pos x="427" y="27"/>
                </a:cxn>
                <a:cxn ang="0">
                  <a:pos x="300" y="0"/>
                </a:cxn>
                <a:cxn ang="0">
                  <a:pos x="262" y="22"/>
                </a:cxn>
                <a:cxn ang="0">
                  <a:pos x="1" y="23"/>
                </a:cxn>
                <a:cxn ang="0">
                  <a:pos x="0" y="334"/>
                </a:cxn>
                <a:cxn ang="0">
                  <a:pos x="344" y="334"/>
                </a:cxn>
                <a:cxn ang="0">
                  <a:pos x="432" y="284"/>
                </a:cxn>
                <a:cxn ang="0">
                  <a:pos x="438" y="292"/>
                </a:cxn>
                <a:cxn ang="0">
                  <a:pos x="439" y="302"/>
                </a:cxn>
                <a:cxn ang="0">
                  <a:pos x="441" y="313"/>
                </a:cxn>
                <a:cxn ang="0">
                  <a:pos x="456" y="315"/>
                </a:cxn>
                <a:cxn ang="0">
                  <a:pos x="463" y="309"/>
                </a:cxn>
                <a:cxn ang="0">
                  <a:pos x="464" y="294"/>
                </a:cxn>
                <a:cxn ang="0">
                  <a:pos x="455" y="290"/>
                </a:cxn>
                <a:cxn ang="0">
                  <a:pos x="454" y="290"/>
                </a:cxn>
                <a:cxn ang="0">
                  <a:pos x="444" y="287"/>
                </a:cxn>
                <a:cxn ang="0">
                  <a:pos x="444" y="287"/>
                </a:cxn>
                <a:cxn ang="0">
                  <a:pos x="438" y="279"/>
                </a:cxn>
                <a:cxn ang="0">
                  <a:pos x="513" y="206"/>
                </a:cxn>
                <a:cxn ang="0">
                  <a:pos x="520" y="195"/>
                </a:cxn>
                <a:cxn ang="0">
                  <a:pos x="588" y="18"/>
                </a:cxn>
                <a:cxn ang="0">
                  <a:pos x="428" y="28"/>
                </a:cxn>
              </a:cxnLst>
              <a:rect l="0" t="0" r="r" b="b"/>
              <a:pathLst>
                <a:path w="588" h="334">
                  <a:moveTo>
                    <a:pt x="428" y="28"/>
                  </a:moveTo>
                  <a:cubicBezTo>
                    <a:pt x="427" y="27"/>
                    <a:pt x="427" y="27"/>
                    <a:pt x="427" y="27"/>
                  </a:cubicBezTo>
                  <a:cubicBezTo>
                    <a:pt x="300" y="0"/>
                    <a:pt x="300" y="0"/>
                    <a:pt x="300" y="0"/>
                  </a:cubicBezTo>
                  <a:cubicBezTo>
                    <a:pt x="262" y="22"/>
                    <a:pt x="262" y="22"/>
                    <a:pt x="262" y="22"/>
                  </a:cubicBezTo>
                  <a:cubicBezTo>
                    <a:pt x="1" y="23"/>
                    <a:pt x="1" y="23"/>
                    <a:pt x="1" y="23"/>
                  </a:cubicBezTo>
                  <a:cubicBezTo>
                    <a:pt x="0" y="334"/>
                    <a:pt x="0" y="334"/>
                    <a:pt x="0" y="334"/>
                  </a:cubicBezTo>
                  <a:cubicBezTo>
                    <a:pt x="344" y="334"/>
                    <a:pt x="344" y="334"/>
                    <a:pt x="344" y="334"/>
                  </a:cubicBezTo>
                  <a:cubicBezTo>
                    <a:pt x="374" y="324"/>
                    <a:pt x="405" y="305"/>
                    <a:pt x="432" y="284"/>
                  </a:cubicBezTo>
                  <a:cubicBezTo>
                    <a:pt x="438" y="292"/>
                    <a:pt x="438" y="292"/>
                    <a:pt x="438" y="292"/>
                  </a:cubicBezTo>
                  <a:cubicBezTo>
                    <a:pt x="439" y="294"/>
                    <a:pt x="440" y="297"/>
                    <a:pt x="439" y="302"/>
                  </a:cubicBezTo>
                  <a:cubicBezTo>
                    <a:pt x="438" y="306"/>
                    <a:pt x="438" y="310"/>
                    <a:pt x="441" y="313"/>
                  </a:cubicBezTo>
                  <a:cubicBezTo>
                    <a:pt x="444" y="318"/>
                    <a:pt x="451" y="318"/>
                    <a:pt x="456" y="315"/>
                  </a:cubicBezTo>
                  <a:cubicBezTo>
                    <a:pt x="463" y="309"/>
                    <a:pt x="463" y="309"/>
                    <a:pt x="463" y="309"/>
                  </a:cubicBezTo>
                  <a:cubicBezTo>
                    <a:pt x="467" y="306"/>
                    <a:pt x="468" y="299"/>
                    <a:pt x="464" y="294"/>
                  </a:cubicBezTo>
                  <a:cubicBezTo>
                    <a:pt x="462" y="291"/>
                    <a:pt x="458" y="290"/>
                    <a:pt x="455" y="290"/>
                  </a:cubicBezTo>
                  <a:cubicBezTo>
                    <a:pt x="454" y="290"/>
                    <a:pt x="454" y="290"/>
                    <a:pt x="454" y="290"/>
                  </a:cubicBezTo>
                  <a:cubicBezTo>
                    <a:pt x="449" y="290"/>
                    <a:pt x="446" y="288"/>
                    <a:pt x="444" y="287"/>
                  </a:cubicBezTo>
                  <a:cubicBezTo>
                    <a:pt x="444" y="287"/>
                    <a:pt x="444" y="287"/>
                    <a:pt x="444" y="287"/>
                  </a:cubicBezTo>
                  <a:cubicBezTo>
                    <a:pt x="438" y="279"/>
                    <a:pt x="438" y="279"/>
                    <a:pt x="438" y="279"/>
                  </a:cubicBezTo>
                  <a:cubicBezTo>
                    <a:pt x="475" y="249"/>
                    <a:pt x="504" y="217"/>
                    <a:pt x="513" y="206"/>
                  </a:cubicBezTo>
                  <a:cubicBezTo>
                    <a:pt x="517" y="199"/>
                    <a:pt x="520" y="195"/>
                    <a:pt x="520" y="195"/>
                  </a:cubicBezTo>
                  <a:cubicBezTo>
                    <a:pt x="557" y="157"/>
                    <a:pt x="577" y="81"/>
                    <a:pt x="588" y="18"/>
                  </a:cubicBezTo>
                  <a:cubicBezTo>
                    <a:pt x="428" y="28"/>
                    <a:pt x="428" y="28"/>
                    <a:pt x="428" y="28"/>
                  </a:cubicBezTo>
                </a:path>
              </a:pathLst>
            </a:custGeom>
            <a:solidFill>
              <a:schemeClr val="accent2"/>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58" name="Freeform 6"/>
            <p:cNvSpPr>
              <a:spLocks/>
            </p:cNvSpPr>
            <p:nvPr/>
          </p:nvSpPr>
          <p:spPr bwMode="auto">
            <a:xfrm>
              <a:off x="2201344" y="1569247"/>
              <a:ext cx="1788555" cy="2233064"/>
            </a:xfrm>
            <a:custGeom>
              <a:avLst/>
              <a:gdLst/>
              <a:ahLst/>
              <a:cxnLst>
                <a:cxn ang="0">
                  <a:pos x="334" y="29"/>
                </a:cxn>
                <a:cxn ang="0">
                  <a:pos x="274" y="24"/>
                </a:cxn>
                <a:cxn ang="0">
                  <a:pos x="234" y="122"/>
                </a:cxn>
                <a:cxn ang="0">
                  <a:pos x="181" y="206"/>
                </a:cxn>
                <a:cxn ang="0">
                  <a:pos x="110" y="295"/>
                </a:cxn>
                <a:cxn ang="0">
                  <a:pos x="0" y="427"/>
                </a:cxn>
                <a:cxn ang="0">
                  <a:pos x="120" y="453"/>
                </a:cxn>
                <a:cxn ang="0">
                  <a:pos x="281" y="444"/>
                </a:cxn>
                <a:cxn ang="0">
                  <a:pos x="287" y="357"/>
                </a:cxn>
                <a:cxn ang="0">
                  <a:pos x="287" y="299"/>
                </a:cxn>
                <a:cxn ang="0">
                  <a:pos x="294" y="261"/>
                </a:cxn>
                <a:cxn ang="0">
                  <a:pos x="315" y="213"/>
                </a:cxn>
                <a:cxn ang="0">
                  <a:pos x="352" y="144"/>
                </a:cxn>
                <a:cxn ang="0">
                  <a:pos x="334" y="29"/>
                </a:cxn>
              </a:cxnLst>
              <a:rect l="0" t="0" r="r" b="b"/>
              <a:pathLst>
                <a:path w="357" h="453">
                  <a:moveTo>
                    <a:pt x="334" y="29"/>
                  </a:moveTo>
                  <a:cubicBezTo>
                    <a:pt x="308" y="0"/>
                    <a:pt x="274" y="24"/>
                    <a:pt x="274" y="24"/>
                  </a:cubicBezTo>
                  <a:cubicBezTo>
                    <a:pt x="234" y="122"/>
                    <a:pt x="234" y="122"/>
                    <a:pt x="234" y="122"/>
                  </a:cubicBezTo>
                  <a:cubicBezTo>
                    <a:pt x="181" y="206"/>
                    <a:pt x="181" y="206"/>
                    <a:pt x="181" y="206"/>
                  </a:cubicBezTo>
                  <a:cubicBezTo>
                    <a:pt x="110" y="295"/>
                    <a:pt x="110" y="295"/>
                    <a:pt x="110" y="295"/>
                  </a:cubicBezTo>
                  <a:cubicBezTo>
                    <a:pt x="0" y="427"/>
                    <a:pt x="0" y="427"/>
                    <a:pt x="0" y="427"/>
                  </a:cubicBezTo>
                  <a:cubicBezTo>
                    <a:pt x="120" y="453"/>
                    <a:pt x="120" y="453"/>
                    <a:pt x="120" y="453"/>
                  </a:cubicBezTo>
                  <a:cubicBezTo>
                    <a:pt x="281" y="444"/>
                    <a:pt x="281" y="444"/>
                    <a:pt x="281" y="444"/>
                  </a:cubicBezTo>
                  <a:cubicBezTo>
                    <a:pt x="287" y="400"/>
                    <a:pt x="289" y="365"/>
                    <a:pt x="287" y="357"/>
                  </a:cubicBezTo>
                  <a:cubicBezTo>
                    <a:pt x="284" y="336"/>
                    <a:pt x="287" y="299"/>
                    <a:pt x="287" y="299"/>
                  </a:cubicBezTo>
                  <a:cubicBezTo>
                    <a:pt x="287" y="299"/>
                    <a:pt x="292" y="270"/>
                    <a:pt x="294" y="261"/>
                  </a:cubicBezTo>
                  <a:cubicBezTo>
                    <a:pt x="296" y="253"/>
                    <a:pt x="309" y="228"/>
                    <a:pt x="315" y="213"/>
                  </a:cubicBezTo>
                  <a:cubicBezTo>
                    <a:pt x="322" y="199"/>
                    <a:pt x="348" y="173"/>
                    <a:pt x="352" y="144"/>
                  </a:cubicBezTo>
                  <a:cubicBezTo>
                    <a:pt x="355" y="121"/>
                    <a:pt x="357" y="54"/>
                    <a:pt x="334" y="29"/>
                  </a:cubicBezTo>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59" name="Freeform 7"/>
            <p:cNvSpPr>
              <a:spLocks/>
            </p:cNvSpPr>
            <p:nvPr/>
          </p:nvSpPr>
          <p:spPr bwMode="auto">
            <a:xfrm>
              <a:off x="1901493" y="5355477"/>
              <a:ext cx="481452" cy="2079"/>
            </a:xfrm>
            <a:custGeom>
              <a:avLst/>
              <a:gdLst/>
              <a:ahLst/>
              <a:cxnLst>
                <a:cxn ang="0">
                  <a:pos x="0" y="0"/>
                </a:cxn>
                <a:cxn ang="0">
                  <a:pos x="0" y="0"/>
                </a:cxn>
                <a:cxn ang="0">
                  <a:pos x="228" y="0"/>
                </a:cxn>
                <a:cxn ang="0">
                  <a:pos x="0" y="0"/>
                </a:cxn>
              </a:cxnLst>
              <a:rect l="0" t="0" r="r" b="b"/>
              <a:pathLst>
                <a:path w="228">
                  <a:moveTo>
                    <a:pt x="0" y="0"/>
                  </a:moveTo>
                  <a:lnTo>
                    <a:pt x="0" y="0"/>
                  </a:lnTo>
                  <a:lnTo>
                    <a:pt x="228" y="0"/>
                  </a:lnTo>
                  <a:lnTo>
                    <a:pt x="0" y="0"/>
                  </a:lnTo>
                  <a:close/>
                </a:path>
              </a:pathLst>
            </a:custGeom>
            <a:solidFill>
              <a:srgbClr val="FFEBC2"/>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60" name="Freeform 8"/>
            <p:cNvSpPr>
              <a:spLocks/>
            </p:cNvSpPr>
            <p:nvPr/>
          </p:nvSpPr>
          <p:spPr bwMode="auto">
            <a:xfrm>
              <a:off x="1901493" y="5355477"/>
              <a:ext cx="481452" cy="2079"/>
            </a:xfrm>
            <a:custGeom>
              <a:avLst/>
              <a:gdLst/>
              <a:ahLst/>
              <a:cxnLst>
                <a:cxn ang="0">
                  <a:pos x="0" y="0"/>
                </a:cxn>
                <a:cxn ang="0">
                  <a:pos x="0" y="0"/>
                </a:cxn>
                <a:cxn ang="0">
                  <a:pos x="228" y="0"/>
                </a:cxn>
                <a:cxn ang="0">
                  <a:pos x="0" y="0"/>
                </a:cxn>
              </a:cxnLst>
              <a:rect l="0" t="0" r="r" b="b"/>
              <a:pathLst>
                <a:path w="228">
                  <a:moveTo>
                    <a:pt x="0" y="0"/>
                  </a:moveTo>
                  <a:lnTo>
                    <a:pt x="0" y="0"/>
                  </a:lnTo>
                  <a:lnTo>
                    <a:pt x="228" y="0"/>
                  </a:lnTo>
                  <a:lnTo>
                    <a:pt x="0"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61" name="Freeform 9"/>
            <p:cNvSpPr>
              <a:spLocks noEditPoints="1"/>
            </p:cNvSpPr>
            <p:nvPr/>
          </p:nvSpPr>
          <p:spPr bwMode="auto">
            <a:xfrm>
              <a:off x="1901493" y="3798154"/>
              <a:ext cx="1701977" cy="1557324"/>
            </a:xfrm>
            <a:custGeom>
              <a:avLst/>
              <a:gdLst/>
              <a:ahLst/>
              <a:cxnLst>
                <a:cxn ang="0">
                  <a:pos x="96" y="316"/>
                </a:cxn>
                <a:cxn ang="0">
                  <a:pos x="0" y="316"/>
                </a:cxn>
                <a:cxn ang="0">
                  <a:pos x="96" y="316"/>
                </a:cxn>
                <a:cxn ang="0">
                  <a:pos x="96" y="316"/>
                </a:cxn>
                <a:cxn ang="0">
                  <a:pos x="97" y="316"/>
                </a:cxn>
                <a:cxn ang="0">
                  <a:pos x="97" y="316"/>
                </a:cxn>
                <a:cxn ang="0">
                  <a:pos x="97" y="316"/>
                </a:cxn>
                <a:cxn ang="0">
                  <a:pos x="97" y="316"/>
                </a:cxn>
                <a:cxn ang="0">
                  <a:pos x="97" y="316"/>
                </a:cxn>
                <a:cxn ang="0">
                  <a:pos x="97" y="316"/>
                </a:cxn>
                <a:cxn ang="0">
                  <a:pos x="98" y="316"/>
                </a:cxn>
                <a:cxn ang="0">
                  <a:pos x="98" y="316"/>
                </a:cxn>
                <a:cxn ang="0">
                  <a:pos x="98" y="316"/>
                </a:cxn>
                <a:cxn ang="0">
                  <a:pos x="98" y="316"/>
                </a:cxn>
                <a:cxn ang="0">
                  <a:pos x="98" y="316"/>
                </a:cxn>
                <a:cxn ang="0">
                  <a:pos x="98" y="316"/>
                </a:cxn>
                <a:cxn ang="0">
                  <a:pos x="98" y="316"/>
                </a:cxn>
                <a:cxn ang="0">
                  <a:pos x="98" y="316"/>
                </a:cxn>
                <a:cxn ang="0">
                  <a:pos x="98" y="316"/>
                </a:cxn>
                <a:cxn ang="0">
                  <a:pos x="99" y="315"/>
                </a:cxn>
                <a:cxn ang="0">
                  <a:pos x="99" y="315"/>
                </a:cxn>
                <a:cxn ang="0">
                  <a:pos x="99" y="315"/>
                </a:cxn>
                <a:cxn ang="0">
                  <a:pos x="99" y="315"/>
                </a:cxn>
                <a:cxn ang="0">
                  <a:pos x="99" y="315"/>
                </a:cxn>
                <a:cxn ang="0">
                  <a:pos x="99" y="315"/>
                </a:cxn>
                <a:cxn ang="0">
                  <a:pos x="99" y="315"/>
                </a:cxn>
                <a:cxn ang="0">
                  <a:pos x="99" y="315"/>
                </a:cxn>
                <a:cxn ang="0">
                  <a:pos x="100" y="315"/>
                </a:cxn>
                <a:cxn ang="0">
                  <a:pos x="100" y="315"/>
                </a:cxn>
                <a:cxn ang="0">
                  <a:pos x="100" y="315"/>
                </a:cxn>
                <a:cxn ang="0">
                  <a:pos x="184" y="266"/>
                </a:cxn>
                <a:cxn ang="0">
                  <a:pos x="192" y="280"/>
                </a:cxn>
                <a:cxn ang="0">
                  <a:pos x="190" y="288"/>
                </a:cxn>
                <a:cxn ang="0">
                  <a:pos x="201" y="299"/>
                </a:cxn>
                <a:cxn ang="0">
                  <a:pos x="215" y="291"/>
                </a:cxn>
                <a:cxn ang="0">
                  <a:pos x="216" y="276"/>
                </a:cxn>
                <a:cxn ang="0">
                  <a:pos x="207" y="272"/>
                </a:cxn>
                <a:cxn ang="0">
                  <a:pos x="205" y="272"/>
                </a:cxn>
                <a:cxn ang="0">
                  <a:pos x="196" y="269"/>
                </a:cxn>
                <a:cxn ang="0">
                  <a:pos x="340" y="0"/>
                </a:cxn>
                <a:cxn ang="0">
                  <a:pos x="146" y="186"/>
                </a:cxn>
                <a:cxn ang="0">
                  <a:pos x="14" y="255"/>
                </a:cxn>
                <a:cxn ang="0">
                  <a:pos x="265" y="188"/>
                </a:cxn>
                <a:cxn ang="0">
                  <a:pos x="340" y="0"/>
                </a:cxn>
              </a:cxnLst>
              <a:rect l="0" t="0" r="r" b="b"/>
              <a:pathLst>
                <a:path w="340" h="316">
                  <a:moveTo>
                    <a:pt x="96" y="316"/>
                  </a:moveTo>
                  <a:cubicBezTo>
                    <a:pt x="96" y="316"/>
                    <a:pt x="96" y="316"/>
                    <a:pt x="96" y="316"/>
                  </a:cubicBezTo>
                  <a:cubicBezTo>
                    <a:pt x="0" y="316"/>
                    <a:pt x="0" y="316"/>
                    <a:pt x="0" y="316"/>
                  </a:cubicBezTo>
                  <a:cubicBezTo>
                    <a:pt x="0" y="316"/>
                    <a:pt x="0" y="316"/>
                    <a:pt x="0" y="316"/>
                  </a:cubicBezTo>
                  <a:cubicBezTo>
                    <a:pt x="96" y="316"/>
                    <a:pt x="96" y="316"/>
                    <a:pt x="96" y="316"/>
                  </a:cubicBezTo>
                  <a:cubicBezTo>
                    <a:pt x="96" y="316"/>
                    <a:pt x="96" y="316"/>
                    <a:pt x="96" y="316"/>
                  </a:cubicBezTo>
                  <a:moveTo>
                    <a:pt x="97" y="316"/>
                  </a:moveTo>
                  <a:cubicBezTo>
                    <a:pt x="97" y="316"/>
                    <a:pt x="96" y="316"/>
                    <a:pt x="96" y="316"/>
                  </a:cubicBezTo>
                  <a:cubicBezTo>
                    <a:pt x="96" y="316"/>
                    <a:pt x="97" y="316"/>
                    <a:pt x="97" y="316"/>
                  </a:cubicBezTo>
                  <a:moveTo>
                    <a:pt x="97" y="316"/>
                  </a:moveTo>
                  <a:cubicBezTo>
                    <a:pt x="97" y="316"/>
                    <a:pt x="97" y="316"/>
                    <a:pt x="97" y="316"/>
                  </a:cubicBezTo>
                  <a:cubicBezTo>
                    <a:pt x="97" y="316"/>
                    <a:pt x="97" y="316"/>
                    <a:pt x="97" y="316"/>
                  </a:cubicBezTo>
                  <a:moveTo>
                    <a:pt x="97" y="316"/>
                  </a:moveTo>
                  <a:cubicBezTo>
                    <a:pt x="97" y="316"/>
                    <a:pt x="97" y="316"/>
                    <a:pt x="97" y="316"/>
                  </a:cubicBezTo>
                  <a:cubicBezTo>
                    <a:pt x="97" y="316"/>
                    <a:pt x="97" y="316"/>
                    <a:pt x="97" y="316"/>
                  </a:cubicBezTo>
                  <a:moveTo>
                    <a:pt x="97" y="316"/>
                  </a:moveTo>
                  <a:cubicBezTo>
                    <a:pt x="97" y="316"/>
                    <a:pt x="97" y="316"/>
                    <a:pt x="97" y="316"/>
                  </a:cubicBezTo>
                  <a:cubicBezTo>
                    <a:pt x="97" y="316"/>
                    <a:pt x="97" y="316"/>
                    <a:pt x="97" y="316"/>
                  </a:cubicBezTo>
                  <a:moveTo>
                    <a:pt x="97" y="316"/>
                  </a:moveTo>
                  <a:cubicBezTo>
                    <a:pt x="97" y="316"/>
                    <a:pt x="97" y="316"/>
                    <a:pt x="97" y="316"/>
                  </a:cubicBezTo>
                  <a:cubicBezTo>
                    <a:pt x="97" y="316"/>
                    <a:pt x="97" y="316"/>
                    <a:pt x="97" y="316"/>
                  </a:cubicBezTo>
                  <a:moveTo>
                    <a:pt x="98" y="316"/>
                  </a:moveTo>
                  <a:cubicBezTo>
                    <a:pt x="98" y="316"/>
                    <a:pt x="97" y="316"/>
                    <a:pt x="97" y="316"/>
                  </a:cubicBezTo>
                  <a:cubicBezTo>
                    <a:pt x="97" y="316"/>
                    <a:pt x="98" y="316"/>
                    <a:pt x="98" y="316"/>
                  </a:cubicBezTo>
                  <a:moveTo>
                    <a:pt x="98" y="316"/>
                  </a:moveTo>
                  <a:cubicBezTo>
                    <a:pt x="98" y="316"/>
                    <a:pt x="98" y="316"/>
                    <a:pt x="98" y="316"/>
                  </a:cubicBezTo>
                  <a:cubicBezTo>
                    <a:pt x="98" y="316"/>
                    <a:pt x="98" y="316"/>
                    <a:pt x="98" y="316"/>
                  </a:cubicBezTo>
                  <a:moveTo>
                    <a:pt x="98" y="316"/>
                  </a:moveTo>
                  <a:cubicBezTo>
                    <a:pt x="98" y="316"/>
                    <a:pt x="98" y="316"/>
                    <a:pt x="98" y="316"/>
                  </a:cubicBezTo>
                  <a:cubicBezTo>
                    <a:pt x="98" y="316"/>
                    <a:pt x="98" y="316"/>
                    <a:pt x="98" y="316"/>
                  </a:cubicBezTo>
                  <a:moveTo>
                    <a:pt x="98" y="316"/>
                  </a:moveTo>
                  <a:cubicBezTo>
                    <a:pt x="98" y="316"/>
                    <a:pt x="98" y="316"/>
                    <a:pt x="98" y="316"/>
                  </a:cubicBezTo>
                  <a:cubicBezTo>
                    <a:pt x="98" y="316"/>
                    <a:pt x="98" y="316"/>
                    <a:pt x="98" y="316"/>
                  </a:cubicBezTo>
                  <a:moveTo>
                    <a:pt x="98" y="316"/>
                  </a:moveTo>
                  <a:cubicBezTo>
                    <a:pt x="98" y="316"/>
                    <a:pt x="98" y="316"/>
                    <a:pt x="98" y="316"/>
                  </a:cubicBezTo>
                  <a:cubicBezTo>
                    <a:pt x="98" y="316"/>
                    <a:pt x="98" y="316"/>
                    <a:pt x="98" y="316"/>
                  </a:cubicBezTo>
                  <a:moveTo>
                    <a:pt x="98" y="316"/>
                  </a:moveTo>
                  <a:cubicBezTo>
                    <a:pt x="98" y="316"/>
                    <a:pt x="98" y="316"/>
                    <a:pt x="98" y="316"/>
                  </a:cubicBezTo>
                  <a:cubicBezTo>
                    <a:pt x="98" y="316"/>
                    <a:pt x="98" y="316"/>
                    <a:pt x="98" y="316"/>
                  </a:cubicBezTo>
                  <a:moveTo>
                    <a:pt x="99" y="315"/>
                  </a:moveTo>
                  <a:cubicBezTo>
                    <a:pt x="99" y="316"/>
                    <a:pt x="99" y="316"/>
                    <a:pt x="99" y="316"/>
                  </a:cubicBezTo>
                  <a:cubicBezTo>
                    <a:pt x="99" y="316"/>
                    <a:pt x="99" y="316"/>
                    <a:pt x="99" y="315"/>
                  </a:cubicBezTo>
                  <a:moveTo>
                    <a:pt x="99" y="315"/>
                  </a:moveTo>
                  <a:cubicBezTo>
                    <a:pt x="99" y="315"/>
                    <a:pt x="99" y="315"/>
                    <a:pt x="99" y="315"/>
                  </a:cubicBezTo>
                  <a:cubicBezTo>
                    <a:pt x="99" y="315"/>
                    <a:pt x="99" y="315"/>
                    <a:pt x="99" y="315"/>
                  </a:cubicBezTo>
                  <a:moveTo>
                    <a:pt x="99" y="315"/>
                  </a:moveTo>
                  <a:cubicBezTo>
                    <a:pt x="99" y="315"/>
                    <a:pt x="99" y="315"/>
                    <a:pt x="99" y="315"/>
                  </a:cubicBezTo>
                  <a:cubicBezTo>
                    <a:pt x="99" y="315"/>
                    <a:pt x="99" y="315"/>
                    <a:pt x="99" y="315"/>
                  </a:cubicBezTo>
                  <a:moveTo>
                    <a:pt x="99" y="315"/>
                  </a:moveTo>
                  <a:cubicBezTo>
                    <a:pt x="99" y="315"/>
                    <a:pt x="99" y="315"/>
                    <a:pt x="99" y="315"/>
                  </a:cubicBezTo>
                  <a:cubicBezTo>
                    <a:pt x="99" y="315"/>
                    <a:pt x="99" y="315"/>
                    <a:pt x="99" y="315"/>
                  </a:cubicBezTo>
                  <a:moveTo>
                    <a:pt x="99" y="315"/>
                  </a:moveTo>
                  <a:cubicBezTo>
                    <a:pt x="99" y="315"/>
                    <a:pt x="99" y="315"/>
                    <a:pt x="99" y="315"/>
                  </a:cubicBezTo>
                  <a:cubicBezTo>
                    <a:pt x="99" y="315"/>
                    <a:pt x="99" y="315"/>
                    <a:pt x="99" y="315"/>
                  </a:cubicBezTo>
                  <a:moveTo>
                    <a:pt x="100" y="315"/>
                  </a:moveTo>
                  <a:cubicBezTo>
                    <a:pt x="100" y="315"/>
                    <a:pt x="100" y="315"/>
                    <a:pt x="100" y="315"/>
                  </a:cubicBezTo>
                  <a:cubicBezTo>
                    <a:pt x="100" y="315"/>
                    <a:pt x="100" y="315"/>
                    <a:pt x="100" y="315"/>
                  </a:cubicBezTo>
                  <a:moveTo>
                    <a:pt x="100" y="315"/>
                  </a:moveTo>
                  <a:cubicBezTo>
                    <a:pt x="100" y="315"/>
                    <a:pt x="100" y="315"/>
                    <a:pt x="100" y="315"/>
                  </a:cubicBezTo>
                  <a:cubicBezTo>
                    <a:pt x="100" y="315"/>
                    <a:pt x="100" y="315"/>
                    <a:pt x="100" y="315"/>
                  </a:cubicBezTo>
                  <a:moveTo>
                    <a:pt x="190" y="261"/>
                  </a:moveTo>
                  <a:cubicBezTo>
                    <a:pt x="188" y="262"/>
                    <a:pt x="186" y="264"/>
                    <a:pt x="184" y="266"/>
                  </a:cubicBezTo>
                  <a:cubicBezTo>
                    <a:pt x="190" y="274"/>
                    <a:pt x="190" y="274"/>
                    <a:pt x="190" y="274"/>
                  </a:cubicBezTo>
                  <a:cubicBezTo>
                    <a:pt x="191" y="275"/>
                    <a:pt x="192" y="277"/>
                    <a:pt x="192" y="280"/>
                  </a:cubicBezTo>
                  <a:cubicBezTo>
                    <a:pt x="192" y="281"/>
                    <a:pt x="192" y="283"/>
                    <a:pt x="191" y="284"/>
                  </a:cubicBezTo>
                  <a:cubicBezTo>
                    <a:pt x="191" y="286"/>
                    <a:pt x="190" y="287"/>
                    <a:pt x="190" y="288"/>
                  </a:cubicBezTo>
                  <a:cubicBezTo>
                    <a:pt x="190" y="291"/>
                    <a:pt x="191" y="293"/>
                    <a:pt x="193" y="295"/>
                  </a:cubicBezTo>
                  <a:cubicBezTo>
                    <a:pt x="195" y="298"/>
                    <a:pt x="198" y="299"/>
                    <a:pt x="201" y="299"/>
                  </a:cubicBezTo>
                  <a:cubicBezTo>
                    <a:pt x="204" y="299"/>
                    <a:pt x="206" y="298"/>
                    <a:pt x="208" y="297"/>
                  </a:cubicBezTo>
                  <a:cubicBezTo>
                    <a:pt x="215" y="291"/>
                    <a:pt x="215" y="291"/>
                    <a:pt x="215" y="291"/>
                  </a:cubicBezTo>
                  <a:cubicBezTo>
                    <a:pt x="217" y="289"/>
                    <a:pt x="219" y="286"/>
                    <a:pt x="219" y="283"/>
                  </a:cubicBezTo>
                  <a:cubicBezTo>
                    <a:pt x="219" y="280"/>
                    <a:pt x="218" y="278"/>
                    <a:pt x="216" y="276"/>
                  </a:cubicBezTo>
                  <a:cubicBezTo>
                    <a:pt x="214" y="274"/>
                    <a:pt x="211" y="272"/>
                    <a:pt x="208" y="272"/>
                  </a:cubicBezTo>
                  <a:cubicBezTo>
                    <a:pt x="207" y="272"/>
                    <a:pt x="207" y="272"/>
                    <a:pt x="207" y="272"/>
                  </a:cubicBezTo>
                  <a:cubicBezTo>
                    <a:pt x="206" y="272"/>
                    <a:pt x="206" y="272"/>
                    <a:pt x="206" y="272"/>
                  </a:cubicBezTo>
                  <a:cubicBezTo>
                    <a:pt x="206" y="272"/>
                    <a:pt x="206" y="272"/>
                    <a:pt x="205" y="272"/>
                  </a:cubicBezTo>
                  <a:cubicBezTo>
                    <a:pt x="200" y="272"/>
                    <a:pt x="198" y="270"/>
                    <a:pt x="196" y="269"/>
                  </a:cubicBezTo>
                  <a:cubicBezTo>
                    <a:pt x="196" y="269"/>
                    <a:pt x="196" y="269"/>
                    <a:pt x="196" y="269"/>
                  </a:cubicBezTo>
                  <a:cubicBezTo>
                    <a:pt x="190" y="261"/>
                    <a:pt x="190" y="261"/>
                    <a:pt x="190" y="261"/>
                  </a:cubicBezTo>
                  <a:moveTo>
                    <a:pt x="340" y="0"/>
                  </a:moveTo>
                  <a:cubicBezTo>
                    <a:pt x="180" y="10"/>
                    <a:pt x="180" y="10"/>
                    <a:pt x="180" y="10"/>
                  </a:cubicBezTo>
                  <a:cubicBezTo>
                    <a:pt x="146" y="186"/>
                    <a:pt x="146" y="186"/>
                    <a:pt x="146" y="186"/>
                  </a:cubicBezTo>
                  <a:cubicBezTo>
                    <a:pt x="14" y="224"/>
                    <a:pt x="14" y="224"/>
                    <a:pt x="14" y="224"/>
                  </a:cubicBezTo>
                  <a:cubicBezTo>
                    <a:pt x="14" y="255"/>
                    <a:pt x="14" y="255"/>
                    <a:pt x="14" y="255"/>
                  </a:cubicBezTo>
                  <a:cubicBezTo>
                    <a:pt x="250" y="205"/>
                    <a:pt x="250" y="205"/>
                    <a:pt x="250" y="205"/>
                  </a:cubicBezTo>
                  <a:cubicBezTo>
                    <a:pt x="257" y="198"/>
                    <a:pt x="262" y="192"/>
                    <a:pt x="265" y="188"/>
                  </a:cubicBezTo>
                  <a:cubicBezTo>
                    <a:pt x="269" y="181"/>
                    <a:pt x="272" y="177"/>
                    <a:pt x="272" y="177"/>
                  </a:cubicBezTo>
                  <a:cubicBezTo>
                    <a:pt x="309" y="139"/>
                    <a:pt x="329" y="63"/>
                    <a:pt x="340" y="0"/>
                  </a:cubicBezTo>
                </a:path>
              </a:pathLst>
            </a:custGeom>
            <a:solidFill>
              <a:schemeClr val="accent2">
                <a:lumMod val="75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62" name="Freeform 10"/>
            <p:cNvSpPr>
              <a:spLocks noEditPoints="1"/>
            </p:cNvSpPr>
            <p:nvPr/>
          </p:nvSpPr>
          <p:spPr bwMode="auto">
            <a:xfrm>
              <a:off x="2382944" y="4808646"/>
              <a:ext cx="770747" cy="546831"/>
            </a:xfrm>
            <a:custGeom>
              <a:avLst/>
              <a:gdLst/>
              <a:ahLst/>
              <a:cxnLst>
                <a:cxn ang="0">
                  <a:pos x="0" y="111"/>
                </a:cxn>
                <a:cxn ang="0">
                  <a:pos x="0" y="111"/>
                </a:cxn>
                <a:cxn ang="0">
                  <a:pos x="0" y="111"/>
                </a:cxn>
                <a:cxn ang="0">
                  <a:pos x="1" y="111"/>
                </a:cxn>
                <a:cxn ang="0">
                  <a:pos x="1" y="111"/>
                </a:cxn>
                <a:cxn ang="0">
                  <a:pos x="1" y="111"/>
                </a:cxn>
                <a:cxn ang="0">
                  <a:pos x="1" y="111"/>
                </a:cxn>
                <a:cxn ang="0">
                  <a:pos x="1" y="111"/>
                </a:cxn>
                <a:cxn ang="0">
                  <a:pos x="1" y="111"/>
                </a:cxn>
                <a:cxn ang="0">
                  <a:pos x="1" y="111"/>
                </a:cxn>
                <a:cxn ang="0">
                  <a:pos x="1" y="111"/>
                </a:cxn>
                <a:cxn ang="0">
                  <a:pos x="1" y="111"/>
                </a:cxn>
                <a:cxn ang="0">
                  <a:pos x="1" y="111"/>
                </a:cxn>
                <a:cxn ang="0">
                  <a:pos x="1" y="111"/>
                </a:cxn>
                <a:cxn ang="0">
                  <a:pos x="1" y="111"/>
                </a:cxn>
                <a:cxn ang="0">
                  <a:pos x="1" y="111"/>
                </a:cxn>
                <a:cxn ang="0">
                  <a:pos x="1" y="111"/>
                </a:cxn>
                <a:cxn ang="0">
                  <a:pos x="1" y="111"/>
                </a:cxn>
                <a:cxn ang="0">
                  <a:pos x="2" y="111"/>
                </a:cxn>
                <a:cxn ang="0">
                  <a:pos x="2" y="111"/>
                </a:cxn>
                <a:cxn ang="0">
                  <a:pos x="2" y="111"/>
                </a:cxn>
                <a:cxn ang="0">
                  <a:pos x="2" y="111"/>
                </a:cxn>
                <a:cxn ang="0">
                  <a:pos x="2" y="111"/>
                </a:cxn>
                <a:cxn ang="0">
                  <a:pos x="2" y="111"/>
                </a:cxn>
                <a:cxn ang="0">
                  <a:pos x="2" y="111"/>
                </a:cxn>
                <a:cxn ang="0">
                  <a:pos x="2" y="111"/>
                </a:cxn>
                <a:cxn ang="0">
                  <a:pos x="2" y="111"/>
                </a:cxn>
                <a:cxn ang="0">
                  <a:pos x="2" y="111"/>
                </a:cxn>
                <a:cxn ang="0">
                  <a:pos x="2" y="111"/>
                </a:cxn>
                <a:cxn ang="0">
                  <a:pos x="2" y="111"/>
                </a:cxn>
                <a:cxn ang="0">
                  <a:pos x="2" y="111"/>
                </a:cxn>
                <a:cxn ang="0">
                  <a:pos x="2" y="111"/>
                </a:cxn>
                <a:cxn ang="0">
                  <a:pos x="2" y="111"/>
                </a:cxn>
                <a:cxn ang="0">
                  <a:pos x="3" y="111"/>
                </a:cxn>
                <a:cxn ang="0">
                  <a:pos x="2" y="111"/>
                </a:cxn>
                <a:cxn ang="0">
                  <a:pos x="3" y="111"/>
                </a:cxn>
                <a:cxn ang="0">
                  <a:pos x="3" y="110"/>
                </a:cxn>
                <a:cxn ang="0">
                  <a:pos x="3" y="110"/>
                </a:cxn>
                <a:cxn ang="0">
                  <a:pos x="3" y="110"/>
                </a:cxn>
                <a:cxn ang="0">
                  <a:pos x="3" y="110"/>
                </a:cxn>
                <a:cxn ang="0">
                  <a:pos x="3" y="110"/>
                </a:cxn>
                <a:cxn ang="0">
                  <a:pos x="3" y="110"/>
                </a:cxn>
                <a:cxn ang="0">
                  <a:pos x="3" y="110"/>
                </a:cxn>
                <a:cxn ang="0">
                  <a:pos x="3" y="110"/>
                </a:cxn>
                <a:cxn ang="0">
                  <a:pos x="3" y="110"/>
                </a:cxn>
                <a:cxn ang="0">
                  <a:pos x="3" y="110"/>
                </a:cxn>
                <a:cxn ang="0">
                  <a:pos x="3" y="110"/>
                </a:cxn>
                <a:cxn ang="0">
                  <a:pos x="3" y="110"/>
                </a:cxn>
                <a:cxn ang="0">
                  <a:pos x="4" y="110"/>
                </a:cxn>
                <a:cxn ang="0">
                  <a:pos x="3" y="110"/>
                </a:cxn>
                <a:cxn ang="0">
                  <a:pos x="4" y="110"/>
                </a:cxn>
                <a:cxn ang="0">
                  <a:pos x="4" y="110"/>
                </a:cxn>
                <a:cxn ang="0">
                  <a:pos x="4" y="110"/>
                </a:cxn>
                <a:cxn ang="0">
                  <a:pos x="4" y="110"/>
                </a:cxn>
                <a:cxn ang="0">
                  <a:pos x="88" y="61"/>
                </a:cxn>
                <a:cxn ang="0">
                  <a:pos x="4" y="110"/>
                </a:cxn>
                <a:cxn ang="0">
                  <a:pos x="88" y="61"/>
                </a:cxn>
                <a:cxn ang="0">
                  <a:pos x="88" y="61"/>
                </a:cxn>
                <a:cxn ang="0">
                  <a:pos x="154" y="0"/>
                </a:cxn>
                <a:cxn ang="0">
                  <a:pos x="154" y="0"/>
                </a:cxn>
                <a:cxn ang="0">
                  <a:pos x="94" y="56"/>
                </a:cxn>
                <a:cxn ang="0">
                  <a:pos x="94" y="56"/>
                </a:cxn>
                <a:cxn ang="0">
                  <a:pos x="154" y="0"/>
                </a:cxn>
              </a:cxnLst>
              <a:rect l="0" t="0" r="r" b="b"/>
              <a:pathLst>
                <a:path w="154" h="111">
                  <a:moveTo>
                    <a:pt x="0" y="111"/>
                  </a:moveTo>
                  <a:cubicBezTo>
                    <a:pt x="0" y="111"/>
                    <a:pt x="0" y="111"/>
                    <a:pt x="0" y="111"/>
                  </a:cubicBezTo>
                  <a:cubicBezTo>
                    <a:pt x="0" y="111"/>
                    <a:pt x="0" y="111"/>
                    <a:pt x="0" y="111"/>
                  </a:cubicBezTo>
                  <a:moveTo>
                    <a:pt x="1" y="111"/>
                  </a:moveTo>
                  <a:cubicBezTo>
                    <a:pt x="1" y="111"/>
                    <a:pt x="1" y="111"/>
                    <a:pt x="1" y="111"/>
                  </a:cubicBezTo>
                  <a:cubicBezTo>
                    <a:pt x="1" y="111"/>
                    <a:pt x="1" y="111"/>
                    <a:pt x="1" y="111"/>
                  </a:cubicBezTo>
                  <a:moveTo>
                    <a:pt x="1" y="111"/>
                  </a:moveTo>
                  <a:cubicBezTo>
                    <a:pt x="1" y="111"/>
                    <a:pt x="1" y="111"/>
                    <a:pt x="1" y="111"/>
                  </a:cubicBezTo>
                  <a:cubicBezTo>
                    <a:pt x="1" y="111"/>
                    <a:pt x="1" y="111"/>
                    <a:pt x="1" y="111"/>
                  </a:cubicBezTo>
                  <a:moveTo>
                    <a:pt x="1" y="111"/>
                  </a:moveTo>
                  <a:cubicBezTo>
                    <a:pt x="1" y="111"/>
                    <a:pt x="1" y="111"/>
                    <a:pt x="1" y="111"/>
                  </a:cubicBezTo>
                  <a:cubicBezTo>
                    <a:pt x="1" y="111"/>
                    <a:pt x="1" y="111"/>
                    <a:pt x="1" y="111"/>
                  </a:cubicBezTo>
                  <a:moveTo>
                    <a:pt x="1" y="111"/>
                  </a:moveTo>
                  <a:cubicBezTo>
                    <a:pt x="1" y="111"/>
                    <a:pt x="1" y="111"/>
                    <a:pt x="1" y="111"/>
                  </a:cubicBezTo>
                  <a:cubicBezTo>
                    <a:pt x="1" y="111"/>
                    <a:pt x="1" y="111"/>
                    <a:pt x="1" y="111"/>
                  </a:cubicBezTo>
                  <a:moveTo>
                    <a:pt x="1" y="111"/>
                  </a:moveTo>
                  <a:cubicBezTo>
                    <a:pt x="1" y="111"/>
                    <a:pt x="1" y="111"/>
                    <a:pt x="1" y="111"/>
                  </a:cubicBezTo>
                  <a:cubicBezTo>
                    <a:pt x="1" y="111"/>
                    <a:pt x="1" y="111"/>
                    <a:pt x="1" y="111"/>
                  </a:cubicBezTo>
                  <a:moveTo>
                    <a:pt x="2" y="111"/>
                  </a:moveTo>
                  <a:cubicBezTo>
                    <a:pt x="2" y="111"/>
                    <a:pt x="2" y="111"/>
                    <a:pt x="2" y="111"/>
                  </a:cubicBezTo>
                  <a:cubicBezTo>
                    <a:pt x="2" y="111"/>
                    <a:pt x="2" y="111"/>
                    <a:pt x="2" y="111"/>
                  </a:cubicBezTo>
                  <a:moveTo>
                    <a:pt x="2" y="111"/>
                  </a:moveTo>
                  <a:cubicBezTo>
                    <a:pt x="2" y="111"/>
                    <a:pt x="2" y="111"/>
                    <a:pt x="2" y="111"/>
                  </a:cubicBezTo>
                  <a:cubicBezTo>
                    <a:pt x="2" y="111"/>
                    <a:pt x="2" y="111"/>
                    <a:pt x="2" y="111"/>
                  </a:cubicBezTo>
                  <a:moveTo>
                    <a:pt x="2" y="111"/>
                  </a:moveTo>
                  <a:cubicBezTo>
                    <a:pt x="2" y="111"/>
                    <a:pt x="2" y="111"/>
                    <a:pt x="2" y="111"/>
                  </a:cubicBezTo>
                  <a:cubicBezTo>
                    <a:pt x="2" y="111"/>
                    <a:pt x="2" y="111"/>
                    <a:pt x="2" y="111"/>
                  </a:cubicBezTo>
                  <a:moveTo>
                    <a:pt x="2" y="111"/>
                  </a:moveTo>
                  <a:cubicBezTo>
                    <a:pt x="2" y="111"/>
                    <a:pt x="2" y="111"/>
                    <a:pt x="2" y="111"/>
                  </a:cubicBezTo>
                  <a:cubicBezTo>
                    <a:pt x="2" y="111"/>
                    <a:pt x="2" y="111"/>
                    <a:pt x="2" y="111"/>
                  </a:cubicBezTo>
                  <a:moveTo>
                    <a:pt x="2" y="111"/>
                  </a:moveTo>
                  <a:cubicBezTo>
                    <a:pt x="2" y="111"/>
                    <a:pt x="2" y="111"/>
                    <a:pt x="2" y="111"/>
                  </a:cubicBezTo>
                  <a:cubicBezTo>
                    <a:pt x="2" y="111"/>
                    <a:pt x="2" y="111"/>
                    <a:pt x="2" y="111"/>
                  </a:cubicBezTo>
                  <a:moveTo>
                    <a:pt x="3" y="111"/>
                  </a:moveTo>
                  <a:cubicBezTo>
                    <a:pt x="3" y="111"/>
                    <a:pt x="3" y="111"/>
                    <a:pt x="2" y="111"/>
                  </a:cubicBezTo>
                  <a:cubicBezTo>
                    <a:pt x="3" y="111"/>
                    <a:pt x="3" y="111"/>
                    <a:pt x="3" y="111"/>
                  </a:cubicBezTo>
                  <a:moveTo>
                    <a:pt x="3" y="110"/>
                  </a:moveTo>
                  <a:cubicBezTo>
                    <a:pt x="3" y="110"/>
                    <a:pt x="3" y="110"/>
                    <a:pt x="3" y="110"/>
                  </a:cubicBezTo>
                  <a:cubicBezTo>
                    <a:pt x="3" y="110"/>
                    <a:pt x="3" y="110"/>
                    <a:pt x="3" y="110"/>
                  </a:cubicBezTo>
                  <a:moveTo>
                    <a:pt x="3" y="110"/>
                  </a:moveTo>
                  <a:cubicBezTo>
                    <a:pt x="3" y="110"/>
                    <a:pt x="3" y="110"/>
                    <a:pt x="3" y="110"/>
                  </a:cubicBezTo>
                  <a:cubicBezTo>
                    <a:pt x="3" y="110"/>
                    <a:pt x="3" y="110"/>
                    <a:pt x="3" y="110"/>
                  </a:cubicBezTo>
                  <a:moveTo>
                    <a:pt x="3" y="110"/>
                  </a:moveTo>
                  <a:cubicBezTo>
                    <a:pt x="3" y="110"/>
                    <a:pt x="3" y="110"/>
                    <a:pt x="3" y="110"/>
                  </a:cubicBezTo>
                  <a:cubicBezTo>
                    <a:pt x="3" y="110"/>
                    <a:pt x="3" y="110"/>
                    <a:pt x="3" y="110"/>
                  </a:cubicBezTo>
                  <a:moveTo>
                    <a:pt x="3" y="110"/>
                  </a:moveTo>
                  <a:cubicBezTo>
                    <a:pt x="3" y="110"/>
                    <a:pt x="3" y="110"/>
                    <a:pt x="3" y="110"/>
                  </a:cubicBezTo>
                  <a:cubicBezTo>
                    <a:pt x="3" y="110"/>
                    <a:pt x="3" y="110"/>
                    <a:pt x="3" y="110"/>
                  </a:cubicBezTo>
                  <a:moveTo>
                    <a:pt x="4" y="110"/>
                  </a:moveTo>
                  <a:cubicBezTo>
                    <a:pt x="3" y="110"/>
                    <a:pt x="3" y="110"/>
                    <a:pt x="3" y="110"/>
                  </a:cubicBezTo>
                  <a:cubicBezTo>
                    <a:pt x="3" y="110"/>
                    <a:pt x="3" y="110"/>
                    <a:pt x="4" y="110"/>
                  </a:cubicBezTo>
                  <a:moveTo>
                    <a:pt x="4" y="110"/>
                  </a:moveTo>
                  <a:cubicBezTo>
                    <a:pt x="4" y="110"/>
                    <a:pt x="4" y="110"/>
                    <a:pt x="4" y="110"/>
                  </a:cubicBezTo>
                  <a:cubicBezTo>
                    <a:pt x="4" y="110"/>
                    <a:pt x="4" y="110"/>
                    <a:pt x="4" y="110"/>
                  </a:cubicBezTo>
                  <a:moveTo>
                    <a:pt x="88" y="61"/>
                  </a:moveTo>
                  <a:cubicBezTo>
                    <a:pt x="62" y="81"/>
                    <a:pt x="33" y="100"/>
                    <a:pt x="4" y="110"/>
                  </a:cubicBezTo>
                  <a:cubicBezTo>
                    <a:pt x="33" y="100"/>
                    <a:pt x="62" y="81"/>
                    <a:pt x="88" y="61"/>
                  </a:cubicBezTo>
                  <a:cubicBezTo>
                    <a:pt x="88" y="61"/>
                    <a:pt x="88" y="61"/>
                    <a:pt x="88" y="61"/>
                  </a:cubicBezTo>
                  <a:moveTo>
                    <a:pt x="154" y="0"/>
                  </a:moveTo>
                  <a:cubicBezTo>
                    <a:pt x="154" y="0"/>
                    <a:pt x="154" y="0"/>
                    <a:pt x="154" y="0"/>
                  </a:cubicBezTo>
                  <a:cubicBezTo>
                    <a:pt x="140" y="15"/>
                    <a:pt x="119" y="36"/>
                    <a:pt x="94" y="56"/>
                  </a:cubicBezTo>
                  <a:cubicBezTo>
                    <a:pt x="94" y="56"/>
                    <a:pt x="94" y="56"/>
                    <a:pt x="94" y="56"/>
                  </a:cubicBezTo>
                  <a:cubicBezTo>
                    <a:pt x="119" y="36"/>
                    <a:pt x="140" y="15"/>
                    <a:pt x="154" y="0"/>
                  </a:cubicBezTo>
                </a:path>
              </a:pathLst>
            </a:custGeom>
            <a:solidFill>
              <a:srgbClr val="FFEBC2"/>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63" name="Freeform 11"/>
            <p:cNvSpPr>
              <a:spLocks/>
            </p:cNvSpPr>
            <p:nvPr/>
          </p:nvSpPr>
          <p:spPr bwMode="auto">
            <a:xfrm>
              <a:off x="1901493" y="4808646"/>
              <a:ext cx="1252199" cy="546831"/>
            </a:xfrm>
            <a:custGeom>
              <a:avLst/>
              <a:gdLst/>
              <a:ahLst/>
              <a:cxnLst>
                <a:cxn ang="0">
                  <a:pos x="250" y="0"/>
                </a:cxn>
                <a:cxn ang="0">
                  <a:pos x="14" y="50"/>
                </a:cxn>
                <a:cxn ang="0">
                  <a:pos x="14" y="111"/>
                </a:cxn>
                <a:cxn ang="0">
                  <a:pos x="0" y="111"/>
                </a:cxn>
                <a:cxn ang="0">
                  <a:pos x="0" y="111"/>
                </a:cxn>
                <a:cxn ang="0">
                  <a:pos x="96" y="111"/>
                </a:cxn>
                <a:cxn ang="0">
                  <a:pos x="96" y="111"/>
                </a:cxn>
                <a:cxn ang="0">
                  <a:pos x="96" y="111"/>
                </a:cxn>
                <a:cxn ang="0">
                  <a:pos x="97" y="111"/>
                </a:cxn>
                <a:cxn ang="0">
                  <a:pos x="97" y="111"/>
                </a:cxn>
                <a:cxn ang="0">
                  <a:pos x="97" y="111"/>
                </a:cxn>
                <a:cxn ang="0">
                  <a:pos x="97" y="111"/>
                </a:cxn>
                <a:cxn ang="0">
                  <a:pos x="97" y="111"/>
                </a:cxn>
                <a:cxn ang="0">
                  <a:pos x="97" y="111"/>
                </a:cxn>
                <a:cxn ang="0">
                  <a:pos x="97" y="111"/>
                </a:cxn>
                <a:cxn ang="0">
                  <a:pos x="97" y="111"/>
                </a:cxn>
                <a:cxn ang="0">
                  <a:pos x="97" y="111"/>
                </a:cxn>
                <a:cxn ang="0">
                  <a:pos x="97" y="111"/>
                </a:cxn>
                <a:cxn ang="0">
                  <a:pos x="98" y="111"/>
                </a:cxn>
                <a:cxn ang="0">
                  <a:pos x="98" y="111"/>
                </a:cxn>
                <a:cxn ang="0">
                  <a:pos x="98" y="111"/>
                </a:cxn>
                <a:cxn ang="0">
                  <a:pos x="98" y="111"/>
                </a:cxn>
                <a:cxn ang="0">
                  <a:pos x="98" y="111"/>
                </a:cxn>
                <a:cxn ang="0">
                  <a:pos x="98" y="111"/>
                </a:cxn>
                <a:cxn ang="0">
                  <a:pos x="98" y="111"/>
                </a:cxn>
                <a:cxn ang="0">
                  <a:pos x="98" y="111"/>
                </a:cxn>
                <a:cxn ang="0">
                  <a:pos x="98" y="111"/>
                </a:cxn>
                <a:cxn ang="0">
                  <a:pos x="98" y="111"/>
                </a:cxn>
                <a:cxn ang="0">
                  <a:pos x="98" y="111"/>
                </a:cxn>
                <a:cxn ang="0">
                  <a:pos x="99" y="111"/>
                </a:cxn>
                <a:cxn ang="0">
                  <a:pos x="99" y="110"/>
                </a:cxn>
                <a:cxn ang="0">
                  <a:pos x="99" y="110"/>
                </a:cxn>
                <a:cxn ang="0">
                  <a:pos x="99" y="110"/>
                </a:cxn>
                <a:cxn ang="0">
                  <a:pos x="99" y="110"/>
                </a:cxn>
                <a:cxn ang="0">
                  <a:pos x="99" y="110"/>
                </a:cxn>
                <a:cxn ang="0">
                  <a:pos x="99" y="110"/>
                </a:cxn>
                <a:cxn ang="0">
                  <a:pos x="99" y="110"/>
                </a:cxn>
                <a:cxn ang="0">
                  <a:pos x="99" y="110"/>
                </a:cxn>
                <a:cxn ang="0">
                  <a:pos x="99" y="110"/>
                </a:cxn>
                <a:cxn ang="0">
                  <a:pos x="100" y="110"/>
                </a:cxn>
                <a:cxn ang="0">
                  <a:pos x="100" y="110"/>
                </a:cxn>
                <a:cxn ang="0">
                  <a:pos x="100" y="110"/>
                </a:cxn>
                <a:cxn ang="0">
                  <a:pos x="100" y="110"/>
                </a:cxn>
                <a:cxn ang="0">
                  <a:pos x="184" y="61"/>
                </a:cxn>
                <a:cxn ang="0">
                  <a:pos x="184" y="61"/>
                </a:cxn>
                <a:cxn ang="0">
                  <a:pos x="190" y="56"/>
                </a:cxn>
                <a:cxn ang="0">
                  <a:pos x="190" y="56"/>
                </a:cxn>
                <a:cxn ang="0">
                  <a:pos x="190" y="56"/>
                </a:cxn>
                <a:cxn ang="0">
                  <a:pos x="250" y="0"/>
                </a:cxn>
              </a:cxnLst>
              <a:rect l="0" t="0" r="r" b="b"/>
              <a:pathLst>
                <a:path w="250" h="111">
                  <a:moveTo>
                    <a:pt x="250" y="0"/>
                  </a:moveTo>
                  <a:cubicBezTo>
                    <a:pt x="14" y="50"/>
                    <a:pt x="14" y="50"/>
                    <a:pt x="14" y="50"/>
                  </a:cubicBezTo>
                  <a:cubicBezTo>
                    <a:pt x="14" y="111"/>
                    <a:pt x="14" y="111"/>
                    <a:pt x="14" y="111"/>
                  </a:cubicBezTo>
                  <a:cubicBezTo>
                    <a:pt x="0" y="111"/>
                    <a:pt x="0" y="111"/>
                    <a:pt x="0" y="111"/>
                  </a:cubicBezTo>
                  <a:cubicBezTo>
                    <a:pt x="0" y="111"/>
                    <a:pt x="0" y="111"/>
                    <a:pt x="0" y="111"/>
                  </a:cubicBezTo>
                  <a:cubicBezTo>
                    <a:pt x="96" y="111"/>
                    <a:pt x="96" y="111"/>
                    <a:pt x="96" y="111"/>
                  </a:cubicBezTo>
                  <a:cubicBezTo>
                    <a:pt x="96" y="111"/>
                    <a:pt x="96" y="111"/>
                    <a:pt x="96" y="111"/>
                  </a:cubicBezTo>
                  <a:cubicBezTo>
                    <a:pt x="96" y="111"/>
                    <a:pt x="96" y="111"/>
                    <a:pt x="96" y="111"/>
                  </a:cubicBezTo>
                  <a:cubicBezTo>
                    <a:pt x="96" y="111"/>
                    <a:pt x="97" y="111"/>
                    <a:pt x="97" y="111"/>
                  </a:cubicBezTo>
                  <a:cubicBezTo>
                    <a:pt x="97" y="111"/>
                    <a:pt x="97" y="111"/>
                    <a:pt x="97" y="111"/>
                  </a:cubicBezTo>
                  <a:cubicBezTo>
                    <a:pt x="97" y="111"/>
                    <a:pt x="97" y="111"/>
                    <a:pt x="97" y="111"/>
                  </a:cubicBezTo>
                  <a:cubicBezTo>
                    <a:pt x="97" y="111"/>
                    <a:pt x="97" y="111"/>
                    <a:pt x="97" y="111"/>
                  </a:cubicBezTo>
                  <a:cubicBezTo>
                    <a:pt x="97" y="111"/>
                    <a:pt x="97" y="111"/>
                    <a:pt x="97" y="111"/>
                  </a:cubicBezTo>
                  <a:cubicBezTo>
                    <a:pt x="97" y="111"/>
                    <a:pt x="97" y="111"/>
                    <a:pt x="97" y="111"/>
                  </a:cubicBezTo>
                  <a:cubicBezTo>
                    <a:pt x="97" y="111"/>
                    <a:pt x="97" y="111"/>
                    <a:pt x="97" y="111"/>
                  </a:cubicBezTo>
                  <a:cubicBezTo>
                    <a:pt x="97" y="111"/>
                    <a:pt x="97" y="111"/>
                    <a:pt x="97" y="111"/>
                  </a:cubicBezTo>
                  <a:cubicBezTo>
                    <a:pt x="97" y="111"/>
                    <a:pt x="97" y="111"/>
                    <a:pt x="97" y="111"/>
                  </a:cubicBezTo>
                  <a:cubicBezTo>
                    <a:pt x="97" y="111"/>
                    <a:pt x="97" y="111"/>
                    <a:pt x="97" y="111"/>
                  </a:cubicBezTo>
                  <a:cubicBezTo>
                    <a:pt x="97" y="111"/>
                    <a:pt x="98" y="111"/>
                    <a:pt x="98" y="111"/>
                  </a:cubicBezTo>
                  <a:cubicBezTo>
                    <a:pt x="98" y="111"/>
                    <a:pt x="98" y="111"/>
                    <a:pt x="98" y="111"/>
                  </a:cubicBezTo>
                  <a:cubicBezTo>
                    <a:pt x="98" y="111"/>
                    <a:pt x="98" y="111"/>
                    <a:pt x="98" y="111"/>
                  </a:cubicBezTo>
                  <a:cubicBezTo>
                    <a:pt x="98" y="111"/>
                    <a:pt x="98" y="111"/>
                    <a:pt x="98" y="111"/>
                  </a:cubicBezTo>
                  <a:cubicBezTo>
                    <a:pt x="98" y="111"/>
                    <a:pt x="98" y="111"/>
                    <a:pt x="98" y="111"/>
                  </a:cubicBezTo>
                  <a:cubicBezTo>
                    <a:pt x="98" y="111"/>
                    <a:pt x="98" y="111"/>
                    <a:pt x="98" y="111"/>
                  </a:cubicBezTo>
                  <a:cubicBezTo>
                    <a:pt x="98" y="111"/>
                    <a:pt x="98" y="111"/>
                    <a:pt x="98" y="111"/>
                  </a:cubicBezTo>
                  <a:cubicBezTo>
                    <a:pt x="98" y="111"/>
                    <a:pt x="98" y="111"/>
                    <a:pt x="98" y="111"/>
                  </a:cubicBezTo>
                  <a:cubicBezTo>
                    <a:pt x="98" y="111"/>
                    <a:pt x="98" y="111"/>
                    <a:pt x="98" y="111"/>
                  </a:cubicBezTo>
                  <a:cubicBezTo>
                    <a:pt x="98" y="111"/>
                    <a:pt x="98" y="111"/>
                    <a:pt x="98" y="111"/>
                  </a:cubicBezTo>
                  <a:cubicBezTo>
                    <a:pt x="98" y="111"/>
                    <a:pt x="98" y="111"/>
                    <a:pt x="98" y="111"/>
                  </a:cubicBezTo>
                  <a:cubicBezTo>
                    <a:pt x="99" y="111"/>
                    <a:pt x="99" y="111"/>
                    <a:pt x="99" y="111"/>
                  </a:cubicBezTo>
                  <a:cubicBezTo>
                    <a:pt x="99" y="111"/>
                    <a:pt x="99" y="111"/>
                    <a:pt x="99" y="110"/>
                  </a:cubicBezTo>
                  <a:cubicBezTo>
                    <a:pt x="99" y="110"/>
                    <a:pt x="99" y="110"/>
                    <a:pt x="99" y="110"/>
                  </a:cubicBezTo>
                  <a:cubicBezTo>
                    <a:pt x="99" y="110"/>
                    <a:pt x="99" y="110"/>
                    <a:pt x="99" y="110"/>
                  </a:cubicBezTo>
                  <a:cubicBezTo>
                    <a:pt x="99" y="110"/>
                    <a:pt x="99" y="110"/>
                    <a:pt x="99" y="110"/>
                  </a:cubicBezTo>
                  <a:cubicBezTo>
                    <a:pt x="99" y="110"/>
                    <a:pt x="99" y="110"/>
                    <a:pt x="99" y="110"/>
                  </a:cubicBezTo>
                  <a:cubicBezTo>
                    <a:pt x="99" y="110"/>
                    <a:pt x="99" y="110"/>
                    <a:pt x="99" y="110"/>
                  </a:cubicBezTo>
                  <a:cubicBezTo>
                    <a:pt x="99" y="110"/>
                    <a:pt x="99" y="110"/>
                    <a:pt x="99" y="110"/>
                  </a:cubicBezTo>
                  <a:cubicBezTo>
                    <a:pt x="99" y="110"/>
                    <a:pt x="99" y="110"/>
                    <a:pt x="99" y="110"/>
                  </a:cubicBezTo>
                  <a:cubicBezTo>
                    <a:pt x="99" y="110"/>
                    <a:pt x="99" y="110"/>
                    <a:pt x="99" y="110"/>
                  </a:cubicBezTo>
                  <a:cubicBezTo>
                    <a:pt x="99" y="110"/>
                    <a:pt x="99" y="110"/>
                    <a:pt x="100" y="110"/>
                  </a:cubicBezTo>
                  <a:cubicBezTo>
                    <a:pt x="100" y="110"/>
                    <a:pt x="100" y="110"/>
                    <a:pt x="100" y="110"/>
                  </a:cubicBezTo>
                  <a:cubicBezTo>
                    <a:pt x="100" y="110"/>
                    <a:pt x="100" y="110"/>
                    <a:pt x="100" y="110"/>
                  </a:cubicBezTo>
                  <a:cubicBezTo>
                    <a:pt x="100" y="110"/>
                    <a:pt x="100" y="110"/>
                    <a:pt x="100" y="110"/>
                  </a:cubicBezTo>
                  <a:cubicBezTo>
                    <a:pt x="129" y="100"/>
                    <a:pt x="158" y="81"/>
                    <a:pt x="184" y="61"/>
                  </a:cubicBezTo>
                  <a:cubicBezTo>
                    <a:pt x="184" y="61"/>
                    <a:pt x="184" y="61"/>
                    <a:pt x="184" y="61"/>
                  </a:cubicBezTo>
                  <a:cubicBezTo>
                    <a:pt x="186" y="59"/>
                    <a:pt x="188" y="57"/>
                    <a:pt x="190" y="56"/>
                  </a:cubicBezTo>
                  <a:cubicBezTo>
                    <a:pt x="190" y="56"/>
                    <a:pt x="190" y="56"/>
                    <a:pt x="190" y="56"/>
                  </a:cubicBezTo>
                  <a:cubicBezTo>
                    <a:pt x="190" y="56"/>
                    <a:pt x="190" y="56"/>
                    <a:pt x="190" y="56"/>
                  </a:cubicBezTo>
                  <a:cubicBezTo>
                    <a:pt x="215" y="36"/>
                    <a:pt x="236" y="15"/>
                    <a:pt x="250" y="0"/>
                  </a:cubicBezTo>
                </a:path>
              </a:pathLst>
            </a:custGeom>
            <a:solidFill>
              <a:schemeClr val="accent2">
                <a:lumMod val="5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64" name="Freeform 3063"/>
            <p:cNvSpPr>
              <a:spLocks/>
            </p:cNvSpPr>
            <p:nvPr/>
          </p:nvSpPr>
          <p:spPr bwMode="auto">
            <a:xfrm>
              <a:off x="1901493" y="3816866"/>
              <a:ext cx="69684" cy="1104057"/>
            </a:xfrm>
            <a:custGeom>
              <a:avLst/>
              <a:gdLst/>
              <a:ahLst/>
              <a:cxnLst>
                <a:cxn ang="0">
                  <a:pos x="33" y="0"/>
                </a:cxn>
                <a:cxn ang="0">
                  <a:pos x="0" y="0"/>
                </a:cxn>
                <a:cxn ang="0">
                  <a:pos x="0" y="531"/>
                </a:cxn>
                <a:cxn ang="0">
                  <a:pos x="33" y="522"/>
                </a:cxn>
                <a:cxn ang="0">
                  <a:pos x="33" y="0"/>
                </a:cxn>
              </a:cxnLst>
              <a:rect l="0" t="0" r="r" b="b"/>
              <a:pathLst>
                <a:path w="33" h="531">
                  <a:moveTo>
                    <a:pt x="33" y="0"/>
                  </a:moveTo>
                  <a:lnTo>
                    <a:pt x="0" y="0"/>
                  </a:lnTo>
                  <a:lnTo>
                    <a:pt x="0" y="531"/>
                  </a:lnTo>
                  <a:lnTo>
                    <a:pt x="33" y="522"/>
                  </a:lnTo>
                  <a:lnTo>
                    <a:pt x="33"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65" name="Freeform 3064"/>
            <p:cNvSpPr>
              <a:spLocks/>
            </p:cNvSpPr>
            <p:nvPr/>
          </p:nvSpPr>
          <p:spPr bwMode="auto">
            <a:xfrm>
              <a:off x="1901493" y="4902209"/>
              <a:ext cx="69684" cy="166336"/>
            </a:xfrm>
            <a:custGeom>
              <a:avLst/>
              <a:gdLst/>
              <a:ahLst/>
              <a:cxnLst>
                <a:cxn ang="0">
                  <a:pos x="33" y="0"/>
                </a:cxn>
                <a:cxn ang="0">
                  <a:pos x="0" y="9"/>
                </a:cxn>
                <a:cxn ang="0">
                  <a:pos x="0" y="80"/>
                </a:cxn>
                <a:cxn ang="0">
                  <a:pos x="33" y="73"/>
                </a:cxn>
                <a:cxn ang="0">
                  <a:pos x="33" y="0"/>
                </a:cxn>
              </a:cxnLst>
              <a:rect l="0" t="0" r="r" b="b"/>
              <a:pathLst>
                <a:path w="33" h="80">
                  <a:moveTo>
                    <a:pt x="33" y="0"/>
                  </a:moveTo>
                  <a:lnTo>
                    <a:pt x="0" y="9"/>
                  </a:lnTo>
                  <a:lnTo>
                    <a:pt x="0" y="80"/>
                  </a:lnTo>
                  <a:lnTo>
                    <a:pt x="33" y="73"/>
                  </a:lnTo>
                  <a:lnTo>
                    <a:pt x="33"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66" name="Freeform 3065"/>
            <p:cNvSpPr>
              <a:spLocks/>
            </p:cNvSpPr>
            <p:nvPr/>
          </p:nvSpPr>
          <p:spPr bwMode="auto">
            <a:xfrm>
              <a:off x="1901493" y="5053993"/>
              <a:ext cx="69684" cy="301484"/>
            </a:xfrm>
            <a:custGeom>
              <a:avLst/>
              <a:gdLst/>
              <a:ahLst/>
              <a:cxnLst>
                <a:cxn ang="0">
                  <a:pos x="33" y="0"/>
                </a:cxn>
                <a:cxn ang="0">
                  <a:pos x="0" y="7"/>
                </a:cxn>
                <a:cxn ang="0">
                  <a:pos x="0" y="145"/>
                </a:cxn>
                <a:cxn ang="0">
                  <a:pos x="33" y="145"/>
                </a:cxn>
                <a:cxn ang="0">
                  <a:pos x="33" y="0"/>
                </a:cxn>
              </a:cxnLst>
              <a:rect l="0" t="0" r="r" b="b"/>
              <a:pathLst>
                <a:path w="33" h="145">
                  <a:moveTo>
                    <a:pt x="33" y="0"/>
                  </a:moveTo>
                  <a:lnTo>
                    <a:pt x="0" y="7"/>
                  </a:lnTo>
                  <a:lnTo>
                    <a:pt x="0" y="145"/>
                  </a:lnTo>
                  <a:lnTo>
                    <a:pt x="33" y="145"/>
                  </a:lnTo>
                  <a:lnTo>
                    <a:pt x="33"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67" name="Freeform 3066"/>
            <p:cNvSpPr>
              <a:spLocks/>
            </p:cNvSpPr>
            <p:nvPr/>
          </p:nvSpPr>
          <p:spPr bwMode="auto">
            <a:xfrm>
              <a:off x="3658373" y="3039245"/>
              <a:ext cx="1055817" cy="719404"/>
            </a:xfrm>
            <a:custGeom>
              <a:avLst/>
              <a:gdLst/>
              <a:ahLst/>
              <a:cxnLst>
                <a:cxn ang="0">
                  <a:pos x="199" y="35"/>
                </a:cxn>
                <a:cxn ang="0">
                  <a:pos x="161" y="9"/>
                </a:cxn>
                <a:cxn ang="0">
                  <a:pos x="130" y="0"/>
                </a:cxn>
                <a:cxn ang="0">
                  <a:pos x="5" y="1"/>
                </a:cxn>
                <a:cxn ang="0">
                  <a:pos x="6" y="59"/>
                </a:cxn>
                <a:cxn ang="0">
                  <a:pos x="1" y="134"/>
                </a:cxn>
                <a:cxn ang="0">
                  <a:pos x="14" y="146"/>
                </a:cxn>
                <a:cxn ang="0">
                  <a:pos x="100" y="137"/>
                </a:cxn>
                <a:cxn ang="0">
                  <a:pos x="99" y="134"/>
                </a:cxn>
                <a:cxn ang="0">
                  <a:pos x="96" y="130"/>
                </a:cxn>
                <a:cxn ang="0">
                  <a:pos x="95" y="130"/>
                </a:cxn>
                <a:cxn ang="0">
                  <a:pos x="87" y="116"/>
                </a:cxn>
                <a:cxn ang="0">
                  <a:pos x="90" y="104"/>
                </a:cxn>
                <a:cxn ang="0">
                  <a:pos x="102" y="98"/>
                </a:cxn>
                <a:cxn ang="0">
                  <a:pos x="110" y="97"/>
                </a:cxn>
                <a:cxn ang="0">
                  <a:pos x="122" y="101"/>
                </a:cxn>
                <a:cxn ang="0">
                  <a:pos x="128" y="112"/>
                </a:cxn>
                <a:cxn ang="0">
                  <a:pos x="122" y="127"/>
                </a:cxn>
                <a:cxn ang="0">
                  <a:pos x="119" y="131"/>
                </a:cxn>
                <a:cxn ang="0">
                  <a:pos x="119" y="134"/>
                </a:cxn>
                <a:cxn ang="0">
                  <a:pos x="193" y="122"/>
                </a:cxn>
                <a:cxn ang="0">
                  <a:pos x="209" y="96"/>
                </a:cxn>
                <a:cxn ang="0">
                  <a:pos x="199" y="35"/>
                </a:cxn>
              </a:cxnLst>
              <a:rect l="0" t="0" r="r" b="b"/>
              <a:pathLst>
                <a:path w="211" h="146">
                  <a:moveTo>
                    <a:pt x="199" y="35"/>
                  </a:moveTo>
                  <a:cubicBezTo>
                    <a:pt x="161" y="9"/>
                    <a:pt x="161" y="9"/>
                    <a:pt x="161" y="9"/>
                  </a:cubicBezTo>
                  <a:cubicBezTo>
                    <a:pt x="130" y="0"/>
                    <a:pt x="130" y="0"/>
                    <a:pt x="130" y="0"/>
                  </a:cubicBezTo>
                  <a:cubicBezTo>
                    <a:pt x="5" y="1"/>
                    <a:pt x="5" y="1"/>
                    <a:pt x="5" y="1"/>
                  </a:cubicBezTo>
                  <a:cubicBezTo>
                    <a:pt x="5" y="1"/>
                    <a:pt x="2" y="37"/>
                    <a:pt x="6" y="59"/>
                  </a:cubicBezTo>
                  <a:cubicBezTo>
                    <a:pt x="7" y="66"/>
                    <a:pt x="6" y="96"/>
                    <a:pt x="1" y="134"/>
                  </a:cubicBezTo>
                  <a:cubicBezTo>
                    <a:pt x="1" y="134"/>
                    <a:pt x="0" y="146"/>
                    <a:pt x="14" y="146"/>
                  </a:cubicBezTo>
                  <a:cubicBezTo>
                    <a:pt x="38" y="145"/>
                    <a:pt x="69" y="141"/>
                    <a:pt x="100" y="137"/>
                  </a:cubicBezTo>
                  <a:cubicBezTo>
                    <a:pt x="99" y="134"/>
                    <a:pt x="99" y="134"/>
                    <a:pt x="99" y="134"/>
                  </a:cubicBezTo>
                  <a:cubicBezTo>
                    <a:pt x="99" y="133"/>
                    <a:pt x="99" y="131"/>
                    <a:pt x="96" y="130"/>
                  </a:cubicBezTo>
                  <a:cubicBezTo>
                    <a:pt x="95" y="130"/>
                    <a:pt x="95" y="130"/>
                    <a:pt x="95" y="130"/>
                  </a:cubicBezTo>
                  <a:cubicBezTo>
                    <a:pt x="90" y="127"/>
                    <a:pt x="87" y="122"/>
                    <a:pt x="87" y="116"/>
                  </a:cubicBezTo>
                  <a:cubicBezTo>
                    <a:pt x="86" y="112"/>
                    <a:pt x="87" y="108"/>
                    <a:pt x="90" y="104"/>
                  </a:cubicBezTo>
                  <a:cubicBezTo>
                    <a:pt x="93" y="101"/>
                    <a:pt x="97" y="99"/>
                    <a:pt x="102" y="98"/>
                  </a:cubicBezTo>
                  <a:cubicBezTo>
                    <a:pt x="110" y="97"/>
                    <a:pt x="110" y="97"/>
                    <a:pt x="110" y="97"/>
                  </a:cubicBezTo>
                  <a:cubicBezTo>
                    <a:pt x="114" y="97"/>
                    <a:pt x="119" y="98"/>
                    <a:pt x="122" y="101"/>
                  </a:cubicBezTo>
                  <a:cubicBezTo>
                    <a:pt x="126" y="104"/>
                    <a:pt x="128" y="108"/>
                    <a:pt x="128" y="112"/>
                  </a:cubicBezTo>
                  <a:cubicBezTo>
                    <a:pt x="129" y="118"/>
                    <a:pt x="127" y="124"/>
                    <a:pt x="122" y="127"/>
                  </a:cubicBezTo>
                  <a:cubicBezTo>
                    <a:pt x="120" y="129"/>
                    <a:pt x="119" y="131"/>
                    <a:pt x="119" y="131"/>
                  </a:cubicBezTo>
                  <a:cubicBezTo>
                    <a:pt x="119" y="134"/>
                    <a:pt x="119" y="134"/>
                    <a:pt x="119" y="134"/>
                  </a:cubicBezTo>
                  <a:cubicBezTo>
                    <a:pt x="149" y="130"/>
                    <a:pt x="176" y="125"/>
                    <a:pt x="193" y="122"/>
                  </a:cubicBezTo>
                  <a:cubicBezTo>
                    <a:pt x="209" y="96"/>
                    <a:pt x="209" y="96"/>
                    <a:pt x="209" y="96"/>
                  </a:cubicBezTo>
                  <a:cubicBezTo>
                    <a:pt x="209" y="96"/>
                    <a:pt x="211" y="49"/>
                    <a:pt x="199" y="35"/>
                  </a:cubicBezTo>
                </a:path>
              </a:pathLst>
            </a:custGeom>
            <a:solidFill>
              <a:schemeClr val="accent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68" name="Freeform 3067"/>
            <p:cNvSpPr>
              <a:spLocks/>
            </p:cNvSpPr>
            <p:nvPr/>
          </p:nvSpPr>
          <p:spPr bwMode="auto">
            <a:xfrm>
              <a:off x="3529562" y="3546570"/>
              <a:ext cx="1311325" cy="769305"/>
            </a:xfrm>
            <a:custGeom>
              <a:avLst/>
              <a:gdLst/>
              <a:ahLst/>
              <a:cxnLst>
                <a:cxn ang="0">
                  <a:pos x="258" y="54"/>
                </a:cxn>
                <a:cxn ang="0">
                  <a:pos x="222" y="27"/>
                </a:cxn>
                <a:cxn ang="0">
                  <a:pos x="140" y="40"/>
                </a:cxn>
                <a:cxn ang="0">
                  <a:pos x="139" y="29"/>
                </a:cxn>
                <a:cxn ang="0">
                  <a:pos x="144" y="20"/>
                </a:cxn>
                <a:cxn ang="0">
                  <a:pos x="148" y="10"/>
                </a:cxn>
                <a:cxn ang="0">
                  <a:pos x="137" y="0"/>
                </a:cxn>
                <a:cxn ang="0">
                  <a:pos x="128" y="1"/>
                </a:cxn>
                <a:cxn ang="0">
                  <a:pos x="118" y="13"/>
                </a:cxn>
                <a:cxn ang="0">
                  <a:pos x="124" y="21"/>
                </a:cxn>
                <a:cxn ang="0">
                  <a:pos x="125" y="22"/>
                </a:cxn>
                <a:cxn ang="0">
                  <a:pos x="131" y="30"/>
                </a:cxn>
                <a:cxn ang="0">
                  <a:pos x="131" y="30"/>
                </a:cxn>
                <a:cxn ang="0">
                  <a:pos x="132" y="41"/>
                </a:cxn>
                <a:cxn ang="0">
                  <a:pos x="34" y="51"/>
                </a:cxn>
                <a:cxn ang="0">
                  <a:pos x="22" y="61"/>
                </a:cxn>
                <a:cxn ang="0">
                  <a:pos x="5" y="134"/>
                </a:cxn>
                <a:cxn ang="0">
                  <a:pos x="18" y="150"/>
                </a:cxn>
                <a:cxn ang="0">
                  <a:pos x="125" y="154"/>
                </a:cxn>
                <a:cxn ang="0">
                  <a:pos x="125" y="151"/>
                </a:cxn>
                <a:cxn ang="0">
                  <a:pos x="121" y="147"/>
                </a:cxn>
                <a:cxn ang="0">
                  <a:pos x="121" y="147"/>
                </a:cxn>
                <a:cxn ang="0">
                  <a:pos x="113" y="133"/>
                </a:cxn>
                <a:cxn ang="0">
                  <a:pos x="117" y="121"/>
                </a:cxn>
                <a:cxn ang="0">
                  <a:pos x="129" y="116"/>
                </a:cxn>
                <a:cxn ang="0">
                  <a:pos x="137" y="115"/>
                </a:cxn>
                <a:cxn ang="0">
                  <a:pos x="149" y="120"/>
                </a:cxn>
                <a:cxn ang="0">
                  <a:pos x="155" y="131"/>
                </a:cxn>
                <a:cxn ang="0">
                  <a:pos x="148" y="146"/>
                </a:cxn>
                <a:cxn ang="0">
                  <a:pos x="145" y="150"/>
                </a:cxn>
                <a:cxn ang="0">
                  <a:pos x="145" y="153"/>
                </a:cxn>
                <a:cxn ang="0">
                  <a:pos x="227" y="143"/>
                </a:cxn>
                <a:cxn ang="0">
                  <a:pos x="228" y="143"/>
                </a:cxn>
                <a:cxn ang="0">
                  <a:pos x="228" y="142"/>
                </a:cxn>
                <a:cxn ang="0">
                  <a:pos x="261" y="110"/>
                </a:cxn>
                <a:cxn ang="0">
                  <a:pos x="258" y="54"/>
                </a:cxn>
              </a:cxnLst>
              <a:rect l="0" t="0" r="r" b="b"/>
              <a:pathLst>
                <a:path w="262" h="156">
                  <a:moveTo>
                    <a:pt x="258" y="54"/>
                  </a:moveTo>
                  <a:cubicBezTo>
                    <a:pt x="255" y="48"/>
                    <a:pt x="233" y="33"/>
                    <a:pt x="222" y="27"/>
                  </a:cubicBezTo>
                  <a:cubicBezTo>
                    <a:pt x="204" y="30"/>
                    <a:pt x="173" y="35"/>
                    <a:pt x="140" y="40"/>
                  </a:cubicBezTo>
                  <a:cubicBezTo>
                    <a:pt x="139" y="29"/>
                    <a:pt x="139" y="29"/>
                    <a:pt x="139" y="29"/>
                  </a:cubicBezTo>
                  <a:cubicBezTo>
                    <a:pt x="139" y="26"/>
                    <a:pt x="140" y="23"/>
                    <a:pt x="144" y="20"/>
                  </a:cubicBezTo>
                  <a:cubicBezTo>
                    <a:pt x="147" y="17"/>
                    <a:pt x="149" y="14"/>
                    <a:pt x="148" y="10"/>
                  </a:cubicBezTo>
                  <a:cubicBezTo>
                    <a:pt x="148" y="4"/>
                    <a:pt x="143" y="0"/>
                    <a:pt x="137" y="0"/>
                  </a:cubicBezTo>
                  <a:cubicBezTo>
                    <a:pt x="128" y="1"/>
                    <a:pt x="128" y="1"/>
                    <a:pt x="128" y="1"/>
                  </a:cubicBezTo>
                  <a:cubicBezTo>
                    <a:pt x="122" y="2"/>
                    <a:pt x="118" y="7"/>
                    <a:pt x="118" y="13"/>
                  </a:cubicBezTo>
                  <a:cubicBezTo>
                    <a:pt x="119" y="16"/>
                    <a:pt x="121" y="20"/>
                    <a:pt x="124" y="21"/>
                  </a:cubicBezTo>
                  <a:cubicBezTo>
                    <a:pt x="125" y="22"/>
                    <a:pt x="125" y="22"/>
                    <a:pt x="125" y="22"/>
                  </a:cubicBezTo>
                  <a:cubicBezTo>
                    <a:pt x="130" y="24"/>
                    <a:pt x="131" y="28"/>
                    <a:pt x="131" y="30"/>
                  </a:cubicBezTo>
                  <a:cubicBezTo>
                    <a:pt x="131" y="30"/>
                    <a:pt x="131" y="30"/>
                    <a:pt x="131" y="30"/>
                  </a:cubicBezTo>
                  <a:cubicBezTo>
                    <a:pt x="132" y="41"/>
                    <a:pt x="132" y="41"/>
                    <a:pt x="132" y="41"/>
                  </a:cubicBezTo>
                  <a:cubicBezTo>
                    <a:pt x="97" y="46"/>
                    <a:pt x="61" y="50"/>
                    <a:pt x="34" y="51"/>
                  </a:cubicBezTo>
                  <a:cubicBezTo>
                    <a:pt x="34" y="51"/>
                    <a:pt x="24" y="51"/>
                    <a:pt x="22" y="61"/>
                  </a:cubicBezTo>
                  <a:cubicBezTo>
                    <a:pt x="18" y="85"/>
                    <a:pt x="12" y="110"/>
                    <a:pt x="5" y="134"/>
                  </a:cubicBezTo>
                  <a:cubicBezTo>
                    <a:pt x="5" y="134"/>
                    <a:pt x="0" y="148"/>
                    <a:pt x="18" y="150"/>
                  </a:cubicBezTo>
                  <a:cubicBezTo>
                    <a:pt x="55" y="155"/>
                    <a:pt x="92" y="156"/>
                    <a:pt x="125" y="154"/>
                  </a:cubicBezTo>
                  <a:cubicBezTo>
                    <a:pt x="125" y="151"/>
                    <a:pt x="125" y="151"/>
                    <a:pt x="125" y="151"/>
                  </a:cubicBezTo>
                  <a:cubicBezTo>
                    <a:pt x="125" y="151"/>
                    <a:pt x="124" y="149"/>
                    <a:pt x="121" y="147"/>
                  </a:cubicBezTo>
                  <a:cubicBezTo>
                    <a:pt x="121" y="147"/>
                    <a:pt x="121" y="147"/>
                    <a:pt x="121" y="147"/>
                  </a:cubicBezTo>
                  <a:cubicBezTo>
                    <a:pt x="116" y="144"/>
                    <a:pt x="113" y="139"/>
                    <a:pt x="113" y="133"/>
                  </a:cubicBezTo>
                  <a:cubicBezTo>
                    <a:pt x="113" y="129"/>
                    <a:pt x="114" y="125"/>
                    <a:pt x="117" y="121"/>
                  </a:cubicBezTo>
                  <a:cubicBezTo>
                    <a:pt x="120" y="118"/>
                    <a:pt x="124" y="116"/>
                    <a:pt x="129" y="116"/>
                  </a:cubicBezTo>
                  <a:cubicBezTo>
                    <a:pt x="137" y="115"/>
                    <a:pt x="137" y="115"/>
                    <a:pt x="137" y="115"/>
                  </a:cubicBezTo>
                  <a:cubicBezTo>
                    <a:pt x="142" y="115"/>
                    <a:pt x="146" y="117"/>
                    <a:pt x="149" y="120"/>
                  </a:cubicBezTo>
                  <a:cubicBezTo>
                    <a:pt x="153" y="123"/>
                    <a:pt x="155" y="127"/>
                    <a:pt x="155" y="131"/>
                  </a:cubicBezTo>
                  <a:cubicBezTo>
                    <a:pt x="155" y="137"/>
                    <a:pt x="152" y="143"/>
                    <a:pt x="148" y="146"/>
                  </a:cubicBezTo>
                  <a:cubicBezTo>
                    <a:pt x="145" y="148"/>
                    <a:pt x="145" y="149"/>
                    <a:pt x="145" y="150"/>
                  </a:cubicBezTo>
                  <a:cubicBezTo>
                    <a:pt x="145" y="153"/>
                    <a:pt x="145" y="153"/>
                    <a:pt x="145" y="153"/>
                  </a:cubicBezTo>
                  <a:cubicBezTo>
                    <a:pt x="193" y="150"/>
                    <a:pt x="227" y="143"/>
                    <a:pt x="227" y="143"/>
                  </a:cubicBezTo>
                  <a:cubicBezTo>
                    <a:pt x="228" y="143"/>
                    <a:pt x="228" y="143"/>
                    <a:pt x="228" y="143"/>
                  </a:cubicBezTo>
                  <a:cubicBezTo>
                    <a:pt x="228" y="142"/>
                    <a:pt x="228" y="142"/>
                    <a:pt x="228" y="142"/>
                  </a:cubicBezTo>
                  <a:cubicBezTo>
                    <a:pt x="235" y="136"/>
                    <a:pt x="261" y="120"/>
                    <a:pt x="261" y="110"/>
                  </a:cubicBezTo>
                  <a:cubicBezTo>
                    <a:pt x="261" y="99"/>
                    <a:pt x="262" y="63"/>
                    <a:pt x="258" y="54"/>
                  </a:cubicBezTo>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69" name="Freeform 3068"/>
            <p:cNvSpPr>
              <a:spLocks/>
            </p:cNvSpPr>
            <p:nvPr/>
          </p:nvSpPr>
          <p:spPr bwMode="auto">
            <a:xfrm>
              <a:off x="3343740" y="4143301"/>
              <a:ext cx="1427465" cy="698612"/>
            </a:xfrm>
            <a:custGeom>
              <a:avLst/>
              <a:gdLst/>
              <a:ahLst/>
              <a:cxnLst>
                <a:cxn ang="0">
                  <a:pos x="285" y="76"/>
                </a:cxn>
                <a:cxn ang="0">
                  <a:pos x="266" y="39"/>
                </a:cxn>
                <a:cxn ang="0">
                  <a:pos x="260" y="31"/>
                </a:cxn>
                <a:cxn ang="0">
                  <a:pos x="176" y="41"/>
                </a:cxn>
                <a:cxn ang="0">
                  <a:pos x="176" y="29"/>
                </a:cxn>
                <a:cxn ang="0">
                  <a:pos x="181" y="20"/>
                </a:cxn>
                <a:cxn ang="0">
                  <a:pos x="186" y="11"/>
                </a:cxn>
                <a:cxn ang="0">
                  <a:pos x="175" y="0"/>
                </a:cxn>
                <a:cxn ang="0">
                  <a:pos x="166" y="1"/>
                </a:cxn>
                <a:cxn ang="0">
                  <a:pos x="156" y="12"/>
                </a:cxn>
                <a:cxn ang="0">
                  <a:pos x="161" y="21"/>
                </a:cxn>
                <a:cxn ang="0">
                  <a:pos x="162" y="21"/>
                </a:cxn>
                <a:cxn ang="0">
                  <a:pos x="168" y="30"/>
                </a:cxn>
                <a:cxn ang="0">
                  <a:pos x="168" y="30"/>
                </a:cxn>
                <a:cxn ang="0">
                  <a:pos x="168" y="41"/>
                </a:cxn>
                <a:cxn ang="0">
                  <a:pos x="134" y="42"/>
                </a:cxn>
                <a:cxn ang="0">
                  <a:pos x="43" y="35"/>
                </a:cxn>
                <a:cxn ang="0">
                  <a:pos x="33" y="41"/>
                </a:cxn>
                <a:cxn ang="0">
                  <a:pos x="4" y="95"/>
                </a:cxn>
                <a:cxn ang="0">
                  <a:pos x="6" y="103"/>
                </a:cxn>
                <a:cxn ang="0">
                  <a:pos x="127" y="132"/>
                </a:cxn>
                <a:cxn ang="0">
                  <a:pos x="128" y="129"/>
                </a:cxn>
                <a:cxn ang="0">
                  <a:pos x="125" y="124"/>
                </a:cxn>
                <a:cxn ang="0">
                  <a:pos x="125" y="123"/>
                </a:cxn>
                <a:cxn ang="0">
                  <a:pos x="119" y="109"/>
                </a:cxn>
                <a:cxn ang="0">
                  <a:pos x="126" y="98"/>
                </a:cxn>
                <a:cxn ang="0">
                  <a:pos x="138" y="94"/>
                </a:cxn>
                <a:cxn ang="0">
                  <a:pos x="146" y="95"/>
                </a:cxn>
                <a:cxn ang="0">
                  <a:pos x="157" y="102"/>
                </a:cxn>
                <a:cxn ang="0">
                  <a:pos x="161" y="114"/>
                </a:cxn>
                <a:cxn ang="0">
                  <a:pos x="151" y="127"/>
                </a:cxn>
                <a:cxn ang="0">
                  <a:pos x="148" y="131"/>
                </a:cxn>
                <a:cxn ang="0">
                  <a:pos x="147" y="135"/>
                </a:cxn>
                <a:cxn ang="0">
                  <a:pos x="234" y="142"/>
                </a:cxn>
                <a:cxn ang="0">
                  <a:pos x="272" y="121"/>
                </a:cxn>
                <a:cxn ang="0">
                  <a:pos x="285" y="76"/>
                </a:cxn>
              </a:cxnLst>
              <a:rect l="0" t="0" r="r" b="b"/>
              <a:pathLst>
                <a:path w="285" h="142">
                  <a:moveTo>
                    <a:pt x="285" y="76"/>
                  </a:moveTo>
                  <a:cubicBezTo>
                    <a:pt x="285" y="65"/>
                    <a:pt x="280" y="57"/>
                    <a:pt x="266" y="39"/>
                  </a:cubicBezTo>
                  <a:cubicBezTo>
                    <a:pt x="263" y="35"/>
                    <a:pt x="261" y="33"/>
                    <a:pt x="260" y="31"/>
                  </a:cubicBezTo>
                  <a:cubicBezTo>
                    <a:pt x="248" y="33"/>
                    <a:pt x="216" y="38"/>
                    <a:pt x="176" y="41"/>
                  </a:cubicBezTo>
                  <a:cubicBezTo>
                    <a:pt x="176" y="29"/>
                    <a:pt x="176" y="29"/>
                    <a:pt x="176" y="29"/>
                  </a:cubicBezTo>
                  <a:cubicBezTo>
                    <a:pt x="176" y="27"/>
                    <a:pt x="177" y="23"/>
                    <a:pt x="181" y="20"/>
                  </a:cubicBezTo>
                  <a:cubicBezTo>
                    <a:pt x="184" y="18"/>
                    <a:pt x="186" y="14"/>
                    <a:pt x="186" y="11"/>
                  </a:cubicBezTo>
                  <a:cubicBezTo>
                    <a:pt x="186" y="5"/>
                    <a:pt x="181" y="0"/>
                    <a:pt x="175" y="0"/>
                  </a:cubicBezTo>
                  <a:cubicBezTo>
                    <a:pt x="166" y="1"/>
                    <a:pt x="166" y="1"/>
                    <a:pt x="166" y="1"/>
                  </a:cubicBezTo>
                  <a:cubicBezTo>
                    <a:pt x="160" y="1"/>
                    <a:pt x="156" y="6"/>
                    <a:pt x="156" y="12"/>
                  </a:cubicBezTo>
                  <a:cubicBezTo>
                    <a:pt x="156" y="16"/>
                    <a:pt x="158" y="19"/>
                    <a:pt x="161" y="21"/>
                  </a:cubicBezTo>
                  <a:cubicBezTo>
                    <a:pt x="162" y="21"/>
                    <a:pt x="162" y="21"/>
                    <a:pt x="162" y="21"/>
                  </a:cubicBezTo>
                  <a:cubicBezTo>
                    <a:pt x="166" y="24"/>
                    <a:pt x="167" y="28"/>
                    <a:pt x="168" y="30"/>
                  </a:cubicBezTo>
                  <a:cubicBezTo>
                    <a:pt x="168" y="30"/>
                    <a:pt x="168" y="30"/>
                    <a:pt x="168" y="30"/>
                  </a:cubicBezTo>
                  <a:cubicBezTo>
                    <a:pt x="168" y="41"/>
                    <a:pt x="168" y="41"/>
                    <a:pt x="168" y="41"/>
                  </a:cubicBezTo>
                  <a:cubicBezTo>
                    <a:pt x="157" y="42"/>
                    <a:pt x="146" y="42"/>
                    <a:pt x="134" y="42"/>
                  </a:cubicBezTo>
                  <a:cubicBezTo>
                    <a:pt x="105" y="42"/>
                    <a:pt x="74" y="40"/>
                    <a:pt x="43" y="35"/>
                  </a:cubicBezTo>
                  <a:cubicBezTo>
                    <a:pt x="35" y="34"/>
                    <a:pt x="33" y="41"/>
                    <a:pt x="33" y="41"/>
                  </a:cubicBezTo>
                  <a:cubicBezTo>
                    <a:pt x="25" y="61"/>
                    <a:pt x="15" y="80"/>
                    <a:pt x="4" y="95"/>
                  </a:cubicBezTo>
                  <a:cubicBezTo>
                    <a:pt x="4" y="95"/>
                    <a:pt x="0" y="101"/>
                    <a:pt x="6" y="103"/>
                  </a:cubicBezTo>
                  <a:cubicBezTo>
                    <a:pt x="46" y="117"/>
                    <a:pt x="89" y="126"/>
                    <a:pt x="127" y="132"/>
                  </a:cubicBezTo>
                  <a:cubicBezTo>
                    <a:pt x="128" y="129"/>
                    <a:pt x="128" y="129"/>
                    <a:pt x="128" y="129"/>
                  </a:cubicBezTo>
                  <a:cubicBezTo>
                    <a:pt x="128" y="128"/>
                    <a:pt x="128" y="126"/>
                    <a:pt x="125" y="124"/>
                  </a:cubicBezTo>
                  <a:cubicBezTo>
                    <a:pt x="125" y="123"/>
                    <a:pt x="125" y="123"/>
                    <a:pt x="125" y="123"/>
                  </a:cubicBezTo>
                  <a:cubicBezTo>
                    <a:pt x="121" y="120"/>
                    <a:pt x="118" y="114"/>
                    <a:pt x="119" y="109"/>
                  </a:cubicBezTo>
                  <a:cubicBezTo>
                    <a:pt x="120" y="104"/>
                    <a:pt x="122" y="100"/>
                    <a:pt x="126" y="98"/>
                  </a:cubicBezTo>
                  <a:cubicBezTo>
                    <a:pt x="129" y="95"/>
                    <a:pt x="134" y="94"/>
                    <a:pt x="138" y="94"/>
                  </a:cubicBezTo>
                  <a:cubicBezTo>
                    <a:pt x="146" y="95"/>
                    <a:pt x="146" y="95"/>
                    <a:pt x="146" y="95"/>
                  </a:cubicBezTo>
                  <a:cubicBezTo>
                    <a:pt x="151" y="96"/>
                    <a:pt x="155" y="98"/>
                    <a:pt x="157" y="102"/>
                  </a:cubicBezTo>
                  <a:cubicBezTo>
                    <a:pt x="160" y="105"/>
                    <a:pt x="161" y="110"/>
                    <a:pt x="161" y="114"/>
                  </a:cubicBezTo>
                  <a:cubicBezTo>
                    <a:pt x="160" y="120"/>
                    <a:pt x="157" y="125"/>
                    <a:pt x="151" y="127"/>
                  </a:cubicBezTo>
                  <a:cubicBezTo>
                    <a:pt x="149" y="129"/>
                    <a:pt x="148" y="130"/>
                    <a:pt x="148" y="131"/>
                  </a:cubicBezTo>
                  <a:cubicBezTo>
                    <a:pt x="147" y="135"/>
                    <a:pt x="147" y="135"/>
                    <a:pt x="147" y="135"/>
                  </a:cubicBezTo>
                  <a:cubicBezTo>
                    <a:pt x="190" y="140"/>
                    <a:pt x="223" y="142"/>
                    <a:pt x="234" y="142"/>
                  </a:cubicBezTo>
                  <a:cubicBezTo>
                    <a:pt x="241" y="139"/>
                    <a:pt x="266" y="129"/>
                    <a:pt x="272" y="121"/>
                  </a:cubicBezTo>
                  <a:cubicBezTo>
                    <a:pt x="285" y="106"/>
                    <a:pt x="285" y="86"/>
                    <a:pt x="285" y="76"/>
                  </a:cubicBezTo>
                </a:path>
              </a:pathLst>
            </a:custGeom>
            <a:solidFill>
              <a:schemeClr val="accent6"/>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70" name="Freeform 3069"/>
            <p:cNvSpPr>
              <a:spLocks/>
            </p:cNvSpPr>
            <p:nvPr/>
          </p:nvSpPr>
          <p:spPr bwMode="auto">
            <a:xfrm>
              <a:off x="3153691" y="4629835"/>
              <a:ext cx="1340888" cy="607128"/>
            </a:xfrm>
            <a:custGeom>
              <a:avLst/>
              <a:gdLst/>
              <a:ahLst/>
              <a:cxnLst>
                <a:cxn ang="0">
                  <a:pos x="267" y="51"/>
                </a:cxn>
                <a:cxn ang="0">
                  <a:pos x="178" y="43"/>
                </a:cxn>
                <a:cxn ang="0">
                  <a:pos x="180" y="30"/>
                </a:cxn>
                <a:cxn ang="0">
                  <a:pos x="187" y="23"/>
                </a:cxn>
                <a:cxn ang="0">
                  <a:pos x="193" y="14"/>
                </a:cxn>
                <a:cxn ang="0">
                  <a:pos x="184" y="2"/>
                </a:cxn>
                <a:cxn ang="0">
                  <a:pos x="175" y="1"/>
                </a:cxn>
                <a:cxn ang="0">
                  <a:pos x="163" y="10"/>
                </a:cxn>
                <a:cxn ang="0">
                  <a:pos x="167" y="20"/>
                </a:cxn>
                <a:cxn ang="0">
                  <a:pos x="167" y="20"/>
                </a:cxn>
                <a:cxn ang="0">
                  <a:pos x="172" y="30"/>
                </a:cxn>
                <a:cxn ang="0">
                  <a:pos x="172" y="30"/>
                </a:cxn>
                <a:cxn ang="0">
                  <a:pos x="170" y="42"/>
                </a:cxn>
                <a:cxn ang="0">
                  <a:pos x="38" y="11"/>
                </a:cxn>
                <a:cxn ang="0">
                  <a:pos x="29" y="13"/>
                </a:cxn>
                <a:cxn ang="0">
                  <a:pos x="44" y="84"/>
                </a:cxn>
                <a:cxn ang="0">
                  <a:pos x="85" y="96"/>
                </a:cxn>
                <a:cxn ang="0">
                  <a:pos x="86" y="94"/>
                </a:cxn>
                <a:cxn ang="0">
                  <a:pos x="84" y="89"/>
                </a:cxn>
                <a:cxn ang="0">
                  <a:pos x="84" y="88"/>
                </a:cxn>
                <a:cxn ang="0">
                  <a:pos x="80" y="73"/>
                </a:cxn>
                <a:cxn ang="0">
                  <a:pos x="88" y="63"/>
                </a:cxn>
                <a:cxn ang="0">
                  <a:pos x="101" y="61"/>
                </a:cxn>
                <a:cxn ang="0">
                  <a:pos x="109" y="64"/>
                </a:cxn>
                <a:cxn ang="0">
                  <a:pos x="119" y="71"/>
                </a:cxn>
                <a:cxn ang="0">
                  <a:pos x="121" y="84"/>
                </a:cxn>
                <a:cxn ang="0">
                  <a:pos x="109" y="96"/>
                </a:cxn>
                <a:cxn ang="0">
                  <a:pos x="105" y="99"/>
                </a:cxn>
                <a:cxn ang="0">
                  <a:pos x="105" y="101"/>
                </a:cxn>
                <a:cxn ang="0">
                  <a:pos x="108" y="102"/>
                </a:cxn>
                <a:cxn ang="0">
                  <a:pos x="181" y="118"/>
                </a:cxn>
                <a:cxn ang="0">
                  <a:pos x="250" y="113"/>
                </a:cxn>
                <a:cxn ang="0">
                  <a:pos x="265" y="67"/>
                </a:cxn>
                <a:cxn ang="0">
                  <a:pos x="267" y="51"/>
                </a:cxn>
              </a:cxnLst>
              <a:rect l="0" t="0" r="r" b="b"/>
              <a:pathLst>
                <a:path w="268" h="123">
                  <a:moveTo>
                    <a:pt x="267" y="51"/>
                  </a:moveTo>
                  <a:cubicBezTo>
                    <a:pt x="252" y="50"/>
                    <a:pt x="219" y="48"/>
                    <a:pt x="178" y="43"/>
                  </a:cubicBezTo>
                  <a:cubicBezTo>
                    <a:pt x="180" y="30"/>
                    <a:pt x="180" y="30"/>
                    <a:pt x="180" y="30"/>
                  </a:cubicBezTo>
                  <a:cubicBezTo>
                    <a:pt x="180" y="28"/>
                    <a:pt x="182" y="25"/>
                    <a:pt x="187" y="23"/>
                  </a:cubicBezTo>
                  <a:cubicBezTo>
                    <a:pt x="190" y="21"/>
                    <a:pt x="192" y="18"/>
                    <a:pt x="193" y="14"/>
                  </a:cubicBezTo>
                  <a:cubicBezTo>
                    <a:pt x="194" y="8"/>
                    <a:pt x="189" y="3"/>
                    <a:pt x="184" y="2"/>
                  </a:cubicBezTo>
                  <a:cubicBezTo>
                    <a:pt x="175" y="1"/>
                    <a:pt x="175" y="1"/>
                    <a:pt x="175" y="1"/>
                  </a:cubicBezTo>
                  <a:cubicBezTo>
                    <a:pt x="169" y="0"/>
                    <a:pt x="164" y="5"/>
                    <a:pt x="163" y="10"/>
                  </a:cubicBezTo>
                  <a:cubicBezTo>
                    <a:pt x="163" y="14"/>
                    <a:pt x="164" y="18"/>
                    <a:pt x="167" y="20"/>
                  </a:cubicBezTo>
                  <a:cubicBezTo>
                    <a:pt x="167" y="20"/>
                    <a:pt x="167" y="20"/>
                    <a:pt x="167" y="20"/>
                  </a:cubicBezTo>
                  <a:cubicBezTo>
                    <a:pt x="171" y="24"/>
                    <a:pt x="172" y="28"/>
                    <a:pt x="172" y="30"/>
                  </a:cubicBezTo>
                  <a:cubicBezTo>
                    <a:pt x="172" y="30"/>
                    <a:pt x="172" y="30"/>
                    <a:pt x="172" y="30"/>
                  </a:cubicBezTo>
                  <a:cubicBezTo>
                    <a:pt x="170" y="42"/>
                    <a:pt x="170" y="42"/>
                    <a:pt x="170" y="42"/>
                  </a:cubicBezTo>
                  <a:cubicBezTo>
                    <a:pt x="129" y="35"/>
                    <a:pt x="82" y="26"/>
                    <a:pt x="38" y="11"/>
                  </a:cubicBezTo>
                  <a:cubicBezTo>
                    <a:pt x="32" y="9"/>
                    <a:pt x="29" y="13"/>
                    <a:pt x="29" y="13"/>
                  </a:cubicBezTo>
                  <a:cubicBezTo>
                    <a:pt x="21" y="25"/>
                    <a:pt x="0" y="63"/>
                    <a:pt x="44" y="84"/>
                  </a:cubicBezTo>
                  <a:cubicBezTo>
                    <a:pt x="44" y="84"/>
                    <a:pt x="53" y="88"/>
                    <a:pt x="85" y="96"/>
                  </a:cubicBezTo>
                  <a:cubicBezTo>
                    <a:pt x="86" y="94"/>
                    <a:pt x="86" y="94"/>
                    <a:pt x="86" y="94"/>
                  </a:cubicBezTo>
                  <a:cubicBezTo>
                    <a:pt x="86" y="93"/>
                    <a:pt x="86" y="91"/>
                    <a:pt x="84" y="89"/>
                  </a:cubicBezTo>
                  <a:cubicBezTo>
                    <a:pt x="84" y="88"/>
                    <a:pt x="84" y="88"/>
                    <a:pt x="84" y="88"/>
                  </a:cubicBezTo>
                  <a:cubicBezTo>
                    <a:pt x="80" y="84"/>
                    <a:pt x="79" y="79"/>
                    <a:pt x="80" y="73"/>
                  </a:cubicBezTo>
                  <a:cubicBezTo>
                    <a:pt x="81" y="69"/>
                    <a:pt x="84" y="65"/>
                    <a:pt x="88" y="63"/>
                  </a:cubicBezTo>
                  <a:cubicBezTo>
                    <a:pt x="92" y="61"/>
                    <a:pt x="97" y="60"/>
                    <a:pt x="101" y="61"/>
                  </a:cubicBezTo>
                  <a:cubicBezTo>
                    <a:pt x="109" y="64"/>
                    <a:pt x="109" y="64"/>
                    <a:pt x="109" y="64"/>
                  </a:cubicBezTo>
                  <a:cubicBezTo>
                    <a:pt x="113" y="65"/>
                    <a:pt x="117" y="68"/>
                    <a:pt x="119" y="71"/>
                  </a:cubicBezTo>
                  <a:cubicBezTo>
                    <a:pt x="121" y="75"/>
                    <a:pt x="122" y="80"/>
                    <a:pt x="121" y="84"/>
                  </a:cubicBezTo>
                  <a:cubicBezTo>
                    <a:pt x="119" y="90"/>
                    <a:pt x="115" y="94"/>
                    <a:pt x="109" y="96"/>
                  </a:cubicBezTo>
                  <a:cubicBezTo>
                    <a:pt x="107" y="97"/>
                    <a:pt x="106" y="98"/>
                    <a:pt x="105" y="99"/>
                  </a:cubicBezTo>
                  <a:cubicBezTo>
                    <a:pt x="105" y="101"/>
                    <a:pt x="105" y="101"/>
                    <a:pt x="105" y="101"/>
                  </a:cubicBezTo>
                  <a:cubicBezTo>
                    <a:pt x="106" y="102"/>
                    <a:pt x="107" y="102"/>
                    <a:pt x="108" y="102"/>
                  </a:cubicBezTo>
                  <a:cubicBezTo>
                    <a:pt x="162" y="115"/>
                    <a:pt x="181" y="118"/>
                    <a:pt x="181" y="118"/>
                  </a:cubicBezTo>
                  <a:cubicBezTo>
                    <a:pt x="192" y="118"/>
                    <a:pt x="233" y="123"/>
                    <a:pt x="250" y="113"/>
                  </a:cubicBezTo>
                  <a:cubicBezTo>
                    <a:pt x="267" y="102"/>
                    <a:pt x="268" y="78"/>
                    <a:pt x="265" y="67"/>
                  </a:cubicBezTo>
                  <a:cubicBezTo>
                    <a:pt x="264" y="62"/>
                    <a:pt x="266" y="56"/>
                    <a:pt x="267" y="51"/>
                  </a:cubicBezTo>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71" name="Freeform 3070"/>
            <p:cNvSpPr>
              <a:spLocks/>
            </p:cNvSpPr>
            <p:nvPr/>
          </p:nvSpPr>
          <p:spPr bwMode="auto">
            <a:xfrm>
              <a:off x="2482191" y="4827360"/>
              <a:ext cx="1526712" cy="600889"/>
            </a:xfrm>
            <a:custGeom>
              <a:avLst/>
              <a:gdLst/>
              <a:ahLst/>
              <a:cxnLst>
                <a:cxn ang="0">
                  <a:pos x="230" y="68"/>
                </a:cxn>
                <a:cxn ang="0">
                  <a:pos x="234" y="57"/>
                </a:cxn>
                <a:cxn ang="0">
                  <a:pos x="242" y="50"/>
                </a:cxn>
                <a:cxn ang="0">
                  <a:pos x="249" y="43"/>
                </a:cxn>
                <a:cxn ang="0">
                  <a:pos x="241" y="29"/>
                </a:cxn>
                <a:cxn ang="0">
                  <a:pos x="233" y="27"/>
                </a:cxn>
                <a:cxn ang="0">
                  <a:pos x="220" y="35"/>
                </a:cxn>
                <a:cxn ang="0">
                  <a:pos x="222" y="45"/>
                </a:cxn>
                <a:cxn ang="0">
                  <a:pos x="223" y="45"/>
                </a:cxn>
                <a:cxn ang="0">
                  <a:pos x="226" y="55"/>
                </a:cxn>
                <a:cxn ang="0">
                  <a:pos x="226" y="55"/>
                </a:cxn>
                <a:cxn ang="0">
                  <a:pos x="223" y="66"/>
                </a:cxn>
                <a:cxn ang="0">
                  <a:pos x="164" y="46"/>
                </a:cxn>
                <a:cxn ang="0">
                  <a:pos x="141" y="0"/>
                </a:cxn>
                <a:cxn ang="0">
                  <a:pos x="98" y="42"/>
                </a:cxn>
                <a:cxn ang="0">
                  <a:pos x="84" y="54"/>
                </a:cxn>
                <a:cxn ang="0">
                  <a:pos x="85" y="56"/>
                </a:cxn>
                <a:cxn ang="0">
                  <a:pos x="90" y="57"/>
                </a:cxn>
                <a:cxn ang="0">
                  <a:pos x="91" y="57"/>
                </a:cxn>
                <a:cxn ang="0">
                  <a:pos x="105" y="63"/>
                </a:cxn>
                <a:cxn ang="0">
                  <a:pos x="109" y="76"/>
                </a:cxn>
                <a:cxn ang="0">
                  <a:pos x="102" y="87"/>
                </a:cxn>
                <a:cxn ang="0">
                  <a:pos x="96" y="92"/>
                </a:cxn>
                <a:cxn ang="0">
                  <a:pos x="83" y="96"/>
                </a:cxn>
                <a:cxn ang="0">
                  <a:pos x="72" y="90"/>
                </a:cxn>
                <a:cxn ang="0">
                  <a:pos x="69" y="74"/>
                </a:cxn>
                <a:cxn ang="0">
                  <a:pos x="69" y="69"/>
                </a:cxn>
                <a:cxn ang="0">
                  <a:pos x="68" y="67"/>
                </a:cxn>
                <a:cxn ang="0">
                  <a:pos x="0" y="109"/>
                </a:cxn>
                <a:cxn ang="0">
                  <a:pos x="140" y="117"/>
                </a:cxn>
                <a:cxn ang="0">
                  <a:pos x="203" y="122"/>
                </a:cxn>
                <a:cxn ang="0">
                  <a:pos x="255" y="106"/>
                </a:cxn>
                <a:cxn ang="0">
                  <a:pos x="305" y="84"/>
                </a:cxn>
                <a:cxn ang="0">
                  <a:pos x="230" y="68"/>
                </a:cxn>
              </a:cxnLst>
              <a:rect l="0" t="0" r="r" b="b"/>
              <a:pathLst>
                <a:path w="305" h="122">
                  <a:moveTo>
                    <a:pt x="230" y="68"/>
                  </a:moveTo>
                  <a:cubicBezTo>
                    <a:pt x="234" y="57"/>
                    <a:pt x="234" y="57"/>
                    <a:pt x="234" y="57"/>
                  </a:cubicBezTo>
                  <a:cubicBezTo>
                    <a:pt x="235" y="55"/>
                    <a:pt x="237" y="52"/>
                    <a:pt x="242" y="50"/>
                  </a:cubicBezTo>
                  <a:cubicBezTo>
                    <a:pt x="245" y="49"/>
                    <a:pt x="248" y="46"/>
                    <a:pt x="249" y="43"/>
                  </a:cubicBezTo>
                  <a:cubicBezTo>
                    <a:pt x="251" y="37"/>
                    <a:pt x="247" y="31"/>
                    <a:pt x="241" y="29"/>
                  </a:cubicBezTo>
                  <a:cubicBezTo>
                    <a:pt x="233" y="27"/>
                    <a:pt x="233" y="27"/>
                    <a:pt x="233" y="27"/>
                  </a:cubicBezTo>
                  <a:cubicBezTo>
                    <a:pt x="227" y="26"/>
                    <a:pt x="222" y="29"/>
                    <a:pt x="220" y="35"/>
                  </a:cubicBezTo>
                  <a:cubicBezTo>
                    <a:pt x="219" y="38"/>
                    <a:pt x="220" y="42"/>
                    <a:pt x="222" y="45"/>
                  </a:cubicBezTo>
                  <a:cubicBezTo>
                    <a:pt x="223" y="45"/>
                    <a:pt x="223" y="45"/>
                    <a:pt x="223" y="45"/>
                  </a:cubicBezTo>
                  <a:cubicBezTo>
                    <a:pt x="226" y="49"/>
                    <a:pt x="226" y="53"/>
                    <a:pt x="226" y="55"/>
                  </a:cubicBezTo>
                  <a:cubicBezTo>
                    <a:pt x="226" y="55"/>
                    <a:pt x="226" y="55"/>
                    <a:pt x="226" y="55"/>
                  </a:cubicBezTo>
                  <a:cubicBezTo>
                    <a:pt x="223" y="66"/>
                    <a:pt x="223" y="66"/>
                    <a:pt x="223" y="66"/>
                  </a:cubicBezTo>
                  <a:cubicBezTo>
                    <a:pt x="200" y="60"/>
                    <a:pt x="178" y="53"/>
                    <a:pt x="164" y="46"/>
                  </a:cubicBezTo>
                  <a:cubicBezTo>
                    <a:pt x="141" y="33"/>
                    <a:pt x="138" y="15"/>
                    <a:pt x="141" y="0"/>
                  </a:cubicBezTo>
                  <a:cubicBezTo>
                    <a:pt x="131" y="11"/>
                    <a:pt x="116" y="26"/>
                    <a:pt x="98" y="42"/>
                  </a:cubicBezTo>
                  <a:cubicBezTo>
                    <a:pt x="93" y="46"/>
                    <a:pt x="88" y="50"/>
                    <a:pt x="84" y="54"/>
                  </a:cubicBezTo>
                  <a:cubicBezTo>
                    <a:pt x="85" y="56"/>
                    <a:pt x="85" y="56"/>
                    <a:pt x="85" y="56"/>
                  </a:cubicBezTo>
                  <a:cubicBezTo>
                    <a:pt x="85" y="56"/>
                    <a:pt x="87" y="57"/>
                    <a:pt x="90" y="57"/>
                  </a:cubicBezTo>
                  <a:cubicBezTo>
                    <a:pt x="91" y="57"/>
                    <a:pt x="91" y="57"/>
                    <a:pt x="91" y="57"/>
                  </a:cubicBezTo>
                  <a:cubicBezTo>
                    <a:pt x="96" y="57"/>
                    <a:pt x="101" y="59"/>
                    <a:pt x="105" y="63"/>
                  </a:cubicBezTo>
                  <a:cubicBezTo>
                    <a:pt x="108" y="67"/>
                    <a:pt x="109" y="71"/>
                    <a:pt x="109" y="76"/>
                  </a:cubicBezTo>
                  <a:cubicBezTo>
                    <a:pt x="108" y="80"/>
                    <a:pt x="106" y="84"/>
                    <a:pt x="102" y="87"/>
                  </a:cubicBezTo>
                  <a:cubicBezTo>
                    <a:pt x="96" y="92"/>
                    <a:pt x="96" y="92"/>
                    <a:pt x="96" y="92"/>
                  </a:cubicBezTo>
                  <a:cubicBezTo>
                    <a:pt x="92" y="95"/>
                    <a:pt x="88" y="96"/>
                    <a:pt x="83" y="96"/>
                  </a:cubicBezTo>
                  <a:cubicBezTo>
                    <a:pt x="79" y="95"/>
                    <a:pt x="75" y="93"/>
                    <a:pt x="72" y="90"/>
                  </a:cubicBezTo>
                  <a:cubicBezTo>
                    <a:pt x="68" y="85"/>
                    <a:pt x="67" y="79"/>
                    <a:pt x="69" y="74"/>
                  </a:cubicBezTo>
                  <a:cubicBezTo>
                    <a:pt x="70" y="71"/>
                    <a:pt x="70" y="69"/>
                    <a:pt x="69" y="69"/>
                  </a:cubicBezTo>
                  <a:cubicBezTo>
                    <a:pt x="68" y="67"/>
                    <a:pt x="68" y="67"/>
                    <a:pt x="68" y="67"/>
                  </a:cubicBezTo>
                  <a:cubicBezTo>
                    <a:pt x="44" y="85"/>
                    <a:pt x="21" y="99"/>
                    <a:pt x="0" y="109"/>
                  </a:cubicBezTo>
                  <a:cubicBezTo>
                    <a:pt x="140" y="117"/>
                    <a:pt x="140" y="117"/>
                    <a:pt x="140" y="117"/>
                  </a:cubicBezTo>
                  <a:cubicBezTo>
                    <a:pt x="203" y="122"/>
                    <a:pt x="203" y="122"/>
                    <a:pt x="203" y="122"/>
                  </a:cubicBezTo>
                  <a:cubicBezTo>
                    <a:pt x="255" y="106"/>
                    <a:pt x="255" y="106"/>
                    <a:pt x="255" y="106"/>
                  </a:cubicBezTo>
                  <a:cubicBezTo>
                    <a:pt x="265" y="102"/>
                    <a:pt x="298" y="87"/>
                    <a:pt x="305" y="84"/>
                  </a:cubicBezTo>
                  <a:cubicBezTo>
                    <a:pt x="290" y="81"/>
                    <a:pt x="260" y="76"/>
                    <a:pt x="230" y="68"/>
                  </a:cubicBezTo>
                </a:path>
              </a:pathLst>
            </a:custGeom>
            <a:solidFill>
              <a:schemeClr val="tx2">
                <a:lumMod val="75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72" name="Freeform 24"/>
            <p:cNvSpPr>
              <a:spLocks/>
            </p:cNvSpPr>
            <p:nvPr/>
          </p:nvSpPr>
          <p:spPr bwMode="auto">
            <a:xfrm>
              <a:off x="3664707" y="3078749"/>
              <a:ext cx="603928" cy="679900"/>
            </a:xfrm>
            <a:custGeom>
              <a:avLst/>
              <a:gdLst/>
              <a:ahLst/>
              <a:cxnLst>
                <a:cxn ang="0">
                  <a:pos x="4" y="0"/>
                </a:cxn>
                <a:cxn ang="0">
                  <a:pos x="4" y="1"/>
                </a:cxn>
                <a:cxn ang="0">
                  <a:pos x="4" y="2"/>
                </a:cxn>
                <a:cxn ang="0">
                  <a:pos x="4" y="4"/>
                </a:cxn>
                <a:cxn ang="0">
                  <a:pos x="3" y="8"/>
                </a:cxn>
                <a:cxn ang="0">
                  <a:pos x="3" y="9"/>
                </a:cxn>
                <a:cxn ang="0">
                  <a:pos x="3" y="11"/>
                </a:cxn>
                <a:cxn ang="0">
                  <a:pos x="3" y="12"/>
                </a:cxn>
                <a:cxn ang="0">
                  <a:pos x="3" y="15"/>
                </a:cxn>
                <a:cxn ang="0">
                  <a:pos x="3" y="16"/>
                </a:cxn>
                <a:cxn ang="0">
                  <a:pos x="3" y="25"/>
                </a:cxn>
                <a:cxn ang="0">
                  <a:pos x="5" y="51"/>
                </a:cxn>
                <a:cxn ang="0">
                  <a:pos x="5" y="61"/>
                </a:cxn>
                <a:cxn ang="0">
                  <a:pos x="0" y="126"/>
                </a:cxn>
                <a:cxn ang="0">
                  <a:pos x="0" y="127"/>
                </a:cxn>
                <a:cxn ang="0">
                  <a:pos x="12" y="138"/>
                </a:cxn>
                <a:cxn ang="0">
                  <a:pos x="13" y="138"/>
                </a:cxn>
                <a:cxn ang="0">
                  <a:pos x="54" y="135"/>
                </a:cxn>
                <a:cxn ang="0">
                  <a:pos x="29" y="117"/>
                </a:cxn>
                <a:cxn ang="0">
                  <a:pos x="33" y="53"/>
                </a:cxn>
                <a:cxn ang="0">
                  <a:pos x="101" y="35"/>
                </a:cxn>
                <a:cxn ang="0">
                  <a:pos x="111" y="17"/>
                </a:cxn>
                <a:cxn ang="0">
                  <a:pos x="4" y="0"/>
                </a:cxn>
              </a:cxnLst>
              <a:rect l="0" t="0" r="r" b="b"/>
              <a:pathLst>
                <a:path w="121" h="138">
                  <a:moveTo>
                    <a:pt x="4" y="0"/>
                  </a:moveTo>
                  <a:cubicBezTo>
                    <a:pt x="4" y="1"/>
                    <a:pt x="4" y="1"/>
                    <a:pt x="4" y="1"/>
                  </a:cubicBezTo>
                  <a:cubicBezTo>
                    <a:pt x="4" y="1"/>
                    <a:pt x="4" y="2"/>
                    <a:pt x="4" y="2"/>
                  </a:cubicBezTo>
                  <a:cubicBezTo>
                    <a:pt x="4" y="3"/>
                    <a:pt x="4" y="3"/>
                    <a:pt x="4" y="4"/>
                  </a:cubicBezTo>
                  <a:cubicBezTo>
                    <a:pt x="3" y="5"/>
                    <a:pt x="3" y="6"/>
                    <a:pt x="3" y="8"/>
                  </a:cubicBezTo>
                  <a:cubicBezTo>
                    <a:pt x="3" y="9"/>
                    <a:pt x="3" y="9"/>
                    <a:pt x="3" y="9"/>
                  </a:cubicBezTo>
                  <a:cubicBezTo>
                    <a:pt x="3" y="9"/>
                    <a:pt x="3" y="10"/>
                    <a:pt x="3" y="11"/>
                  </a:cubicBezTo>
                  <a:cubicBezTo>
                    <a:pt x="3" y="11"/>
                    <a:pt x="3" y="12"/>
                    <a:pt x="3" y="12"/>
                  </a:cubicBezTo>
                  <a:cubicBezTo>
                    <a:pt x="3" y="13"/>
                    <a:pt x="3" y="14"/>
                    <a:pt x="3" y="15"/>
                  </a:cubicBezTo>
                  <a:cubicBezTo>
                    <a:pt x="3" y="15"/>
                    <a:pt x="3" y="16"/>
                    <a:pt x="3" y="16"/>
                  </a:cubicBezTo>
                  <a:cubicBezTo>
                    <a:pt x="3" y="19"/>
                    <a:pt x="3" y="22"/>
                    <a:pt x="3" y="25"/>
                  </a:cubicBezTo>
                  <a:cubicBezTo>
                    <a:pt x="3" y="34"/>
                    <a:pt x="3" y="43"/>
                    <a:pt x="5" y="51"/>
                  </a:cubicBezTo>
                  <a:cubicBezTo>
                    <a:pt x="5" y="53"/>
                    <a:pt x="5" y="56"/>
                    <a:pt x="5" y="61"/>
                  </a:cubicBezTo>
                  <a:cubicBezTo>
                    <a:pt x="5" y="74"/>
                    <a:pt x="4" y="98"/>
                    <a:pt x="0" y="126"/>
                  </a:cubicBezTo>
                  <a:cubicBezTo>
                    <a:pt x="0" y="126"/>
                    <a:pt x="0" y="126"/>
                    <a:pt x="0" y="127"/>
                  </a:cubicBezTo>
                  <a:cubicBezTo>
                    <a:pt x="0" y="129"/>
                    <a:pt x="1" y="138"/>
                    <a:pt x="12" y="138"/>
                  </a:cubicBezTo>
                  <a:cubicBezTo>
                    <a:pt x="12" y="138"/>
                    <a:pt x="13" y="138"/>
                    <a:pt x="13" y="138"/>
                  </a:cubicBezTo>
                  <a:cubicBezTo>
                    <a:pt x="25" y="137"/>
                    <a:pt x="39" y="136"/>
                    <a:pt x="54" y="135"/>
                  </a:cubicBezTo>
                  <a:cubicBezTo>
                    <a:pt x="29" y="132"/>
                    <a:pt x="29" y="117"/>
                    <a:pt x="29" y="117"/>
                  </a:cubicBezTo>
                  <a:cubicBezTo>
                    <a:pt x="33" y="53"/>
                    <a:pt x="33" y="53"/>
                    <a:pt x="33" y="53"/>
                  </a:cubicBezTo>
                  <a:cubicBezTo>
                    <a:pt x="57" y="44"/>
                    <a:pt x="89" y="39"/>
                    <a:pt x="101" y="35"/>
                  </a:cubicBezTo>
                  <a:cubicBezTo>
                    <a:pt x="121" y="28"/>
                    <a:pt x="121" y="28"/>
                    <a:pt x="111" y="17"/>
                  </a:cubicBezTo>
                  <a:cubicBezTo>
                    <a:pt x="102" y="8"/>
                    <a:pt x="21" y="2"/>
                    <a:pt x="4" y="0"/>
                  </a:cubicBezTo>
                </a:path>
              </a:pathLst>
            </a:custGeom>
            <a:solidFill>
              <a:schemeClr val="accent4">
                <a:lumMod val="75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73" name="Freeform 25"/>
            <p:cNvSpPr>
              <a:spLocks noEditPoints="1"/>
            </p:cNvSpPr>
            <p:nvPr/>
          </p:nvSpPr>
          <p:spPr bwMode="auto">
            <a:xfrm>
              <a:off x="3618251" y="3791916"/>
              <a:ext cx="156261" cy="499009"/>
            </a:xfrm>
            <a:custGeom>
              <a:avLst/>
              <a:gdLst/>
              <a:ahLst/>
              <a:cxnLst>
                <a:cxn ang="0">
                  <a:pos x="0" y="100"/>
                </a:cxn>
                <a:cxn ang="0">
                  <a:pos x="9" y="101"/>
                </a:cxn>
                <a:cxn ang="0">
                  <a:pos x="0" y="100"/>
                </a:cxn>
                <a:cxn ang="0">
                  <a:pos x="31" y="0"/>
                </a:cxn>
                <a:cxn ang="0">
                  <a:pos x="20" y="1"/>
                </a:cxn>
                <a:cxn ang="0">
                  <a:pos x="31" y="0"/>
                </a:cxn>
                <a:cxn ang="0">
                  <a:pos x="31" y="0"/>
                </a:cxn>
              </a:cxnLst>
              <a:rect l="0" t="0" r="r" b="b"/>
              <a:pathLst>
                <a:path w="31" h="101">
                  <a:moveTo>
                    <a:pt x="0" y="100"/>
                  </a:moveTo>
                  <a:cubicBezTo>
                    <a:pt x="3" y="101"/>
                    <a:pt x="6" y="101"/>
                    <a:pt x="9" y="101"/>
                  </a:cubicBezTo>
                  <a:cubicBezTo>
                    <a:pt x="6" y="101"/>
                    <a:pt x="3" y="101"/>
                    <a:pt x="0" y="100"/>
                  </a:cubicBezTo>
                  <a:moveTo>
                    <a:pt x="31" y="0"/>
                  </a:moveTo>
                  <a:cubicBezTo>
                    <a:pt x="27" y="1"/>
                    <a:pt x="23" y="1"/>
                    <a:pt x="20" y="1"/>
                  </a:cubicBezTo>
                  <a:cubicBezTo>
                    <a:pt x="23" y="1"/>
                    <a:pt x="27" y="1"/>
                    <a:pt x="31" y="0"/>
                  </a:cubicBezTo>
                  <a:cubicBezTo>
                    <a:pt x="31" y="0"/>
                    <a:pt x="31" y="0"/>
                    <a:pt x="31" y="0"/>
                  </a:cubicBezTo>
                </a:path>
              </a:pathLst>
            </a:custGeom>
            <a:solidFill>
              <a:srgbClr val="FFCE67"/>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74" name="Freeform 26"/>
            <p:cNvSpPr>
              <a:spLocks/>
            </p:cNvSpPr>
            <p:nvPr/>
          </p:nvSpPr>
          <p:spPr bwMode="auto">
            <a:xfrm>
              <a:off x="3548568" y="3791915"/>
              <a:ext cx="270289" cy="513563"/>
            </a:xfrm>
            <a:custGeom>
              <a:avLst/>
              <a:gdLst/>
              <a:ahLst/>
              <a:cxnLst>
                <a:cxn ang="0">
                  <a:pos x="45" y="0"/>
                </a:cxn>
                <a:cxn ang="0">
                  <a:pos x="34" y="1"/>
                </a:cxn>
                <a:cxn ang="0">
                  <a:pos x="30" y="1"/>
                </a:cxn>
                <a:cxn ang="0">
                  <a:pos x="30" y="1"/>
                </a:cxn>
                <a:cxn ang="0">
                  <a:pos x="18" y="11"/>
                </a:cxn>
                <a:cxn ang="0">
                  <a:pos x="1" y="84"/>
                </a:cxn>
                <a:cxn ang="0">
                  <a:pos x="0" y="88"/>
                </a:cxn>
                <a:cxn ang="0">
                  <a:pos x="14" y="100"/>
                </a:cxn>
                <a:cxn ang="0">
                  <a:pos x="14" y="100"/>
                </a:cxn>
                <a:cxn ang="0">
                  <a:pos x="23" y="101"/>
                </a:cxn>
                <a:cxn ang="0">
                  <a:pos x="54" y="104"/>
                </a:cxn>
                <a:cxn ang="0">
                  <a:pos x="28" y="78"/>
                </a:cxn>
                <a:cxn ang="0">
                  <a:pos x="45" y="0"/>
                </a:cxn>
              </a:cxnLst>
              <a:rect l="0" t="0" r="r" b="b"/>
              <a:pathLst>
                <a:path w="54" h="104">
                  <a:moveTo>
                    <a:pt x="45" y="0"/>
                  </a:moveTo>
                  <a:cubicBezTo>
                    <a:pt x="41" y="1"/>
                    <a:pt x="37" y="1"/>
                    <a:pt x="34" y="1"/>
                  </a:cubicBezTo>
                  <a:cubicBezTo>
                    <a:pt x="33" y="1"/>
                    <a:pt x="31" y="1"/>
                    <a:pt x="30" y="1"/>
                  </a:cubicBezTo>
                  <a:cubicBezTo>
                    <a:pt x="30" y="1"/>
                    <a:pt x="30" y="1"/>
                    <a:pt x="30" y="1"/>
                  </a:cubicBezTo>
                  <a:cubicBezTo>
                    <a:pt x="30" y="1"/>
                    <a:pt x="20" y="1"/>
                    <a:pt x="18" y="11"/>
                  </a:cubicBezTo>
                  <a:cubicBezTo>
                    <a:pt x="14" y="35"/>
                    <a:pt x="8" y="60"/>
                    <a:pt x="1" y="84"/>
                  </a:cubicBezTo>
                  <a:cubicBezTo>
                    <a:pt x="1" y="84"/>
                    <a:pt x="0" y="86"/>
                    <a:pt x="0" y="88"/>
                  </a:cubicBezTo>
                  <a:cubicBezTo>
                    <a:pt x="0" y="92"/>
                    <a:pt x="3" y="99"/>
                    <a:pt x="14" y="100"/>
                  </a:cubicBezTo>
                  <a:cubicBezTo>
                    <a:pt x="14" y="100"/>
                    <a:pt x="14" y="100"/>
                    <a:pt x="14" y="100"/>
                  </a:cubicBezTo>
                  <a:cubicBezTo>
                    <a:pt x="17" y="101"/>
                    <a:pt x="20" y="101"/>
                    <a:pt x="23" y="101"/>
                  </a:cubicBezTo>
                  <a:cubicBezTo>
                    <a:pt x="33" y="103"/>
                    <a:pt x="44" y="103"/>
                    <a:pt x="54" y="104"/>
                  </a:cubicBezTo>
                  <a:cubicBezTo>
                    <a:pt x="29" y="99"/>
                    <a:pt x="28" y="78"/>
                    <a:pt x="28" y="78"/>
                  </a:cubicBezTo>
                  <a:cubicBezTo>
                    <a:pt x="45" y="0"/>
                    <a:pt x="45" y="0"/>
                    <a:pt x="45" y="0"/>
                  </a:cubicBezTo>
                </a:path>
              </a:pathLst>
            </a:custGeom>
            <a:solidFill>
              <a:schemeClr val="accent5">
                <a:lumMod val="75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75" name="Freeform 3074"/>
            <p:cNvSpPr>
              <a:spLocks noEditPoints="1"/>
            </p:cNvSpPr>
            <p:nvPr/>
          </p:nvSpPr>
          <p:spPr bwMode="auto">
            <a:xfrm>
              <a:off x="3373302" y="4320034"/>
              <a:ext cx="266065" cy="399207"/>
            </a:xfrm>
            <a:custGeom>
              <a:avLst/>
              <a:gdLst/>
              <a:ahLst/>
              <a:cxnLst>
                <a:cxn ang="0">
                  <a:pos x="30" y="77"/>
                </a:cxn>
                <a:cxn ang="0">
                  <a:pos x="45" y="81"/>
                </a:cxn>
                <a:cxn ang="0">
                  <a:pos x="45" y="81"/>
                </a:cxn>
                <a:cxn ang="0">
                  <a:pos x="30" y="77"/>
                </a:cxn>
                <a:cxn ang="0">
                  <a:pos x="29" y="76"/>
                </a:cxn>
                <a:cxn ang="0">
                  <a:pos x="29" y="76"/>
                </a:cxn>
                <a:cxn ang="0">
                  <a:pos x="29" y="76"/>
                </a:cxn>
                <a:cxn ang="0">
                  <a:pos x="5" y="69"/>
                </a:cxn>
                <a:cxn ang="0">
                  <a:pos x="5" y="69"/>
                </a:cxn>
                <a:cxn ang="0">
                  <a:pos x="5" y="69"/>
                </a:cxn>
                <a:cxn ang="0">
                  <a:pos x="4" y="69"/>
                </a:cxn>
                <a:cxn ang="0">
                  <a:pos x="4" y="69"/>
                </a:cxn>
                <a:cxn ang="0">
                  <a:pos x="4" y="69"/>
                </a:cxn>
                <a:cxn ang="0">
                  <a:pos x="3" y="68"/>
                </a:cxn>
                <a:cxn ang="0">
                  <a:pos x="3" y="69"/>
                </a:cxn>
                <a:cxn ang="0">
                  <a:pos x="3" y="68"/>
                </a:cxn>
                <a:cxn ang="0">
                  <a:pos x="3" y="68"/>
                </a:cxn>
                <a:cxn ang="0">
                  <a:pos x="3" y="68"/>
                </a:cxn>
                <a:cxn ang="0">
                  <a:pos x="3" y="68"/>
                </a:cxn>
                <a:cxn ang="0">
                  <a:pos x="2" y="68"/>
                </a:cxn>
                <a:cxn ang="0">
                  <a:pos x="2" y="68"/>
                </a:cxn>
                <a:cxn ang="0">
                  <a:pos x="2" y="68"/>
                </a:cxn>
                <a:cxn ang="0">
                  <a:pos x="2" y="68"/>
                </a:cxn>
                <a:cxn ang="0">
                  <a:pos x="2" y="68"/>
                </a:cxn>
                <a:cxn ang="0">
                  <a:pos x="2" y="68"/>
                </a:cxn>
                <a:cxn ang="0">
                  <a:pos x="1" y="68"/>
                </a:cxn>
                <a:cxn ang="0">
                  <a:pos x="2" y="68"/>
                </a:cxn>
                <a:cxn ang="0">
                  <a:pos x="1" y="68"/>
                </a:cxn>
                <a:cxn ang="0">
                  <a:pos x="1" y="68"/>
                </a:cxn>
                <a:cxn ang="0">
                  <a:pos x="1" y="68"/>
                </a:cxn>
                <a:cxn ang="0">
                  <a:pos x="1" y="68"/>
                </a:cxn>
                <a:cxn ang="0">
                  <a:pos x="0" y="67"/>
                </a:cxn>
                <a:cxn ang="0">
                  <a:pos x="1" y="68"/>
                </a:cxn>
                <a:cxn ang="0">
                  <a:pos x="0" y="67"/>
                </a:cxn>
                <a:cxn ang="0">
                  <a:pos x="38" y="0"/>
                </a:cxn>
                <a:cxn ang="0">
                  <a:pos x="53" y="2"/>
                </a:cxn>
                <a:cxn ang="0">
                  <a:pos x="53" y="2"/>
                </a:cxn>
                <a:cxn ang="0">
                  <a:pos x="38" y="0"/>
                </a:cxn>
              </a:cxnLst>
              <a:rect l="0" t="0" r="r" b="b"/>
              <a:pathLst>
                <a:path w="53" h="81">
                  <a:moveTo>
                    <a:pt x="30" y="77"/>
                  </a:moveTo>
                  <a:cubicBezTo>
                    <a:pt x="35" y="78"/>
                    <a:pt x="40" y="79"/>
                    <a:pt x="45" y="81"/>
                  </a:cubicBezTo>
                  <a:cubicBezTo>
                    <a:pt x="45" y="81"/>
                    <a:pt x="45" y="81"/>
                    <a:pt x="45" y="81"/>
                  </a:cubicBezTo>
                  <a:cubicBezTo>
                    <a:pt x="40" y="79"/>
                    <a:pt x="35" y="78"/>
                    <a:pt x="30" y="77"/>
                  </a:cubicBezTo>
                  <a:moveTo>
                    <a:pt x="29" y="76"/>
                  </a:moveTo>
                  <a:cubicBezTo>
                    <a:pt x="29" y="76"/>
                    <a:pt x="29" y="76"/>
                    <a:pt x="29" y="76"/>
                  </a:cubicBezTo>
                  <a:cubicBezTo>
                    <a:pt x="29" y="76"/>
                    <a:pt x="29" y="76"/>
                    <a:pt x="29" y="76"/>
                  </a:cubicBezTo>
                  <a:moveTo>
                    <a:pt x="5" y="69"/>
                  </a:moveTo>
                  <a:cubicBezTo>
                    <a:pt x="5" y="69"/>
                    <a:pt x="5" y="69"/>
                    <a:pt x="5" y="69"/>
                  </a:cubicBezTo>
                  <a:cubicBezTo>
                    <a:pt x="5" y="69"/>
                    <a:pt x="5" y="69"/>
                    <a:pt x="5" y="69"/>
                  </a:cubicBezTo>
                  <a:moveTo>
                    <a:pt x="4" y="69"/>
                  </a:moveTo>
                  <a:cubicBezTo>
                    <a:pt x="4" y="69"/>
                    <a:pt x="4" y="69"/>
                    <a:pt x="4" y="69"/>
                  </a:cubicBezTo>
                  <a:cubicBezTo>
                    <a:pt x="4" y="69"/>
                    <a:pt x="4" y="69"/>
                    <a:pt x="4" y="69"/>
                  </a:cubicBezTo>
                  <a:moveTo>
                    <a:pt x="3" y="68"/>
                  </a:moveTo>
                  <a:cubicBezTo>
                    <a:pt x="3" y="68"/>
                    <a:pt x="3" y="68"/>
                    <a:pt x="3" y="69"/>
                  </a:cubicBezTo>
                  <a:cubicBezTo>
                    <a:pt x="3" y="68"/>
                    <a:pt x="3" y="68"/>
                    <a:pt x="3" y="68"/>
                  </a:cubicBezTo>
                  <a:moveTo>
                    <a:pt x="3" y="68"/>
                  </a:moveTo>
                  <a:cubicBezTo>
                    <a:pt x="3" y="68"/>
                    <a:pt x="3" y="68"/>
                    <a:pt x="3" y="68"/>
                  </a:cubicBezTo>
                  <a:cubicBezTo>
                    <a:pt x="3" y="68"/>
                    <a:pt x="3" y="68"/>
                    <a:pt x="3" y="68"/>
                  </a:cubicBezTo>
                  <a:moveTo>
                    <a:pt x="2" y="68"/>
                  </a:moveTo>
                  <a:cubicBezTo>
                    <a:pt x="2" y="68"/>
                    <a:pt x="2" y="68"/>
                    <a:pt x="2" y="68"/>
                  </a:cubicBezTo>
                  <a:cubicBezTo>
                    <a:pt x="2" y="68"/>
                    <a:pt x="2" y="68"/>
                    <a:pt x="2" y="68"/>
                  </a:cubicBezTo>
                  <a:moveTo>
                    <a:pt x="2" y="68"/>
                  </a:moveTo>
                  <a:cubicBezTo>
                    <a:pt x="2" y="68"/>
                    <a:pt x="2" y="68"/>
                    <a:pt x="2" y="68"/>
                  </a:cubicBezTo>
                  <a:cubicBezTo>
                    <a:pt x="2" y="68"/>
                    <a:pt x="2" y="68"/>
                    <a:pt x="2" y="68"/>
                  </a:cubicBezTo>
                  <a:moveTo>
                    <a:pt x="1" y="68"/>
                  </a:moveTo>
                  <a:cubicBezTo>
                    <a:pt x="1" y="68"/>
                    <a:pt x="1" y="68"/>
                    <a:pt x="2" y="68"/>
                  </a:cubicBezTo>
                  <a:cubicBezTo>
                    <a:pt x="1" y="68"/>
                    <a:pt x="1" y="68"/>
                    <a:pt x="1" y="68"/>
                  </a:cubicBezTo>
                  <a:moveTo>
                    <a:pt x="1" y="68"/>
                  </a:moveTo>
                  <a:cubicBezTo>
                    <a:pt x="1" y="68"/>
                    <a:pt x="1" y="68"/>
                    <a:pt x="1" y="68"/>
                  </a:cubicBezTo>
                  <a:cubicBezTo>
                    <a:pt x="1" y="68"/>
                    <a:pt x="1" y="68"/>
                    <a:pt x="1" y="68"/>
                  </a:cubicBezTo>
                  <a:moveTo>
                    <a:pt x="0" y="67"/>
                  </a:moveTo>
                  <a:cubicBezTo>
                    <a:pt x="0" y="67"/>
                    <a:pt x="0" y="68"/>
                    <a:pt x="1" y="68"/>
                  </a:cubicBezTo>
                  <a:cubicBezTo>
                    <a:pt x="0" y="68"/>
                    <a:pt x="0" y="67"/>
                    <a:pt x="0" y="67"/>
                  </a:cubicBezTo>
                  <a:moveTo>
                    <a:pt x="38" y="0"/>
                  </a:moveTo>
                  <a:cubicBezTo>
                    <a:pt x="43" y="0"/>
                    <a:pt x="48" y="1"/>
                    <a:pt x="53" y="2"/>
                  </a:cubicBezTo>
                  <a:cubicBezTo>
                    <a:pt x="53" y="2"/>
                    <a:pt x="53" y="2"/>
                    <a:pt x="53" y="2"/>
                  </a:cubicBezTo>
                  <a:cubicBezTo>
                    <a:pt x="48" y="1"/>
                    <a:pt x="43" y="0"/>
                    <a:pt x="38" y="0"/>
                  </a:cubicBezTo>
                </a:path>
              </a:pathLst>
            </a:custGeom>
            <a:solidFill>
              <a:srgbClr val="EEB2A5"/>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76" name="Freeform 3075"/>
            <p:cNvSpPr>
              <a:spLocks/>
            </p:cNvSpPr>
            <p:nvPr/>
          </p:nvSpPr>
          <p:spPr bwMode="auto">
            <a:xfrm>
              <a:off x="3358520" y="4315875"/>
              <a:ext cx="280848" cy="403365"/>
            </a:xfrm>
            <a:custGeom>
              <a:avLst/>
              <a:gdLst/>
              <a:ahLst/>
              <a:cxnLst>
                <a:cxn ang="0">
                  <a:pos x="38" y="0"/>
                </a:cxn>
                <a:cxn ang="0">
                  <a:pos x="30" y="6"/>
                </a:cxn>
                <a:cxn ang="0">
                  <a:pos x="1" y="60"/>
                </a:cxn>
                <a:cxn ang="0">
                  <a:pos x="0" y="64"/>
                </a:cxn>
                <a:cxn ang="0">
                  <a:pos x="3" y="68"/>
                </a:cxn>
                <a:cxn ang="0">
                  <a:pos x="3" y="68"/>
                </a:cxn>
                <a:cxn ang="0">
                  <a:pos x="4" y="69"/>
                </a:cxn>
                <a:cxn ang="0">
                  <a:pos x="4" y="69"/>
                </a:cxn>
                <a:cxn ang="0">
                  <a:pos x="4" y="69"/>
                </a:cxn>
                <a:cxn ang="0">
                  <a:pos x="4" y="69"/>
                </a:cxn>
                <a:cxn ang="0">
                  <a:pos x="5" y="69"/>
                </a:cxn>
                <a:cxn ang="0">
                  <a:pos x="5" y="69"/>
                </a:cxn>
                <a:cxn ang="0">
                  <a:pos x="5" y="69"/>
                </a:cxn>
                <a:cxn ang="0">
                  <a:pos x="5" y="69"/>
                </a:cxn>
                <a:cxn ang="0">
                  <a:pos x="5" y="69"/>
                </a:cxn>
                <a:cxn ang="0">
                  <a:pos x="6" y="69"/>
                </a:cxn>
                <a:cxn ang="0">
                  <a:pos x="6" y="69"/>
                </a:cxn>
                <a:cxn ang="0">
                  <a:pos x="6" y="69"/>
                </a:cxn>
                <a:cxn ang="0">
                  <a:pos x="6" y="70"/>
                </a:cxn>
                <a:cxn ang="0">
                  <a:pos x="7" y="70"/>
                </a:cxn>
                <a:cxn ang="0">
                  <a:pos x="7" y="70"/>
                </a:cxn>
                <a:cxn ang="0">
                  <a:pos x="8" y="70"/>
                </a:cxn>
                <a:cxn ang="0">
                  <a:pos x="8" y="70"/>
                </a:cxn>
                <a:cxn ang="0">
                  <a:pos x="32" y="77"/>
                </a:cxn>
                <a:cxn ang="0">
                  <a:pos x="32" y="77"/>
                </a:cxn>
                <a:cxn ang="0">
                  <a:pos x="33" y="78"/>
                </a:cxn>
                <a:cxn ang="0">
                  <a:pos x="48" y="82"/>
                </a:cxn>
                <a:cxn ang="0">
                  <a:pos x="32" y="60"/>
                </a:cxn>
                <a:cxn ang="0">
                  <a:pos x="56" y="3"/>
                </a:cxn>
                <a:cxn ang="0">
                  <a:pos x="41" y="1"/>
                </a:cxn>
                <a:cxn ang="0">
                  <a:pos x="40" y="0"/>
                </a:cxn>
                <a:cxn ang="0">
                  <a:pos x="40" y="0"/>
                </a:cxn>
                <a:cxn ang="0">
                  <a:pos x="38" y="0"/>
                </a:cxn>
              </a:cxnLst>
              <a:rect l="0" t="0" r="r" b="b"/>
              <a:pathLst>
                <a:path w="56" h="82">
                  <a:moveTo>
                    <a:pt x="38" y="0"/>
                  </a:moveTo>
                  <a:cubicBezTo>
                    <a:pt x="32" y="0"/>
                    <a:pt x="30" y="6"/>
                    <a:pt x="30" y="6"/>
                  </a:cubicBezTo>
                  <a:cubicBezTo>
                    <a:pt x="22" y="26"/>
                    <a:pt x="12" y="45"/>
                    <a:pt x="1" y="60"/>
                  </a:cubicBezTo>
                  <a:cubicBezTo>
                    <a:pt x="1" y="60"/>
                    <a:pt x="0" y="62"/>
                    <a:pt x="0" y="64"/>
                  </a:cubicBezTo>
                  <a:cubicBezTo>
                    <a:pt x="0" y="66"/>
                    <a:pt x="1" y="68"/>
                    <a:pt x="3" y="68"/>
                  </a:cubicBezTo>
                  <a:cubicBezTo>
                    <a:pt x="3" y="68"/>
                    <a:pt x="3" y="68"/>
                    <a:pt x="3" y="68"/>
                  </a:cubicBezTo>
                  <a:cubicBezTo>
                    <a:pt x="3" y="68"/>
                    <a:pt x="3" y="69"/>
                    <a:pt x="4" y="69"/>
                  </a:cubicBezTo>
                  <a:cubicBezTo>
                    <a:pt x="4" y="69"/>
                    <a:pt x="4" y="69"/>
                    <a:pt x="4" y="69"/>
                  </a:cubicBezTo>
                  <a:cubicBezTo>
                    <a:pt x="4" y="69"/>
                    <a:pt x="4" y="69"/>
                    <a:pt x="4" y="69"/>
                  </a:cubicBezTo>
                  <a:cubicBezTo>
                    <a:pt x="4" y="69"/>
                    <a:pt x="4" y="69"/>
                    <a:pt x="4" y="69"/>
                  </a:cubicBezTo>
                  <a:cubicBezTo>
                    <a:pt x="4" y="69"/>
                    <a:pt x="4"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6" y="69"/>
                  </a:cubicBezTo>
                  <a:cubicBezTo>
                    <a:pt x="6" y="69"/>
                    <a:pt x="6" y="69"/>
                    <a:pt x="6" y="69"/>
                  </a:cubicBezTo>
                  <a:cubicBezTo>
                    <a:pt x="6" y="69"/>
                    <a:pt x="6" y="69"/>
                    <a:pt x="6" y="69"/>
                  </a:cubicBezTo>
                  <a:cubicBezTo>
                    <a:pt x="6" y="69"/>
                    <a:pt x="6" y="69"/>
                    <a:pt x="6" y="70"/>
                  </a:cubicBezTo>
                  <a:cubicBezTo>
                    <a:pt x="6" y="70"/>
                    <a:pt x="6" y="70"/>
                    <a:pt x="7" y="70"/>
                  </a:cubicBezTo>
                  <a:cubicBezTo>
                    <a:pt x="7" y="70"/>
                    <a:pt x="7" y="70"/>
                    <a:pt x="7" y="70"/>
                  </a:cubicBezTo>
                  <a:cubicBezTo>
                    <a:pt x="7" y="70"/>
                    <a:pt x="7" y="70"/>
                    <a:pt x="8" y="70"/>
                  </a:cubicBezTo>
                  <a:cubicBezTo>
                    <a:pt x="8" y="70"/>
                    <a:pt x="8" y="70"/>
                    <a:pt x="8" y="70"/>
                  </a:cubicBezTo>
                  <a:cubicBezTo>
                    <a:pt x="16" y="73"/>
                    <a:pt x="24" y="75"/>
                    <a:pt x="32" y="77"/>
                  </a:cubicBezTo>
                  <a:cubicBezTo>
                    <a:pt x="32" y="77"/>
                    <a:pt x="32" y="77"/>
                    <a:pt x="32" y="77"/>
                  </a:cubicBezTo>
                  <a:cubicBezTo>
                    <a:pt x="33" y="78"/>
                    <a:pt x="33" y="78"/>
                    <a:pt x="33" y="78"/>
                  </a:cubicBezTo>
                  <a:cubicBezTo>
                    <a:pt x="38" y="79"/>
                    <a:pt x="43" y="80"/>
                    <a:pt x="48" y="82"/>
                  </a:cubicBezTo>
                  <a:cubicBezTo>
                    <a:pt x="31" y="74"/>
                    <a:pt x="32" y="60"/>
                    <a:pt x="32" y="60"/>
                  </a:cubicBezTo>
                  <a:cubicBezTo>
                    <a:pt x="37" y="53"/>
                    <a:pt x="52" y="14"/>
                    <a:pt x="56" y="3"/>
                  </a:cubicBezTo>
                  <a:cubicBezTo>
                    <a:pt x="51" y="2"/>
                    <a:pt x="46" y="1"/>
                    <a:pt x="41" y="1"/>
                  </a:cubicBezTo>
                  <a:cubicBezTo>
                    <a:pt x="41" y="1"/>
                    <a:pt x="41" y="1"/>
                    <a:pt x="40" y="0"/>
                  </a:cubicBezTo>
                  <a:cubicBezTo>
                    <a:pt x="40" y="0"/>
                    <a:pt x="40" y="0"/>
                    <a:pt x="40" y="0"/>
                  </a:cubicBezTo>
                  <a:cubicBezTo>
                    <a:pt x="40" y="0"/>
                    <a:pt x="39" y="0"/>
                    <a:pt x="38" y="0"/>
                  </a:cubicBezTo>
                </a:path>
              </a:pathLst>
            </a:custGeom>
            <a:solidFill>
              <a:schemeClr val="accent6">
                <a:lumMod val="5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77" name="Freeform 29"/>
            <p:cNvSpPr>
              <a:spLocks noEditPoints="1"/>
            </p:cNvSpPr>
            <p:nvPr/>
          </p:nvSpPr>
          <p:spPr bwMode="auto">
            <a:xfrm>
              <a:off x="3343739" y="4683894"/>
              <a:ext cx="59125" cy="359703"/>
            </a:xfrm>
            <a:custGeom>
              <a:avLst/>
              <a:gdLst/>
              <a:ahLst/>
              <a:cxnLst>
                <a:cxn ang="0">
                  <a:pos x="6" y="73"/>
                </a:cxn>
                <a:cxn ang="0">
                  <a:pos x="6" y="73"/>
                </a:cxn>
                <a:cxn ang="0">
                  <a:pos x="6" y="73"/>
                </a:cxn>
                <a:cxn ang="0">
                  <a:pos x="0" y="0"/>
                </a:cxn>
                <a:cxn ang="0">
                  <a:pos x="12" y="4"/>
                </a:cxn>
                <a:cxn ang="0">
                  <a:pos x="12" y="4"/>
                </a:cxn>
                <a:cxn ang="0">
                  <a:pos x="0" y="0"/>
                </a:cxn>
              </a:cxnLst>
              <a:rect l="0" t="0" r="r" b="b"/>
              <a:pathLst>
                <a:path w="12" h="73">
                  <a:moveTo>
                    <a:pt x="6" y="73"/>
                  </a:moveTo>
                  <a:cubicBezTo>
                    <a:pt x="6" y="73"/>
                    <a:pt x="6" y="73"/>
                    <a:pt x="6" y="73"/>
                  </a:cubicBezTo>
                  <a:cubicBezTo>
                    <a:pt x="6" y="73"/>
                    <a:pt x="6" y="73"/>
                    <a:pt x="6" y="73"/>
                  </a:cubicBezTo>
                  <a:moveTo>
                    <a:pt x="0" y="0"/>
                  </a:moveTo>
                  <a:cubicBezTo>
                    <a:pt x="4" y="1"/>
                    <a:pt x="8" y="3"/>
                    <a:pt x="12" y="4"/>
                  </a:cubicBezTo>
                  <a:cubicBezTo>
                    <a:pt x="12" y="4"/>
                    <a:pt x="12" y="4"/>
                    <a:pt x="12" y="4"/>
                  </a:cubicBezTo>
                  <a:cubicBezTo>
                    <a:pt x="8" y="3"/>
                    <a:pt x="4" y="1"/>
                    <a:pt x="0" y="0"/>
                  </a:cubicBezTo>
                </a:path>
              </a:pathLst>
            </a:custGeom>
            <a:solidFill>
              <a:srgbClr val="EEB2A5"/>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78" name="Freeform 30"/>
            <p:cNvSpPr>
              <a:spLocks/>
            </p:cNvSpPr>
            <p:nvPr/>
          </p:nvSpPr>
          <p:spPr bwMode="auto">
            <a:xfrm>
              <a:off x="3238157" y="4679736"/>
              <a:ext cx="225945" cy="395049"/>
            </a:xfrm>
            <a:custGeom>
              <a:avLst/>
              <a:gdLst/>
              <a:ahLst/>
              <a:cxnLst>
                <a:cxn ang="0">
                  <a:pos x="18" y="0"/>
                </a:cxn>
                <a:cxn ang="0">
                  <a:pos x="12" y="3"/>
                </a:cxn>
                <a:cxn ang="0">
                  <a:pos x="0" y="37"/>
                </a:cxn>
                <a:cxn ang="0">
                  <a:pos x="27" y="74"/>
                </a:cxn>
                <a:cxn ang="0">
                  <a:pos x="27" y="74"/>
                </a:cxn>
                <a:cxn ang="0">
                  <a:pos x="27" y="74"/>
                </a:cxn>
                <a:cxn ang="0">
                  <a:pos x="45" y="80"/>
                </a:cxn>
                <a:cxn ang="0">
                  <a:pos x="37" y="72"/>
                </a:cxn>
                <a:cxn ang="0">
                  <a:pos x="22" y="44"/>
                </a:cxn>
                <a:cxn ang="0">
                  <a:pos x="33" y="5"/>
                </a:cxn>
                <a:cxn ang="0">
                  <a:pos x="21" y="1"/>
                </a:cxn>
                <a:cxn ang="0">
                  <a:pos x="21" y="1"/>
                </a:cxn>
                <a:cxn ang="0">
                  <a:pos x="21" y="1"/>
                </a:cxn>
                <a:cxn ang="0">
                  <a:pos x="18" y="0"/>
                </a:cxn>
              </a:cxnLst>
              <a:rect l="0" t="0" r="r" b="b"/>
              <a:pathLst>
                <a:path w="45" h="80">
                  <a:moveTo>
                    <a:pt x="18" y="0"/>
                  </a:moveTo>
                  <a:cubicBezTo>
                    <a:pt x="14" y="0"/>
                    <a:pt x="12" y="3"/>
                    <a:pt x="12" y="3"/>
                  </a:cubicBezTo>
                  <a:cubicBezTo>
                    <a:pt x="8" y="9"/>
                    <a:pt x="0" y="22"/>
                    <a:pt x="0" y="37"/>
                  </a:cubicBezTo>
                  <a:cubicBezTo>
                    <a:pt x="0" y="50"/>
                    <a:pt x="6" y="64"/>
                    <a:pt x="27" y="74"/>
                  </a:cubicBezTo>
                  <a:cubicBezTo>
                    <a:pt x="27" y="74"/>
                    <a:pt x="27" y="74"/>
                    <a:pt x="27" y="74"/>
                  </a:cubicBezTo>
                  <a:cubicBezTo>
                    <a:pt x="27" y="74"/>
                    <a:pt x="27" y="74"/>
                    <a:pt x="27" y="74"/>
                  </a:cubicBezTo>
                  <a:cubicBezTo>
                    <a:pt x="27" y="74"/>
                    <a:pt x="31" y="76"/>
                    <a:pt x="45" y="80"/>
                  </a:cubicBezTo>
                  <a:cubicBezTo>
                    <a:pt x="45" y="78"/>
                    <a:pt x="43" y="75"/>
                    <a:pt x="37" y="72"/>
                  </a:cubicBezTo>
                  <a:cubicBezTo>
                    <a:pt x="24" y="65"/>
                    <a:pt x="24" y="58"/>
                    <a:pt x="22" y="44"/>
                  </a:cubicBezTo>
                  <a:cubicBezTo>
                    <a:pt x="19" y="31"/>
                    <a:pt x="31" y="9"/>
                    <a:pt x="33" y="5"/>
                  </a:cubicBezTo>
                  <a:cubicBezTo>
                    <a:pt x="29" y="4"/>
                    <a:pt x="25" y="2"/>
                    <a:pt x="21" y="1"/>
                  </a:cubicBezTo>
                  <a:cubicBezTo>
                    <a:pt x="21" y="1"/>
                    <a:pt x="21" y="1"/>
                    <a:pt x="21" y="1"/>
                  </a:cubicBezTo>
                  <a:cubicBezTo>
                    <a:pt x="21" y="1"/>
                    <a:pt x="21" y="1"/>
                    <a:pt x="21" y="1"/>
                  </a:cubicBezTo>
                  <a:cubicBezTo>
                    <a:pt x="20" y="0"/>
                    <a:pt x="19" y="0"/>
                    <a:pt x="18" y="0"/>
                  </a:cubicBezTo>
                </a:path>
              </a:pathLst>
            </a:custGeom>
            <a:solidFill>
              <a:schemeClr val="accent1">
                <a:lumMod val="5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79" name="Freeform 3078"/>
            <p:cNvSpPr>
              <a:spLocks/>
            </p:cNvSpPr>
            <p:nvPr/>
          </p:nvSpPr>
          <p:spPr bwMode="auto">
            <a:xfrm>
              <a:off x="1191983" y="5197457"/>
              <a:ext cx="183712" cy="349307"/>
            </a:xfrm>
            <a:custGeom>
              <a:avLst/>
              <a:gdLst/>
              <a:ahLst/>
              <a:cxnLst>
                <a:cxn ang="0">
                  <a:pos x="87" y="0"/>
                </a:cxn>
                <a:cxn ang="0">
                  <a:pos x="0" y="16"/>
                </a:cxn>
                <a:cxn ang="0">
                  <a:pos x="0" y="40"/>
                </a:cxn>
                <a:cxn ang="0">
                  <a:pos x="66" y="24"/>
                </a:cxn>
                <a:cxn ang="0">
                  <a:pos x="66" y="168"/>
                </a:cxn>
                <a:cxn ang="0">
                  <a:pos x="87" y="168"/>
                </a:cxn>
                <a:cxn ang="0">
                  <a:pos x="87" y="0"/>
                </a:cxn>
              </a:cxnLst>
              <a:rect l="0" t="0" r="r" b="b"/>
              <a:pathLst>
                <a:path w="87" h="168">
                  <a:moveTo>
                    <a:pt x="87" y="0"/>
                  </a:moveTo>
                  <a:lnTo>
                    <a:pt x="0" y="16"/>
                  </a:lnTo>
                  <a:lnTo>
                    <a:pt x="0" y="40"/>
                  </a:lnTo>
                  <a:lnTo>
                    <a:pt x="66" y="24"/>
                  </a:lnTo>
                  <a:lnTo>
                    <a:pt x="66" y="168"/>
                  </a:lnTo>
                  <a:lnTo>
                    <a:pt x="87" y="168"/>
                  </a:lnTo>
                  <a:lnTo>
                    <a:pt x="87" y="0"/>
                  </a:lnTo>
                  <a:close/>
                </a:path>
              </a:pathLst>
            </a:custGeom>
            <a:solidFill>
              <a:srgbClr val="3C2916"/>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80" name="Freeform 3079"/>
            <p:cNvSpPr>
              <a:spLocks/>
            </p:cNvSpPr>
            <p:nvPr/>
          </p:nvSpPr>
          <p:spPr bwMode="auto">
            <a:xfrm>
              <a:off x="1191983" y="5197457"/>
              <a:ext cx="183712" cy="349307"/>
            </a:xfrm>
            <a:custGeom>
              <a:avLst/>
              <a:gdLst/>
              <a:ahLst/>
              <a:cxnLst>
                <a:cxn ang="0">
                  <a:pos x="87" y="0"/>
                </a:cxn>
                <a:cxn ang="0">
                  <a:pos x="0" y="16"/>
                </a:cxn>
                <a:cxn ang="0">
                  <a:pos x="0" y="40"/>
                </a:cxn>
                <a:cxn ang="0">
                  <a:pos x="66" y="24"/>
                </a:cxn>
                <a:cxn ang="0">
                  <a:pos x="66" y="168"/>
                </a:cxn>
                <a:cxn ang="0">
                  <a:pos x="87" y="168"/>
                </a:cxn>
                <a:cxn ang="0">
                  <a:pos x="87" y="0"/>
                </a:cxn>
              </a:cxnLst>
              <a:rect l="0" t="0" r="r" b="b"/>
              <a:pathLst>
                <a:path w="87" h="168">
                  <a:moveTo>
                    <a:pt x="87" y="0"/>
                  </a:moveTo>
                  <a:lnTo>
                    <a:pt x="0" y="16"/>
                  </a:lnTo>
                  <a:lnTo>
                    <a:pt x="0" y="40"/>
                  </a:lnTo>
                  <a:lnTo>
                    <a:pt x="66" y="24"/>
                  </a:lnTo>
                  <a:lnTo>
                    <a:pt x="66" y="168"/>
                  </a:lnTo>
                  <a:lnTo>
                    <a:pt x="87" y="168"/>
                  </a:lnTo>
                  <a:lnTo>
                    <a:pt x="87"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81" name="Freeform 3080"/>
            <p:cNvSpPr>
              <a:spLocks/>
            </p:cNvSpPr>
            <p:nvPr/>
          </p:nvSpPr>
          <p:spPr bwMode="auto">
            <a:xfrm>
              <a:off x="484586" y="5280626"/>
              <a:ext cx="931231" cy="517721"/>
            </a:xfrm>
            <a:custGeom>
              <a:avLst/>
              <a:gdLst/>
              <a:ahLst/>
              <a:cxnLst>
                <a:cxn ang="0">
                  <a:pos x="375" y="0"/>
                </a:cxn>
                <a:cxn ang="0">
                  <a:pos x="0" y="81"/>
                </a:cxn>
                <a:cxn ang="0">
                  <a:pos x="0" y="249"/>
                </a:cxn>
                <a:cxn ang="0">
                  <a:pos x="441" y="249"/>
                </a:cxn>
                <a:cxn ang="0">
                  <a:pos x="441" y="128"/>
                </a:cxn>
                <a:cxn ang="0">
                  <a:pos x="375" y="128"/>
                </a:cxn>
                <a:cxn ang="0">
                  <a:pos x="375" y="0"/>
                </a:cxn>
              </a:cxnLst>
              <a:rect l="0" t="0" r="r" b="b"/>
              <a:pathLst>
                <a:path w="441" h="249">
                  <a:moveTo>
                    <a:pt x="375" y="0"/>
                  </a:moveTo>
                  <a:lnTo>
                    <a:pt x="0" y="81"/>
                  </a:lnTo>
                  <a:lnTo>
                    <a:pt x="0" y="249"/>
                  </a:lnTo>
                  <a:lnTo>
                    <a:pt x="441" y="249"/>
                  </a:lnTo>
                  <a:lnTo>
                    <a:pt x="441" y="128"/>
                  </a:lnTo>
                  <a:lnTo>
                    <a:pt x="375" y="128"/>
                  </a:lnTo>
                  <a:lnTo>
                    <a:pt x="375"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82" name="Freeform 3081"/>
            <p:cNvSpPr>
              <a:spLocks/>
            </p:cNvSpPr>
            <p:nvPr/>
          </p:nvSpPr>
          <p:spPr bwMode="auto">
            <a:xfrm>
              <a:off x="1191983" y="5247358"/>
              <a:ext cx="139368" cy="299405"/>
            </a:xfrm>
            <a:custGeom>
              <a:avLst/>
              <a:gdLst/>
              <a:ahLst/>
              <a:cxnLst>
                <a:cxn ang="0">
                  <a:pos x="66" y="0"/>
                </a:cxn>
                <a:cxn ang="0">
                  <a:pos x="0" y="16"/>
                </a:cxn>
                <a:cxn ang="0">
                  <a:pos x="0" y="144"/>
                </a:cxn>
                <a:cxn ang="0">
                  <a:pos x="66" y="144"/>
                </a:cxn>
                <a:cxn ang="0">
                  <a:pos x="66" y="0"/>
                </a:cxn>
              </a:cxnLst>
              <a:rect l="0" t="0" r="r" b="b"/>
              <a:pathLst>
                <a:path w="66" h="144">
                  <a:moveTo>
                    <a:pt x="66" y="0"/>
                  </a:moveTo>
                  <a:lnTo>
                    <a:pt x="0" y="16"/>
                  </a:lnTo>
                  <a:lnTo>
                    <a:pt x="0" y="144"/>
                  </a:lnTo>
                  <a:lnTo>
                    <a:pt x="66" y="144"/>
                  </a:lnTo>
                  <a:lnTo>
                    <a:pt x="66" y="0"/>
                  </a:lnTo>
                  <a:close/>
                </a:path>
              </a:pathLst>
            </a:custGeom>
            <a:solidFill>
              <a:srgbClr val="0A0500"/>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83" name="Freeform 3082"/>
            <p:cNvSpPr>
              <a:spLocks/>
            </p:cNvSpPr>
            <p:nvPr/>
          </p:nvSpPr>
          <p:spPr bwMode="auto">
            <a:xfrm>
              <a:off x="1191983" y="5247358"/>
              <a:ext cx="139368" cy="299405"/>
            </a:xfrm>
            <a:custGeom>
              <a:avLst/>
              <a:gdLst/>
              <a:ahLst/>
              <a:cxnLst>
                <a:cxn ang="0">
                  <a:pos x="66" y="0"/>
                </a:cxn>
                <a:cxn ang="0">
                  <a:pos x="0" y="16"/>
                </a:cxn>
                <a:cxn ang="0">
                  <a:pos x="0" y="144"/>
                </a:cxn>
                <a:cxn ang="0">
                  <a:pos x="66" y="144"/>
                </a:cxn>
                <a:cxn ang="0">
                  <a:pos x="66" y="0"/>
                </a:cxn>
              </a:cxnLst>
              <a:rect l="0" t="0" r="r" b="b"/>
              <a:pathLst>
                <a:path w="66" h="144">
                  <a:moveTo>
                    <a:pt x="66" y="0"/>
                  </a:moveTo>
                  <a:lnTo>
                    <a:pt x="0" y="16"/>
                  </a:lnTo>
                  <a:lnTo>
                    <a:pt x="0" y="144"/>
                  </a:lnTo>
                  <a:lnTo>
                    <a:pt x="66" y="144"/>
                  </a:lnTo>
                  <a:lnTo>
                    <a:pt x="66" y="0"/>
                  </a:lnTo>
                </a:path>
              </a:pathLst>
            </a:custGeom>
            <a:no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84" name="Freeform 3083"/>
            <p:cNvSpPr>
              <a:spLocks/>
            </p:cNvSpPr>
            <p:nvPr/>
          </p:nvSpPr>
          <p:spPr bwMode="auto">
            <a:xfrm>
              <a:off x="2822164" y="2280336"/>
              <a:ext cx="1142395" cy="1521977"/>
            </a:xfrm>
            <a:custGeom>
              <a:avLst/>
              <a:gdLst/>
              <a:ahLst/>
              <a:cxnLst>
                <a:cxn ang="0">
                  <a:pos x="228" y="0"/>
                </a:cxn>
                <a:cxn ang="0">
                  <a:pos x="110" y="114"/>
                </a:cxn>
                <a:cxn ang="0">
                  <a:pos x="0" y="309"/>
                </a:cxn>
                <a:cxn ang="0">
                  <a:pos x="157" y="300"/>
                </a:cxn>
                <a:cxn ang="0">
                  <a:pos x="164" y="223"/>
                </a:cxn>
                <a:cxn ang="0">
                  <a:pos x="163" y="213"/>
                </a:cxn>
                <a:cxn ang="0">
                  <a:pos x="162" y="187"/>
                </a:cxn>
                <a:cxn ang="0">
                  <a:pos x="163" y="155"/>
                </a:cxn>
                <a:cxn ang="0">
                  <a:pos x="170" y="117"/>
                </a:cxn>
                <a:cxn ang="0">
                  <a:pos x="191" y="69"/>
                </a:cxn>
                <a:cxn ang="0">
                  <a:pos x="228" y="0"/>
                </a:cxn>
              </a:cxnLst>
              <a:rect l="0" t="0" r="r" b="b"/>
              <a:pathLst>
                <a:path w="228" h="309">
                  <a:moveTo>
                    <a:pt x="228" y="0"/>
                  </a:moveTo>
                  <a:cubicBezTo>
                    <a:pt x="110" y="114"/>
                    <a:pt x="110" y="114"/>
                    <a:pt x="110" y="114"/>
                  </a:cubicBezTo>
                  <a:cubicBezTo>
                    <a:pt x="0" y="309"/>
                    <a:pt x="0" y="309"/>
                    <a:pt x="0" y="309"/>
                  </a:cubicBezTo>
                  <a:cubicBezTo>
                    <a:pt x="157" y="300"/>
                    <a:pt x="157" y="300"/>
                    <a:pt x="157" y="300"/>
                  </a:cubicBezTo>
                  <a:cubicBezTo>
                    <a:pt x="162" y="266"/>
                    <a:pt x="164" y="238"/>
                    <a:pt x="164" y="223"/>
                  </a:cubicBezTo>
                  <a:cubicBezTo>
                    <a:pt x="164" y="218"/>
                    <a:pt x="164" y="215"/>
                    <a:pt x="163" y="213"/>
                  </a:cubicBezTo>
                  <a:cubicBezTo>
                    <a:pt x="162" y="205"/>
                    <a:pt x="162" y="196"/>
                    <a:pt x="162" y="187"/>
                  </a:cubicBezTo>
                  <a:cubicBezTo>
                    <a:pt x="162" y="170"/>
                    <a:pt x="163" y="155"/>
                    <a:pt x="163" y="155"/>
                  </a:cubicBezTo>
                  <a:cubicBezTo>
                    <a:pt x="163" y="155"/>
                    <a:pt x="168" y="126"/>
                    <a:pt x="170" y="117"/>
                  </a:cubicBezTo>
                  <a:cubicBezTo>
                    <a:pt x="172" y="109"/>
                    <a:pt x="185" y="84"/>
                    <a:pt x="191" y="69"/>
                  </a:cubicBezTo>
                  <a:cubicBezTo>
                    <a:pt x="198" y="55"/>
                    <a:pt x="224" y="29"/>
                    <a:pt x="228" y="0"/>
                  </a:cubicBezTo>
                </a:path>
              </a:pathLst>
            </a:custGeom>
            <a:solidFill>
              <a:schemeClr val="accent1">
                <a:lumMod val="75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85" name="Rectangle 31"/>
            <p:cNvSpPr>
              <a:spLocks noChangeArrowheads="1"/>
            </p:cNvSpPr>
            <p:nvPr/>
          </p:nvSpPr>
          <p:spPr bwMode="auto">
            <a:xfrm>
              <a:off x="1245529" y="3736145"/>
              <a:ext cx="731983" cy="1810619"/>
            </a:xfrm>
            <a:prstGeom prst="rect">
              <a:avLst/>
            </a:prstGeom>
            <a:solidFill>
              <a:schemeClr val="tx2">
                <a:lumMod val="75000"/>
              </a:schemeClr>
            </a:solidFill>
            <a:ln w="9525">
              <a:noFill/>
              <a:miter lim="800000"/>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sp>
          <p:nvSpPr>
            <p:cNvPr id="3086" name="Rectangle 31"/>
            <p:cNvSpPr>
              <a:spLocks noChangeArrowheads="1"/>
            </p:cNvSpPr>
            <p:nvPr/>
          </p:nvSpPr>
          <p:spPr bwMode="auto">
            <a:xfrm>
              <a:off x="440242" y="3629738"/>
              <a:ext cx="975575" cy="2168609"/>
            </a:xfrm>
            <a:prstGeom prst="rect">
              <a:avLst/>
            </a:prstGeom>
            <a:solidFill>
              <a:schemeClr val="bg1">
                <a:lumMod val="65000"/>
              </a:schemeClr>
            </a:solidFill>
            <a:ln w="9525">
              <a:noFill/>
              <a:miter lim="800000"/>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a:solidFill>
                  <a:srgbClr val="95A5A6"/>
                </a:solidFill>
                <a:latin typeface="Calibri" panose="020F0502020204030204"/>
                <a:cs typeface="+mn-cs"/>
              </a:endParaRPr>
            </a:p>
          </p:txBody>
        </p:sp>
      </p:grpSp>
      <p:grpSp>
        <p:nvGrpSpPr>
          <p:cNvPr id="65" name="Group 64"/>
          <p:cNvGrpSpPr/>
          <p:nvPr/>
        </p:nvGrpSpPr>
        <p:grpSpPr>
          <a:xfrm>
            <a:off x="8649777" y="1721836"/>
            <a:ext cx="3740372" cy="3477416"/>
            <a:chOff x="8430966" y="2755110"/>
            <a:chExt cx="3740372" cy="3477416"/>
          </a:xfrm>
        </p:grpSpPr>
        <p:sp>
          <p:nvSpPr>
            <p:cNvPr id="66" name="Oval 65"/>
            <p:cNvSpPr/>
            <p:nvPr/>
          </p:nvSpPr>
          <p:spPr>
            <a:xfrm rot="21168761" flipH="1">
              <a:off x="9923042" y="5692888"/>
              <a:ext cx="2248296" cy="471488"/>
            </a:xfrm>
            <a:prstGeom prst="ellipse">
              <a:avLst/>
            </a:prstGeom>
            <a:gradFill>
              <a:gsLst>
                <a:gs pos="24000">
                  <a:sysClr val="window" lastClr="FFFFFF">
                    <a:lumMod val="95000"/>
                  </a:sysClr>
                </a:gs>
                <a:gs pos="100000">
                  <a:sysClr val="windowText" lastClr="000000">
                    <a:lumMod val="65000"/>
                    <a:lumOff val="35000"/>
                  </a:sysClr>
                </a:gs>
              </a:gsLst>
              <a:path path="circle">
                <a:fillToRect t="100000" r="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white"/>
                </a:solidFill>
                <a:effectLst/>
                <a:uLnTx/>
                <a:uFillTx/>
                <a:latin typeface="Montserrat Light"/>
                <a:ea typeface="+mn-ea"/>
                <a:cs typeface="+mn-cs"/>
              </a:endParaRPr>
            </a:p>
          </p:txBody>
        </p:sp>
        <p:grpSp>
          <p:nvGrpSpPr>
            <p:cNvPr id="67" name="Group 66"/>
            <p:cNvGrpSpPr/>
            <p:nvPr/>
          </p:nvGrpSpPr>
          <p:grpSpPr>
            <a:xfrm flipH="1">
              <a:off x="8430966" y="2755110"/>
              <a:ext cx="3316758" cy="3477416"/>
              <a:chOff x="472605" y="2024860"/>
              <a:chExt cx="3316758" cy="3477416"/>
            </a:xfrm>
          </p:grpSpPr>
          <p:sp>
            <p:nvSpPr>
              <p:cNvPr id="68" name="Freeform 68"/>
              <p:cNvSpPr>
                <a:spLocks/>
              </p:cNvSpPr>
              <p:nvPr/>
            </p:nvSpPr>
            <p:spPr bwMode="auto">
              <a:xfrm>
                <a:off x="472605" y="2139951"/>
                <a:ext cx="1437951" cy="3352800"/>
              </a:xfrm>
              <a:custGeom>
                <a:avLst/>
                <a:gdLst>
                  <a:gd name="T0" fmla="*/ 6 w 1194"/>
                  <a:gd name="T1" fmla="*/ 1396 h 2864"/>
                  <a:gd name="T2" fmla="*/ 20 w 1194"/>
                  <a:gd name="T3" fmla="*/ 1522 h 2864"/>
                  <a:gd name="T4" fmla="*/ 40 w 1194"/>
                  <a:gd name="T5" fmla="*/ 1640 h 2864"/>
                  <a:gd name="T6" fmla="*/ 60 w 1194"/>
                  <a:gd name="T7" fmla="*/ 1728 h 2864"/>
                  <a:gd name="T8" fmla="*/ 78 w 1194"/>
                  <a:gd name="T9" fmla="*/ 1800 h 2864"/>
                  <a:gd name="T10" fmla="*/ 102 w 1194"/>
                  <a:gd name="T11" fmla="*/ 1876 h 2864"/>
                  <a:gd name="T12" fmla="*/ 126 w 1194"/>
                  <a:gd name="T13" fmla="*/ 1948 h 2864"/>
                  <a:gd name="T14" fmla="*/ 152 w 1194"/>
                  <a:gd name="T15" fmla="*/ 2014 h 2864"/>
                  <a:gd name="T16" fmla="*/ 174 w 1194"/>
                  <a:gd name="T17" fmla="*/ 2066 h 2864"/>
                  <a:gd name="T18" fmla="*/ 206 w 1194"/>
                  <a:gd name="T19" fmla="*/ 2136 h 2864"/>
                  <a:gd name="T20" fmla="*/ 228 w 1194"/>
                  <a:gd name="T21" fmla="*/ 2178 h 2864"/>
                  <a:gd name="T22" fmla="*/ 254 w 1194"/>
                  <a:gd name="T23" fmla="*/ 2226 h 2864"/>
                  <a:gd name="T24" fmla="*/ 290 w 1194"/>
                  <a:gd name="T25" fmla="*/ 2286 h 2864"/>
                  <a:gd name="T26" fmla="*/ 304 w 1194"/>
                  <a:gd name="T27" fmla="*/ 2308 h 2864"/>
                  <a:gd name="T28" fmla="*/ 330 w 1194"/>
                  <a:gd name="T29" fmla="*/ 2346 h 2864"/>
                  <a:gd name="T30" fmla="*/ 368 w 1194"/>
                  <a:gd name="T31" fmla="*/ 2398 h 2864"/>
                  <a:gd name="T32" fmla="*/ 392 w 1194"/>
                  <a:gd name="T33" fmla="*/ 2430 h 2864"/>
                  <a:gd name="T34" fmla="*/ 414 w 1194"/>
                  <a:gd name="T35" fmla="*/ 2458 h 2864"/>
                  <a:gd name="T36" fmla="*/ 450 w 1194"/>
                  <a:gd name="T37" fmla="*/ 2500 h 2864"/>
                  <a:gd name="T38" fmla="*/ 482 w 1194"/>
                  <a:gd name="T39" fmla="*/ 2534 h 2864"/>
                  <a:gd name="T40" fmla="*/ 504 w 1194"/>
                  <a:gd name="T41" fmla="*/ 2556 h 2864"/>
                  <a:gd name="T42" fmla="*/ 540 w 1194"/>
                  <a:gd name="T43" fmla="*/ 2590 h 2864"/>
                  <a:gd name="T44" fmla="*/ 574 w 1194"/>
                  <a:gd name="T45" fmla="*/ 2620 h 2864"/>
                  <a:gd name="T46" fmla="*/ 598 w 1194"/>
                  <a:gd name="T47" fmla="*/ 2640 h 2864"/>
                  <a:gd name="T48" fmla="*/ 634 w 1194"/>
                  <a:gd name="T49" fmla="*/ 2668 h 2864"/>
                  <a:gd name="T50" fmla="*/ 662 w 1194"/>
                  <a:gd name="T51" fmla="*/ 2688 h 2864"/>
                  <a:gd name="T52" fmla="*/ 688 w 1194"/>
                  <a:gd name="T53" fmla="*/ 2704 h 2864"/>
                  <a:gd name="T54" fmla="*/ 728 w 1194"/>
                  <a:gd name="T55" fmla="*/ 2730 h 2864"/>
                  <a:gd name="T56" fmla="*/ 770 w 1194"/>
                  <a:gd name="T57" fmla="*/ 2754 h 2864"/>
                  <a:gd name="T58" fmla="*/ 800 w 1194"/>
                  <a:gd name="T59" fmla="*/ 2768 h 2864"/>
                  <a:gd name="T60" fmla="*/ 832 w 1194"/>
                  <a:gd name="T61" fmla="*/ 2782 h 2864"/>
                  <a:gd name="T62" fmla="*/ 872 w 1194"/>
                  <a:gd name="T63" fmla="*/ 2798 h 2864"/>
                  <a:gd name="T64" fmla="*/ 918 w 1194"/>
                  <a:gd name="T65" fmla="*/ 2812 h 2864"/>
                  <a:gd name="T66" fmla="*/ 966 w 1194"/>
                  <a:gd name="T67" fmla="*/ 2826 h 2864"/>
                  <a:gd name="T68" fmla="*/ 1006 w 1194"/>
                  <a:gd name="T69" fmla="*/ 2834 h 2864"/>
                  <a:gd name="T70" fmla="*/ 1016 w 1194"/>
                  <a:gd name="T71" fmla="*/ 2836 h 2864"/>
                  <a:gd name="T72" fmla="*/ 1102 w 1194"/>
                  <a:gd name="T73" fmla="*/ 2842 h 2864"/>
                  <a:gd name="T74" fmla="*/ 1006 w 1194"/>
                  <a:gd name="T75" fmla="*/ 2806 h 2864"/>
                  <a:gd name="T76" fmla="*/ 908 w 1194"/>
                  <a:gd name="T77" fmla="*/ 2756 h 2864"/>
                  <a:gd name="T78" fmla="*/ 814 w 1194"/>
                  <a:gd name="T79" fmla="*/ 2692 h 2864"/>
                  <a:gd name="T80" fmla="*/ 720 w 1194"/>
                  <a:gd name="T81" fmla="*/ 2610 h 2864"/>
                  <a:gd name="T82" fmla="*/ 628 w 1194"/>
                  <a:gd name="T83" fmla="*/ 2516 h 2864"/>
                  <a:gd name="T84" fmla="*/ 544 w 1194"/>
                  <a:gd name="T85" fmla="*/ 2410 h 2864"/>
                  <a:gd name="T86" fmla="*/ 466 w 1194"/>
                  <a:gd name="T87" fmla="*/ 2292 h 2864"/>
                  <a:gd name="T88" fmla="*/ 392 w 1194"/>
                  <a:gd name="T89" fmla="*/ 2158 h 2864"/>
                  <a:gd name="T90" fmla="*/ 330 w 1194"/>
                  <a:gd name="T91" fmla="*/ 2022 h 2864"/>
                  <a:gd name="T92" fmla="*/ 274 w 1194"/>
                  <a:gd name="T93" fmla="*/ 1870 h 2864"/>
                  <a:gd name="T94" fmla="*/ 230 w 1194"/>
                  <a:gd name="T95" fmla="*/ 1712 h 2864"/>
                  <a:gd name="T96" fmla="*/ 200 w 1194"/>
                  <a:gd name="T97" fmla="*/ 1572 h 2864"/>
                  <a:gd name="T98" fmla="*/ 178 w 1194"/>
                  <a:gd name="T99" fmla="*/ 1410 h 2864"/>
                  <a:gd name="T100" fmla="*/ 166 w 1194"/>
                  <a:gd name="T101" fmla="*/ 1240 h 2864"/>
                  <a:gd name="T102" fmla="*/ 170 w 1194"/>
                  <a:gd name="T103" fmla="*/ 1032 h 2864"/>
                  <a:gd name="T104" fmla="*/ 260 w 1194"/>
                  <a:gd name="T105" fmla="*/ 580 h 2864"/>
                  <a:gd name="T106" fmla="*/ 516 w 1194"/>
                  <a:gd name="T107" fmla="*/ 142 h 2864"/>
                  <a:gd name="T108" fmla="*/ 702 w 1194"/>
                  <a:gd name="T109" fmla="*/ 0 h 2864"/>
                  <a:gd name="T110" fmla="*/ 354 w 1194"/>
                  <a:gd name="T111" fmla="*/ 228 h 2864"/>
                  <a:gd name="T112" fmla="*/ 126 w 1194"/>
                  <a:gd name="T113" fmla="*/ 580 h 2864"/>
                  <a:gd name="T114" fmla="*/ 6 w 1194"/>
                  <a:gd name="T115" fmla="*/ 1086 h 2864"/>
                  <a:gd name="T116" fmla="*/ 0 w 1194"/>
                  <a:gd name="T117" fmla="*/ 1244 h 2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4" h="2864">
                    <a:moveTo>
                      <a:pt x="2" y="1286"/>
                    </a:moveTo>
                    <a:lnTo>
                      <a:pt x="2" y="1286"/>
                    </a:lnTo>
                    <a:lnTo>
                      <a:pt x="2" y="1324"/>
                    </a:lnTo>
                    <a:lnTo>
                      <a:pt x="2" y="1324"/>
                    </a:lnTo>
                    <a:lnTo>
                      <a:pt x="4" y="1366"/>
                    </a:lnTo>
                    <a:lnTo>
                      <a:pt x="4" y="1366"/>
                    </a:lnTo>
                    <a:lnTo>
                      <a:pt x="6" y="1396"/>
                    </a:lnTo>
                    <a:lnTo>
                      <a:pt x="6" y="1396"/>
                    </a:lnTo>
                    <a:lnTo>
                      <a:pt x="6" y="1402"/>
                    </a:lnTo>
                    <a:lnTo>
                      <a:pt x="6" y="1402"/>
                    </a:lnTo>
                    <a:lnTo>
                      <a:pt x="10" y="1446"/>
                    </a:lnTo>
                    <a:lnTo>
                      <a:pt x="10" y="1446"/>
                    </a:lnTo>
                    <a:lnTo>
                      <a:pt x="14" y="1482"/>
                    </a:lnTo>
                    <a:lnTo>
                      <a:pt x="14" y="1482"/>
                    </a:lnTo>
                    <a:lnTo>
                      <a:pt x="20" y="1522"/>
                    </a:lnTo>
                    <a:lnTo>
                      <a:pt x="20" y="1522"/>
                    </a:lnTo>
                    <a:lnTo>
                      <a:pt x="24" y="1552"/>
                    </a:lnTo>
                    <a:lnTo>
                      <a:pt x="24" y="1552"/>
                    </a:lnTo>
                    <a:lnTo>
                      <a:pt x="26" y="1562"/>
                    </a:lnTo>
                    <a:lnTo>
                      <a:pt x="26" y="1562"/>
                    </a:lnTo>
                    <a:lnTo>
                      <a:pt x="32" y="1600"/>
                    </a:lnTo>
                    <a:lnTo>
                      <a:pt x="32" y="1600"/>
                    </a:lnTo>
                    <a:lnTo>
                      <a:pt x="40" y="1640"/>
                    </a:lnTo>
                    <a:lnTo>
                      <a:pt x="40" y="1640"/>
                    </a:lnTo>
                    <a:lnTo>
                      <a:pt x="48" y="1676"/>
                    </a:lnTo>
                    <a:lnTo>
                      <a:pt x="48" y="1676"/>
                    </a:lnTo>
                    <a:lnTo>
                      <a:pt x="54" y="1704"/>
                    </a:lnTo>
                    <a:lnTo>
                      <a:pt x="54" y="1704"/>
                    </a:lnTo>
                    <a:lnTo>
                      <a:pt x="58" y="1724"/>
                    </a:lnTo>
                    <a:lnTo>
                      <a:pt x="58" y="1724"/>
                    </a:lnTo>
                    <a:lnTo>
                      <a:pt x="60" y="1728"/>
                    </a:lnTo>
                    <a:lnTo>
                      <a:pt x="60" y="1728"/>
                    </a:lnTo>
                    <a:lnTo>
                      <a:pt x="60" y="1732"/>
                    </a:lnTo>
                    <a:lnTo>
                      <a:pt x="60" y="1732"/>
                    </a:lnTo>
                    <a:lnTo>
                      <a:pt x="62" y="1744"/>
                    </a:lnTo>
                    <a:lnTo>
                      <a:pt x="62" y="1744"/>
                    </a:lnTo>
                    <a:lnTo>
                      <a:pt x="74" y="1786"/>
                    </a:lnTo>
                    <a:lnTo>
                      <a:pt x="74" y="1786"/>
                    </a:lnTo>
                    <a:lnTo>
                      <a:pt x="78" y="1800"/>
                    </a:lnTo>
                    <a:lnTo>
                      <a:pt x="78" y="1800"/>
                    </a:lnTo>
                    <a:lnTo>
                      <a:pt x="82" y="1812"/>
                    </a:lnTo>
                    <a:lnTo>
                      <a:pt x="82" y="1812"/>
                    </a:lnTo>
                    <a:lnTo>
                      <a:pt x="86" y="1826"/>
                    </a:lnTo>
                    <a:lnTo>
                      <a:pt x="86" y="1826"/>
                    </a:lnTo>
                    <a:lnTo>
                      <a:pt x="98" y="1866"/>
                    </a:lnTo>
                    <a:lnTo>
                      <a:pt x="98" y="1866"/>
                    </a:lnTo>
                    <a:lnTo>
                      <a:pt x="102" y="1876"/>
                    </a:lnTo>
                    <a:lnTo>
                      <a:pt x="102" y="1876"/>
                    </a:lnTo>
                    <a:lnTo>
                      <a:pt x="104" y="1884"/>
                    </a:lnTo>
                    <a:lnTo>
                      <a:pt x="104" y="1884"/>
                    </a:lnTo>
                    <a:lnTo>
                      <a:pt x="108" y="1896"/>
                    </a:lnTo>
                    <a:lnTo>
                      <a:pt x="108" y="1896"/>
                    </a:lnTo>
                    <a:lnTo>
                      <a:pt x="118" y="1928"/>
                    </a:lnTo>
                    <a:lnTo>
                      <a:pt x="118" y="1928"/>
                    </a:lnTo>
                    <a:lnTo>
                      <a:pt x="126" y="1948"/>
                    </a:lnTo>
                    <a:lnTo>
                      <a:pt x="126" y="1948"/>
                    </a:lnTo>
                    <a:lnTo>
                      <a:pt x="128" y="1956"/>
                    </a:lnTo>
                    <a:lnTo>
                      <a:pt x="128" y="1956"/>
                    </a:lnTo>
                    <a:lnTo>
                      <a:pt x="130" y="1958"/>
                    </a:lnTo>
                    <a:lnTo>
                      <a:pt x="130" y="1958"/>
                    </a:lnTo>
                    <a:lnTo>
                      <a:pt x="142" y="1988"/>
                    </a:lnTo>
                    <a:lnTo>
                      <a:pt x="142" y="1988"/>
                    </a:lnTo>
                    <a:lnTo>
                      <a:pt x="152" y="2014"/>
                    </a:lnTo>
                    <a:lnTo>
                      <a:pt x="152" y="2014"/>
                    </a:lnTo>
                    <a:lnTo>
                      <a:pt x="154" y="2020"/>
                    </a:lnTo>
                    <a:lnTo>
                      <a:pt x="154" y="2020"/>
                    </a:lnTo>
                    <a:lnTo>
                      <a:pt x="158" y="2028"/>
                    </a:lnTo>
                    <a:lnTo>
                      <a:pt x="158" y="2028"/>
                    </a:lnTo>
                    <a:lnTo>
                      <a:pt x="162" y="2040"/>
                    </a:lnTo>
                    <a:lnTo>
                      <a:pt x="162" y="2040"/>
                    </a:lnTo>
                    <a:lnTo>
                      <a:pt x="174" y="2066"/>
                    </a:lnTo>
                    <a:lnTo>
                      <a:pt x="174" y="2066"/>
                    </a:lnTo>
                    <a:lnTo>
                      <a:pt x="186" y="2092"/>
                    </a:lnTo>
                    <a:lnTo>
                      <a:pt x="186" y="2092"/>
                    </a:lnTo>
                    <a:lnTo>
                      <a:pt x="188" y="2096"/>
                    </a:lnTo>
                    <a:lnTo>
                      <a:pt x="188" y="2096"/>
                    </a:lnTo>
                    <a:lnTo>
                      <a:pt x="196" y="2114"/>
                    </a:lnTo>
                    <a:lnTo>
                      <a:pt x="196" y="2114"/>
                    </a:lnTo>
                    <a:lnTo>
                      <a:pt x="206" y="2136"/>
                    </a:lnTo>
                    <a:lnTo>
                      <a:pt x="206" y="2136"/>
                    </a:lnTo>
                    <a:lnTo>
                      <a:pt x="218" y="2158"/>
                    </a:lnTo>
                    <a:lnTo>
                      <a:pt x="218" y="2158"/>
                    </a:lnTo>
                    <a:lnTo>
                      <a:pt x="218" y="2158"/>
                    </a:lnTo>
                    <a:lnTo>
                      <a:pt x="218" y="2158"/>
                    </a:lnTo>
                    <a:lnTo>
                      <a:pt x="220" y="2164"/>
                    </a:lnTo>
                    <a:lnTo>
                      <a:pt x="220" y="2164"/>
                    </a:lnTo>
                    <a:lnTo>
                      <a:pt x="228" y="2178"/>
                    </a:lnTo>
                    <a:lnTo>
                      <a:pt x="228" y="2178"/>
                    </a:lnTo>
                    <a:lnTo>
                      <a:pt x="240" y="2198"/>
                    </a:lnTo>
                    <a:lnTo>
                      <a:pt x="240" y="2198"/>
                    </a:lnTo>
                    <a:lnTo>
                      <a:pt x="250" y="2218"/>
                    </a:lnTo>
                    <a:lnTo>
                      <a:pt x="250" y="2218"/>
                    </a:lnTo>
                    <a:lnTo>
                      <a:pt x="254" y="2224"/>
                    </a:lnTo>
                    <a:lnTo>
                      <a:pt x="254" y="2224"/>
                    </a:lnTo>
                    <a:lnTo>
                      <a:pt x="254" y="2226"/>
                    </a:lnTo>
                    <a:lnTo>
                      <a:pt x="254" y="2226"/>
                    </a:lnTo>
                    <a:lnTo>
                      <a:pt x="260" y="2236"/>
                    </a:lnTo>
                    <a:lnTo>
                      <a:pt x="260" y="2236"/>
                    </a:lnTo>
                    <a:lnTo>
                      <a:pt x="272" y="2256"/>
                    </a:lnTo>
                    <a:lnTo>
                      <a:pt x="272" y="2256"/>
                    </a:lnTo>
                    <a:lnTo>
                      <a:pt x="282" y="2274"/>
                    </a:lnTo>
                    <a:lnTo>
                      <a:pt x="282" y="2274"/>
                    </a:lnTo>
                    <a:lnTo>
                      <a:pt x="290" y="2286"/>
                    </a:lnTo>
                    <a:lnTo>
                      <a:pt x="290" y="2286"/>
                    </a:lnTo>
                    <a:lnTo>
                      <a:pt x="292" y="2288"/>
                    </a:lnTo>
                    <a:lnTo>
                      <a:pt x="292" y="2288"/>
                    </a:lnTo>
                    <a:lnTo>
                      <a:pt x="292" y="2288"/>
                    </a:lnTo>
                    <a:lnTo>
                      <a:pt x="292" y="2288"/>
                    </a:lnTo>
                    <a:lnTo>
                      <a:pt x="294" y="2292"/>
                    </a:lnTo>
                    <a:lnTo>
                      <a:pt x="294" y="2292"/>
                    </a:lnTo>
                    <a:lnTo>
                      <a:pt x="304" y="2308"/>
                    </a:lnTo>
                    <a:lnTo>
                      <a:pt x="304" y="2308"/>
                    </a:lnTo>
                    <a:lnTo>
                      <a:pt x="316" y="2326"/>
                    </a:lnTo>
                    <a:lnTo>
                      <a:pt x="316" y="2326"/>
                    </a:lnTo>
                    <a:lnTo>
                      <a:pt x="326" y="2342"/>
                    </a:lnTo>
                    <a:lnTo>
                      <a:pt x="326" y="2342"/>
                    </a:lnTo>
                    <a:lnTo>
                      <a:pt x="328" y="2344"/>
                    </a:lnTo>
                    <a:lnTo>
                      <a:pt x="328" y="2344"/>
                    </a:lnTo>
                    <a:lnTo>
                      <a:pt x="330" y="2346"/>
                    </a:lnTo>
                    <a:lnTo>
                      <a:pt x="330" y="2346"/>
                    </a:lnTo>
                    <a:lnTo>
                      <a:pt x="338" y="2358"/>
                    </a:lnTo>
                    <a:lnTo>
                      <a:pt x="338" y="2358"/>
                    </a:lnTo>
                    <a:lnTo>
                      <a:pt x="348" y="2372"/>
                    </a:lnTo>
                    <a:lnTo>
                      <a:pt x="348" y="2372"/>
                    </a:lnTo>
                    <a:lnTo>
                      <a:pt x="360" y="2388"/>
                    </a:lnTo>
                    <a:lnTo>
                      <a:pt x="360" y="2388"/>
                    </a:lnTo>
                    <a:lnTo>
                      <a:pt x="368" y="2398"/>
                    </a:lnTo>
                    <a:lnTo>
                      <a:pt x="368" y="2398"/>
                    </a:lnTo>
                    <a:lnTo>
                      <a:pt x="370" y="2400"/>
                    </a:lnTo>
                    <a:lnTo>
                      <a:pt x="370" y="2400"/>
                    </a:lnTo>
                    <a:lnTo>
                      <a:pt x="370" y="2402"/>
                    </a:lnTo>
                    <a:lnTo>
                      <a:pt x="370" y="2402"/>
                    </a:lnTo>
                    <a:lnTo>
                      <a:pt x="382" y="2416"/>
                    </a:lnTo>
                    <a:lnTo>
                      <a:pt x="382" y="2416"/>
                    </a:lnTo>
                    <a:lnTo>
                      <a:pt x="392" y="2430"/>
                    </a:lnTo>
                    <a:lnTo>
                      <a:pt x="392" y="2430"/>
                    </a:lnTo>
                    <a:lnTo>
                      <a:pt x="404" y="2444"/>
                    </a:lnTo>
                    <a:lnTo>
                      <a:pt x="404" y="2444"/>
                    </a:lnTo>
                    <a:lnTo>
                      <a:pt x="408" y="2450"/>
                    </a:lnTo>
                    <a:lnTo>
                      <a:pt x="408" y="2450"/>
                    </a:lnTo>
                    <a:lnTo>
                      <a:pt x="410" y="2454"/>
                    </a:lnTo>
                    <a:lnTo>
                      <a:pt x="410" y="2454"/>
                    </a:lnTo>
                    <a:lnTo>
                      <a:pt x="414" y="2458"/>
                    </a:lnTo>
                    <a:lnTo>
                      <a:pt x="414" y="2458"/>
                    </a:lnTo>
                    <a:lnTo>
                      <a:pt x="426" y="2472"/>
                    </a:lnTo>
                    <a:lnTo>
                      <a:pt x="426" y="2472"/>
                    </a:lnTo>
                    <a:lnTo>
                      <a:pt x="436" y="2484"/>
                    </a:lnTo>
                    <a:lnTo>
                      <a:pt x="436" y="2484"/>
                    </a:lnTo>
                    <a:lnTo>
                      <a:pt x="448" y="2496"/>
                    </a:lnTo>
                    <a:lnTo>
                      <a:pt x="448" y="2496"/>
                    </a:lnTo>
                    <a:lnTo>
                      <a:pt x="450" y="2500"/>
                    </a:lnTo>
                    <a:lnTo>
                      <a:pt x="450" y="2500"/>
                    </a:lnTo>
                    <a:lnTo>
                      <a:pt x="454" y="2504"/>
                    </a:lnTo>
                    <a:lnTo>
                      <a:pt x="454" y="2504"/>
                    </a:lnTo>
                    <a:lnTo>
                      <a:pt x="458" y="2510"/>
                    </a:lnTo>
                    <a:lnTo>
                      <a:pt x="458" y="2510"/>
                    </a:lnTo>
                    <a:lnTo>
                      <a:pt x="470" y="2522"/>
                    </a:lnTo>
                    <a:lnTo>
                      <a:pt x="470" y="2522"/>
                    </a:lnTo>
                    <a:lnTo>
                      <a:pt x="482" y="2534"/>
                    </a:lnTo>
                    <a:lnTo>
                      <a:pt x="482" y="2534"/>
                    </a:lnTo>
                    <a:lnTo>
                      <a:pt x="492" y="2544"/>
                    </a:lnTo>
                    <a:lnTo>
                      <a:pt x="492" y="2544"/>
                    </a:lnTo>
                    <a:lnTo>
                      <a:pt x="494" y="2546"/>
                    </a:lnTo>
                    <a:lnTo>
                      <a:pt x="494" y="2546"/>
                    </a:lnTo>
                    <a:lnTo>
                      <a:pt x="498" y="2550"/>
                    </a:lnTo>
                    <a:lnTo>
                      <a:pt x="498" y="2550"/>
                    </a:lnTo>
                    <a:lnTo>
                      <a:pt x="504" y="2556"/>
                    </a:lnTo>
                    <a:lnTo>
                      <a:pt x="504" y="2556"/>
                    </a:lnTo>
                    <a:lnTo>
                      <a:pt x="516" y="2568"/>
                    </a:lnTo>
                    <a:lnTo>
                      <a:pt x="516" y="2568"/>
                    </a:lnTo>
                    <a:lnTo>
                      <a:pt x="526" y="2578"/>
                    </a:lnTo>
                    <a:lnTo>
                      <a:pt x="526" y="2578"/>
                    </a:lnTo>
                    <a:lnTo>
                      <a:pt x="538" y="2590"/>
                    </a:lnTo>
                    <a:lnTo>
                      <a:pt x="538" y="2590"/>
                    </a:lnTo>
                    <a:lnTo>
                      <a:pt x="540" y="2590"/>
                    </a:lnTo>
                    <a:lnTo>
                      <a:pt x="540" y="2590"/>
                    </a:lnTo>
                    <a:lnTo>
                      <a:pt x="542" y="2592"/>
                    </a:lnTo>
                    <a:lnTo>
                      <a:pt x="542" y="2592"/>
                    </a:lnTo>
                    <a:lnTo>
                      <a:pt x="550" y="2600"/>
                    </a:lnTo>
                    <a:lnTo>
                      <a:pt x="550" y="2600"/>
                    </a:lnTo>
                    <a:lnTo>
                      <a:pt x="562" y="2610"/>
                    </a:lnTo>
                    <a:lnTo>
                      <a:pt x="562" y="2610"/>
                    </a:lnTo>
                    <a:lnTo>
                      <a:pt x="574" y="2620"/>
                    </a:lnTo>
                    <a:lnTo>
                      <a:pt x="574" y="2620"/>
                    </a:lnTo>
                    <a:lnTo>
                      <a:pt x="586" y="2630"/>
                    </a:lnTo>
                    <a:lnTo>
                      <a:pt x="586" y="2630"/>
                    </a:lnTo>
                    <a:lnTo>
                      <a:pt x="586" y="2630"/>
                    </a:lnTo>
                    <a:lnTo>
                      <a:pt x="586" y="2630"/>
                    </a:lnTo>
                    <a:lnTo>
                      <a:pt x="588" y="2632"/>
                    </a:lnTo>
                    <a:lnTo>
                      <a:pt x="588" y="2632"/>
                    </a:lnTo>
                    <a:lnTo>
                      <a:pt x="598" y="2640"/>
                    </a:lnTo>
                    <a:lnTo>
                      <a:pt x="598" y="2640"/>
                    </a:lnTo>
                    <a:lnTo>
                      <a:pt x="610" y="2650"/>
                    </a:lnTo>
                    <a:lnTo>
                      <a:pt x="610" y="2650"/>
                    </a:lnTo>
                    <a:lnTo>
                      <a:pt x="622" y="2660"/>
                    </a:lnTo>
                    <a:lnTo>
                      <a:pt x="622" y="2660"/>
                    </a:lnTo>
                    <a:lnTo>
                      <a:pt x="634" y="2668"/>
                    </a:lnTo>
                    <a:lnTo>
                      <a:pt x="634" y="2668"/>
                    </a:lnTo>
                    <a:lnTo>
                      <a:pt x="634" y="2668"/>
                    </a:lnTo>
                    <a:lnTo>
                      <a:pt x="634" y="2668"/>
                    </a:lnTo>
                    <a:lnTo>
                      <a:pt x="634" y="2668"/>
                    </a:lnTo>
                    <a:lnTo>
                      <a:pt x="634" y="2668"/>
                    </a:lnTo>
                    <a:lnTo>
                      <a:pt x="636" y="2668"/>
                    </a:lnTo>
                    <a:lnTo>
                      <a:pt x="636" y="2668"/>
                    </a:lnTo>
                    <a:lnTo>
                      <a:pt x="648" y="2678"/>
                    </a:lnTo>
                    <a:lnTo>
                      <a:pt x="648" y="2678"/>
                    </a:lnTo>
                    <a:lnTo>
                      <a:pt x="662" y="2688"/>
                    </a:lnTo>
                    <a:lnTo>
                      <a:pt x="662" y="2688"/>
                    </a:lnTo>
                    <a:lnTo>
                      <a:pt x="674" y="2696"/>
                    </a:lnTo>
                    <a:lnTo>
                      <a:pt x="674" y="2696"/>
                    </a:lnTo>
                    <a:lnTo>
                      <a:pt x="680" y="2700"/>
                    </a:lnTo>
                    <a:lnTo>
                      <a:pt x="680" y="2700"/>
                    </a:lnTo>
                    <a:lnTo>
                      <a:pt x="682" y="2702"/>
                    </a:lnTo>
                    <a:lnTo>
                      <a:pt x="682" y="2702"/>
                    </a:lnTo>
                    <a:lnTo>
                      <a:pt x="688" y="2704"/>
                    </a:lnTo>
                    <a:lnTo>
                      <a:pt x="688" y="2704"/>
                    </a:lnTo>
                    <a:lnTo>
                      <a:pt x="700" y="2714"/>
                    </a:lnTo>
                    <a:lnTo>
                      <a:pt x="700" y="2714"/>
                    </a:lnTo>
                    <a:lnTo>
                      <a:pt x="714" y="2722"/>
                    </a:lnTo>
                    <a:lnTo>
                      <a:pt x="714" y="2722"/>
                    </a:lnTo>
                    <a:lnTo>
                      <a:pt x="726" y="2728"/>
                    </a:lnTo>
                    <a:lnTo>
                      <a:pt x="726" y="2728"/>
                    </a:lnTo>
                    <a:lnTo>
                      <a:pt x="728" y="2730"/>
                    </a:lnTo>
                    <a:lnTo>
                      <a:pt x="728" y="2730"/>
                    </a:lnTo>
                    <a:lnTo>
                      <a:pt x="728" y="2730"/>
                    </a:lnTo>
                    <a:lnTo>
                      <a:pt x="728" y="2730"/>
                    </a:lnTo>
                    <a:lnTo>
                      <a:pt x="742" y="2738"/>
                    </a:lnTo>
                    <a:lnTo>
                      <a:pt x="742" y="2738"/>
                    </a:lnTo>
                    <a:lnTo>
                      <a:pt x="756" y="2746"/>
                    </a:lnTo>
                    <a:lnTo>
                      <a:pt x="756" y="2746"/>
                    </a:lnTo>
                    <a:lnTo>
                      <a:pt x="770" y="2754"/>
                    </a:lnTo>
                    <a:lnTo>
                      <a:pt x="770" y="2754"/>
                    </a:lnTo>
                    <a:lnTo>
                      <a:pt x="774" y="2754"/>
                    </a:lnTo>
                    <a:lnTo>
                      <a:pt x="774" y="2754"/>
                    </a:lnTo>
                    <a:lnTo>
                      <a:pt x="776" y="2756"/>
                    </a:lnTo>
                    <a:lnTo>
                      <a:pt x="776" y="2756"/>
                    </a:lnTo>
                    <a:lnTo>
                      <a:pt x="786" y="2760"/>
                    </a:lnTo>
                    <a:lnTo>
                      <a:pt x="786" y="2760"/>
                    </a:lnTo>
                    <a:lnTo>
                      <a:pt x="800" y="2768"/>
                    </a:lnTo>
                    <a:lnTo>
                      <a:pt x="800" y="2768"/>
                    </a:lnTo>
                    <a:lnTo>
                      <a:pt x="816" y="2774"/>
                    </a:lnTo>
                    <a:lnTo>
                      <a:pt x="816" y="2774"/>
                    </a:lnTo>
                    <a:lnTo>
                      <a:pt x="820" y="2776"/>
                    </a:lnTo>
                    <a:lnTo>
                      <a:pt x="820" y="2776"/>
                    </a:lnTo>
                    <a:lnTo>
                      <a:pt x="824" y="2778"/>
                    </a:lnTo>
                    <a:lnTo>
                      <a:pt x="824" y="2778"/>
                    </a:lnTo>
                    <a:lnTo>
                      <a:pt x="832" y="2782"/>
                    </a:lnTo>
                    <a:lnTo>
                      <a:pt x="832" y="2782"/>
                    </a:lnTo>
                    <a:lnTo>
                      <a:pt x="846" y="2788"/>
                    </a:lnTo>
                    <a:lnTo>
                      <a:pt x="846" y="2788"/>
                    </a:lnTo>
                    <a:lnTo>
                      <a:pt x="862" y="2794"/>
                    </a:lnTo>
                    <a:lnTo>
                      <a:pt x="862" y="2794"/>
                    </a:lnTo>
                    <a:lnTo>
                      <a:pt x="868" y="2796"/>
                    </a:lnTo>
                    <a:lnTo>
                      <a:pt x="868" y="2796"/>
                    </a:lnTo>
                    <a:lnTo>
                      <a:pt x="872" y="2798"/>
                    </a:lnTo>
                    <a:lnTo>
                      <a:pt x="872" y="2798"/>
                    </a:lnTo>
                    <a:lnTo>
                      <a:pt x="880" y="2800"/>
                    </a:lnTo>
                    <a:lnTo>
                      <a:pt x="880" y="2800"/>
                    </a:lnTo>
                    <a:lnTo>
                      <a:pt x="898" y="2806"/>
                    </a:lnTo>
                    <a:lnTo>
                      <a:pt x="898" y="2806"/>
                    </a:lnTo>
                    <a:lnTo>
                      <a:pt x="914" y="2812"/>
                    </a:lnTo>
                    <a:lnTo>
                      <a:pt x="914" y="2812"/>
                    </a:lnTo>
                    <a:lnTo>
                      <a:pt x="918" y="2812"/>
                    </a:lnTo>
                    <a:lnTo>
                      <a:pt x="918" y="2812"/>
                    </a:lnTo>
                    <a:lnTo>
                      <a:pt x="920" y="2814"/>
                    </a:lnTo>
                    <a:lnTo>
                      <a:pt x="920" y="2814"/>
                    </a:lnTo>
                    <a:lnTo>
                      <a:pt x="932" y="2816"/>
                    </a:lnTo>
                    <a:lnTo>
                      <a:pt x="932" y="2816"/>
                    </a:lnTo>
                    <a:lnTo>
                      <a:pt x="950" y="2822"/>
                    </a:lnTo>
                    <a:lnTo>
                      <a:pt x="950" y="2822"/>
                    </a:lnTo>
                    <a:lnTo>
                      <a:pt x="966" y="2826"/>
                    </a:lnTo>
                    <a:lnTo>
                      <a:pt x="966" y="2826"/>
                    </a:lnTo>
                    <a:lnTo>
                      <a:pt x="968" y="2826"/>
                    </a:lnTo>
                    <a:lnTo>
                      <a:pt x="968" y="2826"/>
                    </a:lnTo>
                    <a:lnTo>
                      <a:pt x="970" y="2826"/>
                    </a:lnTo>
                    <a:lnTo>
                      <a:pt x="970" y="2826"/>
                    </a:lnTo>
                    <a:lnTo>
                      <a:pt x="988" y="2830"/>
                    </a:lnTo>
                    <a:lnTo>
                      <a:pt x="988" y="2830"/>
                    </a:lnTo>
                    <a:lnTo>
                      <a:pt x="1006" y="2834"/>
                    </a:lnTo>
                    <a:lnTo>
                      <a:pt x="1006" y="2834"/>
                    </a:lnTo>
                    <a:lnTo>
                      <a:pt x="1010" y="2834"/>
                    </a:lnTo>
                    <a:lnTo>
                      <a:pt x="1010" y="2834"/>
                    </a:lnTo>
                    <a:lnTo>
                      <a:pt x="1012" y="2834"/>
                    </a:lnTo>
                    <a:lnTo>
                      <a:pt x="1012" y="2834"/>
                    </a:lnTo>
                    <a:lnTo>
                      <a:pt x="1014" y="2836"/>
                    </a:lnTo>
                    <a:lnTo>
                      <a:pt x="1014" y="2836"/>
                    </a:lnTo>
                    <a:lnTo>
                      <a:pt x="1016" y="2836"/>
                    </a:lnTo>
                    <a:lnTo>
                      <a:pt x="1016" y="2836"/>
                    </a:lnTo>
                    <a:lnTo>
                      <a:pt x="1194" y="2864"/>
                    </a:lnTo>
                    <a:lnTo>
                      <a:pt x="1194" y="2864"/>
                    </a:lnTo>
                    <a:lnTo>
                      <a:pt x="1150" y="2854"/>
                    </a:lnTo>
                    <a:lnTo>
                      <a:pt x="1150" y="2854"/>
                    </a:lnTo>
                    <a:lnTo>
                      <a:pt x="1148" y="2854"/>
                    </a:lnTo>
                    <a:lnTo>
                      <a:pt x="1148" y="2854"/>
                    </a:lnTo>
                    <a:lnTo>
                      <a:pt x="1102" y="2842"/>
                    </a:lnTo>
                    <a:lnTo>
                      <a:pt x="1102" y="2842"/>
                    </a:lnTo>
                    <a:lnTo>
                      <a:pt x="1098" y="2842"/>
                    </a:lnTo>
                    <a:lnTo>
                      <a:pt x="1098" y="2842"/>
                    </a:lnTo>
                    <a:lnTo>
                      <a:pt x="1054" y="2826"/>
                    </a:lnTo>
                    <a:lnTo>
                      <a:pt x="1054" y="2826"/>
                    </a:lnTo>
                    <a:lnTo>
                      <a:pt x="1050" y="2824"/>
                    </a:lnTo>
                    <a:lnTo>
                      <a:pt x="1050" y="2824"/>
                    </a:lnTo>
                    <a:lnTo>
                      <a:pt x="1006" y="2806"/>
                    </a:lnTo>
                    <a:lnTo>
                      <a:pt x="1006" y="2806"/>
                    </a:lnTo>
                    <a:lnTo>
                      <a:pt x="1002" y="2804"/>
                    </a:lnTo>
                    <a:lnTo>
                      <a:pt x="1002" y="2804"/>
                    </a:lnTo>
                    <a:lnTo>
                      <a:pt x="956" y="2782"/>
                    </a:lnTo>
                    <a:lnTo>
                      <a:pt x="956" y="2782"/>
                    </a:lnTo>
                    <a:lnTo>
                      <a:pt x="954" y="2782"/>
                    </a:lnTo>
                    <a:lnTo>
                      <a:pt x="954" y="2782"/>
                    </a:lnTo>
                    <a:lnTo>
                      <a:pt x="908" y="2756"/>
                    </a:lnTo>
                    <a:lnTo>
                      <a:pt x="908" y="2756"/>
                    </a:lnTo>
                    <a:lnTo>
                      <a:pt x="908" y="2754"/>
                    </a:lnTo>
                    <a:lnTo>
                      <a:pt x="908" y="2754"/>
                    </a:lnTo>
                    <a:lnTo>
                      <a:pt x="862" y="2726"/>
                    </a:lnTo>
                    <a:lnTo>
                      <a:pt x="862" y="2726"/>
                    </a:lnTo>
                    <a:lnTo>
                      <a:pt x="860" y="2724"/>
                    </a:lnTo>
                    <a:lnTo>
                      <a:pt x="860" y="2724"/>
                    </a:lnTo>
                    <a:lnTo>
                      <a:pt x="814" y="2692"/>
                    </a:lnTo>
                    <a:lnTo>
                      <a:pt x="814" y="2692"/>
                    </a:lnTo>
                    <a:lnTo>
                      <a:pt x="768" y="2654"/>
                    </a:lnTo>
                    <a:lnTo>
                      <a:pt x="768" y="2654"/>
                    </a:lnTo>
                    <a:lnTo>
                      <a:pt x="766" y="2652"/>
                    </a:lnTo>
                    <a:lnTo>
                      <a:pt x="766" y="2652"/>
                    </a:lnTo>
                    <a:lnTo>
                      <a:pt x="722" y="2612"/>
                    </a:lnTo>
                    <a:lnTo>
                      <a:pt x="722" y="2612"/>
                    </a:lnTo>
                    <a:lnTo>
                      <a:pt x="720" y="2610"/>
                    </a:lnTo>
                    <a:lnTo>
                      <a:pt x="720" y="2610"/>
                    </a:lnTo>
                    <a:lnTo>
                      <a:pt x="676" y="2568"/>
                    </a:lnTo>
                    <a:lnTo>
                      <a:pt x="676" y="2568"/>
                    </a:lnTo>
                    <a:lnTo>
                      <a:pt x="674" y="2564"/>
                    </a:lnTo>
                    <a:lnTo>
                      <a:pt x="674" y="2564"/>
                    </a:lnTo>
                    <a:lnTo>
                      <a:pt x="632" y="2520"/>
                    </a:lnTo>
                    <a:lnTo>
                      <a:pt x="632" y="2520"/>
                    </a:lnTo>
                    <a:lnTo>
                      <a:pt x="628" y="2516"/>
                    </a:lnTo>
                    <a:lnTo>
                      <a:pt x="628" y="2516"/>
                    </a:lnTo>
                    <a:lnTo>
                      <a:pt x="588" y="2468"/>
                    </a:lnTo>
                    <a:lnTo>
                      <a:pt x="588" y="2468"/>
                    </a:lnTo>
                    <a:lnTo>
                      <a:pt x="584" y="2464"/>
                    </a:lnTo>
                    <a:lnTo>
                      <a:pt x="584" y="2464"/>
                    </a:lnTo>
                    <a:lnTo>
                      <a:pt x="546" y="2412"/>
                    </a:lnTo>
                    <a:lnTo>
                      <a:pt x="546" y="2412"/>
                    </a:lnTo>
                    <a:lnTo>
                      <a:pt x="544" y="2410"/>
                    </a:lnTo>
                    <a:lnTo>
                      <a:pt x="544" y="2410"/>
                    </a:lnTo>
                    <a:lnTo>
                      <a:pt x="506" y="2356"/>
                    </a:lnTo>
                    <a:lnTo>
                      <a:pt x="506" y="2356"/>
                    </a:lnTo>
                    <a:lnTo>
                      <a:pt x="504" y="2352"/>
                    </a:lnTo>
                    <a:lnTo>
                      <a:pt x="504" y="2352"/>
                    </a:lnTo>
                    <a:lnTo>
                      <a:pt x="468" y="2294"/>
                    </a:lnTo>
                    <a:lnTo>
                      <a:pt x="468" y="2294"/>
                    </a:lnTo>
                    <a:lnTo>
                      <a:pt x="466" y="2292"/>
                    </a:lnTo>
                    <a:lnTo>
                      <a:pt x="466" y="2292"/>
                    </a:lnTo>
                    <a:lnTo>
                      <a:pt x="430" y="2230"/>
                    </a:lnTo>
                    <a:lnTo>
                      <a:pt x="430" y="2230"/>
                    </a:lnTo>
                    <a:lnTo>
                      <a:pt x="428" y="2226"/>
                    </a:lnTo>
                    <a:lnTo>
                      <a:pt x="428" y="2226"/>
                    </a:lnTo>
                    <a:lnTo>
                      <a:pt x="394" y="2162"/>
                    </a:lnTo>
                    <a:lnTo>
                      <a:pt x="394" y="2162"/>
                    </a:lnTo>
                    <a:lnTo>
                      <a:pt x="392" y="2158"/>
                    </a:lnTo>
                    <a:lnTo>
                      <a:pt x="392" y="2158"/>
                    </a:lnTo>
                    <a:lnTo>
                      <a:pt x="360" y="2092"/>
                    </a:lnTo>
                    <a:lnTo>
                      <a:pt x="360" y="2092"/>
                    </a:lnTo>
                    <a:lnTo>
                      <a:pt x="358" y="2088"/>
                    </a:lnTo>
                    <a:lnTo>
                      <a:pt x="358" y="2088"/>
                    </a:lnTo>
                    <a:lnTo>
                      <a:pt x="358" y="2088"/>
                    </a:lnTo>
                    <a:lnTo>
                      <a:pt x="358" y="2088"/>
                    </a:lnTo>
                    <a:lnTo>
                      <a:pt x="330" y="2022"/>
                    </a:lnTo>
                    <a:lnTo>
                      <a:pt x="330" y="2022"/>
                    </a:lnTo>
                    <a:lnTo>
                      <a:pt x="326" y="2014"/>
                    </a:lnTo>
                    <a:lnTo>
                      <a:pt x="326" y="2014"/>
                    </a:lnTo>
                    <a:lnTo>
                      <a:pt x="300" y="1946"/>
                    </a:lnTo>
                    <a:lnTo>
                      <a:pt x="300" y="1946"/>
                    </a:lnTo>
                    <a:lnTo>
                      <a:pt x="298" y="1938"/>
                    </a:lnTo>
                    <a:lnTo>
                      <a:pt x="298" y="1938"/>
                    </a:lnTo>
                    <a:lnTo>
                      <a:pt x="274" y="1870"/>
                    </a:lnTo>
                    <a:lnTo>
                      <a:pt x="274" y="1870"/>
                    </a:lnTo>
                    <a:lnTo>
                      <a:pt x="272" y="1862"/>
                    </a:lnTo>
                    <a:lnTo>
                      <a:pt x="272" y="1862"/>
                    </a:lnTo>
                    <a:lnTo>
                      <a:pt x="252" y="1794"/>
                    </a:lnTo>
                    <a:lnTo>
                      <a:pt x="252" y="1794"/>
                    </a:lnTo>
                    <a:lnTo>
                      <a:pt x="248" y="1780"/>
                    </a:lnTo>
                    <a:lnTo>
                      <a:pt x="248" y="1780"/>
                    </a:lnTo>
                    <a:lnTo>
                      <a:pt x="230" y="1712"/>
                    </a:lnTo>
                    <a:lnTo>
                      <a:pt x="230" y="1712"/>
                    </a:lnTo>
                    <a:lnTo>
                      <a:pt x="226" y="1700"/>
                    </a:lnTo>
                    <a:lnTo>
                      <a:pt x="226" y="1700"/>
                    </a:lnTo>
                    <a:lnTo>
                      <a:pt x="216" y="1652"/>
                    </a:lnTo>
                    <a:lnTo>
                      <a:pt x="216" y="1652"/>
                    </a:lnTo>
                    <a:lnTo>
                      <a:pt x="208" y="1612"/>
                    </a:lnTo>
                    <a:lnTo>
                      <a:pt x="208" y="1612"/>
                    </a:lnTo>
                    <a:lnTo>
                      <a:pt x="200" y="1572"/>
                    </a:lnTo>
                    <a:lnTo>
                      <a:pt x="200" y="1572"/>
                    </a:lnTo>
                    <a:lnTo>
                      <a:pt x="192" y="1530"/>
                    </a:lnTo>
                    <a:lnTo>
                      <a:pt x="192" y="1530"/>
                    </a:lnTo>
                    <a:lnTo>
                      <a:pt x="188" y="1492"/>
                    </a:lnTo>
                    <a:lnTo>
                      <a:pt x="188" y="1492"/>
                    </a:lnTo>
                    <a:lnTo>
                      <a:pt x="182" y="1448"/>
                    </a:lnTo>
                    <a:lnTo>
                      <a:pt x="182" y="1448"/>
                    </a:lnTo>
                    <a:lnTo>
                      <a:pt x="178" y="1410"/>
                    </a:lnTo>
                    <a:lnTo>
                      <a:pt x="178" y="1410"/>
                    </a:lnTo>
                    <a:lnTo>
                      <a:pt x="172" y="1364"/>
                    </a:lnTo>
                    <a:lnTo>
                      <a:pt x="172" y="1364"/>
                    </a:lnTo>
                    <a:lnTo>
                      <a:pt x="170" y="1326"/>
                    </a:lnTo>
                    <a:lnTo>
                      <a:pt x="170" y="1326"/>
                    </a:lnTo>
                    <a:lnTo>
                      <a:pt x="168" y="1280"/>
                    </a:lnTo>
                    <a:lnTo>
                      <a:pt x="168" y="1280"/>
                    </a:lnTo>
                    <a:lnTo>
                      <a:pt x="166" y="1240"/>
                    </a:lnTo>
                    <a:lnTo>
                      <a:pt x="166" y="1240"/>
                    </a:lnTo>
                    <a:lnTo>
                      <a:pt x="166" y="1198"/>
                    </a:lnTo>
                    <a:lnTo>
                      <a:pt x="166" y="1198"/>
                    </a:lnTo>
                    <a:lnTo>
                      <a:pt x="166" y="1146"/>
                    </a:lnTo>
                    <a:lnTo>
                      <a:pt x="166" y="1146"/>
                    </a:lnTo>
                    <a:lnTo>
                      <a:pt x="166" y="1114"/>
                    </a:lnTo>
                    <a:lnTo>
                      <a:pt x="166" y="1114"/>
                    </a:lnTo>
                    <a:lnTo>
                      <a:pt x="170" y="1032"/>
                    </a:lnTo>
                    <a:lnTo>
                      <a:pt x="170" y="1032"/>
                    </a:lnTo>
                    <a:lnTo>
                      <a:pt x="174" y="982"/>
                    </a:lnTo>
                    <a:lnTo>
                      <a:pt x="180" y="934"/>
                    </a:lnTo>
                    <a:lnTo>
                      <a:pt x="186" y="886"/>
                    </a:lnTo>
                    <a:lnTo>
                      <a:pt x="194" y="838"/>
                    </a:lnTo>
                    <a:lnTo>
                      <a:pt x="212" y="748"/>
                    </a:lnTo>
                    <a:lnTo>
                      <a:pt x="234" y="662"/>
                    </a:lnTo>
                    <a:lnTo>
                      <a:pt x="234" y="662"/>
                    </a:lnTo>
                    <a:lnTo>
                      <a:pt x="260" y="580"/>
                    </a:lnTo>
                    <a:lnTo>
                      <a:pt x="288" y="504"/>
                    </a:lnTo>
                    <a:lnTo>
                      <a:pt x="320" y="430"/>
                    </a:lnTo>
                    <a:lnTo>
                      <a:pt x="356" y="362"/>
                    </a:lnTo>
                    <a:lnTo>
                      <a:pt x="356" y="362"/>
                    </a:lnTo>
                    <a:lnTo>
                      <a:pt x="392" y="302"/>
                    </a:lnTo>
                    <a:lnTo>
                      <a:pt x="432" y="244"/>
                    </a:lnTo>
                    <a:lnTo>
                      <a:pt x="472" y="190"/>
                    </a:lnTo>
                    <a:lnTo>
                      <a:pt x="516" y="142"/>
                    </a:lnTo>
                    <a:lnTo>
                      <a:pt x="516" y="142"/>
                    </a:lnTo>
                    <a:lnTo>
                      <a:pt x="552" y="110"/>
                    </a:lnTo>
                    <a:lnTo>
                      <a:pt x="588" y="78"/>
                    </a:lnTo>
                    <a:lnTo>
                      <a:pt x="588" y="78"/>
                    </a:lnTo>
                    <a:lnTo>
                      <a:pt x="620" y="52"/>
                    </a:lnTo>
                    <a:lnTo>
                      <a:pt x="654" y="30"/>
                    </a:lnTo>
                    <a:lnTo>
                      <a:pt x="654" y="30"/>
                    </a:lnTo>
                    <a:lnTo>
                      <a:pt x="702" y="0"/>
                    </a:lnTo>
                    <a:lnTo>
                      <a:pt x="702" y="0"/>
                    </a:lnTo>
                    <a:lnTo>
                      <a:pt x="702" y="0"/>
                    </a:lnTo>
                    <a:lnTo>
                      <a:pt x="542" y="88"/>
                    </a:lnTo>
                    <a:lnTo>
                      <a:pt x="542" y="88"/>
                    </a:lnTo>
                    <a:lnTo>
                      <a:pt x="492" y="116"/>
                    </a:lnTo>
                    <a:lnTo>
                      <a:pt x="446" y="150"/>
                    </a:lnTo>
                    <a:lnTo>
                      <a:pt x="400" y="188"/>
                    </a:lnTo>
                    <a:lnTo>
                      <a:pt x="354" y="228"/>
                    </a:lnTo>
                    <a:lnTo>
                      <a:pt x="354" y="228"/>
                    </a:lnTo>
                    <a:lnTo>
                      <a:pt x="312" y="276"/>
                    </a:lnTo>
                    <a:lnTo>
                      <a:pt x="270" y="328"/>
                    </a:lnTo>
                    <a:lnTo>
                      <a:pt x="230" y="384"/>
                    </a:lnTo>
                    <a:lnTo>
                      <a:pt x="194" y="444"/>
                    </a:lnTo>
                    <a:lnTo>
                      <a:pt x="194" y="444"/>
                    </a:lnTo>
                    <a:lnTo>
                      <a:pt x="158" y="510"/>
                    </a:lnTo>
                    <a:lnTo>
                      <a:pt x="126" y="580"/>
                    </a:lnTo>
                    <a:lnTo>
                      <a:pt x="96" y="654"/>
                    </a:lnTo>
                    <a:lnTo>
                      <a:pt x="72" y="730"/>
                    </a:lnTo>
                    <a:lnTo>
                      <a:pt x="72" y="730"/>
                    </a:lnTo>
                    <a:lnTo>
                      <a:pt x="50" y="814"/>
                    </a:lnTo>
                    <a:lnTo>
                      <a:pt x="30" y="902"/>
                    </a:lnTo>
                    <a:lnTo>
                      <a:pt x="16" y="992"/>
                    </a:lnTo>
                    <a:lnTo>
                      <a:pt x="6" y="1086"/>
                    </a:lnTo>
                    <a:lnTo>
                      <a:pt x="6" y="1086"/>
                    </a:lnTo>
                    <a:lnTo>
                      <a:pt x="2" y="1164"/>
                    </a:lnTo>
                    <a:lnTo>
                      <a:pt x="2" y="1164"/>
                    </a:lnTo>
                    <a:lnTo>
                      <a:pt x="2" y="1198"/>
                    </a:lnTo>
                    <a:lnTo>
                      <a:pt x="2" y="1198"/>
                    </a:lnTo>
                    <a:lnTo>
                      <a:pt x="0" y="1240"/>
                    </a:lnTo>
                    <a:lnTo>
                      <a:pt x="0" y="1240"/>
                    </a:lnTo>
                    <a:lnTo>
                      <a:pt x="0" y="1244"/>
                    </a:lnTo>
                    <a:lnTo>
                      <a:pt x="0" y="1244"/>
                    </a:lnTo>
                    <a:lnTo>
                      <a:pt x="2" y="1286"/>
                    </a:lnTo>
                    <a:lnTo>
                      <a:pt x="2" y="1286"/>
                    </a:lnTo>
                    <a:close/>
                  </a:path>
                </a:pathLst>
              </a:custGeom>
              <a:solidFill>
                <a:srgbClr val="B6B6B6"/>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9" name="Freeform 6"/>
              <p:cNvSpPr>
                <a:spLocks/>
              </p:cNvSpPr>
              <p:nvPr/>
            </p:nvSpPr>
            <p:spPr bwMode="auto">
              <a:xfrm>
                <a:off x="2495550" y="5502276"/>
                <a:ext cx="4763" cy="0"/>
              </a:xfrm>
              <a:custGeom>
                <a:avLst/>
                <a:gdLst>
                  <a:gd name="T0" fmla="*/ 3 w 3"/>
                  <a:gd name="T1" fmla="*/ 3 w 3"/>
                  <a:gd name="T2" fmla="*/ 0 w 3"/>
                  <a:gd name="T3" fmla="*/ 0 w 3"/>
                  <a:gd name="T4" fmla="*/ 0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0" y="0"/>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0" name="Freeform 7"/>
              <p:cNvSpPr>
                <a:spLocks/>
              </p:cNvSpPr>
              <p:nvPr/>
            </p:nvSpPr>
            <p:spPr bwMode="auto">
              <a:xfrm>
                <a:off x="2495550" y="5502276"/>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1" name="Freeform 8"/>
              <p:cNvSpPr>
                <a:spLocks/>
              </p:cNvSpPr>
              <p:nvPr/>
            </p:nvSpPr>
            <p:spPr bwMode="auto">
              <a:xfrm>
                <a:off x="2495550" y="550227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2" name="Freeform 9"/>
              <p:cNvSpPr>
                <a:spLocks/>
              </p:cNvSpPr>
              <p:nvPr/>
            </p:nvSpPr>
            <p:spPr bwMode="auto">
              <a:xfrm>
                <a:off x="1096963" y="2149476"/>
                <a:ext cx="1398588" cy="3352800"/>
              </a:xfrm>
              <a:custGeom>
                <a:avLst/>
                <a:gdLst>
                  <a:gd name="T0" fmla="*/ 229 w 881"/>
                  <a:gd name="T1" fmla="*/ 204 h 2112"/>
                  <a:gd name="T2" fmla="*/ 52 w 881"/>
                  <a:gd name="T3" fmla="*/ 540 h 2112"/>
                  <a:gd name="T4" fmla="*/ 2 w 881"/>
                  <a:gd name="T5" fmla="*/ 858 h 2112"/>
                  <a:gd name="T6" fmla="*/ 0 w 881"/>
                  <a:gd name="T7" fmla="*/ 948 h 2112"/>
                  <a:gd name="T8" fmla="*/ 5 w 881"/>
                  <a:gd name="T9" fmla="*/ 1034 h 2112"/>
                  <a:gd name="T10" fmla="*/ 18 w 881"/>
                  <a:gd name="T11" fmla="*/ 1144 h 2112"/>
                  <a:gd name="T12" fmla="*/ 34 w 881"/>
                  <a:gd name="T13" fmla="*/ 1236 h 2112"/>
                  <a:gd name="T14" fmla="*/ 45 w 881"/>
                  <a:gd name="T15" fmla="*/ 1277 h 2112"/>
                  <a:gd name="T16" fmla="*/ 59 w 881"/>
                  <a:gd name="T17" fmla="*/ 1336 h 2112"/>
                  <a:gd name="T18" fmla="*/ 77 w 881"/>
                  <a:gd name="T19" fmla="*/ 1389 h 2112"/>
                  <a:gd name="T20" fmla="*/ 95 w 881"/>
                  <a:gd name="T21" fmla="*/ 1442 h 2112"/>
                  <a:gd name="T22" fmla="*/ 114 w 881"/>
                  <a:gd name="T23" fmla="*/ 1489 h 2112"/>
                  <a:gd name="T24" fmla="*/ 136 w 881"/>
                  <a:gd name="T25" fmla="*/ 1542 h 2112"/>
                  <a:gd name="T26" fmla="*/ 161 w 881"/>
                  <a:gd name="T27" fmla="*/ 1591 h 2112"/>
                  <a:gd name="T28" fmla="*/ 185 w 881"/>
                  <a:gd name="T29" fmla="*/ 1635 h 2112"/>
                  <a:gd name="T30" fmla="*/ 201 w 881"/>
                  <a:gd name="T31" fmla="*/ 1663 h 2112"/>
                  <a:gd name="T32" fmla="*/ 217 w 881"/>
                  <a:gd name="T33" fmla="*/ 1690 h 2112"/>
                  <a:gd name="T34" fmla="*/ 242 w 881"/>
                  <a:gd name="T35" fmla="*/ 1728 h 2112"/>
                  <a:gd name="T36" fmla="*/ 264 w 881"/>
                  <a:gd name="T37" fmla="*/ 1761 h 2112"/>
                  <a:gd name="T38" fmla="*/ 281 w 881"/>
                  <a:gd name="T39" fmla="*/ 1781 h 2112"/>
                  <a:gd name="T40" fmla="*/ 303 w 881"/>
                  <a:gd name="T41" fmla="*/ 1809 h 2112"/>
                  <a:gd name="T42" fmla="*/ 329 w 881"/>
                  <a:gd name="T43" fmla="*/ 1840 h 2112"/>
                  <a:gd name="T44" fmla="*/ 347 w 881"/>
                  <a:gd name="T45" fmla="*/ 1859 h 2112"/>
                  <a:gd name="T46" fmla="*/ 372 w 881"/>
                  <a:gd name="T47" fmla="*/ 1884 h 2112"/>
                  <a:gd name="T48" fmla="*/ 399 w 881"/>
                  <a:gd name="T49" fmla="*/ 1910 h 2112"/>
                  <a:gd name="T50" fmla="*/ 424 w 881"/>
                  <a:gd name="T51" fmla="*/ 1932 h 2112"/>
                  <a:gd name="T52" fmla="*/ 441 w 881"/>
                  <a:gd name="T53" fmla="*/ 1946 h 2112"/>
                  <a:gd name="T54" fmla="*/ 468 w 881"/>
                  <a:gd name="T55" fmla="*/ 1967 h 2112"/>
                  <a:gd name="T56" fmla="*/ 500 w 881"/>
                  <a:gd name="T57" fmla="*/ 1991 h 2112"/>
                  <a:gd name="T58" fmla="*/ 527 w 881"/>
                  <a:gd name="T59" fmla="*/ 2007 h 2112"/>
                  <a:gd name="T60" fmla="*/ 558 w 881"/>
                  <a:gd name="T61" fmla="*/ 2025 h 2112"/>
                  <a:gd name="T62" fmla="*/ 578 w 881"/>
                  <a:gd name="T63" fmla="*/ 2035 h 2112"/>
                  <a:gd name="T64" fmla="*/ 608 w 881"/>
                  <a:gd name="T65" fmla="*/ 2048 h 2112"/>
                  <a:gd name="T66" fmla="*/ 640 w 881"/>
                  <a:gd name="T67" fmla="*/ 2061 h 2112"/>
                  <a:gd name="T68" fmla="*/ 674 w 881"/>
                  <a:gd name="T69" fmla="*/ 2073 h 2112"/>
                  <a:gd name="T70" fmla="*/ 701 w 881"/>
                  <a:gd name="T71" fmla="*/ 2081 h 2112"/>
                  <a:gd name="T72" fmla="*/ 742 w 881"/>
                  <a:gd name="T73" fmla="*/ 2089 h 2112"/>
                  <a:gd name="T74" fmla="*/ 749 w 881"/>
                  <a:gd name="T75" fmla="*/ 2091 h 2112"/>
                  <a:gd name="T76" fmla="*/ 810 w 881"/>
                  <a:gd name="T77" fmla="*/ 2095 h 2112"/>
                  <a:gd name="T78" fmla="*/ 738 w 881"/>
                  <a:gd name="T79" fmla="*/ 2067 h 2112"/>
                  <a:gd name="T80" fmla="*/ 668 w 881"/>
                  <a:gd name="T81" fmla="*/ 2030 h 2112"/>
                  <a:gd name="T82" fmla="*/ 565 w 881"/>
                  <a:gd name="T83" fmla="*/ 1957 h 2112"/>
                  <a:gd name="T84" fmla="*/ 465 w 881"/>
                  <a:gd name="T85" fmla="*/ 1858 h 2112"/>
                  <a:gd name="T86" fmla="*/ 403 w 881"/>
                  <a:gd name="T87" fmla="*/ 1778 h 2112"/>
                  <a:gd name="T88" fmla="*/ 344 w 881"/>
                  <a:gd name="T89" fmla="*/ 1691 h 2112"/>
                  <a:gd name="T90" fmla="*/ 291 w 881"/>
                  <a:gd name="T91" fmla="*/ 1594 h 2112"/>
                  <a:gd name="T92" fmla="*/ 264 w 881"/>
                  <a:gd name="T93" fmla="*/ 1539 h 2112"/>
                  <a:gd name="T94" fmla="*/ 219 w 881"/>
                  <a:gd name="T95" fmla="*/ 1429 h 2112"/>
                  <a:gd name="T96" fmla="*/ 182 w 881"/>
                  <a:gd name="T97" fmla="*/ 1312 h 2112"/>
                  <a:gd name="T98" fmla="*/ 152 w 881"/>
                  <a:gd name="T99" fmla="*/ 1189 h 2112"/>
                  <a:gd name="T100" fmla="*/ 133 w 881"/>
                  <a:gd name="T101" fmla="*/ 1068 h 2112"/>
                  <a:gd name="T102" fmla="*/ 123 w 881"/>
                  <a:gd name="T103" fmla="*/ 944 h 2112"/>
                  <a:gd name="T104" fmla="*/ 123 w 881"/>
                  <a:gd name="T105" fmla="*/ 821 h 2112"/>
                  <a:gd name="T106" fmla="*/ 173 w 881"/>
                  <a:gd name="T107" fmla="*/ 488 h 2112"/>
                  <a:gd name="T108" fmla="*/ 317 w 881"/>
                  <a:gd name="T109" fmla="*/ 180 h 2112"/>
                  <a:gd name="T110" fmla="*/ 481 w 881"/>
                  <a:gd name="T111" fmla="*/ 22 h 2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1" h="2112">
                    <a:moveTo>
                      <a:pt x="399" y="65"/>
                    </a:moveTo>
                    <a:lnTo>
                      <a:pt x="399" y="65"/>
                    </a:lnTo>
                    <a:lnTo>
                      <a:pt x="363" y="86"/>
                    </a:lnTo>
                    <a:lnTo>
                      <a:pt x="328" y="111"/>
                    </a:lnTo>
                    <a:lnTo>
                      <a:pt x="294" y="139"/>
                    </a:lnTo>
                    <a:lnTo>
                      <a:pt x="261" y="168"/>
                    </a:lnTo>
                    <a:lnTo>
                      <a:pt x="261" y="168"/>
                    </a:lnTo>
                    <a:lnTo>
                      <a:pt x="229" y="204"/>
                    </a:lnTo>
                    <a:lnTo>
                      <a:pt x="198" y="242"/>
                    </a:lnTo>
                    <a:lnTo>
                      <a:pt x="170" y="283"/>
                    </a:lnTo>
                    <a:lnTo>
                      <a:pt x="142" y="328"/>
                    </a:lnTo>
                    <a:lnTo>
                      <a:pt x="142" y="328"/>
                    </a:lnTo>
                    <a:lnTo>
                      <a:pt x="117" y="376"/>
                    </a:lnTo>
                    <a:lnTo>
                      <a:pt x="93" y="428"/>
                    </a:lnTo>
                    <a:lnTo>
                      <a:pt x="71" y="482"/>
                    </a:lnTo>
                    <a:lnTo>
                      <a:pt x="52" y="540"/>
                    </a:lnTo>
                    <a:lnTo>
                      <a:pt x="52" y="540"/>
                    </a:lnTo>
                    <a:lnTo>
                      <a:pt x="36" y="600"/>
                    </a:lnTo>
                    <a:lnTo>
                      <a:pt x="23" y="665"/>
                    </a:lnTo>
                    <a:lnTo>
                      <a:pt x="12" y="732"/>
                    </a:lnTo>
                    <a:lnTo>
                      <a:pt x="5" y="801"/>
                    </a:lnTo>
                    <a:lnTo>
                      <a:pt x="5" y="801"/>
                    </a:lnTo>
                    <a:lnTo>
                      <a:pt x="2" y="858"/>
                    </a:lnTo>
                    <a:lnTo>
                      <a:pt x="2" y="858"/>
                    </a:lnTo>
                    <a:lnTo>
                      <a:pt x="0" y="883"/>
                    </a:lnTo>
                    <a:lnTo>
                      <a:pt x="0" y="883"/>
                    </a:lnTo>
                    <a:lnTo>
                      <a:pt x="0" y="914"/>
                    </a:lnTo>
                    <a:lnTo>
                      <a:pt x="0" y="914"/>
                    </a:lnTo>
                    <a:lnTo>
                      <a:pt x="0" y="917"/>
                    </a:lnTo>
                    <a:lnTo>
                      <a:pt x="0" y="917"/>
                    </a:lnTo>
                    <a:lnTo>
                      <a:pt x="0" y="948"/>
                    </a:lnTo>
                    <a:lnTo>
                      <a:pt x="0" y="948"/>
                    </a:lnTo>
                    <a:lnTo>
                      <a:pt x="2" y="976"/>
                    </a:lnTo>
                    <a:lnTo>
                      <a:pt x="2" y="976"/>
                    </a:lnTo>
                    <a:lnTo>
                      <a:pt x="3" y="1007"/>
                    </a:lnTo>
                    <a:lnTo>
                      <a:pt x="3" y="1007"/>
                    </a:lnTo>
                    <a:lnTo>
                      <a:pt x="5" y="1031"/>
                    </a:lnTo>
                    <a:lnTo>
                      <a:pt x="5" y="1031"/>
                    </a:lnTo>
                    <a:lnTo>
                      <a:pt x="5" y="1034"/>
                    </a:lnTo>
                    <a:lnTo>
                      <a:pt x="5" y="1034"/>
                    </a:lnTo>
                    <a:lnTo>
                      <a:pt x="8" y="1066"/>
                    </a:lnTo>
                    <a:lnTo>
                      <a:pt x="8" y="1066"/>
                    </a:lnTo>
                    <a:lnTo>
                      <a:pt x="11" y="1093"/>
                    </a:lnTo>
                    <a:lnTo>
                      <a:pt x="11" y="1093"/>
                    </a:lnTo>
                    <a:lnTo>
                      <a:pt x="15" y="1122"/>
                    </a:lnTo>
                    <a:lnTo>
                      <a:pt x="15" y="1122"/>
                    </a:lnTo>
                    <a:lnTo>
                      <a:pt x="18" y="1144"/>
                    </a:lnTo>
                    <a:lnTo>
                      <a:pt x="18" y="1144"/>
                    </a:lnTo>
                    <a:lnTo>
                      <a:pt x="18" y="1152"/>
                    </a:lnTo>
                    <a:lnTo>
                      <a:pt x="18" y="1152"/>
                    </a:lnTo>
                    <a:lnTo>
                      <a:pt x="24" y="1180"/>
                    </a:lnTo>
                    <a:lnTo>
                      <a:pt x="24" y="1180"/>
                    </a:lnTo>
                    <a:lnTo>
                      <a:pt x="28" y="1209"/>
                    </a:lnTo>
                    <a:lnTo>
                      <a:pt x="28" y="1209"/>
                    </a:lnTo>
                    <a:lnTo>
                      <a:pt x="34" y="1236"/>
                    </a:lnTo>
                    <a:lnTo>
                      <a:pt x="34" y="1236"/>
                    </a:lnTo>
                    <a:lnTo>
                      <a:pt x="39" y="1256"/>
                    </a:lnTo>
                    <a:lnTo>
                      <a:pt x="39" y="1256"/>
                    </a:lnTo>
                    <a:lnTo>
                      <a:pt x="43" y="1271"/>
                    </a:lnTo>
                    <a:lnTo>
                      <a:pt x="43" y="1271"/>
                    </a:lnTo>
                    <a:lnTo>
                      <a:pt x="43" y="1274"/>
                    </a:lnTo>
                    <a:lnTo>
                      <a:pt x="43" y="1274"/>
                    </a:lnTo>
                    <a:lnTo>
                      <a:pt x="45" y="1277"/>
                    </a:lnTo>
                    <a:lnTo>
                      <a:pt x="45" y="1277"/>
                    </a:lnTo>
                    <a:lnTo>
                      <a:pt x="46" y="1286"/>
                    </a:lnTo>
                    <a:lnTo>
                      <a:pt x="46" y="1286"/>
                    </a:lnTo>
                    <a:lnTo>
                      <a:pt x="55" y="1317"/>
                    </a:lnTo>
                    <a:lnTo>
                      <a:pt x="55" y="1317"/>
                    </a:lnTo>
                    <a:lnTo>
                      <a:pt x="58" y="1327"/>
                    </a:lnTo>
                    <a:lnTo>
                      <a:pt x="58" y="1327"/>
                    </a:lnTo>
                    <a:lnTo>
                      <a:pt x="59" y="1336"/>
                    </a:lnTo>
                    <a:lnTo>
                      <a:pt x="59" y="1336"/>
                    </a:lnTo>
                    <a:lnTo>
                      <a:pt x="62" y="1346"/>
                    </a:lnTo>
                    <a:lnTo>
                      <a:pt x="62" y="1346"/>
                    </a:lnTo>
                    <a:lnTo>
                      <a:pt x="71" y="1376"/>
                    </a:lnTo>
                    <a:lnTo>
                      <a:pt x="71" y="1376"/>
                    </a:lnTo>
                    <a:lnTo>
                      <a:pt x="74" y="1383"/>
                    </a:lnTo>
                    <a:lnTo>
                      <a:pt x="74" y="1383"/>
                    </a:lnTo>
                    <a:lnTo>
                      <a:pt x="77" y="1389"/>
                    </a:lnTo>
                    <a:lnTo>
                      <a:pt x="77" y="1389"/>
                    </a:lnTo>
                    <a:lnTo>
                      <a:pt x="80" y="1398"/>
                    </a:lnTo>
                    <a:lnTo>
                      <a:pt x="80" y="1398"/>
                    </a:lnTo>
                    <a:lnTo>
                      <a:pt x="87" y="1422"/>
                    </a:lnTo>
                    <a:lnTo>
                      <a:pt x="87" y="1422"/>
                    </a:lnTo>
                    <a:lnTo>
                      <a:pt x="93" y="1436"/>
                    </a:lnTo>
                    <a:lnTo>
                      <a:pt x="93" y="1436"/>
                    </a:lnTo>
                    <a:lnTo>
                      <a:pt x="95" y="1442"/>
                    </a:lnTo>
                    <a:lnTo>
                      <a:pt x="95" y="1442"/>
                    </a:lnTo>
                    <a:lnTo>
                      <a:pt x="96" y="1444"/>
                    </a:lnTo>
                    <a:lnTo>
                      <a:pt x="96" y="1444"/>
                    </a:lnTo>
                    <a:lnTo>
                      <a:pt x="104" y="1466"/>
                    </a:lnTo>
                    <a:lnTo>
                      <a:pt x="104" y="1466"/>
                    </a:lnTo>
                    <a:lnTo>
                      <a:pt x="113" y="1486"/>
                    </a:lnTo>
                    <a:lnTo>
                      <a:pt x="113" y="1486"/>
                    </a:lnTo>
                    <a:lnTo>
                      <a:pt x="114" y="1489"/>
                    </a:lnTo>
                    <a:lnTo>
                      <a:pt x="114" y="1489"/>
                    </a:lnTo>
                    <a:lnTo>
                      <a:pt x="117" y="1495"/>
                    </a:lnTo>
                    <a:lnTo>
                      <a:pt x="117" y="1495"/>
                    </a:lnTo>
                    <a:lnTo>
                      <a:pt x="120" y="1504"/>
                    </a:lnTo>
                    <a:lnTo>
                      <a:pt x="120" y="1504"/>
                    </a:lnTo>
                    <a:lnTo>
                      <a:pt x="129" y="1523"/>
                    </a:lnTo>
                    <a:lnTo>
                      <a:pt x="129" y="1523"/>
                    </a:lnTo>
                    <a:lnTo>
                      <a:pt x="136" y="1542"/>
                    </a:lnTo>
                    <a:lnTo>
                      <a:pt x="136" y="1542"/>
                    </a:lnTo>
                    <a:lnTo>
                      <a:pt x="138" y="1545"/>
                    </a:lnTo>
                    <a:lnTo>
                      <a:pt x="138" y="1545"/>
                    </a:lnTo>
                    <a:lnTo>
                      <a:pt x="145" y="1559"/>
                    </a:lnTo>
                    <a:lnTo>
                      <a:pt x="145" y="1559"/>
                    </a:lnTo>
                    <a:lnTo>
                      <a:pt x="152" y="1575"/>
                    </a:lnTo>
                    <a:lnTo>
                      <a:pt x="152" y="1575"/>
                    </a:lnTo>
                    <a:lnTo>
                      <a:pt x="160" y="1591"/>
                    </a:lnTo>
                    <a:lnTo>
                      <a:pt x="161" y="1591"/>
                    </a:lnTo>
                    <a:lnTo>
                      <a:pt x="161" y="1591"/>
                    </a:lnTo>
                    <a:lnTo>
                      <a:pt x="163" y="1595"/>
                    </a:lnTo>
                    <a:lnTo>
                      <a:pt x="163" y="1595"/>
                    </a:lnTo>
                    <a:lnTo>
                      <a:pt x="169" y="1606"/>
                    </a:lnTo>
                    <a:lnTo>
                      <a:pt x="169" y="1606"/>
                    </a:lnTo>
                    <a:lnTo>
                      <a:pt x="176" y="1621"/>
                    </a:lnTo>
                    <a:lnTo>
                      <a:pt x="176" y="1621"/>
                    </a:lnTo>
                    <a:lnTo>
                      <a:pt x="185" y="1635"/>
                    </a:lnTo>
                    <a:lnTo>
                      <a:pt x="185" y="1635"/>
                    </a:lnTo>
                    <a:lnTo>
                      <a:pt x="186" y="1640"/>
                    </a:lnTo>
                    <a:lnTo>
                      <a:pt x="186" y="1640"/>
                    </a:lnTo>
                    <a:lnTo>
                      <a:pt x="188" y="1641"/>
                    </a:lnTo>
                    <a:lnTo>
                      <a:pt x="188" y="1641"/>
                    </a:lnTo>
                    <a:lnTo>
                      <a:pt x="192" y="1649"/>
                    </a:lnTo>
                    <a:lnTo>
                      <a:pt x="192" y="1649"/>
                    </a:lnTo>
                    <a:lnTo>
                      <a:pt x="201" y="1663"/>
                    </a:lnTo>
                    <a:lnTo>
                      <a:pt x="201" y="1663"/>
                    </a:lnTo>
                    <a:lnTo>
                      <a:pt x="208" y="1677"/>
                    </a:lnTo>
                    <a:lnTo>
                      <a:pt x="208" y="1677"/>
                    </a:lnTo>
                    <a:lnTo>
                      <a:pt x="214" y="1685"/>
                    </a:lnTo>
                    <a:lnTo>
                      <a:pt x="214" y="1687"/>
                    </a:lnTo>
                    <a:lnTo>
                      <a:pt x="214" y="1687"/>
                    </a:lnTo>
                    <a:lnTo>
                      <a:pt x="214" y="1687"/>
                    </a:lnTo>
                    <a:lnTo>
                      <a:pt x="217" y="1690"/>
                    </a:lnTo>
                    <a:lnTo>
                      <a:pt x="217" y="1690"/>
                    </a:lnTo>
                    <a:lnTo>
                      <a:pt x="225" y="1702"/>
                    </a:lnTo>
                    <a:lnTo>
                      <a:pt x="225" y="1702"/>
                    </a:lnTo>
                    <a:lnTo>
                      <a:pt x="233" y="1715"/>
                    </a:lnTo>
                    <a:lnTo>
                      <a:pt x="233" y="1715"/>
                    </a:lnTo>
                    <a:lnTo>
                      <a:pt x="241" y="1727"/>
                    </a:lnTo>
                    <a:lnTo>
                      <a:pt x="241" y="1727"/>
                    </a:lnTo>
                    <a:lnTo>
                      <a:pt x="242" y="1728"/>
                    </a:lnTo>
                    <a:lnTo>
                      <a:pt x="242" y="1728"/>
                    </a:lnTo>
                    <a:lnTo>
                      <a:pt x="244" y="1730"/>
                    </a:lnTo>
                    <a:lnTo>
                      <a:pt x="244" y="1730"/>
                    </a:lnTo>
                    <a:lnTo>
                      <a:pt x="248" y="1739"/>
                    </a:lnTo>
                    <a:lnTo>
                      <a:pt x="248" y="1739"/>
                    </a:lnTo>
                    <a:lnTo>
                      <a:pt x="257" y="1749"/>
                    </a:lnTo>
                    <a:lnTo>
                      <a:pt x="257" y="1749"/>
                    </a:lnTo>
                    <a:lnTo>
                      <a:pt x="264" y="1761"/>
                    </a:lnTo>
                    <a:lnTo>
                      <a:pt x="264" y="1761"/>
                    </a:lnTo>
                    <a:lnTo>
                      <a:pt x="270" y="1768"/>
                    </a:lnTo>
                    <a:lnTo>
                      <a:pt x="270" y="1768"/>
                    </a:lnTo>
                    <a:lnTo>
                      <a:pt x="272" y="1769"/>
                    </a:lnTo>
                    <a:lnTo>
                      <a:pt x="273" y="1771"/>
                    </a:lnTo>
                    <a:lnTo>
                      <a:pt x="273" y="1771"/>
                    </a:lnTo>
                    <a:lnTo>
                      <a:pt x="281" y="1781"/>
                    </a:lnTo>
                    <a:lnTo>
                      <a:pt x="281" y="1781"/>
                    </a:lnTo>
                    <a:lnTo>
                      <a:pt x="289" y="1792"/>
                    </a:lnTo>
                    <a:lnTo>
                      <a:pt x="289" y="1792"/>
                    </a:lnTo>
                    <a:lnTo>
                      <a:pt x="297" y="1802"/>
                    </a:lnTo>
                    <a:lnTo>
                      <a:pt x="297" y="1802"/>
                    </a:lnTo>
                    <a:lnTo>
                      <a:pt x="301" y="1806"/>
                    </a:lnTo>
                    <a:lnTo>
                      <a:pt x="301" y="1806"/>
                    </a:lnTo>
                    <a:lnTo>
                      <a:pt x="303" y="1809"/>
                    </a:lnTo>
                    <a:lnTo>
                      <a:pt x="303" y="1809"/>
                    </a:lnTo>
                    <a:lnTo>
                      <a:pt x="306" y="1812"/>
                    </a:lnTo>
                    <a:lnTo>
                      <a:pt x="306" y="1812"/>
                    </a:lnTo>
                    <a:lnTo>
                      <a:pt x="313" y="1823"/>
                    </a:lnTo>
                    <a:lnTo>
                      <a:pt x="313" y="1823"/>
                    </a:lnTo>
                    <a:lnTo>
                      <a:pt x="322" y="1831"/>
                    </a:lnTo>
                    <a:lnTo>
                      <a:pt x="322" y="1831"/>
                    </a:lnTo>
                    <a:lnTo>
                      <a:pt x="329" y="1840"/>
                    </a:lnTo>
                    <a:lnTo>
                      <a:pt x="329" y="1840"/>
                    </a:lnTo>
                    <a:lnTo>
                      <a:pt x="332" y="1843"/>
                    </a:lnTo>
                    <a:lnTo>
                      <a:pt x="332" y="1843"/>
                    </a:lnTo>
                    <a:lnTo>
                      <a:pt x="335" y="1846"/>
                    </a:lnTo>
                    <a:lnTo>
                      <a:pt x="335" y="1846"/>
                    </a:lnTo>
                    <a:lnTo>
                      <a:pt x="338" y="1851"/>
                    </a:lnTo>
                    <a:lnTo>
                      <a:pt x="338" y="1851"/>
                    </a:lnTo>
                    <a:lnTo>
                      <a:pt x="347" y="1859"/>
                    </a:lnTo>
                    <a:lnTo>
                      <a:pt x="347" y="1859"/>
                    </a:lnTo>
                    <a:lnTo>
                      <a:pt x="354" y="1868"/>
                    </a:lnTo>
                    <a:lnTo>
                      <a:pt x="354" y="1868"/>
                    </a:lnTo>
                    <a:lnTo>
                      <a:pt x="363" y="1876"/>
                    </a:lnTo>
                    <a:lnTo>
                      <a:pt x="365" y="1877"/>
                    </a:lnTo>
                    <a:lnTo>
                      <a:pt x="365" y="1877"/>
                    </a:lnTo>
                    <a:lnTo>
                      <a:pt x="366" y="1880"/>
                    </a:lnTo>
                    <a:lnTo>
                      <a:pt x="366" y="1880"/>
                    </a:lnTo>
                    <a:lnTo>
                      <a:pt x="372" y="1884"/>
                    </a:lnTo>
                    <a:lnTo>
                      <a:pt x="372" y="1884"/>
                    </a:lnTo>
                    <a:lnTo>
                      <a:pt x="379" y="1893"/>
                    </a:lnTo>
                    <a:lnTo>
                      <a:pt x="379" y="1893"/>
                    </a:lnTo>
                    <a:lnTo>
                      <a:pt x="388" y="1901"/>
                    </a:lnTo>
                    <a:lnTo>
                      <a:pt x="388" y="1901"/>
                    </a:lnTo>
                    <a:lnTo>
                      <a:pt x="397" y="1910"/>
                    </a:lnTo>
                    <a:lnTo>
                      <a:pt x="399" y="1910"/>
                    </a:lnTo>
                    <a:lnTo>
                      <a:pt x="399" y="1910"/>
                    </a:lnTo>
                    <a:lnTo>
                      <a:pt x="400" y="1911"/>
                    </a:lnTo>
                    <a:lnTo>
                      <a:pt x="400" y="1911"/>
                    </a:lnTo>
                    <a:lnTo>
                      <a:pt x="406" y="1917"/>
                    </a:lnTo>
                    <a:lnTo>
                      <a:pt x="406" y="1917"/>
                    </a:lnTo>
                    <a:lnTo>
                      <a:pt x="415" y="1924"/>
                    </a:lnTo>
                    <a:lnTo>
                      <a:pt x="415" y="1924"/>
                    </a:lnTo>
                    <a:lnTo>
                      <a:pt x="424" y="1932"/>
                    </a:lnTo>
                    <a:lnTo>
                      <a:pt x="424" y="1932"/>
                    </a:lnTo>
                    <a:lnTo>
                      <a:pt x="432" y="1939"/>
                    </a:lnTo>
                    <a:lnTo>
                      <a:pt x="432" y="1939"/>
                    </a:lnTo>
                    <a:lnTo>
                      <a:pt x="432" y="1939"/>
                    </a:lnTo>
                    <a:lnTo>
                      <a:pt x="432" y="1939"/>
                    </a:lnTo>
                    <a:lnTo>
                      <a:pt x="434" y="1940"/>
                    </a:lnTo>
                    <a:lnTo>
                      <a:pt x="434" y="1940"/>
                    </a:lnTo>
                    <a:lnTo>
                      <a:pt x="441" y="1946"/>
                    </a:lnTo>
                    <a:lnTo>
                      <a:pt x="441" y="1946"/>
                    </a:lnTo>
                    <a:lnTo>
                      <a:pt x="450" y="1954"/>
                    </a:lnTo>
                    <a:lnTo>
                      <a:pt x="450" y="1954"/>
                    </a:lnTo>
                    <a:lnTo>
                      <a:pt x="459" y="1961"/>
                    </a:lnTo>
                    <a:lnTo>
                      <a:pt x="459" y="1961"/>
                    </a:lnTo>
                    <a:lnTo>
                      <a:pt x="468" y="1967"/>
                    </a:lnTo>
                    <a:lnTo>
                      <a:pt x="468" y="1967"/>
                    </a:lnTo>
                    <a:lnTo>
                      <a:pt x="468" y="1967"/>
                    </a:lnTo>
                    <a:lnTo>
                      <a:pt x="468" y="1967"/>
                    </a:lnTo>
                    <a:lnTo>
                      <a:pt x="468" y="1967"/>
                    </a:lnTo>
                    <a:lnTo>
                      <a:pt x="478" y="1974"/>
                    </a:lnTo>
                    <a:lnTo>
                      <a:pt x="478" y="1974"/>
                    </a:lnTo>
                    <a:lnTo>
                      <a:pt x="487" y="1982"/>
                    </a:lnTo>
                    <a:lnTo>
                      <a:pt x="487" y="1982"/>
                    </a:lnTo>
                    <a:lnTo>
                      <a:pt x="497" y="1988"/>
                    </a:lnTo>
                    <a:lnTo>
                      <a:pt x="497" y="1988"/>
                    </a:lnTo>
                    <a:lnTo>
                      <a:pt x="500" y="1991"/>
                    </a:lnTo>
                    <a:lnTo>
                      <a:pt x="503" y="1992"/>
                    </a:lnTo>
                    <a:lnTo>
                      <a:pt x="503" y="1992"/>
                    </a:lnTo>
                    <a:lnTo>
                      <a:pt x="506" y="1994"/>
                    </a:lnTo>
                    <a:lnTo>
                      <a:pt x="506" y="1994"/>
                    </a:lnTo>
                    <a:lnTo>
                      <a:pt x="517" y="2001"/>
                    </a:lnTo>
                    <a:lnTo>
                      <a:pt x="517" y="2001"/>
                    </a:lnTo>
                    <a:lnTo>
                      <a:pt x="527" y="2007"/>
                    </a:lnTo>
                    <a:lnTo>
                      <a:pt x="527" y="2007"/>
                    </a:lnTo>
                    <a:lnTo>
                      <a:pt x="536" y="2011"/>
                    </a:lnTo>
                    <a:lnTo>
                      <a:pt x="537" y="2013"/>
                    </a:lnTo>
                    <a:lnTo>
                      <a:pt x="537" y="2013"/>
                    </a:lnTo>
                    <a:lnTo>
                      <a:pt x="537" y="2013"/>
                    </a:lnTo>
                    <a:lnTo>
                      <a:pt x="547" y="2019"/>
                    </a:lnTo>
                    <a:lnTo>
                      <a:pt x="547" y="2019"/>
                    </a:lnTo>
                    <a:lnTo>
                      <a:pt x="558" y="2025"/>
                    </a:lnTo>
                    <a:lnTo>
                      <a:pt x="558" y="2025"/>
                    </a:lnTo>
                    <a:lnTo>
                      <a:pt x="568" y="2030"/>
                    </a:lnTo>
                    <a:lnTo>
                      <a:pt x="568" y="2030"/>
                    </a:lnTo>
                    <a:lnTo>
                      <a:pt x="570" y="2030"/>
                    </a:lnTo>
                    <a:lnTo>
                      <a:pt x="570" y="2030"/>
                    </a:lnTo>
                    <a:lnTo>
                      <a:pt x="573" y="2032"/>
                    </a:lnTo>
                    <a:lnTo>
                      <a:pt x="573" y="2032"/>
                    </a:lnTo>
                    <a:lnTo>
                      <a:pt x="578" y="2035"/>
                    </a:lnTo>
                    <a:lnTo>
                      <a:pt x="578" y="2035"/>
                    </a:lnTo>
                    <a:lnTo>
                      <a:pt x="589" y="2041"/>
                    </a:lnTo>
                    <a:lnTo>
                      <a:pt x="589" y="2041"/>
                    </a:lnTo>
                    <a:lnTo>
                      <a:pt x="601" y="2045"/>
                    </a:lnTo>
                    <a:lnTo>
                      <a:pt x="601" y="2045"/>
                    </a:lnTo>
                    <a:lnTo>
                      <a:pt x="605" y="2048"/>
                    </a:lnTo>
                    <a:lnTo>
                      <a:pt x="605" y="2048"/>
                    </a:lnTo>
                    <a:lnTo>
                      <a:pt x="608" y="2048"/>
                    </a:lnTo>
                    <a:lnTo>
                      <a:pt x="608" y="2048"/>
                    </a:lnTo>
                    <a:lnTo>
                      <a:pt x="612" y="2051"/>
                    </a:lnTo>
                    <a:lnTo>
                      <a:pt x="612" y="2051"/>
                    </a:lnTo>
                    <a:lnTo>
                      <a:pt x="624" y="2055"/>
                    </a:lnTo>
                    <a:lnTo>
                      <a:pt x="624" y="2055"/>
                    </a:lnTo>
                    <a:lnTo>
                      <a:pt x="636" y="2060"/>
                    </a:lnTo>
                    <a:lnTo>
                      <a:pt x="636" y="2060"/>
                    </a:lnTo>
                    <a:lnTo>
                      <a:pt x="640" y="2061"/>
                    </a:lnTo>
                    <a:lnTo>
                      <a:pt x="640" y="2061"/>
                    </a:lnTo>
                    <a:lnTo>
                      <a:pt x="643" y="2063"/>
                    </a:lnTo>
                    <a:lnTo>
                      <a:pt x="643" y="2063"/>
                    </a:lnTo>
                    <a:lnTo>
                      <a:pt x="649" y="2064"/>
                    </a:lnTo>
                    <a:lnTo>
                      <a:pt x="649" y="2064"/>
                    </a:lnTo>
                    <a:lnTo>
                      <a:pt x="661" y="2069"/>
                    </a:lnTo>
                    <a:lnTo>
                      <a:pt x="661" y="2069"/>
                    </a:lnTo>
                    <a:lnTo>
                      <a:pt x="674" y="2073"/>
                    </a:lnTo>
                    <a:lnTo>
                      <a:pt x="674" y="2073"/>
                    </a:lnTo>
                    <a:lnTo>
                      <a:pt x="676" y="2073"/>
                    </a:lnTo>
                    <a:lnTo>
                      <a:pt x="676" y="2073"/>
                    </a:lnTo>
                    <a:lnTo>
                      <a:pt x="679" y="2075"/>
                    </a:lnTo>
                    <a:lnTo>
                      <a:pt x="679" y="2075"/>
                    </a:lnTo>
                    <a:lnTo>
                      <a:pt x="686" y="2076"/>
                    </a:lnTo>
                    <a:lnTo>
                      <a:pt x="686" y="2076"/>
                    </a:lnTo>
                    <a:lnTo>
                      <a:pt x="701" y="2081"/>
                    </a:lnTo>
                    <a:lnTo>
                      <a:pt x="701" y="2081"/>
                    </a:lnTo>
                    <a:lnTo>
                      <a:pt x="713" y="2083"/>
                    </a:lnTo>
                    <a:lnTo>
                      <a:pt x="714" y="2083"/>
                    </a:lnTo>
                    <a:lnTo>
                      <a:pt x="714" y="2083"/>
                    </a:lnTo>
                    <a:lnTo>
                      <a:pt x="714" y="2083"/>
                    </a:lnTo>
                    <a:lnTo>
                      <a:pt x="729" y="2086"/>
                    </a:lnTo>
                    <a:lnTo>
                      <a:pt x="729" y="2086"/>
                    </a:lnTo>
                    <a:lnTo>
                      <a:pt x="742" y="2089"/>
                    </a:lnTo>
                    <a:lnTo>
                      <a:pt x="742" y="2089"/>
                    </a:lnTo>
                    <a:lnTo>
                      <a:pt x="744" y="2089"/>
                    </a:lnTo>
                    <a:lnTo>
                      <a:pt x="744" y="2089"/>
                    </a:lnTo>
                    <a:lnTo>
                      <a:pt x="747" y="2089"/>
                    </a:lnTo>
                    <a:lnTo>
                      <a:pt x="747" y="2089"/>
                    </a:lnTo>
                    <a:lnTo>
                      <a:pt x="748" y="2091"/>
                    </a:lnTo>
                    <a:lnTo>
                      <a:pt x="748" y="2091"/>
                    </a:lnTo>
                    <a:lnTo>
                      <a:pt x="749" y="2091"/>
                    </a:lnTo>
                    <a:lnTo>
                      <a:pt x="749" y="2091"/>
                    </a:lnTo>
                    <a:lnTo>
                      <a:pt x="881" y="2112"/>
                    </a:lnTo>
                    <a:lnTo>
                      <a:pt x="881" y="2112"/>
                    </a:lnTo>
                    <a:lnTo>
                      <a:pt x="847" y="2104"/>
                    </a:lnTo>
                    <a:lnTo>
                      <a:pt x="847" y="2104"/>
                    </a:lnTo>
                    <a:lnTo>
                      <a:pt x="847" y="2104"/>
                    </a:lnTo>
                    <a:lnTo>
                      <a:pt x="811" y="2095"/>
                    </a:lnTo>
                    <a:lnTo>
                      <a:pt x="811" y="2095"/>
                    </a:lnTo>
                    <a:lnTo>
                      <a:pt x="810" y="2095"/>
                    </a:lnTo>
                    <a:lnTo>
                      <a:pt x="810" y="2095"/>
                    </a:lnTo>
                    <a:lnTo>
                      <a:pt x="776" y="2083"/>
                    </a:lnTo>
                    <a:lnTo>
                      <a:pt x="776" y="2083"/>
                    </a:lnTo>
                    <a:lnTo>
                      <a:pt x="773" y="2082"/>
                    </a:lnTo>
                    <a:lnTo>
                      <a:pt x="773" y="2082"/>
                    </a:lnTo>
                    <a:lnTo>
                      <a:pt x="741" y="2069"/>
                    </a:lnTo>
                    <a:lnTo>
                      <a:pt x="741" y="2069"/>
                    </a:lnTo>
                    <a:lnTo>
                      <a:pt x="738" y="2067"/>
                    </a:lnTo>
                    <a:lnTo>
                      <a:pt x="738" y="2067"/>
                    </a:lnTo>
                    <a:lnTo>
                      <a:pt x="705" y="2051"/>
                    </a:lnTo>
                    <a:lnTo>
                      <a:pt x="705" y="2051"/>
                    </a:lnTo>
                    <a:lnTo>
                      <a:pt x="704" y="2051"/>
                    </a:lnTo>
                    <a:lnTo>
                      <a:pt x="704" y="2051"/>
                    </a:lnTo>
                    <a:lnTo>
                      <a:pt x="670" y="2032"/>
                    </a:lnTo>
                    <a:lnTo>
                      <a:pt x="668" y="2030"/>
                    </a:lnTo>
                    <a:lnTo>
                      <a:pt x="668" y="2030"/>
                    </a:lnTo>
                    <a:lnTo>
                      <a:pt x="636" y="2010"/>
                    </a:lnTo>
                    <a:lnTo>
                      <a:pt x="634" y="2008"/>
                    </a:lnTo>
                    <a:lnTo>
                      <a:pt x="634" y="2008"/>
                    </a:lnTo>
                    <a:lnTo>
                      <a:pt x="601" y="1985"/>
                    </a:lnTo>
                    <a:lnTo>
                      <a:pt x="601" y="1985"/>
                    </a:lnTo>
                    <a:lnTo>
                      <a:pt x="565" y="1957"/>
                    </a:lnTo>
                    <a:lnTo>
                      <a:pt x="565" y="1957"/>
                    </a:lnTo>
                    <a:lnTo>
                      <a:pt x="565" y="1957"/>
                    </a:lnTo>
                    <a:lnTo>
                      <a:pt x="531" y="1926"/>
                    </a:lnTo>
                    <a:lnTo>
                      <a:pt x="530" y="1924"/>
                    </a:lnTo>
                    <a:lnTo>
                      <a:pt x="530" y="1924"/>
                    </a:lnTo>
                    <a:lnTo>
                      <a:pt x="499" y="1893"/>
                    </a:lnTo>
                    <a:lnTo>
                      <a:pt x="499" y="1893"/>
                    </a:lnTo>
                    <a:lnTo>
                      <a:pt x="496" y="1890"/>
                    </a:lnTo>
                    <a:lnTo>
                      <a:pt x="496" y="1890"/>
                    </a:lnTo>
                    <a:lnTo>
                      <a:pt x="465" y="1858"/>
                    </a:lnTo>
                    <a:lnTo>
                      <a:pt x="465" y="1858"/>
                    </a:lnTo>
                    <a:lnTo>
                      <a:pt x="463" y="1855"/>
                    </a:lnTo>
                    <a:lnTo>
                      <a:pt x="463" y="1855"/>
                    </a:lnTo>
                    <a:lnTo>
                      <a:pt x="434" y="1820"/>
                    </a:lnTo>
                    <a:lnTo>
                      <a:pt x="434" y="1820"/>
                    </a:lnTo>
                    <a:lnTo>
                      <a:pt x="431" y="1817"/>
                    </a:lnTo>
                    <a:lnTo>
                      <a:pt x="431" y="1817"/>
                    </a:lnTo>
                    <a:lnTo>
                      <a:pt x="403" y="1778"/>
                    </a:lnTo>
                    <a:lnTo>
                      <a:pt x="403" y="1778"/>
                    </a:lnTo>
                    <a:lnTo>
                      <a:pt x="402" y="1777"/>
                    </a:lnTo>
                    <a:lnTo>
                      <a:pt x="402" y="1777"/>
                    </a:lnTo>
                    <a:lnTo>
                      <a:pt x="373" y="1737"/>
                    </a:lnTo>
                    <a:lnTo>
                      <a:pt x="373" y="1737"/>
                    </a:lnTo>
                    <a:lnTo>
                      <a:pt x="372" y="1736"/>
                    </a:lnTo>
                    <a:lnTo>
                      <a:pt x="372" y="1736"/>
                    </a:lnTo>
                    <a:lnTo>
                      <a:pt x="344" y="1691"/>
                    </a:lnTo>
                    <a:lnTo>
                      <a:pt x="344" y="1691"/>
                    </a:lnTo>
                    <a:lnTo>
                      <a:pt x="343" y="1690"/>
                    </a:lnTo>
                    <a:lnTo>
                      <a:pt x="343" y="1690"/>
                    </a:lnTo>
                    <a:lnTo>
                      <a:pt x="317" y="1644"/>
                    </a:lnTo>
                    <a:lnTo>
                      <a:pt x="317" y="1644"/>
                    </a:lnTo>
                    <a:lnTo>
                      <a:pt x="315" y="1641"/>
                    </a:lnTo>
                    <a:lnTo>
                      <a:pt x="315" y="1641"/>
                    </a:lnTo>
                    <a:lnTo>
                      <a:pt x="291" y="1594"/>
                    </a:lnTo>
                    <a:lnTo>
                      <a:pt x="291" y="1594"/>
                    </a:lnTo>
                    <a:lnTo>
                      <a:pt x="289" y="1591"/>
                    </a:lnTo>
                    <a:lnTo>
                      <a:pt x="289" y="1591"/>
                    </a:lnTo>
                    <a:lnTo>
                      <a:pt x="266" y="1542"/>
                    </a:lnTo>
                    <a:lnTo>
                      <a:pt x="266" y="1542"/>
                    </a:lnTo>
                    <a:lnTo>
                      <a:pt x="264" y="1539"/>
                    </a:lnTo>
                    <a:lnTo>
                      <a:pt x="264" y="1539"/>
                    </a:lnTo>
                    <a:lnTo>
                      <a:pt x="264" y="1539"/>
                    </a:lnTo>
                    <a:lnTo>
                      <a:pt x="244" y="1491"/>
                    </a:lnTo>
                    <a:lnTo>
                      <a:pt x="244" y="1491"/>
                    </a:lnTo>
                    <a:lnTo>
                      <a:pt x="241" y="1485"/>
                    </a:lnTo>
                    <a:lnTo>
                      <a:pt x="241" y="1485"/>
                    </a:lnTo>
                    <a:lnTo>
                      <a:pt x="222" y="1435"/>
                    </a:lnTo>
                    <a:lnTo>
                      <a:pt x="222" y="1435"/>
                    </a:lnTo>
                    <a:lnTo>
                      <a:pt x="219" y="1429"/>
                    </a:lnTo>
                    <a:lnTo>
                      <a:pt x="219" y="1429"/>
                    </a:lnTo>
                    <a:lnTo>
                      <a:pt x="202" y="1379"/>
                    </a:lnTo>
                    <a:lnTo>
                      <a:pt x="202" y="1379"/>
                    </a:lnTo>
                    <a:lnTo>
                      <a:pt x="200" y="1373"/>
                    </a:lnTo>
                    <a:lnTo>
                      <a:pt x="200" y="1373"/>
                    </a:lnTo>
                    <a:lnTo>
                      <a:pt x="185" y="1323"/>
                    </a:lnTo>
                    <a:lnTo>
                      <a:pt x="185" y="1323"/>
                    </a:lnTo>
                    <a:lnTo>
                      <a:pt x="182" y="1312"/>
                    </a:lnTo>
                    <a:lnTo>
                      <a:pt x="182" y="1312"/>
                    </a:lnTo>
                    <a:lnTo>
                      <a:pt x="169" y="1262"/>
                    </a:lnTo>
                    <a:lnTo>
                      <a:pt x="169" y="1262"/>
                    </a:lnTo>
                    <a:lnTo>
                      <a:pt x="167" y="1253"/>
                    </a:lnTo>
                    <a:lnTo>
                      <a:pt x="167" y="1253"/>
                    </a:lnTo>
                    <a:lnTo>
                      <a:pt x="160" y="1218"/>
                    </a:lnTo>
                    <a:lnTo>
                      <a:pt x="160" y="1218"/>
                    </a:lnTo>
                    <a:lnTo>
                      <a:pt x="152" y="1189"/>
                    </a:lnTo>
                    <a:lnTo>
                      <a:pt x="152" y="1189"/>
                    </a:lnTo>
                    <a:lnTo>
                      <a:pt x="148" y="1159"/>
                    </a:lnTo>
                    <a:lnTo>
                      <a:pt x="148" y="1159"/>
                    </a:lnTo>
                    <a:lnTo>
                      <a:pt x="142" y="1128"/>
                    </a:lnTo>
                    <a:lnTo>
                      <a:pt x="142" y="1128"/>
                    </a:lnTo>
                    <a:lnTo>
                      <a:pt x="138" y="1100"/>
                    </a:lnTo>
                    <a:lnTo>
                      <a:pt x="138" y="1100"/>
                    </a:lnTo>
                    <a:lnTo>
                      <a:pt x="133" y="1068"/>
                    </a:lnTo>
                    <a:lnTo>
                      <a:pt x="133" y="1068"/>
                    </a:lnTo>
                    <a:lnTo>
                      <a:pt x="130" y="1040"/>
                    </a:lnTo>
                    <a:lnTo>
                      <a:pt x="130" y="1040"/>
                    </a:lnTo>
                    <a:lnTo>
                      <a:pt x="127" y="1006"/>
                    </a:lnTo>
                    <a:lnTo>
                      <a:pt x="127" y="1006"/>
                    </a:lnTo>
                    <a:lnTo>
                      <a:pt x="126" y="978"/>
                    </a:lnTo>
                    <a:lnTo>
                      <a:pt x="126" y="978"/>
                    </a:lnTo>
                    <a:lnTo>
                      <a:pt x="123" y="944"/>
                    </a:lnTo>
                    <a:lnTo>
                      <a:pt x="123" y="944"/>
                    </a:lnTo>
                    <a:lnTo>
                      <a:pt x="123" y="914"/>
                    </a:lnTo>
                    <a:lnTo>
                      <a:pt x="123" y="914"/>
                    </a:lnTo>
                    <a:lnTo>
                      <a:pt x="121" y="883"/>
                    </a:lnTo>
                    <a:lnTo>
                      <a:pt x="121" y="883"/>
                    </a:lnTo>
                    <a:lnTo>
                      <a:pt x="123" y="845"/>
                    </a:lnTo>
                    <a:lnTo>
                      <a:pt x="123" y="845"/>
                    </a:lnTo>
                    <a:lnTo>
                      <a:pt x="123" y="821"/>
                    </a:lnTo>
                    <a:lnTo>
                      <a:pt x="123" y="821"/>
                    </a:lnTo>
                    <a:lnTo>
                      <a:pt x="126" y="761"/>
                    </a:lnTo>
                    <a:lnTo>
                      <a:pt x="126" y="761"/>
                    </a:lnTo>
                    <a:lnTo>
                      <a:pt x="129" y="724"/>
                    </a:lnTo>
                    <a:lnTo>
                      <a:pt x="133" y="689"/>
                    </a:lnTo>
                    <a:lnTo>
                      <a:pt x="138" y="653"/>
                    </a:lnTo>
                    <a:lnTo>
                      <a:pt x="143" y="618"/>
                    </a:lnTo>
                    <a:lnTo>
                      <a:pt x="157" y="552"/>
                    </a:lnTo>
                    <a:lnTo>
                      <a:pt x="173" y="488"/>
                    </a:lnTo>
                    <a:lnTo>
                      <a:pt x="173" y="488"/>
                    </a:lnTo>
                    <a:lnTo>
                      <a:pt x="191" y="428"/>
                    </a:lnTo>
                    <a:lnTo>
                      <a:pt x="213" y="372"/>
                    </a:lnTo>
                    <a:lnTo>
                      <a:pt x="236" y="317"/>
                    </a:lnTo>
                    <a:lnTo>
                      <a:pt x="261" y="267"/>
                    </a:lnTo>
                    <a:lnTo>
                      <a:pt x="261" y="267"/>
                    </a:lnTo>
                    <a:lnTo>
                      <a:pt x="289" y="223"/>
                    </a:lnTo>
                    <a:lnTo>
                      <a:pt x="317" y="180"/>
                    </a:lnTo>
                    <a:lnTo>
                      <a:pt x="348" y="140"/>
                    </a:lnTo>
                    <a:lnTo>
                      <a:pt x="381" y="105"/>
                    </a:lnTo>
                    <a:lnTo>
                      <a:pt x="381" y="105"/>
                    </a:lnTo>
                    <a:lnTo>
                      <a:pt x="406" y="81"/>
                    </a:lnTo>
                    <a:lnTo>
                      <a:pt x="432" y="58"/>
                    </a:lnTo>
                    <a:lnTo>
                      <a:pt x="432" y="58"/>
                    </a:lnTo>
                    <a:lnTo>
                      <a:pt x="458" y="39"/>
                    </a:lnTo>
                    <a:lnTo>
                      <a:pt x="481" y="22"/>
                    </a:lnTo>
                    <a:lnTo>
                      <a:pt x="481" y="22"/>
                    </a:lnTo>
                    <a:lnTo>
                      <a:pt x="518" y="0"/>
                    </a:lnTo>
                    <a:lnTo>
                      <a:pt x="518" y="0"/>
                    </a:lnTo>
                    <a:lnTo>
                      <a:pt x="518" y="0"/>
                    </a:lnTo>
                    <a:lnTo>
                      <a:pt x="399"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3" name="Freeform 72"/>
              <p:cNvSpPr>
                <a:spLocks/>
              </p:cNvSpPr>
              <p:nvPr/>
            </p:nvSpPr>
            <p:spPr bwMode="auto">
              <a:xfrm>
                <a:off x="670721" y="2024860"/>
                <a:ext cx="2327275" cy="3454400"/>
              </a:xfrm>
              <a:custGeom>
                <a:avLst/>
                <a:gdLst>
                  <a:gd name="T0" fmla="*/ 342 w 1466"/>
                  <a:gd name="T1" fmla="*/ 92 h 2176"/>
                  <a:gd name="T2" fmla="*/ 243 w 1466"/>
                  <a:gd name="T3" fmla="*/ 179 h 2176"/>
                  <a:gd name="T4" fmla="*/ 158 w 1466"/>
                  <a:gd name="T5" fmla="*/ 294 h 2176"/>
                  <a:gd name="T6" fmla="*/ 108 w 1466"/>
                  <a:gd name="T7" fmla="*/ 390 h 2176"/>
                  <a:gd name="T8" fmla="*/ 47 w 1466"/>
                  <a:gd name="T9" fmla="*/ 557 h 2176"/>
                  <a:gd name="T10" fmla="*/ 10 w 1466"/>
                  <a:gd name="T11" fmla="*/ 750 h 2176"/>
                  <a:gd name="T12" fmla="*/ 0 w 1466"/>
                  <a:gd name="T13" fmla="*/ 891 h 2176"/>
                  <a:gd name="T14" fmla="*/ 10 w 1466"/>
                  <a:gd name="T15" fmla="*/ 1108 h 2176"/>
                  <a:gd name="T16" fmla="*/ 47 w 1466"/>
                  <a:gd name="T17" fmla="*/ 1319 h 2176"/>
                  <a:gd name="T18" fmla="*/ 86 w 1466"/>
                  <a:gd name="T19" fmla="*/ 1455 h 2176"/>
                  <a:gd name="T20" fmla="*/ 162 w 1466"/>
                  <a:gd name="T21" fmla="*/ 1640 h 2176"/>
                  <a:gd name="T22" fmla="*/ 258 w 1466"/>
                  <a:gd name="T23" fmla="*/ 1804 h 2176"/>
                  <a:gd name="T24" fmla="*/ 329 w 1466"/>
                  <a:gd name="T25" fmla="*/ 1898 h 2176"/>
                  <a:gd name="T26" fmla="*/ 442 w 1466"/>
                  <a:gd name="T27" fmla="*/ 2013 h 2176"/>
                  <a:gd name="T28" fmla="*/ 563 w 1466"/>
                  <a:gd name="T29" fmla="*/ 2099 h 2176"/>
                  <a:gd name="T30" fmla="*/ 644 w 1466"/>
                  <a:gd name="T31" fmla="*/ 2139 h 2176"/>
                  <a:gd name="T32" fmla="*/ 765 w 1466"/>
                  <a:gd name="T33" fmla="*/ 2171 h 2176"/>
                  <a:gd name="T34" fmla="*/ 885 w 1466"/>
                  <a:gd name="T35" fmla="*/ 2174 h 2176"/>
                  <a:gd name="T36" fmla="*/ 960 w 1466"/>
                  <a:gd name="T37" fmla="*/ 2161 h 2176"/>
                  <a:gd name="T38" fmla="*/ 1062 w 1466"/>
                  <a:gd name="T39" fmla="*/ 2121 h 2176"/>
                  <a:gd name="T40" fmla="*/ 1153 w 1466"/>
                  <a:gd name="T41" fmla="*/ 2061 h 2176"/>
                  <a:gd name="T42" fmla="*/ 1205 w 1466"/>
                  <a:gd name="T43" fmla="*/ 2013 h 2176"/>
                  <a:gd name="T44" fmla="*/ 1274 w 1466"/>
                  <a:gd name="T45" fmla="*/ 1931 h 2176"/>
                  <a:gd name="T46" fmla="*/ 1331 w 1466"/>
                  <a:gd name="T47" fmla="*/ 1837 h 2176"/>
                  <a:gd name="T48" fmla="*/ 1364 w 1466"/>
                  <a:gd name="T49" fmla="*/ 1770 h 2176"/>
                  <a:gd name="T50" fmla="*/ 1404 w 1466"/>
                  <a:gd name="T51" fmla="*/ 1665 h 2176"/>
                  <a:gd name="T52" fmla="*/ 1433 w 1466"/>
                  <a:gd name="T53" fmla="*/ 1553 h 2176"/>
                  <a:gd name="T54" fmla="*/ 1448 w 1466"/>
                  <a:gd name="T55" fmla="*/ 1477 h 2176"/>
                  <a:gd name="T56" fmla="*/ 1461 w 1466"/>
                  <a:gd name="T57" fmla="*/ 1357 h 2176"/>
                  <a:gd name="T58" fmla="*/ 1466 w 1466"/>
                  <a:gd name="T59" fmla="*/ 1232 h 2176"/>
                  <a:gd name="T60" fmla="*/ 1463 w 1466"/>
                  <a:gd name="T61" fmla="*/ 1148 h 2176"/>
                  <a:gd name="T62" fmla="*/ 1449 w 1466"/>
                  <a:gd name="T63" fmla="*/ 1023 h 2176"/>
                  <a:gd name="T64" fmla="*/ 1429 w 1466"/>
                  <a:gd name="T65" fmla="*/ 903 h 2176"/>
                  <a:gd name="T66" fmla="*/ 1410 w 1466"/>
                  <a:gd name="T67" fmla="*/ 824 h 2176"/>
                  <a:gd name="T68" fmla="*/ 1376 w 1466"/>
                  <a:gd name="T69" fmla="*/ 710 h 2176"/>
                  <a:gd name="T70" fmla="*/ 1333 w 1466"/>
                  <a:gd name="T71" fmla="*/ 600 h 2176"/>
                  <a:gd name="T72" fmla="*/ 1299 w 1466"/>
                  <a:gd name="T73" fmla="*/ 529 h 2176"/>
                  <a:gd name="T74" fmla="*/ 1243 w 1466"/>
                  <a:gd name="T75" fmla="*/ 426 h 2176"/>
                  <a:gd name="T76" fmla="*/ 1180 w 1466"/>
                  <a:gd name="T77" fmla="*/ 331 h 2176"/>
                  <a:gd name="T78" fmla="*/ 1131 w 1466"/>
                  <a:gd name="T79" fmla="*/ 271 h 2176"/>
                  <a:gd name="T80" fmla="*/ 1051 w 1466"/>
                  <a:gd name="T81" fmla="*/ 187 h 2176"/>
                  <a:gd name="T82" fmla="*/ 963 w 1466"/>
                  <a:gd name="T83" fmla="*/ 116 h 2176"/>
                  <a:gd name="T84" fmla="*/ 898 w 1466"/>
                  <a:gd name="T85" fmla="*/ 75 h 2176"/>
                  <a:gd name="T86" fmla="*/ 795 w 1466"/>
                  <a:gd name="T87" fmla="*/ 29 h 2176"/>
                  <a:gd name="T88" fmla="*/ 693 w 1466"/>
                  <a:gd name="T89" fmla="*/ 4 h 2176"/>
                  <a:gd name="T90" fmla="*/ 627 w 1466"/>
                  <a:gd name="T91" fmla="*/ 0 h 2176"/>
                  <a:gd name="T92" fmla="*/ 562 w 1466"/>
                  <a:gd name="T93" fmla="*/ 4 h 2176"/>
                  <a:gd name="T94" fmla="*/ 467 w 1466"/>
                  <a:gd name="T95" fmla="*/ 28 h 2176"/>
                  <a:gd name="T96" fmla="*/ 376 w 1466"/>
                  <a:gd name="T97" fmla="*/ 70 h 2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66" h="2176">
                    <a:moveTo>
                      <a:pt x="376" y="70"/>
                    </a:moveTo>
                    <a:lnTo>
                      <a:pt x="376" y="70"/>
                    </a:lnTo>
                    <a:lnTo>
                      <a:pt x="342" y="92"/>
                    </a:lnTo>
                    <a:lnTo>
                      <a:pt x="308" y="119"/>
                    </a:lnTo>
                    <a:lnTo>
                      <a:pt x="276" y="148"/>
                    </a:lnTo>
                    <a:lnTo>
                      <a:pt x="243" y="179"/>
                    </a:lnTo>
                    <a:lnTo>
                      <a:pt x="214" y="215"/>
                    </a:lnTo>
                    <a:lnTo>
                      <a:pt x="186" y="253"/>
                    </a:lnTo>
                    <a:lnTo>
                      <a:pt x="158" y="294"/>
                    </a:lnTo>
                    <a:lnTo>
                      <a:pt x="133" y="340"/>
                    </a:lnTo>
                    <a:lnTo>
                      <a:pt x="133" y="340"/>
                    </a:lnTo>
                    <a:lnTo>
                      <a:pt x="108" y="390"/>
                    </a:lnTo>
                    <a:lnTo>
                      <a:pt x="86" y="443"/>
                    </a:lnTo>
                    <a:lnTo>
                      <a:pt x="65" y="498"/>
                    </a:lnTo>
                    <a:lnTo>
                      <a:pt x="47" y="557"/>
                    </a:lnTo>
                    <a:lnTo>
                      <a:pt x="32" y="619"/>
                    </a:lnTo>
                    <a:lnTo>
                      <a:pt x="21" y="684"/>
                    </a:lnTo>
                    <a:lnTo>
                      <a:pt x="10" y="750"/>
                    </a:lnTo>
                    <a:lnTo>
                      <a:pt x="4" y="819"/>
                    </a:lnTo>
                    <a:lnTo>
                      <a:pt x="4" y="819"/>
                    </a:lnTo>
                    <a:lnTo>
                      <a:pt x="0" y="891"/>
                    </a:lnTo>
                    <a:lnTo>
                      <a:pt x="0" y="964"/>
                    </a:lnTo>
                    <a:lnTo>
                      <a:pt x="3" y="1036"/>
                    </a:lnTo>
                    <a:lnTo>
                      <a:pt x="10" y="1108"/>
                    </a:lnTo>
                    <a:lnTo>
                      <a:pt x="19" y="1179"/>
                    </a:lnTo>
                    <a:lnTo>
                      <a:pt x="31" y="1250"/>
                    </a:lnTo>
                    <a:lnTo>
                      <a:pt x="47" y="1319"/>
                    </a:lnTo>
                    <a:lnTo>
                      <a:pt x="65" y="1388"/>
                    </a:lnTo>
                    <a:lnTo>
                      <a:pt x="65" y="1388"/>
                    </a:lnTo>
                    <a:lnTo>
                      <a:pt x="86" y="1455"/>
                    </a:lnTo>
                    <a:lnTo>
                      <a:pt x="109" y="1518"/>
                    </a:lnTo>
                    <a:lnTo>
                      <a:pt x="134" y="1580"/>
                    </a:lnTo>
                    <a:lnTo>
                      <a:pt x="162" y="1640"/>
                    </a:lnTo>
                    <a:lnTo>
                      <a:pt x="192" y="1698"/>
                    </a:lnTo>
                    <a:lnTo>
                      <a:pt x="224" y="1752"/>
                    </a:lnTo>
                    <a:lnTo>
                      <a:pt x="258" y="1804"/>
                    </a:lnTo>
                    <a:lnTo>
                      <a:pt x="293" y="1854"/>
                    </a:lnTo>
                    <a:lnTo>
                      <a:pt x="293" y="1854"/>
                    </a:lnTo>
                    <a:lnTo>
                      <a:pt x="329" y="1898"/>
                    </a:lnTo>
                    <a:lnTo>
                      <a:pt x="366" y="1940"/>
                    </a:lnTo>
                    <a:lnTo>
                      <a:pt x="403" y="1978"/>
                    </a:lnTo>
                    <a:lnTo>
                      <a:pt x="442" y="2013"/>
                    </a:lnTo>
                    <a:lnTo>
                      <a:pt x="482" y="2046"/>
                    </a:lnTo>
                    <a:lnTo>
                      <a:pt x="522" y="2074"/>
                    </a:lnTo>
                    <a:lnTo>
                      <a:pt x="563" y="2099"/>
                    </a:lnTo>
                    <a:lnTo>
                      <a:pt x="606" y="2121"/>
                    </a:lnTo>
                    <a:lnTo>
                      <a:pt x="606" y="2121"/>
                    </a:lnTo>
                    <a:lnTo>
                      <a:pt x="644" y="2139"/>
                    </a:lnTo>
                    <a:lnTo>
                      <a:pt x="684" y="2152"/>
                    </a:lnTo>
                    <a:lnTo>
                      <a:pt x="725" y="2162"/>
                    </a:lnTo>
                    <a:lnTo>
                      <a:pt x="765" y="2171"/>
                    </a:lnTo>
                    <a:lnTo>
                      <a:pt x="805" y="2176"/>
                    </a:lnTo>
                    <a:lnTo>
                      <a:pt x="845" y="2176"/>
                    </a:lnTo>
                    <a:lnTo>
                      <a:pt x="885" y="2174"/>
                    </a:lnTo>
                    <a:lnTo>
                      <a:pt x="924" y="2168"/>
                    </a:lnTo>
                    <a:lnTo>
                      <a:pt x="924" y="2168"/>
                    </a:lnTo>
                    <a:lnTo>
                      <a:pt x="960" y="2161"/>
                    </a:lnTo>
                    <a:lnTo>
                      <a:pt x="995" y="2149"/>
                    </a:lnTo>
                    <a:lnTo>
                      <a:pt x="1029" y="2136"/>
                    </a:lnTo>
                    <a:lnTo>
                      <a:pt x="1062" y="2121"/>
                    </a:lnTo>
                    <a:lnTo>
                      <a:pt x="1094" y="2103"/>
                    </a:lnTo>
                    <a:lnTo>
                      <a:pt x="1124" y="2083"/>
                    </a:lnTo>
                    <a:lnTo>
                      <a:pt x="1153" y="2061"/>
                    </a:lnTo>
                    <a:lnTo>
                      <a:pt x="1181" y="2037"/>
                    </a:lnTo>
                    <a:lnTo>
                      <a:pt x="1181" y="2037"/>
                    </a:lnTo>
                    <a:lnTo>
                      <a:pt x="1205" y="2013"/>
                    </a:lnTo>
                    <a:lnTo>
                      <a:pt x="1230" y="1987"/>
                    </a:lnTo>
                    <a:lnTo>
                      <a:pt x="1252" y="1960"/>
                    </a:lnTo>
                    <a:lnTo>
                      <a:pt x="1274" y="1931"/>
                    </a:lnTo>
                    <a:lnTo>
                      <a:pt x="1295" y="1901"/>
                    </a:lnTo>
                    <a:lnTo>
                      <a:pt x="1314" y="1869"/>
                    </a:lnTo>
                    <a:lnTo>
                      <a:pt x="1331" y="1837"/>
                    </a:lnTo>
                    <a:lnTo>
                      <a:pt x="1349" y="1803"/>
                    </a:lnTo>
                    <a:lnTo>
                      <a:pt x="1349" y="1803"/>
                    </a:lnTo>
                    <a:lnTo>
                      <a:pt x="1364" y="1770"/>
                    </a:lnTo>
                    <a:lnTo>
                      <a:pt x="1379" y="1736"/>
                    </a:lnTo>
                    <a:lnTo>
                      <a:pt x="1392" y="1701"/>
                    </a:lnTo>
                    <a:lnTo>
                      <a:pt x="1404" y="1665"/>
                    </a:lnTo>
                    <a:lnTo>
                      <a:pt x="1414" y="1629"/>
                    </a:lnTo>
                    <a:lnTo>
                      <a:pt x="1424" y="1592"/>
                    </a:lnTo>
                    <a:lnTo>
                      <a:pt x="1433" y="1553"/>
                    </a:lnTo>
                    <a:lnTo>
                      <a:pt x="1441" y="1514"/>
                    </a:lnTo>
                    <a:lnTo>
                      <a:pt x="1441" y="1514"/>
                    </a:lnTo>
                    <a:lnTo>
                      <a:pt x="1448" y="1477"/>
                    </a:lnTo>
                    <a:lnTo>
                      <a:pt x="1454" y="1437"/>
                    </a:lnTo>
                    <a:lnTo>
                      <a:pt x="1458" y="1397"/>
                    </a:lnTo>
                    <a:lnTo>
                      <a:pt x="1461" y="1357"/>
                    </a:lnTo>
                    <a:lnTo>
                      <a:pt x="1464" y="1316"/>
                    </a:lnTo>
                    <a:lnTo>
                      <a:pt x="1466" y="1275"/>
                    </a:lnTo>
                    <a:lnTo>
                      <a:pt x="1466" y="1232"/>
                    </a:lnTo>
                    <a:lnTo>
                      <a:pt x="1464" y="1189"/>
                    </a:lnTo>
                    <a:lnTo>
                      <a:pt x="1464" y="1189"/>
                    </a:lnTo>
                    <a:lnTo>
                      <a:pt x="1463" y="1148"/>
                    </a:lnTo>
                    <a:lnTo>
                      <a:pt x="1460" y="1105"/>
                    </a:lnTo>
                    <a:lnTo>
                      <a:pt x="1455" y="1064"/>
                    </a:lnTo>
                    <a:lnTo>
                      <a:pt x="1449" y="1023"/>
                    </a:lnTo>
                    <a:lnTo>
                      <a:pt x="1443" y="983"/>
                    </a:lnTo>
                    <a:lnTo>
                      <a:pt x="1436" y="943"/>
                    </a:lnTo>
                    <a:lnTo>
                      <a:pt x="1429" y="903"/>
                    </a:lnTo>
                    <a:lnTo>
                      <a:pt x="1420" y="863"/>
                    </a:lnTo>
                    <a:lnTo>
                      <a:pt x="1420" y="863"/>
                    </a:lnTo>
                    <a:lnTo>
                      <a:pt x="1410" y="824"/>
                    </a:lnTo>
                    <a:lnTo>
                      <a:pt x="1399" y="785"/>
                    </a:lnTo>
                    <a:lnTo>
                      <a:pt x="1387" y="747"/>
                    </a:lnTo>
                    <a:lnTo>
                      <a:pt x="1376" y="710"/>
                    </a:lnTo>
                    <a:lnTo>
                      <a:pt x="1362" y="672"/>
                    </a:lnTo>
                    <a:lnTo>
                      <a:pt x="1348" y="636"/>
                    </a:lnTo>
                    <a:lnTo>
                      <a:pt x="1333" y="600"/>
                    </a:lnTo>
                    <a:lnTo>
                      <a:pt x="1317" y="564"/>
                    </a:lnTo>
                    <a:lnTo>
                      <a:pt x="1317" y="564"/>
                    </a:lnTo>
                    <a:lnTo>
                      <a:pt x="1299" y="529"/>
                    </a:lnTo>
                    <a:lnTo>
                      <a:pt x="1281" y="493"/>
                    </a:lnTo>
                    <a:lnTo>
                      <a:pt x="1262" y="460"/>
                    </a:lnTo>
                    <a:lnTo>
                      <a:pt x="1243" y="426"/>
                    </a:lnTo>
                    <a:lnTo>
                      <a:pt x="1222" y="393"/>
                    </a:lnTo>
                    <a:lnTo>
                      <a:pt x="1202" y="362"/>
                    </a:lnTo>
                    <a:lnTo>
                      <a:pt x="1180" y="331"/>
                    </a:lnTo>
                    <a:lnTo>
                      <a:pt x="1156" y="300"/>
                    </a:lnTo>
                    <a:lnTo>
                      <a:pt x="1156" y="300"/>
                    </a:lnTo>
                    <a:lnTo>
                      <a:pt x="1131" y="271"/>
                    </a:lnTo>
                    <a:lnTo>
                      <a:pt x="1106" y="241"/>
                    </a:lnTo>
                    <a:lnTo>
                      <a:pt x="1079" y="213"/>
                    </a:lnTo>
                    <a:lnTo>
                      <a:pt x="1051" y="187"/>
                    </a:lnTo>
                    <a:lnTo>
                      <a:pt x="1022" y="162"/>
                    </a:lnTo>
                    <a:lnTo>
                      <a:pt x="992" y="138"/>
                    </a:lnTo>
                    <a:lnTo>
                      <a:pt x="963" y="116"/>
                    </a:lnTo>
                    <a:lnTo>
                      <a:pt x="932" y="94"/>
                    </a:lnTo>
                    <a:lnTo>
                      <a:pt x="932" y="94"/>
                    </a:lnTo>
                    <a:lnTo>
                      <a:pt x="898" y="75"/>
                    </a:lnTo>
                    <a:lnTo>
                      <a:pt x="864" y="57"/>
                    </a:lnTo>
                    <a:lnTo>
                      <a:pt x="830" y="41"/>
                    </a:lnTo>
                    <a:lnTo>
                      <a:pt x="795" y="29"/>
                    </a:lnTo>
                    <a:lnTo>
                      <a:pt x="761" y="17"/>
                    </a:lnTo>
                    <a:lnTo>
                      <a:pt x="727" y="10"/>
                    </a:lnTo>
                    <a:lnTo>
                      <a:pt x="693" y="4"/>
                    </a:lnTo>
                    <a:lnTo>
                      <a:pt x="658" y="1"/>
                    </a:lnTo>
                    <a:lnTo>
                      <a:pt x="658" y="1"/>
                    </a:lnTo>
                    <a:lnTo>
                      <a:pt x="627" y="0"/>
                    </a:lnTo>
                    <a:lnTo>
                      <a:pt x="627" y="0"/>
                    </a:lnTo>
                    <a:lnTo>
                      <a:pt x="594" y="1"/>
                    </a:lnTo>
                    <a:lnTo>
                      <a:pt x="562" y="4"/>
                    </a:lnTo>
                    <a:lnTo>
                      <a:pt x="529" y="10"/>
                    </a:lnTo>
                    <a:lnTo>
                      <a:pt x="498" y="17"/>
                    </a:lnTo>
                    <a:lnTo>
                      <a:pt x="467" y="28"/>
                    </a:lnTo>
                    <a:lnTo>
                      <a:pt x="436" y="39"/>
                    </a:lnTo>
                    <a:lnTo>
                      <a:pt x="407" y="54"/>
                    </a:lnTo>
                    <a:lnTo>
                      <a:pt x="376" y="70"/>
                    </a:lnTo>
                    <a:close/>
                  </a:path>
                </a:pathLst>
              </a:custGeom>
              <a:solidFill>
                <a:srgbClr val="F3F3F3"/>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4" name="Freeform 14"/>
              <p:cNvSpPr>
                <a:spLocks/>
              </p:cNvSpPr>
              <p:nvPr/>
            </p:nvSpPr>
            <p:spPr bwMode="auto">
              <a:xfrm>
                <a:off x="775891" y="2143126"/>
                <a:ext cx="2159000" cy="3206750"/>
              </a:xfrm>
              <a:custGeom>
                <a:avLst/>
                <a:gdLst>
                  <a:gd name="T0" fmla="*/ 317 w 1360"/>
                  <a:gd name="T1" fmla="*/ 87 h 2020"/>
                  <a:gd name="T2" fmla="*/ 226 w 1360"/>
                  <a:gd name="T3" fmla="*/ 168 h 2020"/>
                  <a:gd name="T4" fmla="*/ 146 w 1360"/>
                  <a:gd name="T5" fmla="*/ 274 h 2020"/>
                  <a:gd name="T6" fmla="*/ 101 w 1360"/>
                  <a:gd name="T7" fmla="*/ 363 h 2020"/>
                  <a:gd name="T8" fmla="*/ 45 w 1360"/>
                  <a:gd name="T9" fmla="*/ 517 h 2020"/>
                  <a:gd name="T10" fmla="*/ 9 w 1360"/>
                  <a:gd name="T11" fmla="*/ 696 h 2020"/>
                  <a:gd name="T12" fmla="*/ 0 w 1360"/>
                  <a:gd name="T13" fmla="*/ 828 h 2020"/>
                  <a:gd name="T14" fmla="*/ 9 w 1360"/>
                  <a:gd name="T15" fmla="*/ 1029 h 2020"/>
                  <a:gd name="T16" fmla="*/ 43 w 1360"/>
                  <a:gd name="T17" fmla="*/ 1225 h 2020"/>
                  <a:gd name="T18" fmla="*/ 80 w 1360"/>
                  <a:gd name="T19" fmla="*/ 1350 h 2020"/>
                  <a:gd name="T20" fmla="*/ 151 w 1360"/>
                  <a:gd name="T21" fmla="*/ 1523 h 2020"/>
                  <a:gd name="T22" fmla="*/ 239 w 1360"/>
                  <a:gd name="T23" fmla="*/ 1675 h 2020"/>
                  <a:gd name="T24" fmla="*/ 304 w 1360"/>
                  <a:gd name="T25" fmla="*/ 1762 h 2020"/>
                  <a:gd name="T26" fmla="*/ 410 w 1360"/>
                  <a:gd name="T27" fmla="*/ 1869 h 2020"/>
                  <a:gd name="T28" fmla="*/ 522 w 1360"/>
                  <a:gd name="T29" fmla="*/ 1949 h 2020"/>
                  <a:gd name="T30" fmla="*/ 599 w 1360"/>
                  <a:gd name="T31" fmla="*/ 1984 h 2020"/>
                  <a:gd name="T32" fmla="*/ 709 w 1360"/>
                  <a:gd name="T33" fmla="*/ 2015 h 2020"/>
                  <a:gd name="T34" fmla="*/ 822 w 1360"/>
                  <a:gd name="T35" fmla="*/ 2018 h 2020"/>
                  <a:gd name="T36" fmla="*/ 891 w 1360"/>
                  <a:gd name="T37" fmla="*/ 2005 h 2020"/>
                  <a:gd name="T38" fmla="*/ 985 w 1360"/>
                  <a:gd name="T39" fmla="*/ 1968 h 2020"/>
                  <a:gd name="T40" fmla="*/ 1069 w 1360"/>
                  <a:gd name="T41" fmla="*/ 1913 h 2020"/>
                  <a:gd name="T42" fmla="*/ 1118 w 1360"/>
                  <a:gd name="T43" fmla="*/ 1868 h 2020"/>
                  <a:gd name="T44" fmla="*/ 1181 w 1360"/>
                  <a:gd name="T45" fmla="*/ 1793 h 2020"/>
                  <a:gd name="T46" fmla="*/ 1236 w 1360"/>
                  <a:gd name="T47" fmla="*/ 1706 h 2020"/>
                  <a:gd name="T48" fmla="*/ 1265 w 1360"/>
                  <a:gd name="T49" fmla="*/ 1644 h 2020"/>
                  <a:gd name="T50" fmla="*/ 1302 w 1360"/>
                  <a:gd name="T51" fmla="*/ 1546 h 2020"/>
                  <a:gd name="T52" fmla="*/ 1330 w 1360"/>
                  <a:gd name="T53" fmla="*/ 1442 h 2020"/>
                  <a:gd name="T54" fmla="*/ 1343 w 1360"/>
                  <a:gd name="T55" fmla="*/ 1371 h 2020"/>
                  <a:gd name="T56" fmla="*/ 1355 w 1360"/>
                  <a:gd name="T57" fmla="*/ 1260 h 2020"/>
                  <a:gd name="T58" fmla="*/ 1360 w 1360"/>
                  <a:gd name="T59" fmla="*/ 1144 h 2020"/>
                  <a:gd name="T60" fmla="*/ 1357 w 1360"/>
                  <a:gd name="T61" fmla="*/ 1066 h 2020"/>
                  <a:gd name="T62" fmla="*/ 1345 w 1360"/>
                  <a:gd name="T63" fmla="*/ 951 h 2020"/>
                  <a:gd name="T64" fmla="*/ 1326 w 1360"/>
                  <a:gd name="T65" fmla="*/ 839 h 2020"/>
                  <a:gd name="T66" fmla="*/ 1308 w 1360"/>
                  <a:gd name="T67" fmla="*/ 765 h 2020"/>
                  <a:gd name="T68" fmla="*/ 1276 w 1360"/>
                  <a:gd name="T69" fmla="*/ 659 h 2020"/>
                  <a:gd name="T70" fmla="*/ 1236 w 1360"/>
                  <a:gd name="T71" fmla="*/ 557 h 2020"/>
                  <a:gd name="T72" fmla="*/ 1206 w 1360"/>
                  <a:gd name="T73" fmla="*/ 491 h 2020"/>
                  <a:gd name="T74" fmla="*/ 1153 w 1360"/>
                  <a:gd name="T75" fmla="*/ 396 h 2020"/>
                  <a:gd name="T76" fmla="*/ 1094 w 1360"/>
                  <a:gd name="T77" fmla="*/ 308 h 2020"/>
                  <a:gd name="T78" fmla="*/ 1050 w 1360"/>
                  <a:gd name="T79" fmla="*/ 252 h 2020"/>
                  <a:gd name="T80" fmla="*/ 975 w 1360"/>
                  <a:gd name="T81" fmla="*/ 174 h 2020"/>
                  <a:gd name="T82" fmla="*/ 894 w 1360"/>
                  <a:gd name="T83" fmla="*/ 107 h 2020"/>
                  <a:gd name="T84" fmla="*/ 833 w 1360"/>
                  <a:gd name="T85" fmla="*/ 69 h 2020"/>
                  <a:gd name="T86" fmla="*/ 737 w 1360"/>
                  <a:gd name="T87" fmla="*/ 26 h 2020"/>
                  <a:gd name="T88" fmla="*/ 642 w 1360"/>
                  <a:gd name="T89" fmla="*/ 4 h 2020"/>
                  <a:gd name="T90" fmla="*/ 581 w 1360"/>
                  <a:gd name="T91" fmla="*/ 0 h 2020"/>
                  <a:gd name="T92" fmla="*/ 521 w 1360"/>
                  <a:gd name="T93" fmla="*/ 4 h 2020"/>
                  <a:gd name="T94" fmla="*/ 434 w 1360"/>
                  <a:gd name="T95" fmla="*/ 25 h 2020"/>
                  <a:gd name="T96" fmla="*/ 350 w 1360"/>
                  <a:gd name="T97" fmla="*/ 65 h 2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0" h="2020">
                    <a:moveTo>
                      <a:pt x="350" y="65"/>
                    </a:moveTo>
                    <a:lnTo>
                      <a:pt x="350" y="65"/>
                    </a:lnTo>
                    <a:lnTo>
                      <a:pt x="317" y="87"/>
                    </a:lnTo>
                    <a:lnTo>
                      <a:pt x="285" y="110"/>
                    </a:lnTo>
                    <a:lnTo>
                      <a:pt x="255" y="138"/>
                    </a:lnTo>
                    <a:lnTo>
                      <a:pt x="226" y="168"/>
                    </a:lnTo>
                    <a:lnTo>
                      <a:pt x="198" y="200"/>
                    </a:lnTo>
                    <a:lnTo>
                      <a:pt x="171" y="236"/>
                    </a:lnTo>
                    <a:lnTo>
                      <a:pt x="146" y="274"/>
                    </a:lnTo>
                    <a:lnTo>
                      <a:pt x="123" y="315"/>
                    </a:lnTo>
                    <a:lnTo>
                      <a:pt x="123" y="315"/>
                    </a:lnTo>
                    <a:lnTo>
                      <a:pt x="101" y="363"/>
                    </a:lnTo>
                    <a:lnTo>
                      <a:pt x="80" y="411"/>
                    </a:lnTo>
                    <a:lnTo>
                      <a:pt x="61" y="463"/>
                    </a:lnTo>
                    <a:lnTo>
                      <a:pt x="45" y="517"/>
                    </a:lnTo>
                    <a:lnTo>
                      <a:pt x="30" y="575"/>
                    </a:lnTo>
                    <a:lnTo>
                      <a:pt x="18" y="634"/>
                    </a:lnTo>
                    <a:lnTo>
                      <a:pt x="9" y="696"/>
                    </a:lnTo>
                    <a:lnTo>
                      <a:pt x="3" y="761"/>
                    </a:lnTo>
                    <a:lnTo>
                      <a:pt x="3" y="761"/>
                    </a:lnTo>
                    <a:lnTo>
                      <a:pt x="0" y="828"/>
                    </a:lnTo>
                    <a:lnTo>
                      <a:pt x="0" y="895"/>
                    </a:lnTo>
                    <a:lnTo>
                      <a:pt x="3" y="963"/>
                    </a:lnTo>
                    <a:lnTo>
                      <a:pt x="9" y="1029"/>
                    </a:lnTo>
                    <a:lnTo>
                      <a:pt x="18" y="1095"/>
                    </a:lnTo>
                    <a:lnTo>
                      <a:pt x="30" y="1160"/>
                    </a:lnTo>
                    <a:lnTo>
                      <a:pt x="43" y="1225"/>
                    </a:lnTo>
                    <a:lnTo>
                      <a:pt x="61" y="1288"/>
                    </a:lnTo>
                    <a:lnTo>
                      <a:pt x="61" y="1288"/>
                    </a:lnTo>
                    <a:lnTo>
                      <a:pt x="80" y="1350"/>
                    </a:lnTo>
                    <a:lnTo>
                      <a:pt x="101" y="1409"/>
                    </a:lnTo>
                    <a:lnTo>
                      <a:pt x="124" y="1467"/>
                    </a:lnTo>
                    <a:lnTo>
                      <a:pt x="151" y="1523"/>
                    </a:lnTo>
                    <a:lnTo>
                      <a:pt x="179" y="1576"/>
                    </a:lnTo>
                    <a:lnTo>
                      <a:pt x="208" y="1626"/>
                    </a:lnTo>
                    <a:lnTo>
                      <a:pt x="239" y="1675"/>
                    </a:lnTo>
                    <a:lnTo>
                      <a:pt x="272" y="1720"/>
                    </a:lnTo>
                    <a:lnTo>
                      <a:pt x="272" y="1720"/>
                    </a:lnTo>
                    <a:lnTo>
                      <a:pt x="304" y="1762"/>
                    </a:lnTo>
                    <a:lnTo>
                      <a:pt x="339" y="1800"/>
                    </a:lnTo>
                    <a:lnTo>
                      <a:pt x="373" y="1837"/>
                    </a:lnTo>
                    <a:lnTo>
                      <a:pt x="410" y="1869"/>
                    </a:lnTo>
                    <a:lnTo>
                      <a:pt x="447" y="1899"/>
                    </a:lnTo>
                    <a:lnTo>
                      <a:pt x="484" y="1925"/>
                    </a:lnTo>
                    <a:lnTo>
                      <a:pt x="522" y="1949"/>
                    </a:lnTo>
                    <a:lnTo>
                      <a:pt x="562" y="1970"/>
                    </a:lnTo>
                    <a:lnTo>
                      <a:pt x="562" y="1970"/>
                    </a:lnTo>
                    <a:lnTo>
                      <a:pt x="599" y="1984"/>
                    </a:lnTo>
                    <a:lnTo>
                      <a:pt x="636" y="1998"/>
                    </a:lnTo>
                    <a:lnTo>
                      <a:pt x="673" y="2008"/>
                    </a:lnTo>
                    <a:lnTo>
                      <a:pt x="709" y="2015"/>
                    </a:lnTo>
                    <a:lnTo>
                      <a:pt x="746" y="2020"/>
                    </a:lnTo>
                    <a:lnTo>
                      <a:pt x="785" y="2020"/>
                    </a:lnTo>
                    <a:lnTo>
                      <a:pt x="822" y="2018"/>
                    </a:lnTo>
                    <a:lnTo>
                      <a:pt x="858" y="2012"/>
                    </a:lnTo>
                    <a:lnTo>
                      <a:pt x="858" y="2012"/>
                    </a:lnTo>
                    <a:lnTo>
                      <a:pt x="891" y="2005"/>
                    </a:lnTo>
                    <a:lnTo>
                      <a:pt x="923" y="1996"/>
                    </a:lnTo>
                    <a:lnTo>
                      <a:pt x="956" y="1983"/>
                    </a:lnTo>
                    <a:lnTo>
                      <a:pt x="985" y="1968"/>
                    </a:lnTo>
                    <a:lnTo>
                      <a:pt x="1015" y="1952"/>
                    </a:lnTo>
                    <a:lnTo>
                      <a:pt x="1043" y="1934"/>
                    </a:lnTo>
                    <a:lnTo>
                      <a:pt x="1069" y="1913"/>
                    </a:lnTo>
                    <a:lnTo>
                      <a:pt x="1096" y="1891"/>
                    </a:lnTo>
                    <a:lnTo>
                      <a:pt x="1096" y="1891"/>
                    </a:lnTo>
                    <a:lnTo>
                      <a:pt x="1118" y="1868"/>
                    </a:lnTo>
                    <a:lnTo>
                      <a:pt x="1140" y="1844"/>
                    </a:lnTo>
                    <a:lnTo>
                      <a:pt x="1162" y="1819"/>
                    </a:lnTo>
                    <a:lnTo>
                      <a:pt x="1181" y="1793"/>
                    </a:lnTo>
                    <a:lnTo>
                      <a:pt x="1200" y="1765"/>
                    </a:lnTo>
                    <a:lnTo>
                      <a:pt x="1218" y="1735"/>
                    </a:lnTo>
                    <a:lnTo>
                      <a:pt x="1236" y="1706"/>
                    </a:lnTo>
                    <a:lnTo>
                      <a:pt x="1252" y="1675"/>
                    </a:lnTo>
                    <a:lnTo>
                      <a:pt x="1252" y="1675"/>
                    </a:lnTo>
                    <a:lnTo>
                      <a:pt x="1265" y="1644"/>
                    </a:lnTo>
                    <a:lnTo>
                      <a:pt x="1279" y="1611"/>
                    </a:lnTo>
                    <a:lnTo>
                      <a:pt x="1290" y="1579"/>
                    </a:lnTo>
                    <a:lnTo>
                      <a:pt x="1302" y="1546"/>
                    </a:lnTo>
                    <a:lnTo>
                      <a:pt x="1312" y="1512"/>
                    </a:lnTo>
                    <a:lnTo>
                      <a:pt x="1321" y="1477"/>
                    </a:lnTo>
                    <a:lnTo>
                      <a:pt x="1330" y="1442"/>
                    </a:lnTo>
                    <a:lnTo>
                      <a:pt x="1338" y="1406"/>
                    </a:lnTo>
                    <a:lnTo>
                      <a:pt x="1338" y="1406"/>
                    </a:lnTo>
                    <a:lnTo>
                      <a:pt x="1343" y="1371"/>
                    </a:lnTo>
                    <a:lnTo>
                      <a:pt x="1348" y="1334"/>
                    </a:lnTo>
                    <a:lnTo>
                      <a:pt x="1352" y="1297"/>
                    </a:lnTo>
                    <a:lnTo>
                      <a:pt x="1355" y="1260"/>
                    </a:lnTo>
                    <a:lnTo>
                      <a:pt x="1358" y="1222"/>
                    </a:lnTo>
                    <a:lnTo>
                      <a:pt x="1360" y="1184"/>
                    </a:lnTo>
                    <a:lnTo>
                      <a:pt x="1360" y="1144"/>
                    </a:lnTo>
                    <a:lnTo>
                      <a:pt x="1358" y="1104"/>
                    </a:lnTo>
                    <a:lnTo>
                      <a:pt x="1358" y="1104"/>
                    </a:lnTo>
                    <a:lnTo>
                      <a:pt x="1357" y="1066"/>
                    </a:lnTo>
                    <a:lnTo>
                      <a:pt x="1354" y="1027"/>
                    </a:lnTo>
                    <a:lnTo>
                      <a:pt x="1349" y="989"/>
                    </a:lnTo>
                    <a:lnTo>
                      <a:pt x="1345" y="951"/>
                    </a:lnTo>
                    <a:lnTo>
                      <a:pt x="1339" y="912"/>
                    </a:lnTo>
                    <a:lnTo>
                      <a:pt x="1333" y="876"/>
                    </a:lnTo>
                    <a:lnTo>
                      <a:pt x="1326" y="839"/>
                    </a:lnTo>
                    <a:lnTo>
                      <a:pt x="1317" y="802"/>
                    </a:lnTo>
                    <a:lnTo>
                      <a:pt x="1317" y="802"/>
                    </a:lnTo>
                    <a:lnTo>
                      <a:pt x="1308" y="765"/>
                    </a:lnTo>
                    <a:lnTo>
                      <a:pt x="1298" y="730"/>
                    </a:lnTo>
                    <a:lnTo>
                      <a:pt x="1287" y="694"/>
                    </a:lnTo>
                    <a:lnTo>
                      <a:pt x="1276" y="659"/>
                    </a:lnTo>
                    <a:lnTo>
                      <a:pt x="1264" y="625"/>
                    </a:lnTo>
                    <a:lnTo>
                      <a:pt x="1251" y="591"/>
                    </a:lnTo>
                    <a:lnTo>
                      <a:pt x="1236" y="557"/>
                    </a:lnTo>
                    <a:lnTo>
                      <a:pt x="1223" y="525"/>
                    </a:lnTo>
                    <a:lnTo>
                      <a:pt x="1223" y="525"/>
                    </a:lnTo>
                    <a:lnTo>
                      <a:pt x="1206" y="491"/>
                    </a:lnTo>
                    <a:lnTo>
                      <a:pt x="1189" y="458"/>
                    </a:lnTo>
                    <a:lnTo>
                      <a:pt x="1172" y="427"/>
                    </a:lnTo>
                    <a:lnTo>
                      <a:pt x="1153" y="396"/>
                    </a:lnTo>
                    <a:lnTo>
                      <a:pt x="1134" y="365"/>
                    </a:lnTo>
                    <a:lnTo>
                      <a:pt x="1115" y="336"/>
                    </a:lnTo>
                    <a:lnTo>
                      <a:pt x="1094" y="308"/>
                    </a:lnTo>
                    <a:lnTo>
                      <a:pt x="1072" y="280"/>
                    </a:lnTo>
                    <a:lnTo>
                      <a:pt x="1072" y="280"/>
                    </a:lnTo>
                    <a:lnTo>
                      <a:pt x="1050" y="252"/>
                    </a:lnTo>
                    <a:lnTo>
                      <a:pt x="1026" y="224"/>
                    </a:lnTo>
                    <a:lnTo>
                      <a:pt x="1001" y="199"/>
                    </a:lnTo>
                    <a:lnTo>
                      <a:pt x="975" y="174"/>
                    </a:lnTo>
                    <a:lnTo>
                      <a:pt x="948" y="150"/>
                    </a:lnTo>
                    <a:lnTo>
                      <a:pt x="922" y="128"/>
                    </a:lnTo>
                    <a:lnTo>
                      <a:pt x="894" y="107"/>
                    </a:lnTo>
                    <a:lnTo>
                      <a:pt x="864" y="88"/>
                    </a:lnTo>
                    <a:lnTo>
                      <a:pt x="864" y="88"/>
                    </a:lnTo>
                    <a:lnTo>
                      <a:pt x="833" y="69"/>
                    </a:lnTo>
                    <a:lnTo>
                      <a:pt x="801" y="53"/>
                    </a:lnTo>
                    <a:lnTo>
                      <a:pt x="770" y="38"/>
                    </a:lnTo>
                    <a:lnTo>
                      <a:pt x="737" y="26"/>
                    </a:lnTo>
                    <a:lnTo>
                      <a:pt x="707" y="18"/>
                    </a:lnTo>
                    <a:lnTo>
                      <a:pt x="674" y="9"/>
                    </a:lnTo>
                    <a:lnTo>
                      <a:pt x="642" y="4"/>
                    </a:lnTo>
                    <a:lnTo>
                      <a:pt x="611" y="1"/>
                    </a:lnTo>
                    <a:lnTo>
                      <a:pt x="611" y="1"/>
                    </a:lnTo>
                    <a:lnTo>
                      <a:pt x="581" y="0"/>
                    </a:lnTo>
                    <a:lnTo>
                      <a:pt x="581" y="0"/>
                    </a:lnTo>
                    <a:lnTo>
                      <a:pt x="552" y="1"/>
                    </a:lnTo>
                    <a:lnTo>
                      <a:pt x="521" y="4"/>
                    </a:lnTo>
                    <a:lnTo>
                      <a:pt x="491" y="9"/>
                    </a:lnTo>
                    <a:lnTo>
                      <a:pt x="462" y="16"/>
                    </a:lnTo>
                    <a:lnTo>
                      <a:pt x="434" y="25"/>
                    </a:lnTo>
                    <a:lnTo>
                      <a:pt x="404" y="37"/>
                    </a:lnTo>
                    <a:lnTo>
                      <a:pt x="376" y="50"/>
                    </a:lnTo>
                    <a:lnTo>
                      <a:pt x="350" y="65"/>
                    </a:lnTo>
                    <a:close/>
                  </a:path>
                </a:pathLst>
              </a:custGeom>
              <a:gradFill>
                <a:gsLst>
                  <a:gs pos="0">
                    <a:srgbClr val="BD2223"/>
                  </a:gs>
                  <a:gs pos="100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5" name="Freeform 17"/>
              <p:cNvSpPr>
                <a:spLocks/>
              </p:cNvSpPr>
              <p:nvPr/>
            </p:nvSpPr>
            <p:spPr bwMode="auto">
              <a:xfrm>
                <a:off x="1104106" y="2603500"/>
                <a:ext cx="1576388" cy="2338388"/>
              </a:xfrm>
              <a:custGeom>
                <a:avLst/>
                <a:gdLst>
                  <a:gd name="T0" fmla="*/ 232 w 993"/>
                  <a:gd name="T1" fmla="*/ 64 h 1473"/>
                  <a:gd name="T2" fmla="*/ 166 w 993"/>
                  <a:gd name="T3" fmla="*/ 123 h 1473"/>
                  <a:gd name="T4" fmla="*/ 108 w 993"/>
                  <a:gd name="T5" fmla="*/ 200 h 1473"/>
                  <a:gd name="T6" fmla="*/ 74 w 993"/>
                  <a:gd name="T7" fmla="*/ 264 h 1473"/>
                  <a:gd name="T8" fmla="*/ 33 w 993"/>
                  <a:gd name="T9" fmla="*/ 378 h 1473"/>
                  <a:gd name="T10" fmla="*/ 8 w 993"/>
                  <a:gd name="T11" fmla="*/ 508 h 1473"/>
                  <a:gd name="T12" fmla="*/ 0 w 993"/>
                  <a:gd name="T13" fmla="*/ 603 h 1473"/>
                  <a:gd name="T14" fmla="*/ 8 w 993"/>
                  <a:gd name="T15" fmla="*/ 751 h 1473"/>
                  <a:gd name="T16" fmla="*/ 33 w 993"/>
                  <a:gd name="T17" fmla="*/ 894 h 1473"/>
                  <a:gd name="T18" fmla="*/ 59 w 993"/>
                  <a:gd name="T19" fmla="*/ 985 h 1473"/>
                  <a:gd name="T20" fmla="*/ 111 w 993"/>
                  <a:gd name="T21" fmla="*/ 1111 h 1473"/>
                  <a:gd name="T22" fmla="*/ 174 w 993"/>
                  <a:gd name="T23" fmla="*/ 1223 h 1473"/>
                  <a:gd name="T24" fmla="*/ 223 w 993"/>
                  <a:gd name="T25" fmla="*/ 1286 h 1473"/>
                  <a:gd name="T26" fmla="*/ 300 w 993"/>
                  <a:gd name="T27" fmla="*/ 1363 h 1473"/>
                  <a:gd name="T28" fmla="*/ 382 w 993"/>
                  <a:gd name="T29" fmla="*/ 1422 h 1473"/>
                  <a:gd name="T30" fmla="*/ 437 w 993"/>
                  <a:gd name="T31" fmla="*/ 1448 h 1473"/>
                  <a:gd name="T32" fmla="*/ 518 w 993"/>
                  <a:gd name="T33" fmla="*/ 1470 h 1473"/>
                  <a:gd name="T34" fmla="*/ 599 w 993"/>
                  <a:gd name="T35" fmla="*/ 1472 h 1473"/>
                  <a:gd name="T36" fmla="*/ 651 w 993"/>
                  <a:gd name="T37" fmla="*/ 1463 h 1473"/>
                  <a:gd name="T38" fmla="*/ 720 w 993"/>
                  <a:gd name="T39" fmla="*/ 1436 h 1473"/>
                  <a:gd name="T40" fmla="*/ 780 w 993"/>
                  <a:gd name="T41" fmla="*/ 1395 h 1473"/>
                  <a:gd name="T42" fmla="*/ 817 w 993"/>
                  <a:gd name="T43" fmla="*/ 1363 h 1473"/>
                  <a:gd name="T44" fmla="*/ 863 w 993"/>
                  <a:gd name="T45" fmla="*/ 1308 h 1473"/>
                  <a:gd name="T46" fmla="*/ 903 w 993"/>
                  <a:gd name="T47" fmla="*/ 1245 h 1473"/>
                  <a:gd name="T48" fmla="*/ 923 w 993"/>
                  <a:gd name="T49" fmla="*/ 1199 h 1473"/>
                  <a:gd name="T50" fmla="*/ 965 w 993"/>
                  <a:gd name="T51" fmla="*/ 1078 h 1473"/>
                  <a:gd name="T52" fmla="*/ 984 w 993"/>
                  <a:gd name="T53" fmla="*/ 974 h 1473"/>
                  <a:gd name="T54" fmla="*/ 991 w 993"/>
                  <a:gd name="T55" fmla="*/ 805 h 1473"/>
                  <a:gd name="T56" fmla="*/ 982 w 993"/>
                  <a:gd name="T57" fmla="*/ 693 h 1473"/>
                  <a:gd name="T58" fmla="*/ 962 w 993"/>
                  <a:gd name="T59" fmla="*/ 584 h 1473"/>
                  <a:gd name="T60" fmla="*/ 913 w 993"/>
                  <a:gd name="T61" fmla="*/ 431 h 1473"/>
                  <a:gd name="T62" fmla="*/ 869 w 993"/>
                  <a:gd name="T63" fmla="*/ 335 h 1473"/>
                  <a:gd name="T64" fmla="*/ 783 w 993"/>
                  <a:gd name="T65" fmla="*/ 204 h 1473"/>
                  <a:gd name="T66" fmla="*/ 749 w 993"/>
                  <a:gd name="T67" fmla="*/ 164 h 1473"/>
                  <a:gd name="T68" fmla="*/ 693 w 993"/>
                  <a:gd name="T69" fmla="*/ 110 h 1473"/>
                  <a:gd name="T70" fmla="*/ 631 w 993"/>
                  <a:gd name="T71" fmla="*/ 64 h 1473"/>
                  <a:gd name="T72" fmla="*/ 586 w 993"/>
                  <a:gd name="T73" fmla="*/ 39 h 1473"/>
                  <a:gd name="T74" fmla="*/ 515 w 993"/>
                  <a:gd name="T75" fmla="*/ 12 h 1473"/>
                  <a:gd name="T76" fmla="*/ 446 w 993"/>
                  <a:gd name="T77" fmla="*/ 0 h 1473"/>
                  <a:gd name="T78" fmla="*/ 425 w 993"/>
                  <a:gd name="T79" fmla="*/ 0 h 1473"/>
                  <a:gd name="T80" fmla="*/ 359 w 993"/>
                  <a:gd name="T81" fmla="*/ 6 h 1473"/>
                  <a:gd name="T82" fmla="*/ 297 w 993"/>
                  <a:gd name="T83" fmla="*/ 27 h 1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93" h="1473">
                    <a:moveTo>
                      <a:pt x="255" y="48"/>
                    </a:moveTo>
                    <a:lnTo>
                      <a:pt x="255" y="48"/>
                    </a:lnTo>
                    <a:lnTo>
                      <a:pt x="232" y="64"/>
                    </a:lnTo>
                    <a:lnTo>
                      <a:pt x="208" y="82"/>
                    </a:lnTo>
                    <a:lnTo>
                      <a:pt x="186" y="101"/>
                    </a:lnTo>
                    <a:lnTo>
                      <a:pt x="166" y="123"/>
                    </a:lnTo>
                    <a:lnTo>
                      <a:pt x="145" y="146"/>
                    </a:lnTo>
                    <a:lnTo>
                      <a:pt x="126" y="172"/>
                    </a:lnTo>
                    <a:lnTo>
                      <a:pt x="108" y="200"/>
                    </a:lnTo>
                    <a:lnTo>
                      <a:pt x="90" y="230"/>
                    </a:lnTo>
                    <a:lnTo>
                      <a:pt x="90" y="230"/>
                    </a:lnTo>
                    <a:lnTo>
                      <a:pt x="74" y="264"/>
                    </a:lnTo>
                    <a:lnTo>
                      <a:pt x="58" y="300"/>
                    </a:lnTo>
                    <a:lnTo>
                      <a:pt x="45" y="338"/>
                    </a:lnTo>
                    <a:lnTo>
                      <a:pt x="33" y="378"/>
                    </a:lnTo>
                    <a:lnTo>
                      <a:pt x="22" y="419"/>
                    </a:lnTo>
                    <a:lnTo>
                      <a:pt x="14" y="463"/>
                    </a:lnTo>
                    <a:lnTo>
                      <a:pt x="8" y="508"/>
                    </a:lnTo>
                    <a:lnTo>
                      <a:pt x="3" y="555"/>
                    </a:lnTo>
                    <a:lnTo>
                      <a:pt x="3" y="555"/>
                    </a:lnTo>
                    <a:lnTo>
                      <a:pt x="0" y="603"/>
                    </a:lnTo>
                    <a:lnTo>
                      <a:pt x="0" y="654"/>
                    </a:lnTo>
                    <a:lnTo>
                      <a:pt x="3" y="702"/>
                    </a:lnTo>
                    <a:lnTo>
                      <a:pt x="8" y="751"/>
                    </a:lnTo>
                    <a:lnTo>
                      <a:pt x="14" y="800"/>
                    </a:lnTo>
                    <a:lnTo>
                      <a:pt x="22" y="847"/>
                    </a:lnTo>
                    <a:lnTo>
                      <a:pt x="33" y="894"/>
                    </a:lnTo>
                    <a:lnTo>
                      <a:pt x="45" y="940"/>
                    </a:lnTo>
                    <a:lnTo>
                      <a:pt x="45" y="940"/>
                    </a:lnTo>
                    <a:lnTo>
                      <a:pt x="59" y="985"/>
                    </a:lnTo>
                    <a:lnTo>
                      <a:pt x="74" y="1028"/>
                    </a:lnTo>
                    <a:lnTo>
                      <a:pt x="92" y="1071"/>
                    </a:lnTo>
                    <a:lnTo>
                      <a:pt x="111" y="1111"/>
                    </a:lnTo>
                    <a:lnTo>
                      <a:pt x="130" y="1149"/>
                    </a:lnTo>
                    <a:lnTo>
                      <a:pt x="152" y="1187"/>
                    </a:lnTo>
                    <a:lnTo>
                      <a:pt x="174" y="1223"/>
                    </a:lnTo>
                    <a:lnTo>
                      <a:pt x="199" y="1255"/>
                    </a:lnTo>
                    <a:lnTo>
                      <a:pt x="199" y="1255"/>
                    </a:lnTo>
                    <a:lnTo>
                      <a:pt x="223" y="1286"/>
                    </a:lnTo>
                    <a:lnTo>
                      <a:pt x="248" y="1314"/>
                    </a:lnTo>
                    <a:lnTo>
                      <a:pt x="273" y="1339"/>
                    </a:lnTo>
                    <a:lnTo>
                      <a:pt x="300" y="1363"/>
                    </a:lnTo>
                    <a:lnTo>
                      <a:pt x="326" y="1385"/>
                    </a:lnTo>
                    <a:lnTo>
                      <a:pt x="354" y="1404"/>
                    </a:lnTo>
                    <a:lnTo>
                      <a:pt x="382" y="1422"/>
                    </a:lnTo>
                    <a:lnTo>
                      <a:pt x="410" y="1436"/>
                    </a:lnTo>
                    <a:lnTo>
                      <a:pt x="410" y="1436"/>
                    </a:lnTo>
                    <a:lnTo>
                      <a:pt x="437" y="1448"/>
                    </a:lnTo>
                    <a:lnTo>
                      <a:pt x="465" y="1457"/>
                    </a:lnTo>
                    <a:lnTo>
                      <a:pt x="491" y="1464"/>
                    </a:lnTo>
                    <a:lnTo>
                      <a:pt x="518" y="1470"/>
                    </a:lnTo>
                    <a:lnTo>
                      <a:pt x="546" y="1473"/>
                    </a:lnTo>
                    <a:lnTo>
                      <a:pt x="572" y="1473"/>
                    </a:lnTo>
                    <a:lnTo>
                      <a:pt x="599" y="1472"/>
                    </a:lnTo>
                    <a:lnTo>
                      <a:pt x="627" y="1469"/>
                    </a:lnTo>
                    <a:lnTo>
                      <a:pt x="627" y="1469"/>
                    </a:lnTo>
                    <a:lnTo>
                      <a:pt x="651" y="1463"/>
                    </a:lnTo>
                    <a:lnTo>
                      <a:pt x="674" y="1456"/>
                    </a:lnTo>
                    <a:lnTo>
                      <a:pt x="698" y="1447"/>
                    </a:lnTo>
                    <a:lnTo>
                      <a:pt x="720" y="1436"/>
                    </a:lnTo>
                    <a:lnTo>
                      <a:pt x="741" y="1425"/>
                    </a:lnTo>
                    <a:lnTo>
                      <a:pt x="761" y="1411"/>
                    </a:lnTo>
                    <a:lnTo>
                      <a:pt x="780" y="1395"/>
                    </a:lnTo>
                    <a:lnTo>
                      <a:pt x="799" y="1379"/>
                    </a:lnTo>
                    <a:lnTo>
                      <a:pt x="799" y="1379"/>
                    </a:lnTo>
                    <a:lnTo>
                      <a:pt x="817" y="1363"/>
                    </a:lnTo>
                    <a:lnTo>
                      <a:pt x="832" y="1345"/>
                    </a:lnTo>
                    <a:lnTo>
                      <a:pt x="848" y="1327"/>
                    </a:lnTo>
                    <a:lnTo>
                      <a:pt x="863" y="1308"/>
                    </a:lnTo>
                    <a:lnTo>
                      <a:pt x="876" y="1288"/>
                    </a:lnTo>
                    <a:lnTo>
                      <a:pt x="889" y="1267"/>
                    </a:lnTo>
                    <a:lnTo>
                      <a:pt x="903" y="1245"/>
                    </a:lnTo>
                    <a:lnTo>
                      <a:pt x="913" y="1221"/>
                    </a:lnTo>
                    <a:lnTo>
                      <a:pt x="913" y="1221"/>
                    </a:lnTo>
                    <a:lnTo>
                      <a:pt x="923" y="1199"/>
                    </a:lnTo>
                    <a:lnTo>
                      <a:pt x="934" y="1176"/>
                    </a:lnTo>
                    <a:lnTo>
                      <a:pt x="950" y="1128"/>
                    </a:lnTo>
                    <a:lnTo>
                      <a:pt x="965" y="1078"/>
                    </a:lnTo>
                    <a:lnTo>
                      <a:pt x="976" y="1025"/>
                    </a:lnTo>
                    <a:lnTo>
                      <a:pt x="976" y="1025"/>
                    </a:lnTo>
                    <a:lnTo>
                      <a:pt x="984" y="974"/>
                    </a:lnTo>
                    <a:lnTo>
                      <a:pt x="990" y="919"/>
                    </a:lnTo>
                    <a:lnTo>
                      <a:pt x="993" y="863"/>
                    </a:lnTo>
                    <a:lnTo>
                      <a:pt x="991" y="805"/>
                    </a:lnTo>
                    <a:lnTo>
                      <a:pt x="991" y="805"/>
                    </a:lnTo>
                    <a:lnTo>
                      <a:pt x="988" y="749"/>
                    </a:lnTo>
                    <a:lnTo>
                      <a:pt x="982" y="693"/>
                    </a:lnTo>
                    <a:lnTo>
                      <a:pt x="973" y="639"/>
                    </a:lnTo>
                    <a:lnTo>
                      <a:pt x="962" y="584"/>
                    </a:lnTo>
                    <a:lnTo>
                      <a:pt x="962" y="584"/>
                    </a:lnTo>
                    <a:lnTo>
                      <a:pt x="948" y="533"/>
                    </a:lnTo>
                    <a:lnTo>
                      <a:pt x="932" y="481"/>
                    </a:lnTo>
                    <a:lnTo>
                      <a:pt x="913" y="431"/>
                    </a:lnTo>
                    <a:lnTo>
                      <a:pt x="892" y="382"/>
                    </a:lnTo>
                    <a:lnTo>
                      <a:pt x="892" y="382"/>
                    </a:lnTo>
                    <a:lnTo>
                      <a:pt x="869" y="335"/>
                    </a:lnTo>
                    <a:lnTo>
                      <a:pt x="842" y="289"/>
                    </a:lnTo>
                    <a:lnTo>
                      <a:pt x="814" y="245"/>
                    </a:lnTo>
                    <a:lnTo>
                      <a:pt x="783" y="204"/>
                    </a:lnTo>
                    <a:lnTo>
                      <a:pt x="783" y="204"/>
                    </a:lnTo>
                    <a:lnTo>
                      <a:pt x="767" y="183"/>
                    </a:lnTo>
                    <a:lnTo>
                      <a:pt x="749" y="164"/>
                    </a:lnTo>
                    <a:lnTo>
                      <a:pt x="730" y="145"/>
                    </a:lnTo>
                    <a:lnTo>
                      <a:pt x="712" y="127"/>
                    </a:lnTo>
                    <a:lnTo>
                      <a:pt x="693" y="110"/>
                    </a:lnTo>
                    <a:lnTo>
                      <a:pt x="673" y="93"/>
                    </a:lnTo>
                    <a:lnTo>
                      <a:pt x="652" y="79"/>
                    </a:lnTo>
                    <a:lnTo>
                      <a:pt x="631" y="64"/>
                    </a:lnTo>
                    <a:lnTo>
                      <a:pt x="631" y="64"/>
                    </a:lnTo>
                    <a:lnTo>
                      <a:pt x="608" y="51"/>
                    </a:lnTo>
                    <a:lnTo>
                      <a:pt x="586" y="39"/>
                    </a:lnTo>
                    <a:lnTo>
                      <a:pt x="562" y="28"/>
                    </a:lnTo>
                    <a:lnTo>
                      <a:pt x="539" y="20"/>
                    </a:lnTo>
                    <a:lnTo>
                      <a:pt x="515" y="12"/>
                    </a:lnTo>
                    <a:lnTo>
                      <a:pt x="493" y="6"/>
                    </a:lnTo>
                    <a:lnTo>
                      <a:pt x="469" y="3"/>
                    </a:lnTo>
                    <a:lnTo>
                      <a:pt x="446" y="0"/>
                    </a:lnTo>
                    <a:lnTo>
                      <a:pt x="446" y="0"/>
                    </a:lnTo>
                    <a:lnTo>
                      <a:pt x="425" y="0"/>
                    </a:lnTo>
                    <a:lnTo>
                      <a:pt x="425" y="0"/>
                    </a:lnTo>
                    <a:lnTo>
                      <a:pt x="403" y="0"/>
                    </a:lnTo>
                    <a:lnTo>
                      <a:pt x="381" y="3"/>
                    </a:lnTo>
                    <a:lnTo>
                      <a:pt x="359" y="6"/>
                    </a:lnTo>
                    <a:lnTo>
                      <a:pt x="338" y="12"/>
                    </a:lnTo>
                    <a:lnTo>
                      <a:pt x="317" y="18"/>
                    </a:lnTo>
                    <a:lnTo>
                      <a:pt x="297" y="27"/>
                    </a:lnTo>
                    <a:lnTo>
                      <a:pt x="276" y="36"/>
                    </a:lnTo>
                    <a:lnTo>
                      <a:pt x="255" y="48"/>
                    </a:lnTo>
                    <a:close/>
                  </a:path>
                </a:pathLst>
              </a:custGeom>
              <a:gradFill>
                <a:gsLst>
                  <a:gs pos="0">
                    <a:srgbClr val="F0F0F0"/>
                  </a:gs>
                  <a:gs pos="100000">
                    <a:srgbClr val="F8F8F8"/>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6" name="Freeform 20"/>
              <p:cNvSpPr>
                <a:spLocks/>
              </p:cNvSpPr>
              <p:nvPr/>
            </p:nvSpPr>
            <p:spPr bwMode="auto">
              <a:xfrm>
                <a:off x="1299940" y="2881088"/>
                <a:ext cx="1219200" cy="1814513"/>
              </a:xfrm>
              <a:custGeom>
                <a:avLst/>
                <a:gdLst>
                  <a:gd name="T0" fmla="*/ 198 w 768"/>
                  <a:gd name="T1" fmla="*/ 37 h 1143"/>
                  <a:gd name="T2" fmla="*/ 161 w 768"/>
                  <a:gd name="T3" fmla="*/ 64 h 1143"/>
                  <a:gd name="T4" fmla="*/ 128 w 768"/>
                  <a:gd name="T5" fmla="*/ 95 h 1143"/>
                  <a:gd name="T6" fmla="*/ 97 w 768"/>
                  <a:gd name="T7" fmla="*/ 134 h 1143"/>
                  <a:gd name="T8" fmla="*/ 69 w 768"/>
                  <a:gd name="T9" fmla="*/ 179 h 1143"/>
                  <a:gd name="T10" fmla="*/ 56 w 768"/>
                  <a:gd name="T11" fmla="*/ 205 h 1143"/>
                  <a:gd name="T12" fmla="*/ 34 w 768"/>
                  <a:gd name="T13" fmla="*/ 263 h 1143"/>
                  <a:gd name="T14" fmla="*/ 16 w 768"/>
                  <a:gd name="T15" fmla="*/ 326 h 1143"/>
                  <a:gd name="T16" fmla="*/ 6 w 768"/>
                  <a:gd name="T17" fmla="*/ 394 h 1143"/>
                  <a:gd name="T18" fmla="*/ 1 w 768"/>
                  <a:gd name="T19" fmla="*/ 431 h 1143"/>
                  <a:gd name="T20" fmla="*/ 0 w 768"/>
                  <a:gd name="T21" fmla="*/ 507 h 1143"/>
                  <a:gd name="T22" fmla="*/ 4 w 768"/>
                  <a:gd name="T23" fmla="*/ 583 h 1143"/>
                  <a:gd name="T24" fmla="*/ 16 w 768"/>
                  <a:gd name="T25" fmla="*/ 656 h 1143"/>
                  <a:gd name="T26" fmla="*/ 34 w 768"/>
                  <a:gd name="T27" fmla="*/ 729 h 1143"/>
                  <a:gd name="T28" fmla="*/ 44 w 768"/>
                  <a:gd name="T29" fmla="*/ 764 h 1143"/>
                  <a:gd name="T30" fmla="*/ 71 w 768"/>
                  <a:gd name="T31" fmla="*/ 830 h 1143"/>
                  <a:gd name="T32" fmla="*/ 100 w 768"/>
                  <a:gd name="T33" fmla="*/ 892 h 1143"/>
                  <a:gd name="T34" fmla="*/ 134 w 768"/>
                  <a:gd name="T35" fmla="*/ 948 h 1143"/>
                  <a:gd name="T36" fmla="*/ 153 w 768"/>
                  <a:gd name="T37" fmla="*/ 973 h 1143"/>
                  <a:gd name="T38" fmla="*/ 192 w 768"/>
                  <a:gd name="T39" fmla="*/ 1019 h 1143"/>
                  <a:gd name="T40" fmla="*/ 231 w 768"/>
                  <a:gd name="T41" fmla="*/ 1057 h 1143"/>
                  <a:gd name="T42" fmla="*/ 274 w 768"/>
                  <a:gd name="T43" fmla="*/ 1090 h 1143"/>
                  <a:gd name="T44" fmla="*/ 317 w 768"/>
                  <a:gd name="T45" fmla="*/ 1113 h 1143"/>
                  <a:gd name="T46" fmla="*/ 338 w 768"/>
                  <a:gd name="T47" fmla="*/ 1124 h 1143"/>
                  <a:gd name="T48" fmla="*/ 380 w 768"/>
                  <a:gd name="T49" fmla="*/ 1135 h 1143"/>
                  <a:gd name="T50" fmla="*/ 422 w 768"/>
                  <a:gd name="T51" fmla="*/ 1143 h 1143"/>
                  <a:gd name="T52" fmla="*/ 464 w 768"/>
                  <a:gd name="T53" fmla="*/ 1141 h 1143"/>
                  <a:gd name="T54" fmla="*/ 485 w 768"/>
                  <a:gd name="T55" fmla="*/ 1138 h 1143"/>
                  <a:gd name="T56" fmla="*/ 522 w 768"/>
                  <a:gd name="T57" fmla="*/ 1130 h 1143"/>
                  <a:gd name="T58" fmla="*/ 557 w 768"/>
                  <a:gd name="T59" fmla="*/ 1113 h 1143"/>
                  <a:gd name="T60" fmla="*/ 590 w 768"/>
                  <a:gd name="T61" fmla="*/ 1094 h 1143"/>
                  <a:gd name="T62" fmla="*/ 619 w 768"/>
                  <a:gd name="T63" fmla="*/ 1069 h 1143"/>
                  <a:gd name="T64" fmla="*/ 632 w 768"/>
                  <a:gd name="T65" fmla="*/ 1057 h 1143"/>
                  <a:gd name="T66" fmla="*/ 656 w 768"/>
                  <a:gd name="T67" fmla="*/ 1029 h 1143"/>
                  <a:gd name="T68" fmla="*/ 688 w 768"/>
                  <a:gd name="T69" fmla="*/ 982 h 1143"/>
                  <a:gd name="T70" fmla="*/ 708 w 768"/>
                  <a:gd name="T71" fmla="*/ 947 h 1143"/>
                  <a:gd name="T72" fmla="*/ 736 w 768"/>
                  <a:gd name="T73" fmla="*/ 874 h 1143"/>
                  <a:gd name="T74" fmla="*/ 756 w 768"/>
                  <a:gd name="T75" fmla="*/ 795 h 1143"/>
                  <a:gd name="T76" fmla="*/ 762 w 768"/>
                  <a:gd name="T77" fmla="*/ 755 h 1143"/>
                  <a:gd name="T78" fmla="*/ 768 w 768"/>
                  <a:gd name="T79" fmla="*/ 670 h 1143"/>
                  <a:gd name="T80" fmla="*/ 768 w 768"/>
                  <a:gd name="T81" fmla="*/ 625 h 1143"/>
                  <a:gd name="T82" fmla="*/ 761 w 768"/>
                  <a:gd name="T83" fmla="*/ 538 h 1143"/>
                  <a:gd name="T84" fmla="*/ 744 w 768"/>
                  <a:gd name="T85" fmla="*/ 454 h 1143"/>
                  <a:gd name="T86" fmla="*/ 734 w 768"/>
                  <a:gd name="T87" fmla="*/ 413 h 1143"/>
                  <a:gd name="T88" fmla="*/ 708 w 768"/>
                  <a:gd name="T89" fmla="*/ 335 h 1143"/>
                  <a:gd name="T90" fmla="*/ 691 w 768"/>
                  <a:gd name="T91" fmla="*/ 297 h 1143"/>
                  <a:gd name="T92" fmla="*/ 652 w 768"/>
                  <a:gd name="T93" fmla="*/ 224 h 1143"/>
                  <a:gd name="T94" fmla="*/ 606 w 768"/>
                  <a:gd name="T95" fmla="*/ 158 h 1143"/>
                  <a:gd name="T96" fmla="*/ 579 w 768"/>
                  <a:gd name="T97" fmla="*/ 127 h 1143"/>
                  <a:gd name="T98" fmla="*/ 520 w 768"/>
                  <a:gd name="T99" fmla="*/ 72 h 1143"/>
                  <a:gd name="T100" fmla="*/ 488 w 768"/>
                  <a:gd name="T101" fmla="*/ 50 h 1143"/>
                  <a:gd name="T102" fmla="*/ 470 w 768"/>
                  <a:gd name="T103" fmla="*/ 40 h 1143"/>
                  <a:gd name="T104" fmla="*/ 435 w 768"/>
                  <a:gd name="T105" fmla="*/ 22 h 1143"/>
                  <a:gd name="T106" fmla="*/ 399 w 768"/>
                  <a:gd name="T107" fmla="*/ 11 h 1143"/>
                  <a:gd name="T108" fmla="*/ 363 w 768"/>
                  <a:gd name="T109" fmla="*/ 3 h 1143"/>
                  <a:gd name="T110" fmla="*/ 345 w 768"/>
                  <a:gd name="T111" fmla="*/ 0 h 1143"/>
                  <a:gd name="T112" fmla="*/ 329 w 768"/>
                  <a:gd name="T113" fmla="*/ 0 h 1143"/>
                  <a:gd name="T114" fmla="*/ 295 w 768"/>
                  <a:gd name="T115" fmla="*/ 3 h 1143"/>
                  <a:gd name="T116" fmla="*/ 261 w 768"/>
                  <a:gd name="T117" fmla="*/ 9 h 1143"/>
                  <a:gd name="T118" fmla="*/ 228 w 768"/>
                  <a:gd name="T119" fmla="*/ 21 h 1143"/>
                  <a:gd name="T120" fmla="*/ 198 w 768"/>
                  <a:gd name="T121" fmla="*/ 37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8" h="1143">
                    <a:moveTo>
                      <a:pt x="198" y="37"/>
                    </a:moveTo>
                    <a:lnTo>
                      <a:pt x="198" y="37"/>
                    </a:lnTo>
                    <a:lnTo>
                      <a:pt x="178" y="49"/>
                    </a:lnTo>
                    <a:lnTo>
                      <a:pt x="161" y="64"/>
                    </a:lnTo>
                    <a:lnTo>
                      <a:pt x="144" y="78"/>
                    </a:lnTo>
                    <a:lnTo>
                      <a:pt x="128" y="95"/>
                    </a:lnTo>
                    <a:lnTo>
                      <a:pt x="112" y="114"/>
                    </a:lnTo>
                    <a:lnTo>
                      <a:pt x="97" y="134"/>
                    </a:lnTo>
                    <a:lnTo>
                      <a:pt x="83" y="155"/>
                    </a:lnTo>
                    <a:lnTo>
                      <a:pt x="69" y="179"/>
                    </a:lnTo>
                    <a:lnTo>
                      <a:pt x="69" y="179"/>
                    </a:lnTo>
                    <a:lnTo>
                      <a:pt x="56" y="205"/>
                    </a:lnTo>
                    <a:lnTo>
                      <a:pt x="44" y="233"/>
                    </a:lnTo>
                    <a:lnTo>
                      <a:pt x="34" y="263"/>
                    </a:lnTo>
                    <a:lnTo>
                      <a:pt x="25" y="294"/>
                    </a:lnTo>
                    <a:lnTo>
                      <a:pt x="16" y="326"/>
                    </a:lnTo>
                    <a:lnTo>
                      <a:pt x="10" y="358"/>
                    </a:lnTo>
                    <a:lnTo>
                      <a:pt x="6" y="394"/>
                    </a:lnTo>
                    <a:lnTo>
                      <a:pt x="1" y="431"/>
                    </a:lnTo>
                    <a:lnTo>
                      <a:pt x="1" y="431"/>
                    </a:lnTo>
                    <a:lnTo>
                      <a:pt x="0" y="469"/>
                    </a:lnTo>
                    <a:lnTo>
                      <a:pt x="0" y="507"/>
                    </a:lnTo>
                    <a:lnTo>
                      <a:pt x="1" y="544"/>
                    </a:lnTo>
                    <a:lnTo>
                      <a:pt x="4" y="583"/>
                    </a:lnTo>
                    <a:lnTo>
                      <a:pt x="10" y="619"/>
                    </a:lnTo>
                    <a:lnTo>
                      <a:pt x="16" y="656"/>
                    </a:lnTo>
                    <a:lnTo>
                      <a:pt x="25" y="693"/>
                    </a:lnTo>
                    <a:lnTo>
                      <a:pt x="34" y="729"/>
                    </a:lnTo>
                    <a:lnTo>
                      <a:pt x="34" y="729"/>
                    </a:lnTo>
                    <a:lnTo>
                      <a:pt x="44" y="764"/>
                    </a:lnTo>
                    <a:lnTo>
                      <a:pt x="57" y="798"/>
                    </a:lnTo>
                    <a:lnTo>
                      <a:pt x="71" y="830"/>
                    </a:lnTo>
                    <a:lnTo>
                      <a:pt x="85" y="861"/>
                    </a:lnTo>
                    <a:lnTo>
                      <a:pt x="100" y="892"/>
                    </a:lnTo>
                    <a:lnTo>
                      <a:pt x="116" y="920"/>
                    </a:lnTo>
                    <a:lnTo>
                      <a:pt x="134" y="948"/>
                    </a:lnTo>
                    <a:lnTo>
                      <a:pt x="153" y="973"/>
                    </a:lnTo>
                    <a:lnTo>
                      <a:pt x="153" y="973"/>
                    </a:lnTo>
                    <a:lnTo>
                      <a:pt x="172" y="997"/>
                    </a:lnTo>
                    <a:lnTo>
                      <a:pt x="192" y="1019"/>
                    </a:lnTo>
                    <a:lnTo>
                      <a:pt x="211" y="1040"/>
                    </a:lnTo>
                    <a:lnTo>
                      <a:pt x="231" y="1057"/>
                    </a:lnTo>
                    <a:lnTo>
                      <a:pt x="252" y="1074"/>
                    </a:lnTo>
                    <a:lnTo>
                      <a:pt x="274" y="1090"/>
                    </a:lnTo>
                    <a:lnTo>
                      <a:pt x="295" y="1103"/>
                    </a:lnTo>
                    <a:lnTo>
                      <a:pt x="317" y="1113"/>
                    </a:lnTo>
                    <a:lnTo>
                      <a:pt x="317" y="1113"/>
                    </a:lnTo>
                    <a:lnTo>
                      <a:pt x="338" y="1124"/>
                    </a:lnTo>
                    <a:lnTo>
                      <a:pt x="360" y="1131"/>
                    </a:lnTo>
                    <a:lnTo>
                      <a:pt x="380" y="1135"/>
                    </a:lnTo>
                    <a:lnTo>
                      <a:pt x="401" y="1140"/>
                    </a:lnTo>
                    <a:lnTo>
                      <a:pt x="422" y="1143"/>
                    </a:lnTo>
                    <a:lnTo>
                      <a:pt x="444" y="1143"/>
                    </a:lnTo>
                    <a:lnTo>
                      <a:pt x="464" y="1141"/>
                    </a:lnTo>
                    <a:lnTo>
                      <a:pt x="485" y="1138"/>
                    </a:lnTo>
                    <a:lnTo>
                      <a:pt x="485" y="1138"/>
                    </a:lnTo>
                    <a:lnTo>
                      <a:pt x="504" y="1134"/>
                    </a:lnTo>
                    <a:lnTo>
                      <a:pt x="522" y="1130"/>
                    </a:lnTo>
                    <a:lnTo>
                      <a:pt x="540" y="1122"/>
                    </a:lnTo>
                    <a:lnTo>
                      <a:pt x="557" y="1113"/>
                    </a:lnTo>
                    <a:lnTo>
                      <a:pt x="573" y="1104"/>
                    </a:lnTo>
                    <a:lnTo>
                      <a:pt x="590" y="1094"/>
                    </a:lnTo>
                    <a:lnTo>
                      <a:pt x="604" y="1082"/>
                    </a:lnTo>
                    <a:lnTo>
                      <a:pt x="619" y="1069"/>
                    </a:lnTo>
                    <a:lnTo>
                      <a:pt x="619" y="1069"/>
                    </a:lnTo>
                    <a:lnTo>
                      <a:pt x="632" y="1057"/>
                    </a:lnTo>
                    <a:lnTo>
                      <a:pt x="644" y="1044"/>
                    </a:lnTo>
                    <a:lnTo>
                      <a:pt x="656" y="1029"/>
                    </a:lnTo>
                    <a:lnTo>
                      <a:pt x="668" y="1015"/>
                    </a:lnTo>
                    <a:lnTo>
                      <a:pt x="688" y="982"/>
                    </a:lnTo>
                    <a:lnTo>
                      <a:pt x="708" y="947"/>
                    </a:lnTo>
                    <a:lnTo>
                      <a:pt x="708" y="947"/>
                    </a:lnTo>
                    <a:lnTo>
                      <a:pt x="722" y="911"/>
                    </a:lnTo>
                    <a:lnTo>
                      <a:pt x="736" y="874"/>
                    </a:lnTo>
                    <a:lnTo>
                      <a:pt x="747" y="836"/>
                    </a:lnTo>
                    <a:lnTo>
                      <a:pt x="756" y="795"/>
                    </a:lnTo>
                    <a:lnTo>
                      <a:pt x="756" y="795"/>
                    </a:lnTo>
                    <a:lnTo>
                      <a:pt x="762" y="755"/>
                    </a:lnTo>
                    <a:lnTo>
                      <a:pt x="767" y="712"/>
                    </a:lnTo>
                    <a:lnTo>
                      <a:pt x="768" y="670"/>
                    </a:lnTo>
                    <a:lnTo>
                      <a:pt x="768" y="625"/>
                    </a:lnTo>
                    <a:lnTo>
                      <a:pt x="768" y="625"/>
                    </a:lnTo>
                    <a:lnTo>
                      <a:pt x="765" y="581"/>
                    </a:lnTo>
                    <a:lnTo>
                      <a:pt x="761" y="538"/>
                    </a:lnTo>
                    <a:lnTo>
                      <a:pt x="753" y="496"/>
                    </a:lnTo>
                    <a:lnTo>
                      <a:pt x="744" y="454"/>
                    </a:lnTo>
                    <a:lnTo>
                      <a:pt x="744" y="454"/>
                    </a:lnTo>
                    <a:lnTo>
                      <a:pt x="734" y="413"/>
                    </a:lnTo>
                    <a:lnTo>
                      <a:pt x="721" y="373"/>
                    </a:lnTo>
                    <a:lnTo>
                      <a:pt x="708" y="335"/>
                    </a:lnTo>
                    <a:lnTo>
                      <a:pt x="691" y="297"/>
                    </a:lnTo>
                    <a:lnTo>
                      <a:pt x="691" y="297"/>
                    </a:lnTo>
                    <a:lnTo>
                      <a:pt x="672" y="260"/>
                    </a:lnTo>
                    <a:lnTo>
                      <a:pt x="652" y="224"/>
                    </a:lnTo>
                    <a:lnTo>
                      <a:pt x="629" y="190"/>
                    </a:lnTo>
                    <a:lnTo>
                      <a:pt x="606" y="158"/>
                    </a:lnTo>
                    <a:lnTo>
                      <a:pt x="606" y="158"/>
                    </a:lnTo>
                    <a:lnTo>
                      <a:pt x="579" y="127"/>
                    </a:lnTo>
                    <a:lnTo>
                      <a:pt x="551" y="99"/>
                    </a:lnTo>
                    <a:lnTo>
                      <a:pt x="520" y="72"/>
                    </a:lnTo>
                    <a:lnTo>
                      <a:pt x="506" y="61"/>
                    </a:lnTo>
                    <a:lnTo>
                      <a:pt x="488" y="50"/>
                    </a:lnTo>
                    <a:lnTo>
                      <a:pt x="488" y="50"/>
                    </a:lnTo>
                    <a:lnTo>
                      <a:pt x="470" y="40"/>
                    </a:lnTo>
                    <a:lnTo>
                      <a:pt x="453" y="30"/>
                    </a:lnTo>
                    <a:lnTo>
                      <a:pt x="435" y="22"/>
                    </a:lnTo>
                    <a:lnTo>
                      <a:pt x="417" y="15"/>
                    </a:lnTo>
                    <a:lnTo>
                      <a:pt x="399" y="11"/>
                    </a:lnTo>
                    <a:lnTo>
                      <a:pt x="380" y="6"/>
                    </a:lnTo>
                    <a:lnTo>
                      <a:pt x="363" y="3"/>
                    </a:lnTo>
                    <a:lnTo>
                      <a:pt x="345" y="0"/>
                    </a:lnTo>
                    <a:lnTo>
                      <a:pt x="345" y="0"/>
                    </a:lnTo>
                    <a:lnTo>
                      <a:pt x="329" y="0"/>
                    </a:lnTo>
                    <a:lnTo>
                      <a:pt x="329" y="0"/>
                    </a:lnTo>
                    <a:lnTo>
                      <a:pt x="311" y="0"/>
                    </a:lnTo>
                    <a:lnTo>
                      <a:pt x="295" y="3"/>
                    </a:lnTo>
                    <a:lnTo>
                      <a:pt x="277" y="5"/>
                    </a:lnTo>
                    <a:lnTo>
                      <a:pt x="261" y="9"/>
                    </a:lnTo>
                    <a:lnTo>
                      <a:pt x="245" y="15"/>
                    </a:lnTo>
                    <a:lnTo>
                      <a:pt x="228" y="21"/>
                    </a:lnTo>
                    <a:lnTo>
                      <a:pt x="212" y="28"/>
                    </a:lnTo>
                    <a:lnTo>
                      <a:pt x="198" y="37"/>
                    </a:lnTo>
                    <a:close/>
                  </a:path>
                </a:pathLst>
              </a:custGeom>
              <a:gradFill>
                <a:gsLst>
                  <a:gs pos="13000">
                    <a:srgbClr val="BD2223"/>
                  </a:gs>
                  <a:gs pos="92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7" name="Freeform 23"/>
              <p:cNvSpPr>
                <a:spLocks/>
              </p:cNvSpPr>
              <p:nvPr/>
            </p:nvSpPr>
            <p:spPr bwMode="auto">
              <a:xfrm>
                <a:off x="1565162" y="3221037"/>
                <a:ext cx="741363" cy="1103313"/>
              </a:xfrm>
              <a:custGeom>
                <a:avLst/>
                <a:gdLst>
                  <a:gd name="T0" fmla="*/ 121 w 467"/>
                  <a:gd name="T1" fmla="*/ 22 h 695"/>
                  <a:gd name="T2" fmla="*/ 99 w 467"/>
                  <a:gd name="T3" fmla="*/ 39 h 695"/>
                  <a:gd name="T4" fmla="*/ 78 w 467"/>
                  <a:gd name="T5" fmla="*/ 58 h 695"/>
                  <a:gd name="T6" fmla="*/ 59 w 467"/>
                  <a:gd name="T7" fmla="*/ 81 h 695"/>
                  <a:gd name="T8" fmla="*/ 43 w 467"/>
                  <a:gd name="T9" fmla="*/ 109 h 695"/>
                  <a:gd name="T10" fmla="*/ 34 w 467"/>
                  <a:gd name="T11" fmla="*/ 124 h 695"/>
                  <a:gd name="T12" fmla="*/ 21 w 467"/>
                  <a:gd name="T13" fmla="*/ 160 h 695"/>
                  <a:gd name="T14" fmla="*/ 10 w 467"/>
                  <a:gd name="T15" fmla="*/ 198 h 695"/>
                  <a:gd name="T16" fmla="*/ 3 w 467"/>
                  <a:gd name="T17" fmla="*/ 239 h 695"/>
                  <a:gd name="T18" fmla="*/ 1 w 467"/>
                  <a:gd name="T19" fmla="*/ 261 h 695"/>
                  <a:gd name="T20" fmla="*/ 0 w 467"/>
                  <a:gd name="T21" fmla="*/ 308 h 695"/>
                  <a:gd name="T22" fmla="*/ 3 w 467"/>
                  <a:gd name="T23" fmla="*/ 354 h 695"/>
                  <a:gd name="T24" fmla="*/ 10 w 467"/>
                  <a:gd name="T25" fmla="*/ 400 h 695"/>
                  <a:gd name="T26" fmla="*/ 21 w 467"/>
                  <a:gd name="T27" fmla="*/ 444 h 695"/>
                  <a:gd name="T28" fmla="*/ 28 w 467"/>
                  <a:gd name="T29" fmla="*/ 465 h 695"/>
                  <a:gd name="T30" fmla="*/ 43 w 467"/>
                  <a:gd name="T31" fmla="*/ 505 h 695"/>
                  <a:gd name="T32" fmla="*/ 62 w 467"/>
                  <a:gd name="T33" fmla="*/ 541 h 695"/>
                  <a:gd name="T34" fmla="*/ 82 w 467"/>
                  <a:gd name="T35" fmla="*/ 577 h 695"/>
                  <a:gd name="T36" fmla="*/ 94 w 467"/>
                  <a:gd name="T37" fmla="*/ 592 h 695"/>
                  <a:gd name="T38" fmla="*/ 116 w 467"/>
                  <a:gd name="T39" fmla="*/ 620 h 695"/>
                  <a:gd name="T40" fmla="*/ 141 w 467"/>
                  <a:gd name="T41" fmla="*/ 643 h 695"/>
                  <a:gd name="T42" fmla="*/ 166 w 467"/>
                  <a:gd name="T43" fmla="*/ 662 h 695"/>
                  <a:gd name="T44" fmla="*/ 193 w 467"/>
                  <a:gd name="T45" fmla="*/ 677 h 695"/>
                  <a:gd name="T46" fmla="*/ 206 w 467"/>
                  <a:gd name="T47" fmla="*/ 683 h 695"/>
                  <a:gd name="T48" fmla="*/ 231 w 467"/>
                  <a:gd name="T49" fmla="*/ 690 h 695"/>
                  <a:gd name="T50" fmla="*/ 256 w 467"/>
                  <a:gd name="T51" fmla="*/ 695 h 695"/>
                  <a:gd name="T52" fmla="*/ 283 w 467"/>
                  <a:gd name="T53" fmla="*/ 695 h 695"/>
                  <a:gd name="T54" fmla="*/ 295 w 467"/>
                  <a:gd name="T55" fmla="*/ 692 h 695"/>
                  <a:gd name="T56" fmla="*/ 317 w 467"/>
                  <a:gd name="T57" fmla="*/ 686 h 695"/>
                  <a:gd name="T58" fmla="*/ 358 w 467"/>
                  <a:gd name="T59" fmla="*/ 665 h 695"/>
                  <a:gd name="T60" fmla="*/ 377 w 467"/>
                  <a:gd name="T61" fmla="*/ 650 h 695"/>
                  <a:gd name="T62" fmla="*/ 407 w 467"/>
                  <a:gd name="T63" fmla="*/ 617 h 695"/>
                  <a:gd name="T64" fmla="*/ 430 w 467"/>
                  <a:gd name="T65" fmla="*/ 575 h 695"/>
                  <a:gd name="T66" fmla="*/ 439 w 467"/>
                  <a:gd name="T67" fmla="*/ 555 h 695"/>
                  <a:gd name="T68" fmla="*/ 454 w 467"/>
                  <a:gd name="T69" fmla="*/ 509 h 695"/>
                  <a:gd name="T70" fmla="*/ 460 w 467"/>
                  <a:gd name="T71" fmla="*/ 484 h 695"/>
                  <a:gd name="T72" fmla="*/ 466 w 467"/>
                  <a:gd name="T73" fmla="*/ 434 h 695"/>
                  <a:gd name="T74" fmla="*/ 467 w 467"/>
                  <a:gd name="T75" fmla="*/ 381 h 695"/>
                  <a:gd name="T76" fmla="*/ 466 w 467"/>
                  <a:gd name="T77" fmla="*/ 353 h 695"/>
                  <a:gd name="T78" fmla="*/ 458 w 467"/>
                  <a:gd name="T79" fmla="*/ 301 h 695"/>
                  <a:gd name="T80" fmla="*/ 452 w 467"/>
                  <a:gd name="T81" fmla="*/ 276 h 695"/>
                  <a:gd name="T82" fmla="*/ 439 w 467"/>
                  <a:gd name="T83" fmla="*/ 227 h 695"/>
                  <a:gd name="T84" fmla="*/ 420 w 467"/>
                  <a:gd name="T85" fmla="*/ 180 h 695"/>
                  <a:gd name="T86" fmla="*/ 408 w 467"/>
                  <a:gd name="T87" fmla="*/ 158 h 695"/>
                  <a:gd name="T88" fmla="*/ 383 w 467"/>
                  <a:gd name="T89" fmla="*/ 115 h 695"/>
                  <a:gd name="T90" fmla="*/ 368 w 467"/>
                  <a:gd name="T91" fmla="*/ 96 h 695"/>
                  <a:gd name="T92" fmla="*/ 336 w 467"/>
                  <a:gd name="T93" fmla="*/ 61 h 695"/>
                  <a:gd name="T94" fmla="*/ 298 w 467"/>
                  <a:gd name="T95" fmla="*/ 31 h 695"/>
                  <a:gd name="T96" fmla="*/ 276 w 467"/>
                  <a:gd name="T97" fmla="*/ 18 h 695"/>
                  <a:gd name="T98" fmla="*/ 231 w 467"/>
                  <a:gd name="T99" fmla="*/ 3 h 695"/>
                  <a:gd name="T100" fmla="*/ 211 w 467"/>
                  <a:gd name="T101" fmla="*/ 0 h 695"/>
                  <a:gd name="T102" fmla="*/ 200 w 467"/>
                  <a:gd name="T103" fmla="*/ 0 h 695"/>
                  <a:gd name="T104" fmla="*/ 159 w 467"/>
                  <a:gd name="T105" fmla="*/ 6 h 695"/>
                  <a:gd name="T106" fmla="*/ 121 w 467"/>
                  <a:gd name="T107" fmla="*/ 22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7" h="695">
                    <a:moveTo>
                      <a:pt x="121" y="22"/>
                    </a:moveTo>
                    <a:lnTo>
                      <a:pt x="121" y="22"/>
                    </a:lnTo>
                    <a:lnTo>
                      <a:pt x="109" y="30"/>
                    </a:lnTo>
                    <a:lnTo>
                      <a:pt x="99" y="39"/>
                    </a:lnTo>
                    <a:lnTo>
                      <a:pt x="88" y="47"/>
                    </a:lnTo>
                    <a:lnTo>
                      <a:pt x="78" y="58"/>
                    </a:lnTo>
                    <a:lnTo>
                      <a:pt x="68" y="70"/>
                    </a:lnTo>
                    <a:lnTo>
                      <a:pt x="59" y="81"/>
                    </a:lnTo>
                    <a:lnTo>
                      <a:pt x="50" y="95"/>
                    </a:lnTo>
                    <a:lnTo>
                      <a:pt x="43" y="109"/>
                    </a:lnTo>
                    <a:lnTo>
                      <a:pt x="43" y="109"/>
                    </a:lnTo>
                    <a:lnTo>
                      <a:pt x="34" y="124"/>
                    </a:lnTo>
                    <a:lnTo>
                      <a:pt x="28" y="142"/>
                    </a:lnTo>
                    <a:lnTo>
                      <a:pt x="21" y="160"/>
                    </a:lnTo>
                    <a:lnTo>
                      <a:pt x="15" y="179"/>
                    </a:lnTo>
                    <a:lnTo>
                      <a:pt x="10" y="198"/>
                    </a:lnTo>
                    <a:lnTo>
                      <a:pt x="6" y="219"/>
                    </a:lnTo>
                    <a:lnTo>
                      <a:pt x="3" y="239"/>
                    </a:lnTo>
                    <a:lnTo>
                      <a:pt x="1" y="261"/>
                    </a:lnTo>
                    <a:lnTo>
                      <a:pt x="1" y="261"/>
                    </a:lnTo>
                    <a:lnTo>
                      <a:pt x="0" y="285"/>
                    </a:lnTo>
                    <a:lnTo>
                      <a:pt x="0" y="308"/>
                    </a:lnTo>
                    <a:lnTo>
                      <a:pt x="1" y="331"/>
                    </a:lnTo>
                    <a:lnTo>
                      <a:pt x="3" y="354"/>
                    </a:lnTo>
                    <a:lnTo>
                      <a:pt x="6" y="376"/>
                    </a:lnTo>
                    <a:lnTo>
                      <a:pt x="10" y="400"/>
                    </a:lnTo>
                    <a:lnTo>
                      <a:pt x="15" y="422"/>
                    </a:lnTo>
                    <a:lnTo>
                      <a:pt x="21" y="444"/>
                    </a:lnTo>
                    <a:lnTo>
                      <a:pt x="21" y="444"/>
                    </a:lnTo>
                    <a:lnTo>
                      <a:pt x="28" y="465"/>
                    </a:lnTo>
                    <a:lnTo>
                      <a:pt x="35" y="485"/>
                    </a:lnTo>
                    <a:lnTo>
                      <a:pt x="43" y="505"/>
                    </a:lnTo>
                    <a:lnTo>
                      <a:pt x="51" y="524"/>
                    </a:lnTo>
                    <a:lnTo>
                      <a:pt x="62" y="541"/>
                    </a:lnTo>
                    <a:lnTo>
                      <a:pt x="71" y="559"/>
                    </a:lnTo>
                    <a:lnTo>
                      <a:pt x="82" y="577"/>
                    </a:lnTo>
                    <a:lnTo>
                      <a:pt x="94" y="592"/>
                    </a:lnTo>
                    <a:lnTo>
                      <a:pt x="94" y="592"/>
                    </a:lnTo>
                    <a:lnTo>
                      <a:pt x="105" y="606"/>
                    </a:lnTo>
                    <a:lnTo>
                      <a:pt x="116" y="620"/>
                    </a:lnTo>
                    <a:lnTo>
                      <a:pt x="128" y="631"/>
                    </a:lnTo>
                    <a:lnTo>
                      <a:pt x="141" y="643"/>
                    </a:lnTo>
                    <a:lnTo>
                      <a:pt x="153" y="653"/>
                    </a:lnTo>
                    <a:lnTo>
                      <a:pt x="166" y="662"/>
                    </a:lnTo>
                    <a:lnTo>
                      <a:pt x="180" y="670"/>
                    </a:lnTo>
                    <a:lnTo>
                      <a:pt x="193" y="677"/>
                    </a:lnTo>
                    <a:lnTo>
                      <a:pt x="193" y="677"/>
                    </a:lnTo>
                    <a:lnTo>
                      <a:pt x="206" y="683"/>
                    </a:lnTo>
                    <a:lnTo>
                      <a:pt x="218" y="687"/>
                    </a:lnTo>
                    <a:lnTo>
                      <a:pt x="231" y="690"/>
                    </a:lnTo>
                    <a:lnTo>
                      <a:pt x="245" y="693"/>
                    </a:lnTo>
                    <a:lnTo>
                      <a:pt x="256" y="695"/>
                    </a:lnTo>
                    <a:lnTo>
                      <a:pt x="270" y="695"/>
                    </a:lnTo>
                    <a:lnTo>
                      <a:pt x="283" y="695"/>
                    </a:lnTo>
                    <a:lnTo>
                      <a:pt x="295" y="692"/>
                    </a:lnTo>
                    <a:lnTo>
                      <a:pt x="295" y="692"/>
                    </a:lnTo>
                    <a:lnTo>
                      <a:pt x="307" y="690"/>
                    </a:lnTo>
                    <a:lnTo>
                      <a:pt x="317" y="686"/>
                    </a:lnTo>
                    <a:lnTo>
                      <a:pt x="339" y="677"/>
                    </a:lnTo>
                    <a:lnTo>
                      <a:pt x="358" y="665"/>
                    </a:lnTo>
                    <a:lnTo>
                      <a:pt x="377" y="650"/>
                    </a:lnTo>
                    <a:lnTo>
                      <a:pt x="377" y="650"/>
                    </a:lnTo>
                    <a:lnTo>
                      <a:pt x="392" y="634"/>
                    </a:lnTo>
                    <a:lnTo>
                      <a:pt x="407" y="617"/>
                    </a:lnTo>
                    <a:lnTo>
                      <a:pt x="419" y="597"/>
                    </a:lnTo>
                    <a:lnTo>
                      <a:pt x="430" y="575"/>
                    </a:lnTo>
                    <a:lnTo>
                      <a:pt x="430" y="575"/>
                    </a:lnTo>
                    <a:lnTo>
                      <a:pt x="439" y="555"/>
                    </a:lnTo>
                    <a:lnTo>
                      <a:pt x="448" y="533"/>
                    </a:lnTo>
                    <a:lnTo>
                      <a:pt x="454" y="509"/>
                    </a:lnTo>
                    <a:lnTo>
                      <a:pt x="460" y="484"/>
                    </a:lnTo>
                    <a:lnTo>
                      <a:pt x="460" y="484"/>
                    </a:lnTo>
                    <a:lnTo>
                      <a:pt x="464" y="459"/>
                    </a:lnTo>
                    <a:lnTo>
                      <a:pt x="466" y="434"/>
                    </a:lnTo>
                    <a:lnTo>
                      <a:pt x="467" y="407"/>
                    </a:lnTo>
                    <a:lnTo>
                      <a:pt x="467" y="381"/>
                    </a:lnTo>
                    <a:lnTo>
                      <a:pt x="467" y="381"/>
                    </a:lnTo>
                    <a:lnTo>
                      <a:pt x="466" y="353"/>
                    </a:lnTo>
                    <a:lnTo>
                      <a:pt x="463" y="328"/>
                    </a:lnTo>
                    <a:lnTo>
                      <a:pt x="458" y="301"/>
                    </a:lnTo>
                    <a:lnTo>
                      <a:pt x="452" y="276"/>
                    </a:lnTo>
                    <a:lnTo>
                      <a:pt x="452" y="276"/>
                    </a:lnTo>
                    <a:lnTo>
                      <a:pt x="447" y="251"/>
                    </a:lnTo>
                    <a:lnTo>
                      <a:pt x="439" y="227"/>
                    </a:lnTo>
                    <a:lnTo>
                      <a:pt x="430" y="204"/>
                    </a:lnTo>
                    <a:lnTo>
                      <a:pt x="420" y="180"/>
                    </a:lnTo>
                    <a:lnTo>
                      <a:pt x="420" y="180"/>
                    </a:lnTo>
                    <a:lnTo>
                      <a:pt x="408" y="158"/>
                    </a:lnTo>
                    <a:lnTo>
                      <a:pt x="396" y="136"/>
                    </a:lnTo>
                    <a:lnTo>
                      <a:pt x="383" y="115"/>
                    </a:lnTo>
                    <a:lnTo>
                      <a:pt x="368" y="96"/>
                    </a:lnTo>
                    <a:lnTo>
                      <a:pt x="368" y="96"/>
                    </a:lnTo>
                    <a:lnTo>
                      <a:pt x="352" y="77"/>
                    </a:lnTo>
                    <a:lnTo>
                      <a:pt x="336" y="61"/>
                    </a:lnTo>
                    <a:lnTo>
                      <a:pt x="317" y="45"/>
                    </a:lnTo>
                    <a:lnTo>
                      <a:pt x="298" y="31"/>
                    </a:lnTo>
                    <a:lnTo>
                      <a:pt x="298" y="31"/>
                    </a:lnTo>
                    <a:lnTo>
                      <a:pt x="276" y="18"/>
                    </a:lnTo>
                    <a:lnTo>
                      <a:pt x="253" y="9"/>
                    </a:lnTo>
                    <a:lnTo>
                      <a:pt x="231" y="3"/>
                    </a:lnTo>
                    <a:lnTo>
                      <a:pt x="211" y="0"/>
                    </a:lnTo>
                    <a:lnTo>
                      <a:pt x="211" y="0"/>
                    </a:lnTo>
                    <a:lnTo>
                      <a:pt x="200" y="0"/>
                    </a:lnTo>
                    <a:lnTo>
                      <a:pt x="200" y="0"/>
                    </a:lnTo>
                    <a:lnTo>
                      <a:pt x="180" y="2"/>
                    </a:lnTo>
                    <a:lnTo>
                      <a:pt x="159" y="6"/>
                    </a:lnTo>
                    <a:lnTo>
                      <a:pt x="140" y="14"/>
                    </a:lnTo>
                    <a:lnTo>
                      <a:pt x="121" y="22"/>
                    </a:lnTo>
                    <a:close/>
                  </a:path>
                </a:pathLst>
              </a:custGeom>
              <a:gradFill>
                <a:gsLst>
                  <a:gs pos="0">
                    <a:srgbClr val="F0F0F0"/>
                  </a:gs>
                  <a:gs pos="100000">
                    <a:srgbClr val="F8F8F8"/>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8" name="Freeform 26"/>
              <p:cNvSpPr>
                <a:spLocks/>
              </p:cNvSpPr>
              <p:nvPr/>
            </p:nvSpPr>
            <p:spPr bwMode="auto">
              <a:xfrm>
                <a:off x="1802606" y="3540124"/>
                <a:ext cx="315913" cy="465138"/>
              </a:xfrm>
              <a:custGeom>
                <a:avLst/>
                <a:gdLst>
                  <a:gd name="T0" fmla="*/ 52 w 199"/>
                  <a:gd name="T1" fmla="*/ 9 h 293"/>
                  <a:gd name="T2" fmla="*/ 34 w 199"/>
                  <a:gd name="T3" fmla="*/ 23 h 293"/>
                  <a:gd name="T4" fmla="*/ 18 w 199"/>
                  <a:gd name="T5" fmla="*/ 46 h 293"/>
                  <a:gd name="T6" fmla="*/ 12 w 199"/>
                  <a:gd name="T7" fmla="*/ 59 h 293"/>
                  <a:gd name="T8" fmla="*/ 3 w 199"/>
                  <a:gd name="T9" fmla="*/ 91 h 293"/>
                  <a:gd name="T10" fmla="*/ 2 w 199"/>
                  <a:gd name="T11" fmla="*/ 110 h 293"/>
                  <a:gd name="T12" fmla="*/ 2 w 199"/>
                  <a:gd name="T13" fmla="*/ 149 h 293"/>
                  <a:gd name="T14" fmla="*/ 9 w 199"/>
                  <a:gd name="T15" fmla="*/ 187 h 293"/>
                  <a:gd name="T16" fmla="*/ 15 w 199"/>
                  <a:gd name="T17" fmla="*/ 205 h 293"/>
                  <a:gd name="T18" fmla="*/ 31 w 199"/>
                  <a:gd name="T19" fmla="*/ 237 h 293"/>
                  <a:gd name="T20" fmla="*/ 40 w 199"/>
                  <a:gd name="T21" fmla="*/ 250 h 293"/>
                  <a:gd name="T22" fmla="*/ 60 w 199"/>
                  <a:gd name="T23" fmla="*/ 273 h 293"/>
                  <a:gd name="T24" fmla="*/ 83 w 199"/>
                  <a:gd name="T25" fmla="*/ 286 h 293"/>
                  <a:gd name="T26" fmla="*/ 93 w 199"/>
                  <a:gd name="T27" fmla="*/ 290 h 293"/>
                  <a:gd name="T28" fmla="*/ 115 w 199"/>
                  <a:gd name="T29" fmla="*/ 293 h 293"/>
                  <a:gd name="T30" fmla="*/ 125 w 199"/>
                  <a:gd name="T31" fmla="*/ 293 h 293"/>
                  <a:gd name="T32" fmla="*/ 145 w 199"/>
                  <a:gd name="T33" fmla="*/ 286 h 293"/>
                  <a:gd name="T34" fmla="*/ 161 w 199"/>
                  <a:gd name="T35" fmla="*/ 276 h 293"/>
                  <a:gd name="T36" fmla="*/ 167 w 199"/>
                  <a:gd name="T37" fmla="*/ 268 h 293"/>
                  <a:gd name="T38" fmla="*/ 183 w 199"/>
                  <a:gd name="T39" fmla="*/ 243 h 293"/>
                  <a:gd name="T40" fmla="*/ 190 w 199"/>
                  <a:gd name="T41" fmla="*/ 225 h 293"/>
                  <a:gd name="T42" fmla="*/ 196 w 199"/>
                  <a:gd name="T43" fmla="*/ 205 h 293"/>
                  <a:gd name="T44" fmla="*/ 199 w 199"/>
                  <a:gd name="T45" fmla="*/ 161 h 293"/>
                  <a:gd name="T46" fmla="*/ 196 w 199"/>
                  <a:gd name="T47" fmla="*/ 138 h 293"/>
                  <a:gd name="T48" fmla="*/ 193 w 199"/>
                  <a:gd name="T49" fmla="*/ 116 h 293"/>
                  <a:gd name="T50" fmla="*/ 178 w 199"/>
                  <a:gd name="T51" fmla="*/ 75 h 293"/>
                  <a:gd name="T52" fmla="*/ 168 w 199"/>
                  <a:gd name="T53" fmla="*/ 57 h 293"/>
                  <a:gd name="T54" fmla="*/ 156 w 199"/>
                  <a:gd name="T55" fmla="*/ 40 h 293"/>
                  <a:gd name="T56" fmla="*/ 134 w 199"/>
                  <a:gd name="T57" fmla="*/ 18 h 293"/>
                  <a:gd name="T58" fmla="*/ 127 w 199"/>
                  <a:gd name="T59" fmla="*/ 12 h 293"/>
                  <a:gd name="T60" fmla="*/ 108 w 199"/>
                  <a:gd name="T61" fmla="*/ 3 h 293"/>
                  <a:gd name="T62" fmla="*/ 90 w 199"/>
                  <a:gd name="T63" fmla="*/ 0 h 293"/>
                  <a:gd name="T64" fmla="*/ 86 w 199"/>
                  <a:gd name="T65" fmla="*/ 0 h 293"/>
                  <a:gd name="T66" fmla="*/ 77 w 199"/>
                  <a:gd name="T67" fmla="*/ 0 h 293"/>
                  <a:gd name="T68" fmla="*/ 59 w 199"/>
                  <a:gd name="T69" fmla="*/ 4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9" h="293">
                    <a:moveTo>
                      <a:pt x="52" y="9"/>
                    </a:moveTo>
                    <a:lnTo>
                      <a:pt x="52" y="9"/>
                    </a:lnTo>
                    <a:lnTo>
                      <a:pt x="43" y="15"/>
                    </a:lnTo>
                    <a:lnTo>
                      <a:pt x="34" y="23"/>
                    </a:lnTo>
                    <a:lnTo>
                      <a:pt x="25" y="34"/>
                    </a:lnTo>
                    <a:lnTo>
                      <a:pt x="18" y="46"/>
                    </a:lnTo>
                    <a:lnTo>
                      <a:pt x="18" y="46"/>
                    </a:lnTo>
                    <a:lnTo>
                      <a:pt x="12" y="59"/>
                    </a:lnTo>
                    <a:lnTo>
                      <a:pt x="7" y="75"/>
                    </a:lnTo>
                    <a:lnTo>
                      <a:pt x="3" y="91"/>
                    </a:lnTo>
                    <a:lnTo>
                      <a:pt x="2" y="110"/>
                    </a:lnTo>
                    <a:lnTo>
                      <a:pt x="2" y="110"/>
                    </a:lnTo>
                    <a:lnTo>
                      <a:pt x="0" y="130"/>
                    </a:lnTo>
                    <a:lnTo>
                      <a:pt x="2" y="149"/>
                    </a:lnTo>
                    <a:lnTo>
                      <a:pt x="4" y="168"/>
                    </a:lnTo>
                    <a:lnTo>
                      <a:pt x="9" y="187"/>
                    </a:lnTo>
                    <a:lnTo>
                      <a:pt x="9" y="187"/>
                    </a:lnTo>
                    <a:lnTo>
                      <a:pt x="15" y="205"/>
                    </a:lnTo>
                    <a:lnTo>
                      <a:pt x="22" y="221"/>
                    </a:lnTo>
                    <a:lnTo>
                      <a:pt x="31" y="237"/>
                    </a:lnTo>
                    <a:lnTo>
                      <a:pt x="40" y="250"/>
                    </a:lnTo>
                    <a:lnTo>
                      <a:pt x="40" y="250"/>
                    </a:lnTo>
                    <a:lnTo>
                      <a:pt x="50" y="262"/>
                    </a:lnTo>
                    <a:lnTo>
                      <a:pt x="60" y="273"/>
                    </a:lnTo>
                    <a:lnTo>
                      <a:pt x="71" y="280"/>
                    </a:lnTo>
                    <a:lnTo>
                      <a:pt x="83" y="286"/>
                    </a:lnTo>
                    <a:lnTo>
                      <a:pt x="83" y="286"/>
                    </a:lnTo>
                    <a:lnTo>
                      <a:pt x="93" y="290"/>
                    </a:lnTo>
                    <a:lnTo>
                      <a:pt x="105" y="293"/>
                    </a:lnTo>
                    <a:lnTo>
                      <a:pt x="115" y="293"/>
                    </a:lnTo>
                    <a:lnTo>
                      <a:pt x="125" y="293"/>
                    </a:lnTo>
                    <a:lnTo>
                      <a:pt x="125" y="293"/>
                    </a:lnTo>
                    <a:lnTo>
                      <a:pt x="136" y="290"/>
                    </a:lnTo>
                    <a:lnTo>
                      <a:pt x="145" y="286"/>
                    </a:lnTo>
                    <a:lnTo>
                      <a:pt x="152" y="281"/>
                    </a:lnTo>
                    <a:lnTo>
                      <a:pt x="161" y="276"/>
                    </a:lnTo>
                    <a:lnTo>
                      <a:pt x="161" y="276"/>
                    </a:lnTo>
                    <a:lnTo>
                      <a:pt x="167" y="268"/>
                    </a:lnTo>
                    <a:lnTo>
                      <a:pt x="173" y="261"/>
                    </a:lnTo>
                    <a:lnTo>
                      <a:pt x="183" y="243"/>
                    </a:lnTo>
                    <a:lnTo>
                      <a:pt x="183" y="243"/>
                    </a:lnTo>
                    <a:lnTo>
                      <a:pt x="190" y="225"/>
                    </a:lnTo>
                    <a:lnTo>
                      <a:pt x="196" y="205"/>
                    </a:lnTo>
                    <a:lnTo>
                      <a:pt x="196" y="205"/>
                    </a:lnTo>
                    <a:lnTo>
                      <a:pt x="198" y="183"/>
                    </a:lnTo>
                    <a:lnTo>
                      <a:pt x="199" y="161"/>
                    </a:lnTo>
                    <a:lnTo>
                      <a:pt x="199" y="161"/>
                    </a:lnTo>
                    <a:lnTo>
                      <a:pt x="196" y="138"/>
                    </a:lnTo>
                    <a:lnTo>
                      <a:pt x="193" y="116"/>
                    </a:lnTo>
                    <a:lnTo>
                      <a:pt x="193" y="116"/>
                    </a:lnTo>
                    <a:lnTo>
                      <a:pt x="187" y="96"/>
                    </a:lnTo>
                    <a:lnTo>
                      <a:pt x="178" y="75"/>
                    </a:lnTo>
                    <a:lnTo>
                      <a:pt x="178" y="75"/>
                    </a:lnTo>
                    <a:lnTo>
                      <a:pt x="168" y="57"/>
                    </a:lnTo>
                    <a:lnTo>
                      <a:pt x="156" y="40"/>
                    </a:lnTo>
                    <a:lnTo>
                      <a:pt x="156" y="40"/>
                    </a:lnTo>
                    <a:lnTo>
                      <a:pt x="143" y="25"/>
                    </a:lnTo>
                    <a:lnTo>
                      <a:pt x="134" y="18"/>
                    </a:lnTo>
                    <a:lnTo>
                      <a:pt x="127" y="12"/>
                    </a:lnTo>
                    <a:lnTo>
                      <a:pt x="127" y="12"/>
                    </a:lnTo>
                    <a:lnTo>
                      <a:pt x="118" y="7"/>
                    </a:lnTo>
                    <a:lnTo>
                      <a:pt x="108" y="3"/>
                    </a:lnTo>
                    <a:lnTo>
                      <a:pt x="99" y="0"/>
                    </a:lnTo>
                    <a:lnTo>
                      <a:pt x="90" y="0"/>
                    </a:lnTo>
                    <a:lnTo>
                      <a:pt x="90" y="0"/>
                    </a:lnTo>
                    <a:lnTo>
                      <a:pt x="86" y="0"/>
                    </a:lnTo>
                    <a:lnTo>
                      <a:pt x="86" y="0"/>
                    </a:lnTo>
                    <a:lnTo>
                      <a:pt x="77" y="0"/>
                    </a:lnTo>
                    <a:lnTo>
                      <a:pt x="68" y="1"/>
                    </a:lnTo>
                    <a:lnTo>
                      <a:pt x="59" y="4"/>
                    </a:lnTo>
                    <a:lnTo>
                      <a:pt x="52" y="9"/>
                    </a:lnTo>
                    <a:close/>
                  </a:path>
                </a:pathLst>
              </a:custGeom>
              <a:gradFill>
                <a:gsLst>
                  <a:gs pos="13000">
                    <a:srgbClr val="BD2223"/>
                  </a:gs>
                  <a:gs pos="92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9" name="Freeform 30"/>
              <p:cNvSpPr>
                <a:spLocks/>
              </p:cNvSpPr>
              <p:nvPr/>
            </p:nvSpPr>
            <p:spPr bwMode="auto">
              <a:xfrm>
                <a:off x="3681413" y="3667126"/>
                <a:ext cx="107950" cy="160338"/>
              </a:xfrm>
              <a:custGeom>
                <a:avLst/>
                <a:gdLst>
                  <a:gd name="T0" fmla="*/ 18 w 68"/>
                  <a:gd name="T1" fmla="*/ 3 h 101"/>
                  <a:gd name="T2" fmla="*/ 18 w 68"/>
                  <a:gd name="T3" fmla="*/ 3 h 101"/>
                  <a:gd name="T4" fmla="*/ 12 w 68"/>
                  <a:gd name="T5" fmla="*/ 8 h 101"/>
                  <a:gd name="T6" fmla="*/ 6 w 68"/>
                  <a:gd name="T7" fmla="*/ 16 h 101"/>
                  <a:gd name="T8" fmla="*/ 6 w 68"/>
                  <a:gd name="T9" fmla="*/ 16 h 101"/>
                  <a:gd name="T10" fmla="*/ 2 w 68"/>
                  <a:gd name="T11" fmla="*/ 26 h 101"/>
                  <a:gd name="T12" fmla="*/ 0 w 68"/>
                  <a:gd name="T13" fmla="*/ 38 h 101"/>
                  <a:gd name="T14" fmla="*/ 0 w 68"/>
                  <a:gd name="T15" fmla="*/ 38 h 101"/>
                  <a:gd name="T16" fmla="*/ 0 w 68"/>
                  <a:gd name="T17" fmla="*/ 51 h 101"/>
                  <a:gd name="T18" fmla="*/ 3 w 68"/>
                  <a:gd name="T19" fmla="*/ 65 h 101"/>
                  <a:gd name="T20" fmla="*/ 3 w 68"/>
                  <a:gd name="T21" fmla="*/ 65 h 101"/>
                  <a:gd name="T22" fmla="*/ 8 w 68"/>
                  <a:gd name="T23" fmla="*/ 76 h 101"/>
                  <a:gd name="T24" fmla="*/ 13 w 68"/>
                  <a:gd name="T25" fmla="*/ 87 h 101"/>
                  <a:gd name="T26" fmla="*/ 13 w 68"/>
                  <a:gd name="T27" fmla="*/ 87 h 101"/>
                  <a:gd name="T28" fmla="*/ 21 w 68"/>
                  <a:gd name="T29" fmla="*/ 94 h 101"/>
                  <a:gd name="T30" fmla="*/ 28 w 68"/>
                  <a:gd name="T31" fmla="*/ 98 h 101"/>
                  <a:gd name="T32" fmla="*/ 28 w 68"/>
                  <a:gd name="T33" fmla="*/ 98 h 101"/>
                  <a:gd name="T34" fmla="*/ 36 w 68"/>
                  <a:gd name="T35" fmla="*/ 101 h 101"/>
                  <a:gd name="T36" fmla="*/ 43 w 68"/>
                  <a:gd name="T37" fmla="*/ 101 h 101"/>
                  <a:gd name="T38" fmla="*/ 43 w 68"/>
                  <a:gd name="T39" fmla="*/ 101 h 101"/>
                  <a:gd name="T40" fmla="*/ 50 w 68"/>
                  <a:gd name="T41" fmla="*/ 98 h 101"/>
                  <a:gd name="T42" fmla="*/ 55 w 68"/>
                  <a:gd name="T43" fmla="*/ 95 h 101"/>
                  <a:gd name="T44" fmla="*/ 55 w 68"/>
                  <a:gd name="T45" fmla="*/ 95 h 101"/>
                  <a:gd name="T46" fmla="*/ 59 w 68"/>
                  <a:gd name="T47" fmla="*/ 90 h 101"/>
                  <a:gd name="T48" fmla="*/ 64 w 68"/>
                  <a:gd name="T49" fmla="*/ 84 h 101"/>
                  <a:gd name="T50" fmla="*/ 64 w 68"/>
                  <a:gd name="T51" fmla="*/ 84 h 101"/>
                  <a:gd name="T52" fmla="*/ 65 w 68"/>
                  <a:gd name="T53" fmla="*/ 78 h 101"/>
                  <a:gd name="T54" fmla="*/ 68 w 68"/>
                  <a:gd name="T55" fmla="*/ 70 h 101"/>
                  <a:gd name="T56" fmla="*/ 68 w 68"/>
                  <a:gd name="T57" fmla="*/ 70 h 101"/>
                  <a:gd name="T58" fmla="*/ 68 w 68"/>
                  <a:gd name="T59" fmla="*/ 56 h 101"/>
                  <a:gd name="T60" fmla="*/ 68 w 68"/>
                  <a:gd name="T61" fmla="*/ 56 h 101"/>
                  <a:gd name="T62" fmla="*/ 67 w 68"/>
                  <a:gd name="T63" fmla="*/ 39 h 101"/>
                  <a:gd name="T64" fmla="*/ 67 w 68"/>
                  <a:gd name="T65" fmla="*/ 39 h 101"/>
                  <a:gd name="T66" fmla="*/ 62 w 68"/>
                  <a:gd name="T67" fmla="*/ 26 h 101"/>
                  <a:gd name="T68" fmla="*/ 62 w 68"/>
                  <a:gd name="T69" fmla="*/ 26 h 101"/>
                  <a:gd name="T70" fmla="*/ 58 w 68"/>
                  <a:gd name="T71" fmla="*/ 20 h 101"/>
                  <a:gd name="T72" fmla="*/ 55 w 68"/>
                  <a:gd name="T73" fmla="*/ 14 h 101"/>
                  <a:gd name="T74" fmla="*/ 55 w 68"/>
                  <a:gd name="T75" fmla="*/ 14 h 101"/>
                  <a:gd name="T76" fmla="*/ 49 w 68"/>
                  <a:gd name="T77" fmla="*/ 8 h 101"/>
                  <a:gd name="T78" fmla="*/ 43 w 68"/>
                  <a:gd name="T79" fmla="*/ 4 h 101"/>
                  <a:gd name="T80" fmla="*/ 43 w 68"/>
                  <a:gd name="T81" fmla="*/ 4 h 101"/>
                  <a:gd name="T82" fmla="*/ 37 w 68"/>
                  <a:gd name="T83" fmla="*/ 1 h 101"/>
                  <a:gd name="T84" fmla="*/ 31 w 68"/>
                  <a:gd name="T85" fmla="*/ 0 h 101"/>
                  <a:gd name="T86" fmla="*/ 30 w 68"/>
                  <a:gd name="T87" fmla="*/ 0 h 101"/>
                  <a:gd name="T88" fmla="*/ 30 w 68"/>
                  <a:gd name="T89" fmla="*/ 0 h 101"/>
                  <a:gd name="T90" fmla="*/ 24 w 68"/>
                  <a:gd name="T91" fmla="*/ 1 h 101"/>
                  <a:gd name="T92" fmla="*/ 18 w 68"/>
                  <a:gd name="T93" fmla="*/ 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8" h="101">
                    <a:moveTo>
                      <a:pt x="18" y="3"/>
                    </a:moveTo>
                    <a:lnTo>
                      <a:pt x="18" y="3"/>
                    </a:lnTo>
                    <a:lnTo>
                      <a:pt x="12" y="8"/>
                    </a:lnTo>
                    <a:lnTo>
                      <a:pt x="6" y="16"/>
                    </a:lnTo>
                    <a:lnTo>
                      <a:pt x="6" y="16"/>
                    </a:lnTo>
                    <a:lnTo>
                      <a:pt x="2" y="26"/>
                    </a:lnTo>
                    <a:lnTo>
                      <a:pt x="0" y="38"/>
                    </a:lnTo>
                    <a:lnTo>
                      <a:pt x="0" y="38"/>
                    </a:lnTo>
                    <a:lnTo>
                      <a:pt x="0" y="51"/>
                    </a:lnTo>
                    <a:lnTo>
                      <a:pt x="3" y="65"/>
                    </a:lnTo>
                    <a:lnTo>
                      <a:pt x="3" y="65"/>
                    </a:lnTo>
                    <a:lnTo>
                      <a:pt x="8" y="76"/>
                    </a:lnTo>
                    <a:lnTo>
                      <a:pt x="13" y="87"/>
                    </a:lnTo>
                    <a:lnTo>
                      <a:pt x="13" y="87"/>
                    </a:lnTo>
                    <a:lnTo>
                      <a:pt x="21" y="94"/>
                    </a:lnTo>
                    <a:lnTo>
                      <a:pt x="28" y="98"/>
                    </a:lnTo>
                    <a:lnTo>
                      <a:pt x="28" y="98"/>
                    </a:lnTo>
                    <a:lnTo>
                      <a:pt x="36" y="101"/>
                    </a:lnTo>
                    <a:lnTo>
                      <a:pt x="43" y="101"/>
                    </a:lnTo>
                    <a:lnTo>
                      <a:pt x="43" y="101"/>
                    </a:lnTo>
                    <a:lnTo>
                      <a:pt x="50" y="98"/>
                    </a:lnTo>
                    <a:lnTo>
                      <a:pt x="55" y="95"/>
                    </a:lnTo>
                    <a:lnTo>
                      <a:pt x="55" y="95"/>
                    </a:lnTo>
                    <a:lnTo>
                      <a:pt x="59" y="90"/>
                    </a:lnTo>
                    <a:lnTo>
                      <a:pt x="64" y="84"/>
                    </a:lnTo>
                    <a:lnTo>
                      <a:pt x="64" y="84"/>
                    </a:lnTo>
                    <a:lnTo>
                      <a:pt x="65" y="78"/>
                    </a:lnTo>
                    <a:lnTo>
                      <a:pt x="68" y="70"/>
                    </a:lnTo>
                    <a:lnTo>
                      <a:pt x="68" y="70"/>
                    </a:lnTo>
                    <a:lnTo>
                      <a:pt x="68" y="56"/>
                    </a:lnTo>
                    <a:lnTo>
                      <a:pt x="68" y="56"/>
                    </a:lnTo>
                    <a:lnTo>
                      <a:pt x="67" y="39"/>
                    </a:lnTo>
                    <a:lnTo>
                      <a:pt x="67" y="39"/>
                    </a:lnTo>
                    <a:lnTo>
                      <a:pt x="62" y="26"/>
                    </a:lnTo>
                    <a:lnTo>
                      <a:pt x="62" y="26"/>
                    </a:lnTo>
                    <a:lnTo>
                      <a:pt x="58" y="20"/>
                    </a:lnTo>
                    <a:lnTo>
                      <a:pt x="55" y="14"/>
                    </a:lnTo>
                    <a:lnTo>
                      <a:pt x="55" y="14"/>
                    </a:lnTo>
                    <a:lnTo>
                      <a:pt x="49" y="8"/>
                    </a:lnTo>
                    <a:lnTo>
                      <a:pt x="43" y="4"/>
                    </a:lnTo>
                    <a:lnTo>
                      <a:pt x="43" y="4"/>
                    </a:lnTo>
                    <a:lnTo>
                      <a:pt x="37" y="1"/>
                    </a:lnTo>
                    <a:lnTo>
                      <a:pt x="31" y="0"/>
                    </a:lnTo>
                    <a:lnTo>
                      <a:pt x="30" y="0"/>
                    </a:lnTo>
                    <a:lnTo>
                      <a:pt x="30" y="0"/>
                    </a:lnTo>
                    <a:lnTo>
                      <a:pt x="24" y="1"/>
                    </a:lnTo>
                    <a:lnTo>
                      <a:pt x="18"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0" name="Freeform 65"/>
              <p:cNvSpPr>
                <a:spLocks/>
              </p:cNvSpPr>
              <p:nvPr/>
            </p:nvSpPr>
            <p:spPr bwMode="auto">
              <a:xfrm>
                <a:off x="984252" y="2149476"/>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F15A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grpSp>
      </p:grpSp>
      <p:grpSp>
        <p:nvGrpSpPr>
          <p:cNvPr id="81" name="Group 80"/>
          <p:cNvGrpSpPr/>
          <p:nvPr/>
        </p:nvGrpSpPr>
        <p:grpSpPr>
          <a:xfrm>
            <a:off x="9243028" y="2180468"/>
            <a:ext cx="1290440" cy="1318405"/>
            <a:chOff x="5920323" y="2302554"/>
            <a:chExt cx="2180669" cy="2227927"/>
          </a:xfrm>
          <a:effectLst>
            <a:outerShdw blurRad="177800" dir="18900000" sy="23000" kx="-1200000" algn="bl" rotWithShape="0">
              <a:prstClr val="black">
                <a:alpha val="29000"/>
              </a:prstClr>
            </a:outerShdw>
          </a:effectLst>
        </p:grpSpPr>
        <p:sp>
          <p:nvSpPr>
            <p:cNvPr id="82" name="Freeform 81"/>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smtClean="0">
                <a:ln>
                  <a:noFill/>
                </a:ln>
                <a:solidFill>
                  <a:prstClr val="black"/>
                </a:solidFill>
                <a:effectLst/>
                <a:uLnTx/>
                <a:uFillTx/>
                <a:latin typeface="Montserrat Light"/>
              </a:endParaRPr>
            </a:p>
          </p:txBody>
        </p:sp>
        <p:sp>
          <p:nvSpPr>
            <p:cNvPr id="83" name="Freeform 82"/>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smtClean="0">
                <a:ln>
                  <a:noFill/>
                </a:ln>
                <a:solidFill>
                  <a:prstClr val="black"/>
                </a:solidFill>
                <a:effectLst/>
                <a:uLnTx/>
                <a:uFillTx/>
                <a:latin typeface="Montserrat Light"/>
              </a:endParaRPr>
            </a:p>
          </p:txBody>
        </p:sp>
        <p:sp>
          <p:nvSpPr>
            <p:cNvPr id="84" name="Freeform 83"/>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smtClean="0">
                <a:ln>
                  <a:noFill/>
                </a:ln>
                <a:solidFill>
                  <a:prstClr val="black"/>
                </a:solidFill>
                <a:effectLst/>
                <a:uLnTx/>
                <a:uFillTx/>
                <a:latin typeface="Montserrat Light"/>
              </a:endParaRPr>
            </a:p>
          </p:txBody>
        </p:sp>
        <p:sp>
          <p:nvSpPr>
            <p:cNvPr id="85" name="Freeform 84"/>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rgbClr val="2980B9">
                <a:lumMod val="75000"/>
              </a:srgbClr>
            </a:solidFill>
            <a:ln>
              <a:noFill/>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smtClean="0">
                <a:ln>
                  <a:noFill/>
                </a:ln>
                <a:solidFill>
                  <a:prstClr val="black"/>
                </a:solidFill>
                <a:effectLst/>
                <a:uLnTx/>
                <a:uFillTx/>
                <a:latin typeface="Montserrat Light"/>
              </a:endParaRPr>
            </a:p>
          </p:txBody>
        </p:sp>
        <p:sp>
          <p:nvSpPr>
            <p:cNvPr id="86" name="Freeform 85"/>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rgbClr val="2980B9">
                <a:lumMod val="75000"/>
              </a:srgbClr>
            </a:solidFill>
            <a:ln>
              <a:noFill/>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smtClean="0">
                <a:ln>
                  <a:noFill/>
                </a:ln>
                <a:solidFill>
                  <a:prstClr val="black"/>
                </a:solidFill>
                <a:effectLst/>
                <a:uLnTx/>
                <a:uFillTx/>
                <a:latin typeface="Montserrat Light"/>
              </a:endParaRPr>
            </a:p>
          </p:txBody>
        </p:sp>
        <p:sp>
          <p:nvSpPr>
            <p:cNvPr id="87" name="Freeform 86"/>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rgbClr val="2980B9">
                <a:lumMod val="60000"/>
                <a:lumOff val="40000"/>
              </a:srgbClr>
            </a:solidFill>
            <a:ln>
              <a:noFill/>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smtClean="0">
                <a:ln>
                  <a:noFill/>
                </a:ln>
                <a:solidFill>
                  <a:prstClr val="black"/>
                </a:solidFill>
                <a:effectLst/>
                <a:uLnTx/>
                <a:uFillTx/>
                <a:latin typeface="Montserrat Light"/>
              </a:endParaRPr>
            </a:p>
          </p:txBody>
        </p:sp>
        <p:sp>
          <p:nvSpPr>
            <p:cNvPr id="88" name="Freeform 87"/>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rgbClr val="2980B9">
                <a:lumMod val="60000"/>
                <a:lumOff val="40000"/>
              </a:srgbClr>
            </a:solidFill>
            <a:ln>
              <a:noFill/>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smtClean="0">
                <a:ln>
                  <a:noFill/>
                </a:ln>
                <a:solidFill>
                  <a:prstClr val="black"/>
                </a:solidFill>
                <a:effectLst/>
                <a:uLnTx/>
                <a:uFillTx/>
                <a:latin typeface="Montserrat Light"/>
              </a:endParaRPr>
            </a:p>
          </p:txBody>
        </p:sp>
        <p:sp>
          <p:nvSpPr>
            <p:cNvPr id="89" name="Freeform 88"/>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rgbClr val="2980B9">
                <a:lumMod val="75000"/>
              </a:srgbClr>
            </a:solidFill>
            <a:ln>
              <a:noFill/>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smtClean="0">
                <a:ln>
                  <a:noFill/>
                </a:ln>
                <a:solidFill>
                  <a:prstClr val="black"/>
                </a:solidFill>
                <a:effectLst/>
                <a:uLnTx/>
                <a:uFillTx/>
                <a:latin typeface="Montserrat Light"/>
              </a:endParaRPr>
            </a:p>
          </p:txBody>
        </p:sp>
      </p:grpSp>
      <p:grpSp>
        <p:nvGrpSpPr>
          <p:cNvPr id="90" name="Group 89"/>
          <p:cNvGrpSpPr/>
          <p:nvPr/>
        </p:nvGrpSpPr>
        <p:grpSpPr>
          <a:xfrm flipH="1">
            <a:off x="5531039" y="1915529"/>
            <a:ext cx="3908213" cy="511741"/>
            <a:chOff x="3495205" y="2346448"/>
            <a:chExt cx="5504861" cy="998320"/>
          </a:xfrm>
        </p:grpSpPr>
        <p:cxnSp>
          <p:nvCxnSpPr>
            <p:cNvPr id="91" name="Straight Connector 90"/>
            <p:cNvCxnSpPr/>
            <p:nvPr/>
          </p:nvCxnSpPr>
          <p:spPr>
            <a:xfrm flipV="1">
              <a:off x="3495205" y="2346448"/>
              <a:ext cx="998320" cy="998320"/>
            </a:xfrm>
            <a:prstGeom prst="line">
              <a:avLst/>
            </a:prstGeom>
            <a:noFill/>
            <a:ln w="19050" cap="flat" cmpd="sng" algn="ctr">
              <a:solidFill>
                <a:srgbClr val="2980B9"/>
              </a:solidFill>
              <a:prstDash val="sysDash"/>
              <a:miter lim="800000"/>
            </a:ln>
            <a:effectLst/>
          </p:spPr>
        </p:cxnSp>
        <p:cxnSp>
          <p:nvCxnSpPr>
            <p:cNvPr id="92" name="Straight Connector 91"/>
            <p:cNvCxnSpPr/>
            <p:nvPr/>
          </p:nvCxnSpPr>
          <p:spPr>
            <a:xfrm>
              <a:off x="4493935" y="2347037"/>
              <a:ext cx="4506131" cy="0"/>
            </a:xfrm>
            <a:prstGeom prst="line">
              <a:avLst/>
            </a:prstGeom>
            <a:noFill/>
            <a:ln w="19050" cap="flat" cmpd="sng" algn="ctr">
              <a:solidFill>
                <a:srgbClr val="2980B9"/>
              </a:solidFill>
              <a:prstDash val="sysDash"/>
              <a:miter lim="800000"/>
              <a:tailEnd type="oval"/>
            </a:ln>
            <a:effectLst/>
          </p:spPr>
        </p:cxnSp>
      </p:grpSp>
      <p:sp>
        <p:nvSpPr>
          <p:cNvPr id="93" name="Text Placeholder 8"/>
          <p:cNvSpPr txBox="1">
            <a:spLocks/>
          </p:cNvSpPr>
          <p:nvPr/>
        </p:nvSpPr>
        <p:spPr>
          <a:xfrm>
            <a:off x="704850" y="1557220"/>
            <a:ext cx="4583149" cy="1695943"/>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fontAlgn="auto">
              <a:spcAft>
                <a:spcPts val="0"/>
              </a:spcAft>
            </a:pPr>
            <a:r>
              <a:rPr lang="ar-SA" sz="3200" b="1" dirty="0">
                <a:solidFill>
                  <a:schemeClr val="bg2">
                    <a:lumMod val="10000"/>
                  </a:schemeClr>
                </a:solidFill>
              </a:rPr>
              <a:t>حان الوقت للاهتمام بنشر اللغة والثقافة العربية أكثر من ذي قبل.</a:t>
            </a:r>
            <a:endParaRPr lang="en-AU" sz="3200" b="1" dirty="0">
              <a:solidFill>
                <a:schemeClr val="bg2">
                  <a:lumMod val="10000"/>
                </a:schemeClr>
              </a:solidFill>
              <a:latin typeface="Montserrat Light"/>
            </a:endParaRPr>
          </a:p>
        </p:txBody>
      </p:sp>
      <p:sp>
        <p:nvSpPr>
          <p:cNvPr id="2" name="Footer Placeholder 1"/>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32729841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750"/>
                            </p:stCondLst>
                            <p:childTnLst>
                              <p:par>
                                <p:cTn id="9" presetID="53" presetClass="entr" presetSubtype="16"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 calcmode="lin" valueType="num">
                                      <p:cBhvr>
                                        <p:cTn id="11" dur="500" fill="hold"/>
                                        <p:tgtEl>
                                          <p:spTgt spid="65"/>
                                        </p:tgtEl>
                                        <p:attrNameLst>
                                          <p:attrName>ppt_w</p:attrName>
                                        </p:attrNameLst>
                                      </p:cBhvr>
                                      <p:tavLst>
                                        <p:tav tm="0">
                                          <p:val>
                                            <p:fltVal val="0"/>
                                          </p:val>
                                        </p:tav>
                                        <p:tav tm="100000">
                                          <p:val>
                                            <p:strVal val="#ppt_w"/>
                                          </p:val>
                                        </p:tav>
                                      </p:tavLst>
                                    </p:anim>
                                    <p:anim calcmode="lin" valueType="num">
                                      <p:cBhvr>
                                        <p:cTn id="12" dur="500" fill="hold"/>
                                        <p:tgtEl>
                                          <p:spTgt spid="65"/>
                                        </p:tgtEl>
                                        <p:attrNameLst>
                                          <p:attrName>ppt_h</p:attrName>
                                        </p:attrNameLst>
                                      </p:cBhvr>
                                      <p:tavLst>
                                        <p:tav tm="0">
                                          <p:val>
                                            <p:fltVal val="0"/>
                                          </p:val>
                                        </p:tav>
                                        <p:tav tm="100000">
                                          <p:val>
                                            <p:strVal val="#ppt_h"/>
                                          </p:val>
                                        </p:tav>
                                      </p:tavLst>
                                    </p:anim>
                                    <p:animEffect transition="in" filter="fade">
                                      <p:cBhvr>
                                        <p:cTn id="13" dur="500"/>
                                        <p:tgtEl>
                                          <p:spTgt spid="65"/>
                                        </p:tgtEl>
                                      </p:cBhvr>
                                    </p:animEffect>
                                  </p:childTnLst>
                                </p:cTn>
                              </p:par>
                            </p:childTnLst>
                          </p:cTn>
                        </p:par>
                        <p:par>
                          <p:cTn id="14" fill="hold">
                            <p:stCondLst>
                              <p:cond delay="1250"/>
                            </p:stCondLst>
                            <p:childTnLst>
                              <p:par>
                                <p:cTn id="15" presetID="2" presetClass="entr" presetSubtype="9" fill="hold" nodeType="afterEffect">
                                  <p:stCondLst>
                                    <p:cond delay="0"/>
                                  </p:stCondLst>
                                  <p:childTnLst>
                                    <p:set>
                                      <p:cBhvr>
                                        <p:cTn id="16" dur="1" fill="hold">
                                          <p:stCondLst>
                                            <p:cond delay="0"/>
                                          </p:stCondLst>
                                        </p:cTn>
                                        <p:tgtEl>
                                          <p:spTgt spid="81"/>
                                        </p:tgtEl>
                                        <p:attrNameLst>
                                          <p:attrName>style.visibility</p:attrName>
                                        </p:attrNameLst>
                                      </p:cBhvr>
                                      <p:to>
                                        <p:strVal val="visible"/>
                                      </p:to>
                                    </p:set>
                                    <p:anim calcmode="lin" valueType="num">
                                      <p:cBhvr additive="base">
                                        <p:cTn id="17" dur="500" fill="hold"/>
                                        <p:tgtEl>
                                          <p:spTgt spid="81"/>
                                        </p:tgtEl>
                                        <p:attrNameLst>
                                          <p:attrName>ppt_x</p:attrName>
                                        </p:attrNameLst>
                                      </p:cBhvr>
                                      <p:tavLst>
                                        <p:tav tm="0">
                                          <p:val>
                                            <p:strVal val="0-#ppt_w/2"/>
                                          </p:val>
                                        </p:tav>
                                        <p:tav tm="100000">
                                          <p:val>
                                            <p:strVal val="#ppt_x"/>
                                          </p:val>
                                        </p:tav>
                                      </p:tavLst>
                                    </p:anim>
                                    <p:anim calcmode="lin" valueType="num">
                                      <p:cBhvr additive="base">
                                        <p:cTn id="18" dur="500" fill="hold"/>
                                        <p:tgtEl>
                                          <p:spTgt spid="81"/>
                                        </p:tgtEl>
                                        <p:attrNameLst>
                                          <p:attrName>ppt_y</p:attrName>
                                        </p:attrNameLst>
                                      </p:cBhvr>
                                      <p:tavLst>
                                        <p:tav tm="0">
                                          <p:val>
                                            <p:strVal val="0-#ppt_h/2"/>
                                          </p:val>
                                        </p:tav>
                                        <p:tav tm="100000">
                                          <p:val>
                                            <p:strVal val="#ppt_y"/>
                                          </p:val>
                                        </p:tav>
                                      </p:tavLst>
                                    </p:anim>
                                  </p:childTnLst>
                                </p:cTn>
                              </p:par>
                            </p:childTnLst>
                          </p:cTn>
                        </p:par>
                        <p:par>
                          <p:cTn id="19" fill="hold">
                            <p:stCondLst>
                              <p:cond delay="1750"/>
                            </p:stCondLst>
                            <p:childTnLst>
                              <p:par>
                                <p:cTn id="20" presetID="22" presetClass="entr" presetSubtype="2" fill="hold" nodeType="afterEffect">
                                  <p:stCondLst>
                                    <p:cond delay="0"/>
                                  </p:stCondLst>
                                  <p:childTnLst>
                                    <p:set>
                                      <p:cBhvr>
                                        <p:cTn id="21" dur="1" fill="hold">
                                          <p:stCondLst>
                                            <p:cond delay="0"/>
                                          </p:stCondLst>
                                        </p:cTn>
                                        <p:tgtEl>
                                          <p:spTgt spid="90"/>
                                        </p:tgtEl>
                                        <p:attrNameLst>
                                          <p:attrName>style.visibility</p:attrName>
                                        </p:attrNameLst>
                                      </p:cBhvr>
                                      <p:to>
                                        <p:strVal val="visible"/>
                                      </p:to>
                                    </p:set>
                                    <p:animEffect transition="in" filter="wipe(right)">
                                      <p:cBhvr>
                                        <p:cTn id="22" dur="500"/>
                                        <p:tgtEl>
                                          <p:spTgt spid="90"/>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93"/>
                                        </p:tgtEl>
                                        <p:attrNameLst>
                                          <p:attrName>style.visibility</p:attrName>
                                        </p:attrNameLst>
                                      </p:cBhvr>
                                      <p:to>
                                        <p:strVal val="visible"/>
                                      </p:to>
                                    </p:set>
                                    <p:animEffect transition="in" filter="fade">
                                      <p:cBhvr>
                                        <p:cTn id="25" dur="500"/>
                                        <p:tgtEl>
                                          <p:spTgt spid="93"/>
                                        </p:tgtEl>
                                      </p:cBhvr>
                                    </p:animEffect>
                                  </p:childTnLst>
                                </p:cTn>
                              </p:par>
                            </p:childTnLst>
                          </p:cTn>
                        </p:par>
                        <p:par>
                          <p:cTn id="26" fill="hold">
                            <p:stCondLst>
                              <p:cond delay="2250"/>
                            </p:stCondLst>
                            <p:childTnLst>
                              <p:par>
                                <p:cTn id="27" presetID="22" presetClass="entr" presetSubtype="8" fill="hold" nodeType="afterEffect">
                                  <p:stCondLst>
                                    <p:cond delay="0"/>
                                  </p:stCondLst>
                                  <p:childTnLst>
                                    <p:set>
                                      <p:cBhvr>
                                        <p:cTn id="28" dur="1" fill="hold">
                                          <p:stCondLst>
                                            <p:cond delay="0"/>
                                          </p:stCondLst>
                                        </p:cTn>
                                        <p:tgtEl>
                                          <p:spTgt spid="3056"/>
                                        </p:tgtEl>
                                        <p:attrNameLst>
                                          <p:attrName>style.visibility</p:attrName>
                                        </p:attrNameLst>
                                      </p:cBhvr>
                                      <p:to>
                                        <p:strVal val="visible"/>
                                      </p:to>
                                    </p:set>
                                    <p:animEffect transition="in" filter="wipe(left)">
                                      <p:cBhvr>
                                        <p:cTn id="29" dur="250"/>
                                        <p:tgtEl>
                                          <p:spTgt spid="30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93"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a:grpSpLocks/>
          </p:cNvGrpSpPr>
          <p:nvPr/>
        </p:nvGrpSpPr>
        <p:grpSpPr bwMode="auto">
          <a:xfrm>
            <a:off x="3257550" y="2928890"/>
            <a:ext cx="8707438" cy="1520875"/>
            <a:chOff x="7680543" y="5756619"/>
            <a:chExt cx="15211970" cy="3042980"/>
          </a:xfrm>
        </p:grpSpPr>
        <p:sp>
          <p:nvSpPr>
            <p:cNvPr id="4" name="Rectangle 3"/>
            <p:cNvSpPr/>
            <p:nvPr/>
          </p:nvSpPr>
          <p:spPr>
            <a:xfrm>
              <a:off x="7680543" y="5756619"/>
              <a:ext cx="15211970" cy="1601045"/>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a:r>
                <a:rPr lang="ar-SA" sz="4400" b="1" u="sng" dirty="0">
                  <a:solidFill>
                    <a:srgbClr val="5B9BD5"/>
                  </a:solidFill>
                </a:rPr>
                <a:t>الحاسب الآلي التعليمي </a:t>
              </a:r>
              <a:endParaRPr lang="en-US" sz="4400" u="sng" dirty="0">
                <a:solidFill>
                  <a:srgbClr val="5B9BD5"/>
                </a:solidFill>
              </a:endParaRPr>
            </a:p>
          </p:txBody>
        </p:sp>
        <p:sp>
          <p:nvSpPr>
            <p:cNvPr id="5" name="Rectangle 4"/>
            <p:cNvSpPr/>
            <p:nvPr/>
          </p:nvSpPr>
          <p:spPr>
            <a:xfrm>
              <a:off x="7680543" y="7322626"/>
              <a:ext cx="15211970" cy="1476973"/>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eaLnBrk="0" hangingPunct="0">
                <a:defRPr/>
              </a:pPr>
              <a:r>
                <a:rPr lang="ar-SA" sz="4000" b="1" u="sng" dirty="0">
                  <a:solidFill>
                    <a:srgbClr val="F58F20"/>
                  </a:solidFill>
                </a:rPr>
                <a:t>الفصل الثالث</a:t>
              </a:r>
              <a:endParaRPr lang="en-US" sz="4000" u="sng" dirty="0">
                <a:solidFill>
                  <a:srgbClr val="F58F20"/>
                </a:solidFill>
              </a:endParaRPr>
            </a:p>
          </p:txBody>
        </p:sp>
      </p:grpSp>
      <p:cxnSp>
        <p:nvCxnSpPr>
          <p:cNvPr id="6" name="Straight Connector 5"/>
          <p:cNvCxnSpPr/>
          <p:nvPr/>
        </p:nvCxnSpPr>
        <p:spPr>
          <a:xfrm>
            <a:off x="3025775" y="2841625"/>
            <a:ext cx="0" cy="1474788"/>
          </a:xfrm>
          <a:prstGeom prst="line">
            <a:avLst/>
          </a:prstGeom>
          <a:ln w="57150" cmpd="sng">
            <a:solidFill>
              <a:srgbClr val="F58F20"/>
            </a:solidFill>
          </a:ln>
        </p:spPr>
        <p:style>
          <a:lnRef idx="2">
            <a:schemeClr val="accent1"/>
          </a:lnRef>
          <a:fillRef idx="0">
            <a:schemeClr val="accent1"/>
          </a:fillRef>
          <a:effectRef idx="1">
            <a:schemeClr val="accent1"/>
          </a:effectRef>
          <a:fontRef idx="minor">
            <a:schemeClr val="tx1"/>
          </a:fontRef>
        </p:style>
      </p:cxnSp>
      <p:sp>
        <p:nvSpPr>
          <p:cNvPr id="7" name="Freeform 178"/>
          <p:cNvSpPr>
            <a:spLocks noEditPoints="1"/>
          </p:cNvSpPr>
          <p:nvPr/>
        </p:nvSpPr>
        <p:spPr bwMode="auto">
          <a:xfrm>
            <a:off x="1389063" y="3009900"/>
            <a:ext cx="1347787" cy="1016000"/>
          </a:xfrm>
          <a:custGeom>
            <a:avLst/>
            <a:gdLst>
              <a:gd name="T0" fmla="*/ 1347787 w 158"/>
              <a:gd name="T1" fmla="*/ 1016000 h 119"/>
              <a:gd name="T2" fmla="*/ 0 w 158"/>
              <a:gd name="T3" fmla="*/ 1016000 h 119"/>
              <a:gd name="T4" fmla="*/ 0 w 158"/>
              <a:gd name="T5" fmla="*/ 0 h 119"/>
              <a:gd name="T6" fmla="*/ 76773 w 158"/>
              <a:gd name="T7" fmla="*/ 0 h 119"/>
              <a:gd name="T8" fmla="*/ 76773 w 158"/>
              <a:gd name="T9" fmla="*/ 922084 h 119"/>
              <a:gd name="T10" fmla="*/ 1347787 w 158"/>
              <a:gd name="T11" fmla="*/ 922084 h 119"/>
              <a:gd name="T12" fmla="*/ 1347787 w 158"/>
              <a:gd name="T13" fmla="*/ 1016000 h 119"/>
              <a:gd name="T14" fmla="*/ 426515 w 158"/>
              <a:gd name="T15" fmla="*/ 845244 h 119"/>
              <a:gd name="T16" fmla="*/ 247379 w 158"/>
              <a:gd name="T17" fmla="*/ 845244 h 119"/>
              <a:gd name="T18" fmla="*/ 247379 w 158"/>
              <a:gd name="T19" fmla="*/ 512269 h 119"/>
              <a:gd name="T20" fmla="*/ 426515 w 158"/>
              <a:gd name="T21" fmla="*/ 512269 h 119"/>
              <a:gd name="T22" fmla="*/ 426515 w 158"/>
              <a:gd name="T23" fmla="*/ 845244 h 119"/>
              <a:gd name="T24" fmla="*/ 665363 w 158"/>
              <a:gd name="T25" fmla="*/ 845244 h 119"/>
              <a:gd name="T26" fmla="*/ 503287 w 158"/>
              <a:gd name="T27" fmla="*/ 845244 h 119"/>
              <a:gd name="T28" fmla="*/ 503287 w 158"/>
              <a:gd name="T29" fmla="*/ 162219 h 119"/>
              <a:gd name="T30" fmla="*/ 665363 w 158"/>
              <a:gd name="T31" fmla="*/ 162219 h 119"/>
              <a:gd name="T32" fmla="*/ 665363 w 158"/>
              <a:gd name="T33" fmla="*/ 845244 h 119"/>
              <a:gd name="T34" fmla="*/ 929802 w 158"/>
              <a:gd name="T35" fmla="*/ 845244 h 119"/>
              <a:gd name="T36" fmla="*/ 759196 w 158"/>
              <a:gd name="T37" fmla="*/ 845244 h 119"/>
              <a:gd name="T38" fmla="*/ 759196 w 158"/>
              <a:gd name="T39" fmla="*/ 332975 h 119"/>
              <a:gd name="T40" fmla="*/ 929802 w 158"/>
              <a:gd name="T41" fmla="*/ 332975 h 119"/>
              <a:gd name="T42" fmla="*/ 929802 w 158"/>
              <a:gd name="T43" fmla="*/ 845244 h 119"/>
              <a:gd name="T44" fmla="*/ 1185711 w 158"/>
              <a:gd name="T45" fmla="*/ 845244 h 119"/>
              <a:gd name="T46" fmla="*/ 1015105 w 158"/>
              <a:gd name="T47" fmla="*/ 845244 h 119"/>
              <a:gd name="T48" fmla="*/ 1015105 w 158"/>
              <a:gd name="T49" fmla="*/ 93916 h 119"/>
              <a:gd name="T50" fmla="*/ 1185711 w 158"/>
              <a:gd name="T51" fmla="*/ 93916 h 119"/>
              <a:gd name="T52" fmla="*/ 1185711 w 158"/>
              <a:gd name="T53" fmla="*/ 845244 h 1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8"/>
              <a:gd name="T82" fmla="*/ 0 h 119"/>
              <a:gd name="T83" fmla="*/ 158 w 158"/>
              <a:gd name="T84" fmla="*/ 119 h 11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accent1"/>
          </a:solidFill>
          <a:ln w="9525">
            <a:noFill/>
            <a:round/>
            <a:headEnd/>
            <a:tailEnd/>
          </a:ln>
        </p:spPr>
        <p:txBody>
          <a:bodyPr lIns="45720" tIns="22860" rIns="45720" bIns="22860"/>
          <a:lstStyle/>
          <a:p>
            <a:pPr eaLnBrk="0" hangingPunct="0"/>
            <a:endParaRPr lang="el-GR">
              <a:solidFill>
                <a:prstClr val="black"/>
              </a:solidFill>
            </a:endParaRPr>
          </a:p>
        </p:txBody>
      </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extLst>
      <p:ext uri="{BB962C8B-B14F-4D97-AF65-F5344CB8AC3E}">
        <p14:creationId xmlns:p14="http://schemas.microsoft.com/office/powerpoint/2010/main" val="1821282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249"/>
                                          </p:stCondLst>
                                        </p:cTn>
                                        <p:tgtEl>
                                          <p:spTgt spid="7"/>
                                        </p:tgtEl>
                                        <p:attrNameLst>
                                          <p:attrName>style.visibility</p:attrName>
                                        </p:attrNameLst>
                                      </p:cBhvr>
                                      <p:to>
                                        <p:strVal val="visible"/>
                                      </p:to>
                                    </p:set>
                                  </p:childTnLst>
                                </p:cTn>
                              </p:par>
                            </p:childTnLst>
                          </p:cTn>
                        </p:par>
                        <p:par>
                          <p:cTn id="7" fill="hold">
                            <p:stCondLst>
                              <p:cond delay="250"/>
                            </p:stCondLst>
                            <p:childTnLst>
                              <p:par>
                                <p:cTn id="8" presetID="22" presetClass="entr" presetSubtype="1" fill="hold" nodeType="after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up)">
                                      <p:cBhvr>
                                        <p:cTn id="10" dur="500"/>
                                        <p:tgtEl>
                                          <p:spTgt spid="6"/>
                                        </p:tgtEl>
                                      </p:cBhvr>
                                    </p:animEffect>
                                  </p:childTnLst>
                                </p:cTn>
                              </p:par>
                            </p:childTnLst>
                          </p:cTn>
                        </p:par>
                        <p:par>
                          <p:cTn id="11" fill="hold">
                            <p:stCondLst>
                              <p:cond delay="750"/>
                            </p:stCondLst>
                            <p:childTnLst>
                              <p:par>
                                <p:cTn id="12" presetID="22" presetClass="entr" presetSubtype="2" fill="hold" nodeType="afterEffect">
                                  <p:stCondLst>
                                    <p:cond delay="250"/>
                                  </p:stCondLst>
                                  <p:childTnLst>
                                    <p:set>
                                      <p:cBhvr>
                                        <p:cTn id="13" dur="1" fill="hold">
                                          <p:stCondLst>
                                            <p:cond delay="0"/>
                                          </p:stCondLst>
                                        </p:cTn>
                                        <p:tgtEl>
                                          <p:spTgt spid="3"/>
                                        </p:tgtEl>
                                        <p:attrNameLst>
                                          <p:attrName>style.visibility</p:attrName>
                                        </p:attrNameLst>
                                      </p:cBhvr>
                                      <p:to>
                                        <p:strVal val="visible"/>
                                      </p:to>
                                    </p:set>
                                    <p:animEffect transition="in" filter="wipe(right)">
                                      <p:cBhvr>
                                        <p:cTn id="14" dur="7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0" y="0"/>
            <a:ext cx="4963886"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18" name="Rectangle 17"/>
          <p:cNvSpPr/>
          <p:nvPr/>
        </p:nvSpPr>
        <p:spPr>
          <a:xfrm>
            <a:off x="3899647" y="2124635"/>
            <a:ext cx="8292353" cy="3550024"/>
          </a:xfrm>
          <a:prstGeom prst="rect">
            <a:avLst/>
          </a:prstGeom>
          <a:solidFill>
            <a:srgbClr val="F58F20">
              <a:alpha val="6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19" name="Rectangle 18"/>
          <p:cNvSpPr/>
          <p:nvPr/>
        </p:nvSpPr>
        <p:spPr>
          <a:xfrm>
            <a:off x="4963886" y="3267265"/>
            <a:ext cx="6911137" cy="2062103"/>
          </a:xfrm>
          <a:prstGeom prst="rect">
            <a:avLst/>
          </a:prstGeom>
        </p:spPr>
        <p:txBody>
          <a:bodyPr wrap="square">
            <a:spAutoFit/>
          </a:bodyPr>
          <a:lstStyle/>
          <a:p>
            <a:pPr algn="ctr" fontAlgn="auto">
              <a:spcBef>
                <a:spcPts val="0"/>
              </a:spcBef>
              <a:spcAft>
                <a:spcPts val="1500"/>
              </a:spcAft>
            </a:pPr>
            <a:r>
              <a:rPr lang="ar-JO" sz="3200" b="1" dirty="0">
                <a:solidFill>
                  <a:schemeClr val="tx2"/>
                </a:solidFill>
              </a:rPr>
              <a:t>جهاز إلكتروني مصمم بطريقة تسمح باستقبال البيانات وتخزينها ومعالجتها وذلك بتحويل البيانات إلى معلومات صالحة للاستخدام واستخراج النتائج المطلوبة بهدف اتخاذ القرار</a:t>
            </a:r>
            <a:endParaRPr lang="en-US" sz="3200" b="1" dirty="0">
              <a:solidFill>
                <a:schemeClr val="tx2"/>
              </a:solidFill>
              <a:latin typeface="Calibri Light" panose="020F0302020204030204"/>
              <a:ea typeface="Times New Roman" panose="02020603050405020304" pitchFamily="18" charset="0"/>
              <a:cs typeface="+mn-cs"/>
            </a:endParaRPr>
          </a:p>
        </p:txBody>
      </p:sp>
      <p:sp>
        <p:nvSpPr>
          <p:cNvPr id="20" name="TextBox 19"/>
          <p:cNvSpPr txBox="1"/>
          <p:nvPr/>
        </p:nvSpPr>
        <p:spPr>
          <a:xfrm>
            <a:off x="4575846" y="2475238"/>
            <a:ext cx="6911137" cy="646331"/>
          </a:xfrm>
          <a:prstGeom prst="rect">
            <a:avLst/>
          </a:prstGeom>
          <a:noFill/>
        </p:spPr>
        <p:txBody>
          <a:bodyPr wrap="square" rtlCol="0">
            <a:spAutoFit/>
          </a:bodyPr>
          <a:lstStyle/>
          <a:p>
            <a:pPr marL="742950" indent="-742950" algn="r" rtl="1" fontAlgn="auto">
              <a:spcBef>
                <a:spcPts val="0"/>
              </a:spcBef>
              <a:spcAft>
                <a:spcPts val="0"/>
              </a:spcAft>
              <a:buFont typeface="+mj-lt"/>
              <a:buAutoNum type="arabicPeriod"/>
            </a:pPr>
            <a:r>
              <a:rPr lang="ar-SA" sz="3600" b="1" u="sng" dirty="0">
                <a:solidFill>
                  <a:schemeClr val="bg1"/>
                </a:solidFill>
              </a:rPr>
              <a:t>تعريف الحاسب الآلي</a:t>
            </a:r>
            <a:endParaRPr lang="en-US" sz="3600" u="sng" spc="-300" dirty="0">
              <a:solidFill>
                <a:schemeClr val="bg1"/>
              </a:solidFill>
              <a:latin typeface="Roboto Light" panose="02000000000000000000" pitchFamily="2" charset="0"/>
              <a:ea typeface="Roboto Light" panose="02000000000000000000" pitchFamily="2" charset="0"/>
              <a:cs typeface="+mn-cs"/>
            </a:endParaRPr>
          </a:p>
        </p:txBody>
      </p:sp>
      <p:sp>
        <p:nvSpPr>
          <p:cNvPr id="2" name="Footer Placeholder 1"/>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Tree>
    <p:extLst>
      <p:ext uri="{BB962C8B-B14F-4D97-AF65-F5344CB8AC3E}">
        <p14:creationId xmlns:p14="http://schemas.microsoft.com/office/powerpoint/2010/main" val="8512071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1000"/>
                            </p:stCondLst>
                            <p:childTnLst>
                              <p:par>
                                <p:cTn id="9" presetID="10" presetClass="entr" presetSubtype="0" fill="hold" grpId="0" nodeType="afterEffect">
                                  <p:stCondLst>
                                    <p:cond delay="50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2000"/>
                            </p:stCondLst>
                            <p:childTnLst>
                              <p:par>
                                <p:cTn id="13" presetID="10" presetClass="entr" presetSubtype="0" fill="hold" grpId="0" nodeType="afterEffect">
                                  <p:stCondLst>
                                    <p:cond delay="50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3000"/>
                            </p:stCondLst>
                            <p:childTnLst>
                              <p:par>
                                <p:cTn id="17" presetID="10" presetClass="entr" presetSubtype="0" fill="hold" grpId="0" nodeType="afterEffect">
                                  <p:stCondLst>
                                    <p:cond delay="500"/>
                                  </p:stCondLst>
                                  <p:childTnLst>
                                    <p:set>
                                      <p:cBhvr>
                                        <p:cTn id="18" dur="1" fill="hold">
                                          <p:stCondLst>
                                            <p:cond delay="0"/>
                                          </p:stCondLst>
                                        </p:cTn>
                                        <p:tgtEl>
                                          <p:spTgt spid="19"/>
                                        </p:tgtEl>
                                        <p:attrNameLst>
                                          <p:attrName>style.visibility</p:attrName>
                                        </p:attrNameLst>
                                      </p:cBhvr>
                                      <p:to>
                                        <p:strVal val="visible"/>
                                      </p:to>
                                    </p:set>
                                    <p:animEffect transition="in" filter="fade">
                                      <p:cBhvr>
                                        <p:cTn id="1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p:bldP spid="20"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0" y="0"/>
            <a:ext cx="4963886"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18" name="Rectangle 17"/>
          <p:cNvSpPr/>
          <p:nvPr/>
        </p:nvSpPr>
        <p:spPr>
          <a:xfrm>
            <a:off x="3899647" y="2124635"/>
            <a:ext cx="8292353" cy="3550024"/>
          </a:xfrm>
          <a:prstGeom prst="rect">
            <a:avLst/>
          </a:prstGeom>
          <a:solidFill>
            <a:srgbClr val="F58F20">
              <a:alpha val="6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19" name="Rectangle 18"/>
          <p:cNvSpPr/>
          <p:nvPr/>
        </p:nvSpPr>
        <p:spPr>
          <a:xfrm>
            <a:off x="4963886" y="3267265"/>
            <a:ext cx="6911137" cy="2062103"/>
          </a:xfrm>
          <a:prstGeom prst="rect">
            <a:avLst/>
          </a:prstGeom>
        </p:spPr>
        <p:txBody>
          <a:bodyPr wrap="square">
            <a:spAutoFit/>
          </a:bodyPr>
          <a:lstStyle/>
          <a:p>
            <a:pPr algn="ctr" fontAlgn="auto">
              <a:spcBef>
                <a:spcPts val="0"/>
              </a:spcBef>
              <a:spcAft>
                <a:spcPts val="1500"/>
              </a:spcAft>
            </a:pPr>
            <a:r>
              <a:rPr lang="ar-SA" sz="3200" b="1" dirty="0">
                <a:solidFill>
                  <a:schemeClr val="tx2"/>
                </a:solidFill>
              </a:rPr>
              <a:t>وما زال الإنسان يطمح للوصول بالحاسب الآلي إلى مرحلة تغنيه حتى عن الكلام، وقد ظهرت برامج الطباعة وتنفيذ الأوامر دون الحاجة لاستخدام الفارة أو لوحة المفاتيح، ومازالت القافلة تسير... </a:t>
            </a:r>
            <a:endParaRPr lang="en-US" sz="3200" b="1" dirty="0">
              <a:solidFill>
                <a:schemeClr val="tx2"/>
              </a:solidFill>
              <a:latin typeface="Calibri Light" panose="020F0302020204030204"/>
              <a:ea typeface="Times New Roman" panose="02020603050405020304" pitchFamily="18" charset="0"/>
              <a:cs typeface="+mn-cs"/>
            </a:endParaRPr>
          </a:p>
        </p:txBody>
      </p:sp>
      <p:sp>
        <p:nvSpPr>
          <p:cNvPr id="20" name="TextBox 19"/>
          <p:cNvSpPr txBox="1"/>
          <p:nvPr/>
        </p:nvSpPr>
        <p:spPr>
          <a:xfrm>
            <a:off x="5122374" y="2342007"/>
            <a:ext cx="6911137" cy="707886"/>
          </a:xfrm>
          <a:prstGeom prst="rect">
            <a:avLst/>
          </a:prstGeom>
          <a:noFill/>
        </p:spPr>
        <p:txBody>
          <a:bodyPr wrap="square" rtlCol="0">
            <a:spAutoFit/>
          </a:bodyPr>
          <a:lstStyle/>
          <a:p>
            <a:pPr marL="1200150" lvl="1" indent="-742950" algn="r" rtl="1">
              <a:buFont typeface="+mj-lt"/>
              <a:buAutoNum type="arabicPeriod" startAt="2"/>
            </a:pPr>
            <a:r>
              <a:rPr lang="ar-SA" sz="4000" b="1" u="sng" dirty="0">
                <a:solidFill>
                  <a:schemeClr val="bg1"/>
                </a:solidFill>
              </a:rPr>
              <a:t>التطور التاريخي للحاسب الآلي</a:t>
            </a:r>
            <a:endParaRPr lang="en-US" sz="4000" u="sng" dirty="0">
              <a:solidFill>
                <a:schemeClr val="bg1"/>
              </a:solidFill>
            </a:endParaRPr>
          </a:p>
        </p:txBody>
      </p:sp>
      <p:sp>
        <p:nvSpPr>
          <p:cNvPr id="2" name="Footer Placeholder 1"/>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Tree>
    <p:extLst>
      <p:ext uri="{BB962C8B-B14F-4D97-AF65-F5344CB8AC3E}">
        <p14:creationId xmlns:p14="http://schemas.microsoft.com/office/powerpoint/2010/main" val="11216123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1000"/>
                            </p:stCondLst>
                            <p:childTnLst>
                              <p:par>
                                <p:cTn id="9" presetID="10" presetClass="entr" presetSubtype="0" fill="hold" grpId="0" nodeType="afterEffect">
                                  <p:stCondLst>
                                    <p:cond delay="50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2000"/>
                            </p:stCondLst>
                            <p:childTnLst>
                              <p:par>
                                <p:cTn id="13" presetID="10" presetClass="entr" presetSubtype="0" fill="hold" grpId="0" nodeType="afterEffect">
                                  <p:stCondLst>
                                    <p:cond delay="50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3000"/>
                            </p:stCondLst>
                            <p:childTnLst>
                              <p:par>
                                <p:cTn id="17" presetID="10" presetClass="entr" presetSubtype="0" fill="hold" grpId="0" nodeType="afterEffect">
                                  <p:stCondLst>
                                    <p:cond delay="500"/>
                                  </p:stCondLst>
                                  <p:childTnLst>
                                    <p:set>
                                      <p:cBhvr>
                                        <p:cTn id="18" dur="1" fill="hold">
                                          <p:stCondLst>
                                            <p:cond delay="0"/>
                                          </p:stCondLst>
                                        </p:cTn>
                                        <p:tgtEl>
                                          <p:spTgt spid="19"/>
                                        </p:tgtEl>
                                        <p:attrNameLst>
                                          <p:attrName>style.visibility</p:attrName>
                                        </p:attrNameLst>
                                      </p:cBhvr>
                                      <p:to>
                                        <p:strVal val="visible"/>
                                      </p:to>
                                    </p:set>
                                    <p:animEffect transition="in" filter="fade">
                                      <p:cBhvr>
                                        <p:cTn id="1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p:bldP spid="20"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p:cNvSpPr txBox="1"/>
          <p:nvPr/>
        </p:nvSpPr>
        <p:spPr>
          <a:xfrm>
            <a:off x="5901356" y="477558"/>
            <a:ext cx="5184950" cy="698071"/>
          </a:xfrm>
          <a:prstGeom prst="rect">
            <a:avLst/>
          </a:prstGeom>
          <a:noFill/>
        </p:spPr>
        <p:txBody>
          <a:bodyPr wrap="square" rIns="144000" bIns="36000" numCol="1" spcCol="360000" rtlCol="0">
            <a:spAutoFit/>
          </a:bodyPr>
          <a:lstStyle/>
          <a:p>
            <a:pPr marL="742950" indent="-742950" algn="l" rtl="1" fontAlgn="auto">
              <a:spcBef>
                <a:spcPts val="0"/>
              </a:spcBef>
              <a:spcAft>
                <a:spcPts val="0"/>
              </a:spcAft>
              <a:buFont typeface="+mj-lt"/>
              <a:buAutoNum type="arabicPeriod" startAt="3"/>
            </a:pPr>
            <a:r>
              <a:rPr lang="ar-SA" sz="4000" b="1" u="sng" dirty="0"/>
              <a:t>أجيال الحاسب </a:t>
            </a:r>
            <a:r>
              <a:rPr lang="ar-SA" sz="4000" b="1" u="sng" dirty="0" smtClean="0"/>
              <a:t>الآلي</a:t>
            </a:r>
            <a:endParaRPr lang="en-US" sz="4000" b="1" u="sng" dirty="0" smtClean="0"/>
          </a:p>
        </p:txBody>
      </p:sp>
      <p:grpSp>
        <p:nvGrpSpPr>
          <p:cNvPr id="64" name="Group 10"/>
          <p:cNvGrpSpPr>
            <a:grpSpLocks/>
          </p:cNvGrpSpPr>
          <p:nvPr/>
        </p:nvGrpSpPr>
        <p:grpSpPr bwMode="auto">
          <a:xfrm rot="6300000">
            <a:off x="1720242" y="2285572"/>
            <a:ext cx="716033" cy="1200733"/>
            <a:chOff x="2761515" y="2286000"/>
            <a:chExt cx="1645174" cy="2760228"/>
          </a:xfrm>
          <a:solidFill>
            <a:schemeClr val="accent6"/>
          </a:solidFill>
        </p:grpSpPr>
        <p:sp>
          <p:nvSpPr>
            <p:cNvPr id="72" name="Oval 71"/>
            <p:cNvSpPr>
              <a:spLocks noChangeArrowheads="1"/>
            </p:cNvSpPr>
            <p:nvPr/>
          </p:nvSpPr>
          <p:spPr bwMode="auto">
            <a:xfrm rot="-733528">
              <a:off x="3352800" y="2286000"/>
              <a:ext cx="304800" cy="38100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3" name="Oval 72"/>
            <p:cNvSpPr>
              <a:spLocks noChangeArrowheads="1"/>
            </p:cNvSpPr>
            <p:nvPr/>
          </p:nvSpPr>
          <p:spPr bwMode="auto">
            <a:xfrm rot="-733528">
              <a:off x="3151531" y="2515499"/>
              <a:ext cx="213632" cy="25804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4" name="Oval 73"/>
            <p:cNvSpPr>
              <a:spLocks noChangeArrowheads="1"/>
            </p:cNvSpPr>
            <p:nvPr/>
          </p:nvSpPr>
          <p:spPr bwMode="auto">
            <a:xfrm rot="-733528">
              <a:off x="2992344" y="2729550"/>
              <a:ext cx="186338" cy="225072"/>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5" name="Oval 74"/>
            <p:cNvSpPr>
              <a:spLocks noChangeArrowheads="1"/>
            </p:cNvSpPr>
            <p:nvPr/>
          </p:nvSpPr>
          <p:spPr bwMode="auto">
            <a:xfrm rot="-733528">
              <a:off x="2879347" y="292135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6" name="Oval 75"/>
            <p:cNvSpPr>
              <a:spLocks noChangeArrowheads="1"/>
            </p:cNvSpPr>
            <p:nvPr/>
          </p:nvSpPr>
          <p:spPr bwMode="auto">
            <a:xfrm rot="-733528">
              <a:off x="2761515" y="313797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7" name="Freeform 76"/>
            <p:cNvSpPr>
              <a:spLocks noChangeArrowheads="1"/>
            </p:cNvSpPr>
            <p:nvPr/>
          </p:nvSpPr>
          <p:spPr bwMode="auto">
            <a:xfrm>
              <a:off x="2939384" y="2737153"/>
              <a:ext cx="1467305" cy="2309075"/>
            </a:xfrm>
            <a:custGeom>
              <a:avLst/>
              <a:gdLst>
                <a:gd name="T0" fmla="*/ 631801 w 1467305"/>
                <a:gd name="T1" fmla="*/ 891166 h 2309075"/>
                <a:gd name="T2" fmla="*/ 669995 w 1467305"/>
                <a:gd name="T3" fmla="*/ 757491 h 2309075"/>
                <a:gd name="T4" fmla="*/ 860968 w 1467305"/>
                <a:gd name="T5" fmla="*/ 547430 h 2309075"/>
                <a:gd name="T6" fmla="*/ 899162 w 1467305"/>
                <a:gd name="T7" fmla="*/ 289629 h 2309075"/>
                <a:gd name="T8" fmla="*/ 794128 w 1467305"/>
                <a:gd name="T9" fmla="*/ 89116 h 2309075"/>
                <a:gd name="T10" fmla="*/ 555412 w 1467305"/>
                <a:gd name="T11" fmla="*/ 60472 h 2309075"/>
                <a:gd name="T12" fmla="*/ 106627 w 1467305"/>
                <a:gd name="T13" fmla="*/ 451948 h 2309075"/>
                <a:gd name="T14" fmla="*/ 20689 w 1467305"/>
                <a:gd name="T15" fmla="*/ 805232 h 2309075"/>
                <a:gd name="T16" fmla="*/ 230759 w 1467305"/>
                <a:gd name="T17" fmla="*/ 1320835 h 2309075"/>
                <a:gd name="T18" fmla="*/ 679544 w 1467305"/>
                <a:gd name="T19" fmla="*/ 2017854 h 2309075"/>
                <a:gd name="T20" fmla="*/ 946906 w 1467305"/>
                <a:gd name="T21" fmla="*/ 2266108 h 2309075"/>
                <a:gd name="T22" fmla="*/ 1204718 w 1467305"/>
                <a:gd name="T23" fmla="*/ 2275656 h 2309075"/>
                <a:gd name="T24" fmla="*/ 1405239 w 1467305"/>
                <a:gd name="T25" fmla="*/ 2103788 h 2309075"/>
                <a:gd name="T26" fmla="*/ 1462531 w 1467305"/>
                <a:gd name="T27" fmla="*/ 1884179 h 2309075"/>
                <a:gd name="T28" fmla="*/ 1376594 w 1467305"/>
                <a:gd name="T29" fmla="*/ 1655022 h 2309075"/>
                <a:gd name="T30" fmla="*/ 1166524 w 1467305"/>
                <a:gd name="T31" fmla="*/ 1530896 h 2309075"/>
                <a:gd name="T32" fmla="*/ 946906 w 1467305"/>
                <a:gd name="T33" fmla="*/ 1483155 h 2309075"/>
                <a:gd name="T34" fmla="*/ 765482 w 1467305"/>
                <a:gd name="T35" fmla="*/ 1349480 h 2309075"/>
                <a:gd name="T36" fmla="*/ 631801 w 1467305"/>
                <a:gd name="T37" fmla="*/ 1063034 h 2309075"/>
                <a:gd name="T38" fmla="*/ 631801 w 1467305"/>
                <a:gd name="T39" fmla="*/ 891166 h 23090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7305"/>
                <a:gd name="T61" fmla="*/ 0 h 2309075"/>
                <a:gd name="T62" fmla="*/ 1467305 w 1467305"/>
                <a:gd name="T63" fmla="*/ 2309075 h 23090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7305" h="2309075">
                  <a:moveTo>
                    <a:pt x="631801" y="891166"/>
                  </a:moveTo>
                  <a:cubicBezTo>
                    <a:pt x="641342" y="827542"/>
                    <a:pt x="644500" y="814780"/>
                    <a:pt x="669995" y="757491"/>
                  </a:cubicBezTo>
                  <a:cubicBezTo>
                    <a:pt x="708190" y="700202"/>
                    <a:pt x="822774" y="625407"/>
                    <a:pt x="860968" y="547430"/>
                  </a:cubicBezTo>
                  <a:cubicBezTo>
                    <a:pt x="899162" y="469453"/>
                    <a:pt x="910302" y="366015"/>
                    <a:pt x="899162" y="289629"/>
                  </a:cubicBezTo>
                  <a:cubicBezTo>
                    <a:pt x="888022" y="213243"/>
                    <a:pt x="851420" y="127309"/>
                    <a:pt x="794128" y="89116"/>
                  </a:cubicBezTo>
                  <a:cubicBezTo>
                    <a:pt x="736836" y="50923"/>
                    <a:pt x="669995" y="0"/>
                    <a:pt x="555412" y="60472"/>
                  </a:cubicBezTo>
                  <a:cubicBezTo>
                    <a:pt x="440829" y="120944"/>
                    <a:pt x="195748" y="327821"/>
                    <a:pt x="106627" y="451948"/>
                  </a:cubicBezTo>
                  <a:cubicBezTo>
                    <a:pt x="17507" y="576075"/>
                    <a:pt x="0" y="660418"/>
                    <a:pt x="20689" y="805232"/>
                  </a:cubicBezTo>
                  <a:cubicBezTo>
                    <a:pt x="41378" y="950046"/>
                    <a:pt x="120950" y="1118731"/>
                    <a:pt x="230759" y="1320835"/>
                  </a:cubicBezTo>
                  <a:cubicBezTo>
                    <a:pt x="340568" y="1522939"/>
                    <a:pt x="560186" y="1860309"/>
                    <a:pt x="679544" y="2017854"/>
                  </a:cubicBezTo>
                  <a:cubicBezTo>
                    <a:pt x="798902" y="2175399"/>
                    <a:pt x="859377" y="2223141"/>
                    <a:pt x="946906" y="2266108"/>
                  </a:cubicBezTo>
                  <a:cubicBezTo>
                    <a:pt x="1034435" y="2309075"/>
                    <a:pt x="1128329" y="2302709"/>
                    <a:pt x="1204718" y="2275656"/>
                  </a:cubicBezTo>
                  <a:cubicBezTo>
                    <a:pt x="1281107" y="2248603"/>
                    <a:pt x="1362270" y="2169034"/>
                    <a:pt x="1405239" y="2103788"/>
                  </a:cubicBezTo>
                  <a:cubicBezTo>
                    <a:pt x="1448208" y="2038542"/>
                    <a:pt x="1467305" y="1958973"/>
                    <a:pt x="1462531" y="1884179"/>
                  </a:cubicBezTo>
                  <a:cubicBezTo>
                    <a:pt x="1457757" y="1809385"/>
                    <a:pt x="1425928" y="1713902"/>
                    <a:pt x="1376594" y="1655022"/>
                  </a:cubicBezTo>
                  <a:cubicBezTo>
                    <a:pt x="1327260" y="1596142"/>
                    <a:pt x="1238139" y="1559541"/>
                    <a:pt x="1166524" y="1530896"/>
                  </a:cubicBezTo>
                  <a:cubicBezTo>
                    <a:pt x="1094909" y="1502251"/>
                    <a:pt x="1013746" y="1513391"/>
                    <a:pt x="946906" y="1483155"/>
                  </a:cubicBezTo>
                  <a:cubicBezTo>
                    <a:pt x="880066" y="1452919"/>
                    <a:pt x="817999" y="1419500"/>
                    <a:pt x="765482" y="1349480"/>
                  </a:cubicBezTo>
                  <a:cubicBezTo>
                    <a:pt x="712965" y="1279460"/>
                    <a:pt x="654081" y="1139420"/>
                    <a:pt x="631801" y="1063034"/>
                  </a:cubicBezTo>
                  <a:cubicBezTo>
                    <a:pt x="615871" y="945373"/>
                    <a:pt x="625435" y="942090"/>
                    <a:pt x="631801" y="891166"/>
                  </a:cubicBezTo>
                  <a:close/>
                </a:path>
              </a:pathLst>
            </a:cu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grpSp>
      <p:grpSp>
        <p:nvGrpSpPr>
          <p:cNvPr id="65" name="Group 11"/>
          <p:cNvGrpSpPr>
            <a:grpSpLocks/>
          </p:cNvGrpSpPr>
          <p:nvPr/>
        </p:nvGrpSpPr>
        <p:grpSpPr bwMode="auto">
          <a:xfrm rot="15300000" flipV="1">
            <a:off x="3582751" y="3972801"/>
            <a:ext cx="716033" cy="1200733"/>
            <a:chOff x="2761515" y="2286000"/>
            <a:chExt cx="1645174" cy="2760228"/>
          </a:xfrm>
          <a:solidFill>
            <a:schemeClr val="accent2">
              <a:lumMod val="75000"/>
            </a:schemeClr>
          </a:solidFill>
        </p:grpSpPr>
        <p:sp>
          <p:nvSpPr>
            <p:cNvPr id="66" name="Oval 65"/>
            <p:cNvSpPr>
              <a:spLocks noChangeArrowheads="1"/>
            </p:cNvSpPr>
            <p:nvPr/>
          </p:nvSpPr>
          <p:spPr bwMode="auto">
            <a:xfrm rot="-733528">
              <a:off x="3352800" y="2286000"/>
              <a:ext cx="304800" cy="38100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67" name="Oval 66"/>
            <p:cNvSpPr>
              <a:spLocks noChangeArrowheads="1"/>
            </p:cNvSpPr>
            <p:nvPr/>
          </p:nvSpPr>
          <p:spPr bwMode="auto">
            <a:xfrm rot="-733528">
              <a:off x="3151531" y="2515499"/>
              <a:ext cx="213632" cy="25804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68" name="Oval 67"/>
            <p:cNvSpPr>
              <a:spLocks noChangeArrowheads="1"/>
            </p:cNvSpPr>
            <p:nvPr/>
          </p:nvSpPr>
          <p:spPr bwMode="auto">
            <a:xfrm rot="-733528">
              <a:off x="2992344" y="2729550"/>
              <a:ext cx="186338" cy="225072"/>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69" name="Oval 68"/>
            <p:cNvSpPr>
              <a:spLocks noChangeArrowheads="1"/>
            </p:cNvSpPr>
            <p:nvPr/>
          </p:nvSpPr>
          <p:spPr bwMode="auto">
            <a:xfrm rot="-733528">
              <a:off x="2879347" y="292135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0" name="Oval 69"/>
            <p:cNvSpPr>
              <a:spLocks noChangeArrowheads="1"/>
            </p:cNvSpPr>
            <p:nvPr/>
          </p:nvSpPr>
          <p:spPr bwMode="auto">
            <a:xfrm rot="-733528">
              <a:off x="2761515" y="313797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1" name="Freeform 70"/>
            <p:cNvSpPr>
              <a:spLocks noChangeArrowheads="1"/>
            </p:cNvSpPr>
            <p:nvPr/>
          </p:nvSpPr>
          <p:spPr bwMode="auto">
            <a:xfrm>
              <a:off x="2939384" y="2737153"/>
              <a:ext cx="1467305" cy="2309075"/>
            </a:xfrm>
            <a:custGeom>
              <a:avLst/>
              <a:gdLst>
                <a:gd name="T0" fmla="*/ 631801 w 1467305"/>
                <a:gd name="T1" fmla="*/ 891166 h 2309075"/>
                <a:gd name="T2" fmla="*/ 669995 w 1467305"/>
                <a:gd name="T3" fmla="*/ 757491 h 2309075"/>
                <a:gd name="T4" fmla="*/ 860968 w 1467305"/>
                <a:gd name="T5" fmla="*/ 547430 h 2309075"/>
                <a:gd name="T6" fmla="*/ 899162 w 1467305"/>
                <a:gd name="T7" fmla="*/ 289629 h 2309075"/>
                <a:gd name="T8" fmla="*/ 794128 w 1467305"/>
                <a:gd name="T9" fmla="*/ 89116 h 2309075"/>
                <a:gd name="T10" fmla="*/ 555412 w 1467305"/>
                <a:gd name="T11" fmla="*/ 60472 h 2309075"/>
                <a:gd name="T12" fmla="*/ 106627 w 1467305"/>
                <a:gd name="T13" fmla="*/ 451948 h 2309075"/>
                <a:gd name="T14" fmla="*/ 20689 w 1467305"/>
                <a:gd name="T15" fmla="*/ 805232 h 2309075"/>
                <a:gd name="T16" fmla="*/ 230759 w 1467305"/>
                <a:gd name="T17" fmla="*/ 1320835 h 2309075"/>
                <a:gd name="T18" fmla="*/ 679544 w 1467305"/>
                <a:gd name="T19" fmla="*/ 2017854 h 2309075"/>
                <a:gd name="T20" fmla="*/ 946906 w 1467305"/>
                <a:gd name="T21" fmla="*/ 2266108 h 2309075"/>
                <a:gd name="T22" fmla="*/ 1204718 w 1467305"/>
                <a:gd name="T23" fmla="*/ 2275656 h 2309075"/>
                <a:gd name="T24" fmla="*/ 1405239 w 1467305"/>
                <a:gd name="T25" fmla="*/ 2103788 h 2309075"/>
                <a:gd name="T26" fmla="*/ 1462531 w 1467305"/>
                <a:gd name="T27" fmla="*/ 1884179 h 2309075"/>
                <a:gd name="T28" fmla="*/ 1376594 w 1467305"/>
                <a:gd name="T29" fmla="*/ 1655022 h 2309075"/>
                <a:gd name="T30" fmla="*/ 1166524 w 1467305"/>
                <a:gd name="T31" fmla="*/ 1530896 h 2309075"/>
                <a:gd name="T32" fmla="*/ 946906 w 1467305"/>
                <a:gd name="T33" fmla="*/ 1483155 h 2309075"/>
                <a:gd name="T34" fmla="*/ 765482 w 1467305"/>
                <a:gd name="T35" fmla="*/ 1349480 h 2309075"/>
                <a:gd name="T36" fmla="*/ 631801 w 1467305"/>
                <a:gd name="T37" fmla="*/ 1063034 h 2309075"/>
                <a:gd name="T38" fmla="*/ 631801 w 1467305"/>
                <a:gd name="T39" fmla="*/ 891166 h 23090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7305"/>
                <a:gd name="T61" fmla="*/ 0 h 2309075"/>
                <a:gd name="T62" fmla="*/ 1467305 w 1467305"/>
                <a:gd name="T63" fmla="*/ 2309075 h 23090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7305" h="2309075">
                  <a:moveTo>
                    <a:pt x="631801" y="891166"/>
                  </a:moveTo>
                  <a:cubicBezTo>
                    <a:pt x="641342" y="827542"/>
                    <a:pt x="644500" y="814780"/>
                    <a:pt x="669995" y="757491"/>
                  </a:cubicBezTo>
                  <a:cubicBezTo>
                    <a:pt x="708190" y="700202"/>
                    <a:pt x="822774" y="625407"/>
                    <a:pt x="860968" y="547430"/>
                  </a:cubicBezTo>
                  <a:cubicBezTo>
                    <a:pt x="899162" y="469453"/>
                    <a:pt x="910302" y="366015"/>
                    <a:pt x="899162" y="289629"/>
                  </a:cubicBezTo>
                  <a:cubicBezTo>
                    <a:pt x="888022" y="213243"/>
                    <a:pt x="851420" y="127309"/>
                    <a:pt x="794128" y="89116"/>
                  </a:cubicBezTo>
                  <a:cubicBezTo>
                    <a:pt x="736836" y="50923"/>
                    <a:pt x="669995" y="0"/>
                    <a:pt x="555412" y="60472"/>
                  </a:cubicBezTo>
                  <a:cubicBezTo>
                    <a:pt x="440829" y="120944"/>
                    <a:pt x="195748" y="327821"/>
                    <a:pt x="106627" y="451948"/>
                  </a:cubicBezTo>
                  <a:cubicBezTo>
                    <a:pt x="17507" y="576075"/>
                    <a:pt x="0" y="660418"/>
                    <a:pt x="20689" y="805232"/>
                  </a:cubicBezTo>
                  <a:cubicBezTo>
                    <a:pt x="41378" y="950046"/>
                    <a:pt x="120950" y="1118731"/>
                    <a:pt x="230759" y="1320835"/>
                  </a:cubicBezTo>
                  <a:cubicBezTo>
                    <a:pt x="340568" y="1522939"/>
                    <a:pt x="560186" y="1860309"/>
                    <a:pt x="679544" y="2017854"/>
                  </a:cubicBezTo>
                  <a:cubicBezTo>
                    <a:pt x="798902" y="2175399"/>
                    <a:pt x="859377" y="2223141"/>
                    <a:pt x="946906" y="2266108"/>
                  </a:cubicBezTo>
                  <a:cubicBezTo>
                    <a:pt x="1034435" y="2309075"/>
                    <a:pt x="1128329" y="2302709"/>
                    <a:pt x="1204718" y="2275656"/>
                  </a:cubicBezTo>
                  <a:cubicBezTo>
                    <a:pt x="1281107" y="2248603"/>
                    <a:pt x="1362270" y="2169034"/>
                    <a:pt x="1405239" y="2103788"/>
                  </a:cubicBezTo>
                  <a:cubicBezTo>
                    <a:pt x="1448208" y="2038542"/>
                    <a:pt x="1467305" y="1958973"/>
                    <a:pt x="1462531" y="1884179"/>
                  </a:cubicBezTo>
                  <a:cubicBezTo>
                    <a:pt x="1457757" y="1809385"/>
                    <a:pt x="1425928" y="1713902"/>
                    <a:pt x="1376594" y="1655022"/>
                  </a:cubicBezTo>
                  <a:cubicBezTo>
                    <a:pt x="1327260" y="1596142"/>
                    <a:pt x="1238139" y="1559541"/>
                    <a:pt x="1166524" y="1530896"/>
                  </a:cubicBezTo>
                  <a:cubicBezTo>
                    <a:pt x="1094909" y="1502251"/>
                    <a:pt x="1013746" y="1513391"/>
                    <a:pt x="946906" y="1483155"/>
                  </a:cubicBezTo>
                  <a:cubicBezTo>
                    <a:pt x="880066" y="1452919"/>
                    <a:pt x="817999" y="1419500"/>
                    <a:pt x="765482" y="1349480"/>
                  </a:cubicBezTo>
                  <a:cubicBezTo>
                    <a:pt x="712965" y="1279460"/>
                    <a:pt x="654081" y="1139420"/>
                    <a:pt x="631801" y="1063034"/>
                  </a:cubicBezTo>
                  <a:cubicBezTo>
                    <a:pt x="615871" y="945373"/>
                    <a:pt x="625435" y="942090"/>
                    <a:pt x="631801" y="891166"/>
                  </a:cubicBezTo>
                  <a:close/>
                </a:path>
              </a:pathLst>
            </a:cu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grpSp>
      <p:grpSp>
        <p:nvGrpSpPr>
          <p:cNvPr id="79" name="Group 78"/>
          <p:cNvGrpSpPr>
            <a:grpSpLocks/>
          </p:cNvGrpSpPr>
          <p:nvPr/>
        </p:nvGrpSpPr>
        <p:grpSpPr bwMode="auto">
          <a:xfrm rot="6300000">
            <a:off x="6024567" y="1908273"/>
            <a:ext cx="780878" cy="1310084"/>
            <a:chOff x="2761515" y="2286000"/>
            <a:chExt cx="1645174" cy="2760228"/>
          </a:xfrm>
          <a:solidFill>
            <a:schemeClr val="accent2"/>
          </a:solidFill>
        </p:grpSpPr>
        <p:sp>
          <p:nvSpPr>
            <p:cNvPr id="87" name="Oval 86"/>
            <p:cNvSpPr>
              <a:spLocks noChangeArrowheads="1"/>
            </p:cNvSpPr>
            <p:nvPr/>
          </p:nvSpPr>
          <p:spPr bwMode="auto">
            <a:xfrm rot="-733528">
              <a:off x="3352800" y="2286000"/>
              <a:ext cx="304800" cy="38100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8" name="Oval 87"/>
            <p:cNvSpPr>
              <a:spLocks noChangeArrowheads="1"/>
            </p:cNvSpPr>
            <p:nvPr/>
          </p:nvSpPr>
          <p:spPr bwMode="auto">
            <a:xfrm rot="-733528">
              <a:off x="3151531" y="2515499"/>
              <a:ext cx="213632" cy="25804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9" name="Oval 88"/>
            <p:cNvSpPr>
              <a:spLocks noChangeArrowheads="1"/>
            </p:cNvSpPr>
            <p:nvPr/>
          </p:nvSpPr>
          <p:spPr bwMode="auto">
            <a:xfrm rot="-733528">
              <a:off x="2992344" y="2729550"/>
              <a:ext cx="186338" cy="225072"/>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90" name="Oval 89"/>
            <p:cNvSpPr>
              <a:spLocks noChangeArrowheads="1"/>
            </p:cNvSpPr>
            <p:nvPr/>
          </p:nvSpPr>
          <p:spPr bwMode="auto">
            <a:xfrm rot="-733528">
              <a:off x="2879347" y="292135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91" name="Oval 90"/>
            <p:cNvSpPr>
              <a:spLocks noChangeArrowheads="1"/>
            </p:cNvSpPr>
            <p:nvPr/>
          </p:nvSpPr>
          <p:spPr bwMode="auto">
            <a:xfrm rot="-733528">
              <a:off x="2761515" y="313797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92" name="Freeform 91"/>
            <p:cNvSpPr>
              <a:spLocks noChangeArrowheads="1"/>
            </p:cNvSpPr>
            <p:nvPr/>
          </p:nvSpPr>
          <p:spPr bwMode="auto">
            <a:xfrm>
              <a:off x="2939384" y="2737153"/>
              <a:ext cx="1467305" cy="2309075"/>
            </a:xfrm>
            <a:custGeom>
              <a:avLst/>
              <a:gdLst>
                <a:gd name="T0" fmla="*/ 631801 w 1467305"/>
                <a:gd name="T1" fmla="*/ 891166 h 2309075"/>
                <a:gd name="T2" fmla="*/ 669995 w 1467305"/>
                <a:gd name="T3" fmla="*/ 757491 h 2309075"/>
                <a:gd name="T4" fmla="*/ 860968 w 1467305"/>
                <a:gd name="T5" fmla="*/ 547430 h 2309075"/>
                <a:gd name="T6" fmla="*/ 899162 w 1467305"/>
                <a:gd name="T7" fmla="*/ 289629 h 2309075"/>
                <a:gd name="T8" fmla="*/ 794128 w 1467305"/>
                <a:gd name="T9" fmla="*/ 89116 h 2309075"/>
                <a:gd name="T10" fmla="*/ 555412 w 1467305"/>
                <a:gd name="T11" fmla="*/ 60472 h 2309075"/>
                <a:gd name="T12" fmla="*/ 106627 w 1467305"/>
                <a:gd name="T13" fmla="*/ 451948 h 2309075"/>
                <a:gd name="T14" fmla="*/ 20689 w 1467305"/>
                <a:gd name="T15" fmla="*/ 805232 h 2309075"/>
                <a:gd name="T16" fmla="*/ 230759 w 1467305"/>
                <a:gd name="T17" fmla="*/ 1320835 h 2309075"/>
                <a:gd name="T18" fmla="*/ 679544 w 1467305"/>
                <a:gd name="T19" fmla="*/ 2017854 h 2309075"/>
                <a:gd name="T20" fmla="*/ 946906 w 1467305"/>
                <a:gd name="T21" fmla="*/ 2266108 h 2309075"/>
                <a:gd name="T22" fmla="*/ 1204718 w 1467305"/>
                <a:gd name="T23" fmla="*/ 2275656 h 2309075"/>
                <a:gd name="T24" fmla="*/ 1405239 w 1467305"/>
                <a:gd name="T25" fmla="*/ 2103788 h 2309075"/>
                <a:gd name="T26" fmla="*/ 1462531 w 1467305"/>
                <a:gd name="T27" fmla="*/ 1884179 h 2309075"/>
                <a:gd name="T28" fmla="*/ 1376594 w 1467305"/>
                <a:gd name="T29" fmla="*/ 1655022 h 2309075"/>
                <a:gd name="T30" fmla="*/ 1166524 w 1467305"/>
                <a:gd name="T31" fmla="*/ 1530896 h 2309075"/>
                <a:gd name="T32" fmla="*/ 946906 w 1467305"/>
                <a:gd name="T33" fmla="*/ 1483155 h 2309075"/>
                <a:gd name="T34" fmla="*/ 765482 w 1467305"/>
                <a:gd name="T35" fmla="*/ 1349480 h 2309075"/>
                <a:gd name="T36" fmla="*/ 631801 w 1467305"/>
                <a:gd name="T37" fmla="*/ 1063034 h 2309075"/>
                <a:gd name="T38" fmla="*/ 631801 w 1467305"/>
                <a:gd name="T39" fmla="*/ 891166 h 23090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7305"/>
                <a:gd name="T61" fmla="*/ 0 h 2309075"/>
                <a:gd name="T62" fmla="*/ 1467305 w 1467305"/>
                <a:gd name="T63" fmla="*/ 2309075 h 23090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7305" h="2309075">
                  <a:moveTo>
                    <a:pt x="631801" y="891166"/>
                  </a:moveTo>
                  <a:cubicBezTo>
                    <a:pt x="641342" y="827542"/>
                    <a:pt x="644500" y="814780"/>
                    <a:pt x="669995" y="757491"/>
                  </a:cubicBezTo>
                  <a:cubicBezTo>
                    <a:pt x="708190" y="700202"/>
                    <a:pt x="822774" y="625407"/>
                    <a:pt x="860968" y="547430"/>
                  </a:cubicBezTo>
                  <a:cubicBezTo>
                    <a:pt x="899162" y="469453"/>
                    <a:pt x="910302" y="366015"/>
                    <a:pt x="899162" y="289629"/>
                  </a:cubicBezTo>
                  <a:cubicBezTo>
                    <a:pt x="888022" y="213243"/>
                    <a:pt x="851420" y="127309"/>
                    <a:pt x="794128" y="89116"/>
                  </a:cubicBezTo>
                  <a:cubicBezTo>
                    <a:pt x="736836" y="50923"/>
                    <a:pt x="669995" y="0"/>
                    <a:pt x="555412" y="60472"/>
                  </a:cubicBezTo>
                  <a:cubicBezTo>
                    <a:pt x="440829" y="120944"/>
                    <a:pt x="195748" y="327821"/>
                    <a:pt x="106627" y="451948"/>
                  </a:cubicBezTo>
                  <a:cubicBezTo>
                    <a:pt x="17507" y="576075"/>
                    <a:pt x="0" y="660418"/>
                    <a:pt x="20689" y="805232"/>
                  </a:cubicBezTo>
                  <a:cubicBezTo>
                    <a:pt x="41378" y="950046"/>
                    <a:pt x="120950" y="1118731"/>
                    <a:pt x="230759" y="1320835"/>
                  </a:cubicBezTo>
                  <a:cubicBezTo>
                    <a:pt x="340568" y="1522939"/>
                    <a:pt x="560186" y="1860309"/>
                    <a:pt x="679544" y="2017854"/>
                  </a:cubicBezTo>
                  <a:cubicBezTo>
                    <a:pt x="798902" y="2175399"/>
                    <a:pt x="859377" y="2223141"/>
                    <a:pt x="946906" y="2266108"/>
                  </a:cubicBezTo>
                  <a:cubicBezTo>
                    <a:pt x="1034435" y="2309075"/>
                    <a:pt x="1128329" y="2302709"/>
                    <a:pt x="1204718" y="2275656"/>
                  </a:cubicBezTo>
                  <a:cubicBezTo>
                    <a:pt x="1281107" y="2248603"/>
                    <a:pt x="1362270" y="2169034"/>
                    <a:pt x="1405239" y="2103788"/>
                  </a:cubicBezTo>
                  <a:cubicBezTo>
                    <a:pt x="1448208" y="2038542"/>
                    <a:pt x="1467305" y="1958973"/>
                    <a:pt x="1462531" y="1884179"/>
                  </a:cubicBezTo>
                  <a:cubicBezTo>
                    <a:pt x="1457757" y="1809385"/>
                    <a:pt x="1425928" y="1713902"/>
                    <a:pt x="1376594" y="1655022"/>
                  </a:cubicBezTo>
                  <a:cubicBezTo>
                    <a:pt x="1327260" y="1596142"/>
                    <a:pt x="1238139" y="1559541"/>
                    <a:pt x="1166524" y="1530896"/>
                  </a:cubicBezTo>
                  <a:cubicBezTo>
                    <a:pt x="1094909" y="1502251"/>
                    <a:pt x="1013746" y="1513391"/>
                    <a:pt x="946906" y="1483155"/>
                  </a:cubicBezTo>
                  <a:cubicBezTo>
                    <a:pt x="880066" y="1452919"/>
                    <a:pt x="817999" y="1419500"/>
                    <a:pt x="765482" y="1349480"/>
                  </a:cubicBezTo>
                  <a:cubicBezTo>
                    <a:pt x="712965" y="1279460"/>
                    <a:pt x="654081" y="1139420"/>
                    <a:pt x="631801" y="1063034"/>
                  </a:cubicBezTo>
                  <a:cubicBezTo>
                    <a:pt x="615871" y="945373"/>
                    <a:pt x="625435" y="942090"/>
                    <a:pt x="631801" y="891166"/>
                  </a:cubicBezTo>
                  <a:close/>
                </a:path>
              </a:pathLst>
            </a:cu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grpSp>
      <p:grpSp>
        <p:nvGrpSpPr>
          <p:cNvPr id="80" name="Group 25"/>
          <p:cNvGrpSpPr>
            <a:grpSpLocks/>
          </p:cNvGrpSpPr>
          <p:nvPr/>
        </p:nvGrpSpPr>
        <p:grpSpPr bwMode="auto">
          <a:xfrm rot="15300000" flipV="1">
            <a:off x="8362452" y="4000826"/>
            <a:ext cx="780878" cy="1310084"/>
            <a:chOff x="2761515" y="2286000"/>
            <a:chExt cx="1645174" cy="2760228"/>
          </a:xfrm>
          <a:solidFill>
            <a:schemeClr val="accent4"/>
          </a:solidFill>
        </p:grpSpPr>
        <p:sp>
          <p:nvSpPr>
            <p:cNvPr id="81" name="Oval 80"/>
            <p:cNvSpPr>
              <a:spLocks noChangeArrowheads="1"/>
            </p:cNvSpPr>
            <p:nvPr/>
          </p:nvSpPr>
          <p:spPr bwMode="auto">
            <a:xfrm rot="-733528">
              <a:off x="3352800" y="2286000"/>
              <a:ext cx="304800" cy="38100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2" name="Oval 81"/>
            <p:cNvSpPr>
              <a:spLocks noChangeArrowheads="1"/>
            </p:cNvSpPr>
            <p:nvPr/>
          </p:nvSpPr>
          <p:spPr bwMode="auto">
            <a:xfrm rot="-733528">
              <a:off x="3151531" y="2515499"/>
              <a:ext cx="213632" cy="25804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3" name="Oval 82"/>
            <p:cNvSpPr>
              <a:spLocks noChangeArrowheads="1"/>
            </p:cNvSpPr>
            <p:nvPr/>
          </p:nvSpPr>
          <p:spPr bwMode="auto">
            <a:xfrm rot="-733528">
              <a:off x="2992344" y="2729550"/>
              <a:ext cx="186338" cy="225072"/>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4" name="Oval 83"/>
            <p:cNvSpPr>
              <a:spLocks noChangeArrowheads="1"/>
            </p:cNvSpPr>
            <p:nvPr/>
          </p:nvSpPr>
          <p:spPr bwMode="auto">
            <a:xfrm rot="-733528">
              <a:off x="2879347" y="292135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5" name="Oval 84"/>
            <p:cNvSpPr>
              <a:spLocks noChangeArrowheads="1"/>
            </p:cNvSpPr>
            <p:nvPr/>
          </p:nvSpPr>
          <p:spPr bwMode="auto">
            <a:xfrm rot="-733528">
              <a:off x="2761515" y="313797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6" name="Freeform 85"/>
            <p:cNvSpPr>
              <a:spLocks noChangeArrowheads="1"/>
            </p:cNvSpPr>
            <p:nvPr/>
          </p:nvSpPr>
          <p:spPr bwMode="auto">
            <a:xfrm>
              <a:off x="2939384" y="2737153"/>
              <a:ext cx="1467305" cy="2309075"/>
            </a:xfrm>
            <a:custGeom>
              <a:avLst/>
              <a:gdLst>
                <a:gd name="T0" fmla="*/ 631801 w 1467305"/>
                <a:gd name="T1" fmla="*/ 891166 h 2309075"/>
                <a:gd name="T2" fmla="*/ 669995 w 1467305"/>
                <a:gd name="T3" fmla="*/ 757491 h 2309075"/>
                <a:gd name="T4" fmla="*/ 860968 w 1467305"/>
                <a:gd name="T5" fmla="*/ 547430 h 2309075"/>
                <a:gd name="T6" fmla="*/ 899162 w 1467305"/>
                <a:gd name="T7" fmla="*/ 289629 h 2309075"/>
                <a:gd name="T8" fmla="*/ 794128 w 1467305"/>
                <a:gd name="T9" fmla="*/ 89116 h 2309075"/>
                <a:gd name="T10" fmla="*/ 555412 w 1467305"/>
                <a:gd name="T11" fmla="*/ 60472 h 2309075"/>
                <a:gd name="T12" fmla="*/ 106627 w 1467305"/>
                <a:gd name="T13" fmla="*/ 451948 h 2309075"/>
                <a:gd name="T14" fmla="*/ 20689 w 1467305"/>
                <a:gd name="T15" fmla="*/ 805232 h 2309075"/>
                <a:gd name="T16" fmla="*/ 230759 w 1467305"/>
                <a:gd name="T17" fmla="*/ 1320835 h 2309075"/>
                <a:gd name="T18" fmla="*/ 679544 w 1467305"/>
                <a:gd name="T19" fmla="*/ 2017854 h 2309075"/>
                <a:gd name="T20" fmla="*/ 946906 w 1467305"/>
                <a:gd name="T21" fmla="*/ 2266108 h 2309075"/>
                <a:gd name="T22" fmla="*/ 1204718 w 1467305"/>
                <a:gd name="T23" fmla="*/ 2275656 h 2309075"/>
                <a:gd name="T24" fmla="*/ 1405239 w 1467305"/>
                <a:gd name="T25" fmla="*/ 2103788 h 2309075"/>
                <a:gd name="T26" fmla="*/ 1462531 w 1467305"/>
                <a:gd name="T27" fmla="*/ 1884179 h 2309075"/>
                <a:gd name="T28" fmla="*/ 1376594 w 1467305"/>
                <a:gd name="T29" fmla="*/ 1655022 h 2309075"/>
                <a:gd name="T30" fmla="*/ 1166524 w 1467305"/>
                <a:gd name="T31" fmla="*/ 1530896 h 2309075"/>
                <a:gd name="T32" fmla="*/ 946906 w 1467305"/>
                <a:gd name="T33" fmla="*/ 1483155 h 2309075"/>
                <a:gd name="T34" fmla="*/ 765482 w 1467305"/>
                <a:gd name="T35" fmla="*/ 1349480 h 2309075"/>
                <a:gd name="T36" fmla="*/ 631801 w 1467305"/>
                <a:gd name="T37" fmla="*/ 1063034 h 2309075"/>
                <a:gd name="T38" fmla="*/ 631801 w 1467305"/>
                <a:gd name="T39" fmla="*/ 891166 h 23090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7305"/>
                <a:gd name="T61" fmla="*/ 0 h 2309075"/>
                <a:gd name="T62" fmla="*/ 1467305 w 1467305"/>
                <a:gd name="T63" fmla="*/ 2309075 h 23090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7305" h="2309075">
                  <a:moveTo>
                    <a:pt x="631801" y="891166"/>
                  </a:moveTo>
                  <a:cubicBezTo>
                    <a:pt x="641342" y="827542"/>
                    <a:pt x="644500" y="814780"/>
                    <a:pt x="669995" y="757491"/>
                  </a:cubicBezTo>
                  <a:cubicBezTo>
                    <a:pt x="708190" y="700202"/>
                    <a:pt x="822774" y="625407"/>
                    <a:pt x="860968" y="547430"/>
                  </a:cubicBezTo>
                  <a:cubicBezTo>
                    <a:pt x="899162" y="469453"/>
                    <a:pt x="910302" y="366015"/>
                    <a:pt x="899162" y="289629"/>
                  </a:cubicBezTo>
                  <a:cubicBezTo>
                    <a:pt x="888022" y="213243"/>
                    <a:pt x="851420" y="127309"/>
                    <a:pt x="794128" y="89116"/>
                  </a:cubicBezTo>
                  <a:cubicBezTo>
                    <a:pt x="736836" y="50923"/>
                    <a:pt x="669995" y="0"/>
                    <a:pt x="555412" y="60472"/>
                  </a:cubicBezTo>
                  <a:cubicBezTo>
                    <a:pt x="440829" y="120944"/>
                    <a:pt x="195748" y="327821"/>
                    <a:pt x="106627" y="451948"/>
                  </a:cubicBezTo>
                  <a:cubicBezTo>
                    <a:pt x="17507" y="576075"/>
                    <a:pt x="0" y="660418"/>
                    <a:pt x="20689" y="805232"/>
                  </a:cubicBezTo>
                  <a:cubicBezTo>
                    <a:pt x="41378" y="950046"/>
                    <a:pt x="120950" y="1118731"/>
                    <a:pt x="230759" y="1320835"/>
                  </a:cubicBezTo>
                  <a:cubicBezTo>
                    <a:pt x="340568" y="1522939"/>
                    <a:pt x="560186" y="1860309"/>
                    <a:pt x="679544" y="2017854"/>
                  </a:cubicBezTo>
                  <a:cubicBezTo>
                    <a:pt x="798902" y="2175399"/>
                    <a:pt x="859377" y="2223141"/>
                    <a:pt x="946906" y="2266108"/>
                  </a:cubicBezTo>
                  <a:cubicBezTo>
                    <a:pt x="1034435" y="2309075"/>
                    <a:pt x="1128329" y="2302709"/>
                    <a:pt x="1204718" y="2275656"/>
                  </a:cubicBezTo>
                  <a:cubicBezTo>
                    <a:pt x="1281107" y="2248603"/>
                    <a:pt x="1362270" y="2169034"/>
                    <a:pt x="1405239" y="2103788"/>
                  </a:cubicBezTo>
                  <a:cubicBezTo>
                    <a:pt x="1448208" y="2038542"/>
                    <a:pt x="1467305" y="1958973"/>
                    <a:pt x="1462531" y="1884179"/>
                  </a:cubicBezTo>
                  <a:cubicBezTo>
                    <a:pt x="1457757" y="1809385"/>
                    <a:pt x="1425928" y="1713902"/>
                    <a:pt x="1376594" y="1655022"/>
                  </a:cubicBezTo>
                  <a:cubicBezTo>
                    <a:pt x="1327260" y="1596142"/>
                    <a:pt x="1238139" y="1559541"/>
                    <a:pt x="1166524" y="1530896"/>
                  </a:cubicBezTo>
                  <a:cubicBezTo>
                    <a:pt x="1094909" y="1502251"/>
                    <a:pt x="1013746" y="1513391"/>
                    <a:pt x="946906" y="1483155"/>
                  </a:cubicBezTo>
                  <a:cubicBezTo>
                    <a:pt x="880066" y="1452919"/>
                    <a:pt x="817999" y="1419500"/>
                    <a:pt x="765482" y="1349480"/>
                  </a:cubicBezTo>
                  <a:cubicBezTo>
                    <a:pt x="712965" y="1279460"/>
                    <a:pt x="654081" y="1139420"/>
                    <a:pt x="631801" y="1063034"/>
                  </a:cubicBezTo>
                  <a:cubicBezTo>
                    <a:pt x="615871" y="945373"/>
                    <a:pt x="625435" y="942090"/>
                    <a:pt x="631801" y="891166"/>
                  </a:cubicBezTo>
                  <a:close/>
                </a:path>
              </a:pathLst>
            </a:cu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grpSp>
      <p:grpSp>
        <p:nvGrpSpPr>
          <p:cNvPr id="94" name="Group 32"/>
          <p:cNvGrpSpPr>
            <a:grpSpLocks/>
          </p:cNvGrpSpPr>
          <p:nvPr/>
        </p:nvGrpSpPr>
        <p:grpSpPr bwMode="auto">
          <a:xfrm rot="6300000">
            <a:off x="10531863" y="2225710"/>
            <a:ext cx="873121" cy="1465086"/>
            <a:chOff x="2761515" y="2286000"/>
            <a:chExt cx="1645174" cy="2760228"/>
          </a:xfrm>
          <a:solidFill>
            <a:schemeClr val="accent3"/>
          </a:solidFill>
        </p:grpSpPr>
        <p:sp>
          <p:nvSpPr>
            <p:cNvPr id="102" name="Oval 101"/>
            <p:cNvSpPr>
              <a:spLocks noChangeArrowheads="1"/>
            </p:cNvSpPr>
            <p:nvPr/>
          </p:nvSpPr>
          <p:spPr bwMode="auto">
            <a:xfrm rot="-733528">
              <a:off x="3352800" y="2286000"/>
              <a:ext cx="304800" cy="38100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103" name="Oval 102"/>
            <p:cNvSpPr>
              <a:spLocks noChangeArrowheads="1"/>
            </p:cNvSpPr>
            <p:nvPr/>
          </p:nvSpPr>
          <p:spPr bwMode="auto">
            <a:xfrm rot="-733528">
              <a:off x="3151531" y="2515499"/>
              <a:ext cx="213632" cy="25804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104" name="Oval 103"/>
            <p:cNvSpPr>
              <a:spLocks noChangeArrowheads="1"/>
            </p:cNvSpPr>
            <p:nvPr/>
          </p:nvSpPr>
          <p:spPr bwMode="auto">
            <a:xfrm rot="-733528">
              <a:off x="2992344" y="2729550"/>
              <a:ext cx="186338" cy="225072"/>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105" name="Oval 104"/>
            <p:cNvSpPr>
              <a:spLocks noChangeArrowheads="1"/>
            </p:cNvSpPr>
            <p:nvPr/>
          </p:nvSpPr>
          <p:spPr bwMode="auto">
            <a:xfrm rot="-733528">
              <a:off x="2879347" y="292135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106" name="Oval 105"/>
            <p:cNvSpPr>
              <a:spLocks noChangeArrowheads="1"/>
            </p:cNvSpPr>
            <p:nvPr/>
          </p:nvSpPr>
          <p:spPr bwMode="auto">
            <a:xfrm rot="-733528">
              <a:off x="2761515" y="313797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107" name="Freeform 106"/>
            <p:cNvSpPr>
              <a:spLocks noChangeArrowheads="1"/>
            </p:cNvSpPr>
            <p:nvPr/>
          </p:nvSpPr>
          <p:spPr bwMode="auto">
            <a:xfrm>
              <a:off x="2939384" y="2737153"/>
              <a:ext cx="1467305" cy="2309075"/>
            </a:xfrm>
            <a:custGeom>
              <a:avLst/>
              <a:gdLst>
                <a:gd name="T0" fmla="*/ 631801 w 1467305"/>
                <a:gd name="T1" fmla="*/ 891166 h 2309075"/>
                <a:gd name="T2" fmla="*/ 669995 w 1467305"/>
                <a:gd name="T3" fmla="*/ 757491 h 2309075"/>
                <a:gd name="T4" fmla="*/ 860968 w 1467305"/>
                <a:gd name="T5" fmla="*/ 547430 h 2309075"/>
                <a:gd name="T6" fmla="*/ 899162 w 1467305"/>
                <a:gd name="T7" fmla="*/ 289629 h 2309075"/>
                <a:gd name="T8" fmla="*/ 794128 w 1467305"/>
                <a:gd name="T9" fmla="*/ 89116 h 2309075"/>
                <a:gd name="T10" fmla="*/ 555412 w 1467305"/>
                <a:gd name="T11" fmla="*/ 60472 h 2309075"/>
                <a:gd name="T12" fmla="*/ 106627 w 1467305"/>
                <a:gd name="T13" fmla="*/ 451948 h 2309075"/>
                <a:gd name="T14" fmla="*/ 20689 w 1467305"/>
                <a:gd name="T15" fmla="*/ 805232 h 2309075"/>
                <a:gd name="T16" fmla="*/ 230759 w 1467305"/>
                <a:gd name="T17" fmla="*/ 1320835 h 2309075"/>
                <a:gd name="T18" fmla="*/ 679544 w 1467305"/>
                <a:gd name="T19" fmla="*/ 2017854 h 2309075"/>
                <a:gd name="T20" fmla="*/ 946906 w 1467305"/>
                <a:gd name="T21" fmla="*/ 2266108 h 2309075"/>
                <a:gd name="T22" fmla="*/ 1204718 w 1467305"/>
                <a:gd name="T23" fmla="*/ 2275656 h 2309075"/>
                <a:gd name="T24" fmla="*/ 1405239 w 1467305"/>
                <a:gd name="T25" fmla="*/ 2103788 h 2309075"/>
                <a:gd name="T26" fmla="*/ 1462531 w 1467305"/>
                <a:gd name="T27" fmla="*/ 1884179 h 2309075"/>
                <a:gd name="T28" fmla="*/ 1376594 w 1467305"/>
                <a:gd name="T29" fmla="*/ 1655022 h 2309075"/>
                <a:gd name="T30" fmla="*/ 1166524 w 1467305"/>
                <a:gd name="T31" fmla="*/ 1530896 h 2309075"/>
                <a:gd name="T32" fmla="*/ 946906 w 1467305"/>
                <a:gd name="T33" fmla="*/ 1483155 h 2309075"/>
                <a:gd name="T34" fmla="*/ 765482 w 1467305"/>
                <a:gd name="T35" fmla="*/ 1349480 h 2309075"/>
                <a:gd name="T36" fmla="*/ 631801 w 1467305"/>
                <a:gd name="T37" fmla="*/ 1063034 h 2309075"/>
                <a:gd name="T38" fmla="*/ 631801 w 1467305"/>
                <a:gd name="T39" fmla="*/ 891166 h 23090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7305"/>
                <a:gd name="T61" fmla="*/ 0 h 2309075"/>
                <a:gd name="T62" fmla="*/ 1467305 w 1467305"/>
                <a:gd name="T63" fmla="*/ 2309075 h 23090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7305" h="2309075">
                  <a:moveTo>
                    <a:pt x="631801" y="891166"/>
                  </a:moveTo>
                  <a:cubicBezTo>
                    <a:pt x="641342" y="827542"/>
                    <a:pt x="644500" y="814780"/>
                    <a:pt x="669995" y="757491"/>
                  </a:cubicBezTo>
                  <a:cubicBezTo>
                    <a:pt x="708190" y="700202"/>
                    <a:pt x="822774" y="625407"/>
                    <a:pt x="860968" y="547430"/>
                  </a:cubicBezTo>
                  <a:cubicBezTo>
                    <a:pt x="899162" y="469453"/>
                    <a:pt x="910302" y="366015"/>
                    <a:pt x="899162" y="289629"/>
                  </a:cubicBezTo>
                  <a:cubicBezTo>
                    <a:pt x="888022" y="213243"/>
                    <a:pt x="851420" y="127309"/>
                    <a:pt x="794128" y="89116"/>
                  </a:cubicBezTo>
                  <a:cubicBezTo>
                    <a:pt x="736836" y="50923"/>
                    <a:pt x="669995" y="0"/>
                    <a:pt x="555412" y="60472"/>
                  </a:cubicBezTo>
                  <a:cubicBezTo>
                    <a:pt x="440829" y="120944"/>
                    <a:pt x="195748" y="327821"/>
                    <a:pt x="106627" y="451948"/>
                  </a:cubicBezTo>
                  <a:cubicBezTo>
                    <a:pt x="17507" y="576075"/>
                    <a:pt x="0" y="660418"/>
                    <a:pt x="20689" y="805232"/>
                  </a:cubicBezTo>
                  <a:cubicBezTo>
                    <a:pt x="41378" y="950046"/>
                    <a:pt x="120950" y="1118731"/>
                    <a:pt x="230759" y="1320835"/>
                  </a:cubicBezTo>
                  <a:cubicBezTo>
                    <a:pt x="340568" y="1522939"/>
                    <a:pt x="560186" y="1860309"/>
                    <a:pt x="679544" y="2017854"/>
                  </a:cubicBezTo>
                  <a:cubicBezTo>
                    <a:pt x="798902" y="2175399"/>
                    <a:pt x="859377" y="2223141"/>
                    <a:pt x="946906" y="2266108"/>
                  </a:cubicBezTo>
                  <a:cubicBezTo>
                    <a:pt x="1034435" y="2309075"/>
                    <a:pt x="1128329" y="2302709"/>
                    <a:pt x="1204718" y="2275656"/>
                  </a:cubicBezTo>
                  <a:cubicBezTo>
                    <a:pt x="1281107" y="2248603"/>
                    <a:pt x="1362270" y="2169034"/>
                    <a:pt x="1405239" y="2103788"/>
                  </a:cubicBezTo>
                  <a:cubicBezTo>
                    <a:pt x="1448208" y="2038542"/>
                    <a:pt x="1467305" y="1958973"/>
                    <a:pt x="1462531" y="1884179"/>
                  </a:cubicBezTo>
                  <a:cubicBezTo>
                    <a:pt x="1457757" y="1809385"/>
                    <a:pt x="1425928" y="1713902"/>
                    <a:pt x="1376594" y="1655022"/>
                  </a:cubicBezTo>
                  <a:cubicBezTo>
                    <a:pt x="1327260" y="1596142"/>
                    <a:pt x="1238139" y="1559541"/>
                    <a:pt x="1166524" y="1530896"/>
                  </a:cubicBezTo>
                  <a:cubicBezTo>
                    <a:pt x="1094909" y="1502251"/>
                    <a:pt x="1013746" y="1513391"/>
                    <a:pt x="946906" y="1483155"/>
                  </a:cubicBezTo>
                  <a:cubicBezTo>
                    <a:pt x="880066" y="1452919"/>
                    <a:pt x="817999" y="1419500"/>
                    <a:pt x="765482" y="1349480"/>
                  </a:cubicBezTo>
                  <a:cubicBezTo>
                    <a:pt x="712965" y="1279460"/>
                    <a:pt x="654081" y="1139420"/>
                    <a:pt x="631801" y="1063034"/>
                  </a:cubicBezTo>
                  <a:cubicBezTo>
                    <a:pt x="615871" y="945373"/>
                    <a:pt x="625435" y="942090"/>
                    <a:pt x="631801" y="891166"/>
                  </a:cubicBezTo>
                  <a:close/>
                </a:path>
              </a:pathLst>
            </a:cu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grpSp>
      <p:grpSp>
        <p:nvGrpSpPr>
          <p:cNvPr id="123" name="Group 122"/>
          <p:cNvGrpSpPr/>
          <p:nvPr/>
        </p:nvGrpSpPr>
        <p:grpSpPr>
          <a:xfrm>
            <a:off x="2462371" y="4897222"/>
            <a:ext cx="3125856" cy="1038258"/>
            <a:chOff x="-73610" y="2876550"/>
            <a:chExt cx="3125856" cy="1038258"/>
          </a:xfrm>
        </p:grpSpPr>
        <p:cxnSp>
          <p:nvCxnSpPr>
            <p:cNvPr id="124" name="Straight Connector 123"/>
            <p:cNvCxnSpPr/>
            <p:nvPr/>
          </p:nvCxnSpPr>
          <p:spPr>
            <a:xfrm>
              <a:off x="1447800" y="2876550"/>
              <a:ext cx="0" cy="609600"/>
            </a:xfrm>
            <a:prstGeom prst="line">
              <a:avLst/>
            </a:prstGeom>
            <a:ln w="12700">
              <a:solidFill>
                <a:schemeClr val="tx1">
                  <a:lumMod val="40000"/>
                  <a:lumOff val="6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sp>
          <p:nvSpPr>
            <p:cNvPr id="125" name="Rectangle 1436"/>
            <p:cNvSpPr>
              <a:spLocks noChangeArrowheads="1"/>
            </p:cNvSpPr>
            <p:nvPr/>
          </p:nvSpPr>
          <p:spPr bwMode="auto">
            <a:xfrm>
              <a:off x="-73610" y="3545476"/>
              <a:ext cx="3125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a:r>
                <a:rPr lang="ar-SA" sz="2400" b="1" u="sng" dirty="0"/>
                <a:t>الجيل الثاني (1951- 1958م)</a:t>
              </a:r>
              <a:endParaRPr lang="en-US" sz="2400" b="1" u="sng" dirty="0" smtClean="0">
                <a:solidFill>
                  <a:prstClr val="white">
                    <a:lumMod val="65000"/>
                  </a:prstClr>
                </a:solidFill>
                <a:latin typeface="Calibri" panose="020F0502020204030204"/>
                <a:cs typeface="Arial" pitchFamily="34" charset="0"/>
              </a:endParaRPr>
            </a:p>
          </p:txBody>
        </p:sp>
      </p:grpSp>
      <p:grpSp>
        <p:nvGrpSpPr>
          <p:cNvPr id="126" name="Group 125"/>
          <p:cNvGrpSpPr/>
          <p:nvPr/>
        </p:nvGrpSpPr>
        <p:grpSpPr>
          <a:xfrm>
            <a:off x="469920" y="1740769"/>
            <a:ext cx="2979983" cy="745410"/>
            <a:chOff x="429666" y="1521540"/>
            <a:chExt cx="2979983" cy="745410"/>
          </a:xfrm>
        </p:grpSpPr>
        <p:cxnSp>
          <p:nvCxnSpPr>
            <p:cNvPr id="127" name="Straight Connector 126"/>
            <p:cNvCxnSpPr/>
            <p:nvPr/>
          </p:nvCxnSpPr>
          <p:spPr>
            <a:xfrm flipV="1">
              <a:off x="1919654" y="1757797"/>
              <a:ext cx="0" cy="509153"/>
            </a:xfrm>
            <a:prstGeom prst="line">
              <a:avLst/>
            </a:prstGeom>
            <a:ln w="12700">
              <a:solidFill>
                <a:schemeClr val="tx1">
                  <a:lumMod val="40000"/>
                  <a:lumOff val="6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sp>
          <p:nvSpPr>
            <p:cNvPr id="128" name="Rectangle 1436"/>
            <p:cNvSpPr>
              <a:spLocks noChangeArrowheads="1"/>
            </p:cNvSpPr>
            <p:nvPr/>
          </p:nvSpPr>
          <p:spPr bwMode="auto">
            <a:xfrm>
              <a:off x="429666" y="1521540"/>
              <a:ext cx="29799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a:r>
                <a:rPr lang="ar-SA" sz="2400" b="1" u="sng" dirty="0"/>
                <a:t>الجيل الأول (1937-1950م)</a:t>
              </a:r>
              <a:endParaRPr lang="en-US" sz="2400" b="1" u="sng" dirty="0" smtClean="0">
                <a:solidFill>
                  <a:prstClr val="white">
                    <a:lumMod val="65000"/>
                  </a:prstClr>
                </a:solidFill>
                <a:latin typeface="Calibri" panose="020F0502020204030204"/>
                <a:cs typeface="Arial" pitchFamily="34" charset="0"/>
              </a:endParaRPr>
            </a:p>
          </p:txBody>
        </p:sp>
      </p:grpSp>
      <p:grpSp>
        <p:nvGrpSpPr>
          <p:cNvPr id="168" name="Group 167"/>
          <p:cNvGrpSpPr/>
          <p:nvPr/>
        </p:nvGrpSpPr>
        <p:grpSpPr>
          <a:xfrm>
            <a:off x="7373241" y="5067030"/>
            <a:ext cx="3137077" cy="1009705"/>
            <a:chOff x="52814" y="2960958"/>
            <a:chExt cx="3137077" cy="1009705"/>
          </a:xfrm>
        </p:grpSpPr>
        <p:cxnSp>
          <p:nvCxnSpPr>
            <p:cNvPr id="169" name="Straight Connector 168"/>
            <p:cNvCxnSpPr/>
            <p:nvPr/>
          </p:nvCxnSpPr>
          <p:spPr>
            <a:xfrm>
              <a:off x="1447800" y="2960958"/>
              <a:ext cx="0" cy="540000"/>
            </a:xfrm>
            <a:prstGeom prst="line">
              <a:avLst/>
            </a:prstGeom>
            <a:ln w="12700">
              <a:solidFill>
                <a:schemeClr val="tx1">
                  <a:lumMod val="40000"/>
                  <a:lumOff val="6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sp>
          <p:nvSpPr>
            <p:cNvPr id="170" name="Rectangle 1436"/>
            <p:cNvSpPr>
              <a:spLocks noChangeArrowheads="1"/>
            </p:cNvSpPr>
            <p:nvPr/>
          </p:nvSpPr>
          <p:spPr bwMode="auto">
            <a:xfrm>
              <a:off x="52814" y="3601331"/>
              <a:ext cx="31370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a:r>
                <a:rPr lang="ar-SA" sz="2400" b="1" u="sng" dirty="0"/>
                <a:t>الجيل الرابع (1965- 1971م)</a:t>
              </a:r>
              <a:endParaRPr lang="en-US" sz="2400" b="1" u="sng" dirty="0" smtClean="0">
                <a:solidFill>
                  <a:prstClr val="white">
                    <a:lumMod val="65000"/>
                  </a:prstClr>
                </a:solidFill>
                <a:latin typeface="Calibri" panose="020F0502020204030204"/>
                <a:cs typeface="Arial" pitchFamily="34" charset="0"/>
              </a:endParaRPr>
            </a:p>
          </p:txBody>
        </p:sp>
      </p:grpSp>
      <p:grpSp>
        <p:nvGrpSpPr>
          <p:cNvPr id="171" name="Group 170"/>
          <p:cNvGrpSpPr/>
          <p:nvPr/>
        </p:nvGrpSpPr>
        <p:grpSpPr>
          <a:xfrm>
            <a:off x="4926060" y="1422382"/>
            <a:ext cx="3137077" cy="745410"/>
            <a:chOff x="351119" y="1521540"/>
            <a:chExt cx="3137077" cy="745410"/>
          </a:xfrm>
        </p:grpSpPr>
        <p:cxnSp>
          <p:nvCxnSpPr>
            <p:cNvPr id="172" name="Straight Connector 171"/>
            <p:cNvCxnSpPr/>
            <p:nvPr/>
          </p:nvCxnSpPr>
          <p:spPr>
            <a:xfrm flipV="1">
              <a:off x="1919654" y="1757797"/>
              <a:ext cx="0" cy="509153"/>
            </a:xfrm>
            <a:prstGeom prst="line">
              <a:avLst/>
            </a:prstGeom>
            <a:ln w="12700">
              <a:solidFill>
                <a:schemeClr val="tx1">
                  <a:lumMod val="40000"/>
                  <a:lumOff val="6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sp>
          <p:nvSpPr>
            <p:cNvPr id="173" name="Rectangle 1436"/>
            <p:cNvSpPr>
              <a:spLocks noChangeArrowheads="1"/>
            </p:cNvSpPr>
            <p:nvPr/>
          </p:nvSpPr>
          <p:spPr bwMode="auto">
            <a:xfrm>
              <a:off x="351119" y="1521540"/>
              <a:ext cx="31370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a:r>
                <a:rPr lang="ar-SA" sz="2400" b="1" u="sng" dirty="0"/>
                <a:t>الجيل الثالث (1959- 1964م)</a:t>
              </a:r>
              <a:endParaRPr lang="en-US" sz="2400" b="1" u="sng" dirty="0" smtClean="0">
                <a:solidFill>
                  <a:prstClr val="white">
                    <a:lumMod val="65000"/>
                  </a:prstClr>
                </a:solidFill>
                <a:latin typeface="Calibri" panose="020F0502020204030204"/>
                <a:cs typeface="Arial" pitchFamily="34" charset="0"/>
              </a:endParaRPr>
            </a:p>
          </p:txBody>
        </p:sp>
      </p:grpSp>
      <p:grpSp>
        <p:nvGrpSpPr>
          <p:cNvPr id="177" name="Group 176"/>
          <p:cNvGrpSpPr/>
          <p:nvPr/>
        </p:nvGrpSpPr>
        <p:grpSpPr>
          <a:xfrm>
            <a:off x="8488632" y="1837830"/>
            <a:ext cx="3592330" cy="632257"/>
            <a:chOff x="123493" y="1521540"/>
            <a:chExt cx="3592330" cy="632257"/>
          </a:xfrm>
        </p:grpSpPr>
        <p:cxnSp>
          <p:nvCxnSpPr>
            <p:cNvPr id="178" name="Straight Connector 177"/>
            <p:cNvCxnSpPr/>
            <p:nvPr/>
          </p:nvCxnSpPr>
          <p:spPr>
            <a:xfrm flipV="1">
              <a:off x="1919654" y="1757797"/>
              <a:ext cx="0" cy="396000"/>
            </a:xfrm>
            <a:prstGeom prst="line">
              <a:avLst/>
            </a:prstGeom>
            <a:ln w="12700">
              <a:solidFill>
                <a:schemeClr val="tx1">
                  <a:lumMod val="40000"/>
                  <a:lumOff val="6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sp>
          <p:nvSpPr>
            <p:cNvPr id="179" name="Rectangle 1436"/>
            <p:cNvSpPr>
              <a:spLocks noChangeArrowheads="1"/>
            </p:cNvSpPr>
            <p:nvPr/>
          </p:nvSpPr>
          <p:spPr bwMode="auto">
            <a:xfrm>
              <a:off x="123493" y="1521540"/>
              <a:ext cx="35923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a:r>
                <a:rPr lang="ar-SA" sz="2400" b="1" u="sng" dirty="0"/>
                <a:t>الجيل الخامس (1972- وحتى الآن)</a:t>
              </a:r>
              <a:endParaRPr lang="en-US" sz="2400" b="1" u="sng" dirty="0" smtClean="0">
                <a:solidFill>
                  <a:prstClr val="white">
                    <a:lumMod val="65000"/>
                  </a:prstClr>
                </a:solidFill>
                <a:latin typeface="Calibri" panose="020F0502020204030204"/>
                <a:cs typeface="Arial" pitchFamily="34" charset="0"/>
              </a:endParaRPr>
            </a:p>
          </p:txBody>
        </p:sp>
      </p:grpSp>
      <p:sp>
        <p:nvSpPr>
          <p:cNvPr id="129" name="Rectangle 1436"/>
          <p:cNvSpPr>
            <a:spLocks noChangeArrowheads="1"/>
          </p:cNvSpPr>
          <p:nvPr/>
        </p:nvSpPr>
        <p:spPr bwMode="auto">
          <a:xfrm>
            <a:off x="80802" y="3225458"/>
            <a:ext cx="2871600"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algn="ctr"/>
            <a:r>
              <a:rPr lang="ar-SA" sz="2800" dirty="0"/>
              <a:t>يعود الفضل في تطويره للجيش الأمريكي</a:t>
            </a:r>
            <a:endParaRPr lang="en-US" sz="2800" b="1" dirty="0" smtClean="0">
              <a:solidFill>
                <a:prstClr val="white">
                  <a:lumMod val="75000"/>
                </a:prstClr>
              </a:solidFill>
              <a:latin typeface="Calibri" panose="020F0502020204030204"/>
              <a:cs typeface="Arial" pitchFamily="34" charset="0"/>
            </a:endParaRPr>
          </a:p>
        </p:txBody>
      </p:sp>
      <p:sp>
        <p:nvSpPr>
          <p:cNvPr id="130" name="Rectangle 1436"/>
          <p:cNvSpPr>
            <a:spLocks noChangeArrowheads="1"/>
          </p:cNvSpPr>
          <p:nvPr/>
        </p:nvSpPr>
        <p:spPr bwMode="auto">
          <a:xfrm>
            <a:off x="2818545" y="3558005"/>
            <a:ext cx="205399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algn="ctr"/>
            <a:r>
              <a:rPr lang="ar-SA" sz="2400" b="1" dirty="0"/>
              <a:t>وقد استخدمت فيها الصمامات المفرغة</a:t>
            </a:r>
            <a:endParaRPr lang="en-US" sz="2400" b="1" dirty="0" smtClean="0">
              <a:solidFill>
                <a:prstClr val="white">
                  <a:lumMod val="75000"/>
                </a:prstClr>
              </a:solidFill>
              <a:latin typeface="Calibri" panose="020F0502020204030204"/>
              <a:cs typeface="Arial" pitchFamily="34" charset="0"/>
            </a:endParaRPr>
          </a:p>
        </p:txBody>
      </p:sp>
      <p:sp>
        <p:nvSpPr>
          <p:cNvPr id="131" name="Rectangle 1436"/>
          <p:cNvSpPr>
            <a:spLocks noChangeArrowheads="1"/>
          </p:cNvSpPr>
          <p:nvPr/>
        </p:nvSpPr>
        <p:spPr bwMode="auto">
          <a:xfrm rot="10800000" flipV="1">
            <a:off x="4900025" y="2855175"/>
            <a:ext cx="2730782"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algn="ctr" rtl="1"/>
            <a:r>
              <a:rPr lang="ar-SA" sz="2400" b="1" dirty="0"/>
              <a:t>استخدم الترانسستور </a:t>
            </a:r>
            <a:r>
              <a:rPr lang="en-US" sz="2400" b="1" dirty="0" smtClean="0"/>
              <a:t>     </a:t>
            </a:r>
            <a:r>
              <a:rPr lang="ar-SA" sz="2400" b="1" dirty="0" smtClean="0"/>
              <a:t>والدوائر </a:t>
            </a:r>
            <a:r>
              <a:rPr lang="en-US" sz="2400" b="1" dirty="0"/>
              <a:t>IC</a:t>
            </a:r>
            <a:r>
              <a:rPr lang="ar-SA" sz="2400" b="1" dirty="0"/>
              <a:t> المتكاملة في تصميم الحاسبات بدلاً من الصمامات المفرغة</a:t>
            </a:r>
            <a:endParaRPr lang="en-US" sz="2400" b="1" dirty="0" smtClean="0">
              <a:solidFill>
                <a:prstClr val="white">
                  <a:lumMod val="75000"/>
                </a:prstClr>
              </a:solidFill>
              <a:latin typeface="Calibri" panose="020F0502020204030204"/>
              <a:cs typeface="Arial" pitchFamily="34" charset="0"/>
            </a:endParaRPr>
          </a:p>
        </p:txBody>
      </p:sp>
      <p:sp>
        <p:nvSpPr>
          <p:cNvPr id="132" name="Rectangle 1436"/>
          <p:cNvSpPr>
            <a:spLocks noChangeArrowheads="1"/>
          </p:cNvSpPr>
          <p:nvPr/>
        </p:nvSpPr>
        <p:spPr bwMode="auto">
          <a:xfrm>
            <a:off x="7535849" y="3247744"/>
            <a:ext cx="2277010"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algn="ctr"/>
            <a:r>
              <a:rPr lang="ar-SA" sz="2400" b="1" dirty="0"/>
              <a:t>في تلك الفترة ظهرت الأقراص المغناطيسية المرنة</a:t>
            </a:r>
            <a:endParaRPr lang="en-US" sz="2400" b="1" dirty="0" smtClean="0">
              <a:solidFill>
                <a:prstClr val="white">
                  <a:lumMod val="75000"/>
                </a:prstClr>
              </a:solidFill>
              <a:latin typeface="Calibri" panose="020F0502020204030204"/>
              <a:cs typeface="Arial" pitchFamily="34" charset="0"/>
            </a:endParaRPr>
          </a:p>
        </p:txBody>
      </p:sp>
      <p:sp>
        <p:nvSpPr>
          <p:cNvPr id="133" name="Rectangle 1436"/>
          <p:cNvSpPr>
            <a:spLocks noChangeArrowheads="1"/>
          </p:cNvSpPr>
          <p:nvPr/>
        </p:nvSpPr>
        <p:spPr bwMode="auto">
          <a:xfrm>
            <a:off x="10041219" y="3643268"/>
            <a:ext cx="1777912"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algn="ctr"/>
            <a:r>
              <a:rPr lang="ar-SA" sz="2400" b="1" dirty="0"/>
              <a:t>لا زالت حواسيب هذا الجيل قيد التطوير والتحسين</a:t>
            </a:r>
            <a:endParaRPr lang="en-US" sz="2400" b="1" dirty="0" smtClean="0">
              <a:solidFill>
                <a:prstClr val="white">
                  <a:lumMod val="75000"/>
                </a:prstClr>
              </a:solidFill>
              <a:latin typeface="Calibri" panose="020F0502020204030204"/>
              <a:cs typeface="Arial" pitchFamily="34" charset="0"/>
            </a:endParaRPr>
          </a:p>
        </p:txBody>
      </p:sp>
      <p:sp>
        <p:nvSpPr>
          <p:cNvPr id="5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224332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1+#ppt_w/2"/>
                                          </p:val>
                                        </p:tav>
                                        <p:tav tm="100000">
                                          <p:val>
                                            <p:strVal val="#ppt_x"/>
                                          </p:val>
                                        </p:tav>
                                      </p:tavLst>
                                    </p:anim>
                                    <p:anim calcmode="lin" valueType="num">
                                      <p:cBhvr additive="base">
                                        <p:cTn id="8" dur="500" fill="hold"/>
                                        <p:tgtEl>
                                          <p:spTgt spid="1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64"/>
                                        </p:tgtEl>
                                        <p:attrNameLst>
                                          <p:attrName>style.visibility</p:attrName>
                                        </p:attrNameLst>
                                      </p:cBhvr>
                                      <p:to>
                                        <p:strVal val="visible"/>
                                      </p:to>
                                    </p:set>
                                    <p:animEffect transition="in" filter="fade">
                                      <p:cBhvr>
                                        <p:cTn id="12" dur="500"/>
                                        <p:tgtEl>
                                          <p:spTgt spid="64"/>
                                        </p:tgtEl>
                                      </p:cBhvr>
                                    </p:animEffect>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126"/>
                                        </p:tgtEl>
                                        <p:attrNameLst>
                                          <p:attrName>style.visibility</p:attrName>
                                        </p:attrNameLst>
                                      </p:cBhvr>
                                      <p:to>
                                        <p:strVal val="visible"/>
                                      </p:to>
                                    </p:set>
                                    <p:animEffect transition="in" filter="fade">
                                      <p:cBhvr>
                                        <p:cTn id="16" dur="500"/>
                                        <p:tgtEl>
                                          <p:spTgt spid="126"/>
                                        </p:tgtEl>
                                      </p:cBhvr>
                                    </p:animEffect>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129"/>
                                        </p:tgtEl>
                                        <p:attrNameLst>
                                          <p:attrName>style.visibility</p:attrName>
                                        </p:attrNameLst>
                                      </p:cBhvr>
                                      <p:to>
                                        <p:strVal val="visible"/>
                                      </p:to>
                                    </p:set>
                                    <p:animEffect transition="in" filter="fade">
                                      <p:cBhvr>
                                        <p:cTn id="20" dur="500"/>
                                        <p:tgtEl>
                                          <p:spTgt spid="129"/>
                                        </p:tgtEl>
                                      </p:cBhvr>
                                    </p:animEffect>
                                  </p:childTnLst>
                                </p:cTn>
                              </p:par>
                            </p:childTnLst>
                          </p:cTn>
                        </p:par>
                        <p:par>
                          <p:cTn id="21" fill="hold">
                            <p:stCondLst>
                              <p:cond delay="2000"/>
                            </p:stCondLst>
                            <p:childTnLst>
                              <p:par>
                                <p:cTn id="22" presetID="10" presetClass="entr" presetSubtype="0" fill="hold" nodeType="afterEffect">
                                  <p:stCondLst>
                                    <p:cond delay="0"/>
                                  </p:stCondLst>
                                  <p:childTnLst>
                                    <p:set>
                                      <p:cBhvr>
                                        <p:cTn id="23" dur="1" fill="hold">
                                          <p:stCondLst>
                                            <p:cond delay="0"/>
                                          </p:stCondLst>
                                        </p:cTn>
                                        <p:tgtEl>
                                          <p:spTgt spid="65"/>
                                        </p:tgtEl>
                                        <p:attrNameLst>
                                          <p:attrName>style.visibility</p:attrName>
                                        </p:attrNameLst>
                                      </p:cBhvr>
                                      <p:to>
                                        <p:strVal val="visible"/>
                                      </p:to>
                                    </p:set>
                                    <p:animEffect transition="in" filter="fade">
                                      <p:cBhvr>
                                        <p:cTn id="24" dur="500"/>
                                        <p:tgtEl>
                                          <p:spTgt spid="65"/>
                                        </p:tgtEl>
                                      </p:cBhvr>
                                    </p:animEffect>
                                  </p:childTnLst>
                                </p:cTn>
                              </p:par>
                            </p:childTnLst>
                          </p:cTn>
                        </p:par>
                        <p:par>
                          <p:cTn id="25" fill="hold">
                            <p:stCondLst>
                              <p:cond delay="2500"/>
                            </p:stCondLst>
                            <p:childTnLst>
                              <p:par>
                                <p:cTn id="26" presetID="10" presetClass="entr" presetSubtype="0" fill="hold" nodeType="afterEffect">
                                  <p:stCondLst>
                                    <p:cond delay="0"/>
                                  </p:stCondLst>
                                  <p:childTnLst>
                                    <p:set>
                                      <p:cBhvr>
                                        <p:cTn id="27" dur="1" fill="hold">
                                          <p:stCondLst>
                                            <p:cond delay="0"/>
                                          </p:stCondLst>
                                        </p:cTn>
                                        <p:tgtEl>
                                          <p:spTgt spid="123"/>
                                        </p:tgtEl>
                                        <p:attrNameLst>
                                          <p:attrName>style.visibility</p:attrName>
                                        </p:attrNameLst>
                                      </p:cBhvr>
                                      <p:to>
                                        <p:strVal val="visible"/>
                                      </p:to>
                                    </p:set>
                                    <p:animEffect transition="in" filter="fade">
                                      <p:cBhvr>
                                        <p:cTn id="28" dur="500"/>
                                        <p:tgtEl>
                                          <p:spTgt spid="123"/>
                                        </p:tgtEl>
                                      </p:cBhvr>
                                    </p:animEffect>
                                  </p:childTnLst>
                                </p:cTn>
                              </p:par>
                            </p:childTnLst>
                          </p:cTn>
                        </p:par>
                        <p:par>
                          <p:cTn id="29" fill="hold">
                            <p:stCondLst>
                              <p:cond delay="3000"/>
                            </p:stCondLst>
                            <p:childTnLst>
                              <p:par>
                                <p:cTn id="30" presetID="10" presetClass="entr" presetSubtype="0" fill="hold" grpId="0" nodeType="afterEffect">
                                  <p:stCondLst>
                                    <p:cond delay="0"/>
                                  </p:stCondLst>
                                  <p:childTnLst>
                                    <p:set>
                                      <p:cBhvr>
                                        <p:cTn id="31" dur="1" fill="hold">
                                          <p:stCondLst>
                                            <p:cond delay="0"/>
                                          </p:stCondLst>
                                        </p:cTn>
                                        <p:tgtEl>
                                          <p:spTgt spid="130"/>
                                        </p:tgtEl>
                                        <p:attrNameLst>
                                          <p:attrName>style.visibility</p:attrName>
                                        </p:attrNameLst>
                                      </p:cBhvr>
                                      <p:to>
                                        <p:strVal val="visible"/>
                                      </p:to>
                                    </p:set>
                                    <p:animEffect transition="in" filter="fade">
                                      <p:cBhvr>
                                        <p:cTn id="32" dur="500"/>
                                        <p:tgtEl>
                                          <p:spTgt spid="130"/>
                                        </p:tgtEl>
                                      </p:cBhvr>
                                    </p:animEffect>
                                  </p:childTnLst>
                                </p:cTn>
                              </p:par>
                            </p:childTnLst>
                          </p:cTn>
                        </p:par>
                        <p:par>
                          <p:cTn id="33" fill="hold">
                            <p:stCondLst>
                              <p:cond delay="3500"/>
                            </p:stCondLst>
                            <p:childTnLst>
                              <p:par>
                                <p:cTn id="34" presetID="10" presetClass="entr" presetSubtype="0" fill="hold" nodeType="afterEffect">
                                  <p:stCondLst>
                                    <p:cond delay="0"/>
                                  </p:stCondLst>
                                  <p:childTnLst>
                                    <p:set>
                                      <p:cBhvr>
                                        <p:cTn id="35" dur="1" fill="hold">
                                          <p:stCondLst>
                                            <p:cond delay="0"/>
                                          </p:stCondLst>
                                        </p:cTn>
                                        <p:tgtEl>
                                          <p:spTgt spid="79"/>
                                        </p:tgtEl>
                                        <p:attrNameLst>
                                          <p:attrName>style.visibility</p:attrName>
                                        </p:attrNameLst>
                                      </p:cBhvr>
                                      <p:to>
                                        <p:strVal val="visible"/>
                                      </p:to>
                                    </p:set>
                                    <p:animEffect transition="in" filter="fade">
                                      <p:cBhvr>
                                        <p:cTn id="36" dur="500"/>
                                        <p:tgtEl>
                                          <p:spTgt spid="79"/>
                                        </p:tgtEl>
                                      </p:cBhvr>
                                    </p:animEffect>
                                  </p:childTnLst>
                                </p:cTn>
                              </p:par>
                            </p:childTnLst>
                          </p:cTn>
                        </p:par>
                        <p:par>
                          <p:cTn id="37" fill="hold">
                            <p:stCondLst>
                              <p:cond delay="4000"/>
                            </p:stCondLst>
                            <p:childTnLst>
                              <p:par>
                                <p:cTn id="38" presetID="10" presetClass="entr" presetSubtype="0" fill="hold" nodeType="afterEffect">
                                  <p:stCondLst>
                                    <p:cond delay="0"/>
                                  </p:stCondLst>
                                  <p:childTnLst>
                                    <p:set>
                                      <p:cBhvr>
                                        <p:cTn id="39" dur="1" fill="hold">
                                          <p:stCondLst>
                                            <p:cond delay="0"/>
                                          </p:stCondLst>
                                        </p:cTn>
                                        <p:tgtEl>
                                          <p:spTgt spid="171"/>
                                        </p:tgtEl>
                                        <p:attrNameLst>
                                          <p:attrName>style.visibility</p:attrName>
                                        </p:attrNameLst>
                                      </p:cBhvr>
                                      <p:to>
                                        <p:strVal val="visible"/>
                                      </p:to>
                                    </p:set>
                                    <p:animEffect transition="in" filter="fade">
                                      <p:cBhvr>
                                        <p:cTn id="40" dur="500"/>
                                        <p:tgtEl>
                                          <p:spTgt spid="171"/>
                                        </p:tgtEl>
                                      </p:cBhvr>
                                    </p:animEffect>
                                  </p:childTnLst>
                                </p:cTn>
                              </p:par>
                            </p:childTnLst>
                          </p:cTn>
                        </p:par>
                        <p:par>
                          <p:cTn id="41" fill="hold">
                            <p:stCondLst>
                              <p:cond delay="4500"/>
                            </p:stCondLst>
                            <p:childTnLst>
                              <p:par>
                                <p:cTn id="42" presetID="10" presetClass="entr" presetSubtype="0" fill="hold" grpId="0" nodeType="afterEffect">
                                  <p:stCondLst>
                                    <p:cond delay="0"/>
                                  </p:stCondLst>
                                  <p:childTnLst>
                                    <p:set>
                                      <p:cBhvr>
                                        <p:cTn id="43" dur="1" fill="hold">
                                          <p:stCondLst>
                                            <p:cond delay="0"/>
                                          </p:stCondLst>
                                        </p:cTn>
                                        <p:tgtEl>
                                          <p:spTgt spid="131"/>
                                        </p:tgtEl>
                                        <p:attrNameLst>
                                          <p:attrName>style.visibility</p:attrName>
                                        </p:attrNameLst>
                                      </p:cBhvr>
                                      <p:to>
                                        <p:strVal val="visible"/>
                                      </p:to>
                                    </p:set>
                                    <p:animEffect transition="in" filter="fade">
                                      <p:cBhvr>
                                        <p:cTn id="44" dur="500"/>
                                        <p:tgtEl>
                                          <p:spTgt spid="131"/>
                                        </p:tgtEl>
                                      </p:cBhvr>
                                    </p:animEffect>
                                  </p:childTnLst>
                                </p:cTn>
                              </p:par>
                            </p:childTnLst>
                          </p:cTn>
                        </p:par>
                        <p:par>
                          <p:cTn id="45" fill="hold">
                            <p:stCondLst>
                              <p:cond delay="5000"/>
                            </p:stCondLst>
                            <p:childTnLst>
                              <p:par>
                                <p:cTn id="46" presetID="10" presetClass="entr" presetSubtype="0" fill="hold" nodeType="afterEffect">
                                  <p:stCondLst>
                                    <p:cond delay="0"/>
                                  </p:stCondLst>
                                  <p:childTnLst>
                                    <p:set>
                                      <p:cBhvr>
                                        <p:cTn id="47" dur="1" fill="hold">
                                          <p:stCondLst>
                                            <p:cond delay="0"/>
                                          </p:stCondLst>
                                        </p:cTn>
                                        <p:tgtEl>
                                          <p:spTgt spid="80"/>
                                        </p:tgtEl>
                                        <p:attrNameLst>
                                          <p:attrName>style.visibility</p:attrName>
                                        </p:attrNameLst>
                                      </p:cBhvr>
                                      <p:to>
                                        <p:strVal val="visible"/>
                                      </p:to>
                                    </p:set>
                                    <p:animEffect transition="in" filter="fade">
                                      <p:cBhvr>
                                        <p:cTn id="48" dur="500"/>
                                        <p:tgtEl>
                                          <p:spTgt spid="80"/>
                                        </p:tgtEl>
                                      </p:cBhvr>
                                    </p:animEffect>
                                  </p:childTnLst>
                                </p:cTn>
                              </p:par>
                            </p:childTnLst>
                          </p:cTn>
                        </p:par>
                        <p:par>
                          <p:cTn id="49" fill="hold">
                            <p:stCondLst>
                              <p:cond delay="5500"/>
                            </p:stCondLst>
                            <p:childTnLst>
                              <p:par>
                                <p:cTn id="50" presetID="10" presetClass="entr" presetSubtype="0" fill="hold" nodeType="afterEffect">
                                  <p:stCondLst>
                                    <p:cond delay="0"/>
                                  </p:stCondLst>
                                  <p:childTnLst>
                                    <p:set>
                                      <p:cBhvr>
                                        <p:cTn id="51" dur="1" fill="hold">
                                          <p:stCondLst>
                                            <p:cond delay="0"/>
                                          </p:stCondLst>
                                        </p:cTn>
                                        <p:tgtEl>
                                          <p:spTgt spid="168"/>
                                        </p:tgtEl>
                                        <p:attrNameLst>
                                          <p:attrName>style.visibility</p:attrName>
                                        </p:attrNameLst>
                                      </p:cBhvr>
                                      <p:to>
                                        <p:strVal val="visible"/>
                                      </p:to>
                                    </p:set>
                                    <p:animEffect transition="in" filter="fade">
                                      <p:cBhvr>
                                        <p:cTn id="52" dur="500"/>
                                        <p:tgtEl>
                                          <p:spTgt spid="168"/>
                                        </p:tgtEl>
                                      </p:cBhvr>
                                    </p:animEffect>
                                  </p:childTnLst>
                                </p:cTn>
                              </p:par>
                            </p:childTnLst>
                          </p:cTn>
                        </p:par>
                        <p:par>
                          <p:cTn id="53" fill="hold">
                            <p:stCondLst>
                              <p:cond delay="6000"/>
                            </p:stCondLst>
                            <p:childTnLst>
                              <p:par>
                                <p:cTn id="54" presetID="10" presetClass="entr" presetSubtype="0" fill="hold" grpId="0" nodeType="afterEffect">
                                  <p:stCondLst>
                                    <p:cond delay="0"/>
                                  </p:stCondLst>
                                  <p:childTnLst>
                                    <p:set>
                                      <p:cBhvr>
                                        <p:cTn id="55" dur="1" fill="hold">
                                          <p:stCondLst>
                                            <p:cond delay="0"/>
                                          </p:stCondLst>
                                        </p:cTn>
                                        <p:tgtEl>
                                          <p:spTgt spid="132"/>
                                        </p:tgtEl>
                                        <p:attrNameLst>
                                          <p:attrName>style.visibility</p:attrName>
                                        </p:attrNameLst>
                                      </p:cBhvr>
                                      <p:to>
                                        <p:strVal val="visible"/>
                                      </p:to>
                                    </p:set>
                                    <p:animEffect transition="in" filter="fade">
                                      <p:cBhvr>
                                        <p:cTn id="56" dur="500"/>
                                        <p:tgtEl>
                                          <p:spTgt spid="132"/>
                                        </p:tgtEl>
                                      </p:cBhvr>
                                    </p:animEffect>
                                  </p:childTnLst>
                                </p:cTn>
                              </p:par>
                            </p:childTnLst>
                          </p:cTn>
                        </p:par>
                        <p:par>
                          <p:cTn id="57" fill="hold">
                            <p:stCondLst>
                              <p:cond delay="6500"/>
                            </p:stCondLst>
                            <p:childTnLst>
                              <p:par>
                                <p:cTn id="58" presetID="10" presetClass="entr" presetSubtype="0" fill="hold" nodeType="afterEffect">
                                  <p:stCondLst>
                                    <p:cond delay="0"/>
                                  </p:stCondLst>
                                  <p:childTnLst>
                                    <p:set>
                                      <p:cBhvr>
                                        <p:cTn id="59" dur="1" fill="hold">
                                          <p:stCondLst>
                                            <p:cond delay="0"/>
                                          </p:stCondLst>
                                        </p:cTn>
                                        <p:tgtEl>
                                          <p:spTgt spid="94"/>
                                        </p:tgtEl>
                                        <p:attrNameLst>
                                          <p:attrName>style.visibility</p:attrName>
                                        </p:attrNameLst>
                                      </p:cBhvr>
                                      <p:to>
                                        <p:strVal val="visible"/>
                                      </p:to>
                                    </p:set>
                                    <p:animEffect transition="in" filter="fade">
                                      <p:cBhvr>
                                        <p:cTn id="60" dur="500"/>
                                        <p:tgtEl>
                                          <p:spTgt spid="94"/>
                                        </p:tgtEl>
                                      </p:cBhvr>
                                    </p:animEffect>
                                  </p:childTnLst>
                                </p:cTn>
                              </p:par>
                            </p:childTnLst>
                          </p:cTn>
                        </p:par>
                        <p:par>
                          <p:cTn id="61" fill="hold">
                            <p:stCondLst>
                              <p:cond delay="7000"/>
                            </p:stCondLst>
                            <p:childTnLst>
                              <p:par>
                                <p:cTn id="62" presetID="10" presetClass="entr" presetSubtype="0" fill="hold" nodeType="afterEffect">
                                  <p:stCondLst>
                                    <p:cond delay="0"/>
                                  </p:stCondLst>
                                  <p:childTnLst>
                                    <p:set>
                                      <p:cBhvr>
                                        <p:cTn id="63" dur="1" fill="hold">
                                          <p:stCondLst>
                                            <p:cond delay="0"/>
                                          </p:stCondLst>
                                        </p:cTn>
                                        <p:tgtEl>
                                          <p:spTgt spid="177"/>
                                        </p:tgtEl>
                                        <p:attrNameLst>
                                          <p:attrName>style.visibility</p:attrName>
                                        </p:attrNameLst>
                                      </p:cBhvr>
                                      <p:to>
                                        <p:strVal val="visible"/>
                                      </p:to>
                                    </p:set>
                                    <p:animEffect transition="in" filter="fade">
                                      <p:cBhvr>
                                        <p:cTn id="64" dur="500"/>
                                        <p:tgtEl>
                                          <p:spTgt spid="177"/>
                                        </p:tgtEl>
                                      </p:cBhvr>
                                    </p:animEffect>
                                  </p:childTnLst>
                                </p:cTn>
                              </p:par>
                            </p:childTnLst>
                          </p:cTn>
                        </p:par>
                        <p:par>
                          <p:cTn id="65" fill="hold">
                            <p:stCondLst>
                              <p:cond delay="7500"/>
                            </p:stCondLst>
                            <p:childTnLst>
                              <p:par>
                                <p:cTn id="66" presetID="10" presetClass="entr" presetSubtype="0" fill="hold" grpId="0" nodeType="afterEffect">
                                  <p:stCondLst>
                                    <p:cond delay="0"/>
                                  </p:stCondLst>
                                  <p:childTnLst>
                                    <p:set>
                                      <p:cBhvr>
                                        <p:cTn id="67" dur="1" fill="hold">
                                          <p:stCondLst>
                                            <p:cond delay="0"/>
                                          </p:stCondLst>
                                        </p:cTn>
                                        <p:tgtEl>
                                          <p:spTgt spid="133"/>
                                        </p:tgtEl>
                                        <p:attrNameLst>
                                          <p:attrName>style.visibility</p:attrName>
                                        </p:attrNameLst>
                                      </p:cBhvr>
                                      <p:to>
                                        <p:strVal val="visible"/>
                                      </p:to>
                                    </p:set>
                                    <p:animEffect transition="in" filter="fade">
                                      <p:cBhvr>
                                        <p:cTn id="68"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29" grpId="0"/>
      <p:bldP spid="130" grpId="0"/>
      <p:bldP spid="131" grpId="0"/>
      <p:bldP spid="132" grpId="0"/>
      <p:bldP spid="133"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0" y="0"/>
            <a:ext cx="4963886"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18" name="Rectangle 17"/>
          <p:cNvSpPr/>
          <p:nvPr/>
        </p:nvSpPr>
        <p:spPr>
          <a:xfrm>
            <a:off x="3899647" y="2124635"/>
            <a:ext cx="8292353" cy="3550024"/>
          </a:xfrm>
          <a:prstGeom prst="rect">
            <a:avLst/>
          </a:prstGeom>
          <a:solidFill>
            <a:srgbClr val="F58F20">
              <a:alpha val="6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19" name="Rectangle 18"/>
          <p:cNvSpPr/>
          <p:nvPr/>
        </p:nvSpPr>
        <p:spPr>
          <a:xfrm>
            <a:off x="4963886" y="3267265"/>
            <a:ext cx="6911137" cy="1077218"/>
          </a:xfrm>
          <a:prstGeom prst="rect">
            <a:avLst/>
          </a:prstGeom>
        </p:spPr>
        <p:txBody>
          <a:bodyPr wrap="square">
            <a:spAutoFit/>
          </a:bodyPr>
          <a:lstStyle/>
          <a:p>
            <a:pPr algn="ctr" rtl="1" fontAlgn="auto">
              <a:spcBef>
                <a:spcPts val="0"/>
              </a:spcBef>
              <a:spcAft>
                <a:spcPts val="1500"/>
              </a:spcAft>
            </a:pPr>
            <a:r>
              <a:rPr lang="ar-SA" sz="3200" b="1" dirty="0">
                <a:solidFill>
                  <a:schemeClr val="tx2"/>
                </a:solidFill>
              </a:rPr>
              <a:t>أ- المكونات المادية</a:t>
            </a:r>
            <a:r>
              <a:rPr lang="en-US" sz="3200" b="1" dirty="0">
                <a:solidFill>
                  <a:schemeClr val="tx2"/>
                </a:solidFill>
              </a:rPr>
              <a:t> :(Hard Ware) </a:t>
            </a:r>
            <a:r>
              <a:rPr lang="ar-SA" sz="3200" b="1" dirty="0">
                <a:solidFill>
                  <a:schemeClr val="tx2"/>
                </a:solidFill>
              </a:rPr>
              <a:t>وهي التي يمكن مشاهدتها ولمسها أي عناصر ملموسة</a:t>
            </a:r>
            <a:endParaRPr lang="en-US" sz="3200" b="1" dirty="0">
              <a:solidFill>
                <a:schemeClr val="tx2"/>
              </a:solidFill>
              <a:latin typeface="Calibri Light" panose="020F0302020204030204"/>
              <a:ea typeface="Times New Roman" panose="02020603050405020304" pitchFamily="18" charset="0"/>
              <a:cs typeface="+mn-cs"/>
            </a:endParaRPr>
          </a:p>
        </p:txBody>
      </p:sp>
      <p:sp>
        <p:nvSpPr>
          <p:cNvPr id="20" name="TextBox 19"/>
          <p:cNvSpPr txBox="1"/>
          <p:nvPr/>
        </p:nvSpPr>
        <p:spPr>
          <a:xfrm>
            <a:off x="5122374" y="2342007"/>
            <a:ext cx="6911137" cy="707886"/>
          </a:xfrm>
          <a:prstGeom prst="rect">
            <a:avLst/>
          </a:prstGeom>
          <a:noFill/>
        </p:spPr>
        <p:txBody>
          <a:bodyPr wrap="square" rtlCol="0">
            <a:spAutoFit/>
          </a:bodyPr>
          <a:lstStyle/>
          <a:p>
            <a:pPr marL="742950" indent="-742950" algn="r" rtl="1" fontAlgn="auto">
              <a:spcAft>
                <a:spcPts val="0"/>
              </a:spcAft>
              <a:buFont typeface="+mj-lt"/>
              <a:buAutoNum type="arabicPeriod" startAt="4"/>
              <a:defRPr/>
            </a:pPr>
            <a:r>
              <a:rPr lang="ar-SA" sz="4000" b="1" u="sng" dirty="0">
                <a:solidFill>
                  <a:schemeClr val="bg1"/>
                </a:solidFill>
              </a:rPr>
              <a:t>مكونات الحاسب الآلي</a:t>
            </a:r>
            <a:endParaRPr lang="en-US" sz="4000" b="1" u="sng" dirty="0">
              <a:solidFill>
                <a:schemeClr val="bg1"/>
              </a:solidFill>
            </a:endParaRPr>
          </a:p>
        </p:txBody>
      </p:sp>
      <p:sp>
        <p:nvSpPr>
          <p:cNvPr id="2" name="Footer Placeholder 1"/>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Tree>
    <p:extLst>
      <p:ext uri="{BB962C8B-B14F-4D97-AF65-F5344CB8AC3E}">
        <p14:creationId xmlns:p14="http://schemas.microsoft.com/office/powerpoint/2010/main" val="35915469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1000"/>
                            </p:stCondLst>
                            <p:childTnLst>
                              <p:par>
                                <p:cTn id="9" presetID="10" presetClass="entr" presetSubtype="0" fill="hold" grpId="0" nodeType="afterEffect">
                                  <p:stCondLst>
                                    <p:cond delay="50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2000"/>
                            </p:stCondLst>
                            <p:childTnLst>
                              <p:par>
                                <p:cTn id="13" presetID="10" presetClass="entr" presetSubtype="0" fill="hold" grpId="0" nodeType="afterEffect">
                                  <p:stCondLst>
                                    <p:cond delay="50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3000"/>
                            </p:stCondLst>
                            <p:childTnLst>
                              <p:par>
                                <p:cTn id="17" presetID="10" presetClass="entr" presetSubtype="0" fill="hold" grpId="0" nodeType="afterEffect">
                                  <p:stCondLst>
                                    <p:cond delay="500"/>
                                  </p:stCondLst>
                                  <p:childTnLst>
                                    <p:set>
                                      <p:cBhvr>
                                        <p:cTn id="18" dur="1" fill="hold">
                                          <p:stCondLst>
                                            <p:cond delay="0"/>
                                          </p:stCondLst>
                                        </p:cTn>
                                        <p:tgtEl>
                                          <p:spTgt spid="19"/>
                                        </p:tgtEl>
                                        <p:attrNameLst>
                                          <p:attrName>style.visibility</p:attrName>
                                        </p:attrNameLst>
                                      </p:cBhvr>
                                      <p:to>
                                        <p:strVal val="visible"/>
                                      </p:to>
                                    </p:set>
                                    <p:animEffect transition="in" filter="fade">
                                      <p:cBhvr>
                                        <p:cTn id="1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p:bldP spid="20"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25"/>
          <p:cNvSpPr/>
          <p:nvPr/>
        </p:nvSpPr>
        <p:spPr>
          <a:xfrm>
            <a:off x="4597545" y="2496639"/>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Freeform 29"/>
          <p:cNvSpPr/>
          <p:nvPr/>
        </p:nvSpPr>
        <p:spPr>
          <a:xfrm rot="2700000">
            <a:off x="5358614" y="1779545"/>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Freeform 33"/>
          <p:cNvSpPr/>
          <p:nvPr/>
        </p:nvSpPr>
        <p:spPr>
          <a:xfrm flipH="1">
            <a:off x="7126428" y="2502989"/>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Freeform 34"/>
          <p:cNvSpPr/>
          <p:nvPr/>
        </p:nvSpPr>
        <p:spPr>
          <a:xfrm rot="18900000" flipH="1">
            <a:off x="6365359" y="1785895"/>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7" name="Freeform 36"/>
          <p:cNvSpPr/>
          <p:nvPr/>
        </p:nvSpPr>
        <p:spPr>
          <a:xfrm flipH="1" flipV="1">
            <a:off x="7120078" y="3633772"/>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8" name="Freeform 37"/>
          <p:cNvSpPr/>
          <p:nvPr/>
        </p:nvSpPr>
        <p:spPr>
          <a:xfrm rot="2700000" flipH="1" flipV="1">
            <a:off x="6359009" y="4350866"/>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0" name="Freeform 39"/>
          <p:cNvSpPr/>
          <p:nvPr/>
        </p:nvSpPr>
        <p:spPr>
          <a:xfrm flipV="1">
            <a:off x="4603895" y="3640122"/>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Freeform 40"/>
          <p:cNvSpPr/>
          <p:nvPr/>
        </p:nvSpPr>
        <p:spPr>
          <a:xfrm rot="18900000" flipV="1">
            <a:off x="5364964" y="4357216"/>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cxnSp>
        <p:nvCxnSpPr>
          <p:cNvPr id="43" name="Straight Connector 42"/>
          <p:cNvCxnSpPr/>
          <p:nvPr/>
        </p:nvCxnSpPr>
        <p:spPr>
          <a:xfrm flipH="1">
            <a:off x="4228147" y="3640122"/>
            <a:ext cx="640080" cy="0"/>
          </a:xfrm>
          <a:prstGeom prst="line">
            <a:avLst/>
          </a:prstGeom>
          <a:ln w="190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V="1">
            <a:off x="5988573" y="1591830"/>
            <a:ext cx="0" cy="640080"/>
          </a:xfrm>
          <a:prstGeom prst="line">
            <a:avLst/>
          </a:prstGeom>
          <a:ln w="19050">
            <a:solidFill>
              <a:schemeClr val="accent4"/>
            </a:solidFill>
            <a:tailEnd type="oval"/>
          </a:ln>
        </p:spPr>
        <p:style>
          <a:lnRef idx="1">
            <a:schemeClr val="accent1"/>
          </a:lnRef>
          <a:fillRef idx="0">
            <a:schemeClr val="accent1"/>
          </a:fillRef>
          <a:effectRef idx="0">
            <a:schemeClr val="accent1"/>
          </a:effectRef>
          <a:fontRef idx="minor">
            <a:schemeClr val="tx1"/>
          </a:fontRef>
        </p:style>
      </p:cxnSp>
      <p:grpSp>
        <p:nvGrpSpPr>
          <p:cNvPr id="8" name="Group 7"/>
          <p:cNvGrpSpPr/>
          <p:nvPr/>
        </p:nvGrpSpPr>
        <p:grpSpPr>
          <a:xfrm>
            <a:off x="4221004" y="2133195"/>
            <a:ext cx="692928" cy="640080"/>
            <a:chOff x="4228147" y="2074893"/>
            <a:chExt cx="692928" cy="640080"/>
          </a:xfrm>
        </p:grpSpPr>
        <p:cxnSp>
          <p:nvCxnSpPr>
            <p:cNvPr id="14" name="Straight Connector 13"/>
            <p:cNvCxnSpPr/>
            <p:nvPr/>
          </p:nvCxnSpPr>
          <p:spPr>
            <a:xfrm rot="2700000" flipH="1">
              <a:off x="4601035" y="2394933"/>
              <a:ext cx="640080" cy="0"/>
            </a:xfrm>
            <a:prstGeom prst="line">
              <a:avLst/>
            </a:prstGeom>
            <a:ln w="19050" cap="sq">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4228147" y="2166249"/>
              <a:ext cx="466625" cy="0"/>
            </a:xfrm>
            <a:prstGeom prst="line">
              <a:avLst/>
            </a:prstGeom>
            <a:ln w="19050">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1" name="Group 20"/>
          <p:cNvGrpSpPr/>
          <p:nvPr/>
        </p:nvGrpSpPr>
        <p:grpSpPr>
          <a:xfrm flipV="1">
            <a:off x="4228147" y="4398946"/>
            <a:ext cx="864389" cy="640080"/>
            <a:chOff x="4056686" y="2074893"/>
            <a:chExt cx="864389" cy="640080"/>
          </a:xfrm>
        </p:grpSpPr>
        <p:cxnSp>
          <p:nvCxnSpPr>
            <p:cNvPr id="22" name="Straight Connector 21"/>
            <p:cNvCxnSpPr/>
            <p:nvPr/>
          </p:nvCxnSpPr>
          <p:spPr>
            <a:xfrm rot="2700000" flipH="1">
              <a:off x="4601035" y="2394933"/>
              <a:ext cx="640080" cy="0"/>
            </a:xfrm>
            <a:prstGeom prst="line">
              <a:avLst/>
            </a:prstGeom>
            <a:ln w="19050" cap="sq">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H="1" flipV="1">
              <a:off x="4056686" y="2166249"/>
              <a:ext cx="638087" cy="0"/>
            </a:xfrm>
            <a:prstGeom prst="line">
              <a:avLst/>
            </a:prstGeom>
            <a:ln w="19050">
              <a:solidFill>
                <a:schemeClr val="accent5"/>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cxnSp>
        <p:nvCxnSpPr>
          <p:cNvPr id="24" name="Straight Connector 23"/>
          <p:cNvCxnSpPr/>
          <p:nvPr/>
        </p:nvCxnSpPr>
        <p:spPr>
          <a:xfrm>
            <a:off x="6262643" y="4757086"/>
            <a:ext cx="0" cy="640080"/>
          </a:xfrm>
          <a:prstGeom prst="line">
            <a:avLst/>
          </a:prstGeom>
          <a:ln w="19050">
            <a:solidFill>
              <a:schemeClr val="accent4"/>
            </a:solidFill>
            <a:tailEnd type="oval"/>
          </a:ln>
        </p:spPr>
        <p:style>
          <a:lnRef idx="1">
            <a:schemeClr val="accent1"/>
          </a:lnRef>
          <a:fillRef idx="0">
            <a:schemeClr val="accent1"/>
          </a:fillRef>
          <a:effectRef idx="0">
            <a:schemeClr val="accent1"/>
          </a:effectRef>
          <a:fontRef idx="minor">
            <a:schemeClr val="tx1"/>
          </a:fontRef>
        </p:style>
      </p:cxnSp>
      <p:grpSp>
        <p:nvGrpSpPr>
          <p:cNvPr id="25" name="Group 24"/>
          <p:cNvGrpSpPr/>
          <p:nvPr/>
        </p:nvGrpSpPr>
        <p:grpSpPr>
          <a:xfrm flipH="1">
            <a:off x="7184356" y="1956981"/>
            <a:ext cx="859240" cy="640080"/>
            <a:chOff x="4061835" y="2074893"/>
            <a:chExt cx="859240" cy="640080"/>
          </a:xfrm>
        </p:grpSpPr>
        <p:cxnSp>
          <p:nvCxnSpPr>
            <p:cNvPr id="27" name="Straight Connector 26"/>
            <p:cNvCxnSpPr/>
            <p:nvPr/>
          </p:nvCxnSpPr>
          <p:spPr>
            <a:xfrm rot="2700000" flipH="1">
              <a:off x="4601035" y="2394933"/>
              <a:ext cx="640080" cy="0"/>
            </a:xfrm>
            <a:prstGeom prst="line">
              <a:avLst/>
            </a:prstGeom>
            <a:ln w="19050" cap="sq">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a:off x="4061835" y="2166249"/>
              <a:ext cx="632937" cy="0"/>
            </a:xfrm>
            <a:prstGeom prst="line">
              <a:avLst/>
            </a:prstGeom>
            <a:ln w="19050">
              <a:solidFill>
                <a:schemeClr val="accent1"/>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cxnSp>
        <p:nvCxnSpPr>
          <p:cNvPr id="29" name="Straight Connector 28"/>
          <p:cNvCxnSpPr/>
          <p:nvPr/>
        </p:nvCxnSpPr>
        <p:spPr>
          <a:xfrm rot="5400000" flipV="1">
            <a:off x="7738070" y="3037296"/>
            <a:ext cx="0" cy="640080"/>
          </a:xfrm>
          <a:prstGeom prst="line">
            <a:avLst/>
          </a:prstGeom>
          <a:ln w="19050">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nvGrpSpPr>
          <p:cNvPr id="31" name="Group 30"/>
          <p:cNvGrpSpPr/>
          <p:nvPr/>
        </p:nvGrpSpPr>
        <p:grpSpPr>
          <a:xfrm flipH="1" flipV="1">
            <a:off x="7357394" y="4207978"/>
            <a:ext cx="864002" cy="640080"/>
            <a:chOff x="4057073" y="2074893"/>
            <a:chExt cx="864002" cy="640080"/>
          </a:xfrm>
        </p:grpSpPr>
        <p:cxnSp>
          <p:nvCxnSpPr>
            <p:cNvPr id="32" name="Straight Connector 31"/>
            <p:cNvCxnSpPr/>
            <p:nvPr/>
          </p:nvCxnSpPr>
          <p:spPr>
            <a:xfrm rot="2700000" flipH="1">
              <a:off x="4601035" y="2394933"/>
              <a:ext cx="640080" cy="0"/>
            </a:xfrm>
            <a:prstGeom prst="line">
              <a:avLst/>
            </a:prstGeom>
            <a:ln w="19050" cap="sq">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flipV="1">
              <a:off x="4057073" y="2166249"/>
              <a:ext cx="637699" cy="0"/>
            </a:xfrm>
            <a:prstGeom prst="line">
              <a:avLst/>
            </a:prstGeom>
            <a:ln w="19050">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9" name="Group 8"/>
          <p:cNvGrpSpPr/>
          <p:nvPr/>
        </p:nvGrpSpPr>
        <p:grpSpPr>
          <a:xfrm>
            <a:off x="1335985" y="2003711"/>
            <a:ext cx="2925469" cy="815979"/>
            <a:chOff x="1335985" y="2003711"/>
            <a:chExt cx="2925469" cy="815979"/>
          </a:xfrm>
        </p:grpSpPr>
        <p:sp>
          <p:nvSpPr>
            <p:cNvPr id="44" name="Title 13"/>
            <p:cNvSpPr txBox="1">
              <a:spLocks/>
            </p:cNvSpPr>
            <p:nvPr/>
          </p:nvSpPr>
          <p:spPr>
            <a:xfrm>
              <a:off x="1335985" y="2050718"/>
              <a:ext cx="2542926" cy="768972"/>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pPr>
              <a:r>
                <a:rPr lang="ar-SA" b="1" dirty="0"/>
                <a:t>الميكروفون </a:t>
              </a:r>
              <a:r>
                <a:rPr lang="en-US" b="1" dirty="0"/>
                <a:t> </a:t>
              </a:r>
              <a:endParaRPr lang="en-US" b="1" dirty="0" smtClean="0"/>
            </a:p>
            <a:p>
              <a:pPr algn="ctr" fontAlgn="auto">
                <a:spcAft>
                  <a:spcPts val="0"/>
                </a:spcAft>
              </a:pPr>
              <a:r>
                <a:rPr lang="en-US" b="1" dirty="0" smtClean="0"/>
                <a:t>Microphone</a:t>
              </a:r>
              <a:endParaRPr lang="en-US" b="1" dirty="0">
                <a:solidFill>
                  <a:prstClr val="black">
                    <a:lumMod val="65000"/>
                    <a:lumOff val="35000"/>
                  </a:prstClr>
                </a:solidFill>
                <a:latin typeface="Raleway" panose="020B0503030101060003" pitchFamily="34" charset="0"/>
              </a:endParaRPr>
            </a:p>
          </p:txBody>
        </p:sp>
        <p:sp>
          <p:nvSpPr>
            <p:cNvPr id="46" name="Rectangle 45"/>
            <p:cNvSpPr/>
            <p:nvPr/>
          </p:nvSpPr>
          <p:spPr>
            <a:xfrm>
              <a:off x="3582264" y="2003711"/>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4EA6DC"/>
                  </a:solidFill>
                  <a:latin typeface="FontAwesome" pitchFamily="2" charset="0"/>
                </a:rPr>
                <a:t></a:t>
              </a:r>
              <a:endParaRPr lang="en-US" sz="3000" dirty="0">
                <a:ln w="0">
                  <a:noFill/>
                </a:ln>
                <a:solidFill>
                  <a:srgbClr val="4EA6DC"/>
                </a:solidFill>
                <a:latin typeface="Calibri" panose="020F0502020204030204"/>
              </a:endParaRPr>
            </a:p>
          </p:txBody>
        </p:sp>
      </p:grpSp>
      <p:grpSp>
        <p:nvGrpSpPr>
          <p:cNvPr id="7" name="Group 6"/>
          <p:cNvGrpSpPr/>
          <p:nvPr/>
        </p:nvGrpSpPr>
        <p:grpSpPr>
          <a:xfrm>
            <a:off x="1464807" y="3372556"/>
            <a:ext cx="2796647" cy="960698"/>
            <a:chOff x="1464807" y="3372556"/>
            <a:chExt cx="2796647" cy="960698"/>
          </a:xfrm>
        </p:grpSpPr>
        <p:sp>
          <p:nvSpPr>
            <p:cNvPr id="49" name="Title 13"/>
            <p:cNvSpPr txBox="1">
              <a:spLocks/>
            </p:cNvSpPr>
            <p:nvPr/>
          </p:nvSpPr>
          <p:spPr>
            <a:xfrm>
              <a:off x="1464807" y="3372556"/>
              <a:ext cx="2355434" cy="960698"/>
            </a:xfrm>
            <a:prstGeom prst="rect">
              <a:avLst/>
            </a:prstGeom>
            <a:ln>
              <a:noFill/>
            </a:ln>
          </p:spPr>
          <p:txBody>
            <a:bodyPr vert="horz" lIns="91440" tIns="45720" rIns="91440" bIns="45720" rtlCol="0" anchor="ctr">
              <a:normAutofit fontScale="47500" lnSpcReduction="2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lvl="0" algn="ctr" fontAlgn="auto">
                <a:spcAft>
                  <a:spcPts val="0"/>
                </a:spcAft>
              </a:pPr>
              <a:r>
                <a:rPr lang="ar-SA" sz="6700" b="1" dirty="0"/>
                <a:t>عصا </a:t>
              </a:r>
              <a:r>
                <a:rPr lang="ar-JO" sz="6700" b="1" dirty="0"/>
                <a:t>التوجيه </a:t>
              </a:r>
              <a:r>
                <a:rPr lang="en-US" sz="6700" b="1" dirty="0"/>
                <a:t> </a:t>
              </a:r>
              <a:endParaRPr lang="en-US" sz="6700" b="1" dirty="0" smtClean="0"/>
            </a:p>
            <a:p>
              <a:pPr lvl="0" algn="ctr" fontAlgn="auto">
                <a:spcAft>
                  <a:spcPts val="0"/>
                </a:spcAft>
              </a:pPr>
              <a:r>
                <a:rPr lang="en-US" sz="6700" b="1" dirty="0" smtClean="0"/>
                <a:t>Joystick</a:t>
              </a:r>
              <a:endParaRPr lang="en-US" sz="6700" b="1" dirty="0"/>
            </a:p>
            <a:p>
              <a:pPr algn="r" fontAlgn="auto">
                <a:spcAft>
                  <a:spcPts val="0"/>
                </a:spcAft>
              </a:pPr>
              <a:endParaRPr lang="en-US" sz="1100" b="1" dirty="0">
                <a:solidFill>
                  <a:prstClr val="black">
                    <a:lumMod val="65000"/>
                    <a:lumOff val="35000"/>
                  </a:prstClr>
                </a:solidFill>
                <a:latin typeface="Raleway" panose="020B0503030101060003" pitchFamily="34" charset="0"/>
              </a:endParaRPr>
            </a:p>
          </p:txBody>
        </p:sp>
        <p:sp>
          <p:nvSpPr>
            <p:cNvPr id="50" name="Rectangle 49"/>
            <p:cNvSpPr/>
            <p:nvPr/>
          </p:nvSpPr>
          <p:spPr>
            <a:xfrm>
              <a:off x="3582264" y="3423103"/>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D54773"/>
                  </a:solidFill>
                  <a:latin typeface="FontAwesome" pitchFamily="2" charset="0"/>
                </a:rPr>
                <a:t></a:t>
              </a:r>
              <a:endParaRPr lang="en-US" sz="3000" dirty="0">
                <a:ln w="0">
                  <a:noFill/>
                </a:ln>
                <a:solidFill>
                  <a:srgbClr val="D54773"/>
                </a:solidFill>
                <a:latin typeface="Calibri" panose="020F0502020204030204"/>
              </a:endParaRPr>
            </a:p>
          </p:txBody>
        </p:sp>
      </p:grpSp>
      <p:grpSp>
        <p:nvGrpSpPr>
          <p:cNvPr id="6" name="Group 5"/>
          <p:cNvGrpSpPr/>
          <p:nvPr/>
        </p:nvGrpSpPr>
        <p:grpSpPr>
          <a:xfrm>
            <a:off x="873753" y="4738277"/>
            <a:ext cx="3387701" cy="754787"/>
            <a:chOff x="873753" y="4738277"/>
            <a:chExt cx="3387701" cy="754787"/>
          </a:xfrm>
        </p:grpSpPr>
        <p:sp>
          <p:nvSpPr>
            <p:cNvPr id="53" name="Title 13"/>
            <p:cNvSpPr txBox="1">
              <a:spLocks/>
            </p:cNvSpPr>
            <p:nvPr/>
          </p:nvSpPr>
          <p:spPr>
            <a:xfrm>
              <a:off x="873753" y="4791948"/>
              <a:ext cx="3216599" cy="701116"/>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lvl="0" algn="ctr" rtl="1"/>
              <a:r>
                <a:rPr lang="ar-SA" b="1" dirty="0"/>
                <a:t>القلم </a:t>
              </a:r>
              <a:r>
                <a:rPr lang="ar-SA" b="1" dirty="0" smtClean="0"/>
                <a:t>الضوئي</a:t>
              </a:r>
              <a:endParaRPr lang="en-US" b="1" dirty="0" smtClean="0"/>
            </a:p>
            <a:p>
              <a:pPr lvl="0" algn="ctr" rtl="1"/>
              <a:r>
                <a:rPr lang="ar-SA" b="1" dirty="0" smtClean="0"/>
                <a:t> </a:t>
              </a:r>
              <a:r>
                <a:rPr lang="en-US" b="1" dirty="0"/>
                <a:t> Light Pen</a:t>
              </a:r>
            </a:p>
          </p:txBody>
        </p:sp>
        <p:sp>
          <p:nvSpPr>
            <p:cNvPr id="54" name="Rectangle 53"/>
            <p:cNvSpPr/>
            <p:nvPr/>
          </p:nvSpPr>
          <p:spPr>
            <a:xfrm>
              <a:off x="3582264" y="4738277"/>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8971E1"/>
                  </a:solidFill>
                  <a:latin typeface="FontAwesome" pitchFamily="2" charset="0"/>
                </a:rPr>
                <a:t></a:t>
              </a:r>
              <a:endParaRPr lang="en-US" sz="3000" dirty="0">
                <a:ln w="0">
                  <a:noFill/>
                </a:ln>
                <a:solidFill>
                  <a:srgbClr val="8971E1"/>
                </a:solidFill>
                <a:latin typeface="Calibri" panose="020F0502020204030204"/>
              </a:endParaRPr>
            </a:p>
          </p:txBody>
        </p:sp>
      </p:grpSp>
      <p:grpSp>
        <p:nvGrpSpPr>
          <p:cNvPr id="5" name="Group 4"/>
          <p:cNvGrpSpPr/>
          <p:nvPr/>
        </p:nvGrpSpPr>
        <p:grpSpPr>
          <a:xfrm>
            <a:off x="8052592" y="1812351"/>
            <a:ext cx="2988112" cy="553998"/>
            <a:chOff x="8052592" y="1812351"/>
            <a:chExt cx="2988112" cy="553998"/>
          </a:xfrm>
        </p:grpSpPr>
        <p:sp>
          <p:nvSpPr>
            <p:cNvPr id="57" name="Title 13"/>
            <p:cNvSpPr txBox="1">
              <a:spLocks/>
            </p:cNvSpPr>
            <p:nvPr/>
          </p:nvSpPr>
          <p:spPr>
            <a:xfrm flipH="1">
              <a:off x="8685270" y="1952884"/>
              <a:ext cx="2355434" cy="274320"/>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fontAlgn="auto">
                <a:spcAft>
                  <a:spcPts val="0"/>
                </a:spcAft>
              </a:pPr>
              <a:r>
                <a:rPr lang="ar-SA" b="1" dirty="0"/>
                <a:t>الفأرة </a:t>
              </a:r>
              <a:r>
                <a:rPr lang="en-US" b="1" dirty="0"/>
                <a:t> Mouse</a:t>
              </a:r>
              <a:endParaRPr lang="en-US" b="1" dirty="0">
                <a:solidFill>
                  <a:prstClr val="black">
                    <a:lumMod val="65000"/>
                    <a:lumOff val="35000"/>
                  </a:prstClr>
                </a:solidFill>
                <a:latin typeface="Raleway" panose="020B0503030101060003" pitchFamily="34" charset="0"/>
              </a:endParaRPr>
            </a:p>
          </p:txBody>
        </p:sp>
        <p:sp>
          <p:nvSpPr>
            <p:cNvPr id="58" name="Rectangle 57"/>
            <p:cNvSpPr/>
            <p:nvPr/>
          </p:nvSpPr>
          <p:spPr>
            <a:xfrm flipH="1">
              <a:off x="8052592" y="1812351"/>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E32D91"/>
                  </a:solidFill>
                  <a:latin typeface="FontAwesome" pitchFamily="2" charset="0"/>
                </a:rPr>
                <a:t></a:t>
              </a:r>
              <a:endParaRPr lang="en-US" sz="3000" dirty="0">
                <a:ln w="0">
                  <a:noFill/>
                </a:ln>
                <a:solidFill>
                  <a:srgbClr val="E32D91"/>
                </a:solidFill>
                <a:latin typeface="Calibri" panose="020F0502020204030204"/>
              </a:endParaRPr>
            </a:p>
          </p:txBody>
        </p:sp>
      </p:grpSp>
      <p:grpSp>
        <p:nvGrpSpPr>
          <p:cNvPr id="4" name="Group 3"/>
          <p:cNvGrpSpPr/>
          <p:nvPr/>
        </p:nvGrpSpPr>
        <p:grpSpPr>
          <a:xfrm>
            <a:off x="8052592" y="3026442"/>
            <a:ext cx="3341780" cy="816659"/>
            <a:chOff x="8052592" y="3026442"/>
            <a:chExt cx="3341780" cy="816659"/>
          </a:xfrm>
        </p:grpSpPr>
        <p:sp>
          <p:nvSpPr>
            <p:cNvPr id="61" name="Title 13"/>
            <p:cNvSpPr txBox="1">
              <a:spLocks/>
            </p:cNvSpPr>
            <p:nvPr/>
          </p:nvSpPr>
          <p:spPr>
            <a:xfrm flipH="1">
              <a:off x="8230392" y="3026442"/>
              <a:ext cx="3163980" cy="816659"/>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lvl="0" algn="ctr" rtl="1"/>
              <a:r>
                <a:rPr lang="ar-SA" b="1" dirty="0"/>
                <a:t>لوحة </a:t>
              </a:r>
              <a:r>
                <a:rPr lang="ar-SA" b="1" dirty="0" smtClean="0"/>
                <a:t>المفاتيح</a:t>
              </a:r>
              <a:endParaRPr lang="en-US" b="1" dirty="0" smtClean="0"/>
            </a:p>
            <a:p>
              <a:pPr lvl="0" algn="ctr" rtl="1"/>
              <a:r>
                <a:rPr lang="ar-SA" b="1" dirty="0" smtClean="0"/>
                <a:t> </a:t>
              </a:r>
              <a:r>
                <a:rPr lang="en-US" b="1" dirty="0"/>
                <a:t> Key Board</a:t>
              </a:r>
            </a:p>
          </p:txBody>
        </p:sp>
        <p:sp>
          <p:nvSpPr>
            <p:cNvPr id="62" name="Rectangle 61"/>
            <p:cNvSpPr/>
            <p:nvPr/>
          </p:nvSpPr>
          <p:spPr>
            <a:xfrm flipH="1">
              <a:off x="8052592" y="3126147"/>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C830CC"/>
                  </a:solidFill>
                  <a:latin typeface="FontAwesome" pitchFamily="2" charset="0"/>
                </a:rPr>
                <a:t></a:t>
              </a:r>
              <a:endParaRPr lang="en-US" sz="3000" dirty="0">
                <a:ln w="0">
                  <a:noFill/>
                </a:ln>
                <a:solidFill>
                  <a:srgbClr val="C830CC"/>
                </a:solidFill>
                <a:latin typeface="Calibri" panose="020F0502020204030204"/>
              </a:endParaRPr>
            </a:p>
          </p:txBody>
        </p:sp>
      </p:grpSp>
      <p:grpSp>
        <p:nvGrpSpPr>
          <p:cNvPr id="3" name="Group 2"/>
          <p:cNvGrpSpPr/>
          <p:nvPr/>
        </p:nvGrpSpPr>
        <p:grpSpPr>
          <a:xfrm>
            <a:off x="8230392" y="4532717"/>
            <a:ext cx="3465785" cy="609789"/>
            <a:chOff x="8230392" y="4532717"/>
            <a:chExt cx="3465785" cy="609789"/>
          </a:xfrm>
        </p:grpSpPr>
        <p:sp>
          <p:nvSpPr>
            <p:cNvPr id="65" name="Title 13"/>
            <p:cNvSpPr txBox="1">
              <a:spLocks/>
            </p:cNvSpPr>
            <p:nvPr/>
          </p:nvSpPr>
          <p:spPr>
            <a:xfrm flipH="1">
              <a:off x="8938747" y="4578742"/>
              <a:ext cx="2757430" cy="563764"/>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lvl="0" algn="ctr" rtl="1"/>
              <a:r>
                <a:rPr lang="ar-SA" b="1" dirty="0"/>
                <a:t>الماسح </a:t>
              </a:r>
              <a:r>
                <a:rPr lang="en-US" b="1" dirty="0"/>
                <a:t> Scanner</a:t>
              </a:r>
            </a:p>
          </p:txBody>
        </p:sp>
        <p:sp>
          <p:nvSpPr>
            <p:cNvPr id="66" name="Rectangle 65"/>
            <p:cNvSpPr/>
            <p:nvPr/>
          </p:nvSpPr>
          <p:spPr>
            <a:xfrm flipH="1">
              <a:off x="8230392" y="4532717"/>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4EA6DC"/>
                  </a:solidFill>
                  <a:latin typeface="FontAwesome" pitchFamily="2" charset="0"/>
                </a:rPr>
                <a:t></a:t>
              </a:r>
              <a:endParaRPr lang="en-US" sz="3000" dirty="0">
                <a:ln w="0">
                  <a:noFill/>
                </a:ln>
                <a:solidFill>
                  <a:srgbClr val="4EA6DC"/>
                </a:solidFill>
                <a:latin typeface="Calibri" panose="020F0502020204030204"/>
              </a:endParaRPr>
            </a:p>
          </p:txBody>
        </p:sp>
      </p:grpSp>
      <p:grpSp>
        <p:nvGrpSpPr>
          <p:cNvPr id="2" name="Group 1"/>
          <p:cNvGrpSpPr/>
          <p:nvPr/>
        </p:nvGrpSpPr>
        <p:grpSpPr>
          <a:xfrm>
            <a:off x="6003087" y="5525119"/>
            <a:ext cx="2849389" cy="553998"/>
            <a:chOff x="6003087" y="5525119"/>
            <a:chExt cx="2849389" cy="553998"/>
          </a:xfrm>
        </p:grpSpPr>
        <p:sp>
          <p:nvSpPr>
            <p:cNvPr id="69" name="Title 13"/>
            <p:cNvSpPr txBox="1">
              <a:spLocks/>
            </p:cNvSpPr>
            <p:nvPr/>
          </p:nvSpPr>
          <p:spPr>
            <a:xfrm flipH="1">
              <a:off x="6497042" y="5651905"/>
              <a:ext cx="2355434" cy="274320"/>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lvl="0" algn="ctr" rtl="1"/>
              <a:r>
                <a:rPr lang="ar-SA" b="1" dirty="0"/>
                <a:t>لوحة اللمس </a:t>
              </a:r>
              <a:r>
                <a:rPr lang="en-US" b="1" dirty="0"/>
                <a:t>Touch Pad</a:t>
              </a:r>
            </a:p>
          </p:txBody>
        </p:sp>
        <p:sp>
          <p:nvSpPr>
            <p:cNvPr id="70" name="Rectangle 69"/>
            <p:cNvSpPr/>
            <p:nvPr/>
          </p:nvSpPr>
          <p:spPr>
            <a:xfrm flipH="1">
              <a:off x="6003087" y="5525119"/>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4775E7"/>
                  </a:solidFill>
                  <a:latin typeface="FontAwesome" pitchFamily="2" charset="0"/>
                </a:rPr>
                <a:t></a:t>
              </a:r>
              <a:endParaRPr lang="en-US" sz="3000" dirty="0">
                <a:ln w="0">
                  <a:noFill/>
                </a:ln>
                <a:solidFill>
                  <a:srgbClr val="4775E7"/>
                </a:solidFill>
                <a:latin typeface="Calibri" panose="020F0502020204030204"/>
              </a:endParaRPr>
            </a:p>
          </p:txBody>
        </p:sp>
      </p:grpSp>
      <p:grpSp>
        <p:nvGrpSpPr>
          <p:cNvPr id="10" name="Group 9"/>
          <p:cNvGrpSpPr/>
          <p:nvPr/>
        </p:nvGrpSpPr>
        <p:grpSpPr>
          <a:xfrm>
            <a:off x="2482052" y="839949"/>
            <a:ext cx="3933079" cy="790761"/>
            <a:chOff x="2482052" y="839949"/>
            <a:chExt cx="3933079" cy="790761"/>
          </a:xfrm>
        </p:grpSpPr>
        <p:sp>
          <p:nvSpPr>
            <p:cNvPr id="73" name="Title 13"/>
            <p:cNvSpPr txBox="1">
              <a:spLocks/>
            </p:cNvSpPr>
            <p:nvPr/>
          </p:nvSpPr>
          <p:spPr>
            <a:xfrm>
              <a:off x="2482052" y="839949"/>
              <a:ext cx="3286903" cy="790761"/>
            </a:xfrm>
            <a:prstGeom prst="rect">
              <a:avLst/>
            </a:prstGeom>
            <a:ln>
              <a:noFill/>
            </a:ln>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lvl="0" algn="r" fontAlgn="auto">
                <a:spcAft>
                  <a:spcPts val="0"/>
                </a:spcAft>
              </a:pPr>
              <a:r>
                <a:rPr lang="ar-SA" b="1" dirty="0"/>
                <a:t>الكاميرا </a:t>
              </a:r>
              <a:r>
                <a:rPr lang="en-US" b="1" dirty="0"/>
                <a:t> Camera</a:t>
              </a:r>
            </a:p>
            <a:p>
              <a:pPr algn="r" fontAlgn="auto">
                <a:spcAft>
                  <a:spcPts val="0"/>
                </a:spcAft>
              </a:pPr>
              <a:endParaRPr lang="en-US" sz="1100" b="1" dirty="0">
                <a:solidFill>
                  <a:prstClr val="black">
                    <a:lumMod val="65000"/>
                    <a:lumOff val="35000"/>
                  </a:prstClr>
                </a:solidFill>
                <a:latin typeface="Raleway" panose="020B0503030101060003" pitchFamily="34" charset="0"/>
              </a:endParaRPr>
            </a:p>
          </p:txBody>
        </p:sp>
        <p:sp>
          <p:nvSpPr>
            <p:cNvPr id="74" name="Rectangle 73"/>
            <p:cNvSpPr/>
            <p:nvPr/>
          </p:nvSpPr>
          <p:spPr>
            <a:xfrm>
              <a:off x="5735941" y="981253"/>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4775E7"/>
                  </a:solidFill>
                  <a:latin typeface="FontAwesome" pitchFamily="2" charset="0"/>
                </a:rPr>
                <a:t></a:t>
              </a:r>
              <a:endParaRPr lang="en-US" sz="3000" dirty="0">
                <a:ln w="0">
                  <a:noFill/>
                </a:ln>
                <a:solidFill>
                  <a:srgbClr val="4775E7"/>
                </a:solidFill>
                <a:latin typeface="Calibri" panose="020F0502020204030204"/>
              </a:endParaRPr>
            </a:p>
          </p:txBody>
        </p:sp>
      </p:grpSp>
      <p:sp>
        <p:nvSpPr>
          <p:cNvPr id="59" name="Title 2"/>
          <p:cNvSpPr txBox="1">
            <a:spLocks/>
          </p:cNvSpPr>
          <p:nvPr/>
        </p:nvSpPr>
        <p:spPr>
          <a:xfrm>
            <a:off x="2974417" y="212032"/>
            <a:ext cx="8324829" cy="548850"/>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lvl="0" algn="r" rtl="1"/>
            <a:r>
              <a:rPr lang="ar-SA" sz="4000" u="sng" dirty="0">
                <a:cs typeface="+mn-cs"/>
              </a:rPr>
              <a:t>وحدات الإدخال</a:t>
            </a:r>
            <a:r>
              <a:rPr lang="en-US" sz="4000" u="sng" dirty="0">
                <a:cs typeface="+mn-cs"/>
              </a:rPr>
              <a:t>Input Units </a:t>
            </a:r>
            <a:r>
              <a:rPr lang="ar-JO" sz="4000" u="sng" dirty="0">
                <a:cs typeface="+mn-cs"/>
              </a:rPr>
              <a:t>، وتشمل :</a:t>
            </a:r>
            <a:endParaRPr lang="en-US" sz="4000" u="sng" dirty="0">
              <a:cs typeface="+mn-cs"/>
            </a:endParaRPr>
          </a:p>
        </p:txBody>
      </p:sp>
      <p:sp>
        <p:nvSpPr>
          <p:cNvPr id="5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9351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5"/>
                                        </p:tgtEl>
                                        <p:attrNameLst>
                                          <p:attrName>style.visibility</p:attrName>
                                        </p:attrNameLst>
                                      </p:cBhvr>
                                      <p:to>
                                        <p:strVal val="visible"/>
                                      </p:to>
                                    </p:set>
                                    <p:animEffect transition="in" filter="fade">
                                      <p:cBhvr>
                                        <p:cTn id="13" dur="500"/>
                                        <p:tgtEl>
                                          <p:spTgt spid="35"/>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fade">
                                      <p:cBhvr>
                                        <p:cTn id="17" dur="500"/>
                                        <p:tgtEl>
                                          <p:spTgt spid="34"/>
                                        </p:tgtEl>
                                      </p:cBhvr>
                                    </p:animEffect>
                                  </p:childTnLst>
                                </p:cTn>
                              </p:par>
                              <p:par>
                                <p:cTn id="18" presetID="10" presetClass="entr" presetSubtype="0" fill="hold" nodeType="with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fade">
                                      <p:cBhvr>
                                        <p:cTn id="20" dur="500"/>
                                        <p:tgtEl>
                                          <p:spTgt spid="29"/>
                                        </p:tgtEl>
                                      </p:cBhvr>
                                    </p:animEffect>
                                  </p:childTnLst>
                                </p:cTn>
                              </p:par>
                              <p:par>
                                <p:cTn id="21" presetID="10" presetClass="entr" presetSubtype="0" fill="hold" nodeType="with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fade">
                                      <p:cBhvr>
                                        <p:cTn id="27" dur="500"/>
                                        <p:tgtEl>
                                          <p:spTgt spid="37"/>
                                        </p:tgtEl>
                                      </p:cBhvr>
                                    </p:animEffect>
                                  </p:childTnLst>
                                </p:cTn>
                              </p:par>
                              <p:par>
                                <p:cTn id="28" presetID="10" presetClass="entr" presetSubtype="0" fill="hold" nodeType="withEffect">
                                  <p:stCondLst>
                                    <p:cond delay="0"/>
                                  </p:stCondLst>
                                  <p:childTnLst>
                                    <p:set>
                                      <p:cBhvr>
                                        <p:cTn id="29" dur="1" fill="hold">
                                          <p:stCondLst>
                                            <p:cond delay="0"/>
                                          </p:stCondLst>
                                        </p:cTn>
                                        <p:tgtEl>
                                          <p:spTgt spid="31"/>
                                        </p:tgtEl>
                                        <p:attrNameLst>
                                          <p:attrName>style.visibility</p:attrName>
                                        </p:attrNameLst>
                                      </p:cBhvr>
                                      <p:to>
                                        <p:strVal val="visible"/>
                                      </p:to>
                                    </p:set>
                                    <p:animEffect transition="in" filter="fade">
                                      <p:cBhvr>
                                        <p:cTn id="30" dur="500"/>
                                        <p:tgtEl>
                                          <p:spTgt spid="31"/>
                                        </p:tgtEl>
                                      </p:cBhvr>
                                    </p:animEffect>
                                  </p:childTnLst>
                                </p:cTn>
                              </p:par>
                              <p:par>
                                <p:cTn id="31" presetID="10" presetClass="entr" presetSubtype="0" fill="hold" nodeType="with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fade">
                                      <p:cBhvr>
                                        <p:cTn id="33" dur="500"/>
                                        <p:tgtEl>
                                          <p:spTgt spid="3"/>
                                        </p:tgtEl>
                                      </p:cBhvr>
                                    </p:animEffect>
                                  </p:childTnLst>
                                </p:cTn>
                              </p:par>
                            </p:childTnLst>
                          </p:cTn>
                        </p:par>
                        <p:par>
                          <p:cTn id="34" fill="hold">
                            <p:stCondLst>
                              <p:cond delay="1500"/>
                            </p:stCondLst>
                            <p:childTnLst>
                              <p:par>
                                <p:cTn id="35" presetID="10" presetClass="entr" presetSubtype="0" fill="hold" nodeType="after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
                                        </p:tgtEl>
                                        <p:attrNameLst>
                                          <p:attrName>style.visibility</p:attrName>
                                        </p:attrNameLst>
                                      </p:cBhvr>
                                      <p:to>
                                        <p:strVal val="visible"/>
                                      </p:to>
                                    </p:set>
                                    <p:animEffect transition="in" filter="fade">
                                      <p:cBhvr>
                                        <p:cTn id="40" dur="500"/>
                                        <p:tgtEl>
                                          <p:spTgt spid="2"/>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38"/>
                                        </p:tgtEl>
                                        <p:attrNameLst>
                                          <p:attrName>style.visibility</p:attrName>
                                        </p:attrNameLst>
                                      </p:cBhvr>
                                      <p:to>
                                        <p:strVal val="visible"/>
                                      </p:to>
                                    </p:set>
                                    <p:animEffect transition="in" filter="fade">
                                      <p:cBhvr>
                                        <p:cTn id="43" dur="500"/>
                                        <p:tgtEl>
                                          <p:spTgt spid="38"/>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1"/>
                                        </p:tgtEl>
                                        <p:attrNameLst>
                                          <p:attrName>style.visibility</p:attrName>
                                        </p:attrNameLst>
                                      </p:cBhvr>
                                      <p:to>
                                        <p:strVal val="visible"/>
                                      </p:to>
                                    </p:set>
                                    <p:animEffect transition="in" filter="fade">
                                      <p:cBhvr>
                                        <p:cTn id="47" dur="500"/>
                                        <p:tgtEl>
                                          <p:spTgt spid="41"/>
                                        </p:tgtEl>
                                      </p:cBhvr>
                                    </p:animEffect>
                                  </p:childTnLst>
                                </p:cTn>
                              </p:par>
                              <p:par>
                                <p:cTn id="48" presetID="10" presetClass="entr" presetSubtype="0" fill="hold" nodeType="withEffect">
                                  <p:stCondLst>
                                    <p:cond delay="0"/>
                                  </p:stCondLst>
                                  <p:childTnLst>
                                    <p:set>
                                      <p:cBhvr>
                                        <p:cTn id="49" dur="1" fill="hold">
                                          <p:stCondLst>
                                            <p:cond delay="0"/>
                                          </p:stCondLst>
                                        </p:cTn>
                                        <p:tgtEl>
                                          <p:spTgt spid="21"/>
                                        </p:tgtEl>
                                        <p:attrNameLst>
                                          <p:attrName>style.visibility</p:attrName>
                                        </p:attrNameLst>
                                      </p:cBhvr>
                                      <p:to>
                                        <p:strVal val="visible"/>
                                      </p:to>
                                    </p:set>
                                    <p:animEffect transition="in" filter="fade">
                                      <p:cBhvr>
                                        <p:cTn id="50" dur="500"/>
                                        <p:tgtEl>
                                          <p:spTgt spid="21"/>
                                        </p:tgtEl>
                                      </p:cBhvr>
                                    </p:animEffect>
                                  </p:childTnLst>
                                </p:cTn>
                              </p:par>
                              <p:par>
                                <p:cTn id="51" presetID="10" presetClass="entr" presetSubtype="0" fill="hold" nodeType="withEffect">
                                  <p:stCondLst>
                                    <p:cond delay="0"/>
                                  </p:stCondLst>
                                  <p:childTnLst>
                                    <p:set>
                                      <p:cBhvr>
                                        <p:cTn id="52" dur="1" fill="hold">
                                          <p:stCondLst>
                                            <p:cond delay="0"/>
                                          </p:stCondLst>
                                        </p:cTn>
                                        <p:tgtEl>
                                          <p:spTgt spid="6"/>
                                        </p:tgtEl>
                                        <p:attrNameLst>
                                          <p:attrName>style.visibility</p:attrName>
                                        </p:attrNameLst>
                                      </p:cBhvr>
                                      <p:to>
                                        <p:strVal val="visible"/>
                                      </p:to>
                                    </p:set>
                                    <p:animEffect transition="in" filter="fade">
                                      <p:cBhvr>
                                        <p:cTn id="53" dur="500"/>
                                        <p:tgtEl>
                                          <p:spTgt spid="6"/>
                                        </p:tgtEl>
                                      </p:cBhvr>
                                    </p:animEffect>
                                  </p:childTnLst>
                                </p:cTn>
                              </p:par>
                            </p:childTnLst>
                          </p:cTn>
                        </p:par>
                        <p:par>
                          <p:cTn id="54" fill="hold">
                            <p:stCondLst>
                              <p:cond delay="2500"/>
                            </p:stCondLst>
                            <p:childTnLst>
                              <p:par>
                                <p:cTn id="55" presetID="10" presetClass="entr" presetSubtype="0" fill="hold" grpId="0" nodeType="afterEffect">
                                  <p:stCondLst>
                                    <p:cond delay="0"/>
                                  </p:stCondLst>
                                  <p:childTnLst>
                                    <p:set>
                                      <p:cBhvr>
                                        <p:cTn id="56" dur="1" fill="hold">
                                          <p:stCondLst>
                                            <p:cond delay="0"/>
                                          </p:stCondLst>
                                        </p:cTn>
                                        <p:tgtEl>
                                          <p:spTgt spid="40"/>
                                        </p:tgtEl>
                                        <p:attrNameLst>
                                          <p:attrName>style.visibility</p:attrName>
                                        </p:attrNameLst>
                                      </p:cBhvr>
                                      <p:to>
                                        <p:strVal val="visible"/>
                                      </p:to>
                                    </p:set>
                                    <p:animEffect transition="in" filter="fade">
                                      <p:cBhvr>
                                        <p:cTn id="57" dur="500"/>
                                        <p:tgtEl>
                                          <p:spTgt spid="40"/>
                                        </p:tgtEl>
                                      </p:cBhvr>
                                    </p:animEffect>
                                  </p:childTnLst>
                                </p:cTn>
                              </p:par>
                              <p:par>
                                <p:cTn id="58" presetID="10" presetClass="entr" presetSubtype="0" fill="hold" nodeType="withEffect">
                                  <p:stCondLst>
                                    <p:cond delay="0"/>
                                  </p:stCondLst>
                                  <p:childTnLst>
                                    <p:set>
                                      <p:cBhvr>
                                        <p:cTn id="59" dur="1" fill="hold">
                                          <p:stCondLst>
                                            <p:cond delay="0"/>
                                          </p:stCondLst>
                                        </p:cTn>
                                        <p:tgtEl>
                                          <p:spTgt spid="43"/>
                                        </p:tgtEl>
                                        <p:attrNameLst>
                                          <p:attrName>style.visibility</p:attrName>
                                        </p:attrNameLst>
                                      </p:cBhvr>
                                      <p:to>
                                        <p:strVal val="visible"/>
                                      </p:to>
                                    </p:set>
                                    <p:animEffect transition="in" filter="fade">
                                      <p:cBhvr>
                                        <p:cTn id="60" dur="500"/>
                                        <p:tgtEl>
                                          <p:spTgt spid="43"/>
                                        </p:tgtEl>
                                      </p:cBhvr>
                                    </p:animEffect>
                                  </p:childTnLst>
                                </p:cTn>
                              </p:par>
                              <p:par>
                                <p:cTn id="61" presetID="10" presetClass="entr" presetSubtype="0" fill="hold" nodeType="with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fade">
                                      <p:cBhvr>
                                        <p:cTn id="63" dur="500"/>
                                        <p:tgtEl>
                                          <p:spTgt spid="7"/>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fade">
                                      <p:cBhvr>
                                        <p:cTn id="67" dur="500"/>
                                        <p:tgtEl>
                                          <p:spTgt spid="26"/>
                                        </p:tgtEl>
                                      </p:cBhvr>
                                    </p:animEffect>
                                  </p:childTnLst>
                                </p:cTn>
                              </p:par>
                              <p:par>
                                <p:cTn id="68" presetID="10" presetClass="entr" presetSubtype="0" fill="hold" nodeType="withEffect">
                                  <p:stCondLst>
                                    <p:cond delay="0"/>
                                  </p:stCondLst>
                                  <p:childTnLst>
                                    <p:set>
                                      <p:cBhvr>
                                        <p:cTn id="69" dur="1" fill="hold">
                                          <p:stCondLst>
                                            <p:cond delay="0"/>
                                          </p:stCondLst>
                                        </p:cTn>
                                        <p:tgtEl>
                                          <p:spTgt spid="8"/>
                                        </p:tgtEl>
                                        <p:attrNameLst>
                                          <p:attrName>style.visibility</p:attrName>
                                        </p:attrNameLst>
                                      </p:cBhvr>
                                      <p:to>
                                        <p:strVal val="visible"/>
                                      </p:to>
                                    </p:set>
                                    <p:animEffect transition="in" filter="fade">
                                      <p:cBhvr>
                                        <p:cTn id="70" dur="500"/>
                                        <p:tgtEl>
                                          <p:spTgt spid="8"/>
                                        </p:tgtEl>
                                      </p:cBhvr>
                                    </p:animEffect>
                                  </p:childTnLst>
                                </p:cTn>
                              </p:par>
                              <p:par>
                                <p:cTn id="71" presetID="10" presetClass="entr" presetSubtype="0" fill="hold" nodeType="withEffect">
                                  <p:stCondLst>
                                    <p:cond delay="0"/>
                                  </p:stCondLst>
                                  <p:childTnLst>
                                    <p:set>
                                      <p:cBhvr>
                                        <p:cTn id="72" dur="1" fill="hold">
                                          <p:stCondLst>
                                            <p:cond delay="0"/>
                                          </p:stCondLst>
                                        </p:cTn>
                                        <p:tgtEl>
                                          <p:spTgt spid="9"/>
                                        </p:tgtEl>
                                        <p:attrNameLst>
                                          <p:attrName>style.visibility</p:attrName>
                                        </p:attrNameLst>
                                      </p:cBhvr>
                                      <p:to>
                                        <p:strVal val="visible"/>
                                      </p:to>
                                    </p:set>
                                    <p:animEffect transition="in" filter="fade">
                                      <p:cBhvr>
                                        <p:cTn id="73" dur="500"/>
                                        <p:tgtEl>
                                          <p:spTgt spid="9"/>
                                        </p:tgtEl>
                                      </p:cBhvr>
                                    </p:animEffect>
                                  </p:childTnLst>
                                </p:cTn>
                              </p:par>
                            </p:childTnLst>
                          </p:cTn>
                        </p:par>
                        <p:par>
                          <p:cTn id="74" fill="hold">
                            <p:stCondLst>
                              <p:cond delay="3500"/>
                            </p:stCondLst>
                            <p:childTnLst>
                              <p:par>
                                <p:cTn id="75" presetID="10" presetClass="entr" presetSubtype="0" fill="hold" grpId="0" nodeType="afterEffect">
                                  <p:stCondLst>
                                    <p:cond delay="0"/>
                                  </p:stCondLst>
                                  <p:childTnLst>
                                    <p:set>
                                      <p:cBhvr>
                                        <p:cTn id="76" dur="1" fill="hold">
                                          <p:stCondLst>
                                            <p:cond delay="0"/>
                                          </p:stCondLst>
                                        </p:cTn>
                                        <p:tgtEl>
                                          <p:spTgt spid="30"/>
                                        </p:tgtEl>
                                        <p:attrNameLst>
                                          <p:attrName>style.visibility</p:attrName>
                                        </p:attrNameLst>
                                      </p:cBhvr>
                                      <p:to>
                                        <p:strVal val="visible"/>
                                      </p:to>
                                    </p:set>
                                    <p:animEffect transition="in" filter="fade">
                                      <p:cBhvr>
                                        <p:cTn id="77" dur="500"/>
                                        <p:tgtEl>
                                          <p:spTgt spid="30"/>
                                        </p:tgtEl>
                                      </p:cBhvr>
                                    </p:animEffect>
                                  </p:childTnLst>
                                </p:cTn>
                              </p:par>
                              <p:par>
                                <p:cTn id="78" presetID="10" presetClass="entr" presetSubtype="0" fill="hold" nodeType="withEffect">
                                  <p:stCondLst>
                                    <p:cond delay="0"/>
                                  </p:stCondLst>
                                  <p:childTnLst>
                                    <p:set>
                                      <p:cBhvr>
                                        <p:cTn id="79" dur="1" fill="hold">
                                          <p:stCondLst>
                                            <p:cond delay="0"/>
                                          </p:stCondLst>
                                        </p:cTn>
                                        <p:tgtEl>
                                          <p:spTgt spid="12"/>
                                        </p:tgtEl>
                                        <p:attrNameLst>
                                          <p:attrName>style.visibility</p:attrName>
                                        </p:attrNameLst>
                                      </p:cBhvr>
                                      <p:to>
                                        <p:strVal val="visible"/>
                                      </p:to>
                                    </p:set>
                                    <p:animEffect transition="in" filter="fade">
                                      <p:cBhvr>
                                        <p:cTn id="80" dur="500"/>
                                        <p:tgtEl>
                                          <p:spTgt spid="12"/>
                                        </p:tgtEl>
                                      </p:cBhvr>
                                    </p:animEffect>
                                  </p:childTnLst>
                                </p:cTn>
                              </p:par>
                              <p:par>
                                <p:cTn id="81" presetID="10" presetClass="entr" presetSubtype="0" fill="hold" nodeType="withEffect">
                                  <p:stCondLst>
                                    <p:cond delay="0"/>
                                  </p:stCondLst>
                                  <p:childTnLst>
                                    <p:set>
                                      <p:cBhvr>
                                        <p:cTn id="82" dur="1" fill="hold">
                                          <p:stCondLst>
                                            <p:cond delay="0"/>
                                          </p:stCondLst>
                                        </p:cTn>
                                        <p:tgtEl>
                                          <p:spTgt spid="10"/>
                                        </p:tgtEl>
                                        <p:attrNameLst>
                                          <p:attrName>style.visibility</p:attrName>
                                        </p:attrNameLst>
                                      </p:cBhvr>
                                      <p:to>
                                        <p:strVal val="visible"/>
                                      </p:to>
                                    </p:set>
                                    <p:animEffect transition="in" filter="fade">
                                      <p:cBhvr>
                                        <p:cTn id="8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30" grpId="0" animBg="1"/>
      <p:bldP spid="34" grpId="0" animBg="1"/>
      <p:bldP spid="35" grpId="0" animBg="1"/>
      <p:bldP spid="37" grpId="0" animBg="1"/>
      <p:bldP spid="38" grpId="0" animBg="1"/>
      <p:bldP spid="40" grpId="0" animBg="1"/>
      <p:bldP spid="41"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25"/>
          <p:cNvSpPr/>
          <p:nvPr/>
        </p:nvSpPr>
        <p:spPr>
          <a:xfrm>
            <a:off x="4597545" y="2496639"/>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Freeform 29"/>
          <p:cNvSpPr/>
          <p:nvPr/>
        </p:nvSpPr>
        <p:spPr>
          <a:xfrm rot="2700000">
            <a:off x="5358614" y="1779545"/>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Freeform 33"/>
          <p:cNvSpPr/>
          <p:nvPr/>
        </p:nvSpPr>
        <p:spPr>
          <a:xfrm flipH="1">
            <a:off x="7126428" y="2502989"/>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Freeform 34"/>
          <p:cNvSpPr/>
          <p:nvPr/>
        </p:nvSpPr>
        <p:spPr>
          <a:xfrm rot="18900000" flipH="1">
            <a:off x="6365359" y="1785895"/>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7" name="Freeform 36"/>
          <p:cNvSpPr/>
          <p:nvPr/>
        </p:nvSpPr>
        <p:spPr>
          <a:xfrm flipH="1" flipV="1">
            <a:off x="7120078" y="3633772"/>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8" name="Freeform 37"/>
          <p:cNvSpPr/>
          <p:nvPr/>
        </p:nvSpPr>
        <p:spPr>
          <a:xfrm rot="2700000" flipH="1" flipV="1">
            <a:off x="6359009" y="4350866"/>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0" name="Freeform 39"/>
          <p:cNvSpPr/>
          <p:nvPr/>
        </p:nvSpPr>
        <p:spPr>
          <a:xfrm flipV="1">
            <a:off x="4603895" y="3640122"/>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Freeform 40"/>
          <p:cNvSpPr/>
          <p:nvPr/>
        </p:nvSpPr>
        <p:spPr>
          <a:xfrm rot="18900000" flipV="1">
            <a:off x="5364964" y="4357216"/>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nvGrpSpPr>
          <p:cNvPr id="8" name="Group 7"/>
          <p:cNvGrpSpPr/>
          <p:nvPr/>
        </p:nvGrpSpPr>
        <p:grpSpPr>
          <a:xfrm>
            <a:off x="4221004" y="2133195"/>
            <a:ext cx="692928" cy="640080"/>
            <a:chOff x="4228147" y="2074893"/>
            <a:chExt cx="692928" cy="640080"/>
          </a:xfrm>
        </p:grpSpPr>
        <p:cxnSp>
          <p:nvCxnSpPr>
            <p:cNvPr id="14" name="Straight Connector 13"/>
            <p:cNvCxnSpPr/>
            <p:nvPr/>
          </p:nvCxnSpPr>
          <p:spPr>
            <a:xfrm rot="2700000" flipH="1">
              <a:off x="4601035" y="2394933"/>
              <a:ext cx="640080" cy="0"/>
            </a:xfrm>
            <a:prstGeom prst="line">
              <a:avLst/>
            </a:prstGeom>
            <a:ln w="19050" cap="sq">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4228147" y="2166249"/>
              <a:ext cx="466625" cy="0"/>
            </a:xfrm>
            <a:prstGeom prst="line">
              <a:avLst/>
            </a:prstGeom>
            <a:ln w="19050">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1" name="Group 20"/>
          <p:cNvGrpSpPr/>
          <p:nvPr/>
        </p:nvGrpSpPr>
        <p:grpSpPr>
          <a:xfrm flipV="1">
            <a:off x="4228147" y="4398946"/>
            <a:ext cx="864389" cy="640080"/>
            <a:chOff x="4056686" y="2074893"/>
            <a:chExt cx="864389" cy="640080"/>
          </a:xfrm>
        </p:grpSpPr>
        <p:cxnSp>
          <p:nvCxnSpPr>
            <p:cNvPr id="22" name="Straight Connector 21"/>
            <p:cNvCxnSpPr/>
            <p:nvPr/>
          </p:nvCxnSpPr>
          <p:spPr>
            <a:xfrm rot="2700000" flipH="1">
              <a:off x="4601035" y="2394933"/>
              <a:ext cx="640080" cy="0"/>
            </a:xfrm>
            <a:prstGeom prst="line">
              <a:avLst/>
            </a:prstGeom>
            <a:ln w="19050" cap="sq">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H="1" flipV="1">
              <a:off x="4056686" y="2166249"/>
              <a:ext cx="638087" cy="0"/>
            </a:xfrm>
            <a:prstGeom prst="line">
              <a:avLst/>
            </a:prstGeom>
            <a:ln w="19050">
              <a:solidFill>
                <a:schemeClr val="accent5"/>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flipH="1">
            <a:off x="7184356" y="1956981"/>
            <a:ext cx="859240" cy="640080"/>
            <a:chOff x="4061835" y="2074893"/>
            <a:chExt cx="859240" cy="640080"/>
          </a:xfrm>
        </p:grpSpPr>
        <p:cxnSp>
          <p:nvCxnSpPr>
            <p:cNvPr id="27" name="Straight Connector 26"/>
            <p:cNvCxnSpPr/>
            <p:nvPr/>
          </p:nvCxnSpPr>
          <p:spPr>
            <a:xfrm rot="2700000" flipH="1">
              <a:off x="4601035" y="2394933"/>
              <a:ext cx="640080" cy="0"/>
            </a:xfrm>
            <a:prstGeom prst="line">
              <a:avLst/>
            </a:prstGeom>
            <a:ln w="19050" cap="sq">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a:off x="4061835" y="2166249"/>
              <a:ext cx="632937" cy="0"/>
            </a:xfrm>
            <a:prstGeom prst="line">
              <a:avLst/>
            </a:prstGeom>
            <a:ln w="19050">
              <a:solidFill>
                <a:schemeClr val="accent1"/>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flipH="1" flipV="1">
            <a:off x="7357394" y="4207978"/>
            <a:ext cx="864002" cy="640080"/>
            <a:chOff x="4057073" y="2074893"/>
            <a:chExt cx="864002" cy="640080"/>
          </a:xfrm>
        </p:grpSpPr>
        <p:cxnSp>
          <p:nvCxnSpPr>
            <p:cNvPr id="32" name="Straight Connector 31"/>
            <p:cNvCxnSpPr/>
            <p:nvPr/>
          </p:nvCxnSpPr>
          <p:spPr>
            <a:xfrm rot="2700000" flipH="1">
              <a:off x="4601035" y="2394933"/>
              <a:ext cx="640080" cy="0"/>
            </a:xfrm>
            <a:prstGeom prst="line">
              <a:avLst/>
            </a:prstGeom>
            <a:ln w="19050" cap="sq">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flipV="1">
              <a:off x="4057073" y="2166249"/>
              <a:ext cx="637699" cy="0"/>
            </a:xfrm>
            <a:prstGeom prst="line">
              <a:avLst/>
            </a:prstGeom>
            <a:ln w="19050">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9" name="Group 8"/>
          <p:cNvGrpSpPr/>
          <p:nvPr/>
        </p:nvGrpSpPr>
        <p:grpSpPr>
          <a:xfrm>
            <a:off x="1454157" y="2003711"/>
            <a:ext cx="2807297" cy="815979"/>
            <a:chOff x="1454157" y="2003711"/>
            <a:chExt cx="2807297" cy="815979"/>
          </a:xfrm>
        </p:grpSpPr>
        <p:sp>
          <p:nvSpPr>
            <p:cNvPr id="44" name="Title 13"/>
            <p:cNvSpPr txBox="1">
              <a:spLocks/>
            </p:cNvSpPr>
            <p:nvPr/>
          </p:nvSpPr>
          <p:spPr>
            <a:xfrm>
              <a:off x="1454157" y="2050718"/>
              <a:ext cx="2542926" cy="768972"/>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lvl="0" algn="ctr" rtl="1"/>
              <a:r>
                <a:rPr lang="ar-SA" b="1" dirty="0" smtClean="0"/>
                <a:t>السماعات</a:t>
              </a:r>
              <a:endParaRPr lang="en-US" b="1" dirty="0" smtClean="0"/>
            </a:p>
            <a:p>
              <a:pPr lvl="0" algn="ctr" rtl="1"/>
              <a:r>
                <a:rPr lang="ar-SA" b="1" dirty="0" smtClean="0"/>
                <a:t> </a:t>
              </a:r>
              <a:r>
                <a:rPr lang="en-US" b="1" dirty="0"/>
                <a:t> Speakers</a:t>
              </a:r>
            </a:p>
          </p:txBody>
        </p:sp>
        <p:sp>
          <p:nvSpPr>
            <p:cNvPr id="46" name="Rectangle 45"/>
            <p:cNvSpPr/>
            <p:nvPr/>
          </p:nvSpPr>
          <p:spPr>
            <a:xfrm>
              <a:off x="3582264" y="2003711"/>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4EA6DC"/>
                  </a:solidFill>
                  <a:latin typeface="FontAwesome" pitchFamily="2" charset="0"/>
                </a:rPr>
                <a:t></a:t>
              </a:r>
              <a:endParaRPr lang="en-US" sz="3000" dirty="0">
                <a:ln w="0">
                  <a:noFill/>
                </a:ln>
                <a:solidFill>
                  <a:srgbClr val="4EA6DC"/>
                </a:solidFill>
                <a:latin typeface="Calibri" panose="020F0502020204030204"/>
              </a:endParaRPr>
            </a:p>
          </p:txBody>
        </p:sp>
      </p:grpSp>
      <p:grpSp>
        <p:nvGrpSpPr>
          <p:cNvPr id="6" name="Group 5"/>
          <p:cNvGrpSpPr/>
          <p:nvPr/>
        </p:nvGrpSpPr>
        <p:grpSpPr>
          <a:xfrm>
            <a:off x="916061" y="4664718"/>
            <a:ext cx="3345393" cy="701116"/>
            <a:chOff x="916061" y="4664718"/>
            <a:chExt cx="3345393" cy="701116"/>
          </a:xfrm>
        </p:grpSpPr>
        <p:sp>
          <p:nvSpPr>
            <p:cNvPr id="53" name="Title 13"/>
            <p:cNvSpPr txBox="1">
              <a:spLocks/>
            </p:cNvSpPr>
            <p:nvPr/>
          </p:nvSpPr>
          <p:spPr>
            <a:xfrm>
              <a:off x="916061" y="4664718"/>
              <a:ext cx="3216599" cy="701116"/>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lvl="0" rtl="1"/>
              <a:r>
                <a:rPr lang="ar-SA" b="1" dirty="0"/>
                <a:t>الراسمة </a:t>
              </a:r>
              <a:r>
                <a:rPr lang="en-US" b="1" dirty="0"/>
                <a:t> Plotter</a:t>
              </a:r>
            </a:p>
          </p:txBody>
        </p:sp>
        <p:sp>
          <p:nvSpPr>
            <p:cNvPr id="54" name="Rectangle 53"/>
            <p:cNvSpPr/>
            <p:nvPr/>
          </p:nvSpPr>
          <p:spPr>
            <a:xfrm>
              <a:off x="3582264" y="4738277"/>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8971E1"/>
                  </a:solidFill>
                  <a:latin typeface="FontAwesome" pitchFamily="2" charset="0"/>
                </a:rPr>
                <a:t></a:t>
              </a:r>
              <a:endParaRPr lang="en-US" sz="3000" dirty="0">
                <a:ln w="0">
                  <a:noFill/>
                </a:ln>
                <a:solidFill>
                  <a:srgbClr val="8971E1"/>
                </a:solidFill>
                <a:latin typeface="Calibri" panose="020F0502020204030204"/>
              </a:endParaRPr>
            </a:p>
          </p:txBody>
        </p:sp>
      </p:grpSp>
      <p:grpSp>
        <p:nvGrpSpPr>
          <p:cNvPr id="5" name="Group 4"/>
          <p:cNvGrpSpPr/>
          <p:nvPr/>
        </p:nvGrpSpPr>
        <p:grpSpPr>
          <a:xfrm>
            <a:off x="7970432" y="1812351"/>
            <a:ext cx="3369757" cy="806194"/>
            <a:chOff x="7970432" y="1812351"/>
            <a:chExt cx="3369757" cy="806194"/>
          </a:xfrm>
        </p:grpSpPr>
        <p:sp>
          <p:nvSpPr>
            <p:cNvPr id="57" name="Title 13"/>
            <p:cNvSpPr txBox="1">
              <a:spLocks/>
            </p:cNvSpPr>
            <p:nvPr/>
          </p:nvSpPr>
          <p:spPr>
            <a:xfrm flipH="1">
              <a:off x="7970432" y="2074790"/>
              <a:ext cx="3369757" cy="543755"/>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lvl="0" algn="ctr" rtl="1"/>
              <a:r>
                <a:rPr lang="ar-SA" b="1" dirty="0" smtClean="0"/>
                <a:t>الشاشة</a:t>
              </a:r>
              <a:endParaRPr lang="en-US" b="1" dirty="0" smtClean="0"/>
            </a:p>
            <a:p>
              <a:pPr lvl="0" algn="ctr" rtl="1"/>
              <a:r>
                <a:rPr lang="ar-SA" b="1" dirty="0" smtClean="0"/>
                <a:t> </a:t>
              </a:r>
              <a:r>
                <a:rPr lang="en-US" b="1" dirty="0"/>
                <a:t> Screen or Minter</a:t>
              </a:r>
            </a:p>
          </p:txBody>
        </p:sp>
        <p:sp>
          <p:nvSpPr>
            <p:cNvPr id="58" name="Rectangle 57"/>
            <p:cNvSpPr/>
            <p:nvPr/>
          </p:nvSpPr>
          <p:spPr>
            <a:xfrm flipH="1">
              <a:off x="8052592" y="1812351"/>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E32D91"/>
                  </a:solidFill>
                  <a:latin typeface="FontAwesome" pitchFamily="2" charset="0"/>
                </a:rPr>
                <a:t></a:t>
              </a:r>
              <a:endParaRPr lang="en-US" sz="3000" dirty="0">
                <a:ln w="0">
                  <a:noFill/>
                </a:ln>
                <a:solidFill>
                  <a:srgbClr val="E32D91"/>
                </a:solidFill>
                <a:latin typeface="Calibri" panose="020F0502020204030204"/>
              </a:endParaRPr>
            </a:p>
          </p:txBody>
        </p:sp>
      </p:grpSp>
      <p:grpSp>
        <p:nvGrpSpPr>
          <p:cNvPr id="3" name="Group 2"/>
          <p:cNvGrpSpPr/>
          <p:nvPr/>
        </p:nvGrpSpPr>
        <p:grpSpPr>
          <a:xfrm>
            <a:off x="8230392" y="4532717"/>
            <a:ext cx="3465785" cy="609789"/>
            <a:chOff x="8230392" y="4532717"/>
            <a:chExt cx="3465785" cy="609789"/>
          </a:xfrm>
        </p:grpSpPr>
        <p:sp>
          <p:nvSpPr>
            <p:cNvPr id="65" name="Title 13"/>
            <p:cNvSpPr txBox="1">
              <a:spLocks/>
            </p:cNvSpPr>
            <p:nvPr/>
          </p:nvSpPr>
          <p:spPr>
            <a:xfrm flipH="1">
              <a:off x="8938747" y="4578742"/>
              <a:ext cx="2757430" cy="563764"/>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lvl="0" algn="ctr" rtl="1"/>
              <a:r>
                <a:rPr lang="ar-SA" b="1" dirty="0"/>
                <a:t>الطابعة </a:t>
              </a:r>
              <a:r>
                <a:rPr lang="en-US" b="1" dirty="0"/>
                <a:t> Printer</a:t>
              </a:r>
            </a:p>
          </p:txBody>
        </p:sp>
        <p:sp>
          <p:nvSpPr>
            <p:cNvPr id="66" name="Rectangle 65"/>
            <p:cNvSpPr/>
            <p:nvPr/>
          </p:nvSpPr>
          <p:spPr>
            <a:xfrm flipH="1">
              <a:off x="8230392" y="4532717"/>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4EA6DC"/>
                  </a:solidFill>
                  <a:latin typeface="FontAwesome" pitchFamily="2" charset="0"/>
                </a:rPr>
                <a:t></a:t>
              </a:r>
              <a:endParaRPr lang="en-US" sz="3000" dirty="0">
                <a:ln w="0">
                  <a:noFill/>
                </a:ln>
                <a:solidFill>
                  <a:srgbClr val="4EA6DC"/>
                </a:solidFill>
                <a:latin typeface="Calibri" panose="020F0502020204030204"/>
              </a:endParaRPr>
            </a:p>
          </p:txBody>
        </p:sp>
      </p:grpSp>
      <p:sp>
        <p:nvSpPr>
          <p:cNvPr id="59" name="Title 2"/>
          <p:cNvSpPr txBox="1">
            <a:spLocks/>
          </p:cNvSpPr>
          <p:nvPr/>
        </p:nvSpPr>
        <p:spPr>
          <a:xfrm>
            <a:off x="2974417" y="212032"/>
            <a:ext cx="8324829" cy="548850"/>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lvl="0" algn="r" rtl="1"/>
            <a:r>
              <a:rPr lang="ar-SA" sz="4000" u="sng" dirty="0">
                <a:cs typeface="+mn-cs"/>
              </a:rPr>
              <a:t>وحدات الإخراج </a:t>
            </a:r>
            <a:r>
              <a:rPr lang="en-US" sz="4000" u="sng" dirty="0">
                <a:cs typeface="+mn-cs"/>
              </a:rPr>
              <a:t>Output Units</a:t>
            </a:r>
            <a:r>
              <a:rPr lang="ar-SA" sz="4000" u="sng" dirty="0">
                <a:cs typeface="+mn-cs"/>
              </a:rPr>
              <a:t>، وتشمل:</a:t>
            </a:r>
            <a:endParaRPr lang="en-US" sz="4000" u="sng" dirty="0">
              <a:cs typeface="+mn-cs"/>
            </a:endParaRPr>
          </a:p>
        </p:txBody>
      </p:sp>
      <p:sp>
        <p:nvSpPr>
          <p:cNvPr id="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6306197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5"/>
                                        </p:tgtEl>
                                        <p:attrNameLst>
                                          <p:attrName>style.visibility</p:attrName>
                                        </p:attrNameLst>
                                      </p:cBhvr>
                                      <p:to>
                                        <p:strVal val="visible"/>
                                      </p:to>
                                    </p:set>
                                    <p:animEffect transition="in" filter="fade">
                                      <p:cBhvr>
                                        <p:cTn id="13" dur="500"/>
                                        <p:tgtEl>
                                          <p:spTgt spid="35"/>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fade">
                                      <p:cBhvr>
                                        <p:cTn id="17" dur="500"/>
                                        <p:tgtEl>
                                          <p:spTgt spid="34"/>
                                        </p:tgtEl>
                                      </p:cBhvr>
                                    </p:animEffect>
                                  </p:childTnLst>
                                </p:cTn>
                              </p:par>
                            </p:childTnLst>
                          </p:cTn>
                        </p:par>
                        <p:par>
                          <p:cTn id="18" fill="hold">
                            <p:stCondLst>
                              <p:cond delay="1000"/>
                            </p:stCondLst>
                            <p:childTnLst>
                              <p:par>
                                <p:cTn id="19" presetID="10" presetClass="entr" presetSubtype="0" fill="hold" grpId="0" nodeType="after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fade">
                                      <p:cBhvr>
                                        <p:cTn id="21" dur="500"/>
                                        <p:tgtEl>
                                          <p:spTgt spid="37"/>
                                        </p:tgtEl>
                                      </p:cBhvr>
                                    </p:animEffect>
                                  </p:childTnLst>
                                </p:cTn>
                              </p:par>
                              <p:par>
                                <p:cTn id="22" presetID="10" presetClass="entr" presetSubtype="0" fill="hold" nodeType="withEffect">
                                  <p:stCondLst>
                                    <p:cond delay="0"/>
                                  </p:stCondLst>
                                  <p:childTnLst>
                                    <p:set>
                                      <p:cBhvr>
                                        <p:cTn id="23" dur="1" fill="hold">
                                          <p:stCondLst>
                                            <p:cond delay="0"/>
                                          </p:stCondLst>
                                        </p:cTn>
                                        <p:tgtEl>
                                          <p:spTgt spid="31"/>
                                        </p:tgtEl>
                                        <p:attrNameLst>
                                          <p:attrName>style.visibility</p:attrName>
                                        </p:attrNameLst>
                                      </p:cBhvr>
                                      <p:to>
                                        <p:strVal val="visible"/>
                                      </p:to>
                                    </p:set>
                                    <p:animEffect transition="in" filter="fade">
                                      <p:cBhvr>
                                        <p:cTn id="24" dur="500"/>
                                        <p:tgtEl>
                                          <p:spTgt spid="31"/>
                                        </p:tgtEl>
                                      </p:cBhvr>
                                    </p:animEffect>
                                  </p:childTnLst>
                                </p:cTn>
                              </p:par>
                              <p:par>
                                <p:cTn id="25" presetID="10" presetClass="entr" presetSubtype="0"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500"/>
                                        <p:tgtEl>
                                          <p:spTgt spid="3"/>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8"/>
                                        </p:tgtEl>
                                        <p:attrNameLst>
                                          <p:attrName>style.visibility</p:attrName>
                                        </p:attrNameLst>
                                      </p:cBhvr>
                                      <p:to>
                                        <p:strVal val="visible"/>
                                      </p:to>
                                    </p:set>
                                    <p:animEffect transition="in" filter="fade">
                                      <p:cBhvr>
                                        <p:cTn id="30" dur="500"/>
                                        <p:tgtEl>
                                          <p:spTgt spid="38"/>
                                        </p:tgtEl>
                                      </p:cBhvr>
                                    </p:animEffect>
                                  </p:childTnLst>
                                </p:cTn>
                              </p:par>
                            </p:childTnLst>
                          </p:cTn>
                        </p:par>
                        <p:par>
                          <p:cTn id="31" fill="hold">
                            <p:stCondLst>
                              <p:cond delay="1500"/>
                            </p:stCondLst>
                            <p:childTnLst>
                              <p:par>
                                <p:cTn id="32" presetID="10" presetClass="entr" presetSubtype="0" fill="hold" grpId="0" nodeType="afterEffect">
                                  <p:stCondLst>
                                    <p:cond delay="0"/>
                                  </p:stCondLst>
                                  <p:childTnLst>
                                    <p:set>
                                      <p:cBhvr>
                                        <p:cTn id="33" dur="1" fill="hold">
                                          <p:stCondLst>
                                            <p:cond delay="0"/>
                                          </p:stCondLst>
                                        </p:cTn>
                                        <p:tgtEl>
                                          <p:spTgt spid="41"/>
                                        </p:tgtEl>
                                        <p:attrNameLst>
                                          <p:attrName>style.visibility</p:attrName>
                                        </p:attrNameLst>
                                      </p:cBhvr>
                                      <p:to>
                                        <p:strVal val="visible"/>
                                      </p:to>
                                    </p:set>
                                    <p:animEffect transition="in" filter="fade">
                                      <p:cBhvr>
                                        <p:cTn id="34" dur="500"/>
                                        <p:tgtEl>
                                          <p:spTgt spid="41"/>
                                        </p:tgtEl>
                                      </p:cBhvr>
                                    </p:animEffect>
                                  </p:childTnLst>
                                </p:cTn>
                              </p:par>
                              <p:par>
                                <p:cTn id="35" presetID="10" presetClass="entr" presetSubtype="0" fill="hold"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par>
                                <p:cTn id="38" presetID="10" presetClass="entr" presetSubtype="0" fill="hold" nodeType="with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500"/>
                                        <p:tgtEl>
                                          <p:spTgt spid="6"/>
                                        </p:tgtEl>
                                      </p:cBhvr>
                                    </p:animEffect>
                                  </p:childTnLst>
                                </p:cTn>
                              </p:par>
                            </p:childTnLst>
                          </p:cTn>
                        </p:par>
                        <p:par>
                          <p:cTn id="41" fill="hold">
                            <p:stCondLst>
                              <p:cond delay="2000"/>
                            </p:stCondLst>
                            <p:childTnLst>
                              <p:par>
                                <p:cTn id="42" presetID="10" presetClass="entr" presetSubtype="0" fill="hold" grpId="0" nodeType="afterEffect">
                                  <p:stCondLst>
                                    <p:cond delay="0"/>
                                  </p:stCondLst>
                                  <p:childTnLst>
                                    <p:set>
                                      <p:cBhvr>
                                        <p:cTn id="43" dur="1" fill="hold">
                                          <p:stCondLst>
                                            <p:cond delay="0"/>
                                          </p:stCondLst>
                                        </p:cTn>
                                        <p:tgtEl>
                                          <p:spTgt spid="40"/>
                                        </p:tgtEl>
                                        <p:attrNameLst>
                                          <p:attrName>style.visibility</p:attrName>
                                        </p:attrNameLst>
                                      </p:cBhvr>
                                      <p:to>
                                        <p:strVal val="visible"/>
                                      </p:to>
                                    </p:set>
                                    <p:animEffect transition="in" filter="fade">
                                      <p:cBhvr>
                                        <p:cTn id="44" dur="500"/>
                                        <p:tgtEl>
                                          <p:spTgt spid="40"/>
                                        </p:tgtEl>
                                      </p:cBhvr>
                                    </p:animEffect>
                                  </p:childTnLst>
                                </p:cTn>
                              </p:par>
                            </p:childTnLst>
                          </p:cTn>
                        </p:par>
                        <p:par>
                          <p:cTn id="45" fill="hold">
                            <p:stCondLst>
                              <p:cond delay="2500"/>
                            </p:stCondLst>
                            <p:childTnLst>
                              <p:par>
                                <p:cTn id="46" presetID="10" presetClass="entr" presetSubtype="0" fill="hold" grpId="0" nodeType="after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500"/>
                                        <p:tgtEl>
                                          <p:spTgt spid="26"/>
                                        </p:tgtEl>
                                      </p:cBhvr>
                                    </p:animEffect>
                                  </p:childTnLst>
                                </p:cTn>
                              </p:par>
                              <p:par>
                                <p:cTn id="49" presetID="10" presetClass="entr" presetSubtype="0" fill="hold" nodeType="with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fade">
                                      <p:cBhvr>
                                        <p:cTn id="51" dur="500"/>
                                        <p:tgtEl>
                                          <p:spTgt spid="8"/>
                                        </p:tgtEl>
                                      </p:cBhvr>
                                    </p:animEffect>
                                  </p:childTnLst>
                                </p:cTn>
                              </p:par>
                              <p:par>
                                <p:cTn id="52" presetID="10" presetClass="entr" presetSubtype="0" fill="hold" nodeType="withEffect">
                                  <p:stCondLst>
                                    <p:cond delay="0"/>
                                  </p:stCondLst>
                                  <p:childTnLst>
                                    <p:set>
                                      <p:cBhvr>
                                        <p:cTn id="53" dur="1" fill="hold">
                                          <p:stCondLst>
                                            <p:cond delay="0"/>
                                          </p:stCondLst>
                                        </p:cTn>
                                        <p:tgtEl>
                                          <p:spTgt spid="9"/>
                                        </p:tgtEl>
                                        <p:attrNameLst>
                                          <p:attrName>style.visibility</p:attrName>
                                        </p:attrNameLst>
                                      </p:cBhvr>
                                      <p:to>
                                        <p:strVal val="visible"/>
                                      </p:to>
                                    </p:set>
                                    <p:animEffect transition="in" filter="fade">
                                      <p:cBhvr>
                                        <p:cTn id="54" dur="500"/>
                                        <p:tgtEl>
                                          <p:spTgt spid="9"/>
                                        </p:tgtEl>
                                      </p:cBhvr>
                                    </p:animEffect>
                                  </p:childTnLst>
                                </p:cTn>
                              </p:par>
                            </p:childTnLst>
                          </p:cTn>
                        </p:par>
                        <p:par>
                          <p:cTn id="55" fill="hold">
                            <p:stCondLst>
                              <p:cond delay="3000"/>
                            </p:stCondLst>
                            <p:childTnLst>
                              <p:par>
                                <p:cTn id="56" presetID="10" presetClass="entr" presetSubtype="0" fill="hold" grpId="0" nodeType="afterEffect">
                                  <p:stCondLst>
                                    <p:cond delay="0"/>
                                  </p:stCondLst>
                                  <p:childTnLst>
                                    <p:set>
                                      <p:cBhvr>
                                        <p:cTn id="57" dur="1" fill="hold">
                                          <p:stCondLst>
                                            <p:cond delay="0"/>
                                          </p:stCondLst>
                                        </p:cTn>
                                        <p:tgtEl>
                                          <p:spTgt spid="30"/>
                                        </p:tgtEl>
                                        <p:attrNameLst>
                                          <p:attrName>style.visibility</p:attrName>
                                        </p:attrNameLst>
                                      </p:cBhvr>
                                      <p:to>
                                        <p:strVal val="visible"/>
                                      </p:to>
                                    </p:set>
                                    <p:animEffect transition="in" filter="fade">
                                      <p:cBhvr>
                                        <p:cTn id="58"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30" grpId="0" animBg="1"/>
      <p:bldP spid="34" grpId="0" animBg="1"/>
      <p:bldP spid="35" grpId="0" animBg="1"/>
      <p:bldP spid="37" grpId="0" animBg="1"/>
      <p:bldP spid="38" grpId="0" animBg="1"/>
      <p:bldP spid="40" grpId="0" animBg="1"/>
      <p:bldP spid="41"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791606" y="896413"/>
            <a:ext cx="10725185" cy="830997"/>
          </a:xfrm>
          <a:prstGeom prst="rect">
            <a:avLst/>
          </a:prstGeom>
        </p:spPr>
        <p:txBody>
          <a:bodyPr wrap="square">
            <a:spAutoFit/>
          </a:bodyPr>
          <a:lstStyle/>
          <a:p>
            <a:pPr algn="ctr" rtl="1"/>
            <a:r>
              <a:rPr lang="ar-SA" sz="2400" b="1" dirty="0"/>
              <a:t>وهي عبارة عن الصندوق الرئيسي المعدني الذي يحوي تقريبًا جميع مكونات الحاسب الأساسية. وتتكون هذه الوحدة غالباً من الآتي</a:t>
            </a:r>
            <a:endParaRPr lang="en-US" sz="2400" b="1" dirty="0">
              <a:solidFill>
                <a:srgbClr val="00B050"/>
              </a:solidFill>
            </a:endParaRPr>
          </a:p>
        </p:txBody>
      </p:sp>
      <p:grpSp>
        <p:nvGrpSpPr>
          <p:cNvPr id="3" name="Group 2"/>
          <p:cNvGrpSpPr/>
          <p:nvPr/>
        </p:nvGrpSpPr>
        <p:grpSpPr>
          <a:xfrm>
            <a:off x="-530352" y="214883"/>
            <a:ext cx="12033312" cy="707886"/>
            <a:chOff x="-397764" y="161162"/>
            <a:chExt cx="9024984" cy="530914"/>
          </a:xfrm>
        </p:grpSpPr>
        <p:sp>
          <p:nvSpPr>
            <p:cNvPr id="4" name="Rectangle 3"/>
            <p:cNvSpPr/>
            <p:nvPr/>
          </p:nvSpPr>
          <p:spPr>
            <a:xfrm>
              <a:off x="-397764" y="161162"/>
              <a:ext cx="9024984" cy="530914"/>
            </a:xfrm>
            <a:prstGeom prst="rect">
              <a:avLst/>
            </a:prstGeom>
          </p:spPr>
          <p:txBody>
            <a:bodyPr wrap="square">
              <a:spAutoFit/>
            </a:bodyPr>
            <a:lstStyle/>
            <a:p>
              <a:pPr lvl="2" algn="r" rtl="1"/>
              <a:r>
                <a:rPr lang="ar-SA" sz="4000" b="1" dirty="0"/>
                <a:t>وحدة النظام </a:t>
              </a:r>
              <a:r>
                <a:rPr lang="en-US" sz="4000" b="1" dirty="0"/>
                <a:t>System Unit</a:t>
              </a:r>
              <a:r>
                <a:rPr lang="ar-JO" sz="4000" b="1" dirty="0" smtClean="0"/>
                <a:t>:</a:t>
              </a:r>
              <a:endParaRPr lang="en-US" sz="4000" u="sng" dirty="0">
                <a:solidFill>
                  <a:srgbClr val="000000"/>
                </a:solidFill>
              </a:endParaRPr>
            </a:p>
          </p:txBody>
        </p:sp>
        <p:cxnSp>
          <p:nvCxnSpPr>
            <p:cNvPr id="5" name="Straight Connector 4"/>
            <p:cNvCxnSpPr/>
            <p:nvPr/>
          </p:nvCxnSpPr>
          <p:spPr>
            <a:xfrm rot="5400000">
              <a:off x="4818917"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9" name="Straight Connector 8"/>
          <p:cNvCxnSpPr/>
          <p:nvPr/>
        </p:nvCxnSpPr>
        <p:spPr>
          <a:xfrm>
            <a:off x="6076907" y="1904991"/>
            <a:ext cx="18039" cy="4382590"/>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6038850" y="3668471"/>
            <a:ext cx="828140" cy="145778"/>
            <a:chOff x="4529137" y="2751358"/>
            <a:chExt cx="621105" cy="109334"/>
          </a:xfrm>
        </p:grpSpPr>
        <p:cxnSp>
          <p:nvCxnSpPr>
            <p:cNvPr id="49" name="Straight Connector 48"/>
            <p:cNvCxnSpPr>
              <a:stCxn id="52" idx="0"/>
              <a:endCxn id="24" idx="1"/>
            </p:cNvCxnSpPr>
            <p:nvPr/>
          </p:nvCxnSpPr>
          <p:spPr>
            <a:xfrm flipV="1">
              <a:off x="4572000" y="2751358"/>
              <a:ext cx="578242" cy="20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51559"/>
              <a:ext cx="85726" cy="1091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8" name="Group 99"/>
          <p:cNvGrpSpPr/>
          <p:nvPr/>
        </p:nvGrpSpPr>
        <p:grpSpPr>
          <a:xfrm>
            <a:off x="5325003" y="2277547"/>
            <a:ext cx="828137" cy="114301"/>
            <a:chOff x="3993759" y="1708160"/>
            <a:chExt cx="621104" cy="85726"/>
          </a:xfrm>
        </p:grpSpPr>
        <p:cxnSp>
          <p:nvCxnSpPr>
            <p:cNvPr id="46" name="Straight Connector 45"/>
            <p:cNvCxnSpPr>
              <a:stCxn id="14" idx="3"/>
              <a:endCxn id="53" idx="7"/>
            </p:cNvCxnSpPr>
            <p:nvPr/>
          </p:nvCxnSpPr>
          <p:spPr>
            <a:xfrm flipV="1">
              <a:off x="3993759" y="1720714"/>
              <a:ext cx="608550" cy="1182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0" name="Group 101"/>
          <p:cNvGrpSpPr/>
          <p:nvPr/>
        </p:nvGrpSpPr>
        <p:grpSpPr>
          <a:xfrm>
            <a:off x="5324997" y="5223947"/>
            <a:ext cx="828150" cy="114301"/>
            <a:chOff x="3993750" y="3917960"/>
            <a:chExt cx="621113" cy="85726"/>
          </a:xfrm>
        </p:grpSpPr>
        <p:cxnSp>
          <p:nvCxnSpPr>
            <p:cNvPr id="51" name="Straight Connector 50"/>
            <p:cNvCxnSpPr>
              <a:stCxn id="27" idx="3"/>
              <a:endCxn id="54" idx="6"/>
            </p:cNvCxnSpPr>
            <p:nvPr/>
          </p:nvCxnSpPr>
          <p:spPr>
            <a:xfrm flipV="1">
              <a:off x="3993750" y="3960823"/>
              <a:ext cx="621113" cy="58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5" name="Group 93"/>
          <p:cNvGrpSpPr/>
          <p:nvPr/>
        </p:nvGrpSpPr>
        <p:grpSpPr>
          <a:xfrm>
            <a:off x="1625188" y="1784915"/>
            <a:ext cx="3699813" cy="1077217"/>
            <a:chOff x="1218890" y="1338686"/>
            <a:chExt cx="2774860" cy="807913"/>
          </a:xfrm>
        </p:grpSpPr>
        <p:sp>
          <p:nvSpPr>
            <p:cNvPr id="31" name="Rectangle 30"/>
            <p:cNvSpPr/>
            <p:nvPr/>
          </p:nvSpPr>
          <p:spPr>
            <a:xfrm>
              <a:off x="1218890" y="1338686"/>
              <a:ext cx="2392511" cy="807913"/>
            </a:xfrm>
            <a:prstGeom prst="rect">
              <a:avLst/>
            </a:prstGeom>
          </p:spPr>
          <p:txBody>
            <a:bodyPr wrap="square">
              <a:spAutoFit/>
            </a:bodyPr>
            <a:lstStyle/>
            <a:p>
              <a:pPr lvl="0" algn="ctr" rtl="1"/>
              <a:r>
                <a:rPr lang="ar-SA" sz="3200" b="1" dirty="0"/>
                <a:t>وحدة اللوحة الأم</a:t>
              </a:r>
              <a:r>
                <a:rPr lang="en-US" sz="3200" b="1" dirty="0"/>
                <a:t> </a:t>
              </a:r>
              <a:endParaRPr lang="en-US" sz="3200" b="1" dirty="0" smtClean="0"/>
            </a:p>
            <a:p>
              <a:pPr lvl="0" algn="ctr" rtl="1"/>
              <a:r>
                <a:rPr lang="en-US" sz="3200" b="1" dirty="0" smtClean="0"/>
                <a:t>Mother Board</a:t>
              </a:r>
              <a:endParaRPr lang="en-US" sz="3200" dirty="0"/>
            </a:p>
          </p:txBody>
        </p:sp>
        <p:grpSp>
          <p:nvGrpSpPr>
            <p:cNvPr id="18" name="Group 83"/>
            <p:cNvGrpSpPr/>
            <p:nvPr/>
          </p:nvGrpSpPr>
          <p:grpSpPr>
            <a:xfrm>
              <a:off x="3357554" y="1414454"/>
              <a:ext cx="636196" cy="636164"/>
              <a:chOff x="3357554" y="1414454"/>
              <a:chExt cx="636196" cy="636164"/>
            </a:xfrm>
          </p:grpSpPr>
          <p:sp>
            <p:nvSpPr>
              <p:cNvPr id="14" name="Rectangle 13"/>
              <p:cNvSpPr/>
              <p:nvPr/>
            </p:nvSpPr>
            <p:spPr>
              <a:xfrm>
                <a:off x="3357554" y="1414454"/>
                <a:ext cx="636196" cy="63616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9" name="Freeform 100"/>
              <p:cNvSpPr>
                <a:spLocks/>
              </p:cNvSpPr>
              <p:nvPr/>
            </p:nvSpPr>
            <p:spPr bwMode="auto">
              <a:xfrm>
                <a:off x="3500430" y="1571618"/>
                <a:ext cx="303570" cy="34205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grpSp>
        <p:nvGrpSpPr>
          <p:cNvPr id="22" name="Group 97"/>
          <p:cNvGrpSpPr/>
          <p:nvPr/>
        </p:nvGrpSpPr>
        <p:grpSpPr>
          <a:xfrm>
            <a:off x="751613" y="4595754"/>
            <a:ext cx="4573387" cy="1569660"/>
            <a:chOff x="563710" y="3446812"/>
            <a:chExt cx="3430040" cy="1177244"/>
          </a:xfrm>
        </p:grpSpPr>
        <p:sp>
          <p:nvSpPr>
            <p:cNvPr id="35" name="Rectangle 34"/>
            <p:cNvSpPr/>
            <p:nvPr/>
          </p:nvSpPr>
          <p:spPr>
            <a:xfrm>
              <a:off x="563710" y="3446812"/>
              <a:ext cx="3117695" cy="1177244"/>
            </a:xfrm>
            <a:prstGeom prst="rect">
              <a:avLst/>
            </a:prstGeom>
          </p:spPr>
          <p:txBody>
            <a:bodyPr wrap="square">
              <a:spAutoFit/>
            </a:bodyPr>
            <a:lstStyle/>
            <a:p>
              <a:pPr lvl="0" algn="ctr" rtl="1"/>
              <a:r>
                <a:rPr lang="en-US" sz="3200" dirty="0"/>
                <a:t> </a:t>
              </a:r>
              <a:r>
                <a:rPr lang="ar-SA" sz="3200" b="1" dirty="0"/>
                <a:t>الذاكرة </a:t>
              </a:r>
              <a:r>
                <a:rPr lang="ar-SA" sz="3200" b="1" dirty="0" smtClean="0"/>
                <a:t>الرئيسية</a:t>
              </a:r>
              <a:endParaRPr lang="en-US" sz="3200" b="1" dirty="0" smtClean="0"/>
            </a:p>
            <a:p>
              <a:pPr lvl="0" algn="ctr" rtl="1"/>
              <a:r>
                <a:rPr lang="en-US" sz="3200" b="1" dirty="0" smtClean="0"/>
                <a:t>RAM /ROM</a:t>
              </a:r>
            </a:p>
            <a:p>
              <a:pPr lvl="0" algn="ctr" rtl="1"/>
              <a:r>
                <a:rPr lang="en-US" sz="3200" b="1" dirty="0" smtClean="0"/>
                <a:t>(</a:t>
              </a:r>
              <a:r>
                <a:rPr lang="en-US" sz="3200" b="1" dirty="0"/>
                <a:t>Main Memory)  </a:t>
              </a:r>
              <a:endParaRPr lang="en-US" sz="3200" dirty="0"/>
            </a:p>
          </p:txBody>
        </p:sp>
        <p:grpSp>
          <p:nvGrpSpPr>
            <p:cNvPr id="26" name="Group 86"/>
            <p:cNvGrpSpPr/>
            <p:nvPr/>
          </p:nvGrpSpPr>
          <p:grpSpPr>
            <a:xfrm>
              <a:off x="3357554" y="3643320"/>
              <a:ext cx="636196" cy="636164"/>
              <a:chOff x="3357554" y="3643320"/>
              <a:chExt cx="636196" cy="636164"/>
            </a:xfrm>
          </p:grpSpPr>
          <p:sp>
            <p:nvSpPr>
              <p:cNvPr id="27" name="Rectangle 26"/>
              <p:cNvSpPr/>
              <p:nvPr/>
            </p:nvSpPr>
            <p:spPr>
              <a:xfrm>
                <a:off x="3357554" y="3643320"/>
                <a:ext cx="636196" cy="63616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9" name="Group 67"/>
              <p:cNvGrpSpPr/>
              <p:nvPr/>
            </p:nvGrpSpPr>
            <p:grpSpPr>
              <a:xfrm>
                <a:off x="3428992" y="3857634"/>
                <a:ext cx="503238" cy="177800"/>
                <a:chOff x="1441430" y="4357700"/>
                <a:chExt cx="503238" cy="177800"/>
              </a:xfrm>
              <a:solidFill>
                <a:schemeClr val="bg1"/>
              </a:solidFill>
            </p:grpSpPr>
            <p:sp>
              <p:nvSpPr>
                <p:cNvPr id="64" name="Freeform 19"/>
                <p:cNvSpPr>
                  <a:spLocks/>
                </p:cNvSpPr>
                <p:nvPr/>
              </p:nvSpPr>
              <p:spPr bwMode="auto">
                <a:xfrm>
                  <a:off x="1441430" y="4357700"/>
                  <a:ext cx="231775" cy="177800"/>
                </a:xfrm>
                <a:custGeom>
                  <a:avLst/>
                  <a:gdLst/>
                  <a:ahLst/>
                  <a:cxnLst>
                    <a:cxn ang="0">
                      <a:pos x="192" y="0"/>
                    </a:cxn>
                    <a:cxn ang="0">
                      <a:pos x="203" y="0"/>
                    </a:cxn>
                    <a:cxn ang="0">
                      <a:pos x="225" y="5"/>
                    </a:cxn>
                    <a:cxn ang="0">
                      <a:pos x="245" y="13"/>
                    </a:cxn>
                    <a:cxn ang="0">
                      <a:pos x="262" y="26"/>
                    </a:cxn>
                    <a:cxn ang="0">
                      <a:pos x="271" y="32"/>
                    </a:cxn>
                    <a:cxn ang="0">
                      <a:pos x="282" y="47"/>
                    </a:cxn>
                    <a:cxn ang="0">
                      <a:pos x="292" y="63"/>
                    </a:cxn>
                    <a:cxn ang="0">
                      <a:pos x="232" y="63"/>
                    </a:cxn>
                    <a:cxn ang="0">
                      <a:pos x="213" y="53"/>
                    </a:cxn>
                    <a:cxn ang="0">
                      <a:pos x="192" y="49"/>
                    </a:cxn>
                    <a:cxn ang="0">
                      <a:pos x="112" y="49"/>
                    </a:cxn>
                    <a:cxn ang="0">
                      <a:pos x="88" y="54"/>
                    </a:cxn>
                    <a:cxn ang="0">
                      <a:pos x="68" y="68"/>
                    </a:cxn>
                    <a:cxn ang="0">
                      <a:pos x="61" y="77"/>
                    </a:cxn>
                    <a:cxn ang="0">
                      <a:pos x="51" y="99"/>
                    </a:cxn>
                    <a:cxn ang="0">
                      <a:pos x="50" y="111"/>
                    </a:cxn>
                    <a:cxn ang="0">
                      <a:pos x="51" y="124"/>
                    </a:cxn>
                    <a:cxn ang="0">
                      <a:pos x="61" y="146"/>
                    </a:cxn>
                    <a:cxn ang="0">
                      <a:pos x="68" y="154"/>
                    </a:cxn>
                    <a:cxn ang="0">
                      <a:pos x="88" y="168"/>
                    </a:cxn>
                    <a:cxn ang="0">
                      <a:pos x="112" y="173"/>
                    </a:cxn>
                    <a:cxn ang="0">
                      <a:pos x="192" y="173"/>
                    </a:cxn>
                    <a:cxn ang="0">
                      <a:pos x="213" y="169"/>
                    </a:cxn>
                    <a:cxn ang="0">
                      <a:pos x="232" y="158"/>
                    </a:cxn>
                    <a:cxn ang="0">
                      <a:pos x="292" y="158"/>
                    </a:cxn>
                    <a:cxn ang="0">
                      <a:pos x="282" y="175"/>
                    </a:cxn>
                    <a:cxn ang="0">
                      <a:pos x="271" y="189"/>
                    </a:cxn>
                    <a:cxn ang="0">
                      <a:pos x="262" y="196"/>
                    </a:cxn>
                    <a:cxn ang="0">
                      <a:pos x="245" y="209"/>
                    </a:cxn>
                    <a:cxn ang="0">
                      <a:pos x="225" y="217"/>
                    </a:cxn>
                    <a:cxn ang="0">
                      <a:pos x="203" y="221"/>
                    </a:cxn>
                    <a:cxn ang="0">
                      <a:pos x="112" y="222"/>
                    </a:cxn>
                    <a:cxn ang="0">
                      <a:pos x="100" y="221"/>
                    </a:cxn>
                    <a:cxn ang="0">
                      <a:pos x="78" y="217"/>
                    </a:cxn>
                    <a:cxn ang="0">
                      <a:pos x="58" y="209"/>
                    </a:cxn>
                    <a:cxn ang="0">
                      <a:pos x="41" y="196"/>
                    </a:cxn>
                    <a:cxn ang="0">
                      <a:pos x="34" y="189"/>
                    </a:cxn>
                    <a:cxn ang="0">
                      <a:pos x="20" y="173"/>
                    </a:cxn>
                    <a:cxn ang="0">
                      <a:pos x="9" y="154"/>
                    </a:cxn>
                    <a:cxn ang="0">
                      <a:pos x="3" y="133"/>
                    </a:cxn>
                    <a:cxn ang="0">
                      <a:pos x="0" y="111"/>
                    </a:cxn>
                    <a:cxn ang="0">
                      <a:pos x="0" y="111"/>
                    </a:cxn>
                    <a:cxn ang="0">
                      <a:pos x="3" y="89"/>
                    </a:cxn>
                    <a:cxn ang="0">
                      <a:pos x="9" y="68"/>
                    </a:cxn>
                    <a:cxn ang="0">
                      <a:pos x="20" y="49"/>
                    </a:cxn>
                    <a:cxn ang="0">
                      <a:pos x="34" y="32"/>
                    </a:cxn>
                    <a:cxn ang="0">
                      <a:pos x="41" y="26"/>
                    </a:cxn>
                    <a:cxn ang="0">
                      <a:pos x="58" y="13"/>
                    </a:cxn>
                    <a:cxn ang="0">
                      <a:pos x="78" y="5"/>
                    </a:cxn>
                    <a:cxn ang="0">
                      <a:pos x="100" y="0"/>
                    </a:cxn>
                    <a:cxn ang="0">
                      <a:pos x="112" y="0"/>
                    </a:cxn>
                  </a:cxnLst>
                  <a:rect l="0" t="0" r="r" b="b"/>
                  <a:pathLst>
                    <a:path w="292" h="222">
                      <a:moveTo>
                        <a:pt x="112" y="0"/>
                      </a:moveTo>
                      <a:lnTo>
                        <a:pt x="192" y="0"/>
                      </a:lnTo>
                      <a:lnTo>
                        <a:pt x="192" y="0"/>
                      </a:lnTo>
                      <a:lnTo>
                        <a:pt x="203" y="0"/>
                      </a:lnTo>
                      <a:lnTo>
                        <a:pt x="214" y="2"/>
                      </a:lnTo>
                      <a:lnTo>
                        <a:pt x="225" y="5"/>
                      </a:lnTo>
                      <a:lnTo>
                        <a:pt x="235" y="9"/>
                      </a:lnTo>
                      <a:lnTo>
                        <a:pt x="245" y="13"/>
                      </a:lnTo>
                      <a:lnTo>
                        <a:pt x="254" y="18"/>
                      </a:lnTo>
                      <a:lnTo>
                        <a:pt x="262" y="26"/>
                      </a:lnTo>
                      <a:lnTo>
                        <a:pt x="271" y="32"/>
                      </a:lnTo>
                      <a:lnTo>
                        <a:pt x="271" y="32"/>
                      </a:lnTo>
                      <a:lnTo>
                        <a:pt x="277" y="39"/>
                      </a:lnTo>
                      <a:lnTo>
                        <a:pt x="282" y="47"/>
                      </a:lnTo>
                      <a:lnTo>
                        <a:pt x="288" y="56"/>
                      </a:lnTo>
                      <a:lnTo>
                        <a:pt x="292" y="63"/>
                      </a:lnTo>
                      <a:lnTo>
                        <a:pt x="232" y="63"/>
                      </a:lnTo>
                      <a:lnTo>
                        <a:pt x="232" y="63"/>
                      </a:lnTo>
                      <a:lnTo>
                        <a:pt x="223" y="58"/>
                      </a:lnTo>
                      <a:lnTo>
                        <a:pt x="213" y="53"/>
                      </a:lnTo>
                      <a:lnTo>
                        <a:pt x="203" y="51"/>
                      </a:lnTo>
                      <a:lnTo>
                        <a:pt x="192" y="49"/>
                      </a:lnTo>
                      <a:lnTo>
                        <a:pt x="112" y="49"/>
                      </a:lnTo>
                      <a:lnTo>
                        <a:pt x="112" y="49"/>
                      </a:lnTo>
                      <a:lnTo>
                        <a:pt x="99" y="51"/>
                      </a:lnTo>
                      <a:lnTo>
                        <a:pt x="88" y="54"/>
                      </a:lnTo>
                      <a:lnTo>
                        <a:pt x="77" y="60"/>
                      </a:lnTo>
                      <a:lnTo>
                        <a:pt x="68" y="68"/>
                      </a:lnTo>
                      <a:lnTo>
                        <a:pt x="68" y="68"/>
                      </a:lnTo>
                      <a:lnTo>
                        <a:pt x="61" y="77"/>
                      </a:lnTo>
                      <a:lnTo>
                        <a:pt x="55" y="86"/>
                      </a:lnTo>
                      <a:lnTo>
                        <a:pt x="51" y="99"/>
                      </a:lnTo>
                      <a:lnTo>
                        <a:pt x="50" y="111"/>
                      </a:lnTo>
                      <a:lnTo>
                        <a:pt x="50" y="111"/>
                      </a:lnTo>
                      <a:lnTo>
                        <a:pt x="50" y="111"/>
                      </a:lnTo>
                      <a:lnTo>
                        <a:pt x="51" y="124"/>
                      </a:lnTo>
                      <a:lnTo>
                        <a:pt x="55" y="135"/>
                      </a:lnTo>
                      <a:lnTo>
                        <a:pt x="61" y="146"/>
                      </a:lnTo>
                      <a:lnTo>
                        <a:pt x="68" y="154"/>
                      </a:lnTo>
                      <a:lnTo>
                        <a:pt x="68" y="154"/>
                      </a:lnTo>
                      <a:lnTo>
                        <a:pt x="77" y="162"/>
                      </a:lnTo>
                      <a:lnTo>
                        <a:pt x="88" y="168"/>
                      </a:lnTo>
                      <a:lnTo>
                        <a:pt x="99" y="172"/>
                      </a:lnTo>
                      <a:lnTo>
                        <a:pt x="112" y="173"/>
                      </a:lnTo>
                      <a:lnTo>
                        <a:pt x="192" y="173"/>
                      </a:lnTo>
                      <a:lnTo>
                        <a:pt x="192" y="173"/>
                      </a:lnTo>
                      <a:lnTo>
                        <a:pt x="203" y="172"/>
                      </a:lnTo>
                      <a:lnTo>
                        <a:pt x="213" y="169"/>
                      </a:lnTo>
                      <a:lnTo>
                        <a:pt x="223" y="164"/>
                      </a:lnTo>
                      <a:lnTo>
                        <a:pt x="232" y="158"/>
                      </a:lnTo>
                      <a:lnTo>
                        <a:pt x="292" y="158"/>
                      </a:lnTo>
                      <a:lnTo>
                        <a:pt x="292" y="158"/>
                      </a:lnTo>
                      <a:lnTo>
                        <a:pt x="288" y="167"/>
                      </a:lnTo>
                      <a:lnTo>
                        <a:pt x="282" y="175"/>
                      </a:lnTo>
                      <a:lnTo>
                        <a:pt x="277" y="183"/>
                      </a:lnTo>
                      <a:lnTo>
                        <a:pt x="271" y="189"/>
                      </a:lnTo>
                      <a:lnTo>
                        <a:pt x="271" y="189"/>
                      </a:lnTo>
                      <a:lnTo>
                        <a:pt x="262" y="196"/>
                      </a:lnTo>
                      <a:lnTo>
                        <a:pt x="254" y="203"/>
                      </a:lnTo>
                      <a:lnTo>
                        <a:pt x="245" y="209"/>
                      </a:lnTo>
                      <a:lnTo>
                        <a:pt x="235" y="214"/>
                      </a:lnTo>
                      <a:lnTo>
                        <a:pt x="225" y="217"/>
                      </a:lnTo>
                      <a:lnTo>
                        <a:pt x="214" y="220"/>
                      </a:lnTo>
                      <a:lnTo>
                        <a:pt x="203" y="221"/>
                      </a:lnTo>
                      <a:lnTo>
                        <a:pt x="192" y="222"/>
                      </a:lnTo>
                      <a:lnTo>
                        <a:pt x="112" y="222"/>
                      </a:lnTo>
                      <a:lnTo>
                        <a:pt x="112" y="222"/>
                      </a:lnTo>
                      <a:lnTo>
                        <a:pt x="100" y="221"/>
                      </a:lnTo>
                      <a:lnTo>
                        <a:pt x="89" y="220"/>
                      </a:lnTo>
                      <a:lnTo>
                        <a:pt x="78" y="217"/>
                      </a:lnTo>
                      <a:lnTo>
                        <a:pt x="68" y="214"/>
                      </a:lnTo>
                      <a:lnTo>
                        <a:pt x="58" y="209"/>
                      </a:lnTo>
                      <a:lnTo>
                        <a:pt x="50" y="203"/>
                      </a:lnTo>
                      <a:lnTo>
                        <a:pt x="41" y="196"/>
                      </a:lnTo>
                      <a:lnTo>
                        <a:pt x="34" y="189"/>
                      </a:lnTo>
                      <a:lnTo>
                        <a:pt x="34" y="189"/>
                      </a:lnTo>
                      <a:lnTo>
                        <a:pt x="26" y="182"/>
                      </a:lnTo>
                      <a:lnTo>
                        <a:pt x="20" y="173"/>
                      </a:lnTo>
                      <a:lnTo>
                        <a:pt x="14" y="164"/>
                      </a:lnTo>
                      <a:lnTo>
                        <a:pt x="9" y="154"/>
                      </a:lnTo>
                      <a:lnTo>
                        <a:pt x="5" y="143"/>
                      </a:lnTo>
                      <a:lnTo>
                        <a:pt x="3" y="133"/>
                      </a:lnTo>
                      <a:lnTo>
                        <a:pt x="2" y="122"/>
                      </a:lnTo>
                      <a:lnTo>
                        <a:pt x="0" y="111"/>
                      </a:lnTo>
                      <a:lnTo>
                        <a:pt x="0" y="111"/>
                      </a:lnTo>
                      <a:lnTo>
                        <a:pt x="0" y="111"/>
                      </a:lnTo>
                      <a:lnTo>
                        <a:pt x="2" y="100"/>
                      </a:lnTo>
                      <a:lnTo>
                        <a:pt x="3" y="89"/>
                      </a:lnTo>
                      <a:lnTo>
                        <a:pt x="5" y="78"/>
                      </a:lnTo>
                      <a:lnTo>
                        <a:pt x="9" y="68"/>
                      </a:lnTo>
                      <a:lnTo>
                        <a:pt x="14" y="58"/>
                      </a:lnTo>
                      <a:lnTo>
                        <a:pt x="20" y="49"/>
                      </a:lnTo>
                      <a:lnTo>
                        <a:pt x="26" y="41"/>
                      </a:lnTo>
                      <a:lnTo>
                        <a:pt x="34" y="32"/>
                      </a:lnTo>
                      <a:lnTo>
                        <a:pt x="34" y="32"/>
                      </a:lnTo>
                      <a:lnTo>
                        <a:pt x="41" y="26"/>
                      </a:lnTo>
                      <a:lnTo>
                        <a:pt x="50" y="18"/>
                      </a:lnTo>
                      <a:lnTo>
                        <a:pt x="58" y="13"/>
                      </a:lnTo>
                      <a:lnTo>
                        <a:pt x="68" y="9"/>
                      </a:lnTo>
                      <a:lnTo>
                        <a:pt x="78" y="5"/>
                      </a:lnTo>
                      <a:lnTo>
                        <a:pt x="89" y="2"/>
                      </a:lnTo>
                      <a:lnTo>
                        <a:pt x="100" y="0"/>
                      </a:lnTo>
                      <a:lnTo>
                        <a:pt x="112" y="0"/>
                      </a:lnTo>
                      <a:lnTo>
                        <a:pt x="11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65" name="Freeform 20"/>
                <p:cNvSpPr>
                  <a:spLocks/>
                </p:cNvSpPr>
                <p:nvPr/>
              </p:nvSpPr>
              <p:spPr bwMode="auto">
                <a:xfrm>
                  <a:off x="1714480" y="4357700"/>
                  <a:ext cx="230188" cy="177800"/>
                </a:xfrm>
                <a:custGeom>
                  <a:avLst/>
                  <a:gdLst/>
                  <a:ahLst/>
                  <a:cxnLst>
                    <a:cxn ang="0">
                      <a:pos x="181" y="0"/>
                    </a:cxn>
                    <a:cxn ang="0">
                      <a:pos x="192" y="0"/>
                    </a:cxn>
                    <a:cxn ang="0">
                      <a:pos x="213" y="5"/>
                    </a:cxn>
                    <a:cxn ang="0">
                      <a:pos x="234" y="13"/>
                    </a:cxn>
                    <a:cxn ang="0">
                      <a:pos x="251" y="26"/>
                    </a:cxn>
                    <a:cxn ang="0">
                      <a:pos x="258" y="32"/>
                    </a:cxn>
                    <a:cxn ang="0">
                      <a:pos x="272" y="49"/>
                    </a:cxn>
                    <a:cxn ang="0">
                      <a:pos x="283" y="68"/>
                    </a:cxn>
                    <a:cxn ang="0">
                      <a:pos x="289" y="89"/>
                    </a:cxn>
                    <a:cxn ang="0">
                      <a:pos x="292" y="111"/>
                    </a:cxn>
                    <a:cxn ang="0">
                      <a:pos x="292" y="111"/>
                    </a:cxn>
                    <a:cxn ang="0">
                      <a:pos x="289" y="133"/>
                    </a:cxn>
                    <a:cxn ang="0">
                      <a:pos x="283" y="154"/>
                    </a:cxn>
                    <a:cxn ang="0">
                      <a:pos x="272" y="173"/>
                    </a:cxn>
                    <a:cxn ang="0">
                      <a:pos x="258" y="189"/>
                    </a:cxn>
                    <a:cxn ang="0">
                      <a:pos x="251" y="196"/>
                    </a:cxn>
                    <a:cxn ang="0">
                      <a:pos x="234" y="209"/>
                    </a:cxn>
                    <a:cxn ang="0">
                      <a:pos x="213" y="217"/>
                    </a:cxn>
                    <a:cxn ang="0">
                      <a:pos x="192" y="221"/>
                    </a:cxn>
                    <a:cxn ang="0">
                      <a:pos x="100" y="222"/>
                    </a:cxn>
                    <a:cxn ang="0">
                      <a:pos x="89" y="221"/>
                    </a:cxn>
                    <a:cxn ang="0">
                      <a:pos x="67" y="217"/>
                    </a:cxn>
                    <a:cxn ang="0">
                      <a:pos x="47" y="209"/>
                    </a:cxn>
                    <a:cxn ang="0">
                      <a:pos x="30" y="196"/>
                    </a:cxn>
                    <a:cxn ang="0">
                      <a:pos x="21" y="189"/>
                    </a:cxn>
                    <a:cxn ang="0">
                      <a:pos x="9" y="175"/>
                    </a:cxn>
                    <a:cxn ang="0">
                      <a:pos x="0" y="158"/>
                    </a:cxn>
                    <a:cxn ang="0">
                      <a:pos x="61" y="158"/>
                    </a:cxn>
                    <a:cxn ang="0">
                      <a:pos x="79" y="169"/>
                    </a:cxn>
                    <a:cxn ang="0">
                      <a:pos x="100" y="173"/>
                    </a:cxn>
                    <a:cxn ang="0">
                      <a:pos x="181" y="173"/>
                    </a:cxn>
                    <a:cxn ang="0">
                      <a:pos x="204" y="168"/>
                    </a:cxn>
                    <a:cxn ang="0">
                      <a:pos x="224" y="154"/>
                    </a:cxn>
                    <a:cxn ang="0">
                      <a:pos x="231" y="146"/>
                    </a:cxn>
                    <a:cxn ang="0">
                      <a:pos x="241" y="124"/>
                    </a:cxn>
                    <a:cxn ang="0">
                      <a:pos x="242" y="111"/>
                    </a:cxn>
                    <a:cxn ang="0">
                      <a:pos x="241" y="99"/>
                    </a:cxn>
                    <a:cxn ang="0">
                      <a:pos x="231" y="77"/>
                    </a:cxn>
                    <a:cxn ang="0">
                      <a:pos x="224" y="68"/>
                    </a:cxn>
                    <a:cxn ang="0">
                      <a:pos x="204" y="54"/>
                    </a:cxn>
                    <a:cxn ang="0">
                      <a:pos x="181" y="49"/>
                    </a:cxn>
                    <a:cxn ang="0">
                      <a:pos x="100" y="49"/>
                    </a:cxn>
                    <a:cxn ang="0">
                      <a:pos x="79" y="53"/>
                    </a:cxn>
                    <a:cxn ang="0">
                      <a:pos x="61" y="63"/>
                    </a:cxn>
                    <a:cxn ang="0">
                      <a:pos x="0" y="63"/>
                    </a:cxn>
                    <a:cxn ang="0">
                      <a:pos x="9" y="47"/>
                    </a:cxn>
                    <a:cxn ang="0">
                      <a:pos x="21" y="32"/>
                    </a:cxn>
                    <a:cxn ang="0">
                      <a:pos x="30" y="26"/>
                    </a:cxn>
                    <a:cxn ang="0">
                      <a:pos x="47" y="13"/>
                    </a:cxn>
                    <a:cxn ang="0">
                      <a:pos x="67" y="5"/>
                    </a:cxn>
                    <a:cxn ang="0">
                      <a:pos x="89" y="0"/>
                    </a:cxn>
                    <a:cxn ang="0">
                      <a:pos x="100" y="0"/>
                    </a:cxn>
                  </a:cxnLst>
                  <a:rect l="0" t="0" r="r" b="b"/>
                  <a:pathLst>
                    <a:path w="292" h="222">
                      <a:moveTo>
                        <a:pt x="100" y="0"/>
                      </a:moveTo>
                      <a:lnTo>
                        <a:pt x="181" y="0"/>
                      </a:lnTo>
                      <a:lnTo>
                        <a:pt x="181" y="0"/>
                      </a:lnTo>
                      <a:lnTo>
                        <a:pt x="192" y="0"/>
                      </a:lnTo>
                      <a:lnTo>
                        <a:pt x="203" y="2"/>
                      </a:lnTo>
                      <a:lnTo>
                        <a:pt x="213" y="5"/>
                      </a:lnTo>
                      <a:lnTo>
                        <a:pt x="224" y="9"/>
                      </a:lnTo>
                      <a:lnTo>
                        <a:pt x="234" y="13"/>
                      </a:lnTo>
                      <a:lnTo>
                        <a:pt x="242" y="18"/>
                      </a:lnTo>
                      <a:lnTo>
                        <a:pt x="251" y="26"/>
                      </a:lnTo>
                      <a:lnTo>
                        <a:pt x="258" y="32"/>
                      </a:lnTo>
                      <a:lnTo>
                        <a:pt x="258" y="32"/>
                      </a:lnTo>
                      <a:lnTo>
                        <a:pt x="266" y="41"/>
                      </a:lnTo>
                      <a:lnTo>
                        <a:pt x="272" y="49"/>
                      </a:lnTo>
                      <a:lnTo>
                        <a:pt x="278" y="58"/>
                      </a:lnTo>
                      <a:lnTo>
                        <a:pt x="283" y="68"/>
                      </a:lnTo>
                      <a:lnTo>
                        <a:pt x="287" y="78"/>
                      </a:lnTo>
                      <a:lnTo>
                        <a:pt x="289" y="89"/>
                      </a:lnTo>
                      <a:lnTo>
                        <a:pt x="291" y="100"/>
                      </a:lnTo>
                      <a:lnTo>
                        <a:pt x="292" y="111"/>
                      </a:lnTo>
                      <a:lnTo>
                        <a:pt x="292" y="111"/>
                      </a:lnTo>
                      <a:lnTo>
                        <a:pt x="292" y="111"/>
                      </a:lnTo>
                      <a:lnTo>
                        <a:pt x="291" y="122"/>
                      </a:lnTo>
                      <a:lnTo>
                        <a:pt x="289" y="133"/>
                      </a:lnTo>
                      <a:lnTo>
                        <a:pt x="287" y="143"/>
                      </a:lnTo>
                      <a:lnTo>
                        <a:pt x="283" y="154"/>
                      </a:lnTo>
                      <a:lnTo>
                        <a:pt x="278" y="164"/>
                      </a:lnTo>
                      <a:lnTo>
                        <a:pt x="272" y="173"/>
                      </a:lnTo>
                      <a:lnTo>
                        <a:pt x="266" y="182"/>
                      </a:lnTo>
                      <a:lnTo>
                        <a:pt x="258" y="189"/>
                      </a:lnTo>
                      <a:lnTo>
                        <a:pt x="258" y="189"/>
                      </a:lnTo>
                      <a:lnTo>
                        <a:pt x="251" y="196"/>
                      </a:lnTo>
                      <a:lnTo>
                        <a:pt x="242" y="203"/>
                      </a:lnTo>
                      <a:lnTo>
                        <a:pt x="234" y="209"/>
                      </a:lnTo>
                      <a:lnTo>
                        <a:pt x="224" y="214"/>
                      </a:lnTo>
                      <a:lnTo>
                        <a:pt x="213" y="217"/>
                      </a:lnTo>
                      <a:lnTo>
                        <a:pt x="203" y="220"/>
                      </a:lnTo>
                      <a:lnTo>
                        <a:pt x="192" y="221"/>
                      </a:lnTo>
                      <a:lnTo>
                        <a:pt x="181" y="222"/>
                      </a:lnTo>
                      <a:lnTo>
                        <a:pt x="100" y="222"/>
                      </a:lnTo>
                      <a:lnTo>
                        <a:pt x="100" y="222"/>
                      </a:lnTo>
                      <a:lnTo>
                        <a:pt x="89" y="221"/>
                      </a:lnTo>
                      <a:lnTo>
                        <a:pt x="78" y="220"/>
                      </a:lnTo>
                      <a:lnTo>
                        <a:pt x="67" y="217"/>
                      </a:lnTo>
                      <a:lnTo>
                        <a:pt x="57" y="214"/>
                      </a:lnTo>
                      <a:lnTo>
                        <a:pt x="47" y="209"/>
                      </a:lnTo>
                      <a:lnTo>
                        <a:pt x="38" y="203"/>
                      </a:lnTo>
                      <a:lnTo>
                        <a:pt x="30" y="196"/>
                      </a:lnTo>
                      <a:lnTo>
                        <a:pt x="21" y="189"/>
                      </a:lnTo>
                      <a:lnTo>
                        <a:pt x="21" y="189"/>
                      </a:lnTo>
                      <a:lnTo>
                        <a:pt x="15" y="183"/>
                      </a:lnTo>
                      <a:lnTo>
                        <a:pt x="9" y="175"/>
                      </a:lnTo>
                      <a:lnTo>
                        <a:pt x="4" y="167"/>
                      </a:lnTo>
                      <a:lnTo>
                        <a:pt x="0" y="158"/>
                      </a:lnTo>
                      <a:lnTo>
                        <a:pt x="61" y="158"/>
                      </a:lnTo>
                      <a:lnTo>
                        <a:pt x="61" y="158"/>
                      </a:lnTo>
                      <a:lnTo>
                        <a:pt x="69" y="164"/>
                      </a:lnTo>
                      <a:lnTo>
                        <a:pt x="79" y="169"/>
                      </a:lnTo>
                      <a:lnTo>
                        <a:pt x="89" y="172"/>
                      </a:lnTo>
                      <a:lnTo>
                        <a:pt x="100" y="173"/>
                      </a:lnTo>
                      <a:lnTo>
                        <a:pt x="181" y="173"/>
                      </a:lnTo>
                      <a:lnTo>
                        <a:pt x="181" y="173"/>
                      </a:lnTo>
                      <a:lnTo>
                        <a:pt x="193" y="172"/>
                      </a:lnTo>
                      <a:lnTo>
                        <a:pt x="204" y="168"/>
                      </a:lnTo>
                      <a:lnTo>
                        <a:pt x="215" y="162"/>
                      </a:lnTo>
                      <a:lnTo>
                        <a:pt x="224" y="154"/>
                      </a:lnTo>
                      <a:lnTo>
                        <a:pt x="224" y="154"/>
                      </a:lnTo>
                      <a:lnTo>
                        <a:pt x="231" y="146"/>
                      </a:lnTo>
                      <a:lnTo>
                        <a:pt x="237" y="135"/>
                      </a:lnTo>
                      <a:lnTo>
                        <a:pt x="241" y="124"/>
                      </a:lnTo>
                      <a:lnTo>
                        <a:pt x="242" y="111"/>
                      </a:lnTo>
                      <a:lnTo>
                        <a:pt x="242" y="111"/>
                      </a:lnTo>
                      <a:lnTo>
                        <a:pt x="242" y="111"/>
                      </a:lnTo>
                      <a:lnTo>
                        <a:pt x="241" y="99"/>
                      </a:lnTo>
                      <a:lnTo>
                        <a:pt x="237" y="86"/>
                      </a:lnTo>
                      <a:lnTo>
                        <a:pt x="231" y="77"/>
                      </a:lnTo>
                      <a:lnTo>
                        <a:pt x="224" y="68"/>
                      </a:lnTo>
                      <a:lnTo>
                        <a:pt x="224" y="68"/>
                      </a:lnTo>
                      <a:lnTo>
                        <a:pt x="215" y="60"/>
                      </a:lnTo>
                      <a:lnTo>
                        <a:pt x="204" y="54"/>
                      </a:lnTo>
                      <a:lnTo>
                        <a:pt x="193" y="51"/>
                      </a:lnTo>
                      <a:lnTo>
                        <a:pt x="181" y="49"/>
                      </a:lnTo>
                      <a:lnTo>
                        <a:pt x="100" y="49"/>
                      </a:lnTo>
                      <a:lnTo>
                        <a:pt x="100" y="49"/>
                      </a:lnTo>
                      <a:lnTo>
                        <a:pt x="89" y="51"/>
                      </a:lnTo>
                      <a:lnTo>
                        <a:pt x="79" y="53"/>
                      </a:lnTo>
                      <a:lnTo>
                        <a:pt x="69" y="58"/>
                      </a:lnTo>
                      <a:lnTo>
                        <a:pt x="61" y="63"/>
                      </a:lnTo>
                      <a:lnTo>
                        <a:pt x="0" y="63"/>
                      </a:lnTo>
                      <a:lnTo>
                        <a:pt x="0" y="63"/>
                      </a:lnTo>
                      <a:lnTo>
                        <a:pt x="4" y="56"/>
                      </a:lnTo>
                      <a:lnTo>
                        <a:pt x="9" y="47"/>
                      </a:lnTo>
                      <a:lnTo>
                        <a:pt x="15" y="39"/>
                      </a:lnTo>
                      <a:lnTo>
                        <a:pt x="21" y="32"/>
                      </a:lnTo>
                      <a:lnTo>
                        <a:pt x="21" y="32"/>
                      </a:lnTo>
                      <a:lnTo>
                        <a:pt x="30" y="26"/>
                      </a:lnTo>
                      <a:lnTo>
                        <a:pt x="38" y="18"/>
                      </a:lnTo>
                      <a:lnTo>
                        <a:pt x="47" y="13"/>
                      </a:lnTo>
                      <a:lnTo>
                        <a:pt x="57" y="9"/>
                      </a:lnTo>
                      <a:lnTo>
                        <a:pt x="67" y="5"/>
                      </a:lnTo>
                      <a:lnTo>
                        <a:pt x="78" y="2"/>
                      </a:lnTo>
                      <a:lnTo>
                        <a:pt x="89" y="0"/>
                      </a:lnTo>
                      <a:lnTo>
                        <a:pt x="100" y="0"/>
                      </a:lnTo>
                      <a:lnTo>
                        <a:pt x="10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66" name="Freeform 21"/>
                <p:cNvSpPr>
                  <a:spLocks/>
                </p:cNvSpPr>
                <p:nvPr/>
              </p:nvSpPr>
              <p:spPr bwMode="auto">
                <a:xfrm>
                  <a:off x="1601767" y="4427550"/>
                  <a:ext cx="195263" cy="36513"/>
                </a:xfrm>
                <a:custGeom>
                  <a:avLst/>
                  <a:gdLst/>
                  <a:ahLst/>
                  <a:cxnLst>
                    <a:cxn ang="0">
                      <a:pos x="24" y="0"/>
                    </a:cxn>
                    <a:cxn ang="0">
                      <a:pos x="224" y="0"/>
                    </a:cxn>
                    <a:cxn ang="0">
                      <a:pos x="224" y="0"/>
                    </a:cxn>
                    <a:cxn ang="0">
                      <a:pos x="229" y="1"/>
                    </a:cxn>
                    <a:cxn ang="0">
                      <a:pos x="233" y="2"/>
                    </a:cxn>
                    <a:cxn ang="0">
                      <a:pos x="236" y="5"/>
                    </a:cxn>
                    <a:cxn ang="0">
                      <a:pos x="240" y="7"/>
                    </a:cxn>
                    <a:cxn ang="0">
                      <a:pos x="242" y="11"/>
                    </a:cxn>
                    <a:cxn ang="0">
                      <a:pos x="245" y="14"/>
                    </a:cxn>
                    <a:cxn ang="0">
                      <a:pos x="246" y="18"/>
                    </a:cxn>
                    <a:cxn ang="0">
                      <a:pos x="246" y="23"/>
                    </a:cxn>
                    <a:cxn ang="0">
                      <a:pos x="246" y="23"/>
                    </a:cxn>
                    <a:cxn ang="0">
                      <a:pos x="246" y="23"/>
                    </a:cxn>
                    <a:cxn ang="0">
                      <a:pos x="246" y="28"/>
                    </a:cxn>
                    <a:cxn ang="0">
                      <a:pos x="245" y="32"/>
                    </a:cxn>
                    <a:cxn ang="0">
                      <a:pos x="242" y="36"/>
                    </a:cxn>
                    <a:cxn ang="0">
                      <a:pos x="240" y="39"/>
                    </a:cxn>
                    <a:cxn ang="0">
                      <a:pos x="236" y="42"/>
                    </a:cxn>
                    <a:cxn ang="0">
                      <a:pos x="233" y="44"/>
                    </a:cxn>
                    <a:cxn ang="0">
                      <a:pos x="229" y="45"/>
                    </a:cxn>
                    <a:cxn ang="0">
                      <a:pos x="224" y="45"/>
                    </a:cxn>
                    <a:cxn ang="0">
                      <a:pos x="24" y="45"/>
                    </a:cxn>
                    <a:cxn ang="0">
                      <a:pos x="24" y="45"/>
                    </a:cxn>
                    <a:cxn ang="0">
                      <a:pos x="19" y="45"/>
                    </a:cxn>
                    <a:cxn ang="0">
                      <a:pos x="14" y="44"/>
                    </a:cxn>
                    <a:cxn ang="0">
                      <a:pos x="10" y="42"/>
                    </a:cxn>
                    <a:cxn ang="0">
                      <a:pos x="6" y="39"/>
                    </a:cxn>
                    <a:cxn ang="0">
                      <a:pos x="4" y="36"/>
                    </a:cxn>
                    <a:cxn ang="0">
                      <a:pos x="3" y="32"/>
                    </a:cxn>
                    <a:cxn ang="0">
                      <a:pos x="0" y="28"/>
                    </a:cxn>
                    <a:cxn ang="0">
                      <a:pos x="0" y="23"/>
                    </a:cxn>
                    <a:cxn ang="0">
                      <a:pos x="0" y="23"/>
                    </a:cxn>
                    <a:cxn ang="0">
                      <a:pos x="0" y="23"/>
                    </a:cxn>
                    <a:cxn ang="0">
                      <a:pos x="0" y="18"/>
                    </a:cxn>
                    <a:cxn ang="0">
                      <a:pos x="3" y="14"/>
                    </a:cxn>
                    <a:cxn ang="0">
                      <a:pos x="4" y="11"/>
                    </a:cxn>
                    <a:cxn ang="0">
                      <a:pos x="6" y="7"/>
                    </a:cxn>
                    <a:cxn ang="0">
                      <a:pos x="10" y="5"/>
                    </a:cxn>
                    <a:cxn ang="0">
                      <a:pos x="14" y="2"/>
                    </a:cxn>
                    <a:cxn ang="0">
                      <a:pos x="19" y="1"/>
                    </a:cxn>
                    <a:cxn ang="0">
                      <a:pos x="24" y="0"/>
                    </a:cxn>
                    <a:cxn ang="0">
                      <a:pos x="24" y="0"/>
                    </a:cxn>
                  </a:cxnLst>
                  <a:rect l="0" t="0" r="r" b="b"/>
                  <a:pathLst>
                    <a:path w="246" h="45">
                      <a:moveTo>
                        <a:pt x="24" y="0"/>
                      </a:moveTo>
                      <a:lnTo>
                        <a:pt x="224" y="0"/>
                      </a:lnTo>
                      <a:lnTo>
                        <a:pt x="224" y="0"/>
                      </a:lnTo>
                      <a:lnTo>
                        <a:pt x="229" y="1"/>
                      </a:lnTo>
                      <a:lnTo>
                        <a:pt x="233" y="2"/>
                      </a:lnTo>
                      <a:lnTo>
                        <a:pt x="236" y="5"/>
                      </a:lnTo>
                      <a:lnTo>
                        <a:pt x="240" y="7"/>
                      </a:lnTo>
                      <a:lnTo>
                        <a:pt x="242" y="11"/>
                      </a:lnTo>
                      <a:lnTo>
                        <a:pt x="245" y="14"/>
                      </a:lnTo>
                      <a:lnTo>
                        <a:pt x="246" y="18"/>
                      </a:lnTo>
                      <a:lnTo>
                        <a:pt x="246" y="23"/>
                      </a:lnTo>
                      <a:lnTo>
                        <a:pt x="246" y="23"/>
                      </a:lnTo>
                      <a:lnTo>
                        <a:pt x="246" y="23"/>
                      </a:lnTo>
                      <a:lnTo>
                        <a:pt x="246" y="28"/>
                      </a:lnTo>
                      <a:lnTo>
                        <a:pt x="245" y="32"/>
                      </a:lnTo>
                      <a:lnTo>
                        <a:pt x="242" y="36"/>
                      </a:lnTo>
                      <a:lnTo>
                        <a:pt x="240" y="39"/>
                      </a:lnTo>
                      <a:lnTo>
                        <a:pt x="236" y="42"/>
                      </a:lnTo>
                      <a:lnTo>
                        <a:pt x="233" y="44"/>
                      </a:lnTo>
                      <a:lnTo>
                        <a:pt x="229" y="45"/>
                      </a:lnTo>
                      <a:lnTo>
                        <a:pt x="224" y="45"/>
                      </a:lnTo>
                      <a:lnTo>
                        <a:pt x="24" y="45"/>
                      </a:lnTo>
                      <a:lnTo>
                        <a:pt x="24" y="45"/>
                      </a:lnTo>
                      <a:lnTo>
                        <a:pt x="19" y="45"/>
                      </a:lnTo>
                      <a:lnTo>
                        <a:pt x="14" y="44"/>
                      </a:lnTo>
                      <a:lnTo>
                        <a:pt x="10" y="42"/>
                      </a:lnTo>
                      <a:lnTo>
                        <a:pt x="6" y="39"/>
                      </a:lnTo>
                      <a:lnTo>
                        <a:pt x="4" y="36"/>
                      </a:lnTo>
                      <a:lnTo>
                        <a:pt x="3" y="32"/>
                      </a:lnTo>
                      <a:lnTo>
                        <a:pt x="0" y="28"/>
                      </a:lnTo>
                      <a:lnTo>
                        <a:pt x="0" y="23"/>
                      </a:lnTo>
                      <a:lnTo>
                        <a:pt x="0" y="23"/>
                      </a:lnTo>
                      <a:lnTo>
                        <a:pt x="0" y="23"/>
                      </a:lnTo>
                      <a:lnTo>
                        <a:pt x="0" y="18"/>
                      </a:lnTo>
                      <a:lnTo>
                        <a:pt x="3" y="14"/>
                      </a:lnTo>
                      <a:lnTo>
                        <a:pt x="4" y="11"/>
                      </a:lnTo>
                      <a:lnTo>
                        <a:pt x="6" y="7"/>
                      </a:lnTo>
                      <a:lnTo>
                        <a:pt x="10" y="5"/>
                      </a:lnTo>
                      <a:lnTo>
                        <a:pt x="14" y="2"/>
                      </a:lnTo>
                      <a:lnTo>
                        <a:pt x="19" y="1"/>
                      </a:lnTo>
                      <a:lnTo>
                        <a:pt x="24" y="0"/>
                      </a:lnTo>
                      <a:lnTo>
                        <a:pt x="2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grpSp>
      <p:grpSp>
        <p:nvGrpSpPr>
          <p:cNvPr id="47" name="Group 96"/>
          <p:cNvGrpSpPr/>
          <p:nvPr/>
        </p:nvGrpSpPr>
        <p:grpSpPr>
          <a:xfrm>
            <a:off x="6866993" y="2851999"/>
            <a:ext cx="4904504" cy="3046988"/>
            <a:chOff x="5143504" y="2172519"/>
            <a:chExt cx="3678378" cy="2285240"/>
          </a:xfrm>
        </p:grpSpPr>
        <p:sp>
          <p:nvSpPr>
            <p:cNvPr id="39" name="Rectangle 38"/>
            <p:cNvSpPr/>
            <p:nvPr/>
          </p:nvSpPr>
          <p:spPr>
            <a:xfrm>
              <a:off x="5762048" y="2172519"/>
              <a:ext cx="3059834" cy="2285240"/>
            </a:xfrm>
            <a:prstGeom prst="rect">
              <a:avLst/>
            </a:prstGeom>
          </p:spPr>
          <p:txBody>
            <a:bodyPr wrap="square">
              <a:spAutoFit/>
            </a:bodyPr>
            <a:lstStyle/>
            <a:p>
              <a:pPr lvl="0" algn="ctr" rtl="1"/>
              <a:r>
                <a:rPr lang="ar-SA" sz="3200" b="1" dirty="0"/>
                <a:t>وحدة المعالجة المركزية (</a:t>
              </a:r>
              <a:r>
                <a:rPr lang="en-US" sz="3200" b="1" dirty="0"/>
                <a:t>(Central Processing Unit (CPU) </a:t>
              </a:r>
              <a:endParaRPr lang="en-US" sz="3200" b="1" dirty="0" smtClean="0"/>
            </a:p>
            <a:p>
              <a:pPr marL="342900" marR="0" lvl="0" indent="-342900" algn="justLow" rtl="1">
                <a:spcBef>
                  <a:spcPts val="0"/>
                </a:spcBef>
                <a:spcAft>
                  <a:spcPts val="0"/>
                </a:spcAft>
                <a:buFont typeface="+mj-cs"/>
                <a:buAutoNum type="arabic2Minus"/>
              </a:pPr>
              <a:r>
                <a:rPr lang="ar-SA" sz="2400" b="1" dirty="0">
                  <a:solidFill>
                    <a:srgbClr val="000000"/>
                  </a:solidFill>
                  <a:latin typeface="Times New Roman" panose="02020603050405020304" pitchFamily="18" charset="0"/>
                  <a:ea typeface="Times New Roman" panose="02020603050405020304" pitchFamily="18" charset="0"/>
                  <a:cs typeface="Simplified Arabic" panose="02020603050405020304" pitchFamily="18" charset="-78"/>
                </a:rPr>
                <a:t>وحدة الحساب والمنطق </a:t>
              </a:r>
              <a:r>
                <a:rPr lang="en-US" sz="2400" b="1" dirty="0">
                  <a:solidFill>
                    <a:srgbClr val="000000"/>
                  </a:solidFill>
                  <a:latin typeface="Simplified Arabic" panose="02020603050405020304" pitchFamily="18" charset="-78"/>
                  <a:ea typeface="Times New Roman" panose="02020603050405020304" pitchFamily="18" charset="0"/>
                </a:rPr>
                <a:t>Arithmetic Logical Unit</a:t>
              </a:r>
              <a:endParaRPr lang="en-US" sz="2400" dirty="0">
                <a:latin typeface="Times New Roman" panose="02020603050405020304" pitchFamily="18" charset="0"/>
                <a:ea typeface="Arial Unicode MS" panose="020B0604020202020204" pitchFamily="34" charset="-128"/>
              </a:endParaRPr>
            </a:p>
            <a:p>
              <a:pPr marL="342900" marR="0" lvl="0" indent="-342900" algn="justLow" rtl="1">
                <a:spcBef>
                  <a:spcPts val="0"/>
                </a:spcBef>
                <a:spcAft>
                  <a:spcPts val="0"/>
                </a:spcAft>
                <a:buFont typeface="+mj-cs"/>
                <a:buAutoNum type="arabic2Minus"/>
              </a:pPr>
              <a:r>
                <a:rPr lang="ar-SA" sz="2400" b="1" dirty="0">
                  <a:solidFill>
                    <a:srgbClr val="000000"/>
                  </a:solidFill>
                  <a:latin typeface="Times New Roman" panose="02020603050405020304" pitchFamily="18" charset="0"/>
                  <a:ea typeface="Times New Roman" panose="02020603050405020304" pitchFamily="18" charset="0"/>
                  <a:cs typeface="Simplified Arabic" panose="02020603050405020304" pitchFamily="18" charset="-78"/>
                </a:rPr>
                <a:t>وحدة التحكم </a:t>
              </a:r>
              <a:r>
                <a:rPr lang="en-US" sz="2400" b="1" dirty="0">
                  <a:solidFill>
                    <a:srgbClr val="000000"/>
                  </a:solidFill>
                  <a:latin typeface="Simplified Arabic" panose="02020603050405020304" pitchFamily="18" charset="-78"/>
                  <a:ea typeface="Times New Roman" panose="02020603050405020304" pitchFamily="18" charset="0"/>
                </a:rPr>
                <a:t>CONTROL UNIT (CU</a:t>
              </a:r>
              <a:r>
                <a:rPr lang="en-US" sz="2400" b="1" dirty="0" smtClean="0">
                  <a:solidFill>
                    <a:srgbClr val="000000"/>
                  </a:solidFill>
                  <a:latin typeface="Simplified Arabic" panose="02020603050405020304" pitchFamily="18" charset="-78"/>
                  <a:ea typeface="Times New Roman" panose="02020603050405020304" pitchFamily="18" charset="0"/>
                </a:rPr>
                <a:t>)</a:t>
              </a:r>
              <a:endParaRPr lang="en-US" sz="2400" dirty="0">
                <a:latin typeface="Times New Roman" panose="02020603050405020304" pitchFamily="18" charset="0"/>
                <a:ea typeface="Arial Unicode MS" panose="020B0604020202020204" pitchFamily="34" charset="-128"/>
              </a:endParaRPr>
            </a:p>
          </p:txBody>
        </p:sp>
        <p:grpSp>
          <p:nvGrpSpPr>
            <p:cNvPr id="50" name="Group 81"/>
            <p:cNvGrpSpPr/>
            <p:nvPr/>
          </p:nvGrpSpPr>
          <p:grpSpPr>
            <a:xfrm>
              <a:off x="5143504" y="2466792"/>
              <a:ext cx="636196" cy="636164"/>
              <a:chOff x="5143504" y="2466792"/>
              <a:chExt cx="636196" cy="636164"/>
            </a:xfrm>
          </p:grpSpPr>
          <p:sp>
            <p:nvSpPr>
              <p:cNvPr id="24" name="Rectangle 23"/>
              <p:cNvSpPr/>
              <p:nvPr/>
            </p:nvSpPr>
            <p:spPr>
              <a:xfrm>
                <a:off x="5143504" y="2466792"/>
                <a:ext cx="636196" cy="636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56" name="Group 78"/>
              <p:cNvGrpSpPr/>
              <p:nvPr/>
            </p:nvGrpSpPr>
            <p:grpSpPr>
              <a:xfrm>
                <a:off x="5333133" y="2643188"/>
                <a:ext cx="272454" cy="363686"/>
                <a:chOff x="1868971" y="2767277"/>
                <a:chExt cx="274694" cy="366676"/>
              </a:xfrm>
              <a:solidFill>
                <a:schemeClr val="bg1"/>
              </a:solidFill>
            </p:grpSpPr>
            <p:sp>
              <p:nvSpPr>
                <p:cNvPr id="8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8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grpSp>
      <p:sp>
        <p:nvSpPr>
          <p:cNvPr id="6" name="Footer Placeholder 5"/>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16348990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slide(fromTop)">
                                      <p:cBhvr>
                                        <p:cTn id="14" dur="500"/>
                                        <p:tgtEl>
                                          <p:spTgt spid="9"/>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slide(fromLeft)">
                                      <p:cBhvr>
                                        <p:cTn id="18" dur="500"/>
                                        <p:tgtEl>
                                          <p:spTgt spid="8"/>
                                        </p:tgtEl>
                                      </p:cBhvr>
                                    </p:animEffect>
                                  </p:childTnLst>
                                </p:cTn>
                              </p:par>
                            </p:childTnLst>
                          </p:cTn>
                        </p:par>
                        <p:par>
                          <p:cTn id="19" fill="hold">
                            <p:stCondLst>
                              <p:cond delay="1500"/>
                            </p:stCondLst>
                            <p:childTnLst>
                              <p:par>
                                <p:cTn id="20" presetID="12" presetClass="entr" presetSubtype="2" fill="hold" nodeType="after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slide(fromRight)">
                                      <p:cBhvr>
                                        <p:cTn id="22" dur="500"/>
                                        <p:tgtEl>
                                          <p:spTgt spid="15"/>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slide(fromLeft)">
                                      <p:cBhvr>
                                        <p:cTn id="26" dur="500"/>
                                        <p:tgtEl>
                                          <p:spTgt spid="7"/>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47"/>
                                        </p:tgtEl>
                                        <p:attrNameLst>
                                          <p:attrName>style.visibility</p:attrName>
                                        </p:attrNameLst>
                                      </p:cBhvr>
                                      <p:to>
                                        <p:strVal val="visible"/>
                                      </p:to>
                                    </p:set>
                                    <p:animEffect transition="in" filter="slide(fromLeft)">
                                      <p:cBhvr>
                                        <p:cTn id="30" dur="500"/>
                                        <p:tgtEl>
                                          <p:spTgt spid="47"/>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slide(fromLeft)">
                                      <p:cBhvr>
                                        <p:cTn id="34" dur="500"/>
                                        <p:tgtEl>
                                          <p:spTgt spid="10"/>
                                        </p:tgtEl>
                                      </p:cBhvr>
                                    </p:animEffect>
                                  </p:childTnLst>
                                </p:cTn>
                              </p:par>
                            </p:childTnLst>
                          </p:cTn>
                        </p:par>
                        <p:par>
                          <p:cTn id="35" fill="hold">
                            <p:stCondLst>
                              <p:cond delay="3500"/>
                            </p:stCondLst>
                            <p:childTnLst>
                              <p:par>
                                <p:cTn id="36" presetID="12" presetClass="entr" presetSubtype="2" fill="hold" nodeType="after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slide(fromRight)">
                                      <p:cBhvr>
                                        <p:cTn id="3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Straight Connector 8"/>
          <p:cNvCxnSpPr/>
          <p:nvPr/>
        </p:nvCxnSpPr>
        <p:spPr>
          <a:xfrm flipH="1">
            <a:off x="6094946" y="0"/>
            <a:ext cx="1056" cy="6287581"/>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5324997" y="3699948"/>
            <a:ext cx="828150" cy="114301"/>
            <a:chOff x="3993750" y="2774961"/>
            <a:chExt cx="621113" cy="85726"/>
          </a:xfrm>
        </p:grpSpPr>
        <p:cxnSp>
          <p:nvCxnSpPr>
            <p:cNvPr id="49" name="Straight Connector 48"/>
            <p:cNvCxnSpPr>
              <a:stCxn id="23" idx="3"/>
              <a:endCxn id="52" idx="6"/>
            </p:cNvCxnSpPr>
            <p:nvPr/>
          </p:nvCxnSpPr>
          <p:spPr>
            <a:xfrm flipV="1">
              <a:off x="3993750" y="2817824"/>
              <a:ext cx="621113" cy="57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8" name="Group 99"/>
          <p:cNvGrpSpPr/>
          <p:nvPr/>
        </p:nvGrpSpPr>
        <p:grpSpPr>
          <a:xfrm>
            <a:off x="6038850" y="2277547"/>
            <a:ext cx="819156" cy="114301"/>
            <a:chOff x="4529137" y="1708160"/>
            <a:chExt cx="614367" cy="85726"/>
          </a:xfrm>
        </p:grpSpPr>
        <p:cxnSp>
          <p:nvCxnSpPr>
            <p:cNvPr id="46" name="Straight Connector 45"/>
            <p:cNvCxnSpPr>
              <a:stCxn id="53" idx="6"/>
              <a:endCxn id="17" idx="1"/>
            </p:cNvCxnSpPr>
            <p:nvPr/>
          </p:nvCxnSpPr>
          <p:spPr>
            <a:xfrm flipV="1">
              <a:off x="4614863" y="1746826"/>
              <a:ext cx="528641" cy="419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0" name="Group 101"/>
          <p:cNvGrpSpPr/>
          <p:nvPr/>
        </p:nvGrpSpPr>
        <p:grpSpPr>
          <a:xfrm>
            <a:off x="6038852" y="5223947"/>
            <a:ext cx="819155" cy="114301"/>
            <a:chOff x="4529137" y="3917960"/>
            <a:chExt cx="614366" cy="85726"/>
          </a:xfrm>
        </p:grpSpPr>
        <p:cxnSp>
          <p:nvCxnSpPr>
            <p:cNvPr id="51" name="Straight Connector 50"/>
            <p:cNvCxnSpPr>
              <a:stCxn id="54" idx="2"/>
              <a:endCxn id="28" idx="1"/>
            </p:cNvCxnSpPr>
            <p:nvPr/>
          </p:nvCxnSpPr>
          <p:spPr>
            <a:xfrm>
              <a:off x="4529137" y="3960823"/>
              <a:ext cx="614366" cy="58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1" name="Group 95"/>
          <p:cNvGrpSpPr/>
          <p:nvPr/>
        </p:nvGrpSpPr>
        <p:grpSpPr>
          <a:xfrm>
            <a:off x="905472" y="3275640"/>
            <a:ext cx="4419526" cy="1077218"/>
            <a:chOff x="679104" y="2456728"/>
            <a:chExt cx="3314646" cy="807913"/>
          </a:xfrm>
        </p:grpSpPr>
        <p:sp>
          <p:nvSpPr>
            <p:cNvPr id="33" name="Rectangle 32"/>
            <p:cNvSpPr/>
            <p:nvPr/>
          </p:nvSpPr>
          <p:spPr>
            <a:xfrm>
              <a:off x="679104" y="2456728"/>
              <a:ext cx="2410757" cy="807913"/>
            </a:xfrm>
            <a:prstGeom prst="rect">
              <a:avLst/>
            </a:prstGeom>
          </p:spPr>
          <p:txBody>
            <a:bodyPr wrap="none">
              <a:spAutoFit/>
            </a:bodyPr>
            <a:lstStyle/>
            <a:p>
              <a:pPr lvl="0" rtl="1"/>
              <a:r>
                <a:rPr lang="ar-SA" sz="3200" b="1" dirty="0"/>
                <a:t>مشغل الأقراص المرنة </a:t>
              </a:r>
              <a:endParaRPr lang="en-US" sz="3200" b="1" dirty="0" smtClean="0"/>
            </a:p>
            <a:p>
              <a:pPr lvl="0" rtl="1"/>
              <a:r>
                <a:rPr lang="en-US" sz="3200" b="1" dirty="0" smtClean="0"/>
                <a:t>Floppy </a:t>
              </a:r>
              <a:r>
                <a:rPr lang="en-US" sz="3200" b="1" dirty="0"/>
                <a:t>Disk Drive</a:t>
              </a:r>
              <a:endParaRPr lang="en-US" sz="3200" dirty="0"/>
            </a:p>
          </p:txBody>
        </p:sp>
        <p:grpSp>
          <p:nvGrpSpPr>
            <p:cNvPr id="13" name="Group 84"/>
            <p:cNvGrpSpPr/>
            <p:nvPr/>
          </p:nvGrpSpPr>
          <p:grpSpPr>
            <a:xfrm>
              <a:off x="3357554" y="2500312"/>
              <a:ext cx="636196" cy="636164"/>
              <a:chOff x="3357554" y="2500312"/>
              <a:chExt cx="636196" cy="636164"/>
            </a:xfrm>
          </p:grpSpPr>
          <p:sp>
            <p:nvSpPr>
              <p:cNvPr id="23" name="Rectangle 22"/>
              <p:cNvSpPr/>
              <p:nvPr/>
            </p:nvSpPr>
            <p:spPr>
              <a:xfrm>
                <a:off x="3357554" y="2500312"/>
                <a:ext cx="636196" cy="63616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5" name="Freeform 23"/>
              <p:cNvSpPr>
                <a:spLocks noEditPoints="1"/>
              </p:cNvSpPr>
              <p:nvPr/>
            </p:nvSpPr>
            <p:spPr bwMode="auto">
              <a:xfrm>
                <a:off x="3477620" y="2660940"/>
                <a:ext cx="389082" cy="322810"/>
              </a:xfrm>
              <a:custGeom>
                <a:avLst/>
                <a:gdLst/>
                <a:ahLst/>
                <a:cxnLst>
                  <a:cxn ang="0">
                    <a:pos x="312" y="110"/>
                  </a:cxn>
                  <a:cxn ang="0">
                    <a:pos x="323" y="138"/>
                  </a:cxn>
                  <a:cxn ang="0">
                    <a:pos x="350" y="127"/>
                  </a:cxn>
                  <a:cxn ang="0">
                    <a:pos x="339" y="100"/>
                  </a:cxn>
                  <a:cxn ang="0">
                    <a:pos x="25" y="100"/>
                  </a:cxn>
                  <a:cxn ang="0">
                    <a:pos x="15" y="127"/>
                  </a:cxn>
                  <a:cxn ang="0">
                    <a:pos x="42" y="138"/>
                  </a:cxn>
                  <a:cxn ang="0">
                    <a:pos x="53" y="110"/>
                  </a:cxn>
                  <a:cxn ang="0">
                    <a:pos x="270" y="60"/>
                  </a:cxn>
                  <a:cxn ang="0">
                    <a:pos x="248" y="69"/>
                  </a:cxn>
                  <a:cxn ang="0">
                    <a:pos x="239" y="91"/>
                  </a:cxn>
                  <a:cxn ang="0">
                    <a:pos x="252" y="116"/>
                  </a:cxn>
                  <a:cxn ang="0">
                    <a:pos x="276" y="121"/>
                  </a:cxn>
                  <a:cxn ang="0">
                    <a:pos x="297" y="103"/>
                  </a:cxn>
                  <a:cxn ang="0">
                    <a:pos x="297" y="80"/>
                  </a:cxn>
                  <a:cxn ang="0">
                    <a:pos x="276" y="62"/>
                  </a:cxn>
                  <a:cxn ang="0">
                    <a:pos x="330" y="183"/>
                  </a:cxn>
                  <a:cxn ang="0">
                    <a:pos x="321" y="152"/>
                  </a:cxn>
                  <a:cxn ang="0">
                    <a:pos x="350" y="158"/>
                  </a:cxn>
                  <a:cxn ang="0">
                    <a:pos x="364" y="185"/>
                  </a:cxn>
                  <a:cxn ang="0">
                    <a:pos x="83" y="63"/>
                  </a:cxn>
                  <a:cxn ang="0">
                    <a:pos x="65" y="85"/>
                  </a:cxn>
                  <a:cxn ang="0">
                    <a:pos x="71" y="109"/>
                  </a:cxn>
                  <a:cxn ang="0">
                    <a:pos x="96" y="121"/>
                  </a:cxn>
                  <a:cxn ang="0">
                    <a:pos x="118" y="112"/>
                  </a:cxn>
                  <a:cxn ang="0">
                    <a:pos x="127" y="91"/>
                  </a:cxn>
                  <a:cxn ang="0">
                    <a:pos x="112" y="65"/>
                  </a:cxn>
                  <a:cxn ang="0">
                    <a:pos x="35" y="150"/>
                  </a:cxn>
                  <a:cxn ang="0">
                    <a:pos x="36" y="176"/>
                  </a:cxn>
                  <a:cxn ang="0">
                    <a:pos x="0" y="185"/>
                  </a:cxn>
                  <a:cxn ang="0">
                    <a:pos x="15" y="158"/>
                  </a:cxn>
                  <a:cxn ang="0">
                    <a:pos x="183" y="0"/>
                  </a:cxn>
                  <a:cxn ang="0">
                    <a:pos x="151" y="13"/>
                  </a:cxn>
                  <a:cxn ang="0">
                    <a:pos x="138" y="45"/>
                  </a:cxn>
                  <a:cxn ang="0">
                    <a:pos x="158" y="81"/>
                  </a:cxn>
                  <a:cxn ang="0">
                    <a:pos x="192" y="89"/>
                  </a:cxn>
                  <a:cxn ang="0">
                    <a:pos x="225" y="62"/>
                  </a:cxn>
                  <a:cxn ang="0">
                    <a:pos x="225" y="27"/>
                  </a:cxn>
                  <a:cxn ang="0">
                    <a:pos x="192" y="0"/>
                  </a:cxn>
                  <a:cxn ang="0">
                    <a:pos x="265" y="174"/>
                  </a:cxn>
                  <a:cxn ang="0">
                    <a:pos x="256" y="136"/>
                  </a:cxn>
                  <a:cxn ang="0">
                    <a:pos x="279" y="136"/>
                  </a:cxn>
                  <a:cxn ang="0">
                    <a:pos x="316" y="165"/>
                  </a:cxn>
                  <a:cxn ang="0">
                    <a:pos x="100" y="272"/>
                  </a:cxn>
                  <a:cxn ang="0">
                    <a:pos x="51" y="165"/>
                  </a:cxn>
                  <a:cxn ang="0">
                    <a:pos x="85" y="136"/>
                  </a:cxn>
                  <a:cxn ang="0">
                    <a:pos x="109" y="136"/>
                  </a:cxn>
                  <a:cxn ang="0">
                    <a:pos x="100" y="174"/>
                  </a:cxn>
                  <a:cxn ang="0">
                    <a:pos x="252" y="159"/>
                  </a:cxn>
                  <a:cxn ang="0">
                    <a:pos x="210" y="109"/>
                  </a:cxn>
                  <a:cxn ang="0">
                    <a:pos x="154" y="109"/>
                  </a:cxn>
                  <a:cxn ang="0">
                    <a:pos x="112" y="159"/>
                  </a:cxn>
                </a:cxnLst>
                <a:rect l="0" t="0" r="r" b="b"/>
                <a:pathLst>
                  <a:path w="364" h="301">
                    <a:moveTo>
                      <a:pt x="332" y="98"/>
                    </a:moveTo>
                    <a:lnTo>
                      <a:pt x="332" y="98"/>
                    </a:lnTo>
                    <a:lnTo>
                      <a:pt x="323" y="100"/>
                    </a:lnTo>
                    <a:lnTo>
                      <a:pt x="317" y="105"/>
                    </a:lnTo>
                    <a:lnTo>
                      <a:pt x="312" y="110"/>
                    </a:lnTo>
                    <a:lnTo>
                      <a:pt x="310" y="120"/>
                    </a:lnTo>
                    <a:lnTo>
                      <a:pt x="310" y="120"/>
                    </a:lnTo>
                    <a:lnTo>
                      <a:pt x="312" y="127"/>
                    </a:lnTo>
                    <a:lnTo>
                      <a:pt x="317" y="134"/>
                    </a:lnTo>
                    <a:lnTo>
                      <a:pt x="323" y="138"/>
                    </a:lnTo>
                    <a:lnTo>
                      <a:pt x="332" y="139"/>
                    </a:lnTo>
                    <a:lnTo>
                      <a:pt x="332" y="139"/>
                    </a:lnTo>
                    <a:lnTo>
                      <a:pt x="339" y="138"/>
                    </a:lnTo>
                    <a:lnTo>
                      <a:pt x="346" y="134"/>
                    </a:lnTo>
                    <a:lnTo>
                      <a:pt x="350" y="127"/>
                    </a:lnTo>
                    <a:lnTo>
                      <a:pt x="352" y="120"/>
                    </a:lnTo>
                    <a:lnTo>
                      <a:pt x="352" y="120"/>
                    </a:lnTo>
                    <a:lnTo>
                      <a:pt x="350" y="110"/>
                    </a:lnTo>
                    <a:lnTo>
                      <a:pt x="346" y="105"/>
                    </a:lnTo>
                    <a:lnTo>
                      <a:pt x="339" y="100"/>
                    </a:lnTo>
                    <a:lnTo>
                      <a:pt x="332" y="98"/>
                    </a:lnTo>
                    <a:lnTo>
                      <a:pt x="332" y="98"/>
                    </a:lnTo>
                    <a:close/>
                    <a:moveTo>
                      <a:pt x="35" y="98"/>
                    </a:moveTo>
                    <a:lnTo>
                      <a:pt x="35" y="98"/>
                    </a:lnTo>
                    <a:lnTo>
                      <a:pt x="25" y="100"/>
                    </a:lnTo>
                    <a:lnTo>
                      <a:pt x="20" y="105"/>
                    </a:lnTo>
                    <a:lnTo>
                      <a:pt x="15" y="110"/>
                    </a:lnTo>
                    <a:lnTo>
                      <a:pt x="13" y="120"/>
                    </a:lnTo>
                    <a:lnTo>
                      <a:pt x="13" y="120"/>
                    </a:lnTo>
                    <a:lnTo>
                      <a:pt x="15" y="127"/>
                    </a:lnTo>
                    <a:lnTo>
                      <a:pt x="20" y="134"/>
                    </a:lnTo>
                    <a:lnTo>
                      <a:pt x="25" y="138"/>
                    </a:lnTo>
                    <a:lnTo>
                      <a:pt x="35" y="139"/>
                    </a:lnTo>
                    <a:lnTo>
                      <a:pt x="35" y="139"/>
                    </a:lnTo>
                    <a:lnTo>
                      <a:pt x="42" y="138"/>
                    </a:lnTo>
                    <a:lnTo>
                      <a:pt x="49" y="134"/>
                    </a:lnTo>
                    <a:lnTo>
                      <a:pt x="53" y="127"/>
                    </a:lnTo>
                    <a:lnTo>
                      <a:pt x="54" y="120"/>
                    </a:lnTo>
                    <a:lnTo>
                      <a:pt x="54" y="120"/>
                    </a:lnTo>
                    <a:lnTo>
                      <a:pt x="53" y="110"/>
                    </a:lnTo>
                    <a:lnTo>
                      <a:pt x="49" y="105"/>
                    </a:lnTo>
                    <a:lnTo>
                      <a:pt x="42" y="100"/>
                    </a:lnTo>
                    <a:lnTo>
                      <a:pt x="35" y="98"/>
                    </a:lnTo>
                    <a:lnTo>
                      <a:pt x="35" y="98"/>
                    </a:lnTo>
                    <a:close/>
                    <a:moveTo>
                      <a:pt x="270" y="60"/>
                    </a:moveTo>
                    <a:lnTo>
                      <a:pt x="270" y="60"/>
                    </a:lnTo>
                    <a:lnTo>
                      <a:pt x="263" y="62"/>
                    </a:lnTo>
                    <a:lnTo>
                      <a:pt x="258" y="63"/>
                    </a:lnTo>
                    <a:lnTo>
                      <a:pt x="252" y="65"/>
                    </a:lnTo>
                    <a:lnTo>
                      <a:pt x="248" y="69"/>
                    </a:lnTo>
                    <a:lnTo>
                      <a:pt x="245" y="74"/>
                    </a:lnTo>
                    <a:lnTo>
                      <a:pt x="241" y="80"/>
                    </a:lnTo>
                    <a:lnTo>
                      <a:pt x="239" y="85"/>
                    </a:lnTo>
                    <a:lnTo>
                      <a:pt x="239" y="91"/>
                    </a:lnTo>
                    <a:lnTo>
                      <a:pt x="239" y="91"/>
                    </a:lnTo>
                    <a:lnTo>
                      <a:pt x="239" y="98"/>
                    </a:lnTo>
                    <a:lnTo>
                      <a:pt x="241" y="103"/>
                    </a:lnTo>
                    <a:lnTo>
                      <a:pt x="245" y="109"/>
                    </a:lnTo>
                    <a:lnTo>
                      <a:pt x="248" y="112"/>
                    </a:lnTo>
                    <a:lnTo>
                      <a:pt x="252" y="116"/>
                    </a:lnTo>
                    <a:lnTo>
                      <a:pt x="258" y="120"/>
                    </a:lnTo>
                    <a:lnTo>
                      <a:pt x="263" y="121"/>
                    </a:lnTo>
                    <a:lnTo>
                      <a:pt x="270" y="121"/>
                    </a:lnTo>
                    <a:lnTo>
                      <a:pt x="270" y="121"/>
                    </a:lnTo>
                    <a:lnTo>
                      <a:pt x="276" y="121"/>
                    </a:lnTo>
                    <a:lnTo>
                      <a:pt x="281" y="120"/>
                    </a:lnTo>
                    <a:lnTo>
                      <a:pt x="287" y="116"/>
                    </a:lnTo>
                    <a:lnTo>
                      <a:pt x="292" y="112"/>
                    </a:lnTo>
                    <a:lnTo>
                      <a:pt x="296" y="109"/>
                    </a:lnTo>
                    <a:lnTo>
                      <a:pt x="297" y="103"/>
                    </a:lnTo>
                    <a:lnTo>
                      <a:pt x="299" y="98"/>
                    </a:lnTo>
                    <a:lnTo>
                      <a:pt x="301" y="91"/>
                    </a:lnTo>
                    <a:lnTo>
                      <a:pt x="301" y="91"/>
                    </a:lnTo>
                    <a:lnTo>
                      <a:pt x="299" y="85"/>
                    </a:lnTo>
                    <a:lnTo>
                      <a:pt x="297" y="80"/>
                    </a:lnTo>
                    <a:lnTo>
                      <a:pt x="296" y="74"/>
                    </a:lnTo>
                    <a:lnTo>
                      <a:pt x="292" y="69"/>
                    </a:lnTo>
                    <a:lnTo>
                      <a:pt x="287" y="65"/>
                    </a:lnTo>
                    <a:lnTo>
                      <a:pt x="281" y="63"/>
                    </a:lnTo>
                    <a:lnTo>
                      <a:pt x="276" y="62"/>
                    </a:lnTo>
                    <a:lnTo>
                      <a:pt x="270" y="60"/>
                    </a:lnTo>
                    <a:lnTo>
                      <a:pt x="270" y="60"/>
                    </a:lnTo>
                    <a:close/>
                    <a:moveTo>
                      <a:pt x="364" y="248"/>
                    </a:moveTo>
                    <a:lnTo>
                      <a:pt x="330" y="248"/>
                    </a:lnTo>
                    <a:lnTo>
                      <a:pt x="330" y="183"/>
                    </a:lnTo>
                    <a:lnTo>
                      <a:pt x="330" y="183"/>
                    </a:lnTo>
                    <a:lnTo>
                      <a:pt x="330" y="176"/>
                    </a:lnTo>
                    <a:lnTo>
                      <a:pt x="328" y="167"/>
                    </a:lnTo>
                    <a:lnTo>
                      <a:pt x="321" y="152"/>
                    </a:lnTo>
                    <a:lnTo>
                      <a:pt x="321" y="152"/>
                    </a:lnTo>
                    <a:lnTo>
                      <a:pt x="332" y="150"/>
                    </a:lnTo>
                    <a:lnTo>
                      <a:pt x="332" y="150"/>
                    </a:lnTo>
                    <a:lnTo>
                      <a:pt x="337" y="152"/>
                    </a:lnTo>
                    <a:lnTo>
                      <a:pt x="345" y="154"/>
                    </a:lnTo>
                    <a:lnTo>
                      <a:pt x="350" y="158"/>
                    </a:lnTo>
                    <a:lnTo>
                      <a:pt x="355" y="161"/>
                    </a:lnTo>
                    <a:lnTo>
                      <a:pt x="359" y="167"/>
                    </a:lnTo>
                    <a:lnTo>
                      <a:pt x="363" y="172"/>
                    </a:lnTo>
                    <a:lnTo>
                      <a:pt x="364" y="178"/>
                    </a:lnTo>
                    <a:lnTo>
                      <a:pt x="364" y="185"/>
                    </a:lnTo>
                    <a:lnTo>
                      <a:pt x="364" y="248"/>
                    </a:lnTo>
                    <a:close/>
                    <a:moveTo>
                      <a:pt x="96" y="60"/>
                    </a:moveTo>
                    <a:lnTo>
                      <a:pt x="96" y="60"/>
                    </a:lnTo>
                    <a:lnTo>
                      <a:pt x="89" y="62"/>
                    </a:lnTo>
                    <a:lnTo>
                      <a:pt x="83" y="63"/>
                    </a:lnTo>
                    <a:lnTo>
                      <a:pt x="78" y="65"/>
                    </a:lnTo>
                    <a:lnTo>
                      <a:pt x="74" y="69"/>
                    </a:lnTo>
                    <a:lnTo>
                      <a:pt x="71" y="74"/>
                    </a:lnTo>
                    <a:lnTo>
                      <a:pt x="67" y="80"/>
                    </a:lnTo>
                    <a:lnTo>
                      <a:pt x="65" y="85"/>
                    </a:lnTo>
                    <a:lnTo>
                      <a:pt x="65" y="91"/>
                    </a:lnTo>
                    <a:lnTo>
                      <a:pt x="65" y="91"/>
                    </a:lnTo>
                    <a:lnTo>
                      <a:pt x="65" y="98"/>
                    </a:lnTo>
                    <a:lnTo>
                      <a:pt x="67" y="103"/>
                    </a:lnTo>
                    <a:lnTo>
                      <a:pt x="71" y="109"/>
                    </a:lnTo>
                    <a:lnTo>
                      <a:pt x="74" y="112"/>
                    </a:lnTo>
                    <a:lnTo>
                      <a:pt x="78" y="116"/>
                    </a:lnTo>
                    <a:lnTo>
                      <a:pt x="83" y="120"/>
                    </a:lnTo>
                    <a:lnTo>
                      <a:pt x="89" y="121"/>
                    </a:lnTo>
                    <a:lnTo>
                      <a:pt x="96" y="121"/>
                    </a:lnTo>
                    <a:lnTo>
                      <a:pt x="96" y="121"/>
                    </a:lnTo>
                    <a:lnTo>
                      <a:pt x="102" y="121"/>
                    </a:lnTo>
                    <a:lnTo>
                      <a:pt x="107" y="120"/>
                    </a:lnTo>
                    <a:lnTo>
                      <a:pt x="112" y="116"/>
                    </a:lnTo>
                    <a:lnTo>
                      <a:pt x="118" y="112"/>
                    </a:lnTo>
                    <a:lnTo>
                      <a:pt x="122" y="109"/>
                    </a:lnTo>
                    <a:lnTo>
                      <a:pt x="123" y="103"/>
                    </a:lnTo>
                    <a:lnTo>
                      <a:pt x="125" y="98"/>
                    </a:lnTo>
                    <a:lnTo>
                      <a:pt x="127" y="91"/>
                    </a:lnTo>
                    <a:lnTo>
                      <a:pt x="127" y="91"/>
                    </a:lnTo>
                    <a:lnTo>
                      <a:pt x="125" y="85"/>
                    </a:lnTo>
                    <a:lnTo>
                      <a:pt x="123" y="80"/>
                    </a:lnTo>
                    <a:lnTo>
                      <a:pt x="122" y="74"/>
                    </a:lnTo>
                    <a:lnTo>
                      <a:pt x="118" y="69"/>
                    </a:lnTo>
                    <a:lnTo>
                      <a:pt x="112" y="65"/>
                    </a:lnTo>
                    <a:lnTo>
                      <a:pt x="107" y="63"/>
                    </a:lnTo>
                    <a:lnTo>
                      <a:pt x="102" y="62"/>
                    </a:lnTo>
                    <a:lnTo>
                      <a:pt x="96" y="60"/>
                    </a:lnTo>
                    <a:lnTo>
                      <a:pt x="96" y="60"/>
                    </a:lnTo>
                    <a:close/>
                    <a:moveTo>
                      <a:pt x="35" y="150"/>
                    </a:moveTo>
                    <a:lnTo>
                      <a:pt x="35" y="150"/>
                    </a:lnTo>
                    <a:lnTo>
                      <a:pt x="44" y="152"/>
                    </a:lnTo>
                    <a:lnTo>
                      <a:pt x="44" y="152"/>
                    </a:lnTo>
                    <a:lnTo>
                      <a:pt x="38" y="167"/>
                    </a:lnTo>
                    <a:lnTo>
                      <a:pt x="36" y="176"/>
                    </a:lnTo>
                    <a:lnTo>
                      <a:pt x="35" y="183"/>
                    </a:lnTo>
                    <a:lnTo>
                      <a:pt x="35" y="248"/>
                    </a:lnTo>
                    <a:lnTo>
                      <a:pt x="0" y="248"/>
                    </a:lnTo>
                    <a:lnTo>
                      <a:pt x="0" y="185"/>
                    </a:lnTo>
                    <a:lnTo>
                      <a:pt x="0" y="185"/>
                    </a:lnTo>
                    <a:lnTo>
                      <a:pt x="0" y="178"/>
                    </a:lnTo>
                    <a:lnTo>
                      <a:pt x="2" y="172"/>
                    </a:lnTo>
                    <a:lnTo>
                      <a:pt x="6" y="167"/>
                    </a:lnTo>
                    <a:lnTo>
                      <a:pt x="9" y="161"/>
                    </a:lnTo>
                    <a:lnTo>
                      <a:pt x="15" y="158"/>
                    </a:lnTo>
                    <a:lnTo>
                      <a:pt x="20" y="154"/>
                    </a:lnTo>
                    <a:lnTo>
                      <a:pt x="27" y="152"/>
                    </a:lnTo>
                    <a:lnTo>
                      <a:pt x="35" y="150"/>
                    </a:lnTo>
                    <a:lnTo>
                      <a:pt x="35" y="150"/>
                    </a:lnTo>
                    <a:close/>
                    <a:moveTo>
                      <a:pt x="183" y="0"/>
                    </a:moveTo>
                    <a:lnTo>
                      <a:pt x="183" y="0"/>
                    </a:lnTo>
                    <a:lnTo>
                      <a:pt x="174" y="0"/>
                    </a:lnTo>
                    <a:lnTo>
                      <a:pt x="165" y="4"/>
                    </a:lnTo>
                    <a:lnTo>
                      <a:pt x="158" y="7"/>
                    </a:lnTo>
                    <a:lnTo>
                      <a:pt x="151" y="13"/>
                    </a:lnTo>
                    <a:lnTo>
                      <a:pt x="145" y="20"/>
                    </a:lnTo>
                    <a:lnTo>
                      <a:pt x="141" y="27"/>
                    </a:lnTo>
                    <a:lnTo>
                      <a:pt x="138" y="36"/>
                    </a:lnTo>
                    <a:lnTo>
                      <a:pt x="138" y="45"/>
                    </a:lnTo>
                    <a:lnTo>
                      <a:pt x="138" y="45"/>
                    </a:lnTo>
                    <a:lnTo>
                      <a:pt x="138" y="54"/>
                    </a:lnTo>
                    <a:lnTo>
                      <a:pt x="141" y="62"/>
                    </a:lnTo>
                    <a:lnTo>
                      <a:pt x="145" y="71"/>
                    </a:lnTo>
                    <a:lnTo>
                      <a:pt x="151" y="76"/>
                    </a:lnTo>
                    <a:lnTo>
                      <a:pt x="158" y="81"/>
                    </a:lnTo>
                    <a:lnTo>
                      <a:pt x="165" y="87"/>
                    </a:lnTo>
                    <a:lnTo>
                      <a:pt x="174" y="89"/>
                    </a:lnTo>
                    <a:lnTo>
                      <a:pt x="183" y="91"/>
                    </a:lnTo>
                    <a:lnTo>
                      <a:pt x="183" y="91"/>
                    </a:lnTo>
                    <a:lnTo>
                      <a:pt x="192" y="89"/>
                    </a:lnTo>
                    <a:lnTo>
                      <a:pt x="200" y="87"/>
                    </a:lnTo>
                    <a:lnTo>
                      <a:pt x="209" y="81"/>
                    </a:lnTo>
                    <a:lnTo>
                      <a:pt x="214" y="76"/>
                    </a:lnTo>
                    <a:lnTo>
                      <a:pt x="219" y="71"/>
                    </a:lnTo>
                    <a:lnTo>
                      <a:pt x="225" y="62"/>
                    </a:lnTo>
                    <a:lnTo>
                      <a:pt x="227" y="54"/>
                    </a:lnTo>
                    <a:lnTo>
                      <a:pt x="229" y="45"/>
                    </a:lnTo>
                    <a:lnTo>
                      <a:pt x="229" y="45"/>
                    </a:lnTo>
                    <a:lnTo>
                      <a:pt x="227" y="36"/>
                    </a:lnTo>
                    <a:lnTo>
                      <a:pt x="225" y="27"/>
                    </a:lnTo>
                    <a:lnTo>
                      <a:pt x="219" y="20"/>
                    </a:lnTo>
                    <a:lnTo>
                      <a:pt x="214" y="13"/>
                    </a:lnTo>
                    <a:lnTo>
                      <a:pt x="209" y="7"/>
                    </a:lnTo>
                    <a:lnTo>
                      <a:pt x="200" y="4"/>
                    </a:lnTo>
                    <a:lnTo>
                      <a:pt x="192" y="0"/>
                    </a:lnTo>
                    <a:lnTo>
                      <a:pt x="183" y="0"/>
                    </a:lnTo>
                    <a:lnTo>
                      <a:pt x="183" y="0"/>
                    </a:lnTo>
                    <a:close/>
                    <a:moveTo>
                      <a:pt x="319" y="272"/>
                    </a:moveTo>
                    <a:lnTo>
                      <a:pt x="265" y="272"/>
                    </a:lnTo>
                    <a:lnTo>
                      <a:pt x="265" y="174"/>
                    </a:lnTo>
                    <a:lnTo>
                      <a:pt x="265" y="174"/>
                    </a:lnTo>
                    <a:lnTo>
                      <a:pt x="265" y="163"/>
                    </a:lnTo>
                    <a:lnTo>
                      <a:pt x="263" y="154"/>
                    </a:lnTo>
                    <a:lnTo>
                      <a:pt x="259" y="145"/>
                    </a:lnTo>
                    <a:lnTo>
                      <a:pt x="256" y="136"/>
                    </a:lnTo>
                    <a:lnTo>
                      <a:pt x="256" y="136"/>
                    </a:lnTo>
                    <a:lnTo>
                      <a:pt x="263" y="134"/>
                    </a:lnTo>
                    <a:lnTo>
                      <a:pt x="270" y="134"/>
                    </a:lnTo>
                    <a:lnTo>
                      <a:pt x="270" y="134"/>
                    </a:lnTo>
                    <a:lnTo>
                      <a:pt x="279" y="136"/>
                    </a:lnTo>
                    <a:lnTo>
                      <a:pt x="288" y="138"/>
                    </a:lnTo>
                    <a:lnTo>
                      <a:pt x="297" y="143"/>
                    </a:lnTo>
                    <a:lnTo>
                      <a:pt x="305" y="149"/>
                    </a:lnTo>
                    <a:lnTo>
                      <a:pt x="310" y="156"/>
                    </a:lnTo>
                    <a:lnTo>
                      <a:pt x="316" y="165"/>
                    </a:lnTo>
                    <a:lnTo>
                      <a:pt x="317" y="174"/>
                    </a:lnTo>
                    <a:lnTo>
                      <a:pt x="319" y="183"/>
                    </a:lnTo>
                    <a:lnTo>
                      <a:pt x="319" y="272"/>
                    </a:lnTo>
                    <a:close/>
                    <a:moveTo>
                      <a:pt x="100" y="174"/>
                    </a:moveTo>
                    <a:lnTo>
                      <a:pt x="100" y="272"/>
                    </a:lnTo>
                    <a:lnTo>
                      <a:pt x="45" y="272"/>
                    </a:lnTo>
                    <a:lnTo>
                      <a:pt x="45" y="183"/>
                    </a:lnTo>
                    <a:lnTo>
                      <a:pt x="45" y="183"/>
                    </a:lnTo>
                    <a:lnTo>
                      <a:pt x="47" y="174"/>
                    </a:lnTo>
                    <a:lnTo>
                      <a:pt x="51" y="165"/>
                    </a:lnTo>
                    <a:lnTo>
                      <a:pt x="54" y="156"/>
                    </a:lnTo>
                    <a:lnTo>
                      <a:pt x="60" y="149"/>
                    </a:lnTo>
                    <a:lnTo>
                      <a:pt x="67" y="143"/>
                    </a:lnTo>
                    <a:lnTo>
                      <a:pt x="76" y="138"/>
                    </a:lnTo>
                    <a:lnTo>
                      <a:pt x="85" y="136"/>
                    </a:lnTo>
                    <a:lnTo>
                      <a:pt x="96" y="134"/>
                    </a:lnTo>
                    <a:lnTo>
                      <a:pt x="96" y="134"/>
                    </a:lnTo>
                    <a:lnTo>
                      <a:pt x="103" y="134"/>
                    </a:lnTo>
                    <a:lnTo>
                      <a:pt x="109" y="136"/>
                    </a:lnTo>
                    <a:lnTo>
                      <a:pt x="109" y="136"/>
                    </a:lnTo>
                    <a:lnTo>
                      <a:pt x="105" y="145"/>
                    </a:lnTo>
                    <a:lnTo>
                      <a:pt x="102" y="154"/>
                    </a:lnTo>
                    <a:lnTo>
                      <a:pt x="100" y="163"/>
                    </a:lnTo>
                    <a:lnTo>
                      <a:pt x="100" y="174"/>
                    </a:lnTo>
                    <a:lnTo>
                      <a:pt x="100" y="174"/>
                    </a:lnTo>
                    <a:close/>
                    <a:moveTo>
                      <a:pt x="111" y="301"/>
                    </a:moveTo>
                    <a:lnTo>
                      <a:pt x="254" y="301"/>
                    </a:lnTo>
                    <a:lnTo>
                      <a:pt x="254" y="174"/>
                    </a:lnTo>
                    <a:lnTo>
                      <a:pt x="254" y="174"/>
                    </a:lnTo>
                    <a:lnTo>
                      <a:pt x="252" y="159"/>
                    </a:lnTo>
                    <a:lnTo>
                      <a:pt x="248" y="145"/>
                    </a:lnTo>
                    <a:lnTo>
                      <a:pt x="241" y="134"/>
                    </a:lnTo>
                    <a:lnTo>
                      <a:pt x="232" y="123"/>
                    </a:lnTo>
                    <a:lnTo>
                      <a:pt x="223" y="114"/>
                    </a:lnTo>
                    <a:lnTo>
                      <a:pt x="210" y="109"/>
                    </a:lnTo>
                    <a:lnTo>
                      <a:pt x="198" y="103"/>
                    </a:lnTo>
                    <a:lnTo>
                      <a:pt x="183" y="101"/>
                    </a:lnTo>
                    <a:lnTo>
                      <a:pt x="183" y="101"/>
                    </a:lnTo>
                    <a:lnTo>
                      <a:pt x="169" y="103"/>
                    </a:lnTo>
                    <a:lnTo>
                      <a:pt x="154" y="109"/>
                    </a:lnTo>
                    <a:lnTo>
                      <a:pt x="143" y="114"/>
                    </a:lnTo>
                    <a:lnTo>
                      <a:pt x="132" y="123"/>
                    </a:lnTo>
                    <a:lnTo>
                      <a:pt x="123" y="134"/>
                    </a:lnTo>
                    <a:lnTo>
                      <a:pt x="116" y="145"/>
                    </a:lnTo>
                    <a:lnTo>
                      <a:pt x="112" y="159"/>
                    </a:lnTo>
                    <a:lnTo>
                      <a:pt x="111" y="174"/>
                    </a:lnTo>
                    <a:lnTo>
                      <a:pt x="111" y="301"/>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grpSp>
        <p:nvGrpSpPr>
          <p:cNvPr id="19" name="Group 98"/>
          <p:cNvGrpSpPr/>
          <p:nvPr/>
        </p:nvGrpSpPr>
        <p:grpSpPr>
          <a:xfrm>
            <a:off x="6858004" y="4678598"/>
            <a:ext cx="4828696" cy="1569660"/>
            <a:chOff x="5143504" y="3508944"/>
            <a:chExt cx="3621522" cy="1177244"/>
          </a:xfrm>
        </p:grpSpPr>
        <p:sp>
          <p:nvSpPr>
            <p:cNvPr id="41" name="Rectangle 40"/>
            <p:cNvSpPr/>
            <p:nvPr/>
          </p:nvSpPr>
          <p:spPr>
            <a:xfrm>
              <a:off x="5715008" y="3508944"/>
              <a:ext cx="3050018" cy="1177244"/>
            </a:xfrm>
            <a:prstGeom prst="rect">
              <a:avLst/>
            </a:prstGeom>
          </p:spPr>
          <p:txBody>
            <a:bodyPr wrap="none">
              <a:spAutoFit/>
            </a:bodyPr>
            <a:lstStyle/>
            <a:p>
              <a:pPr lvl="0" algn="ctr" rtl="1"/>
              <a:r>
                <a:rPr lang="ar-SA" sz="3200" b="1" dirty="0"/>
                <a:t>مشغل القرص </a:t>
              </a:r>
              <a:r>
                <a:rPr lang="ar-SA" sz="3200" b="1" dirty="0" smtClean="0"/>
                <a:t>الليزري</a:t>
              </a:r>
              <a:endParaRPr lang="en-US" sz="3200" b="1" dirty="0" smtClean="0"/>
            </a:p>
            <a:p>
              <a:pPr lvl="0" algn="ctr" rtl="1"/>
              <a:r>
                <a:rPr lang="ar-SA" sz="3200" b="1" dirty="0" smtClean="0"/>
                <a:t> </a:t>
              </a:r>
              <a:r>
                <a:rPr lang="en-US" sz="3200" b="1" dirty="0" err="1"/>
                <a:t>Lazer</a:t>
              </a:r>
              <a:r>
                <a:rPr lang="en-US" sz="3200" b="1" dirty="0"/>
                <a:t> Disk Drive </a:t>
              </a:r>
              <a:endParaRPr lang="en-US" sz="3200" b="1" dirty="0" smtClean="0"/>
            </a:p>
            <a:p>
              <a:pPr lvl="0" algn="ctr" rtl="1"/>
              <a:r>
                <a:rPr lang="en-US" sz="3200" b="1" dirty="0" smtClean="0"/>
                <a:t>-</a:t>
              </a:r>
              <a:r>
                <a:rPr lang="en-US" sz="3200" b="1" dirty="0"/>
                <a:t>CD- ROM - RAM –DVD</a:t>
              </a:r>
              <a:endParaRPr lang="en-US" sz="3200" dirty="0"/>
            </a:p>
          </p:txBody>
        </p:sp>
        <p:grpSp>
          <p:nvGrpSpPr>
            <p:cNvPr id="21" name="Group 85"/>
            <p:cNvGrpSpPr/>
            <p:nvPr/>
          </p:nvGrpSpPr>
          <p:grpSpPr>
            <a:xfrm>
              <a:off x="5143504" y="3643320"/>
              <a:ext cx="636196" cy="636164"/>
              <a:chOff x="5143504" y="3643320"/>
              <a:chExt cx="636196" cy="636164"/>
            </a:xfrm>
          </p:grpSpPr>
          <p:sp>
            <p:nvSpPr>
              <p:cNvPr id="28" name="Rectangle 27"/>
              <p:cNvSpPr/>
              <p:nvPr/>
            </p:nvSpPr>
            <p:spPr>
              <a:xfrm>
                <a:off x="5143504" y="3643320"/>
                <a:ext cx="636196" cy="6361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3" name="Freeform 107"/>
              <p:cNvSpPr>
                <a:spLocks noEditPoints="1"/>
              </p:cNvSpPr>
              <p:nvPr/>
            </p:nvSpPr>
            <p:spPr bwMode="auto">
              <a:xfrm>
                <a:off x="5286380" y="3786196"/>
                <a:ext cx="365566" cy="314258"/>
              </a:xfrm>
              <a:custGeom>
                <a:avLst/>
                <a:gdLst/>
                <a:ahLst/>
                <a:cxnLst>
                  <a:cxn ang="0">
                    <a:pos x="337" y="165"/>
                  </a:cxn>
                  <a:cxn ang="0">
                    <a:pos x="170" y="0"/>
                  </a:cxn>
                  <a:cxn ang="0">
                    <a:pos x="5" y="165"/>
                  </a:cxn>
                  <a:cxn ang="0">
                    <a:pos x="5" y="165"/>
                  </a:cxn>
                  <a:cxn ang="0">
                    <a:pos x="0" y="172"/>
                  </a:cxn>
                  <a:cxn ang="0">
                    <a:pos x="0" y="181"/>
                  </a:cxn>
                  <a:cxn ang="0">
                    <a:pos x="0" y="189"/>
                  </a:cxn>
                  <a:cxn ang="0">
                    <a:pos x="5" y="196"/>
                  </a:cxn>
                  <a:cxn ang="0">
                    <a:pos x="5" y="196"/>
                  </a:cxn>
                  <a:cxn ang="0">
                    <a:pos x="13" y="201"/>
                  </a:cxn>
                  <a:cxn ang="0">
                    <a:pos x="20" y="201"/>
                  </a:cxn>
                  <a:cxn ang="0">
                    <a:pos x="29" y="201"/>
                  </a:cxn>
                  <a:cxn ang="0">
                    <a:pos x="36" y="196"/>
                  </a:cxn>
                  <a:cxn ang="0">
                    <a:pos x="42" y="189"/>
                  </a:cxn>
                  <a:cxn ang="0">
                    <a:pos x="42" y="294"/>
                  </a:cxn>
                  <a:cxn ang="0">
                    <a:pos x="301" y="294"/>
                  </a:cxn>
                  <a:cxn ang="0">
                    <a:pos x="301" y="189"/>
                  </a:cxn>
                  <a:cxn ang="0">
                    <a:pos x="306" y="196"/>
                  </a:cxn>
                  <a:cxn ang="0">
                    <a:pos x="306" y="196"/>
                  </a:cxn>
                  <a:cxn ang="0">
                    <a:pos x="314" y="201"/>
                  </a:cxn>
                  <a:cxn ang="0">
                    <a:pos x="321" y="201"/>
                  </a:cxn>
                  <a:cxn ang="0">
                    <a:pos x="321" y="201"/>
                  </a:cxn>
                  <a:cxn ang="0">
                    <a:pos x="330" y="201"/>
                  </a:cxn>
                  <a:cxn ang="0">
                    <a:pos x="337" y="196"/>
                  </a:cxn>
                  <a:cxn ang="0">
                    <a:pos x="337" y="196"/>
                  </a:cxn>
                  <a:cxn ang="0">
                    <a:pos x="341" y="189"/>
                  </a:cxn>
                  <a:cxn ang="0">
                    <a:pos x="343" y="181"/>
                  </a:cxn>
                  <a:cxn ang="0">
                    <a:pos x="341" y="172"/>
                  </a:cxn>
                  <a:cxn ang="0">
                    <a:pos x="337" y="165"/>
                  </a:cxn>
                  <a:cxn ang="0">
                    <a:pos x="337" y="165"/>
                  </a:cxn>
                  <a:cxn ang="0">
                    <a:pos x="279" y="272"/>
                  </a:cxn>
                  <a:cxn ang="0">
                    <a:pos x="214" y="272"/>
                  </a:cxn>
                  <a:cxn ang="0">
                    <a:pos x="214" y="187"/>
                  </a:cxn>
                  <a:cxn ang="0">
                    <a:pos x="129" y="187"/>
                  </a:cxn>
                  <a:cxn ang="0">
                    <a:pos x="129" y="272"/>
                  </a:cxn>
                  <a:cxn ang="0">
                    <a:pos x="63" y="272"/>
                  </a:cxn>
                  <a:cxn ang="0">
                    <a:pos x="63" y="169"/>
                  </a:cxn>
                  <a:cxn ang="0">
                    <a:pos x="170" y="60"/>
                  </a:cxn>
                  <a:cxn ang="0">
                    <a:pos x="279" y="169"/>
                  </a:cxn>
                  <a:cxn ang="0">
                    <a:pos x="279" y="272"/>
                  </a:cxn>
                </a:cxnLst>
                <a:rect l="0" t="0" r="r" b="b"/>
                <a:pathLst>
                  <a:path w="343" h="294">
                    <a:moveTo>
                      <a:pt x="337" y="165"/>
                    </a:moveTo>
                    <a:lnTo>
                      <a:pt x="170" y="0"/>
                    </a:lnTo>
                    <a:lnTo>
                      <a:pt x="5" y="165"/>
                    </a:lnTo>
                    <a:lnTo>
                      <a:pt x="5" y="165"/>
                    </a:lnTo>
                    <a:lnTo>
                      <a:pt x="0" y="172"/>
                    </a:lnTo>
                    <a:lnTo>
                      <a:pt x="0" y="181"/>
                    </a:lnTo>
                    <a:lnTo>
                      <a:pt x="0" y="189"/>
                    </a:lnTo>
                    <a:lnTo>
                      <a:pt x="5" y="196"/>
                    </a:lnTo>
                    <a:lnTo>
                      <a:pt x="5" y="196"/>
                    </a:lnTo>
                    <a:lnTo>
                      <a:pt x="13" y="201"/>
                    </a:lnTo>
                    <a:lnTo>
                      <a:pt x="20" y="201"/>
                    </a:lnTo>
                    <a:lnTo>
                      <a:pt x="29" y="201"/>
                    </a:lnTo>
                    <a:lnTo>
                      <a:pt x="36" y="196"/>
                    </a:lnTo>
                    <a:lnTo>
                      <a:pt x="42" y="189"/>
                    </a:lnTo>
                    <a:lnTo>
                      <a:pt x="42" y="294"/>
                    </a:lnTo>
                    <a:lnTo>
                      <a:pt x="301" y="294"/>
                    </a:lnTo>
                    <a:lnTo>
                      <a:pt x="301" y="189"/>
                    </a:lnTo>
                    <a:lnTo>
                      <a:pt x="306" y="196"/>
                    </a:lnTo>
                    <a:lnTo>
                      <a:pt x="306" y="196"/>
                    </a:lnTo>
                    <a:lnTo>
                      <a:pt x="314" y="201"/>
                    </a:lnTo>
                    <a:lnTo>
                      <a:pt x="321" y="201"/>
                    </a:lnTo>
                    <a:lnTo>
                      <a:pt x="321" y="201"/>
                    </a:lnTo>
                    <a:lnTo>
                      <a:pt x="330" y="201"/>
                    </a:lnTo>
                    <a:lnTo>
                      <a:pt x="337" y="196"/>
                    </a:lnTo>
                    <a:lnTo>
                      <a:pt x="337" y="196"/>
                    </a:lnTo>
                    <a:lnTo>
                      <a:pt x="341" y="189"/>
                    </a:lnTo>
                    <a:lnTo>
                      <a:pt x="343" y="181"/>
                    </a:lnTo>
                    <a:lnTo>
                      <a:pt x="341" y="172"/>
                    </a:lnTo>
                    <a:lnTo>
                      <a:pt x="337" y="165"/>
                    </a:lnTo>
                    <a:lnTo>
                      <a:pt x="337" y="165"/>
                    </a:lnTo>
                    <a:close/>
                    <a:moveTo>
                      <a:pt x="279" y="272"/>
                    </a:moveTo>
                    <a:lnTo>
                      <a:pt x="214" y="272"/>
                    </a:lnTo>
                    <a:lnTo>
                      <a:pt x="214" y="187"/>
                    </a:lnTo>
                    <a:lnTo>
                      <a:pt x="129" y="187"/>
                    </a:lnTo>
                    <a:lnTo>
                      <a:pt x="129" y="272"/>
                    </a:lnTo>
                    <a:lnTo>
                      <a:pt x="63" y="272"/>
                    </a:lnTo>
                    <a:lnTo>
                      <a:pt x="63" y="169"/>
                    </a:lnTo>
                    <a:lnTo>
                      <a:pt x="170" y="60"/>
                    </a:lnTo>
                    <a:lnTo>
                      <a:pt x="279" y="169"/>
                    </a:lnTo>
                    <a:lnTo>
                      <a:pt x="279" y="27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grpSp>
        <p:nvGrpSpPr>
          <p:cNvPr id="42" name="Group 94"/>
          <p:cNvGrpSpPr/>
          <p:nvPr/>
        </p:nvGrpSpPr>
        <p:grpSpPr>
          <a:xfrm>
            <a:off x="6858003" y="1809741"/>
            <a:ext cx="4451832" cy="1077218"/>
            <a:chOff x="5143504" y="1357304"/>
            <a:chExt cx="3338875" cy="807913"/>
          </a:xfrm>
        </p:grpSpPr>
        <p:sp>
          <p:nvSpPr>
            <p:cNvPr id="37" name="Rectangle 36"/>
            <p:cNvSpPr/>
            <p:nvPr/>
          </p:nvSpPr>
          <p:spPr>
            <a:xfrm>
              <a:off x="6040363" y="1357304"/>
              <a:ext cx="2442016" cy="807913"/>
            </a:xfrm>
            <a:prstGeom prst="rect">
              <a:avLst/>
            </a:prstGeom>
          </p:spPr>
          <p:txBody>
            <a:bodyPr wrap="none">
              <a:spAutoFit/>
            </a:bodyPr>
            <a:lstStyle/>
            <a:p>
              <a:pPr algn="ctr" rtl="1" fontAlgn="auto">
                <a:spcBef>
                  <a:spcPts val="0"/>
                </a:spcBef>
                <a:spcAft>
                  <a:spcPts val="0"/>
                </a:spcAft>
              </a:pPr>
              <a:r>
                <a:rPr lang="ar-SA" sz="3200" b="1" dirty="0"/>
                <a:t>القرص الثابت (الصلب</a:t>
              </a:r>
              <a:r>
                <a:rPr lang="ar-SA" sz="3200" b="1" dirty="0" smtClean="0"/>
                <a:t>)</a:t>
              </a:r>
              <a:endParaRPr lang="en-US" sz="3200" b="1" dirty="0" smtClean="0"/>
            </a:p>
            <a:p>
              <a:pPr algn="ctr" rtl="1" fontAlgn="auto">
                <a:spcBef>
                  <a:spcPts val="0"/>
                </a:spcBef>
                <a:spcAft>
                  <a:spcPts val="0"/>
                </a:spcAft>
              </a:pPr>
              <a:r>
                <a:rPr lang="ar-SA" sz="3200" b="1" dirty="0" smtClean="0"/>
                <a:t> </a:t>
              </a:r>
              <a:r>
                <a:rPr lang="en-US" sz="3200" b="1" dirty="0"/>
                <a:t>Hard Disk</a:t>
              </a:r>
              <a:endParaRPr lang="en-US" sz="3200" dirty="0">
                <a:solidFill>
                  <a:prstClr val="white">
                    <a:lumMod val="65000"/>
                  </a:prstClr>
                </a:solidFill>
                <a:latin typeface="Open Sans" pitchFamily="34" charset="0"/>
                <a:ea typeface="Open Sans" pitchFamily="34" charset="0"/>
                <a:cs typeface="Open Sans" pitchFamily="34" charset="0"/>
              </a:endParaRPr>
            </a:p>
          </p:txBody>
        </p:sp>
        <p:grpSp>
          <p:nvGrpSpPr>
            <p:cNvPr id="44" name="Group 82"/>
            <p:cNvGrpSpPr/>
            <p:nvPr/>
          </p:nvGrpSpPr>
          <p:grpSpPr>
            <a:xfrm>
              <a:off x="5143504" y="1428742"/>
              <a:ext cx="636196" cy="636164"/>
              <a:chOff x="5143504" y="1428742"/>
              <a:chExt cx="636196" cy="636164"/>
            </a:xfrm>
          </p:grpSpPr>
          <p:sp>
            <p:nvSpPr>
              <p:cNvPr id="17" name="Rectangle 16"/>
              <p:cNvSpPr/>
              <p:nvPr/>
            </p:nvSpPr>
            <p:spPr>
              <a:xfrm>
                <a:off x="5143504" y="1428742"/>
                <a:ext cx="636196" cy="63616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45" name="Group 68"/>
              <p:cNvGrpSpPr/>
              <p:nvPr/>
            </p:nvGrpSpPr>
            <p:grpSpPr>
              <a:xfrm>
                <a:off x="5301319" y="1581456"/>
                <a:ext cx="337042" cy="337616"/>
                <a:chOff x="6998061" y="3496249"/>
                <a:chExt cx="366051" cy="366676"/>
              </a:xfrm>
              <a:solidFill>
                <a:schemeClr val="bg1"/>
              </a:solidFill>
            </p:grpSpPr>
            <p:sp>
              <p:nvSpPr>
                <p:cNvPr id="70" name="AutoShape 7"/>
                <p:cNvSpPr>
                  <a:spLocks/>
                </p:cNvSpPr>
                <p:nvPr/>
              </p:nvSpPr>
              <p:spPr bwMode="auto">
                <a:xfrm>
                  <a:off x="6998061" y="3496249"/>
                  <a:ext cx="366051" cy="366676"/>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71" name="AutoShape 8"/>
                <p:cNvSpPr>
                  <a:spLocks/>
                </p:cNvSpPr>
                <p:nvPr/>
              </p:nvSpPr>
              <p:spPr bwMode="auto">
                <a:xfrm>
                  <a:off x="7158247" y="3656437"/>
                  <a:ext cx="45678" cy="45678"/>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72" name="AutoShape 9"/>
                <p:cNvSpPr>
                  <a:spLocks/>
                </p:cNvSpPr>
                <p:nvPr/>
              </p:nvSpPr>
              <p:spPr bwMode="auto">
                <a:xfrm>
                  <a:off x="7111943" y="3610758"/>
                  <a:ext cx="137660" cy="137660"/>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73" name="AutoShape 10"/>
                <p:cNvSpPr>
                  <a:spLocks/>
                </p:cNvSpPr>
                <p:nvPr/>
              </p:nvSpPr>
              <p:spPr bwMode="auto">
                <a:xfrm>
                  <a:off x="7203927" y="3702114"/>
                  <a:ext cx="56941" cy="58818"/>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74" name="AutoShape 11"/>
                <p:cNvSpPr>
                  <a:spLocks/>
                </p:cNvSpPr>
                <p:nvPr/>
              </p:nvSpPr>
              <p:spPr bwMode="auto">
                <a:xfrm>
                  <a:off x="7226451" y="3725267"/>
                  <a:ext cx="81970" cy="83847"/>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75" name="AutoShape 12"/>
                <p:cNvSpPr>
                  <a:spLocks/>
                </p:cNvSpPr>
                <p:nvPr/>
              </p:nvSpPr>
              <p:spPr bwMode="auto">
                <a:xfrm>
                  <a:off x="7215188" y="3714003"/>
                  <a:ext cx="69456" cy="70707"/>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76" name="AutoShape 13"/>
                <p:cNvSpPr>
                  <a:spLocks/>
                </p:cNvSpPr>
                <p:nvPr/>
              </p:nvSpPr>
              <p:spPr bwMode="auto">
                <a:xfrm>
                  <a:off x="7100682" y="3599495"/>
                  <a:ext cx="57567" cy="58192"/>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77" name="AutoShape 14"/>
                <p:cNvSpPr>
                  <a:spLocks/>
                </p:cNvSpPr>
                <p:nvPr/>
              </p:nvSpPr>
              <p:spPr bwMode="auto">
                <a:xfrm>
                  <a:off x="7055002" y="3553816"/>
                  <a:ext cx="81970" cy="83222"/>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78" name="AutoShape 15"/>
                <p:cNvSpPr>
                  <a:spLocks/>
                </p:cNvSpPr>
                <p:nvPr/>
              </p:nvSpPr>
              <p:spPr bwMode="auto">
                <a:xfrm>
                  <a:off x="7078154" y="3576343"/>
                  <a:ext cx="69456" cy="71333"/>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grpSp>
      <p:sp>
        <p:nvSpPr>
          <p:cNvPr id="2" name="Footer Placeholder 1"/>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10357182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000"/>
                            </p:stCondLst>
                            <p:childTnLst>
                              <p:par>
                                <p:cTn id="13" presetID="12" presetClass="entr" presetSubtype="8" fill="hold" nodeType="afterEffect">
                                  <p:stCondLst>
                                    <p:cond delay="0"/>
                                  </p:stCondLst>
                                  <p:childTnLst>
                                    <p:set>
                                      <p:cBhvr>
                                        <p:cTn id="14" dur="1" fill="hold">
                                          <p:stCondLst>
                                            <p:cond delay="0"/>
                                          </p:stCondLst>
                                        </p:cTn>
                                        <p:tgtEl>
                                          <p:spTgt spid="42"/>
                                        </p:tgtEl>
                                        <p:attrNameLst>
                                          <p:attrName>style.visibility</p:attrName>
                                        </p:attrNameLst>
                                      </p:cBhvr>
                                      <p:to>
                                        <p:strVal val="visible"/>
                                      </p:to>
                                    </p:set>
                                    <p:animEffect transition="in" filter="slide(fromLeft)">
                                      <p:cBhvr>
                                        <p:cTn id="15" dur="500"/>
                                        <p:tgtEl>
                                          <p:spTgt spid="42"/>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slide(fromLeft)">
                                      <p:cBhvr>
                                        <p:cTn id="19" dur="500"/>
                                        <p:tgtEl>
                                          <p:spTgt spid="7"/>
                                        </p:tgtEl>
                                      </p:cBhvr>
                                    </p:animEffect>
                                  </p:childTnLst>
                                </p:cTn>
                              </p:par>
                            </p:childTnLst>
                          </p:cTn>
                        </p:par>
                        <p:par>
                          <p:cTn id="20" fill="hold">
                            <p:stCondLst>
                              <p:cond delay="2000"/>
                            </p:stCondLst>
                            <p:childTnLst>
                              <p:par>
                                <p:cTn id="21" presetID="12" presetClass="entr" presetSubtype="2"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slide(fromRight)">
                                      <p:cBhvr>
                                        <p:cTn id="23" dur="500"/>
                                        <p:tgtEl>
                                          <p:spTgt spid="11"/>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slide(fromLeft)">
                                      <p:cBhvr>
                                        <p:cTn id="27" dur="500"/>
                                        <p:tgtEl>
                                          <p:spTgt spid="10"/>
                                        </p:tgtEl>
                                      </p:cBhvr>
                                    </p:animEffect>
                                  </p:childTnLst>
                                </p:cTn>
                              </p:par>
                            </p:childTnLst>
                          </p:cTn>
                        </p:par>
                        <p:par>
                          <p:cTn id="28" fill="hold">
                            <p:stCondLst>
                              <p:cond delay="3000"/>
                            </p:stCondLst>
                            <p:childTnLst>
                              <p:par>
                                <p:cTn id="29" presetID="12" presetClass="entr" presetSubtype="8" fill="hold" nodeType="after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slide(fromLeft)">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Straight Connector 8"/>
          <p:cNvCxnSpPr/>
          <p:nvPr/>
        </p:nvCxnSpPr>
        <p:spPr>
          <a:xfrm>
            <a:off x="6076907" y="0"/>
            <a:ext cx="18039" cy="6287581"/>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6038850" y="3699915"/>
            <a:ext cx="803180" cy="114300"/>
            <a:chOff x="4529137" y="2774961"/>
            <a:chExt cx="602385" cy="85726"/>
          </a:xfrm>
        </p:grpSpPr>
        <p:cxnSp>
          <p:nvCxnSpPr>
            <p:cNvPr id="49" name="Straight Connector 48"/>
            <p:cNvCxnSpPr>
              <a:stCxn id="52" idx="6"/>
              <a:endCxn id="24" idx="1"/>
            </p:cNvCxnSpPr>
            <p:nvPr/>
          </p:nvCxnSpPr>
          <p:spPr>
            <a:xfrm flipV="1">
              <a:off x="4614863" y="2810816"/>
              <a:ext cx="516659" cy="700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8" name="Group 99"/>
          <p:cNvGrpSpPr/>
          <p:nvPr/>
        </p:nvGrpSpPr>
        <p:grpSpPr>
          <a:xfrm>
            <a:off x="5325000" y="2277547"/>
            <a:ext cx="828138" cy="114301"/>
            <a:chOff x="3993758" y="1708160"/>
            <a:chExt cx="621105" cy="85726"/>
          </a:xfrm>
        </p:grpSpPr>
        <p:cxnSp>
          <p:nvCxnSpPr>
            <p:cNvPr id="46" name="Straight Connector 45"/>
            <p:cNvCxnSpPr>
              <a:stCxn id="14" idx="3"/>
              <a:endCxn id="53" idx="7"/>
            </p:cNvCxnSpPr>
            <p:nvPr/>
          </p:nvCxnSpPr>
          <p:spPr>
            <a:xfrm>
              <a:off x="3993758" y="1718248"/>
              <a:ext cx="608551" cy="2467"/>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0" name="Group 101"/>
          <p:cNvGrpSpPr/>
          <p:nvPr/>
        </p:nvGrpSpPr>
        <p:grpSpPr>
          <a:xfrm>
            <a:off x="5324997" y="5223947"/>
            <a:ext cx="828150" cy="114301"/>
            <a:chOff x="3993750" y="3917960"/>
            <a:chExt cx="621113" cy="85726"/>
          </a:xfrm>
        </p:grpSpPr>
        <p:cxnSp>
          <p:nvCxnSpPr>
            <p:cNvPr id="51" name="Straight Connector 50"/>
            <p:cNvCxnSpPr>
              <a:stCxn id="27" idx="3"/>
              <a:endCxn id="54" idx="6"/>
            </p:cNvCxnSpPr>
            <p:nvPr/>
          </p:nvCxnSpPr>
          <p:spPr>
            <a:xfrm flipV="1">
              <a:off x="3993750" y="3960823"/>
              <a:ext cx="621113" cy="58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5" name="Group 93"/>
          <p:cNvGrpSpPr/>
          <p:nvPr/>
        </p:nvGrpSpPr>
        <p:grpSpPr>
          <a:xfrm>
            <a:off x="1625188" y="1784917"/>
            <a:ext cx="3699813" cy="1077219"/>
            <a:chOff x="1218890" y="1338686"/>
            <a:chExt cx="2774860" cy="807914"/>
          </a:xfrm>
        </p:grpSpPr>
        <p:sp>
          <p:nvSpPr>
            <p:cNvPr id="31" name="Rectangle 30"/>
            <p:cNvSpPr/>
            <p:nvPr/>
          </p:nvSpPr>
          <p:spPr>
            <a:xfrm>
              <a:off x="1218890" y="1338686"/>
              <a:ext cx="2392511" cy="807914"/>
            </a:xfrm>
            <a:prstGeom prst="rect">
              <a:avLst/>
            </a:prstGeom>
          </p:spPr>
          <p:txBody>
            <a:bodyPr wrap="square">
              <a:spAutoFit/>
            </a:bodyPr>
            <a:lstStyle/>
            <a:p>
              <a:pPr lvl="0" algn="ctr" rtl="1"/>
              <a:r>
                <a:rPr lang="ar-SA" sz="3200" b="1" dirty="0"/>
                <a:t>نواقل </a:t>
              </a:r>
              <a:r>
                <a:rPr lang="ar-SA" sz="3200" b="1" dirty="0" smtClean="0"/>
                <a:t>البيانات</a:t>
              </a:r>
              <a:endParaRPr lang="en-US" sz="3200" b="1" dirty="0" smtClean="0"/>
            </a:p>
            <a:p>
              <a:pPr lvl="0" algn="ctr" rtl="1"/>
              <a:r>
                <a:rPr lang="ar-SA" sz="3200" b="1" dirty="0" smtClean="0"/>
                <a:t> </a:t>
              </a:r>
              <a:r>
                <a:rPr lang="en-US" sz="3200" b="1" dirty="0"/>
                <a:t>Data Bus</a:t>
              </a:r>
              <a:endParaRPr lang="en-US" sz="3200" dirty="0"/>
            </a:p>
          </p:txBody>
        </p:sp>
        <p:grpSp>
          <p:nvGrpSpPr>
            <p:cNvPr id="18" name="Group 83"/>
            <p:cNvGrpSpPr/>
            <p:nvPr/>
          </p:nvGrpSpPr>
          <p:grpSpPr>
            <a:xfrm>
              <a:off x="3357554" y="1400166"/>
              <a:ext cx="636196" cy="636164"/>
              <a:chOff x="3357554" y="1400166"/>
              <a:chExt cx="636196" cy="636164"/>
            </a:xfrm>
          </p:grpSpPr>
          <p:sp>
            <p:nvSpPr>
              <p:cNvPr id="14" name="Rectangle 13"/>
              <p:cNvSpPr/>
              <p:nvPr/>
            </p:nvSpPr>
            <p:spPr>
              <a:xfrm>
                <a:off x="3357554" y="1400166"/>
                <a:ext cx="636196" cy="63616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9" name="Freeform 100"/>
              <p:cNvSpPr>
                <a:spLocks/>
              </p:cNvSpPr>
              <p:nvPr/>
            </p:nvSpPr>
            <p:spPr bwMode="auto">
              <a:xfrm>
                <a:off x="3500430" y="1571618"/>
                <a:ext cx="303570" cy="34205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grpSp>
        <p:nvGrpSpPr>
          <p:cNvPr id="22" name="Group 97"/>
          <p:cNvGrpSpPr/>
          <p:nvPr/>
        </p:nvGrpSpPr>
        <p:grpSpPr>
          <a:xfrm>
            <a:off x="567577" y="4746724"/>
            <a:ext cx="4757423" cy="1077218"/>
            <a:chOff x="425683" y="3560040"/>
            <a:chExt cx="3568067" cy="807913"/>
          </a:xfrm>
        </p:grpSpPr>
        <p:sp>
          <p:nvSpPr>
            <p:cNvPr id="35" name="Rectangle 34"/>
            <p:cNvSpPr/>
            <p:nvPr/>
          </p:nvSpPr>
          <p:spPr>
            <a:xfrm>
              <a:off x="425683" y="3560040"/>
              <a:ext cx="3117695" cy="807913"/>
            </a:xfrm>
            <a:prstGeom prst="rect">
              <a:avLst/>
            </a:prstGeom>
          </p:spPr>
          <p:txBody>
            <a:bodyPr wrap="square">
              <a:spAutoFit/>
            </a:bodyPr>
            <a:lstStyle/>
            <a:p>
              <a:pPr lvl="0" algn="ctr" rtl="1"/>
              <a:r>
                <a:rPr lang="en-US" sz="3200" dirty="0"/>
                <a:t> </a:t>
              </a:r>
              <a:r>
                <a:rPr lang="ar-SA" sz="3200" b="1" dirty="0"/>
                <a:t>كروت الأجهزة </a:t>
              </a:r>
              <a:r>
                <a:rPr lang="ar-SA" sz="3200" b="1" dirty="0" smtClean="0"/>
                <a:t>المادية</a:t>
              </a:r>
              <a:endParaRPr lang="en-US" sz="3200" b="1" dirty="0" smtClean="0"/>
            </a:p>
            <a:p>
              <a:pPr lvl="0" algn="ctr" rtl="1"/>
              <a:r>
                <a:rPr lang="ar-SA" sz="3200" b="1" dirty="0" smtClean="0"/>
                <a:t> </a:t>
              </a:r>
              <a:r>
                <a:rPr lang="en-US" sz="3200" b="1" dirty="0"/>
                <a:t>Hard Ware Cards  </a:t>
              </a:r>
              <a:endParaRPr lang="en-US" sz="3200" dirty="0"/>
            </a:p>
          </p:txBody>
        </p:sp>
        <p:grpSp>
          <p:nvGrpSpPr>
            <p:cNvPr id="26" name="Group 86"/>
            <p:cNvGrpSpPr/>
            <p:nvPr/>
          </p:nvGrpSpPr>
          <p:grpSpPr>
            <a:xfrm>
              <a:off x="3357554" y="3643320"/>
              <a:ext cx="636196" cy="636164"/>
              <a:chOff x="3357554" y="3643320"/>
              <a:chExt cx="636196" cy="636164"/>
            </a:xfrm>
          </p:grpSpPr>
          <p:sp>
            <p:nvSpPr>
              <p:cNvPr id="27" name="Rectangle 26"/>
              <p:cNvSpPr/>
              <p:nvPr/>
            </p:nvSpPr>
            <p:spPr>
              <a:xfrm>
                <a:off x="3357554" y="3643320"/>
                <a:ext cx="636196" cy="63616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9" name="Group 67"/>
              <p:cNvGrpSpPr/>
              <p:nvPr/>
            </p:nvGrpSpPr>
            <p:grpSpPr>
              <a:xfrm>
                <a:off x="3428992" y="3857634"/>
                <a:ext cx="503238" cy="177800"/>
                <a:chOff x="1441430" y="4357700"/>
                <a:chExt cx="503238" cy="177800"/>
              </a:xfrm>
              <a:solidFill>
                <a:schemeClr val="bg1"/>
              </a:solidFill>
            </p:grpSpPr>
            <p:sp>
              <p:nvSpPr>
                <p:cNvPr id="64" name="Freeform 19"/>
                <p:cNvSpPr>
                  <a:spLocks/>
                </p:cNvSpPr>
                <p:nvPr/>
              </p:nvSpPr>
              <p:spPr bwMode="auto">
                <a:xfrm>
                  <a:off x="1441430" y="4357700"/>
                  <a:ext cx="231775" cy="177800"/>
                </a:xfrm>
                <a:custGeom>
                  <a:avLst/>
                  <a:gdLst/>
                  <a:ahLst/>
                  <a:cxnLst>
                    <a:cxn ang="0">
                      <a:pos x="192" y="0"/>
                    </a:cxn>
                    <a:cxn ang="0">
                      <a:pos x="203" y="0"/>
                    </a:cxn>
                    <a:cxn ang="0">
                      <a:pos x="225" y="5"/>
                    </a:cxn>
                    <a:cxn ang="0">
                      <a:pos x="245" y="13"/>
                    </a:cxn>
                    <a:cxn ang="0">
                      <a:pos x="262" y="26"/>
                    </a:cxn>
                    <a:cxn ang="0">
                      <a:pos x="271" y="32"/>
                    </a:cxn>
                    <a:cxn ang="0">
                      <a:pos x="282" y="47"/>
                    </a:cxn>
                    <a:cxn ang="0">
                      <a:pos x="292" y="63"/>
                    </a:cxn>
                    <a:cxn ang="0">
                      <a:pos x="232" y="63"/>
                    </a:cxn>
                    <a:cxn ang="0">
                      <a:pos x="213" y="53"/>
                    </a:cxn>
                    <a:cxn ang="0">
                      <a:pos x="192" y="49"/>
                    </a:cxn>
                    <a:cxn ang="0">
                      <a:pos x="112" y="49"/>
                    </a:cxn>
                    <a:cxn ang="0">
                      <a:pos x="88" y="54"/>
                    </a:cxn>
                    <a:cxn ang="0">
                      <a:pos x="68" y="68"/>
                    </a:cxn>
                    <a:cxn ang="0">
                      <a:pos x="61" y="77"/>
                    </a:cxn>
                    <a:cxn ang="0">
                      <a:pos x="51" y="99"/>
                    </a:cxn>
                    <a:cxn ang="0">
                      <a:pos x="50" y="111"/>
                    </a:cxn>
                    <a:cxn ang="0">
                      <a:pos x="51" y="124"/>
                    </a:cxn>
                    <a:cxn ang="0">
                      <a:pos x="61" y="146"/>
                    </a:cxn>
                    <a:cxn ang="0">
                      <a:pos x="68" y="154"/>
                    </a:cxn>
                    <a:cxn ang="0">
                      <a:pos x="88" y="168"/>
                    </a:cxn>
                    <a:cxn ang="0">
                      <a:pos x="112" y="173"/>
                    </a:cxn>
                    <a:cxn ang="0">
                      <a:pos x="192" y="173"/>
                    </a:cxn>
                    <a:cxn ang="0">
                      <a:pos x="213" y="169"/>
                    </a:cxn>
                    <a:cxn ang="0">
                      <a:pos x="232" y="158"/>
                    </a:cxn>
                    <a:cxn ang="0">
                      <a:pos x="292" y="158"/>
                    </a:cxn>
                    <a:cxn ang="0">
                      <a:pos x="282" y="175"/>
                    </a:cxn>
                    <a:cxn ang="0">
                      <a:pos x="271" y="189"/>
                    </a:cxn>
                    <a:cxn ang="0">
                      <a:pos x="262" y="196"/>
                    </a:cxn>
                    <a:cxn ang="0">
                      <a:pos x="245" y="209"/>
                    </a:cxn>
                    <a:cxn ang="0">
                      <a:pos x="225" y="217"/>
                    </a:cxn>
                    <a:cxn ang="0">
                      <a:pos x="203" y="221"/>
                    </a:cxn>
                    <a:cxn ang="0">
                      <a:pos x="112" y="222"/>
                    </a:cxn>
                    <a:cxn ang="0">
                      <a:pos x="100" y="221"/>
                    </a:cxn>
                    <a:cxn ang="0">
                      <a:pos x="78" y="217"/>
                    </a:cxn>
                    <a:cxn ang="0">
                      <a:pos x="58" y="209"/>
                    </a:cxn>
                    <a:cxn ang="0">
                      <a:pos x="41" y="196"/>
                    </a:cxn>
                    <a:cxn ang="0">
                      <a:pos x="34" y="189"/>
                    </a:cxn>
                    <a:cxn ang="0">
                      <a:pos x="20" y="173"/>
                    </a:cxn>
                    <a:cxn ang="0">
                      <a:pos x="9" y="154"/>
                    </a:cxn>
                    <a:cxn ang="0">
                      <a:pos x="3" y="133"/>
                    </a:cxn>
                    <a:cxn ang="0">
                      <a:pos x="0" y="111"/>
                    </a:cxn>
                    <a:cxn ang="0">
                      <a:pos x="0" y="111"/>
                    </a:cxn>
                    <a:cxn ang="0">
                      <a:pos x="3" y="89"/>
                    </a:cxn>
                    <a:cxn ang="0">
                      <a:pos x="9" y="68"/>
                    </a:cxn>
                    <a:cxn ang="0">
                      <a:pos x="20" y="49"/>
                    </a:cxn>
                    <a:cxn ang="0">
                      <a:pos x="34" y="32"/>
                    </a:cxn>
                    <a:cxn ang="0">
                      <a:pos x="41" y="26"/>
                    </a:cxn>
                    <a:cxn ang="0">
                      <a:pos x="58" y="13"/>
                    </a:cxn>
                    <a:cxn ang="0">
                      <a:pos x="78" y="5"/>
                    </a:cxn>
                    <a:cxn ang="0">
                      <a:pos x="100" y="0"/>
                    </a:cxn>
                    <a:cxn ang="0">
                      <a:pos x="112" y="0"/>
                    </a:cxn>
                  </a:cxnLst>
                  <a:rect l="0" t="0" r="r" b="b"/>
                  <a:pathLst>
                    <a:path w="292" h="222">
                      <a:moveTo>
                        <a:pt x="112" y="0"/>
                      </a:moveTo>
                      <a:lnTo>
                        <a:pt x="192" y="0"/>
                      </a:lnTo>
                      <a:lnTo>
                        <a:pt x="192" y="0"/>
                      </a:lnTo>
                      <a:lnTo>
                        <a:pt x="203" y="0"/>
                      </a:lnTo>
                      <a:lnTo>
                        <a:pt x="214" y="2"/>
                      </a:lnTo>
                      <a:lnTo>
                        <a:pt x="225" y="5"/>
                      </a:lnTo>
                      <a:lnTo>
                        <a:pt x="235" y="9"/>
                      </a:lnTo>
                      <a:lnTo>
                        <a:pt x="245" y="13"/>
                      </a:lnTo>
                      <a:lnTo>
                        <a:pt x="254" y="18"/>
                      </a:lnTo>
                      <a:lnTo>
                        <a:pt x="262" y="26"/>
                      </a:lnTo>
                      <a:lnTo>
                        <a:pt x="271" y="32"/>
                      </a:lnTo>
                      <a:lnTo>
                        <a:pt x="271" y="32"/>
                      </a:lnTo>
                      <a:lnTo>
                        <a:pt x="277" y="39"/>
                      </a:lnTo>
                      <a:lnTo>
                        <a:pt x="282" y="47"/>
                      </a:lnTo>
                      <a:lnTo>
                        <a:pt x="288" y="56"/>
                      </a:lnTo>
                      <a:lnTo>
                        <a:pt x="292" y="63"/>
                      </a:lnTo>
                      <a:lnTo>
                        <a:pt x="232" y="63"/>
                      </a:lnTo>
                      <a:lnTo>
                        <a:pt x="232" y="63"/>
                      </a:lnTo>
                      <a:lnTo>
                        <a:pt x="223" y="58"/>
                      </a:lnTo>
                      <a:lnTo>
                        <a:pt x="213" y="53"/>
                      </a:lnTo>
                      <a:lnTo>
                        <a:pt x="203" y="51"/>
                      </a:lnTo>
                      <a:lnTo>
                        <a:pt x="192" y="49"/>
                      </a:lnTo>
                      <a:lnTo>
                        <a:pt x="112" y="49"/>
                      </a:lnTo>
                      <a:lnTo>
                        <a:pt x="112" y="49"/>
                      </a:lnTo>
                      <a:lnTo>
                        <a:pt x="99" y="51"/>
                      </a:lnTo>
                      <a:lnTo>
                        <a:pt x="88" y="54"/>
                      </a:lnTo>
                      <a:lnTo>
                        <a:pt x="77" y="60"/>
                      </a:lnTo>
                      <a:lnTo>
                        <a:pt x="68" y="68"/>
                      </a:lnTo>
                      <a:lnTo>
                        <a:pt x="68" y="68"/>
                      </a:lnTo>
                      <a:lnTo>
                        <a:pt x="61" y="77"/>
                      </a:lnTo>
                      <a:lnTo>
                        <a:pt x="55" y="86"/>
                      </a:lnTo>
                      <a:lnTo>
                        <a:pt x="51" y="99"/>
                      </a:lnTo>
                      <a:lnTo>
                        <a:pt x="50" y="111"/>
                      </a:lnTo>
                      <a:lnTo>
                        <a:pt x="50" y="111"/>
                      </a:lnTo>
                      <a:lnTo>
                        <a:pt x="50" y="111"/>
                      </a:lnTo>
                      <a:lnTo>
                        <a:pt x="51" y="124"/>
                      </a:lnTo>
                      <a:lnTo>
                        <a:pt x="55" y="135"/>
                      </a:lnTo>
                      <a:lnTo>
                        <a:pt x="61" y="146"/>
                      </a:lnTo>
                      <a:lnTo>
                        <a:pt x="68" y="154"/>
                      </a:lnTo>
                      <a:lnTo>
                        <a:pt x="68" y="154"/>
                      </a:lnTo>
                      <a:lnTo>
                        <a:pt x="77" y="162"/>
                      </a:lnTo>
                      <a:lnTo>
                        <a:pt x="88" y="168"/>
                      </a:lnTo>
                      <a:lnTo>
                        <a:pt x="99" y="172"/>
                      </a:lnTo>
                      <a:lnTo>
                        <a:pt x="112" y="173"/>
                      </a:lnTo>
                      <a:lnTo>
                        <a:pt x="192" y="173"/>
                      </a:lnTo>
                      <a:lnTo>
                        <a:pt x="192" y="173"/>
                      </a:lnTo>
                      <a:lnTo>
                        <a:pt x="203" y="172"/>
                      </a:lnTo>
                      <a:lnTo>
                        <a:pt x="213" y="169"/>
                      </a:lnTo>
                      <a:lnTo>
                        <a:pt x="223" y="164"/>
                      </a:lnTo>
                      <a:lnTo>
                        <a:pt x="232" y="158"/>
                      </a:lnTo>
                      <a:lnTo>
                        <a:pt x="292" y="158"/>
                      </a:lnTo>
                      <a:lnTo>
                        <a:pt x="292" y="158"/>
                      </a:lnTo>
                      <a:lnTo>
                        <a:pt x="288" y="167"/>
                      </a:lnTo>
                      <a:lnTo>
                        <a:pt x="282" y="175"/>
                      </a:lnTo>
                      <a:lnTo>
                        <a:pt x="277" y="183"/>
                      </a:lnTo>
                      <a:lnTo>
                        <a:pt x="271" y="189"/>
                      </a:lnTo>
                      <a:lnTo>
                        <a:pt x="271" y="189"/>
                      </a:lnTo>
                      <a:lnTo>
                        <a:pt x="262" y="196"/>
                      </a:lnTo>
                      <a:lnTo>
                        <a:pt x="254" y="203"/>
                      </a:lnTo>
                      <a:lnTo>
                        <a:pt x="245" y="209"/>
                      </a:lnTo>
                      <a:lnTo>
                        <a:pt x="235" y="214"/>
                      </a:lnTo>
                      <a:lnTo>
                        <a:pt x="225" y="217"/>
                      </a:lnTo>
                      <a:lnTo>
                        <a:pt x="214" y="220"/>
                      </a:lnTo>
                      <a:lnTo>
                        <a:pt x="203" y="221"/>
                      </a:lnTo>
                      <a:lnTo>
                        <a:pt x="192" y="222"/>
                      </a:lnTo>
                      <a:lnTo>
                        <a:pt x="112" y="222"/>
                      </a:lnTo>
                      <a:lnTo>
                        <a:pt x="112" y="222"/>
                      </a:lnTo>
                      <a:lnTo>
                        <a:pt x="100" y="221"/>
                      </a:lnTo>
                      <a:lnTo>
                        <a:pt x="89" y="220"/>
                      </a:lnTo>
                      <a:lnTo>
                        <a:pt x="78" y="217"/>
                      </a:lnTo>
                      <a:lnTo>
                        <a:pt x="68" y="214"/>
                      </a:lnTo>
                      <a:lnTo>
                        <a:pt x="58" y="209"/>
                      </a:lnTo>
                      <a:lnTo>
                        <a:pt x="50" y="203"/>
                      </a:lnTo>
                      <a:lnTo>
                        <a:pt x="41" y="196"/>
                      </a:lnTo>
                      <a:lnTo>
                        <a:pt x="34" y="189"/>
                      </a:lnTo>
                      <a:lnTo>
                        <a:pt x="34" y="189"/>
                      </a:lnTo>
                      <a:lnTo>
                        <a:pt x="26" y="182"/>
                      </a:lnTo>
                      <a:lnTo>
                        <a:pt x="20" y="173"/>
                      </a:lnTo>
                      <a:lnTo>
                        <a:pt x="14" y="164"/>
                      </a:lnTo>
                      <a:lnTo>
                        <a:pt x="9" y="154"/>
                      </a:lnTo>
                      <a:lnTo>
                        <a:pt x="5" y="143"/>
                      </a:lnTo>
                      <a:lnTo>
                        <a:pt x="3" y="133"/>
                      </a:lnTo>
                      <a:lnTo>
                        <a:pt x="2" y="122"/>
                      </a:lnTo>
                      <a:lnTo>
                        <a:pt x="0" y="111"/>
                      </a:lnTo>
                      <a:lnTo>
                        <a:pt x="0" y="111"/>
                      </a:lnTo>
                      <a:lnTo>
                        <a:pt x="0" y="111"/>
                      </a:lnTo>
                      <a:lnTo>
                        <a:pt x="2" y="100"/>
                      </a:lnTo>
                      <a:lnTo>
                        <a:pt x="3" y="89"/>
                      </a:lnTo>
                      <a:lnTo>
                        <a:pt x="5" y="78"/>
                      </a:lnTo>
                      <a:lnTo>
                        <a:pt x="9" y="68"/>
                      </a:lnTo>
                      <a:lnTo>
                        <a:pt x="14" y="58"/>
                      </a:lnTo>
                      <a:lnTo>
                        <a:pt x="20" y="49"/>
                      </a:lnTo>
                      <a:lnTo>
                        <a:pt x="26" y="41"/>
                      </a:lnTo>
                      <a:lnTo>
                        <a:pt x="34" y="32"/>
                      </a:lnTo>
                      <a:lnTo>
                        <a:pt x="34" y="32"/>
                      </a:lnTo>
                      <a:lnTo>
                        <a:pt x="41" y="26"/>
                      </a:lnTo>
                      <a:lnTo>
                        <a:pt x="50" y="18"/>
                      </a:lnTo>
                      <a:lnTo>
                        <a:pt x="58" y="13"/>
                      </a:lnTo>
                      <a:lnTo>
                        <a:pt x="68" y="9"/>
                      </a:lnTo>
                      <a:lnTo>
                        <a:pt x="78" y="5"/>
                      </a:lnTo>
                      <a:lnTo>
                        <a:pt x="89" y="2"/>
                      </a:lnTo>
                      <a:lnTo>
                        <a:pt x="100" y="0"/>
                      </a:lnTo>
                      <a:lnTo>
                        <a:pt x="112" y="0"/>
                      </a:lnTo>
                      <a:lnTo>
                        <a:pt x="11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65" name="Freeform 20"/>
                <p:cNvSpPr>
                  <a:spLocks/>
                </p:cNvSpPr>
                <p:nvPr/>
              </p:nvSpPr>
              <p:spPr bwMode="auto">
                <a:xfrm>
                  <a:off x="1714480" y="4357700"/>
                  <a:ext cx="230188" cy="177800"/>
                </a:xfrm>
                <a:custGeom>
                  <a:avLst/>
                  <a:gdLst/>
                  <a:ahLst/>
                  <a:cxnLst>
                    <a:cxn ang="0">
                      <a:pos x="181" y="0"/>
                    </a:cxn>
                    <a:cxn ang="0">
                      <a:pos x="192" y="0"/>
                    </a:cxn>
                    <a:cxn ang="0">
                      <a:pos x="213" y="5"/>
                    </a:cxn>
                    <a:cxn ang="0">
                      <a:pos x="234" y="13"/>
                    </a:cxn>
                    <a:cxn ang="0">
                      <a:pos x="251" y="26"/>
                    </a:cxn>
                    <a:cxn ang="0">
                      <a:pos x="258" y="32"/>
                    </a:cxn>
                    <a:cxn ang="0">
                      <a:pos x="272" y="49"/>
                    </a:cxn>
                    <a:cxn ang="0">
                      <a:pos x="283" y="68"/>
                    </a:cxn>
                    <a:cxn ang="0">
                      <a:pos x="289" y="89"/>
                    </a:cxn>
                    <a:cxn ang="0">
                      <a:pos x="292" y="111"/>
                    </a:cxn>
                    <a:cxn ang="0">
                      <a:pos x="292" y="111"/>
                    </a:cxn>
                    <a:cxn ang="0">
                      <a:pos x="289" y="133"/>
                    </a:cxn>
                    <a:cxn ang="0">
                      <a:pos x="283" y="154"/>
                    </a:cxn>
                    <a:cxn ang="0">
                      <a:pos x="272" y="173"/>
                    </a:cxn>
                    <a:cxn ang="0">
                      <a:pos x="258" y="189"/>
                    </a:cxn>
                    <a:cxn ang="0">
                      <a:pos x="251" y="196"/>
                    </a:cxn>
                    <a:cxn ang="0">
                      <a:pos x="234" y="209"/>
                    </a:cxn>
                    <a:cxn ang="0">
                      <a:pos x="213" y="217"/>
                    </a:cxn>
                    <a:cxn ang="0">
                      <a:pos x="192" y="221"/>
                    </a:cxn>
                    <a:cxn ang="0">
                      <a:pos x="100" y="222"/>
                    </a:cxn>
                    <a:cxn ang="0">
                      <a:pos x="89" y="221"/>
                    </a:cxn>
                    <a:cxn ang="0">
                      <a:pos x="67" y="217"/>
                    </a:cxn>
                    <a:cxn ang="0">
                      <a:pos x="47" y="209"/>
                    </a:cxn>
                    <a:cxn ang="0">
                      <a:pos x="30" y="196"/>
                    </a:cxn>
                    <a:cxn ang="0">
                      <a:pos x="21" y="189"/>
                    </a:cxn>
                    <a:cxn ang="0">
                      <a:pos x="9" y="175"/>
                    </a:cxn>
                    <a:cxn ang="0">
                      <a:pos x="0" y="158"/>
                    </a:cxn>
                    <a:cxn ang="0">
                      <a:pos x="61" y="158"/>
                    </a:cxn>
                    <a:cxn ang="0">
                      <a:pos x="79" y="169"/>
                    </a:cxn>
                    <a:cxn ang="0">
                      <a:pos x="100" y="173"/>
                    </a:cxn>
                    <a:cxn ang="0">
                      <a:pos x="181" y="173"/>
                    </a:cxn>
                    <a:cxn ang="0">
                      <a:pos x="204" y="168"/>
                    </a:cxn>
                    <a:cxn ang="0">
                      <a:pos x="224" y="154"/>
                    </a:cxn>
                    <a:cxn ang="0">
                      <a:pos x="231" y="146"/>
                    </a:cxn>
                    <a:cxn ang="0">
                      <a:pos x="241" y="124"/>
                    </a:cxn>
                    <a:cxn ang="0">
                      <a:pos x="242" y="111"/>
                    </a:cxn>
                    <a:cxn ang="0">
                      <a:pos x="241" y="99"/>
                    </a:cxn>
                    <a:cxn ang="0">
                      <a:pos x="231" y="77"/>
                    </a:cxn>
                    <a:cxn ang="0">
                      <a:pos x="224" y="68"/>
                    </a:cxn>
                    <a:cxn ang="0">
                      <a:pos x="204" y="54"/>
                    </a:cxn>
                    <a:cxn ang="0">
                      <a:pos x="181" y="49"/>
                    </a:cxn>
                    <a:cxn ang="0">
                      <a:pos x="100" y="49"/>
                    </a:cxn>
                    <a:cxn ang="0">
                      <a:pos x="79" y="53"/>
                    </a:cxn>
                    <a:cxn ang="0">
                      <a:pos x="61" y="63"/>
                    </a:cxn>
                    <a:cxn ang="0">
                      <a:pos x="0" y="63"/>
                    </a:cxn>
                    <a:cxn ang="0">
                      <a:pos x="9" y="47"/>
                    </a:cxn>
                    <a:cxn ang="0">
                      <a:pos x="21" y="32"/>
                    </a:cxn>
                    <a:cxn ang="0">
                      <a:pos x="30" y="26"/>
                    </a:cxn>
                    <a:cxn ang="0">
                      <a:pos x="47" y="13"/>
                    </a:cxn>
                    <a:cxn ang="0">
                      <a:pos x="67" y="5"/>
                    </a:cxn>
                    <a:cxn ang="0">
                      <a:pos x="89" y="0"/>
                    </a:cxn>
                    <a:cxn ang="0">
                      <a:pos x="100" y="0"/>
                    </a:cxn>
                  </a:cxnLst>
                  <a:rect l="0" t="0" r="r" b="b"/>
                  <a:pathLst>
                    <a:path w="292" h="222">
                      <a:moveTo>
                        <a:pt x="100" y="0"/>
                      </a:moveTo>
                      <a:lnTo>
                        <a:pt x="181" y="0"/>
                      </a:lnTo>
                      <a:lnTo>
                        <a:pt x="181" y="0"/>
                      </a:lnTo>
                      <a:lnTo>
                        <a:pt x="192" y="0"/>
                      </a:lnTo>
                      <a:lnTo>
                        <a:pt x="203" y="2"/>
                      </a:lnTo>
                      <a:lnTo>
                        <a:pt x="213" y="5"/>
                      </a:lnTo>
                      <a:lnTo>
                        <a:pt x="224" y="9"/>
                      </a:lnTo>
                      <a:lnTo>
                        <a:pt x="234" y="13"/>
                      </a:lnTo>
                      <a:lnTo>
                        <a:pt x="242" y="18"/>
                      </a:lnTo>
                      <a:lnTo>
                        <a:pt x="251" y="26"/>
                      </a:lnTo>
                      <a:lnTo>
                        <a:pt x="258" y="32"/>
                      </a:lnTo>
                      <a:lnTo>
                        <a:pt x="258" y="32"/>
                      </a:lnTo>
                      <a:lnTo>
                        <a:pt x="266" y="41"/>
                      </a:lnTo>
                      <a:lnTo>
                        <a:pt x="272" y="49"/>
                      </a:lnTo>
                      <a:lnTo>
                        <a:pt x="278" y="58"/>
                      </a:lnTo>
                      <a:lnTo>
                        <a:pt x="283" y="68"/>
                      </a:lnTo>
                      <a:lnTo>
                        <a:pt x="287" y="78"/>
                      </a:lnTo>
                      <a:lnTo>
                        <a:pt x="289" y="89"/>
                      </a:lnTo>
                      <a:lnTo>
                        <a:pt x="291" y="100"/>
                      </a:lnTo>
                      <a:lnTo>
                        <a:pt x="292" y="111"/>
                      </a:lnTo>
                      <a:lnTo>
                        <a:pt x="292" y="111"/>
                      </a:lnTo>
                      <a:lnTo>
                        <a:pt x="292" y="111"/>
                      </a:lnTo>
                      <a:lnTo>
                        <a:pt x="291" y="122"/>
                      </a:lnTo>
                      <a:lnTo>
                        <a:pt x="289" y="133"/>
                      </a:lnTo>
                      <a:lnTo>
                        <a:pt x="287" y="143"/>
                      </a:lnTo>
                      <a:lnTo>
                        <a:pt x="283" y="154"/>
                      </a:lnTo>
                      <a:lnTo>
                        <a:pt x="278" y="164"/>
                      </a:lnTo>
                      <a:lnTo>
                        <a:pt x="272" y="173"/>
                      </a:lnTo>
                      <a:lnTo>
                        <a:pt x="266" y="182"/>
                      </a:lnTo>
                      <a:lnTo>
                        <a:pt x="258" y="189"/>
                      </a:lnTo>
                      <a:lnTo>
                        <a:pt x="258" y="189"/>
                      </a:lnTo>
                      <a:lnTo>
                        <a:pt x="251" y="196"/>
                      </a:lnTo>
                      <a:lnTo>
                        <a:pt x="242" y="203"/>
                      </a:lnTo>
                      <a:lnTo>
                        <a:pt x="234" y="209"/>
                      </a:lnTo>
                      <a:lnTo>
                        <a:pt x="224" y="214"/>
                      </a:lnTo>
                      <a:lnTo>
                        <a:pt x="213" y="217"/>
                      </a:lnTo>
                      <a:lnTo>
                        <a:pt x="203" y="220"/>
                      </a:lnTo>
                      <a:lnTo>
                        <a:pt x="192" y="221"/>
                      </a:lnTo>
                      <a:lnTo>
                        <a:pt x="181" y="222"/>
                      </a:lnTo>
                      <a:lnTo>
                        <a:pt x="100" y="222"/>
                      </a:lnTo>
                      <a:lnTo>
                        <a:pt x="100" y="222"/>
                      </a:lnTo>
                      <a:lnTo>
                        <a:pt x="89" y="221"/>
                      </a:lnTo>
                      <a:lnTo>
                        <a:pt x="78" y="220"/>
                      </a:lnTo>
                      <a:lnTo>
                        <a:pt x="67" y="217"/>
                      </a:lnTo>
                      <a:lnTo>
                        <a:pt x="57" y="214"/>
                      </a:lnTo>
                      <a:lnTo>
                        <a:pt x="47" y="209"/>
                      </a:lnTo>
                      <a:lnTo>
                        <a:pt x="38" y="203"/>
                      </a:lnTo>
                      <a:lnTo>
                        <a:pt x="30" y="196"/>
                      </a:lnTo>
                      <a:lnTo>
                        <a:pt x="21" y="189"/>
                      </a:lnTo>
                      <a:lnTo>
                        <a:pt x="21" y="189"/>
                      </a:lnTo>
                      <a:lnTo>
                        <a:pt x="15" y="183"/>
                      </a:lnTo>
                      <a:lnTo>
                        <a:pt x="9" y="175"/>
                      </a:lnTo>
                      <a:lnTo>
                        <a:pt x="4" y="167"/>
                      </a:lnTo>
                      <a:lnTo>
                        <a:pt x="0" y="158"/>
                      </a:lnTo>
                      <a:lnTo>
                        <a:pt x="61" y="158"/>
                      </a:lnTo>
                      <a:lnTo>
                        <a:pt x="61" y="158"/>
                      </a:lnTo>
                      <a:lnTo>
                        <a:pt x="69" y="164"/>
                      </a:lnTo>
                      <a:lnTo>
                        <a:pt x="79" y="169"/>
                      </a:lnTo>
                      <a:lnTo>
                        <a:pt x="89" y="172"/>
                      </a:lnTo>
                      <a:lnTo>
                        <a:pt x="100" y="173"/>
                      </a:lnTo>
                      <a:lnTo>
                        <a:pt x="181" y="173"/>
                      </a:lnTo>
                      <a:lnTo>
                        <a:pt x="181" y="173"/>
                      </a:lnTo>
                      <a:lnTo>
                        <a:pt x="193" y="172"/>
                      </a:lnTo>
                      <a:lnTo>
                        <a:pt x="204" y="168"/>
                      </a:lnTo>
                      <a:lnTo>
                        <a:pt x="215" y="162"/>
                      </a:lnTo>
                      <a:lnTo>
                        <a:pt x="224" y="154"/>
                      </a:lnTo>
                      <a:lnTo>
                        <a:pt x="224" y="154"/>
                      </a:lnTo>
                      <a:lnTo>
                        <a:pt x="231" y="146"/>
                      </a:lnTo>
                      <a:lnTo>
                        <a:pt x="237" y="135"/>
                      </a:lnTo>
                      <a:lnTo>
                        <a:pt x="241" y="124"/>
                      </a:lnTo>
                      <a:lnTo>
                        <a:pt x="242" y="111"/>
                      </a:lnTo>
                      <a:lnTo>
                        <a:pt x="242" y="111"/>
                      </a:lnTo>
                      <a:lnTo>
                        <a:pt x="242" y="111"/>
                      </a:lnTo>
                      <a:lnTo>
                        <a:pt x="241" y="99"/>
                      </a:lnTo>
                      <a:lnTo>
                        <a:pt x="237" y="86"/>
                      </a:lnTo>
                      <a:lnTo>
                        <a:pt x="231" y="77"/>
                      </a:lnTo>
                      <a:lnTo>
                        <a:pt x="224" y="68"/>
                      </a:lnTo>
                      <a:lnTo>
                        <a:pt x="224" y="68"/>
                      </a:lnTo>
                      <a:lnTo>
                        <a:pt x="215" y="60"/>
                      </a:lnTo>
                      <a:lnTo>
                        <a:pt x="204" y="54"/>
                      </a:lnTo>
                      <a:lnTo>
                        <a:pt x="193" y="51"/>
                      </a:lnTo>
                      <a:lnTo>
                        <a:pt x="181" y="49"/>
                      </a:lnTo>
                      <a:lnTo>
                        <a:pt x="100" y="49"/>
                      </a:lnTo>
                      <a:lnTo>
                        <a:pt x="100" y="49"/>
                      </a:lnTo>
                      <a:lnTo>
                        <a:pt x="89" y="51"/>
                      </a:lnTo>
                      <a:lnTo>
                        <a:pt x="79" y="53"/>
                      </a:lnTo>
                      <a:lnTo>
                        <a:pt x="69" y="58"/>
                      </a:lnTo>
                      <a:lnTo>
                        <a:pt x="61" y="63"/>
                      </a:lnTo>
                      <a:lnTo>
                        <a:pt x="0" y="63"/>
                      </a:lnTo>
                      <a:lnTo>
                        <a:pt x="0" y="63"/>
                      </a:lnTo>
                      <a:lnTo>
                        <a:pt x="4" y="56"/>
                      </a:lnTo>
                      <a:lnTo>
                        <a:pt x="9" y="47"/>
                      </a:lnTo>
                      <a:lnTo>
                        <a:pt x="15" y="39"/>
                      </a:lnTo>
                      <a:lnTo>
                        <a:pt x="21" y="32"/>
                      </a:lnTo>
                      <a:lnTo>
                        <a:pt x="21" y="32"/>
                      </a:lnTo>
                      <a:lnTo>
                        <a:pt x="30" y="26"/>
                      </a:lnTo>
                      <a:lnTo>
                        <a:pt x="38" y="18"/>
                      </a:lnTo>
                      <a:lnTo>
                        <a:pt x="47" y="13"/>
                      </a:lnTo>
                      <a:lnTo>
                        <a:pt x="57" y="9"/>
                      </a:lnTo>
                      <a:lnTo>
                        <a:pt x="67" y="5"/>
                      </a:lnTo>
                      <a:lnTo>
                        <a:pt x="78" y="2"/>
                      </a:lnTo>
                      <a:lnTo>
                        <a:pt x="89" y="0"/>
                      </a:lnTo>
                      <a:lnTo>
                        <a:pt x="100" y="0"/>
                      </a:lnTo>
                      <a:lnTo>
                        <a:pt x="10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sp>
              <p:nvSpPr>
                <p:cNvPr id="66" name="Freeform 21"/>
                <p:cNvSpPr>
                  <a:spLocks/>
                </p:cNvSpPr>
                <p:nvPr/>
              </p:nvSpPr>
              <p:spPr bwMode="auto">
                <a:xfrm>
                  <a:off x="1601767" y="4427550"/>
                  <a:ext cx="195263" cy="36513"/>
                </a:xfrm>
                <a:custGeom>
                  <a:avLst/>
                  <a:gdLst/>
                  <a:ahLst/>
                  <a:cxnLst>
                    <a:cxn ang="0">
                      <a:pos x="24" y="0"/>
                    </a:cxn>
                    <a:cxn ang="0">
                      <a:pos x="224" y="0"/>
                    </a:cxn>
                    <a:cxn ang="0">
                      <a:pos x="224" y="0"/>
                    </a:cxn>
                    <a:cxn ang="0">
                      <a:pos x="229" y="1"/>
                    </a:cxn>
                    <a:cxn ang="0">
                      <a:pos x="233" y="2"/>
                    </a:cxn>
                    <a:cxn ang="0">
                      <a:pos x="236" y="5"/>
                    </a:cxn>
                    <a:cxn ang="0">
                      <a:pos x="240" y="7"/>
                    </a:cxn>
                    <a:cxn ang="0">
                      <a:pos x="242" y="11"/>
                    </a:cxn>
                    <a:cxn ang="0">
                      <a:pos x="245" y="14"/>
                    </a:cxn>
                    <a:cxn ang="0">
                      <a:pos x="246" y="18"/>
                    </a:cxn>
                    <a:cxn ang="0">
                      <a:pos x="246" y="23"/>
                    </a:cxn>
                    <a:cxn ang="0">
                      <a:pos x="246" y="23"/>
                    </a:cxn>
                    <a:cxn ang="0">
                      <a:pos x="246" y="23"/>
                    </a:cxn>
                    <a:cxn ang="0">
                      <a:pos x="246" y="28"/>
                    </a:cxn>
                    <a:cxn ang="0">
                      <a:pos x="245" y="32"/>
                    </a:cxn>
                    <a:cxn ang="0">
                      <a:pos x="242" y="36"/>
                    </a:cxn>
                    <a:cxn ang="0">
                      <a:pos x="240" y="39"/>
                    </a:cxn>
                    <a:cxn ang="0">
                      <a:pos x="236" y="42"/>
                    </a:cxn>
                    <a:cxn ang="0">
                      <a:pos x="233" y="44"/>
                    </a:cxn>
                    <a:cxn ang="0">
                      <a:pos x="229" y="45"/>
                    </a:cxn>
                    <a:cxn ang="0">
                      <a:pos x="224" y="45"/>
                    </a:cxn>
                    <a:cxn ang="0">
                      <a:pos x="24" y="45"/>
                    </a:cxn>
                    <a:cxn ang="0">
                      <a:pos x="24" y="45"/>
                    </a:cxn>
                    <a:cxn ang="0">
                      <a:pos x="19" y="45"/>
                    </a:cxn>
                    <a:cxn ang="0">
                      <a:pos x="14" y="44"/>
                    </a:cxn>
                    <a:cxn ang="0">
                      <a:pos x="10" y="42"/>
                    </a:cxn>
                    <a:cxn ang="0">
                      <a:pos x="6" y="39"/>
                    </a:cxn>
                    <a:cxn ang="0">
                      <a:pos x="4" y="36"/>
                    </a:cxn>
                    <a:cxn ang="0">
                      <a:pos x="3" y="32"/>
                    </a:cxn>
                    <a:cxn ang="0">
                      <a:pos x="0" y="28"/>
                    </a:cxn>
                    <a:cxn ang="0">
                      <a:pos x="0" y="23"/>
                    </a:cxn>
                    <a:cxn ang="0">
                      <a:pos x="0" y="23"/>
                    </a:cxn>
                    <a:cxn ang="0">
                      <a:pos x="0" y="23"/>
                    </a:cxn>
                    <a:cxn ang="0">
                      <a:pos x="0" y="18"/>
                    </a:cxn>
                    <a:cxn ang="0">
                      <a:pos x="3" y="14"/>
                    </a:cxn>
                    <a:cxn ang="0">
                      <a:pos x="4" y="11"/>
                    </a:cxn>
                    <a:cxn ang="0">
                      <a:pos x="6" y="7"/>
                    </a:cxn>
                    <a:cxn ang="0">
                      <a:pos x="10" y="5"/>
                    </a:cxn>
                    <a:cxn ang="0">
                      <a:pos x="14" y="2"/>
                    </a:cxn>
                    <a:cxn ang="0">
                      <a:pos x="19" y="1"/>
                    </a:cxn>
                    <a:cxn ang="0">
                      <a:pos x="24" y="0"/>
                    </a:cxn>
                    <a:cxn ang="0">
                      <a:pos x="24" y="0"/>
                    </a:cxn>
                  </a:cxnLst>
                  <a:rect l="0" t="0" r="r" b="b"/>
                  <a:pathLst>
                    <a:path w="246" h="45">
                      <a:moveTo>
                        <a:pt x="24" y="0"/>
                      </a:moveTo>
                      <a:lnTo>
                        <a:pt x="224" y="0"/>
                      </a:lnTo>
                      <a:lnTo>
                        <a:pt x="224" y="0"/>
                      </a:lnTo>
                      <a:lnTo>
                        <a:pt x="229" y="1"/>
                      </a:lnTo>
                      <a:lnTo>
                        <a:pt x="233" y="2"/>
                      </a:lnTo>
                      <a:lnTo>
                        <a:pt x="236" y="5"/>
                      </a:lnTo>
                      <a:lnTo>
                        <a:pt x="240" y="7"/>
                      </a:lnTo>
                      <a:lnTo>
                        <a:pt x="242" y="11"/>
                      </a:lnTo>
                      <a:lnTo>
                        <a:pt x="245" y="14"/>
                      </a:lnTo>
                      <a:lnTo>
                        <a:pt x="246" y="18"/>
                      </a:lnTo>
                      <a:lnTo>
                        <a:pt x="246" y="23"/>
                      </a:lnTo>
                      <a:lnTo>
                        <a:pt x="246" y="23"/>
                      </a:lnTo>
                      <a:lnTo>
                        <a:pt x="246" y="23"/>
                      </a:lnTo>
                      <a:lnTo>
                        <a:pt x="246" y="28"/>
                      </a:lnTo>
                      <a:lnTo>
                        <a:pt x="245" y="32"/>
                      </a:lnTo>
                      <a:lnTo>
                        <a:pt x="242" y="36"/>
                      </a:lnTo>
                      <a:lnTo>
                        <a:pt x="240" y="39"/>
                      </a:lnTo>
                      <a:lnTo>
                        <a:pt x="236" y="42"/>
                      </a:lnTo>
                      <a:lnTo>
                        <a:pt x="233" y="44"/>
                      </a:lnTo>
                      <a:lnTo>
                        <a:pt x="229" y="45"/>
                      </a:lnTo>
                      <a:lnTo>
                        <a:pt x="224" y="45"/>
                      </a:lnTo>
                      <a:lnTo>
                        <a:pt x="24" y="45"/>
                      </a:lnTo>
                      <a:lnTo>
                        <a:pt x="24" y="45"/>
                      </a:lnTo>
                      <a:lnTo>
                        <a:pt x="19" y="45"/>
                      </a:lnTo>
                      <a:lnTo>
                        <a:pt x="14" y="44"/>
                      </a:lnTo>
                      <a:lnTo>
                        <a:pt x="10" y="42"/>
                      </a:lnTo>
                      <a:lnTo>
                        <a:pt x="6" y="39"/>
                      </a:lnTo>
                      <a:lnTo>
                        <a:pt x="4" y="36"/>
                      </a:lnTo>
                      <a:lnTo>
                        <a:pt x="3" y="32"/>
                      </a:lnTo>
                      <a:lnTo>
                        <a:pt x="0" y="28"/>
                      </a:lnTo>
                      <a:lnTo>
                        <a:pt x="0" y="23"/>
                      </a:lnTo>
                      <a:lnTo>
                        <a:pt x="0" y="23"/>
                      </a:lnTo>
                      <a:lnTo>
                        <a:pt x="0" y="23"/>
                      </a:lnTo>
                      <a:lnTo>
                        <a:pt x="0" y="18"/>
                      </a:lnTo>
                      <a:lnTo>
                        <a:pt x="3" y="14"/>
                      </a:lnTo>
                      <a:lnTo>
                        <a:pt x="4" y="11"/>
                      </a:lnTo>
                      <a:lnTo>
                        <a:pt x="6" y="7"/>
                      </a:lnTo>
                      <a:lnTo>
                        <a:pt x="10" y="5"/>
                      </a:lnTo>
                      <a:lnTo>
                        <a:pt x="14" y="2"/>
                      </a:lnTo>
                      <a:lnTo>
                        <a:pt x="19" y="1"/>
                      </a:lnTo>
                      <a:lnTo>
                        <a:pt x="24" y="0"/>
                      </a:lnTo>
                      <a:lnTo>
                        <a:pt x="2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endParaRPr>
                </a:p>
              </p:txBody>
            </p:sp>
          </p:grpSp>
        </p:grpSp>
      </p:grpSp>
      <p:grpSp>
        <p:nvGrpSpPr>
          <p:cNvPr id="47" name="Group 96"/>
          <p:cNvGrpSpPr/>
          <p:nvPr/>
        </p:nvGrpSpPr>
        <p:grpSpPr>
          <a:xfrm>
            <a:off x="6842029" y="3130129"/>
            <a:ext cx="5180877" cy="1077218"/>
            <a:chOff x="5143504" y="2455209"/>
            <a:chExt cx="3885658" cy="807913"/>
          </a:xfrm>
        </p:grpSpPr>
        <p:sp>
          <p:nvSpPr>
            <p:cNvPr id="39" name="Rectangle 38"/>
            <p:cNvSpPr/>
            <p:nvPr/>
          </p:nvSpPr>
          <p:spPr>
            <a:xfrm>
              <a:off x="5969328" y="2455209"/>
              <a:ext cx="3059834" cy="807913"/>
            </a:xfrm>
            <a:prstGeom prst="rect">
              <a:avLst/>
            </a:prstGeom>
          </p:spPr>
          <p:txBody>
            <a:bodyPr wrap="square">
              <a:spAutoFit/>
            </a:bodyPr>
            <a:lstStyle/>
            <a:p>
              <a:pPr lvl="0" rtl="1"/>
              <a:r>
                <a:rPr lang="ar-SA" sz="3200" b="1" dirty="0"/>
                <a:t>وحدة المعالجة </a:t>
              </a:r>
              <a:r>
                <a:rPr lang="ar-SA" sz="3200" b="1" dirty="0" smtClean="0"/>
                <a:t>المركزية</a:t>
              </a:r>
              <a:r>
                <a:rPr lang="ar-SA" sz="3200" b="1" dirty="0"/>
                <a:t>وحدة الطاقة </a:t>
              </a:r>
              <a:r>
                <a:rPr lang="en-US" sz="3200" b="1" dirty="0"/>
                <a:t>Power Supply</a:t>
              </a:r>
              <a:endParaRPr lang="en-US" sz="3200" dirty="0"/>
            </a:p>
          </p:txBody>
        </p:sp>
        <p:grpSp>
          <p:nvGrpSpPr>
            <p:cNvPr id="50" name="Group 81"/>
            <p:cNvGrpSpPr/>
            <p:nvPr/>
          </p:nvGrpSpPr>
          <p:grpSpPr>
            <a:xfrm>
              <a:off x="5143504" y="2600321"/>
              <a:ext cx="636196" cy="636164"/>
              <a:chOff x="5143504" y="2600321"/>
              <a:chExt cx="636196" cy="636164"/>
            </a:xfrm>
          </p:grpSpPr>
          <p:sp>
            <p:nvSpPr>
              <p:cNvPr id="24" name="Rectangle 23"/>
              <p:cNvSpPr/>
              <p:nvPr/>
            </p:nvSpPr>
            <p:spPr>
              <a:xfrm>
                <a:off x="5143504" y="2600321"/>
                <a:ext cx="636196" cy="636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56" name="Group 78"/>
              <p:cNvGrpSpPr/>
              <p:nvPr/>
            </p:nvGrpSpPr>
            <p:grpSpPr>
              <a:xfrm>
                <a:off x="5333133" y="2643188"/>
                <a:ext cx="272454" cy="363686"/>
                <a:chOff x="1868971" y="2767277"/>
                <a:chExt cx="274694" cy="366676"/>
              </a:xfrm>
              <a:solidFill>
                <a:schemeClr val="bg1"/>
              </a:solidFill>
            </p:grpSpPr>
            <p:sp>
              <p:nvSpPr>
                <p:cNvPr id="8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sp>
              <p:nvSpPr>
                <p:cNvPr id="8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endParaRPr>
                </a:p>
              </p:txBody>
            </p:sp>
          </p:grpSp>
        </p:grpSp>
      </p:grpSp>
      <p:sp>
        <p:nvSpPr>
          <p:cNvPr id="2" name="Footer Placeholder 1"/>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1947453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000"/>
                            </p:stCondLst>
                            <p:childTnLst>
                              <p:par>
                                <p:cTn id="13" presetID="12" presetClass="entr" presetSubtype="2" fill="hold"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slide(fromRight)">
                                      <p:cBhvr>
                                        <p:cTn id="15" dur="500"/>
                                        <p:tgtEl>
                                          <p:spTgt spid="15"/>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slide(fromLeft)">
                                      <p:cBhvr>
                                        <p:cTn id="19" dur="500"/>
                                        <p:tgtEl>
                                          <p:spTgt spid="7"/>
                                        </p:tgtEl>
                                      </p:cBhvr>
                                    </p:animEffect>
                                  </p:childTnLst>
                                </p:cTn>
                              </p:par>
                            </p:childTnLst>
                          </p:cTn>
                        </p:par>
                        <p:par>
                          <p:cTn id="20" fill="hold">
                            <p:stCondLst>
                              <p:cond delay="2000"/>
                            </p:stCondLst>
                            <p:childTnLst>
                              <p:par>
                                <p:cTn id="21" presetID="12" presetClass="entr" presetSubtype="8" fill="hold" nodeType="after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slide(fromLeft)">
                                      <p:cBhvr>
                                        <p:cTn id="23" dur="500"/>
                                        <p:tgtEl>
                                          <p:spTgt spid="47"/>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slide(fromLeft)">
                                      <p:cBhvr>
                                        <p:cTn id="27" dur="500"/>
                                        <p:tgtEl>
                                          <p:spTgt spid="10"/>
                                        </p:tgtEl>
                                      </p:cBhvr>
                                    </p:animEffect>
                                  </p:childTnLst>
                                </p:cTn>
                              </p:par>
                            </p:childTnLst>
                          </p:cTn>
                        </p:par>
                        <p:par>
                          <p:cTn id="28" fill="hold">
                            <p:stCondLst>
                              <p:cond delay="3000"/>
                            </p:stCondLst>
                            <p:childTnLst>
                              <p:par>
                                <p:cTn id="29" presetID="12" presetClass="entr" presetSubtype="2" fill="hold" nodeType="after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slide(fromRight)">
                                      <p:cBhvr>
                                        <p:cTn id="3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0" y="0"/>
            <a:ext cx="4963886"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18" name="Rectangle 17"/>
          <p:cNvSpPr/>
          <p:nvPr/>
        </p:nvSpPr>
        <p:spPr>
          <a:xfrm>
            <a:off x="3899647" y="2124635"/>
            <a:ext cx="8292353" cy="3550024"/>
          </a:xfrm>
          <a:prstGeom prst="rect">
            <a:avLst/>
          </a:prstGeom>
          <a:solidFill>
            <a:srgbClr val="F58F20">
              <a:alpha val="6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19" name="Rectangle 18"/>
          <p:cNvSpPr/>
          <p:nvPr/>
        </p:nvSpPr>
        <p:spPr>
          <a:xfrm>
            <a:off x="5122374" y="3267265"/>
            <a:ext cx="6752649" cy="1569660"/>
          </a:xfrm>
          <a:prstGeom prst="rect">
            <a:avLst/>
          </a:prstGeom>
        </p:spPr>
        <p:txBody>
          <a:bodyPr wrap="square">
            <a:spAutoFit/>
          </a:bodyPr>
          <a:lstStyle/>
          <a:p>
            <a:pPr algn="ctr" rtl="1" fontAlgn="auto">
              <a:spcBef>
                <a:spcPts val="0"/>
              </a:spcBef>
              <a:spcAft>
                <a:spcPts val="1500"/>
              </a:spcAft>
            </a:pPr>
            <a:r>
              <a:rPr lang="ar-SA" sz="3200" b="1" dirty="0">
                <a:solidFill>
                  <a:schemeClr val="tx2"/>
                </a:solidFill>
              </a:rPr>
              <a:t>ب- المكونات غير المادية</a:t>
            </a:r>
            <a:r>
              <a:rPr lang="en-US" sz="3200" b="1" dirty="0">
                <a:solidFill>
                  <a:schemeClr val="tx2"/>
                </a:solidFill>
              </a:rPr>
              <a:t>(Soft Ware)</a:t>
            </a:r>
            <a:r>
              <a:rPr lang="en-US" sz="3200" dirty="0">
                <a:solidFill>
                  <a:schemeClr val="tx2"/>
                </a:solidFill>
              </a:rPr>
              <a:t> </a:t>
            </a:r>
            <a:r>
              <a:rPr lang="ar-JO" sz="3200" dirty="0">
                <a:solidFill>
                  <a:schemeClr val="tx2"/>
                </a:solidFill>
              </a:rPr>
              <a:t>: </a:t>
            </a:r>
            <a:r>
              <a:rPr lang="ar-SA" sz="3200" dirty="0">
                <a:solidFill>
                  <a:schemeClr val="tx2"/>
                </a:solidFill>
              </a:rPr>
              <a:t>وهي التي لا يمكن مشاهدتها</a:t>
            </a:r>
            <a:r>
              <a:rPr lang="ar-JO" sz="3200" dirty="0">
                <a:solidFill>
                  <a:schemeClr val="tx2"/>
                </a:solidFill>
              </a:rPr>
              <a:t> أي غير ملموسة</a:t>
            </a:r>
            <a:r>
              <a:rPr lang="ar-SA" sz="3200" dirty="0">
                <a:solidFill>
                  <a:schemeClr val="tx2"/>
                </a:solidFill>
              </a:rPr>
              <a:t>، ويمكن تقسيمها إلى ما يلي:</a:t>
            </a:r>
            <a:endParaRPr lang="en-US" sz="3200" b="1" dirty="0">
              <a:solidFill>
                <a:schemeClr val="tx2"/>
              </a:solidFill>
              <a:latin typeface="Calibri Light" panose="020F0302020204030204"/>
              <a:ea typeface="Times New Roman" panose="02020603050405020304" pitchFamily="18" charset="0"/>
              <a:cs typeface="+mn-cs"/>
            </a:endParaRPr>
          </a:p>
        </p:txBody>
      </p:sp>
      <p:sp>
        <p:nvSpPr>
          <p:cNvPr id="20" name="TextBox 19"/>
          <p:cNvSpPr txBox="1"/>
          <p:nvPr/>
        </p:nvSpPr>
        <p:spPr>
          <a:xfrm>
            <a:off x="5122374" y="2342007"/>
            <a:ext cx="6911137" cy="707886"/>
          </a:xfrm>
          <a:prstGeom prst="rect">
            <a:avLst/>
          </a:prstGeom>
          <a:noFill/>
        </p:spPr>
        <p:txBody>
          <a:bodyPr wrap="square" rtlCol="0">
            <a:spAutoFit/>
          </a:bodyPr>
          <a:lstStyle/>
          <a:p>
            <a:pPr marL="742950" indent="-742950" algn="r" rtl="1" fontAlgn="auto">
              <a:spcAft>
                <a:spcPts val="0"/>
              </a:spcAft>
              <a:buFont typeface="+mj-lt"/>
              <a:buAutoNum type="arabicPeriod" startAt="4"/>
              <a:defRPr/>
            </a:pPr>
            <a:r>
              <a:rPr lang="ar-SA" sz="4000" b="1" u="sng" dirty="0">
                <a:solidFill>
                  <a:schemeClr val="bg1"/>
                </a:solidFill>
              </a:rPr>
              <a:t>مكونات الحاسب الآلي</a:t>
            </a:r>
            <a:endParaRPr lang="en-US" sz="4000" b="1" u="sng" dirty="0">
              <a:solidFill>
                <a:schemeClr val="bg1"/>
              </a:solidFill>
            </a:endParaRPr>
          </a:p>
        </p:txBody>
      </p:sp>
      <p:sp>
        <p:nvSpPr>
          <p:cNvPr id="2" name="Footer Placeholder 1"/>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Tree>
    <p:extLst>
      <p:ext uri="{BB962C8B-B14F-4D97-AF65-F5344CB8AC3E}">
        <p14:creationId xmlns:p14="http://schemas.microsoft.com/office/powerpoint/2010/main" val="4314201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1000"/>
                            </p:stCondLst>
                            <p:childTnLst>
                              <p:par>
                                <p:cTn id="9" presetID="10" presetClass="entr" presetSubtype="0" fill="hold" grpId="0" nodeType="afterEffect">
                                  <p:stCondLst>
                                    <p:cond delay="50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2000"/>
                            </p:stCondLst>
                            <p:childTnLst>
                              <p:par>
                                <p:cTn id="13" presetID="10" presetClass="entr" presetSubtype="0" fill="hold" grpId="0" nodeType="afterEffect">
                                  <p:stCondLst>
                                    <p:cond delay="50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3000"/>
                            </p:stCondLst>
                            <p:childTnLst>
                              <p:par>
                                <p:cTn id="17" presetID="10" presetClass="entr" presetSubtype="0" fill="hold" grpId="0" nodeType="afterEffect">
                                  <p:stCondLst>
                                    <p:cond delay="500"/>
                                  </p:stCondLst>
                                  <p:childTnLst>
                                    <p:set>
                                      <p:cBhvr>
                                        <p:cTn id="18" dur="1" fill="hold">
                                          <p:stCondLst>
                                            <p:cond delay="0"/>
                                          </p:stCondLst>
                                        </p:cTn>
                                        <p:tgtEl>
                                          <p:spTgt spid="19"/>
                                        </p:tgtEl>
                                        <p:attrNameLst>
                                          <p:attrName>style.visibility</p:attrName>
                                        </p:attrNameLst>
                                      </p:cBhvr>
                                      <p:to>
                                        <p:strVal val="visible"/>
                                      </p:to>
                                    </p:set>
                                    <p:animEffect transition="in" filter="fade">
                                      <p:cBhvr>
                                        <p:cTn id="1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p:bldP spid="20"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25"/>
          <p:cNvSpPr/>
          <p:nvPr/>
        </p:nvSpPr>
        <p:spPr>
          <a:xfrm>
            <a:off x="4597545" y="2496639"/>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Freeform 29"/>
          <p:cNvSpPr/>
          <p:nvPr/>
        </p:nvSpPr>
        <p:spPr>
          <a:xfrm rot="2700000">
            <a:off x="5358614" y="1779545"/>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Freeform 33"/>
          <p:cNvSpPr/>
          <p:nvPr/>
        </p:nvSpPr>
        <p:spPr>
          <a:xfrm flipH="1">
            <a:off x="7126428" y="2502989"/>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Freeform 34"/>
          <p:cNvSpPr/>
          <p:nvPr/>
        </p:nvSpPr>
        <p:spPr>
          <a:xfrm rot="18900000" flipH="1">
            <a:off x="6365359" y="1785895"/>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7" name="Freeform 36"/>
          <p:cNvSpPr/>
          <p:nvPr/>
        </p:nvSpPr>
        <p:spPr>
          <a:xfrm flipH="1" flipV="1">
            <a:off x="7120078" y="3633772"/>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8" name="Freeform 37"/>
          <p:cNvSpPr/>
          <p:nvPr/>
        </p:nvSpPr>
        <p:spPr>
          <a:xfrm rot="2700000" flipH="1" flipV="1">
            <a:off x="6359009" y="4350866"/>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0" name="Freeform 39"/>
          <p:cNvSpPr/>
          <p:nvPr/>
        </p:nvSpPr>
        <p:spPr>
          <a:xfrm flipV="1">
            <a:off x="4603895" y="3640122"/>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Freeform 40"/>
          <p:cNvSpPr/>
          <p:nvPr/>
        </p:nvSpPr>
        <p:spPr>
          <a:xfrm rot="18900000" flipV="1">
            <a:off x="5364964" y="4357216"/>
            <a:ext cx="548331" cy="858265"/>
          </a:xfrm>
          <a:custGeom>
            <a:avLst/>
            <a:gdLst>
              <a:gd name="connsiteX0" fmla="*/ 357737 w 548331"/>
              <a:gd name="connsiteY0" fmla="*/ 0 h 858265"/>
              <a:gd name="connsiteX1" fmla="*/ 548331 w 548331"/>
              <a:gd name="connsiteY1" fmla="*/ 190594 h 858265"/>
              <a:gd name="connsiteX2" fmla="*/ 499314 w 548331"/>
              <a:gd name="connsiteY2" fmla="*/ 248749 h 858265"/>
              <a:gd name="connsiteX3" fmla="*/ 276391 w 548331"/>
              <a:gd name="connsiteY3" fmla="*/ 772587 h 858265"/>
              <a:gd name="connsiteX4" fmla="*/ 264963 w 548331"/>
              <a:gd name="connsiteY4" fmla="*/ 858265 h 858265"/>
              <a:gd name="connsiteX5" fmla="*/ 0 w 548331"/>
              <a:gd name="connsiteY5" fmla="*/ 858265 h 858265"/>
              <a:gd name="connsiteX6" fmla="*/ 515 w 548331"/>
              <a:gd name="connsiteY6" fmla="*/ 847392 h 858265"/>
              <a:gd name="connsiteX7" fmla="*/ 354383 w 548331"/>
              <a:gd name="connsiteY7" fmla="*/ 3669 h 85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331" h="858265">
                <a:moveTo>
                  <a:pt x="357737" y="0"/>
                </a:moveTo>
                <a:lnTo>
                  <a:pt x="548331" y="190594"/>
                </a:lnTo>
                <a:lnTo>
                  <a:pt x="499314" y="248749"/>
                </a:lnTo>
                <a:cubicBezTo>
                  <a:pt x="388652" y="401435"/>
                  <a:pt x="310879" y="579514"/>
                  <a:pt x="276391" y="772587"/>
                </a:cubicBezTo>
                <a:lnTo>
                  <a:pt x="264963" y="858265"/>
                </a:lnTo>
                <a:lnTo>
                  <a:pt x="0" y="858265"/>
                </a:lnTo>
                <a:lnTo>
                  <a:pt x="515" y="847392"/>
                </a:lnTo>
                <a:cubicBezTo>
                  <a:pt x="30947" y="527672"/>
                  <a:pt x="158938" y="236396"/>
                  <a:pt x="354383" y="3669"/>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nvGrpSpPr>
          <p:cNvPr id="8" name="Group 7"/>
          <p:cNvGrpSpPr/>
          <p:nvPr/>
        </p:nvGrpSpPr>
        <p:grpSpPr>
          <a:xfrm>
            <a:off x="4221004" y="2133195"/>
            <a:ext cx="692928" cy="640080"/>
            <a:chOff x="4228147" y="2074893"/>
            <a:chExt cx="692928" cy="640080"/>
          </a:xfrm>
        </p:grpSpPr>
        <p:cxnSp>
          <p:nvCxnSpPr>
            <p:cNvPr id="14" name="Straight Connector 13"/>
            <p:cNvCxnSpPr/>
            <p:nvPr/>
          </p:nvCxnSpPr>
          <p:spPr>
            <a:xfrm rot="2700000" flipH="1">
              <a:off x="4601035" y="2394933"/>
              <a:ext cx="640080" cy="0"/>
            </a:xfrm>
            <a:prstGeom prst="line">
              <a:avLst/>
            </a:prstGeom>
            <a:ln w="19050" cap="sq">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4228147" y="2166249"/>
              <a:ext cx="466625" cy="0"/>
            </a:xfrm>
            <a:prstGeom prst="line">
              <a:avLst/>
            </a:prstGeom>
            <a:ln w="19050">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1" name="Group 20"/>
          <p:cNvGrpSpPr/>
          <p:nvPr/>
        </p:nvGrpSpPr>
        <p:grpSpPr>
          <a:xfrm flipV="1">
            <a:off x="4228147" y="4398946"/>
            <a:ext cx="864389" cy="640080"/>
            <a:chOff x="4056686" y="2074893"/>
            <a:chExt cx="864389" cy="640080"/>
          </a:xfrm>
        </p:grpSpPr>
        <p:cxnSp>
          <p:nvCxnSpPr>
            <p:cNvPr id="22" name="Straight Connector 21"/>
            <p:cNvCxnSpPr/>
            <p:nvPr/>
          </p:nvCxnSpPr>
          <p:spPr>
            <a:xfrm rot="2700000" flipH="1">
              <a:off x="4601035" y="2394933"/>
              <a:ext cx="640080" cy="0"/>
            </a:xfrm>
            <a:prstGeom prst="line">
              <a:avLst/>
            </a:prstGeom>
            <a:ln w="19050" cap="sq">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H="1" flipV="1">
              <a:off x="4056686" y="2166249"/>
              <a:ext cx="638087" cy="0"/>
            </a:xfrm>
            <a:prstGeom prst="line">
              <a:avLst/>
            </a:prstGeom>
            <a:ln w="19050">
              <a:solidFill>
                <a:schemeClr val="accent5"/>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flipH="1">
            <a:off x="7184356" y="1956981"/>
            <a:ext cx="859240" cy="640080"/>
            <a:chOff x="4061835" y="2074893"/>
            <a:chExt cx="859240" cy="640080"/>
          </a:xfrm>
        </p:grpSpPr>
        <p:cxnSp>
          <p:nvCxnSpPr>
            <p:cNvPr id="27" name="Straight Connector 26"/>
            <p:cNvCxnSpPr/>
            <p:nvPr/>
          </p:nvCxnSpPr>
          <p:spPr>
            <a:xfrm rot="2700000" flipH="1">
              <a:off x="4601035" y="2394933"/>
              <a:ext cx="640080" cy="0"/>
            </a:xfrm>
            <a:prstGeom prst="line">
              <a:avLst/>
            </a:prstGeom>
            <a:ln w="19050" cap="sq">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a:off x="4061835" y="2166249"/>
              <a:ext cx="632937" cy="0"/>
            </a:xfrm>
            <a:prstGeom prst="line">
              <a:avLst/>
            </a:prstGeom>
            <a:ln w="19050">
              <a:solidFill>
                <a:schemeClr val="accent1"/>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flipH="1" flipV="1">
            <a:off x="7357394" y="4207978"/>
            <a:ext cx="864002" cy="640080"/>
            <a:chOff x="4057073" y="2074893"/>
            <a:chExt cx="864002" cy="640080"/>
          </a:xfrm>
        </p:grpSpPr>
        <p:cxnSp>
          <p:nvCxnSpPr>
            <p:cNvPr id="32" name="Straight Connector 31"/>
            <p:cNvCxnSpPr/>
            <p:nvPr/>
          </p:nvCxnSpPr>
          <p:spPr>
            <a:xfrm rot="2700000" flipH="1">
              <a:off x="4601035" y="2394933"/>
              <a:ext cx="640080" cy="0"/>
            </a:xfrm>
            <a:prstGeom prst="line">
              <a:avLst/>
            </a:prstGeom>
            <a:ln w="19050" cap="sq">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flipV="1">
              <a:off x="4057073" y="2166249"/>
              <a:ext cx="637699" cy="0"/>
            </a:xfrm>
            <a:prstGeom prst="line">
              <a:avLst/>
            </a:prstGeom>
            <a:ln w="19050">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9" name="Group 8"/>
          <p:cNvGrpSpPr/>
          <p:nvPr/>
        </p:nvGrpSpPr>
        <p:grpSpPr>
          <a:xfrm>
            <a:off x="552451" y="1711370"/>
            <a:ext cx="3709003" cy="1508080"/>
            <a:chOff x="552451" y="1711370"/>
            <a:chExt cx="3709003" cy="1508080"/>
          </a:xfrm>
        </p:grpSpPr>
        <p:sp>
          <p:nvSpPr>
            <p:cNvPr id="44" name="Title 13"/>
            <p:cNvSpPr txBox="1">
              <a:spLocks/>
            </p:cNvSpPr>
            <p:nvPr/>
          </p:nvSpPr>
          <p:spPr>
            <a:xfrm>
              <a:off x="552451" y="1711370"/>
              <a:ext cx="3444632" cy="1508080"/>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lvl="0" algn="ctr" rtl="1"/>
              <a:r>
                <a:rPr lang="ar-SA" b="1" dirty="0"/>
                <a:t>المجمعات والمترجمات </a:t>
              </a:r>
              <a:r>
                <a:rPr lang="en-US" b="1" dirty="0"/>
                <a:t>(Assemblers &amp; Compilers)</a:t>
              </a:r>
              <a:endParaRPr lang="en-US" dirty="0"/>
            </a:p>
          </p:txBody>
        </p:sp>
        <p:sp>
          <p:nvSpPr>
            <p:cNvPr id="46" name="Rectangle 45"/>
            <p:cNvSpPr/>
            <p:nvPr/>
          </p:nvSpPr>
          <p:spPr>
            <a:xfrm>
              <a:off x="3582264" y="2003711"/>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4EA6DC"/>
                  </a:solidFill>
                  <a:latin typeface="FontAwesome" pitchFamily="2" charset="0"/>
                </a:rPr>
                <a:t></a:t>
              </a:r>
              <a:endParaRPr lang="en-US" sz="3000" dirty="0">
                <a:ln w="0">
                  <a:noFill/>
                </a:ln>
                <a:solidFill>
                  <a:srgbClr val="4EA6DC"/>
                </a:solidFill>
                <a:latin typeface="Calibri" panose="020F0502020204030204"/>
              </a:endParaRPr>
            </a:p>
          </p:txBody>
        </p:sp>
      </p:grpSp>
      <p:grpSp>
        <p:nvGrpSpPr>
          <p:cNvPr id="6" name="Group 5"/>
          <p:cNvGrpSpPr/>
          <p:nvPr/>
        </p:nvGrpSpPr>
        <p:grpSpPr>
          <a:xfrm>
            <a:off x="552451" y="4664718"/>
            <a:ext cx="3709003" cy="701116"/>
            <a:chOff x="552451" y="4664718"/>
            <a:chExt cx="3709003" cy="701116"/>
          </a:xfrm>
        </p:grpSpPr>
        <p:sp>
          <p:nvSpPr>
            <p:cNvPr id="53" name="Title 13"/>
            <p:cNvSpPr txBox="1">
              <a:spLocks/>
            </p:cNvSpPr>
            <p:nvPr/>
          </p:nvSpPr>
          <p:spPr>
            <a:xfrm>
              <a:off x="552451" y="4664718"/>
              <a:ext cx="3580210" cy="701116"/>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lvl="0" algn="ctr" rtl="1"/>
              <a:r>
                <a:rPr lang="ar-SA" b="1" dirty="0"/>
                <a:t>برامج تطبيقات وخدمات</a:t>
              </a:r>
              <a:endParaRPr lang="en-US" b="1" dirty="0"/>
            </a:p>
          </p:txBody>
        </p:sp>
        <p:sp>
          <p:nvSpPr>
            <p:cNvPr id="54" name="Rectangle 53"/>
            <p:cNvSpPr/>
            <p:nvPr/>
          </p:nvSpPr>
          <p:spPr>
            <a:xfrm>
              <a:off x="3582264" y="4738277"/>
              <a:ext cx="679190" cy="553998"/>
            </a:xfrm>
            <a:prstGeom prst="rect">
              <a:avLst/>
            </a:prstGeom>
            <a:noFill/>
          </p:spPr>
          <p:txBody>
            <a:bodyPr wrap="square" lIns="91440" tIns="45720" rIns="91440" bIns="45720">
              <a:spAutoFit/>
            </a:bodyPr>
            <a:lstStyle/>
            <a:p>
              <a:pPr fontAlgn="auto">
                <a:spcBef>
                  <a:spcPts val="0"/>
                </a:spcBef>
                <a:spcAft>
                  <a:spcPts val="0"/>
                </a:spcAft>
              </a:pPr>
              <a:r>
                <a:rPr lang="en-US" sz="3000" dirty="0" smtClean="0">
                  <a:ln w="0">
                    <a:noFill/>
                  </a:ln>
                  <a:solidFill>
                    <a:srgbClr val="8971E1"/>
                  </a:solidFill>
                  <a:latin typeface="FontAwesome" pitchFamily="2" charset="0"/>
                </a:rPr>
                <a:t></a:t>
              </a:r>
              <a:endParaRPr lang="en-US" sz="3000" dirty="0">
                <a:ln w="0">
                  <a:noFill/>
                </a:ln>
                <a:solidFill>
                  <a:srgbClr val="8971E1"/>
                </a:solidFill>
                <a:latin typeface="Calibri" panose="020F0502020204030204"/>
              </a:endParaRPr>
            </a:p>
          </p:txBody>
        </p:sp>
      </p:grpSp>
      <p:grpSp>
        <p:nvGrpSpPr>
          <p:cNvPr id="5" name="Group 4"/>
          <p:cNvGrpSpPr/>
          <p:nvPr/>
        </p:nvGrpSpPr>
        <p:grpSpPr>
          <a:xfrm>
            <a:off x="7970432" y="1812351"/>
            <a:ext cx="3369757" cy="806194"/>
            <a:chOff x="7970432" y="1812351"/>
            <a:chExt cx="3369757" cy="806194"/>
          </a:xfrm>
        </p:grpSpPr>
        <p:sp>
          <p:nvSpPr>
            <p:cNvPr id="57" name="Title 13"/>
            <p:cNvSpPr txBox="1">
              <a:spLocks/>
            </p:cNvSpPr>
            <p:nvPr/>
          </p:nvSpPr>
          <p:spPr>
            <a:xfrm flipH="1">
              <a:off x="7970432" y="2074790"/>
              <a:ext cx="3369757" cy="543755"/>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lvl="0" algn="ctr" rtl="1"/>
              <a:r>
                <a:rPr lang="ar-SA" b="1" dirty="0"/>
                <a:t>برامج الإقلاع</a:t>
              </a:r>
              <a:endParaRPr lang="en-US" b="1" dirty="0"/>
            </a:p>
          </p:txBody>
        </p:sp>
        <p:sp>
          <p:nvSpPr>
            <p:cNvPr id="58" name="Rectangle 57"/>
            <p:cNvSpPr/>
            <p:nvPr/>
          </p:nvSpPr>
          <p:spPr>
            <a:xfrm flipH="1">
              <a:off x="8052592" y="1812351"/>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E32D91"/>
                  </a:solidFill>
                  <a:latin typeface="FontAwesome" pitchFamily="2" charset="0"/>
                </a:rPr>
                <a:t></a:t>
              </a:r>
              <a:endParaRPr lang="en-US" sz="3000" dirty="0">
                <a:ln w="0">
                  <a:noFill/>
                </a:ln>
                <a:solidFill>
                  <a:srgbClr val="E32D91"/>
                </a:solidFill>
                <a:latin typeface="Calibri" panose="020F0502020204030204"/>
              </a:endParaRPr>
            </a:p>
          </p:txBody>
        </p:sp>
      </p:grpSp>
      <p:grpSp>
        <p:nvGrpSpPr>
          <p:cNvPr id="3" name="Group 2"/>
          <p:cNvGrpSpPr/>
          <p:nvPr/>
        </p:nvGrpSpPr>
        <p:grpSpPr>
          <a:xfrm>
            <a:off x="8230392" y="4532717"/>
            <a:ext cx="3258820" cy="589556"/>
            <a:chOff x="8230392" y="4532717"/>
            <a:chExt cx="3258820" cy="589556"/>
          </a:xfrm>
        </p:grpSpPr>
        <p:sp>
          <p:nvSpPr>
            <p:cNvPr id="65" name="Title 13"/>
            <p:cNvSpPr txBox="1">
              <a:spLocks/>
            </p:cNvSpPr>
            <p:nvPr/>
          </p:nvSpPr>
          <p:spPr>
            <a:xfrm flipH="1">
              <a:off x="8731782" y="4558509"/>
              <a:ext cx="2757430" cy="563764"/>
            </a:xfrm>
            <a:prstGeom prst="rect">
              <a:avLst/>
            </a:prstGeom>
            <a:ln>
              <a:noFill/>
            </a:ln>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lvl="0" algn="ctr" rtl="1"/>
              <a:r>
                <a:rPr lang="ar-SA" b="1" dirty="0"/>
                <a:t>برامج تشغيلية</a:t>
              </a:r>
              <a:r>
                <a:rPr lang="ar-SA" dirty="0"/>
                <a:t> </a:t>
              </a:r>
              <a:endParaRPr lang="en-US" dirty="0"/>
            </a:p>
          </p:txBody>
        </p:sp>
        <p:sp>
          <p:nvSpPr>
            <p:cNvPr id="66" name="Rectangle 65"/>
            <p:cNvSpPr/>
            <p:nvPr/>
          </p:nvSpPr>
          <p:spPr>
            <a:xfrm flipH="1">
              <a:off x="8230392" y="4532717"/>
              <a:ext cx="679190" cy="553998"/>
            </a:xfrm>
            <a:prstGeom prst="rect">
              <a:avLst/>
            </a:prstGeom>
            <a:noFill/>
          </p:spPr>
          <p:txBody>
            <a:bodyPr wrap="square" lIns="91440" tIns="45720" rIns="91440" bIns="45720">
              <a:spAutoFit/>
            </a:bodyPr>
            <a:lstStyle/>
            <a:p>
              <a:pPr algn="r" fontAlgn="auto">
                <a:spcBef>
                  <a:spcPts val="0"/>
                </a:spcBef>
                <a:spcAft>
                  <a:spcPts val="0"/>
                </a:spcAft>
              </a:pPr>
              <a:r>
                <a:rPr lang="en-US" sz="3000" dirty="0" smtClean="0">
                  <a:ln w="0">
                    <a:noFill/>
                  </a:ln>
                  <a:solidFill>
                    <a:srgbClr val="4EA6DC"/>
                  </a:solidFill>
                  <a:latin typeface="FontAwesome" pitchFamily="2" charset="0"/>
                </a:rPr>
                <a:t></a:t>
              </a:r>
              <a:endParaRPr lang="en-US" sz="3000" dirty="0">
                <a:ln w="0">
                  <a:noFill/>
                </a:ln>
                <a:solidFill>
                  <a:srgbClr val="4EA6DC"/>
                </a:solidFill>
                <a:latin typeface="Calibri" panose="020F0502020204030204"/>
              </a:endParaRPr>
            </a:p>
          </p:txBody>
        </p:sp>
      </p:grpSp>
      <p:sp>
        <p:nvSpPr>
          <p:cNvPr id="59" name="Title 2"/>
          <p:cNvSpPr txBox="1">
            <a:spLocks/>
          </p:cNvSpPr>
          <p:nvPr/>
        </p:nvSpPr>
        <p:spPr>
          <a:xfrm>
            <a:off x="2974417" y="212032"/>
            <a:ext cx="8324829" cy="548850"/>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lvl="0" algn="r" rtl="1"/>
            <a:r>
              <a:rPr lang="ar-SA" sz="4000" u="sng" dirty="0">
                <a:cs typeface="+mn-cs"/>
              </a:rPr>
              <a:t>وحدات الإخراج </a:t>
            </a:r>
            <a:r>
              <a:rPr lang="en-US" sz="4000" u="sng" dirty="0">
                <a:cs typeface="+mn-cs"/>
              </a:rPr>
              <a:t>Output Units</a:t>
            </a:r>
            <a:r>
              <a:rPr lang="ar-SA" sz="4000" u="sng" dirty="0">
                <a:cs typeface="+mn-cs"/>
              </a:rPr>
              <a:t>، وتشمل:</a:t>
            </a:r>
            <a:endParaRPr lang="en-US" sz="4000" u="sng" dirty="0">
              <a:cs typeface="+mn-cs"/>
            </a:endParaRPr>
          </a:p>
        </p:txBody>
      </p:sp>
      <p:sp>
        <p:nvSpPr>
          <p:cNvPr id="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0367930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5"/>
                                        </p:tgtEl>
                                        <p:attrNameLst>
                                          <p:attrName>style.visibility</p:attrName>
                                        </p:attrNameLst>
                                      </p:cBhvr>
                                      <p:to>
                                        <p:strVal val="visible"/>
                                      </p:to>
                                    </p:set>
                                    <p:animEffect transition="in" filter="fade">
                                      <p:cBhvr>
                                        <p:cTn id="13" dur="500"/>
                                        <p:tgtEl>
                                          <p:spTgt spid="35"/>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fade">
                                      <p:cBhvr>
                                        <p:cTn id="17" dur="500"/>
                                        <p:tgtEl>
                                          <p:spTgt spid="34"/>
                                        </p:tgtEl>
                                      </p:cBhvr>
                                    </p:animEffect>
                                  </p:childTnLst>
                                </p:cTn>
                              </p:par>
                            </p:childTnLst>
                          </p:cTn>
                        </p:par>
                        <p:par>
                          <p:cTn id="18" fill="hold">
                            <p:stCondLst>
                              <p:cond delay="1000"/>
                            </p:stCondLst>
                            <p:childTnLst>
                              <p:par>
                                <p:cTn id="19" presetID="10" presetClass="entr" presetSubtype="0" fill="hold" grpId="0" nodeType="after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fade">
                                      <p:cBhvr>
                                        <p:cTn id="21" dur="500"/>
                                        <p:tgtEl>
                                          <p:spTgt spid="37"/>
                                        </p:tgtEl>
                                      </p:cBhvr>
                                    </p:animEffect>
                                  </p:childTnLst>
                                </p:cTn>
                              </p:par>
                              <p:par>
                                <p:cTn id="22" presetID="10" presetClass="entr" presetSubtype="0" fill="hold" nodeType="withEffect">
                                  <p:stCondLst>
                                    <p:cond delay="0"/>
                                  </p:stCondLst>
                                  <p:childTnLst>
                                    <p:set>
                                      <p:cBhvr>
                                        <p:cTn id="23" dur="1" fill="hold">
                                          <p:stCondLst>
                                            <p:cond delay="0"/>
                                          </p:stCondLst>
                                        </p:cTn>
                                        <p:tgtEl>
                                          <p:spTgt spid="31"/>
                                        </p:tgtEl>
                                        <p:attrNameLst>
                                          <p:attrName>style.visibility</p:attrName>
                                        </p:attrNameLst>
                                      </p:cBhvr>
                                      <p:to>
                                        <p:strVal val="visible"/>
                                      </p:to>
                                    </p:set>
                                    <p:animEffect transition="in" filter="fade">
                                      <p:cBhvr>
                                        <p:cTn id="24" dur="500"/>
                                        <p:tgtEl>
                                          <p:spTgt spid="31"/>
                                        </p:tgtEl>
                                      </p:cBhvr>
                                    </p:animEffect>
                                  </p:childTnLst>
                                </p:cTn>
                              </p:par>
                              <p:par>
                                <p:cTn id="25" presetID="10" presetClass="entr" presetSubtype="0"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500"/>
                                        <p:tgtEl>
                                          <p:spTgt spid="3"/>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8"/>
                                        </p:tgtEl>
                                        <p:attrNameLst>
                                          <p:attrName>style.visibility</p:attrName>
                                        </p:attrNameLst>
                                      </p:cBhvr>
                                      <p:to>
                                        <p:strVal val="visible"/>
                                      </p:to>
                                    </p:set>
                                    <p:animEffect transition="in" filter="fade">
                                      <p:cBhvr>
                                        <p:cTn id="30" dur="500"/>
                                        <p:tgtEl>
                                          <p:spTgt spid="38"/>
                                        </p:tgtEl>
                                      </p:cBhvr>
                                    </p:animEffect>
                                  </p:childTnLst>
                                </p:cTn>
                              </p:par>
                            </p:childTnLst>
                          </p:cTn>
                        </p:par>
                        <p:par>
                          <p:cTn id="31" fill="hold">
                            <p:stCondLst>
                              <p:cond delay="1500"/>
                            </p:stCondLst>
                            <p:childTnLst>
                              <p:par>
                                <p:cTn id="32" presetID="10" presetClass="entr" presetSubtype="0" fill="hold" grpId="0" nodeType="afterEffect">
                                  <p:stCondLst>
                                    <p:cond delay="0"/>
                                  </p:stCondLst>
                                  <p:childTnLst>
                                    <p:set>
                                      <p:cBhvr>
                                        <p:cTn id="33" dur="1" fill="hold">
                                          <p:stCondLst>
                                            <p:cond delay="0"/>
                                          </p:stCondLst>
                                        </p:cTn>
                                        <p:tgtEl>
                                          <p:spTgt spid="41"/>
                                        </p:tgtEl>
                                        <p:attrNameLst>
                                          <p:attrName>style.visibility</p:attrName>
                                        </p:attrNameLst>
                                      </p:cBhvr>
                                      <p:to>
                                        <p:strVal val="visible"/>
                                      </p:to>
                                    </p:set>
                                    <p:animEffect transition="in" filter="fade">
                                      <p:cBhvr>
                                        <p:cTn id="34" dur="500"/>
                                        <p:tgtEl>
                                          <p:spTgt spid="41"/>
                                        </p:tgtEl>
                                      </p:cBhvr>
                                    </p:animEffect>
                                  </p:childTnLst>
                                </p:cTn>
                              </p:par>
                              <p:par>
                                <p:cTn id="35" presetID="10" presetClass="entr" presetSubtype="0" fill="hold"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par>
                                <p:cTn id="38" presetID="10" presetClass="entr" presetSubtype="0" fill="hold" nodeType="with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500"/>
                                        <p:tgtEl>
                                          <p:spTgt spid="6"/>
                                        </p:tgtEl>
                                      </p:cBhvr>
                                    </p:animEffect>
                                  </p:childTnLst>
                                </p:cTn>
                              </p:par>
                            </p:childTnLst>
                          </p:cTn>
                        </p:par>
                        <p:par>
                          <p:cTn id="41" fill="hold">
                            <p:stCondLst>
                              <p:cond delay="2000"/>
                            </p:stCondLst>
                            <p:childTnLst>
                              <p:par>
                                <p:cTn id="42" presetID="10" presetClass="entr" presetSubtype="0" fill="hold" grpId="0" nodeType="afterEffect">
                                  <p:stCondLst>
                                    <p:cond delay="0"/>
                                  </p:stCondLst>
                                  <p:childTnLst>
                                    <p:set>
                                      <p:cBhvr>
                                        <p:cTn id="43" dur="1" fill="hold">
                                          <p:stCondLst>
                                            <p:cond delay="0"/>
                                          </p:stCondLst>
                                        </p:cTn>
                                        <p:tgtEl>
                                          <p:spTgt spid="40"/>
                                        </p:tgtEl>
                                        <p:attrNameLst>
                                          <p:attrName>style.visibility</p:attrName>
                                        </p:attrNameLst>
                                      </p:cBhvr>
                                      <p:to>
                                        <p:strVal val="visible"/>
                                      </p:to>
                                    </p:set>
                                    <p:animEffect transition="in" filter="fade">
                                      <p:cBhvr>
                                        <p:cTn id="44" dur="500"/>
                                        <p:tgtEl>
                                          <p:spTgt spid="40"/>
                                        </p:tgtEl>
                                      </p:cBhvr>
                                    </p:animEffect>
                                  </p:childTnLst>
                                </p:cTn>
                              </p:par>
                            </p:childTnLst>
                          </p:cTn>
                        </p:par>
                        <p:par>
                          <p:cTn id="45" fill="hold">
                            <p:stCondLst>
                              <p:cond delay="2500"/>
                            </p:stCondLst>
                            <p:childTnLst>
                              <p:par>
                                <p:cTn id="46" presetID="10" presetClass="entr" presetSubtype="0" fill="hold" grpId="0" nodeType="after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500"/>
                                        <p:tgtEl>
                                          <p:spTgt spid="26"/>
                                        </p:tgtEl>
                                      </p:cBhvr>
                                    </p:animEffect>
                                  </p:childTnLst>
                                </p:cTn>
                              </p:par>
                              <p:par>
                                <p:cTn id="49" presetID="10" presetClass="entr" presetSubtype="0" fill="hold" nodeType="with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fade">
                                      <p:cBhvr>
                                        <p:cTn id="51" dur="500"/>
                                        <p:tgtEl>
                                          <p:spTgt spid="8"/>
                                        </p:tgtEl>
                                      </p:cBhvr>
                                    </p:animEffect>
                                  </p:childTnLst>
                                </p:cTn>
                              </p:par>
                              <p:par>
                                <p:cTn id="52" presetID="10" presetClass="entr" presetSubtype="0" fill="hold" nodeType="withEffect">
                                  <p:stCondLst>
                                    <p:cond delay="0"/>
                                  </p:stCondLst>
                                  <p:childTnLst>
                                    <p:set>
                                      <p:cBhvr>
                                        <p:cTn id="53" dur="1" fill="hold">
                                          <p:stCondLst>
                                            <p:cond delay="0"/>
                                          </p:stCondLst>
                                        </p:cTn>
                                        <p:tgtEl>
                                          <p:spTgt spid="9"/>
                                        </p:tgtEl>
                                        <p:attrNameLst>
                                          <p:attrName>style.visibility</p:attrName>
                                        </p:attrNameLst>
                                      </p:cBhvr>
                                      <p:to>
                                        <p:strVal val="visible"/>
                                      </p:to>
                                    </p:set>
                                    <p:animEffect transition="in" filter="fade">
                                      <p:cBhvr>
                                        <p:cTn id="54" dur="500"/>
                                        <p:tgtEl>
                                          <p:spTgt spid="9"/>
                                        </p:tgtEl>
                                      </p:cBhvr>
                                    </p:animEffect>
                                  </p:childTnLst>
                                </p:cTn>
                              </p:par>
                            </p:childTnLst>
                          </p:cTn>
                        </p:par>
                        <p:par>
                          <p:cTn id="55" fill="hold">
                            <p:stCondLst>
                              <p:cond delay="3000"/>
                            </p:stCondLst>
                            <p:childTnLst>
                              <p:par>
                                <p:cTn id="56" presetID="10" presetClass="entr" presetSubtype="0" fill="hold" grpId="0" nodeType="afterEffect">
                                  <p:stCondLst>
                                    <p:cond delay="0"/>
                                  </p:stCondLst>
                                  <p:childTnLst>
                                    <p:set>
                                      <p:cBhvr>
                                        <p:cTn id="57" dur="1" fill="hold">
                                          <p:stCondLst>
                                            <p:cond delay="0"/>
                                          </p:stCondLst>
                                        </p:cTn>
                                        <p:tgtEl>
                                          <p:spTgt spid="30"/>
                                        </p:tgtEl>
                                        <p:attrNameLst>
                                          <p:attrName>style.visibility</p:attrName>
                                        </p:attrNameLst>
                                      </p:cBhvr>
                                      <p:to>
                                        <p:strVal val="visible"/>
                                      </p:to>
                                    </p:set>
                                    <p:animEffect transition="in" filter="fade">
                                      <p:cBhvr>
                                        <p:cTn id="58"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30" grpId="0" animBg="1"/>
      <p:bldP spid="34" grpId="0" animBg="1"/>
      <p:bldP spid="35" grpId="0" animBg="1"/>
      <p:bldP spid="37" grpId="0" animBg="1"/>
      <p:bldP spid="38" grpId="0" animBg="1"/>
      <p:bldP spid="40" grpId="0" animBg="1"/>
      <p:bldP spid="41"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0" y="0"/>
            <a:ext cx="4963886"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18" name="Rectangle 17"/>
          <p:cNvSpPr/>
          <p:nvPr/>
        </p:nvSpPr>
        <p:spPr>
          <a:xfrm>
            <a:off x="3899647" y="2124635"/>
            <a:ext cx="8292353" cy="3550024"/>
          </a:xfrm>
          <a:prstGeom prst="rect">
            <a:avLst/>
          </a:prstGeom>
          <a:solidFill>
            <a:srgbClr val="F58F20">
              <a:alpha val="6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20" name="TextBox 19"/>
          <p:cNvSpPr txBox="1"/>
          <p:nvPr/>
        </p:nvSpPr>
        <p:spPr>
          <a:xfrm>
            <a:off x="4963886" y="3427857"/>
            <a:ext cx="6911137" cy="707886"/>
          </a:xfrm>
          <a:prstGeom prst="rect">
            <a:avLst/>
          </a:prstGeom>
          <a:noFill/>
        </p:spPr>
        <p:txBody>
          <a:bodyPr wrap="square" rtlCol="0">
            <a:spAutoFit/>
          </a:bodyPr>
          <a:lstStyle/>
          <a:p>
            <a:pPr marL="742950" indent="-742950" algn="r" rtl="1" fontAlgn="auto">
              <a:spcAft>
                <a:spcPts val="0"/>
              </a:spcAft>
              <a:buFont typeface="+mj-lt"/>
              <a:buAutoNum type="arabicPeriod" startAt="5"/>
              <a:defRPr/>
            </a:pPr>
            <a:r>
              <a:rPr lang="ar-SA" sz="4000" b="1" u="sng" dirty="0">
                <a:solidFill>
                  <a:schemeClr val="bg1"/>
                </a:solidFill>
              </a:rPr>
              <a:t>أنواع الحاسب الآلي</a:t>
            </a:r>
            <a:endParaRPr lang="en-US" sz="4000" b="1" u="sng" dirty="0">
              <a:solidFill>
                <a:schemeClr val="bg1"/>
              </a:solidFill>
            </a:endParaRPr>
          </a:p>
        </p:txBody>
      </p:sp>
      <p:sp>
        <p:nvSpPr>
          <p:cNvPr id="2" name="Footer Placeholder 1"/>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Tree>
    <p:extLst>
      <p:ext uri="{BB962C8B-B14F-4D97-AF65-F5344CB8AC3E}">
        <p14:creationId xmlns:p14="http://schemas.microsoft.com/office/powerpoint/2010/main" val="10702984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1000"/>
                            </p:stCondLst>
                            <p:childTnLst>
                              <p:par>
                                <p:cTn id="9" presetID="10" presetClass="entr" presetSubtype="0" fill="hold" grpId="0" nodeType="afterEffect">
                                  <p:stCondLst>
                                    <p:cond delay="50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2000"/>
                            </p:stCondLst>
                            <p:childTnLst>
                              <p:par>
                                <p:cTn id="13" presetID="10" presetClass="entr" presetSubtype="0" fill="hold" grpId="0" nodeType="afterEffect">
                                  <p:stCondLst>
                                    <p:cond delay="50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20"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extBox 31"/>
          <p:cNvSpPr txBox="1"/>
          <p:nvPr/>
        </p:nvSpPr>
        <p:spPr>
          <a:xfrm>
            <a:off x="6729367" y="1608427"/>
            <a:ext cx="4110083" cy="584775"/>
          </a:xfrm>
          <a:prstGeom prst="rect">
            <a:avLst/>
          </a:prstGeom>
          <a:noFill/>
        </p:spPr>
        <p:txBody>
          <a:bodyPr wrap="square" rtlCol="0">
            <a:spAutoFit/>
          </a:bodyPr>
          <a:lstStyle/>
          <a:p>
            <a:pPr algn="r" rtl="1"/>
            <a:r>
              <a:rPr lang="ar-SA" sz="3200" b="1" dirty="0" smtClean="0"/>
              <a:t>حسب </a:t>
            </a:r>
            <a:r>
              <a:rPr lang="ar-SA" sz="3200" b="1" dirty="0"/>
              <a:t>الغرض من استخدامها</a:t>
            </a:r>
            <a:endParaRPr lang="en-US" sz="3200" dirty="0"/>
          </a:p>
        </p:txBody>
      </p:sp>
      <p:sp>
        <p:nvSpPr>
          <p:cNvPr id="33" name="Oval 32"/>
          <p:cNvSpPr/>
          <p:nvPr/>
        </p:nvSpPr>
        <p:spPr>
          <a:xfrm>
            <a:off x="11040417" y="1476344"/>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ar-SA" sz="3200" b="1" dirty="0" smtClean="0"/>
              <a:t>أ</a:t>
            </a:r>
            <a:endParaRPr lang="en-US" sz="3200" dirty="0">
              <a:solidFill>
                <a:prstClr val="white"/>
              </a:solidFill>
            </a:endParaRPr>
          </a:p>
        </p:txBody>
      </p:sp>
      <p:sp>
        <p:nvSpPr>
          <p:cNvPr id="36" name="TextBox 35"/>
          <p:cNvSpPr txBox="1"/>
          <p:nvPr/>
        </p:nvSpPr>
        <p:spPr>
          <a:xfrm>
            <a:off x="8214391" y="2587378"/>
            <a:ext cx="2440214" cy="584775"/>
          </a:xfrm>
          <a:prstGeom prst="rect">
            <a:avLst/>
          </a:prstGeom>
          <a:noFill/>
        </p:spPr>
        <p:txBody>
          <a:bodyPr wrap="square" rtlCol="0">
            <a:spAutoFit/>
          </a:bodyPr>
          <a:lstStyle/>
          <a:p>
            <a:pPr algn="r" fontAlgn="auto">
              <a:spcBef>
                <a:spcPts val="0"/>
              </a:spcBef>
              <a:spcAft>
                <a:spcPts val="0"/>
              </a:spcAft>
            </a:pPr>
            <a:r>
              <a:rPr lang="ar-SA" sz="3200" b="1" dirty="0"/>
              <a:t>حسب الحجم</a:t>
            </a:r>
            <a:endParaRPr lang="en-US" sz="3200" dirty="0">
              <a:solidFill>
                <a:srgbClr val="17406D">
                  <a:lumMod val="50000"/>
                </a:srgbClr>
              </a:solidFill>
              <a:latin typeface="Bebas Neue" panose="020B0606020202050201" pitchFamily="34" charset="0"/>
              <a:cs typeface="+mn-cs"/>
            </a:endParaRPr>
          </a:p>
        </p:txBody>
      </p:sp>
      <p:sp>
        <p:nvSpPr>
          <p:cNvPr id="37" name="Oval 36"/>
          <p:cNvSpPr/>
          <p:nvPr/>
        </p:nvSpPr>
        <p:spPr>
          <a:xfrm>
            <a:off x="11040417" y="2464401"/>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ar-SA" sz="3200" b="1" dirty="0" smtClean="0"/>
              <a:t>ب</a:t>
            </a:r>
            <a:endParaRPr lang="en-US" sz="3200" dirty="0">
              <a:solidFill>
                <a:prstClr val="white"/>
              </a:solidFill>
            </a:endParaRPr>
          </a:p>
        </p:txBody>
      </p:sp>
      <p:sp>
        <p:nvSpPr>
          <p:cNvPr id="39" name="TextBox 38"/>
          <p:cNvSpPr txBox="1"/>
          <p:nvPr/>
        </p:nvSpPr>
        <p:spPr>
          <a:xfrm>
            <a:off x="6300109" y="3566329"/>
            <a:ext cx="4468796" cy="584775"/>
          </a:xfrm>
          <a:prstGeom prst="rect">
            <a:avLst/>
          </a:prstGeom>
          <a:noFill/>
        </p:spPr>
        <p:txBody>
          <a:bodyPr wrap="square" rtlCol="0">
            <a:spAutoFit/>
          </a:bodyPr>
          <a:lstStyle/>
          <a:p>
            <a:pPr algn="r" fontAlgn="auto">
              <a:spcBef>
                <a:spcPts val="0"/>
              </a:spcBef>
              <a:spcAft>
                <a:spcPts val="0"/>
              </a:spcAft>
            </a:pPr>
            <a:r>
              <a:rPr lang="ar-SA" sz="3200" b="1" dirty="0"/>
              <a:t>حسب طريقة التشغيل</a:t>
            </a:r>
            <a:endParaRPr lang="en-US" sz="3200" dirty="0">
              <a:solidFill>
                <a:srgbClr val="17406D">
                  <a:lumMod val="50000"/>
                </a:srgbClr>
              </a:solidFill>
              <a:latin typeface="Bebas Neue" panose="020B0606020202050201" pitchFamily="34" charset="0"/>
              <a:cs typeface="+mn-cs"/>
            </a:endParaRPr>
          </a:p>
        </p:txBody>
      </p:sp>
      <p:sp>
        <p:nvSpPr>
          <p:cNvPr id="40" name="Oval 39"/>
          <p:cNvSpPr/>
          <p:nvPr/>
        </p:nvSpPr>
        <p:spPr>
          <a:xfrm>
            <a:off x="11040417" y="3452977"/>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ar-SA" sz="3200" b="1" dirty="0"/>
              <a:t>ج</a:t>
            </a:r>
            <a:endParaRPr lang="en-US" sz="3200" dirty="0">
              <a:solidFill>
                <a:prstClr val="white"/>
              </a:solidFill>
            </a:endParaRPr>
          </a:p>
        </p:txBody>
      </p:sp>
      <p:pic>
        <p:nvPicPr>
          <p:cNvPr id="46" name="Picture 4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729367" y="4782754"/>
            <a:ext cx="304800" cy="304800"/>
          </a:xfrm>
          <a:prstGeom prst="rect">
            <a:avLst/>
          </a:prstGeom>
        </p:spPr>
      </p:pic>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71641" y="1313753"/>
            <a:ext cx="5840903" cy="4744434"/>
          </a:xfrm>
          <a:prstGeom prst="rect">
            <a:avLst/>
          </a:prstGeom>
        </p:spPr>
      </p:pic>
      <p:pic>
        <p:nvPicPr>
          <p:cNvPr id="22" name="Picture 21"/>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0" y="3719560"/>
            <a:ext cx="1301931" cy="2338627"/>
          </a:xfrm>
          <a:prstGeom prst="rect">
            <a:avLst/>
          </a:prstGeom>
        </p:spPr>
      </p:pic>
      <p:sp>
        <p:nvSpPr>
          <p:cNvPr id="3" name="Rectangle 2"/>
          <p:cNvSpPr/>
          <p:nvPr/>
        </p:nvSpPr>
        <p:spPr>
          <a:xfrm>
            <a:off x="5908288" y="3244334"/>
            <a:ext cx="375424" cy="369332"/>
          </a:xfrm>
          <a:prstGeom prst="rect">
            <a:avLst/>
          </a:prstGeom>
        </p:spPr>
        <p:txBody>
          <a:bodyPr wrap="none">
            <a:spAutoFit/>
          </a:bodyPr>
          <a:lstStyle/>
          <a:p>
            <a:r>
              <a:rPr lang="ar-SA" b="1" dirty="0"/>
              <a:t>أ- </a:t>
            </a:r>
            <a:endParaRPr lang="en-US" dirty="0"/>
          </a:p>
        </p:txBody>
      </p:sp>
      <p:sp>
        <p:nvSpPr>
          <p:cNvPr id="1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8327981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fill="hold"/>
                                        <p:tgtEl>
                                          <p:spTgt spid="33"/>
                                        </p:tgtEl>
                                        <p:attrNameLst>
                                          <p:attrName>ppt_x</p:attrName>
                                        </p:attrNameLst>
                                      </p:cBhvr>
                                      <p:tavLst>
                                        <p:tav tm="0">
                                          <p:val>
                                            <p:strVal val="#ppt_x"/>
                                          </p:val>
                                        </p:tav>
                                        <p:tav tm="100000">
                                          <p:val>
                                            <p:strVal val="#ppt_x"/>
                                          </p:val>
                                        </p:tav>
                                      </p:tavLst>
                                    </p:anim>
                                    <p:anim calcmode="lin" valueType="num">
                                      <p:cBhvr additive="base">
                                        <p:cTn id="8" dur="500" fill="hold"/>
                                        <p:tgtEl>
                                          <p:spTgt spid="33"/>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37"/>
                                        </p:tgtEl>
                                        <p:attrNameLst>
                                          <p:attrName>style.visibility</p:attrName>
                                        </p:attrNameLst>
                                      </p:cBhvr>
                                      <p:to>
                                        <p:strVal val="visible"/>
                                      </p:to>
                                    </p:set>
                                    <p:anim calcmode="lin" valueType="num">
                                      <p:cBhvr additive="base">
                                        <p:cTn id="12" dur="500" fill="hold"/>
                                        <p:tgtEl>
                                          <p:spTgt spid="37"/>
                                        </p:tgtEl>
                                        <p:attrNameLst>
                                          <p:attrName>ppt_x</p:attrName>
                                        </p:attrNameLst>
                                      </p:cBhvr>
                                      <p:tavLst>
                                        <p:tav tm="0">
                                          <p:val>
                                            <p:strVal val="#ppt_x"/>
                                          </p:val>
                                        </p:tav>
                                        <p:tav tm="100000">
                                          <p:val>
                                            <p:strVal val="#ppt_x"/>
                                          </p:val>
                                        </p:tav>
                                      </p:tavLst>
                                    </p:anim>
                                    <p:anim calcmode="lin" valueType="num">
                                      <p:cBhvr additive="base">
                                        <p:cTn id="13" dur="500" fill="hold"/>
                                        <p:tgtEl>
                                          <p:spTgt spid="37"/>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40"/>
                                        </p:tgtEl>
                                        <p:attrNameLst>
                                          <p:attrName>style.visibility</p:attrName>
                                        </p:attrNameLst>
                                      </p:cBhvr>
                                      <p:to>
                                        <p:strVal val="visible"/>
                                      </p:to>
                                    </p:set>
                                    <p:anim calcmode="lin" valueType="num">
                                      <p:cBhvr additive="base">
                                        <p:cTn id="17" dur="500" fill="hold"/>
                                        <p:tgtEl>
                                          <p:spTgt spid="40"/>
                                        </p:tgtEl>
                                        <p:attrNameLst>
                                          <p:attrName>ppt_x</p:attrName>
                                        </p:attrNameLst>
                                      </p:cBhvr>
                                      <p:tavLst>
                                        <p:tav tm="0">
                                          <p:val>
                                            <p:strVal val="#ppt_x"/>
                                          </p:val>
                                        </p:tav>
                                        <p:tav tm="100000">
                                          <p:val>
                                            <p:strVal val="#ppt_x"/>
                                          </p:val>
                                        </p:tav>
                                      </p:tavLst>
                                    </p:anim>
                                    <p:anim calcmode="lin" valueType="num">
                                      <p:cBhvr additive="base">
                                        <p:cTn id="18" dur="500" fill="hold"/>
                                        <p:tgtEl>
                                          <p:spTgt spid="40"/>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46"/>
                                        </p:tgtEl>
                                        <p:attrNameLst>
                                          <p:attrName>style.visibility</p:attrName>
                                        </p:attrNameLst>
                                      </p:cBhvr>
                                      <p:to>
                                        <p:strVal val="visible"/>
                                      </p:to>
                                    </p:set>
                                    <p:anim calcmode="lin" valueType="num">
                                      <p:cBhvr additive="base">
                                        <p:cTn id="22" dur="500" fill="hold"/>
                                        <p:tgtEl>
                                          <p:spTgt spid="46"/>
                                        </p:tgtEl>
                                        <p:attrNameLst>
                                          <p:attrName>ppt_x</p:attrName>
                                        </p:attrNameLst>
                                      </p:cBhvr>
                                      <p:tavLst>
                                        <p:tav tm="0">
                                          <p:val>
                                            <p:strVal val="#ppt_x"/>
                                          </p:val>
                                        </p:tav>
                                        <p:tav tm="100000">
                                          <p:val>
                                            <p:strVal val="#ppt_x"/>
                                          </p:val>
                                        </p:tav>
                                      </p:tavLst>
                                    </p:anim>
                                    <p:anim calcmode="lin" valueType="num">
                                      <p:cBhvr additive="base">
                                        <p:cTn id="23"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7" grpId="0" animBg="1"/>
      <p:bldP spid="40"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0" y="0"/>
            <a:ext cx="4963886"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18" name="Rectangle 17"/>
          <p:cNvSpPr/>
          <p:nvPr/>
        </p:nvSpPr>
        <p:spPr>
          <a:xfrm>
            <a:off x="3899647" y="2124635"/>
            <a:ext cx="8292353" cy="3550024"/>
          </a:xfrm>
          <a:prstGeom prst="rect">
            <a:avLst/>
          </a:prstGeom>
          <a:solidFill>
            <a:srgbClr val="F58F20">
              <a:alpha val="6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20" name="TextBox 19"/>
          <p:cNvSpPr txBox="1"/>
          <p:nvPr/>
        </p:nvSpPr>
        <p:spPr>
          <a:xfrm>
            <a:off x="5122374" y="3237927"/>
            <a:ext cx="6911137" cy="1323439"/>
          </a:xfrm>
          <a:prstGeom prst="rect">
            <a:avLst/>
          </a:prstGeom>
          <a:noFill/>
        </p:spPr>
        <p:txBody>
          <a:bodyPr wrap="square" rtlCol="0">
            <a:spAutoFit/>
          </a:bodyPr>
          <a:lstStyle/>
          <a:p>
            <a:pPr marL="742950" indent="-742950" algn="ctr" rtl="1" fontAlgn="auto">
              <a:spcAft>
                <a:spcPts val="0"/>
              </a:spcAft>
              <a:buFont typeface="+mj-lt"/>
              <a:buAutoNum type="arabicPeriod" startAt="6"/>
              <a:defRPr/>
            </a:pPr>
            <a:r>
              <a:rPr lang="ar-SA" sz="4000" b="1" u="sng" dirty="0">
                <a:solidFill>
                  <a:schemeClr val="bg1"/>
                </a:solidFill>
              </a:rPr>
              <a:t>أغراض ودواعي استخدام الحاسب الآلي في العملية التعليمية</a:t>
            </a:r>
            <a:endParaRPr lang="en-US" sz="4000" b="1" u="sng" dirty="0">
              <a:solidFill>
                <a:schemeClr val="bg1"/>
              </a:solidFill>
            </a:endParaRPr>
          </a:p>
        </p:txBody>
      </p:sp>
      <p:sp>
        <p:nvSpPr>
          <p:cNvPr id="2" name="Footer Placeholder 1"/>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Tree>
    <p:extLst>
      <p:ext uri="{BB962C8B-B14F-4D97-AF65-F5344CB8AC3E}">
        <p14:creationId xmlns:p14="http://schemas.microsoft.com/office/powerpoint/2010/main" val="21282806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1000"/>
                            </p:stCondLst>
                            <p:childTnLst>
                              <p:par>
                                <p:cTn id="9" presetID="10" presetClass="entr" presetSubtype="0" fill="hold" grpId="0" nodeType="afterEffect">
                                  <p:stCondLst>
                                    <p:cond delay="50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2000"/>
                            </p:stCondLst>
                            <p:childTnLst>
                              <p:par>
                                <p:cTn id="13" presetID="10" presetClass="entr" presetSubtype="0" fill="hold" grpId="0" nodeType="afterEffect">
                                  <p:stCondLst>
                                    <p:cond delay="50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20"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495300" y="342866"/>
            <a:ext cx="12192000" cy="707886"/>
          </a:xfrm>
          <a:prstGeom prst="rect">
            <a:avLst/>
          </a:prstGeom>
          <a:noFill/>
        </p:spPr>
        <p:txBody>
          <a:bodyPr wrap="square" rtlCol="0">
            <a:spAutoFit/>
          </a:bodyPr>
          <a:lstStyle/>
          <a:p>
            <a:pPr algn="r" rtl="1"/>
            <a:r>
              <a:rPr lang="ar-SA" sz="4000" b="1" u="sng" dirty="0"/>
              <a:t>أغراض استخدام الحاسب الآلي:</a:t>
            </a:r>
            <a:endParaRPr lang="en-US" sz="4000" b="1" u="sng" dirty="0"/>
          </a:p>
        </p:txBody>
      </p:sp>
      <p:graphicFrame>
        <p:nvGraphicFramePr>
          <p:cNvPr id="2" name="Diagram 1"/>
          <p:cNvGraphicFramePr/>
          <p:nvPr>
            <p:extLst>
              <p:ext uri="{D42A27DB-BD31-4B8C-83A1-F6EECF244321}">
                <p14:modId xmlns:p14="http://schemas.microsoft.com/office/powerpoint/2010/main" val="3452498850"/>
              </p:ext>
            </p:extLst>
          </p:nvPr>
        </p:nvGraphicFramePr>
        <p:xfrm>
          <a:off x="1181100" y="1485900"/>
          <a:ext cx="8972549" cy="46590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4722589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495300" y="342866"/>
            <a:ext cx="12192000" cy="707886"/>
          </a:xfrm>
          <a:prstGeom prst="rect">
            <a:avLst/>
          </a:prstGeom>
          <a:noFill/>
        </p:spPr>
        <p:txBody>
          <a:bodyPr wrap="square" rtlCol="0">
            <a:spAutoFit/>
          </a:bodyPr>
          <a:lstStyle/>
          <a:p>
            <a:pPr algn="r" rtl="1"/>
            <a:r>
              <a:rPr lang="ar-SA" sz="4000" b="1" dirty="0"/>
              <a:t>أغراض استخدام الحاسب الآلي:</a:t>
            </a:r>
            <a:endParaRPr lang="en-US" sz="4000" b="1" dirty="0"/>
          </a:p>
        </p:txBody>
      </p:sp>
      <p:graphicFrame>
        <p:nvGraphicFramePr>
          <p:cNvPr id="2" name="Diagram 1"/>
          <p:cNvGraphicFramePr/>
          <p:nvPr>
            <p:extLst>
              <p:ext uri="{D42A27DB-BD31-4B8C-83A1-F6EECF244321}">
                <p14:modId xmlns:p14="http://schemas.microsoft.com/office/powerpoint/2010/main" val="2113984333"/>
              </p:ext>
            </p:extLst>
          </p:nvPr>
        </p:nvGraphicFramePr>
        <p:xfrm>
          <a:off x="1181100" y="1485900"/>
          <a:ext cx="8972549" cy="46590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14629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495300" y="342866"/>
            <a:ext cx="12192000" cy="707886"/>
          </a:xfrm>
          <a:prstGeom prst="rect">
            <a:avLst/>
          </a:prstGeom>
          <a:noFill/>
        </p:spPr>
        <p:txBody>
          <a:bodyPr wrap="square" rtlCol="0">
            <a:spAutoFit/>
          </a:bodyPr>
          <a:lstStyle/>
          <a:p>
            <a:pPr algn="r" rtl="1"/>
            <a:r>
              <a:rPr lang="ar-SA" sz="4000" b="1" dirty="0"/>
              <a:t>أغراض استخدام الحاسب الآلي:</a:t>
            </a:r>
            <a:endParaRPr lang="en-US" sz="4000" b="1" dirty="0"/>
          </a:p>
        </p:txBody>
      </p:sp>
      <p:graphicFrame>
        <p:nvGraphicFramePr>
          <p:cNvPr id="2" name="Diagram 1"/>
          <p:cNvGraphicFramePr/>
          <p:nvPr>
            <p:extLst>
              <p:ext uri="{D42A27DB-BD31-4B8C-83A1-F6EECF244321}">
                <p14:modId xmlns:p14="http://schemas.microsoft.com/office/powerpoint/2010/main" val="2170574606"/>
              </p:ext>
            </p:extLst>
          </p:nvPr>
        </p:nvGraphicFramePr>
        <p:xfrm>
          <a:off x="1181100" y="1485900"/>
          <a:ext cx="8972549" cy="46590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047248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495300" y="342866"/>
            <a:ext cx="12192000" cy="707886"/>
          </a:xfrm>
          <a:prstGeom prst="rect">
            <a:avLst/>
          </a:prstGeom>
          <a:noFill/>
        </p:spPr>
        <p:txBody>
          <a:bodyPr wrap="square" rtlCol="0">
            <a:spAutoFit/>
          </a:bodyPr>
          <a:lstStyle/>
          <a:p>
            <a:pPr algn="r" rtl="1"/>
            <a:r>
              <a:rPr lang="ar-SA" sz="4000" b="1" dirty="0"/>
              <a:t>أغراض استخدام الحاسب الآلي:</a:t>
            </a:r>
            <a:endParaRPr lang="en-US" sz="4000" b="1" dirty="0"/>
          </a:p>
        </p:txBody>
      </p:sp>
      <p:graphicFrame>
        <p:nvGraphicFramePr>
          <p:cNvPr id="2" name="Diagram 1"/>
          <p:cNvGraphicFramePr/>
          <p:nvPr>
            <p:extLst>
              <p:ext uri="{D42A27DB-BD31-4B8C-83A1-F6EECF244321}">
                <p14:modId xmlns:p14="http://schemas.microsoft.com/office/powerpoint/2010/main" val="3396280259"/>
              </p:ext>
            </p:extLst>
          </p:nvPr>
        </p:nvGraphicFramePr>
        <p:xfrm>
          <a:off x="1181100" y="1485900"/>
          <a:ext cx="8972549" cy="46590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6005234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495300" y="342866"/>
            <a:ext cx="12192000" cy="707886"/>
          </a:xfrm>
          <a:prstGeom prst="rect">
            <a:avLst/>
          </a:prstGeom>
          <a:noFill/>
        </p:spPr>
        <p:txBody>
          <a:bodyPr wrap="square" rtlCol="0">
            <a:spAutoFit/>
          </a:bodyPr>
          <a:lstStyle/>
          <a:p>
            <a:pPr algn="r" rtl="1"/>
            <a:r>
              <a:rPr lang="ar-SA" sz="4000" b="1" dirty="0"/>
              <a:t>أغراض استخدام الحاسب الآلي:</a:t>
            </a:r>
            <a:endParaRPr lang="en-US" sz="4000" b="1" dirty="0"/>
          </a:p>
        </p:txBody>
      </p:sp>
      <p:graphicFrame>
        <p:nvGraphicFramePr>
          <p:cNvPr id="2" name="Diagram 1"/>
          <p:cNvGraphicFramePr/>
          <p:nvPr>
            <p:extLst>
              <p:ext uri="{D42A27DB-BD31-4B8C-83A1-F6EECF244321}">
                <p14:modId xmlns:p14="http://schemas.microsoft.com/office/powerpoint/2010/main" val="3460559010"/>
              </p:ext>
            </p:extLst>
          </p:nvPr>
        </p:nvGraphicFramePr>
        <p:xfrm>
          <a:off x="1181100" y="1485900"/>
          <a:ext cx="8972549" cy="46590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3665519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821094" y="432803"/>
            <a:ext cx="10898155" cy="646331"/>
          </a:xfrm>
          <a:prstGeom prst="rect">
            <a:avLst/>
          </a:prstGeom>
          <a:noFill/>
        </p:spPr>
        <p:txBody>
          <a:bodyPr wrap="square" rtlCol="0">
            <a:spAutoFit/>
          </a:bodyPr>
          <a:lstStyle/>
          <a:p>
            <a:pPr algn="r" rtl="1" fontAlgn="auto">
              <a:spcBef>
                <a:spcPts val="0"/>
              </a:spcBef>
              <a:spcAft>
                <a:spcPts val="0"/>
              </a:spcAft>
            </a:pPr>
            <a:r>
              <a:rPr lang="ar-SA" sz="3600" b="1" u="sng" dirty="0"/>
              <a:t>أما عن دواعي وأسباب</a:t>
            </a:r>
            <a:r>
              <a:rPr lang="en-US" sz="3600" b="1" u="sng" dirty="0"/>
              <a:t> </a:t>
            </a:r>
            <a:r>
              <a:rPr lang="ar-SA" sz="3600" b="1" u="sng" dirty="0"/>
              <a:t>استخدام الحاسب الآلي في التدريس:</a:t>
            </a:r>
            <a:endParaRPr lang="en-US" sz="3600" b="1" u="sng" dirty="0">
              <a:solidFill>
                <a:srgbClr val="17406D">
                  <a:lumMod val="50000"/>
                </a:srgbClr>
              </a:solidFill>
              <a:latin typeface="Bebas Neue" panose="020B0606020202050201" pitchFamily="34" charset="0"/>
              <a:cs typeface="+mn-cs"/>
            </a:endParaRPr>
          </a:p>
        </p:txBody>
      </p:sp>
      <p:sp>
        <p:nvSpPr>
          <p:cNvPr id="3" name="Down Arrow Callout 2"/>
          <p:cNvSpPr/>
          <p:nvPr/>
        </p:nvSpPr>
        <p:spPr>
          <a:xfrm>
            <a:off x="0" y="1523332"/>
            <a:ext cx="12192000" cy="1463040"/>
          </a:xfrm>
          <a:prstGeom prst="downArrowCallou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Down Arrow Callout 22"/>
          <p:cNvSpPr/>
          <p:nvPr/>
        </p:nvSpPr>
        <p:spPr>
          <a:xfrm>
            <a:off x="0" y="3021932"/>
            <a:ext cx="12192000" cy="1463040"/>
          </a:xfrm>
          <a:prstGeom prst="downArrowCallou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4" name="Down Arrow Callout 23"/>
          <p:cNvSpPr/>
          <p:nvPr/>
        </p:nvSpPr>
        <p:spPr>
          <a:xfrm>
            <a:off x="0" y="4520532"/>
            <a:ext cx="12192000" cy="1463040"/>
          </a:xfrm>
          <a:prstGeom prst="downArrowCallo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6" name="TextBox 25"/>
          <p:cNvSpPr txBox="1"/>
          <p:nvPr/>
        </p:nvSpPr>
        <p:spPr>
          <a:xfrm>
            <a:off x="0" y="1672632"/>
            <a:ext cx="12192000" cy="523220"/>
          </a:xfrm>
          <a:prstGeom prst="rect">
            <a:avLst/>
          </a:prstGeom>
          <a:noFill/>
        </p:spPr>
        <p:txBody>
          <a:bodyPr wrap="square" rtlCol="0">
            <a:spAutoFit/>
          </a:bodyPr>
          <a:lstStyle/>
          <a:p>
            <a:pPr algn="ctr" rtl="1" fontAlgn="auto">
              <a:spcBef>
                <a:spcPts val="0"/>
              </a:spcBef>
              <a:spcAft>
                <a:spcPts val="0"/>
              </a:spcAft>
            </a:pPr>
            <a:r>
              <a:rPr lang="ar-JO" sz="2800" b="1" dirty="0">
                <a:solidFill>
                  <a:schemeClr val="bg1"/>
                </a:solidFill>
              </a:rPr>
              <a:t>إ</a:t>
            </a:r>
            <a:r>
              <a:rPr lang="ar-SA" sz="2800" b="1" dirty="0">
                <a:solidFill>
                  <a:schemeClr val="bg1"/>
                </a:solidFill>
              </a:rPr>
              <a:t>ن</a:t>
            </a:r>
            <a:r>
              <a:rPr lang="en-US" sz="2800" b="1" dirty="0">
                <a:solidFill>
                  <a:schemeClr val="bg1"/>
                </a:solidFill>
              </a:rPr>
              <a:t> </a:t>
            </a:r>
            <a:r>
              <a:rPr lang="ar-SA" sz="2800" b="1" dirty="0">
                <a:solidFill>
                  <a:schemeClr val="bg1"/>
                </a:solidFill>
              </a:rPr>
              <a:t>استخدام</a:t>
            </a:r>
            <a:r>
              <a:rPr lang="ar-JO" sz="2800" b="1" dirty="0">
                <a:solidFill>
                  <a:schemeClr val="bg1"/>
                </a:solidFill>
              </a:rPr>
              <a:t>ه</a:t>
            </a:r>
            <a:r>
              <a:rPr lang="en-US" sz="2800" b="1" dirty="0">
                <a:solidFill>
                  <a:schemeClr val="bg1"/>
                </a:solidFill>
              </a:rPr>
              <a:t> </a:t>
            </a:r>
            <a:r>
              <a:rPr lang="ar-SA" sz="2800" b="1" dirty="0">
                <a:solidFill>
                  <a:schemeClr val="bg1"/>
                </a:solidFill>
              </a:rPr>
              <a:t>يخدم أهداف تعزيز</a:t>
            </a:r>
            <a:r>
              <a:rPr lang="en-US" sz="2800" b="1" dirty="0">
                <a:solidFill>
                  <a:schemeClr val="bg1"/>
                </a:solidFill>
              </a:rPr>
              <a:t> </a:t>
            </a:r>
            <a:r>
              <a:rPr lang="ar-SA" sz="2800" b="1" dirty="0">
                <a:solidFill>
                  <a:schemeClr val="bg1"/>
                </a:solidFill>
              </a:rPr>
              <a:t>التعليم</a:t>
            </a:r>
            <a:r>
              <a:rPr lang="en-US" sz="2800" b="1" dirty="0">
                <a:solidFill>
                  <a:schemeClr val="bg1"/>
                </a:solidFill>
              </a:rPr>
              <a:t> </a:t>
            </a:r>
            <a:r>
              <a:rPr lang="ar-SA" sz="2800" b="1" dirty="0">
                <a:solidFill>
                  <a:schemeClr val="bg1"/>
                </a:solidFill>
              </a:rPr>
              <a:t>الذاتي مما يساعد المعلم في مراعاة الفروق الفردية</a:t>
            </a:r>
            <a:endParaRPr lang="en-US" sz="2800" b="1" dirty="0">
              <a:solidFill>
                <a:schemeClr val="bg1"/>
              </a:solidFill>
              <a:latin typeface="Bebas Neue" panose="020B0606020202050201" pitchFamily="34" charset="0"/>
              <a:cs typeface="+mn-cs"/>
            </a:endParaRPr>
          </a:p>
        </p:txBody>
      </p:sp>
      <p:sp>
        <p:nvSpPr>
          <p:cNvPr id="34" name="TextBox 33"/>
          <p:cNvSpPr txBox="1"/>
          <p:nvPr/>
        </p:nvSpPr>
        <p:spPr>
          <a:xfrm>
            <a:off x="174171" y="3202835"/>
            <a:ext cx="12192000" cy="523220"/>
          </a:xfrm>
          <a:prstGeom prst="rect">
            <a:avLst/>
          </a:prstGeom>
          <a:noFill/>
        </p:spPr>
        <p:txBody>
          <a:bodyPr wrap="square" rtlCol="0">
            <a:spAutoFit/>
          </a:bodyPr>
          <a:lstStyle/>
          <a:p>
            <a:pPr algn="ctr" rtl="1" fontAlgn="auto">
              <a:spcBef>
                <a:spcPts val="0"/>
              </a:spcBef>
              <a:spcAft>
                <a:spcPts val="0"/>
              </a:spcAft>
            </a:pPr>
            <a:r>
              <a:rPr lang="en-US" sz="2800" b="1" dirty="0">
                <a:solidFill>
                  <a:schemeClr val="bg1"/>
                </a:solidFill>
              </a:rPr>
              <a:t> </a:t>
            </a:r>
            <a:r>
              <a:rPr lang="ar-SA" sz="2800" b="1" dirty="0">
                <a:solidFill>
                  <a:schemeClr val="bg1"/>
                </a:solidFill>
              </a:rPr>
              <a:t>يمكن للحاسوب</a:t>
            </a:r>
            <a:r>
              <a:rPr lang="ar-JO" sz="2800" b="1" dirty="0">
                <a:solidFill>
                  <a:schemeClr val="bg1"/>
                </a:solidFill>
              </a:rPr>
              <a:t> أن يقوم</a:t>
            </a:r>
            <a:r>
              <a:rPr lang="en-US" sz="2800" b="1" dirty="0">
                <a:solidFill>
                  <a:schemeClr val="bg1"/>
                </a:solidFill>
              </a:rPr>
              <a:t> </a:t>
            </a:r>
            <a:r>
              <a:rPr lang="ar-SA" sz="2800" b="1" dirty="0">
                <a:solidFill>
                  <a:schemeClr val="bg1"/>
                </a:solidFill>
              </a:rPr>
              <a:t>بدور الوسائل التعليمية في تقديم الصور الشفافة والافلام والتسجيلات الصوتية</a:t>
            </a:r>
            <a:endParaRPr lang="en-US" sz="2800" b="1" dirty="0">
              <a:solidFill>
                <a:schemeClr val="bg1"/>
              </a:solidFill>
              <a:latin typeface="Bebas Neue" panose="020B0606020202050201" pitchFamily="34" charset="0"/>
              <a:cs typeface="+mn-cs"/>
            </a:endParaRPr>
          </a:p>
        </p:txBody>
      </p:sp>
      <p:sp>
        <p:nvSpPr>
          <p:cNvPr id="36" name="TextBox 35"/>
          <p:cNvSpPr txBox="1"/>
          <p:nvPr/>
        </p:nvSpPr>
        <p:spPr>
          <a:xfrm>
            <a:off x="0" y="4745197"/>
            <a:ext cx="12192000" cy="523220"/>
          </a:xfrm>
          <a:prstGeom prst="rect">
            <a:avLst/>
          </a:prstGeom>
          <a:noFill/>
        </p:spPr>
        <p:txBody>
          <a:bodyPr wrap="square" rtlCol="0">
            <a:spAutoFit/>
          </a:bodyPr>
          <a:lstStyle/>
          <a:p>
            <a:pPr algn="ctr" fontAlgn="auto">
              <a:spcBef>
                <a:spcPts val="0"/>
              </a:spcBef>
              <a:spcAft>
                <a:spcPts val="0"/>
              </a:spcAft>
            </a:pPr>
            <a:r>
              <a:rPr lang="ar-SA" sz="2800" b="1" dirty="0">
                <a:solidFill>
                  <a:schemeClr val="bg1"/>
                </a:solidFill>
              </a:rPr>
              <a:t>المقدرة على تحقيق الاهداف التعليمية الخاصة بالمهارات، كمهارات التعلم ومهارات حل المشكلات</a:t>
            </a:r>
            <a:r>
              <a:rPr lang="en-US" sz="2800" b="1" dirty="0">
                <a:solidFill>
                  <a:schemeClr val="bg1"/>
                </a:solidFill>
              </a:rPr>
              <a:t>.</a:t>
            </a:r>
            <a:endParaRPr lang="en-US" sz="2800" b="1" dirty="0">
              <a:solidFill>
                <a:schemeClr val="bg1"/>
              </a:solidFill>
              <a:latin typeface="Bebas Neue" panose="020B0606020202050201" pitchFamily="34" charset="0"/>
              <a:cs typeface="+mn-cs"/>
            </a:endParaRPr>
          </a:p>
        </p:txBody>
      </p:sp>
      <p:sp>
        <p:nvSpPr>
          <p:cNvPr id="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7265489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anim calcmode="lin" valueType="num">
                                      <p:cBhvr>
                                        <p:cTn id="8" dur="500" fill="hold"/>
                                        <p:tgtEl>
                                          <p:spTgt spid="3"/>
                                        </p:tgtEl>
                                        <p:attrNameLst>
                                          <p:attrName>ppt_x</p:attrName>
                                        </p:attrNameLst>
                                      </p:cBhvr>
                                      <p:tavLst>
                                        <p:tav tm="0">
                                          <p:val>
                                            <p:strVal val="#ppt_x"/>
                                          </p:val>
                                        </p:tav>
                                        <p:tav tm="100000">
                                          <p:val>
                                            <p:strVal val="#ppt_x"/>
                                          </p:val>
                                        </p:tav>
                                      </p:tavLst>
                                    </p:anim>
                                    <p:anim calcmode="lin" valueType="num">
                                      <p:cBhvr>
                                        <p:cTn id="9" dur="500" fill="hold"/>
                                        <p:tgtEl>
                                          <p:spTgt spid="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anim calcmode="lin" valueType="num">
                                      <p:cBhvr>
                                        <p:cTn id="14" dur="500" fill="hold"/>
                                        <p:tgtEl>
                                          <p:spTgt spid="26"/>
                                        </p:tgtEl>
                                        <p:attrNameLst>
                                          <p:attrName>ppt_x</p:attrName>
                                        </p:attrNameLst>
                                      </p:cBhvr>
                                      <p:tavLst>
                                        <p:tav tm="0">
                                          <p:val>
                                            <p:strVal val="#ppt_x"/>
                                          </p:val>
                                        </p:tav>
                                        <p:tav tm="100000">
                                          <p:val>
                                            <p:strVal val="#ppt_x"/>
                                          </p:val>
                                        </p:tav>
                                      </p:tavLst>
                                    </p:anim>
                                    <p:anim calcmode="lin" valueType="num">
                                      <p:cBhvr>
                                        <p:cTn id="15" dur="500" fill="hold"/>
                                        <p:tgtEl>
                                          <p:spTgt spid="26"/>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anim calcmode="lin" valueType="num">
                                      <p:cBhvr>
                                        <p:cTn id="20" dur="500" fill="hold"/>
                                        <p:tgtEl>
                                          <p:spTgt spid="23"/>
                                        </p:tgtEl>
                                        <p:attrNameLst>
                                          <p:attrName>ppt_x</p:attrName>
                                        </p:attrNameLst>
                                      </p:cBhvr>
                                      <p:tavLst>
                                        <p:tav tm="0">
                                          <p:val>
                                            <p:strVal val="#ppt_x"/>
                                          </p:val>
                                        </p:tav>
                                        <p:tav tm="100000">
                                          <p:val>
                                            <p:strVal val="#ppt_x"/>
                                          </p:val>
                                        </p:tav>
                                      </p:tavLst>
                                    </p:anim>
                                    <p:anim calcmode="lin" valueType="num">
                                      <p:cBhvr>
                                        <p:cTn id="21" dur="500" fill="hold"/>
                                        <p:tgtEl>
                                          <p:spTgt spid="23"/>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grpId="0" nodeType="after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fade">
                                      <p:cBhvr>
                                        <p:cTn id="25" dur="500"/>
                                        <p:tgtEl>
                                          <p:spTgt spid="34"/>
                                        </p:tgtEl>
                                      </p:cBhvr>
                                    </p:animEffect>
                                    <p:anim calcmode="lin" valueType="num">
                                      <p:cBhvr>
                                        <p:cTn id="26" dur="500" fill="hold"/>
                                        <p:tgtEl>
                                          <p:spTgt spid="34"/>
                                        </p:tgtEl>
                                        <p:attrNameLst>
                                          <p:attrName>ppt_x</p:attrName>
                                        </p:attrNameLst>
                                      </p:cBhvr>
                                      <p:tavLst>
                                        <p:tav tm="0">
                                          <p:val>
                                            <p:strVal val="#ppt_x"/>
                                          </p:val>
                                        </p:tav>
                                        <p:tav tm="100000">
                                          <p:val>
                                            <p:strVal val="#ppt_x"/>
                                          </p:val>
                                        </p:tav>
                                      </p:tavLst>
                                    </p:anim>
                                    <p:anim calcmode="lin" valueType="num">
                                      <p:cBhvr>
                                        <p:cTn id="27" dur="500" fill="hold"/>
                                        <p:tgtEl>
                                          <p:spTgt spid="34"/>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grpId="0" nodeType="afterEffect">
                                  <p:stCondLst>
                                    <p:cond delay="0"/>
                                  </p:stCondLst>
                                  <p:childTnLst>
                                    <p:set>
                                      <p:cBhvr>
                                        <p:cTn id="30" dur="1" fill="hold">
                                          <p:stCondLst>
                                            <p:cond delay="0"/>
                                          </p:stCondLst>
                                        </p:cTn>
                                        <p:tgtEl>
                                          <p:spTgt spid="36"/>
                                        </p:tgtEl>
                                        <p:attrNameLst>
                                          <p:attrName>style.visibility</p:attrName>
                                        </p:attrNameLst>
                                      </p:cBhvr>
                                      <p:to>
                                        <p:strVal val="visible"/>
                                      </p:to>
                                    </p:set>
                                    <p:animEffect transition="in" filter="fade">
                                      <p:cBhvr>
                                        <p:cTn id="31" dur="500"/>
                                        <p:tgtEl>
                                          <p:spTgt spid="36"/>
                                        </p:tgtEl>
                                      </p:cBhvr>
                                    </p:animEffect>
                                    <p:anim calcmode="lin" valueType="num">
                                      <p:cBhvr>
                                        <p:cTn id="32" dur="500" fill="hold"/>
                                        <p:tgtEl>
                                          <p:spTgt spid="36"/>
                                        </p:tgtEl>
                                        <p:attrNameLst>
                                          <p:attrName>ppt_x</p:attrName>
                                        </p:attrNameLst>
                                      </p:cBhvr>
                                      <p:tavLst>
                                        <p:tav tm="0">
                                          <p:val>
                                            <p:strVal val="#ppt_x"/>
                                          </p:val>
                                        </p:tav>
                                        <p:tav tm="100000">
                                          <p:val>
                                            <p:strVal val="#ppt_x"/>
                                          </p:val>
                                        </p:tav>
                                      </p:tavLst>
                                    </p:anim>
                                    <p:anim calcmode="lin" valueType="num">
                                      <p:cBhvr>
                                        <p:cTn id="33" dur="500" fill="hold"/>
                                        <p:tgtEl>
                                          <p:spTgt spid="36"/>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grpId="0" nodeType="after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anim calcmode="lin" valueType="num">
                                      <p:cBhvr>
                                        <p:cTn id="38" dur="500" fill="hold"/>
                                        <p:tgtEl>
                                          <p:spTgt spid="24"/>
                                        </p:tgtEl>
                                        <p:attrNameLst>
                                          <p:attrName>ppt_x</p:attrName>
                                        </p:attrNameLst>
                                      </p:cBhvr>
                                      <p:tavLst>
                                        <p:tav tm="0">
                                          <p:val>
                                            <p:strVal val="#ppt_x"/>
                                          </p:val>
                                        </p:tav>
                                        <p:tav tm="100000">
                                          <p:val>
                                            <p:strVal val="#ppt_x"/>
                                          </p:val>
                                        </p:tav>
                                      </p:tavLst>
                                    </p:anim>
                                    <p:anim calcmode="lin" valueType="num">
                                      <p:cBhvr>
                                        <p:cTn id="39" dur="500" fill="hold"/>
                                        <p:tgtEl>
                                          <p:spTgt spid="2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3" grpId="0" animBg="1"/>
      <p:bldP spid="24" grpId="0" animBg="1"/>
      <p:bldP spid="26" grpId="0"/>
      <p:bldP spid="34" grpId="0"/>
      <p:bldP spid="36"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821094" y="432803"/>
            <a:ext cx="10898155" cy="646331"/>
          </a:xfrm>
          <a:prstGeom prst="rect">
            <a:avLst/>
          </a:prstGeom>
          <a:noFill/>
        </p:spPr>
        <p:txBody>
          <a:bodyPr wrap="square" rtlCol="0">
            <a:spAutoFit/>
          </a:bodyPr>
          <a:lstStyle/>
          <a:p>
            <a:pPr algn="r" rtl="1" fontAlgn="auto">
              <a:spcBef>
                <a:spcPts val="0"/>
              </a:spcBef>
              <a:spcAft>
                <a:spcPts val="0"/>
              </a:spcAft>
            </a:pPr>
            <a:r>
              <a:rPr lang="ar-SA" sz="3600" b="1" dirty="0"/>
              <a:t>أما عن دواعي وأسباب</a:t>
            </a:r>
            <a:r>
              <a:rPr lang="en-US" sz="3600" b="1" dirty="0"/>
              <a:t> </a:t>
            </a:r>
            <a:r>
              <a:rPr lang="ar-SA" sz="3600" b="1" dirty="0"/>
              <a:t>استخدام الحاسب الآلي في التدريس:</a:t>
            </a:r>
            <a:endParaRPr lang="en-US" sz="3600" b="1" dirty="0">
              <a:solidFill>
                <a:srgbClr val="17406D">
                  <a:lumMod val="50000"/>
                </a:srgbClr>
              </a:solidFill>
              <a:latin typeface="Bebas Neue" panose="020B0606020202050201" pitchFamily="34" charset="0"/>
              <a:cs typeface="+mn-cs"/>
            </a:endParaRPr>
          </a:p>
        </p:txBody>
      </p:sp>
      <p:sp>
        <p:nvSpPr>
          <p:cNvPr id="3" name="Down Arrow Callout 2"/>
          <p:cNvSpPr/>
          <p:nvPr/>
        </p:nvSpPr>
        <p:spPr>
          <a:xfrm>
            <a:off x="0" y="1523332"/>
            <a:ext cx="12192000" cy="1463040"/>
          </a:xfrm>
          <a:prstGeom prst="downArrowCallou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Down Arrow Callout 22"/>
          <p:cNvSpPr/>
          <p:nvPr/>
        </p:nvSpPr>
        <p:spPr>
          <a:xfrm>
            <a:off x="0" y="3021932"/>
            <a:ext cx="12192000" cy="1463040"/>
          </a:xfrm>
          <a:prstGeom prst="downArrowCallou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4" name="Down Arrow Callout 23"/>
          <p:cNvSpPr/>
          <p:nvPr/>
        </p:nvSpPr>
        <p:spPr>
          <a:xfrm>
            <a:off x="0" y="4520532"/>
            <a:ext cx="12192000" cy="1463040"/>
          </a:xfrm>
          <a:prstGeom prst="downArrowCallo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6" name="TextBox 25"/>
          <p:cNvSpPr txBox="1"/>
          <p:nvPr/>
        </p:nvSpPr>
        <p:spPr>
          <a:xfrm>
            <a:off x="0" y="1672632"/>
            <a:ext cx="12192000" cy="523220"/>
          </a:xfrm>
          <a:prstGeom prst="rect">
            <a:avLst/>
          </a:prstGeom>
          <a:noFill/>
        </p:spPr>
        <p:txBody>
          <a:bodyPr wrap="square" rtlCol="0">
            <a:spAutoFit/>
          </a:bodyPr>
          <a:lstStyle/>
          <a:p>
            <a:pPr algn="ctr" rtl="1" fontAlgn="auto">
              <a:spcBef>
                <a:spcPts val="0"/>
              </a:spcBef>
              <a:spcAft>
                <a:spcPts val="0"/>
              </a:spcAft>
            </a:pPr>
            <a:r>
              <a:rPr lang="en-US" sz="2800" b="1" dirty="0">
                <a:solidFill>
                  <a:schemeClr val="bg1"/>
                </a:solidFill>
              </a:rPr>
              <a:t> </a:t>
            </a:r>
            <a:r>
              <a:rPr lang="ar-SA" sz="2800" b="1" dirty="0">
                <a:solidFill>
                  <a:schemeClr val="bg1"/>
                </a:solidFill>
              </a:rPr>
              <a:t>مقدرته العالية على جذب انتباه الطلبة</a:t>
            </a:r>
            <a:endParaRPr lang="en-US" sz="2800" b="1" dirty="0">
              <a:solidFill>
                <a:schemeClr val="bg1"/>
              </a:solidFill>
              <a:latin typeface="Bebas Neue" panose="020B0606020202050201" pitchFamily="34" charset="0"/>
              <a:cs typeface="+mn-cs"/>
            </a:endParaRPr>
          </a:p>
        </p:txBody>
      </p:sp>
      <p:sp>
        <p:nvSpPr>
          <p:cNvPr id="34" name="TextBox 33"/>
          <p:cNvSpPr txBox="1"/>
          <p:nvPr/>
        </p:nvSpPr>
        <p:spPr>
          <a:xfrm>
            <a:off x="174171" y="3202835"/>
            <a:ext cx="12192000" cy="523220"/>
          </a:xfrm>
          <a:prstGeom prst="rect">
            <a:avLst/>
          </a:prstGeom>
          <a:noFill/>
        </p:spPr>
        <p:txBody>
          <a:bodyPr wrap="square" rtlCol="0">
            <a:spAutoFit/>
          </a:bodyPr>
          <a:lstStyle/>
          <a:p>
            <a:pPr algn="ctr" rtl="1" fontAlgn="auto">
              <a:spcBef>
                <a:spcPts val="0"/>
              </a:spcBef>
              <a:spcAft>
                <a:spcPts val="0"/>
              </a:spcAft>
            </a:pPr>
            <a:r>
              <a:rPr lang="ar-SA" sz="2800" b="1" dirty="0">
                <a:solidFill>
                  <a:schemeClr val="bg1"/>
                </a:solidFill>
              </a:rPr>
              <a:t>استخدامه يساعد في تفريغ المعلم للقيام بالواجبات التربوية الأخرى إضافة إلى التعليم</a:t>
            </a:r>
            <a:endParaRPr lang="en-US" sz="2800" b="1" dirty="0">
              <a:solidFill>
                <a:schemeClr val="bg1"/>
              </a:solidFill>
              <a:latin typeface="Bebas Neue" panose="020B0606020202050201" pitchFamily="34" charset="0"/>
              <a:cs typeface="+mn-cs"/>
            </a:endParaRPr>
          </a:p>
        </p:txBody>
      </p:sp>
      <p:sp>
        <p:nvSpPr>
          <p:cNvPr id="36" name="TextBox 35"/>
          <p:cNvSpPr txBox="1"/>
          <p:nvPr/>
        </p:nvSpPr>
        <p:spPr>
          <a:xfrm>
            <a:off x="0" y="4745197"/>
            <a:ext cx="12192000" cy="523220"/>
          </a:xfrm>
          <a:prstGeom prst="rect">
            <a:avLst/>
          </a:prstGeom>
          <a:noFill/>
        </p:spPr>
        <p:txBody>
          <a:bodyPr wrap="square" rtlCol="0">
            <a:spAutoFit/>
          </a:bodyPr>
          <a:lstStyle/>
          <a:p>
            <a:pPr algn="ctr" fontAlgn="auto">
              <a:spcBef>
                <a:spcPts val="0"/>
              </a:spcBef>
              <a:spcAft>
                <a:spcPts val="0"/>
              </a:spcAft>
            </a:pPr>
            <a:r>
              <a:rPr lang="en-US" sz="2800" b="1" dirty="0">
                <a:solidFill>
                  <a:schemeClr val="bg1"/>
                </a:solidFill>
              </a:rPr>
              <a:t> </a:t>
            </a:r>
            <a:r>
              <a:rPr lang="ar-SA" sz="2800" b="1" dirty="0">
                <a:solidFill>
                  <a:schemeClr val="bg1"/>
                </a:solidFill>
              </a:rPr>
              <a:t>إعداد البرامج التي تتفق وحاجة الطلاب بسهولة ويسر</a:t>
            </a:r>
            <a:endParaRPr lang="en-US" sz="2800" b="1" dirty="0">
              <a:solidFill>
                <a:schemeClr val="bg1"/>
              </a:solidFill>
              <a:latin typeface="Bebas Neue" panose="020B0606020202050201" pitchFamily="34" charset="0"/>
              <a:cs typeface="+mn-cs"/>
            </a:endParaRPr>
          </a:p>
        </p:txBody>
      </p:sp>
      <p:sp>
        <p:nvSpPr>
          <p:cNvPr id="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850002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anim calcmode="lin" valueType="num">
                                      <p:cBhvr>
                                        <p:cTn id="8" dur="500" fill="hold"/>
                                        <p:tgtEl>
                                          <p:spTgt spid="3"/>
                                        </p:tgtEl>
                                        <p:attrNameLst>
                                          <p:attrName>ppt_x</p:attrName>
                                        </p:attrNameLst>
                                      </p:cBhvr>
                                      <p:tavLst>
                                        <p:tav tm="0">
                                          <p:val>
                                            <p:strVal val="#ppt_x"/>
                                          </p:val>
                                        </p:tav>
                                        <p:tav tm="100000">
                                          <p:val>
                                            <p:strVal val="#ppt_x"/>
                                          </p:val>
                                        </p:tav>
                                      </p:tavLst>
                                    </p:anim>
                                    <p:anim calcmode="lin" valueType="num">
                                      <p:cBhvr>
                                        <p:cTn id="9" dur="500" fill="hold"/>
                                        <p:tgtEl>
                                          <p:spTgt spid="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anim calcmode="lin" valueType="num">
                                      <p:cBhvr>
                                        <p:cTn id="14" dur="500" fill="hold"/>
                                        <p:tgtEl>
                                          <p:spTgt spid="26"/>
                                        </p:tgtEl>
                                        <p:attrNameLst>
                                          <p:attrName>ppt_x</p:attrName>
                                        </p:attrNameLst>
                                      </p:cBhvr>
                                      <p:tavLst>
                                        <p:tav tm="0">
                                          <p:val>
                                            <p:strVal val="#ppt_x"/>
                                          </p:val>
                                        </p:tav>
                                        <p:tav tm="100000">
                                          <p:val>
                                            <p:strVal val="#ppt_x"/>
                                          </p:val>
                                        </p:tav>
                                      </p:tavLst>
                                    </p:anim>
                                    <p:anim calcmode="lin" valueType="num">
                                      <p:cBhvr>
                                        <p:cTn id="15" dur="500" fill="hold"/>
                                        <p:tgtEl>
                                          <p:spTgt spid="26"/>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anim calcmode="lin" valueType="num">
                                      <p:cBhvr>
                                        <p:cTn id="20" dur="500" fill="hold"/>
                                        <p:tgtEl>
                                          <p:spTgt spid="23"/>
                                        </p:tgtEl>
                                        <p:attrNameLst>
                                          <p:attrName>ppt_x</p:attrName>
                                        </p:attrNameLst>
                                      </p:cBhvr>
                                      <p:tavLst>
                                        <p:tav tm="0">
                                          <p:val>
                                            <p:strVal val="#ppt_x"/>
                                          </p:val>
                                        </p:tav>
                                        <p:tav tm="100000">
                                          <p:val>
                                            <p:strVal val="#ppt_x"/>
                                          </p:val>
                                        </p:tav>
                                      </p:tavLst>
                                    </p:anim>
                                    <p:anim calcmode="lin" valueType="num">
                                      <p:cBhvr>
                                        <p:cTn id="21" dur="500" fill="hold"/>
                                        <p:tgtEl>
                                          <p:spTgt spid="23"/>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grpId="0" nodeType="after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fade">
                                      <p:cBhvr>
                                        <p:cTn id="25" dur="500"/>
                                        <p:tgtEl>
                                          <p:spTgt spid="34"/>
                                        </p:tgtEl>
                                      </p:cBhvr>
                                    </p:animEffect>
                                    <p:anim calcmode="lin" valueType="num">
                                      <p:cBhvr>
                                        <p:cTn id="26" dur="500" fill="hold"/>
                                        <p:tgtEl>
                                          <p:spTgt spid="34"/>
                                        </p:tgtEl>
                                        <p:attrNameLst>
                                          <p:attrName>ppt_x</p:attrName>
                                        </p:attrNameLst>
                                      </p:cBhvr>
                                      <p:tavLst>
                                        <p:tav tm="0">
                                          <p:val>
                                            <p:strVal val="#ppt_x"/>
                                          </p:val>
                                        </p:tav>
                                        <p:tav tm="100000">
                                          <p:val>
                                            <p:strVal val="#ppt_x"/>
                                          </p:val>
                                        </p:tav>
                                      </p:tavLst>
                                    </p:anim>
                                    <p:anim calcmode="lin" valueType="num">
                                      <p:cBhvr>
                                        <p:cTn id="27" dur="500" fill="hold"/>
                                        <p:tgtEl>
                                          <p:spTgt spid="34"/>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grpId="0" nodeType="afterEffect">
                                  <p:stCondLst>
                                    <p:cond delay="0"/>
                                  </p:stCondLst>
                                  <p:childTnLst>
                                    <p:set>
                                      <p:cBhvr>
                                        <p:cTn id="30" dur="1" fill="hold">
                                          <p:stCondLst>
                                            <p:cond delay="0"/>
                                          </p:stCondLst>
                                        </p:cTn>
                                        <p:tgtEl>
                                          <p:spTgt spid="36"/>
                                        </p:tgtEl>
                                        <p:attrNameLst>
                                          <p:attrName>style.visibility</p:attrName>
                                        </p:attrNameLst>
                                      </p:cBhvr>
                                      <p:to>
                                        <p:strVal val="visible"/>
                                      </p:to>
                                    </p:set>
                                    <p:animEffect transition="in" filter="fade">
                                      <p:cBhvr>
                                        <p:cTn id="31" dur="500"/>
                                        <p:tgtEl>
                                          <p:spTgt spid="36"/>
                                        </p:tgtEl>
                                      </p:cBhvr>
                                    </p:animEffect>
                                    <p:anim calcmode="lin" valueType="num">
                                      <p:cBhvr>
                                        <p:cTn id="32" dur="500" fill="hold"/>
                                        <p:tgtEl>
                                          <p:spTgt spid="36"/>
                                        </p:tgtEl>
                                        <p:attrNameLst>
                                          <p:attrName>ppt_x</p:attrName>
                                        </p:attrNameLst>
                                      </p:cBhvr>
                                      <p:tavLst>
                                        <p:tav tm="0">
                                          <p:val>
                                            <p:strVal val="#ppt_x"/>
                                          </p:val>
                                        </p:tav>
                                        <p:tav tm="100000">
                                          <p:val>
                                            <p:strVal val="#ppt_x"/>
                                          </p:val>
                                        </p:tav>
                                      </p:tavLst>
                                    </p:anim>
                                    <p:anim calcmode="lin" valueType="num">
                                      <p:cBhvr>
                                        <p:cTn id="33" dur="500" fill="hold"/>
                                        <p:tgtEl>
                                          <p:spTgt spid="36"/>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grpId="0" nodeType="after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anim calcmode="lin" valueType="num">
                                      <p:cBhvr>
                                        <p:cTn id="38" dur="500" fill="hold"/>
                                        <p:tgtEl>
                                          <p:spTgt spid="24"/>
                                        </p:tgtEl>
                                        <p:attrNameLst>
                                          <p:attrName>ppt_x</p:attrName>
                                        </p:attrNameLst>
                                      </p:cBhvr>
                                      <p:tavLst>
                                        <p:tav tm="0">
                                          <p:val>
                                            <p:strVal val="#ppt_x"/>
                                          </p:val>
                                        </p:tav>
                                        <p:tav tm="100000">
                                          <p:val>
                                            <p:strVal val="#ppt_x"/>
                                          </p:val>
                                        </p:tav>
                                      </p:tavLst>
                                    </p:anim>
                                    <p:anim calcmode="lin" valueType="num">
                                      <p:cBhvr>
                                        <p:cTn id="39" dur="500" fill="hold"/>
                                        <p:tgtEl>
                                          <p:spTgt spid="2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3" grpId="0" animBg="1"/>
      <p:bldP spid="24" grpId="0" animBg="1"/>
      <p:bldP spid="26" grpId="0"/>
      <p:bldP spid="34" grpId="0"/>
      <p:bldP spid="36"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821094" y="432803"/>
            <a:ext cx="10898155" cy="646331"/>
          </a:xfrm>
          <a:prstGeom prst="rect">
            <a:avLst/>
          </a:prstGeom>
          <a:noFill/>
        </p:spPr>
        <p:txBody>
          <a:bodyPr wrap="square" rtlCol="0">
            <a:spAutoFit/>
          </a:bodyPr>
          <a:lstStyle/>
          <a:p>
            <a:pPr algn="r" rtl="1" fontAlgn="auto">
              <a:spcBef>
                <a:spcPts val="0"/>
              </a:spcBef>
              <a:spcAft>
                <a:spcPts val="0"/>
              </a:spcAft>
            </a:pPr>
            <a:r>
              <a:rPr lang="ar-SA" sz="3600" b="1" dirty="0"/>
              <a:t>أما عن دواعي وأسباب</a:t>
            </a:r>
            <a:r>
              <a:rPr lang="en-US" sz="3600" b="1" dirty="0"/>
              <a:t> </a:t>
            </a:r>
            <a:r>
              <a:rPr lang="ar-SA" sz="3600" b="1" dirty="0"/>
              <a:t>استخدام الحاسب الآلي في التدريس:</a:t>
            </a:r>
            <a:endParaRPr lang="en-US" sz="3600" b="1" dirty="0">
              <a:solidFill>
                <a:srgbClr val="17406D">
                  <a:lumMod val="50000"/>
                </a:srgbClr>
              </a:solidFill>
              <a:latin typeface="Bebas Neue" panose="020B0606020202050201" pitchFamily="34" charset="0"/>
              <a:cs typeface="+mn-cs"/>
            </a:endParaRPr>
          </a:p>
        </p:txBody>
      </p:sp>
      <p:sp>
        <p:nvSpPr>
          <p:cNvPr id="3" name="Down Arrow Callout 2"/>
          <p:cNvSpPr/>
          <p:nvPr/>
        </p:nvSpPr>
        <p:spPr>
          <a:xfrm>
            <a:off x="0" y="1523332"/>
            <a:ext cx="12192000" cy="1463040"/>
          </a:xfrm>
          <a:prstGeom prst="downArrowCallou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Down Arrow Callout 22"/>
          <p:cNvSpPr/>
          <p:nvPr/>
        </p:nvSpPr>
        <p:spPr>
          <a:xfrm>
            <a:off x="0" y="3021932"/>
            <a:ext cx="12192000" cy="1463040"/>
          </a:xfrm>
          <a:prstGeom prst="downArrowCallou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4" name="Down Arrow Callout 23"/>
          <p:cNvSpPr/>
          <p:nvPr/>
        </p:nvSpPr>
        <p:spPr>
          <a:xfrm>
            <a:off x="0" y="4520532"/>
            <a:ext cx="12192000" cy="1463040"/>
          </a:xfrm>
          <a:prstGeom prst="downArrowCallo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6" name="TextBox 25"/>
          <p:cNvSpPr txBox="1"/>
          <p:nvPr/>
        </p:nvSpPr>
        <p:spPr>
          <a:xfrm>
            <a:off x="0" y="1545356"/>
            <a:ext cx="12192000" cy="954107"/>
          </a:xfrm>
          <a:prstGeom prst="rect">
            <a:avLst/>
          </a:prstGeom>
          <a:noFill/>
        </p:spPr>
        <p:txBody>
          <a:bodyPr wrap="square" rtlCol="0">
            <a:spAutoFit/>
          </a:bodyPr>
          <a:lstStyle/>
          <a:p>
            <a:pPr algn="ctr" rtl="1" fontAlgn="auto">
              <a:spcBef>
                <a:spcPts val="0"/>
              </a:spcBef>
              <a:spcAft>
                <a:spcPts val="0"/>
              </a:spcAft>
            </a:pPr>
            <a:r>
              <a:rPr lang="ar-SA" sz="2800" b="1" dirty="0">
                <a:solidFill>
                  <a:schemeClr val="bg1"/>
                </a:solidFill>
              </a:rPr>
              <a:t>عرض المادة العلمية وتحديد نقاط ضعف الطلاب وامكانية طرح الانشطة العلاجية </a:t>
            </a:r>
            <a:endParaRPr lang="en-US" sz="2800" b="1" dirty="0" smtClean="0">
              <a:solidFill>
                <a:schemeClr val="bg1"/>
              </a:solidFill>
            </a:endParaRPr>
          </a:p>
          <a:p>
            <a:pPr algn="ctr" rtl="1" fontAlgn="auto">
              <a:spcBef>
                <a:spcPts val="0"/>
              </a:spcBef>
              <a:spcAft>
                <a:spcPts val="0"/>
              </a:spcAft>
            </a:pPr>
            <a:r>
              <a:rPr lang="ar-SA" sz="2800" b="1" dirty="0" smtClean="0">
                <a:solidFill>
                  <a:schemeClr val="bg1"/>
                </a:solidFill>
              </a:rPr>
              <a:t>التي </a:t>
            </a:r>
            <a:r>
              <a:rPr lang="ar-SA" sz="2800" b="1" dirty="0">
                <a:solidFill>
                  <a:schemeClr val="bg1"/>
                </a:solidFill>
              </a:rPr>
              <a:t>تتفق وحاجة الطلبة</a:t>
            </a:r>
            <a:endParaRPr lang="en-US" sz="2800" b="1" dirty="0">
              <a:solidFill>
                <a:schemeClr val="bg1"/>
              </a:solidFill>
              <a:latin typeface="Bebas Neue" panose="020B0606020202050201" pitchFamily="34" charset="0"/>
              <a:cs typeface="+mn-cs"/>
            </a:endParaRPr>
          </a:p>
        </p:txBody>
      </p:sp>
      <p:sp>
        <p:nvSpPr>
          <p:cNvPr id="34" name="TextBox 33"/>
          <p:cNvSpPr txBox="1"/>
          <p:nvPr/>
        </p:nvSpPr>
        <p:spPr>
          <a:xfrm>
            <a:off x="174171" y="3202835"/>
            <a:ext cx="12192000" cy="523220"/>
          </a:xfrm>
          <a:prstGeom prst="rect">
            <a:avLst/>
          </a:prstGeom>
          <a:noFill/>
        </p:spPr>
        <p:txBody>
          <a:bodyPr wrap="square" rtlCol="0">
            <a:spAutoFit/>
          </a:bodyPr>
          <a:lstStyle/>
          <a:p>
            <a:pPr algn="ctr" rtl="1" fontAlgn="auto">
              <a:spcBef>
                <a:spcPts val="0"/>
              </a:spcBef>
              <a:spcAft>
                <a:spcPts val="0"/>
              </a:spcAft>
            </a:pPr>
            <a:r>
              <a:rPr lang="ar-SA" sz="2800" b="1" dirty="0">
                <a:solidFill>
                  <a:schemeClr val="bg1"/>
                </a:solidFill>
              </a:rPr>
              <a:t>تقليل زمن التعلم وزيادة التحصيل</a:t>
            </a:r>
            <a:endParaRPr lang="en-US" sz="2800" b="1" dirty="0">
              <a:solidFill>
                <a:schemeClr val="bg1"/>
              </a:solidFill>
              <a:latin typeface="Bebas Neue" panose="020B0606020202050201" pitchFamily="34" charset="0"/>
              <a:cs typeface="+mn-cs"/>
            </a:endParaRPr>
          </a:p>
        </p:txBody>
      </p:sp>
      <p:sp>
        <p:nvSpPr>
          <p:cNvPr id="36" name="TextBox 35"/>
          <p:cNvSpPr txBox="1"/>
          <p:nvPr/>
        </p:nvSpPr>
        <p:spPr>
          <a:xfrm>
            <a:off x="0" y="4745197"/>
            <a:ext cx="12192000" cy="523220"/>
          </a:xfrm>
          <a:prstGeom prst="rect">
            <a:avLst/>
          </a:prstGeom>
          <a:noFill/>
        </p:spPr>
        <p:txBody>
          <a:bodyPr wrap="square" rtlCol="0">
            <a:spAutoFit/>
          </a:bodyPr>
          <a:lstStyle/>
          <a:p>
            <a:pPr algn="ctr" fontAlgn="auto">
              <a:spcBef>
                <a:spcPts val="0"/>
              </a:spcBef>
              <a:spcAft>
                <a:spcPts val="0"/>
              </a:spcAft>
            </a:pPr>
            <a:r>
              <a:rPr lang="en-US" sz="2800" b="1" dirty="0">
                <a:solidFill>
                  <a:schemeClr val="bg1"/>
                </a:solidFill>
              </a:rPr>
              <a:t> </a:t>
            </a:r>
            <a:r>
              <a:rPr lang="ar-SA" sz="2800" b="1" dirty="0">
                <a:solidFill>
                  <a:schemeClr val="bg1"/>
                </a:solidFill>
              </a:rPr>
              <a:t>تثبيت وتقريب المفاهيم العلمية للمتعلم بالصوت والصورة </a:t>
            </a:r>
            <a:endParaRPr lang="en-US" sz="2800" b="1" dirty="0">
              <a:solidFill>
                <a:schemeClr val="bg1"/>
              </a:solidFill>
              <a:latin typeface="Bebas Neue" panose="020B0606020202050201" pitchFamily="34" charset="0"/>
              <a:cs typeface="+mn-cs"/>
            </a:endParaRPr>
          </a:p>
        </p:txBody>
      </p:sp>
      <p:sp>
        <p:nvSpPr>
          <p:cNvPr id="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227020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anim calcmode="lin" valueType="num">
                                      <p:cBhvr>
                                        <p:cTn id="8" dur="500" fill="hold"/>
                                        <p:tgtEl>
                                          <p:spTgt spid="3"/>
                                        </p:tgtEl>
                                        <p:attrNameLst>
                                          <p:attrName>ppt_x</p:attrName>
                                        </p:attrNameLst>
                                      </p:cBhvr>
                                      <p:tavLst>
                                        <p:tav tm="0">
                                          <p:val>
                                            <p:strVal val="#ppt_x"/>
                                          </p:val>
                                        </p:tav>
                                        <p:tav tm="100000">
                                          <p:val>
                                            <p:strVal val="#ppt_x"/>
                                          </p:val>
                                        </p:tav>
                                      </p:tavLst>
                                    </p:anim>
                                    <p:anim calcmode="lin" valueType="num">
                                      <p:cBhvr>
                                        <p:cTn id="9" dur="500" fill="hold"/>
                                        <p:tgtEl>
                                          <p:spTgt spid="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anim calcmode="lin" valueType="num">
                                      <p:cBhvr>
                                        <p:cTn id="14" dur="500" fill="hold"/>
                                        <p:tgtEl>
                                          <p:spTgt spid="26"/>
                                        </p:tgtEl>
                                        <p:attrNameLst>
                                          <p:attrName>ppt_x</p:attrName>
                                        </p:attrNameLst>
                                      </p:cBhvr>
                                      <p:tavLst>
                                        <p:tav tm="0">
                                          <p:val>
                                            <p:strVal val="#ppt_x"/>
                                          </p:val>
                                        </p:tav>
                                        <p:tav tm="100000">
                                          <p:val>
                                            <p:strVal val="#ppt_x"/>
                                          </p:val>
                                        </p:tav>
                                      </p:tavLst>
                                    </p:anim>
                                    <p:anim calcmode="lin" valueType="num">
                                      <p:cBhvr>
                                        <p:cTn id="15" dur="500" fill="hold"/>
                                        <p:tgtEl>
                                          <p:spTgt spid="26"/>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anim calcmode="lin" valueType="num">
                                      <p:cBhvr>
                                        <p:cTn id="20" dur="500" fill="hold"/>
                                        <p:tgtEl>
                                          <p:spTgt spid="23"/>
                                        </p:tgtEl>
                                        <p:attrNameLst>
                                          <p:attrName>ppt_x</p:attrName>
                                        </p:attrNameLst>
                                      </p:cBhvr>
                                      <p:tavLst>
                                        <p:tav tm="0">
                                          <p:val>
                                            <p:strVal val="#ppt_x"/>
                                          </p:val>
                                        </p:tav>
                                        <p:tav tm="100000">
                                          <p:val>
                                            <p:strVal val="#ppt_x"/>
                                          </p:val>
                                        </p:tav>
                                      </p:tavLst>
                                    </p:anim>
                                    <p:anim calcmode="lin" valueType="num">
                                      <p:cBhvr>
                                        <p:cTn id="21" dur="500" fill="hold"/>
                                        <p:tgtEl>
                                          <p:spTgt spid="23"/>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grpId="0" nodeType="after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fade">
                                      <p:cBhvr>
                                        <p:cTn id="25" dur="500"/>
                                        <p:tgtEl>
                                          <p:spTgt spid="34"/>
                                        </p:tgtEl>
                                      </p:cBhvr>
                                    </p:animEffect>
                                    <p:anim calcmode="lin" valueType="num">
                                      <p:cBhvr>
                                        <p:cTn id="26" dur="500" fill="hold"/>
                                        <p:tgtEl>
                                          <p:spTgt spid="34"/>
                                        </p:tgtEl>
                                        <p:attrNameLst>
                                          <p:attrName>ppt_x</p:attrName>
                                        </p:attrNameLst>
                                      </p:cBhvr>
                                      <p:tavLst>
                                        <p:tav tm="0">
                                          <p:val>
                                            <p:strVal val="#ppt_x"/>
                                          </p:val>
                                        </p:tav>
                                        <p:tav tm="100000">
                                          <p:val>
                                            <p:strVal val="#ppt_x"/>
                                          </p:val>
                                        </p:tav>
                                      </p:tavLst>
                                    </p:anim>
                                    <p:anim calcmode="lin" valueType="num">
                                      <p:cBhvr>
                                        <p:cTn id="27" dur="500" fill="hold"/>
                                        <p:tgtEl>
                                          <p:spTgt spid="34"/>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grpId="0" nodeType="afterEffect">
                                  <p:stCondLst>
                                    <p:cond delay="0"/>
                                  </p:stCondLst>
                                  <p:childTnLst>
                                    <p:set>
                                      <p:cBhvr>
                                        <p:cTn id="30" dur="1" fill="hold">
                                          <p:stCondLst>
                                            <p:cond delay="0"/>
                                          </p:stCondLst>
                                        </p:cTn>
                                        <p:tgtEl>
                                          <p:spTgt spid="36"/>
                                        </p:tgtEl>
                                        <p:attrNameLst>
                                          <p:attrName>style.visibility</p:attrName>
                                        </p:attrNameLst>
                                      </p:cBhvr>
                                      <p:to>
                                        <p:strVal val="visible"/>
                                      </p:to>
                                    </p:set>
                                    <p:animEffect transition="in" filter="fade">
                                      <p:cBhvr>
                                        <p:cTn id="31" dur="500"/>
                                        <p:tgtEl>
                                          <p:spTgt spid="36"/>
                                        </p:tgtEl>
                                      </p:cBhvr>
                                    </p:animEffect>
                                    <p:anim calcmode="lin" valueType="num">
                                      <p:cBhvr>
                                        <p:cTn id="32" dur="500" fill="hold"/>
                                        <p:tgtEl>
                                          <p:spTgt spid="36"/>
                                        </p:tgtEl>
                                        <p:attrNameLst>
                                          <p:attrName>ppt_x</p:attrName>
                                        </p:attrNameLst>
                                      </p:cBhvr>
                                      <p:tavLst>
                                        <p:tav tm="0">
                                          <p:val>
                                            <p:strVal val="#ppt_x"/>
                                          </p:val>
                                        </p:tav>
                                        <p:tav tm="100000">
                                          <p:val>
                                            <p:strVal val="#ppt_x"/>
                                          </p:val>
                                        </p:tav>
                                      </p:tavLst>
                                    </p:anim>
                                    <p:anim calcmode="lin" valueType="num">
                                      <p:cBhvr>
                                        <p:cTn id="33" dur="500" fill="hold"/>
                                        <p:tgtEl>
                                          <p:spTgt spid="36"/>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grpId="0" nodeType="after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anim calcmode="lin" valueType="num">
                                      <p:cBhvr>
                                        <p:cTn id="38" dur="500" fill="hold"/>
                                        <p:tgtEl>
                                          <p:spTgt spid="24"/>
                                        </p:tgtEl>
                                        <p:attrNameLst>
                                          <p:attrName>ppt_x</p:attrName>
                                        </p:attrNameLst>
                                      </p:cBhvr>
                                      <p:tavLst>
                                        <p:tav tm="0">
                                          <p:val>
                                            <p:strVal val="#ppt_x"/>
                                          </p:val>
                                        </p:tav>
                                        <p:tav tm="100000">
                                          <p:val>
                                            <p:strVal val="#ppt_x"/>
                                          </p:val>
                                        </p:tav>
                                      </p:tavLst>
                                    </p:anim>
                                    <p:anim calcmode="lin" valueType="num">
                                      <p:cBhvr>
                                        <p:cTn id="39" dur="500" fill="hold"/>
                                        <p:tgtEl>
                                          <p:spTgt spid="2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3" grpId="0" animBg="1"/>
      <p:bldP spid="24" grpId="0" animBg="1"/>
      <p:bldP spid="26" grpId="0"/>
      <p:bldP spid="34" grpId="0"/>
      <p:bldP spid="36"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0" y="0"/>
            <a:ext cx="4963886"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18" name="Rectangle 17"/>
          <p:cNvSpPr/>
          <p:nvPr/>
        </p:nvSpPr>
        <p:spPr>
          <a:xfrm>
            <a:off x="3899647" y="2124635"/>
            <a:ext cx="8292353" cy="3550024"/>
          </a:xfrm>
          <a:prstGeom prst="rect">
            <a:avLst/>
          </a:prstGeom>
          <a:solidFill>
            <a:srgbClr val="F58F20">
              <a:alpha val="6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20" name="TextBox 19"/>
          <p:cNvSpPr txBox="1"/>
          <p:nvPr/>
        </p:nvSpPr>
        <p:spPr>
          <a:xfrm>
            <a:off x="5122374" y="3237927"/>
            <a:ext cx="6911137" cy="707886"/>
          </a:xfrm>
          <a:prstGeom prst="rect">
            <a:avLst/>
          </a:prstGeom>
          <a:noFill/>
        </p:spPr>
        <p:txBody>
          <a:bodyPr wrap="square" rtlCol="0">
            <a:spAutoFit/>
          </a:bodyPr>
          <a:lstStyle/>
          <a:p>
            <a:pPr marL="742950" indent="-742950" algn="ctr" rtl="1" fontAlgn="auto">
              <a:spcAft>
                <a:spcPts val="0"/>
              </a:spcAft>
              <a:buFont typeface="+mj-lt"/>
              <a:buAutoNum type="arabicPeriod" startAt="7"/>
              <a:defRPr/>
            </a:pPr>
            <a:r>
              <a:rPr lang="ar-SA" sz="4000" b="1" u="sng" dirty="0">
                <a:solidFill>
                  <a:schemeClr val="bg1"/>
                </a:solidFill>
              </a:rPr>
              <a:t>فوائد الحاسب الآلي التعليمي</a:t>
            </a:r>
            <a:endParaRPr lang="en-US" sz="4000" b="1" u="sng" dirty="0">
              <a:solidFill>
                <a:schemeClr val="bg1"/>
              </a:solidFill>
            </a:endParaRPr>
          </a:p>
        </p:txBody>
      </p:sp>
      <p:sp>
        <p:nvSpPr>
          <p:cNvPr id="2" name="Footer Placeholder 1"/>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Tree>
    <p:extLst>
      <p:ext uri="{BB962C8B-B14F-4D97-AF65-F5344CB8AC3E}">
        <p14:creationId xmlns:p14="http://schemas.microsoft.com/office/powerpoint/2010/main" val="40220083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1000"/>
                            </p:stCondLst>
                            <p:childTnLst>
                              <p:par>
                                <p:cTn id="9" presetID="10" presetClass="entr" presetSubtype="0" fill="hold" grpId="0" nodeType="afterEffect">
                                  <p:stCondLst>
                                    <p:cond delay="50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2000"/>
                            </p:stCondLst>
                            <p:childTnLst>
                              <p:par>
                                <p:cTn id="13" presetID="10" presetClass="entr" presetSubtype="0" fill="hold" grpId="0" nodeType="afterEffect">
                                  <p:stCondLst>
                                    <p:cond delay="50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20"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47"/>
          <p:cNvGrpSpPr/>
          <p:nvPr/>
        </p:nvGrpSpPr>
        <p:grpSpPr>
          <a:xfrm>
            <a:off x="7827993" y="1917607"/>
            <a:ext cx="3118396" cy="2735914"/>
            <a:chOff x="4429124" y="1809654"/>
            <a:chExt cx="1821669" cy="1545746"/>
          </a:xfrm>
        </p:grpSpPr>
        <p:sp>
          <p:nvSpPr>
            <p:cNvPr id="21" name="Bent Arrow 20"/>
            <p:cNvSpPr/>
            <p:nvPr/>
          </p:nvSpPr>
          <p:spPr>
            <a:xfrm>
              <a:off x="4429124" y="1809654"/>
              <a:ext cx="1821669" cy="1163187"/>
            </a:xfrm>
            <a:prstGeom prst="bentArrow">
              <a:avLst/>
            </a:prstGeom>
            <a:solidFill>
              <a:schemeClr val="accent4"/>
            </a:solidFill>
            <a:ln>
              <a:noFill/>
            </a:ln>
            <a:effectLst/>
          </p:spPr>
          <p:style>
            <a:lnRef idx="1">
              <a:schemeClr val="accent3"/>
            </a:lnRef>
            <a:fillRef idx="3">
              <a:schemeClr val="accent3"/>
            </a:fillRef>
            <a:effectRef idx="2">
              <a:schemeClr val="accent3"/>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7" name="Rectangle 16"/>
            <p:cNvSpPr/>
            <p:nvPr/>
          </p:nvSpPr>
          <p:spPr>
            <a:xfrm>
              <a:off x="4857752" y="2816345"/>
              <a:ext cx="1299457" cy="539055"/>
            </a:xfrm>
            <a:prstGeom prst="rect">
              <a:avLst/>
            </a:prstGeom>
          </p:spPr>
          <p:txBody>
            <a:bodyPr wrap="square">
              <a:spAutoFit/>
            </a:bodyPr>
            <a:lstStyle/>
            <a:p>
              <a:pPr algn="ctr" fontAlgn="auto">
                <a:spcBef>
                  <a:spcPts val="0"/>
                </a:spcBef>
                <a:spcAft>
                  <a:spcPts val="0"/>
                </a:spcAft>
              </a:pPr>
              <a:r>
                <a:rPr lang="ar-SA" sz="2800" b="1" dirty="0"/>
                <a:t>يسهل على الطلاب الدراسة</a:t>
              </a:r>
              <a:endParaRPr lang="en-US" sz="2800" b="1" dirty="0">
                <a:solidFill>
                  <a:prstClr val="white">
                    <a:lumMod val="65000"/>
                  </a:prstClr>
                </a:solidFill>
                <a:latin typeface="Open Sans" pitchFamily="34" charset="0"/>
                <a:ea typeface="Open Sans" pitchFamily="34" charset="0"/>
                <a:cs typeface="Open Sans" pitchFamily="34" charset="0"/>
              </a:endParaRPr>
            </a:p>
          </p:txBody>
        </p:sp>
        <p:grpSp>
          <p:nvGrpSpPr>
            <p:cNvPr id="7" name="Group 29"/>
            <p:cNvGrpSpPr/>
            <p:nvPr/>
          </p:nvGrpSpPr>
          <p:grpSpPr>
            <a:xfrm>
              <a:off x="5214942" y="2285998"/>
              <a:ext cx="251543" cy="366676"/>
              <a:chOff x="2612963" y="2767277"/>
              <a:chExt cx="251543" cy="366676"/>
            </a:xfrm>
            <a:solidFill>
              <a:schemeClr val="accent4"/>
            </a:solidFill>
          </p:grpSpPr>
          <p:sp>
            <p:nvSpPr>
              <p:cNvPr id="28" name="AutoShape 113"/>
              <p:cNvSpPr>
                <a:spLocks/>
              </p:cNvSpPr>
              <p:nvPr/>
            </p:nvSpPr>
            <p:spPr bwMode="auto">
              <a:xfrm>
                <a:off x="2612963" y="2767277"/>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9" name="AutoShape 114"/>
              <p:cNvSpPr>
                <a:spLocks/>
              </p:cNvSpPr>
              <p:nvPr/>
            </p:nvSpPr>
            <p:spPr bwMode="auto">
              <a:xfrm>
                <a:off x="2669904" y="2824844"/>
                <a:ext cx="74461" cy="744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grpSp>
        <p:nvGrpSpPr>
          <p:cNvPr id="8" name="Group 46"/>
          <p:cNvGrpSpPr/>
          <p:nvPr/>
        </p:nvGrpSpPr>
        <p:grpSpPr>
          <a:xfrm>
            <a:off x="4726630" y="1688872"/>
            <a:ext cx="2942584" cy="3784222"/>
            <a:chOff x="2607455" y="1729824"/>
            <a:chExt cx="1821669" cy="2220035"/>
          </a:xfrm>
        </p:grpSpPr>
        <p:sp>
          <p:nvSpPr>
            <p:cNvPr id="20" name="Bent Arrow 19"/>
            <p:cNvSpPr/>
            <p:nvPr/>
          </p:nvSpPr>
          <p:spPr>
            <a:xfrm>
              <a:off x="2607455" y="2132762"/>
              <a:ext cx="1821669" cy="1163187"/>
            </a:xfrm>
            <a:prstGeom prst="bentArrow">
              <a:avLst/>
            </a:prstGeom>
            <a:solidFill>
              <a:schemeClr val="accent1"/>
            </a:solidFill>
            <a:ln>
              <a:noFill/>
            </a:ln>
            <a:effectLst/>
          </p:spPr>
          <p:style>
            <a:lnRef idx="1">
              <a:schemeClr val="accent6"/>
            </a:lnRef>
            <a:fillRef idx="3">
              <a:schemeClr val="accent6"/>
            </a:fillRef>
            <a:effectRef idx="2">
              <a:schemeClr val="accent6"/>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6" name="Rectangle 15"/>
            <p:cNvSpPr/>
            <p:nvPr/>
          </p:nvSpPr>
          <p:spPr>
            <a:xfrm>
              <a:off x="2819476" y="3137344"/>
              <a:ext cx="1428760" cy="812515"/>
            </a:xfrm>
            <a:prstGeom prst="rect">
              <a:avLst/>
            </a:prstGeom>
          </p:spPr>
          <p:txBody>
            <a:bodyPr wrap="square">
              <a:spAutoFit/>
            </a:bodyPr>
            <a:lstStyle/>
            <a:p>
              <a:pPr algn="ctr" fontAlgn="auto">
                <a:spcBef>
                  <a:spcPts val="0"/>
                </a:spcBef>
                <a:spcAft>
                  <a:spcPts val="0"/>
                </a:spcAft>
              </a:pPr>
              <a:r>
                <a:rPr lang="ar-SA" sz="2800" b="1" dirty="0"/>
                <a:t>الدقة العالية في معالجة البيانات وحل المشاكل</a:t>
              </a:r>
              <a:endParaRPr lang="en-US" sz="2800" b="1" dirty="0">
                <a:solidFill>
                  <a:prstClr val="white">
                    <a:lumMod val="65000"/>
                  </a:prstClr>
                </a:solidFill>
                <a:latin typeface="Open Sans" pitchFamily="34" charset="0"/>
                <a:ea typeface="Open Sans" pitchFamily="34" charset="0"/>
                <a:cs typeface="Open Sans" pitchFamily="34" charset="0"/>
              </a:endParaRPr>
            </a:p>
          </p:txBody>
        </p:sp>
        <p:sp>
          <p:nvSpPr>
            <p:cNvPr id="23" name="AutoShape 29"/>
            <p:cNvSpPr>
              <a:spLocks/>
            </p:cNvSpPr>
            <p:nvPr/>
          </p:nvSpPr>
          <p:spPr bwMode="auto">
            <a:xfrm>
              <a:off x="3286116" y="2643188"/>
              <a:ext cx="366051" cy="331636"/>
            </a:xfrm>
            <a:custGeom>
              <a:avLst/>
              <a:gdLst>
                <a:gd name="T0" fmla="+- 0 10736 439"/>
                <a:gd name="T1" fmla="*/ T0 w 20595"/>
                <a:gd name="T2" fmla="+- 0 10869 621"/>
                <a:gd name="T3" fmla="*/ 10869 h 20497"/>
                <a:gd name="T4" fmla="+- 0 10736 439"/>
                <a:gd name="T5" fmla="*/ T4 w 20595"/>
                <a:gd name="T6" fmla="+- 0 10869 621"/>
                <a:gd name="T7" fmla="*/ 10869 h 20497"/>
                <a:gd name="T8" fmla="+- 0 10736 439"/>
                <a:gd name="T9" fmla="*/ T8 w 20595"/>
                <a:gd name="T10" fmla="+- 0 10869 621"/>
                <a:gd name="T11" fmla="*/ 10869 h 20497"/>
                <a:gd name="T12" fmla="+- 0 10736 439"/>
                <a:gd name="T13" fmla="*/ T12 w 20595"/>
                <a:gd name="T14" fmla="+- 0 10869 621"/>
                <a:gd name="T15" fmla="*/ 10869 h 20497"/>
              </a:gdLst>
              <a:ahLst/>
              <a:cxnLst>
                <a:cxn ang="0">
                  <a:pos x="T1" y="T3"/>
                </a:cxn>
                <a:cxn ang="0">
                  <a:pos x="T5" y="T7"/>
                </a:cxn>
                <a:cxn ang="0">
                  <a:pos x="T9" y="T11"/>
                </a:cxn>
                <a:cxn ang="0">
                  <a:pos x="T13" y="T15"/>
                </a:cxn>
              </a:cxnLst>
              <a:rect l="0" t="0" r="r" b="b"/>
              <a:pathLst>
                <a:path w="20595" h="20497">
                  <a:moveTo>
                    <a:pt x="18898" y="1863"/>
                  </a:moveTo>
                  <a:cubicBezTo>
                    <a:pt x="16636" y="-621"/>
                    <a:pt x="12968" y="-621"/>
                    <a:pt x="10707" y="1863"/>
                  </a:cubicBezTo>
                  <a:lnTo>
                    <a:pt x="1317" y="12053"/>
                  </a:lnTo>
                  <a:cubicBezTo>
                    <a:pt x="-439" y="13982"/>
                    <a:pt x="-439" y="17121"/>
                    <a:pt x="1317" y="19050"/>
                  </a:cubicBezTo>
                  <a:cubicBezTo>
                    <a:pt x="3073" y="20979"/>
                    <a:pt x="5931" y="20979"/>
                    <a:pt x="7687" y="19050"/>
                  </a:cubicBezTo>
                  <a:lnTo>
                    <a:pt x="17078" y="8860"/>
                  </a:lnTo>
                  <a:cubicBezTo>
                    <a:pt x="18335" y="7479"/>
                    <a:pt x="18335" y="5242"/>
                    <a:pt x="17078" y="3862"/>
                  </a:cubicBezTo>
                  <a:cubicBezTo>
                    <a:pt x="15821" y="2482"/>
                    <a:pt x="13783" y="2482"/>
                    <a:pt x="12527" y="3862"/>
                  </a:cubicBezTo>
                  <a:lnTo>
                    <a:pt x="5467" y="11614"/>
                  </a:lnTo>
                  <a:cubicBezTo>
                    <a:pt x="5216" y="11891"/>
                    <a:pt x="5216" y="12337"/>
                    <a:pt x="5467" y="12614"/>
                  </a:cubicBezTo>
                  <a:cubicBezTo>
                    <a:pt x="5719" y="12890"/>
                    <a:pt x="6126" y="12890"/>
                    <a:pt x="6378" y="12614"/>
                  </a:cubicBezTo>
                  <a:lnTo>
                    <a:pt x="13437" y="4861"/>
                  </a:lnTo>
                  <a:cubicBezTo>
                    <a:pt x="14190" y="4035"/>
                    <a:pt x="15414" y="4035"/>
                    <a:pt x="16167" y="4861"/>
                  </a:cubicBezTo>
                  <a:cubicBezTo>
                    <a:pt x="16920" y="5688"/>
                    <a:pt x="16920" y="7034"/>
                    <a:pt x="16167" y="7860"/>
                  </a:cubicBezTo>
                  <a:lnTo>
                    <a:pt x="6777" y="18050"/>
                  </a:lnTo>
                  <a:cubicBezTo>
                    <a:pt x="5520" y="19430"/>
                    <a:pt x="3484" y="19430"/>
                    <a:pt x="2227" y="18050"/>
                  </a:cubicBezTo>
                  <a:cubicBezTo>
                    <a:pt x="970" y="16670"/>
                    <a:pt x="970" y="14433"/>
                    <a:pt x="2227" y="13053"/>
                  </a:cubicBezTo>
                  <a:lnTo>
                    <a:pt x="11525" y="2963"/>
                  </a:lnTo>
                  <a:cubicBezTo>
                    <a:pt x="13285" y="1030"/>
                    <a:pt x="16139" y="1030"/>
                    <a:pt x="17896" y="2963"/>
                  </a:cubicBezTo>
                  <a:cubicBezTo>
                    <a:pt x="19657" y="4896"/>
                    <a:pt x="19657" y="8027"/>
                    <a:pt x="17897" y="9959"/>
                  </a:cubicBezTo>
                  <a:lnTo>
                    <a:pt x="10929" y="17611"/>
                  </a:lnTo>
                  <a:cubicBezTo>
                    <a:pt x="10677" y="17888"/>
                    <a:pt x="10677" y="18334"/>
                    <a:pt x="10929" y="18610"/>
                  </a:cubicBezTo>
                  <a:cubicBezTo>
                    <a:pt x="11181" y="18887"/>
                    <a:pt x="11588" y="18887"/>
                    <a:pt x="11839" y="18610"/>
                  </a:cubicBezTo>
                  <a:lnTo>
                    <a:pt x="18898" y="10859"/>
                  </a:lnTo>
                  <a:cubicBezTo>
                    <a:pt x="21160" y="8375"/>
                    <a:pt x="21160" y="4347"/>
                    <a:pt x="18898" y="1863"/>
                  </a:cubicBezTo>
                </a:path>
              </a:pathLst>
            </a:cu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46" name="Line 75"/>
            <p:cNvSpPr>
              <a:spLocks noChangeShapeType="1"/>
            </p:cNvSpPr>
            <p:nvPr/>
          </p:nvSpPr>
          <p:spPr bwMode="auto">
            <a:xfrm>
              <a:off x="3654443" y="1729824"/>
              <a:ext cx="5102" cy="5102"/>
            </a:xfrm>
            <a:prstGeom prst="line">
              <a:avLst/>
            </a:pr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11" name="Group 10"/>
          <p:cNvGrpSpPr/>
          <p:nvPr/>
        </p:nvGrpSpPr>
        <p:grpSpPr>
          <a:xfrm>
            <a:off x="1045029" y="1456733"/>
            <a:ext cx="3681600" cy="5187892"/>
            <a:chOff x="1045029" y="1456733"/>
            <a:chExt cx="3681600" cy="5187892"/>
          </a:xfrm>
        </p:grpSpPr>
        <p:grpSp>
          <p:nvGrpSpPr>
            <p:cNvPr id="5" name="Group 36"/>
            <p:cNvGrpSpPr/>
            <p:nvPr/>
          </p:nvGrpSpPr>
          <p:grpSpPr>
            <a:xfrm>
              <a:off x="1045029" y="2852040"/>
              <a:ext cx="3681600" cy="3792585"/>
              <a:chOff x="705173" y="2520491"/>
              <a:chExt cx="1988022" cy="2254154"/>
            </a:xfrm>
          </p:grpSpPr>
          <p:sp>
            <p:nvSpPr>
              <p:cNvPr id="19" name="Bent Arrow 18"/>
              <p:cNvSpPr/>
              <p:nvPr/>
            </p:nvSpPr>
            <p:spPr>
              <a:xfrm>
                <a:off x="785787" y="2520491"/>
                <a:ext cx="1821669" cy="1163187"/>
              </a:xfrm>
              <a:prstGeom prst="bentArrow">
                <a:avLst/>
              </a:prstGeom>
              <a:solidFill>
                <a:schemeClr val="accent6"/>
              </a:solidFill>
              <a:ln>
                <a:noFill/>
              </a:ln>
              <a:effectLst/>
            </p:spPr>
            <p:style>
              <a:lnRef idx="1">
                <a:schemeClr val="accent5"/>
              </a:lnRef>
              <a:fillRef idx="3">
                <a:schemeClr val="accent5"/>
              </a:fillRef>
              <a:effectRef idx="2">
                <a:schemeClr val="accent5"/>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5" name="Rectangle 14"/>
              <p:cNvSpPr/>
              <p:nvPr/>
            </p:nvSpPr>
            <p:spPr>
              <a:xfrm>
                <a:off x="705173" y="3695361"/>
                <a:ext cx="1988022" cy="1079284"/>
              </a:xfrm>
              <a:prstGeom prst="rect">
                <a:avLst/>
              </a:prstGeom>
            </p:spPr>
            <p:txBody>
              <a:bodyPr wrap="square">
                <a:spAutoFit/>
              </a:bodyPr>
              <a:lstStyle/>
              <a:p>
                <a:pPr algn="ctr" fontAlgn="auto">
                  <a:spcBef>
                    <a:spcPts val="0"/>
                  </a:spcBef>
                  <a:spcAft>
                    <a:spcPts val="0"/>
                  </a:spcAft>
                </a:pPr>
                <a:r>
                  <a:rPr lang="ar-SA" sz="2800" b="1" dirty="0"/>
                  <a:t>السرعة الهائلة في الوصول للمعلومة وتوظيفها، مما ساعد في توفير الوقت والجهد للإنسان</a:t>
                </a:r>
                <a:endParaRPr lang="en-US" sz="2800" b="1" dirty="0">
                  <a:solidFill>
                    <a:prstClr val="white">
                      <a:lumMod val="65000"/>
                    </a:prstClr>
                  </a:solidFill>
                  <a:latin typeface="Open Sans" pitchFamily="34" charset="0"/>
                  <a:ea typeface="Open Sans" pitchFamily="34" charset="0"/>
                  <a:cs typeface="Open Sans" pitchFamily="34" charset="0"/>
                </a:endParaRPr>
              </a:p>
            </p:txBody>
          </p:sp>
          <p:sp>
            <p:nvSpPr>
              <p:cNvPr id="27" name="AutoShape 112"/>
              <p:cNvSpPr>
                <a:spLocks/>
              </p:cNvSpPr>
              <p:nvPr/>
            </p:nvSpPr>
            <p:spPr bwMode="auto">
              <a:xfrm>
                <a:off x="1500166" y="3071816"/>
                <a:ext cx="366050" cy="366676"/>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nvGrpSpPr>
            <p:cNvPr id="10" name="Group 9"/>
            <p:cNvGrpSpPr/>
            <p:nvPr/>
          </p:nvGrpSpPr>
          <p:grpSpPr>
            <a:xfrm>
              <a:off x="2172443" y="1456733"/>
              <a:ext cx="683768" cy="1303985"/>
              <a:chOff x="2172443" y="1456733"/>
              <a:chExt cx="683768" cy="1303985"/>
            </a:xfrm>
          </p:grpSpPr>
          <p:sp>
            <p:nvSpPr>
              <p:cNvPr id="47" name="Freeform 71"/>
              <p:cNvSpPr>
                <a:spLocks/>
              </p:cNvSpPr>
              <p:nvPr/>
            </p:nvSpPr>
            <p:spPr bwMode="auto">
              <a:xfrm>
                <a:off x="2505638" y="1475794"/>
                <a:ext cx="205956" cy="217334"/>
              </a:xfrm>
              <a:custGeom>
                <a:avLst/>
                <a:gdLst/>
                <a:ahLst/>
                <a:cxnLst>
                  <a:cxn ang="0">
                    <a:pos x="25" y="0"/>
                  </a:cxn>
                  <a:cxn ang="0">
                    <a:pos x="25" y="0"/>
                  </a:cxn>
                  <a:cxn ang="0">
                    <a:pos x="34" y="2"/>
                  </a:cxn>
                  <a:cxn ang="0">
                    <a:pos x="43" y="7"/>
                  </a:cxn>
                  <a:cxn ang="0">
                    <a:pos x="49" y="16"/>
                  </a:cxn>
                  <a:cxn ang="0">
                    <a:pos x="50" y="25"/>
                  </a:cxn>
                  <a:cxn ang="0">
                    <a:pos x="50" y="25"/>
                  </a:cxn>
                  <a:cxn ang="0">
                    <a:pos x="49" y="36"/>
                  </a:cxn>
                  <a:cxn ang="0">
                    <a:pos x="43" y="43"/>
                  </a:cxn>
                  <a:cxn ang="0">
                    <a:pos x="34" y="49"/>
                  </a:cxn>
                  <a:cxn ang="0">
                    <a:pos x="25" y="51"/>
                  </a:cxn>
                  <a:cxn ang="0">
                    <a:pos x="25" y="51"/>
                  </a:cxn>
                  <a:cxn ang="0">
                    <a:pos x="16" y="49"/>
                  </a:cxn>
                  <a:cxn ang="0">
                    <a:pos x="7" y="43"/>
                  </a:cxn>
                  <a:cxn ang="0">
                    <a:pos x="1" y="36"/>
                  </a:cxn>
                  <a:cxn ang="0">
                    <a:pos x="0" y="25"/>
                  </a:cxn>
                  <a:cxn ang="0">
                    <a:pos x="0" y="25"/>
                  </a:cxn>
                  <a:cxn ang="0">
                    <a:pos x="1" y="16"/>
                  </a:cxn>
                  <a:cxn ang="0">
                    <a:pos x="7" y="7"/>
                  </a:cxn>
                  <a:cxn ang="0">
                    <a:pos x="16" y="2"/>
                  </a:cxn>
                  <a:cxn ang="0">
                    <a:pos x="25" y="0"/>
                  </a:cxn>
                  <a:cxn ang="0">
                    <a:pos x="25" y="0"/>
                  </a:cxn>
                </a:cxnLst>
                <a:rect l="0" t="0" r="r" b="b"/>
                <a:pathLst>
                  <a:path w="50" h="51">
                    <a:moveTo>
                      <a:pt x="25" y="0"/>
                    </a:moveTo>
                    <a:lnTo>
                      <a:pt x="25" y="0"/>
                    </a:lnTo>
                    <a:lnTo>
                      <a:pt x="34" y="2"/>
                    </a:lnTo>
                    <a:lnTo>
                      <a:pt x="43" y="7"/>
                    </a:lnTo>
                    <a:lnTo>
                      <a:pt x="49" y="16"/>
                    </a:lnTo>
                    <a:lnTo>
                      <a:pt x="50" y="25"/>
                    </a:lnTo>
                    <a:lnTo>
                      <a:pt x="50" y="25"/>
                    </a:lnTo>
                    <a:lnTo>
                      <a:pt x="49" y="36"/>
                    </a:lnTo>
                    <a:lnTo>
                      <a:pt x="43" y="43"/>
                    </a:lnTo>
                    <a:lnTo>
                      <a:pt x="34" y="49"/>
                    </a:lnTo>
                    <a:lnTo>
                      <a:pt x="25" y="51"/>
                    </a:lnTo>
                    <a:lnTo>
                      <a:pt x="25" y="51"/>
                    </a:lnTo>
                    <a:lnTo>
                      <a:pt x="16" y="49"/>
                    </a:lnTo>
                    <a:lnTo>
                      <a:pt x="7" y="43"/>
                    </a:lnTo>
                    <a:lnTo>
                      <a:pt x="1" y="36"/>
                    </a:lnTo>
                    <a:lnTo>
                      <a:pt x="0" y="25"/>
                    </a:lnTo>
                    <a:lnTo>
                      <a:pt x="0" y="25"/>
                    </a:lnTo>
                    <a:lnTo>
                      <a:pt x="1" y="16"/>
                    </a:lnTo>
                    <a:lnTo>
                      <a:pt x="7" y="7"/>
                    </a:lnTo>
                    <a:lnTo>
                      <a:pt x="16" y="2"/>
                    </a:lnTo>
                    <a:lnTo>
                      <a:pt x="25" y="0"/>
                    </a:lnTo>
                    <a:lnTo>
                      <a:pt x="25" y="0"/>
                    </a:lnTo>
                    <a:close/>
                  </a:path>
                </a:pathLst>
              </a:custGeom>
              <a:solidFill>
                <a:srgbClr val="7CC8EC"/>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8" name="Freeform 72"/>
              <p:cNvSpPr>
                <a:spLocks noEditPoints="1"/>
              </p:cNvSpPr>
              <p:nvPr/>
            </p:nvSpPr>
            <p:spPr bwMode="auto">
              <a:xfrm>
                <a:off x="2172443" y="1456733"/>
                <a:ext cx="683768" cy="1303985"/>
              </a:xfrm>
              <a:custGeom>
                <a:avLst/>
                <a:gdLst/>
                <a:ahLst/>
                <a:cxnLst>
                  <a:cxn ang="0">
                    <a:pos x="158" y="94"/>
                  </a:cxn>
                  <a:cxn ang="0">
                    <a:pos x="141" y="69"/>
                  </a:cxn>
                  <a:cxn ang="0">
                    <a:pos x="134" y="63"/>
                  </a:cxn>
                  <a:cxn ang="0">
                    <a:pos x="130" y="60"/>
                  </a:cxn>
                  <a:cxn ang="0">
                    <a:pos x="123" y="58"/>
                  </a:cxn>
                  <a:cxn ang="0">
                    <a:pos x="100" y="54"/>
                  </a:cxn>
                  <a:cxn ang="0">
                    <a:pos x="67" y="58"/>
                  </a:cxn>
                  <a:cxn ang="0">
                    <a:pos x="63" y="58"/>
                  </a:cxn>
                  <a:cxn ang="0">
                    <a:pos x="61" y="58"/>
                  </a:cxn>
                  <a:cxn ang="0">
                    <a:pos x="61" y="58"/>
                  </a:cxn>
                  <a:cxn ang="0">
                    <a:pos x="34" y="56"/>
                  </a:cxn>
                  <a:cxn ang="0">
                    <a:pos x="27" y="40"/>
                  </a:cxn>
                  <a:cxn ang="0">
                    <a:pos x="23" y="23"/>
                  </a:cxn>
                  <a:cxn ang="0">
                    <a:pos x="20" y="2"/>
                  </a:cxn>
                  <a:cxn ang="0">
                    <a:pos x="14" y="0"/>
                  </a:cxn>
                  <a:cxn ang="0">
                    <a:pos x="12" y="2"/>
                  </a:cxn>
                  <a:cxn ang="0">
                    <a:pos x="14" y="14"/>
                  </a:cxn>
                  <a:cxn ang="0">
                    <a:pos x="9" y="14"/>
                  </a:cxn>
                  <a:cxn ang="0">
                    <a:pos x="2" y="22"/>
                  </a:cxn>
                  <a:cxn ang="0">
                    <a:pos x="0" y="29"/>
                  </a:cxn>
                  <a:cxn ang="0">
                    <a:pos x="11" y="60"/>
                  </a:cxn>
                  <a:cxn ang="0">
                    <a:pos x="14" y="70"/>
                  </a:cxn>
                  <a:cxn ang="0">
                    <a:pos x="22" y="76"/>
                  </a:cxn>
                  <a:cxn ang="0">
                    <a:pos x="40" y="81"/>
                  </a:cxn>
                  <a:cxn ang="0">
                    <a:pos x="60" y="83"/>
                  </a:cxn>
                  <a:cxn ang="0">
                    <a:pos x="60" y="92"/>
                  </a:cxn>
                  <a:cxn ang="0">
                    <a:pos x="60" y="286"/>
                  </a:cxn>
                  <a:cxn ang="0">
                    <a:pos x="61" y="292"/>
                  </a:cxn>
                  <a:cxn ang="0">
                    <a:pos x="69" y="299"/>
                  </a:cxn>
                  <a:cxn ang="0">
                    <a:pos x="74" y="301"/>
                  </a:cxn>
                  <a:cxn ang="0">
                    <a:pos x="85" y="295"/>
                  </a:cxn>
                  <a:cxn ang="0">
                    <a:pos x="89" y="286"/>
                  </a:cxn>
                  <a:cxn ang="0">
                    <a:pos x="89" y="185"/>
                  </a:cxn>
                  <a:cxn ang="0">
                    <a:pos x="90" y="179"/>
                  </a:cxn>
                  <a:cxn ang="0">
                    <a:pos x="94" y="179"/>
                  </a:cxn>
                  <a:cxn ang="0">
                    <a:pos x="100" y="181"/>
                  </a:cxn>
                  <a:cxn ang="0">
                    <a:pos x="100" y="286"/>
                  </a:cxn>
                  <a:cxn ang="0">
                    <a:pos x="101" y="292"/>
                  </a:cxn>
                  <a:cxn ang="0">
                    <a:pos x="109" y="299"/>
                  </a:cxn>
                  <a:cxn ang="0">
                    <a:pos x="114" y="301"/>
                  </a:cxn>
                  <a:cxn ang="0">
                    <a:pos x="125" y="295"/>
                  </a:cxn>
                  <a:cxn ang="0">
                    <a:pos x="129" y="286"/>
                  </a:cxn>
                  <a:cxn ang="0">
                    <a:pos x="129" y="174"/>
                  </a:cxn>
                  <a:cxn ang="0">
                    <a:pos x="136" y="167"/>
                  </a:cxn>
                  <a:cxn ang="0">
                    <a:pos x="150" y="152"/>
                  </a:cxn>
                  <a:cxn ang="0">
                    <a:pos x="156" y="143"/>
                  </a:cxn>
                  <a:cxn ang="0">
                    <a:pos x="163" y="125"/>
                  </a:cxn>
                  <a:cxn ang="0">
                    <a:pos x="165" y="119"/>
                  </a:cxn>
                  <a:cxn ang="0">
                    <a:pos x="161" y="107"/>
                  </a:cxn>
                  <a:cxn ang="0">
                    <a:pos x="158" y="94"/>
                  </a:cxn>
                  <a:cxn ang="0">
                    <a:pos x="139" y="119"/>
                  </a:cxn>
                  <a:cxn ang="0">
                    <a:pos x="134" y="130"/>
                  </a:cxn>
                  <a:cxn ang="0">
                    <a:pos x="129" y="92"/>
                  </a:cxn>
                  <a:cxn ang="0">
                    <a:pos x="136" y="105"/>
                  </a:cxn>
                  <a:cxn ang="0">
                    <a:pos x="141" y="118"/>
                  </a:cxn>
                  <a:cxn ang="0">
                    <a:pos x="139" y="119"/>
                  </a:cxn>
                  <a:cxn ang="0">
                    <a:pos x="141" y="118"/>
                  </a:cxn>
                </a:cxnLst>
                <a:rect l="0" t="0" r="r" b="b"/>
                <a:pathLst>
                  <a:path w="165" h="301">
                    <a:moveTo>
                      <a:pt x="158" y="94"/>
                    </a:moveTo>
                    <a:lnTo>
                      <a:pt x="158" y="94"/>
                    </a:lnTo>
                    <a:lnTo>
                      <a:pt x="147" y="78"/>
                    </a:lnTo>
                    <a:lnTo>
                      <a:pt x="141" y="69"/>
                    </a:lnTo>
                    <a:lnTo>
                      <a:pt x="134" y="63"/>
                    </a:lnTo>
                    <a:lnTo>
                      <a:pt x="134" y="63"/>
                    </a:lnTo>
                    <a:lnTo>
                      <a:pt x="130" y="61"/>
                    </a:lnTo>
                    <a:lnTo>
                      <a:pt x="130" y="60"/>
                    </a:lnTo>
                    <a:lnTo>
                      <a:pt x="130" y="60"/>
                    </a:lnTo>
                    <a:lnTo>
                      <a:pt x="123" y="58"/>
                    </a:lnTo>
                    <a:lnTo>
                      <a:pt x="116" y="56"/>
                    </a:lnTo>
                    <a:lnTo>
                      <a:pt x="100" y="54"/>
                    </a:lnTo>
                    <a:lnTo>
                      <a:pt x="81" y="56"/>
                    </a:lnTo>
                    <a:lnTo>
                      <a:pt x="67" y="58"/>
                    </a:lnTo>
                    <a:lnTo>
                      <a:pt x="67" y="58"/>
                    </a:lnTo>
                    <a:lnTo>
                      <a:pt x="63" y="58"/>
                    </a:lnTo>
                    <a:lnTo>
                      <a:pt x="61" y="58"/>
                    </a:lnTo>
                    <a:lnTo>
                      <a:pt x="61" y="58"/>
                    </a:lnTo>
                    <a:lnTo>
                      <a:pt x="61" y="58"/>
                    </a:lnTo>
                    <a:lnTo>
                      <a:pt x="61" y="58"/>
                    </a:lnTo>
                    <a:lnTo>
                      <a:pt x="47" y="58"/>
                    </a:lnTo>
                    <a:lnTo>
                      <a:pt x="34" y="56"/>
                    </a:lnTo>
                    <a:lnTo>
                      <a:pt x="34" y="56"/>
                    </a:lnTo>
                    <a:lnTo>
                      <a:pt x="27" y="40"/>
                    </a:lnTo>
                    <a:lnTo>
                      <a:pt x="23" y="25"/>
                    </a:lnTo>
                    <a:lnTo>
                      <a:pt x="23" y="23"/>
                    </a:lnTo>
                    <a:lnTo>
                      <a:pt x="20" y="2"/>
                    </a:lnTo>
                    <a:lnTo>
                      <a:pt x="20" y="2"/>
                    </a:lnTo>
                    <a:lnTo>
                      <a:pt x="18" y="0"/>
                    </a:lnTo>
                    <a:lnTo>
                      <a:pt x="14" y="0"/>
                    </a:lnTo>
                    <a:lnTo>
                      <a:pt x="14" y="0"/>
                    </a:lnTo>
                    <a:lnTo>
                      <a:pt x="12" y="2"/>
                    </a:lnTo>
                    <a:lnTo>
                      <a:pt x="12" y="3"/>
                    </a:lnTo>
                    <a:lnTo>
                      <a:pt x="14" y="14"/>
                    </a:lnTo>
                    <a:lnTo>
                      <a:pt x="14" y="14"/>
                    </a:lnTo>
                    <a:lnTo>
                      <a:pt x="9" y="14"/>
                    </a:lnTo>
                    <a:lnTo>
                      <a:pt x="3" y="18"/>
                    </a:lnTo>
                    <a:lnTo>
                      <a:pt x="2" y="22"/>
                    </a:lnTo>
                    <a:lnTo>
                      <a:pt x="0" y="29"/>
                    </a:lnTo>
                    <a:lnTo>
                      <a:pt x="0" y="29"/>
                    </a:lnTo>
                    <a:lnTo>
                      <a:pt x="3" y="45"/>
                    </a:lnTo>
                    <a:lnTo>
                      <a:pt x="11" y="60"/>
                    </a:lnTo>
                    <a:lnTo>
                      <a:pt x="11" y="60"/>
                    </a:lnTo>
                    <a:lnTo>
                      <a:pt x="14" y="70"/>
                    </a:lnTo>
                    <a:lnTo>
                      <a:pt x="16" y="74"/>
                    </a:lnTo>
                    <a:lnTo>
                      <a:pt x="22" y="76"/>
                    </a:lnTo>
                    <a:lnTo>
                      <a:pt x="22" y="76"/>
                    </a:lnTo>
                    <a:lnTo>
                      <a:pt x="40" y="81"/>
                    </a:lnTo>
                    <a:lnTo>
                      <a:pt x="49" y="83"/>
                    </a:lnTo>
                    <a:lnTo>
                      <a:pt x="60" y="83"/>
                    </a:lnTo>
                    <a:lnTo>
                      <a:pt x="60" y="92"/>
                    </a:lnTo>
                    <a:lnTo>
                      <a:pt x="60" y="92"/>
                    </a:lnTo>
                    <a:lnTo>
                      <a:pt x="60" y="181"/>
                    </a:lnTo>
                    <a:lnTo>
                      <a:pt x="60" y="286"/>
                    </a:lnTo>
                    <a:lnTo>
                      <a:pt x="60" y="286"/>
                    </a:lnTo>
                    <a:lnTo>
                      <a:pt x="61" y="292"/>
                    </a:lnTo>
                    <a:lnTo>
                      <a:pt x="63" y="295"/>
                    </a:lnTo>
                    <a:lnTo>
                      <a:pt x="69" y="299"/>
                    </a:lnTo>
                    <a:lnTo>
                      <a:pt x="74" y="301"/>
                    </a:lnTo>
                    <a:lnTo>
                      <a:pt x="74" y="301"/>
                    </a:lnTo>
                    <a:lnTo>
                      <a:pt x="80" y="299"/>
                    </a:lnTo>
                    <a:lnTo>
                      <a:pt x="85" y="295"/>
                    </a:lnTo>
                    <a:lnTo>
                      <a:pt x="89" y="292"/>
                    </a:lnTo>
                    <a:lnTo>
                      <a:pt x="89" y="286"/>
                    </a:lnTo>
                    <a:lnTo>
                      <a:pt x="89" y="185"/>
                    </a:lnTo>
                    <a:lnTo>
                      <a:pt x="89" y="185"/>
                    </a:lnTo>
                    <a:lnTo>
                      <a:pt x="90" y="181"/>
                    </a:lnTo>
                    <a:lnTo>
                      <a:pt x="90" y="179"/>
                    </a:lnTo>
                    <a:lnTo>
                      <a:pt x="94" y="179"/>
                    </a:lnTo>
                    <a:lnTo>
                      <a:pt x="94" y="179"/>
                    </a:lnTo>
                    <a:lnTo>
                      <a:pt x="98" y="179"/>
                    </a:lnTo>
                    <a:lnTo>
                      <a:pt x="100" y="181"/>
                    </a:lnTo>
                    <a:lnTo>
                      <a:pt x="100" y="185"/>
                    </a:lnTo>
                    <a:lnTo>
                      <a:pt x="100" y="286"/>
                    </a:lnTo>
                    <a:lnTo>
                      <a:pt x="100" y="286"/>
                    </a:lnTo>
                    <a:lnTo>
                      <a:pt x="101" y="292"/>
                    </a:lnTo>
                    <a:lnTo>
                      <a:pt x="103" y="295"/>
                    </a:lnTo>
                    <a:lnTo>
                      <a:pt x="109" y="299"/>
                    </a:lnTo>
                    <a:lnTo>
                      <a:pt x="114" y="301"/>
                    </a:lnTo>
                    <a:lnTo>
                      <a:pt x="114" y="301"/>
                    </a:lnTo>
                    <a:lnTo>
                      <a:pt x="119" y="299"/>
                    </a:lnTo>
                    <a:lnTo>
                      <a:pt x="125" y="295"/>
                    </a:lnTo>
                    <a:lnTo>
                      <a:pt x="127" y="292"/>
                    </a:lnTo>
                    <a:lnTo>
                      <a:pt x="129" y="286"/>
                    </a:lnTo>
                    <a:lnTo>
                      <a:pt x="129" y="188"/>
                    </a:lnTo>
                    <a:lnTo>
                      <a:pt x="129" y="174"/>
                    </a:lnTo>
                    <a:lnTo>
                      <a:pt x="129" y="174"/>
                    </a:lnTo>
                    <a:lnTo>
                      <a:pt x="136" y="167"/>
                    </a:lnTo>
                    <a:lnTo>
                      <a:pt x="143" y="159"/>
                    </a:lnTo>
                    <a:lnTo>
                      <a:pt x="150" y="152"/>
                    </a:lnTo>
                    <a:lnTo>
                      <a:pt x="156" y="143"/>
                    </a:lnTo>
                    <a:lnTo>
                      <a:pt x="156" y="143"/>
                    </a:lnTo>
                    <a:lnTo>
                      <a:pt x="161" y="130"/>
                    </a:lnTo>
                    <a:lnTo>
                      <a:pt x="163" y="125"/>
                    </a:lnTo>
                    <a:lnTo>
                      <a:pt x="165" y="119"/>
                    </a:lnTo>
                    <a:lnTo>
                      <a:pt x="165" y="119"/>
                    </a:lnTo>
                    <a:lnTo>
                      <a:pt x="165" y="112"/>
                    </a:lnTo>
                    <a:lnTo>
                      <a:pt x="161" y="107"/>
                    </a:lnTo>
                    <a:lnTo>
                      <a:pt x="158" y="94"/>
                    </a:lnTo>
                    <a:lnTo>
                      <a:pt x="158" y="94"/>
                    </a:lnTo>
                    <a:close/>
                    <a:moveTo>
                      <a:pt x="139" y="119"/>
                    </a:moveTo>
                    <a:lnTo>
                      <a:pt x="139" y="119"/>
                    </a:lnTo>
                    <a:lnTo>
                      <a:pt x="134" y="130"/>
                    </a:lnTo>
                    <a:lnTo>
                      <a:pt x="134" y="130"/>
                    </a:lnTo>
                    <a:lnTo>
                      <a:pt x="129" y="141"/>
                    </a:lnTo>
                    <a:lnTo>
                      <a:pt x="129" y="92"/>
                    </a:lnTo>
                    <a:lnTo>
                      <a:pt x="129" y="92"/>
                    </a:lnTo>
                    <a:lnTo>
                      <a:pt x="136" y="105"/>
                    </a:lnTo>
                    <a:lnTo>
                      <a:pt x="141" y="118"/>
                    </a:lnTo>
                    <a:lnTo>
                      <a:pt x="141" y="118"/>
                    </a:lnTo>
                    <a:lnTo>
                      <a:pt x="139" y="119"/>
                    </a:lnTo>
                    <a:lnTo>
                      <a:pt x="139" y="119"/>
                    </a:lnTo>
                    <a:close/>
                    <a:moveTo>
                      <a:pt x="141" y="118"/>
                    </a:moveTo>
                    <a:lnTo>
                      <a:pt x="141" y="118"/>
                    </a:lnTo>
                    <a:close/>
                  </a:path>
                </a:pathLst>
              </a:custGeom>
              <a:solidFill>
                <a:srgbClr val="7CC8EC"/>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sp>
        <p:nvSpPr>
          <p:cNvPr id="2" name="Footer Placeholder 1"/>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11203729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p:tgtEl>
                                          <p:spTgt spid="11"/>
                                        </p:tgtEl>
                                        <p:attrNameLst>
                                          <p:attrName>ppt_x</p:attrName>
                                        </p:attrNameLst>
                                      </p:cBhvr>
                                      <p:tavLst>
                                        <p:tav tm="0">
                                          <p:val>
                                            <p:strVal val="#ppt_x-#ppt_w*1.125000"/>
                                          </p:val>
                                        </p:tav>
                                        <p:tav tm="100000">
                                          <p:val>
                                            <p:strVal val="#ppt_x"/>
                                          </p:val>
                                        </p:tav>
                                      </p:tavLst>
                                    </p:anim>
                                    <p:animEffect transition="in" filter="wipe(right)">
                                      <p:cBhvr>
                                        <p:cTn id="8" dur="500"/>
                                        <p:tgtEl>
                                          <p:spTgt spid="11"/>
                                        </p:tgtEl>
                                      </p:cBhvr>
                                    </p:animEffect>
                                  </p:childTnLst>
                                </p:cTn>
                              </p:par>
                            </p:childTnLst>
                          </p:cTn>
                        </p:par>
                        <p:par>
                          <p:cTn id="9" fill="hold">
                            <p:stCondLst>
                              <p:cond delay="500"/>
                            </p:stCondLst>
                            <p:childTnLst>
                              <p:par>
                                <p:cTn id="10" presetID="12" presetClass="entr" presetSubtype="8" fill="hold" nodeType="afterEffect">
                                  <p:stCondLst>
                                    <p:cond delay="25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500"/>
                                        <p:tgtEl>
                                          <p:spTgt spid="8"/>
                                        </p:tgtEl>
                                        <p:attrNameLst>
                                          <p:attrName>ppt_x</p:attrName>
                                        </p:attrNameLst>
                                      </p:cBhvr>
                                      <p:tavLst>
                                        <p:tav tm="0">
                                          <p:val>
                                            <p:strVal val="#ppt_x-#ppt_w*1.125000"/>
                                          </p:val>
                                        </p:tav>
                                        <p:tav tm="100000">
                                          <p:val>
                                            <p:strVal val="#ppt_x"/>
                                          </p:val>
                                        </p:tav>
                                      </p:tavLst>
                                    </p:anim>
                                    <p:animEffect transition="in" filter="wipe(right)">
                                      <p:cBhvr>
                                        <p:cTn id="13" dur="500"/>
                                        <p:tgtEl>
                                          <p:spTgt spid="8"/>
                                        </p:tgtEl>
                                      </p:cBhvr>
                                    </p:animEffect>
                                  </p:childTnLst>
                                </p:cTn>
                              </p:par>
                            </p:childTnLst>
                          </p:cTn>
                        </p:par>
                        <p:par>
                          <p:cTn id="14" fill="hold">
                            <p:stCondLst>
                              <p:cond delay="1250"/>
                            </p:stCondLst>
                            <p:childTnLst>
                              <p:par>
                                <p:cTn id="15" presetID="12" presetClass="entr" presetSubtype="8" fill="hold" nodeType="afterEffect">
                                  <p:stCondLst>
                                    <p:cond delay="250"/>
                                  </p:stCondLst>
                                  <p:childTnLst>
                                    <p:set>
                                      <p:cBhvr>
                                        <p:cTn id="16" dur="1" fill="hold">
                                          <p:stCondLst>
                                            <p:cond delay="0"/>
                                          </p:stCondLst>
                                        </p:cTn>
                                        <p:tgtEl>
                                          <p:spTgt spid="6"/>
                                        </p:tgtEl>
                                        <p:attrNameLst>
                                          <p:attrName>style.visibility</p:attrName>
                                        </p:attrNameLst>
                                      </p:cBhvr>
                                      <p:to>
                                        <p:strVal val="visible"/>
                                      </p:to>
                                    </p:set>
                                    <p:animEffect transition="in" filter="slide(fromLeft)">
                                      <p:cBhvr>
                                        <p:cTn id="1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36"/>
          <p:cNvGrpSpPr/>
          <p:nvPr/>
        </p:nvGrpSpPr>
        <p:grpSpPr>
          <a:xfrm>
            <a:off x="1015412" y="2852039"/>
            <a:ext cx="3681600" cy="3577140"/>
            <a:chOff x="689180" y="2520491"/>
            <a:chExt cx="1988022" cy="2126103"/>
          </a:xfrm>
        </p:grpSpPr>
        <p:sp>
          <p:nvSpPr>
            <p:cNvPr id="19" name="Bent Arrow 18"/>
            <p:cNvSpPr/>
            <p:nvPr/>
          </p:nvSpPr>
          <p:spPr>
            <a:xfrm>
              <a:off x="785787" y="2520491"/>
              <a:ext cx="1821669" cy="1163187"/>
            </a:xfrm>
            <a:prstGeom prst="bentArrow">
              <a:avLst/>
            </a:prstGeom>
            <a:solidFill>
              <a:schemeClr val="accent6"/>
            </a:solidFill>
            <a:ln>
              <a:noFill/>
            </a:ln>
            <a:effectLst/>
          </p:spPr>
          <p:style>
            <a:lnRef idx="1">
              <a:schemeClr val="accent5"/>
            </a:lnRef>
            <a:fillRef idx="3">
              <a:schemeClr val="accent5"/>
            </a:fillRef>
            <a:effectRef idx="2">
              <a:schemeClr val="accent5"/>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5" name="Rectangle 14"/>
            <p:cNvSpPr/>
            <p:nvPr/>
          </p:nvSpPr>
          <p:spPr>
            <a:xfrm>
              <a:off x="689180" y="3823411"/>
              <a:ext cx="1988022" cy="823183"/>
            </a:xfrm>
            <a:prstGeom prst="rect">
              <a:avLst/>
            </a:prstGeom>
          </p:spPr>
          <p:txBody>
            <a:bodyPr wrap="square">
              <a:spAutoFit/>
            </a:bodyPr>
            <a:lstStyle/>
            <a:p>
              <a:pPr algn="ctr" fontAlgn="auto">
                <a:spcBef>
                  <a:spcPts val="0"/>
                </a:spcBef>
                <a:spcAft>
                  <a:spcPts val="0"/>
                </a:spcAft>
              </a:pPr>
              <a:r>
                <a:rPr lang="ar-SA" sz="2800" b="1" dirty="0"/>
                <a:t>العمل المستمر دون توقف، إذ لا يحتاج الحاسوب إلى ساعات راحة كالإنسان</a:t>
              </a:r>
              <a:endParaRPr lang="en-US" sz="2800" b="1" dirty="0">
                <a:solidFill>
                  <a:prstClr val="white">
                    <a:lumMod val="65000"/>
                  </a:prstClr>
                </a:solidFill>
                <a:latin typeface="Open Sans" pitchFamily="34" charset="0"/>
                <a:ea typeface="Open Sans" pitchFamily="34" charset="0"/>
                <a:cs typeface="Open Sans" pitchFamily="34" charset="0"/>
              </a:endParaRPr>
            </a:p>
          </p:txBody>
        </p:sp>
        <p:sp>
          <p:nvSpPr>
            <p:cNvPr id="27" name="AutoShape 112"/>
            <p:cNvSpPr>
              <a:spLocks/>
            </p:cNvSpPr>
            <p:nvPr/>
          </p:nvSpPr>
          <p:spPr bwMode="auto">
            <a:xfrm>
              <a:off x="1500166" y="3071816"/>
              <a:ext cx="366050" cy="366676"/>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nvGrpSpPr>
          <p:cNvPr id="6" name="Group 47"/>
          <p:cNvGrpSpPr/>
          <p:nvPr/>
        </p:nvGrpSpPr>
        <p:grpSpPr>
          <a:xfrm>
            <a:off x="7827993" y="1917608"/>
            <a:ext cx="3567448" cy="3597689"/>
            <a:chOff x="4429124" y="1809654"/>
            <a:chExt cx="2083991" cy="2032634"/>
          </a:xfrm>
        </p:grpSpPr>
        <p:sp>
          <p:nvSpPr>
            <p:cNvPr id="21" name="Bent Arrow 20"/>
            <p:cNvSpPr/>
            <p:nvPr/>
          </p:nvSpPr>
          <p:spPr>
            <a:xfrm>
              <a:off x="4429124" y="1809654"/>
              <a:ext cx="1821669" cy="1163187"/>
            </a:xfrm>
            <a:prstGeom prst="bentArrow">
              <a:avLst/>
            </a:prstGeom>
            <a:solidFill>
              <a:schemeClr val="accent4"/>
            </a:solidFill>
            <a:ln>
              <a:noFill/>
            </a:ln>
            <a:effectLst/>
          </p:spPr>
          <p:style>
            <a:lnRef idx="1">
              <a:schemeClr val="accent3"/>
            </a:lnRef>
            <a:fillRef idx="3">
              <a:schemeClr val="accent3"/>
            </a:fillRef>
            <a:effectRef idx="2">
              <a:schemeClr val="accent3"/>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7" name="Rectangle 16"/>
            <p:cNvSpPr/>
            <p:nvPr/>
          </p:nvSpPr>
          <p:spPr>
            <a:xfrm>
              <a:off x="4788507" y="2816345"/>
              <a:ext cx="1724608" cy="1025943"/>
            </a:xfrm>
            <a:prstGeom prst="rect">
              <a:avLst/>
            </a:prstGeom>
          </p:spPr>
          <p:txBody>
            <a:bodyPr wrap="square">
              <a:spAutoFit/>
            </a:bodyPr>
            <a:lstStyle/>
            <a:p>
              <a:pPr algn="ctr" fontAlgn="auto">
                <a:spcBef>
                  <a:spcPts val="0"/>
                </a:spcBef>
                <a:spcAft>
                  <a:spcPts val="0"/>
                </a:spcAft>
              </a:pPr>
              <a:r>
                <a:rPr lang="ar-SA" sz="2800" b="1" dirty="0"/>
                <a:t>يجعل التعليم أكثر فاعليَّة وأبقى أثرًا، وخاصة في المواد العلمية مثل الرياضيات والعلوم</a:t>
              </a:r>
              <a:endParaRPr lang="en-US" sz="2800" b="1" dirty="0">
                <a:solidFill>
                  <a:prstClr val="white">
                    <a:lumMod val="65000"/>
                  </a:prstClr>
                </a:solidFill>
                <a:latin typeface="Open Sans" pitchFamily="34" charset="0"/>
                <a:ea typeface="Open Sans" pitchFamily="34" charset="0"/>
                <a:cs typeface="Open Sans" pitchFamily="34" charset="0"/>
              </a:endParaRPr>
            </a:p>
          </p:txBody>
        </p:sp>
        <p:grpSp>
          <p:nvGrpSpPr>
            <p:cNvPr id="7" name="Group 29"/>
            <p:cNvGrpSpPr/>
            <p:nvPr/>
          </p:nvGrpSpPr>
          <p:grpSpPr>
            <a:xfrm>
              <a:off x="5214942" y="2285998"/>
              <a:ext cx="251543" cy="366676"/>
              <a:chOff x="2612963" y="2767277"/>
              <a:chExt cx="251543" cy="366676"/>
            </a:xfrm>
            <a:solidFill>
              <a:schemeClr val="accent4"/>
            </a:solidFill>
          </p:grpSpPr>
          <p:sp>
            <p:nvSpPr>
              <p:cNvPr id="28" name="AutoShape 113"/>
              <p:cNvSpPr>
                <a:spLocks/>
              </p:cNvSpPr>
              <p:nvPr/>
            </p:nvSpPr>
            <p:spPr bwMode="auto">
              <a:xfrm>
                <a:off x="2612963" y="2767277"/>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9" name="AutoShape 114"/>
              <p:cNvSpPr>
                <a:spLocks/>
              </p:cNvSpPr>
              <p:nvPr/>
            </p:nvSpPr>
            <p:spPr bwMode="auto">
              <a:xfrm>
                <a:off x="2669904" y="2824844"/>
                <a:ext cx="74461" cy="744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grpSp>
        <p:nvGrpSpPr>
          <p:cNvPr id="8" name="Group 46"/>
          <p:cNvGrpSpPr/>
          <p:nvPr/>
        </p:nvGrpSpPr>
        <p:grpSpPr>
          <a:xfrm>
            <a:off x="4726631" y="1175657"/>
            <a:ext cx="3260375" cy="5159215"/>
            <a:chOff x="2607455" y="1428742"/>
            <a:chExt cx="2018404" cy="3026682"/>
          </a:xfrm>
        </p:grpSpPr>
        <p:sp>
          <p:nvSpPr>
            <p:cNvPr id="20" name="Bent Arrow 19"/>
            <p:cNvSpPr/>
            <p:nvPr/>
          </p:nvSpPr>
          <p:spPr>
            <a:xfrm>
              <a:off x="2607455" y="2132762"/>
              <a:ext cx="1821669" cy="1163187"/>
            </a:xfrm>
            <a:prstGeom prst="bentArrow">
              <a:avLst/>
            </a:prstGeom>
            <a:solidFill>
              <a:schemeClr val="accent1"/>
            </a:solidFill>
            <a:ln>
              <a:noFill/>
            </a:ln>
            <a:effectLst/>
          </p:spPr>
          <p:style>
            <a:lnRef idx="1">
              <a:schemeClr val="accent6"/>
            </a:lnRef>
            <a:fillRef idx="3">
              <a:schemeClr val="accent6"/>
            </a:fillRef>
            <a:effectRef idx="2">
              <a:schemeClr val="accent6"/>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6" name="Rectangle 15"/>
            <p:cNvSpPr/>
            <p:nvPr/>
          </p:nvSpPr>
          <p:spPr>
            <a:xfrm>
              <a:off x="2819476" y="3137344"/>
              <a:ext cx="1806383" cy="1318080"/>
            </a:xfrm>
            <a:prstGeom prst="rect">
              <a:avLst/>
            </a:prstGeom>
          </p:spPr>
          <p:txBody>
            <a:bodyPr wrap="square">
              <a:spAutoFit/>
            </a:bodyPr>
            <a:lstStyle/>
            <a:p>
              <a:pPr algn="ctr" fontAlgn="auto">
                <a:spcBef>
                  <a:spcPts val="0"/>
                </a:spcBef>
                <a:spcAft>
                  <a:spcPts val="0"/>
                </a:spcAft>
              </a:pPr>
              <a:r>
                <a:rPr lang="ar-SA" sz="2800" b="1" dirty="0"/>
                <a:t>تخزين المعلومات الكبيرة في أماكن يسهل الوصول إليها واسترجاعها في أي وقت</a:t>
              </a:r>
              <a:endParaRPr lang="en-US" sz="2800" b="1" dirty="0">
                <a:solidFill>
                  <a:prstClr val="white">
                    <a:lumMod val="65000"/>
                  </a:prstClr>
                </a:solidFill>
                <a:latin typeface="Open Sans" pitchFamily="34" charset="0"/>
                <a:ea typeface="Open Sans" pitchFamily="34" charset="0"/>
                <a:cs typeface="Open Sans" pitchFamily="34" charset="0"/>
              </a:endParaRPr>
            </a:p>
          </p:txBody>
        </p:sp>
        <p:sp>
          <p:nvSpPr>
            <p:cNvPr id="23" name="AutoShape 29"/>
            <p:cNvSpPr>
              <a:spLocks/>
            </p:cNvSpPr>
            <p:nvPr/>
          </p:nvSpPr>
          <p:spPr bwMode="auto">
            <a:xfrm>
              <a:off x="3286116" y="2643188"/>
              <a:ext cx="366051" cy="331636"/>
            </a:xfrm>
            <a:custGeom>
              <a:avLst/>
              <a:gdLst>
                <a:gd name="T0" fmla="+- 0 10736 439"/>
                <a:gd name="T1" fmla="*/ T0 w 20595"/>
                <a:gd name="T2" fmla="+- 0 10869 621"/>
                <a:gd name="T3" fmla="*/ 10869 h 20497"/>
                <a:gd name="T4" fmla="+- 0 10736 439"/>
                <a:gd name="T5" fmla="*/ T4 w 20595"/>
                <a:gd name="T6" fmla="+- 0 10869 621"/>
                <a:gd name="T7" fmla="*/ 10869 h 20497"/>
                <a:gd name="T8" fmla="+- 0 10736 439"/>
                <a:gd name="T9" fmla="*/ T8 w 20595"/>
                <a:gd name="T10" fmla="+- 0 10869 621"/>
                <a:gd name="T11" fmla="*/ 10869 h 20497"/>
                <a:gd name="T12" fmla="+- 0 10736 439"/>
                <a:gd name="T13" fmla="*/ T12 w 20595"/>
                <a:gd name="T14" fmla="+- 0 10869 621"/>
                <a:gd name="T15" fmla="*/ 10869 h 20497"/>
              </a:gdLst>
              <a:ahLst/>
              <a:cxnLst>
                <a:cxn ang="0">
                  <a:pos x="T1" y="T3"/>
                </a:cxn>
                <a:cxn ang="0">
                  <a:pos x="T5" y="T7"/>
                </a:cxn>
                <a:cxn ang="0">
                  <a:pos x="T9" y="T11"/>
                </a:cxn>
                <a:cxn ang="0">
                  <a:pos x="T13" y="T15"/>
                </a:cxn>
              </a:cxnLst>
              <a:rect l="0" t="0" r="r" b="b"/>
              <a:pathLst>
                <a:path w="20595" h="20497">
                  <a:moveTo>
                    <a:pt x="18898" y="1863"/>
                  </a:moveTo>
                  <a:cubicBezTo>
                    <a:pt x="16636" y="-621"/>
                    <a:pt x="12968" y="-621"/>
                    <a:pt x="10707" y="1863"/>
                  </a:cubicBezTo>
                  <a:lnTo>
                    <a:pt x="1317" y="12053"/>
                  </a:lnTo>
                  <a:cubicBezTo>
                    <a:pt x="-439" y="13982"/>
                    <a:pt x="-439" y="17121"/>
                    <a:pt x="1317" y="19050"/>
                  </a:cubicBezTo>
                  <a:cubicBezTo>
                    <a:pt x="3073" y="20979"/>
                    <a:pt x="5931" y="20979"/>
                    <a:pt x="7687" y="19050"/>
                  </a:cubicBezTo>
                  <a:lnTo>
                    <a:pt x="17078" y="8860"/>
                  </a:lnTo>
                  <a:cubicBezTo>
                    <a:pt x="18335" y="7479"/>
                    <a:pt x="18335" y="5242"/>
                    <a:pt x="17078" y="3862"/>
                  </a:cubicBezTo>
                  <a:cubicBezTo>
                    <a:pt x="15821" y="2482"/>
                    <a:pt x="13783" y="2482"/>
                    <a:pt x="12527" y="3862"/>
                  </a:cubicBezTo>
                  <a:lnTo>
                    <a:pt x="5467" y="11614"/>
                  </a:lnTo>
                  <a:cubicBezTo>
                    <a:pt x="5216" y="11891"/>
                    <a:pt x="5216" y="12337"/>
                    <a:pt x="5467" y="12614"/>
                  </a:cubicBezTo>
                  <a:cubicBezTo>
                    <a:pt x="5719" y="12890"/>
                    <a:pt x="6126" y="12890"/>
                    <a:pt x="6378" y="12614"/>
                  </a:cubicBezTo>
                  <a:lnTo>
                    <a:pt x="13437" y="4861"/>
                  </a:lnTo>
                  <a:cubicBezTo>
                    <a:pt x="14190" y="4035"/>
                    <a:pt x="15414" y="4035"/>
                    <a:pt x="16167" y="4861"/>
                  </a:cubicBezTo>
                  <a:cubicBezTo>
                    <a:pt x="16920" y="5688"/>
                    <a:pt x="16920" y="7034"/>
                    <a:pt x="16167" y="7860"/>
                  </a:cubicBezTo>
                  <a:lnTo>
                    <a:pt x="6777" y="18050"/>
                  </a:lnTo>
                  <a:cubicBezTo>
                    <a:pt x="5520" y="19430"/>
                    <a:pt x="3484" y="19430"/>
                    <a:pt x="2227" y="18050"/>
                  </a:cubicBezTo>
                  <a:cubicBezTo>
                    <a:pt x="970" y="16670"/>
                    <a:pt x="970" y="14433"/>
                    <a:pt x="2227" y="13053"/>
                  </a:cubicBezTo>
                  <a:lnTo>
                    <a:pt x="11525" y="2963"/>
                  </a:lnTo>
                  <a:cubicBezTo>
                    <a:pt x="13285" y="1030"/>
                    <a:pt x="16139" y="1030"/>
                    <a:pt x="17896" y="2963"/>
                  </a:cubicBezTo>
                  <a:cubicBezTo>
                    <a:pt x="19657" y="4896"/>
                    <a:pt x="19657" y="8027"/>
                    <a:pt x="17897" y="9959"/>
                  </a:cubicBezTo>
                  <a:lnTo>
                    <a:pt x="10929" y="17611"/>
                  </a:lnTo>
                  <a:cubicBezTo>
                    <a:pt x="10677" y="17888"/>
                    <a:pt x="10677" y="18334"/>
                    <a:pt x="10929" y="18610"/>
                  </a:cubicBezTo>
                  <a:cubicBezTo>
                    <a:pt x="11181" y="18887"/>
                    <a:pt x="11588" y="18887"/>
                    <a:pt x="11839" y="18610"/>
                  </a:cubicBezTo>
                  <a:lnTo>
                    <a:pt x="18898" y="10859"/>
                  </a:lnTo>
                  <a:cubicBezTo>
                    <a:pt x="21160" y="8375"/>
                    <a:pt x="21160" y="4347"/>
                    <a:pt x="18898" y="1863"/>
                  </a:cubicBezTo>
                </a:path>
              </a:pathLst>
            </a:cu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nvGrpSpPr>
            <p:cNvPr id="9" name="Group 39"/>
            <p:cNvGrpSpPr/>
            <p:nvPr/>
          </p:nvGrpSpPr>
          <p:grpSpPr>
            <a:xfrm>
              <a:off x="3291608" y="1428742"/>
              <a:ext cx="423296" cy="764990"/>
              <a:chOff x="3386647" y="802411"/>
              <a:chExt cx="172336" cy="311450"/>
            </a:xfrm>
            <a:solidFill>
              <a:schemeClr val="accent1"/>
            </a:solidFill>
          </p:grpSpPr>
          <p:sp>
            <p:nvSpPr>
              <p:cNvPr id="42" name="Freeform 71"/>
              <p:cNvSpPr>
                <a:spLocks/>
              </p:cNvSpPr>
              <p:nvPr/>
            </p:nvSpPr>
            <p:spPr bwMode="auto">
              <a:xfrm>
                <a:off x="3459319" y="802411"/>
                <a:ext cx="51909" cy="51909"/>
              </a:xfrm>
              <a:custGeom>
                <a:avLst/>
                <a:gdLst/>
                <a:ahLst/>
                <a:cxnLst>
                  <a:cxn ang="0">
                    <a:pos x="25" y="0"/>
                  </a:cxn>
                  <a:cxn ang="0">
                    <a:pos x="25" y="0"/>
                  </a:cxn>
                  <a:cxn ang="0">
                    <a:pos x="34" y="2"/>
                  </a:cxn>
                  <a:cxn ang="0">
                    <a:pos x="43" y="7"/>
                  </a:cxn>
                  <a:cxn ang="0">
                    <a:pos x="49" y="16"/>
                  </a:cxn>
                  <a:cxn ang="0">
                    <a:pos x="50" y="25"/>
                  </a:cxn>
                  <a:cxn ang="0">
                    <a:pos x="50" y="25"/>
                  </a:cxn>
                  <a:cxn ang="0">
                    <a:pos x="49" y="36"/>
                  </a:cxn>
                  <a:cxn ang="0">
                    <a:pos x="43" y="43"/>
                  </a:cxn>
                  <a:cxn ang="0">
                    <a:pos x="34" y="49"/>
                  </a:cxn>
                  <a:cxn ang="0">
                    <a:pos x="25" y="51"/>
                  </a:cxn>
                  <a:cxn ang="0">
                    <a:pos x="25" y="51"/>
                  </a:cxn>
                  <a:cxn ang="0">
                    <a:pos x="16" y="49"/>
                  </a:cxn>
                  <a:cxn ang="0">
                    <a:pos x="7" y="43"/>
                  </a:cxn>
                  <a:cxn ang="0">
                    <a:pos x="1" y="36"/>
                  </a:cxn>
                  <a:cxn ang="0">
                    <a:pos x="0" y="25"/>
                  </a:cxn>
                  <a:cxn ang="0">
                    <a:pos x="0" y="25"/>
                  </a:cxn>
                  <a:cxn ang="0">
                    <a:pos x="1" y="16"/>
                  </a:cxn>
                  <a:cxn ang="0">
                    <a:pos x="7" y="7"/>
                  </a:cxn>
                  <a:cxn ang="0">
                    <a:pos x="16" y="2"/>
                  </a:cxn>
                  <a:cxn ang="0">
                    <a:pos x="25" y="0"/>
                  </a:cxn>
                  <a:cxn ang="0">
                    <a:pos x="25" y="0"/>
                  </a:cxn>
                </a:cxnLst>
                <a:rect l="0" t="0" r="r" b="b"/>
                <a:pathLst>
                  <a:path w="50" h="51">
                    <a:moveTo>
                      <a:pt x="25" y="0"/>
                    </a:moveTo>
                    <a:lnTo>
                      <a:pt x="25" y="0"/>
                    </a:lnTo>
                    <a:lnTo>
                      <a:pt x="34" y="2"/>
                    </a:lnTo>
                    <a:lnTo>
                      <a:pt x="43" y="7"/>
                    </a:lnTo>
                    <a:lnTo>
                      <a:pt x="49" y="16"/>
                    </a:lnTo>
                    <a:lnTo>
                      <a:pt x="50" y="25"/>
                    </a:lnTo>
                    <a:lnTo>
                      <a:pt x="50" y="25"/>
                    </a:lnTo>
                    <a:lnTo>
                      <a:pt x="49" y="36"/>
                    </a:lnTo>
                    <a:lnTo>
                      <a:pt x="43" y="43"/>
                    </a:lnTo>
                    <a:lnTo>
                      <a:pt x="34" y="49"/>
                    </a:lnTo>
                    <a:lnTo>
                      <a:pt x="25" y="51"/>
                    </a:lnTo>
                    <a:lnTo>
                      <a:pt x="25" y="51"/>
                    </a:lnTo>
                    <a:lnTo>
                      <a:pt x="16" y="49"/>
                    </a:lnTo>
                    <a:lnTo>
                      <a:pt x="7" y="43"/>
                    </a:lnTo>
                    <a:lnTo>
                      <a:pt x="1" y="36"/>
                    </a:lnTo>
                    <a:lnTo>
                      <a:pt x="0" y="25"/>
                    </a:lnTo>
                    <a:lnTo>
                      <a:pt x="0" y="25"/>
                    </a:lnTo>
                    <a:lnTo>
                      <a:pt x="1" y="16"/>
                    </a:lnTo>
                    <a:lnTo>
                      <a:pt x="7" y="7"/>
                    </a:lnTo>
                    <a:lnTo>
                      <a:pt x="16" y="2"/>
                    </a:lnTo>
                    <a:lnTo>
                      <a:pt x="25" y="0"/>
                    </a:lnTo>
                    <a:lnTo>
                      <a:pt x="2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3" name="Freeform 72"/>
              <p:cNvSpPr>
                <a:spLocks noEditPoints="1"/>
              </p:cNvSpPr>
              <p:nvPr/>
            </p:nvSpPr>
            <p:spPr bwMode="auto">
              <a:xfrm>
                <a:off x="3386647" y="802411"/>
                <a:ext cx="172336" cy="311450"/>
              </a:xfrm>
              <a:custGeom>
                <a:avLst/>
                <a:gdLst/>
                <a:ahLst/>
                <a:cxnLst>
                  <a:cxn ang="0">
                    <a:pos x="158" y="94"/>
                  </a:cxn>
                  <a:cxn ang="0">
                    <a:pos x="141" y="69"/>
                  </a:cxn>
                  <a:cxn ang="0">
                    <a:pos x="134" y="63"/>
                  </a:cxn>
                  <a:cxn ang="0">
                    <a:pos x="130" y="60"/>
                  </a:cxn>
                  <a:cxn ang="0">
                    <a:pos x="123" y="58"/>
                  </a:cxn>
                  <a:cxn ang="0">
                    <a:pos x="100" y="54"/>
                  </a:cxn>
                  <a:cxn ang="0">
                    <a:pos x="67" y="58"/>
                  </a:cxn>
                  <a:cxn ang="0">
                    <a:pos x="63" y="58"/>
                  </a:cxn>
                  <a:cxn ang="0">
                    <a:pos x="61" y="58"/>
                  </a:cxn>
                  <a:cxn ang="0">
                    <a:pos x="61" y="58"/>
                  </a:cxn>
                  <a:cxn ang="0">
                    <a:pos x="34" y="56"/>
                  </a:cxn>
                  <a:cxn ang="0">
                    <a:pos x="27" y="40"/>
                  </a:cxn>
                  <a:cxn ang="0">
                    <a:pos x="23" y="23"/>
                  </a:cxn>
                  <a:cxn ang="0">
                    <a:pos x="20" y="2"/>
                  </a:cxn>
                  <a:cxn ang="0">
                    <a:pos x="14" y="0"/>
                  </a:cxn>
                  <a:cxn ang="0">
                    <a:pos x="12" y="2"/>
                  </a:cxn>
                  <a:cxn ang="0">
                    <a:pos x="14" y="14"/>
                  </a:cxn>
                  <a:cxn ang="0">
                    <a:pos x="9" y="14"/>
                  </a:cxn>
                  <a:cxn ang="0">
                    <a:pos x="2" y="22"/>
                  </a:cxn>
                  <a:cxn ang="0">
                    <a:pos x="0" y="29"/>
                  </a:cxn>
                  <a:cxn ang="0">
                    <a:pos x="11" y="60"/>
                  </a:cxn>
                  <a:cxn ang="0">
                    <a:pos x="14" y="70"/>
                  </a:cxn>
                  <a:cxn ang="0">
                    <a:pos x="22" y="76"/>
                  </a:cxn>
                  <a:cxn ang="0">
                    <a:pos x="40" y="81"/>
                  </a:cxn>
                  <a:cxn ang="0">
                    <a:pos x="60" y="83"/>
                  </a:cxn>
                  <a:cxn ang="0">
                    <a:pos x="60" y="92"/>
                  </a:cxn>
                  <a:cxn ang="0">
                    <a:pos x="60" y="286"/>
                  </a:cxn>
                  <a:cxn ang="0">
                    <a:pos x="61" y="292"/>
                  </a:cxn>
                  <a:cxn ang="0">
                    <a:pos x="69" y="299"/>
                  </a:cxn>
                  <a:cxn ang="0">
                    <a:pos x="74" y="301"/>
                  </a:cxn>
                  <a:cxn ang="0">
                    <a:pos x="85" y="295"/>
                  </a:cxn>
                  <a:cxn ang="0">
                    <a:pos x="89" y="286"/>
                  </a:cxn>
                  <a:cxn ang="0">
                    <a:pos x="89" y="185"/>
                  </a:cxn>
                  <a:cxn ang="0">
                    <a:pos x="90" y="179"/>
                  </a:cxn>
                  <a:cxn ang="0">
                    <a:pos x="94" y="179"/>
                  </a:cxn>
                  <a:cxn ang="0">
                    <a:pos x="100" y="181"/>
                  </a:cxn>
                  <a:cxn ang="0">
                    <a:pos x="100" y="286"/>
                  </a:cxn>
                  <a:cxn ang="0">
                    <a:pos x="101" y="292"/>
                  </a:cxn>
                  <a:cxn ang="0">
                    <a:pos x="109" y="299"/>
                  </a:cxn>
                  <a:cxn ang="0">
                    <a:pos x="114" y="301"/>
                  </a:cxn>
                  <a:cxn ang="0">
                    <a:pos x="125" y="295"/>
                  </a:cxn>
                  <a:cxn ang="0">
                    <a:pos x="129" y="286"/>
                  </a:cxn>
                  <a:cxn ang="0">
                    <a:pos x="129" y="174"/>
                  </a:cxn>
                  <a:cxn ang="0">
                    <a:pos x="136" y="167"/>
                  </a:cxn>
                  <a:cxn ang="0">
                    <a:pos x="150" y="152"/>
                  </a:cxn>
                  <a:cxn ang="0">
                    <a:pos x="156" y="143"/>
                  </a:cxn>
                  <a:cxn ang="0">
                    <a:pos x="163" y="125"/>
                  </a:cxn>
                  <a:cxn ang="0">
                    <a:pos x="165" y="119"/>
                  </a:cxn>
                  <a:cxn ang="0">
                    <a:pos x="161" y="107"/>
                  </a:cxn>
                  <a:cxn ang="0">
                    <a:pos x="158" y="94"/>
                  </a:cxn>
                  <a:cxn ang="0">
                    <a:pos x="139" y="119"/>
                  </a:cxn>
                  <a:cxn ang="0">
                    <a:pos x="134" y="130"/>
                  </a:cxn>
                  <a:cxn ang="0">
                    <a:pos x="129" y="92"/>
                  </a:cxn>
                  <a:cxn ang="0">
                    <a:pos x="136" y="105"/>
                  </a:cxn>
                  <a:cxn ang="0">
                    <a:pos x="141" y="118"/>
                  </a:cxn>
                  <a:cxn ang="0">
                    <a:pos x="139" y="119"/>
                  </a:cxn>
                  <a:cxn ang="0">
                    <a:pos x="141" y="118"/>
                  </a:cxn>
                </a:cxnLst>
                <a:rect l="0" t="0" r="r" b="b"/>
                <a:pathLst>
                  <a:path w="165" h="301">
                    <a:moveTo>
                      <a:pt x="158" y="94"/>
                    </a:moveTo>
                    <a:lnTo>
                      <a:pt x="158" y="94"/>
                    </a:lnTo>
                    <a:lnTo>
                      <a:pt x="147" y="78"/>
                    </a:lnTo>
                    <a:lnTo>
                      <a:pt x="141" y="69"/>
                    </a:lnTo>
                    <a:lnTo>
                      <a:pt x="134" y="63"/>
                    </a:lnTo>
                    <a:lnTo>
                      <a:pt x="134" y="63"/>
                    </a:lnTo>
                    <a:lnTo>
                      <a:pt x="130" y="61"/>
                    </a:lnTo>
                    <a:lnTo>
                      <a:pt x="130" y="60"/>
                    </a:lnTo>
                    <a:lnTo>
                      <a:pt x="130" y="60"/>
                    </a:lnTo>
                    <a:lnTo>
                      <a:pt x="123" y="58"/>
                    </a:lnTo>
                    <a:lnTo>
                      <a:pt x="116" y="56"/>
                    </a:lnTo>
                    <a:lnTo>
                      <a:pt x="100" y="54"/>
                    </a:lnTo>
                    <a:lnTo>
                      <a:pt x="81" y="56"/>
                    </a:lnTo>
                    <a:lnTo>
                      <a:pt x="67" y="58"/>
                    </a:lnTo>
                    <a:lnTo>
                      <a:pt x="67" y="58"/>
                    </a:lnTo>
                    <a:lnTo>
                      <a:pt x="63" y="58"/>
                    </a:lnTo>
                    <a:lnTo>
                      <a:pt x="61" y="58"/>
                    </a:lnTo>
                    <a:lnTo>
                      <a:pt x="61" y="58"/>
                    </a:lnTo>
                    <a:lnTo>
                      <a:pt x="61" y="58"/>
                    </a:lnTo>
                    <a:lnTo>
                      <a:pt x="61" y="58"/>
                    </a:lnTo>
                    <a:lnTo>
                      <a:pt x="47" y="58"/>
                    </a:lnTo>
                    <a:lnTo>
                      <a:pt x="34" y="56"/>
                    </a:lnTo>
                    <a:lnTo>
                      <a:pt x="34" y="56"/>
                    </a:lnTo>
                    <a:lnTo>
                      <a:pt x="27" y="40"/>
                    </a:lnTo>
                    <a:lnTo>
                      <a:pt x="23" y="25"/>
                    </a:lnTo>
                    <a:lnTo>
                      <a:pt x="23" y="23"/>
                    </a:lnTo>
                    <a:lnTo>
                      <a:pt x="20" y="2"/>
                    </a:lnTo>
                    <a:lnTo>
                      <a:pt x="20" y="2"/>
                    </a:lnTo>
                    <a:lnTo>
                      <a:pt x="18" y="0"/>
                    </a:lnTo>
                    <a:lnTo>
                      <a:pt x="14" y="0"/>
                    </a:lnTo>
                    <a:lnTo>
                      <a:pt x="14" y="0"/>
                    </a:lnTo>
                    <a:lnTo>
                      <a:pt x="12" y="2"/>
                    </a:lnTo>
                    <a:lnTo>
                      <a:pt x="12" y="3"/>
                    </a:lnTo>
                    <a:lnTo>
                      <a:pt x="14" y="14"/>
                    </a:lnTo>
                    <a:lnTo>
                      <a:pt x="14" y="14"/>
                    </a:lnTo>
                    <a:lnTo>
                      <a:pt x="9" y="14"/>
                    </a:lnTo>
                    <a:lnTo>
                      <a:pt x="3" y="18"/>
                    </a:lnTo>
                    <a:lnTo>
                      <a:pt x="2" y="22"/>
                    </a:lnTo>
                    <a:lnTo>
                      <a:pt x="0" y="29"/>
                    </a:lnTo>
                    <a:lnTo>
                      <a:pt x="0" y="29"/>
                    </a:lnTo>
                    <a:lnTo>
                      <a:pt x="3" y="45"/>
                    </a:lnTo>
                    <a:lnTo>
                      <a:pt x="11" y="60"/>
                    </a:lnTo>
                    <a:lnTo>
                      <a:pt x="11" y="60"/>
                    </a:lnTo>
                    <a:lnTo>
                      <a:pt x="14" y="70"/>
                    </a:lnTo>
                    <a:lnTo>
                      <a:pt x="16" y="74"/>
                    </a:lnTo>
                    <a:lnTo>
                      <a:pt x="22" y="76"/>
                    </a:lnTo>
                    <a:lnTo>
                      <a:pt x="22" y="76"/>
                    </a:lnTo>
                    <a:lnTo>
                      <a:pt x="40" y="81"/>
                    </a:lnTo>
                    <a:lnTo>
                      <a:pt x="49" y="83"/>
                    </a:lnTo>
                    <a:lnTo>
                      <a:pt x="60" y="83"/>
                    </a:lnTo>
                    <a:lnTo>
                      <a:pt x="60" y="92"/>
                    </a:lnTo>
                    <a:lnTo>
                      <a:pt x="60" y="92"/>
                    </a:lnTo>
                    <a:lnTo>
                      <a:pt x="60" y="181"/>
                    </a:lnTo>
                    <a:lnTo>
                      <a:pt x="60" y="286"/>
                    </a:lnTo>
                    <a:lnTo>
                      <a:pt x="60" y="286"/>
                    </a:lnTo>
                    <a:lnTo>
                      <a:pt x="61" y="292"/>
                    </a:lnTo>
                    <a:lnTo>
                      <a:pt x="63" y="295"/>
                    </a:lnTo>
                    <a:lnTo>
                      <a:pt x="69" y="299"/>
                    </a:lnTo>
                    <a:lnTo>
                      <a:pt x="74" y="301"/>
                    </a:lnTo>
                    <a:lnTo>
                      <a:pt x="74" y="301"/>
                    </a:lnTo>
                    <a:lnTo>
                      <a:pt x="80" y="299"/>
                    </a:lnTo>
                    <a:lnTo>
                      <a:pt x="85" y="295"/>
                    </a:lnTo>
                    <a:lnTo>
                      <a:pt x="89" y="292"/>
                    </a:lnTo>
                    <a:lnTo>
                      <a:pt x="89" y="286"/>
                    </a:lnTo>
                    <a:lnTo>
                      <a:pt x="89" y="185"/>
                    </a:lnTo>
                    <a:lnTo>
                      <a:pt x="89" y="185"/>
                    </a:lnTo>
                    <a:lnTo>
                      <a:pt x="90" y="181"/>
                    </a:lnTo>
                    <a:lnTo>
                      <a:pt x="90" y="179"/>
                    </a:lnTo>
                    <a:lnTo>
                      <a:pt x="94" y="179"/>
                    </a:lnTo>
                    <a:lnTo>
                      <a:pt x="94" y="179"/>
                    </a:lnTo>
                    <a:lnTo>
                      <a:pt x="98" y="179"/>
                    </a:lnTo>
                    <a:lnTo>
                      <a:pt x="100" y="181"/>
                    </a:lnTo>
                    <a:lnTo>
                      <a:pt x="100" y="185"/>
                    </a:lnTo>
                    <a:lnTo>
                      <a:pt x="100" y="286"/>
                    </a:lnTo>
                    <a:lnTo>
                      <a:pt x="100" y="286"/>
                    </a:lnTo>
                    <a:lnTo>
                      <a:pt x="101" y="292"/>
                    </a:lnTo>
                    <a:lnTo>
                      <a:pt x="103" y="295"/>
                    </a:lnTo>
                    <a:lnTo>
                      <a:pt x="109" y="299"/>
                    </a:lnTo>
                    <a:lnTo>
                      <a:pt x="114" y="301"/>
                    </a:lnTo>
                    <a:lnTo>
                      <a:pt x="114" y="301"/>
                    </a:lnTo>
                    <a:lnTo>
                      <a:pt x="119" y="299"/>
                    </a:lnTo>
                    <a:lnTo>
                      <a:pt x="125" y="295"/>
                    </a:lnTo>
                    <a:lnTo>
                      <a:pt x="127" y="292"/>
                    </a:lnTo>
                    <a:lnTo>
                      <a:pt x="129" y="286"/>
                    </a:lnTo>
                    <a:lnTo>
                      <a:pt x="129" y="188"/>
                    </a:lnTo>
                    <a:lnTo>
                      <a:pt x="129" y="174"/>
                    </a:lnTo>
                    <a:lnTo>
                      <a:pt x="129" y="174"/>
                    </a:lnTo>
                    <a:lnTo>
                      <a:pt x="136" y="167"/>
                    </a:lnTo>
                    <a:lnTo>
                      <a:pt x="143" y="159"/>
                    </a:lnTo>
                    <a:lnTo>
                      <a:pt x="150" y="152"/>
                    </a:lnTo>
                    <a:lnTo>
                      <a:pt x="156" y="143"/>
                    </a:lnTo>
                    <a:lnTo>
                      <a:pt x="156" y="143"/>
                    </a:lnTo>
                    <a:lnTo>
                      <a:pt x="161" y="130"/>
                    </a:lnTo>
                    <a:lnTo>
                      <a:pt x="163" y="125"/>
                    </a:lnTo>
                    <a:lnTo>
                      <a:pt x="165" y="119"/>
                    </a:lnTo>
                    <a:lnTo>
                      <a:pt x="165" y="119"/>
                    </a:lnTo>
                    <a:lnTo>
                      <a:pt x="165" y="112"/>
                    </a:lnTo>
                    <a:lnTo>
                      <a:pt x="161" y="107"/>
                    </a:lnTo>
                    <a:lnTo>
                      <a:pt x="158" y="94"/>
                    </a:lnTo>
                    <a:lnTo>
                      <a:pt x="158" y="94"/>
                    </a:lnTo>
                    <a:close/>
                    <a:moveTo>
                      <a:pt x="139" y="119"/>
                    </a:moveTo>
                    <a:lnTo>
                      <a:pt x="139" y="119"/>
                    </a:lnTo>
                    <a:lnTo>
                      <a:pt x="134" y="130"/>
                    </a:lnTo>
                    <a:lnTo>
                      <a:pt x="134" y="130"/>
                    </a:lnTo>
                    <a:lnTo>
                      <a:pt x="129" y="141"/>
                    </a:lnTo>
                    <a:lnTo>
                      <a:pt x="129" y="92"/>
                    </a:lnTo>
                    <a:lnTo>
                      <a:pt x="129" y="92"/>
                    </a:lnTo>
                    <a:lnTo>
                      <a:pt x="136" y="105"/>
                    </a:lnTo>
                    <a:lnTo>
                      <a:pt x="141" y="118"/>
                    </a:lnTo>
                    <a:lnTo>
                      <a:pt x="141" y="118"/>
                    </a:lnTo>
                    <a:lnTo>
                      <a:pt x="139" y="119"/>
                    </a:lnTo>
                    <a:lnTo>
                      <a:pt x="139" y="119"/>
                    </a:lnTo>
                    <a:close/>
                    <a:moveTo>
                      <a:pt x="141" y="118"/>
                    </a:moveTo>
                    <a:lnTo>
                      <a:pt x="141" y="11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4" name="Freeform 73"/>
              <p:cNvSpPr>
                <a:spLocks/>
              </p:cNvSpPr>
              <p:nvPr/>
            </p:nvSpPr>
            <p:spPr bwMode="auto">
              <a:xfrm>
                <a:off x="3386647" y="802411"/>
                <a:ext cx="172336" cy="311450"/>
              </a:xfrm>
              <a:custGeom>
                <a:avLst/>
                <a:gdLst/>
                <a:ahLst/>
                <a:cxnLst>
                  <a:cxn ang="0">
                    <a:pos x="158" y="94"/>
                  </a:cxn>
                  <a:cxn ang="0">
                    <a:pos x="141" y="69"/>
                  </a:cxn>
                  <a:cxn ang="0">
                    <a:pos x="134" y="63"/>
                  </a:cxn>
                  <a:cxn ang="0">
                    <a:pos x="130" y="60"/>
                  </a:cxn>
                  <a:cxn ang="0">
                    <a:pos x="123" y="58"/>
                  </a:cxn>
                  <a:cxn ang="0">
                    <a:pos x="100" y="54"/>
                  </a:cxn>
                  <a:cxn ang="0">
                    <a:pos x="67" y="58"/>
                  </a:cxn>
                  <a:cxn ang="0">
                    <a:pos x="63" y="58"/>
                  </a:cxn>
                  <a:cxn ang="0">
                    <a:pos x="61" y="58"/>
                  </a:cxn>
                  <a:cxn ang="0">
                    <a:pos x="61" y="58"/>
                  </a:cxn>
                  <a:cxn ang="0">
                    <a:pos x="34" y="56"/>
                  </a:cxn>
                  <a:cxn ang="0">
                    <a:pos x="27" y="40"/>
                  </a:cxn>
                  <a:cxn ang="0">
                    <a:pos x="23" y="23"/>
                  </a:cxn>
                  <a:cxn ang="0">
                    <a:pos x="20" y="2"/>
                  </a:cxn>
                  <a:cxn ang="0">
                    <a:pos x="14" y="0"/>
                  </a:cxn>
                  <a:cxn ang="0">
                    <a:pos x="12" y="2"/>
                  </a:cxn>
                  <a:cxn ang="0">
                    <a:pos x="14" y="14"/>
                  </a:cxn>
                  <a:cxn ang="0">
                    <a:pos x="9" y="14"/>
                  </a:cxn>
                  <a:cxn ang="0">
                    <a:pos x="2" y="22"/>
                  </a:cxn>
                  <a:cxn ang="0">
                    <a:pos x="0" y="29"/>
                  </a:cxn>
                  <a:cxn ang="0">
                    <a:pos x="11" y="60"/>
                  </a:cxn>
                  <a:cxn ang="0">
                    <a:pos x="14" y="70"/>
                  </a:cxn>
                  <a:cxn ang="0">
                    <a:pos x="22" y="76"/>
                  </a:cxn>
                  <a:cxn ang="0">
                    <a:pos x="40" y="81"/>
                  </a:cxn>
                  <a:cxn ang="0">
                    <a:pos x="60" y="83"/>
                  </a:cxn>
                  <a:cxn ang="0">
                    <a:pos x="60" y="92"/>
                  </a:cxn>
                  <a:cxn ang="0">
                    <a:pos x="60" y="286"/>
                  </a:cxn>
                  <a:cxn ang="0">
                    <a:pos x="61" y="292"/>
                  </a:cxn>
                  <a:cxn ang="0">
                    <a:pos x="69" y="299"/>
                  </a:cxn>
                  <a:cxn ang="0">
                    <a:pos x="74" y="301"/>
                  </a:cxn>
                  <a:cxn ang="0">
                    <a:pos x="85" y="295"/>
                  </a:cxn>
                  <a:cxn ang="0">
                    <a:pos x="89" y="286"/>
                  </a:cxn>
                  <a:cxn ang="0">
                    <a:pos x="89" y="185"/>
                  </a:cxn>
                  <a:cxn ang="0">
                    <a:pos x="90" y="179"/>
                  </a:cxn>
                  <a:cxn ang="0">
                    <a:pos x="94" y="179"/>
                  </a:cxn>
                  <a:cxn ang="0">
                    <a:pos x="100" y="181"/>
                  </a:cxn>
                  <a:cxn ang="0">
                    <a:pos x="100" y="286"/>
                  </a:cxn>
                  <a:cxn ang="0">
                    <a:pos x="101" y="292"/>
                  </a:cxn>
                  <a:cxn ang="0">
                    <a:pos x="109" y="299"/>
                  </a:cxn>
                  <a:cxn ang="0">
                    <a:pos x="114" y="301"/>
                  </a:cxn>
                  <a:cxn ang="0">
                    <a:pos x="125" y="295"/>
                  </a:cxn>
                  <a:cxn ang="0">
                    <a:pos x="129" y="286"/>
                  </a:cxn>
                  <a:cxn ang="0">
                    <a:pos x="129" y="174"/>
                  </a:cxn>
                  <a:cxn ang="0">
                    <a:pos x="136" y="167"/>
                  </a:cxn>
                  <a:cxn ang="0">
                    <a:pos x="150" y="152"/>
                  </a:cxn>
                  <a:cxn ang="0">
                    <a:pos x="156" y="143"/>
                  </a:cxn>
                  <a:cxn ang="0">
                    <a:pos x="163" y="125"/>
                  </a:cxn>
                  <a:cxn ang="0">
                    <a:pos x="165" y="119"/>
                  </a:cxn>
                  <a:cxn ang="0">
                    <a:pos x="161" y="107"/>
                  </a:cxn>
                  <a:cxn ang="0">
                    <a:pos x="158" y="94"/>
                  </a:cxn>
                </a:cxnLst>
                <a:rect l="0" t="0" r="r" b="b"/>
                <a:pathLst>
                  <a:path w="165" h="301">
                    <a:moveTo>
                      <a:pt x="158" y="94"/>
                    </a:moveTo>
                    <a:lnTo>
                      <a:pt x="158" y="94"/>
                    </a:lnTo>
                    <a:lnTo>
                      <a:pt x="147" y="78"/>
                    </a:lnTo>
                    <a:lnTo>
                      <a:pt x="141" y="69"/>
                    </a:lnTo>
                    <a:lnTo>
                      <a:pt x="134" y="63"/>
                    </a:lnTo>
                    <a:lnTo>
                      <a:pt x="134" y="63"/>
                    </a:lnTo>
                    <a:lnTo>
                      <a:pt x="130" y="61"/>
                    </a:lnTo>
                    <a:lnTo>
                      <a:pt x="130" y="60"/>
                    </a:lnTo>
                    <a:lnTo>
                      <a:pt x="130" y="60"/>
                    </a:lnTo>
                    <a:lnTo>
                      <a:pt x="123" y="58"/>
                    </a:lnTo>
                    <a:lnTo>
                      <a:pt x="116" y="56"/>
                    </a:lnTo>
                    <a:lnTo>
                      <a:pt x="100" y="54"/>
                    </a:lnTo>
                    <a:lnTo>
                      <a:pt x="81" y="56"/>
                    </a:lnTo>
                    <a:lnTo>
                      <a:pt x="67" y="58"/>
                    </a:lnTo>
                    <a:lnTo>
                      <a:pt x="67" y="58"/>
                    </a:lnTo>
                    <a:lnTo>
                      <a:pt x="63" y="58"/>
                    </a:lnTo>
                    <a:lnTo>
                      <a:pt x="61" y="58"/>
                    </a:lnTo>
                    <a:lnTo>
                      <a:pt x="61" y="58"/>
                    </a:lnTo>
                    <a:lnTo>
                      <a:pt x="61" y="58"/>
                    </a:lnTo>
                    <a:lnTo>
                      <a:pt x="61" y="58"/>
                    </a:lnTo>
                    <a:lnTo>
                      <a:pt x="47" y="58"/>
                    </a:lnTo>
                    <a:lnTo>
                      <a:pt x="34" y="56"/>
                    </a:lnTo>
                    <a:lnTo>
                      <a:pt x="34" y="56"/>
                    </a:lnTo>
                    <a:lnTo>
                      <a:pt x="27" y="40"/>
                    </a:lnTo>
                    <a:lnTo>
                      <a:pt x="23" y="25"/>
                    </a:lnTo>
                    <a:lnTo>
                      <a:pt x="23" y="23"/>
                    </a:lnTo>
                    <a:lnTo>
                      <a:pt x="20" y="2"/>
                    </a:lnTo>
                    <a:lnTo>
                      <a:pt x="20" y="2"/>
                    </a:lnTo>
                    <a:lnTo>
                      <a:pt x="18" y="0"/>
                    </a:lnTo>
                    <a:lnTo>
                      <a:pt x="14" y="0"/>
                    </a:lnTo>
                    <a:lnTo>
                      <a:pt x="14" y="0"/>
                    </a:lnTo>
                    <a:lnTo>
                      <a:pt x="12" y="2"/>
                    </a:lnTo>
                    <a:lnTo>
                      <a:pt x="12" y="3"/>
                    </a:lnTo>
                    <a:lnTo>
                      <a:pt x="14" y="14"/>
                    </a:lnTo>
                    <a:lnTo>
                      <a:pt x="14" y="14"/>
                    </a:lnTo>
                    <a:lnTo>
                      <a:pt x="9" y="14"/>
                    </a:lnTo>
                    <a:lnTo>
                      <a:pt x="3" y="18"/>
                    </a:lnTo>
                    <a:lnTo>
                      <a:pt x="2" y="22"/>
                    </a:lnTo>
                    <a:lnTo>
                      <a:pt x="0" y="29"/>
                    </a:lnTo>
                    <a:lnTo>
                      <a:pt x="0" y="29"/>
                    </a:lnTo>
                    <a:lnTo>
                      <a:pt x="3" y="45"/>
                    </a:lnTo>
                    <a:lnTo>
                      <a:pt x="11" y="60"/>
                    </a:lnTo>
                    <a:lnTo>
                      <a:pt x="11" y="60"/>
                    </a:lnTo>
                    <a:lnTo>
                      <a:pt x="14" y="70"/>
                    </a:lnTo>
                    <a:lnTo>
                      <a:pt x="16" y="74"/>
                    </a:lnTo>
                    <a:lnTo>
                      <a:pt x="22" y="76"/>
                    </a:lnTo>
                    <a:lnTo>
                      <a:pt x="22" y="76"/>
                    </a:lnTo>
                    <a:lnTo>
                      <a:pt x="40" y="81"/>
                    </a:lnTo>
                    <a:lnTo>
                      <a:pt x="49" y="83"/>
                    </a:lnTo>
                    <a:lnTo>
                      <a:pt x="60" y="83"/>
                    </a:lnTo>
                    <a:lnTo>
                      <a:pt x="60" y="92"/>
                    </a:lnTo>
                    <a:lnTo>
                      <a:pt x="60" y="92"/>
                    </a:lnTo>
                    <a:lnTo>
                      <a:pt x="60" y="181"/>
                    </a:lnTo>
                    <a:lnTo>
                      <a:pt x="60" y="286"/>
                    </a:lnTo>
                    <a:lnTo>
                      <a:pt x="60" y="286"/>
                    </a:lnTo>
                    <a:lnTo>
                      <a:pt x="61" y="292"/>
                    </a:lnTo>
                    <a:lnTo>
                      <a:pt x="63" y="295"/>
                    </a:lnTo>
                    <a:lnTo>
                      <a:pt x="69" y="299"/>
                    </a:lnTo>
                    <a:lnTo>
                      <a:pt x="74" y="301"/>
                    </a:lnTo>
                    <a:lnTo>
                      <a:pt x="74" y="301"/>
                    </a:lnTo>
                    <a:lnTo>
                      <a:pt x="80" y="299"/>
                    </a:lnTo>
                    <a:lnTo>
                      <a:pt x="85" y="295"/>
                    </a:lnTo>
                    <a:lnTo>
                      <a:pt x="89" y="292"/>
                    </a:lnTo>
                    <a:lnTo>
                      <a:pt x="89" y="286"/>
                    </a:lnTo>
                    <a:lnTo>
                      <a:pt x="89" y="185"/>
                    </a:lnTo>
                    <a:lnTo>
                      <a:pt x="89" y="185"/>
                    </a:lnTo>
                    <a:lnTo>
                      <a:pt x="90" y="181"/>
                    </a:lnTo>
                    <a:lnTo>
                      <a:pt x="90" y="179"/>
                    </a:lnTo>
                    <a:lnTo>
                      <a:pt x="94" y="179"/>
                    </a:lnTo>
                    <a:lnTo>
                      <a:pt x="94" y="179"/>
                    </a:lnTo>
                    <a:lnTo>
                      <a:pt x="98" y="179"/>
                    </a:lnTo>
                    <a:lnTo>
                      <a:pt x="100" y="181"/>
                    </a:lnTo>
                    <a:lnTo>
                      <a:pt x="100" y="185"/>
                    </a:lnTo>
                    <a:lnTo>
                      <a:pt x="100" y="286"/>
                    </a:lnTo>
                    <a:lnTo>
                      <a:pt x="100" y="286"/>
                    </a:lnTo>
                    <a:lnTo>
                      <a:pt x="101" y="292"/>
                    </a:lnTo>
                    <a:lnTo>
                      <a:pt x="103" y="295"/>
                    </a:lnTo>
                    <a:lnTo>
                      <a:pt x="109" y="299"/>
                    </a:lnTo>
                    <a:lnTo>
                      <a:pt x="114" y="301"/>
                    </a:lnTo>
                    <a:lnTo>
                      <a:pt x="114" y="301"/>
                    </a:lnTo>
                    <a:lnTo>
                      <a:pt x="119" y="299"/>
                    </a:lnTo>
                    <a:lnTo>
                      <a:pt x="125" y="295"/>
                    </a:lnTo>
                    <a:lnTo>
                      <a:pt x="127" y="292"/>
                    </a:lnTo>
                    <a:lnTo>
                      <a:pt x="129" y="286"/>
                    </a:lnTo>
                    <a:lnTo>
                      <a:pt x="129" y="188"/>
                    </a:lnTo>
                    <a:lnTo>
                      <a:pt x="129" y="174"/>
                    </a:lnTo>
                    <a:lnTo>
                      <a:pt x="129" y="174"/>
                    </a:lnTo>
                    <a:lnTo>
                      <a:pt x="136" y="167"/>
                    </a:lnTo>
                    <a:lnTo>
                      <a:pt x="143" y="159"/>
                    </a:lnTo>
                    <a:lnTo>
                      <a:pt x="150" y="152"/>
                    </a:lnTo>
                    <a:lnTo>
                      <a:pt x="156" y="143"/>
                    </a:lnTo>
                    <a:lnTo>
                      <a:pt x="156" y="143"/>
                    </a:lnTo>
                    <a:lnTo>
                      <a:pt x="161" y="130"/>
                    </a:lnTo>
                    <a:lnTo>
                      <a:pt x="163" y="125"/>
                    </a:lnTo>
                    <a:lnTo>
                      <a:pt x="165" y="119"/>
                    </a:lnTo>
                    <a:lnTo>
                      <a:pt x="165" y="119"/>
                    </a:lnTo>
                    <a:lnTo>
                      <a:pt x="165" y="112"/>
                    </a:lnTo>
                    <a:lnTo>
                      <a:pt x="161" y="107"/>
                    </a:lnTo>
                    <a:lnTo>
                      <a:pt x="158" y="94"/>
                    </a:lnTo>
                    <a:lnTo>
                      <a:pt x="158" y="94"/>
                    </a:ln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5" name="Freeform 74"/>
              <p:cNvSpPr>
                <a:spLocks/>
              </p:cNvSpPr>
              <p:nvPr/>
            </p:nvSpPr>
            <p:spPr bwMode="auto">
              <a:xfrm>
                <a:off x="3521609" y="897922"/>
                <a:ext cx="12458" cy="51909"/>
              </a:xfrm>
              <a:custGeom>
                <a:avLst/>
                <a:gdLst/>
                <a:ahLst/>
                <a:cxnLst>
                  <a:cxn ang="0">
                    <a:pos x="10" y="27"/>
                  </a:cxn>
                  <a:cxn ang="0">
                    <a:pos x="10" y="27"/>
                  </a:cxn>
                  <a:cxn ang="0">
                    <a:pos x="5" y="38"/>
                  </a:cxn>
                  <a:cxn ang="0">
                    <a:pos x="5" y="38"/>
                  </a:cxn>
                  <a:cxn ang="0">
                    <a:pos x="0" y="49"/>
                  </a:cxn>
                  <a:cxn ang="0">
                    <a:pos x="0" y="0"/>
                  </a:cxn>
                  <a:cxn ang="0">
                    <a:pos x="0" y="0"/>
                  </a:cxn>
                  <a:cxn ang="0">
                    <a:pos x="7" y="13"/>
                  </a:cxn>
                  <a:cxn ang="0">
                    <a:pos x="12" y="26"/>
                  </a:cxn>
                  <a:cxn ang="0">
                    <a:pos x="12" y="26"/>
                  </a:cxn>
                  <a:cxn ang="0">
                    <a:pos x="10" y="27"/>
                  </a:cxn>
                  <a:cxn ang="0">
                    <a:pos x="10" y="27"/>
                  </a:cxn>
                </a:cxnLst>
                <a:rect l="0" t="0" r="r" b="b"/>
                <a:pathLst>
                  <a:path w="12" h="49">
                    <a:moveTo>
                      <a:pt x="10" y="27"/>
                    </a:moveTo>
                    <a:lnTo>
                      <a:pt x="10" y="27"/>
                    </a:lnTo>
                    <a:lnTo>
                      <a:pt x="5" y="38"/>
                    </a:lnTo>
                    <a:lnTo>
                      <a:pt x="5" y="38"/>
                    </a:lnTo>
                    <a:lnTo>
                      <a:pt x="0" y="49"/>
                    </a:lnTo>
                    <a:lnTo>
                      <a:pt x="0" y="0"/>
                    </a:lnTo>
                    <a:lnTo>
                      <a:pt x="0" y="0"/>
                    </a:lnTo>
                    <a:lnTo>
                      <a:pt x="7" y="13"/>
                    </a:lnTo>
                    <a:lnTo>
                      <a:pt x="12" y="26"/>
                    </a:lnTo>
                    <a:lnTo>
                      <a:pt x="12" y="26"/>
                    </a:lnTo>
                    <a:lnTo>
                      <a:pt x="10" y="27"/>
                    </a:lnTo>
                    <a:lnTo>
                      <a:pt x="10" y="27"/>
                    </a:ln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6" name="Line 75"/>
              <p:cNvSpPr>
                <a:spLocks noChangeShapeType="1"/>
              </p:cNvSpPr>
              <p:nvPr/>
            </p:nvSpPr>
            <p:spPr bwMode="auto">
              <a:xfrm>
                <a:off x="3534067" y="924914"/>
                <a:ext cx="2077" cy="2077"/>
              </a:xfrm>
              <a:prstGeom prst="line">
                <a:avLst/>
              </a:pr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sp>
        <p:nvSpPr>
          <p:cNvPr id="2" name="Footer Placeholder 1"/>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29002339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250"/>
                                  </p:stCondLst>
                                  <p:childTnLst>
                                    <p:set>
                                      <p:cBhvr>
                                        <p:cTn id="6" dur="1" fill="hold">
                                          <p:stCondLst>
                                            <p:cond delay="0"/>
                                          </p:stCondLst>
                                        </p:cTn>
                                        <p:tgtEl>
                                          <p:spTgt spid="5"/>
                                        </p:tgtEl>
                                        <p:attrNameLst>
                                          <p:attrName>style.visibility</p:attrName>
                                        </p:attrNameLst>
                                      </p:cBhvr>
                                      <p:to>
                                        <p:strVal val="visible"/>
                                      </p:to>
                                    </p:set>
                                    <p:animEffect transition="in" filter="slide(fromLeft)">
                                      <p:cBhvr>
                                        <p:cTn id="7" dur="500"/>
                                        <p:tgtEl>
                                          <p:spTgt spid="5"/>
                                        </p:tgtEl>
                                      </p:cBhvr>
                                    </p:animEffect>
                                  </p:childTnLst>
                                </p:cTn>
                              </p:par>
                            </p:childTnLst>
                          </p:cTn>
                        </p:par>
                        <p:par>
                          <p:cTn id="8" fill="hold">
                            <p:stCondLst>
                              <p:cond delay="750"/>
                            </p:stCondLst>
                            <p:childTnLst>
                              <p:par>
                                <p:cTn id="9" presetID="12" presetClass="entr" presetSubtype="8" fill="hold" nodeType="afterEffect">
                                  <p:stCondLst>
                                    <p:cond delay="25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500"/>
                            </p:stCondLst>
                            <p:childTnLst>
                              <p:par>
                                <p:cTn id="13" presetID="12" presetClass="entr" presetSubtype="8" fill="hold" nodeType="afterEffect">
                                  <p:stCondLst>
                                    <p:cond delay="250"/>
                                  </p:stCondLst>
                                  <p:childTnLst>
                                    <p:set>
                                      <p:cBhvr>
                                        <p:cTn id="14" dur="1" fill="hold">
                                          <p:stCondLst>
                                            <p:cond delay="0"/>
                                          </p:stCondLst>
                                        </p:cTn>
                                        <p:tgtEl>
                                          <p:spTgt spid="6"/>
                                        </p:tgtEl>
                                        <p:attrNameLst>
                                          <p:attrName>style.visibility</p:attrName>
                                        </p:attrNameLst>
                                      </p:cBhvr>
                                      <p:to>
                                        <p:strVal val="visible"/>
                                      </p:to>
                                    </p:set>
                                    <p:animEffect transition="in" filter="slide(fromLeft)">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36"/>
          <p:cNvGrpSpPr/>
          <p:nvPr/>
        </p:nvGrpSpPr>
        <p:grpSpPr>
          <a:xfrm>
            <a:off x="1015412" y="2852040"/>
            <a:ext cx="3681600" cy="3577140"/>
            <a:chOff x="689180" y="2520491"/>
            <a:chExt cx="1988022" cy="2126103"/>
          </a:xfrm>
        </p:grpSpPr>
        <p:sp>
          <p:nvSpPr>
            <p:cNvPr id="19" name="Bent Arrow 18"/>
            <p:cNvSpPr/>
            <p:nvPr/>
          </p:nvSpPr>
          <p:spPr>
            <a:xfrm>
              <a:off x="785787" y="2520491"/>
              <a:ext cx="1821669" cy="1163187"/>
            </a:xfrm>
            <a:prstGeom prst="bentArrow">
              <a:avLst/>
            </a:prstGeom>
            <a:solidFill>
              <a:schemeClr val="accent6"/>
            </a:solidFill>
            <a:ln>
              <a:noFill/>
            </a:ln>
            <a:effectLst/>
          </p:spPr>
          <p:style>
            <a:lnRef idx="1">
              <a:schemeClr val="accent5"/>
            </a:lnRef>
            <a:fillRef idx="3">
              <a:schemeClr val="accent5"/>
            </a:fillRef>
            <a:effectRef idx="2">
              <a:schemeClr val="accent5"/>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5" name="Rectangle 14"/>
            <p:cNvSpPr/>
            <p:nvPr/>
          </p:nvSpPr>
          <p:spPr>
            <a:xfrm>
              <a:off x="689180" y="3823411"/>
              <a:ext cx="1988022" cy="823183"/>
            </a:xfrm>
            <a:prstGeom prst="rect">
              <a:avLst/>
            </a:prstGeom>
          </p:spPr>
          <p:txBody>
            <a:bodyPr wrap="square">
              <a:spAutoFit/>
            </a:bodyPr>
            <a:lstStyle/>
            <a:p>
              <a:pPr algn="ctr" fontAlgn="auto">
                <a:spcBef>
                  <a:spcPts val="0"/>
                </a:spcBef>
                <a:spcAft>
                  <a:spcPts val="0"/>
                </a:spcAft>
              </a:pPr>
              <a:r>
                <a:rPr lang="ar-SA" sz="2800" b="1" dirty="0"/>
                <a:t>يستخدم في تدريب الطلاب على اكتساب بعض المهارات فيما يتعلق بالتعلم الذاتي</a:t>
              </a:r>
              <a:endParaRPr lang="en-US" sz="2800" b="1" dirty="0">
                <a:solidFill>
                  <a:prstClr val="white">
                    <a:lumMod val="65000"/>
                  </a:prstClr>
                </a:solidFill>
                <a:latin typeface="Open Sans" pitchFamily="34" charset="0"/>
                <a:ea typeface="Open Sans" pitchFamily="34" charset="0"/>
                <a:cs typeface="Open Sans" pitchFamily="34" charset="0"/>
              </a:endParaRPr>
            </a:p>
          </p:txBody>
        </p:sp>
        <p:sp>
          <p:nvSpPr>
            <p:cNvPr id="27" name="AutoShape 112"/>
            <p:cNvSpPr>
              <a:spLocks/>
            </p:cNvSpPr>
            <p:nvPr/>
          </p:nvSpPr>
          <p:spPr bwMode="auto">
            <a:xfrm>
              <a:off x="1500166" y="3071816"/>
              <a:ext cx="366050" cy="366676"/>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nvGrpSpPr>
          <p:cNvPr id="8" name="Group 46"/>
          <p:cNvGrpSpPr/>
          <p:nvPr/>
        </p:nvGrpSpPr>
        <p:grpSpPr>
          <a:xfrm>
            <a:off x="4726631" y="1688881"/>
            <a:ext cx="3260375" cy="3353327"/>
            <a:chOff x="2607455" y="1729828"/>
            <a:chExt cx="2018404" cy="1967248"/>
          </a:xfrm>
        </p:grpSpPr>
        <p:sp>
          <p:nvSpPr>
            <p:cNvPr id="20" name="Bent Arrow 19"/>
            <p:cNvSpPr/>
            <p:nvPr/>
          </p:nvSpPr>
          <p:spPr>
            <a:xfrm>
              <a:off x="2607455" y="2132762"/>
              <a:ext cx="1821669" cy="1163187"/>
            </a:xfrm>
            <a:prstGeom prst="bentArrow">
              <a:avLst/>
            </a:prstGeom>
            <a:solidFill>
              <a:schemeClr val="accent1"/>
            </a:solidFill>
            <a:ln>
              <a:noFill/>
            </a:ln>
            <a:effectLst/>
          </p:spPr>
          <p:style>
            <a:lnRef idx="1">
              <a:schemeClr val="accent6"/>
            </a:lnRef>
            <a:fillRef idx="3">
              <a:schemeClr val="accent6"/>
            </a:fillRef>
            <a:effectRef idx="2">
              <a:schemeClr val="accent6"/>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6" name="Rectangle 15"/>
            <p:cNvSpPr/>
            <p:nvPr/>
          </p:nvSpPr>
          <p:spPr>
            <a:xfrm>
              <a:off x="2819476" y="3137344"/>
              <a:ext cx="1806383" cy="559732"/>
            </a:xfrm>
            <a:prstGeom prst="rect">
              <a:avLst/>
            </a:prstGeom>
          </p:spPr>
          <p:txBody>
            <a:bodyPr wrap="square">
              <a:spAutoFit/>
            </a:bodyPr>
            <a:lstStyle/>
            <a:p>
              <a:pPr algn="ctr" fontAlgn="auto">
                <a:spcBef>
                  <a:spcPts val="0"/>
                </a:spcBef>
                <a:spcAft>
                  <a:spcPts val="0"/>
                </a:spcAft>
              </a:pPr>
              <a:r>
                <a:rPr lang="ar-SA" sz="2800" b="1" dirty="0"/>
                <a:t>يلبِّي متطلبات التطوُّر التِّقني الذي يسود العالم</a:t>
              </a:r>
              <a:endParaRPr lang="en-US" sz="2800" b="1" dirty="0">
                <a:solidFill>
                  <a:prstClr val="white">
                    <a:lumMod val="65000"/>
                  </a:prstClr>
                </a:solidFill>
                <a:latin typeface="Open Sans" pitchFamily="34" charset="0"/>
                <a:ea typeface="Open Sans" pitchFamily="34" charset="0"/>
                <a:cs typeface="Open Sans" pitchFamily="34" charset="0"/>
              </a:endParaRPr>
            </a:p>
          </p:txBody>
        </p:sp>
        <p:sp>
          <p:nvSpPr>
            <p:cNvPr id="23" name="AutoShape 29"/>
            <p:cNvSpPr>
              <a:spLocks/>
            </p:cNvSpPr>
            <p:nvPr/>
          </p:nvSpPr>
          <p:spPr bwMode="auto">
            <a:xfrm>
              <a:off x="3286116" y="2643188"/>
              <a:ext cx="366051" cy="331636"/>
            </a:xfrm>
            <a:custGeom>
              <a:avLst/>
              <a:gdLst>
                <a:gd name="T0" fmla="+- 0 10736 439"/>
                <a:gd name="T1" fmla="*/ T0 w 20595"/>
                <a:gd name="T2" fmla="+- 0 10869 621"/>
                <a:gd name="T3" fmla="*/ 10869 h 20497"/>
                <a:gd name="T4" fmla="+- 0 10736 439"/>
                <a:gd name="T5" fmla="*/ T4 w 20595"/>
                <a:gd name="T6" fmla="+- 0 10869 621"/>
                <a:gd name="T7" fmla="*/ 10869 h 20497"/>
                <a:gd name="T8" fmla="+- 0 10736 439"/>
                <a:gd name="T9" fmla="*/ T8 w 20595"/>
                <a:gd name="T10" fmla="+- 0 10869 621"/>
                <a:gd name="T11" fmla="*/ 10869 h 20497"/>
                <a:gd name="T12" fmla="+- 0 10736 439"/>
                <a:gd name="T13" fmla="*/ T12 w 20595"/>
                <a:gd name="T14" fmla="+- 0 10869 621"/>
                <a:gd name="T15" fmla="*/ 10869 h 20497"/>
              </a:gdLst>
              <a:ahLst/>
              <a:cxnLst>
                <a:cxn ang="0">
                  <a:pos x="T1" y="T3"/>
                </a:cxn>
                <a:cxn ang="0">
                  <a:pos x="T5" y="T7"/>
                </a:cxn>
                <a:cxn ang="0">
                  <a:pos x="T9" y="T11"/>
                </a:cxn>
                <a:cxn ang="0">
                  <a:pos x="T13" y="T15"/>
                </a:cxn>
              </a:cxnLst>
              <a:rect l="0" t="0" r="r" b="b"/>
              <a:pathLst>
                <a:path w="20595" h="20497">
                  <a:moveTo>
                    <a:pt x="18898" y="1863"/>
                  </a:moveTo>
                  <a:cubicBezTo>
                    <a:pt x="16636" y="-621"/>
                    <a:pt x="12968" y="-621"/>
                    <a:pt x="10707" y="1863"/>
                  </a:cubicBezTo>
                  <a:lnTo>
                    <a:pt x="1317" y="12053"/>
                  </a:lnTo>
                  <a:cubicBezTo>
                    <a:pt x="-439" y="13982"/>
                    <a:pt x="-439" y="17121"/>
                    <a:pt x="1317" y="19050"/>
                  </a:cubicBezTo>
                  <a:cubicBezTo>
                    <a:pt x="3073" y="20979"/>
                    <a:pt x="5931" y="20979"/>
                    <a:pt x="7687" y="19050"/>
                  </a:cubicBezTo>
                  <a:lnTo>
                    <a:pt x="17078" y="8860"/>
                  </a:lnTo>
                  <a:cubicBezTo>
                    <a:pt x="18335" y="7479"/>
                    <a:pt x="18335" y="5242"/>
                    <a:pt x="17078" y="3862"/>
                  </a:cubicBezTo>
                  <a:cubicBezTo>
                    <a:pt x="15821" y="2482"/>
                    <a:pt x="13783" y="2482"/>
                    <a:pt x="12527" y="3862"/>
                  </a:cubicBezTo>
                  <a:lnTo>
                    <a:pt x="5467" y="11614"/>
                  </a:lnTo>
                  <a:cubicBezTo>
                    <a:pt x="5216" y="11891"/>
                    <a:pt x="5216" y="12337"/>
                    <a:pt x="5467" y="12614"/>
                  </a:cubicBezTo>
                  <a:cubicBezTo>
                    <a:pt x="5719" y="12890"/>
                    <a:pt x="6126" y="12890"/>
                    <a:pt x="6378" y="12614"/>
                  </a:cubicBezTo>
                  <a:lnTo>
                    <a:pt x="13437" y="4861"/>
                  </a:lnTo>
                  <a:cubicBezTo>
                    <a:pt x="14190" y="4035"/>
                    <a:pt x="15414" y="4035"/>
                    <a:pt x="16167" y="4861"/>
                  </a:cubicBezTo>
                  <a:cubicBezTo>
                    <a:pt x="16920" y="5688"/>
                    <a:pt x="16920" y="7034"/>
                    <a:pt x="16167" y="7860"/>
                  </a:cubicBezTo>
                  <a:lnTo>
                    <a:pt x="6777" y="18050"/>
                  </a:lnTo>
                  <a:cubicBezTo>
                    <a:pt x="5520" y="19430"/>
                    <a:pt x="3484" y="19430"/>
                    <a:pt x="2227" y="18050"/>
                  </a:cubicBezTo>
                  <a:cubicBezTo>
                    <a:pt x="970" y="16670"/>
                    <a:pt x="970" y="14433"/>
                    <a:pt x="2227" y="13053"/>
                  </a:cubicBezTo>
                  <a:lnTo>
                    <a:pt x="11525" y="2963"/>
                  </a:lnTo>
                  <a:cubicBezTo>
                    <a:pt x="13285" y="1030"/>
                    <a:pt x="16139" y="1030"/>
                    <a:pt x="17896" y="2963"/>
                  </a:cubicBezTo>
                  <a:cubicBezTo>
                    <a:pt x="19657" y="4896"/>
                    <a:pt x="19657" y="8027"/>
                    <a:pt x="17897" y="9959"/>
                  </a:cubicBezTo>
                  <a:lnTo>
                    <a:pt x="10929" y="17611"/>
                  </a:lnTo>
                  <a:cubicBezTo>
                    <a:pt x="10677" y="17888"/>
                    <a:pt x="10677" y="18334"/>
                    <a:pt x="10929" y="18610"/>
                  </a:cubicBezTo>
                  <a:cubicBezTo>
                    <a:pt x="11181" y="18887"/>
                    <a:pt x="11588" y="18887"/>
                    <a:pt x="11839" y="18610"/>
                  </a:cubicBezTo>
                  <a:lnTo>
                    <a:pt x="18898" y="10859"/>
                  </a:lnTo>
                  <a:cubicBezTo>
                    <a:pt x="21160" y="8375"/>
                    <a:pt x="21160" y="4347"/>
                    <a:pt x="18898" y="1863"/>
                  </a:cubicBezTo>
                </a:path>
              </a:pathLst>
            </a:cu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46" name="Line 75"/>
            <p:cNvSpPr>
              <a:spLocks noChangeShapeType="1"/>
            </p:cNvSpPr>
            <p:nvPr/>
          </p:nvSpPr>
          <p:spPr bwMode="auto">
            <a:xfrm>
              <a:off x="3654420" y="1729828"/>
              <a:ext cx="5102" cy="5102"/>
            </a:xfrm>
            <a:prstGeom prst="line">
              <a:avLst/>
            </a:pr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3" name="Group 2"/>
          <p:cNvGrpSpPr/>
          <p:nvPr/>
        </p:nvGrpSpPr>
        <p:grpSpPr>
          <a:xfrm>
            <a:off x="7827993" y="761789"/>
            <a:ext cx="3567448" cy="3891733"/>
            <a:chOff x="7827993" y="761789"/>
            <a:chExt cx="3567448" cy="3891733"/>
          </a:xfrm>
        </p:grpSpPr>
        <p:grpSp>
          <p:nvGrpSpPr>
            <p:cNvPr id="6" name="Group 47"/>
            <p:cNvGrpSpPr/>
            <p:nvPr/>
          </p:nvGrpSpPr>
          <p:grpSpPr>
            <a:xfrm>
              <a:off x="7827993" y="1917609"/>
              <a:ext cx="3567448" cy="2735913"/>
              <a:chOff x="4429124" y="1809654"/>
              <a:chExt cx="2083991" cy="1545745"/>
            </a:xfrm>
          </p:grpSpPr>
          <p:sp>
            <p:nvSpPr>
              <p:cNvPr id="21" name="Bent Arrow 20"/>
              <p:cNvSpPr/>
              <p:nvPr/>
            </p:nvSpPr>
            <p:spPr>
              <a:xfrm>
                <a:off x="4429124" y="1809654"/>
                <a:ext cx="1821669" cy="1163187"/>
              </a:xfrm>
              <a:prstGeom prst="bentArrow">
                <a:avLst/>
              </a:prstGeom>
              <a:solidFill>
                <a:schemeClr val="accent4"/>
              </a:solidFill>
              <a:ln>
                <a:noFill/>
              </a:ln>
              <a:effectLst/>
            </p:spPr>
            <p:style>
              <a:lnRef idx="1">
                <a:schemeClr val="accent3"/>
              </a:lnRef>
              <a:fillRef idx="3">
                <a:schemeClr val="accent3"/>
              </a:fillRef>
              <a:effectRef idx="2">
                <a:schemeClr val="accent3"/>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7" name="Rectangle 16"/>
              <p:cNvSpPr/>
              <p:nvPr/>
            </p:nvSpPr>
            <p:spPr>
              <a:xfrm>
                <a:off x="4788507" y="2816345"/>
                <a:ext cx="1724608" cy="539054"/>
              </a:xfrm>
              <a:prstGeom prst="rect">
                <a:avLst/>
              </a:prstGeom>
            </p:spPr>
            <p:txBody>
              <a:bodyPr wrap="square">
                <a:spAutoFit/>
              </a:bodyPr>
              <a:lstStyle/>
              <a:p>
                <a:pPr algn="ctr" fontAlgn="auto">
                  <a:spcBef>
                    <a:spcPts val="0"/>
                  </a:spcBef>
                  <a:spcAft>
                    <a:spcPts val="0"/>
                  </a:spcAft>
                </a:pPr>
                <a:r>
                  <a:rPr lang="ar-SA" sz="2800" b="1" dirty="0"/>
                  <a:t>يساعد في تحرير النصوص وكتابتها</a:t>
                </a:r>
                <a:endParaRPr lang="en-US" sz="2800" b="1" dirty="0">
                  <a:solidFill>
                    <a:prstClr val="white">
                      <a:lumMod val="65000"/>
                    </a:prstClr>
                  </a:solidFill>
                  <a:latin typeface="Open Sans" pitchFamily="34" charset="0"/>
                  <a:ea typeface="Open Sans" pitchFamily="34" charset="0"/>
                  <a:cs typeface="Open Sans" pitchFamily="34" charset="0"/>
                </a:endParaRPr>
              </a:p>
            </p:txBody>
          </p:sp>
          <p:grpSp>
            <p:nvGrpSpPr>
              <p:cNvPr id="7" name="Group 29"/>
              <p:cNvGrpSpPr/>
              <p:nvPr/>
            </p:nvGrpSpPr>
            <p:grpSpPr>
              <a:xfrm>
                <a:off x="5214942" y="2285998"/>
                <a:ext cx="251543" cy="366676"/>
                <a:chOff x="2612963" y="2767277"/>
                <a:chExt cx="251543" cy="366676"/>
              </a:xfrm>
              <a:solidFill>
                <a:schemeClr val="accent4"/>
              </a:solidFill>
            </p:grpSpPr>
            <p:sp>
              <p:nvSpPr>
                <p:cNvPr id="28" name="AutoShape 113"/>
                <p:cNvSpPr>
                  <a:spLocks/>
                </p:cNvSpPr>
                <p:nvPr/>
              </p:nvSpPr>
              <p:spPr bwMode="auto">
                <a:xfrm>
                  <a:off x="2612963" y="2767277"/>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9" name="AutoShape 114"/>
                <p:cNvSpPr>
                  <a:spLocks/>
                </p:cNvSpPr>
                <p:nvPr/>
              </p:nvSpPr>
              <p:spPr bwMode="auto">
                <a:xfrm>
                  <a:off x="2669904" y="2824844"/>
                  <a:ext cx="74461" cy="744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grpSp>
          <p:nvGrpSpPr>
            <p:cNvPr id="2" name="Group 1"/>
            <p:cNvGrpSpPr/>
            <p:nvPr/>
          </p:nvGrpSpPr>
          <p:grpSpPr>
            <a:xfrm>
              <a:off x="9173183" y="761789"/>
              <a:ext cx="683768" cy="1303985"/>
              <a:chOff x="9173183" y="761789"/>
              <a:chExt cx="683768" cy="1303985"/>
            </a:xfrm>
          </p:grpSpPr>
          <p:sp>
            <p:nvSpPr>
              <p:cNvPr id="22" name="Freeform 71"/>
              <p:cNvSpPr>
                <a:spLocks/>
              </p:cNvSpPr>
              <p:nvPr/>
            </p:nvSpPr>
            <p:spPr bwMode="auto">
              <a:xfrm>
                <a:off x="9506378" y="780850"/>
                <a:ext cx="205956" cy="217334"/>
              </a:xfrm>
              <a:custGeom>
                <a:avLst/>
                <a:gdLst/>
                <a:ahLst/>
                <a:cxnLst>
                  <a:cxn ang="0">
                    <a:pos x="25" y="0"/>
                  </a:cxn>
                  <a:cxn ang="0">
                    <a:pos x="25" y="0"/>
                  </a:cxn>
                  <a:cxn ang="0">
                    <a:pos x="34" y="2"/>
                  </a:cxn>
                  <a:cxn ang="0">
                    <a:pos x="43" y="7"/>
                  </a:cxn>
                  <a:cxn ang="0">
                    <a:pos x="49" y="16"/>
                  </a:cxn>
                  <a:cxn ang="0">
                    <a:pos x="50" y="25"/>
                  </a:cxn>
                  <a:cxn ang="0">
                    <a:pos x="50" y="25"/>
                  </a:cxn>
                  <a:cxn ang="0">
                    <a:pos x="49" y="36"/>
                  </a:cxn>
                  <a:cxn ang="0">
                    <a:pos x="43" y="43"/>
                  </a:cxn>
                  <a:cxn ang="0">
                    <a:pos x="34" y="49"/>
                  </a:cxn>
                  <a:cxn ang="0">
                    <a:pos x="25" y="51"/>
                  </a:cxn>
                  <a:cxn ang="0">
                    <a:pos x="25" y="51"/>
                  </a:cxn>
                  <a:cxn ang="0">
                    <a:pos x="16" y="49"/>
                  </a:cxn>
                  <a:cxn ang="0">
                    <a:pos x="7" y="43"/>
                  </a:cxn>
                  <a:cxn ang="0">
                    <a:pos x="1" y="36"/>
                  </a:cxn>
                  <a:cxn ang="0">
                    <a:pos x="0" y="25"/>
                  </a:cxn>
                  <a:cxn ang="0">
                    <a:pos x="0" y="25"/>
                  </a:cxn>
                  <a:cxn ang="0">
                    <a:pos x="1" y="16"/>
                  </a:cxn>
                  <a:cxn ang="0">
                    <a:pos x="7" y="7"/>
                  </a:cxn>
                  <a:cxn ang="0">
                    <a:pos x="16" y="2"/>
                  </a:cxn>
                  <a:cxn ang="0">
                    <a:pos x="25" y="0"/>
                  </a:cxn>
                  <a:cxn ang="0">
                    <a:pos x="25" y="0"/>
                  </a:cxn>
                </a:cxnLst>
                <a:rect l="0" t="0" r="r" b="b"/>
                <a:pathLst>
                  <a:path w="50" h="51">
                    <a:moveTo>
                      <a:pt x="25" y="0"/>
                    </a:moveTo>
                    <a:lnTo>
                      <a:pt x="25" y="0"/>
                    </a:lnTo>
                    <a:lnTo>
                      <a:pt x="34" y="2"/>
                    </a:lnTo>
                    <a:lnTo>
                      <a:pt x="43" y="7"/>
                    </a:lnTo>
                    <a:lnTo>
                      <a:pt x="49" y="16"/>
                    </a:lnTo>
                    <a:lnTo>
                      <a:pt x="50" y="25"/>
                    </a:lnTo>
                    <a:lnTo>
                      <a:pt x="50" y="25"/>
                    </a:lnTo>
                    <a:lnTo>
                      <a:pt x="49" y="36"/>
                    </a:lnTo>
                    <a:lnTo>
                      <a:pt x="43" y="43"/>
                    </a:lnTo>
                    <a:lnTo>
                      <a:pt x="34" y="49"/>
                    </a:lnTo>
                    <a:lnTo>
                      <a:pt x="25" y="51"/>
                    </a:lnTo>
                    <a:lnTo>
                      <a:pt x="25" y="51"/>
                    </a:lnTo>
                    <a:lnTo>
                      <a:pt x="16" y="49"/>
                    </a:lnTo>
                    <a:lnTo>
                      <a:pt x="7" y="43"/>
                    </a:lnTo>
                    <a:lnTo>
                      <a:pt x="1" y="36"/>
                    </a:lnTo>
                    <a:lnTo>
                      <a:pt x="0" y="25"/>
                    </a:lnTo>
                    <a:lnTo>
                      <a:pt x="0" y="25"/>
                    </a:lnTo>
                    <a:lnTo>
                      <a:pt x="1" y="16"/>
                    </a:lnTo>
                    <a:lnTo>
                      <a:pt x="7" y="7"/>
                    </a:lnTo>
                    <a:lnTo>
                      <a:pt x="16" y="2"/>
                    </a:lnTo>
                    <a:lnTo>
                      <a:pt x="25" y="0"/>
                    </a:lnTo>
                    <a:lnTo>
                      <a:pt x="25" y="0"/>
                    </a:lnTo>
                    <a:close/>
                  </a:path>
                </a:pathLst>
              </a:custGeom>
              <a:solidFill>
                <a:srgbClr val="F4726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4" name="Freeform 72"/>
              <p:cNvSpPr>
                <a:spLocks noEditPoints="1"/>
              </p:cNvSpPr>
              <p:nvPr/>
            </p:nvSpPr>
            <p:spPr bwMode="auto">
              <a:xfrm>
                <a:off x="9173183" y="761789"/>
                <a:ext cx="683768" cy="1303985"/>
              </a:xfrm>
              <a:custGeom>
                <a:avLst/>
                <a:gdLst/>
                <a:ahLst/>
                <a:cxnLst>
                  <a:cxn ang="0">
                    <a:pos x="158" y="94"/>
                  </a:cxn>
                  <a:cxn ang="0">
                    <a:pos x="141" y="69"/>
                  </a:cxn>
                  <a:cxn ang="0">
                    <a:pos x="134" y="63"/>
                  </a:cxn>
                  <a:cxn ang="0">
                    <a:pos x="130" y="60"/>
                  </a:cxn>
                  <a:cxn ang="0">
                    <a:pos x="123" y="58"/>
                  </a:cxn>
                  <a:cxn ang="0">
                    <a:pos x="100" y="54"/>
                  </a:cxn>
                  <a:cxn ang="0">
                    <a:pos x="67" y="58"/>
                  </a:cxn>
                  <a:cxn ang="0">
                    <a:pos x="63" y="58"/>
                  </a:cxn>
                  <a:cxn ang="0">
                    <a:pos x="61" y="58"/>
                  </a:cxn>
                  <a:cxn ang="0">
                    <a:pos x="61" y="58"/>
                  </a:cxn>
                  <a:cxn ang="0">
                    <a:pos x="34" y="56"/>
                  </a:cxn>
                  <a:cxn ang="0">
                    <a:pos x="27" y="40"/>
                  </a:cxn>
                  <a:cxn ang="0">
                    <a:pos x="23" y="23"/>
                  </a:cxn>
                  <a:cxn ang="0">
                    <a:pos x="20" y="2"/>
                  </a:cxn>
                  <a:cxn ang="0">
                    <a:pos x="14" y="0"/>
                  </a:cxn>
                  <a:cxn ang="0">
                    <a:pos x="12" y="2"/>
                  </a:cxn>
                  <a:cxn ang="0">
                    <a:pos x="14" y="14"/>
                  </a:cxn>
                  <a:cxn ang="0">
                    <a:pos x="9" y="14"/>
                  </a:cxn>
                  <a:cxn ang="0">
                    <a:pos x="2" y="22"/>
                  </a:cxn>
                  <a:cxn ang="0">
                    <a:pos x="0" y="29"/>
                  </a:cxn>
                  <a:cxn ang="0">
                    <a:pos x="11" y="60"/>
                  </a:cxn>
                  <a:cxn ang="0">
                    <a:pos x="14" y="70"/>
                  </a:cxn>
                  <a:cxn ang="0">
                    <a:pos x="22" y="76"/>
                  </a:cxn>
                  <a:cxn ang="0">
                    <a:pos x="40" y="81"/>
                  </a:cxn>
                  <a:cxn ang="0">
                    <a:pos x="60" y="83"/>
                  </a:cxn>
                  <a:cxn ang="0">
                    <a:pos x="60" y="92"/>
                  </a:cxn>
                  <a:cxn ang="0">
                    <a:pos x="60" y="286"/>
                  </a:cxn>
                  <a:cxn ang="0">
                    <a:pos x="61" y="292"/>
                  </a:cxn>
                  <a:cxn ang="0">
                    <a:pos x="69" y="299"/>
                  </a:cxn>
                  <a:cxn ang="0">
                    <a:pos x="74" y="301"/>
                  </a:cxn>
                  <a:cxn ang="0">
                    <a:pos x="85" y="295"/>
                  </a:cxn>
                  <a:cxn ang="0">
                    <a:pos x="89" y="286"/>
                  </a:cxn>
                  <a:cxn ang="0">
                    <a:pos x="89" y="185"/>
                  </a:cxn>
                  <a:cxn ang="0">
                    <a:pos x="90" y="179"/>
                  </a:cxn>
                  <a:cxn ang="0">
                    <a:pos x="94" y="179"/>
                  </a:cxn>
                  <a:cxn ang="0">
                    <a:pos x="100" y="181"/>
                  </a:cxn>
                  <a:cxn ang="0">
                    <a:pos x="100" y="286"/>
                  </a:cxn>
                  <a:cxn ang="0">
                    <a:pos x="101" y="292"/>
                  </a:cxn>
                  <a:cxn ang="0">
                    <a:pos x="109" y="299"/>
                  </a:cxn>
                  <a:cxn ang="0">
                    <a:pos x="114" y="301"/>
                  </a:cxn>
                  <a:cxn ang="0">
                    <a:pos x="125" y="295"/>
                  </a:cxn>
                  <a:cxn ang="0">
                    <a:pos x="129" y="286"/>
                  </a:cxn>
                  <a:cxn ang="0">
                    <a:pos x="129" y="174"/>
                  </a:cxn>
                  <a:cxn ang="0">
                    <a:pos x="136" y="167"/>
                  </a:cxn>
                  <a:cxn ang="0">
                    <a:pos x="150" y="152"/>
                  </a:cxn>
                  <a:cxn ang="0">
                    <a:pos x="156" y="143"/>
                  </a:cxn>
                  <a:cxn ang="0">
                    <a:pos x="163" y="125"/>
                  </a:cxn>
                  <a:cxn ang="0">
                    <a:pos x="165" y="119"/>
                  </a:cxn>
                  <a:cxn ang="0">
                    <a:pos x="161" y="107"/>
                  </a:cxn>
                  <a:cxn ang="0">
                    <a:pos x="158" y="94"/>
                  </a:cxn>
                  <a:cxn ang="0">
                    <a:pos x="139" y="119"/>
                  </a:cxn>
                  <a:cxn ang="0">
                    <a:pos x="134" y="130"/>
                  </a:cxn>
                  <a:cxn ang="0">
                    <a:pos x="129" y="92"/>
                  </a:cxn>
                  <a:cxn ang="0">
                    <a:pos x="136" y="105"/>
                  </a:cxn>
                  <a:cxn ang="0">
                    <a:pos x="141" y="118"/>
                  </a:cxn>
                  <a:cxn ang="0">
                    <a:pos x="139" y="119"/>
                  </a:cxn>
                  <a:cxn ang="0">
                    <a:pos x="141" y="118"/>
                  </a:cxn>
                </a:cxnLst>
                <a:rect l="0" t="0" r="r" b="b"/>
                <a:pathLst>
                  <a:path w="165" h="301">
                    <a:moveTo>
                      <a:pt x="158" y="94"/>
                    </a:moveTo>
                    <a:lnTo>
                      <a:pt x="158" y="94"/>
                    </a:lnTo>
                    <a:lnTo>
                      <a:pt x="147" y="78"/>
                    </a:lnTo>
                    <a:lnTo>
                      <a:pt x="141" y="69"/>
                    </a:lnTo>
                    <a:lnTo>
                      <a:pt x="134" y="63"/>
                    </a:lnTo>
                    <a:lnTo>
                      <a:pt x="134" y="63"/>
                    </a:lnTo>
                    <a:lnTo>
                      <a:pt x="130" y="61"/>
                    </a:lnTo>
                    <a:lnTo>
                      <a:pt x="130" y="60"/>
                    </a:lnTo>
                    <a:lnTo>
                      <a:pt x="130" y="60"/>
                    </a:lnTo>
                    <a:lnTo>
                      <a:pt x="123" y="58"/>
                    </a:lnTo>
                    <a:lnTo>
                      <a:pt x="116" y="56"/>
                    </a:lnTo>
                    <a:lnTo>
                      <a:pt x="100" y="54"/>
                    </a:lnTo>
                    <a:lnTo>
                      <a:pt x="81" y="56"/>
                    </a:lnTo>
                    <a:lnTo>
                      <a:pt x="67" y="58"/>
                    </a:lnTo>
                    <a:lnTo>
                      <a:pt x="67" y="58"/>
                    </a:lnTo>
                    <a:lnTo>
                      <a:pt x="63" y="58"/>
                    </a:lnTo>
                    <a:lnTo>
                      <a:pt x="61" y="58"/>
                    </a:lnTo>
                    <a:lnTo>
                      <a:pt x="61" y="58"/>
                    </a:lnTo>
                    <a:lnTo>
                      <a:pt x="61" y="58"/>
                    </a:lnTo>
                    <a:lnTo>
                      <a:pt x="61" y="58"/>
                    </a:lnTo>
                    <a:lnTo>
                      <a:pt x="47" y="58"/>
                    </a:lnTo>
                    <a:lnTo>
                      <a:pt x="34" y="56"/>
                    </a:lnTo>
                    <a:lnTo>
                      <a:pt x="34" y="56"/>
                    </a:lnTo>
                    <a:lnTo>
                      <a:pt x="27" y="40"/>
                    </a:lnTo>
                    <a:lnTo>
                      <a:pt x="23" y="25"/>
                    </a:lnTo>
                    <a:lnTo>
                      <a:pt x="23" y="23"/>
                    </a:lnTo>
                    <a:lnTo>
                      <a:pt x="20" y="2"/>
                    </a:lnTo>
                    <a:lnTo>
                      <a:pt x="20" y="2"/>
                    </a:lnTo>
                    <a:lnTo>
                      <a:pt x="18" y="0"/>
                    </a:lnTo>
                    <a:lnTo>
                      <a:pt x="14" y="0"/>
                    </a:lnTo>
                    <a:lnTo>
                      <a:pt x="14" y="0"/>
                    </a:lnTo>
                    <a:lnTo>
                      <a:pt x="12" y="2"/>
                    </a:lnTo>
                    <a:lnTo>
                      <a:pt x="12" y="3"/>
                    </a:lnTo>
                    <a:lnTo>
                      <a:pt x="14" y="14"/>
                    </a:lnTo>
                    <a:lnTo>
                      <a:pt x="14" y="14"/>
                    </a:lnTo>
                    <a:lnTo>
                      <a:pt x="9" y="14"/>
                    </a:lnTo>
                    <a:lnTo>
                      <a:pt x="3" y="18"/>
                    </a:lnTo>
                    <a:lnTo>
                      <a:pt x="2" y="22"/>
                    </a:lnTo>
                    <a:lnTo>
                      <a:pt x="0" y="29"/>
                    </a:lnTo>
                    <a:lnTo>
                      <a:pt x="0" y="29"/>
                    </a:lnTo>
                    <a:lnTo>
                      <a:pt x="3" y="45"/>
                    </a:lnTo>
                    <a:lnTo>
                      <a:pt x="11" y="60"/>
                    </a:lnTo>
                    <a:lnTo>
                      <a:pt x="11" y="60"/>
                    </a:lnTo>
                    <a:lnTo>
                      <a:pt x="14" y="70"/>
                    </a:lnTo>
                    <a:lnTo>
                      <a:pt x="16" y="74"/>
                    </a:lnTo>
                    <a:lnTo>
                      <a:pt x="22" y="76"/>
                    </a:lnTo>
                    <a:lnTo>
                      <a:pt x="22" y="76"/>
                    </a:lnTo>
                    <a:lnTo>
                      <a:pt x="40" y="81"/>
                    </a:lnTo>
                    <a:lnTo>
                      <a:pt x="49" y="83"/>
                    </a:lnTo>
                    <a:lnTo>
                      <a:pt x="60" y="83"/>
                    </a:lnTo>
                    <a:lnTo>
                      <a:pt x="60" y="92"/>
                    </a:lnTo>
                    <a:lnTo>
                      <a:pt x="60" y="92"/>
                    </a:lnTo>
                    <a:lnTo>
                      <a:pt x="60" y="181"/>
                    </a:lnTo>
                    <a:lnTo>
                      <a:pt x="60" y="286"/>
                    </a:lnTo>
                    <a:lnTo>
                      <a:pt x="60" y="286"/>
                    </a:lnTo>
                    <a:lnTo>
                      <a:pt x="61" y="292"/>
                    </a:lnTo>
                    <a:lnTo>
                      <a:pt x="63" y="295"/>
                    </a:lnTo>
                    <a:lnTo>
                      <a:pt x="69" y="299"/>
                    </a:lnTo>
                    <a:lnTo>
                      <a:pt x="74" y="301"/>
                    </a:lnTo>
                    <a:lnTo>
                      <a:pt x="74" y="301"/>
                    </a:lnTo>
                    <a:lnTo>
                      <a:pt x="80" y="299"/>
                    </a:lnTo>
                    <a:lnTo>
                      <a:pt x="85" y="295"/>
                    </a:lnTo>
                    <a:lnTo>
                      <a:pt x="89" y="292"/>
                    </a:lnTo>
                    <a:lnTo>
                      <a:pt x="89" y="286"/>
                    </a:lnTo>
                    <a:lnTo>
                      <a:pt x="89" y="185"/>
                    </a:lnTo>
                    <a:lnTo>
                      <a:pt x="89" y="185"/>
                    </a:lnTo>
                    <a:lnTo>
                      <a:pt x="90" y="181"/>
                    </a:lnTo>
                    <a:lnTo>
                      <a:pt x="90" y="179"/>
                    </a:lnTo>
                    <a:lnTo>
                      <a:pt x="94" y="179"/>
                    </a:lnTo>
                    <a:lnTo>
                      <a:pt x="94" y="179"/>
                    </a:lnTo>
                    <a:lnTo>
                      <a:pt x="98" y="179"/>
                    </a:lnTo>
                    <a:lnTo>
                      <a:pt x="100" y="181"/>
                    </a:lnTo>
                    <a:lnTo>
                      <a:pt x="100" y="185"/>
                    </a:lnTo>
                    <a:lnTo>
                      <a:pt x="100" y="286"/>
                    </a:lnTo>
                    <a:lnTo>
                      <a:pt x="100" y="286"/>
                    </a:lnTo>
                    <a:lnTo>
                      <a:pt x="101" y="292"/>
                    </a:lnTo>
                    <a:lnTo>
                      <a:pt x="103" y="295"/>
                    </a:lnTo>
                    <a:lnTo>
                      <a:pt x="109" y="299"/>
                    </a:lnTo>
                    <a:lnTo>
                      <a:pt x="114" y="301"/>
                    </a:lnTo>
                    <a:lnTo>
                      <a:pt x="114" y="301"/>
                    </a:lnTo>
                    <a:lnTo>
                      <a:pt x="119" y="299"/>
                    </a:lnTo>
                    <a:lnTo>
                      <a:pt x="125" y="295"/>
                    </a:lnTo>
                    <a:lnTo>
                      <a:pt x="127" y="292"/>
                    </a:lnTo>
                    <a:lnTo>
                      <a:pt x="129" y="286"/>
                    </a:lnTo>
                    <a:lnTo>
                      <a:pt x="129" y="188"/>
                    </a:lnTo>
                    <a:lnTo>
                      <a:pt x="129" y="174"/>
                    </a:lnTo>
                    <a:lnTo>
                      <a:pt x="129" y="174"/>
                    </a:lnTo>
                    <a:lnTo>
                      <a:pt x="136" y="167"/>
                    </a:lnTo>
                    <a:lnTo>
                      <a:pt x="143" y="159"/>
                    </a:lnTo>
                    <a:lnTo>
                      <a:pt x="150" y="152"/>
                    </a:lnTo>
                    <a:lnTo>
                      <a:pt x="156" y="143"/>
                    </a:lnTo>
                    <a:lnTo>
                      <a:pt x="156" y="143"/>
                    </a:lnTo>
                    <a:lnTo>
                      <a:pt x="161" y="130"/>
                    </a:lnTo>
                    <a:lnTo>
                      <a:pt x="163" y="125"/>
                    </a:lnTo>
                    <a:lnTo>
                      <a:pt x="165" y="119"/>
                    </a:lnTo>
                    <a:lnTo>
                      <a:pt x="165" y="119"/>
                    </a:lnTo>
                    <a:lnTo>
                      <a:pt x="165" y="112"/>
                    </a:lnTo>
                    <a:lnTo>
                      <a:pt x="161" y="107"/>
                    </a:lnTo>
                    <a:lnTo>
                      <a:pt x="158" y="94"/>
                    </a:lnTo>
                    <a:lnTo>
                      <a:pt x="158" y="94"/>
                    </a:lnTo>
                    <a:close/>
                    <a:moveTo>
                      <a:pt x="139" y="119"/>
                    </a:moveTo>
                    <a:lnTo>
                      <a:pt x="139" y="119"/>
                    </a:lnTo>
                    <a:lnTo>
                      <a:pt x="134" y="130"/>
                    </a:lnTo>
                    <a:lnTo>
                      <a:pt x="134" y="130"/>
                    </a:lnTo>
                    <a:lnTo>
                      <a:pt x="129" y="141"/>
                    </a:lnTo>
                    <a:lnTo>
                      <a:pt x="129" y="92"/>
                    </a:lnTo>
                    <a:lnTo>
                      <a:pt x="129" y="92"/>
                    </a:lnTo>
                    <a:lnTo>
                      <a:pt x="136" y="105"/>
                    </a:lnTo>
                    <a:lnTo>
                      <a:pt x="141" y="118"/>
                    </a:lnTo>
                    <a:lnTo>
                      <a:pt x="141" y="118"/>
                    </a:lnTo>
                    <a:lnTo>
                      <a:pt x="139" y="119"/>
                    </a:lnTo>
                    <a:lnTo>
                      <a:pt x="139" y="119"/>
                    </a:lnTo>
                    <a:close/>
                    <a:moveTo>
                      <a:pt x="141" y="118"/>
                    </a:moveTo>
                    <a:lnTo>
                      <a:pt x="141" y="118"/>
                    </a:lnTo>
                    <a:close/>
                  </a:path>
                </a:pathLst>
              </a:custGeom>
              <a:solidFill>
                <a:srgbClr val="F4726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sp>
        <p:nvSpPr>
          <p:cNvPr id="4" name="Footer Placeholder 3"/>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24692507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250"/>
                                  </p:stCondLst>
                                  <p:childTnLst>
                                    <p:set>
                                      <p:cBhvr>
                                        <p:cTn id="6" dur="1" fill="hold">
                                          <p:stCondLst>
                                            <p:cond delay="0"/>
                                          </p:stCondLst>
                                        </p:cTn>
                                        <p:tgtEl>
                                          <p:spTgt spid="5"/>
                                        </p:tgtEl>
                                        <p:attrNameLst>
                                          <p:attrName>style.visibility</p:attrName>
                                        </p:attrNameLst>
                                      </p:cBhvr>
                                      <p:to>
                                        <p:strVal val="visible"/>
                                      </p:to>
                                    </p:set>
                                    <p:animEffect transition="in" filter="slide(fromLeft)">
                                      <p:cBhvr>
                                        <p:cTn id="7" dur="500"/>
                                        <p:tgtEl>
                                          <p:spTgt spid="5"/>
                                        </p:tgtEl>
                                      </p:cBhvr>
                                    </p:animEffect>
                                  </p:childTnLst>
                                </p:cTn>
                              </p:par>
                            </p:childTnLst>
                          </p:cTn>
                        </p:par>
                        <p:par>
                          <p:cTn id="8" fill="hold">
                            <p:stCondLst>
                              <p:cond delay="750"/>
                            </p:stCondLst>
                            <p:childTnLst>
                              <p:par>
                                <p:cTn id="9" presetID="12" presetClass="entr" presetSubtype="8" fill="hold" nodeType="afterEffect">
                                  <p:stCondLst>
                                    <p:cond delay="25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500"/>
                            </p:stCondLst>
                            <p:childTnLst>
                              <p:par>
                                <p:cTn id="13" presetID="12" presetClass="entr" presetSubtype="8" fill="hold" nodeType="afterEffect">
                                  <p:stCondLst>
                                    <p:cond delay="25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500"/>
                                        <p:tgtEl>
                                          <p:spTgt spid="3"/>
                                        </p:tgtEl>
                                        <p:attrNameLst>
                                          <p:attrName>ppt_x</p:attrName>
                                        </p:attrNameLst>
                                      </p:cBhvr>
                                      <p:tavLst>
                                        <p:tav tm="0">
                                          <p:val>
                                            <p:strVal val="#ppt_x-#ppt_w*1.125000"/>
                                          </p:val>
                                        </p:tav>
                                        <p:tav tm="100000">
                                          <p:val>
                                            <p:strVal val="#ppt_x"/>
                                          </p:val>
                                        </p:tav>
                                      </p:tavLst>
                                    </p:anim>
                                    <p:animEffect transition="in" filter="wipe(right)">
                                      <p:cBhvr>
                                        <p:cTn id="1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47"/>
          <p:cNvGrpSpPr/>
          <p:nvPr/>
        </p:nvGrpSpPr>
        <p:grpSpPr>
          <a:xfrm>
            <a:off x="7827993" y="1917609"/>
            <a:ext cx="3567448" cy="3166803"/>
            <a:chOff x="4429124" y="1809654"/>
            <a:chExt cx="2083991" cy="1789190"/>
          </a:xfrm>
        </p:grpSpPr>
        <p:sp>
          <p:nvSpPr>
            <p:cNvPr id="21" name="Bent Arrow 20"/>
            <p:cNvSpPr/>
            <p:nvPr/>
          </p:nvSpPr>
          <p:spPr>
            <a:xfrm>
              <a:off x="4429124" y="1809654"/>
              <a:ext cx="1821669" cy="1163187"/>
            </a:xfrm>
            <a:prstGeom prst="bentArrow">
              <a:avLst/>
            </a:prstGeom>
            <a:solidFill>
              <a:schemeClr val="accent4"/>
            </a:solidFill>
            <a:ln>
              <a:noFill/>
            </a:ln>
            <a:effectLst/>
          </p:spPr>
          <p:style>
            <a:lnRef idx="1">
              <a:schemeClr val="accent3"/>
            </a:lnRef>
            <a:fillRef idx="3">
              <a:schemeClr val="accent3"/>
            </a:fillRef>
            <a:effectRef idx="2">
              <a:schemeClr val="accent3"/>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7" name="Rectangle 16"/>
            <p:cNvSpPr/>
            <p:nvPr/>
          </p:nvSpPr>
          <p:spPr>
            <a:xfrm>
              <a:off x="4788507" y="2816345"/>
              <a:ext cx="1724608" cy="782499"/>
            </a:xfrm>
            <a:prstGeom prst="rect">
              <a:avLst/>
            </a:prstGeom>
          </p:spPr>
          <p:txBody>
            <a:bodyPr wrap="square">
              <a:spAutoFit/>
            </a:bodyPr>
            <a:lstStyle/>
            <a:p>
              <a:pPr algn="ctr" fontAlgn="auto">
                <a:spcBef>
                  <a:spcPts val="0"/>
                </a:spcBef>
                <a:spcAft>
                  <a:spcPts val="0"/>
                </a:spcAft>
              </a:pPr>
              <a:r>
                <a:rPr lang="ar-SA" sz="2800" b="1" dirty="0"/>
                <a:t>يوظف في الألعاب التربوية للأطفال من خلال البرامج الترفيهية</a:t>
              </a:r>
              <a:endParaRPr lang="en-US" sz="2800" b="1" dirty="0">
                <a:solidFill>
                  <a:prstClr val="white">
                    <a:lumMod val="65000"/>
                  </a:prstClr>
                </a:solidFill>
                <a:latin typeface="Open Sans" pitchFamily="34" charset="0"/>
                <a:ea typeface="Open Sans" pitchFamily="34" charset="0"/>
                <a:cs typeface="Open Sans" pitchFamily="34" charset="0"/>
              </a:endParaRPr>
            </a:p>
          </p:txBody>
        </p:sp>
        <p:grpSp>
          <p:nvGrpSpPr>
            <p:cNvPr id="7" name="Group 29"/>
            <p:cNvGrpSpPr/>
            <p:nvPr/>
          </p:nvGrpSpPr>
          <p:grpSpPr>
            <a:xfrm>
              <a:off x="5214942" y="2285998"/>
              <a:ext cx="251543" cy="366676"/>
              <a:chOff x="2612963" y="2767277"/>
              <a:chExt cx="251543" cy="366676"/>
            </a:xfrm>
            <a:solidFill>
              <a:schemeClr val="accent4"/>
            </a:solidFill>
          </p:grpSpPr>
          <p:sp>
            <p:nvSpPr>
              <p:cNvPr id="28" name="AutoShape 113"/>
              <p:cNvSpPr>
                <a:spLocks/>
              </p:cNvSpPr>
              <p:nvPr/>
            </p:nvSpPr>
            <p:spPr bwMode="auto">
              <a:xfrm>
                <a:off x="2612963" y="2767277"/>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9" name="AutoShape 114"/>
              <p:cNvSpPr>
                <a:spLocks/>
              </p:cNvSpPr>
              <p:nvPr/>
            </p:nvSpPr>
            <p:spPr bwMode="auto">
              <a:xfrm>
                <a:off x="2669904" y="2824844"/>
                <a:ext cx="74461" cy="744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grpSp>
        <p:nvGrpSpPr>
          <p:cNvPr id="8" name="Group 46"/>
          <p:cNvGrpSpPr/>
          <p:nvPr/>
        </p:nvGrpSpPr>
        <p:grpSpPr>
          <a:xfrm>
            <a:off x="4726631" y="2375714"/>
            <a:ext cx="3260375" cy="3097383"/>
            <a:chOff x="2607455" y="2132762"/>
            <a:chExt cx="2018404" cy="1817097"/>
          </a:xfrm>
        </p:grpSpPr>
        <p:sp>
          <p:nvSpPr>
            <p:cNvPr id="20" name="Bent Arrow 19"/>
            <p:cNvSpPr/>
            <p:nvPr/>
          </p:nvSpPr>
          <p:spPr>
            <a:xfrm>
              <a:off x="2607455" y="2132762"/>
              <a:ext cx="1821669" cy="1163187"/>
            </a:xfrm>
            <a:prstGeom prst="bentArrow">
              <a:avLst/>
            </a:prstGeom>
            <a:solidFill>
              <a:schemeClr val="accent1"/>
            </a:solidFill>
            <a:ln>
              <a:noFill/>
            </a:ln>
            <a:effectLst/>
          </p:spPr>
          <p:style>
            <a:lnRef idx="1">
              <a:schemeClr val="accent6"/>
            </a:lnRef>
            <a:fillRef idx="3">
              <a:schemeClr val="accent6"/>
            </a:fillRef>
            <a:effectRef idx="2">
              <a:schemeClr val="accent6"/>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6" name="Rectangle 15"/>
            <p:cNvSpPr/>
            <p:nvPr/>
          </p:nvSpPr>
          <p:spPr>
            <a:xfrm>
              <a:off x="2819476" y="3137344"/>
              <a:ext cx="1806383" cy="812515"/>
            </a:xfrm>
            <a:prstGeom prst="rect">
              <a:avLst/>
            </a:prstGeom>
          </p:spPr>
          <p:txBody>
            <a:bodyPr wrap="square">
              <a:spAutoFit/>
            </a:bodyPr>
            <a:lstStyle/>
            <a:p>
              <a:pPr algn="ctr" fontAlgn="auto">
                <a:spcBef>
                  <a:spcPts val="0"/>
                </a:spcBef>
                <a:spcAft>
                  <a:spcPts val="0"/>
                </a:spcAft>
              </a:pPr>
              <a:r>
                <a:rPr lang="ar-SA" sz="2800" b="1" dirty="0"/>
                <a:t> يساعد في عمليات التدرب على الرسم والتصميم</a:t>
              </a:r>
              <a:endParaRPr lang="en-US" sz="2800" b="1" dirty="0">
                <a:solidFill>
                  <a:prstClr val="white">
                    <a:lumMod val="65000"/>
                  </a:prstClr>
                </a:solidFill>
                <a:latin typeface="Open Sans" pitchFamily="34" charset="0"/>
                <a:ea typeface="Open Sans" pitchFamily="34" charset="0"/>
                <a:cs typeface="Open Sans" pitchFamily="34" charset="0"/>
              </a:endParaRPr>
            </a:p>
          </p:txBody>
        </p:sp>
        <p:sp>
          <p:nvSpPr>
            <p:cNvPr id="23" name="AutoShape 29"/>
            <p:cNvSpPr>
              <a:spLocks/>
            </p:cNvSpPr>
            <p:nvPr/>
          </p:nvSpPr>
          <p:spPr bwMode="auto">
            <a:xfrm>
              <a:off x="3286116" y="2643188"/>
              <a:ext cx="366051" cy="331636"/>
            </a:xfrm>
            <a:custGeom>
              <a:avLst/>
              <a:gdLst>
                <a:gd name="T0" fmla="+- 0 10736 439"/>
                <a:gd name="T1" fmla="*/ T0 w 20595"/>
                <a:gd name="T2" fmla="+- 0 10869 621"/>
                <a:gd name="T3" fmla="*/ 10869 h 20497"/>
                <a:gd name="T4" fmla="+- 0 10736 439"/>
                <a:gd name="T5" fmla="*/ T4 w 20595"/>
                <a:gd name="T6" fmla="+- 0 10869 621"/>
                <a:gd name="T7" fmla="*/ 10869 h 20497"/>
                <a:gd name="T8" fmla="+- 0 10736 439"/>
                <a:gd name="T9" fmla="*/ T8 w 20595"/>
                <a:gd name="T10" fmla="+- 0 10869 621"/>
                <a:gd name="T11" fmla="*/ 10869 h 20497"/>
                <a:gd name="T12" fmla="+- 0 10736 439"/>
                <a:gd name="T13" fmla="*/ T12 w 20595"/>
                <a:gd name="T14" fmla="+- 0 10869 621"/>
                <a:gd name="T15" fmla="*/ 10869 h 20497"/>
              </a:gdLst>
              <a:ahLst/>
              <a:cxnLst>
                <a:cxn ang="0">
                  <a:pos x="T1" y="T3"/>
                </a:cxn>
                <a:cxn ang="0">
                  <a:pos x="T5" y="T7"/>
                </a:cxn>
                <a:cxn ang="0">
                  <a:pos x="T9" y="T11"/>
                </a:cxn>
                <a:cxn ang="0">
                  <a:pos x="T13" y="T15"/>
                </a:cxn>
              </a:cxnLst>
              <a:rect l="0" t="0" r="r" b="b"/>
              <a:pathLst>
                <a:path w="20595" h="20497">
                  <a:moveTo>
                    <a:pt x="18898" y="1863"/>
                  </a:moveTo>
                  <a:cubicBezTo>
                    <a:pt x="16636" y="-621"/>
                    <a:pt x="12968" y="-621"/>
                    <a:pt x="10707" y="1863"/>
                  </a:cubicBezTo>
                  <a:lnTo>
                    <a:pt x="1317" y="12053"/>
                  </a:lnTo>
                  <a:cubicBezTo>
                    <a:pt x="-439" y="13982"/>
                    <a:pt x="-439" y="17121"/>
                    <a:pt x="1317" y="19050"/>
                  </a:cubicBezTo>
                  <a:cubicBezTo>
                    <a:pt x="3073" y="20979"/>
                    <a:pt x="5931" y="20979"/>
                    <a:pt x="7687" y="19050"/>
                  </a:cubicBezTo>
                  <a:lnTo>
                    <a:pt x="17078" y="8860"/>
                  </a:lnTo>
                  <a:cubicBezTo>
                    <a:pt x="18335" y="7479"/>
                    <a:pt x="18335" y="5242"/>
                    <a:pt x="17078" y="3862"/>
                  </a:cubicBezTo>
                  <a:cubicBezTo>
                    <a:pt x="15821" y="2482"/>
                    <a:pt x="13783" y="2482"/>
                    <a:pt x="12527" y="3862"/>
                  </a:cubicBezTo>
                  <a:lnTo>
                    <a:pt x="5467" y="11614"/>
                  </a:lnTo>
                  <a:cubicBezTo>
                    <a:pt x="5216" y="11891"/>
                    <a:pt x="5216" y="12337"/>
                    <a:pt x="5467" y="12614"/>
                  </a:cubicBezTo>
                  <a:cubicBezTo>
                    <a:pt x="5719" y="12890"/>
                    <a:pt x="6126" y="12890"/>
                    <a:pt x="6378" y="12614"/>
                  </a:cubicBezTo>
                  <a:lnTo>
                    <a:pt x="13437" y="4861"/>
                  </a:lnTo>
                  <a:cubicBezTo>
                    <a:pt x="14190" y="4035"/>
                    <a:pt x="15414" y="4035"/>
                    <a:pt x="16167" y="4861"/>
                  </a:cubicBezTo>
                  <a:cubicBezTo>
                    <a:pt x="16920" y="5688"/>
                    <a:pt x="16920" y="7034"/>
                    <a:pt x="16167" y="7860"/>
                  </a:cubicBezTo>
                  <a:lnTo>
                    <a:pt x="6777" y="18050"/>
                  </a:lnTo>
                  <a:cubicBezTo>
                    <a:pt x="5520" y="19430"/>
                    <a:pt x="3484" y="19430"/>
                    <a:pt x="2227" y="18050"/>
                  </a:cubicBezTo>
                  <a:cubicBezTo>
                    <a:pt x="970" y="16670"/>
                    <a:pt x="970" y="14433"/>
                    <a:pt x="2227" y="13053"/>
                  </a:cubicBezTo>
                  <a:lnTo>
                    <a:pt x="11525" y="2963"/>
                  </a:lnTo>
                  <a:cubicBezTo>
                    <a:pt x="13285" y="1030"/>
                    <a:pt x="16139" y="1030"/>
                    <a:pt x="17896" y="2963"/>
                  </a:cubicBezTo>
                  <a:cubicBezTo>
                    <a:pt x="19657" y="4896"/>
                    <a:pt x="19657" y="8027"/>
                    <a:pt x="17897" y="9959"/>
                  </a:cubicBezTo>
                  <a:lnTo>
                    <a:pt x="10929" y="17611"/>
                  </a:lnTo>
                  <a:cubicBezTo>
                    <a:pt x="10677" y="17888"/>
                    <a:pt x="10677" y="18334"/>
                    <a:pt x="10929" y="18610"/>
                  </a:cubicBezTo>
                  <a:cubicBezTo>
                    <a:pt x="11181" y="18887"/>
                    <a:pt x="11588" y="18887"/>
                    <a:pt x="11839" y="18610"/>
                  </a:cubicBezTo>
                  <a:lnTo>
                    <a:pt x="18898" y="10859"/>
                  </a:lnTo>
                  <a:cubicBezTo>
                    <a:pt x="21160" y="8375"/>
                    <a:pt x="21160" y="4347"/>
                    <a:pt x="18898" y="1863"/>
                  </a:cubicBezTo>
                </a:path>
              </a:pathLst>
            </a:cu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nvGrpSpPr>
          <p:cNvPr id="2" name="Group 1"/>
          <p:cNvGrpSpPr/>
          <p:nvPr/>
        </p:nvGrpSpPr>
        <p:grpSpPr>
          <a:xfrm>
            <a:off x="1015412" y="1456733"/>
            <a:ext cx="3681600" cy="4541559"/>
            <a:chOff x="1015412" y="1456733"/>
            <a:chExt cx="3681600" cy="4541559"/>
          </a:xfrm>
        </p:grpSpPr>
        <p:grpSp>
          <p:nvGrpSpPr>
            <p:cNvPr id="5" name="Group 36"/>
            <p:cNvGrpSpPr/>
            <p:nvPr/>
          </p:nvGrpSpPr>
          <p:grpSpPr>
            <a:xfrm>
              <a:off x="1015412" y="2852039"/>
              <a:ext cx="3681600" cy="3146253"/>
              <a:chOff x="689180" y="2520491"/>
              <a:chExt cx="1988022" cy="1870002"/>
            </a:xfrm>
          </p:grpSpPr>
          <p:sp>
            <p:nvSpPr>
              <p:cNvPr id="19" name="Bent Arrow 18"/>
              <p:cNvSpPr/>
              <p:nvPr/>
            </p:nvSpPr>
            <p:spPr>
              <a:xfrm>
                <a:off x="785787" y="2520491"/>
                <a:ext cx="1821669" cy="1163187"/>
              </a:xfrm>
              <a:prstGeom prst="bentArrow">
                <a:avLst/>
              </a:prstGeom>
              <a:solidFill>
                <a:schemeClr val="accent6"/>
              </a:solidFill>
              <a:ln>
                <a:noFill/>
              </a:ln>
              <a:effectLst/>
            </p:spPr>
            <p:style>
              <a:lnRef idx="1">
                <a:schemeClr val="accent5"/>
              </a:lnRef>
              <a:fillRef idx="3">
                <a:schemeClr val="accent5"/>
              </a:fillRef>
              <a:effectRef idx="2">
                <a:schemeClr val="accent5"/>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5" name="Rectangle 14"/>
              <p:cNvSpPr/>
              <p:nvPr/>
            </p:nvSpPr>
            <p:spPr>
              <a:xfrm>
                <a:off x="689180" y="3823411"/>
                <a:ext cx="1988022" cy="567082"/>
              </a:xfrm>
              <a:prstGeom prst="rect">
                <a:avLst/>
              </a:prstGeom>
            </p:spPr>
            <p:txBody>
              <a:bodyPr wrap="square">
                <a:spAutoFit/>
              </a:bodyPr>
              <a:lstStyle/>
              <a:p>
                <a:pPr algn="ctr" fontAlgn="auto">
                  <a:spcBef>
                    <a:spcPts val="0"/>
                  </a:spcBef>
                  <a:spcAft>
                    <a:spcPts val="0"/>
                  </a:spcAft>
                </a:pPr>
                <a:r>
                  <a:rPr lang="ar-SA" sz="2800" b="1" dirty="0"/>
                  <a:t>يدرب المتعلمين على مهارات حل المشكلات</a:t>
                </a:r>
                <a:endParaRPr lang="en-US" sz="2800" b="1" dirty="0">
                  <a:solidFill>
                    <a:prstClr val="white">
                      <a:lumMod val="65000"/>
                    </a:prstClr>
                  </a:solidFill>
                  <a:latin typeface="Open Sans" pitchFamily="34" charset="0"/>
                  <a:ea typeface="Open Sans" pitchFamily="34" charset="0"/>
                  <a:cs typeface="Open Sans" pitchFamily="34" charset="0"/>
                </a:endParaRPr>
              </a:p>
            </p:txBody>
          </p:sp>
          <p:sp>
            <p:nvSpPr>
              <p:cNvPr id="27" name="AutoShape 112"/>
              <p:cNvSpPr>
                <a:spLocks/>
              </p:cNvSpPr>
              <p:nvPr/>
            </p:nvSpPr>
            <p:spPr bwMode="auto">
              <a:xfrm>
                <a:off x="1500166" y="3071816"/>
                <a:ext cx="366050" cy="366676"/>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nvGrpSpPr>
            <p:cNvPr id="26" name="Group 25"/>
            <p:cNvGrpSpPr/>
            <p:nvPr/>
          </p:nvGrpSpPr>
          <p:grpSpPr>
            <a:xfrm>
              <a:off x="2172443" y="1456733"/>
              <a:ext cx="683768" cy="1303985"/>
              <a:chOff x="2172443" y="1456733"/>
              <a:chExt cx="683768" cy="1303985"/>
            </a:xfrm>
          </p:grpSpPr>
          <p:sp>
            <p:nvSpPr>
              <p:cNvPr id="30" name="Freeform 71"/>
              <p:cNvSpPr>
                <a:spLocks/>
              </p:cNvSpPr>
              <p:nvPr/>
            </p:nvSpPr>
            <p:spPr bwMode="auto">
              <a:xfrm>
                <a:off x="2505638" y="1475794"/>
                <a:ext cx="205956" cy="217334"/>
              </a:xfrm>
              <a:custGeom>
                <a:avLst/>
                <a:gdLst/>
                <a:ahLst/>
                <a:cxnLst>
                  <a:cxn ang="0">
                    <a:pos x="25" y="0"/>
                  </a:cxn>
                  <a:cxn ang="0">
                    <a:pos x="25" y="0"/>
                  </a:cxn>
                  <a:cxn ang="0">
                    <a:pos x="34" y="2"/>
                  </a:cxn>
                  <a:cxn ang="0">
                    <a:pos x="43" y="7"/>
                  </a:cxn>
                  <a:cxn ang="0">
                    <a:pos x="49" y="16"/>
                  </a:cxn>
                  <a:cxn ang="0">
                    <a:pos x="50" y="25"/>
                  </a:cxn>
                  <a:cxn ang="0">
                    <a:pos x="50" y="25"/>
                  </a:cxn>
                  <a:cxn ang="0">
                    <a:pos x="49" y="36"/>
                  </a:cxn>
                  <a:cxn ang="0">
                    <a:pos x="43" y="43"/>
                  </a:cxn>
                  <a:cxn ang="0">
                    <a:pos x="34" y="49"/>
                  </a:cxn>
                  <a:cxn ang="0">
                    <a:pos x="25" y="51"/>
                  </a:cxn>
                  <a:cxn ang="0">
                    <a:pos x="25" y="51"/>
                  </a:cxn>
                  <a:cxn ang="0">
                    <a:pos x="16" y="49"/>
                  </a:cxn>
                  <a:cxn ang="0">
                    <a:pos x="7" y="43"/>
                  </a:cxn>
                  <a:cxn ang="0">
                    <a:pos x="1" y="36"/>
                  </a:cxn>
                  <a:cxn ang="0">
                    <a:pos x="0" y="25"/>
                  </a:cxn>
                  <a:cxn ang="0">
                    <a:pos x="0" y="25"/>
                  </a:cxn>
                  <a:cxn ang="0">
                    <a:pos x="1" y="16"/>
                  </a:cxn>
                  <a:cxn ang="0">
                    <a:pos x="7" y="7"/>
                  </a:cxn>
                  <a:cxn ang="0">
                    <a:pos x="16" y="2"/>
                  </a:cxn>
                  <a:cxn ang="0">
                    <a:pos x="25" y="0"/>
                  </a:cxn>
                  <a:cxn ang="0">
                    <a:pos x="25" y="0"/>
                  </a:cxn>
                </a:cxnLst>
                <a:rect l="0" t="0" r="r" b="b"/>
                <a:pathLst>
                  <a:path w="50" h="51">
                    <a:moveTo>
                      <a:pt x="25" y="0"/>
                    </a:moveTo>
                    <a:lnTo>
                      <a:pt x="25" y="0"/>
                    </a:lnTo>
                    <a:lnTo>
                      <a:pt x="34" y="2"/>
                    </a:lnTo>
                    <a:lnTo>
                      <a:pt x="43" y="7"/>
                    </a:lnTo>
                    <a:lnTo>
                      <a:pt x="49" y="16"/>
                    </a:lnTo>
                    <a:lnTo>
                      <a:pt x="50" y="25"/>
                    </a:lnTo>
                    <a:lnTo>
                      <a:pt x="50" y="25"/>
                    </a:lnTo>
                    <a:lnTo>
                      <a:pt x="49" y="36"/>
                    </a:lnTo>
                    <a:lnTo>
                      <a:pt x="43" y="43"/>
                    </a:lnTo>
                    <a:lnTo>
                      <a:pt x="34" y="49"/>
                    </a:lnTo>
                    <a:lnTo>
                      <a:pt x="25" y="51"/>
                    </a:lnTo>
                    <a:lnTo>
                      <a:pt x="25" y="51"/>
                    </a:lnTo>
                    <a:lnTo>
                      <a:pt x="16" y="49"/>
                    </a:lnTo>
                    <a:lnTo>
                      <a:pt x="7" y="43"/>
                    </a:lnTo>
                    <a:lnTo>
                      <a:pt x="1" y="36"/>
                    </a:lnTo>
                    <a:lnTo>
                      <a:pt x="0" y="25"/>
                    </a:lnTo>
                    <a:lnTo>
                      <a:pt x="0" y="25"/>
                    </a:lnTo>
                    <a:lnTo>
                      <a:pt x="1" y="16"/>
                    </a:lnTo>
                    <a:lnTo>
                      <a:pt x="7" y="7"/>
                    </a:lnTo>
                    <a:lnTo>
                      <a:pt x="16" y="2"/>
                    </a:lnTo>
                    <a:lnTo>
                      <a:pt x="25" y="0"/>
                    </a:lnTo>
                    <a:lnTo>
                      <a:pt x="25" y="0"/>
                    </a:lnTo>
                    <a:close/>
                  </a:path>
                </a:pathLst>
              </a:custGeom>
              <a:solidFill>
                <a:srgbClr val="7CC8EC"/>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1" name="Freeform 72"/>
              <p:cNvSpPr>
                <a:spLocks noEditPoints="1"/>
              </p:cNvSpPr>
              <p:nvPr/>
            </p:nvSpPr>
            <p:spPr bwMode="auto">
              <a:xfrm>
                <a:off x="2172443" y="1456733"/>
                <a:ext cx="683768" cy="1303985"/>
              </a:xfrm>
              <a:custGeom>
                <a:avLst/>
                <a:gdLst/>
                <a:ahLst/>
                <a:cxnLst>
                  <a:cxn ang="0">
                    <a:pos x="158" y="94"/>
                  </a:cxn>
                  <a:cxn ang="0">
                    <a:pos x="141" y="69"/>
                  </a:cxn>
                  <a:cxn ang="0">
                    <a:pos x="134" y="63"/>
                  </a:cxn>
                  <a:cxn ang="0">
                    <a:pos x="130" y="60"/>
                  </a:cxn>
                  <a:cxn ang="0">
                    <a:pos x="123" y="58"/>
                  </a:cxn>
                  <a:cxn ang="0">
                    <a:pos x="100" y="54"/>
                  </a:cxn>
                  <a:cxn ang="0">
                    <a:pos x="67" y="58"/>
                  </a:cxn>
                  <a:cxn ang="0">
                    <a:pos x="63" y="58"/>
                  </a:cxn>
                  <a:cxn ang="0">
                    <a:pos x="61" y="58"/>
                  </a:cxn>
                  <a:cxn ang="0">
                    <a:pos x="61" y="58"/>
                  </a:cxn>
                  <a:cxn ang="0">
                    <a:pos x="34" y="56"/>
                  </a:cxn>
                  <a:cxn ang="0">
                    <a:pos x="27" y="40"/>
                  </a:cxn>
                  <a:cxn ang="0">
                    <a:pos x="23" y="23"/>
                  </a:cxn>
                  <a:cxn ang="0">
                    <a:pos x="20" y="2"/>
                  </a:cxn>
                  <a:cxn ang="0">
                    <a:pos x="14" y="0"/>
                  </a:cxn>
                  <a:cxn ang="0">
                    <a:pos x="12" y="2"/>
                  </a:cxn>
                  <a:cxn ang="0">
                    <a:pos x="14" y="14"/>
                  </a:cxn>
                  <a:cxn ang="0">
                    <a:pos x="9" y="14"/>
                  </a:cxn>
                  <a:cxn ang="0">
                    <a:pos x="2" y="22"/>
                  </a:cxn>
                  <a:cxn ang="0">
                    <a:pos x="0" y="29"/>
                  </a:cxn>
                  <a:cxn ang="0">
                    <a:pos x="11" y="60"/>
                  </a:cxn>
                  <a:cxn ang="0">
                    <a:pos x="14" y="70"/>
                  </a:cxn>
                  <a:cxn ang="0">
                    <a:pos x="22" y="76"/>
                  </a:cxn>
                  <a:cxn ang="0">
                    <a:pos x="40" y="81"/>
                  </a:cxn>
                  <a:cxn ang="0">
                    <a:pos x="60" y="83"/>
                  </a:cxn>
                  <a:cxn ang="0">
                    <a:pos x="60" y="92"/>
                  </a:cxn>
                  <a:cxn ang="0">
                    <a:pos x="60" y="286"/>
                  </a:cxn>
                  <a:cxn ang="0">
                    <a:pos x="61" y="292"/>
                  </a:cxn>
                  <a:cxn ang="0">
                    <a:pos x="69" y="299"/>
                  </a:cxn>
                  <a:cxn ang="0">
                    <a:pos x="74" y="301"/>
                  </a:cxn>
                  <a:cxn ang="0">
                    <a:pos x="85" y="295"/>
                  </a:cxn>
                  <a:cxn ang="0">
                    <a:pos x="89" y="286"/>
                  </a:cxn>
                  <a:cxn ang="0">
                    <a:pos x="89" y="185"/>
                  </a:cxn>
                  <a:cxn ang="0">
                    <a:pos x="90" y="179"/>
                  </a:cxn>
                  <a:cxn ang="0">
                    <a:pos x="94" y="179"/>
                  </a:cxn>
                  <a:cxn ang="0">
                    <a:pos x="100" y="181"/>
                  </a:cxn>
                  <a:cxn ang="0">
                    <a:pos x="100" y="286"/>
                  </a:cxn>
                  <a:cxn ang="0">
                    <a:pos x="101" y="292"/>
                  </a:cxn>
                  <a:cxn ang="0">
                    <a:pos x="109" y="299"/>
                  </a:cxn>
                  <a:cxn ang="0">
                    <a:pos x="114" y="301"/>
                  </a:cxn>
                  <a:cxn ang="0">
                    <a:pos x="125" y="295"/>
                  </a:cxn>
                  <a:cxn ang="0">
                    <a:pos x="129" y="286"/>
                  </a:cxn>
                  <a:cxn ang="0">
                    <a:pos x="129" y="174"/>
                  </a:cxn>
                  <a:cxn ang="0">
                    <a:pos x="136" y="167"/>
                  </a:cxn>
                  <a:cxn ang="0">
                    <a:pos x="150" y="152"/>
                  </a:cxn>
                  <a:cxn ang="0">
                    <a:pos x="156" y="143"/>
                  </a:cxn>
                  <a:cxn ang="0">
                    <a:pos x="163" y="125"/>
                  </a:cxn>
                  <a:cxn ang="0">
                    <a:pos x="165" y="119"/>
                  </a:cxn>
                  <a:cxn ang="0">
                    <a:pos x="161" y="107"/>
                  </a:cxn>
                  <a:cxn ang="0">
                    <a:pos x="158" y="94"/>
                  </a:cxn>
                  <a:cxn ang="0">
                    <a:pos x="139" y="119"/>
                  </a:cxn>
                  <a:cxn ang="0">
                    <a:pos x="134" y="130"/>
                  </a:cxn>
                  <a:cxn ang="0">
                    <a:pos x="129" y="92"/>
                  </a:cxn>
                  <a:cxn ang="0">
                    <a:pos x="136" y="105"/>
                  </a:cxn>
                  <a:cxn ang="0">
                    <a:pos x="141" y="118"/>
                  </a:cxn>
                  <a:cxn ang="0">
                    <a:pos x="139" y="119"/>
                  </a:cxn>
                  <a:cxn ang="0">
                    <a:pos x="141" y="118"/>
                  </a:cxn>
                </a:cxnLst>
                <a:rect l="0" t="0" r="r" b="b"/>
                <a:pathLst>
                  <a:path w="165" h="301">
                    <a:moveTo>
                      <a:pt x="158" y="94"/>
                    </a:moveTo>
                    <a:lnTo>
                      <a:pt x="158" y="94"/>
                    </a:lnTo>
                    <a:lnTo>
                      <a:pt x="147" y="78"/>
                    </a:lnTo>
                    <a:lnTo>
                      <a:pt x="141" y="69"/>
                    </a:lnTo>
                    <a:lnTo>
                      <a:pt x="134" y="63"/>
                    </a:lnTo>
                    <a:lnTo>
                      <a:pt x="134" y="63"/>
                    </a:lnTo>
                    <a:lnTo>
                      <a:pt x="130" y="61"/>
                    </a:lnTo>
                    <a:lnTo>
                      <a:pt x="130" y="60"/>
                    </a:lnTo>
                    <a:lnTo>
                      <a:pt x="130" y="60"/>
                    </a:lnTo>
                    <a:lnTo>
                      <a:pt x="123" y="58"/>
                    </a:lnTo>
                    <a:lnTo>
                      <a:pt x="116" y="56"/>
                    </a:lnTo>
                    <a:lnTo>
                      <a:pt x="100" y="54"/>
                    </a:lnTo>
                    <a:lnTo>
                      <a:pt x="81" y="56"/>
                    </a:lnTo>
                    <a:lnTo>
                      <a:pt x="67" y="58"/>
                    </a:lnTo>
                    <a:lnTo>
                      <a:pt x="67" y="58"/>
                    </a:lnTo>
                    <a:lnTo>
                      <a:pt x="63" y="58"/>
                    </a:lnTo>
                    <a:lnTo>
                      <a:pt x="61" y="58"/>
                    </a:lnTo>
                    <a:lnTo>
                      <a:pt x="61" y="58"/>
                    </a:lnTo>
                    <a:lnTo>
                      <a:pt x="61" y="58"/>
                    </a:lnTo>
                    <a:lnTo>
                      <a:pt x="61" y="58"/>
                    </a:lnTo>
                    <a:lnTo>
                      <a:pt x="47" y="58"/>
                    </a:lnTo>
                    <a:lnTo>
                      <a:pt x="34" y="56"/>
                    </a:lnTo>
                    <a:lnTo>
                      <a:pt x="34" y="56"/>
                    </a:lnTo>
                    <a:lnTo>
                      <a:pt x="27" y="40"/>
                    </a:lnTo>
                    <a:lnTo>
                      <a:pt x="23" y="25"/>
                    </a:lnTo>
                    <a:lnTo>
                      <a:pt x="23" y="23"/>
                    </a:lnTo>
                    <a:lnTo>
                      <a:pt x="20" y="2"/>
                    </a:lnTo>
                    <a:lnTo>
                      <a:pt x="20" y="2"/>
                    </a:lnTo>
                    <a:lnTo>
                      <a:pt x="18" y="0"/>
                    </a:lnTo>
                    <a:lnTo>
                      <a:pt x="14" y="0"/>
                    </a:lnTo>
                    <a:lnTo>
                      <a:pt x="14" y="0"/>
                    </a:lnTo>
                    <a:lnTo>
                      <a:pt x="12" y="2"/>
                    </a:lnTo>
                    <a:lnTo>
                      <a:pt x="12" y="3"/>
                    </a:lnTo>
                    <a:lnTo>
                      <a:pt x="14" y="14"/>
                    </a:lnTo>
                    <a:lnTo>
                      <a:pt x="14" y="14"/>
                    </a:lnTo>
                    <a:lnTo>
                      <a:pt x="9" y="14"/>
                    </a:lnTo>
                    <a:lnTo>
                      <a:pt x="3" y="18"/>
                    </a:lnTo>
                    <a:lnTo>
                      <a:pt x="2" y="22"/>
                    </a:lnTo>
                    <a:lnTo>
                      <a:pt x="0" y="29"/>
                    </a:lnTo>
                    <a:lnTo>
                      <a:pt x="0" y="29"/>
                    </a:lnTo>
                    <a:lnTo>
                      <a:pt x="3" y="45"/>
                    </a:lnTo>
                    <a:lnTo>
                      <a:pt x="11" y="60"/>
                    </a:lnTo>
                    <a:lnTo>
                      <a:pt x="11" y="60"/>
                    </a:lnTo>
                    <a:lnTo>
                      <a:pt x="14" y="70"/>
                    </a:lnTo>
                    <a:lnTo>
                      <a:pt x="16" y="74"/>
                    </a:lnTo>
                    <a:lnTo>
                      <a:pt x="22" y="76"/>
                    </a:lnTo>
                    <a:lnTo>
                      <a:pt x="22" y="76"/>
                    </a:lnTo>
                    <a:lnTo>
                      <a:pt x="40" y="81"/>
                    </a:lnTo>
                    <a:lnTo>
                      <a:pt x="49" y="83"/>
                    </a:lnTo>
                    <a:lnTo>
                      <a:pt x="60" y="83"/>
                    </a:lnTo>
                    <a:lnTo>
                      <a:pt x="60" y="92"/>
                    </a:lnTo>
                    <a:lnTo>
                      <a:pt x="60" y="92"/>
                    </a:lnTo>
                    <a:lnTo>
                      <a:pt x="60" y="181"/>
                    </a:lnTo>
                    <a:lnTo>
                      <a:pt x="60" y="286"/>
                    </a:lnTo>
                    <a:lnTo>
                      <a:pt x="60" y="286"/>
                    </a:lnTo>
                    <a:lnTo>
                      <a:pt x="61" y="292"/>
                    </a:lnTo>
                    <a:lnTo>
                      <a:pt x="63" y="295"/>
                    </a:lnTo>
                    <a:lnTo>
                      <a:pt x="69" y="299"/>
                    </a:lnTo>
                    <a:lnTo>
                      <a:pt x="74" y="301"/>
                    </a:lnTo>
                    <a:lnTo>
                      <a:pt x="74" y="301"/>
                    </a:lnTo>
                    <a:lnTo>
                      <a:pt x="80" y="299"/>
                    </a:lnTo>
                    <a:lnTo>
                      <a:pt x="85" y="295"/>
                    </a:lnTo>
                    <a:lnTo>
                      <a:pt x="89" y="292"/>
                    </a:lnTo>
                    <a:lnTo>
                      <a:pt x="89" y="286"/>
                    </a:lnTo>
                    <a:lnTo>
                      <a:pt x="89" y="185"/>
                    </a:lnTo>
                    <a:lnTo>
                      <a:pt x="89" y="185"/>
                    </a:lnTo>
                    <a:lnTo>
                      <a:pt x="90" y="181"/>
                    </a:lnTo>
                    <a:lnTo>
                      <a:pt x="90" y="179"/>
                    </a:lnTo>
                    <a:lnTo>
                      <a:pt x="94" y="179"/>
                    </a:lnTo>
                    <a:lnTo>
                      <a:pt x="94" y="179"/>
                    </a:lnTo>
                    <a:lnTo>
                      <a:pt x="98" y="179"/>
                    </a:lnTo>
                    <a:lnTo>
                      <a:pt x="100" y="181"/>
                    </a:lnTo>
                    <a:lnTo>
                      <a:pt x="100" y="185"/>
                    </a:lnTo>
                    <a:lnTo>
                      <a:pt x="100" y="286"/>
                    </a:lnTo>
                    <a:lnTo>
                      <a:pt x="100" y="286"/>
                    </a:lnTo>
                    <a:lnTo>
                      <a:pt x="101" y="292"/>
                    </a:lnTo>
                    <a:lnTo>
                      <a:pt x="103" y="295"/>
                    </a:lnTo>
                    <a:lnTo>
                      <a:pt x="109" y="299"/>
                    </a:lnTo>
                    <a:lnTo>
                      <a:pt x="114" y="301"/>
                    </a:lnTo>
                    <a:lnTo>
                      <a:pt x="114" y="301"/>
                    </a:lnTo>
                    <a:lnTo>
                      <a:pt x="119" y="299"/>
                    </a:lnTo>
                    <a:lnTo>
                      <a:pt x="125" y="295"/>
                    </a:lnTo>
                    <a:lnTo>
                      <a:pt x="127" y="292"/>
                    </a:lnTo>
                    <a:lnTo>
                      <a:pt x="129" y="286"/>
                    </a:lnTo>
                    <a:lnTo>
                      <a:pt x="129" y="188"/>
                    </a:lnTo>
                    <a:lnTo>
                      <a:pt x="129" y="174"/>
                    </a:lnTo>
                    <a:lnTo>
                      <a:pt x="129" y="174"/>
                    </a:lnTo>
                    <a:lnTo>
                      <a:pt x="136" y="167"/>
                    </a:lnTo>
                    <a:lnTo>
                      <a:pt x="143" y="159"/>
                    </a:lnTo>
                    <a:lnTo>
                      <a:pt x="150" y="152"/>
                    </a:lnTo>
                    <a:lnTo>
                      <a:pt x="156" y="143"/>
                    </a:lnTo>
                    <a:lnTo>
                      <a:pt x="156" y="143"/>
                    </a:lnTo>
                    <a:lnTo>
                      <a:pt x="161" y="130"/>
                    </a:lnTo>
                    <a:lnTo>
                      <a:pt x="163" y="125"/>
                    </a:lnTo>
                    <a:lnTo>
                      <a:pt x="165" y="119"/>
                    </a:lnTo>
                    <a:lnTo>
                      <a:pt x="165" y="119"/>
                    </a:lnTo>
                    <a:lnTo>
                      <a:pt x="165" y="112"/>
                    </a:lnTo>
                    <a:lnTo>
                      <a:pt x="161" y="107"/>
                    </a:lnTo>
                    <a:lnTo>
                      <a:pt x="158" y="94"/>
                    </a:lnTo>
                    <a:lnTo>
                      <a:pt x="158" y="94"/>
                    </a:lnTo>
                    <a:close/>
                    <a:moveTo>
                      <a:pt x="139" y="119"/>
                    </a:moveTo>
                    <a:lnTo>
                      <a:pt x="139" y="119"/>
                    </a:lnTo>
                    <a:lnTo>
                      <a:pt x="134" y="130"/>
                    </a:lnTo>
                    <a:lnTo>
                      <a:pt x="134" y="130"/>
                    </a:lnTo>
                    <a:lnTo>
                      <a:pt x="129" y="141"/>
                    </a:lnTo>
                    <a:lnTo>
                      <a:pt x="129" y="92"/>
                    </a:lnTo>
                    <a:lnTo>
                      <a:pt x="129" y="92"/>
                    </a:lnTo>
                    <a:lnTo>
                      <a:pt x="136" y="105"/>
                    </a:lnTo>
                    <a:lnTo>
                      <a:pt x="141" y="118"/>
                    </a:lnTo>
                    <a:lnTo>
                      <a:pt x="141" y="118"/>
                    </a:lnTo>
                    <a:lnTo>
                      <a:pt x="139" y="119"/>
                    </a:lnTo>
                    <a:lnTo>
                      <a:pt x="139" y="119"/>
                    </a:lnTo>
                    <a:close/>
                    <a:moveTo>
                      <a:pt x="141" y="118"/>
                    </a:moveTo>
                    <a:lnTo>
                      <a:pt x="141" y="118"/>
                    </a:lnTo>
                    <a:close/>
                  </a:path>
                </a:pathLst>
              </a:custGeom>
              <a:solidFill>
                <a:srgbClr val="7CC8EC"/>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sp>
        <p:nvSpPr>
          <p:cNvPr id="3" name="Footer Placeholder 2"/>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15437118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p:tgtEl>
                                          <p:spTgt spid="2"/>
                                        </p:tgtEl>
                                        <p:attrNameLst>
                                          <p:attrName>ppt_x</p:attrName>
                                        </p:attrNameLst>
                                      </p:cBhvr>
                                      <p:tavLst>
                                        <p:tav tm="0">
                                          <p:val>
                                            <p:strVal val="#ppt_x-#ppt_w*1.125000"/>
                                          </p:val>
                                        </p:tav>
                                        <p:tav tm="100000">
                                          <p:val>
                                            <p:strVal val="#ppt_x"/>
                                          </p:val>
                                        </p:tav>
                                      </p:tavLst>
                                    </p:anim>
                                    <p:animEffect transition="in" filter="wipe(right)">
                                      <p:cBhvr>
                                        <p:cTn id="8" dur="500"/>
                                        <p:tgtEl>
                                          <p:spTgt spid="2"/>
                                        </p:tgtEl>
                                      </p:cBhvr>
                                    </p:animEffect>
                                  </p:childTnLst>
                                </p:cTn>
                              </p:par>
                            </p:childTnLst>
                          </p:cTn>
                        </p:par>
                        <p:par>
                          <p:cTn id="9" fill="hold">
                            <p:stCondLst>
                              <p:cond delay="500"/>
                            </p:stCondLst>
                            <p:childTnLst>
                              <p:par>
                                <p:cTn id="10" presetID="12" presetClass="entr" presetSubtype="8" fill="hold" nodeType="afterEffect">
                                  <p:stCondLst>
                                    <p:cond delay="250"/>
                                  </p:stCondLst>
                                  <p:childTnLst>
                                    <p:set>
                                      <p:cBhvr>
                                        <p:cTn id="11" dur="1" fill="hold">
                                          <p:stCondLst>
                                            <p:cond delay="0"/>
                                          </p:stCondLst>
                                        </p:cTn>
                                        <p:tgtEl>
                                          <p:spTgt spid="8"/>
                                        </p:tgtEl>
                                        <p:attrNameLst>
                                          <p:attrName>style.visibility</p:attrName>
                                        </p:attrNameLst>
                                      </p:cBhvr>
                                      <p:to>
                                        <p:strVal val="visible"/>
                                      </p:to>
                                    </p:set>
                                    <p:animEffect transition="in" filter="slide(fromLeft)">
                                      <p:cBhvr>
                                        <p:cTn id="12" dur="500"/>
                                        <p:tgtEl>
                                          <p:spTgt spid="8"/>
                                        </p:tgtEl>
                                      </p:cBhvr>
                                    </p:animEffect>
                                  </p:childTnLst>
                                </p:cTn>
                              </p:par>
                            </p:childTnLst>
                          </p:cTn>
                        </p:par>
                        <p:par>
                          <p:cTn id="13" fill="hold">
                            <p:stCondLst>
                              <p:cond delay="1250"/>
                            </p:stCondLst>
                            <p:childTnLst>
                              <p:par>
                                <p:cTn id="14" presetID="12" presetClass="entr" presetSubtype="8" fill="hold" nodeType="afterEffect">
                                  <p:stCondLst>
                                    <p:cond delay="250"/>
                                  </p:stCondLst>
                                  <p:childTnLst>
                                    <p:set>
                                      <p:cBhvr>
                                        <p:cTn id="15" dur="1" fill="hold">
                                          <p:stCondLst>
                                            <p:cond delay="0"/>
                                          </p:stCondLst>
                                        </p:cTn>
                                        <p:tgtEl>
                                          <p:spTgt spid="6"/>
                                        </p:tgtEl>
                                        <p:attrNameLst>
                                          <p:attrName>style.visibility</p:attrName>
                                        </p:attrNameLst>
                                      </p:cBhvr>
                                      <p:to>
                                        <p:strVal val="visible"/>
                                      </p:to>
                                    </p:set>
                                    <p:animEffect transition="in" filter="slide(fromLeft)">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36"/>
          <p:cNvGrpSpPr/>
          <p:nvPr/>
        </p:nvGrpSpPr>
        <p:grpSpPr>
          <a:xfrm>
            <a:off x="1015412" y="2852039"/>
            <a:ext cx="3681600" cy="3146253"/>
            <a:chOff x="689180" y="2520491"/>
            <a:chExt cx="1988022" cy="1870002"/>
          </a:xfrm>
        </p:grpSpPr>
        <p:sp>
          <p:nvSpPr>
            <p:cNvPr id="19" name="Bent Arrow 18"/>
            <p:cNvSpPr/>
            <p:nvPr/>
          </p:nvSpPr>
          <p:spPr>
            <a:xfrm>
              <a:off x="785787" y="2520491"/>
              <a:ext cx="1821669" cy="1163187"/>
            </a:xfrm>
            <a:prstGeom prst="bentArrow">
              <a:avLst/>
            </a:prstGeom>
            <a:solidFill>
              <a:schemeClr val="accent6"/>
            </a:solidFill>
            <a:ln>
              <a:noFill/>
            </a:ln>
            <a:effectLst/>
          </p:spPr>
          <p:style>
            <a:lnRef idx="1">
              <a:schemeClr val="accent5"/>
            </a:lnRef>
            <a:fillRef idx="3">
              <a:schemeClr val="accent5"/>
            </a:fillRef>
            <a:effectRef idx="2">
              <a:schemeClr val="accent5"/>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5" name="Rectangle 14"/>
            <p:cNvSpPr/>
            <p:nvPr/>
          </p:nvSpPr>
          <p:spPr>
            <a:xfrm>
              <a:off x="689180" y="3823411"/>
              <a:ext cx="1988022" cy="567082"/>
            </a:xfrm>
            <a:prstGeom prst="rect">
              <a:avLst/>
            </a:prstGeom>
          </p:spPr>
          <p:txBody>
            <a:bodyPr wrap="square">
              <a:spAutoFit/>
            </a:bodyPr>
            <a:lstStyle/>
            <a:p>
              <a:pPr algn="ctr" fontAlgn="auto">
                <a:spcBef>
                  <a:spcPts val="0"/>
                </a:spcBef>
                <a:spcAft>
                  <a:spcPts val="0"/>
                </a:spcAft>
              </a:pPr>
              <a:r>
                <a:rPr lang="ar-SA" sz="2800" b="1" dirty="0"/>
                <a:t>  يساعد في تحسين أداء المعلمين وتطوير مهاراتهم</a:t>
              </a:r>
              <a:endParaRPr lang="en-US" sz="2800" b="1" dirty="0">
                <a:solidFill>
                  <a:prstClr val="white">
                    <a:lumMod val="65000"/>
                  </a:prstClr>
                </a:solidFill>
                <a:latin typeface="Open Sans" pitchFamily="34" charset="0"/>
                <a:ea typeface="Open Sans" pitchFamily="34" charset="0"/>
                <a:cs typeface="Open Sans" pitchFamily="34" charset="0"/>
              </a:endParaRPr>
            </a:p>
          </p:txBody>
        </p:sp>
        <p:sp>
          <p:nvSpPr>
            <p:cNvPr id="27" name="AutoShape 112"/>
            <p:cNvSpPr>
              <a:spLocks/>
            </p:cNvSpPr>
            <p:nvPr/>
          </p:nvSpPr>
          <p:spPr bwMode="auto">
            <a:xfrm>
              <a:off x="1500166" y="3071816"/>
              <a:ext cx="366050" cy="366676"/>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nvGrpSpPr>
          <p:cNvPr id="6" name="Group 47"/>
          <p:cNvGrpSpPr/>
          <p:nvPr/>
        </p:nvGrpSpPr>
        <p:grpSpPr>
          <a:xfrm>
            <a:off x="7827993" y="1917608"/>
            <a:ext cx="3567448" cy="3166803"/>
            <a:chOff x="4429124" y="1809654"/>
            <a:chExt cx="2083991" cy="1789190"/>
          </a:xfrm>
        </p:grpSpPr>
        <p:sp>
          <p:nvSpPr>
            <p:cNvPr id="21" name="Bent Arrow 20"/>
            <p:cNvSpPr/>
            <p:nvPr/>
          </p:nvSpPr>
          <p:spPr>
            <a:xfrm>
              <a:off x="4429124" y="1809654"/>
              <a:ext cx="1821669" cy="1163187"/>
            </a:xfrm>
            <a:prstGeom prst="bentArrow">
              <a:avLst/>
            </a:prstGeom>
            <a:solidFill>
              <a:schemeClr val="accent4"/>
            </a:solidFill>
            <a:ln>
              <a:noFill/>
            </a:ln>
            <a:effectLst/>
          </p:spPr>
          <p:style>
            <a:lnRef idx="1">
              <a:schemeClr val="accent3"/>
            </a:lnRef>
            <a:fillRef idx="3">
              <a:schemeClr val="accent3"/>
            </a:fillRef>
            <a:effectRef idx="2">
              <a:schemeClr val="accent3"/>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7" name="Rectangle 16"/>
            <p:cNvSpPr/>
            <p:nvPr/>
          </p:nvSpPr>
          <p:spPr>
            <a:xfrm>
              <a:off x="4788507" y="2816345"/>
              <a:ext cx="1724608" cy="782499"/>
            </a:xfrm>
            <a:prstGeom prst="rect">
              <a:avLst/>
            </a:prstGeom>
          </p:spPr>
          <p:txBody>
            <a:bodyPr wrap="square">
              <a:spAutoFit/>
            </a:bodyPr>
            <a:lstStyle/>
            <a:p>
              <a:pPr algn="ctr" fontAlgn="auto">
                <a:spcBef>
                  <a:spcPts val="0"/>
                </a:spcBef>
                <a:spcAft>
                  <a:spcPts val="0"/>
                </a:spcAft>
              </a:pPr>
              <a:r>
                <a:rPr lang="ar-SA" sz="2800" b="1" dirty="0"/>
                <a:t>يوفر الوقت والجهد على جميع أطراف العملية التعليمية</a:t>
              </a:r>
              <a:endParaRPr lang="en-US" sz="2800" b="1" dirty="0">
                <a:solidFill>
                  <a:prstClr val="white">
                    <a:lumMod val="65000"/>
                  </a:prstClr>
                </a:solidFill>
                <a:latin typeface="Open Sans" pitchFamily="34" charset="0"/>
                <a:ea typeface="Open Sans" pitchFamily="34" charset="0"/>
                <a:cs typeface="Open Sans" pitchFamily="34" charset="0"/>
              </a:endParaRPr>
            </a:p>
          </p:txBody>
        </p:sp>
        <p:grpSp>
          <p:nvGrpSpPr>
            <p:cNvPr id="7" name="Group 29"/>
            <p:cNvGrpSpPr/>
            <p:nvPr/>
          </p:nvGrpSpPr>
          <p:grpSpPr>
            <a:xfrm>
              <a:off x="5214942" y="2285998"/>
              <a:ext cx="251543" cy="366676"/>
              <a:chOff x="2612963" y="2767277"/>
              <a:chExt cx="251543" cy="366676"/>
            </a:xfrm>
            <a:solidFill>
              <a:schemeClr val="accent4"/>
            </a:solidFill>
          </p:grpSpPr>
          <p:sp>
            <p:nvSpPr>
              <p:cNvPr id="28" name="AutoShape 113"/>
              <p:cNvSpPr>
                <a:spLocks/>
              </p:cNvSpPr>
              <p:nvPr/>
            </p:nvSpPr>
            <p:spPr bwMode="auto">
              <a:xfrm>
                <a:off x="2612963" y="2767277"/>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9" name="AutoShape 114"/>
              <p:cNvSpPr>
                <a:spLocks/>
              </p:cNvSpPr>
              <p:nvPr/>
            </p:nvSpPr>
            <p:spPr bwMode="auto">
              <a:xfrm>
                <a:off x="2669904" y="2824844"/>
                <a:ext cx="74461" cy="744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grpSp>
        <p:nvGrpSpPr>
          <p:cNvPr id="8" name="Group 46"/>
          <p:cNvGrpSpPr/>
          <p:nvPr/>
        </p:nvGrpSpPr>
        <p:grpSpPr>
          <a:xfrm>
            <a:off x="4726631" y="1175657"/>
            <a:ext cx="3260375" cy="4728326"/>
            <a:chOff x="2607455" y="1428742"/>
            <a:chExt cx="2018404" cy="2773899"/>
          </a:xfrm>
        </p:grpSpPr>
        <p:sp>
          <p:nvSpPr>
            <p:cNvPr id="20" name="Bent Arrow 19"/>
            <p:cNvSpPr/>
            <p:nvPr/>
          </p:nvSpPr>
          <p:spPr>
            <a:xfrm>
              <a:off x="2607455" y="2132762"/>
              <a:ext cx="1821669" cy="1163187"/>
            </a:xfrm>
            <a:prstGeom prst="bentArrow">
              <a:avLst/>
            </a:prstGeom>
            <a:solidFill>
              <a:schemeClr val="accent1"/>
            </a:solidFill>
            <a:ln>
              <a:noFill/>
            </a:ln>
            <a:effectLst/>
          </p:spPr>
          <p:style>
            <a:lnRef idx="1">
              <a:schemeClr val="accent6"/>
            </a:lnRef>
            <a:fillRef idx="3">
              <a:schemeClr val="accent6"/>
            </a:fillRef>
            <a:effectRef idx="2">
              <a:schemeClr val="accent6"/>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6" name="Rectangle 15"/>
            <p:cNvSpPr/>
            <p:nvPr/>
          </p:nvSpPr>
          <p:spPr>
            <a:xfrm>
              <a:off x="2819476" y="3137344"/>
              <a:ext cx="1806383" cy="1065297"/>
            </a:xfrm>
            <a:prstGeom prst="rect">
              <a:avLst/>
            </a:prstGeom>
          </p:spPr>
          <p:txBody>
            <a:bodyPr wrap="square">
              <a:spAutoFit/>
            </a:bodyPr>
            <a:lstStyle/>
            <a:p>
              <a:pPr algn="ctr" fontAlgn="auto">
                <a:spcBef>
                  <a:spcPts val="0"/>
                </a:spcBef>
                <a:spcAft>
                  <a:spcPts val="0"/>
                </a:spcAft>
              </a:pPr>
              <a:r>
                <a:rPr lang="ar-SA" sz="2800" b="1" dirty="0"/>
                <a:t>يستخدم في عرض التجارب؛ وخصوصاً تلك التي يشكل عرضها في المختبر خطورة</a:t>
              </a:r>
              <a:endParaRPr lang="en-US" sz="2800" b="1" dirty="0">
                <a:solidFill>
                  <a:prstClr val="white">
                    <a:lumMod val="65000"/>
                  </a:prstClr>
                </a:solidFill>
                <a:latin typeface="Open Sans" pitchFamily="34" charset="0"/>
                <a:ea typeface="Open Sans" pitchFamily="34" charset="0"/>
                <a:cs typeface="Open Sans" pitchFamily="34" charset="0"/>
              </a:endParaRPr>
            </a:p>
          </p:txBody>
        </p:sp>
        <p:sp>
          <p:nvSpPr>
            <p:cNvPr id="23" name="AutoShape 29"/>
            <p:cNvSpPr>
              <a:spLocks/>
            </p:cNvSpPr>
            <p:nvPr/>
          </p:nvSpPr>
          <p:spPr bwMode="auto">
            <a:xfrm>
              <a:off x="3286116" y="2643188"/>
              <a:ext cx="366051" cy="331636"/>
            </a:xfrm>
            <a:custGeom>
              <a:avLst/>
              <a:gdLst>
                <a:gd name="T0" fmla="+- 0 10736 439"/>
                <a:gd name="T1" fmla="*/ T0 w 20595"/>
                <a:gd name="T2" fmla="+- 0 10869 621"/>
                <a:gd name="T3" fmla="*/ 10869 h 20497"/>
                <a:gd name="T4" fmla="+- 0 10736 439"/>
                <a:gd name="T5" fmla="*/ T4 w 20595"/>
                <a:gd name="T6" fmla="+- 0 10869 621"/>
                <a:gd name="T7" fmla="*/ 10869 h 20497"/>
                <a:gd name="T8" fmla="+- 0 10736 439"/>
                <a:gd name="T9" fmla="*/ T8 w 20595"/>
                <a:gd name="T10" fmla="+- 0 10869 621"/>
                <a:gd name="T11" fmla="*/ 10869 h 20497"/>
                <a:gd name="T12" fmla="+- 0 10736 439"/>
                <a:gd name="T13" fmla="*/ T12 w 20595"/>
                <a:gd name="T14" fmla="+- 0 10869 621"/>
                <a:gd name="T15" fmla="*/ 10869 h 20497"/>
              </a:gdLst>
              <a:ahLst/>
              <a:cxnLst>
                <a:cxn ang="0">
                  <a:pos x="T1" y="T3"/>
                </a:cxn>
                <a:cxn ang="0">
                  <a:pos x="T5" y="T7"/>
                </a:cxn>
                <a:cxn ang="0">
                  <a:pos x="T9" y="T11"/>
                </a:cxn>
                <a:cxn ang="0">
                  <a:pos x="T13" y="T15"/>
                </a:cxn>
              </a:cxnLst>
              <a:rect l="0" t="0" r="r" b="b"/>
              <a:pathLst>
                <a:path w="20595" h="20497">
                  <a:moveTo>
                    <a:pt x="18898" y="1863"/>
                  </a:moveTo>
                  <a:cubicBezTo>
                    <a:pt x="16636" y="-621"/>
                    <a:pt x="12968" y="-621"/>
                    <a:pt x="10707" y="1863"/>
                  </a:cubicBezTo>
                  <a:lnTo>
                    <a:pt x="1317" y="12053"/>
                  </a:lnTo>
                  <a:cubicBezTo>
                    <a:pt x="-439" y="13982"/>
                    <a:pt x="-439" y="17121"/>
                    <a:pt x="1317" y="19050"/>
                  </a:cubicBezTo>
                  <a:cubicBezTo>
                    <a:pt x="3073" y="20979"/>
                    <a:pt x="5931" y="20979"/>
                    <a:pt x="7687" y="19050"/>
                  </a:cubicBezTo>
                  <a:lnTo>
                    <a:pt x="17078" y="8860"/>
                  </a:lnTo>
                  <a:cubicBezTo>
                    <a:pt x="18335" y="7479"/>
                    <a:pt x="18335" y="5242"/>
                    <a:pt x="17078" y="3862"/>
                  </a:cubicBezTo>
                  <a:cubicBezTo>
                    <a:pt x="15821" y="2482"/>
                    <a:pt x="13783" y="2482"/>
                    <a:pt x="12527" y="3862"/>
                  </a:cubicBezTo>
                  <a:lnTo>
                    <a:pt x="5467" y="11614"/>
                  </a:lnTo>
                  <a:cubicBezTo>
                    <a:pt x="5216" y="11891"/>
                    <a:pt x="5216" y="12337"/>
                    <a:pt x="5467" y="12614"/>
                  </a:cubicBezTo>
                  <a:cubicBezTo>
                    <a:pt x="5719" y="12890"/>
                    <a:pt x="6126" y="12890"/>
                    <a:pt x="6378" y="12614"/>
                  </a:cubicBezTo>
                  <a:lnTo>
                    <a:pt x="13437" y="4861"/>
                  </a:lnTo>
                  <a:cubicBezTo>
                    <a:pt x="14190" y="4035"/>
                    <a:pt x="15414" y="4035"/>
                    <a:pt x="16167" y="4861"/>
                  </a:cubicBezTo>
                  <a:cubicBezTo>
                    <a:pt x="16920" y="5688"/>
                    <a:pt x="16920" y="7034"/>
                    <a:pt x="16167" y="7860"/>
                  </a:cubicBezTo>
                  <a:lnTo>
                    <a:pt x="6777" y="18050"/>
                  </a:lnTo>
                  <a:cubicBezTo>
                    <a:pt x="5520" y="19430"/>
                    <a:pt x="3484" y="19430"/>
                    <a:pt x="2227" y="18050"/>
                  </a:cubicBezTo>
                  <a:cubicBezTo>
                    <a:pt x="970" y="16670"/>
                    <a:pt x="970" y="14433"/>
                    <a:pt x="2227" y="13053"/>
                  </a:cubicBezTo>
                  <a:lnTo>
                    <a:pt x="11525" y="2963"/>
                  </a:lnTo>
                  <a:cubicBezTo>
                    <a:pt x="13285" y="1030"/>
                    <a:pt x="16139" y="1030"/>
                    <a:pt x="17896" y="2963"/>
                  </a:cubicBezTo>
                  <a:cubicBezTo>
                    <a:pt x="19657" y="4896"/>
                    <a:pt x="19657" y="8027"/>
                    <a:pt x="17897" y="9959"/>
                  </a:cubicBezTo>
                  <a:lnTo>
                    <a:pt x="10929" y="17611"/>
                  </a:lnTo>
                  <a:cubicBezTo>
                    <a:pt x="10677" y="17888"/>
                    <a:pt x="10677" y="18334"/>
                    <a:pt x="10929" y="18610"/>
                  </a:cubicBezTo>
                  <a:cubicBezTo>
                    <a:pt x="11181" y="18887"/>
                    <a:pt x="11588" y="18887"/>
                    <a:pt x="11839" y="18610"/>
                  </a:cubicBezTo>
                  <a:lnTo>
                    <a:pt x="18898" y="10859"/>
                  </a:lnTo>
                  <a:cubicBezTo>
                    <a:pt x="21160" y="8375"/>
                    <a:pt x="21160" y="4347"/>
                    <a:pt x="18898" y="1863"/>
                  </a:cubicBezTo>
                </a:path>
              </a:pathLst>
            </a:cu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nvGrpSpPr>
            <p:cNvPr id="9" name="Group 39"/>
            <p:cNvGrpSpPr/>
            <p:nvPr/>
          </p:nvGrpSpPr>
          <p:grpSpPr>
            <a:xfrm>
              <a:off x="3291608" y="1428742"/>
              <a:ext cx="423296" cy="764990"/>
              <a:chOff x="3386647" y="802411"/>
              <a:chExt cx="172336" cy="311450"/>
            </a:xfrm>
            <a:solidFill>
              <a:schemeClr val="accent1"/>
            </a:solidFill>
          </p:grpSpPr>
          <p:sp>
            <p:nvSpPr>
              <p:cNvPr id="42" name="Freeform 71"/>
              <p:cNvSpPr>
                <a:spLocks/>
              </p:cNvSpPr>
              <p:nvPr/>
            </p:nvSpPr>
            <p:spPr bwMode="auto">
              <a:xfrm>
                <a:off x="3459319" y="802411"/>
                <a:ext cx="51909" cy="51909"/>
              </a:xfrm>
              <a:custGeom>
                <a:avLst/>
                <a:gdLst/>
                <a:ahLst/>
                <a:cxnLst>
                  <a:cxn ang="0">
                    <a:pos x="25" y="0"/>
                  </a:cxn>
                  <a:cxn ang="0">
                    <a:pos x="25" y="0"/>
                  </a:cxn>
                  <a:cxn ang="0">
                    <a:pos x="34" y="2"/>
                  </a:cxn>
                  <a:cxn ang="0">
                    <a:pos x="43" y="7"/>
                  </a:cxn>
                  <a:cxn ang="0">
                    <a:pos x="49" y="16"/>
                  </a:cxn>
                  <a:cxn ang="0">
                    <a:pos x="50" y="25"/>
                  </a:cxn>
                  <a:cxn ang="0">
                    <a:pos x="50" y="25"/>
                  </a:cxn>
                  <a:cxn ang="0">
                    <a:pos x="49" y="36"/>
                  </a:cxn>
                  <a:cxn ang="0">
                    <a:pos x="43" y="43"/>
                  </a:cxn>
                  <a:cxn ang="0">
                    <a:pos x="34" y="49"/>
                  </a:cxn>
                  <a:cxn ang="0">
                    <a:pos x="25" y="51"/>
                  </a:cxn>
                  <a:cxn ang="0">
                    <a:pos x="25" y="51"/>
                  </a:cxn>
                  <a:cxn ang="0">
                    <a:pos x="16" y="49"/>
                  </a:cxn>
                  <a:cxn ang="0">
                    <a:pos x="7" y="43"/>
                  </a:cxn>
                  <a:cxn ang="0">
                    <a:pos x="1" y="36"/>
                  </a:cxn>
                  <a:cxn ang="0">
                    <a:pos x="0" y="25"/>
                  </a:cxn>
                  <a:cxn ang="0">
                    <a:pos x="0" y="25"/>
                  </a:cxn>
                  <a:cxn ang="0">
                    <a:pos x="1" y="16"/>
                  </a:cxn>
                  <a:cxn ang="0">
                    <a:pos x="7" y="7"/>
                  </a:cxn>
                  <a:cxn ang="0">
                    <a:pos x="16" y="2"/>
                  </a:cxn>
                  <a:cxn ang="0">
                    <a:pos x="25" y="0"/>
                  </a:cxn>
                  <a:cxn ang="0">
                    <a:pos x="25" y="0"/>
                  </a:cxn>
                </a:cxnLst>
                <a:rect l="0" t="0" r="r" b="b"/>
                <a:pathLst>
                  <a:path w="50" h="51">
                    <a:moveTo>
                      <a:pt x="25" y="0"/>
                    </a:moveTo>
                    <a:lnTo>
                      <a:pt x="25" y="0"/>
                    </a:lnTo>
                    <a:lnTo>
                      <a:pt x="34" y="2"/>
                    </a:lnTo>
                    <a:lnTo>
                      <a:pt x="43" y="7"/>
                    </a:lnTo>
                    <a:lnTo>
                      <a:pt x="49" y="16"/>
                    </a:lnTo>
                    <a:lnTo>
                      <a:pt x="50" y="25"/>
                    </a:lnTo>
                    <a:lnTo>
                      <a:pt x="50" y="25"/>
                    </a:lnTo>
                    <a:lnTo>
                      <a:pt x="49" y="36"/>
                    </a:lnTo>
                    <a:lnTo>
                      <a:pt x="43" y="43"/>
                    </a:lnTo>
                    <a:lnTo>
                      <a:pt x="34" y="49"/>
                    </a:lnTo>
                    <a:lnTo>
                      <a:pt x="25" y="51"/>
                    </a:lnTo>
                    <a:lnTo>
                      <a:pt x="25" y="51"/>
                    </a:lnTo>
                    <a:lnTo>
                      <a:pt x="16" y="49"/>
                    </a:lnTo>
                    <a:lnTo>
                      <a:pt x="7" y="43"/>
                    </a:lnTo>
                    <a:lnTo>
                      <a:pt x="1" y="36"/>
                    </a:lnTo>
                    <a:lnTo>
                      <a:pt x="0" y="25"/>
                    </a:lnTo>
                    <a:lnTo>
                      <a:pt x="0" y="25"/>
                    </a:lnTo>
                    <a:lnTo>
                      <a:pt x="1" y="16"/>
                    </a:lnTo>
                    <a:lnTo>
                      <a:pt x="7" y="7"/>
                    </a:lnTo>
                    <a:lnTo>
                      <a:pt x="16" y="2"/>
                    </a:lnTo>
                    <a:lnTo>
                      <a:pt x="25" y="0"/>
                    </a:lnTo>
                    <a:lnTo>
                      <a:pt x="2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3" name="Freeform 72"/>
              <p:cNvSpPr>
                <a:spLocks noEditPoints="1"/>
              </p:cNvSpPr>
              <p:nvPr/>
            </p:nvSpPr>
            <p:spPr bwMode="auto">
              <a:xfrm>
                <a:off x="3386647" y="802411"/>
                <a:ext cx="172336" cy="311450"/>
              </a:xfrm>
              <a:custGeom>
                <a:avLst/>
                <a:gdLst/>
                <a:ahLst/>
                <a:cxnLst>
                  <a:cxn ang="0">
                    <a:pos x="158" y="94"/>
                  </a:cxn>
                  <a:cxn ang="0">
                    <a:pos x="141" y="69"/>
                  </a:cxn>
                  <a:cxn ang="0">
                    <a:pos x="134" y="63"/>
                  </a:cxn>
                  <a:cxn ang="0">
                    <a:pos x="130" y="60"/>
                  </a:cxn>
                  <a:cxn ang="0">
                    <a:pos x="123" y="58"/>
                  </a:cxn>
                  <a:cxn ang="0">
                    <a:pos x="100" y="54"/>
                  </a:cxn>
                  <a:cxn ang="0">
                    <a:pos x="67" y="58"/>
                  </a:cxn>
                  <a:cxn ang="0">
                    <a:pos x="63" y="58"/>
                  </a:cxn>
                  <a:cxn ang="0">
                    <a:pos x="61" y="58"/>
                  </a:cxn>
                  <a:cxn ang="0">
                    <a:pos x="61" y="58"/>
                  </a:cxn>
                  <a:cxn ang="0">
                    <a:pos x="34" y="56"/>
                  </a:cxn>
                  <a:cxn ang="0">
                    <a:pos x="27" y="40"/>
                  </a:cxn>
                  <a:cxn ang="0">
                    <a:pos x="23" y="23"/>
                  </a:cxn>
                  <a:cxn ang="0">
                    <a:pos x="20" y="2"/>
                  </a:cxn>
                  <a:cxn ang="0">
                    <a:pos x="14" y="0"/>
                  </a:cxn>
                  <a:cxn ang="0">
                    <a:pos x="12" y="2"/>
                  </a:cxn>
                  <a:cxn ang="0">
                    <a:pos x="14" y="14"/>
                  </a:cxn>
                  <a:cxn ang="0">
                    <a:pos x="9" y="14"/>
                  </a:cxn>
                  <a:cxn ang="0">
                    <a:pos x="2" y="22"/>
                  </a:cxn>
                  <a:cxn ang="0">
                    <a:pos x="0" y="29"/>
                  </a:cxn>
                  <a:cxn ang="0">
                    <a:pos x="11" y="60"/>
                  </a:cxn>
                  <a:cxn ang="0">
                    <a:pos x="14" y="70"/>
                  </a:cxn>
                  <a:cxn ang="0">
                    <a:pos x="22" y="76"/>
                  </a:cxn>
                  <a:cxn ang="0">
                    <a:pos x="40" y="81"/>
                  </a:cxn>
                  <a:cxn ang="0">
                    <a:pos x="60" y="83"/>
                  </a:cxn>
                  <a:cxn ang="0">
                    <a:pos x="60" y="92"/>
                  </a:cxn>
                  <a:cxn ang="0">
                    <a:pos x="60" y="286"/>
                  </a:cxn>
                  <a:cxn ang="0">
                    <a:pos x="61" y="292"/>
                  </a:cxn>
                  <a:cxn ang="0">
                    <a:pos x="69" y="299"/>
                  </a:cxn>
                  <a:cxn ang="0">
                    <a:pos x="74" y="301"/>
                  </a:cxn>
                  <a:cxn ang="0">
                    <a:pos x="85" y="295"/>
                  </a:cxn>
                  <a:cxn ang="0">
                    <a:pos x="89" y="286"/>
                  </a:cxn>
                  <a:cxn ang="0">
                    <a:pos x="89" y="185"/>
                  </a:cxn>
                  <a:cxn ang="0">
                    <a:pos x="90" y="179"/>
                  </a:cxn>
                  <a:cxn ang="0">
                    <a:pos x="94" y="179"/>
                  </a:cxn>
                  <a:cxn ang="0">
                    <a:pos x="100" y="181"/>
                  </a:cxn>
                  <a:cxn ang="0">
                    <a:pos x="100" y="286"/>
                  </a:cxn>
                  <a:cxn ang="0">
                    <a:pos x="101" y="292"/>
                  </a:cxn>
                  <a:cxn ang="0">
                    <a:pos x="109" y="299"/>
                  </a:cxn>
                  <a:cxn ang="0">
                    <a:pos x="114" y="301"/>
                  </a:cxn>
                  <a:cxn ang="0">
                    <a:pos x="125" y="295"/>
                  </a:cxn>
                  <a:cxn ang="0">
                    <a:pos x="129" y="286"/>
                  </a:cxn>
                  <a:cxn ang="0">
                    <a:pos x="129" y="174"/>
                  </a:cxn>
                  <a:cxn ang="0">
                    <a:pos x="136" y="167"/>
                  </a:cxn>
                  <a:cxn ang="0">
                    <a:pos x="150" y="152"/>
                  </a:cxn>
                  <a:cxn ang="0">
                    <a:pos x="156" y="143"/>
                  </a:cxn>
                  <a:cxn ang="0">
                    <a:pos x="163" y="125"/>
                  </a:cxn>
                  <a:cxn ang="0">
                    <a:pos x="165" y="119"/>
                  </a:cxn>
                  <a:cxn ang="0">
                    <a:pos x="161" y="107"/>
                  </a:cxn>
                  <a:cxn ang="0">
                    <a:pos x="158" y="94"/>
                  </a:cxn>
                  <a:cxn ang="0">
                    <a:pos x="139" y="119"/>
                  </a:cxn>
                  <a:cxn ang="0">
                    <a:pos x="134" y="130"/>
                  </a:cxn>
                  <a:cxn ang="0">
                    <a:pos x="129" y="92"/>
                  </a:cxn>
                  <a:cxn ang="0">
                    <a:pos x="136" y="105"/>
                  </a:cxn>
                  <a:cxn ang="0">
                    <a:pos x="141" y="118"/>
                  </a:cxn>
                  <a:cxn ang="0">
                    <a:pos x="139" y="119"/>
                  </a:cxn>
                  <a:cxn ang="0">
                    <a:pos x="141" y="118"/>
                  </a:cxn>
                </a:cxnLst>
                <a:rect l="0" t="0" r="r" b="b"/>
                <a:pathLst>
                  <a:path w="165" h="301">
                    <a:moveTo>
                      <a:pt x="158" y="94"/>
                    </a:moveTo>
                    <a:lnTo>
                      <a:pt x="158" y="94"/>
                    </a:lnTo>
                    <a:lnTo>
                      <a:pt x="147" y="78"/>
                    </a:lnTo>
                    <a:lnTo>
                      <a:pt x="141" y="69"/>
                    </a:lnTo>
                    <a:lnTo>
                      <a:pt x="134" y="63"/>
                    </a:lnTo>
                    <a:lnTo>
                      <a:pt x="134" y="63"/>
                    </a:lnTo>
                    <a:lnTo>
                      <a:pt x="130" y="61"/>
                    </a:lnTo>
                    <a:lnTo>
                      <a:pt x="130" y="60"/>
                    </a:lnTo>
                    <a:lnTo>
                      <a:pt x="130" y="60"/>
                    </a:lnTo>
                    <a:lnTo>
                      <a:pt x="123" y="58"/>
                    </a:lnTo>
                    <a:lnTo>
                      <a:pt x="116" y="56"/>
                    </a:lnTo>
                    <a:lnTo>
                      <a:pt x="100" y="54"/>
                    </a:lnTo>
                    <a:lnTo>
                      <a:pt x="81" y="56"/>
                    </a:lnTo>
                    <a:lnTo>
                      <a:pt x="67" y="58"/>
                    </a:lnTo>
                    <a:lnTo>
                      <a:pt x="67" y="58"/>
                    </a:lnTo>
                    <a:lnTo>
                      <a:pt x="63" y="58"/>
                    </a:lnTo>
                    <a:lnTo>
                      <a:pt x="61" y="58"/>
                    </a:lnTo>
                    <a:lnTo>
                      <a:pt x="61" y="58"/>
                    </a:lnTo>
                    <a:lnTo>
                      <a:pt x="61" y="58"/>
                    </a:lnTo>
                    <a:lnTo>
                      <a:pt x="61" y="58"/>
                    </a:lnTo>
                    <a:lnTo>
                      <a:pt x="47" y="58"/>
                    </a:lnTo>
                    <a:lnTo>
                      <a:pt x="34" y="56"/>
                    </a:lnTo>
                    <a:lnTo>
                      <a:pt x="34" y="56"/>
                    </a:lnTo>
                    <a:lnTo>
                      <a:pt x="27" y="40"/>
                    </a:lnTo>
                    <a:lnTo>
                      <a:pt x="23" y="25"/>
                    </a:lnTo>
                    <a:lnTo>
                      <a:pt x="23" y="23"/>
                    </a:lnTo>
                    <a:lnTo>
                      <a:pt x="20" y="2"/>
                    </a:lnTo>
                    <a:lnTo>
                      <a:pt x="20" y="2"/>
                    </a:lnTo>
                    <a:lnTo>
                      <a:pt x="18" y="0"/>
                    </a:lnTo>
                    <a:lnTo>
                      <a:pt x="14" y="0"/>
                    </a:lnTo>
                    <a:lnTo>
                      <a:pt x="14" y="0"/>
                    </a:lnTo>
                    <a:lnTo>
                      <a:pt x="12" y="2"/>
                    </a:lnTo>
                    <a:lnTo>
                      <a:pt x="12" y="3"/>
                    </a:lnTo>
                    <a:lnTo>
                      <a:pt x="14" y="14"/>
                    </a:lnTo>
                    <a:lnTo>
                      <a:pt x="14" y="14"/>
                    </a:lnTo>
                    <a:lnTo>
                      <a:pt x="9" y="14"/>
                    </a:lnTo>
                    <a:lnTo>
                      <a:pt x="3" y="18"/>
                    </a:lnTo>
                    <a:lnTo>
                      <a:pt x="2" y="22"/>
                    </a:lnTo>
                    <a:lnTo>
                      <a:pt x="0" y="29"/>
                    </a:lnTo>
                    <a:lnTo>
                      <a:pt x="0" y="29"/>
                    </a:lnTo>
                    <a:lnTo>
                      <a:pt x="3" y="45"/>
                    </a:lnTo>
                    <a:lnTo>
                      <a:pt x="11" y="60"/>
                    </a:lnTo>
                    <a:lnTo>
                      <a:pt x="11" y="60"/>
                    </a:lnTo>
                    <a:lnTo>
                      <a:pt x="14" y="70"/>
                    </a:lnTo>
                    <a:lnTo>
                      <a:pt x="16" y="74"/>
                    </a:lnTo>
                    <a:lnTo>
                      <a:pt x="22" y="76"/>
                    </a:lnTo>
                    <a:lnTo>
                      <a:pt x="22" y="76"/>
                    </a:lnTo>
                    <a:lnTo>
                      <a:pt x="40" y="81"/>
                    </a:lnTo>
                    <a:lnTo>
                      <a:pt x="49" y="83"/>
                    </a:lnTo>
                    <a:lnTo>
                      <a:pt x="60" y="83"/>
                    </a:lnTo>
                    <a:lnTo>
                      <a:pt x="60" y="92"/>
                    </a:lnTo>
                    <a:lnTo>
                      <a:pt x="60" y="92"/>
                    </a:lnTo>
                    <a:lnTo>
                      <a:pt x="60" y="181"/>
                    </a:lnTo>
                    <a:lnTo>
                      <a:pt x="60" y="286"/>
                    </a:lnTo>
                    <a:lnTo>
                      <a:pt x="60" y="286"/>
                    </a:lnTo>
                    <a:lnTo>
                      <a:pt x="61" y="292"/>
                    </a:lnTo>
                    <a:lnTo>
                      <a:pt x="63" y="295"/>
                    </a:lnTo>
                    <a:lnTo>
                      <a:pt x="69" y="299"/>
                    </a:lnTo>
                    <a:lnTo>
                      <a:pt x="74" y="301"/>
                    </a:lnTo>
                    <a:lnTo>
                      <a:pt x="74" y="301"/>
                    </a:lnTo>
                    <a:lnTo>
                      <a:pt x="80" y="299"/>
                    </a:lnTo>
                    <a:lnTo>
                      <a:pt x="85" y="295"/>
                    </a:lnTo>
                    <a:lnTo>
                      <a:pt x="89" y="292"/>
                    </a:lnTo>
                    <a:lnTo>
                      <a:pt x="89" y="286"/>
                    </a:lnTo>
                    <a:lnTo>
                      <a:pt x="89" y="185"/>
                    </a:lnTo>
                    <a:lnTo>
                      <a:pt x="89" y="185"/>
                    </a:lnTo>
                    <a:lnTo>
                      <a:pt x="90" y="181"/>
                    </a:lnTo>
                    <a:lnTo>
                      <a:pt x="90" y="179"/>
                    </a:lnTo>
                    <a:lnTo>
                      <a:pt x="94" y="179"/>
                    </a:lnTo>
                    <a:lnTo>
                      <a:pt x="94" y="179"/>
                    </a:lnTo>
                    <a:lnTo>
                      <a:pt x="98" y="179"/>
                    </a:lnTo>
                    <a:lnTo>
                      <a:pt x="100" y="181"/>
                    </a:lnTo>
                    <a:lnTo>
                      <a:pt x="100" y="185"/>
                    </a:lnTo>
                    <a:lnTo>
                      <a:pt x="100" y="286"/>
                    </a:lnTo>
                    <a:lnTo>
                      <a:pt x="100" y="286"/>
                    </a:lnTo>
                    <a:lnTo>
                      <a:pt x="101" y="292"/>
                    </a:lnTo>
                    <a:lnTo>
                      <a:pt x="103" y="295"/>
                    </a:lnTo>
                    <a:lnTo>
                      <a:pt x="109" y="299"/>
                    </a:lnTo>
                    <a:lnTo>
                      <a:pt x="114" y="301"/>
                    </a:lnTo>
                    <a:lnTo>
                      <a:pt x="114" y="301"/>
                    </a:lnTo>
                    <a:lnTo>
                      <a:pt x="119" y="299"/>
                    </a:lnTo>
                    <a:lnTo>
                      <a:pt x="125" y="295"/>
                    </a:lnTo>
                    <a:lnTo>
                      <a:pt x="127" y="292"/>
                    </a:lnTo>
                    <a:lnTo>
                      <a:pt x="129" y="286"/>
                    </a:lnTo>
                    <a:lnTo>
                      <a:pt x="129" y="188"/>
                    </a:lnTo>
                    <a:lnTo>
                      <a:pt x="129" y="174"/>
                    </a:lnTo>
                    <a:lnTo>
                      <a:pt x="129" y="174"/>
                    </a:lnTo>
                    <a:lnTo>
                      <a:pt x="136" y="167"/>
                    </a:lnTo>
                    <a:lnTo>
                      <a:pt x="143" y="159"/>
                    </a:lnTo>
                    <a:lnTo>
                      <a:pt x="150" y="152"/>
                    </a:lnTo>
                    <a:lnTo>
                      <a:pt x="156" y="143"/>
                    </a:lnTo>
                    <a:lnTo>
                      <a:pt x="156" y="143"/>
                    </a:lnTo>
                    <a:lnTo>
                      <a:pt x="161" y="130"/>
                    </a:lnTo>
                    <a:lnTo>
                      <a:pt x="163" y="125"/>
                    </a:lnTo>
                    <a:lnTo>
                      <a:pt x="165" y="119"/>
                    </a:lnTo>
                    <a:lnTo>
                      <a:pt x="165" y="119"/>
                    </a:lnTo>
                    <a:lnTo>
                      <a:pt x="165" y="112"/>
                    </a:lnTo>
                    <a:lnTo>
                      <a:pt x="161" y="107"/>
                    </a:lnTo>
                    <a:lnTo>
                      <a:pt x="158" y="94"/>
                    </a:lnTo>
                    <a:lnTo>
                      <a:pt x="158" y="94"/>
                    </a:lnTo>
                    <a:close/>
                    <a:moveTo>
                      <a:pt x="139" y="119"/>
                    </a:moveTo>
                    <a:lnTo>
                      <a:pt x="139" y="119"/>
                    </a:lnTo>
                    <a:lnTo>
                      <a:pt x="134" y="130"/>
                    </a:lnTo>
                    <a:lnTo>
                      <a:pt x="134" y="130"/>
                    </a:lnTo>
                    <a:lnTo>
                      <a:pt x="129" y="141"/>
                    </a:lnTo>
                    <a:lnTo>
                      <a:pt x="129" y="92"/>
                    </a:lnTo>
                    <a:lnTo>
                      <a:pt x="129" y="92"/>
                    </a:lnTo>
                    <a:lnTo>
                      <a:pt x="136" y="105"/>
                    </a:lnTo>
                    <a:lnTo>
                      <a:pt x="141" y="118"/>
                    </a:lnTo>
                    <a:lnTo>
                      <a:pt x="141" y="118"/>
                    </a:lnTo>
                    <a:lnTo>
                      <a:pt x="139" y="119"/>
                    </a:lnTo>
                    <a:lnTo>
                      <a:pt x="139" y="119"/>
                    </a:lnTo>
                    <a:close/>
                    <a:moveTo>
                      <a:pt x="141" y="118"/>
                    </a:moveTo>
                    <a:lnTo>
                      <a:pt x="141" y="11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4" name="Freeform 73"/>
              <p:cNvSpPr>
                <a:spLocks/>
              </p:cNvSpPr>
              <p:nvPr/>
            </p:nvSpPr>
            <p:spPr bwMode="auto">
              <a:xfrm>
                <a:off x="3386647" y="802411"/>
                <a:ext cx="172336" cy="311450"/>
              </a:xfrm>
              <a:custGeom>
                <a:avLst/>
                <a:gdLst/>
                <a:ahLst/>
                <a:cxnLst>
                  <a:cxn ang="0">
                    <a:pos x="158" y="94"/>
                  </a:cxn>
                  <a:cxn ang="0">
                    <a:pos x="141" y="69"/>
                  </a:cxn>
                  <a:cxn ang="0">
                    <a:pos x="134" y="63"/>
                  </a:cxn>
                  <a:cxn ang="0">
                    <a:pos x="130" y="60"/>
                  </a:cxn>
                  <a:cxn ang="0">
                    <a:pos x="123" y="58"/>
                  </a:cxn>
                  <a:cxn ang="0">
                    <a:pos x="100" y="54"/>
                  </a:cxn>
                  <a:cxn ang="0">
                    <a:pos x="67" y="58"/>
                  </a:cxn>
                  <a:cxn ang="0">
                    <a:pos x="63" y="58"/>
                  </a:cxn>
                  <a:cxn ang="0">
                    <a:pos x="61" y="58"/>
                  </a:cxn>
                  <a:cxn ang="0">
                    <a:pos x="61" y="58"/>
                  </a:cxn>
                  <a:cxn ang="0">
                    <a:pos x="34" y="56"/>
                  </a:cxn>
                  <a:cxn ang="0">
                    <a:pos x="27" y="40"/>
                  </a:cxn>
                  <a:cxn ang="0">
                    <a:pos x="23" y="23"/>
                  </a:cxn>
                  <a:cxn ang="0">
                    <a:pos x="20" y="2"/>
                  </a:cxn>
                  <a:cxn ang="0">
                    <a:pos x="14" y="0"/>
                  </a:cxn>
                  <a:cxn ang="0">
                    <a:pos x="12" y="2"/>
                  </a:cxn>
                  <a:cxn ang="0">
                    <a:pos x="14" y="14"/>
                  </a:cxn>
                  <a:cxn ang="0">
                    <a:pos x="9" y="14"/>
                  </a:cxn>
                  <a:cxn ang="0">
                    <a:pos x="2" y="22"/>
                  </a:cxn>
                  <a:cxn ang="0">
                    <a:pos x="0" y="29"/>
                  </a:cxn>
                  <a:cxn ang="0">
                    <a:pos x="11" y="60"/>
                  </a:cxn>
                  <a:cxn ang="0">
                    <a:pos x="14" y="70"/>
                  </a:cxn>
                  <a:cxn ang="0">
                    <a:pos x="22" y="76"/>
                  </a:cxn>
                  <a:cxn ang="0">
                    <a:pos x="40" y="81"/>
                  </a:cxn>
                  <a:cxn ang="0">
                    <a:pos x="60" y="83"/>
                  </a:cxn>
                  <a:cxn ang="0">
                    <a:pos x="60" y="92"/>
                  </a:cxn>
                  <a:cxn ang="0">
                    <a:pos x="60" y="286"/>
                  </a:cxn>
                  <a:cxn ang="0">
                    <a:pos x="61" y="292"/>
                  </a:cxn>
                  <a:cxn ang="0">
                    <a:pos x="69" y="299"/>
                  </a:cxn>
                  <a:cxn ang="0">
                    <a:pos x="74" y="301"/>
                  </a:cxn>
                  <a:cxn ang="0">
                    <a:pos x="85" y="295"/>
                  </a:cxn>
                  <a:cxn ang="0">
                    <a:pos x="89" y="286"/>
                  </a:cxn>
                  <a:cxn ang="0">
                    <a:pos x="89" y="185"/>
                  </a:cxn>
                  <a:cxn ang="0">
                    <a:pos x="90" y="179"/>
                  </a:cxn>
                  <a:cxn ang="0">
                    <a:pos x="94" y="179"/>
                  </a:cxn>
                  <a:cxn ang="0">
                    <a:pos x="100" y="181"/>
                  </a:cxn>
                  <a:cxn ang="0">
                    <a:pos x="100" y="286"/>
                  </a:cxn>
                  <a:cxn ang="0">
                    <a:pos x="101" y="292"/>
                  </a:cxn>
                  <a:cxn ang="0">
                    <a:pos x="109" y="299"/>
                  </a:cxn>
                  <a:cxn ang="0">
                    <a:pos x="114" y="301"/>
                  </a:cxn>
                  <a:cxn ang="0">
                    <a:pos x="125" y="295"/>
                  </a:cxn>
                  <a:cxn ang="0">
                    <a:pos x="129" y="286"/>
                  </a:cxn>
                  <a:cxn ang="0">
                    <a:pos x="129" y="174"/>
                  </a:cxn>
                  <a:cxn ang="0">
                    <a:pos x="136" y="167"/>
                  </a:cxn>
                  <a:cxn ang="0">
                    <a:pos x="150" y="152"/>
                  </a:cxn>
                  <a:cxn ang="0">
                    <a:pos x="156" y="143"/>
                  </a:cxn>
                  <a:cxn ang="0">
                    <a:pos x="163" y="125"/>
                  </a:cxn>
                  <a:cxn ang="0">
                    <a:pos x="165" y="119"/>
                  </a:cxn>
                  <a:cxn ang="0">
                    <a:pos x="161" y="107"/>
                  </a:cxn>
                  <a:cxn ang="0">
                    <a:pos x="158" y="94"/>
                  </a:cxn>
                </a:cxnLst>
                <a:rect l="0" t="0" r="r" b="b"/>
                <a:pathLst>
                  <a:path w="165" h="301">
                    <a:moveTo>
                      <a:pt x="158" y="94"/>
                    </a:moveTo>
                    <a:lnTo>
                      <a:pt x="158" y="94"/>
                    </a:lnTo>
                    <a:lnTo>
                      <a:pt x="147" y="78"/>
                    </a:lnTo>
                    <a:lnTo>
                      <a:pt x="141" y="69"/>
                    </a:lnTo>
                    <a:lnTo>
                      <a:pt x="134" y="63"/>
                    </a:lnTo>
                    <a:lnTo>
                      <a:pt x="134" y="63"/>
                    </a:lnTo>
                    <a:lnTo>
                      <a:pt x="130" y="61"/>
                    </a:lnTo>
                    <a:lnTo>
                      <a:pt x="130" y="60"/>
                    </a:lnTo>
                    <a:lnTo>
                      <a:pt x="130" y="60"/>
                    </a:lnTo>
                    <a:lnTo>
                      <a:pt x="123" y="58"/>
                    </a:lnTo>
                    <a:lnTo>
                      <a:pt x="116" y="56"/>
                    </a:lnTo>
                    <a:lnTo>
                      <a:pt x="100" y="54"/>
                    </a:lnTo>
                    <a:lnTo>
                      <a:pt x="81" y="56"/>
                    </a:lnTo>
                    <a:lnTo>
                      <a:pt x="67" y="58"/>
                    </a:lnTo>
                    <a:lnTo>
                      <a:pt x="67" y="58"/>
                    </a:lnTo>
                    <a:lnTo>
                      <a:pt x="63" y="58"/>
                    </a:lnTo>
                    <a:lnTo>
                      <a:pt x="61" y="58"/>
                    </a:lnTo>
                    <a:lnTo>
                      <a:pt x="61" y="58"/>
                    </a:lnTo>
                    <a:lnTo>
                      <a:pt x="61" y="58"/>
                    </a:lnTo>
                    <a:lnTo>
                      <a:pt x="61" y="58"/>
                    </a:lnTo>
                    <a:lnTo>
                      <a:pt x="47" y="58"/>
                    </a:lnTo>
                    <a:lnTo>
                      <a:pt x="34" y="56"/>
                    </a:lnTo>
                    <a:lnTo>
                      <a:pt x="34" y="56"/>
                    </a:lnTo>
                    <a:lnTo>
                      <a:pt x="27" y="40"/>
                    </a:lnTo>
                    <a:lnTo>
                      <a:pt x="23" y="25"/>
                    </a:lnTo>
                    <a:lnTo>
                      <a:pt x="23" y="23"/>
                    </a:lnTo>
                    <a:lnTo>
                      <a:pt x="20" y="2"/>
                    </a:lnTo>
                    <a:lnTo>
                      <a:pt x="20" y="2"/>
                    </a:lnTo>
                    <a:lnTo>
                      <a:pt x="18" y="0"/>
                    </a:lnTo>
                    <a:lnTo>
                      <a:pt x="14" y="0"/>
                    </a:lnTo>
                    <a:lnTo>
                      <a:pt x="14" y="0"/>
                    </a:lnTo>
                    <a:lnTo>
                      <a:pt x="12" y="2"/>
                    </a:lnTo>
                    <a:lnTo>
                      <a:pt x="12" y="3"/>
                    </a:lnTo>
                    <a:lnTo>
                      <a:pt x="14" y="14"/>
                    </a:lnTo>
                    <a:lnTo>
                      <a:pt x="14" y="14"/>
                    </a:lnTo>
                    <a:lnTo>
                      <a:pt x="9" y="14"/>
                    </a:lnTo>
                    <a:lnTo>
                      <a:pt x="3" y="18"/>
                    </a:lnTo>
                    <a:lnTo>
                      <a:pt x="2" y="22"/>
                    </a:lnTo>
                    <a:lnTo>
                      <a:pt x="0" y="29"/>
                    </a:lnTo>
                    <a:lnTo>
                      <a:pt x="0" y="29"/>
                    </a:lnTo>
                    <a:lnTo>
                      <a:pt x="3" y="45"/>
                    </a:lnTo>
                    <a:lnTo>
                      <a:pt x="11" y="60"/>
                    </a:lnTo>
                    <a:lnTo>
                      <a:pt x="11" y="60"/>
                    </a:lnTo>
                    <a:lnTo>
                      <a:pt x="14" y="70"/>
                    </a:lnTo>
                    <a:lnTo>
                      <a:pt x="16" y="74"/>
                    </a:lnTo>
                    <a:lnTo>
                      <a:pt x="22" y="76"/>
                    </a:lnTo>
                    <a:lnTo>
                      <a:pt x="22" y="76"/>
                    </a:lnTo>
                    <a:lnTo>
                      <a:pt x="40" y="81"/>
                    </a:lnTo>
                    <a:lnTo>
                      <a:pt x="49" y="83"/>
                    </a:lnTo>
                    <a:lnTo>
                      <a:pt x="60" y="83"/>
                    </a:lnTo>
                    <a:lnTo>
                      <a:pt x="60" y="92"/>
                    </a:lnTo>
                    <a:lnTo>
                      <a:pt x="60" y="92"/>
                    </a:lnTo>
                    <a:lnTo>
                      <a:pt x="60" y="181"/>
                    </a:lnTo>
                    <a:lnTo>
                      <a:pt x="60" y="286"/>
                    </a:lnTo>
                    <a:lnTo>
                      <a:pt x="60" y="286"/>
                    </a:lnTo>
                    <a:lnTo>
                      <a:pt x="61" y="292"/>
                    </a:lnTo>
                    <a:lnTo>
                      <a:pt x="63" y="295"/>
                    </a:lnTo>
                    <a:lnTo>
                      <a:pt x="69" y="299"/>
                    </a:lnTo>
                    <a:lnTo>
                      <a:pt x="74" y="301"/>
                    </a:lnTo>
                    <a:lnTo>
                      <a:pt x="74" y="301"/>
                    </a:lnTo>
                    <a:lnTo>
                      <a:pt x="80" y="299"/>
                    </a:lnTo>
                    <a:lnTo>
                      <a:pt x="85" y="295"/>
                    </a:lnTo>
                    <a:lnTo>
                      <a:pt x="89" y="292"/>
                    </a:lnTo>
                    <a:lnTo>
                      <a:pt x="89" y="286"/>
                    </a:lnTo>
                    <a:lnTo>
                      <a:pt x="89" y="185"/>
                    </a:lnTo>
                    <a:lnTo>
                      <a:pt x="89" y="185"/>
                    </a:lnTo>
                    <a:lnTo>
                      <a:pt x="90" y="181"/>
                    </a:lnTo>
                    <a:lnTo>
                      <a:pt x="90" y="179"/>
                    </a:lnTo>
                    <a:lnTo>
                      <a:pt x="94" y="179"/>
                    </a:lnTo>
                    <a:lnTo>
                      <a:pt x="94" y="179"/>
                    </a:lnTo>
                    <a:lnTo>
                      <a:pt x="98" y="179"/>
                    </a:lnTo>
                    <a:lnTo>
                      <a:pt x="100" y="181"/>
                    </a:lnTo>
                    <a:lnTo>
                      <a:pt x="100" y="185"/>
                    </a:lnTo>
                    <a:lnTo>
                      <a:pt x="100" y="286"/>
                    </a:lnTo>
                    <a:lnTo>
                      <a:pt x="100" y="286"/>
                    </a:lnTo>
                    <a:lnTo>
                      <a:pt x="101" y="292"/>
                    </a:lnTo>
                    <a:lnTo>
                      <a:pt x="103" y="295"/>
                    </a:lnTo>
                    <a:lnTo>
                      <a:pt x="109" y="299"/>
                    </a:lnTo>
                    <a:lnTo>
                      <a:pt x="114" y="301"/>
                    </a:lnTo>
                    <a:lnTo>
                      <a:pt x="114" y="301"/>
                    </a:lnTo>
                    <a:lnTo>
                      <a:pt x="119" y="299"/>
                    </a:lnTo>
                    <a:lnTo>
                      <a:pt x="125" y="295"/>
                    </a:lnTo>
                    <a:lnTo>
                      <a:pt x="127" y="292"/>
                    </a:lnTo>
                    <a:lnTo>
                      <a:pt x="129" y="286"/>
                    </a:lnTo>
                    <a:lnTo>
                      <a:pt x="129" y="188"/>
                    </a:lnTo>
                    <a:lnTo>
                      <a:pt x="129" y="174"/>
                    </a:lnTo>
                    <a:lnTo>
                      <a:pt x="129" y="174"/>
                    </a:lnTo>
                    <a:lnTo>
                      <a:pt x="136" y="167"/>
                    </a:lnTo>
                    <a:lnTo>
                      <a:pt x="143" y="159"/>
                    </a:lnTo>
                    <a:lnTo>
                      <a:pt x="150" y="152"/>
                    </a:lnTo>
                    <a:lnTo>
                      <a:pt x="156" y="143"/>
                    </a:lnTo>
                    <a:lnTo>
                      <a:pt x="156" y="143"/>
                    </a:lnTo>
                    <a:lnTo>
                      <a:pt x="161" y="130"/>
                    </a:lnTo>
                    <a:lnTo>
                      <a:pt x="163" y="125"/>
                    </a:lnTo>
                    <a:lnTo>
                      <a:pt x="165" y="119"/>
                    </a:lnTo>
                    <a:lnTo>
                      <a:pt x="165" y="119"/>
                    </a:lnTo>
                    <a:lnTo>
                      <a:pt x="165" y="112"/>
                    </a:lnTo>
                    <a:lnTo>
                      <a:pt x="161" y="107"/>
                    </a:lnTo>
                    <a:lnTo>
                      <a:pt x="158" y="94"/>
                    </a:lnTo>
                    <a:lnTo>
                      <a:pt x="158" y="94"/>
                    </a:ln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5" name="Freeform 74"/>
              <p:cNvSpPr>
                <a:spLocks/>
              </p:cNvSpPr>
              <p:nvPr/>
            </p:nvSpPr>
            <p:spPr bwMode="auto">
              <a:xfrm>
                <a:off x="3521609" y="897922"/>
                <a:ext cx="12458" cy="51909"/>
              </a:xfrm>
              <a:custGeom>
                <a:avLst/>
                <a:gdLst/>
                <a:ahLst/>
                <a:cxnLst>
                  <a:cxn ang="0">
                    <a:pos x="10" y="27"/>
                  </a:cxn>
                  <a:cxn ang="0">
                    <a:pos x="10" y="27"/>
                  </a:cxn>
                  <a:cxn ang="0">
                    <a:pos x="5" y="38"/>
                  </a:cxn>
                  <a:cxn ang="0">
                    <a:pos x="5" y="38"/>
                  </a:cxn>
                  <a:cxn ang="0">
                    <a:pos x="0" y="49"/>
                  </a:cxn>
                  <a:cxn ang="0">
                    <a:pos x="0" y="0"/>
                  </a:cxn>
                  <a:cxn ang="0">
                    <a:pos x="0" y="0"/>
                  </a:cxn>
                  <a:cxn ang="0">
                    <a:pos x="7" y="13"/>
                  </a:cxn>
                  <a:cxn ang="0">
                    <a:pos x="12" y="26"/>
                  </a:cxn>
                  <a:cxn ang="0">
                    <a:pos x="12" y="26"/>
                  </a:cxn>
                  <a:cxn ang="0">
                    <a:pos x="10" y="27"/>
                  </a:cxn>
                  <a:cxn ang="0">
                    <a:pos x="10" y="27"/>
                  </a:cxn>
                </a:cxnLst>
                <a:rect l="0" t="0" r="r" b="b"/>
                <a:pathLst>
                  <a:path w="12" h="49">
                    <a:moveTo>
                      <a:pt x="10" y="27"/>
                    </a:moveTo>
                    <a:lnTo>
                      <a:pt x="10" y="27"/>
                    </a:lnTo>
                    <a:lnTo>
                      <a:pt x="5" y="38"/>
                    </a:lnTo>
                    <a:lnTo>
                      <a:pt x="5" y="38"/>
                    </a:lnTo>
                    <a:lnTo>
                      <a:pt x="0" y="49"/>
                    </a:lnTo>
                    <a:lnTo>
                      <a:pt x="0" y="0"/>
                    </a:lnTo>
                    <a:lnTo>
                      <a:pt x="0" y="0"/>
                    </a:lnTo>
                    <a:lnTo>
                      <a:pt x="7" y="13"/>
                    </a:lnTo>
                    <a:lnTo>
                      <a:pt x="12" y="26"/>
                    </a:lnTo>
                    <a:lnTo>
                      <a:pt x="12" y="26"/>
                    </a:lnTo>
                    <a:lnTo>
                      <a:pt x="10" y="27"/>
                    </a:lnTo>
                    <a:lnTo>
                      <a:pt x="10" y="27"/>
                    </a:lnTo>
                  </a:path>
                </a:pathLst>
              </a:cu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46" name="Line 75"/>
              <p:cNvSpPr>
                <a:spLocks noChangeShapeType="1"/>
              </p:cNvSpPr>
              <p:nvPr/>
            </p:nvSpPr>
            <p:spPr bwMode="auto">
              <a:xfrm>
                <a:off x="3534067" y="924914"/>
                <a:ext cx="2077" cy="2077"/>
              </a:xfrm>
              <a:prstGeom prst="line">
                <a:avLst/>
              </a:prstGeom>
              <a:grp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sp>
        <p:nvSpPr>
          <p:cNvPr id="2" name="Footer Placeholder 1"/>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19083025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250"/>
                                  </p:stCondLst>
                                  <p:childTnLst>
                                    <p:set>
                                      <p:cBhvr>
                                        <p:cTn id="6" dur="1" fill="hold">
                                          <p:stCondLst>
                                            <p:cond delay="0"/>
                                          </p:stCondLst>
                                        </p:cTn>
                                        <p:tgtEl>
                                          <p:spTgt spid="5"/>
                                        </p:tgtEl>
                                        <p:attrNameLst>
                                          <p:attrName>style.visibility</p:attrName>
                                        </p:attrNameLst>
                                      </p:cBhvr>
                                      <p:to>
                                        <p:strVal val="visible"/>
                                      </p:to>
                                    </p:set>
                                    <p:animEffect transition="in" filter="slide(fromLeft)">
                                      <p:cBhvr>
                                        <p:cTn id="7" dur="500"/>
                                        <p:tgtEl>
                                          <p:spTgt spid="5"/>
                                        </p:tgtEl>
                                      </p:cBhvr>
                                    </p:animEffect>
                                  </p:childTnLst>
                                </p:cTn>
                              </p:par>
                            </p:childTnLst>
                          </p:cTn>
                        </p:par>
                        <p:par>
                          <p:cTn id="8" fill="hold">
                            <p:stCondLst>
                              <p:cond delay="750"/>
                            </p:stCondLst>
                            <p:childTnLst>
                              <p:par>
                                <p:cTn id="9" presetID="12" presetClass="entr" presetSubtype="8" fill="hold" nodeType="afterEffect">
                                  <p:stCondLst>
                                    <p:cond delay="25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500"/>
                            </p:stCondLst>
                            <p:childTnLst>
                              <p:par>
                                <p:cTn id="13" presetID="12" presetClass="entr" presetSubtype="8" fill="hold" nodeType="afterEffect">
                                  <p:stCondLst>
                                    <p:cond delay="250"/>
                                  </p:stCondLst>
                                  <p:childTnLst>
                                    <p:set>
                                      <p:cBhvr>
                                        <p:cTn id="14" dur="1" fill="hold">
                                          <p:stCondLst>
                                            <p:cond delay="0"/>
                                          </p:stCondLst>
                                        </p:cTn>
                                        <p:tgtEl>
                                          <p:spTgt spid="6"/>
                                        </p:tgtEl>
                                        <p:attrNameLst>
                                          <p:attrName>style.visibility</p:attrName>
                                        </p:attrNameLst>
                                      </p:cBhvr>
                                      <p:to>
                                        <p:strVal val="visible"/>
                                      </p:to>
                                    </p:set>
                                    <p:animEffect transition="in" filter="slide(fromLeft)">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36"/>
          <p:cNvGrpSpPr/>
          <p:nvPr/>
        </p:nvGrpSpPr>
        <p:grpSpPr>
          <a:xfrm>
            <a:off x="1015412" y="2852037"/>
            <a:ext cx="3681600" cy="2715364"/>
            <a:chOff x="689180" y="2520491"/>
            <a:chExt cx="1988022" cy="1613900"/>
          </a:xfrm>
        </p:grpSpPr>
        <p:sp>
          <p:nvSpPr>
            <p:cNvPr id="19" name="Bent Arrow 18"/>
            <p:cNvSpPr/>
            <p:nvPr/>
          </p:nvSpPr>
          <p:spPr>
            <a:xfrm>
              <a:off x="785787" y="2520491"/>
              <a:ext cx="1821669" cy="1163187"/>
            </a:xfrm>
            <a:prstGeom prst="bentArrow">
              <a:avLst/>
            </a:prstGeom>
            <a:solidFill>
              <a:schemeClr val="accent6"/>
            </a:solidFill>
            <a:ln>
              <a:noFill/>
            </a:ln>
            <a:effectLst/>
          </p:spPr>
          <p:style>
            <a:lnRef idx="1">
              <a:schemeClr val="accent5"/>
            </a:lnRef>
            <a:fillRef idx="3">
              <a:schemeClr val="accent5"/>
            </a:fillRef>
            <a:effectRef idx="2">
              <a:schemeClr val="accent5"/>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5" name="Rectangle 14"/>
            <p:cNvSpPr/>
            <p:nvPr/>
          </p:nvSpPr>
          <p:spPr>
            <a:xfrm>
              <a:off x="689180" y="3823411"/>
              <a:ext cx="1988022" cy="310980"/>
            </a:xfrm>
            <a:prstGeom prst="rect">
              <a:avLst/>
            </a:prstGeom>
          </p:spPr>
          <p:txBody>
            <a:bodyPr wrap="square">
              <a:spAutoFit/>
            </a:bodyPr>
            <a:lstStyle/>
            <a:p>
              <a:pPr algn="ctr" fontAlgn="auto">
                <a:spcBef>
                  <a:spcPts val="0"/>
                </a:spcBef>
                <a:spcAft>
                  <a:spcPts val="0"/>
                </a:spcAft>
              </a:pPr>
              <a:r>
                <a:rPr lang="ar-SA" sz="2800" b="1" dirty="0"/>
                <a:t>وسيلة مثالية للتعليم عن بعد</a:t>
              </a:r>
              <a:endParaRPr lang="en-US" sz="2800" b="1" dirty="0">
                <a:solidFill>
                  <a:prstClr val="white">
                    <a:lumMod val="65000"/>
                  </a:prstClr>
                </a:solidFill>
                <a:latin typeface="Open Sans" pitchFamily="34" charset="0"/>
                <a:ea typeface="Open Sans" pitchFamily="34" charset="0"/>
                <a:cs typeface="Open Sans" pitchFamily="34" charset="0"/>
              </a:endParaRPr>
            </a:p>
          </p:txBody>
        </p:sp>
        <p:sp>
          <p:nvSpPr>
            <p:cNvPr id="27" name="AutoShape 112"/>
            <p:cNvSpPr>
              <a:spLocks/>
            </p:cNvSpPr>
            <p:nvPr/>
          </p:nvSpPr>
          <p:spPr bwMode="auto">
            <a:xfrm>
              <a:off x="1500166" y="3071816"/>
              <a:ext cx="366050" cy="366676"/>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nvGrpSpPr>
          <p:cNvPr id="8" name="Group 46"/>
          <p:cNvGrpSpPr/>
          <p:nvPr/>
        </p:nvGrpSpPr>
        <p:grpSpPr>
          <a:xfrm>
            <a:off x="4726631" y="1688881"/>
            <a:ext cx="3260375" cy="3784215"/>
            <a:chOff x="2607455" y="1729828"/>
            <a:chExt cx="2018404" cy="2220031"/>
          </a:xfrm>
        </p:grpSpPr>
        <p:sp>
          <p:nvSpPr>
            <p:cNvPr id="20" name="Bent Arrow 19"/>
            <p:cNvSpPr/>
            <p:nvPr/>
          </p:nvSpPr>
          <p:spPr>
            <a:xfrm>
              <a:off x="2607455" y="2132762"/>
              <a:ext cx="1821669" cy="1163187"/>
            </a:xfrm>
            <a:prstGeom prst="bentArrow">
              <a:avLst/>
            </a:prstGeom>
            <a:solidFill>
              <a:schemeClr val="accent1"/>
            </a:solidFill>
            <a:ln>
              <a:noFill/>
            </a:ln>
            <a:effectLst/>
          </p:spPr>
          <p:style>
            <a:lnRef idx="1">
              <a:schemeClr val="accent6"/>
            </a:lnRef>
            <a:fillRef idx="3">
              <a:schemeClr val="accent6"/>
            </a:fillRef>
            <a:effectRef idx="2">
              <a:schemeClr val="accent6"/>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6" name="Rectangle 15"/>
            <p:cNvSpPr/>
            <p:nvPr/>
          </p:nvSpPr>
          <p:spPr>
            <a:xfrm>
              <a:off x="2819476" y="3137344"/>
              <a:ext cx="1806383" cy="812515"/>
            </a:xfrm>
            <a:prstGeom prst="rect">
              <a:avLst/>
            </a:prstGeom>
          </p:spPr>
          <p:txBody>
            <a:bodyPr wrap="square">
              <a:spAutoFit/>
            </a:bodyPr>
            <a:lstStyle/>
            <a:p>
              <a:pPr algn="ctr" fontAlgn="auto">
                <a:spcBef>
                  <a:spcPts val="0"/>
                </a:spcBef>
                <a:spcAft>
                  <a:spcPts val="0"/>
                </a:spcAft>
              </a:pPr>
              <a:r>
                <a:rPr lang="ar-SA" sz="2800" b="1" dirty="0"/>
                <a:t>يزود المتعلمين بالمعلومات عبر شبكة المعلومات العالمية</a:t>
              </a:r>
              <a:endParaRPr lang="en-US" sz="2800" b="1" dirty="0">
                <a:solidFill>
                  <a:prstClr val="white">
                    <a:lumMod val="65000"/>
                  </a:prstClr>
                </a:solidFill>
                <a:latin typeface="Open Sans" pitchFamily="34" charset="0"/>
                <a:ea typeface="Open Sans" pitchFamily="34" charset="0"/>
                <a:cs typeface="Open Sans" pitchFamily="34" charset="0"/>
              </a:endParaRPr>
            </a:p>
          </p:txBody>
        </p:sp>
        <p:sp>
          <p:nvSpPr>
            <p:cNvPr id="23" name="AutoShape 29"/>
            <p:cNvSpPr>
              <a:spLocks/>
            </p:cNvSpPr>
            <p:nvPr/>
          </p:nvSpPr>
          <p:spPr bwMode="auto">
            <a:xfrm>
              <a:off x="3286116" y="2643188"/>
              <a:ext cx="366051" cy="331636"/>
            </a:xfrm>
            <a:custGeom>
              <a:avLst/>
              <a:gdLst>
                <a:gd name="T0" fmla="+- 0 10736 439"/>
                <a:gd name="T1" fmla="*/ T0 w 20595"/>
                <a:gd name="T2" fmla="+- 0 10869 621"/>
                <a:gd name="T3" fmla="*/ 10869 h 20497"/>
                <a:gd name="T4" fmla="+- 0 10736 439"/>
                <a:gd name="T5" fmla="*/ T4 w 20595"/>
                <a:gd name="T6" fmla="+- 0 10869 621"/>
                <a:gd name="T7" fmla="*/ 10869 h 20497"/>
                <a:gd name="T8" fmla="+- 0 10736 439"/>
                <a:gd name="T9" fmla="*/ T8 w 20595"/>
                <a:gd name="T10" fmla="+- 0 10869 621"/>
                <a:gd name="T11" fmla="*/ 10869 h 20497"/>
                <a:gd name="T12" fmla="+- 0 10736 439"/>
                <a:gd name="T13" fmla="*/ T12 w 20595"/>
                <a:gd name="T14" fmla="+- 0 10869 621"/>
                <a:gd name="T15" fmla="*/ 10869 h 20497"/>
              </a:gdLst>
              <a:ahLst/>
              <a:cxnLst>
                <a:cxn ang="0">
                  <a:pos x="T1" y="T3"/>
                </a:cxn>
                <a:cxn ang="0">
                  <a:pos x="T5" y="T7"/>
                </a:cxn>
                <a:cxn ang="0">
                  <a:pos x="T9" y="T11"/>
                </a:cxn>
                <a:cxn ang="0">
                  <a:pos x="T13" y="T15"/>
                </a:cxn>
              </a:cxnLst>
              <a:rect l="0" t="0" r="r" b="b"/>
              <a:pathLst>
                <a:path w="20595" h="20497">
                  <a:moveTo>
                    <a:pt x="18898" y="1863"/>
                  </a:moveTo>
                  <a:cubicBezTo>
                    <a:pt x="16636" y="-621"/>
                    <a:pt x="12968" y="-621"/>
                    <a:pt x="10707" y="1863"/>
                  </a:cubicBezTo>
                  <a:lnTo>
                    <a:pt x="1317" y="12053"/>
                  </a:lnTo>
                  <a:cubicBezTo>
                    <a:pt x="-439" y="13982"/>
                    <a:pt x="-439" y="17121"/>
                    <a:pt x="1317" y="19050"/>
                  </a:cubicBezTo>
                  <a:cubicBezTo>
                    <a:pt x="3073" y="20979"/>
                    <a:pt x="5931" y="20979"/>
                    <a:pt x="7687" y="19050"/>
                  </a:cubicBezTo>
                  <a:lnTo>
                    <a:pt x="17078" y="8860"/>
                  </a:lnTo>
                  <a:cubicBezTo>
                    <a:pt x="18335" y="7479"/>
                    <a:pt x="18335" y="5242"/>
                    <a:pt x="17078" y="3862"/>
                  </a:cubicBezTo>
                  <a:cubicBezTo>
                    <a:pt x="15821" y="2482"/>
                    <a:pt x="13783" y="2482"/>
                    <a:pt x="12527" y="3862"/>
                  </a:cubicBezTo>
                  <a:lnTo>
                    <a:pt x="5467" y="11614"/>
                  </a:lnTo>
                  <a:cubicBezTo>
                    <a:pt x="5216" y="11891"/>
                    <a:pt x="5216" y="12337"/>
                    <a:pt x="5467" y="12614"/>
                  </a:cubicBezTo>
                  <a:cubicBezTo>
                    <a:pt x="5719" y="12890"/>
                    <a:pt x="6126" y="12890"/>
                    <a:pt x="6378" y="12614"/>
                  </a:cubicBezTo>
                  <a:lnTo>
                    <a:pt x="13437" y="4861"/>
                  </a:lnTo>
                  <a:cubicBezTo>
                    <a:pt x="14190" y="4035"/>
                    <a:pt x="15414" y="4035"/>
                    <a:pt x="16167" y="4861"/>
                  </a:cubicBezTo>
                  <a:cubicBezTo>
                    <a:pt x="16920" y="5688"/>
                    <a:pt x="16920" y="7034"/>
                    <a:pt x="16167" y="7860"/>
                  </a:cubicBezTo>
                  <a:lnTo>
                    <a:pt x="6777" y="18050"/>
                  </a:lnTo>
                  <a:cubicBezTo>
                    <a:pt x="5520" y="19430"/>
                    <a:pt x="3484" y="19430"/>
                    <a:pt x="2227" y="18050"/>
                  </a:cubicBezTo>
                  <a:cubicBezTo>
                    <a:pt x="970" y="16670"/>
                    <a:pt x="970" y="14433"/>
                    <a:pt x="2227" y="13053"/>
                  </a:cubicBezTo>
                  <a:lnTo>
                    <a:pt x="11525" y="2963"/>
                  </a:lnTo>
                  <a:cubicBezTo>
                    <a:pt x="13285" y="1030"/>
                    <a:pt x="16139" y="1030"/>
                    <a:pt x="17896" y="2963"/>
                  </a:cubicBezTo>
                  <a:cubicBezTo>
                    <a:pt x="19657" y="4896"/>
                    <a:pt x="19657" y="8027"/>
                    <a:pt x="17897" y="9959"/>
                  </a:cubicBezTo>
                  <a:lnTo>
                    <a:pt x="10929" y="17611"/>
                  </a:lnTo>
                  <a:cubicBezTo>
                    <a:pt x="10677" y="17888"/>
                    <a:pt x="10677" y="18334"/>
                    <a:pt x="10929" y="18610"/>
                  </a:cubicBezTo>
                  <a:cubicBezTo>
                    <a:pt x="11181" y="18887"/>
                    <a:pt x="11588" y="18887"/>
                    <a:pt x="11839" y="18610"/>
                  </a:cubicBezTo>
                  <a:lnTo>
                    <a:pt x="18898" y="10859"/>
                  </a:lnTo>
                  <a:cubicBezTo>
                    <a:pt x="21160" y="8375"/>
                    <a:pt x="21160" y="4347"/>
                    <a:pt x="18898" y="1863"/>
                  </a:cubicBezTo>
                </a:path>
              </a:pathLst>
            </a:cu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46" name="Line 75"/>
            <p:cNvSpPr>
              <a:spLocks noChangeShapeType="1"/>
            </p:cNvSpPr>
            <p:nvPr/>
          </p:nvSpPr>
          <p:spPr bwMode="auto">
            <a:xfrm>
              <a:off x="3654420" y="1729828"/>
              <a:ext cx="5102" cy="5102"/>
            </a:xfrm>
            <a:prstGeom prst="line">
              <a:avLst/>
            </a:pr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2" name="Group 1"/>
          <p:cNvGrpSpPr/>
          <p:nvPr/>
        </p:nvGrpSpPr>
        <p:grpSpPr>
          <a:xfrm>
            <a:off x="7827993" y="761789"/>
            <a:ext cx="3567448" cy="3891733"/>
            <a:chOff x="7827993" y="761789"/>
            <a:chExt cx="3567448" cy="3891733"/>
          </a:xfrm>
        </p:grpSpPr>
        <p:grpSp>
          <p:nvGrpSpPr>
            <p:cNvPr id="6" name="Group 47"/>
            <p:cNvGrpSpPr/>
            <p:nvPr/>
          </p:nvGrpSpPr>
          <p:grpSpPr>
            <a:xfrm>
              <a:off x="7827993" y="1917608"/>
              <a:ext cx="3567448" cy="2735914"/>
              <a:chOff x="4429124" y="1809654"/>
              <a:chExt cx="2083991" cy="1545745"/>
            </a:xfrm>
          </p:grpSpPr>
          <p:sp>
            <p:nvSpPr>
              <p:cNvPr id="21" name="Bent Arrow 20"/>
              <p:cNvSpPr/>
              <p:nvPr/>
            </p:nvSpPr>
            <p:spPr>
              <a:xfrm>
                <a:off x="4429124" y="1809654"/>
                <a:ext cx="1821669" cy="1163187"/>
              </a:xfrm>
              <a:prstGeom prst="bentArrow">
                <a:avLst/>
              </a:prstGeom>
              <a:solidFill>
                <a:schemeClr val="accent4"/>
              </a:solidFill>
              <a:ln>
                <a:noFill/>
              </a:ln>
              <a:effectLst/>
            </p:spPr>
            <p:style>
              <a:lnRef idx="1">
                <a:schemeClr val="accent3"/>
              </a:lnRef>
              <a:fillRef idx="3">
                <a:schemeClr val="accent3"/>
              </a:fillRef>
              <a:effectRef idx="2">
                <a:schemeClr val="accent3"/>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7" name="Rectangle 16"/>
              <p:cNvSpPr/>
              <p:nvPr/>
            </p:nvSpPr>
            <p:spPr>
              <a:xfrm>
                <a:off x="4788507" y="2816345"/>
                <a:ext cx="1724608" cy="539054"/>
              </a:xfrm>
              <a:prstGeom prst="rect">
                <a:avLst/>
              </a:prstGeom>
            </p:spPr>
            <p:txBody>
              <a:bodyPr wrap="square">
                <a:spAutoFit/>
              </a:bodyPr>
              <a:lstStyle/>
              <a:p>
                <a:pPr algn="ctr" fontAlgn="auto">
                  <a:spcBef>
                    <a:spcPts val="0"/>
                  </a:spcBef>
                  <a:spcAft>
                    <a:spcPts val="0"/>
                  </a:spcAft>
                </a:pPr>
                <a:r>
                  <a:rPr lang="ar-SA" sz="2800" b="1" dirty="0"/>
                  <a:t>يساعد في تعليم الأطفال الذين يعانون من إعاقات</a:t>
                </a:r>
                <a:endParaRPr lang="en-US" sz="2800" b="1" dirty="0">
                  <a:solidFill>
                    <a:prstClr val="white">
                      <a:lumMod val="65000"/>
                    </a:prstClr>
                  </a:solidFill>
                  <a:latin typeface="Open Sans" pitchFamily="34" charset="0"/>
                  <a:ea typeface="Open Sans" pitchFamily="34" charset="0"/>
                  <a:cs typeface="Open Sans" pitchFamily="34" charset="0"/>
                </a:endParaRPr>
              </a:p>
            </p:txBody>
          </p:sp>
          <p:grpSp>
            <p:nvGrpSpPr>
              <p:cNvPr id="7" name="Group 29"/>
              <p:cNvGrpSpPr/>
              <p:nvPr/>
            </p:nvGrpSpPr>
            <p:grpSpPr>
              <a:xfrm>
                <a:off x="5214942" y="2285998"/>
                <a:ext cx="251543" cy="366676"/>
                <a:chOff x="2612963" y="2767277"/>
                <a:chExt cx="251543" cy="366676"/>
              </a:xfrm>
              <a:solidFill>
                <a:schemeClr val="accent4"/>
              </a:solidFill>
            </p:grpSpPr>
            <p:sp>
              <p:nvSpPr>
                <p:cNvPr id="28" name="AutoShape 113"/>
                <p:cNvSpPr>
                  <a:spLocks/>
                </p:cNvSpPr>
                <p:nvPr/>
              </p:nvSpPr>
              <p:spPr bwMode="auto">
                <a:xfrm>
                  <a:off x="2612963" y="2767277"/>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9" name="AutoShape 114"/>
                <p:cNvSpPr>
                  <a:spLocks/>
                </p:cNvSpPr>
                <p:nvPr/>
              </p:nvSpPr>
              <p:spPr bwMode="auto">
                <a:xfrm>
                  <a:off x="2669904" y="2824844"/>
                  <a:ext cx="74461" cy="744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grpSp>
          <p:nvGrpSpPr>
            <p:cNvPr id="22" name="Group 21"/>
            <p:cNvGrpSpPr/>
            <p:nvPr/>
          </p:nvGrpSpPr>
          <p:grpSpPr>
            <a:xfrm>
              <a:off x="9173183" y="761789"/>
              <a:ext cx="683768" cy="1303985"/>
              <a:chOff x="9173183" y="761789"/>
              <a:chExt cx="683768" cy="1303985"/>
            </a:xfrm>
          </p:grpSpPr>
          <p:sp>
            <p:nvSpPr>
              <p:cNvPr id="24" name="Freeform 71"/>
              <p:cNvSpPr>
                <a:spLocks/>
              </p:cNvSpPr>
              <p:nvPr/>
            </p:nvSpPr>
            <p:spPr bwMode="auto">
              <a:xfrm>
                <a:off x="9506378" y="780850"/>
                <a:ext cx="205956" cy="217334"/>
              </a:xfrm>
              <a:custGeom>
                <a:avLst/>
                <a:gdLst/>
                <a:ahLst/>
                <a:cxnLst>
                  <a:cxn ang="0">
                    <a:pos x="25" y="0"/>
                  </a:cxn>
                  <a:cxn ang="0">
                    <a:pos x="25" y="0"/>
                  </a:cxn>
                  <a:cxn ang="0">
                    <a:pos x="34" y="2"/>
                  </a:cxn>
                  <a:cxn ang="0">
                    <a:pos x="43" y="7"/>
                  </a:cxn>
                  <a:cxn ang="0">
                    <a:pos x="49" y="16"/>
                  </a:cxn>
                  <a:cxn ang="0">
                    <a:pos x="50" y="25"/>
                  </a:cxn>
                  <a:cxn ang="0">
                    <a:pos x="50" y="25"/>
                  </a:cxn>
                  <a:cxn ang="0">
                    <a:pos x="49" y="36"/>
                  </a:cxn>
                  <a:cxn ang="0">
                    <a:pos x="43" y="43"/>
                  </a:cxn>
                  <a:cxn ang="0">
                    <a:pos x="34" y="49"/>
                  </a:cxn>
                  <a:cxn ang="0">
                    <a:pos x="25" y="51"/>
                  </a:cxn>
                  <a:cxn ang="0">
                    <a:pos x="25" y="51"/>
                  </a:cxn>
                  <a:cxn ang="0">
                    <a:pos x="16" y="49"/>
                  </a:cxn>
                  <a:cxn ang="0">
                    <a:pos x="7" y="43"/>
                  </a:cxn>
                  <a:cxn ang="0">
                    <a:pos x="1" y="36"/>
                  </a:cxn>
                  <a:cxn ang="0">
                    <a:pos x="0" y="25"/>
                  </a:cxn>
                  <a:cxn ang="0">
                    <a:pos x="0" y="25"/>
                  </a:cxn>
                  <a:cxn ang="0">
                    <a:pos x="1" y="16"/>
                  </a:cxn>
                  <a:cxn ang="0">
                    <a:pos x="7" y="7"/>
                  </a:cxn>
                  <a:cxn ang="0">
                    <a:pos x="16" y="2"/>
                  </a:cxn>
                  <a:cxn ang="0">
                    <a:pos x="25" y="0"/>
                  </a:cxn>
                  <a:cxn ang="0">
                    <a:pos x="25" y="0"/>
                  </a:cxn>
                </a:cxnLst>
                <a:rect l="0" t="0" r="r" b="b"/>
                <a:pathLst>
                  <a:path w="50" h="51">
                    <a:moveTo>
                      <a:pt x="25" y="0"/>
                    </a:moveTo>
                    <a:lnTo>
                      <a:pt x="25" y="0"/>
                    </a:lnTo>
                    <a:lnTo>
                      <a:pt x="34" y="2"/>
                    </a:lnTo>
                    <a:lnTo>
                      <a:pt x="43" y="7"/>
                    </a:lnTo>
                    <a:lnTo>
                      <a:pt x="49" y="16"/>
                    </a:lnTo>
                    <a:lnTo>
                      <a:pt x="50" y="25"/>
                    </a:lnTo>
                    <a:lnTo>
                      <a:pt x="50" y="25"/>
                    </a:lnTo>
                    <a:lnTo>
                      <a:pt x="49" y="36"/>
                    </a:lnTo>
                    <a:lnTo>
                      <a:pt x="43" y="43"/>
                    </a:lnTo>
                    <a:lnTo>
                      <a:pt x="34" y="49"/>
                    </a:lnTo>
                    <a:lnTo>
                      <a:pt x="25" y="51"/>
                    </a:lnTo>
                    <a:lnTo>
                      <a:pt x="25" y="51"/>
                    </a:lnTo>
                    <a:lnTo>
                      <a:pt x="16" y="49"/>
                    </a:lnTo>
                    <a:lnTo>
                      <a:pt x="7" y="43"/>
                    </a:lnTo>
                    <a:lnTo>
                      <a:pt x="1" y="36"/>
                    </a:lnTo>
                    <a:lnTo>
                      <a:pt x="0" y="25"/>
                    </a:lnTo>
                    <a:lnTo>
                      <a:pt x="0" y="25"/>
                    </a:lnTo>
                    <a:lnTo>
                      <a:pt x="1" y="16"/>
                    </a:lnTo>
                    <a:lnTo>
                      <a:pt x="7" y="7"/>
                    </a:lnTo>
                    <a:lnTo>
                      <a:pt x="16" y="2"/>
                    </a:lnTo>
                    <a:lnTo>
                      <a:pt x="25" y="0"/>
                    </a:lnTo>
                    <a:lnTo>
                      <a:pt x="25" y="0"/>
                    </a:lnTo>
                    <a:close/>
                  </a:path>
                </a:pathLst>
              </a:custGeom>
              <a:solidFill>
                <a:srgbClr val="F4726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25" name="Freeform 72"/>
              <p:cNvSpPr>
                <a:spLocks noEditPoints="1"/>
              </p:cNvSpPr>
              <p:nvPr/>
            </p:nvSpPr>
            <p:spPr bwMode="auto">
              <a:xfrm>
                <a:off x="9173183" y="761789"/>
                <a:ext cx="683768" cy="1303985"/>
              </a:xfrm>
              <a:custGeom>
                <a:avLst/>
                <a:gdLst/>
                <a:ahLst/>
                <a:cxnLst>
                  <a:cxn ang="0">
                    <a:pos x="158" y="94"/>
                  </a:cxn>
                  <a:cxn ang="0">
                    <a:pos x="141" y="69"/>
                  </a:cxn>
                  <a:cxn ang="0">
                    <a:pos x="134" y="63"/>
                  </a:cxn>
                  <a:cxn ang="0">
                    <a:pos x="130" y="60"/>
                  </a:cxn>
                  <a:cxn ang="0">
                    <a:pos x="123" y="58"/>
                  </a:cxn>
                  <a:cxn ang="0">
                    <a:pos x="100" y="54"/>
                  </a:cxn>
                  <a:cxn ang="0">
                    <a:pos x="67" y="58"/>
                  </a:cxn>
                  <a:cxn ang="0">
                    <a:pos x="63" y="58"/>
                  </a:cxn>
                  <a:cxn ang="0">
                    <a:pos x="61" y="58"/>
                  </a:cxn>
                  <a:cxn ang="0">
                    <a:pos x="61" y="58"/>
                  </a:cxn>
                  <a:cxn ang="0">
                    <a:pos x="34" y="56"/>
                  </a:cxn>
                  <a:cxn ang="0">
                    <a:pos x="27" y="40"/>
                  </a:cxn>
                  <a:cxn ang="0">
                    <a:pos x="23" y="23"/>
                  </a:cxn>
                  <a:cxn ang="0">
                    <a:pos x="20" y="2"/>
                  </a:cxn>
                  <a:cxn ang="0">
                    <a:pos x="14" y="0"/>
                  </a:cxn>
                  <a:cxn ang="0">
                    <a:pos x="12" y="2"/>
                  </a:cxn>
                  <a:cxn ang="0">
                    <a:pos x="14" y="14"/>
                  </a:cxn>
                  <a:cxn ang="0">
                    <a:pos x="9" y="14"/>
                  </a:cxn>
                  <a:cxn ang="0">
                    <a:pos x="2" y="22"/>
                  </a:cxn>
                  <a:cxn ang="0">
                    <a:pos x="0" y="29"/>
                  </a:cxn>
                  <a:cxn ang="0">
                    <a:pos x="11" y="60"/>
                  </a:cxn>
                  <a:cxn ang="0">
                    <a:pos x="14" y="70"/>
                  </a:cxn>
                  <a:cxn ang="0">
                    <a:pos x="22" y="76"/>
                  </a:cxn>
                  <a:cxn ang="0">
                    <a:pos x="40" y="81"/>
                  </a:cxn>
                  <a:cxn ang="0">
                    <a:pos x="60" y="83"/>
                  </a:cxn>
                  <a:cxn ang="0">
                    <a:pos x="60" y="92"/>
                  </a:cxn>
                  <a:cxn ang="0">
                    <a:pos x="60" y="286"/>
                  </a:cxn>
                  <a:cxn ang="0">
                    <a:pos x="61" y="292"/>
                  </a:cxn>
                  <a:cxn ang="0">
                    <a:pos x="69" y="299"/>
                  </a:cxn>
                  <a:cxn ang="0">
                    <a:pos x="74" y="301"/>
                  </a:cxn>
                  <a:cxn ang="0">
                    <a:pos x="85" y="295"/>
                  </a:cxn>
                  <a:cxn ang="0">
                    <a:pos x="89" y="286"/>
                  </a:cxn>
                  <a:cxn ang="0">
                    <a:pos x="89" y="185"/>
                  </a:cxn>
                  <a:cxn ang="0">
                    <a:pos x="90" y="179"/>
                  </a:cxn>
                  <a:cxn ang="0">
                    <a:pos x="94" y="179"/>
                  </a:cxn>
                  <a:cxn ang="0">
                    <a:pos x="100" y="181"/>
                  </a:cxn>
                  <a:cxn ang="0">
                    <a:pos x="100" y="286"/>
                  </a:cxn>
                  <a:cxn ang="0">
                    <a:pos x="101" y="292"/>
                  </a:cxn>
                  <a:cxn ang="0">
                    <a:pos x="109" y="299"/>
                  </a:cxn>
                  <a:cxn ang="0">
                    <a:pos x="114" y="301"/>
                  </a:cxn>
                  <a:cxn ang="0">
                    <a:pos x="125" y="295"/>
                  </a:cxn>
                  <a:cxn ang="0">
                    <a:pos x="129" y="286"/>
                  </a:cxn>
                  <a:cxn ang="0">
                    <a:pos x="129" y="174"/>
                  </a:cxn>
                  <a:cxn ang="0">
                    <a:pos x="136" y="167"/>
                  </a:cxn>
                  <a:cxn ang="0">
                    <a:pos x="150" y="152"/>
                  </a:cxn>
                  <a:cxn ang="0">
                    <a:pos x="156" y="143"/>
                  </a:cxn>
                  <a:cxn ang="0">
                    <a:pos x="163" y="125"/>
                  </a:cxn>
                  <a:cxn ang="0">
                    <a:pos x="165" y="119"/>
                  </a:cxn>
                  <a:cxn ang="0">
                    <a:pos x="161" y="107"/>
                  </a:cxn>
                  <a:cxn ang="0">
                    <a:pos x="158" y="94"/>
                  </a:cxn>
                  <a:cxn ang="0">
                    <a:pos x="139" y="119"/>
                  </a:cxn>
                  <a:cxn ang="0">
                    <a:pos x="134" y="130"/>
                  </a:cxn>
                  <a:cxn ang="0">
                    <a:pos x="129" y="92"/>
                  </a:cxn>
                  <a:cxn ang="0">
                    <a:pos x="136" y="105"/>
                  </a:cxn>
                  <a:cxn ang="0">
                    <a:pos x="141" y="118"/>
                  </a:cxn>
                  <a:cxn ang="0">
                    <a:pos x="139" y="119"/>
                  </a:cxn>
                  <a:cxn ang="0">
                    <a:pos x="141" y="118"/>
                  </a:cxn>
                </a:cxnLst>
                <a:rect l="0" t="0" r="r" b="b"/>
                <a:pathLst>
                  <a:path w="165" h="301">
                    <a:moveTo>
                      <a:pt x="158" y="94"/>
                    </a:moveTo>
                    <a:lnTo>
                      <a:pt x="158" y="94"/>
                    </a:lnTo>
                    <a:lnTo>
                      <a:pt x="147" y="78"/>
                    </a:lnTo>
                    <a:lnTo>
                      <a:pt x="141" y="69"/>
                    </a:lnTo>
                    <a:lnTo>
                      <a:pt x="134" y="63"/>
                    </a:lnTo>
                    <a:lnTo>
                      <a:pt x="134" y="63"/>
                    </a:lnTo>
                    <a:lnTo>
                      <a:pt x="130" y="61"/>
                    </a:lnTo>
                    <a:lnTo>
                      <a:pt x="130" y="60"/>
                    </a:lnTo>
                    <a:lnTo>
                      <a:pt x="130" y="60"/>
                    </a:lnTo>
                    <a:lnTo>
                      <a:pt x="123" y="58"/>
                    </a:lnTo>
                    <a:lnTo>
                      <a:pt x="116" y="56"/>
                    </a:lnTo>
                    <a:lnTo>
                      <a:pt x="100" y="54"/>
                    </a:lnTo>
                    <a:lnTo>
                      <a:pt x="81" y="56"/>
                    </a:lnTo>
                    <a:lnTo>
                      <a:pt x="67" y="58"/>
                    </a:lnTo>
                    <a:lnTo>
                      <a:pt x="67" y="58"/>
                    </a:lnTo>
                    <a:lnTo>
                      <a:pt x="63" y="58"/>
                    </a:lnTo>
                    <a:lnTo>
                      <a:pt x="61" y="58"/>
                    </a:lnTo>
                    <a:lnTo>
                      <a:pt x="61" y="58"/>
                    </a:lnTo>
                    <a:lnTo>
                      <a:pt x="61" y="58"/>
                    </a:lnTo>
                    <a:lnTo>
                      <a:pt x="61" y="58"/>
                    </a:lnTo>
                    <a:lnTo>
                      <a:pt x="47" y="58"/>
                    </a:lnTo>
                    <a:lnTo>
                      <a:pt x="34" y="56"/>
                    </a:lnTo>
                    <a:lnTo>
                      <a:pt x="34" y="56"/>
                    </a:lnTo>
                    <a:lnTo>
                      <a:pt x="27" y="40"/>
                    </a:lnTo>
                    <a:lnTo>
                      <a:pt x="23" y="25"/>
                    </a:lnTo>
                    <a:lnTo>
                      <a:pt x="23" y="23"/>
                    </a:lnTo>
                    <a:lnTo>
                      <a:pt x="20" y="2"/>
                    </a:lnTo>
                    <a:lnTo>
                      <a:pt x="20" y="2"/>
                    </a:lnTo>
                    <a:lnTo>
                      <a:pt x="18" y="0"/>
                    </a:lnTo>
                    <a:lnTo>
                      <a:pt x="14" y="0"/>
                    </a:lnTo>
                    <a:lnTo>
                      <a:pt x="14" y="0"/>
                    </a:lnTo>
                    <a:lnTo>
                      <a:pt x="12" y="2"/>
                    </a:lnTo>
                    <a:lnTo>
                      <a:pt x="12" y="3"/>
                    </a:lnTo>
                    <a:lnTo>
                      <a:pt x="14" y="14"/>
                    </a:lnTo>
                    <a:lnTo>
                      <a:pt x="14" y="14"/>
                    </a:lnTo>
                    <a:lnTo>
                      <a:pt x="9" y="14"/>
                    </a:lnTo>
                    <a:lnTo>
                      <a:pt x="3" y="18"/>
                    </a:lnTo>
                    <a:lnTo>
                      <a:pt x="2" y="22"/>
                    </a:lnTo>
                    <a:lnTo>
                      <a:pt x="0" y="29"/>
                    </a:lnTo>
                    <a:lnTo>
                      <a:pt x="0" y="29"/>
                    </a:lnTo>
                    <a:lnTo>
                      <a:pt x="3" y="45"/>
                    </a:lnTo>
                    <a:lnTo>
                      <a:pt x="11" y="60"/>
                    </a:lnTo>
                    <a:lnTo>
                      <a:pt x="11" y="60"/>
                    </a:lnTo>
                    <a:lnTo>
                      <a:pt x="14" y="70"/>
                    </a:lnTo>
                    <a:lnTo>
                      <a:pt x="16" y="74"/>
                    </a:lnTo>
                    <a:lnTo>
                      <a:pt x="22" y="76"/>
                    </a:lnTo>
                    <a:lnTo>
                      <a:pt x="22" y="76"/>
                    </a:lnTo>
                    <a:lnTo>
                      <a:pt x="40" y="81"/>
                    </a:lnTo>
                    <a:lnTo>
                      <a:pt x="49" y="83"/>
                    </a:lnTo>
                    <a:lnTo>
                      <a:pt x="60" y="83"/>
                    </a:lnTo>
                    <a:lnTo>
                      <a:pt x="60" y="92"/>
                    </a:lnTo>
                    <a:lnTo>
                      <a:pt x="60" y="92"/>
                    </a:lnTo>
                    <a:lnTo>
                      <a:pt x="60" y="181"/>
                    </a:lnTo>
                    <a:lnTo>
                      <a:pt x="60" y="286"/>
                    </a:lnTo>
                    <a:lnTo>
                      <a:pt x="60" y="286"/>
                    </a:lnTo>
                    <a:lnTo>
                      <a:pt x="61" y="292"/>
                    </a:lnTo>
                    <a:lnTo>
                      <a:pt x="63" y="295"/>
                    </a:lnTo>
                    <a:lnTo>
                      <a:pt x="69" y="299"/>
                    </a:lnTo>
                    <a:lnTo>
                      <a:pt x="74" y="301"/>
                    </a:lnTo>
                    <a:lnTo>
                      <a:pt x="74" y="301"/>
                    </a:lnTo>
                    <a:lnTo>
                      <a:pt x="80" y="299"/>
                    </a:lnTo>
                    <a:lnTo>
                      <a:pt x="85" y="295"/>
                    </a:lnTo>
                    <a:lnTo>
                      <a:pt x="89" y="292"/>
                    </a:lnTo>
                    <a:lnTo>
                      <a:pt x="89" y="286"/>
                    </a:lnTo>
                    <a:lnTo>
                      <a:pt x="89" y="185"/>
                    </a:lnTo>
                    <a:lnTo>
                      <a:pt x="89" y="185"/>
                    </a:lnTo>
                    <a:lnTo>
                      <a:pt x="90" y="181"/>
                    </a:lnTo>
                    <a:lnTo>
                      <a:pt x="90" y="179"/>
                    </a:lnTo>
                    <a:lnTo>
                      <a:pt x="94" y="179"/>
                    </a:lnTo>
                    <a:lnTo>
                      <a:pt x="94" y="179"/>
                    </a:lnTo>
                    <a:lnTo>
                      <a:pt x="98" y="179"/>
                    </a:lnTo>
                    <a:lnTo>
                      <a:pt x="100" y="181"/>
                    </a:lnTo>
                    <a:lnTo>
                      <a:pt x="100" y="185"/>
                    </a:lnTo>
                    <a:lnTo>
                      <a:pt x="100" y="286"/>
                    </a:lnTo>
                    <a:lnTo>
                      <a:pt x="100" y="286"/>
                    </a:lnTo>
                    <a:lnTo>
                      <a:pt x="101" y="292"/>
                    </a:lnTo>
                    <a:lnTo>
                      <a:pt x="103" y="295"/>
                    </a:lnTo>
                    <a:lnTo>
                      <a:pt x="109" y="299"/>
                    </a:lnTo>
                    <a:lnTo>
                      <a:pt x="114" y="301"/>
                    </a:lnTo>
                    <a:lnTo>
                      <a:pt x="114" y="301"/>
                    </a:lnTo>
                    <a:lnTo>
                      <a:pt x="119" y="299"/>
                    </a:lnTo>
                    <a:lnTo>
                      <a:pt x="125" y="295"/>
                    </a:lnTo>
                    <a:lnTo>
                      <a:pt x="127" y="292"/>
                    </a:lnTo>
                    <a:lnTo>
                      <a:pt x="129" y="286"/>
                    </a:lnTo>
                    <a:lnTo>
                      <a:pt x="129" y="188"/>
                    </a:lnTo>
                    <a:lnTo>
                      <a:pt x="129" y="174"/>
                    </a:lnTo>
                    <a:lnTo>
                      <a:pt x="129" y="174"/>
                    </a:lnTo>
                    <a:lnTo>
                      <a:pt x="136" y="167"/>
                    </a:lnTo>
                    <a:lnTo>
                      <a:pt x="143" y="159"/>
                    </a:lnTo>
                    <a:lnTo>
                      <a:pt x="150" y="152"/>
                    </a:lnTo>
                    <a:lnTo>
                      <a:pt x="156" y="143"/>
                    </a:lnTo>
                    <a:lnTo>
                      <a:pt x="156" y="143"/>
                    </a:lnTo>
                    <a:lnTo>
                      <a:pt x="161" y="130"/>
                    </a:lnTo>
                    <a:lnTo>
                      <a:pt x="163" y="125"/>
                    </a:lnTo>
                    <a:lnTo>
                      <a:pt x="165" y="119"/>
                    </a:lnTo>
                    <a:lnTo>
                      <a:pt x="165" y="119"/>
                    </a:lnTo>
                    <a:lnTo>
                      <a:pt x="165" y="112"/>
                    </a:lnTo>
                    <a:lnTo>
                      <a:pt x="161" y="107"/>
                    </a:lnTo>
                    <a:lnTo>
                      <a:pt x="158" y="94"/>
                    </a:lnTo>
                    <a:lnTo>
                      <a:pt x="158" y="94"/>
                    </a:lnTo>
                    <a:close/>
                    <a:moveTo>
                      <a:pt x="139" y="119"/>
                    </a:moveTo>
                    <a:lnTo>
                      <a:pt x="139" y="119"/>
                    </a:lnTo>
                    <a:lnTo>
                      <a:pt x="134" y="130"/>
                    </a:lnTo>
                    <a:lnTo>
                      <a:pt x="134" y="130"/>
                    </a:lnTo>
                    <a:lnTo>
                      <a:pt x="129" y="141"/>
                    </a:lnTo>
                    <a:lnTo>
                      <a:pt x="129" y="92"/>
                    </a:lnTo>
                    <a:lnTo>
                      <a:pt x="129" y="92"/>
                    </a:lnTo>
                    <a:lnTo>
                      <a:pt x="136" y="105"/>
                    </a:lnTo>
                    <a:lnTo>
                      <a:pt x="141" y="118"/>
                    </a:lnTo>
                    <a:lnTo>
                      <a:pt x="141" y="118"/>
                    </a:lnTo>
                    <a:lnTo>
                      <a:pt x="139" y="119"/>
                    </a:lnTo>
                    <a:lnTo>
                      <a:pt x="139" y="119"/>
                    </a:lnTo>
                    <a:close/>
                    <a:moveTo>
                      <a:pt x="141" y="118"/>
                    </a:moveTo>
                    <a:lnTo>
                      <a:pt x="141" y="118"/>
                    </a:lnTo>
                    <a:close/>
                  </a:path>
                </a:pathLst>
              </a:custGeom>
              <a:solidFill>
                <a:srgbClr val="F47264"/>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sp>
        <p:nvSpPr>
          <p:cNvPr id="3" name="Footer Placeholder 2"/>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4960926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250"/>
                                  </p:stCondLst>
                                  <p:childTnLst>
                                    <p:set>
                                      <p:cBhvr>
                                        <p:cTn id="6" dur="1" fill="hold">
                                          <p:stCondLst>
                                            <p:cond delay="0"/>
                                          </p:stCondLst>
                                        </p:cTn>
                                        <p:tgtEl>
                                          <p:spTgt spid="5"/>
                                        </p:tgtEl>
                                        <p:attrNameLst>
                                          <p:attrName>style.visibility</p:attrName>
                                        </p:attrNameLst>
                                      </p:cBhvr>
                                      <p:to>
                                        <p:strVal val="visible"/>
                                      </p:to>
                                    </p:set>
                                    <p:animEffect transition="in" filter="slide(fromLeft)">
                                      <p:cBhvr>
                                        <p:cTn id="7" dur="500"/>
                                        <p:tgtEl>
                                          <p:spTgt spid="5"/>
                                        </p:tgtEl>
                                      </p:cBhvr>
                                    </p:animEffect>
                                  </p:childTnLst>
                                </p:cTn>
                              </p:par>
                            </p:childTnLst>
                          </p:cTn>
                        </p:par>
                        <p:par>
                          <p:cTn id="8" fill="hold">
                            <p:stCondLst>
                              <p:cond delay="750"/>
                            </p:stCondLst>
                            <p:childTnLst>
                              <p:par>
                                <p:cTn id="9" presetID="12" presetClass="entr" presetSubtype="8" fill="hold" nodeType="afterEffect">
                                  <p:stCondLst>
                                    <p:cond delay="25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500"/>
                            </p:stCondLst>
                            <p:childTnLst>
                              <p:par>
                                <p:cTn id="13" presetID="12" presetClass="entr" presetSubtype="8" fill="hold" nodeType="afterEffect">
                                  <p:stCondLst>
                                    <p:cond delay="25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p:tgtEl>
                                          <p:spTgt spid="2"/>
                                        </p:tgtEl>
                                        <p:attrNameLst>
                                          <p:attrName>ppt_x</p:attrName>
                                        </p:attrNameLst>
                                      </p:cBhvr>
                                      <p:tavLst>
                                        <p:tav tm="0">
                                          <p:val>
                                            <p:strVal val="#ppt_x-#ppt_w*1.125000"/>
                                          </p:val>
                                        </p:tav>
                                        <p:tav tm="100000">
                                          <p:val>
                                            <p:strVal val="#ppt_x"/>
                                          </p:val>
                                        </p:tav>
                                      </p:tavLst>
                                    </p:anim>
                                    <p:animEffect transition="in" filter="wipe(right)">
                                      <p:cBhvr>
                                        <p:cTn id="1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36"/>
          <p:cNvGrpSpPr/>
          <p:nvPr/>
        </p:nvGrpSpPr>
        <p:grpSpPr>
          <a:xfrm>
            <a:off x="734735" y="3360655"/>
            <a:ext cx="2741874" cy="2764971"/>
            <a:chOff x="551050" y="2520491"/>
            <a:chExt cx="2056406" cy="2073728"/>
          </a:xfrm>
        </p:grpSpPr>
        <p:sp>
          <p:nvSpPr>
            <p:cNvPr id="19" name="Bent Arrow 18"/>
            <p:cNvSpPr/>
            <p:nvPr/>
          </p:nvSpPr>
          <p:spPr>
            <a:xfrm>
              <a:off x="785787" y="2520491"/>
              <a:ext cx="1821669" cy="1163187"/>
            </a:xfrm>
            <a:prstGeom prst="bentArrow">
              <a:avLst/>
            </a:prstGeom>
            <a:solidFill>
              <a:schemeClr val="accent6"/>
            </a:solidFill>
            <a:ln>
              <a:noFill/>
            </a:ln>
            <a:effectLst/>
          </p:spPr>
          <p:style>
            <a:lnRef idx="1">
              <a:schemeClr val="accent5"/>
            </a:lnRef>
            <a:fillRef idx="3">
              <a:schemeClr val="accent5"/>
            </a:fillRef>
            <a:effectRef idx="2">
              <a:schemeClr val="accent5"/>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5" name="Rectangle 14"/>
            <p:cNvSpPr/>
            <p:nvPr/>
          </p:nvSpPr>
          <p:spPr>
            <a:xfrm>
              <a:off x="551050" y="3693972"/>
              <a:ext cx="2056405" cy="900247"/>
            </a:xfrm>
            <a:prstGeom prst="rect">
              <a:avLst/>
            </a:prstGeom>
          </p:spPr>
          <p:txBody>
            <a:bodyPr wrap="square">
              <a:spAutoFit/>
            </a:bodyPr>
            <a:lstStyle/>
            <a:p>
              <a:pPr algn="ctr" fontAlgn="auto">
                <a:spcBef>
                  <a:spcPts val="0"/>
                </a:spcBef>
                <a:spcAft>
                  <a:spcPts val="0"/>
                </a:spcAft>
              </a:pPr>
              <a:r>
                <a:rPr lang="ar-SA" sz="2400" b="1" dirty="0"/>
                <a:t>  يساعد المعلم على مراعاة الفروق الفردية بين الطلبة</a:t>
              </a:r>
              <a:endParaRPr lang="en-US" sz="2400" b="1" dirty="0">
                <a:solidFill>
                  <a:prstClr val="white">
                    <a:lumMod val="65000"/>
                  </a:prstClr>
                </a:solidFill>
                <a:latin typeface="Open Sans" pitchFamily="34" charset="0"/>
                <a:ea typeface="Open Sans" pitchFamily="34" charset="0"/>
                <a:cs typeface="Open Sans" pitchFamily="34" charset="0"/>
              </a:endParaRPr>
            </a:p>
          </p:txBody>
        </p:sp>
        <p:sp>
          <p:nvSpPr>
            <p:cNvPr id="27" name="AutoShape 112"/>
            <p:cNvSpPr>
              <a:spLocks/>
            </p:cNvSpPr>
            <p:nvPr/>
          </p:nvSpPr>
          <p:spPr bwMode="auto">
            <a:xfrm>
              <a:off x="1500166" y="3071816"/>
              <a:ext cx="366050" cy="366676"/>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nvGrpSpPr>
          <p:cNvPr id="6" name="Group 47"/>
          <p:cNvGrpSpPr/>
          <p:nvPr/>
        </p:nvGrpSpPr>
        <p:grpSpPr>
          <a:xfrm>
            <a:off x="5905499" y="2412872"/>
            <a:ext cx="2784148" cy="2581893"/>
            <a:chOff x="4429124" y="1809654"/>
            <a:chExt cx="2088111" cy="1936420"/>
          </a:xfrm>
        </p:grpSpPr>
        <p:sp>
          <p:nvSpPr>
            <p:cNvPr id="21" name="Bent Arrow 20"/>
            <p:cNvSpPr/>
            <p:nvPr/>
          </p:nvSpPr>
          <p:spPr>
            <a:xfrm>
              <a:off x="4429124" y="1809654"/>
              <a:ext cx="1821669" cy="1163187"/>
            </a:xfrm>
            <a:prstGeom prst="bentArrow">
              <a:avLst/>
            </a:prstGeom>
            <a:solidFill>
              <a:schemeClr val="accent4"/>
            </a:solidFill>
            <a:ln>
              <a:noFill/>
            </a:ln>
            <a:effectLst/>
          </p:spPr>
          <p:style>
            <a:lnRef idx="1">
              <a:schemeClr val="accent3"/>
            </a:lnRef>
            <a:fillRef idx="3">
              <a:schemeClr val="accent3"/>
            </a:fillRef>
            <a:effectRef idx="2">
              <a:schemeClr val="accent3"/>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7" name="Rectangle 16"/>
            <p:cNvSpPr/>
            <p:nvPr/>
          </p:nvSpPr>
          <p:spPr>
            <a:xfrm>
              <a:off x="4618628" y="2845827"/>
              <a:ext cx="1898607" cy="900247"/>
            </a:xfrm>
            <a:prstGeom prst="rect">
              <a:avLst/>
            </a:prstGeom>
          </p:spPr>
          <p:txBody>
            <a:bodyPr wrap="square">
              <a:spAutoFit/>
            </a:bodyPr>
            <a:lstStyle/>
            <a:p>
              <a:pPr algn="ctr" fontAlgn="auto">
                <a:spcBef>
                  <a:spcPts val="0"/>
                </a:spcBef>
                <a:spcAft>
                  <a:spcPts val="0"/>
                </a:spcAft>
              </a:pPr>
              <a:r>
                <a:rPr lang="ar-SA" sz="2400" b="1" dirty="0"/>
                <a:t>يساعد في عمليات التقويم الذاتي، وتعزيز التعلم؛ والتغذية الراجعة</a:t>
              </a:r>
              <a:endParaRPr lang="en-US" sz="2400" b="1" dirty="0">
                <a:solidFill>
                  <a:prstClr val="white">
                    <a:lumMod val="65000"/>
                  </a:prstClr>
                </a:solidFill>
                <a:latin typeface="Open Sans" pitchFamily="34" charset="0"/>
                <a:ea typeface="Open Sans" pitchFamily="34" charset="0"/>
                <a:cs typeface="Open Sans" pitchFamily="34" charset="0"/>
              </a:endParaRPr>
            </a:p>
          </p:txBody>
        </p:sp>
        <p:grpSp>
          <p:nvGrpSpPr>
            <p:cNvPr id="7" name="Group 29"/>
            <p:cNvGrpSpPr/>
            <p:nvPr/>
          </p:nvGrpSpPr>
          <p:grpSpPr>
            <a:xfrm>
              <a:off x="5214942" y="2285998"/>
              <a:ext cx="251543" cy="366676"/>
              <a:chOff x="2612963" y="2767277"/>
              <a:chExt cx="251543" cy="366676"/>
            </a:xfrm>
            <a:solidFill>
              <a:schemeClr val="accent4"/>
            </a:solidFill>
          </p:grpSpPr>
          <p:sp>
            <p:nvSpPr>
              <p:cNvPr id="28" name="AutoShape 113"/>
              <p:cNvSpPr>
                <a:spLocks/>
              </p:cNvSpPr>
              <p:nvPr/>
            </p:nvSpPr>
            <p:spPr bwMode="auto">
              <a:xfrm>
                <a:off x="2612963" y="2767277"/>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9" name="AutoShape 114"/>
              <p:cNvSpPr>
                <a:spLocks/>
              </p:cNvSpPr>
              <p:nvPr/>
            </p:nvSpPr>
            <p:spPr bwMode="auto">
              <a:xfrm>
                <a:off x="2669904" y="2824844"/>
                <a:ext cx="74461" cy="744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grpSp>
        <p:nvGrpSpPr>
          <p:cNvPr id="8" name="Group 46"/>
          <p:cNvGrpSpPr/>
          <p:nvPr/>
        </p:nvGrpSpPr>
        <p:grpSpPr>
          <a:xfrm>
            <a:off x="3307621" y="2306438"/>
            <a:ext cx="3127972" cy="3757709"/>
            <a:chOff x="2480716" y="1729828"/>
            <a:chExt cx="2345979" cy="2818281"/>
          </a:xfrm>
        </p:grpSpPr>
        <p:sp>
          <p:nvSpPr>
            <p:cNvPr id="20" name="Bent Arrow 19"/>
            <p:cNvSpPr/>
            <p:nvPr/>
          </p:nvSpPr>
          <p:spPr>
            <a:xfrm>
              <a:off x="2607455" y="2132762"/>
              <a:ext cx="1821669" cy="1163187"/>
            </a:xfrm>
            <a:prstGeom prst="bentArrow">
              <a:avLst/>
            </a:prstGeom>
            <a:solidFill>
              <a:schemeClr val="accent1"/>
            </a:solidFill>
            <a:ln>
              <a:noFill/>
            </a:ln>
            <a:effectLst/>
          </p:spPr>
          <p:style>
            <a:lnRef idx="1">
              <a:schemeClr val="accent6"/>
            </a:lnRef>
            <a:fillRef idx="3">
              <a:schemeClr val="accent6"/>
            </a:fillRef>
            <a:effectRef idx="2">
              <a:schemeClr val="accent6"/>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6" name="Rectangle 15"/>
            <p:cNvSpPr/>
            <p:nvPr/>
          </p:nvSpPr>
          <p:spPr>
            <a:xfrm>
              <a:off x="2480716" y="3370864"/>
              <a:ext cx="2345979" cy="1177245"/>
            </a:xfrm>
            <a:prstGeom prst="rect">
              <a:avLst/>
            </a:prstGeom>
          </p:spPr>
          <p:txBody>
            <a:bodyPr wrap="square">
              <a:spAutoFit/>
            </a:bodyPr>
            <a:lstStyle/>
            <a:p>
              <a:pPr algn="ctr" fontAlgn="auto">
                <a:spcBef>
                  <a:spcPts val="0"/>
                </a:spcBef>
                <a:spcAft>
                  <a:spcPts val="0"/>
                </a:spcAft>
              </a:pPr>
              <a:r>
                <a:rPr lang="ar-SA" sz="2400" b="1" dirty="0"/>
                <a:t>  يجعل التعليم أكثر تشويقاً وفاعلية ومتعة من خلال توفير الرسوم والصور والألوان</a:t>
              </a:r>
              <a:endParaRPr lang="en-US" sz="2400" b="1" dirty="0">
                <a:solidFill>
                  <a:prstClr val="white">
                    <a:lumMod val="65000"/>
                  </a:prstClr>
                </a:solidFill>
                <a:latin typeface="Open Sans" pitchFamily="34" charset="0"/>
                <a:ea typeface="Open Sans" pitchFamily="34" charset="0"/>
                <a:cs typeface="Open Sans" pitchFamily="34" charset="0"/>
              </a:endParaRPr>
            </a:p>
          </p:txBody>
        </p:sp>
        <p:sp>
          <p:nvSpPr>
            <p:cNvPr id="23" name="AutoShape 29"/>
            <p:cNvSpPr>
              <a:spLocks/>
            </p:cNvSpPr>
            <p:nvPr/>
          </p:nvSpPr>
          <p:spPr bwMode="auto">
            <a:xfrm>
              <a:off x="3286116" y="2643188"/>
              <a:ext cx="366051" cy="331636"/>
            </a:xfrm>
            <a:custGeom>
              <a:avLst/>
              <a:gdLst>
                <a:gd name="T0" fmla="+- 0 10736 439"/>
                <a:gd name="T1" fmla="*/ T0 w 20595"/>
                <a:gd name="T2" fmla="+- 0 10869 621"/>
                <a:gd name="T3" fmla="*/ 10869 h 20497"/>
                <a:gd name="T4" fmla="+- 0 10736 439"/>
                <a:gd name="T5" fmla="*/ T4 w 20595"/>
                <a:gd name="T6" fmla="+- 0 10869 621"/>
                <a:gd name="T7" fmla="*/ 10869 h 20497"/>
                <a:gd name="T8" fmla="+- 0 10736 439"/>
                <a:gd name="T9" fmla="*/ T8 w 20595"/>
                <a:gd name="T10" fmla="+- 0 10869 621"/>
                <a:gd name="T11" fmla="*/ 10869 h 20497"/>
                <a:gd name="T12" fmla="+- 0 10736 439"/>
                <a:gd name="T13" fmla="*/ T12 w 20595"/>
                <a:gd name="T14" fmla="+- 0 10869 621"/>
                <a:gd name="T15" fmla="*/ 10869 h 20497"/>
              </a:gdLst>
              <a:ahLst/>
              <a:cxnLst>
                <a:cxn ang="0">
                  <a:pos x="T1" y="T3"/>
                </a:cxn>
                <a:cxn ang="0">
                  <a:pos x="T5" y="T7"/>
                </a:cxn>
                <a:cxn ang="0">
                  <a:pos x="T9" y="T11"/>
                </a:cxn>
                <a:cxn ang="0">
                  <a:pos x="T13" y="T15"/>
                </a:cxn>
              </a:cxnLst>
              <a:rect l="0" t="0" r="r" b="b"/>
              <a:pathLst>
                <a:path w="20595" h="20497">
                  <a:moveTo>
                    <a:pt x="18898" y="1863"/>
                  </a:moveTo>
                  <a:cubicBezTo>
                    <a:pt x="16636" y="-621"/>
                    <a:pt x="12968" y="-621"/>
                    <a:pt x="10707" y="1863"/>
                  </a:cubicBezTo>
                  <a:lnTo>
                    <a:pt x="1317" y="12053"/>
                  </a:lnTo>
                  <a:cubicBezTo>
                    <a:pt x="-439" y="13982"/>
                    <a:pt x="-439" y="17121"/>
                    <a:pt x="1317" y="19050"/>
                  </a:cubicBezTo>
                  <a:cubicBezTo>
                    <a:pt x="3073" y="20979"/>
                    <a:pt x="5931" y="20979"/>
                    <a:pt x="7687" y="19050"/>
                  </a:cubicBezTo>
                  <a:lnTo>
                    <a:pt x="17078" y="8860"/>
                  </a:lnTo>
                  <a:cubicBezTo>
                    <a:pt x="18335" y="7479"/>
                    <a:pt x="18335" y="5242"/>
                    <a:pt x="17078" y="3862"/>
                  </a:cubicBezTo>
                  <a:cubicBezTo>
                    <a:pt x="15821" y="2482"/>
                    <a:pt x="13783" y="2482"/>
                    <a:pt x="12527" y="3862"/>
                  </a:cubicBezTo>
                  <a:lnTo>
                    <a:pt x="5467" y="11614"/>
                  </a:lnTo>
                  <a:cubicBezTo>
                    <a:pt x="5216" y="11891"/>
                    <a:pt x="5216" y="12337"/>
                    <a:pt x="5467" y="12614"/>
                  </a:cubicBezTo>
                  <a:cubicBezTo>
                    <a:pt x="5719" y="12890"/>
                    <a:pt x="6126" y="12890"/>
                    <a:pt x="6378" y="12614"/>
                  </a:cubicBezTo>
                  <a:lnTo>
                    <a:pt x="13437" y="4861"/>
                  </a:lnTo>
                  <a:cubicBezTo>
                    <a:pt x="14190" y="4035"/>
                    <a:pt x="15414" y="4035"/>
                    <a:pt x="16167" y="4861"/>
                  </a:cubicBezTo>
                  <a:cubicBezTo>
                    <a:pt x="16920" y="5688"/>
                    <a:pt x="16920" y="7034"/>
                    <a:pt x="16167" y="7860"/>
                  </a:cubicBezTo>
                  <a:lnTo>
                    <a:pt x="6777" y="18050"/>
                  </a:lnTo>
                  <a:cubicBezTo>
                    <a:pt x="5520" y="19430"/>
                    <a:pt x="3484" y="19430"/>
                    <a:pt x="2227" y="18050"/>
                  </a:cubicBezTo>
                  <a:cubicBezTo>
                    <a:pt x="970" y="16670"/>
                    <a:pt x="970" y="14433"/>
                    <a:pt x="2227" y="13053"/>
                  </a:cubicBezTo>
                  <a:lnTo>
                    <a:pt x="11525" y="2963"/>
                  </a:lnTo>
                  <a:cubicBezTo>
                    <a:pt x="13285" y="1030"/>
                    <a:pt x="16139" y="1030"/>
                    <a:pt x="17896" y="2963"/>
                  </a:cubicBezTo>
                  <a:cubicBezTo>
                    <a:pt x="19657" y="4896"/>
                    <a:pt x="19657" y="8027"/>
                    <a:pt x="17897" y="9959"/>
                  </a:cubicBezTo>
                  <a:lnTo>
                    <a:pt x="10929" y="17611"/>
                  </a:lnTo>
                  <a:cubicBezTo>
                    <a:pt x="10677" y="17888"/>
                    <a:pt x="10677" y="18334"/>
                    <a:pt x="10929" y="18610"/>
                  </a:cubicBezTo>
                  <a:cubicBezTo>
                    <a:pt x="11181" y="18887"/>
                    <a:pt x="11588" y="18887"/>
                    <a:pt x="11839" y="18610"/>
                  </a:cubicBezTo>
                  <a:lnTo>
                    <a:pt x="18898" y="10859"/>
                  </a:lnTo>
                  <a:cubicBezTo>
                    <a:pt x="21160" y="8375"/>
                    <a:pt x="21160" y="4347"/>
                    <a:pt x="18898" y="1863"/>
                  </a:cubicBezTo>
                </a:path>
              </a:pathLst>
            </a:cu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46" name="Line 75"/>
            <p:cNvSpPr>
              <a:spLocks noChangeShapeType="1"/>
            </p:cNvSpPr>
            <p:nvPr/>
          </p:nvSpPr>
          <p:spPr bwMode="auto">
            <a:xfrm>
              <a:off x="3654420" y="1729828"/>
              <a:ext cx="5102" cy="5102"/>
            </a:xfrm>
            <a:prstGeom prst="line">
              <a:avLst/>
            </a:pr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2" name="Group 1"/>
          <p:cNvGrpSpPr/>
          <p:nvPr/>
        </p:nvGrpSpPr>
        <p:grpSpPr>
          <a:xfrm>
            <a:off x="8334394" y="513009"/>
            <a:ext cx="3205803" cy="4111059"/>
            <a:chOff x="8334394" y="513009"/>
            <a:chExt cx="3205803" cy="4111059"/>
          </a:xfrm>
        </p:grpSpPr>
        <p:grpSp>
          <p:nvGrpSpPr>
            <p:cNvPr id="3" name="Group 48"/>
            <p:cNvGrpSpPr/>
            <p:nvPr/>
          </p:nvGrpSpPr>
          <p:grpSpPr>
            <a:xfrm>
              <a:off x="8334394" y="1809739"/>
              <a:ext cx="3205803" cy="2814329"/>
              <a:chOff x="6250794" y="1357304"/>
              <a:chExt cx="2404352" cy="2110746"/>
            </a:xfrm>
          </p:grpSpPr>
          <p:sp>
            <p:nvSpPr>
              <p:cNvPr id="22" name="Bent Arrow 21"/>
              <p:cNvSpPr/>
              <p:nvPr/>
            </p:nvSpPr>
            <p:spPr>
              <a:xfrm>
                <a:off x="6250794" y="1357304"/>
                <a:ext cx="1821669" cy="1163187"/>
              </a:xfrm>
              <a:prstGeom prst="bentArrow">
                <a:avLst/>
              </a:prstGeom>
              <a:solidFill>
                <a:schemeClr val="accent5"/>
              </a:solidFill>
              <a:ln>
                <a:noFill/>
              </a:ln>
              <a:effectLst/>
            </p:spPr>
            <p:style>
              <a:lnRef idx="1">
                <a:schemeClr val="accent2"/>
              </a:lnRef>
              <a:fillRef idx="3">
                <a:schemeClr val="accent2"/>
              </a:fillRef>
              <a:effectRef idx="2">
                <a:schemeClr val="accent2"/>
              </a:effectRef>
              <a:fontRef idx="minor">
                <a:schemeClr val="lt1"/>
              </a:fontRef>
            </p:style>
            <p:txBody>
              <a:bodyPr rtlCol="0" anchor="ctr"/>
              <a:lstStyle/>
              <a:p>
                <a:pPr algn="ctr" fontAlgn="auto">
                  <a:spcBef>
                    <a:spcPts val="0"/>
                  </a:spcBef>
                  <a:spcAft>
                    <a:spcPts val="0"/>
                  </a:spcAft>
                </a:pPr>
                <a:endParaRPr lang="id-ID">
                  <a:solidFill>
                    <a:srgbClr val="000000"/>
                  </a:solidFill>
                </a:endParaRPr>
              </a:p>
            </p:txBody>
          </p:sp>
          <p:sp>
            <p:nvSpPr>
              <p:cNvPr id="18" name="Rectangle 17"/>
              <p:cNvSpPr/>
              <p:nvPr/>
            </p:nvSpPr>
            <p:spPr>
              <a:xfrm>
                <a:off x="6466305" y="2290805"/>
                <a:ext cx="2188841" cy="1177245"/>
              </a:xfrm>
              <a:prstGeom prst="rect">
                <a:avLst/>
              </a:prstGeom>
            </p:spPr>
            <p:txBody>
              <a:bodyPr wrap="square">
                <a:spAutoFit/>
              </a:bodyPr>
              <a:lstStyle/>
              <a:p>
                <a:pPr algn="ctr" fontAlgn="auto">
                  <a:spcBef>
                    <a:spcPts val="0"/>
                  </a:spcBef>
                  <a:spcAft>
                    <a:spcPts val="0"/>
                  </a:spcAft>
                </a:pPr>
                <a:r>
                  <a:rPr lang="ar-SA" sz="2400" b="1" dirty="0"/>
                  <a:t>يتيح مجالاً واسعاً لتنويع أساليب تقديم المعلومات للمتعلمين بوجود المعلم أو عدمه</a:t>
                </a:r>
                <a:endParaRPr lang="en-US" sz="2400" b="1" dirty="0">
                  <a:solidFill>
                    <a:prstClr val="white">
                      <a:lumMod val="65000"/>
                    </a:prstClr>
                  </a:solidFill>
                  <a:latin typeface="Open Sans" pitchFamily="34" charset="0"/>
                  <a:ea typeface="Open Sans" pitchFamily="34" charset="0"/>
                  <a:cs typeface="Open Sans" pitchFamily="34" charset="0"/>
                </a:endParaRPr>
              </a:p>
            </p:txBody>
          </p:sp>
          <p:grpSp>
            <p:nvGrpSpPr>
              <p:cNvPr id="4" name="Group 30"/>
              <p:cNvGrpSpPr/>
              <p:nvPr/>
            </p:nvGrpSpPr>
            <p:grpSpPr>
              <a:xfrm>
                <a:off x="7000892" y="1857370"/>
                <a:ext cx="366676" cy="320373"/>
                <a:chOff x="4800505" y="2786674"/>
                <a:chExt cx="366676" cy="320373"/>
              </a:xfrm>
              <a:solidFill>
                <a:schemeClr val="accent5"/>
              </a:solidFill>
            </p:grpSpPr>
            <p:sp>
              <p:nvSpPr>
                <p:cNvPr id="24" name="AutoShape 43"/>
                <p:cNvSpPr>
                  <a:spLocks/>
                </p:cNvSpPr>
                <p:nvPr/>
              </p:nvSpPr>
              <p:spPr bwMode="auto">
                <a:xfrm>
                  <a:off x="4800505" y="2786674"/>
                  <a:ext cx="366676" cy="26343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5" name="AutoShape 44"/>
                <p:cNvSpPr>
                  <a:spLocks/>
                </p:cNvSpPr>
                <p:nvPr/>
              </p:nvSpPr>
              <p:spPr bwMode="auto">
                <a:xfrm>
                  <a:off x="5132766" y="2901184"/>
                  <a:ext cx="22526" cy="12577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sp>
              <p:nvSpPr>
                <p:cNvPr id="26" name="AutoShape 45"/>
                <p:cNvSpPr>
                  <a:spLocks/>
                </p:cNvSpPr>
                <p:nvPr/>
              </p:nvSpPr>
              <p:spPr bwMode="auto">
                <a:xfrm>
                  <a:off x="5120877" y="3038217"/>
                  <a:ext cx="46304"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fontAlgn="auto">
                    <a:spcBef>
                      <a:spcPts val="0"/>
                    </a:spcBef>
                    <a:spcAft>
                      <a:spcPts val="0"/>
                    </a:spcAft>
                  </a:pPr>
                  <a:endParaRPr lang="en-US" sz="4000">
                    <a:solidFill>
                      <a:srgbClr val="FFFFFF"/>
                    </a:solidFill>
                    <a:effectLst>
                      <a:outerShdw blurRad="38100" dist="38100" dir="2700000" algn="tl">
                        <a:srgbClr val="000000"/>
                      </a:outerShdw>
                    </a:effectLst>
                    <a:latin typeface="Calibri"/>
                    <a:cs typeface="+mn-cs"/>
                  </a:endParaRPr>
                </a:p>
              </p:txBody>
            </p:sp>
          </p:grpSp>
        </p:grpSp>
        <p:grpSp>
          <p:nvGrpSpPr>
            <p:cNvPr id="30" name="Group 29"/>
            <p:cNvGrpSpPr/>
            <p:nvPr/>
          </p:nvGrpSpPr>
          <p:grpSpPr>
            <a:xfrm>
              <a:off x="9334525" y="513009"/>
              <a:ext cx="683768" cy="1303985"/>
              <a:chOff x="2172443" y="1456733"/>
              <a:chExt cx="683768" cy="1303985"/>
            </a:xfrm>
          </p:grpSpPr>
          <p:sp>
            <p:nvSpPr>
              <p:cNvPr id="31" name="Freeform 71"/>
              <p:cNvSpPr>
                <a:spLocks/>
              </p:cNvSpPr>
              <p:nvPr/>
            </p:nvSpPr>
            <p:spPr bwMode="auto">
              <a:xfrm>
                <a:off x="2505638" y="1475794"/>
                <a:ext cx="205956" cy="217334"/>
              </a:xfrm>
              <a:custGeom>
                <a:avLst/>
                <a:gdLst/>
                <a:ahLst/>
                <a:cxnLst>
                  <a:cxn ang="0">
                    <a:pos x="25" y="0"/>
                  </a:cxn>
                  <a:cxn ang="0">
                    <a:pos x="25" y="0"/>
                  </a:cxn>
                  <a:cxn ang="0">
                    <a:pos x="34" y="2"/>
                  </a:cxn>
                  <a:cxn ang="0">
                    <a:pos x="43" y="7"/>
                  </a:cxn>
                  <a:cxn ang="0">
                    <a:pos x="49" y="16"/>
                  </a:cxn>
                  <a:cxn ang="0">
                    <a:pos x="50" y="25"/>
                  </a:cxn>
                  <a:cxn ang="0">
                    <a:pos x="50" y="25"/>
                  </a:cxn>
                  <a:cxn ang="0">
                    <a:pos x="49" y="36"/>
                  </a:cxn>
                  <a:cxn ang="0">
                    <a:pos x="43" y="43"/>
                  </a:cxn>
                  <a:cxn ang="0">
                    <a:pos x="34" y="49"/>
                  </a:cxn>
                  <a:cxn ang="0">
                    <a:pos x="25" y="51"/>
                  </a:cxn>
                  <a:cxn ang="0">
                    <a:pos x="25" y="51"/>
                  </a:cxn>
                  <a:cxn ang="0">
                    <a:pos x="16" y="49"/>
                  </a:cxn>
                  <a:cxn ang="0">
                    <a:pos x="7" y="43"/>
                  </a:cxn>
                  <a:cxn ang="0">
                    <a:pos x="1" y="36"/>
                  </a:cxn>
                  <a:cxn ang="0">
                    <a:pos x="0" y="25"/>
                  </a:cxn>
                  <a:cxn ang="0">
                    <a:pos x="0" y="25"/>
                  </a:cxn>
                  <a:cxn ang="0">
                    <a:pos x="1" y="16"/>
                  </a:cxn>
                  <a:cxn ang="0">
                    <a:pos x="7" y="7"/>
                  </a:cxn>
                  <a:cxn ang="0">
                    <a:pos x="16" y="2"/>
                  </a:cxn>
                  <a:cxn ang="0">
                    <a:pos x="25" y="0"/>
                  </a:cxn>
                  <a:cxn ang="0">
                    <a:pos x="25" y="0"/>
                  </a:cxn>
                </a:cxnLst>
                <a:rect l="0" t="0" r="r" b="b"/>
                <a:pathLst>
                  <a:path w="50" h="51">
                    <a:moveTo>
                      <a:pt x="25" y="0"/>
                    </a:moveTo>
                    <a:lnTo>
                      <a:pt x="25" y="0"/>
                    </a:lnTo>
                    <a:lnTo>
                      <a:pt x="34" y="2"/>
                    </a:lnTo>
                    <a:lnTo>
                      <a:pt x="43" y="7"/>
                    </a:lnTo>
                    <a:lnTo>
                      <a:pt x="49" y="16"/>
                    </a:lnTo>
                    <a:lnTo>
                      <a:pt x="50" y="25"/>
                    </a:lnTo>
                    <a:lnTo>
                      <a:pt x="50" y="25"/>
                    </a:lnTo>
                    <a:lnTo>
                      <a:pt x="49" y="36"/>
                    </a:lnTo>
                    <a:lnTo>
                      <a:pt x="43" y="43"/>
                    </a:lnTo>
                    <a:lnTo>
                      <a:pt x="34" y="49"/>
                    </a:lnTo>
                    <a:lnTo>
                      <a:pt x="25" y="51"/>
                    </a:lnTo>
                    <a:lnTo>
                      <a:pt x="25" y="51"/>
                    </a:lnTo>
                    <a:lnTo>
                      <a:pt x="16" y="49"/>
                    </a:lnTo>
                    <a:lnTo>
                      <a:pt x="7" y="43"/>
                    </a:lnTo>
                    <a:lnTo>
                      <a:pt x="1" y="36"/>
                    </a:lnTo>
                    <a:lnTo>
                      <a:pt x="0" y="25"/>
                    </a:lnTo>
                    <a:lnTo>
                      <a:pt x="0" y="25"/>
                    </a:lnTo>
                    <a:lnTo>
                      <a:pt x="1" y="16"/>
                    </a:lnTo>
                    <a:lnTo>
                      <a:pt x="7" y="7"/>
                    </a:lnTo>
                    <a:lnTo>
                      <a:pt x="16" y="2"/>
                    </a:lnTo>
                    <a:lnTo>
                      <a:pt x="25" y="0"/>
                    </a:lnTo>
                    <a:lnTo>
                      <a:pt x="25" y="0"/>
                    </a:lnTo>
                    <a:close/>
                  </a:path>
                </a:pathLst>
              </a:custGeom>
              <a:solidFill>
                <a:srgbClr val="8F8FBF"/>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32" name="Freeform 72"/>
              <p:cNvSpPr>
                <a:spLocks noEditPoints="1"/>
              </p:cNvSpPr>
              <p:nvPr/>
            </p:nvSpPr>
            <p:spPr bwMode="auto">
              <a:xfrm>
                <a:off x="2172443" y="1456733"/>
                <a:ext cx="683768" cy="1303985"/>
              </a:xfrm>
              <a:custGeom>
                <a:avLst/>
                <a:gdLst/>
                <a:ahLst/>
                <a:cxnLst>
                  <a:cxn ang="0">
                    <a:pos x="158" y="94"/>
                  </a:cxn>
                  <a:cxn ang="0">
                    <a:pos x="141" y="69"/>
                  </a:cxn>
                  <a:cxn ang="0">
                    <a:pos x="134" y="63"/>
                  </a:cxn>
                  <a:cxn ang="0">
                    <a:pos x="130" y="60"/>
                  </a:cxn>
                  <a:cxn ang="0">
                    <a:pos x="123" y="58"/>
                  </a:cxn>
                  <a:cxn ang="0">
                    <a:pos x="100" y="54"/>
                  </a:cxn>
                  <a:cxn ang="0">
                    <a:pos x="67" y="58"/>
                  </a:cxn>
                  <a:cxn ang="0">
                    <a:pos x="63" y="58"/>
                  </a:cxn>
                  <a:cxn ang="0">
                    <a:pos x="61" y="58"/>
                  </a:cxn>
                  <a:cxn ang="0">
                    <a:pos x="61" y="58"/>
                  </a:cxn>
                  <a:cxn ang="0">
                    <a:pos x="34" y="56"/>
                  </a:cxn>
                  <a:cxn ang="0">
                    <a:pos x="27" y="40"/>
                  </a:cxn>
                  <a:cxn ang="0">
                    <a:pos x="23" y="23"/>
                  </a:cxn>
                  <a:cxn ang="0">
                    <a:pos x="20" y="2"/>
                  </a:cxn>
                  <a:cxn ang="0">
                    <a:pos x="14" y="0"/>
                  </a:cxn>
                  <a:cxn ang="0">
                    <a:pos x="12" y="2"/>
                  </a:cxn>
                  <a:cxn ang="0">
                    <a:pos x="14" y="14"/>
                  </a:cxn>
                  <a:cxn ang="0">
                    <a:pos x="9" y="14"/>
                  </a:cxn>
                  <a:cxn ang="0">
                    <a:pos x="2" y="22"/>
                  </a:cxn>
                  <a:cxn ang="0">
                    <a:pos x="0" y="29"/>
                  </a:cxn>
                  <a:cxn ang="0">
                    <a:pos x="11" y="60"/>
                  </a:cxn>
                  <a:cxn ang="0">
                    <a:pos x="14" y="70"/>
                  </a:cxn>
                  <a:cxn ang="0">
                    <a:pos x="22" y="76"/>
                  </a:cxn>
                  <a:cxn ang="0">
                    <a:pos x="40" y="81"/>
                  </a:cxn>
                  <a:cxn ang="0">
                    <a:pos x="60" y="83"/>
                  </a:cxn>
                  <a:cxn ang="0">
                    <a:pos x="60" y="92"/>
                  </a:cxn>
                  <a:cxn ang="0">
                    <a:pos x="60" y="286"/>
                  </a:cxn>
                  <a:cxn ang="0">
                    <a:pos x="61" y="292"/>
                  </a:cxn>
                  <a:cxn ang="0">
                    <a:pos x="69" y="299"/>
                  </a:cxn>
                  <a:cxn ang="0">
                    <a:pos x="74" y="301"/>
                  </a:cxn>
                  <a:cxn ang="0">
                    <a:pos x="85" y="295"/>
                  </a:cxn>
                  <a:cxn ang="0">
                    <a:pos x="89" y="286"/>
                  </a:cxn>
                  <a:cxn ang="0">
                    <a:pos x="89" y="185"/>
                  </a:cxn>
                  <a:cxn ang="0">
                    <a:pos x="90" y="179"/>
                  </a:cxn>
                  <a:cxn ang="0">
                    <a:pos x="94" y="179"/>
                  </a:cxn>
                  <a:cxn ang="0">
                    <a:pos x="100" y="181"/>
                  </a:cxn>
                  <a:cxn ang="0">
                    <a:pos x="100" y="286"/>
                  </a:cxn>
                  <a:cxn ang="0">
                    <a:pos x="101" y="292"/>
                  </a:cxn>
                  <a:cxn ang="0">
                    <a:pos x="109" y="299"/>
                  </a:cxn>
                  <a:cxn ang="0">
                    <a:pos x="114" y="301"/>
                  </a:cxn>
                  <a:cxn ang="0">
                    <a:pos x="125" y="295"/>
                  </a:cxn>
                  <a:cxn ang="0">
                    <a:pos x="129" y="286"/>
                  </a:cxn>
                  <a:cxn ang="0">
                    <a:pos x="129" y="174"/>
                  </a:cxn>
                  <a:cxn ang="0">
                    <a:pos x="136" y="167"/>
                  </a:cxn>
                  <a:cxn ang="0">
                    <a:pos x="150" y="152"/>
                  </a:cxn>
                  <a:cxn ang="0">
                    <a:pos x="156" y="143"/>
                  </a:cxn>
                  <a:cxn ang="0">
                    <a:pos x="163" y="125"/>
                  </a:cxn>
                  <a:cxn ang="0">
                    <a:pos x="165" y="119"/>
                  </a:cxn>
                  <a:cxn ang="0">
                    <a:pos x="161" y="107"/>
                  </a:cxn>
                  <a:cxn ang="0">
                    <a:pos x="158" y="94"/>
                  </a:cxn>
                  <a:cxn ang="0">
                    <a:pos x="139" y="119"/>
                  </a:cxn>
                  <a:cxn ang="0">
                    <a:pos x="134" y="130"/>
                  </a:cxn>
                  <a:cxn ang="0">
                    <a:pos x="129" y="92"/>
                  </a:cxn>
                  <a:cxn ang="0">
                    <a:pos x="136" y="105"/>
                  </a:cxn>
                  <a:cxn ang="0">
                    <a:pos x="141" y="118"/>
                  </a:cxn>
                  <a:cxn ang="0">
                    <a:pos x="139" y="119"/>
                  </a:cxn>
                  <a:cxn ang="0">
                    <a:pos x="141" y="118"/>
                  </a:cxn>
                </a:cxnLst>
                <a:rect l="0" t="0" r="r" b="b"/>
                <a:pathLst>
                  <a:path w="165" h="301">
                    <a:moveTo>
                      <a:pt x="158" y="94"/>
                    </a:moveTo>
                    <a:lnTo>
                      <a:pt x="158" y="94"/>
                    </a:lnTo>
                    <a:lnTo>
                      <a:pt x="147" y="78"/>
                    </a:lnTo>
                    <a:lnTo>
                      <a:pt x="141" y="69"/>
                    </a:lnTo>
                    <a:lnTo>
                      <a:pt x="134" y="63"/>
                    </a:lnTo>
                    <a:lnTo>
                      <a:pt x="134" y="63"/>
                    </a:lnTo>
                    <a:lnTo>
                      <a:pt x="130" y="61"/>
                    </a:lnTo>
                    <a:lnTo>
                      <a:pt x="130" y="60"/>
                    </a:lnTo>
                    <a:lnTo>
                      <a:pt x="130" y="60"/>
                    </a:lnTo>
                    <a:lnTo>
                      <a:pt x="123" y="58"/>
                    </a:lnTo>
                    <a:lnTo>
                      <a:pt x="116" y="56"/>
                    </a:lnTo>
                    <a:lnTo>
                      <a:pt x="100" y="54"/>
                    </a:lnTo>
                    <a:lnTo>
                      <a:pt x="81" y="56"/>
                    </a:lnTo>
                    <a:lnTo>
                      <a:pt x="67" y="58"/>
                    </a:lnTo>
                    <a:lnTo>
                      <a:pt x="67" y="58"/>
                    </a:lnTo>
                    <a:lnTo>
                      <a:pt x="63" y="58"/>
                    </a:lnTo>
                    <a:lnTo>
                      <a:pt x="61" y="58"/>
                    </a:lnTo>
                    <a:lnTo>
                      <a:pt x="61" y="58"/>
                    </a:lnTo>
                    <a:lnTo>
                      <a:pt x="61" y="58"/>
                    </a:lnTo>
                    <a:lnTo>
                      <a:pt x="61" y="58"/>
                    </a:lnTo>
                    <a:lnTo>
                      <a:pt x="47" y="58"/>
                    </a:lnTo>
                    <a:lnTo>
                      <a:pt x="34" y="56"/>
                    </a:lnTo>
                    <a:lnTo>
                      <a:pt x="34" y="56"/>
                    </a:lnTo>
                    <a:lnTo>
                      <a:pt x="27" y="40"/>
                    </a:lnTo>
                    <a:lnTo>
                      <a:pt x="23" y="25"/>
                    </a:lnTo>
                    <a:lnTo>
                      <a:pt x="23" y="23"/>
                    </a:lnTo>
                    <a:lnTo>
                      <a:pt x="20" y="2"/>
                    </a:lnTo>
                    <a:lnTo>
                      <a:pt x="20" y="2"/>
                    </a:lnTo>
                    <a:lnTo>
                      <a:pt x="18" y="0"/>
                    </a:lnTo>
                    <a:lnTo>
                      <a:pt x="14" y="0"/>
                    </a:lnTo>
                    <a:lnTo>
                      <a:pt x="14" y="0"/>
                    </a:lnTo>
                    <a:lnTo>
                      <a:pt x="12" y="2"/>
                    </a:lnTo>
                    <a:lnTo>
                      <a:pt x="12" y="3"/>
                    </a:lnTo>
                    <a:lnTo>
                      <a:pt x="14" y="14"/>
                    </a:lnTo>
                    <a:lnTo>
                      <a:pt x="14" y="14"/>
                    </a:lnTo>
                    <a:lnTo>
                      <a:pt x="9" y="14"/>
                    </a:lnTo>
                    <a:lnTo>
                      <a:pt x="3" y="18"/>
                    </a:lnTo>
                    <a:lnTo>
                      <a:pt x="2" y="22"/>
                    </a:lnTo>
                    <a:lnTo>
                      <a:pt x="0" y="29"/>
                    </a:lnTo>
                    <a:lnTo>
                      <a:pt x="0" y="29"/>
                    </a:lnTo>
                    <a:lnTo>
                      <a:pt x="3" y="45"/>
                    </a:lnTo>
                    <a:lnTo>
                      <a:pt x="11" y="60"/>
                    </a:lnTo>
                    <a:lnTo>
                      <a:pt x="11" y="60"/>
                    </a:lnTo>
                    <a:lnTo>
                      <a:pt x="14" y="70"/>
                    </a:lnTo>
                    <a:lnTo>
                      <a:pt x="16" y="74"/>
                    </a:lnTo>
                    <a:lnTo>
                      <a:pt x="22" y="76"/>
                    </a:lnTo>
                    <a:lnTo>
                      <a:pt x="22" y="76"/>
                    </a:lnTo>
                    <a:lnTo>
                      <a:pt x="40" y="81"/>
                    </a:lnTo>
                    <a:lnTo>
                      <a:pt x="49" y="83"/>
                    </a:lnTo>
                    <a:lnTo>
                      <a:pt x="60" y="83"/>
                    </a:lnTo>
                    <a:lnTo>
                      <a:pt x="60" y="92"/>
                    </a:lnTo>
                    <a:lnTo>
                      <a:pt x="60" y="92"/>
                    </a:lnTo>
                    <a:lnTo>
                      <a:pt x="60" y="181"/>
                    </a:lnTo>
                    <a:lnTo>
                      <a:pt x="60" y="286"/>
                    </a:lnTo>
                    <a:lnTo>
                      <a:pt x="60" y="286"/>
                    </a:lnTo>
                    <a:lnTo>
                      <a:pt x="61" y="292"/>
                    </a:lnTo>
                    <a:lnTo>
                      <a:pt x="63" y="295"/>
                    </a:lnTo>
                    <a:lnTo>
                      <a:pt x="69" y="299"/>
                    </a:lnTo>
                    <a:lnTo>
                      <a:pt x="74" y="301"/>
                    </a:lnTo>
                    <a:lnTo>
                      <a:pt x="74" y="301"/>
                    </a:lnTo>
                    <a:lnTo>
                      <a:pt x="80" y="299"/>
                    </a:lnTo>
                    <a:lnTo>
                      <a:pt x="85" y="295"/>
                    </a:lnTo>
                    <a:lnTo>
                      <a:pt x="89" y="292"/>
                    </a:lnTo>
                    <a:lnTo>
                      <a:pt x="89" y="286"/>
                    </a:lnTo>
                    <a:lnTo>
                      <a:pt x="89" y="185"/>
                    </a:lnTo>
                    <a:lnTo>
                      <a:pt x="89" y="185"/>
                    </a:lnTo>
                    <a:lnTo>
                      <a:pt x="90" y="181"/>
                    </a:lnTo>
                    <a:lnTo>
                      <a:pt x="90" y="179"/>
                    </a:lnTo>
                    <a:lnTo>
                      <a:pt x="94" y="179"/>
                    </a:lnTo>
                    <a:lnTo>
                      <a:pt x="94" y="179"/>
                    </a:lnTo>
                    <a:lnTo>
                      <a:pt x="98" y="179"/>
                    </a:lnTo>
                    <a:lnTo>
                      <a:pt x="100" y="181"/>
                    </a:lnTo>
                    <a:lnTo>
                      <a:pt x="100" y="185"/>
                    </a:lnTo>
                    <a:lnTo>
                      <a:pt x="100" y="286"/>
                    </a:lnTo>
                    <a:lnTo>
                      <a:pt x="100" y="286"/>
                    </a:lnTo>
                    <a:lnTo>
                      <a:pt x="101" y="292"/>
                    </a:lnTo>
                    <a:lnTo>
                      <a:pt x="103" y="295"/>
                    </a:lnTo>
                    <a:lnTo>
                      <a:pt x="109" y="299"/>
                    </a:lnTo>
                    <a:lnTo>
                      <a:pt x="114" y="301"/>
                    </a:lnTo>
                    <a:lnTo>
                      <a:pt x="114" y="301"/>
                    </a:lnTo>
                    <a:lnTo>
                      <a:pt x="119" y="299"/>
                    </a:lnTo>
                    <a:lnTo>
                      <a:pt x="125" y="295"/>
                    </a:lnTo>
                    <a:lnTo>
                      <a:pt x="127" y="292"/>
                    </a:lnTo>
                    <a:lnTo>
                      <a:pt x="129" y="286"/>
                    </a:lnTo>
                    <a:lnTo>
                      <a:pt x="129" y="188"/>
                    </a:lnTo>
                    <a:lnTo>
                      <a:pt x="129" y="174"/>
                    </a:lnTo>
                    <a:lnTo>
                      <a:pt x="129" y="174"/>
                    </a:lnTo>
                    <a:lnTo>
                      <a:pt x="136" y="167"/>
                    </a:lnTo>
                    <a:lnTo>
                      <a:pt x="143" y="159"/>
                    </a:lnTo>
                    <a:lnTo>
                      <a:pt x="150" y="152"/>
                    </a:lnTo>
                    <a:lnTo>
                      <a:pt x="156" y="143"/>
                    </a:lnTo>
                    <a:lnTo>
                      <a:pt x="156" y="143"/>
                    </a:lnTo>
                    <a:lnTo>
                      <a:pt x="161" y="130"/>
                    </a:lnTo>
                    <a:lnTo>
                      <a:pt x="163" y="125"/>
                    </a:lnTo>
                    <a:lnTo>
                      <a:pt x="165" y="119"/>
                    </a:lnTo>
                    <a:lnTo>
                      <a:pt x="165" y="119"/>
                    </a:lnTo>
                    <a:lnTo>
                      <a:pt x="165" y="112"/>
                    </a:lnTo>
                    <a:lnTo>
                      <a:pt x="161" y="107"/>
                    </a:lnTo>
                    <a:lnTo>
                      <a:pt x="158" y="94"/>
                    </a:lnTo>
                    <a:lnTo>
                      <a:pt x="158" y="94"/>
                    </a:lnTo>
                    <a:close/>
                    <a:moveTo>
                      <a:pt x="139" y="119"/>
                    </a:moveTo>
                    <a:lnTo>
                      <a:pt x="139" y="119"/>
                    </a:lnTo>
                    <a:lnTo>
                      <a:pt x="134" y="130"/>
                    </a:lnTo>
                    <a:lnTo>
                      <a:pt x="134" y="130"/>
                    </a:lnTo>
                    <a:lnTo>
                      <a:pt x="129" y="141"/>
                    </a:lnTo>
                    <a:lnTo>
                      <a:pt x="129" y="92"/>
                    </a:lnTo>
                    <a:lnTo>
                      <a:pt x="129" y="92"/>
                    </a:lnTo>
                    <a:lnTo>
                      <a:pt x="136" y="105"/>
                    </a:lnTo>
                    <a:lnTo>
                      <a:pt x="141" y="118"/>
                    </a:lnTo>
                    <a:lnTo>
                      <a:pt x="141" y="118"/>
                    </a:lnTo>
                    <a:lnTo>
                      <a:pt x="139" y="119"/>
                    </a:lnTo>
                    <a:lnTo>
                      <a:pt x="139" y="119"/>
                    </a:lnTo>
                    <a:close/>
                    <a:moveTo>
                      <a:pt x="141" y="118"/>
                    </a:moveTo>
                    <a:lnTo>
                      <a:pt x="141" y="118"/>
                    </a:lnTo>
                    <a:close/>
                  </a:path>
                </a:pathLst>
              </a:custGeom>
              <a:solidFill>
                <a:srgbClr val="8F8FBF"/>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sp>
        <p:nvSpPr>
          <p:cNvPr id="9" name="Footer Placeholder 8"/>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6634385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Left)">
                                      <p:cBhvr>
                                        <p:cTn id="7" dur="500"/>
                                        <p:tgtEl>
                                          <p:spTgt spid="5"/>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000"/>
                            </p:stCondLst>
                            <p:childTnLst>
                              <p:par>
                                <p:cTn id="13" presetID="12" presetClass="entr" presetSubtype="8"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slide(fromLeft)">
                                      <p:cBhvr>
                                        <p:cTn id="15" dur="500"/>
                                        <p:tgtEl>
                                          <p:spTgt spid="6"/>
                                        </p:tgtEl>
                                      </p:cBhvr>
                                    </p:animEffect>
                                  </p:childTnLst>
                                </p:cTn>
                              </p:par>
                            </p:childTnLst>
                          </p:cTn>
                        </p:par>
                        <p:par>
                          <p:cTn id="16" fill="hold">
                            <p:stCondLst>
                              <p:cond delay="1500"/>
                            </p:stCondLst>
                            <p:childTnLst>
                              <p:par>
                                <p:cTn id="17" presetID="12" presetClass="entr" presetSubtype="8" fill="hold" nodeType="afterEffect">
                                  <p:stCondLst>
                                    <p:cond delay="25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p:tgtEl>
                                          <p:spTgt spid="2"/>
                                        </p:tgtEl>
                                        <p:attrNameLst>
                                          <p:attrName>ppt_x</p:attrName>
                                        </p:attrNameLst>
                                      </p:cBhvr>
                                      <p:tavLst>
                                        <p:tav tm="0">
                                          <p:val>
                                            <p:strVal val="#ppt_x-#ppt_w*1.125000"/>
                                          </p:val>
                                        </p:tav>
                                        <p:tav tm="100000">
                                          <p:val>
                                            <p:strVal val="#ppt_x"/>
                                          </p:val>
                                        </p:tav>
                                      </p:tavLst>
                                    </p:anim>
                                    <p:animEffect transition="in" filter="wipe(right)">
                                      <p:cBhvr>
                                        <p:cTn id="2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p:cNvCxnSpPr/>
          <p:nvPr/>
        </p:nvCxnSpPr>
        <p:spPr>
          <a:xfrm flipV="1">
            <a:off x="6065519" y="2334243"/>
            <a:ext cx="2386" cy="3991912"/>
          </a:xfrm>
          <a:prstGeom prst="line">
            <a:avLst/>
          </a:prstGeom>
          <a:ln w="5715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1" name="Teardrop 30"/>
          <p:cNvSpPr/>
          <p:nvPr/>
        </p:nvSpPr>
        <p:spPr>
          <a:xfrm rot="2700000">
            <a:off x="5983366" y="4987921"/>
            <a:ext cx="164306" cy="164306"/>
          </a:xfrm>
          <a:prstGeom prst="teardrop">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2" name="Rounded Rectangle 31"/>
          <p:cNvSpPr/>
          <p:nvPr/>
        </p:nvSpPr>
        <p:spPr>
          <a:xfrm>
            <a:off x="6886130" y="4778140"/>
            <a:ext cx="4691920" cy="726921"/>
          </a:xfrm>
          <a:prstGeom prst="roundRect">
            <a:avLst>
              <a:gd name="adj" fmla="val 50000"/>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3" name="Straight Connector 32"/>
          <p:cNvCxnSpPr/>
          <p:nvPr/>
        </p:nvCxnSpPr>
        <p:spPr>
          <a:xfrm>
            <a:off x="6181701" y="5070074"/>
            <a:ext cx="730972" cy="0"/>
          </a:xfrm>
          <a:prstGeom prst="line">
            <a:avLst/>
          </a:prstGeom>
          <a:ln w="44450" cap="rnd">
            <a:solidFill>
              <a:srgbClr val="3DBF9C"/>
            </a:solidFill>
            <a:prstDash val="sysDot"/>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3465255" y="4824725"/>
            <a:ext cx="2485696" cy="461665"/>
          </a:xfrm>
          <a:prstGeom prst="rect">
            <a:avLst/>
          </a:prstGeom>
          <a:noFill/>
        </p:spPr>
        <p:txBody>
          <a:bodyPr wrap="square" rtlCol="0">
            <a:spAutoFit/>
          </a:bodyPr>
          <a:lstStyle/>
          <a:p>
            <a:pPr algn="r" fontAlgn="auto">
              <a:spcBef>
                <a:spcPts val="0"/>
              </a:spcBef>
              <a:spcAft>
                <a:spcPts val="0"/>
              </a:spcAft>
            </a:pPr>
            <a:r>
              <a:rPr lang="el-GR" sz="2400" dirty="0" smtClean="0">
                <a:solidFill>
                  <a:prstClr val="black">
                    <a:lumMod val="75000"/>
                    <a:lumOff val="25000"/>
                  </a:prstClr>
                </a:solidFill>
                <a:latin typeface="Lato Black" panose="020F0A02020204030203" pitchFamily="34" charset="0"/>
                <a:cs typeface="Lato Black" panose="020F0A02020204030203" pitchFamily="34" charset="0"/>
              </a:rPr>
              <a:t>2</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35" name="Rectangle 34"/>
          <p:cNvSpPr/>
          <p:nvPr/>
        </p:nvSpPr>
        <p:spPr>
          <a:xfrm>
            <a:off x="7725106" y="4879990"/>
            <a:ext cx="3013967" cy="523220"/>
          </a:xfrm>
          <a:prstGeom prst="rect">
            <a:avLst/>
          </a:prstGeom>
        </p:spPr>
        <p:txBody>
          <a:bodyPr wrap="none">
            <a:spAutoFit/>
          </a:bodyPr>
          <a:lstStyle/>
          <a:p>
            <a:pPr algn="r" defTabSz="914294" rtl="1" fontAlgn="auto">
              <a:spcBef>
                <a:spcPts val="0"/>
              </a:spcBef>
              <a:spcAft>
                <a:spcPts val="0"/>
              </a:spcAft>
            </a:pPr>
            <a:r>
              <a:rPr lang="ar-SA" sz="2800" b="1" dirty="0">
                <a:solidFill>
                  <a:schemeClr val="bg1"/>
                </a:solidFill>
              </a:rPr>
              <a:t>سهولة تعلمه واستخدامه</a:t>
            </a:r>
            <a:endParaRPr lang="ru-RU" sz="2800" b="1" dirty="0">
              <a:solidFill>
                <a:schemeClr val="bg1"/>
              </a:solidFill>
              <a:latin typeface="Calibri" panose="020F0502020204030204"/>
            </a:endParaRPr>
          </a:p>
        </p:txBody>
      </p:sp>
      <p:sp>
        <p:nvSpPr>
          <p:cNvPr id="38" name="Teardrop 37"/>
          <p:cNvSpPr/>
          <p:nvPr/>
        </p:nvSpPr>
        <p:spPr>
          <a:xfrm rot="13500000">
            <a:off x="5988862" y="3440268"/>
            <a:ext cx="164306" cy="164306"/>
          </a:xfrm>
          <a:prstGeom prst="teardrop">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9" name="Rounded Rectangle 38"/>
          <p:cNvSpPr/>
          <p:nvPr/>
        </p:nvSpPr>
        <p:spPr>
          <a:xfrm>
            <a:off x="276358" y="3102757"/>
            <a:ext cx="4947503" cy="711598"/>
          </a:xfrm>
          <a:prstGeom prst="roundRect">
            <a:avLst>
              <a:gd name="adj" fmla="val 50000"/>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0" name="Straight Connector 39"/>
          <p:cNvCxnSpPr/>
          <p:nvPr/>
        </p:nvCxnSpPr>
        <p:spPr>
          <a:xfrm>
            <a:off x="5250409" y="3522420"/>
            <a:ext cx="730972" cy="0"/>
          </a:xfrm>
          <a:prstGeom prst="line">
            <a:avLst/>
          </a:prstGeom>
          <a:ln w="44450" cap="rnd">
            <a:solidFill>
              <a:srgbClr val="D43E01"/>
            </a:solidFill>
            <a:prstDash val="sysDot"/>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6182050" y="3291587"/>
            <a:ext cx="2485696" cy="461665"/>
          </a:xfrm>
          <a:prstGeom prst="rect">
            <a:avLst/>
          </a:prstGeom>
          <a:noFill/>
        </p:spPr>
        <p:txBody>
          <a:bodyPr wrap="square" rtlCol="0">
            <a:spAutoFit/>
          </a:bodyPr>
          <a:lstStyle/>
          <a:p>
            <a:pPr fontAlgn="auto">
              <a:spcBef>
                <a:spcPts val="0"/>
              </a:spcBef>
              <a:spcAft>
                <a:spcPts val="0"/>
              </a:spcAft>
            </a:pPr>
            <a:r>
              <a:rPr lang="el-GR" sz="2400" dirty="0" smtClean="0">
                <a:solidFill>
                  <a:prstClr val="black">
                    <a:lumMod val="75000"/>
                    <a:lumOff val="25000"/>
                  </a:prstClr>
                </a:solidFill>
                <a:latin typeface="Lato Black" panose="020F0A02020204030203" pitchFamily="34" charset="0"/>
                <a:cs typeface="Lato Black" panose="020F0A02020204030203" pitchFamily="34" charset="0"/>
              </a:rPr>
              <a:t>1</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42" name="Rectangle 41"/>
          <p:cNvSpPr/>
          <p:nvPr/>
        </p:nvSpPr>
        <p:spPr>
          <a:xfrm>
            <a:off x="-78659" y="3177667"/>
            <a:ext cx="5223102" cy="523220"/>
          </a:xfrm>
          <a:prstGeom prst="rect">
            <a:avLst/>
          </a:prstGeom>
        </p:spPr>
        <p:txBody>
          <a:bodyPr wrap="square">
            <a:spAutoFit/>
          </a:bodyPr>
          <a:lstStyle/>
          <a:p>
            <a:pPr algn="r" defTabSz="914294" fontAlgn="auto">
              <a:spcBef>
                <a:spcPts val="0"/>
              </a:spcBef>
              <a:spcAft>
                <a:spcPts val="0"/>
              </a:spcAft>
            </a:pPr>
            <a:r>
              <a:rPr lang="ar-SA" sz="2800" b="1" dirty="0">
                <a:solidFill>
                  <a:schemeClr val="bg1"/>
                </a:solidFill>
              </a:rPr>
              <a:t>نتيجة للانفجار المعرفي وثورة المعلومات</a:t>
            </a:r>
            <a:endParaRPr lang="ru-RU" sz="2800" b="1" dirty="0">
              <a:solidFill>
                <a:schemeClr val="bg1"/>
              </a:solidFill>
              <a:latin typeface="Calibri" panose="020F0502020204030204"/>
            </a:endParaRPr>
          </a:p>
        </p:txBody>
      </p:sp>
      <p:grpSp>
        <p:nvGrpSpPr>
          <p:cNvPr id="2" name="Group 1"/>
          <p:cNvGrpSpPr/>
          <p:nvPr/>
        </p:nvGrpSpPr>
        <p:grpSpPr>
          <a:xfrm>
            <a:off x="670760" y="1293196"/>
            <a:ext cx="10907290" cy="994532"/>
            <a:chOff x="3693010" y="1682832"/>
            <a:chExt cx="4691920" cy="604895"/>
          </a:xfrm>
        </p:grpSpPr>
        <p:sp>
          <p:nvSpPr>
            <p:cNvPr id="24" name="Rounded Rectangle 23"/>
            <p:cNvSpPr/>
            <p:nvPr/>
          </p:nvSpPr>
          <p:spPr>
            <a:xfrm>
              <a:off x="3693010" y="1682832"/>
              <a:ext cx="4691920" cy="583867"/>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6" name="Teardrop 25"/>
            <p:cNvSpPr/>
            <p:nvPr/>
          </p:nvSpPr>
          <p:spPr>
            <a:xfrm rot="8100000">
              <a:off x="5983366" y="2123421"/>
              <a:ext cx="164306" cy="164306"/>
            </a:xfrm>
            <a:prstGeom prst="teardrop">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7" name="TextBox 26"/>
          <p:cNvSpPr txBox="1"/>
          <p:nvPr/>
        </p:nvSpPr>
        <p:spPr>
          <a:xfrm>
            <a:off x="998900" y="1387360"/>
            <a:ext cx="10352990" cy="830997"/>
          </a:xfrm>
          <a:prstGeom prst="rect">
            <a:avLst/>
          </a:prstGeom>
          <a:noFill/>
        </p:spPr>
        <p:txBody>
          <a:bodyPr wrap="square" rtlCol="0">
            <a:spAutoFit/>
          </a:bodyPr>
          <a:lstStyle/>
          <a:p>
            <a:pPr algn="ctr"/>
            <a:r>
              <a:rPr lang="ar-SA" sz="2400" b="1" dirty="0">
                <a:solidFill>
                  <a:schemeClr val="bg1"/>
                </a:solidFill>
              </a:rPr>
              <a:t>لقد أضحى استخدام الحاسوب في التعليم العام والعالي في الوقت الحاضر ضرورة لا يمكن تجاوزها وذلك للأسباب التالية:</a:t>
            </a:r>
            <a:endParaRPr lang="en-US" sz="2400" b="1" u="sng" dirty="0">
              <a:solidFill>
                <a:schemeClr val="bg1"/>
              </a:solidFill>
              <a:latin typeface="Lato Light" panose="020F0402020204030203" pitchFamily="34" charset="0"/>
              <a:cs typeface="Lato Light" panose="020F0402020204030203" pitchFamily="34" charset="0"/>
            </a:endParaRPr>
          </a:p>
        </p:txBody>
      </p: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7104136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fade">
                                      <p:cBhvr>
                                        <p:cTn id="13" dur="500"/>
                                        <p:tgtEl>
                                          <p:spTgt spid="27"/>
                                        </p:tgtEl>
                                      </p:cBhvr>
                                    </p:animEffect>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up)">
                                      <p:cBhvr>
                                        <p:cTn id="17" dur="2000"/>
                                        <p:tgtEl>
                                          <p:spTgt spid="3"/>
                                        </p:tgtEl>
                                      </p:cBhvr>
                                    </p:animEffect>
                                  </p:childTnLst>
                                </p:cTn>
                              </p:par>
                              <p:par>
                                <p:cTn id="18" presetID="53" presetClass="entr" presetSubtype="16" fill="hold" grpId="0" nodeType="withEffect">
                                  <p:stCondLst>
                                    <p:cond delay="250"/>
                                  </p:stCondLst>
                                  <p:childTnLst>
                                    <p:set>
                                      <p:cBhvr>
                                        <p:cTn id="19" dur="1" fill="hold">
                                          <p:stCondLst>
                                            <p:cond delay="0"/>
                                          </p:stCondLst>
                                        </p:cTn>
                                        <p:tgtEl>
                                          <p:spTgt spid="38"/>
                                        </p:tgtEl>
                                        <p:attrNameLst>
                                          <p:attrName>style.visibility</p:attrName>
                                        </p:attrNameLst>
                                      </p:cBhvr>
                                      <p:to>
                                        <p:strVal val="visible"/>
                                      </p:to>
                                    </p:set>
                                    <p:anim calcmode="lin" valueType="num">
                                      <p:cBhvr>
                                        <p:cTn id="20" dur="500" fill="hold"/>
                                        <p:tgtEl>
                                          <p:spTgt spid="38"/>
                                        </p:tgtEl>
                                        <p:attrNameLst>
                                          <p:attrName>ppt_w</p:attrName>
                                        </p:attrNameLst>
                                      </p:cBhvr>
                                      <p:tavLst>
                                        <p:tav tm="0">
                                          <p:val>
                                            <p:fltVal val="0"/>
                                          </p:val>
                                        </p:tav>
                                        <p:tav tm="100000">
                                          <p:val>
                                            <p:strVal val="#ppt_w"/>
                                          </p:val>
                                        </p:tav>
                                      </p:tavLst>
                                    </p:anim>
                                    <p:anim calcmode="lin" valueType="num">
                                      <p:cBhvr>
                                        <p:cTn id="21" dur="500" fill="hold"/>
                                        <p:tgtEl>
                                          <p:spTgt spid="38"/>
                                        </p:tgtEl>
                                        <p:attrNameLst>
                                          <p:attrName>ppt_h</p:attrName>
                                        </p:attrNameLst>
                                      </p:cBhvr>
                                      <p:tavLst>
                                        <p:tav tm="0">
                                          <p:val>
                                            <p:fltVal val="0"/>
                                          </p:val>
                                        </p:tav>
                                        <p:tav tm="100000">
                                          <p:val>
                                            <p:strVal val="#ppt_h"/>
                                          </p:val>
                                        </p:tav>
                                      </p:tavLst>
                                    </p:anim>
                                    <p:animEffect transition="in" filter="fade">
                                      <p:cBhvr>
                                        <p:cTn id="22" dur="500"/>
                                        <p:tgtEl>
                                          <p:spTgt spid="38"/>
                                        </p:tgtEl>
                                      </p:cBhvr>
                                    </p:animEffect>
                                  </p:childTnLst>
                                </p:cTn>
                              </p:par>
                              <p:par>
                                <p:cTn id="23" presetID="22" presetClass="entr" presetSubtype="2" fill="hold" nodeType="withEffect">
                                  <p:stCondLst>
                                    <p:cond delay="500"/>
                                  </p:stCondLst>
                                  <p:childTnLst>
                                    <p:set>
                                      <p:cBhvr>
                                        <p:cTn id="24" dur="1" fill="hold">
                                          <p:stCondLst>
                                            <p:cond delay="0"/>
                                          </p:stCondLst>
                                        </p:cTn>
                                        <p:tgtEl>
                                          <p:spTgt spid="40"/>
                                        </p:tgtEl>
                                        <p:attrNameLst>
                                          <p:attrName>style.visibility</p:attrName>
                                        </p:attrNameLst>
                                      </p:cBhvr>
                                      <p:to>
                                        <p:strVal val="visible"/>
                                      </p:to>
                                    </p:set>
                                    <p:animEffect transition="in" filter="wipe(right)">
                                      <p:cBhvr>
                                        <p:cTn id="25" dur="500"/>
                                        <p:tgtEl>
                                          <p:spTgt spid="40"/>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41"/>
                                        </p:tgtEl>
                                        <p:attrNameLst>
                                          <p:attrName>style.visibility</p:attrName>
                                        </p:attrNameLst>
                                      </p:cBhvr>
                                      <p:to>
                                        <p:strVal val="visible"/>
                                      </p:to>
                                    </p:set>
                                    <p:animEffect transition="in" filter="fade">
                                      <p:cBhvr>
                                        <p:cTn id="28" dur="500"/>
                                        <p:tgtEl>
                                          <p:spTgt spid="41"/>
                                        </p:tgtEl>
                                      </p:cBhvr>
                                    </p:animEffect>
                                  </p:childTnLst>
                                </p:cTn>
                              </p:par>
                              <p:par>
                                <p:cTn id="29" presetID="22" presetClass="entr" presetSubtype="2" fill="hold" grpId="0" nodeType="withEffect">
                                  <p:stCondLst>
                                    <p:cond delay="750"/>
                                  </p:stCondLst>
                                  <p:childTnLst>
                                    <p:set>
                                      <p:cBhvr>
                                        <p:cTn id="30" dur="1" fill="hold">
                                          <p:stCondLst>
                                            <p:cond delay="0"/>
                                          </p:stCondLst>
                                        </p:cTn>
                                        <p:tgtEl>
                                          <p:spTgt spid="39"/>
                                        </p:tgtEl>
                                        <p:attrNameLst>
                                          <p:attrName>style.visibility</p:attrName>
                                        </p:attrNameLst>
                                      </p:cBhvr>
                                      <p:to>
                                        <p:strVal val="visible"/>
                                      </p:to>
                                    </p:set>
                                    <p:animEffect transition="in" filter="wipe(right)">
                                      <p:cBhvr>
                                        <p:cTn id="31" dur="500"/>
                                        <p:tgtEl>
                                          <p:spTgt spid="39"/>
                                        </p:tgtEl>
                                      </p:cBhvr>
                                    </p:animEffect>
                                  </p:childTnLst>
                                </p:cTn>
                              </p:par>
                              <p:par>
                                <p:cTn id="32" presetID="22" presetClass="entr" presetSubtype="2" fill="hold" grpId="0" nodeType="withEffect">
                                  <p:stCondLst>
                                    <p:cond delay="750"/>
                                  </p:stCondLst>
                                  <p:childTnLst>
                                    <p:set>
                                      <p:cBhvr>
                                        <p:cTn id="33" dur="1" fill="hold">
                                          <p:stCondLst>
                                            <p:cond delay="0"/>
                                          </p:stCondLst>
                                        </p:cTn>
                                        <p:tgtEl>
                                          <p:spTgt spid="42"/>
                                        </p:tgtEl>
                                        <p:attrNameLst>
                                          <p:attrName>style.visibility</p:attrName>
                                        </p:attrNameLst>
                                      </p:cBhvr>
                                      <p:to>
                                        <p:strVal val="visible"/>
                                      </p:to>
                                    </p:set>
                                    <p:animEffect transition="in" filter="wipe(right)">
                                      <p:cBhvr>
                                        <p:cTn id="34" dur="500"/>
                                        <p:tgtEl>
                                          <p:spTgt spid="42"/>
                                        </p:tgtEl>
                                      </p:cBhvr>
                                    </p:animEffect>
                                  </p:childTnLst>
                                </p:cTn>
                              </p:par>
                              <p:par>
                                <p:cTn id="35" presetID="53" presetClass="entr" presetSubtype="16" fill="hold" grpId="0" nodeType="withEffect">
                                  <p:stCondLst>
                                    <p:cond delay="1250"/>
                                  </p:stCondLst>
                                  <p:childTnLst>
                                    <p:set>
                                      <p:cBhvr>
                                        <p:cTn id="36" dur="1" fill="hold">
                                          <p:stCondLst>
                                            <p:cond delay="0"/>
                                          </p:stCondLst>
                                        </p:cTn>
                                        <p:tgtEl>
                                          <p:spTgt spid="31"/>
                                        </p:tgtEl>
                                        <p:attrNameLst>
                                          <p:attrName>style.visibility</p:attrName>
                                        </p:attrNameLst>
                                      </p:cBhvr>
                                      <p:to>
                                        <p:strVal val="visible"/>
                                      </p:to>
                                    </p:set>
                                    <p:anim calcmode="lin" valueType="num">
                                      <p:cBhvr>
                                        <p:cTn id="37" dur="500" fill="hold"/>
                                        <p:tgtEl>
                                          <p:spTgt spid="31"/>
                                        </p:tgtEl>
                                        <p:attrNameLst>
                                          <p:attrName>ppt_w</p:attrName>
                                        </p:attrNameLst>
                                      </p:cBhvr>
                                      <p:tavLst>
                                        <p:tav tm="0">
                                          <p:val>
                                            <p:fltVal val="0"/>
                                          </p:val>
                                        </p:tav>
                                        <p:tav tm="100000">
                                          <p:val>
                                            <p:strVal val="#ppt_w"/>
                                          </p:val>
                                        </p:tav>
                                      </p:tavLst>
                                    </p:anim>
                                    <p:anim calcmode="lin" valueType="num">
                                      <p:cBhvr>
                                        <p:cTn id="38" dur="500" fill="hold"/>
                                        <p:tgtEl>
                                          <p:spTgt spid="31"/>
                                        </p:tgtEl>
                                        <p:attrNameLst>
                                          <p:attrName>ppt_h</p:attrName>
                                        </p:attrNameLst>
                                      </p:cBhvr>
                                      <p:tavLst>
                                        <p:tav tm="0">
                                          <p:val>
                                            <p:fltVal val="0"/>
                                          </p:val>
                                        </p:tav>
                                        <p:tav tm="100000">
                                          <p:val>
                                            <p:strVal val="#ppt_h"/>
                                          </p:val>
                                        </p:tav>
                                      </p:tavLst>
                                    </p:anim>
                                    <p:animEffect transition="in" filter="fade">
                                      <p:cBhvr>
                                        <p:cTn id="39" dur="500"/>
                                        <p:tgtEl>
                                          <p:spTgt spid="31"/>
                                        </p:tgtEl>
                                      </p:cBhvr>
                                    </p:animEffect>
                                  </p:childTnLst>
                                </p:cTn>
                              </p:par>
                              <p:par>
                                <p:cTn id="40" presetID="22" presetClass="entr" presetSubtype="8" fill="hold" nodeType="withEffect">
                                  <p:stCondLst>
                                    <p:cond delay="1500"/>
                                  </p:stCondLst>
                                  <p:childTnLst>
                                    <p:set>
                                      <p:cBhvr>
                                        <p:cTn id="41" dur="1" fill="hold">
                                          <p:stCondLst>
                                            <p:cond delay="0"/>
                                          </p:stCondLst>
                                        </p:cTn>
                                        <p:tgtEl>
                                          <p:spTgt spid="33"/>
                                        </p:tgtEl>
                                        <p:attrNameLst>
                                          <p:attrName>style.visibility</p:attrName>
                                        </p:attrNameLst>
                                      </p:cBhvr>
                                      <p:to>
                                        <p:strVal val="visible"/>
                                      </p:to>
                                    </p:set>
                                    <p:animEffect transition="in" filter="wipe(left)">
                                      <p:cBhvr>
                                        <p:cTn id="42" dur="500"/>
                                        <p:tgtEl>
                                          <p:spTgt spid="33"/>
                                        </p:tgtEl>
                                      </p:cBhvr>
                                    </p:animEffect>
                                  </p:childTnLst>
                                </p:cTn>
                              </p:par>
                              <p:par>
                                <p:cTn id="43" presetID="10" presetClass="entr" presetSubtype="0" fill="hold" grpId="0" nodeType="withEffect">
                                  <p:stCondLst>
                                    <p:cond delay="1500"/>
                                  </p:stCondLst>
                                  <p:childTnLst>
                                    <p:set>
                                      <p:cBhvr>
                                        <p:cTn id="44" dur="1" fill="hold">
                                          <p:stCondLst>
                                            <p:cond delay="0"/>
                                          </p:stCondLst>
                                        </p:cTn>
                                        <p:tgtEl>
                                          <p:spTgt spid="34"/>
                                        </p:tgtEl>
                                        <p:attrNameLst>
                                          <p:attrName>style.visibility</p:attrName>
                                        </p:attrNameLst>
                                      </p:cBhvr>
                                      <p:to>
                                        <p:strVal val="visible"/>
                                      </p:to>
                                    </p:set>
                                    <p:animEffect transition="in" filter="fade">
                                      <p:cBhvr>
                                        <p:cTn id="45" dur="500"/>
                                        <p:tgtEl>
                                          <p:spTgt spid="34"/>
                                        </p:tgtEl>
                                      </p:cBhvr>
                                    </p:animEffect>
                                  </p:childTnLst>
                                </p:cTn>
                              </p:par>
                              <p:par>
                                <p:cTn id="46" presetID="22" presetClass="entr" presetSubtype="8" fill="hold" grpId="0" nodeType="withEffect">
                                  <p:stCondLst>
                                    <p:cond delay="1750"/>
                                  </p:stCondLst>
                                  <p:childTnLst>
                                    <p:set>
                                      <p:cBhvr>
                                        <p:cTn id="47" dur="1" fill="hold">
                                          <p:stCondLst>
                                            <p:cond delay="0"/>
                                          </p:stCondLst>
                                        </p:cTn>
                                        <p:tgtEl>
                                          <p:spTgt spid="32"/>
                                        </p:tgtEl>
                                        <p:attrNameLst>
                                          <p:attrName>style.visibility</p:attrName>
                                        </p:attrNameLst>
                                      </p:cBhvr>
                                      <p:to>
                                        <p:strVal val="visible"/>
                                      </p:to>
                                    </p:set>
                                    <p:animEffect transition="in" filter="wipe(left)">
                                      <p:cBhvr>
                                        <p:cTn id="48" dur="500"/>
                                        <p:tgtEl>
                                          <p:spTgt spid="32"/>
                                        </p:tgtEl>
                                      </p:cBhvr>
                                    </p:animEffect>
                                  </p:childTnLst>
                                </p:cTn>
                              </p:par>
                              <p:par>
                                <p:cTn id="49" presetID="22" presetClass="entr" presetSubtype="8" fill="hold" grpId="0" nodeType="withEffect">
                                  <p:stCondLst>
                                    <p:cond delay="1750"/>
                                  </p:stCondLst>
                                  <p:childTnLst>
                                    <p:set>
                                      <p:cBhvr>
                                        <p:cTn id="50" dur="1" fill="hold">
                                          <p:stCondLst>
                                            <p:cond delay="0"/>
                                          </p:stCondLst>
                                        </p:cTn>
                                        <p:tgtEl>
                                          <p:spTgt spid="35"/>
                                        </p:tgtEl>
                                        <p:attrNameLst>
                                          <p:attrName>style.visibility</p:attrName>
                                        </p:attrNameLst>
                                      </p:cBhvr>
                                      <p:to>
                                        <p:strVal val="visible"/>
                                      </p:to>
                                    </p:set>
                                    <p:animEffect transition="in" filter="wipe(left)">
                                      <p:cBhvr>
                                        <p:cTn id="51"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4" grpId="0"/>
      <p:bldP spid="35" grpId="0"/>
      <p:bldP spid="38" grpId="0" animBg="1"/>
      <p:bldP spid="39" grpId="0" animBg="1"/>
      <p:bldP spid="41" grpId="0"/>
      <p:bldP spid="42" grpId="0"/>
      <p:bldP spid="27"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p:cNvCxnSpPr/>
          <p:nvPr/>
        </p:nvCxnSpPr>
        <p:spPr>
          <a:xfrm flipV="1">
            <a:off x="6071016" y="0"/>
            <a:ext cx="0" cy="6858000"/>
          </a:xfrm>
          <a:prstGeom prst="line">
            <a:avLst/>
          </a:prstGeom>
          <a:ln w="5715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 name="Teardrop 8"/>
          <p:cNvSpPr/>
          <p:nvPr/>
        </p:nvSpPr>
        <p:spPr>
          <a:xfrm rot="13500000">
            <a:off x="5988862" y="2060732"/>
            <a:ext cx="164306" cy="164306"/>
          </a:xfrm>
          <a:prstGeom prst="teardrop">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Rounded Rectangle 9"/>
          <p:cNvSpPr/>
          <p:nvPr/>
        </p:nvSpPr>
        <p:spPr>
          <a:xfrm>
            <a:off x="276358" y="1718779"/>
            <a:ext cx="4947503" cy="716040"/>
          </a:xfrm>
          <a:prstGeom prst="roundRect">
            <a:avLst>
              <a:gd name="adj" fmla="val 50000"/>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16" name="Straight Connector 15"/>
          <p:cNvCxnSpPr/>
          <p:nvPr/>
        </p:nvCxnSpPr>
        <p:spPr>
          <a:xfrm>
            <a:off x="5250409" y="2142884"/>
            <a:ext cx="730972" cy="0"/>
          </a:xfrm>
          <a:prstGeom prst="line">
            <a:avLst/>
          </a:prstGeom>
          <a:ln w="44450" cap="rnd">
            <a:solidFill>
              <a:srgbClr val="0087B1"/>
            </a:solidFill>
            <a:prstDash val="sysDot"/>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6182050" y="1912051"/>
            <a:ext cx="2485696" cy="461665"/>
          </a:xfrm>
          <a:prstGeom prst="rect">
            <a:avLst/>
          </a:prstGeom>
          <a:noFill/>
        </p:spPr>
        <p:txBody>
          <a:bodyPr wrap="square" rtlCol="0">
            <a:spAutoFit/>
          </a:bodyPr>
          <a:lstStyle/>
          <a:p>
            <a:pPr fontAlgn="auto">
              <a:spcBef>
                <a:spcPts val="0"/>
              </a:spcBef>
              <a:spcAft>
                <a:spcPts val="0"/>
              </a:spcAft>
            </a:pPr>
            <a:r>
              <a:rPr lang="el-GR" sz="2400" dirty="0" smtClean="0">
                <a:solidFill>
                  <a:prstClr val="black">
                    <a:lumMod val="75000"/>
                    <a:lumOff val="25000"/>
                  </a:prstClr>
                </a:solidFill>
                <a:latin typeface="Lato Black" panose="020F0A02020204030203" pitchFamily="34" charset="0"/>
                <a:cs typeface="Lato Black" panose="020F0A02020204030203" pitchFamily="34" charset="0"/>
              </a:rPr>
              <a:t>3</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29" name="Rectangle 28"/>
          <p:cNvSpPr/>
          <p:nvPr/>
        </p:nvSpPr>
        <p:spPr>
          <a:xfrm>
            <a:off x="199492" y="1833804"/>
            <a:ext cx="4901915" cy="523220"/>
          </a:xfrm>
          <a:prstGeom prst="rect">
            <a:avLst/>
          </a:prstGeom>
        </p:spPr>
        <p:txBody>
          <a:bodyPr wrap="square">
            <a:spAutoFit/>
          </a:bodyPr>
          <a:lstStyle/>
          <a:p>
            <a:pPr algn="r" defTabSz="914294" fontAlgn="auto">
              <a:spcBef>
                <a:spcPts val="0"/>
              </a:spcBef>
              <a:spcAft>
                <a:spcPts val="0"/>
              </a:spcAft>
            </a:pPr>
            <a:r>
              <a:rPr lang="ar-SA" sz="2800" b="1" dirty="0">
                <a:solidFill>
                  <a:schemeClr val="bg1"/>
                </a:solidFill>
              </a:rPr>
              <a:t>يؤمن طريقة جديدة ومتطورة في التعليم</a:t>
            </a:r>
            <a:endParaRPr lang="ru-RU" sz="2800" b="1" dirty="0">
              <a:solidFill>
                <a:schemeClr val="bg1"/>
              </a:solidFill>
              <a:latin typeface="Calibri" panose="020F0502020204030204"/>
            </a:endParaRPr>
          </a:p>
        </p:txBody>
      </p:sp>
      <p:sp>
        <p:nvSpPr>
          <p:cNvPr id="31" name="Teardrop 30"/>
          <p:cNvSpPr/>
          <p:nvPr/>
        </p:nvSpPr>
        <p:spPr>
          <a:xfrm rot="2700000">
            <a:off x="5988861" y="3707800"/>
            <a:ext cx="164306" cy="164306"/>
          </a:xfrm>
          <a:prstGeom prst="teardrop">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2" name="Rounded Rectangle 31"/>
          <p:cNvSpPr/>
          <p:nvPr/>
        </p:nvSpPr>
        <p:spPr>
          <a:xfrm>
            <a:off x="6867816" y="3313446"/>
            <a:ext cx="5094585" cy="903805"/>
          </a:xfrm>
          <a:prstGeom prst="roundRect">
            <a:avLst>
              <a:gd name="adj" fmla="val 50000"/>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3" name="Straight Connector 32"/>
          <p:cNvCxnSpPr/>
          <p:nvPr/>
        </p:nvCxnSpPr>
        <p:spPr>
          <a:xfrm>
            <a:off x="6187196" y="3789953"/>
            <a:ext cx="730972" cy="0"/>
          </a:xfrm>
          <a:prstGeom prst="line">
            <a:avLst/>
          </a:prstGeom>
          <a:ln w="44450" cap="rnd">
            <a:solidFill>
              <a:srgbClr val="FE8301"/>
            </a:solidFill>
            <a:prstDash val="sysDot"/>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3495685" y="3557267"/>
            <a:ext cx="2485696" cy="461665"/>
          </a:xfrm>
          <a:prstGeom prst="rect">
            <a:avLst/>
          </a:prstGeom>
          <a:noFill/>
        </p:spPr>
        <p:txBody>
          <a:bodyPr wrap="square" rtlCol="0">
            <a:spAutoFit/>
          </a:bodyPr>
          <a:lstStyle/>
          <a:p>
            <a:pPr algn="r" fontAlgn="auto">
              <a:spcBef>
                <a:spcPts val="0"/>
              </a:spcBef>
              <a:spcAft>
                <a:spcPts val="0"/>
              </a:spcAft>
            </a:pPr>
            <a:r>
              <a:rPr lang="el-GR" sz="2400" dirty="0" smtClean="0">
                <a:solidFill>
                  <a:prstClr val="black">
                    <a:lumMod val="75000"/>
                    <a:lumOff val="25000"/>
                  </a:prstClr>
                </a:solidFill>
                <a:latin typeface="Lato Black" panose="020F0A02020204030203" pitchFamily="34" charset="0"/>
                <a:cs typeface="Lato Black" panose="020F0A02020204030203" pitchFamily="34" charset="0"/>
              </a:rPr>
              <a:t>4</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35" name="Rectangle 34"/>
          <p:cNvSpPr/>
          <p:nvPr/>
        </p:nvSpPr>
        <p:spPr>
          <a:xfrm>
            <a:off x="6303375" y="3288294"/>
            <a:ext cx="5891386" cy="954107"/>
          </a:xfrm>
          <a:prstGeom prst="rect">
            <a:avLst/>
          </a:prstGeom>
        </p:spPr>
        <p:txBody>
          <a:bodyPr wrap="square">
            <a:spAutoFit/>
          </a:bodyPr>
          <a:lstStyle/>
          <a:p>
            <a:pPr algn="ctr" defTabSz="914294" fontAlgn="auto">
              <a:spcBef>
                <a:spcPts val="0"/>
              </a:spcBef>
              <a:spcAft>
                <a:spcPts val="0"/>
              </a:spcAft>
            </a:pPr>
            <a:r>
              <a:rPr lang="ar-SA" sz="2800" b="1" dirty="0">
                <a:solidFill>
                  <a:schemeClr val="bg1"/>
                </a:solidFill>
              </a:rPr>
              <a:t>يؤهل تعلمه إلى إيجاد فرص </a:t>
            </a:r>
            <a:r>
              <a:rPr lang="ar-SA" sz="2800" b="1" dirty="0" smtClean="0">
                <a:solidFill>
                  <a:schemeClr val="bg1"/>
                </a:solidFill>
              </a:rPr>
              <a:t>عمل</a:t>
            </a:r>
            <a:endParaRPr lang="en-US" sz="2800" b="1" dirty="0" smtClean="0">
              <a:solidFill>
                <a:schemeClr val="bg1"/>
              </a:solidFill>
            </a:endParaRPr>
          </a:p>
          <a:p>
            <a:pPr algn="ctr" defTabSz="914294" fontAlgn="auto">
              <a:spcBef>
                <a:spcPts val="0"/>
              </a:spcBef>
              <a:spcAft>
                <a:spcPts val="0"/>
              </a:spcAft>
            </a:pPr>
            <a:r>
              <a:rPr lang="ar-SA" sz="2800" b="1" dirty="0" smtClean="0">
                <a:solidFill>
                  <a:schemeClr val="bg1"/>
                </a:solidFill>
              </a:rPr>
              <a:t> </a:t>
            </a:r>
            <a:r>
              <a:rPr lang="ar-SA" sz="2800" b="1" dirty="0">
                <a:solidFill>
                  <a:schemeClr val="bg1"/>
                </a:solidFill>
              </a:rPr>
              <a:t>في المستقبل</a:t>
            </a:r>
            <a:endParaRPr lang="ru-RU" sz="2800" b="1" dirty="0">
              <a:solidFill>
                <a:schemeClr val="bg1"/>
              </a:solidFill>
              <a:latin typeface="Calibri" panose="020F0502020204030204"/>
            </a:endParaRPr>
          </a:p>
        </p:txBody>
      </p:sp>
      <p:sp>
        <p:nvSpPr>
          <p:cNvPr id="38" name="Teardrop 37"/>
          <p:cNvSpPr/>
          <p:nvPr/>
        </p:nvSpPr>
        <p:spPr>
          <a:xfrm rot="13500000">
            <a:off x="5988862" y="5227857"/>
            <a:ext cx="164306" cy="164306"/>
          </a:xfrm>
          <a:prstGeom prst="teardrop">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9" name="Rounded Rectangle 38"/>
          <p:cNvSpPr/>
          <p:nvPr/>
        </p:nvSpPr>
        <p:spPr>
          <a:xfrm>
            <a:off x="60086" y="4896996"/>
            <a:ext cx="5388992" cy="857892"/>
          </a:xfrm>
          <a:prstGeom prst="roundRect">
            <a:avLst>
              <a:gd name="adj" fmla="val 50000"/>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0" name="Straight Connector 39"/>
          <p:cNvCxnSpPr/>
          <p:nvPr/>
        </p:nvCxnSpPr>
        <p:spPr>
          <a:xfrm>
            <a:off x="5250409" y="5310009"/>
            <a:ext cx="730972" cy="0"/>
          </a:xfrm>
          <a:prstGeom prst="line">
            <a:avLst/>
          </a:prstGeom>
          <a:ln w="44450" cap="rnd">
            <a:solidFill>
              <a:srgbClr val="A1BB22"/>
            </a:solidFill>
            <a:prstDash val="sysDot"/>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6182050" y="5079176"/>
            <a:ext cx="2485696" cy="461665"/>
          </a:xfrm>
          <a:prstGeom prst="rect">
            <a:avLst/>
          </a:prstGeom>
          <a:noFill/>
        </p:spPr>
        <p:txBody>
          <a:bodyPr wrap="square" rtlCol="0">
            <a:spAutoFit/>
          </a:bodyPr>
          <a:lstStyle/>
          <a:p>
            <a:pPr fontAlgn="auto">
              <a:spcBef>
                <a:spcPts val="0"/>
              </a:spcBef>
              <a:spcAft>
                <a:spcPts val="0"/>
              </a:spcAft>
            </a:pPr>
            <a:r>
              <a:rPr lang="el-GR" sz="2400" dirty="0" smtClean="0">
                <a:solidFill>
                  <a:prstClr val="black">
                    <a:lumMod val="75000"/>
                    <a:lumOff val="25000"/>
                  </a:prstClr>
                </a:solidFill>
                <a:latin typeface="Lato Black" panose="020F0A02020204030203" pitchFamily="34" charset="0"/>
                <a:cs typeface="Lato Black" panose="020F0A02020204030203" pitchFamily="34" charset="0"/>
              </a:rPr>
              <a:t>5</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sp>
        <p:nvSpPr>
          <p:cNvPr id="42" name="Rectangle 41"/>
          <p:cNvSpPr/>
          <p:nvPr/>
        </p:nvSpPr>
        <p:spPr>
          <a:xfrm>
            <a:off x="151429" y="4822055"/>
            <a:ext cx="5197360" cy="954107"/>
          </a:xfrm>
          <a:prstGeom prst="rect">
            <a:avLst/>
          </a:prstGeom>
        </p:spPr>
        <p:txBody>
          <a:bodyPr wrap="square">
            <a:spAutoFit/>
          </a:bodyPr>
          <a:lstStyle/>
          <a:p>
            <a:pPr algn="ctr" defTabSz="914294" fontAlgn="auto">
              <a:spcBef>
                <a:spcPts val="0"/>
              </a:spcBef>
              <a:spcAft>
                <a:spcPts val="0"/>
              </a:spcAft>
            </a:pPr>
            <a:r>
              <a:rPr lang="ar-SA" sz="2800" b="1" dirty="0">
                <a:solidFill>
                  <a:schemeClr val="bg1"/>
                </a:solidFill>
              </a:rPr>
              <a:t>يساعد الفرد على زيادة ثقته بنفسه لأنه إنسان متطور يماشي عصر الحداثة والتقدم</a:t>
            </a:r>
            <a:endParaRPr lang="ru-RU" sz="2800" b="1" dirty="0">
              <a:solidFill>
                <a:schemeClr val="bg1"/>
              </a:solidFill>
              <a:latin typeface="Calibri" panose="020F0502020204030204"/>
            </a:endParaRPr>
          </a:p>
        </p:txBody>
      </p:sp>
      <p:sp>
        <p:nvSpPr>
          <p:cNvPr id="1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6600223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2500"/>
                                        <p:tgtEl>
                                          <p:spTgt spid="3"/>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9"/>
                                        </p:tgtEl>
                                        <p:attrNameLst>
                                          <p:attrName>style.visibility</p:attrName>
                                        </p:attrNameLst>
                                      </p:cBhvr>
                                      <p:to>
                                        <p:strVal val="visible"/>
                                      </p:to>
                                    </p:set>
                                    <p:anim calcmode="lin" valueType="num">
                                      <p:cBhvr>
                                        <p:cTn id="10" dur="500" fill="hold"/>
                                        <p:tgtEl>
                                          <p:spTgt spid="9"/>
                                        </p:tgtEl>
                                        <p:attrNameLst>
                                          <p:attrName>ppt_w</p:attrName>
                                        </p:attrNameLst>
                                      </p:cBhvr>
                                      <p:tavLst>
                                        <p:tav tm="0">
                                          <p:val>
                                            <p:fltVal val="0"/>
                                          </p:val>
                                        </p:tav>
                                        <p:tav tm="100000">
                                          <p:val>
                                            <p:strVal val="#ppt_w"/>
                                          </p:val>
                                        </p:tav>
                                      </p:tavLst>
                                    </p:anim>
                                    <p:anim calcmode="lin" valueType="num">
                                      <p:cBhvr>
                                        <p:cTn id="11" dur="500" fill="hold"/>
                                        <p:tgtEl>
                                          <p:spTgt spid="9"/>
                                        </p:tgtEl>
                                        <p:attrNameLst>
                                          <p:attrName>ppt_h</p:attrName>
                                        </p:attrNameLst>
                                      </p:cBhvr>
                                      <p:tavLst>
                                        <p:tav tm="0">
                                          <p:val>
                                            <p:fltVal val="0"/>
                                          </p:val>
                                        </p:tav>
                                        <p:tav tm="100000">
                                          <p:val>
                                            <p:strVal val="#ppt_h"/>
                                          </p:val>
                                        </p:tav>
                                      </p:tavLst>
                                    </p:anim>
                                    <p:animEffect transition="in" filter="fade">
                                      <p:cBhvr>
                                        <p:cTn id="12" dur="500"/>
                                        <p:tgtEl>
                                          <p:spTgt spid="9"/>
                                        </p:tgtEl>
                                      </p:cBhvr>
                                    </p:animEffect>
                                  </p:childTnLst>
                                </p:cTn>
                              </p:par>
                              <p:par>
                                <p:cTn id="13" presetID="22" presetClass="entr" presetSubtype="2" fill="hold" nodeType="withEffect">
                                  <p:stCondLst>
                                    <p:cond delay="500"/>
                                  </p:stCondLst>
                                  <p:childTnLst>
                                    <p:set>
                                      <p:cBhvr>
                                        <p:cTn id="14" dur="1" fill="hold">
                                          <p:stCondLst>
                                            <p:cond delay="0"/>
                                          </p:stCondLst>
                                        </p:cTn>
                                        <p:tgtEl>
                                          <p:spTgt spid="16"/>
                                        </p:tgtEl>
                                        <p:attrNameLst>
                                          <p:attrName>style.visibility</p:attrName>
                                        </p:attrNameLst>
                                      </p:cBhvr>
                                      <p:to>
                                        <p:strVal val="visible"/>
                                      </p:to>
                                    </p:set>
                                    <p:animEffect transition="in" filter="wipe(right)">
                                      <p:cBhvr>
                                        <p:cTn id="15" dur="500"/>
                                        <p:tgtEl>
                                          <p:spTgt spid="16"/>
                                        </p:tgtEl>
                                      </p:cBhvr>
                                    </p:animEffect>
                                  </p:childTnLst>
                                </p:cTn>
                              </p:par>
                              <p:par>
                                <p:cTn id="16" presetID="10" presetClass="entr" presetSubtype="0" fill="hold" grpId="0" nodeType="withEffect">
                                  <p:stCondLst>
                                    <p:cond delay="500"/>
                                  </p:stCondLst>
                                  <p:childTnLst>
                                    <p:set>
                                      <p:cBhvr>
                                        <p:cTn id="17" dur="1" fill="hold">
                                          <p:stCondLst>
                                            <p:cond delay="0"/>
                                          </p:stCondLst>
                                        </p:cTn>
                                        <p:tgtEl>
                                          <p:spTgt spid="28"/>
                                        </p:tgtEl>
                                        <p:attrNameLst>
                                          <p:attrName>style.visibility</p:attrName>
                                        </p:attrNameLst>
                                      </p:cBhvr>
                                      <p:to>
                                        <p:strVal val="visible"/>
                                      </p:to>
                                    </p:set>
                                    <p:animEffect transition="in" filter="fade">
                                      <p:cBhvr>
                                        <p:cTn id="18" dur="500"/>
                                        <p:tgtEl>
                                          <p:spTgt spid="28"/>
                                        </p:tgtEl>
                                      </p:cBhvr>
                                    </p:animEffect>
                                  </p:childTnLst>
                                </p:cTn>
                              </p:par>
                              <p:par>
                                <p:cTn id="19" presetID="22" presetClass="entr" presetSubtype="2" fill="hold" grpId="0" nodeType="withEffect">
                                  <p:stCondLst>
                                    <p:cond delay="750"/>
                                  </p:stCondLst>
                                  <p:childTnLst>
                                    <p:set>
                                      <p:cBhvr>
                                        <p:cTn id="20" dur="1" fill="hold">
                                          <p:stCondLst>
                                            <p:cond delay="0"/>
                                          </p:stCondLst>
                                        </p:cTn>
                                        <p:tgtEl>
                                          <p:spTgt spid="10"/>
                                        </p:tgtEl>
                                        <p:attrNameLst>
                                          <p:attrName>style.visibility</p:attrName>
                                        </p:attrNameLst>
                                      </p:cBhvr>
                                      <p:to>
                                        <p:strVal val="visible"/>
                                      </p:to>
                                    </p:set>
                                    <p:animEffect transition="in" filter="wipe(right)">
                                      <p:cBhvr>
                                        <p:cTn id="21" dur="500"/>
                                        <p:tgtEl>
                                          <p:spTgt spid="10"/>
                                        </p:tgtEl>
                                      </p:cBhvr>
                                    </p:animEffect>
                                  </p:childTnLst>
                                </p:cTn>
                              </p:par>
                              <p:par>
                                <p:cTn id="22" presetID="22" presetClass="entr" presetSubtype="2" fill="hold" grpId="0" nodeType="withEffect">
                                  <p:stCondLst>
                                    <p:cond delay="750"/>
                                  </p:stCondLst>
                                  <p:childTnLst>
                                    <p:set>
                                      <p:cBhvr>
                                        <p:cTn id="23" dur="1" fill="hold">
                                          <p:stCondLst>
                                            <p:cond delay="0"/>
                                          </p:stCondLst>
                                        </p:cTn>
                                        <p:tgtEl>
                                          <p:spTgt spid="29"/>
                                        </p:tgtEl>
                                        <p:attrNameLst>
                                          <p:attrName>style.visibility</p:attrName>
                                        </p:attrNameLst>
                                      </p:cBhvr>
                                      <p:to>
                                        <p:strVal val="visible"/>
                                      </p:to>
                                    </p:set>
                                    <p:animEffect transition="in" filter="wipe(right)">
                                      <p:cBhvr>
                                        <p:cTn id="24" dur="500"/>
                                        <p:tgtEl>
                                          <p:spTgt spid="29"/>
                                        </p:tgtEl>
                                      </p:cBhvr>
                                    </p:animEffect>
                                  </p:childTnLst>
                                </p:cTn>
                              </p:par>
                              <p:par>
                                <p:cTn id="25" presetID="53" presetClass="entr" presetSubtype="16" fill="hold" grpId="0" nodeType="withEffect">
                                  <p:stCondLst>
                                    <p:cond delay="1250"/>
                                  </p:stCondLst>
                                  <p:childTnLst>
                                    <p:set>
                                      <p:cBhvr>
                                        <p:cTn id="26" dur="1" fill="hold">
                                          <p:stCondLst>
                                            <p:cond delay="0"/>
                                          </p:stCondLst>
                                        </p:cTn>
                                        <p:tgtEl>
                                          <p:spTgt spid="31"/>
                                        </p:tgtEl>
                                        <p:attrNameLst>
                                          <p:attrName>style.visibility</p:attrName>
                                        </p:attrNameLst>
                                      </p:cBhvr>
                                      <p:to>
                                        <p:strVal val="visible"/>
                                      </p:to>
                                    </p:set>
                                    <p:anim calcmode="lin" valueType="num">
                                      <p:cBhvr>
                                        <p:cTn id="27" dur="500" fill="hold"/>
                                        <p:tgtEl>
                                          <p:spTgt spid="31"/>
                                        </p:tgtEl>
                                        <p:attrNameLst>
                                          <p:attrName>ppt_w</p:attrName>
                                        </p:attrNameLst>
                                      </p:cBhvr>
                                      <p:tavLst>
                                        <p:tav tm="0">
                                          <p:val>
                                            <p:fltVal val="0"/>
                                          </p:val>
                                        </p:tav>
                                        <p:tav tm="100000">
                                          <p:val>
                                            <p:strVal val="#ppt_w"/>
                                          </p:val>
                                        </p:tav>
                                      </p:tavLst>
                                    </p:anim>
                                    <p:anim calcmode="lin" valueType="num">
                                      <p:cBhvr>
                                        <p:cTn id="28" dur="500" fill="hold"/>
                                        <p:tgtEl>
                                          <p:spTgt spid="31"/>
                                        </p:tgtEl>
                                        <p:attrNameLst>
                                          <p:attrName>ppt_h</p:attrName>
                                        </p:attrNameLst>
                                      </p:cBhvr>
                                      <p:tavLst>
                                        <p:tav tm="0">
                                          <p:val>
                                            <p:fltVal val="0"/>
                                          </p:val>
                                        </p:tav>
                                        <p:tav tm="100000">
                                          <p:val>
                                            <p:strVal val="#ppt_h"/>
                                          </p:val>
                                        </p:tav>
                                      </p:tavLst>
                                    </p:anim>
                                    <p:animEffect transition="in" filter="fade">
                                      <p:cBhvr>
                                        <p:cTn id="29" dur="500"/>
                                        <p:tgtEl>
                                          <p:spTgt spid="31"/>
                                        </p:tgtEl>
                                      </p:cBhvr>
                                    </p:animEffect>
                                  </p:childTnLst>
                                </p:cTn>
                              </p:par>
                              <p:par>
                                <p:cTn id="30" presetID="22" presetClass="entr" presetSubtype="8" fill="hold" nodeType="withEffect">
                                  <p:stCondLst>
                                    <p:cond delay="1500"/>
                                  </p:stCondLst>
                                  <p:childTnLst>
                                    <p:set>
                                      <p:cBhvr>
                                        <p:cTn id="31" dur="1" fill="hold">
                                          <p:stCondLst>
                                            <p:cond delay="0"/>
                                          </p:stCondLst>
                                        </p:cTn>
                                        <p:tgtEl>
                                          <p:spTgt spid="33"/>
                                        </p:tgtEl>
                                        <p:attrNameLst>
                                          <p:attrName>style.visibility</p:attrName>
                                        </p:attrNameLst>
                                      </p:cBhvr>
                                      <p:to>
                                        <p:strVal val="visible"/>
                                      </p:to>
                                    </p:set>
                                    <p:animEffect transition="in" filter="wipe(left)">
                                      <p:cBhvr>
                                        <p:cTn id="32" dur="500"/>
                                        <p:tgtEl>
                                          <p:spTgt spid="33"/>
                                        </p:tgtEl>
                                      </p:cBhvr>
                                    </p:animEffect>
                                  </p:childTnLst>
                                </p:cTn>
                              </p:par>
                              <p:par>
                                <p:cTn id="33" presetID="10" presetClass="entr" presetSubtype="0" fill="hold" grpId="0" nodeType="withEffect">
                                  <p:stCondLst>
                                    <p:cond delay="1500"/>
                                  </p:stCondLst>
                                  <p:childTnLst>
                                    <p:set>
                                      <p:cBhvr>
                                        <p:cTn id="34" dur="1" fill="hold">
                                          <p:stCondLst>
                                            <p:cond delay="0"/>
                                          </p:stCondLst>
                                        </p:cTn>
                                        <p:tgtEl>
                                          <p:spTgt spid="34"/>
                                        </p:tgtEl>
                                        <p:attrNameLst>
                                          <p:attrName>style.visibility</p:attrName>
                                        </p:attrNameLst>
                                      </p:cBhvr>
                                      <p:to>
                                        <p:strVal val="visible"/>
                                      </p:to>
                                    </p:set>
                                    <p:animEffect transition="in" filter="fade">
                                      <p:cBhvr>
                                        <p:cTn id="35" dur="500"/>
                                        <p:tgtEl>
                                          <p:spTgt spid="34"/>
                                        </p:tgtEl>
                                      </p:cBhvr>
                                    </p:animEffect>
                                  </p:childTnLst>
                                </p:cTn>
                              </p:par>
                              <p:par>
                                <p:cTn id="36" presetID="22" presetClass="entr" presetSubtype="8" fill="hold" grpId="0" nodeType="withEffect">
                                  <p:stCondLst>
                                    <p:cond delay="1750"/>
                                  </p:stCondLst>
                                  <p:childTnLst>
                                    <p:set>
                                      <p:cBhvr>
                                        <p:cTn id="37" dur="1" fill="hold">
                                          <p:stCondLst>
                                            <p:cond delay="0"/>
                                          </p:stCondLst>
                                        </p:cTn>
                                        <p:tgtEl>
                                          <p:spTgt spid="32"/>
                                        </p:tgtEl>
                                        <p:attrNameLst>
                                          <p:attrName>style.visibility</p:attrName>
                                        </p:attrNameLst>
                                      </p:cBhvr>
                                      <p:to>
                                        <p:strVal val="visible"/>
                                      </p:to>
                                    </p:set>
                                    <p:animEffect transition="in" filter="wipe(left)">
                                      <p:cBhvr>
                                        <p:cTn id="38" dur="500"/>
                                        <p:tgtEl>
                                          <p:spTgt spid="32"/>
                                        </p:tgtEl>
                                      </p:cBhvr>
                                    </p:animEffect>
                                  </p:childTnLst>
                                </p:cTn>
                              </p:par>
                              <p:par>
                                <p:cTn id="39" presetID="22" presetClass="entr" presetSubtype="8" fill="hold" grpId="0" nodeType="withEffect">
                                  <p:stCondLst>
                                    <p:cond delay="1750"/>
                                  </p:stCondLst>
                                  <p:childTnLst>
                                    <p:set>
                                      <p:cBhvr>
                                        <p:cTn id="40" dur="1" fill="hold">
                                          <p:stCondLst>
                                            <p:cond delay="0"/>
                                          </p:stCondLst>
                                        </p:cTn>
                                        <p:tgtEl>
                                          <p:spTgt spid="35"/>
                                        </p:tgtEl>
                                        <p:attrNameLst>
                                          <p:attrName>style.visibility</p:attrName>
                                        </p:attrNameLst>
                                      </p:cBhvr>
                                      <p:to>
                                        <p:strVal val="visible"/>
                                      </p:to>
                                    </p:set>
                                    <p:animEffect transition="in" filter="wipe(left)">
                                      <p:cBhvr>
                                        <p:cTn id="41" dur="500"/>
                                        <p:tgtEl>
                                          <p:spTgt spid="35"/>
                                        </p:tgtEl>
                                      </p:cBhvr>
                                    </p:animEffect>
                                  </p:childTnLst>
                                </p:cTn>
                              </p:par>
                              <p:par>
                                <p:cTn id="42" presetID="53" presetClass="entr" presetSubtype="16" fill="hold" grpId="0" nodeType="withEffect">
                                  <p:stCondLst>
                                    <p:cond delay="2250"/>
                                  </p:stCondLst>
                                  <p:childTnLst>
                                    <p:set>
                                      <p:cBhvr>
                                        <p:cTn id="43" dur="1" fill="hold">
                                          <p:stCondLst>
                                            <p:cond delay="0"/>
                                          </p:stCondLst>
                                        </p:cTn>
                                        <p:tgtEl>
                                          <p:spTgt spid="38"/>
                                        </p:tgtEl>
                                        <p:attrNameLst>
                                          <p:attrName>style.visibility</p:attrName>
                                        </p:attrNameLst>
                                      </p:cBhvr>
                                      <p:to>
                                        <p:strVal val="visible"/>
                                      </p:to>
                                    </p:set>
                                    <p:anim calcmode="lin" valueType="num">
                                      <p:cBhvr>
                                        <p:cTn id="44" dur="500" fill="hold"/>
                                        <p:tgtEl>
                                          <p:spTgt spid="38"/>
                                        </p:tgtEl>
                                        <p:attrNameLst>
                                          <p:attrName>ppt_w</p:attrName>
                                        </p:attrNameLst>
                                      </p:cBhvr>
                                      <p:tavLst>
                                        <p:tav tm="0">
                                          <p:val>
                                            <p:fltVal val="0"/>
                                          </p:val>
                                        </p:tav>
                                        <p:tav tm="100000">
                                          <p:val>
                                            <p:strVal val="#ppt_w"/>
                                          </p:val>
                                        </p:tav>
                                      </p:tavLst>
                                    </p:anim>
                                    <p:anim calcmode="lin" valueType="num">
                                      <p:cBhvr>
                                        <p:cTn id="45" dur="500" fill="hold"/>
                                        <p:tgtEl>
                                          <p:spTgt spid="38"/>
                                        </p:tgtEl>
                                        <p:attrNameLst>
                                          <p:attrName>ppt_h</p:attrName>
                                        </p:attrNameLst>
                                      </p:cBhvr>
                                      <p:tavLst>
                                        <p:tav tm="0">
                                          <p:val>
                                            <p:fltVal val="0"/>
                                          </p:val>
                                        </p:tav>
                                        <p:tav tm="100000">
                                          <p:val>
                                            <p:strVal val="#ppt_h"/>
                                          </p:val>
                                        </p:tav>
                                      </p:tavLst>
                                    </p:anim>
                                    <p:animEffect transition="in" filter="fade">
                                      <p:cBhvr>
                                        <p:cTn id="46" dur="500"/>
                                        <p:tgtEl>
                                          <p:spTgt spid="38"/>
                                        </p:tgtEl>
                                      </p:cBhvr>
                                    </p:animEffect>
                                  </p:childTnLst>
                                </p:cTn>
                              </p:par>
                              <p:par>
                                <p:cTn id="47" presetID="22" presetClass="entr" presetSubtype="2" fill="hold" nodeType="withEffect">
                                  <p:stCondLst>
                                    <p:cond delay="2500"/>
                                  </p:stCondLst>
                                  <p:childTnLst>
                                    <p:set>
                                      <p:cBhvr>
                                        <p:cTn id="48" dur="1" fill="hold">
                                          <p:stCondLst>
                                            <p:cond delay="0"/>
                                          </p:stCondLst>
                                        </p:cTn>
                                        <p:tgtEl>
                                          <p:spTgt spid="40"/>
                                        </p:tgtEl>
                                        <p:attrNameLst>
                                          <p:attrName>style.visibility</p:attrName>
                                        </p:attrNameLst>
                                      </p:cBhvr>
                                      <p:to>
                                        <p:strVal val="visible"/>
                                      </p:to>
                                    </p:set>
                                    <p:animEffect transition="in" filter="wipe(right)">
                                      <p:cBhvr>
                                        <p:cTn id="49" dur="500"/>
                                        <p:tgtEl>
                                          <p:spTgt spid="40"/>
                                        </p:tgtEl>
                                      </p:cBhvr>
                                    </p:animEffect>
                                  </p:childTnLst>
                                </p:cTn>
                              </p:par>
                              <p:par>
                                <p:cTn id="50" presetID="10" presetClass="entr" presetSubtype="0" fill="hold" grpId="0" nodeType="withEffect">
                                  <p:stCondLst>
                                    <p:cond delay="2500"/>
                                  </p:stCondLst>
                                  <p:childTnLst>
                                    <p:set>
                                      <p:cBhvr>
                                        <p:cTn id="51" dur="1" fill="hold">
                                          <p:stCondLst>
                                            <p:cond delay="0"/>
                                          </p:stCondLst>
                                        </p:cTn>
                                        <p:tgtEl>
                                          <p:spTgt spid="41"/>
                                        </p:tgtEl>
                                        <p:attrNameLst>
                                          <p:attrName>style.visibility</p:attrName>
                                        </p:attrNameLst>
                                      </p:cBhvr>
                                      <p:to>
                                        <p:strVal val="visible"/>
                                      </p:to>
                                    </p:set>
                                    <p:animEffect transition="in" filter="fade">
                                      <p:cBhvr>
                                        <p:cTn id="52" dur="500"/>
                                        <p:tgtEl>
                                          <p:spTgt spid="41"/>
                                        </p:tgtEl>
                                      </p:cBhvr>
                                    </p:animEffect>
                                  </p:childTnLst>
                                </p:cTn>
                              </p:par>
                              <p:par>
                                <p:cTn id="53" presetID="22" presetClass="entr" presetSubtype="2" fill="hold" grpId="0" nodeType="withEffect">
                                  <p:stCondLst>
                                    <p:cond delay="2750"/>
                                  </p:stCondLst>
                                  <p:childTnLst>
                                    <p:set>
                                      <p:cBhvr>
                                        <p:cTn id="54" dur="1" fill="hold">
                                          <p:stCondLst>
                                            <p:cond delay="0"/>
                                          </p:stCondLst>
                                        </p:cTn>
                                        <p:tgtEl>
                                          <p:spTgt spid="39"/>
                                        </p:tgtEl>
                                        <p:attrNameLst>
                                          <p:attrName>style.visibility</p:attrName>
                                        </p:attrNameLst>
                                      </p:cBhvr>
                                      <p:to>
                                        <p:strVal val="visible"/>
                                      </p:to>
                                    </p:set>
                                    <p:animEffect transition="in" filter="wipe(right)">
                                      <p:cBhvr>
                                        <p:cTn id="55" dur="500"/>
                                        <p:tgtEl>
                                          <p:spTgt spid="39"/>
                                        </p:tgtEl>
                                      </p:cBhvr>
                                    </p:animEffect>
                                  </p:childTnLst>
                                </p:cTn>
                              </p:par>
                              <p:par>
                                <p:cTn id="56" presetID="22" presetClass="entr" presetSubtype="2" fill="hold" grpId="0" nodeType="withEffect">
                                  <p:stCondLst>
                                    <p:cond delay="2750"/>
                                  </p:stCondLst>
                                  <p:childTnLst>
                                    <p:set>
                                      <p:cBhvr>
                                        <p:cTn id="57" dur="1" fill="hold">
                                          <p:stCondLst>
                                            <p:cond delay="0"/>
                                          </p:stCondLst>
                                        </p:cTn>
                                        <p:tgtEl>
                                          <p:spTgt spid="42"/>
                                        </p:tgtEl>
                                        <p:attrNameLst>
                                          <p:attrName>style.visibility</p:attrName>
                                        </p:attrNameLst>
                                      </p:cBhvr>
                                      <p:to>
                                        <p:strVal val="visible"/>
                                      </p:to>
                                    </p:set>
                                    <p:animEffect transition="in" filter="wipe(right)">
                                      <p:cBhvr>
                                        <p:cTn id="58"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28" grpId="0"/>
      <p:bldP spid="29" grpId="0"/>
      <p:bldP spid="31" grpId="0" animBg="1"/>
      <p:bldP spid="32" grpId="0" animBg="1"/>
      <p:bldP spid="34" grpId="0"/>
      <p:bldP spid="35" grpId="0"/>
      <p:bldP spid="38" grpId="0" animBg="1"/>
      <p:bldP spid="39" grpId="0" animBg="1"/>
      <p:bldP spid="41" grpId="0"/>
      <p:bldP spid="42"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p:cNvCxnSpPr>
            <a:stCxn id="24" idx="0"/>
          </p:cNvCxnSpPr>
          <p:nvPr/>
        </p:nvCxnSpPr>
        <p:spPr>
          <a:xfrm flipV="1">
            <a:off x="6071014" y="0"/>
            <a:ext cx="0" cy="5027609"/>
          </a:xfrm>
          <a:prstGeom prst="line">
            <a:avLst/>
          </a:prstGeom>
          <a:ln w="5715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1" name="Teardrop 30"/>
          <p:cNvSpPr/>
          <p:nvPr/>
        </p:nvSpPr>
        <p:spPr>
          <a:xfrm rot="2700000">
            <a:off x="5988861" y="1898056"/>
            <a:ext cx="164306" cy="164306"/>
          </a:xfrm>
          <a:prstGeom prst="teardrop">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3" name="Straight Connector 32"/>
          <p:cNvCxnSpPr/>
          <p:nvPr/>
        </p:nvCxnSpPr>
        <p:spPr>
          <a:xfrm>
            <a:off x="6187196" y="1980209"/>
            <a:ext cx="730972" cy="0"/>
          </a:xfrm>
          <a:prstGeom prst="line">
            <a:avLst/>
          </a:prstGeom>
          <a:ln w="44450" cap="rnd">
            <a:solidFill>
              <a:srgbClr val="3DBF9C"/>
            </a:solidFill>
            <a:prstDash val="sysDot"/>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3495685" y="1747523"/>
            <a:ext cx="2485696" cy="461665"/>
          </a:xfrm>
          <a:prstGeom prst="rect">
            <a:avLst/>
          </a:prstGeom>
          <a:noFill/>
        </p:spPr>
        <p:txBody>
          <a:bodyPr wrap="square" rtlCol="0">
            <a:spAutoFit/>
          </a:bodyPr>
          <a:lstStyle/>
          <a:p>
            <a:pPr algn="r" fontAlgn="auto">
              <a:spcBef>
                <a:spcPts val="0"/>
              </a:spcBef>
              <a:spcAft>
                <a:spcPts val="0"/>
              </a:spcAft>
            </a:pPr>
            <a:r>
              <a:rPr lang="el-GR" sz="2400" dirty="0" smtClean="0">
                <a:solidFill>
                  <a:prstClr val="black">
                    <a:lumMod val="75000"/>
                    <a:lumOff val="25000"/>
                  </a:prstClr>
                </a:solidFill>
                <a:latin typeface="Lato Black" panose="020F0A02020204030203" pitchFamily="34" charset="0"/>
                <a:cs typeface="Lato Black" panose="020F0A02020204030203" pitchFamily="34" charset="0"/>
              </a:rPr>
              <a:t>6</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grpSp>
        <p:nvGrpSpPr>
          <p:cNvPr id="4" name="Group 3"/>
          <p:cNvGrpSpPr/>
          <p:nvPr/>
        </p:nvGrpSpPr>
        <p:grpSpPr>
          <a:xfrm>
            <a:off x="6891624" y="1496621"/>
            <a:ext cx="5006291" cy="851199"/>
            <a:chOff x="6891624" y="1643116"/>
            <a:chExt cx="5079238" cy="709607"/>
          </a:xfrm>
        </p:grpSpPr>
        <p:sp>
          <p:nvSpPr>
            <p:cNvPr id="32" name="Rounded Rectangle 31"/>
            <p:cNvSpPr/>
            <p:nvPr/>
          </p:nvSpPr>
          <p:spPr>
            <a:xfrm>
              <a:off x="6891624" y="1643116"/>
              <a:ext cx="5079238" cy="629026"/>
            </a:xfrm>
            <a:prstGeom prst="roundRect">
              <a:avLst>
                <a:gd name="adj" fmla="val 50000"/>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Rectangle 34"/>
            <p:cNvSpPr/>
            <p:nvPr/>
          </p:nvSpPr>
          <p:spPr>
            <a:xfrm>
              <a:off x="7191385" y="1659957"/>
              <a:ext cx="4506646" cy="692766"/>
            </a:xfrm>
            <a:prstGeom prst="rect">
              <a:avLst/>
            </a:prstGeom>
          </p:spPr>
          <p:txBody>
            <a:bodyPr wrap="square">
              <a:spAutoFit/>
            </a:bodyPr>
            <a:lstStyle/>
            <a:p>
              <a:pPr lvl="0" algn="ctr" rtl="1"/>
              <a:r>
                <a:rPr lang="ar-SA" sz="2400" b="1" dirty="0">
                  <a:solidFill>
                    <a:schemeClr val="bg1"/>
                  </a:solidFill>
                </a:rPr>
                <a:t>يشكل استخدامه أفضل وسيلة لحل لمشكلات صعوبات التعلم</a:t>
              </a:r>
              <a:endParaRPr lang="en-US" sz="2400" b="1" dirty="0">
                <a:solidFill>
                  <a:schemeClr val="bg1"/>
                </a:solidFill>
              </a:endParaRPr>
            </a:p>
          </p:txBody>
        </p:sp>
      </p:grpSp>
      <p:sp>
        <p:nvSpPr>
          <p:cNvPr id="38" name="Teardrop 37"/>
          <p:cNvSpPr/>
          <p:nvPr/>
        </p:nvSpPr>
        <p:spPr>
          <a:xfrm rot="13500000">
            <a:off x="5988862" y="3440268"/>
            <a:ext cx="164306" cy="164306"/>
          </a:xfrm>
          <a:prstGeom prst="teardrop">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0" name="Straight Connector 39"/>
          <p:cNvCxnSpPr/>
          <p:nvPr/>
        </p:nvCxnSpPr>
        <p:spPr>
          <a:xfrm>
            <a:off x="5250409" y="3522420"/>
            <a:ext cx="730972" cy="0"/>
          </a:xfrm>
          <a:prstGeom prst="line">
            <a:avLst/>
          </a:prstGeom>
          <a:ln w="44450" cap="rnd">
            <a:solidFill>
              <a:srgbClr val="012641"/>
            </a:solidFill>
            <a:prstDash val="sysDot"/>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6182050" y="3291587"/>
            <a:ext cx="2485696" cy="461665"/>
          </a:xfrm>
          <a:prstGeom prst="rect">
            <a:avLst/>
          </a:prstGeom>
          <a:noFill/>
        </p:spPr>
        <p:txBody>
          <a:bodyPr wrap="square" rtlCol="0">
            <a:spAutoFit/>
          </a:bodyPr>
          <a:lstStyle/>
          <a:p>
            <a:pPr fontAlgn="auto">
              <a:spcBef>
                <a:spcPts val="0"/>
              </a:spcBef>
              <a:spcAft>
                <a:spcPts val="0"/>
              </a:spcAft>
            </a:pPr>
            <a:r>
              <a:rPr lang="en-US" sz="2400" smtClean="0">
                <a:solidFill>
                  <a:prstClr val="black">
                    <a:lumMod val="75000"/>
                    <a:lumOff val="25000"/>
                  </a:prstClr>
                </a:solidFill>
                <a:latin typeface="Lato Black" panose="020F0A02020204030203" pitchFamily="34" charset="0"/>
                <a:cs typeface="Lato Black" panose="020F0A02020204030203" pitchFamily="34" charset="0"/>
              </a:rPr>
              <a:t>7</a:t>
            </a:r>
            <a:endParaRPr lang="en-US" sz="2400" dirty="0">
              <a:solidFill>
                <a:prstClr val="black">
                  <a:lumMod val="75000"/>
                  <a:lumOff val="25000"/>
                </a:prstClr>
              </a:solidFill>
              <a:latin typeface="Lato Black" panose="020F0A02020204030203" pitchFamily="34" charset="0"/>
              <a:cs typeface="Lato Black" panose="020F0A02020204030203" pitchFamily="34" charset="0"/>
            </a:endParaRPr>
          </a:p>
        </p:txBody>
      </p:sp>
      <p:grpSp>
        <p:nvGrpSpPr>
          <p:cNvPr id="5" name="Group 4"/>
          <p:cNvGrpSpPr/>
          <p:nvPr/>
        </p:nvGrpSpPr>
        <p:grpSpPr>
          <a:xfrm>
            <a:off x="456460" y="3100256"/>
            <a:ext cx="4767401" cy="714104"/>
            <a:chOff x="456460" y="3230487"/>
            <a:chExt cx="4767401" cy="583867"/>
          </a:xfrm>
        </p:grpSpPr>
        <p:sp>
          <p:nvSpPr>
            <p:cNvPr id="39" name="Rounded Rectangle 38"/>
            <p:cNvSpPr/>
            <p:nvPr/>
          </p:nvSpPr>
          <p:spPr>
            <a:xfrm>
              <a:off x="531941" y="3230487"/>
              <a:ext cx="4691920" cy="583867"/>
            </a:xfrm>
            <a:prstGeom prst="roundRect">
              <a:avLst>
                <a:gd name="adj" fmla="val 50000"/>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2" name="Rectangle 41"/>
            <p:cNvSpPr/>
            <p:nvPr/>
          </p:nvSpPr>
          <p:spPr>
            <a:xfrm>
              <a:off x="456460" y="3325783"/>
              <a:ext cx="4767401" cy="377467"/>
            </a:xfrm>
            <a:prstGeom prst="rect">
              <a:avLst/>
            </a:prstGeom>
          </p:spPr>
          <p:txBody>
            <a:bodyPr wrap="square">
              <a:spAutoFit/>
            </a:bodyPr>
            <a:lstStyle/>
            <a:p>
              <a:pPr lvl="0" algn="ctr" rtl="1"/>
              <a:r>
                <a:rPr lang="ar-SA" sz="2400" b="1" dirty="0">
                  <a:solidFill>
                    <a:schemeClr val="bg1"/>
                  </a:solidFill>
                </a:rPr>
                <a:t>القدرة على التفاعل مع الحاسوب بلا اضطراب</a:t>
              </a:r>
              <a:endParaRPr lang="en-US" sz="2400" b="1" dirty="0">
                <a:solidFill>
                  <a:schemeClr val="bg1"/>
                </a:solidFill>
              </a:endParaRPr>
            </a:p>
          </p:txBody>
        </p:sp>
      </p:grpSp>
      <p:grpSp>
        <p:nvGrpSpPr>
          <p:cNvPr id="9" name="Group 8"/>
          <p:cNvGrpSpPr/>
          <p:nvPr/>
        </p:nvGrpSpPr>
        <p:grpSpPr>
          <a:xfrm>
            <a:off x="3635421" y="5000537"/>
            <a:ext cx="4781553" cy="610939"/>
            <a:chOff x="3635421" y="5000537"/>
            <a:chExt cx="4781553" cy="610939"/>
          </a:xfrm>
        </p:grpSpPr>
        <p:grpSp>
          <p:nvGrpSpPr>
            <p:cNvPr id="8" name="Group 7"/>
            <p:cNvGrpSpPr/>
            <p:nvPr/>
          </p:nvGrpSpPr>
          <p:grpSpPr>
            <a:xfrm>
              <a:off x="3725054" y="5000537"/>
              <a:ext cx="4691920" cy="610939"/>
              <a:chOff x="3725054" y="5000537"/>
              <a:chExt cx="4691920" cy="610939"/>
            </a:xfrm>
          </p:grpSpPr>
          <p:sp>
            <p:nvSpPr>
              <p:cNvPr id="24" name="Rounded Rectangle 23"/>
              <p:cNvSpPr/>
              <p:nvPr/>
            </p:nvSpPr>
            <p:spPr>
              <a:xfrm>
                <a:off x="3725054" y="5027609"/>
                <a:ext cx="4691920" cy="583867"/>
              </a:xfrm>
              <a:prstGeom prst="roundRect">
                <a:avLst>
                  <a:gd name="adj" fmla="val 50000"/>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6" name="Teardrop 25"/>
              <p:cNvSpPr/>
              <p:nvPr/>
            </p:nvSpPr>
            <p:spPr>
              <a:xfrm rot="18900000">
                <a:off x="5983715" y="5000537"/>
                <a:ext cx="164306" cy="164306"/>
              </a:xfrm>
              <a:prstGeom prst="teardrop">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7" name="TextBox 26"/>
            <p:cNvSpPr txBox="1"/>
            <p:nvPr/>
          </p:nvSpPr>
          <p:spPr>
            <a:xfrm>
              <a:off x="3635421" y="5039998"/>
              <a:ext cx="4691920" cy="461665"/>
            </a:xfrm>
            <a:prstGeom prst="rect">
              <a:avLst/>
            </a:prstGeom>
            <a:noFill/>
          </p:spPr>
          <p:txBody>
            <a:bodyPr wrap="square" rtlCol="0">
              <a:spAutoFit/>
            </a:bodyPr>
            <a:lstStyle/>
            <a:p>
              <a:pPr algn="ctr" fontAlgn="auto">
                <a:spcBef>
                  <a:spcPts val="0"/>
                </a:spcBef>
                <a:spcAft>
                  <a:spcPts val="0"/>
                </a:spcAft>
              </a:pPr>
              <a:r>
                <a:rPr lang="ar-SA" sz="2400" b="1" dirty="0">
                  <a:solidFill>
                    <a:schemeClr val="bg1"/>
                  </a:solidFill>
                </a:rPr>
                <a:t>انخفاض أسعاره مقارنةً مع فوائده الكبيرة</a:t>
              </a:r>
              <a:endParaRPr lang="en-US" sz="2400" b="1" dirty="0">
                <a:solidFill>
                  <a:schemeClr val="bg1"/>
                </a:solidFill>
                <a:latin typeface="Lato Black" panose="020F0A02020204030203" pitchFamily="34" charset="0"/>
                <a:cs typeface="Lato Black" panose="020F0A02020204030203" pitchFamily="34" charset="0"/>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847955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2500"/>
                                        <p:tgtEl>
                                          <p:spTgt spid="3"/>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31"/>
                                        </p:tgtEl>
                                        <p:attrNameLst>
                                          <p:attrName>style.visibility</p:attrName>
                                        </p:attrNameLst>
                                      </p:cBhvr>
                                      <p:to>
                                        <p:strVal val="visible"/>
                                      </p:to>
                                    </p:set>
                                    <p:anim calcmode="lin" valueType="num">
                                      <p:cBhvr>
                                        <p:cTn id="10" dur="500" fill="hold"/>
                                        <p:tgtEl>
                                          <p:spTgt spid="31"/>
                                        </p:tgtEl>
                                        <p:attrNameLst>
                                          <p:attrName>ppt_w</p:attrName>
                                        </p:attrNameLst>
                                      </p:cBhvr>
                                      <p:tavLst>
                                        <p:tav tm="0">
                                          <p:val>
                                            <p:fltVal val="0"/>
                                          </p:val>
                                        </p:tav>
                                        <p:tav tm="100000">
                                          <p:val>
                                            <p:strVal val="#ppt_w"/>
                                          </p:val>
                                        </p:tav>
                                      </p:tavLst>
                                    </p:anim>
                                    <p:anim calcmode="lin" valueType="num">
                                      <p:cBhvr>
                                        <p:cTn id="11" dur="500" fill="hold"/>
                                        <p:tgtEl>
                                          <p:spTgt spid="31"/>
                                        </p:tgtEl>
                                        <p:attrNameLst>
                                          <p:attrName>ppt_h</p:attrName>
                                        </p:attrNameLst>
                                      </p:cBhvr>
                                      <p:tavLst>
                                        <p:tav tm="0">
                                          <p:val>
                                            <p:fltVal val="0"/>
                                          </p:val>
                                        </p:tav>
                                        <p:tav tm="100000">
                                          <p:val>
                                            <p:strVal val="#ppt_h"/>
                                          </p:val>
                                        </p:tav>
                                      </p:tavLst>
                                    </p:anim>
                                    <p:animEffect transition="in" filter="fade">
                                      <p:cBhvr>
                                        <p:cTn id="12" dur="500"/>
                                        <p:tgtEl>
                                          <p:spTgt spid="31"/>
                                        </p:tgtEl>
                                      </p:cBhvr>
                                    </p:animEffect>
                                  </p:childTnLst>
                                </p:cTn>
                              </p:par>
                              <p:par>
                                <p:cTn id="13" presetID="22" presetClass="entr" presetSubtype="8" fill="hold" nodeType="withEffect">
                                  <p:stCondLst>
                                    <p:cond delay="500"/>
                                  </p:stCondLst>
                                  <p:childTnLst>
                                    <p:set>
                                      <p:cBhvr>
                                        <p:cTn id="14" dur="1" fill="hold">
                                          <p:stCondLst>
                                            <p:cond delay="0"/>
                                          </p:stCondLst>
                                        </p:cTn>
                                        <p:tgtEl>
                                          <p:spTgt spid="33"/>
                                        </p:tgtEl>
                                        <p:attrNameLst>
                                          <p:attrName>style.visibility</p:attrName>
                                        </p:attrNameLst>
                                      </p:cBhvr>
                                      <p:to>
                                        <p:strVal val="visible"/>
                                      </p:to>
                                    </p:set>
                                    <p:animEffect transition="in" filter="wipe(left)">
                                      <p:cBhvr>
                                        <p:cTn id="15" dur="500"/>
                                        <p:tgtEl>
                                          <p:spTgt spid="33"/>
                                        </p:tgtEl>
                                      </p:cBhvr>
                                    </p:animEffect>
                                  </p:childTnLst>
                                </p:cTn>
                              </p:par>
                              <p:par>
                                <p:cTn id="16" presetID="10" presetClass="entr" presetSubtype="0" fill="hold" grpId="0" nodeType="withEffect">
                                  <p:stCondLst>
                                    <p:cond delay="500"/>
                                  </p:stCondLst>
                                  <p:childTnLst>
                                    <p:set>
                                      <p:cBhvr>
                                        <p:cTn id="17" dur="1" fill="hold">
                                          <p:stCondLst>
                                            <p:cond delay="0"/>
                                          </p:stCondLst>
                                        </p:cTn>
                                        <p:tgtEl>
                                          <p:spTgt spid="34"/>
                                        </p:tgtEl>
                                        <p:attrNameLst>
                                          <p:attrName>style.visibility</p:attrName>
                                        </p:attrNameLst>
                                      </p:cBhvr>
                                      <p:to>
                                        <p:strVal val="visible"/>
                                      </p:to>
                                    </p:set>
                                    <p:animEffect transition="in" filter="fade">
                                      <p:cBhvr>
                                        <p:cTn id="18" dur="500"/>
                                        <p:tgtEl>
                                          <p:spTgt spid="34"/>
                                        </p:tgtEl>
                                      </p:cBhvr>
                                    </p:animEffect>
                                  </p:childTnLst>
                                </p:cTn>
                              </p:par>
                              <p:par>
                                <p:cTn id="19" presetID="22" presetClass="entr" presetSubtype="8" fill="hold" nodeType="withEffect">
                                  <p:stCondLst>
                                    <p:cond delay="750"/>
                                  </p:stCondLst>
                                  <p:childTnLst>
                                    <p:set>
                                      <p:cBhvr>
                                        <p:cTn id="20" dur="1" fill="hold">
                                          <p:stCondLst>
                                            <p:cond delay="0"/>
                                          </p:stCondLst>
                                        </p:cTn>
                                        <p:tgtEl>
                                          <p:spTgt spid="4"/>
                                        </p:tgtEl>
                                        <p:attrNameLst>
                                          <p:attrName>style.visibility</p:attrName>
                                        </p:attrNameLst>
                                      </p:cBhvr>
                                      <p:to>
                                        <p:strVal val="visible"/>
                                      </p:to>
                                    </p:set>
                                    <p:animEffect transition="in" filter="wipe(left)">
                                      <p:cBhvr>
                                        <p:cTn id="21" dur="500"/>
                                        <p:tgtEl>
                                          <p:spTgt spid="4"/>
                                        </p:tgtEl>
                                      </p:cBhvr>
                                    </p:animEffect>
                                  </p:childTnLst>
                                </p:cTn>
                              </p:par>
                              <p:par>
                                <p:cTn id="22" presetID="53" presetClass="entr" presetSubtype="16" fill="hold" grpId="0" nodeType="withEffect">
                                  <p:stCondLst>
                                    <p:cond delay="1250"/>
                                  </p:stCondLst>
                                  <p:childTnLst>
                                    <p:set>
                                      <p:cBhvr>
                                        <p:cTn id="23" dur="1" fill="hold">
                                          <p:stCondLst>
                                            <p:cond delay="0"/>
                                          </p:stCondLst>
                                        </p:cTn>
                                        <p:tgtEl>
                                          <p:spTgt spid="38"/>
                                        </p:tgtEl>
                                        <p:attrNameLst>
                                          <p:attrName>style.visibility</p:attrName>
                                        </p:attrNameLst>
                                      </p:cBhvr>
                                      <p:to>
                                        <p:strVal val="visible"/>
                                      </p:to>
                                    </p:set>
                                    <p:anim calcmode="lin" valueType="num">
                                      <p:cBhvr>
                                        <p:cTn id="24" dur="500" fill="hold"/>
                                        <p:tgtEl>
                                          <p:spTgt spid="38"/>
                                        </p:tgtEl>
                                        <p:attrNameLst>
                                          <p:attrName>ppt_w</p:attrName>
                                        </p:attrNameLst>
                                      </p:cBhvr>
                                      <p:tavLst>
                                        <p:tav tm="0">
                                          <p:val>
                                            <p:fltVal val="0"/>
                                          </p:val>
                                        </p:tav>
                                        <p:tav tm="100000">
                                          <p:val>
                                            <p:strVal val="#ppt_w"/>
                                          </p:val>
                                        </p:tav>
                                      </p:tavLst>
                                    </p:anim>
                                    <p:anim calcmode="lin" valueType="num">
                                      <p:cBhvr>
                                        <p:cTn id="25" dur="500" fill="hold"/>
                                        <p:tgtEl>
                                          <p:spTgt spid="38"/>
                                        </p:tgtEl>
                                        <p:attrNameLst>
                                          <p:attrName>ppt_h</p:attrName>
                                        </p:attrNameLst>
                                      </p:cBhvr>
                                      <p:tavLst>
                                        <p:tav tm="0">
                                          <p:val>
                                            <p:fltVal val="0"/>
                                          </p:val>
                                        </p:tav>
                                        <p:tav tm="100000">
                                          <p:val>
                                            <p:strVal val="#ppt_h"/>
                                          </p:val>
                                        </p:tav>
                                      </p:tavLst>
                                    </p:anim>
                                    <p:animEffect transition="in" filter="fade">
                                      <p:cBhvr>
                                        <p:cTn id="26" dur="500"/>
                                        <p:tgtEl>
                                          <p:spTgt spid="38"/>
                                        </p:tgtEl>
                                      </p:cBhvr>
                                    </p:animEffect>
                                  </p:childTnLst>
                                </p:cTn>
                              </p:par>
                              <p:par>
                                <p:cTn id="27" presetID="22" presetClass="entr" presetSubtype="2" fill="hold" nodeType="withEffect">
                                  <p:stCondLst>
                                    <p:cond delay="1500"/>
                                  </p:stCondLst>
                                  <p:childTnLst>
                                    <p:set>
                                      <p:cBhvr>
                                        <p:cTn id="28" dur="1" fill="hold">
                                          <p:stCondLst>
                                            <p:cond delay="0"/>
                                          </p:stCondLst>
                                        </p:cTn>
                                        <p:tgtEl>
                                          <p:spTgt spid="40"/>
                                        </p:tgtEl>
                                        <p:attrNameLst>
                                          <p:attrName>style.visibility</p:attrName>
                                        </p:attrNameLst>
                                      </p:cBhvr>
                                      <p:to>
                                        <p:strVal val="visible"/>
                                      </p:to>
                                    </p:set>
                                    <p:animEffect transition="in" filter="wipe(right)">
                                      <p:cBhvr>
                                        <p:cTn id="29" dur="500"/>
                                        <p:tgtEl>
                                          <p:spTgt spid="40"/>
                                        </p:tgtEl>
                                      </p:cBhvr>
                                    </p:animEffect>
                                  </p:childTnLst>
                                </p:cTn>
                              </p:par>
                              <p:par>
                                <p:cTn id="30" presetID="10" presetClass="entr" presetSubtype="0" fill="hold" grpId="0" nodeType="withEffect">
                                  <p:stCondLst>
                                    <p:cond delay="1500"/>
                                  </p:stCondLst>
                                  <p:childTnLst>
                                    <p:set>
                                      <p:cBhvr>
                                        <p:cTn id="31" dur="1" fill="hold">
                                          <p:stCondLst>
                                            <p:cond delay="0"/>
                                          </p:stCondLst>
                                        </p:cTn>
                                        <p:tgtEl>
                                          <p:spTgt spid="41"/>
                                        </p:tgtEl>
                                        <p:attrNameLst>
                                          <p:attrName>style.visibility</p:attrName>
                                        </p:attrNameLst>
                                      </p:cBhvr>
                                      <p:to>
                                        <p:strVal val="visible"/>
                                      </p:to>
                                    </p:set>
                                    <p:animEffect transition="in" filter="fade">
                                      <p:cBhvr>
                                        <p:cTn id="32" dur="500"/>
                                        <p:tgtEl>
                                          <p:spTgt spid="41"/>
                                        </p:tgtEl>
                                      </p:cBhvr>
                                    </p:animEffect>
                                  </p:childTnLst>
                                </p:cTn>
                              </p:par>
                              <p:par>
                                <p:cTn id="33" presetID="22" presetClass="entr" presetSubtype="2" fill="hold" nodeType="withEffect">
                                  <p:stCondLst>
                                    <p:cond delay="1750"/>
                                  </p:stCondLst>
                                  <p:childTnLst>
                                    <p:set>
                                      <p:cBhvr>
                                        <p:cTn id="34" dur="1" fill="hold">
                                          <p:stCondLst>
                                            <p:cond delay="0"/>
                                          </p:stCondLst>
                                        </p:cTn>
                                        <p:tgtEl>
                                          <p:spTgt spid="5"/>
                                        </p:tgtEl>
                                        <p:attrNameLst>
                                          <p:attrName>style.visibility</p:attrName>
                                        </p:attrNameLst>
                                      </p:cBhvr>
                                      <p:to>
                                        <p:strVal val="visible"/>
                                      </p:to>
                                    </p:set>
                                    <p:animEffect transition="in" filter="wipe(right)">
                                      <p:cBhvr>
                                        <p:cTn id="35" dur="500"/>
                                        <p:tgtEl>
                                          <p:spTgt spid="5"/>
                                        </p:tgtEl>
                                      </p:cBhvr>
                                    </p:animEffect>
                                  </p:childTnLst>
                                </p:cTn>
                              </p:par>
                              <p:par>
                                <p:cTn id="36" presetID="22" presetClass="entr" presetSubtype="1" fill="hold" nodeType="withEffect">
                                  <p:stCondLst>
                                    <p:cond delay="2250"/>
                                  </p:stCondLst>
                                  <p:childTnLst>
                                    <p:set>
                                      <p:cBhvr>
                                        <p:cTn id="37" dur="1" fill="hold">
                                          <p:stCondLst>
                                            <p:cond delay="0"/>
                                          </p:stCondLst>
                                        </p:cTn>
                                        <p:tgtEl>
                                          <p:spTgt spid="9"/>
                                        </p:tgtEl>
                                        <p:attrNameLst>
                                          <p:attrName>style.visibility</p:attrName>
                                        </p:attrNameLst>
                                      </p:cBhvr>
                                      <p:to>
                                        <p:strVal val="visible"/>
                                      </p:to>
                                    </p:set>
                                    <p:animEffect transition="in" filter="wipe(up)">
                                      <p:cBhvr>
                                        <p:cTn id="3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p:bldP spid="38" grpId="0" animBg="1"/>
      <p:bldP spid="41"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0" y="0"/>
            <a:ext cx="4963886"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18" name="Rectangle 17"/>
          <p:cNvSpPr/>
          <p:nvPr/>
        </p:nvSpPr>
        <p:spPr>
          <a:xfrm>
            <a:off x="3899647" y="2124635"/>
            <a:ext cx="8292353" cy="3550024"/>
          </a:xfrm>
          <a:prstGeom prst="rect">
            <a:avLst/>
          </a:prstGeom>
          <a:solidFill>
            <a:srgbClr val="F58F20">
              <a:alpha val="6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20" name="TextBox 19"/>
          <p:cNvSpPr txBox="1"/>
          <p:nvPr/>
        </p:nvSpPr>
        <p:spPr>
          <a:xfrm>
            <a:off x="4963886" y="3237927"/>
            <a:ext cx="7069625" cy="1323439"/>
          </a:xfrm>
          <a:prstGeom prst="rect">
            <a:avLst/>
          </a:prstGeom>
          <a:noFill/>
        </p:spPr>
        <p:txBody>
          <a:bodyPr wrap="square" rtlCol="0">
            <a:spAutoFit/>
          </a:bodyPr>
          <a:lstStyle/>
          <a:p>
            <a:pPr marL="742950" indent="-742950" algn="ctr" rtl="1" fontAlgn="auto">
              <a:spcAft>
                <a:spcPts val="0"/>
              </a:spcAft>
              <a:buFont typeface="+mj-lt"/>
              <a:buAutoNum type="arabicPeriod" startAt="8"/>
              <a:defRPr/>
            </a:pPr>
            <a:r>
              <a:rPr lang="ar-SA" sz="4000" b="1" u="sng" dirty="0">
                <a:solidFill>
                  <a:schemeClr val="bg1"/>
                </a:solidFill>
              </a:rPr>
              <a:t>مزايا استخدام تكنولوجيا الحاسب الآلي في العملية التعليمية</a:t>
            </a:r>
            <a:endParaRPr lang="en-US" sz="4000" b="1" u="sng" dirty="0">
              <a:solidFill>
                <a:schemeClr val="bg1"/>
              </a:solidFill>
            </a:endParaRPr>
          </a:p>
        </p:txBody>
      </p:sp>
      <p:sp>
        <p:nvSpPr>
          <p:cNvPr id="2" name="Footer Placeholder 1"/>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Tree>
    <p:extLst>
      <p:ext uri="{BB962C8B-B14F-4D97-AF65-F5344CB8AC3E}">
        <p14:creationId xmlns:p14="http://schemas.microsoft.com/office/powerpoint/2010/main" val="24535950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1000"/>
                            </p:stCondLst>
                            <p:childTnLst>
                              <p:par>
                                <p:cTn id="9" presetID="10" presetClass="entr" presetSubtype="0" fill="hold" grpId="0" nodeType="afterEffect">
                                  <p:stCondLst>
                                    <p:cond delay="50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2000"/>
                            </p:stCondLst>
                            <p:childTnLst>
                              <p:par>
                                <p:cTn id="13" presetID="10" presetClass="entr" presetSubtype="0" fill="hold" grpId="0" nodeType="afterEffect">
                                  <p:stCondLst>
                                    <p:cond delay="50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20"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Down Arrow Callout 2"/>
          <p:cNvSpPr/>
          <p:nvPr/>
        </p:nvSpPr>
        <p:spPr>
          <a:xfrm>
            <a:off x="0" y="1523332"/>
            <a:ext cx="12192000" cy="1463040"/>
          </a:xfrm>
          <a:prstGeom prst="downArrowCallou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Down Arrow Callout 22"/>
          <p:cNvSpPr/>
          <p:nvPr/>
        </p:nvSpPr>
        <p:spPr>
          <a:xfrm>
            <a:off x="0" y="3021932"/>
            <a:ext cx="12192000" cy="1463040"/>
          </a:xfrm>
          <a:prstGeom prst="downArrowCallou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4" name="Down Arrow Callout 23"/>
          <p:cNvSpPr/>
          <p:nvPr/>
        </p:nvSpPr>
        <p:spPr>
          <a:xfrm>
            <a:off x="0" y="4520532"/>
            <a:ext cx="12192000" cy="1463040"/>
          </a:xfrm>
          <a:prstGeom prst="downArrowCallo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6" name="TextBox 25"/>
          <p:cNvSpPr txBox="1"/>
          <p:nvPr/>
        </p:nvSpPr>
        <p:spPr>
          <a:xfrm>
            <a:off x="0" y="1672632"/>
            <a:ext cx="12192000" cy="523220"/>
          </a:xfrm>
          <a:prstGeom prst="rect">
            <a:avLst/>
          </a:prstGeom>
          <a:noFill/>
        </p:spPr>
        <p:txBody>
          <a:bodyPr wrap="square" rtlCol="0">
            <a:spAutoFit/>
          </a:bodyPr>
          <a:lstStyle/>
          <a:p>
            <a:pPr algn="ctr" rtl="1" fontAlgn="auto">
              <a:spcBef>
                <a:spcPts val="0"/>
              </a:spcBef>
              <a:spcAft>
                <a:spcPts val="0"/>
              </a:spcAft>
            </a:pPr>
            <a:r>
              <a:rPr lang="ar-SA" sz="2800" b="1" dirty="0">
                <a:solidFill>
                  <a:schemeClr val="bg1"/>
                </a:solidFill>
              </a:rPr>
              <a:t>التفاعل والتواصل بين عناصر تكنولوجيا الحاسب الآلي وعناصر التعليم (المعلم والمتعلم)</a:t>
            </a:r>
            <a:endParaRPr lang="en-US" sz="2800" b="1" dirty="0">
              <a:solidFill>
                <a:schemeClr val="bg1"/>
              </a:solidFill>
              <a:latin typeface="Bebas Neue" panose="020B0606020202050201" pitchFamily="34" charset="0"/>
            </a:endParaRPr>
          </a:p>
        </p:txBody>
      </p:sp>
      <p:sp>
        <p:nvSpPr>
          <p:cNvPr id="34" name="TextBox 33"/>
          <p:cNvSpPr txBox="1"/>
          <p:nvPr/>
        </p:nvSpPr>
        <p:spPr>
          <a:xfrm>
            <a:off x="174171" y="3202835"/>
            <a:ext cx="12192000" cy="523220"/>
          </a:xfrm>
          <a:prstGeom prst="rect">
            <a:avLst/>
          </a:prstGeom>
          <a:noFill/>
        </p:spPr>
        <p:txBody>
          <a:bodyPr wrap="square" rtlCol="0">
            <a:spAutoFit/>
          </a:bodyPr>
          <a:lstStyle/>
          <a:p>
            <a:pPr algn="ctr" rtl="1" fontAlgn="auto">
              <a:spcBef>
                <a:spcPts val="0"/>
              </a:spcBef>
              <a:spcAft>
                <a:spcPts val="0"/>
              </a:spcAft>
            </a:pPr>
            <a:r>
              <a:rPr lang="ar-SA" sz="2800" b="1" dirty="0">
                <a:solidFill>
                  <a:schemeClr val="bg1"/>
                </a:solidFill>
              </a:rPr>
              <a:t>التشويق والدافعية</a:t>
            </a:r>
            <a:endParaRPr lang="en-US" sz="2800" b="1" dirty="0">
              <a:solidFill>
                <a:schemeClr val="bg1"/>
              </a:solidFill>
              <a:latin typeface="Bebas Neue" panose="020B0606020202050201" pitchFamily="34" charset="0"/>
            </a:endParaRPr>
          </a:p>
        </p:txBody>
      </p:sp>
      <p:sp>
        <p:nvSpPr>
          <p:cNvPr id="36" name="TextBox 35"/>
          <p:cNvSpPr txBox="1"/>
          <p:nvPr/>
        </p:nvSpPr>
        <p:spPr>
          <a:xfrm>
            <a:off x="0" y="4745197"/>
            <a:ext cx="12192000" cy="523220"/>
          </a:xfrm>
          <a:prstGeom prst="rect">
            <a:avLst/>
          </a:prstGeom>
          <a:noFill/>
        </p:spPr>
        <p:txBody>
          <a:bodyPr wrap="square" rtlCol="0">
            <a:spAutoFit/>
          </a:bodyPr>
          <a:lstStyle/>
          <a:p>
            <a:pPr algn="ctr" fontAlgn="auto">
              <a:spcBef>
                <a:spcPts val="0"/>
              </a:spcBef>
              <a:spcAft>
                <a:spcPts val="0"/>
              </a:spcAft>
            </a:pPr>
            <a:r>
              <a:rPr lang="ar-SA" sz="2800" b="1" dirty="0">
                <a:solidFill>
                  <a:schemeClr val="bg1"/>
                </a:solidFill>
              </a:rPr>
              <a:t>مراعاة الفروق الفردية</a:t>
            </a:r>
            <a:endParaRPr lang="en-US" sz="2800" b="1" dirty="0">
              <a:solidFill>
                <a:schemeClr val="bg1"/>
              </a:solidFill>
              <a:latin typeface="Bebas Neue" panose="020B0606020202050201" pitchFamily="34" charset="0"/>
            </a:endParaRPr>
          </a:p>
        </p:txBody>
      </p:sp>
      <p:sp>
        <p:nvSpPr>
          <p:cNvPr id="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7118886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anim calcmode="lin" valueType="num">
                                      <p:cBhvr>
                                        <p:cTn id="8" dur="500" fill="hold"/>
                                        <p:tgtEl>
                                          <p:spTgt spid="3"/>
                                        </p:tgtEl>
                                        <p:attrNameLst>
                                          <p:attrName>ppt_x</p:attrName>
                                        </p:attrNameLst>
                                      </p:cBhvr>
                                      <p:tavLst>
                                        <p:tav tm="0">
                                          <p:val>
                                            <p:strVal val="#ppt_x"/>
                                          </p:val>
                                        </p:tav>
                                        <p:tav tm="100000">
                                          <p:val>
                                            <p:strVal val="#ppt_x"/>
                                          </p:val>
                                        </p:tav>
                                      </p:tavLst>
                                    </p:anim>
                                    <p:anim calcmode="lin" valueType="num">
                                      <p:cBhvr>
                                        <p:cTn id="9" dur="500" fill="hold"/>
                                        <p:tgtEl>
                                          <p:spTgt spid="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anim calcmode="lin" valueType="num">
                                      <p:cBhvr>
                                        <p:cTn id="14" dur="500" fill="hold"/>
                                        <p:tgtEl>
                                          <p:spTgt spid="26"/>
                                        </p:tgtEl>
                                        <p:attrNameLst>
                                          <p:attrName>ppt_x</p:attrName>
                                        </p:attrNameLst>
                                      </p:cBhvr>
                                      <p:tavLst>
                                        <p:tav tm="0">
                                          <p:val>
                                            <p:strVal val="#ppt_x"/>
                                          </p:val>
                                        </p:tav>
                                        <p:tav tm="100000">
                                          <p:val>
                                            <p:strVal val="#ppt_x"/>
                                          </p:val>
                                        </p:tav>
                                      </p:tavLst>
                                    </p:anim>
                                    <p:anim calcmode="lin" valueType="num">
                                      <p:cBhvr>
                                        <p:cTn id="15" dur="500" fill="hold"/>
                                        <p:tgtEl>
                                          <p:spTgt spid="26"/>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anim calcmode="lin" valueType="num">
                                      <p:cBhvr>
                                        <p:cTn id="20" dur="500" fill="hold"/>
                                        <p:tgtEl>
                                          <p:spTgt spid="23"/>
                                        </p:tgtEl>
                                        <p:attrNameLst>
                                          <p:attrName>ppt_x</p:attrName>
                                        </p:attrNameLst>
                                      </p:cBhvr>
                                      <p:tavLst>
                                        <p:tav tm="0">
                                          <p:val>
                                            <p:strVal val="#ppt_x"/>
                                          </p:val>
                                        </p:tav>
                                        <p:tav tm="100000">
                                          <p:val>
                                            <p:strVal val="#ppt_x"/>
                                          </p:val>
                                        </p:tav>
                                      </p:tavLst>
                                    </p:anim>
                                    <p:anim calcmode="lin" valueType="num">
                                      <p:cBhvr>
                                        <p:cTn id="21" dur="500" fill="hold"/>
                                        <p:tgtEl>
                                          <p:spTgt spid="23"/>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grpId="0" nodeType="after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fade">
                                      <p:cBhvr>
                                        <p:cTn id="25" dur="500"/>
                                        <p:tgtEl>
                                          <p:spTgt spid="34"/>
                                        </p:tgtEl>
                                      </p:cBhvr>
                                    </p:animEffect>
                                    <p:anim calcmode="lin" valueType="num">
                                      <p:cBhvr>
                                        <p:cTn id="26" dur="500" fill="hold"/>
                                        <p:tgtEl>
                                          <p:spTgt spid="34"/>
                                        </p:tgtEl>
                                        <p:attrNameLst>
                                          <p:attrName>ppt_x</p:attrName>
                                        </p:attrNameLst>
                                      </p:cBhvr>
                                      <p:tavLst>
                                        <p:tav tm="0">
                                          <p:val>
                                            <p:strVal val="#ppt_x"/>
                                          </p:val>
                                        </p:tav>
                                        <p:tav tm="100000">
                                          <p:val>
                                            <p:strVal val="#ppt_x"/>
                                          </p:val>
                                        </p:tav>
                                      </p:tavLst>
                                    </p:anim>
                                    <p:anim calcmode="lin" valueType="num">
                                      <p:cBhvr>
                                        <p:cTn id="27" dur="500" fill="hold"/>
                                        <p:tgtEl>
                                          <p:spTgt spid="34"/>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grpId="0" nodeType="afterEffect">
                                  <p:stCondLst>
                                    <p:cond delay="0"/>
                                  </p:stCondLst>
                                  <p:childTnLst>
                                    <p:set>
                                      <p:cBhvr>
                                        <p:cTn id="30" dur="1" fill="hold">
                                          <p:stCondLst>
                                            <p:cond delay="0"/>
                                          </p:stCondLst>
                                        </p:cTn>
                                        <p:tgtEl>
                                          <p:spTgt spid="36"/>
                                        </p:tgtEl>
                                        <p:attrNameLst>
                                          <p:attrName>style.visibility</p:attrName>
                                        </p:attrNameLst>
                                      </p:cBhvr>
                                      <p:to>
                                        <p:strVal val="visible"/>
                                      </p:to>
                                    </p:set>
                                    <p:animEffect transition="in" filter="fade">
                                      <p:cBhvr>
                                        <p:cTn id="31" dur="500"/>
                                        <p:tgtEl>
                                          <p:spTgt spid="36"/>
                                        </p:tgtEl>
                                      </p:cBhvr>
                                    </p:animEffect>
                                    <p:anim calcmode="lin" valueType="num">
                                      <p:cBhvr>
                                        <p:cTn id="32" dur="500" fill="hold"/>
                                        <p:tgtEl>
                                          <p:spTgt spid="36"/>
                                        </p:tgtEl>
                                        <p:attrNameLst>
                                          <p:attrName>ppt_x</p:attrName>
                                        </p:attrNameLst>
                                      </p:cBhvr>
                                      <p:tavLst>
                                        <p:tav tm="0">
                                          <p:val>
                                            <p:strVal val="#ppt_x"/>
                                          </p:val>
                                        </p:tav>
                                        <p:tav tm="100000">
                                          <p:val>
                                            <p:strVal val="#ppt_x"/>
                                          </p:val>
                                        </p:tav>
                                      </p:tavLst>
                                    </p:anim>
                                    <p:anim calcmode="lin" valueType="num">
                                      <p:cBhvr>
                                        <p:cTn id="33" dur="500" fill="hold"/>
                                        <p:tgtEl>
                                          <p:spTgt spid="36"/>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grpId="0" nodeType="after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anim calcmode="lin" valueType="num">
                                      <p:cBhvr>
                                        <p:cTn id="38" dur="500" fill="hold"/>
                                        <p:tgtEl>
                                          <p:spTgt spid="24"/>
                                        </p:tgtEl>
                                        <p:attrNameLst>
                                          <p:attrName>ppt_x</p:attrName>
                                        </p:attrNameLst>
                                      </p:cBhvr>
                                      <p:tavLst>
                                        <p:tav tm="0">
                                          <p:val>
                                            <p:strVal val="#ppt_x"/>
                                          </p:val>
                                        </p:tav>
                                        <p:tav tm="100000">
                                          <p:val>
                                            <p:strVal val="#ppt_x"/>
                                          </p:val>
                                        </p:tav>
                                      </p:tavLst>
                                    </p:anim>
                                    <p:anim calcmode="lin" valueType="num">
                                      <p:cBhvr>
                                        <p:cTn id="39" dur="500" fill="hold"/>
                                        <p:tgtEl>
                                          <p:spTgt spid="2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3" grpId="0" animBg="1"/>
      <p:bldP spid="24" grpId="0" animBg="1"/>
      <p:bldP spid="26" grpId="0"/>
      <p:bldP spid="34" grpId="0"/>
      <p:bldP spid="36"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Down Arrow Callout 2"/>
          <p:cNvSpPr/>
          <p:nvPr/>
        </p:nvSpPr>
        <p:spPr>
          <a:xfrm>
            <a:off x="0" y="1523332"/>
            <a:ext cx="12192000" cy="1463040"/>
          </a:xfrm>
          <a:prstGeom prst="downArrowCallou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Down Arrow Callout 22"/>
          <p:cNvSpPr/>
          <p:nvPr/>
        </p:nvSpPr>
        <p:spPr>
          <a:xfrm>
            <a:off x="0" y="3021932"/>
            <a:ext cx="12192000" cy="1463040"/>
          </a:xfrm>
          <a:prstGeom prst="downArrowCallou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4" name="Down Arrow Callout 23"/>
          <p:cNvSpPr/>
          <p:nvPr/>
        </p:nvSpPr>
        <p:spPr>
          <a:xfrm>
            <a:off x="0" y="4520532"/>
            <a:ext cx="12192000" cy="1463040"/>
          </a:xfrm>
          <a:prstGeom prst="downArrowCallo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6" name="TextBox 25"/>
          <p:cNvSpPr txBox="1"/>
          <p:nvPr/>
        </p:nvSpPr>
        <p:spPr>
          <a:xfrm>
            <a:off x="0" y="1672632"/>
            <a:ext cx="12192000" cy="523220"/>
          </a:xfrm>
          <a:prstGeom prst="rect">
            <a:avLst/>
          </a:prstGeom>
          <a:noFill/>
        </p:spPr>
        <p:txBody>
          <a:bodyPr wrap="square" rtlCol="0">
            <a:spAutoFit/>
          </a:bodyPr>
          <a:lstStyle/>
          <a:p>
            <a:pPr algn="ctr" rtl="1" fontAlgn="auto">
              <a:spcBef>
                <a:spcPts val="0"/>
              </a:spcBef>
              <a:spcAft>
                <a:spcPts val="0"/>
              </a:spcAft>
            </a:pPr>
            <a:r>
              <a:rPr lang="ar-SA" sz="2800" b="1" dirty="0">
                <a:solidFill>
                  <a:schemeClr val="bg1"/>
                </a:solidFill>
              </a:rPr>
              <a:t>التغلب على عناصر الخوف والرهبة والخجل من نفس المتعلم</a:t>
            </a:r>
            <a:endParaRPr lang="en-US" sz="2800" b="1" dirty="0">
              <a:solidFill>
                <a:schemeClr val="bg1"/>
              </a:solidFill>
              <a:latin typeface="Bebas Neue" panose="020B0606020202050201" pitchFamily="34" charset="0"/>
              <a:cs typeface="+mn-cs"/>
            </a:endParaRPr>
          </a:p>
        </p:txBody>
      </p:sp>
      <p:sp>
        <p:nvSpPr>
          <p:cNvPr id="34" name="TextBox 33"/>
          <p:cNvSpPr txBox="1"/>
          <p:nvPr/>
        </p:nvSpPr>
        <p:spPr>
          <a:xfrm>
            <a:off x="174171" y="3202835"/>
            <a:ext cx="12192000" cy="523220"/>
          </a:xfrm>
          <a:prstGeom prst="rect">
            <a:avLst/>
          </a:prstGeom>
          <a:noFill/>
        </p:spPr>
        <p:txBody>
          <a:bodyPr wrap="square" rtlCol="0">
            <a:spAutoFit/>
          </a:bodyPr>
          <a:lstStyle/>
          <a:p>
            <a:pPr lvl="0" algn="ctr" rtl="1"/>
            <a:r>
              <a:rPr lang="ar-SA" sz="2800" b="1" dirty="0">
                <a:solidFill>
                  <a:schemeClr val="bg1"/>
                </a:solidFill>
              </a:rPr>
              <a:t>إثراء المادة التعليمية بالخبرات والمعلومات والتجارب</a:t>
            </a:r>
            <a:endParaRPr lang="en-US" sz="2800" dirty="0">
              <a:solidFill>
                <a:schemeClr val="bg1"/>
              </a:solidFill>
            </a:endParaRPr>
          </a:p>
        </p:txBody>
      </p:sp>
      <p:sp>
        <p:nvSpPr>
          <p:cNvPr id="36" name="TextBox 35"/>
          <p:cNvSpPr txBox="1"/>
          <p:nvPr/>
        </p:nvSpPr>
        <p:spPr>
          <a:xfrm>
            <a:off x="0" y="4745197"/>
            <a:ext cx="12192000" cy="523220"/>
          </a:xfrm>
          <a:prstGeom prst="rect">
            <a:avLst/>
          </a:prstGeom>
          <a:noFill/>
        </p:spPr>
        <p:txBody>
          <a:bodyPr wrap="square" rtlCol="0">
            <a:spAutoFit/>
          </a:bodyPr>
          <a:lstStyle/>
          <a:p>
            <a:pPr algn="ctr" fontAlgn="auto">
              <a:spcBef>
                <a:spcPts val="0"/>
              </a:spcBef>
              <a:spcAft>
                <a:spcPts val="0"/>
              </a:spcAft>
            </a:pPr>
            <a:r>
              <a:rPr lang="ar-SA" sz="2800" b="1" dirty="0">
                <a:solidFill>
                  <a:schemeClr val="bg1"/>
                </a:solidFill>
              </a:rPr>
              <a:t>انهماك الطالب في عملية التعلم</a:t>
            </a:r>
            <a:endParaRPr lang="en-US" sz="2800" b="1" dirty="0">
              <a:solidFill>
                <a:schemeClr val="bg1"/>
              </a:solidFill>
              <a:latin typeface="Bebas Neue" panose="020B0606020202050201" pitchFamily="34" charset="0"/>
              <a:cs typeface="+mn-cs"/>
            </a:endParaRPr>
          </a:p>
        </p:txBody>
      </p:sp>
      <p:sp>
        <p:nvSpPr>
          <p:cNvPr id="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252040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anim calcmode="lin" valueType="num">
                                      <p:cBhvr>
                                        <p:cTn id="8" dur="500" fill="hold"/>
                                        <p:tgtEl>
                                          <p:spTgt spid="3"/>
                                        </p:tgtEl>
                                        <p:attrNameLst>
                                          <p:attrName>ppt_x</p:attrName>
                                        </p:attrNameLst>
                                      </p:cBhvr>
                                      <p:tavLst>
                                        <p:tav tm="0">
                                          <p:val>
                                            <p:strVal val="#ppt_x"/>
                                          </p:val>
                                        </p:tav>
                                        <p:tav tm="100000">
                                          <p:val>
                                            <p:strVal val="#ppt_x"/>
                                          </p:val>
                                        </p:tav>
                                      </p:tavLst>
                                    </p:anim>
                                    <p:anim calcmode="lin" valueType="num">
                                      <p:cBhvr>
                                        <p:cTn id="9" dur="500" fill="hold"/>
                                        <p:tgtEl>
                                          <p:spTgt spid="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anim calcmode="lin" valueType="num">
                                      <p:cBhvr>
                                        <p:cTn id="14" dur="500" fill="hold"/>
                                        <p:tgtEl>
                                          <p:spTgt spid="26"/>
                                        </p:tgtEl>
                                        <p:attrNameLst>
                                          <p:attrName>ppt_x</p:attrName>
                                        </p:attrNameLst>
                                      </p:cBhvr>
                                      <p:tavLst>
                                        <p:tav tm="0">
                                          <p:val>
                                            <p:strVal val="#ppt_x"/>
                                          </p:val>
                                        </p:tav>
                                        <p:tav tm="100000">
                                          <p:val>
                                            <p:strVal val="#ppt_x"/>
                                          </p:val>
                                        </p:tav>
                                      </p:tavLst>
                                    </p:anim>
                                    <p:anim calcmode="lin" valueType="num">
                                      <p:cBhvr>
                                        <p:cTn id="15" dur="500" fill="hold"/>
                                        <p:tgtEl>
                                          <p:spTgt spid="26"/>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anim calcmode="lin" valueType="num">
                                      <p:cBhvr>
                                        <p:cTn id="20" dur="500" fill="hold"/>
                                        <p:tgtEl>
                                          <p:spTgt spid="23"/>
                                        </p:tgtEl>
                                        <p:attrNameLst>
                                          <p:attrName>ppt_x</p:attrName>
                                        </p:attrNameLst>
                                      </p:cBhvr>
                                      <p:tavLst>
                                        <p:tav tm="0">
                                          <p:val>
                                            <p:strVal val="#ppt_x"/>
                                          </p:val>
                                        </p:tav>
                                        <p:tav tm="100000">
                                          <p:val>
                                            <p:strVal val="#ppt_x"/>
                                          </p:val>
                                        </p:tav>
                                      </p:tavLst>
                                    </p:anim>
                                    <p:anim calcmode="lin" valueType="num">
                                      <p:cBhvr>
                                        <p:cTn id="21" dur="500" fill="hold"/>
                                        <p:tgtEl>
                                          <p:spTgt spid="23"/>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grpId="0" nodeType="after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fade">
                                      <p:cBhvr>
                                        <p:cTn id="25" dur="500"/>
                                        <p:tgtEl>
                                          <p:spTgt spid="34"/>
                                        </p:tgtEl>
                                      </p:cBhvr>
                                    </p:animEffect>
                                    <p:anim calcmode="lin" valueType="num">
                                      <p:cBhvr>
                                        <p:cTn id="26" dur="500" fill="hold"/>
                                        <p:tgtEl>
                                          <p:spTgt spid="34"/>
                                        </p:tgtEl>
                                        <p:attrNameLst>
                                          <p:attrName>ppt_x</p:attrName>
                                        </p:attrNameLst>
                                      </p:cBhvr>
                                      <p:tavLst>
                                        <p:tav tm="0">
                                          <p:val>
                                            <p:strVal val="#ppt_x"/>
                                          </p:val>
                                        </p:tav>
                                        <p:tav tm="100000">
                                          <p:val>
                                            <p:strVal val="#ppt_x"/>
                                          </p:val>
                                        </p:tav>
                                      </p:tavLst>
                                    </p:anim>
                                    <p:anim calcmode="lin" valueType="num">
                                      <p:cBhvr>
                                        <p:cTn id="27" dur="500" fill="hold"/>
                                        <p:tgtEl>
                                          <p:spTgt spid="34"/>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grpId="0" nodeType="afterEffect">
                                  <p:stCondLst>
                                    <p:cond delay="0"/>
                                  </p:stCondLst>
                                  <p:childTnLst>
                                    <p:set>
                                      <p:cBhvr>
                                        <p:cTn id="30" dur="1" fill="hold">
                                          <p:stCondLst>
                                            <p:cond delay="0"/>
                                          </p:stCondLst>
                                        </p:cTn>
                                        <p:tgtEl>
                                          <p:spTgt spid="36"/>
                                        </p:tgtEl>
                                        <p:attrNameLst>
                                          <p:attrName>style.visibility</p:attrName>
                                        </p:attrNameLst>
                                      </p:cBhvr>
                                      <p:to>
                                        <p:strVal val="visible"/>
                                      </p:to>
                                    </p:set>
                                    <p:animEffect transition="in" filter="fade">
                                      <p:cBhvr>
                                        <p:cTn id="31" dur="500"/>
                                        <p:tgtEl>
                                          <p:spTgt spid="36"/>
                                        </p:tgtEl>
                                      </p:cBhvr>
                                    </p:animEffect>
                                    <p:anim calcmode="lin" valueType="num">
                                      <p:cBhvr>
                                        <p:cTn id="32" dur="500" fill="hold"/>
                                        <p:tgtEl>
                                          <p:spTgt spid="36"/>
                                        </p:tgtEl>
                                        <p:attrNameLst>
                                          <p:attrName>ppt_x</p:attrName>
                                        </p:attrNameLst>
                                      </p:cBhvr>
                                      <p:tavLst>
                                        <p:tav tm="0">
                                          <p:val>
                                            <p:strVal val="#ppt_x"/>
                                          </p:val>
                                        </p:tav>
                                        <p:tav tm="100000">
                                          <p:val>
                                            <p:strVal val="#ppt_x"/>
                                          </p:val>
                                        </p:tav>
                                      </p:tavLst>
                                    </p:anim>
                                    <p:anim calcmode="lin" valueType="num">
                                      <p:cBhvr>
                                        <p:cTn id="33" dur="500" fill="hold"/>
                                        <p:tgtEl>
                                          <p:spTgt spid="36"/>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grpId="0" nodeType="after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anim calcmode="lin" valueType="num">
                                      <p:cBhvr>
                                        <p:cTn id="38" dur="500" fill="hold"/>
                                        <p:tgtEl>
                                          <p:spTgt spid="24"/>
                                        </p:tgtEl>
                                        <p:attrNameLst>
                                          <p:attrName>ppt_x</p:attrName>
                                        </p:attrNameLst>
                                      </p:cBhvr>
                                      <p:tavLst>
                                        <p:tav tm="0">
                                          <p:val>
                                            <p:strVal val="#ppt_x"/>
                                          </p:val>
                                        </p:tav>
                                        <p:tav tm="100000">
                                          <p:val>
                                            <p:strVal val="#ppt_x"/>
                                          </p:val>
                                        </p:tav>
                                      </p:tavLst>
                                    </p:anim>
                                    <p:anim calcmode="lin" valueType="num">
                                      <p:cBhvr>
                                        <p:cTn id="39" dur="500" fill="hold"/>
                                        <p:tgtEl>
                                          <p:spTgt spid="2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3" grpId="0" animBg="1"/>
      <p:bldP spid="24" grpId="0" animBg="1"/>
      <p:bldP spid="26" grpId="0"/>
      <p:bldP spid="34" grpId="0"/>
      <p:bldP spid="36"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0" y="0"/>
            <a:ext cx="4963886"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18" name="Rectangle 17"/>
          <p:cNvSpPr/>
          <p:nvPr/>
        </p:nvSpPr>
        <p:spPr>
          <a:xfrm>
            <a:off x="3899647" y="2124635"/>
            <a:ext cx="8292353" cy="3550024"/>
          </a:xfrm>
          <a:prstGeom prst="rect">
            <a:avLst/>
          </a:prstGeom>
          <a:solidFill>
            <a:srgbClr val="F58F20">
              <a:alpha val="6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sp>
        <p:nvSpPr>
          <p:cNvPr id="20" name="TextBox 19"/>
          <p:cNvSpPr txBox="1"/>
          <p:nvPr/>
        </p:nvSpPr>
        <p:spPr>
          <a:xfrm>
            <a:off x="4963886" y="3237927"/>
            <a:ext cx="7069625" cy="1323439"/>
          </a:xfrm>
          <a:prstGeom prst="rect">
            <a:avLst/>
          </a:prstGeom>
          <a:noFill/>
        </p:spPr>
        <p:txBody>
          <a:bodyPr wrap="square" rtlCol="0">
            <a:spAutoFit/>
          </a:bodyPr>
          <a:lstStyle/>
          <a:p>
            <a:pPr marL="742950" indent="-742950" algn="ctr" rtl="1" fontAlgn="auto">
              <a:spcAft>
                <a:spcPts val="0"/>
              </a:spcAft>
              <a:buFont typeface="+mj-lt"/>
              <a:buAutoNum type="arabicPeriod" startAt="8"/>
              <a:defRPr/>
            </a:pPr>
            <a:r>
              <a:rPr lang="ar-SA" sz="4000" b="1" u="sng" dirty="0">
                <a:solidFill>
                  <a:schemeClr val="bg1"/>
                </a:solidFill>
              </a:rPr>
              <a:t>معوقات استخدام الحاسب الآلي التعليمي </a:t>
            </a:r>
            <a:endParaRPr lang="en-US" sz="4000" b="1" u="sng" dirty="0">
              <a:solidFill>
                <a:schemeClr val="bg1"/>
              </a:solidFill>
            </a:endParaRPr>
          </a:p>
        </p:txBody>
      </p:sp>
      <p:sp>
        <p:nvSpPr>
          <p:cNvPr id="2" name="Footer Placeholder 1"/>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Tree>
    <p:extLst>
      <p:ext uri="{BB962C8B-B14F-4D97-AF65-F5344CB8AC3E}">
        <p14:creationId xmlns:p14="http://schemas.microsoft.com/office/powerpoint/2010/main" val="30723884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1000"/>
                            </p:stCondLst>
                            <p:childTnLst>
                              <p:par>
                                <p:cTn id="9" presetID="10" presetClass="entr" presetSubtype="0" fill="hold" grpId="0" nodeType="afterEffect">
                                  <p:stCondLst>
                                    <p:cond delay="50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2000"/>
                            </p:stCondLst>
                            <p:childTnLst>
                              <p:par>
                                <p:cTn id="13" presetID="10" presetClass="entr" presetSubtype="0" fill="hold" grpId="0" nodeType="afterEffect">
                                  <p:stCondLst>
                                    <p:cond delay="50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20"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86532" y="2354791"/>
            <a:ext cx="5849257" cy="1886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TextBox 22"/>
          <p:cNvSpPr txBox="1"/>
          <p:nvPr/>
        </p:nvSpPr>
        <p:spPr>
          <a:xfrm>
            <a:off x="6734288" y="2080658"/>
            <a:ext cx="4923930" cy="523220"/>
          </a:xfrm>
          <a:prstGeom prst="rect">
            <a:avLst/>
          </a:prstGeom>
          <a:noFill/>
        </p:spPr>
        <p:txBody>
          <a:bodyPr wrap="square" rtlCol="0">
            <a:spAutoFit/>
          </a:bodyPr>
          <a:lstStyle/>
          <a:p>
            <a:pPr fontAlgn="auto">
              <a:spcBef>
                <a:spcPts val="0"/>
              </a:spcBef>
              <a:spcAft>
                <a:spcPts val="0"/>
              </a:spcAft>
            </a:pPr>
            <a:r>
              <a:rPr lang="ar-SA" sz="2800" b="1" dirty="0"/>
              <a:t>افتقار</a:t>
            </a:r>
            <a:r>
              <a:rPr lang="ar-JO" sz="2800" b="1" dirty="0"/>
              <a:t> المعلم </a:t>
            </a:r>
            <a:r>
              <a:rPr lang="ar-SA" sz="2800" b="1" dirty="0"/>
              <a:t>لكفايات الحاسب الآلي</a:t>
            </a:r>
            <a:endParaRPr lang="en-US" sz="2800" b="1" dirty="0">
              <a:solidFill>
                <a:srgbClr val="17406D">
                  <a:lumMod val="50000"/>
                </a:srgbClr>
              </a:solidFill>
              <a:latin typeface="Bebas Neue" panose="020B0606020202050201" pitchFamily="34" charset="0"/>
              <a:cs typeface="+mn-cs"/>
            </a:endParaRPr>
          </a:p>
        </p:txBody>
      </p:sp>
      <p:sp>
        <p:nvSpPr>
          <p:cNvPr id="25" name="Oval 24"/>
          <p:cNvSpPr/>
          <p:nvPr/>
        </p:nvSpPr>
        <p:spPr>
          <a:xfrm>
            <a:off x="5808961" y="2080658"/>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6" name="Picture 2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030132" y="2294018"/>
            <a:ext cx="304800" cy="304800"/>
          </a:xfrm>
          <a:prstGeom prst="rect">
            <a:avLst/>
          </a:prstGeom>
        </p:spPr>
      </p:pic>
      <p:sp>
        <p:nvSpPr>
          <p:cNvPr id="27" name="Rectangle 26"/>
          <p:cNvSpPr/>
          <p:nvPr/>
        </p:nvSpPr>
        <p:spPr>
          <a:xfrm>
            <a:off x="86532" y="3458187"/>
            <a:ext cx="5849257" cy="18868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9" name="TextBox 28"/>
          <p:cNvSpPr txBox="1"/>
          <p:nvPr/>
        </p:nvSpPr>
        <p:spPr>
          <a:xfrm>
            <a:off x="6734288" y="3184054"/>
            <a:ext cx="5096928" cy="954107"/>
          </a:xfrm>
          <a:prstGeom prst="rect">
            <a:avLst/>
          </a:prstGeom>
          <a:noFill/>
        </p:spPr>
        <p:txBody>
          <a:bodyPr wrap="square" rtlCol="0">
            <a:spAutoFit/>
          </a:bodyPr>
          <a:lstStyle/>
          <a:p>
            <a:pPr fontAlgn="auto">
              <a:spcBef>
                <a:spcPts val="0"/>
              </a:spcBef>
              <a:spcAft>
                <a:spcPts val="0"/>
              </a:spcAft>
            </a:pPr>
            <a:r>
              <a:rPr lang="ar-SA" sz="2800" b="1" dirty="0"/>
              <a:t>عدم وجود برمجيات تغطي كافة احتياجات المتعلم في مختلف الجوانب التعليمية</a:t>
            </a:r>
            <a:endParaRPr lang="en-US" sz="2800" b="1" dirty="0">
              <a:solidFill>
                <a:srgbClr val="17406D">
                  <a:lumMod val="50000"/>
                </a:srgbClr>
              </a:solidFill>
              <a:latin typeface="Bebas Neue" panose="020B0606020202050201" pitchFamily="34" charset="0"/>
              <a:cs typeface="+mn-cs"/>
            </a:endParaRPr>
          </a:p>
        </p:txBody>
      </p:sp>
      <p:sp>
        <p:nvSpPr>
          <p:cNvPr id="30" name="Oval 29"/>
          <p:cNvSpPr/>
          <p:nvPr/>
        </p:nvSpPr>
        <p:spPr>
          <a:xfrm>
            <a:off x="5808961" y="3184054"/>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2" name="Rectangle 31"/>
          <p:cNvSpPr/>
          <p:nvPr/>
        </p:nvSpPr>
        <p:spPr>
          <a:xfrm>
            <a:off x="86532" y="4526207"/>
            <a:ext cx="5849257" cy="1886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4" name="TextBox 33"/>
          <p:cNvSpPr txBox="1"/>
          <p:nvPr/>
        </p:nvSpPr>
        <p:spPr>
          <a:xfrm>
            <a:off x="6734288" y="4252074"/>
            <a:ext cx="5096928" cy="1384995"/>
          </a:xfrm>
          <a:prstGeom prst="rect">
            <a:avLst/>
          </a:prstGeom>
          <a:noFill/>
        </p:spPr>
        <p:txBody>
          <a:bodyPr wrap="square" rtlCol="0">
            <a:spAutoFit/>
          </a:bodyPr>
          <a:lstStyle/>
          <a:p>
            <a:pPr fontAlgn="auto">
              <a:spcBef>
                <a:spcPts val="0"/>
              </a:spcBef>
              <a:spcAft>
                <a:spcPts val="0"/>
              </a:spcAft>
            </a:pPr>
            <a:r>
              <a:rPr lang="ar-SA" sz="2800" b="1" dirty="0"/>
              <a:t>وجود العديد من المعوقات التي تحول دون إدخال أجهزة الحاسب الآلي إلى المؤسسات التعليمية مثل: الصيانة والتشغيل والمتابعة</a:t>
            </a:r>
            <a:endParaRPr lang="en-US" sz="2800" b="1" dirty="0">
              <a:solidFill>
                <a:srgbClr val="17406D">
                  <a:lumMod val="50000"/>
                </a:srgbClr>
              </a:solidFill>
              <a:latin typeface="Bebas Neue" panose="020B0606020202050201" pitchFamily="34" charset="0"/>
              <a:cs typeface="+mn-cs"/>
            </a:endParaRPr>
          </a:p>
        </p:txBody>
      </p:sp>
      <p:sp>
        <p:nvSpPr>
          <p:cNvPr id="35" name="Oval 34"/>
          <p:cNvSpPr/>
          <p:nvPr/>
        </p:nvSpPr>
        <p:spPr>
          <a:xfrm>
            <a:off x="5808961" y="4252074"/>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2" name="Picture 4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030132" y="3397414"/>
            <a:ext cx="304800" cy="304800"/>
          </a:xfrm>
          <a:prstGeom prst="rect">
            <a:avLst/>
          </a:prstGeom>
        </p:spPr>
      </p:pic>
      <p:pic>
        <p:nvPicPr>
          <p:cNvPr id="43" name="Picture 4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022321" y="4465434"/>
            <a:ext cx="304800" cy="304800"/>
          </a:xfrm>
          <a:prstGeom prst="rect">
            <a:avLst/>
          </a:prstGeom>
        </p:spPr>
      </p:pic>
      <p:sp>
        <p:nvSpPr>
          <p:cNvPr id="1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827205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0-#ppt_w/2"/>
                                          </p:val>
                                        </p:tav>
                                        <p:tav tm="100000">
                                          <p:val>
                                            <p:strVal val="#ppt_x"/>
                                          </p:val>
                                        </p:tav>
                                      </p:tavLst>
                                    </p:anim>
                                    <p:anim calcmode="lin" valueType="num">
                                      <p:cBhvr additive="base">
                                        <p:cTn id="13" dur="500" fill="hold"/>
                                        <p:tgtEl>
                                          <p:spTgt spid="26"/>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additive="base">
                                        <p:cTn id="17" dur="500" fill="hold"/>
                                        <p:tgtEl>
                                          <p:spTgt spid="30"/>
                                        </p:tgtEl>
                                        <p:attrNameLst>
                                          <p:attrName>ppt_x</p:attrName>
                                        </p:attrNameLst>
                                      </p:cBhvr>
                                      <p:tavLst>
                                        <p:tav tm="0">
                                          <p:val>
                                            <p:strVal val="0-#ppt_w/2"/>
                                          </p:val>
                                        </p:tav>
                                        <p:tav tm="100000">
                                          <p:val>
                                            <p:strVal val="#ppt_x"/>
                                          </p:val>
                                        </p:tav>
                                      </p:tavLst>
                                    </p:anim>
                                    <p:anim calcmode="lin" valueType="num">
                                      <p:cBhvr additive="base">
                                        <p:cTn id="18" dur="500" fill="hold"/>
                                        <p:tgtEl>
                                          <p:spTgt spid="30"/>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fill="hold" nodeType="afterEffect">
                                  <p:stCondLst>
                                    <p:cond delay="0"/>
                                  </p:stCondLst>
                                  <p:childTnLst>
                                    <p:set>
                                      <p:cBhvr>
                                        <p:cTn id="21" dur="1" fill="hold">
                                          <p:stCondLst>
                                            <p:cond delay="0"/>
                                          </p:stCondLst>
                                        </p:cTn>
                                        <p:tgtEl>
                                          <p:spTgt spid="42"/>
                                        </p:tgtEl>
                                        <p:attrNameLst>
                                          <p:attrName>style.visibility</p:attrName>
                                        </p:attrNameLst>
                                      </p:cBhvr>
                                      <p:to>
                                        <p:strVal val="visible"/>
                                      </p:to>
                                    </p:set>
                                    <p:anim calcmode="lin" valueType="num">
                                      <p:cBhvr additive="base">
                                        <p:cTn id="22" dur="500" fill="hold"/>
                                        <p:tgtEl>
                                          <p:spTgt spid="42"/>
                                        </p:tgtEl>
                                        <p:attrNameLst>
                                          <p:attrName>ppt_x</p:attrName>
                                        </p:attrNameLst>
                                      </p:cBhvr>
                                      <p:tavLst>
                                        <p:tav tm="0">
                                          <p:val>
                                            <p:strVal val="0-#ppt_w/2"/>
                                          </p:val>
                                        </p:tav>
                                        <p:tav tm="100000">
                                          <p:val>
                                            <p:strVal val="#ppt_x"/>
                                          </p:val>
                                        </p:tav>
                                      </p:tavLst>
                                    </p:anim>
                                    <p:anim calcmode="lin" valueType="num">
                                      <p:cBhvr additive="base">
                                        <p:cTn id="23" dur="500" fill="hold"/>
                                        <p:tgtEl>
                                          <p:spTgt spid="42"/>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8" fill="hold" grpId="0" nodeType="afterEffect">
                                  <p:stCondLst>
                                    <p:cond delay="0"/>
                                  </p:stCondLst>
                                  <p:childTnLst>
                                    <p:set>
                                      <p:cBhvr>
                                        <p:cTn id="26" dur="1" fill="hold">
                                          <p:stCondLst>
                                            <p:cond delay="0"/>
                                          </p:stCondLst>
                                        </p:cTn>
                                        <p:tgtEl>
                                          <p:spTgt spid="35"/>
                                        </p:tgtEl>
                                        <p:attrNameLst>
                                          <p:attrName>style.visibility</p:attrName>
                                        </p:attrNameLst>
                                      </p:cBhvr>
                                      <p:to>
                                        <p:strVal val="visible"/>
                                      </p:to>
                                    </p:set>
                                    <p:anim calcmode="lin" valueType="num">
                                      <p:cBhvr additive="base">
                                        <p:cTn id="27" dur="500" fill="hold"/>
                                        <p:tgtEl>
                                          <p:spTgt spid="35"/>
                                        </p:tgtEl>
                                        <p:attrNameLst>
                                          <p:attrName>ppt_x</p:attrName>
                                        </p:attrNameLst>
                                      </p:cBhvr>
                                      <p:tavLst>
                                        <p:tav tm="0">
                                          <p:val>
                                            <p:strVal val="0-#ppt_w/2"/>
                                          </p:val>
                                        </p:tav>
                                        <p:tav tm="100000">
                                          <p:val>
                                            <p:strVal val="#ppt_x"/>
                                          </p:val>
                                        </p:tav>
                                      </p:tavLst>
                                    </p:anim>
                                    <p:anim calcmode="lin" valueType="num">
                                      <p:cBhvr additive="base">
                                        <p:cTn id="28" dur="500" fill="hold"/>
                                        <p:tgtEl>
                                          <p:spTgt spid="35"/>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fill="hold" nodeType="afterEffect">
                                  <p:stCondLst>
                                    <p:cond delay="0"/>
                                  </p:stCondLst>
                                  <p:childTnLst>
                                    <p:set>
                                      <p:cBhvr>
                                        <p:cTn id="31" dur="1" fill="hold">
                                          <p:stCondLst>
                                            <p:cond delay="0"/>
                                          </p:stCondLst>
                                        </p:cTn>
                                        <p:tgtEl>
                                          <p:spTgt spid="43"/>
                                        </p:tgtEl>
                                        <p:attrNameLst>
                                          <p:attrName>style.visibility</p:attrName>
                                        </p:attrNameLst>
                                      </p:cBhvr>
                                      <p:to>
                                        <p:strVal val="visible"/>
                                      </p:to>
                                    </p:set>
                                    <p:anim calcmode="lin" valueType="num">
                                      <p:cBhvr additive="base">
                                        <p:cTn id="32" dur="500" fill="hold"/>
                                        <p:tgtEl>
                                          <p:spTgt spid="43"/>
                                        </p:tgtEl>
                                        <p:attrNameLst>
                                          <p:attrName>ppt_x</p:attrName>
                                        </p:attrNameLst>
                                      </p:cBhvr>
                                      <p:tavLst>
                                        <p:tav tm="0">
                                          <p:val>
                                            <p:strVal val="0-#ppt_w/2"/>
                                          </p:val>
                                        </p:tav>
                                        <p:tav tm="100000">
                                          <p:val>
                                            <p:strVal val="#ppt_x"/>
                                          </p:val>
                                        </p:tav>
                                      </p:tavLst>
                                    </p:anim>
                                    <p:anim calcmode="lin" valueType="num">
                                      <p:cBhvr additive="base">
                                        <p:cTn id="33" dur="500" fill="hold"/>
                                        <p:tgtEl>
                                          <p:spTgt spid="43"/>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8" fill="hold" grpId="0" nodeType="afterEffect">
                                  <p:stCondLst>
                                    <p:cond delay="0"/>
                                  </p:stCondLst>
                                  <p:childTnLst>
                                    <p:set>
                                      <p:cBhvr>
                                        <p:cTn id="36" dur="1" fill="hold">
                                          <p:stCondLst>
                                            <p:cond delay="0"/>
                                          </p:stCondLst>
                                        </p:cTn>
                                        <p:tgtEl>
                                          <p:spTgt spid="32"/>
                                        </p:tgtEl>
                                        <p:attrNameLst>
                                          <p:attrName>style.visibility</p:attrName>
                                        </p:attrNameLst>
                                      </p:cBhvr>
                                      <p:to>
                                        <p:strVal val="visible"/>
                                      </p:to>
                                    </p:set>
                                    <p:anim calcmode="lin" valueType="num">
                                      <p:cBhvr additive="base">
                                        <p:cTn id="37" dur="500" fill="hold"/>
                                        <p:tgtEl>
                                          <p:spTgt spid="32"/>
                                        </p:tgtEl>
                                        <p:attrNameLst>
                                          <p:attrName>ppt_x</p:attrName>
                                        </p:attrNameLst>
                                      </p:cBhvr>
                                      <p:tavLst>
                                        <p:tav tm="0">
                                          <p:val>
                                            <p:strVal val="0-#ppt_w/2"/>
                                          </p:val>
                                        </p:tav>
                                        <p:tav tm="100000">
                                          <p:val>
                                            <p:strVal val="#ppt_x"/>
                                          </p:val>
                                        </p:tav>
                                      </p:tavLst>
                                    </p:anim>
                                    <p:anim calcmode="lin" valueType="num">
                                      <p:cBhvr additive="base">
                                        <p:cTn id="38" dur="500" fill="hold"/>
                                        <p:tgtEl>
                                          <p:spTgt spid="32"/>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8" fill="hold" grpId="0" nodeType="afterEffect">
                                  <p:stCondLst>
                                    <p:cond delay="0"/>
                                  </p:stCondLst>
                                  <p:childTnLst>
                                    <p:set>
                                      <p:cBhvr>
                                        <p:cTn id="41" dur="1" fill="hold">
                                          <p:stCondLst>
                                            <p:cond delay="0"/>
                                          </p:stCondLst>
                                        </p:cTn>
                                        <p:tgtEl>
                                          <p:spTgt spid="27"/>
                                        </p:tgtEl>
                                        <p:attrNameLst>
                                          <p:attrName>style.visibility</p:attrName>
                                        </p:attrNameLst>
                                      </p:cBhvr>
                                      <p:to>
                                        <p:strVal val="visible"/>
                                      </p:to>
                                    </p:set>
                                    <p:anim calcmode="lin" valueType="num">
                                      <p:cBhvr additive="base">
                                        <p:cTn id="42" dur="500" fill="hold"/>
                                        <p:tgtEl>
                                          <p:spTgt spid="27"/>
                                        </p:tgtEl>
                                        <p:attrNameLst>
                                          <p:attrName>ppt_x</p:attrName>
                                        </p:attrNameLst>
                                      </p:cBhvr>
                                      <p:tavLst>
                                        <p:tav tm="0">
                                          <p:val>
                                            <p:strVal val="0-#ppt_w/2"/>
                                          </p:val>
                                        </p:tav>
                                        <p:tav tm="100000">
                                          <p:val>
                                            <p:strVal val="#ppt_x"/>
                                          </p:val>
                                        </p:tav>
                                      </p:tavLst>
                                    </p:anim>
                                    <p:anim calcmode="lin" valueType="num">
                                      <p:cBhvr additive="base">
                                        <p:cTn id="43" dur="500" fill="hold"/>
                                        <p:tgtEl>
                                          <p:spTgt spid="27"/>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2" presetClass="entr" presetSubtype="8"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500" fill="hold"/>
                                        <p:tgtEl>
                                          <p:spTgt spid="21"/>
                                        </p:tgtEl>
                                        <p:attrNameLst>
                                          <p:attrName>ppt_x</p:attrName>
                                        </p:attrNameLst>
                                      </p:cBhvr>
                                      <p:tavLst>
                                        <p:tav tm="0">
                                          <p:val>
                                            <p:strVal val="0-#ppt_w/2"/>
                                          </p:val>
                                        </p:tav>
                                        <p:tav tm="100000">
                                          <p:val>
                                            <p:strVal val="#ppt_x"/>
                                          </p:val>
                                        </p:tav>
                                      </p:tavLst>
                                    </p:anim>
                                    <p:anim calcmode="lin" valueType="num">
                                      <p:cBhvr additive="base">
                                        <p:cTn id="48" dur="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5" grpId="0" animBg="1"/>
      <p:bldP spid="27" grpId="0" animBg="1"/>
      <p:bldP spid="30" grpId="0" animBg="1"/>
      <p:bldP spid="32" grpId="0" animBg="1"/>
      <p:bldP spid="35"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86532" y="2354791"/>
            <a:ext cx="5849257" cy="1886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TextBox 22"/>
          <p:cNvSpPr txBox="1"/>
          <p:nvPr/>
        </p:nvSpPr>
        <p:spPr>
          <a:xfrm>
            <a:off x="6734288" y="2080658"/>
            <a:ext cx="4923930" cy="523220"/>
          </a:xfrm>
          <a:prstGeom prst="rect">
            <a:avLst/>
          </a:prstGeom>
          <a:noFill/>
        </p:spPr>
        <p:txBody>
          <a:bodyPr wrap="square" rtlCol="0">
            <a:spAutoFit/>
          </a:bodyPr>
          <a:lstStyle/>
          <a:p>
            <a:pPr fontAlgn="auto">
              <a:spcBef>
                <a:spcPts val="0"/>
              </a:spcBef>
              <a:spcAft>
                <a:spcPts val="0"/>
              </a:spcAft>
            </a:pPr>
            <a:r>
              <a:rPr lang="ar-SA" sz="2800" b="1" dirty="0"/>
              <a:t>ارتفاع تكلفه إنتاج البرمجيات التعليمية</a:t>
            </a:r>
            <a:endParaRPr lang="en-US" sz="2800" b="1" dirty="0">
              <a:solidFill>
                <a:srgbClr val="17406D">
                  <a:lumMod val="50000"/>
                </a:srgbClr>
              </a:solidFill>
              <a:latin typeface="Bebas Neue" panose="020B0606020202050201" pitchFamily="34" charset="0"/>
              <a:cs typeface="+mn-cs"/>
            </a:endParaRPr>
          </a:p>
        </p:txBody>
      </p:sp>
      <p:sp>
        <p:nvSpPr>
          <p:cNvPr id="25" name="Oval 24"/>
          <p:cNvSpPr/>
          <p:nvPr/>
        </p:nvSpPr>
        <p:spPr>
          <a:xfrm>
            <a:off x="5808961" y="2080658"/>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6" name="Picture 2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030132" y="2294018"/>
            <a:ext cx="304800" cy="304800"/>
          </a:xfrm>
          <a:prstGeom prst="rect">
            <a:avLst/>
          </a:prstGeom>
        </p:spPr>
      </p:pic>
      <p:sp>
        <p:nvSpPr>
          <p:cNvPr id="27" name="Rectangle 26"/>
          <p:cNvSpPr/>
          <p:nvPr/>
        </p:nvSpPr>
        <p:spPr>
          <a:xfrm>
            <a:off x="86532" y="3458187"/>
            <a:ext cx="5849257" cy="18868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9" name="TextBox 28"/>
          <p:cNvSpPr txBox="1"/>
          <p:nvPr/>
        </p:nvSpPr>
        <p:spPr>
          <a:xfrm>
            <a:off x="6734288" y="3184054"/>
            <a:ext cx="5096928" cy="954107"/>
          </a:xfrm>
          <a:prstGeom prst="rect">
            <a:avLst/>
          </a:prstGeom>
          <a:noFill/>
        </p:spPr>
        <p:txBody>
          <a:bodyPr wrap="square" rtlCol="0">
            <a:spAutoFit/>
          </a:bodyPr>
          <a:lstStyle/>
          <a:p>
            <a:pPr fontAlgn="auto">
              <a:spcBef>
                <a:spcPts val="0"/>
              </a:spcBef>
              <a:spcAft>
                <a:spcPts val="0"/>
              </a:spcAft>
            </a:pPr>
            <a:r>
              <a:rPr lang="ar-SA" sz="2800" b="1" dirty="0"/>
              <a:t>خوف المعلمين من إحلال الحاسب الآلي مكانهم</a:t>
            </a:r>
            <a:endParaRPr lang="en-US" sz="2800" b="1" dirty="0">
              <a:solidFill>
                <a:srgbClr val="17406D">
                  <a:lumMod val="50000"/>
                </a:srgbClr>
              </a:solidFill>
              <a:latin typeface="Bebas Neue" panose="020B0606020202050201" pitchFamily="34" charset="0"/>
              <a:cs typeface="+mn-cs"/>
            </a:endParaRPr>
          </a:p>
        </p:txBody>
      </p:sp>
      <p:sp>
        <p:nvSpPr>
          <p:cNvPr id="30" name="Oval 29"/>
          <p:cNvSpPr/>
          <p:nvPr/>
        </p:nvSpPr>
        <p:spPr>
          <a:xfrm>
            <a:off x="5808961" y="3184054"/>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2" name="Rectangle 31"/>
          <p:cNvSpPr/>
          <p:nvPr/>
        </p:nvSpPr>
        <p:spPr>
          <a:xfrm>
            <a:off x="86532" y="4526207"/>
            <a:ext cx="5849257" cy="1886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4" name="TextBox 33"/>
          <p:cNvSpPr txBox="1"/>
          <p:nvPr/>
        </p:nvSpPr>
        <p:spPr>
          <a:xfrm>
            <a:off x="6734288" y="4252074"/>
            <a:ext cx="5096928" cy="954107"/>
          </a:xfrm>
          <a:prstGeom prst="rect">
            <a:avLst/>
          </a:prstGeom>
          <a:noFill/>
        </p:spPr>
        <p:txBody>
          <a:bodyPr wrap="square" rtlCol="0">
            <a:spAutoFit/>
          </a:bodyPr>
          <a:lstStyle/>
          <a:p>
            <a:pPr fontAlgn="auto">
              <a:spcBef>
                <a:spcPts val="0"/>
              </a:spcBef>
              <a:spcAft>
                <a:spcPts val="0"/>
              </a:spcAft>
            </a:pPr>
            <a:r>
              <a:rPr lang="ar-SA" sz="2800" b="1" dirty="0"/>
              <a:t>عدم وجود المدير المسؤول العصري الذي يؤمن بالحداثه في مجال التعليم</a:t>
            </a:r>
            <a:endParaRPr lang="en-US" sz="2800" b="1" dirty="0">
              <a:solidFill>
                <a:srgbClr val="17406D">
                  <a:lumMod val="50000"/>
                </a:srgbClr>
              </a:solidFill>
              <a:latin typeface="Bebas Neue" panose="020B0606020202050201" pitchFamily="34" charset="0"/>
              <a:cs typeface="+mn-cs"/>
            </a:endParaRPr>
          </a:p>
        </p:txBody>
      </p:sp>
      <p:sp>
        <p:nvSpPr>
          <p:cNvPr id="35" name="Oval 34"/>
          <p:cNvSpPr/>
          <p:nvPr/>
        </p:nvSpPr>
        <p:spPr>
          <a:xfrm>
            <a:off x="5808961" y="4252074"/>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2" name="Picture 4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030132" y="3397414"/>
            <a:ext cx="304800" cy="304800"/>
          </a:xfrm>
          <a:prstGeom prst="rect">
            <a:avLst/>
          </a:prstGeom>
        </p:spPr>
      </p:pic>
      <p:pic>
        <p:nvPicPr>
          <p:cNvPr id="43" name="Picture 4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022321" y="4465434"/>
            <a:ext cx="304800" cy="304800"/>
          </a:xfrm>
          <a:prstGeom prst="rect">
            <a:avLst/>
          </a:prstGeom>
        </p:spPr>
      </p:pic>
      <p:sp>
        <p:nvSpPr>
          <p:cNvPr id="1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1733412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0-#ppt_w/2"/>
                                          </p:val>
                                        </p:tav>
                                        <p:tav tm="100000">
                                          <p:val>
                                            <p:strVal val="#ppt_x"/>
                                          </p:val>
                                        </p:tav>
                                      </p:tavLst>
                                    </p:anim>
                                    <p:anim calcmode="lin" valueType="num">
                                      <p:cBhvr additive="base">
                                        <p:cTn id="13" dur="500" fill="hold"/>
                                        <p:tgtEl>
                                          <p:spTgt spid="26"/>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additive="base">
                                        <p:cTn id="17" dur="500" fill="hold"/>
                                        <p:tgtEl>
                                          <p:spTgt spid="30"/>
                                        </p:tgtEl>
                                        <p:attrNameLst>
                                          <p:attrName>ppt_x</p:attrName>
                                        </p:attrNameLst>
                                      </p:cBhvr>
                                      <p:tavLst>
                                        <p:tav tm="0">
                                          <p:val>
                                            <p:strVal val="0-#ppt_w/2"/>
                                          </p:val>
                                        </p:tav>
                                        <p:tav tm="100000">
                                          <p:val>
                                            <p:strVal val="#ppt_x"/>
                                          </p:val>
                                        </p:tav>
                                      </p:tavLst>
                                    </p:anim>
                                    <p:anim calcmode="lin" valueType="num">
                                      <p:cBhvr additive="base">
                                        <p:cTn id="18" dur="500" fill="hold"/>
                                        <p:tgtEl>
                                          <p:spTgt spid="30"/>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fill="hold" nodeType="afterEffect">
                                  <p:stCondLst>
                                    <p:cond delay="0"/>
                                  </p:stCondLst>
                                  <p:childTnLst>
                                    <p:set>
                                      <p:cBhvr>
                                        <p:cTn id="21" dur="1" fill="hold">
                                          <p:stCondLst>
                                            <p:cond delay="0"/>
                                          </p:stCondLst>
                                        </p:cTn>
                                        <p:tgtEl>
                                          <p:spTgt spid="42"/>
                                        </p:tgtEl>
                                        <p:attrNameLst>
                                          <p:attrName>style.visibility</p:attrName>
                                        </p:attrNameLst>
                                      </p:cBhvr>
                                      <p:to>
                                        <p:strVal val="visible"/>
                                      </p:to>
                                    </p:set>
                                    <p:anim calcmode="lin" valueType="num">
                                      <p:cBhvr additive="base">
                                        <p:cTn id="22" dur="500" fill="hold"/>
                                        <p:tgtEl>
                                          <p:spTgt spid="42"/>
                                        </p:tgtEl>
                                        <p:attrNameLst>
                                          <p:attrName>ppt_x</p:attrName>
                                        </p:attrNameLst>
                                      </p:cBhvr>
                                      <p:tavLst>
                                        <p:tav tm="0">
                                          <p:val>
                                            <p:strVal val="0-#ppt_w/2"/>
                                          </p:val>
                                        </p:tav>
                                        <p:tav tm="100000">
                                          <p:val>
                                            <p:strVal val="#ppt_x"/>
                                          </p:val>
                                        </p:tav>
                                      </p:tavLst>
                                    </p:anim>
                                    <p:anim calcmode="lin" valueType="num">
                                      <p:cBhvr additive="base">
                                        <p:cTn id="23" dur="500" fill="hold"/>
                                        <p:tgtEl>
                                          <p:spTgt spid="42"/>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8" fill="hold" grpId="0" nodeType="afterEffect">
                                  <p:stCondLst>
                                    <p:cond delay="0"/>
                                  </p:stCondLst>
                                  <p:childTnLst>
                                    <p:set>
                                      <p:cBhvr>
                                        <p:cTn id="26" dur="1" fill="hold">
                                          <p:stCondLst>
                                            <p:cond delay="0"/>
                                          </p:stCondLst>
                                        </p:cTn>
                                        <p:tgtEl>
                                          <p:spTgt spid="35"/>
                                        </p:tgtEl>
                                        <p:attrNameLst>
                                          <p:attrName>style.visibility</p:attrName>
                                        </p:attrNameLst>
                                      </p:cBhvr>
                                      <p:to>
                                        <p:strVal val="visible"/>
                                      </p:to>
                                    </p:set>
                                    <p:anim calcmode="lin" valueType="num">
                                      <p:cBhvr additive="base">
                                        <p:cTn id="27" dur="500" fill="hold"/>
                                        <p:tgtEl>
                                          <p:spTgt spid="35"/>
                                        </p:tgtEl>
                                        <p:attrNameLst>
                                          <p:attrName>ppt_x</p:attrName>
                                        </p:attrNameLst>
                                      </p:cBhvr>
                                      <p:tavLst>
                                        <p:tav tm="0">
                                          <p:val>
                                            <p:strVal val="0-#ppt_w/2"/>
                                          </p:val>
                                        </p:tav>
                                        <p:tav tm="100000">
                                          <p:val>
                                            <p:strVal val="#ppt_x"/>
                                          </p:val>
                                        </p:tav>
                                      </p:tavLst>
                                    </p:anim>
                                    <p:anim calcmode="lin" valueType="num">
                                      <p:cBhvr additive="base">
                                        <p:cTn id="28" dur="500" fill="hold"/>
                                        <p:tgtEl>
                                          <p:spTgt spid="35"/>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fill="hold" nodeType="afterEffect">
                                  <p:stCondLst>
                                    <p:cond delay="0"/>
                                  </p:stCondLst>
                                  <p:childTnLst>
                                    <p:set>
                                      <p:cBhvr>
                                        <p:cTn id="31" dur="1" fill="hold">
                                          <p:stCondLst>
                                            <p:cond delay="0"/>
                                          </p:stCondLst>
                                        </p:cTn>
                                        <p:tgtEl>
                                          <p:spTgt spid="43"/>
                                        </p:tgtEl>
                                        <p:attrNameLst>
                                          <p:attrName>style.visibility</p:attrName>
                                        </p:attrNameLst>
                                      </p:cBhvr>
                                      <p:to>
                                        <p:strVal val="visible"/>
                                      </p:to>
                                    </p:set>
                                    <p:anim calcmode="lin" valueType="num">
                                      <p:cBhvr additive="base">
                                        <p:cTn id="32" dur="500" fill="hold"/>
                                        <p:tgtEl>
                                          <p:spTgt spid="43"/>
                                        </p:tgtEl>
                                        <p:attrNameLst>
                                          <p:attrName>ppt_x</p:attrName>
                                        </p:attrNameLst>
                                      </p:cBhvr>
                                      <p:tavLst>
                                        <p:tav tm="0">
                                          <p:val>
                                            <p:strVal val="0-#ppt_w/2"/>
                                          </p:val>
                                        </p:tav>
                                        <p:tav tm="100000">
                                          <p:val>
                                            <p:strVal val="#ppt_x"/>
                                          </p:val>
                                        </p:tav>
                                      </p:tavLst>
                                    </p:anim>
                                    <p:anim calcmode="lin" valueType="num">
                                      <p:cBhvr additive="base">
                                        <p:cTn id="33" dur="500" fill="hold"/>
                                        <p:tgtEl>
                                          <p:spTgt spid="43"/>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8" fill="hold" grpId="0" nodeType="afterEffect">
                                  <p:stCondLst>
                                    <p:cond delay="0"/>
                                  </p:stCondLst>
                                  <p:childTnLst>
                                    <p:set>
                                      <p:cBhvr>
                                        <p:cTn id="36" dur="1" fill="hold">
                                          <p:stCondLst>
                                            <p:cond delay="0"/>
                                          </p:stCondLst>
                                        </p:cTn>
                                        <p:tgtEl>
                                          <p:spTgt spid="32"/>
                                        </p:tgtEl>
                                        <p:attrNameLst>
                                          <p:attrName>style.visibility</p:attrName>
                                        </p:attrNameLst>
                                      </p:cBhvr>
                                      <p:to>
                                        <p:strVal val="visible"/>
                                      </p:to>
                                    </p:set>
                                    <p:anim calcmode="lin" valueType="num">
                                      <p:cBhvr additive="base">
                                        <p:cTn id="37" dur="500" fill="hold"/>
                                        <p:tgtEl>
                                          <p:spTgt spid="32"/>
                                        </p:tgtEl>
                                        <p:attrNameLst>
                                          <p:attrName>ppt_x</p:attrName>
                                        </p:attrNameLst>
                                      </p:cBhvr>
                                      <p:tavLst>
                                        <p:tav tm="0">
                                          <p:val>
                                            <p:strVal val="0-#ppt_w/2"/>
                                          </p:val>
                                        </p:tav>
                                        <p:tav tm="100000">
                                          <p:val>
                                            <p:strVal val="#ppt_x"/>
                                          </p:val>
                                        </p:tav>
                                      </p:tavLst>
                                    </p:anim>
                                    <p:anim calcmode="lin" valueType="num">
                                      <p:cBhvr additive="base">
                                        <p:cTn id="38" dur="500" fill="hold"/>
                                        <p:tgtEl>
                                          <p:spTgt spid="32"/>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8" fill="hold" grpId="0" nodeType="afterEffect">
                                  <p:stCondLst>
                                    <p:cond delay="0"/>
                                  </p:stCondLst>
                                  <p:childTnLst>
                                    <p:set>
                                      <p:cBhvr>
                                        <p:cTn id="41" dur="1" fill="hold">
                                          <p:stCondLst>
                                            <p:cond delay="0"/>
                                          </p:stCondLst>
                                        </p:cTn>
                                        <p:tgtEl>
                                          <p:spTgt spid="27"/>
                                        </p:tgtEl>
                                        <p:attrNameLst>
                                          <p:attrName>style.visibility</p:attrName>
                                        </p:attrNameLst>
                                      </p:cBhvr>
                                      <p:to>
                                        <p:strVal val="visible"/>
                                      </p:to>
                                    </p:set>
                                    <p:anim calcmode="lin" valueType="num">
                                      <p:cBhvr additive="base">
                                        <p:cTn id="42" dur="500" fill="hold"/>
                                        <p:tgtEl>
                                          <p:spTgt spid="27"/>
                                        </p:tgtEl>
                                        <p:attrNameLst>
                                          <p:attrName>ppt_x</p:attrName>
                                        </p:attrNameLst>
                                      </p:cBhvr>
                                      <p:tavLst>
                                        <p:tav tm="0">
                                          <p:val>
                                            <p:strVal val="0-#ppt_w/2"/>
                                          </p:val>
                                        </p:tav>
                                        <p:tav tm="100000">
                                          <p:val>
                                            <p:strVal val="#ppt_x"/>
                                          </p:val>
                                        </p:tav>
                                      </p:tavLst>
                                    </p:anim>
                                    <p:anim calcmode="lin" valueType="num">
                                      <p:cBhvr additive="base">
                                        <p:cTn id="43" dur="500" fill="hold"/>
                                        <p:tgtEl>
                                          <p:spTgt spid="27"/>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2" presetClass="entr" presetSubtype="8"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500" fill="hold"/>
                                        <p:tgtEl>
                                          <p:spTgt spid="21"/>
                                        </p:tgtEl>
                                        <p:attrNameLst>
                                          <p:attrName>ppt_x</p:attrName>
                                        </p:attrNameLst>
                                      </p:cBhvr>
                                      <p:tavLst>
                                        <p:tav tm="0">
                                          <p:val>
                                            <p:strVal val="0-#ppt_w/2"/>
                                          </p:val>
                                        </p:tav>
                                        <p:tav tm="100000">
                                          <p:val>
                                            <p:strVal val="#ppt_x"/>
                                          </p:val>
                                        </p:tav>
                                      </p:tavLst>
                                    </p:anim>
                                    <p:anim calcmode="lin" valueType="num">
                                      <p:cBhvr additive="base">
                                        <p:cTn id="48" dur="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5" grpId="0" animBg="1"/>
      <p:bldP spid="27" grpId="0" animBg="1"/>
      <p:bldP spid="30" grpId="0" animBg="1"/>
      <p:bldP spid="32" grpId="0" animBg="1"/>
      <p:bldP spid="35"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86532" y="2354791"/>
            <a:ext cx="5849257" cy="1886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TextBox 22"/>
          <p:cNvSpPr txBox="1"/>
          <p:nvPr/>
        </p:nvSpPr>
        <p:spPr>
          <a:xfrm>
            <a:off x="6734288" y="2080658"/>
            <a:ext cx="4923930" cy="523220"/>
          </a:xfrm>
          <a:prstGeom prst="rect">
            <a:avLst/>
          </a:prstGeom>
          <a:noFill/>
        </p:spPr>
        <p:txBody>
          <a:bodyPr wrap="square" rtlCol="0">
            <a:spAutoFit/>
          </a:bodyPr>
          <a:lstStyle/>
          <a:p>
            <a:pPr fontAlgn="auto">
              <a:spcBef>
                <a:spcPts val="0"/>
              </a:spcBef>
              <a:spcAft>
                <a:spcPts val="0"/>
              </a:spcAft>
            </a:pPr>
            <a:r>
              <a:rPr lang="ar-SA" sz="2800" b="1" dirty="0"/>
              <a:t>عدم توافر التدريب الكافي للمعلمين</a:t>
            </a:r>
            <a:endParaRPr lang="en-US" sz="2800" b="1" dirty="0">
              <a:solidFill>
                <a:srgbClr val="17406D">
                  <a:lumMod val="50000"/>
                </a:srgbClr>
              </a:solidFill>
              <a:latin typeface="Bebas Neue" panose="020B0606020202050201" pitchFamily="34" charset="0"/>
              <a:cs typeface="+mn-cs"/>
            </a:endParaRPr>
          </a:p>
        </p:txBody>
      </p:sp>
      <p:sp>
        <p:nvSpPr>
          <p:cNvPr id="25" name="Oval 24"/>
          <p:cNvSpPr/>
          <p:nvPr/>
        </p:nvSpPr>
        <p:spPr>
          <a:xfrm>
            <a:off x="5808961" y="2080658"/>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6" name="Picture 2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030132" y="2294018"/>
            <a:ext cx="304800" cy="304800"/>
          </a:xfrm>
          <a:prstGeom prst="rect">
            <a:avLst/>
          </a:prstGeom>
        </p:spPr>
      </p:pic>
      <p:sp>
        <p:nvSpPr>
          <p:cNvPr id="27" name="Rectangle 26"/>
          <p:cNvSpPr/>
          <p:nvPr/>
        </p:nvSpPr>
        <p:spPr>
          <a:xfrm>
            <a:off x="86532" y="3458187"/>
            <a:ext cx="5849257" cy="18868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9" name="TextBox 28"/>
          <p:cNvSpPr txBox="1"/>
          <p:nvPr/>
        </p:nvSpPr>
        <p:spPr>
          <a:xfrm>
            <a:off x="6734288" y="3184054"/>
            <a:ext cx="5096928" cy="523220"/>
          </a:xfrm>
          <a:prstGeom prst="rect">
            <a:avLst/>
          </a:prstGeom>
          <a:noFill/>
        </p:spPr>
        <p:txBody>
          <a:bodyPr wrap="square" rtlCol="0">
            <a:spAutoFit/>
          </a:bodyPr>
          <a:lstStyle/>
          <a:p>
            <a:pPr lvl="0" rtl="1"/>
            <a:r>
              <a:rPr lang="ar-SA" sz="2800" b="1" dirty="0"/>
              <a:t>اللغة</a:t>
            </a:r>
            <a:endParaRPr lang="en-US" sz="2800" b="1" dirty="0"/>
          </a:p>
        </p:txBody>
      </p:sp>
      <p:sp>
        <p:nvSpPr>
          <p:cNvPr id="30" name="Oval 29"/>
          <p:cNvSpPr/>
          <p:nvPr/>
        </p:nvSpPr>
        <p:spPr>
          <a:xfrm>
            <a:off x="5808961" y="3184054"/>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2" name="Rectangle 31"/>
          <p:cNvSpPr/>
          <p:nvPr/>
        </p:nvSpPr>
        <p:spPr>
          <a:xfrm>
            <a:off x="86532" y="4526207"/>
            <a:ext cx="5849257" cy="1886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4" name="TextBox 33"/>
          <p:cNvSpPr txBox="1"/>
          <p:nvPr/>
        </p:nvSpPr>
        <p:spPr>
          <a:xfrm>
            <a:off x="6734288" y="4252074"/>
            <a:ext cx="5096928" cy="523220"/>
          </a:xfrm>
          <a:prstGeom prst="rect">
            <a:avLst/>
          </a:prstGeom>
          <a:noFill/>
        </p:spPr>
        <p:txBody>
          <a:bodyPr wrap="square" rtlCol="0">
            <a:spAutoFit/>
          </a:bodyPr>
          <a:lstStyle/>
          <a:p>
            <a:pPr fontAlgn="auto">
              <a:spcBef>
                <a:spcPts val="0"/>
              </a:spcBef>
              <a:spcAft>
                <a:spcPts val="0"/>
              </a:spcAft>
            </a:pPr>
            <a:r>
              <a:rPr lang="en-US" sz="2800" b="1" dirty="0"/>
              <a:t> </a:t>
            </a:r>
            <a:r>
              <a:rPr lang="ar-SA" sz="2800" b="1" dirty="0"/>
              <a:t>الوقت الكثير المستغرق</a:t>
            </a:r>
            <a:endParaRPr lang="en-US" sz="2800" b="1" dirty="0">
              <a:solidFill>
                <a:srgbClr val="17406D">
                  <a:lumMod val="50000"/>
                </a:srgbClr>
              </a:solidFill>
              <a:latin typeface="Bebas Neue" panose="020B0606020202050201" pitchFamily="34" charset="0"/>
              <a:cs typeface="+mn-cs"/>
            </a:endParaRPr>
          </a:p>
        </p:txBody>
      </p:sp>
      <p:sp>
        <p:nvSpPr>
          <p:cNvPr id="35" name="Oval 34"/>
          <p:cNvSpPr/>
          <p:nvPr/>
        </p:nvSpPr>
        <p:spPr>
          <a:xfrm>
            <a:off x="5808961" y="4252074"/>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2" name="Picture 4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030132" y="3397414"/>
            <a:ext cx="304800" cy="304800"/>
          </a:xfrm>
          <a:prstGeom prst="rect">
            <a:avLst/>
          </a:prstGeom>
        </p:spPr>
      </p:pic>
      <p:pic>
        <p:nvPicPr>
          <p:cNvPr id="43" name="Picture 4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022321" y="4465434"/>
            <a:ext cx="304800" cy="304800"/>
          </a:xfrm>
          <a:prstGeom prst="rect">
            <a:avLst/>
          </a:prstGeom>
        </p:spPr>
      </p:pic>
      <p:sp>
        <p:nvSpPr>
          <p:cNvPr id="1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1634652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0-#ppt_w/2"/>
                                          </p:val>
                                        </p:tav>
                                        <p:tav tm="100000">
                                          <p:val>
                                            <p:strVal val="#ppt_x"/>
                                          </p:val>
                                        </p:tav>
                                      </p:tavLst>
                                    </p:anim>
                                    <p:anim calcmode="lin" valueType="num">
                                      <p:cBhvr additive="base">
                                        <p:cTn id="13" dur="500" fill="hold"/>
                                        <p:tgtEl>
                                          <p:spTgt spid="26"/>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additive="base">
                                        <p:cTn id="17" dur="500" fill="hold"/>
                                        <p:tgtEl>
                                          <p:spTgt spid="30"/>
                                        </p:tgtEl>
                                        <p:attrNameLst>
                                          <p:attrName>ppt_x</p:attrName>
                                        </p:attrNameLst>
                                      </p:cBhvr>
                                      <p:tavLst>
                                        <p:tav tm="0">
                                          <p:val>
                                            <p:strVal val="0-#ppt_w/2"/>
                                          </p:val>
                                        </p:tav>
                                        <p:tav tm="100000">
                                          <p:val>
                                            <p:strVal val="#ppt_x"/>
                                          </p:val>
                                        </p:tav>
                                      </p:tavLst>
                                    </p:anim>
                                    <p:anim calcmode="lin" valueType="num">
                                      <p:cBhvr additive="base">
                                        <p:cTn id="18" dur="500" fill="hold"/>
                                        <p:tgtEl>
                                          <p:spTgt spid="30"/>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fill="hold" nodeType="afterEffect">
                                  <p:stCondLst>
                                    <p:cond delay="0"/>
                                  </p:stCondLst>
                                  <p:childTnLst>
                                    <p:set>
                                      <p:cBhvr>
                                        <p:cTn id="21" dur="1" fill="hold">
                                          <p:stCondLst>
                                            <p:cond delay="0"/>
                                          </p:stCondLst>
                                        </p:cTn>
                                        <p:tgtEl>
                                          <p:spTgt spid="42"/>
                                        </p:tgtEl>
                                        <p:attrNameLst>
                                          <p:attrName>style.visibility</p:attrName>
                                        </p:attrNameLst>
                                      </p:cBhvr>
                                      <p:to>
                                        <p:strVal val="visible"/>
                                      </p:to>
                                    </p:set>
                                    <p:anim calcmode="lin" valueType="num">
                                      <p:cBhvr additive="base">
                                        <p:cTn id="22" dur="500" fill="hold"/>
                                        <p:tgtEl>
                                          <p:spTgt spid="42"/>
                                        </p:tgtEl>
                                        <p:attrNameLst>
                                          <p:attrName>ppt_x</p:attrName>
                                        </p:attrNameLst>
                                      </p:cBhvr>
                                      <p:tavLst>
                                        <p:tav tm="0">
                                          <p:val>
                                            <p:strVal val="0-#ppt_w/2"/>
                                          </p:val>
                                        </p:tav>
                                        <p:tav tm="100000">
                                          <p:val>
                                            <p:strVal val="#ppt_x"/>
                                          </p:val>
                                        </p:tav>
                                      </p:tavLst>
                                    </p:anim>
                                    <p:anim calcmode="lin" valueType="num">
                                      <p:cBhvr additive="base">
                                        <p:cTn id="23" dur="500" fill="hold"/>
                                        <p:tgtEl>
                                          <p:spTgt spid="42"/>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8" fill="hold" grpId="0" nodeType="afterEffect">
                                  <p:stCondLst>
                                    <p:cond delay="0"/>
                                  </p:stCondLst>
                                  <p:childTnLst>
                                    <p:set>
                                      <p:cBhvr>
                                        <p:cTn id="26" dur="1" fill="hold">
                                          <p:stCondLst>
                                            <p:cond delay="0"/>
                                          </p:stCondLst>
                                        </p:cTn>
                                        <p:tgtEl>
                                          <p:spTgt spid="35"/>
                                        </p:tgtEl>
                                        <p:attrNameLst>
                                          <p:attrName>style.visibility</p:attrName>
                                        </p:attrNameLst>
                                      </p:cBhvr>
                                      <p:to>
                                        <p:strVal val="visible"/>
                                      </p:to>
                                    </p:set>
                                    <p:anim calcmode="lin" valueType="num">
                                      <p:cBhvr additive="base">
                                        <p:cTn id="27" dur="500" fill="hold"/>
                                        <p:tgtEl>
                                          <p:spTgt spid="35"/>
                                        </p:tgtEl>
                                        <p:attrNameLst>
                                          <p:attrName>ppt_x</p:attrName>
                                        </p:attrNameLst>
                                      </p:cBhvr>
                                      <p:tavLst>
                                        <p:tav tm="0">
                                          <p:val>
                                            <p:strVal val="0-#ppt_w/2"/>
                                          </p:val>
                                        </p:tav>
                                        <p:tav tm="100000">
                                          <p:val>
                                            <p:strVal val="#ppt_x"/>
                                          </p:val>
                                        </p:tav>
                                      </p:tavLst>
                                    </p:anim>
                                    <p:anim calcmode="lin" valueType="num">
                                      <p:cBhvr additive="base">
                                        <p:cTn id="28" dur="500" fill="hold"/>
                                        <p:tgtEl>
                                          <p:spTgt spid="35"/>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fill="hold" nodeType="afterEffect">
                                  <p:stCondLst>
                                    <p:cond delay="0"/>
                                  </p:stCondLst>
                                  <p:childTnLst>
                                    <p:set>
                                      <p:cBhvr>
                                        <p:cTn id="31" dur="1" fill="hold">
                                          <p:stCondLst>
                                            <p:cond delay="0"/>
                                          </p:stCondLst>
                                        </p:cTn>
                                        <p:tgtEl>
                                          <p:spTgt spid="43"/>
                                        </p:tgtEl>
                                        <p:attrNameLst>
                                          <p:attrName>style.visibility</p:attrName>
                                        </p:attrNameLst>
                                      </p:cBhvr>
                                      <p:to>
                                        <p:strVal val="visible"/>
                                      </p:to>
                                    </p:set>
                                    <p:anim calcmode="lin" valueType="num">
                                      <p:cBhvr additive="base">
                                        <p:cTn id="32" dur="500" fill="hold"/>
                                        <p:tgtEl>
                                          <p:spTgt spid="43"/>
                                        </p:tgtEl>
                                        <p:attrNameLst>
                                          <p:attrName>ppt_x</p:attrName>
                                        </p:attrNameLst>
                                      </p:cBhvr>
                                      <p:tavLst>
                                        <p:tav tm="0">
                                          <p:val>
                                            <p:strVal val="0-#ppt_w/2"/>
                                          </p:val>
                                        </p:tav>
                                        <p:tav tm="100000">
                                          <p:val>
                                            <p:strVal val="#ppt_x"/>
                                          </p:val>
                                        </p:tav>
                                      </p:tavLst>
                                    </p:anim>
                                    <p:anim calcmode="lin" valueType="num">
                                      <p:cBhvr additive="base">
                                        <p:cTn id="33" dur="500" fill="hold"/>
                                        <p:tgtEl>
                                          <p:spTgt spid="43"/>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8" fill="hold" grpId="0" nodeType="afterEffect">
                                  <p:stCondLst>
                                    <p:cond delay="0"/>
                                  </p:stCondLst>
                                  <p:childTnLst>
                                    <p:set>
                                      <p:cBhvr>
                                        <p:cTn id="36" dur="1" fill="hold">
                                          <p:stCondLst>
                                            <p:cond delay="0"/>
                                          </p:stCondLst>
                                        </p:cTn>
                                        <p:tgtEl>
                                          <p:spTgt spid="32"/>
                                        </p:tgtEl>
                                        <p:attrNameLst>
                                          <p:attrName>style.visibility</p:attrName>
                                        </p:attrNameLst>
                                      </p:cBhvr>
                                      <p:to>
                                        <p:strVal val="visible"/>
                                      </p:to>
                                    </p:set>
                                    <p:anim calcmode="lin" valueType="num">
                                      <p:cBhvr additive="base">
                                        <p:cTn id="37" dur="500" fill="hold"/>
                                        <p:tgtEl>
                                          <p:spTgt spid="32"/>
                                        </p:tgtEl>
                                        <p:attrNameLst>
                                          <p:attrName>ppt_x</p:attrName>
                                        </p:attrNameLst>
                                      </p:cBhvr>
                                      <p:tavLst>
                                        <p:tav tm="0">
                                          <p:val>
                                            <p:strVal val="0-#ppt_w/2"/>
                                          </p:val>
                                        </p:tav>
                                        <p:tav tm="100000">
                                          <p:val>
                                            <p:strVal val="#ppt_x"/>
                                          </p:val>
                                        </p:tav>
                                      </p:tavLst>
                                    </p:anim>
                                    <p:anim calcmode="lin" valueType="num">
                                      <p:cBhvr additive="base">
                                        <p:cTn id="38" dur="500" fill="hold"/>
                                        <p:tgtEl>
                                          <p:spTgt spid="32"/>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8" fill="hold" grpId="0" nodeType="afterEffect">
                                  <p:stCondLst>
                                    <p:cond delay="0"/>
                                  </p:stCondLst>
                                  <p:childTnLst>
                                    <p:set>
                                      <p:cBhvr>
                                        <p:cTn id="41" dur="1" fill="hold">
                                          <p:stCondLst>
                                            <p:cond delay="0"/>
                                          </p:stCondLst>
                                        </p:cTn>
                                        <p:tgtEl>
                                          <p:spTgt spid="27"/>
                                        </p:tgtEl>
                                        <p:attrNameLst>
                                          <p:attrName>style.visibility</p:attrName>
                                        </p:attrNameLst>
                                      </p:cBhvr>
                                      <p:to>
                                        <p:strVal val="visible"/>
                                      </p:to>
                                    </p:set>
                                    <p:anim calcmode="lin" valueType="num">
                                      <p:cBhvr additive="base">
                                        <p:cTn id="42" dur="500" fill="hold"/>
                                        <p:tgtEl>
                                          <p:spTgt spid="27"/>
                                        </p:tgtEl>
                                        <p:attrNameLst>
                                          <p:attrName>ppt_x</p:attrName>
                                        </p:attrNameLst>
                                      </p:cBhvr>
                                      <p:tavLst>
                                        <p:tav tm="0">
                                          <p:val>
                                            <p:strVal val="0-#ppt_w/2"/>
                                          </p:val>
                                        </p:tav>
                                        <p:tav tm="100000">
                                          <p:val>
                                            <p:strVal val="#ppt_x"/>
                                          </p:val>
                                        </p:tav>
                                      </p:tavLst>
                                    </p:anim>
                                    <p:anim calcmode="lin" valueType="num">
                                      <p:cBhvr additive="base">
                                        <p:cTn id="43" dur="500" fill="hold"/>
                                        <p:tgtEl>
                                          <p:spTgt spid="27"/>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2" presetClass="entr" presetSubtype="8"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500" fill="hold"/>
                                        <p:tgtEl>
                                          <p:spTgt spid="21"/>
                                        </p:tgtEl>
                                        <p:attrNameLst>
                                          <p:attrName>ppt_x</p:attrName>
                                        </p:attrNameLst>
                                      </p:cBhvr>
                                      <p:tavLst>
                                        <p:tav tm="0">
                                          <p:val>
                                            <p:strVal val="0-#ppt_w/2"/>
                                          </p:val>
                                        </p:tav>
                                        <p:tav tm="100000">
                                          <p:val>
                                            <p:strVal val="#ppt_x"/>
                                          </p:val>
                                        </p:tav>
                                      </p:tavLst>
                                    </p:anim>
                                    <p:anim calcmode="lin" valueType="num">
                                      <p:cBhvr additive="base">
                                        <p:cTn id="48" dur="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5" grpId="0" animBg="1"/>
      <p:bldP spid="27" grpId="0" animBg="1"/>
      <p:bldP spid="30" grpId="0" animBg="1"/>
      <p:bldP spid="32" grpId="0" animBg="1"/>
      <p:bldP spid="35"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a:grpSpLocks/>
          </p:cNvGrpSpPr>
          <p:nvPr/>
        </p:nvGrpSpPr>
        <p:grpSpPr bwMode="auto">
          <a:xfrm>
            <a:off x="3257550" y="2928890"/>
            <a:ext cx="8707438" cy="1520875"/>
            <a:chOff x="7680543" y="5756619"/>
            <a:chExt cx="15211970" cy="3042980"/>
          </a:xfrm>
        </p:grpSpPr>
        <p:sp>
          <p:nvSpPr>
            <p:cNvPr id="4" name="Rectangle 3"/>
            <p:cNvSpPr/>
            <p:nvPr/>
          </p:nvSpPr>
          <p:spPr>
            <a:xfrm>
              <a:off x="7680543" y="5756619"/>
              <a:ext cx="15211970" cy="1601045"/>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a:r>
                <a:rPr lang="ar-SA" sz="4400" b="1" u="sng" dirty="0">
                  <a:solidFill>
                    <a:srgbClr val="5B9BD5"/>
                  </a:solidFill>
                </a:rPr>
                <a:t>استراتيجيات التعليم بمساعدة الحاسب الآلي</a:t>
              </a:r>
              <a:endParaRPr lang="en-US" sz="4400" u="sng" dirty="0">
                <a:solidFill>
                  <a:srgbClr val="5B9BD5"/>
                </a:solidFill>
              </a:endParaRPr>
            </a:p>
          </p:txBody>
        </p:sp>
        <p:sp>
          <p:nvSpPr>
            <p:cNvPr id="5" name="Rectangle 4"/>
            <p:cNvSpPr/>
            <p:nvPr/>
          </p:nvSpPr>
          <p:spPr>
            <a:xfrm>
              <a:off x="7680543" y="7322626"/>
              <a:ext cx="15211970" cy="1476973"/>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eaLnBrk="0" hangingPunct="0">
                <a:defRPr/>
              </a:pPr>
              <a:r>
                <a:rPr lang="ar-SA" sz="4000" b="1" u="sng" dirty="0">
                  <a:solidFill>
                    <a:srgbClr val="F58F20"/>
                  </a:solidFill>
                </a:rPr>
                <a:t>الفصل الرابع</a:t>
              </a:r>
              <a:endParaRPr lang="en-US" sz="4000" u="sng" dirty="0">
                <a:solidFill>
                  <a:srgbClr val="F58F20"/>
                </a:solidFill>
              </a:endParaRPr>
            </a:p>
          </p:txBody>
        </p:sp>
      </p:grpSp>
      <p:cxnSp>
        <p:nvCxnSpPr>
          <p:cNvPr id="6" name="Straight Connector 5"/>
          <p:cNvCxnSpPr/>
          <p:nvPr/>
        </p:nvCxnSpPr>
        <p:spPr>
          <a:xfrm>
            <a:off x="3025775" y="2841625"/>
            <a:ext cx="0" cy="1474788"/>
          </a:xfrm>
          <a:prstGeom prst="line">
            <a:avLst/>
          </a:prstGeom>
          <a:ln w="57150" cmpd="sng">
            <a:solidFill>
              <a:srgbClr val="F58F20"/>
            </a:solidFill>
          </a:ln>
        </p:spPr>
        <p:style>
          <a:lnRef idx="2">
            <a:schemeClr val="accent1"/>
          </a:lnRef>
          <a:fillRef idx="0">
            <a:schemeClr val="accent1"/>
          </a:fillRef>
          <a:effectRef idx="1">
            <a:schemeClr val="accent1"/>
          </a:effectRef>
          <a:fontRef idx="minor">
            <a:schemeClr val="tx1"/>
          </a:fontRef>
        </p:style>
      </p:cxnSp>
      <p:sp>
        <p:nvSpPr>
          <p:cNvPr id="7" name="Freeform 178"/>
          <p:cNvSpPr>
            <a:spLocks noEditPoints="1"/>
          </p:cNvSpPr>
          <p:nvPr/>
        </p:nvSpPr>
        <p:spPr bwMode="auto">
          <a:xfrm>
            <a:off x="1389063" y="3009900"/>
            <a:ext cx="1347787" cy="1016000"/>
          </a:xfrm>
          <a:custGeom>
            <a:avLst/>
            <a:gdLst>
              <a:gd name="T0" fmla="*/ 1347787 w 158"/>
              <a:gd name="T1" fmla="*/ 1016000 h 119"/>
              <a:gd name="T2" fmla="*/ 0 w 158"/>
              <a:gd name="T3" fmla="*/ 1016000 h 119"/>
              <a:gd name="T4" fmla="*/ 0 w 158"/>
              <a:gd name="T5" fmla="*/ 0 h 119"/>
              <a:gd name="T6" fmla="*/ 76773 w 158"/>
              <a:gd name="T7" fmla="*/ 0 h 119"/>
              <a:gd name="T8" fmla="*/ 76773 w 158"/>
              <a:gd name="T9" fmla="*/ 922084 h 119"/>
              <a:gd name="T10" fmla="*/ 1347787 w 158"/>
              <a:gd name="T11" fmla="*/ 922084 h 119"/>
              <a:gd name="T12" fmla="*/ 1347787 w 158"/>
              <a:gd name="T13" fmla="*/ 1016000 h 119"/>
              <a:gd name="T14" fmla="*/ 426515 w 158"/>
              <a:gd name="T15" fmla="*/ 845244 h 119"/>
              <a:gd name="T16" fmla="*/ 247379 w 158"/>
              <a:gd name="T17" fmla="*/ 845244 h 119"/>
              <a:gd name="T18" fmla="*/ 247379 w 158"/>
              <a:gd name="T19" fmla="*/ 512269 h 119"/>
              <a:gd name="T20" fmla="*/ 426515 w 158"/>
              <a:gd name="T21" fmla="*/ 512269 h 119"/>
              <a:gd name="T22" fmla="*/ 426515 w 158"/>
              <a:gd name="T23" fmla="*/ 845244 h 119"/>
              <a:gd name="T24" fmla="*/ 665363 w 158"/>
              <a:gd name="T25" fmla="*/ 845244 h 119"/>
              <a:gd name="T26" fmla="*/ 503287 w 158"/>
              <a:gd name="T27" fmla="*/ 845244 h 119"/>
              <a:gd name="T28" fmla="*/ 503287 w 158"/>
              <a:gd name="T29" fmla="*/ 162219 h 119"/>
              <a:gd name="T30" fmla="*/ 665363 w 158"/>
              <a:gd name="T31" fmla="*/ 162219 h 119"/>
              <a:gd name="T32" fmla="*/ 665363 w 158"/>
              <a:gd name="T33" fmla="*/ 845244 h 119"/>
              <a:gd name="T34" fmla="*/ 929802 w 158"/>
              <a:gd name="T35" fmla="*/ 845244 h 119"/>
              <a:gd name="T36" fmla="*/ 759196 w 158"/>
              <a:gd name="T37" fmla="*/ 845244 h 119"/>
              <a:gd name="T38" fmla="*/ 759196 w 158"/>
              <a:gd name="T39" fmla="*/ 332975 h 119"/>
              <a:gd name="T40" fmla="*/ 929802 w 158"/>
              <a:gd name="T41" fmla="*/ 332975 h 119"/>
              <a:gd name="T42" fmla="*/ 929802 w 158"/>
              <a:gd name="T43" fmla="*/ 845244 h 119"/>
              <a:gd name="T44" fmla="*/ 1185711 w 158"/>
              <a:gd name="T45" fmla="*/ 845244 h 119"/>
              <a:gd name="T46" fmla="*/ 1015105 w 158"/>
              <a:gd name="T47" fmla="*/ 845244 h 119"/>
              <a:gd name="T48" fmla="*/ 1015105 w 158"/>
              <a:gd name="T49" fmla="*/ 93916 h 119"/>
              <a:gd name="T50" fmla="*/ 1185711 w 158"/>
              <a:gd name="T51" fmla="*/ 93916 h 119"/>
              <a:gd name="T52" fmla="*/ 1185711 w 158"/>
              <a:gd name="T53" fmla="*/ 845244 h 1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8"/>
              <a:gd name="T82" fmla="*/ 0 h 119"/>
              <a:gd name="T83" fmla="*/ 158 w 158"/>
              <a:gd name="T84" fmla="*/ 119 h 11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accent1"/>
          </a:solidFill>
          <a:ln w="9525">
            <a:noFill/>
            <a:round/>
            <a:headEnd/>
            <a:tailEnd/>
          </a:ln>
        </p:spPr>
        <p:txBody>
          <a:bodyPr lIns="45720" tIns="22860" rIns="45720" bIns="22860"/>
          <a:lstStyle/>
          <a:p>
            <a:pPr eaLnBrk="0" hangingPunct="0"/>
            <a:endParaRPr lang="el-GR">
              <a:solidFill>
                <a:prstClr val="black"/>
              </a:solidFill>
            </a:endParaRPr>
          </a:p>
        </p:txBody>
      </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extLst>
      <p:ext uri="{BB962C8B-B14F-4D97-AF65-F5344CB8AC3E}">
        <p14:creationId xmlns:p14="http://schemas.microsoft.com/office/powerpoint/2010/main" val="5271916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249"/>
                                          </p:stCondLst>
                                        </p:cTn>
                                        <p:tgtEl>
                                          <p:spTgt spid="7"/>
                                        </p:tgtEl>
                                        <p:attrNameLst>
                                          <p:attrName>style.visibility</p:attrName>
                                        </p:attrNameLst>
                                      </p:cBhvr>
                                      <p:to>
                                        <p:strVal val="visible"/>
                                      </p:to>
                                    </p:set>
                                  </p:childTnLst>
                                </p:cTn>
                              </p:par>
                            </p:childTnLst>
                          </p:cTn>
                        </p:par>
                        <p:par>
                          <p:cTn id="7" fill="hold">
                            <p:stCondLst>
                              <p:cond delay="250"/>
                            </p:stCondLst>
                            <p:childTnLst>
                              <p:par>
                                <p:cTn id="8" presetID="22" presetClass="entr" presetSubtype="1" fill="hold" nodeType="after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up)">
                                      <p:cBhvr>
                                        <p:cTn id="10" dur="500"/>
                                        <p:tgtEl>
                                          <p:spTgt spid="6"/>
                                        </p:tgtEl>
                                      </p:cBhvr>
                                    </p:animEffect>
                                  </p:childTnLst>
                                </p:cTn>
                              </p:par>
                            </p:childTnLst>
                          </p:cTn>
                        </p:par>
                        <p:par>
                          <p:cTn id="11" fill="hold">
                            <p:stCondLst>
                              <p:cond delay="750"/>
                            </p:stCondLst>
                            <p:childTnLst>
                              <p:par>
                                <p:cTn id="12" presetID="22" presetClass="entr" presetSubtype="2" fill="hold" nodeType="afterEffect">
                                  <p:stCondLst>
                                    <p:cond delay="250"/>
                                  </p:stCondLst>
                                  <p:childTnLst>
                                    <p:set>
                                      <p:cBhvr>
                                        <p:cTn id="13" dur="1" fill="hold">
                                          <p:stCondLst>
                                            <p:cond delay="0"/>
                                          </p:stCondLst>
                                        </p:cTn>
                                        <p:tgtEl>
                                          <p:spTgt spid="3"/>
                                        </p:tgtEl>
                                        <p:attrNameLst>
                                          <p:attrName>style.visibility</p:attrName>
                                        </p:attrNameLst>
                                      </p:cBhvr>
                                      <p:to>
                                        <p:strVal val="visible"/>
                                      </p:to>
                                    </p:set>
                                    <p:animEffect transition="in" filter="wipe(right)">
                                      <p:cBhvr>
                                        <p:cTn id="14" dur="7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21" name="Group 3220"/>
          <p:cNvGrpSpPr/>
          <p:nvPr/>
        </p:nvGrpSpPr>
        <p:grpSpPr>
          <a:xfrm>
            <a:off x="8026959" y="1353046"/>
            <a:ext cx="3265488" cy="5226050"/>
            <a:chOff x="4314825" y="843456"/>
            <a:chExt cx="3265488" cy="5226050"/>
          </a:xfrm>
        </p:grpSpPr>
        <p:sp>
          <p:nvSpPr>
            <p:cNvPr id="3192" name="Freeform 150"/>
            <p:cNvSpPr>
              <a:spLocks/>
            </p:cNvSpPr>
            <p:nvPr/>
          </p:nvSpPr>
          <p:spPr bwMode="auto">
            <a:xfrm>
              <a:off x="6057900" y="2889744"/>
              <a:ext cx="928688" cy="1362075"/>
            </a:xfrm>
            <a:custGeom>
              <a:avLst/>
              <a:gdLst>
                <a:gd name="T0" fmla="*/ 293 w 433"/>
                <a:gd name="T1" fmla="*/ 94 h 635"/>
                <a:gd name="T2" fmla="*/ 334 w 433"/>
                <a:gd name="T3" fmla="*/ 80 h 635"/>
                <a:gd name="T4" fmla="*/ 401 w 433"/>
                <a:gd name="T5" fmla="*/ 118 h 635"/>
                <a:gd name="T6" fmla="*/ 433 w 433"/>
                <a:gd name="T7" fmla="*/ 118 h 635"/>
                <a:gd name="T8" fmla="*/ 433 w 433"/>
                <a:gd name="T9" fmla="*/ 0 h 635"/>
                <a:gd name="T10" fmla="*/ 0 w 433"/>
                <a:gd name="T11" fmla="*/ 0 h 635"/>
                <a:gd name="T12" fmla="*/ 0 w 433"/>
                <a:gd name="T13" fmla="*/ 463 h 635"/>
                <a:gd name="T14" fmla="*/ 158 w 433"/>
                <a:gd name="T15" fmla="*/ 463 h 635"/>
                <a:gd name="T16" fmla="*/ 169 w 433"/>
                <a:gd name="T17" fmla="*/ 474 h 635"/>
                <a:gd name="T18" fmla="*/ 169 w 433"/>
                <a:gd name="T19" fmla="*/ 528 h 635"/>
                <a:gd name="T20" fmla="*/ 165 w 433"/>
                <a:gd name="T21" fmla="*/ 537 h 635"/>
                <a:gd name="T22" fmla="*/ 129 w 433"/>
                <a:gd name="T23" fmla="*/ 586 h 635"/>
                <a:gd name="T24" fmla="*/ 141 w 433"/>
                <a:gd name="T25" fmla="*/ 619 h 635"/>
                <a:gd name="T26" fmla="*/ 183 w 433"/>
                <a:gd name="T27" fmla="*/ 635 h 635"/>
                <a:gd name="T28" fmla="*/ 250 w 433"/>
                <a:gd name="T29" fmla="*/ 594 h 635"/>
                <a:gd name="T30" fmla="*/ 210 w 433"/>
                <a:gd name="T31" fmla="*/ 533 h 635"/>
                <a:gd name="T32" fmla="*/ 204 w 433"/>
                <a:gd name="T33" fmla="*/ 524 h 635"/>
                <a:gd name="T34" fmla="*/ 204 w 433"/>
                <a:gd name="T35" fmla="*/ 471 h 635"/>
                <a:gd name="T36" fmla="*/ 215 w 433"/>
                <a:gd name="T37" fmla="*/ 460 h 635"/>
                <a:gd name="T38" fmla="*/ 433 w 433"/>
                <a:gd name="T39" fmla="*/ 460 h 635"/>
                <a:gd name="T40" fmla="*/ 433 w 433"/>
                <a:gd name="T41" fmla="*/ 199 h 635"/>
                <a:gd name="T42" fmla="*/ 410 w 433"/>
                <a:gd name="T43" fmla="*/ 199 h 635"/>
                <a:gd name="T44" fmla="*/ 338 w 433"/>
                <a:gd name="T45" fmla="*/ 243 h 635"/>
                <a:gd name="T46" fmla="*/ 270 w 433"/>
                <a:gd name="T47" fmla="*/ 161 h 635"/>
                <a:gd name="T48" fmla="*/ 293 w 433"/>
                <a:gd name="T49" fmla="*/ 94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3" h="635">
                  <a:moveTo>
                    <a:pt x="293" y="94"/>
                  </a:moveTo>
                  <a:cubicBezTo>
                    <a:pt x="304" y="84"/>
                    <a:pt x="318" y="79"/>
                    <a:pt x="334" y="80"/>
                  </a:cubicBezTo>
                  <a:cubicBezTo>
                    <a:pt x="360" y="81"/>
                    <a:pt x="391" y="108"/>
                    <a:pt x="401" y="118"/>
                  </a:cubicBezTo>
                  <a:cubicBezTo>
                    <a:pt x="433" y="118"/>
                    <a:pt x="433" y="118"/>
                    <a:pt x="433" y="118"/>
                  </a:cubicBezTo>
                  <a:cubicBezTo>
                    <a:pt x="433" y="0"/>
                    <a:pt x="433" y="0"/>
                    <a:pt x="433" y="0"/>
                  </a:cubicBezTo>
                  <a:cubicBezTo>
                    <a:pt x="0" y="0"/>
                    <a:pt x="0" y="0"/>
                    <a:pt x="0" y="0"/>
                  </a:cubicBezTo>
                  <a:cubicBezTo>
                    <a:pt x="0" y="463"/>
                    <a:pt x="0" y="463"/>
                    <a:pt x="0" y="463"/>
                  </a:cubicBezTo>
                  <a:cubicBezTo>
                    <a:pt x="158" y="463"/>
                    <a:pt x="158" y="463"/>
                    <a:pt x="158" y="463"/>
                  </a:cubicBezTo>
                  <a:cubicBezTo>
                    <a:pt x="164" y="463"/>
                    <a:pt x="169" y="468"/>
                    <a:pt x="169" y="474"/>
                  </a:cubicBezTo>
                  <a:cubicBezTo>
                    <a:pt x="169" y="528"/>
                    <a:pt x="169" y="528"/>
                    <a:pt x="169" y="528"/>
                  </a:cubicBezTo>
                  <a:cubicBezTo>
                    <a:pt x="169" y="532"/>
                    <a:pt x="168" y="535"/>
                    <a:pt x="165" y="537"/>
                  </a:cubicBezTo>
                  <a:cubicBezTo>
                    <a:pt x="156" y="544"/>
                    <a:pt x="130" y="568"/>
                    <a:pt x="129" y="586"/>
                  </a:cubicBezTo>
                  <a:cubicBezTo>
                    <a:pt x="129" y="598"/>
                    <a:pt x="133" y="611"/>
                    <a:pt x="141" y="619"/>
                  </a:cubicBezTo>
                  <a:cubicBezTo>
                    <a:pt x="151" y="630"/>
                    <a:pt x="166" y="635"/>
                    <a:pt x="183" y="635"/>
                  </a:cubicBezTo>
                  <a:cubicBezTo>
                    <a:pt x="207" y="635"/>
                    <a:pt x="248" y="630"/>
                    <a:pt x="250" y="594"/>
                  </a:cubicBezTo>
                  <a:cubicBezTo>
                    <a:pt x="253" y="560"/>
                    <a:pt x="210" y="533"/>
                    <a:pt x="210" y="533"/>
                  </a:cubicBezTo>
                  <a:cubicBezTo>
                    <a:pt x="206" y="531"/>
                    <a:pt x="204" y="527"/>
                    <a:pt x="204" y="524"/>
                  </a:cubicBezTo>
                  <a:cubicBezTo>
                    <a:pt x="204" y="471"/>
                    <a:pt x="204" y="471"/>
                    <a:pt x="204" y="471"/>
                  </a:cubicBezTo>
                  <a:cubicBezTo>
                    <a:pt x="204" y="465"/>
                    <a:pt x="209" y="460"/>
                    <a:pt x="215" y="460"/>
                  </a:cubicBezTo>
                  <a:cubicBezTo>
                    <a:pt x="433" y="460"/>
                    <a:pt x="433" y="460"/>
                    <a:pt x="433" y="460"/>
                  </a:cubicBezTo>
                  <a:cubicBezTo>
                    <a:pt x="433" y="199"/>
                    <a:pt x="433" y="199"/>
                    <a:pt x="433" y="199"/>
                  </a:cubicBezTo>
                  <a:cubicBezTo>
                    <a:pt x="410" y="199"/>
                    <a:pt x="410" y="199"/>
                    <a:pt x="410" y="199"/>
                  </a:cubicBezTo>
                  <a:cubicBezTo>
                    <a:pt x="399" y="211"/>
                    <a:pt x="368" y="243"/>
                    <a:pt x="338" y="243"/>
                  </a:cubicBezTo>
                  <a:cubicBezTo>
                    <a:pt x="305" y="243"/>
                    <a:pt x="270" y="222"/>
                    <a:pt x="270" y="161"/>
                  </a:cubicBezTo>
                  <a:cubicBezTo>
                    <a:pt x="270" y="124"/>
                    <a:pt x="282" y="104"/>
                    <a:pt x="293" y="9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3193" name="Freeform 151"/>
            <p:cNvSpPr>
              <a:spLocks/>
            </p:cNvSpPr>
            <p:nvPr/>
          </p:nvSpPr>
          <p:spPr bwMode="auto">
            <a:xfrm>
              <a:off x="5078413" y="2889744"/>
              <a:ext cx="931863" cy="992188"/>
            </a:xfrm>
            <a:custGeom>
              <a:avLst/>
              <a:gdLst>
                <a:gd name="T0" fmla="*/ 435 w 435"/>
                <a:gd name="T1" fmla="*/ 0 h 463"/>
                <a:gd name="T2" fmla="*/ 2 w 435"/>
                <a:gd name="T3" fmla="*/ 0 h 463"/>
                <a:gd name="T4" fmla="*/ 2 w 435"/>
                <a:gd name="T5" fmla="*/ 113 h 463"/>
                <a:gd name="T6" fmla="*/ 32 w 435"/>
                <a:gd name="T7" fmla="*/ 113 h 463"/>
                <a:gd name="T8" fmla="*/ 104 w 435"/>
                <a:gd name="T9" fmla="*/ 70 h 463"/>
                <a:gd name="T10" fmla="*/ 166 w 435"/>
                <a:gd name="T11" fmla="*/ 154 h 463"/>
                <a:gd name="T12" fmla="*/ 145 w 435"/>
                <a:gd name="T13" fmla="*/ 219 h 463"/>
                <a:gd name="T14" fmla="*/ 100 w 435"/>
                <a:gd name="T15" fmla="*/ 234 h 463"/>
                <a:gd name="T16" fmla="*/ 34 w 435"/>
                <a:gd name="T17" fmla="*/ 192 h 463"/>
                <a:gd name="T18" fmla="*/ 0 w 435"/>
                <a:gd name="T19" fmla="*/ 192 h 463"/>
                <a:gd name="T20" fmla="*/ 0 w 435"/>
                <a:gd name="T21" fmla="*/ 442 h 463"/>
                <a:gd name="T22" fmla="*/ 9 w 435"/>
                <a:gd name="T23" fmla="*/ 463 h 463"/>
                <a:gd name="T24" fmla="*/ 435 w 435"/>
                <a:gd name="T25" fmla="*/ 463 h 463"/>
                <a:gd name="T26" fmla="*/ 435 w 435"/>
                <a:gd name="T2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5" h="463">
                  <a:moveTo>
                    <a:pt x="435" y="0"/>
                  </a:moveTo>
                  <a:cubicBezTo>
                    <a:pt x="2" y="0"/>
                    <a:pt x="2" y="0"/>
                    <a:pt x="2" y="0"/>
                  </a:cubicBezTo>
                  <a:cubicBezTo>
                    <a:pt x="2" y="113"/>
                    <a:pt x="2" y="113"/>
                    <a:pt x="2" y="113"/>
                  </a:cubicBezTo>
                  <a:cubicBezTo>
                    <a:pt x="32" y="113"/>
                    <a:pt x="32" y="113"/>
                    <a:pt x="32" y="113"/>
                  </a:cubicBezTo>
                  <a:cubicBezTo>
                    <a:pt x="40" y="99"/>
                    <a:pt x="61" y="69"/>
                    <a:pt x="104" y="70"/>
                  </a:cubicBezTo>
                  <a:cubicBezTo>
                    <a:pt x="166" y="72"/>
                    <a:pt x="166" y="134"/>
                    <a:pt x="166" y="154"/>
                  </a:cubicBezTo>
                  <a:cubicBezTo>
                    <a:pt x="166" y="184"/>
                    <a:pt x="159" y="205"/>
                    <a:pt x="145" y="219"/>
                  </a:cubicBezTo>
                  <a:cubicBezTo>
                    <a:pt x="134" y="229"/>
                    <a:pt x="119" y="234"/>
                    <a:pt x="100" y="234"/>
                  </a:cubicBezTo>
                  <a:cubicBezTo>
                    <a:pt x="63" y="233"/>
                    <a:pt x="42" y="209"/>
                    <a:pt x="34" y="192"/>
                  </a:cubicBezTo>
                  <a:cubicBezTo>
                    <a:pt x="0" y="192"/>
                    <a:pt x="0" y="192"/>
                    <a:pt x="0" y="192"/>
                  </a:cubicBezTo>
                  <a:cubicBezTo>
                    <a:pt x="0" y="442"/>
                    <a:pt x="0" y="442"/>
                    <a:pt x="0" y="442"/>
                  </a:cubicBezTo>
                  <a:cubicBezTo>
                    <a:pt x="4" y="449"/>
                    <a:pt x="7" y="456"/>
                    <a:pt x="9" y="463"/>
                  </a:cubicBezTo>
                  <a:cubicBezTo>
                    <a:pt x="435" y="463"/>
                    <a:pt x="435" y="463"/>
                    <a:pt x="435" y="463"/>
                  </a:cubicBezTo>
                  <a:lnTo>
                    <a:pt x="435"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3194" name="Freeform 152"/>
            <p:cNvSpPr>
              <a:spLocks/>
            </p:cNvSpPr>
            <p:nvPr/>
          </p:nvSpPr>
          <p:spPr bwMode="auto">
            <a:xfrm>
              <a:off x="5081588" y="843456"/>
              <a:ext cx="2389188" cy="1320800"/>
            </a:xfrm>
            <a:custGeom>
              <a:avLst/>
              <a:gdLst>
                <a:gd name="T0" fmla="*/ 0 w 1114"/>
                <a:gd name="T1" fmla="*/ 445 h 616"/>
                <a:gd name="T2" fmla="*/ 186 w 1114"/>
                <a:gd name="T3" fmla="*/ 445 h 616"/>
                <a:gd name="T4" fmla="*/ 197 w 1114"/>
                <a:gd name="T5" fmla="*/ 456 h 616"/>
                <a:gd name="T6" fmla="*/ 197 w 1114"/>
                <a:gd name="T7" fmla="*/ 511 h 616"/>
                <a:gd name="T8" fmla="*/ 192 w 1114"/>
                <a:gd name="T9" fmla="*/ 521 h 616"/>
                <a:gd name="T10" fmla="*/ 161 w 1114"/>
                <a:gd name="T11" fmla="*/ 565 h 616"/>
                <a:gd name="T12" fmla="*/ 213 w 1114"/>
                <a:gd name="T13" fmla="*/ 616 h 616"/>
                <a:gd name="T14" fmla="*/ 279 w 1114"/>
                <a:gd name="T15" fmla="*/ 571 h 616"/>
                <a:gd name="T16" fmla="*/ 240 w 1114"/>
                <a:gd name="T17" fmla="*/ 519 h 616"/>
                <a:gd name="T18" fmla="*/ 233 w 1114"/>
                <a:gd name="T19" fmla="*/ 508 h 616"/>
                <a:gd name="T20" fmla="*/ 234 w 1114"/>
                <a:gd name="T21" fmla="*/ 458 h 616"/>
                <a:gd name="T22" fmla="*/ 245 w 1114"/>
                <a:gd name="T23" fmla="*/ 448 h 616"/>
                <a:gd name="T24" fmla="*/ 647 w 1114"/>
                <a:gd name="T25" fmla="*/ 448 h 616"/>
                <a:gd name="T26" fmla="*/ 647 w 1114"/>
                <a:gd name="T27" fmla="*/ 412 h 616"/>
                <a:gd name="T28" fmla="*/ 605 w 1114"/>
                <a:gd name="T29" fmla="*/ 339 h 616"/>
                <a:gd name="T30" fmla="*/ 683 w 1114"/>
                <a:gd name="T31" fmla="*/ 279 h 616"/>
                <a:gd name="T32" fmla="*/ 767 w 1114"/>
                <a:gd name="T33" fmla="*/ 338 h 616"/>
                <a:gd name="T34" fmla="*/ 728 w 1114"/>
                <a:gd name="T35" fmla="*/ 413 h 616"/>
                <a:gd name="T36" fmla="*/ 728 w 1114"/>
                <a:gd name="T37" fmla="*/ 446 h 616"/>
                <a:gd name="T38" fmla="*/ 1114 w 1114"/>
                <a:gd name="T39" fmla="*/ 446 h 616"/>
                <a:gd name="T40" fmla="*/ 952 w 1114"/>
                <a:gd name="T41" fmla="*/ 204 h 616"/>
                <a:gd name="T42" fmla="*/ 460 w 1114"/>
                <a:gd name="T43" fmla="*/ 2 h 616"/>
                <a:gd name="T44" fmla="*/ 0 w 1114"/>
                <a:gd name="T45" fmla="*/ 148 h 616"/>
                <a:gd name="T46" fmla="*/ 0 w 1114"/>
                <a:gd name="T47" fmla="*/ 445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4" h="616">
                  <a:moveTo>
                    <a:pt x="0" y="445"/>
                  </a:moveTo>
                  <a:cubicBezTo>
                    <a:pt x="186" y="445"/>
                    <a:pt x="186" y="445"/>
                    <a:pt x="186" y="445"/>
                  </a:cubicBezTo>
                  <a:cubicBezTo>
                    <a:pt x="192" y="445"/>
                    <a:pt x="197" y="449"/>
                    <a:pt x="197" y="456"/>
                  </a:cubicBezTo>
                  <a:cubicBezTo>
                    <a:pt x="197" y="511"/>
                    <a:pt x="197" y="511"/>
                    <a:pt x="197" y="511"/>
                  </a:cubicBezTo>
                  <a:cubicBezTo>
                    <a:pt x="197" y="515"/>
                    <a:pt x="196" y="519"/>
                    <a:pt x="192" y="521"/>
                  </a:cubicBezTo>
                  <a:cubicBezTo>
                    <a:pt x="184" y="526"/>
                    <a:pt x="161" y="546"/>
                    <a:pt x="161" y="565"/>
                  </a:cubicBezTo>
                  <a:cubicBezTo>
                    <a:pt x="161" y="591"/>
                    <a:pt x="179" y="616"/>
                    <a:pt x="213" y="616"/>
                  </a:cubicBezTo>
                  <a:cubicBezTo>
                    <a:pt x="249" y="616"/>
                    <a:pt x="278" y="597"/>
                    <a:pt x="279" y="571"/>
                  </a:cubicBezTo>
                  <a:cubicBezTo>
                    <a:pt x="280" y="534"/>
                    <a:pt x="240" y="519"/>
                    <a:pt x="240" y="519"/>
                  </a:cubicBezTo>
                  <a:cubicBezTo>
                    <a:pt x="235" y="517"/>
                    <a:pt x="232" y="513"/>
                    <a:pt x="233" y="508"/>
                  </a:cubicBezTo>
                  <a:cubicBezTo>
                    <a:pt x="234" y="458"/>
                    <a:pt x="234" y="458"/>
                    <a:pt x="234" y="458"/>
                  </a:cubicBezTo>
                  <a:cubicBezTo>
                    <a:pt x="234" y="452"/>
                    <a:pt x="239" y="448"/>
                    <a:pt x="245" y="448"/>
                  </a:cubicBezTo>
                  <a:cubicBezTo>
                    <a:pt x="647" y="448"/>
                    <a:pt x="647" y="448"/>
                    <a:pt x="647" y="448"/>
                  </a:cubicBezTo>
                  <a:cubicBezTo>
                    <a:pt x="647" y="412"/>
                    <a:pt x="647" y="412"/>
                    <a:pt x="647" y="412"/>
                  </a:cubicBezTo>
                  <a:cubicBezTo>
                    <a:pt x="634" y="404"/>
                    <a:pt x="605" y="380"/>
                    <a:pt x="605" y="339"/>
                  </a:cubicBezTo>
                  <a:cubicBezTo>
                    <a:pt x="605" y="298"/>
                    <a:pt x="646" y="279"/>
                    <a:pt x="683" y="279"/>
                  </a:cubicBezTo>
                  <a:cubicBezTo>
                    <a:pt x="722" y="279"/>
                    <a:pt x="767" y="294"/>
                    <a:pt x="767" y="338"/>
                  </a:cubicBezTo>
                  <a:cubicBezTo>
                    <a:pt x="767" y="378"/>
                    <a:pt x="739" y="404"/>
                    <a:pt x="728" y="413"/>
                  </a:cubicBezTo>
                  <a:cubicBezTo>
                    <a:pt x="728" y="446"/>
                    <a:pt x="728" y="446"/>
                    <a:pt x="728" y="446"/>
                  </a:cubicBezTo>
                  <a:cubicBezTo>
                    <a:pt x="1114" y="446"/>
                    <a:pt x="1114" y="446"/>
                    <a:pt x="1114" y="446"/>
                  </a:cubicBezTo>
                  <a:cubicBezTo>
                    <a:pt x="1078" y="356"/>
                    <a:pt x="1025" y="265"/>
                    <a:pt x="952" y="204"/>
                  </a:cubicBezTo>
                  <a:cubicBezTo>
                    <a:pt x="809" y="83"/>
                    <a:pt x="677" y="5"/>
                    <a:pt x="460" y="2"/>
                  </a:cubicBezTo>
                  <a:cubicBezTo>
                    <a:pt x="326" y="0"/>
                    <a:pt x="149" y="37"/>
                    <a:pt x="0" y="148"/>
                  </a:cubicBezTo>
                  <a:lnTo>
                    <a:pt x="0" y="44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3195" name="Freeform 153"/>
            <p:cNvSpPr>
              <a:spLocks/>
            </p:cNvSpPr>
            <p:nvPr/>
          </p:nvSpPr>
          <p:spPr bwMode="auto">
            <a:xfrm>
              <a:off x="6057900" y="1489569"/>
              <a:ext cx="1281113" cy="1352550"/>
            </a:xfrm>
            <a:custGeom>
              <a:avLst/>
              <a:gdLst>
                <a:gd name="T0" fmla="*/ 433 w 597"/>
                <a:gd name="T1" fmla="*/ 422 h 631"/>
                <a:gd name="T2" fmla="*/ 445 w 597"/>
                <a:gd name="T3" fmla="*/ 411 h 631"/>
                <a:gd name="T4" fmla="*/ 492 w 597"/>
                <a:gd name="T5" fmla="*/ 411 h 631"/>
                <a:gd name="T6" fmla="*/ 501 w 597"/>
                <a:gd name="T7" fmla="*/ 415 h 631"/>
                <a:gd name="T8" fmla="*/ 556 w 597"/>
                <a:gd name="T9" fmla="*/ 451 h 631"/>
                <a:gd name="T10" fmla="*/ 597 w 597"/>
                <a:gd name="T11" fmla="*/ 389 h 631"/>
                <a:gd name="T12" fmla="*/ 557 w 597"/>
                <a:gd name="T13" fmla="*/ 334 h 631"/>
                <a:gd name="T14" fmla="*/ 499 w 597"/>
                <a:gd name="T15" fmla="*/ 374 h 631"/>
                <a:gd name="T16" fmla="*/ 491 w 597"/>
                <a:gd name="T17" fmla="*/ 377 h 631"/>
                <a:gd name="T18" fmla="*/ 441 w 597"/>
                <a:gd name="T19" fmla="*/ 377 h 631"/>
                <a:gd name="T20" fmla="*/ 430 w 597"/>
                <a:gd name="T21" fmla="*/ 366 h 631"/>
                <a:gd name="T22" fmla="*/ 430 w 597"/>
                <a:gd name="T23" fmla="*/ 167 h 631"/>
                <a:gd name="T24" fmla="*/ 261 w 597"/>
                <a:gd name="T25" fmla="*/ 167 h 631"/>
                <a:gd name="T26" fmla="*/ 250 w 597"/>
                <a:gd name="T27" fmla="*/ 156 h 631"/>
                <a:gd name="T28" fmla="*/ 250 w 597"/>
                <a:gd name="T29" fmla="*/ 107 h 631"/>
                <a:gd name="T30" fmla="*/ 256 w 597"/>
                <a:gd name="T31" fmla="*/ 98 h 631"/>
                <a:gd name="T32" fmla="*/ 290 w 597"/>
                <a:gd name="T33" fmla="*/ 37 h 631"/>
                <a:gd name="T34" fmla="*/ 228 w 597"/>
                <a:gd name="T35" fmla="*/ 0 h 631"/>
                <a:gd name="T36" fmla="*/ 172 w 597"/>
                <a:gd name="T37" fmla="*/ 38 h 631"/>
                <a:gd name="T38" fmla="*/ 208 w 597"/>
                <a:gd name="T39" fmla="*/ 96 h 631"/>
                <a:gd name="T40" fmla="*/ 214 w 597"/>
                <a:gd name="T41" fmla="*/ 105 h 631"/>
                <a:gd name="T42" fmla="*/ 214 w 597"/>
                <a:gd name="T43" fmla="*/ 158 h 631"/>
                <a:gd name="T44" fmla="*/ 203 w 597"/>
                <a:gd name="T45" fmla="*/ 169 h 631"/>
                <a:gd name="T46" fmla="*/ 0 w 597"/>
                <a:gd name="T47" fmla="*/ 169 h 631"/>
                <a:gd name="T48" fmla="*/ 0 w 597"/>
                <a:gd name="T49" fmla="*/ 631 h 631"/>
                <a:gd name="T50" fmla="*/ 433 w 597"/>
                <a:gd name="T51" fmla="*/ 631 h 631"/>
                <a:gd name="T52" fmla="*/ 433 w 597"/>
                <a:gd name="T53" fmla="*/ 422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7" h="631">
                  <a:moveTo>
                    <a:pt x="433" y="422"/>
                  </a:moveTo>
                  <a:cubicBezTo>
                    <a:pt x="433" y="416"/>
                    <a:pt x="438" y="411"/>
                    <a:pt x="445" y="411"/>
                  </a:cubicBezTo>
                  <a:cubicBezTo>
                    <a:pt x="492" y="411"/>
                    <a:pt x="492" y="411"/>
                    <a:pt x="492" y="411"/>
                  </a:cubicBezTo>
                  <a:cubicBezTo>
                    <a:pt x="496" y="411"/>
                    <a:pt x="499" y="413"/>
                    <a:pt x="501" y="415"/>
                  </a:cubicBezTo>
                  <a:cubicBezTo>
                    <a:pt x="509" y="425"/>
                    <a:pt x="533" y="451"/>
                    <a:pt x="556" y="451"/>
                  </a:cubicBezTo>
                  <a:cubicBezTo>
                    <a:pt x="587" y="451"/>
                    <a:pt x="597" y="419"/>
                    <a:pt x="597" y="389"/>
                  </a:cubicBezTo>
                  <a:cubicBezTo>
                    <a:pt x="597" y="356"/>
                    <a:pt x="583" y="336"/>
                    <a:pt x="557" y="334"/>
                  </a:cubicBezTo>
                  <a:cubicBezTo>
                    <a:pt x="540" y="333"/>
                    <a:pt x="513" y="358"/>
                    <a:pt x="499" y="374"/>
                  </a:cubicBezTo>
                  <a:cubicBezTo>
                    <a:pt x="497" y="376"/>
                    <a:pt x="494" y="377"/>
                    <a:pt x="491" y="377"/>
                  </a:cubicBezTo>
                  <a:cubicBezTo>
                    <a:pt x="441" y="377"/>
                    <a:pt x="441" y="377"/>
                    <a:pt x="441" y="377"/>
                  </a:cubicBezTo>
                  <a:cubicBezTo>
                    <a:pt x="435" y="377"/>
                    <a:pt x="430" y="372"/>
                    <a:pt x="430" y="366"/>
                  </a:cubicBezTo>
                  <a:cubicBezTo>
                    <a:pt x="430" y="167"/>
                    <a:pt x="430" y="167"/>
                    <a:pt x="430" y="167"/>
                  </a:cubicBezTo>
                  <a:cubicBezTo>
                    <a:pt x="261" y="167"/>
                    <a:pt x="261" y="167"/>
                    <a:pt x="261" y="167"/>
                  </a:cubicBezTo>
                  <a:cubicBezTo>
                    <a:pt x="255" y="167"/>
                    <a:pt x="250" y="162"/>
                    <a:pt x="250" y="156"/>
                  </a:cubicBezTo>
                  <a:cubicBezTo>
                    <a:pt x="250" y="107"/>
                    <a:pt x="250" y="107"/>
                    <a:pt x="250" y="107"/>
                  </a:cubicBezTo>
                  <a:cubicBezTo>
                    <a:pt x="250" y="103"/>
                    <a:pt x="252" y="100"/>
                    <a:pt x="256" y="98"/>
                  </a:cubicBezTo>
                  <a:cubicBezTo>
                    <a:pt x="256" y="97"/>
                    <a:pt x="290" y="75"/>
                    <a:pt x="290" y="37"/>
                  </a:cubicBezTo>
                  <a:cubicBezTo>
                    <a:pt x="290" y="2"/>
                    <a:pt x="238" y="0"/>
                    <a:pt x="228" y="0"/>
                  </a:cubicBezTo>
                  <a:cubicBezTo>
                    <a:pt x="207" y="0"/>
                    <a:pt x="172" y="8"/>
                    <a:pt x="172" y="38"/>
                  </a:cubicBezTo>
                  <a:cubicBezTo>
                    <a:pt x="172" y="76"/>
                    <a:pt x="206" y="95"/>
                    <a:pt x="208" y="96"/>
                  </a:cubicBezTo>
                  <a:cubicBezTo>
                    <a:pt x="211" y="97"/>
                    <a:pt x="214" y="101"/>
                    <a:pt x="214" y="105"/>
                  </a:cubicBezTo>
                  <a:cubicBezTo>
                    <a:pt x="214" y="158"/>
                    <a:pt x="214" y="158"/>
                    <a:pt x="214" y="158"/>
                  </a:cubicBezTo>
                  <a:cubicBezTo>
                    <a:pt x="214" y="164"/>
                    <a:pt x="209" y="169"/>
                    <a:pt x="203" y="169"/>
                  </a:cubicBezTo>
                  <a:cubicBezTo>
                    <a:pt x="0" y="169"/>
                    <a:pt x="0" y="169"/>
                    <a:pt x="0" y="169"/>
                  </a:cubicBezTo>
                  <a:cubicBezTo>
                    <a:pt x="0" y="631"/>
                    <a:pt x="0" y="631"/>
                    <a:pt x="0" y="631"/>
                  </a:cubicBezTo>
                  <a:cubicBezTo>
                    <a:pt x="433" y="631"/>
                    <a:pt x="433" y="631"/>
                    <a:pt x="433" y="631"/>
                  </a:cubicBezTo>
                  <a:lnTo>
                    <a:pt x="433" y="42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3196" name="Freeform 154"/>
            <p:cNvSpPr>
              <a:spLocks/>
            </p:cNvSpPr>
            <p:nvPr/>
          </p:nvSpPr>
          <p:spPr bwMode="auto">
            <a:xfrm>
              <a:off x="6684963" y="1851519"/>
              <a:ext cx="895350" cy="1943100"/>
            </a:xfrm>
            <a:custGeom>
              <a:avLst/>
              <a:gdLst>
                <a:gd name="T0" fmla="*/ 160 w 418"/>
                <a:gd name="T1" fmla="*/ 0 h 906"/>
                <a:gd name="T2" fmla="*/ 160 w 418"/>
                <a:gd name="T3" fmla="*/ 186 h 906"/>
                <a:gd name="T4" fmla="*/ 194 w 418"/>
                <a:gd name="T5" fmla="*/ 186 h 906"/>
                <a:gd name="T6" fmla="*/ 266 w 418"/>
                <a:gd name="T7" fmla="*/ 143 h 906"/>
                <a:gd name="T8" fmla="*/ 328 w 418"/>
                <a:gd name="T9" fmla="*/ 220 h 906"/>
                <a:gd name="T10" fmla="*/ 264 w 418"/>
                <a:gd name="T11" fmla="*/ 304 h 906"/>
                <a:gd name="T12" fmla="*/ 195 w 418"/>
                <a:gd name="T13" fmla="*/ 264 h 906"/>
                <a:gd name="T14" fmla="*/ 164 w 418"/>
                <a:gd name="T15" fmla="*/ 264 h 906"/>
                <a:gd name="T16" fmla="*/ 164 w 418"/>
                <a:gd name="T17" fmla="*/ 613 h 906"/>
                <a:gd name="T18" fmla="*/ 153 w 418"/>
                <a:gd name="T19" fmla="*/ 624 h 906"/>
                <a:gd name="T20" fmla="*/ 105 w 418"/>
                <a:gd name="T21" fmla="*/ 624 h 906"/>
                <a:gd name="T22" fmla="*/ 97 w 418"/>
                <a:gd name="T23" fmla="*/ 621 h 906"/>
                <a:gd name="T24" fmla="*/ 40 w 418"/>
                <a:gd name="T25" fmla="*/ 586 h 906"/>
                <a:gd name="T26" fmla="*/ 16 w 418"/>
                <a:gd name="T27" fmla="*/ 594 h 906"/>
                <a:gd name="T28" fmla="*/ 0 w 418"/>
                <a:gd name="T29" fmla="*/ 645 h 906"/>
                <a:gd name="T30" fmla="*/ 46 w 418"/>
                <a:gd name="T31" fmla="*/ 705 h 906"/>
                <a:gd name="T32" fmla="*/ 104 w 418"/>
                <a:gd name="T33" fmla="*/ 665 h 906"/>
                <a:gd name="T34" fmla="*/ 113 w 418"/>
                <a:gd name="T35" fmla="*/ 661 h 906"/>
                <a:gd name="T36" fmla="*/ 153 w 418"/>
                <a:gd name="T37" fmla="*/ 661 h 906"/>
                <a:gd name="T38" fmla="*/ 164 w 418"/>
                <a:gd name="T39" fmla="*/ 672 h 906"/>
                <a:gd name="T40" fmla="*/ 164 w 418"/>
                <a:gd name="T41" fmla="*/ 906 h 906"/>
                <a:gd name="T42" fmla="*/ 318 w 418"/>
                <a:gd name="T43" fmla="*/ 573 h 906"/>
                <a:gd name="T44" fmla="*/ 418 w 418"/>
                <a:gd name="T45" fmla="*/ 210 h 906"/>
                <a:gd name="T46" fmla="*/ 376 w 418"/>
                <a:gd name="T47" fmla="*/ 0 h 906"/>
                <a:gd name="T48" fmla="*/ 160 w 418"/>
                <a:gd name="T49" fmla="*/ 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8" h="906">
                  <a:moveTo>
                    <a:pt x="160" y="0"/>
                  </a:moveTo>
                  <a:cubicBezTo>
                    <a:pt x="160" y="186"/>
                    <a:pt x="160" y="186"/>
                    <a:pt x="160" y="186"/>
                  </a:cubicBezTo>
                  <a:cubicBezTo>
                    <a:pt x="194" y="186"/>
                    <a:pt x="194" y="186"/>
                    <a:pt x="194" y="186"/>
                  </a:cubicBezTo>
                  <a:cubicBezTo>
                    <a:pt x="205" y="174"/>
                    <a:pt x="238" y="142"/>
                    <a:pt x="266" y="143"/>
                  </a:cubicBezTo>
                  <a:cubicBezTo>
                    <a:pt x="296" y="145"/>
                    <a:pt x="328" y="166"/>
                    <a:pt x="328" y="220"/>
                  </a:cubicBezTo>
                  <a:cubicBezTo>
                    <a:pt x="328" y="271"/>
                    <a:pt x="303" y="304"/>
                    <a:pt x="264" y="304"/>
                  </a:cubicBezTo>
                  <a:cubicBezTo>
                    <a:pt x="232" y="304"/>
                    <a:pt x="205" y="275"/>
                    <a:pt x="195" y="264"/>
                  </a:cubicBezTo>
                  <a:cubicBezTo>
                    <a:pt x="164" y="264"/>
                    <a:pt x="164" y="264"/>
                    <a:pt x="164" y="264"/>
                  </a:cubicBezTo>
                  <a:cubicBezTo>
                    <a:pt x="164" y="613"/>
                    <a:pt x="164" y="613"/>
                    <a:pt x="164" y="613"/>
                  </a:cubicBezTo>
                  <a:cubicBezTo>
                    <a:pt x="164" y="619"/>
                    <a:pt x="159" y="624"/>
                    <a:pt x="153" y="624"/>
                  </a:cubicBezTo>
                  <a:cubicBezTo>
                    <a:pt x="105" y="624"/>
                    <a:pt x="105" y="624"/>
                    <a:pt x="105" y="624"/>
                  </a:cubicBezTo>
                  <a:cubicBezTo>
                    <a:pt x="102" y="624"/>
                    <a:pt x="99" y="623"/>
                    <a:pt x="97" y="621"/>
                  </a:cubicBezTo>
                  <a:cubicBezTo>
                    <a:pt x="88" y="611"/>
                    <a:pt x="59" y="587"/>
                    <a:pt x="40" y="586"/>
                  </a:cubicBezTo>
                  <a:cubicBezTo>
                    <a:pt x="31" y="585"/>
                    <a:pt x="22" y="588"/>
                    <a:pt x="16" y="594"/>
                  </a:cubicBezTo>
                  <a:cubicBezTo>
                    <a:pt x="5" y="604"/>
                    <a:pt x="0" y="622"/>
                    <a:pt x="0" y="645"/>
                  </a:cubicBezTo>
                  <a:cubicBezTo>
                    <a:pt x="0" y="683"/>
                    <a:pt x="16" y="705"/>
                    <a:pt x="46" y="705"/>
                  </a:cubicBezTo>
                  <a:cubicBezTo>
                    <a:pt x="66" y="705"/>
                    <a:pt x="96" y="675"/>
                    <a:pt x="104" y="665"/>
                  </a:cubicBezTo>
                  <a:cubicBezTo>
                    <a:pt x="106" y="662"/>
                    <a:pt x="109" y="661"/>
                    <a:pt x="113" y="661"/>
                  </a:cubicBezTo>
                  <a:cubicBezTo>
                    <a:pt x="153" y="661"/>
                    <a:pt x="153" y="661"/>
                    <a:pt x="153" y="661"/>
                  </a:cubicBezTo>
                  <a:cubicBezTo>
                    <a:pt x="159" y="661"/>
                    <a:pt x="164" y="666"/>
                    <a:pt x="164" y="672"/>
                  </a:cubicBezTo>
                  <a:cubicBezTo>
                    <a:pt x="164" y="906"/>
                    <a:pt x="164" y="906"/>
                    <a:pt x="164" y="906"/>
                  </a:cubicBezTo>
                  <a:cubicBezTo>
                    <a:pt x="207" y="808"/>
                    <a:pt x="270" y="669"/>
                    <a:pt x="318" y="573"/>
                  </a:cubicBezTo>
                  <a:cubicBezTo>
                    <a:pt x="393" y="422"/>
                    <a:pt x="418" y="329"/>
                    <a:pt x="418" y="210"/>
                  </a:cubicBezTo>
                  <a:cubicBezTo>
                    <a:pt x="418" y="156"/>
                    <a:pt x="404" y="79"/>
                    <a:pt x="376" y="0"/>
                  </a:cubicBezTo>
                  <a:lnTo>
                    <a:pt x="16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3197" name="Freeform 155"/>
            <p:cNvSpPr>
              <a:spLocks/>
            </p:cNvSpPr>
            <p:nvPr/>
          </p:nvSpPr>
          <p:spPr bwMode="auto">
            <a:xfrm>
              <a:off x="5116513" y="3923206"/>
              <a:ext cx="1862138" cy="768350"/>
            </a:xfrm>
            <a:custGeom>
              <a:avLst/>
              <a:gdLst>
                <a:gd name="T0" fmla="*/ 665 w 868"/>
                <a:gd name="T1" fmla="*/ 0 h 358"/>
                <a:gd name="T2" fmla="*/ 665 w 868"/>
                <a:gd name="T3" fmla="*/ 36 h 358"/>
                <a:gd name="T4" fmla="*/ 712 w 868"/>
                <a:gd name="T5" fmla="*/ 114 h 358"/>
                <a:gd name="T6" fmla="*/ 622 w 868"/>
                <a:gd name="T7" fmla="*/ 175 h 358"/>
                <a:gd name="T8" fmla="*/ 564 w 868"/>
                <a:gd name="T9" fmla="*/ 153 h 358"/>
                <a:gd name="T10" fmla="*/ 546 w 868"/>
                <a:gd name="T11" fmla="*/ 103 h 358"/>
                <a:gd name="T12" fmla="*/ 586 w 868"/>
                <a:gd name="T13" fmla="*/ 41 h 358"/>
                <a:gd name="T14" fmla="*/ 586 w 868"/>
                <a:gd name="T15" fmla="*/ 3 h 358"/>
                <a:gd name="T16" fmla="*/ 0 w 868"/>
                <a:gd name="T17" fmla="*/ 3 h 358"/>
                <a:gd name="T18" fmla="*/ 26 w 868"/>
                <a:gd name="T19" fmla="*/ 104 h 358"/>
                <a:gd name="T20" fmla="*/ 167 w 868"/>
                <a:gd name="T21" fmla="*/ 358 h 358"/>
                <a:gd name="T22" fmla="*/ 700 w 868"/>
                <a:gd name="T23" fmla="*/ 358 h 358"/>
                <a:gd name="T24" fmla="*/ 821 w 868"/>
                <a:gd name="T25" fmla="*/ 241 h 358"/>
                <a:gd name="T26" fmla="*/ 845 w 868"/>
                <a:gd name="T27" fmla="*/ 51 h 358"/>
                <a:gd name="T28" fmla="*/ 868 w 868"/>
                <a:gd name="T29" fmla="*/ 0 h 358"/>
                <a:gd name="T30" fmla="*/ 665 w 868"/>
                <a:gd name="T31" fmla="*/ 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8" h="358">
                  <a:moveTo>
                    <a:pt x="665" y="0"/>
                  </a:moveTo>
                  <a:cubicBezTo>
                    <a:pt x="665" y="36"/>
                    <a:pt x="665" y="36"/>
                    <a:pt x="665" y="36"/>
                  </a:cubicBezTo>
                  <a:cubicBezTo>
                    <a:pt x="679" y="46"/>
                    <a:pt x="715" y="75"/>
                    <a:pt x="712" y="114"/>
                  </a:cubicBezTo>
                  <a:cubicBezTo>
                    <a:pt x="709" y="152"/>
                    <a:pt x="675" y="175"/>
                    <a:pt x="622" y="175"/>
                  </a:cubicBezTo>
                  <a:cubicBezTo>
                    <a:pt x="592" y="175"/>
                    <a:pt x="574" y="163"/>
                    <a:pt x="564" y="153"/>
                  </a:cubicBezTo>
                  <a:cubicBezTo>
                    <a:pt x="552" y="139"/>
                    <a:pt x="545" y="121"/>
                    <a:pt x="546" y="103"/>
                  </a:cubicBezTo>
                  <a:cubicBezTo>
                    <a:pt x="548" y="77"/>
                    <a:pt x="575" y="51"/>
                    <a:pt x="586" y="41"/>
                  </a:cubicBezTo>
                  <a:cubicBezTo>
                    <a:pt x="586" y="3"/>
                    <a:pt x="586" y="3"/>
                    <a:pt x="586" y="3"/>
                  </a:cubicBezTo>
                  <a:cubicBezTo>
                    <a:pt x="0" y="3"/>
                    <a:pt x="0" y="3"/>
                    <a:pt x="0" y="3"/>
                  </a:cubicBezTo>
                  <a:cubicBezTo>
                    <a:pt x="16" y="45"/>
                    <a:pt x="26" y="81"/>
                    <a:pt x="26" y="104"/>
                  </a:cubicBezTo>
                  <a:cubicBezTo>
                    <a:pt x="18" y="303"/>
                    <a:pt x="126" y="358"/>
                    <a:pt x="167" y="358"/>
                  </a:cubicBezTo>
                  <a:cubicBezTo>
                    <a:pt x="315" y="358"/>
                    <a:pt x="651" y="358"/>
                    <a:pt x="700" y="358"/>
                  </a:cubicBezTo>
                  <a:cubicBezTo>
                    <a:pt x="750" y="358"/>
                    <a:pt x="799" y="291"/>
                    <a:pt x="821" y="241"/>
                  </a:cubicBezTo>
                  <a:cubicBezTo>
                    <a:pt x="844" y="190"/>
                    <a:pt x="829" y="88"/>
                    <a:pt x="845" y="51"/>
                  </a:cubicBezTo>
                  <a:cubicBezTo>
                    <a:pt x="849" y="43"/>
                    <a:pt x="857" y="25"/>
                    <a:pt x="868" y="0"/>
                  </a:cubicBezTo>
                  <a:lnTo>
                    <a:pt x="665"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3198" name="Freeform 156"/>
            <p:cNvSpPr>
              <a:spLocks/>
            </p:cNvSpPr>
            <p:nvPr/>
          </p:nvSpPr>
          <p:spPr bwMode="auto">
            <a:xfrm>
              <a:off x="4314825" y="1197469"/>
              <a:ext cx="1071563" cy="2535238"/>
            </a:xfrm>
            <a:custGeom>
              <a:avLst/>
              <a:gdLst>
                <a:gd name="T0" fmla="*/ 334 w 500"/>
                <a:gd name="T1" fmla="*/ 970 h 1182"/>
                <a:gd name="T2" fmla="*/ 345 w 500"/>
                <a:gd name="T3" fmla="*/ 959 h 1182"/>
                <a:gd name="T4" fmla="*/ 398 w 500"/>
                <a:gd name="T5" fmla="*/ 959 h 1182"/>
                <a:gd name="T6" fmla="*/ 409 w 500"/>
                <a:gd name="T7" fmla="*/ 967 h 1182"/>
                <a:gd name="T8" fmla="*/ 457 w 500"/>
                <a:gd name="T9" fmla="*/ 1001 h 1182"/>
                <a:gd name="T10" fmla="*/ 486 w 500"/>
                <a:gd name="T11" fmla="*/ 992 h 1182"/>
                <a:gd name="T12" fmla="*/ 500 w 500"/>
                <a:gd name="T13" fmla="*/ 943 h 1182"/>
                <a:gd name="T14" fmla="*/ 460 w 500"/>
                <a:gd name="T15" fmla="*/ 881 h 1182"/>
                <a:gd name="T16" fmla="*/ 405 w 500"/>
                <a:gd name="T17" fmla="*/ 917 h 1182"/>
                <a:gd name="T18" fmla="*/ 395 w 500"/>
                <a:gd name="T19" fmla="*/ 924 h 1182"/>
                <a:gd name="T20" fmla="*/ 347 w 500"/>
                <a:gd name="T21" fmla="*/ 924 h 1182"/>
                <a:gd name="T22" fmla="*/ 336 w 500"/>
                <a:gd name="T23" fmla="*/ 913 h 1182"/>
                <a:gd name="T24" fmla="*/ 336 w 500"/>
                <a:gd name="T25" fmla="*/ 783 h 1182"/>
                <a:gd name="T26" fmla="*/ 334 w 500"/>
                <a:gd name="T27" fmla="*/ 778 h 1182"/>
                <a:gd name="T28" fmla="*/ 336 w 500"/>
                <a:gd name="T29" fmla="*/ 772 h 1182"/>
                <a:gd name="T30" fmla="*/ 336 w 500"/>
                <a:gd name="T31" fmla="*/ 0 h 1182"/>
                <a:gd name="T32" fmla="*/ 134 w 500"/>
                <a:gd name="T33" fmla="*/ 281 h 1182"/>
                <a:gd name="T34" fmla="*/ 221 w 500"/>
                <a:gd name="T35" fmla="*/ 959 h 1182"/>
                <a:gd name="T36" fmla="*/ 334 w 500"/>
                <a:gd name="T37" fmla="*/ 1182 h 1182"/>
                <a:gd name="T38" fmla="*/ 334 w 500"/>
                <a:gd name="T39" fmla="*/ 970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0" h="1182">
                  <a:moveTo>
                    <a:pt x="334" y="970"/>
                  </a:moveTo>
                  <a:cubicBezTo>
                    <a:pt x="334" y="964"/>
                    <a:pt x="339" y="959"/>
                    <a:pt x="345" y="959"/>
                  </a:cubicBezTo>
                  <a:cubicBezTo>
                    <a:pt x="398" y="959"/>
                    <a:pt x="398" y="959"/>
                    <a:pt x="398" y="959"/>
                  </a:cubicBezTo>
                  <a:cubicBezTo>
                    <a:pt x="403" y="959"/>
                    <a:pt x="407" y="963"/>
                    <a:pt x="409" y="967"/>
                  </a:cubicBezTo>
                  <a:cubicBezTo>
                    <a:pt x="409" y="969"/>
                    <a:pt x="418" y="999"/>
                    <a:pt x="457" y="1001"/>
                  </a:cubicBezTo>
                  <a:cubicBezTo>
                    <a:pt x="470" y="1001"/>
                    <a:pt x="479" y="998"/>
                    <a:pt x="486" y="992"/>
                  </a:cubicBezTo>
                  <a:cubicBezTo>
                    <a:pt x="495" y="983"/>
                    <a:pt x="500" y="966"/>
                    <a:pt x="500" y="943"/>
                  </a:cubicBezTo>
                  <a:cubicBezTo>
                    <a:pt x="500" y="907"/>
                    <a:pt x="493" y="882"/>
                    <a:pt x="460" y="881"/>
                  </a:cubicBezTo>
                  <a:cubicBezTo>
                    <a:pt x="420" y="880"/>
                    <a:pt x="406" y="916"/>
                    <a:pt x="405" y="917"/>
                  </a:cubicBezTo>
                  <a:cubicBezTo>
                    <a:pt x="403" y="921"/>
                    <a:pt x="399" y="924"/>
                    <a:pt x="395" y="924"/>
                  </a:cubicBezTo>
                  <a:cubicBezTo>
                    <a:pt x="347" y="924"/>
                    <a:pt x="347" y="924"/>
                    <a:pt x="347" y="924"/>
                  </a:cubicBezTo>
                  <a:cubicBezTo>
                    <a:pt x="341" y="924"/>
                    <a:pt x="336" y="919"/>
                    <a:pt x="336" y="913"/>
                  </a:cubicBezTo>
                  <a:cubicBezTo>
                    <a:pt x="336" y="783"/>
                    <a:pt x="336" y="783"/>
                    <a:pt x="336" y="783"/>
                  </a:cubicBezTo>
                  <a:cubicBezTo>
                    <a:pt x="335" y="782"/>
                    <a:pt x="334" y="780"/>
                    <a:pt x="334" y="778"/>
                  </a:cubicBezTo>
                  <a:cubicBezTo>
                    <a:pt x="334" y="776"/>
                    <a:pt x="335" y="774"/>
                    <a:pt x="336" y="772"/>
                  </a:cubicBezTo>
                  <a:cubicBezTo>
                    <a:pt x="336" y="0"/>
                    <a:pt x="336" y="0"/>
                    <a:pt x="336" y="0"/>
                  </a:cubicBezTo>
                  <a:cubicBezTo>
                    <a:pt x="254" y="67"/>
                    <a:pt x="182" y="159"/>
                    <a:pt x="134" y="281"/>
                  </a:cubicBezTo>
                  <a:cubicBezTo>
                    <a:pt x="0" y="619"/>
                    <a:pt x="191" y="899"/>
                    <a:pt x="221" y="959"/>
                  </a:cubicBezTo>
                  <a:cubicBezTo>
                    <a:pt x="238" y="992"/>
                    <a:pt x="290" y="1088"/>
                    <a:pt x="334" y="1182"/>
                  </a:cubicBezTo>
                  <a:lnTo>
                    <a:pt x="334" y="97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3199" name="Freeform 157"/>
            <p:cNvSpPr>
              <a:spLocks/>
            </p:cNvSpPr>
            <p:nvPr/>
          </p:nvSpPr>
          <p:spPr bwMode="auto">
            <a:xfrm>
              <a:off x="5081588" y="1845169"/>
              <a:ext cx="928688" cy="996950"/>
            </a:xfrm>
            <a:custGeom>
              <a:avLst/>
              <a:gdLst>
                <a:gd name="T0" fmla="*/ 433 w 433"/>
                <a:gd name="T1" fmla="*/ 3 h 465"/>
                <a:gd name="T2" fmla="*/ 256 w 433"/>
                <a:gd name="T3" fmla="*/ 3 h 465"/>
                <a:gd name="T4" fmla="*/ 255 w 433"/>
                <a:gd name="T5" fmla="*/ 34 h 465"/>
                <a:gd name="T6" fmla="*/ 301 w 433"/>
                <a:gd name="T7" fmla="*/ 105 h 465"/>
                <a:gd name="T8" fmla="*/ 213 w 433"/>
                <a:gd name="T9" fmla="*/ 172 h 465"/>
                <a:gd name="T10" fmla="*/ 139 w 433"/>
                <a:gd name="T11" fmla="*/ 98 h 465"/>
                <a:gd name="T12" fmla="*/ 175 w 433"/>
                <a:gd name="T13" fmla="*/ 39 h 465"/>
                <a:gd name="T14" fmla="*/ 175 w 433"/>
                <a:gd name="T15" fmla="*/ 0 h 465"/>
                <a:gd name="T16" fmla="*/ 0 w 433"/>
                <a:gd name="T17" fmla="*/ 0 h 465"/>
                <a:gd name="T18" fmla="*/ 0 w 433"/>
                <a:gd name="T19" fmla="*/ 465 h 465"/>
                <a:gd name="T20" fmla="*/ 433 w 433"/>
                <a:gd name="T21" fmla="*/ 465 h 465"/>
                <a:gd name="T22" fmla="*/ 433 w 433"/>
                <a:gd name="T23" fmla="*/ 3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3" h="465">
                  <a:moveTo>
                    <a:pt x="433" y="3"/>
                  </a:moveTo>
                  <a:cubicBezTo>
                    <a:pt x="256" y="3"/>
                    <a:pt x="256" y="3"/>
                    <a:pt x="256" y="3"/>
                  </a:cubicBezTo>
                  <a:cubicBezTo>
                    <a:pt x="255" y="34"/>
                    <a:pt x="255" y="34"/>
                    <a:pt x="255" y="34"/>
                  </a:cubicBezTo>
                  <a:cubicBezTo>
                    <a:pt x="270" y="42"/>
                    <a:pt x="302" y="63"/>
                    <a:pt x="301" y="105"/>
                  </a:cubicBezTo>
                  <a:cubicBezTo>
                    <a:pt x="300" y="142"/>
                    <a:pt x="261" y="172"/>
                    <a:pt x="213" y="172"/>
                  </a:cubicBezTo>
                  <a:cubicBezTo>
                    <a:pt x="165" y="172"/>
                    <a:pt x="139" y="134"/>
                    <a:pt x="139" y="98"/>
                  </a:cubicBezTo>
                  <a:cubicBezTo>
                    <a:pt x="139" y="70"/>
                    <a:pt x="164" y="47"/>
                    <a:pt x="175" y="39"/>
                  </a:cubicBezTo>
                  <a:cubicBezTo>
                    <a:pt x="175" y="0"/>
                    <a:pt x="175" y="0"/>
                    <a:pt x="175" y="0"/>
                  </a:cubicBezTo>
                  <a:cubicBezTo>
                    <a:pt x="0" y="0"/>
                    <a:pt x="0" y="0"/>
                    <a:pt x="0" y="0"/>
                  </a:cubicBezTo>
                  <a:cubicBezTo>
                    <a:pt x="0" y="465"/>
                    <a:pt x="0" y="465"/>
                    <a:pt x="0" y="465"/>
                  </a:cubicBezTo>
                  <a:cubicBezTo>
                    <a:pt x="433" y="465"/>
                    <a:pt x="433" y="465"/>
                    <a:pt x="433" y="465"/>
                  </a:cubicBezTo>
                  <a:lnTo>
                    <a:pt x="433" y="3"/>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3211" name="Freeform 169"/>
            <p:cNvSpPr>
              <a:spLocks/>
            </p:cNvSpPr>
            <p:nvPr/>
          </p:nvSpPr>
          <p:spPr bwMode="auto">
            <a:xfrm>
              <a:off x="5348288" y="4691556"/>
              <a:ext cx="1376363" cy="1262063"/>
            </a:xfrm>
            <a:custGeom>
              <a:avLst/>
              <a:gdLst>
                <a:gd name="T0" fmla="*/ 7 w 642"/>
                <a:gd name="T1" fmla="*/ 0 h 589"/>
                <a:gd name="T2" fmla="*/ 627 w 642"/>
                <a:gd name="T3" fmla="*/ 0 h 589"/>
                <a:gd name="T4" fmla="*/ 627 w 642"/>
                <a:gd name="T5" fmla="*/ 51 h 589"/>
                <a:gd name="T6" fmla="*/ 642 w 642"/>
                <a:gd name="T7" fmla="*/ 82 h 589"/>
                <a:gd name="T8" fmla="*/ 612 w 642"/>
                <a:gd name="T9" fmla="*/ 129 h 589"/>
                <a:gd name="T10" fmla="*/ 637 w 642"/>
                <a:gd name="T11" fmla="*/ 171 h 589"/>
                <a:gd name="T12" fmla="*/ 612 w 642"/>
                <a:gd name="T13" fmla="*/ 225 h 589"/>
                <a:gd name="T14" fmla="*/ 635 w 642"/>
                <a:gd name="T15" fmla="*/ 261 h 589"/>
                <a:gd name="T16" fmla="*/ 612 w 642"/>
                <a:gd name="T17" fmla="*/ 306 h 589"/>
                <a:gd name="T18" fmla="*/ 635 w 642"/>
                <a:gd name="T19" fmla="*/ 347 h 589"/>
                <a:gd name="T20" fmla="*/ 610 w 642"/>
                <a:gd name="T21" fmla="*/ 394 h 589"/>
                <a:gd name="T22" fmla="*/ 626 w 642"/>
                <a:gd name="T23" fmla="*/ 424 h 589"/>
                <a:gd name="T24" fmla="*/ 575 w 642"/>
                <a:gd name="T25" fmla="*/ 495 h 589"/>
                <a:gd name="T26" fmla="*/ 467 w 642"/>
                <a:gd name="T27" fmla="*/ 589 h 589"/>
                <a:gd name="T28" fmla="*/ 174 w 642"/>
                <a:gd name="T29" fmla="*/ 589 h 589"/>
                <a:gd name="T30" fmla="*/ 39 w 642"/>
                <a:gd name="T31" fmla="*/ 476 h 589"/>
                <a:gd name="T32" fmla="*/ 32 w 642"/>
                <a:gd name="T33" fmla="*/ 429 h 589"/>
                <a:gd name="T34" fmla="*/ 2 w 642"/>
                <a:gd name="T35" fmla="*/ 389 h 589"/>
                <a:gd name="T36" fmla="*/ 26 w 642"/>
                <a:gd name="T37" fmla="*/ 355 h 589"/>
                <a:gd name="T38" fmla="*/ 2 w 642"/>
                <a:gd name="T39" fmla="*/ 295 h 589"/>
                <a:gd name="T40" fmla="*/ 23 w 642"/>
                <a:gd name="T41" fmla="*/ 258 h 589"/>
                <a:gd name="T42" fmla="*/ 5 w 642"/>
                <a:gd name="T43" fmla="*/ 214 h 589"/>
                <a:gd name="T44" fmla="*/ 24 w 642"/>
                <a:gd name="T45" fmla="*/ 168 h 589"/>
                <a:gd name="T46" fmla="*/ 2 w 642"/>
                <a:gd name="T47" fmla="*/ 120 h 589"/>
                <a:gd name="T48" fmla="*/ 7 w 642"/>
                <a:gd name="T49" fmla="*/ 0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2" h="589">
                  <a:moveTo>
                    <a:pt x="7" y="0"/>
                  </a:moveTo>
                  <a:cubicBezTo>
                    <a:pt x="627" y="0"/>
                    <a:pt x="627" y="0"/>
                    <a:pt x="627" y="0"/>
                  </a:cubicBezTo>
                  <a:cubicBezTo>
                    <a:pt x="627" y="51"/>
                    <a:pt x="627" y="51"/>
                    <a:pt x="627" y="51"/>
                  </a:cubicBezTo>
                  <a:cubicBezTo>
                    <a:pt x="627" y="51"/>
                    <a:pt x="642" y="62"/>
                    <a:pt x="642" y="82"/>
                  </a:cubicBezTo>
                  <a:cubicBezTo>
                    <a:pt x="642" y="101"/>
                    <a:pt x="612" y="115"/>
                    <a:pt x="612" y="129"/>
                  </a:cubicBezTo>
                  <a:cubicBezTo>
                    <a:pt x="612" y="144"/>
                    <a:pt x="637" y="152"/>
                    <a:pt x="637" y="171"/>
                  </a:cubicBezTo>
                  <a:cubicBezTo>
                    <a:pt x="637" y="190"/>
                    <a:pt x="610" y="206"/>
                    <a:pt x="612" y="225"/>
                  </a:cubicBezTo>
                  <a:cubicBezTo>
                    <a:pt x="613" y="244"/>
                    <a:pt x="637" y="246"/>
                    <a:pt x="635" y="261"/>
                  </a:cubicBezTo>
                  <a:cubicBezTo>
                    <a:pt x="634" y="277"/>
                    <a:pt x="612" y="292"/>
                    <a:pt x="612" y="306"/>
                  </a:cubicBezTo>
                  <a:cubicBezTo>
                    <a:pt x="612" y="320"/>
                    <a:pt x="635" y="331"/>
                    <a:pt x="635" y="347"/>
                  </a:cubicBezTo>
                  <a:cubicBezTo>
                    <a:pt x="635" y="363"/>
                    <a:pt x="612" y="378"/>
                    <a:pt x="610" y="394"/>
                  </a:cubicBezTo>
                  <a:cubicBezTo>
                    <a:pt x="608" y="409"/>
                    <a:pt x="626" y="413"/>
                    <a:pt x="626" y="424"/>
                  </a:cubicBezTo>
                  <a:cubicBezTo>
                    <a:pt x="626" y="435"/>
                    <a:pt x="618" y="459"/>
                    <a:pt x="575" y="495"/>
                  </a:cubicBezTo>
                  <a:cubicBezTo>
                    <a:pt x="532" y="532"/>
                    <a:pt x="467" y="589"/>
                    <a:pt x="467" y="589"/>
                  </a:cubicBezTo>
                  <a:cubicBezTo>
                    <a:pt x="174" y="589"/>
                    <a:pt x="174" y="589"/>
                    <a:pt x="174" y="589"/>
                  </a:cubicBezTo>
                  <a:cubicBezTo>
                    <a:pt x="39" y="476"/>
                    <a:pt x="39" y="476"/>
                    <a:pt x="39" y="476"/>
                  </a:cubicBezTo>
                  <a:cubicBezTo>
                    <a:pt x="35" y="462"/>
                    <a:pt x="35" y="438"/>
                    <a:pt x="32" y="429"/>
                  </a:cubicBezTo>
                  <a:cubicBezTo>
                    <a:pt x="29" y="419"/>
                    <a:pt x="2" y="405"/>
                    <a:pt x="2" y="389"/>
                  </a:cubicBezTo>
                  <a:cubicBezTo>
                    <a:pt x="2" y="373"/>
                    <a:pt x="26" y="366"/>
                    <a:pt x="26" y="355"/>
                  </a:cubicBezTo>
                  <a:cubicBezTo>
                    <a:pt x="26" y="344"/>
                    <a:pt x="0" y="316"/>
                    <a:pt x="2" y="295"/>
                  </a:cubicBezTo>
                  <a:cubicBezTo>
                    <a:pt x="3" y="274"/>
                    <a:pt x="21" y="269"/>
                    <a:pt x="23" y="258"/>
                  </a:cubicBezTo>
                  <a:cubicBezTo>
                    <a:pt x="24" y="247"/>
                    <a:pt x="5" y="230"/>
                    <a:pt x="5" y="214"/>
                  </a:cubicBezTo>
                  <a:cubicBezTo>
                    <a:pt x="5" y="198"/>
                    <a:pt x="24" y="182"/>
                    <a:pt x="24" y="168"/>
                  </a:cubicBezTo>
                  <a:cubicBezTo>
                    <a:pt x="24" y="153"/>
                    <a:pt x="3" y="144"/>
                    <a:pt x="2" y="120"/>
                  </a:cubicBezTo>
                  <a:cubicBezTo>
                    <a:pt x="0" y="96"/>
                    <a:pt x="7" y="0"/>
                    <a:pt x="7" y="0"/>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3212" name="Freeform 170"/>
            <p:cNvSpPr>
              <a:spLocks/>
            </p:cNvSpPr>
            <p:nvPr/>
          </p:nvSpPr>
          <p:spPr bwMode="auto">
            <a:xfrm>
              <a:off x="5734050" y="5993306"/>
              <a:ext cx="569913" cy="76200"/>
            </a:xfrm>
            <a:custGeom>
              <a:avLst/>
              <a:gdLst>
                <a:gd name="T0" fmla="*/ 0 w 266"/>
                <a:gd name="T1" fmla="*/ 0 h 36"/>
                <a:gd name="T2" fmla="*/ 266 w 266"/>
                <a:gd name="T3" fmla="*/ 0 h 36"/>
                <a:gd name="T4" fmla="*/ 223 w 266"/>
                <a:gd name="T5" fmla="*/ 36 h 36"/>
                <a:gd name="T6" fmla="*/ 50 w 266"/>
                <a:gd name="T7" fmla="*/ 36 h 36"/>
                <a:gd name="T8" fmla="*/ 0 w 266"/>
                <a:gd name="T9" fmla="*/ 0 h 36"/>
              </a:gdLst>
              <a:ahLst/>
              <a:cxnLst>
                <a:cxn ang="0">
                  <a:pos x="T0" y="T1"/>
                </a:cxn>
                <a:cxn ang="0">
                  <a:pos x="T2" y="T3"/>
                </a:cxn>
                <a:cxn ang="0">
                  <a:pos x="T4" y="T5"/>
                </a:cxn>
                <a:cxn ang="0">
                  <a:pos x="T6" y="T7"/>
                </a:cxn>
                <a:cxn ang="0">
                  <a:pos x="T8" y="T9"/>
                </a:cxn>
              </a:cxnLst>
              <a:rect l="0" t="0" r="r" b="b"/>
              <a:pathLst>
                <a:path w="266" h="36">
                  <a:moveTo>
                    <a:pt x="0" y="0"/>
                  </a:moveTo>
                  <a:cubicBezTo>
                    <a:pt x="266" y="0"/>
                    <a:pt x="266" y="0"/>
                    <a:pt x="266" y="0"/>
                  </a:cubicBezTo>
                  <a:cubicBezTo>
                    <a:pt x="266" y="0"/>
                    <a:pt x="237" y="36"/>
                    <a:pt x="223" y="36"/>
                  </a:cubicBezTo>
                  <a:cubicBezTo>
                    <a:pt x="209" y="36"/>
                    <a:pt x="62" y="36"/>
                    <a:pt x="50" y="36"/>
                  </a:cubicBezTo>
                  <a:cubicBezTo>
                    <a:pt x="37" y="36"/>
                    <a:pt x="0" y="0"/>
                    <a:pt x="0" y="0"/>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grpSp>
      <p:sp>
        <p:nvSpPr>
          <p:cNvPr id="13" name="TextBox 12"/>
          <p:cNvSpPr txBox="1"/>
          <p:nvPr/>
        </p:nvSpPr>
        <p:spPr>
          <a:xfrm>
            <a:off x="8026959" y="4198287"/>
            <a:ext cx="88012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mn-cs"/>
              </a:rPr>
              <a:t></a:t>
            </a:r>
            <a:endParaRPr lang="en-US" sz="3500" dirty="0">
              <a:solidFill>
                <a:prstClr val="white"/>
              </a:solidFill>
              <a:latin typeface="Calibri Light" panose="020F0302020204030204"/>
              <a:cs typeface="+mn-cs"/>
            </a:endParaRPr>
          </a:p>
        </p:txBody>
      </p:sp>
      <p:sp>
        <p:nvSpPr>
          <p:cNvPr id="14" name="TextBox 13"/>
          <p:cNvSpPr txBox="1"/>
          <p:nvPr/>
        </p:nvSpPr>
        <p:spPr>
          <a:xfrm>
            <a:off x="8017293"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mn-cs"/>
              </a:rPr>
              <a:t></a:t>
            </a:r>
            <a:endParaRPr lang="en-US" sz="3500" dirty="0">
              <a:solidFill>
                <a:prstClr val="white"/>
              </a:solidFill>
              <a:latin typeface="Calibri Light" panose="020F0302020204030204"/>
              <a:cs typeface="+mn-cs"/>
            </a:endParaRPr>
          </a:p>
        </p:txBody>
      </p:sp>
      <p:sp>
        <p:nvSpPr>
          <p:cNvPr id="16" name="TextBox 15"/>
          <p:cNvSpPr txBox="1"/>
          <p:nvPr/>
        </p:nvSpPr>
        <p:spPr>
          <a:xfrm>
            <a:off x="8691980"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mn-cs"/>
              </a:rPr>
              <a:t></a:t>
            </a:r>
            <a:endParaRPr lang="en-US" sz="3500" dirty="0">
              <a:solidFill>
                <a:prstClr val="white"/>
              </a:solidFill>
              <a:latin typeface="Calibri Light" panose="020F0302020204030204"/>
              <a:cs typeface="+mn-cs"/>
            </a:endParaRPr>
          </a:p>
        </p:txBody>
      </p:sp>
      <p:sp>
        <p:nvSpPr>
          <p:cNvPr id="17" name="TextBox 16"/>
          <p:cNvSpPr txBox="1"/>
          <p:nvPr/>
        </p:nvSpPr>
        <p:spPr>
          <a:xfrm>
            <a:off x="8691980"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mn-cs"/>
              </a:rPr>
              <a:t></a:t>
            </a:r>
            <a:endParaRPr lang="en-US" sz="3500" dirty="0">
              <a:solidFill>
                <a:prstClr val="white"/>
              </a:solidFill>
              <a:latin typeface="Calibri Light" panose="020F0302020204030204"/>
              <a:cs typeface="+mn-cs"/>
            </a:endParaRPr>
          </a:p>
        </p:txBody>
      </p:sp>
      <p:sp>
        <p:nvSpPr>
          <p:cNvPr id="18" name="TextBox 17"/>
          <p:cNvSpPr txBox="1"/>
          <p:nvPr/>
        </p:nvSpPr>
        <p:spPr>
          <a:xfrm>
            <a:off x="7906501"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mn-cs"/>
              </a:rPr>
              <a:t></a:t>
            </a:r>
            <a:endParaRPr lang="en-US" sz="3500" dirty="0">
              <a:solidFill>
                <a:prstClr val="white"/>
              </a:solidFill>
              <a:latin typeface="Calibri Light" panose="020F0302020204030204"/>
              <a:cs typeface="+mn-cs"/>
            </a:endParaRPr>
          </a:p>
        </p:txBody>
      </p:sp>
      <p:sp>
        <p:nvSpPr>
          <p:cNvPr id="19" name="TextBox 18"/>
          <p:cNvSpPr txBox="1"/>
          <p:nvPr/>
        </p:nvSpPr>
        <p:spPr>
          <a:xfrm>
            <a:off x="7906501" y="1316975"/>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cs typeface="+mn-cs"/>
              </a:rPr>
              <a:t></a:t>
            </a:r>
            <a:endParaRPr lang="en-US" sz="3500" dirty="0">
              <a:solidFill>
                <a:prstClr val="white"/>
              </a:solidFill>
              <a:latin typeface="Calibri Light" panose="020F0302020204030204"/>
              <a:cs typeface="+mn-cs"/>
            </a:endParaRPr>
          </a:p>
        </p:txBody>
      </p:sp>
      <p:sp>
        <p:nvSpPr>
          <p:cNvPr id="20" name="TextBox 19"/>
          <p:cNvSpPr txBox="1"/>
          <p:nvPr/>
        </p:nvSpPr>
        <p:spPr>
          <a:xfrm>
            <a:off x="7093702" y="2230671"/>
            <a:ext cx="623888" cy="477054"/>
          </a:xfrm>
          <a:prstGeom prst="rect">
            <a:avLst/>
          </a:prstGeom>
          <a:noFill/>
          <a:ln>
            <a:noFill/>
          </a:ln>
        </p:spPr>
        <p:txBody>
          <a:bodyPr wrap="square" rtlCol="0">
            <a:spAutoFit/>
          </a:bodyPr>
          <a:lstStyle/>
          <a:p>
            <a:pPr algn="ctr" fontAlgn="auto">
              <a:spcBef>
                <a:spcPts val="0"/>
              </a:spcBef>
              <a:spcAft>
                <a:spcPts val="0"/>
              </a:spcAft>
            </a:pPr>
            <a:r>
              <a:rPr lang="en-US" sz="2500" dirty="0" smtClean="0">
                <a:solidFill>
                  <a:prstClr val="white"/>
                </a:solidFill>
                <a:latin typeface="FontAwesome" pitchFamily="2" charset="0"/>
                <a:cs typeface="+mn-cs"/>
              </a:rPr>
              <a:t></a:t>
            </a:r>
            <a:endParaRPr lang="en-US" sz="2500" dirty="0">
              <a:solidFill>
                <a:prstClr val="white"/>
              </a:solidFill>
              <a:latin typeface="Calibri Light" panose="020F0302020204030204"/>
              <a:cs typeface="+mn-cs"/>
            </a:endParaRPr>
          </a:p>
        </p:txBody>
      </p:sp>
      <p:sp>
        <p:nvSpPr>
          <p:cNvPr id="23" name="TextBox 22"/>
          <p:cNvSpPr txBox="1"/>
          <p:nvPr/>
        </p:nvSpPr>
        <p:spPr>
          <a:xfrm>
            <a:off x="725028" y="2670968"/>
            <a:ext cx="6780629" cy="2062103"/>
          </a:xfrm>
          <a:prstGeom prst="rect">
            <a:avLst/>
          </a:prstGeom>
          <a:noFill/>
        </p:spPr>
        <p:txBody>
          <a:bodyPr wrap="square" rtlCol="0">
            <a:spAutoFit/>
          </a:bodyPr>
          <a:lstStyle/>
          <a:p>
            <a:pPr algn="ctr" rtl="1"/>
            <a:r>
              <a:rPr lang="ar-SA" sz="3200" b="1" dirty="0"/>
              <a:t>قبل التعرف على استراتيجيات التعليم بمساعدة الحاسب الآلي، فإنه من المناسب أن نتعرف أولاً على تصنيفات المهارات التكنولوجية وأساسيات التدريب على المهارات التكنولوجية.</a:t>
            </a:r>
            <a:endParaRPr lang="en-US" sz="3200" b="1" dirty="0"/>
          </a:p>
        </p:txBody>
      </p:sp>
      <p:sp>
        <p:nvSpPr>
          <p:cNvPr id="30" name="Title 2"/>
          <p:cNvSpPr txBox="1">
            <a:spLocks/>
          </p:cNvSpPr>
          <p:nvPr/>
        </p:nvSpPr>
        <p:spPr>
          <a:xfrm>
            <a:off x="1104900" y="201126"/>
            <a:ext cx="10670333" cy="830923"/>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algn="r" rtl="1"/>
            <a:r>
              <a:rPr lang="ar-JO" sz="4000" u="sng" dirty="0" smtClean="0">
                <a:cs typeface="+mn-cs"/>
              </a:rPr>
              <a:t>1</a:t>
            </a:r>
            <a:r>
              <a:rPr lang="ar-JO" sz="4000" u="sng" dirty="0">
                <a:cs typeface="+mn-cs"/>
              </a:rPr>
              <a:t>. التدريب على المهارات التكنولوجية</a:t>
            </a:r>
            <a:endParaRPr lang="en-US" sz="4000" u="sng" dirty="0">
              <a:cs typeface="+mn-cs"/>
            </a:endParaRPr>
          </a:p>
        </p:txBody>
      </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extLst>
      <p:ext uri="{BB962C8B-B14F-4D97-AF65-F5344CB8AC3E}">
        <p14:creationId xmlns:p14="http://schemas.microsoft.com/office/powerpoint/2010/main" val="40213458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221"/>
                                        </p:tgtEl>
                                        <p:attrNameLst>
                                          <p:attrName>style.visibility</p:attrName>
                                        </p:attrNameLst>
                                      </p:cBhvr>
                                      <p:to>
                                        <p:strVal val="visible"/>
                                      </p:to>
                                    </p:set>
                                    <p:animEffect transition="in" filter="fade">
                                      <p:cBhvr>
                                        <p:cTn id="11" dur="500"/>
                                        <p:tgtEl>
                                          <p:spTgt spid="32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280809" y="373223"/>
            <a:ext cx="12192000" cy="707886"/>
          </a:xfrm>
          <a:prstGeom prst="rect">
            <a:avLst/>
          </a:prstGeom>
          <a:noFill/>
        </p:spPr>
        <p:txBody>
          <a:bodyPr wrap="square" rtlCol="0">
            <a:spAutoFit/>
          </a:bodyPr>
          <a:lstStyle/>
          <a:p>
            <a:pPr algn="r" rtl="1" fontAlgn="auto">
              <a:spcAft>
                <a:spcPts val="0"/>
              </a:spcAft>
            </a:pPr>
            <a:r>
              <a:rPr lang="ar-SA" sz="4000" b="1" u="sng" dirty="0"/>
              <a:t>أ- تصنيف المهارات التكنولوجية</a:t>
            </a:r>
            <a:r>
              <a:rPr lang="ar-JO" sz="4000" b="1" u="sng" dirty="0"/>
              <a:t>:</a:t>
            </a:r>
            <a:endParaRPr lang="en-US" sz="4000" b="1" u="sng" dirty="0">
              <a:latin typeface="Raleway" panose="020B0503030101060003" pitchFamily="34" charset="0"/>
            </a:endParaRPr>
          </a:p>
        </p:txBody>
      </p:sp>
      <p:sp>
        <p:nvSpPr>
          <p:cNvPr id="31" name="TextBox 30"/>
          <p:cNvSpPr txBox="1"/>
          <p:nvPr/>
        </p:nvSpPr>
        <p:spPr>
          <a:xfrm>
            <a:off x="3353226" y="2364724"/>
            <a:ext cx="4923930" cy="584775"/>
          </a:xfrm>
          <a:prstGeom prst="rect">
            <a:avLst/>
          </a:prstGeom>
          <a:noFill/>
        </p:spPr>
        <p:txBody>
          <a:bodyPr wrap="square" rtlCol="0">
            <a:spAutoFit/>
          </a:bodyPr>
          <a:lstStyle/>
          <a:p>
            <a:pPr marL="0" indent="0" rtl="1" fontAlgn="auto">
              <a:spcAft>
                <a:spcPts val="0"/>
              </a:spcAft>
              <a:buNone/>
            </a:pPr>
            <a:r>
              <a:rPr lang="ar-SA" sz="3200" b="1" dirty="0">
                <a:solidFill>
                  <a:srgbClr val="C00000"/>
                </a:solidFill>
              </a:rPr>
              <a:t>المهارات الحاسوبية</a:t>
            </a:r>
            <a:endParaRPr lang="en-US" sz="3200" dirty="0">
              <a:solidFill>
                <a:srgbClr val="C00000"/>
              </a:solidFill>
              <a:latin typeface="Calibri Light" panose="020F0302020204030204"/>
            </a:endParaRPr>
          </a:p>
        </p:txBody>
      </p:sp>
      <p:grpSp>
        <p:nvGrpSpPr>
          <p:cNvPr id="5" name="Group 4"/>
          <p:cNvGrpSpPr/>
          <p:nvPr/>
        </p:nvGrpSpPr>
        <p:grpSpPr>
          <a:xfrm>
            <a:off x="2427899" y="2364724"/>
            <a:ext cx="731520" cy="731520"/>
            <a:chOff x="2427899" y="2364724"/>
            <a:chExt cx="731520" cy="731520"/>
          </a:xfrm>
        </p:grpSpPr>
        <p:sp>
          <p:nvSpPr>
            <p:cNvPr id="36" name="Oval 35"/>
            <p:cNvSpPr/>
            <p:nvPr/>
          </p:nvSpPr>
          <p:spPr>
            <a:xfrm>
              <a:off x="2427899" y="2364724"/>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1" name="Picture 4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649070" y="2578084"/>
              <a:ext cx="304800" cy="304800"/>
            </a:xfrm>
            <a:prstGeom prst="rect">
              <a:avLst/>
            </a:prstGeom>
          </p:spPr>
        </p:pic>
      </p:grpSp>
      <p:sp>
        <p:nvSpPr>
          <p:cNvPr id="46" name="TextBox 45"/>
          <p:cNvSpPr txBox="1"/>
          <p:nvPr/>
        </p:nvSpPr>
        <p:spPr>
          <a:xfrm>
            <a:off x="5168578" y="3515701"/>
            <a:ext cx="4923930" cy="584775"/>
          </a:xfrm>
          <a:prstGeom prst="rect">
            <a:avLst/>
          </a:prstGeom>
          <a:noFill/>
        </p:spPr>
        <p:txBody>
          <a:bodyPr wrap="square" rtlCol="0">
            <a:spAutoFit/>
          </a:bodyPr>
          <a:lstStyle/>
          <a:p>
            <a:pPr marL="0" indent="0" fontAlgn="auto">
              <a:spcAft>
                <a:spcPts val="0"/>
              </a:spcAft>
              <a:buNone/>
            </a:pPr>
            <a:r>
              <a:rPr lang="ar-SA" sz="3200" b="1" dirty="0">
                <a:solidFill>
                  <a:srgbClr val="FFC000"/>
                </a:solidFill>
              </a:rPr>
              <a:t>مهارات الرسم الهندسي</a:t>
            </a:r>
            <a:endParaRPr lang="en-US" sz="3200" dirty="0">
              <a:solidFill>
                <a:srgbClr val="FFC000"/>
              </a:solidFill>
              <a:latin typeface="Calibri Light" panose="020F0302020204030204"/>
            </a:endParaRPr>
          </a:p>
        </p:txBody>
      </p:sp>
      <p:grpSp>
        <p:nvGrpSpPr>
          <p:cNvPr id="6" name="Group 5"/>
          <p:cNvGrpSpPr/>
          <p:nvPr/>
        </p:nvGrpSpPr>
        <p:grpSpPr>
          <a:xfrm>
            <a:off x="4243251" y="3515701"/>
            <a:ext cx="731520" cy="731520"/>
            <a:chOff x="4243251" y="3515701"/>
            <a:chExt cx="731520" cy="731520"/>
          </a:xfrm>
        </p:grpSpPr>
        <p:sp>
          <p:nvSpPr>
            <p:cNvPr id="47" name="Oval 46"/>
            <p:cNvSpPr/>
            <p:nvPr/>
          </p:nvSpPr>
          <p:spPr>
            <a:xfrm>
              <a:off x="4243251" y="3515701"/>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56611" y="3733086"/>
              <a:ext cx="304800" cy="304800"/>
            </a:xfrm>
            <a:prstGeom prst="rect">
              <a:avLst/>
            </a:prstGeom>
          </p:spPr>
        </p:pic>
      </p:grpSp>
      <p:sp>
        <p:nvSpPr>
          <p:cNvPr id="1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890620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fade">
                                      <p:cBhvr>
                                        <p:cTn id="11" dur="500"/>
                                        <p:tgtEl>
                                          <p:spTgt spid="31"/>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46"/>
                                        </p:tgtEl>
                                        <p:attrNameLst>
                                          <p:attrName>style.visibility</p:attrName>
                                        </p:attrNameLst>
                                      </p:cBhvr>
                                      <p:to>
                                        <p:strVal val="visible"/>
                                      </p:to>
                                    </p:set>
                                    <p:animEffect transition="in" filter="fade">
                                      <p:cBhvr>
                                        <p:cTn id="1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46"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1134675" y="330384"/>
            <a:ext cx="12192000" cy="707886"/>
          </a:xfrm>
          <a:prstGeom prst="rect">
            <a:avLst/>
          </a:prstGeom>
          <a:noFill/>
        </p:spPr>
        <p:txBody>
          <a:bodyPr wrap="square" rtlCol="0">
            <a:spAutoFit/>
          </a:bodyPr>
          <a:lstStyle/>
          <a:p>
            <a:pPr algn="r" rtl="1" fontAlgn="auto">
              <a:spcAft>
                <a:spcPts val="0"/>
              </a:spcAft>
            </a:pPr>
            <a:r>
              <a:rPr lang="ar-SA" sz="4000" b="1" u="sng" dirty="0"/>
              <a:t>ب- أساسيات </a:t>
            </a:r>
            <a:r>
              <a:rPr lang="ar-JO" sz="4000" b="1" u="sng" dirty="0"/>
              <a:t>ا</a:t>
            </a:r>
            <a:r>
              <a:rPr lang="ar-SA" sz="4000" b="1" u="sng" dirty="0"/>
              <a:t>لتدريب على المهارات التكنولوجية</a:t>
            </a:r>
            <a:endParaRPr lang="en-US" sz="4000" b="1" u="sng" dirty="0">
              <a:solidFill>
                <a:srgbClr val="00B050"/>
              </a:solidFill>
              <a:latin typeface="Raleway" panose="020B0503030101060003" pitchFamily="34" charset="0"/>
            </a:endParaRPr>
          </a:p>
        </p:txBody>
      </p:sp>
      <p:sp>
        <p:nvSpPr>
          <p:cNvPr id="31" name="TextBox 30"/>
          <p:cNvSpPr txBox="1"/>
          <p:nvPr/>
        </p:nvSpPr>
        <p:spPr>
          <a:xfrm>
            <a:off x="1053226" y="1611324"/>
            <a:ext cx="9882795" cy="523220"/>
          </a:xfrm>
          <a:prstGeom prst="rect">
            <a:avLst/>
          </a:prstGeom>
          <a:noFill/>
        </p:spPr>
        <p:txBody>
          <a:bodyPr wrap="square" rtlCol="0">
            <a:spAutoFit/>
          </a:bodyPr>
          <a:lstStyle/>
          <a:p>
            <a:pPr algn="ctr" fontAlgn="auto">
              <a:spcBef>
                <a:spcPts val="0"/>
              </a:spcBef>
              <a:spcAft>
                <a:spcPts val="0"/>
              </a:spcAft>
            </a:pPr>
            <a:r>
              <a:rPr lang="ar-SA" sz="2800" b="1" dirty="0"/>
              <a:t>أن يكون التدريب النظري والعملي لتعليم المهارة متلازمان لبعضهما البعض</a:t>
            </a:r>
            <a:endParaRPr lang="en-US" sz="2800" b="1" dirty="0">
              <a:solidFill>
                <a:srgbClr val="17406D">
                  <a:lumMod val="50000"/>
                </a:srgbClr>
              </a:solidFill>
              <a:latin typeface="Bebas Neue" panose="020B0606020202050201" pitchFamily="34" charset="0"/>
              <a:cs typeface="+mn-cs"/>
            </a:endParaRPr>
          </a:p>
        </p:txBody>
      </p:sp>
      <p:grpSp>
        <p:nvGrpSpPr>
          <p:cNvPr id="5" name="Group 4"/>
          <p:cNvGrpSpPr/>
          <p:nvPr/>
        </p:nvGrpSpPr>
        <p:grpSpPr>
          <a:xfrm>
            <a:off x="612547" y="1581137"/>
            <a:ext cx="731520" cy="731520"/>
            <a:chOff x="612547" y="1581137"/>
            <a:chExt cx="731520" cy="731520"/>
          </a:xfrm>
        </p:grpSpPr>
        <p:sp>
          <p:nvSpPr>
            <p:cNvPr id="36" name="Oval 35"/>
            <p:cNvSpPr/>
            <p:nvPr/>
          </p:nvSpPr>
          <p:spPr>
            <a:xfrm>
              <a:off x="612547" y="1581137"/>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1" name="Picture 4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33718" y="1794497"/>
              <a:ext cx="304800" cy="304800"/>
            </a:xfrm>
            <a:prstGeom prst="rect">
              <a:avLst/>
            </a:prstGeom>
          </p:spPr>
        </p:pic>
      </p:grpSp>
      <p:sp>
        <p:nvSpPr>
          <p:cNvPr id="46" name="TextBox 45"/>
          <p:cNvSpPr txBox="1"/>
          <p:nvPr/>
        </p:nvSpPr>
        <p:spPr>
          <a:xfrm>
            <a:off x="3353225" y="2732114"/>
            <a:ext cx="7582795" cy="954107"/>
          </a:xfrm>
          <a:prstGeom prst="rect">
            <a:avLst/>
          </a:prstGeom>
          <a:noFill/>
        </p:spPr>
        <p:txBody>
          <a:bodyPr wrap="square" rtlCol="0">
            <a:spAutoFit/>
          </a:bodyPr>
          <a:lstStyle/>
          <a:p>
            <a:pPr lvl="0" algn="ctr" rtl="1"/>
            <a:r>
              <a:rPr lang="ar-SA" sz="2800" b="1" dirty="0"/>
              <a:t>توفر الإلمام بمعنى وهدف المهارة لدى المتدرب مع توفر الحافز للتدرب عليها وتنميتها لديه</a:t>
            </a:r>
            <a:r>
              <a:rPr lang="en-US" sz="2800" b="1" dirty="0"/>
              <a:t>.</a:t>
            </a:r>
          </a:p>
        </p:txBody>
      </p:sp>
      <p:sp>
        <p:nvSpPr>
          <p:cNvPr id="50" name="TextBox 49"/>
          <p:cNvSpPr txBox="1"/>
          <p:nvPr/>
        </p:nvSpPr>
        <p:spPr>
          <a:xfrm>
            <a:off x="5155132" y="3904877"/>
            <a:ext cx="6825374" cy="1384995"/>
          </a:xfrm>
          <a:prstGeom prst="rect">
            <a:avLst/>
          </a:prstGeom>
          <a:noFill/>
        </p:spPr>
        <p:txBody>
          <a:bodyPr wrap="square" rtlCol="0">
            <a:spAutoFit/>
          </a:bodyPr>
          <a:lstStyle/>
          <a:p>
            <a:pPr algn="ctr" fontAlgn="auto">
              <a:spcBef>
                <a:spcPts val="0"/>
              </a:spcBef>
              <a:spcAft>
                <a:spcPts val="0"/>
              </a:spcAft>
            </a:pPr>
            <a:r>
              <a:rPr lang="ar-SA" sz="2800" b="1" dirty="0"/>
              <a:t>التركيز على أن يتم التدرب على المهارة </a:t>
            </a:r>
            <a:r>
              <a:rPr lang="ar-JO" sz="2800" b="1" dirty="0"/>
              <a:t>بشكل صحيح </a:t>
            </a:r>
            <a:r>
              <a:rPr lang="ar-SA" sz="2800" b="1" dirty="0"/>
              <a:t>وتحت إشراف مختصين مهرة منذ بداية التدريب لترسيخ التدريب بطريقة صحيحة</a:t>
            </a:r>
            <a:endParaRPr lang="en-US" sz="2800" b="1" dirty="0">
              <a:solidFill>
                <a:srgbClr val="17406D">
                  <a:lumMod val="50000"/>
                </a:srgbClr>
              </a:solidFill>
              <a:latin typeface="Bebas Neue" panose="020B0606020202050201" pitchFamily="34" charset="0"/>
              <a:cs typeface="+mn-cs"/>
            </a:endParaRPr>
          </a:p>
        </p:txBody>
      </p:sp>
      <p:grpSp>
        <p:nvGrpSpPr>
          <p:cNvPr id="6" name="Group 5"/>
          <p:cNvGrpSpPr/>
          <p:nvPr/>
        </p:nvGrpSpPr>
        <p:grpSpPr>
          <a:xfrm>
            <a:off x="2427899" y="2732114"/>
            <a:ext cx="731520" cy="731520"/>
            <a:chOff x="2427899" y="2732114"/>
            <a:chExt cx="731520" cy="731520"/>
          </a:xfrm>
        </p:grpSpPr>
        <p:sp>
          <p:nvSpPr>
            <p:cNvPr id="47" name="Oval 46"/>
            <p:cNvSpPr/>
            <p:nvPr/>
          </p:nvSpPr>
          <p:spPr>
            <a:xfrm>
              <a:off x="2427899" y="2732114"/>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41259" y="2949499"/>
              <a:ext cx="304800" cy="304800"/>
            </a:xfrm>
            <a:prstGeom prst="rect">
              <a:avLst/>
            </a:prstGeom>
          </p:spPr>
        </p:pic>
      </p:grpSp>
      <p:grpSp>
        <p:nvGrpSpPr>
          <p:cNvPr id="7" name="Group 6"/>
          <p:cNvGrpSpPr/>
          <p:nvPr/>
        </p:nvGrpSpPr>
        <p:grpSpPr>
          <a:xfrm>
            <a:off x="4229805" y="3904877"/>
            <a:ext cx="731520" cy="731520"/>
            <a:chOff x="4229805" y="3904877"/>
            <a:chExt cx="731520" cy="731520"/>
          </a:xfrm>
        </p:grpSpPr>
        <p:sp>
          <p:nvSpPr>
            <p:cNvPr id="51" name="Oval 50"/>
            <p:cNvSpPr/>
            <p:nvPr/>
          </p:nvSpPr>
          <p:spPr>
            <a:xfrm>
              <a:off x="4229805" y="3904877"/>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3" name="Picture 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43165" y="4118237"/>
              <a:ext cx="304800" cy="304800"/>
            </a:xfrm>
            <a:prstGeom prst="rect">
              <a:avLst/>
            </a:prstGeom>
          </p:spPr>
        </p:pic>
      </p:gr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951606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nodeType="after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31"/>
                                        </p:tgtEl>
                                        <p:attrNameLst>
                                          <p:attrName>style.visibility</p:attrName>
                                        </p:attrNameLst>
                                      </p:cBhvr>
                                      <p:to>
                                        <p:strVal val="visible"/>
                                      </p:to>
                                    </p:set>
                                    <p:animEffect transition="in" filter="fade">
                                      <p:cBhvr>
                                        <p:cTn id="14" dur="500"/>
                                        <p:tgtEl>
                                          <p:spTgt spid="31"/>
                                        </p:tgtEl>
                                      </p:cBhvr>
                                    </p:animEffect>
                                  </p:childTnLst>
                                </p:cTn>
                              </p:par>
                            </p:childTnLst>
                          </p:cTn>
                        </p:par>
                        <p:par>
                          <p:cTn id="15" fill="hold">
                            <p:stCondLst>
                              <p:cond delay="1000"/>
                            </p:stCondLst>
                            <p:childTnLst>
                              <p:par>
                                <p:cTn id="16" presetID="10" presetClass="entr" presetSubtype="0" fill="hold"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46"/>
                                        </p:tgtEl>
                                        <p:attrNameLst>
                                          <p:attrName>style.visibility</p:attrName>
                                        </p:attrNameLst>
                                      </p:cBhvr>
                                      <p:to>
                                        <p:strVal val="visible"/>
                                      </p:to>
                                    </p:set>
                                    <p:animEffect transition="in" filter="fade">
                                      <p:cBhvr>
                                        <p:cTn id="22" dur="500"/>
                                        <p:tgtEl>
                                          <p:spTgt spid="46"/>
                                        </p:tgtEl>
                                      </p:cBhvr>
                                    </p:animEffect>
                                  </p:childTnLst>
                                </p:cTn>
                              </p:par>
                            </p:childTnLst>
                          </p:cTn>
                        </p:par>
                        <p:par>
                          <p:cTn id="23" fill="hold">
                            <p:stCondLst>
                              <p:cond delay="2000"/>
                            </p:stCondLst>
                            <p:childTnLst>
                              <p:par>
                                <p:cTn id="24" presetID="10" presetClass="entr" presetSubtype="0" fill="hold" nodeType="after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fade">
                                      <p:cBhvr>
                                        <p:cTn id="26" dur="500"/>
                                        <p:tgtEl>
                                          <p:spTgt spid="7"/>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50"/>
                                        </p:tgtEl>
                                        <p:attrNameLst>
                                          <p:attrName>style.visibility</p:attrName>
                                        </p:attrNameLst>
                                      </p:cBhvr>
                                      <p:to>
                                        <p:strVal val="visible"/>
                                      </p:to>
                                    </p:set>
                                    <p:animEffect transition="in" filter="fade">
                                      <p:cBhvr>
                                        <p:cTn id="30"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1" grpId="0"/>
      <p:bldP spid="46" grpId="0"/>
      <p:bldP spid="50"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1134675" y="330384"/>
            <a:ext cx="12192000" cy="707886"/>
          </a:xfrm>
          <a:prstGeom prst="rect">
            <a:avLst/>
          </a:prstGeom>
          <a:noFill/>
        </p:spPr>
        <p:txBody>
          <a:bodyPr wrap="square" rtlCol="0">
            <a:spAutoFit/>
          </a:bodyPr>
          <a:lstStyle/>
          <a:p>
            <a:pPr algn="r" rtl="1" fontAlgn="auto">
              <a:spcAft>
                <a:spcPts val="0"/>
              </a:spcAft>
            </a:pPr>
            <a:r>
              <a:rPr lang="ar-SA" sz="4000" b="1" u="sng" dirty="0"/>
              <a:t>ب- أساسيات </a:t>
            </a:r>
            <a:r>
              <a:rPr lang="ar-JO" sz="4000" b="1" u="sng" dirty="0"/>
              <a:t>ا</a:t>
            </a:r>
            <a:r>
              <a:rPr lang="ar-SA" sz="4000" b="1" u="sng" dirty="0"/>
              <a:t>لتدريب على المهارات التكنولوجية</a:t>
            </a:r>
            <a:endParaRPr lang="en-US" sz="4000" b="1" u="sng" dirty="0">
              <a:solidFill>
                <a:srgbClr val="00B050"/>
              </a:solidFill>
              <a:latin typeface="Raleway" panose="020B0503030101060003" pitchFamily="34" charset="0"/>
            </a:endParaRPr>
          </a:p>
        </p:txBody>
      </p:sp>
      <p:sp>
        <p:nvSpPr>
          <p:cNvPr id="31" name="TextBox 30"/>
          <p:cNvSpPr txBox="1"/>
          <p:nvPr/>
        </p:nvSpPr>
        <p:spPr>
          <a:xfrm>
            <a:off x="1053226" y="1611324"/>
            <a:ext cx="9882795" cy="954107"/>
          </a:xfrm>
          <a:prstGeom prst="rect">
            <a:avLst/>
          </a:prstGeom>
          <a:noFill/>
        </p:spPr>
        <p:txBody>
          <a:bodyPr wrap="square" rtlCol="0">
            <a:spAutoFit/>
          </a:bodyPr>
          <a:lstStyle/>
          <a:p>
            <a:pPr algn="ctr" fontAlgn="auto">
              <a:spcBef>
                <a:spcPts val="0"/>
              </a:spcBef>
              <a:spcAft>
                <a:spcPts val="0"/>
              </a:spcAft>
            </a:pPr>
            <a:r>
              <a:rPr lang="ar-SA" sz="2800" b="1" dirty="0"/>
              <a:t>إتاحة الفرصة للتمرين المتكرر على المهارة </a:t>
            </a:r>
            <a:r>
              <a:rPr lang="ar-JO" sz="2800" b="1" dirty="0"/>
              <a:t> ضرورة </a:t>
            </a:r>
            <a:r>
              <a:rPr lang="ar-SA" sz="2800" b="1" dirty="0"/>
              <a:t>التغذية الراجعة والتقويم المستمر</a:t>
            </a:r>
            <a:endParaRPr lang="en-US" sz="2800" b="1" dirty="0">
              <a:solidFill>
                <a:srgbClr val="17406D">
                  <a:lumMod val="50000"/>
                </a:srgbClr>
              </a:solidFill>
              <a:latin typeface="Bebas Neue" panose="020B0606020202050201" pitchFamily="34" charset="0"/>
              <a:cs typeface="+mn-cs"/>
            </a:endParaRPr>
          </a:p>
        </p:txBody>
      </p:sp>
      <p:grpSp>
        <p:nvGrpSpPr>
          <p:cNvPr id="5" name="Group 4"/>
          <p:cNvGrpSpPr/>
          <p:nvPr/>
        </p:nvGrpSpPr>
        <p:grpSpPr>
          <a:xfrm>
            <a:off x="612547" y="1581137"/>
            <a:ext cx="731520" cy="731520"/>
            <a:chOff x="612547" y="1581137"/>
            <a:chExt cx="731520" cy="731520"/>
          </a:xfrm>
        </p:grpSpPr>
        <p:sp>
          <p:nvSpPr>
            <p:cNvPr id="36" name="Oval 35"/>
            <p:cNvSpPr/>
            <p:nvPr/>
          </p:nvSpPr>
          <p:spPr>
            <a:xfrm>
              <a:off x="612547" y="1581137"/>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1" name="Picture 4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33718" y="1794497"/>
              <a:ext cx="304800" cy="304800"/>
            </a:xfrm>
            <a:prstGeom prst="rect">
              <a:avLst/>
            </a:prstGeom>
          </p:spPr>
        </p:pic>
      </p:grpSp>
      <p:sp>
        <p:nvSpPr>
          <p:cNvPr id="46" name="TextBox 45"/>
          <p:cNvSpPr txBox="1"/>
          <p:nvPr/>
        </p:nvSpPr>
        <p:spPr>
          <a:xfrm>
            <a:off x="3353225" y="2732114"/>
            <a:ext cx="7582795" cy="954107"/>
          </a:xfrm>
          <a:prstGeom prst="rect">
            <a:avLst/>
          </a:prstGeom>
          <a:noFill/>
        </p:spPr>
        <p:txBody>
          <a:bodyPr wrap="square" rtlCol="0">
            <a:spAutoFit/>
          </a:bodyPr>
          <a:lstStyle/>
          <a:p>
            <a:pPr lvl="0" algn="ctr" rtl="1"/>
            <a:r>
              <a:rPr lang="ar-SA" sz="2800" b="1" dirty="0"/>
              <a:t>الأخذ بعين الاعتبار الفروق الفردية بين المتدربين أثناء التدريب على المهارات</a:t>
            </a:r>
            <a:endParaRPr lang="en-US" sz="2800" b="1" dirty="0"/>
          </a:p>
        </p:txBody>
      </p:sp>
      <p:sp>
        <p:nvSpPr>
          <p:cNvPr id="50" name="TextBox 49"/>
          <p:cNvSpPr txBox="1"/>
          <p:nvPr/>
        </p:nvSpPr>
        <p:spPr>
          <a:xfrm>
            <a:off x="5174685" y="4085596"/>
            <a:ext cx="6825374" cy="954107"/>
          </a:xfrm>
          <a:prstGeom prst="rect">
            <a:avLst/>
          </a:prstGeom>
          <a:noFill/>
        </p:spPr>
        <p:txBody>
          <a:bodyPr wrap="square" rtlCol="0">
            <a:spAutoFit/>
          </a:bodyPr>
          <a:lstStyle/>
          <a:p>
            <a:pPr algn="ctr" fontAlgn="auto">
              <a:spcBef>
                <a:spcPts val="0"/>
              </a:spcBef>
              <a:spcAft>
                <a:spcPts val="0"/>
              </a:spcAft>
            </a:pPr>
            <a:r>
              <a:rPr lang="ar-SA" sz="2800" b="1" dirty="0"/>
              <a:t>التسلسل المنطقي في تقديم</a:t>
            </a:r>
            <a:r>
              <a:rPr lang="ar-JO" sz="2800" b="1" dirty="0"/>
              <a:t> مادة التدريب على </a:t>
            </a:r>
            <a:r>
              <a:rPr lang="ar-SA" sz="2800" b="1" dirty="0"/>
              <a:t>المهارات (من السهل إلي الصعب، ومن البسيط إلى المعقد</a:t>
            </a:r>
            <a:r>
              <a:rPr lang="en-US" sz="2800" b="1" dirty="0"/>
              <a:t>(</a:t>
            </a:r>
            <a:endParaRPr lang="en-US" sz="2800" b="1" dirty="0">
              <a:solidFill>
                <a:srgbClr val="17406D">
                  <a:lumMod val="50000"/>
                </a:srgbClr>
              </a:solidFill>
              <a:latin typeface="Bebas Neue" panose="020B0606020202050201" pitchFamily="34" charset="0"/>
              <a:cs typeface="+mn-cs"/>
            </a:endParaRPr>
          </a:p>
        </p:txBody>
      </p:sp>
      <p:grpSp>
        <p:nvGrpSpPr>
          <p:cNvPr id="6" name="Group 5"/>
          <p:cNvGrpSpPr/>
          <p:nvPr/>
        </p:nvGrpSpPr>
        <p:grpSpPr>
          <a:xfrm>
            <a:off x="2427899" y="2732114"/>
            <a:ext cx="731520" cy="731520"/>
            <a:chOff x="2427899" y="2732114"/>
            <a:chExt cx="731520" cy="731520"/>
          </a:xfrm>
        </p:grpSpPr>
        <p:sp>
          <p:nvSpPr>
            <p:cNvPr id="47" name="Oval 46"/>
            <p:cNvSpPr/>
            <p:nvPr/>
          </p:nvSpPr>
          <p:spPr>
            <a:xfrm>
              <a:off x="2427899" y="2732114"/>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41259" y="2949499"/>
              <a:ext cx="304800" cy="304800"/>
            </a:xfrm>
            <a:prstGeom prst="rect">
              <a:avLst/>
            </a:prstGeom>
          </p:spPr>
        </p:pic>
      </p:grpSp>
      <p:grpSp>
        <p:nvGrpSpPr>
          <p:cNvPr id="7" name="Group 6"/>
          <p:cNvGrpSpPr/>
          <p:nvPr/>
        </p:nvGrpSpPr>
        <p:grpSpPr>
          <a:xfrm>
            <a:off x="4229805" y="3904877"/>
            <a:ext cx="731520" cy="731520"/>
            <a:chOff x="4229805" y="3904877"/>
            <a:chExt cx="731520" cy="731520"/>
          </a:xfrm>
        </p:grpSpPr>
        <p:sp>
          <p:nvSpPr>
            <p:cNvPr id="51" name="Oval 50"/>
            <p:cNvSpPr/>
            <p:nvPr/>
          </p:nvSpPr>
          <p:spPr>
            <a:xfrm>
              <a:off x="4229805" y="3904877"/>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3" name="Picture 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43165" y="4118237"/>
              <a:ext cx="304800" cy="304800"/>
            </a:xfrm>
            <a:prstGeom prst="rect">
              <a:avLst/>
            </a:prstGeom>
          </p:spPr>
        </p:pic>
      </p:gr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2234493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nodeType="after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31"/>
                                        </p:tgtEl>
                                        <p:attrNameLst>
                                          <p:attrName>style.visibility</p:attrName>
                                        </p:attrNameLst>
                                      </p:cBhvr>
                                      <p:to>
                                        <p:strVal val="visible"/>
                                      </p:to>
                                    </p:set>
                                    <p:animEffect transition="in" filter="fade">
                                      <p:cBhvr>
                                        <p:cTn id="14" dur="500"/>
                                        <p:tgtEl>
                                          <p:spTgt spid="31"/>
                                        </p:tgtEl>
                                      </p:cBhvr>
                                    </p:animEffect>
                                  </p:childTnLst>
                                </p:cTn>
                              </p:par>
                            </p:childTnLst>
                          </p:cTn>
                        </p:par>
                        <p:par>
                          <p:cTn id="15" fill="hold">
                            <p:stCondLst>
                              <p:cond delay="1000"/>
                            </p:stCondLst>
                            <p:childTnLst>
                              <p:par>
                                <p:cTn id="16" presetID="10" presetClass="entr" presetSubtype="0" fill="hold"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46"/>
                                        </p:tgtEl>
                                        <p:attrNameLst>
                                          <p:attrName>style.visibility</p:attrName>
                                        </p:attrNameLst>
                                      </p:cBhvr>
                                      <p:to>
                                        <p:strVal val="visible"/>
                                      </p:to>
                                    </p:set>
                                    <p:animEffect transition="in" filter="fade">
                                      <p:cBhvr>
                                        <p:cTn id="22" dur="500"/>
                                        <p:tgtEl>
                                          <p:spTgt spid="46"/>
                                        </p:tgtEl>
                                      </p:cBhvr>
                                    </p:animEffect>
                                  </p:childTnLst>
                                </p:cTn>
                              </p:par>
                            </p:childTnLst>
                          </p:cTn>
                        </p:par>
                        <p:par>
                          <p:cTn id="23" fill="hold">
                            <p:stCondLst>
                              <p:cond delay="2000"/>
                            </p:stCondLst>
                            <p:childTnLst>
                              <p:par>
                                <p:cTn id="24" presetID="10" presetClass="entr" presetSubtype="0" fill="hold" nodeType="after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fade">
                                      <p:cBhvr>
                                        <p:cTn id="26" dur="500"/>
                                        <p:tgtEl>
                                          <p:spTgt spid="7"/>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50"/>
                                        </p:tgtEl>
                                        <p:attrNameLst>
                                          <p:attrName>style.visibility</p:attrName>
                                        </p:attrNameLst>
                                      </p:cBhvr>
                                      <p:to>
                                        <p:strVal val="visible"/>
                                      </p:to>
                                    </p:set>
                                    <p:animEffect transition="in" filter="fade">
                                      <p:cBhvr>
                                        <p:cTn id="30"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1" grpId="0"/>
      <p:bldP spid="46" grpId="0"/>
      <p:bldP spid="50"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1134675" y="330384"/>
            <a:ext cx="12192000" cy="707886"/>
          </a:xfrm>
          <a:prstGeom prst="rect">
            <a:avLst/>
          </a:prstGeom>
          <a:noFill/>
        </p:spPr>
        <p:txBody>
          <a:bodyPr wrap="square" rtlCol="0">
            <a:spAutoFit/>
          </a:bodyPr>
          <a:lstStyle/>
          <a:p>
            <a:pPr algn="r" rtl="1" fontAlgn="auto">
              <a:spcAft>
                <a:spcPts val="0"/>
              </a:spcAft>
            </a:pPr>
            <a:r>
              <a:rPr lang="ar-SA" sz="4000" b="1" u="sng" dirty="0"/>
              <a:t>ب- أساسيات </a:t>
            </a:r>
            <a:r>
              <a:rPr lang="ar-JO" sz="4000" b="1" u="sng" dirty="0"/>
              <a:t>ا</a:t>
            </a:r>
            <a:r>
              <a:rPr lang="ar-SA" sz="4000" b="1" u="sng" dirty="0"/>
              <a:t>لتدريب على المهارات التكنولوجية</a:t>
            </a:r>
            <a:endParaRPr lang="en-US" sz="4000" b="1" u="sng" dirty="0">
              <a:solidFill>
                <a:srgbClr val="00B050"/>
              </a:solidFill>
              <a:latin typeface="Raleway" panose="020B0503030101060003" pitchFamily="34" charset="0"/>
            </a:endParaRPr>
          </a:p>
        </p:txBody>
      </p:sp>
      <p:sp>
        <p:nvSpPr>
          <p:cNvPr id="31" name="TextBox 30"/>
          <p:cNvSpPr txBox="1"/>
          <p:nvPr/>
        </p:nvSpPr>
        <p:spPr>
          <a:xfrm>
            <a:off x="1344067" y="1572945"/>
            <a:ext cx="9882795" cy="954107"/>
          </a:xfrm>
          <a:prstGeom prst="rect">
            <a:avLst/>
          </a:prstGeom>
          <a:noFill/>
        </p:spPr>
        <p:txBody>
          <a:bodyPr wrap="square" rtlCol="0">
            <a:spAutoFit/>
          </a:bodyPr>
          <a:lstStyle/>
          <a:p>
            <a:pPr algn="ctr" fontAlgn="auto">
              <a:spcBef>
                <a:spcPts val="0"/>
              </a:spcBef>
              <a:spcAft>
                <a:spcPts val="0"/>
              </a:spcAft>
            </a:pPr>
            <a:r>
              <a:rPr lang="ar-SA" sz="2800" b="1" dirty="0"/>
              <a:t>إتاحة الفرصة للمتدربين لتطبيق المهارات التي تدربوا عليها خارج نطاق التدريب لتحقيق قدر اكبر لانتقال أثر التعلم</a:t>
            </a:r>
            <a:endParaRPr lang="en-US" sz="2800" b="1" dirty="0">
              <a:solidFill>
                <a:srgbClr val="17406D">
                  <a:lumMod val="50000"/>
                </a:srgbClr>
              </a:solidFill>
              <a:latin typeface="Bebas Neue" panose="020B0606020202050201" pitchFamily="34" charset="0"/>
              <a:cs typeface="+mn-cs"/>
            </a:endParaRPr>
          </a:p>
        </p:txBody>
      </p:sp>
      <p:grpSp>
        <p:nvGrpSpPr>
          <p:cNvPr id="5" name="Group 4"/>
          <p:cNvGrpSpPr/>
          <p:nvPr/>
        </p:nvGrpSpPr>
        <p:grpSpPr>
          <a:xfrm>
            <a:off x="612547" y="1581137"/>
            <a:ext cx="731520" cy="731520"/>
            <a:chOff x="612547" y="1581137"/>
            <a:chExt cx="731520" cy="731520"/>
          </a:xfrm>
        </p:grpSpPr>
        <p:sp>
          <p:nvSpPr>
            <p:cNvPr id="36" name="Oval 35"/>
            <p:cNvSpPr/>
            <p:nvPr/>
          </p:nvSpPr>
          <p:spPr>
            <a:xfrm>
              <a:off x="612547" y="1581137"/>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1" name="Picture 4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33718" y="1794497"/>
              <a:ext cx="304800" cy="304800"/>
            </a:xfrm>
            <a:prstGeom prst="rect">
              <a:avLst/>
            </a:prstGeom>
          </p:spPr>
        </p:pic>
      </p:grpSp>
      <p:sp>
        <p:nvSpPr>
          <p:cNvPr id="46" name="TextBox 45"/>
          <p:cNvSpPr txBox="1"/>
          <p:nvPr/>
        </p:nvSpPr>
        <p:spPr>
          <a:xfrm>
            <a:off x="3353225" y="2732114"/>
            <a:ext cx="7582795" cy="954107"/>
          </a:xfrm>
          <a:prstGeom prst="rect">
            <a:avLst/>
          </a:prstGeom>
          <a:noFill/>
        </p:spPr>
        <p:txBody>
          <a:bodyPr wrap="square" rtlCol="0">
            <a:spAutoFit/>
          </a:bodyPr>
          <a:lstStyle/>
          <a:p>
            <a:pPr lvl="0" algn="ctr" rtl="1"/>
            <a:r>
              <a:rPr lang="ar-SA" sz="2800" b="1" dirty="0"/>
              <a:t>أن ي</a:t>
            </a:r>
            <a:r>
              <a:rPr lang="ar-JO" sz="2800" b="1" dirty="0"/>
              <a:t>توافق محتوى </a:t>
            </a:r>
            <a:r>
              <a:rPr lang="ar-SA" sz="2800" b="1" dirty="0"/>
              <a:t>البرنامج التدريبي مع إمكانيات وحاجات المتدربين المتعددة</a:t>
            </a:r>
            <a:endParaRPr lang="en-US" sz="2800" b="1" dirty="0"/>
          </a:p>
        </p:txBody>
      </p:sp>
      <p:sp>
        <p:nvSpPr>
          <p:cNvPr id="50" name="TextBox 49"/>
          <p:cNvSpPr txBox="1"/>
          <p:nvPr/>
        </p:nvSpPr>
        <p:spPr>
          <a:xfrm>
            <a:off x="5174685" y="4085596"/>
            <a:ext cx="6825374" cy="954107"/>
          </a:xfrm>
          <a:prstGeom prst="rect">
            <a:avLst/>
          </a:prstGeom>
          <a:noFill/>
        </p:spPr>
        <p:txBody>
          <a:bodyPr wrap="square" rtlCol="0">
            <a:spAutoFit/>
          </a:bodyPr>
          <a:lstStyle/>
          <a:p>
            <a:pPr algn="ctr" fontAlgn="auto">
              <a:spcBef>
                <a:spcPts val="0"/>
              </a:spcBef>
              <a:spcAft>
                <a:spcPts val="0"/>
              </a:spcAft>
            </a:pPr>
            <a:r>
              <a:rPr lang="ar-SA" sz="2800" b="1" dirty="0"/>
              <a:t>أن يكون برنامج التعلم مرنًا بدرجة كافية، بحيث يمكن تعليم مهارات مختلفة معًا</a:t>
            </a:r>
            <a:endParaRPr lang="en-US" sz="2800" b="1" dirty="0">
              <a:solidFill>
                <a:srgbClr val="17406D">
                  <a:lumMod val="50000"/>
                </a:srgbClr>
              </a:solidFill>
              <a:latin typeface="Bebas Neue" panose="020B0606020202050201" pitchFamily="34" charset="0"/>
              <a:cs typeface="+mn-cs"/>
            </a:endParaRPr>
          </a:p>
        </p:txBody>
      </p:sp>
      <p:grpSp>
        <p:nvGrpSpPr>
          <p:cNvPr id="6" name="Group 5"/>
          <p:cNvGrpSpPr/>
          <p:nvPr/>
        </p:nvGrpSpPr>
        <p:grpSpPr>
          <a:xfrm>
            <a:off x="2427899" y="2732114"/>
            <a:ext cx="731520" cy="731520"/>
            <a:chOff x="2427899" y="2732114"/>
            <a:chExt cx="731520" cy="731520"/>
          </a:xfrm>
        </p:grpSpPr>
        <p:sp>
          <p:nvSpPr>
            <p:cNvPr id="47" name="Oval 46"/>
            <p:cNvSpPr/>
            <p:nvPr/>
          </p:nvSpPr>
          <p:spPr>
            <a:xfrm>
              <a:off x="2427899" y="2732114"/>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41259" y="2949499"/>
              <a:ext cx="304800" cy="304800"/>
            </a:xfrm>
            <a:prstGeom prst="rect">
              <a:avLst/>
            </a:prstGeom>
          </p:spPr>
        </p:pic>
      </p:grpSp>
      <p:grpSp>
        <p:nvGrpSpPr>
          <p:cNvPr id="7" name="Group 6"/>
          <p:cNvGrpSpPr/>
          <p:nvPr/>
        </p:nvGrpSpPr>
        <p:grpSpPr>
          <a:xfrm>
            <a:off x="4229805" y="3904877"/>
            <a:ext cx="731520" cy="731520"/>
            <a:chOff x="4229805" y="3904877"/>
            <a:chExt cx="731520" cy="731520"/>
          </a:xfrm>
        </p:grpSpPr>
        <p:sp>
          <p:nvSpPr>
            <p:cNvPr id="51" name="Oval 50"/>
            <p:cNvSpPr/>
            <p:nvPr/>
          </p:nvSpPr>
          <p:spPr>
            <a:xfrm>
              <a:off x="4229805" y="3904877"/>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3" name="Picture 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43165" y="4118237"/>
              <a:ext cx="304800" cy="304800"/>
            </a:xfrm>
            <a:prstGeom prst="rect">
              <a:avLst/>
            </a:prstGeom>
          </p:spPr>
        </p:pic>
      </p:grpSp>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4130950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nodeType="after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31"/>
                                        </p:tgtEl>
                                        <p:attrNameLst>
                                          <p:attrName>style.visibility</p:attrName>
                                        </p:attrNameLst>
                                      </p:cBhvr>
                                      <p:to>
                                        <p:strVal val="visible"/>
                                      </p:to>
                                    </p:set>
                                    <p:animEffect transition="in" filter="fade">
                                      <p:cBhvr>
                                        <p:cTn id="14" dur="500"/>
                                        <p:tgtEl>
                                          <p:spTgt spid="31"/>
                                        </p:tgtEl>
                                      </p:cBhvr>
                                    </p:animEffect>
                                  </p:childTnLst>
                                </p:cTn>
                              </p:par>
                            </p:childTnLst>
                          </p:cTn>
                        </p:par>
                        <p:par>
                          <p:cTn id="15" fill="hold">
                            <p:stCondLst>
                              <p:cond delay="1000"/>
                            </p:stCondLst>
                            <p:childTnLst>
                              <p:par>
                                <p:cTn id="16" presetID="10" presetClass="entr" presetSubtype="0" fill="hold"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46"/>
                                        </p:tgtEl>
                                        <p:attrNameLst>
                                          <p:attrName>style.visibility</p:attrName>
                                        </p:attrNameLst>
                                      </p:cBhvr>
                                      <p:to>
                                        <p:strVal val="visible"/>
                                      </p:to>
                                    </p:set>
                                    <p:animEffect transition="in" filter="fade">
                                      <p:cBhvr>
                                        <p:cTn id="22" dur="500"/>
                                        <p:tgtEl>
                                          <p:spTgt spid="46"/>
                                        </p:tgtEl>
                                      </p:cBhvr>
                                    </p:animEffect>
                                  </p:childTnLst>
                                </p:cTn>
                              </p:par>
                            </p:childTnLst>
                          </p:cTn>
                        </p:par>
                        <p:par>
                          <p:cTn id="23" fill="hold">
                            <p:stCondLst>
                              <p:cond delay="2000"/>
                            </p:stCondLst>
                            <p:childTnLst>
                              <p:par>
                                <p:cTn id="24" presetID="10" presetClass="entr" presetSubtype="0" fill="hold" nodeType="after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fade">
                                      <p:cBhvr>
                                        <p:cTn id="26" dur="500"/>
                                        <p:tgtEl>
                                          <p:spTgt spid="7"/>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50"/>
                                        </p:tgtEl>
                                        <p:attrNameLst>
                                          <p:attrName>style.visibility</p:attrName>
                                        </p:attrNameLst>
                                      </p:cBhvr>
                                      <p:to>
                                        <p:strVal val="visible"/>
                                      </p:to>
                                    </p:set>
                                    <p:animEffect transition="in" filter="fade">
                                      <p:cBhvr>
                                        <p:cTn id="30"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1" grpId="0"/>
      <p:bldP spid="46" grpId="0"/>
      <p:bldP spid="50"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1561560" y="308898"/>
            <a:ext cx="8756646" cy="1559213"/>
          </a:xfrm>
        </p:spPr>
        <p:txBody>
          <a:bodyPr>
            <a:normAutofit/>
          </a:bodyPr>
          <a:lstStyle/>
          <a:p>
            <a:pPr lvl="0" algn="ctr" rtl="1"/>
            <a:r>
              <a:rPr lang="ar-SA" sz="4000" u="sng" dirty="0">
                <a:solidFill>
                  <a:schemeClr val="accent1"/>
                </a:solidFill>
              </a:rPr>
              <a:t>أنماط واستراتيجيات التعليم بمساعدة الحاسب الآلي </a:t>
            </a:r>
            <a:endParaRPr lang="en-US" sz="4000" u="sng" dirty="0">
              <a:solidFill>
                <a:schemeClr val="accent1"/>
              </a:solidFill>
            </a:endParaRPr>
          </a:p>
        </p:txBody>
      </p:sp>
      <p:sp>
        <p:nvSpPr>
          <p:cNvPr id="7" name="Text Placeholder 6"/>
          <p:cNvSpPr>
            <a:spLocks noGrp="1"/>
          </p:cNvSpPr>
          <p:nvPr>
            <p:ph type="body" sz="quarter" idx="13"/>
          </p:nvPr>
        </p:nvSpPr>
        <p:spPr>
          <a:xfrm>
            <a:off x="721547" y="4239836"/>
            <a:ext cx="4443368" cy="458854"/>
          </a:xfrm>
        </p:spPr>
        <p:txBody>
          <a:bodyPr>
            <a:noAutofit/>
          </a:bodyPr>
          <a:lstStyle/>
          <a:p>
            <a:pPr algn="ctr" rtl="1"/>
            <a:r>
              <a:rPr lang="ar-JO" sz="2800" b="1" dirty="0">
                <a:solidFill>
                  <a:schemeClr val="tx1"/>
                </a:solidFill>
              </a:rPr>
              <a:t>المران: الممارسة</a:t>
            </a:r>
            <a:endParaRPr lang="en-US" sz="2800" b="1" dirty="0">
              <a:solidFill>
                <a:schemeClr val="tx1"/>
              </a:solidFill>
            </a:endParaRPr>
          </a:p>
        </p:txBody>
      </p:sp>
      <p:sp>
        <p:nvSpPr>
          <p:cNvPr id="6" name="Text Placeholder 5"/>
          <p:cNvSpPr>
            <a:spLocks noGrp="1"/>
          </p:cNvSpPr>
          <p:nvPr>
            <p:ph type="body" idx="1"/>
          </p:nvPr>
        </p:nvSpPr>
        <p:spPr>
          <a:xfrm>
            <a:off x="1059926" y="3054888"/>
            <a:ext cx="5161164" cy="576324"/>
          </a:xfrm>
        </p:spPr>
        <p:txBody>
          <a:bodyPr>
            <a:noAutofit/>
          </a:bodyPr>
          <a:lstStyle/>
          <a:p>
            <a:pPr marL="514350" indent="-514350" algn="ctr" rtl="1">
              <a:buFont typeface="+mj-lt"/>
              <a:buAutoNum type="arabicPeriod"/>
            </a:pPr>
            <a:r>
              <a:rPr lang="ar-SA" sz="3200" b="1" dirty="0" smtClean="0">
                <a:solidFill>
                  <a:srgbClr val="0070C0"/>
                </a:solidFill>
              </a:rPr>
              <a:t>استراتيجية </a:t>
            </a:r>
            <a:r>
              <a:rPr lang="ar-SA" sz="3200" b="1" dirty="0">
                <a:solidFill>
                  <a:srgbClr val="0070C0"/>
                </a:solidFill>
              </a:rPr>
              <a:t>التدريب والمران </a:t>
            </a:r>
            <a:r>
              <a:rPr lang="en-US" sz="3200" b="1" dirty="0">
                <a:solidFill>
                  <a:srgbClr val="0070C0"/>
                </a:solidFill>
              </a:rPr>
              <a:t>Drill and Practice </a:t>
            </a:r>
            <a:endParaRPr lang="en-AU" sz="3200" dirty="0">
              <a:solidFill>
                <a:srgbClr val="0070C0"/>
              </a:solidFill>
            </a:endParaRPr>
          </a:p>
        </p:txBody>
      </p:sp>
      <p:grpSp>
        <p:nvGrpSpPr>
          <p:cNvPr id="3" name="Group 2"/>
          <p:cNvGrpSpPr/>
          <p:nvPr/>
        </p:nvGrpSpPr>
        <p:grpSpPr>
          <a:xfrm>
            <a:off x="7487744" y="2070046"/>
            <a:ext cx="3239180" cy="3187756"/>
            <a:chOff x="8010258" y="2128103"/>
            <a:chExt cx="3239180" cy="3187756"/>
          </a:xfrm>
        </p:grpSpPr>
        <p:sp>
          <p:nvSpPr>
            <p:cNvPr id="12" name="Freeform 5"/>
            <p:cNvSpPr>
              <a:spLocks noEditPoints="1"/>
            </p:cNvSpPr>
            <p:nvPr/>
          </p:nvSpPr>
          <p:spPr bwMode="auto">
            <a:xfrm>
              <a:off x="8010258" y="2241910"/>
              <a:ext cx="969011" cy="3016567"/>
            </a:xfrm>
            <a:custGeom>
              <a:avLst/>
              <a:gdLst/>
              <a:ahLst/>
              <a:cxnLst>
                <a:cxn ang="0">
                  <a:pos x="463" y="788"/>
                </a:cxn>
                <a:cxn ang="0">
                  <a:pos x="470" y="944"/>
                </a:cxn>
                <a:cxn ang="0">
                  <a:pos x="497" y="1404"/>
                </a:cxn>
                <a:cxn ang="0">
                  <a:pos x="485" y="1473"/>
                </a:cxn>
                <a:cxn ang="0">
                  <a:pos x="509" y="1592"/>
                </a:cxn>
                <a:cxn ang="0">
                  <a:pos x="386" y="1521"/>
                </a:cxn>
                <a:cxn ang="0">
                  <a:pos x="349" y="1293"/>
                </a:cxn>
                <a:cxn ang="0">
                  <a:pos x="354" y="1113"/>
                </a:cxn>
                <a:cxn ang="0">
                  <a:pos x="301" y="973"/>
                </a:cxn>
                <a:cxn ang="0">
                  <a:pos x="279" y="1144"/>
                </a:cxn>
                <a:cxn ang="0">
                  <a:pos x="283" y="1349"/>
                </a:cxn>
                <a:cxn ang="0">
                  <a:pos x="308" y="1501"/>
                </a:cxn>
                <a:cxn ang="0">
                  <a:pos x="290" y="1540"/>
                </a:cxn>
                <a:cxn ang="0">
                  <a:pos x="270" y="1579"/>
                </a:cxn>
                <a:cxn ang="0">
                  <a:pos x="196" y="1603"/>
                </a:cxn>
                <a:cxn ang="0">
                  <a:pos x="192" y="1541"/>
                </a:cxn>
                <a:cxn ang="0">
                  <a:pos x="176" y="1433"/>
                </a:cxn>
                <a:cxn ang="0">
                  <a:pos x="171" y="1303"/>
                </a:cxn>
                <a:cxn ang="0">
                  <a:pos x="138" y="1082"/>
                </a:cxn>
                <a:cxn ang="0">
                  <a:pos x="115" y="941"/>
                </a:cxn>
                <a:cxn ang="0">
                  <a:pos x="24" y="874"/>
                </a:cxn>
                <a:cxn ang="0">
                  <a:pos x="14" y="848"/>
                </a:cxn>
                <a:cxn ang="0">
                  <a:pos x="11" y="479"/>
                </a:cxn>
                <a:cxn ang="0">
                  <a:pos x="108" y="264"/>
                </a:cxn>
                <a:cxn ang="0">
                  <a:pos x="176" y="217"/>
                </a:cxn>
                <a:cxn ang="0">
                  <a:pos x="159" y="156"/>
                </a:cxn>
                <a:cxn ang="0">
                  <a:pos x="146" y="92"/>
                </a:cxn>
                <a:cxn ang="0">
                  <a:pos x="295" y="92"/>
                </a:cxn>
                <a:cxn ang="0">
                  <a:pos x="293" y="144"/>
                </a:cxn>
                <a:cxn ang="0">
                  <a:pos x="283" y="172"/>
                </a:cxn>
                <a:cxn ang="0">
                  <a:pos x="304" y="231"/>
                </a:cxn>
                <a:cxn ang="0">
                  <a:pos x="409" y="260"/>
                </a:cxn>
                <a:cxn ang="0">
                  <a:pos x="457" y="306"/>
                </a:cxn>
                <a:cxn ang="0">
                  <a:pos x="472" y="389"/>
                </a:cxn>
                <a:cxn ang="0">
                  <a:pos x="494" y="532"/>
                </a:cxn>
                <a:cxn ang="0">
                  <a:pos x="500" y="582"/>
                </a:cxn>
                <a:cxn ang="0">
                  <a:pos x="498" y="634"/>
                </a:cxn>
                <a:cxn ang="0">
                  <a:pos x="475" y="785"/>
                </a:cxn>
                <a:cxn ang="0">
                  <a:pos x="193" y="359"/>
                </a:cxn>
                <a:cxn ang="0">
                  <a:pos x="383" y="694"/>
                </a:cxn>
                <a:cxn ang="0">
                  <a:pos x="324" y="529"/>
                </a:cxn>
                <a:cxn ang="0">
                  <a:pos x="299" y="423"/>
                </a:cxn>
                <a:cxn ang="0">
                  <a:pos x="281" y="220"/>
                </a:cxn>
                <a:cxn ang="0">
                  <a:pos x="244" y="305"/>
                </a:cxn>
                <a:cxn ang="0">
                  <a:pos x="201" y="258"/>
                </a:cxn>
                <a:cxn ang="0">
                  <a:pos x="179" y="220"/>
                </a:cxn>
              </a:cxnLst>
              <a:rect l="0" t="0" r="r" b="b"/>
              <a:pathLst>
                <a:path w="516" h="1608">
                  <a:moveTo>
                    <a:pt x="475" y="785"/>
                  </a:moveTo>
                  <a:cubicBezTo>
                    <a:pt x="474" y="788"/>
                    <a:pt x="466" y="786"/>
                    <a:pt x="463" y="788"/>
                  </a:cubicBezTo>
                  <a:cubicBezTo>
                    <a:pt x="468" y="818"/>
                    <a:pt x="460" y="848"/>
                    <a:pt x="460" y="873"/>
                  </a:cubicBezTo>
                  <a:cubicBezTo>
                    <a:pt x="459" y="895"/>
                    <a:pt x="466" y="920"/>
                    <a:pt x="470" y="944"/>
                  </a:cubicBezTo>
                  <a:cubicBezTo>
                    <a:pt x="481" y="1012"/>
                    <a:pt x="494" y="1085"/>
                    <a:pt x="496" y="1161"/>
                  </a:cubicBezTo>
                  <a:cubicBezTo>
                    <a:pt x="497" y="1241"/>
                    <a:pt x="497" y="1324"/>
                    <a:pt x="497" y="1404"/>
                  </a:cubicBezTo>
                  <a:cubicBezTo>
                    <a:pt x="497" y="1418"/>
                    <a:pt x="496" y="1430"/>
                    <a:pt x="494" y="1442"/>
                  </a:cubicBezTo>
                  <a:cubicBezTo>
                    <a:pt x="492" y="1453"/>
                    <a:pt x="486" y="1462"/>
                    <a:pt x="485" y="1473"/>
                  </a:cubicBezTo>
                  <a:cubicBezTo>
                    <a:pt x="482" y="1490"/>
                    <a:pt x="485" y="1509"/>
                    <a:pt x="473" y="1516"/>
                  </a:cubicBezTo>
                  <a:cubicBezTo>
                    <a:pt x="477" y="1549"/>
                    <a:pt x="516" y="1552"/>
                    <a:pt x="509" y="1592"/>
                  </a:cubicBezTo>
                  <a:cubicBezTo>
                    <a:pt x="483" y="1606"/>
                    <a:pt x="422" y="1608"/>
                    <a:pt x="417" y="1575"/>
                  </a:cubicBezTo>
                  <a:cubicBezTo>
                    <a:pt x="383" y="1580"/>
                    <a:pt x="386" y="1549"/>
                    <a:pt x="386" y="1521"/>
                  </a:cubicBezTo>
                  <a:cubicBezTo>
                    <a:pt x="387" y="1516"/>
                    <a:pt x="377" y="1520"/>
                    <a:pt x="376" y="1516"/>
                  </a:cubicBezTo>
                  <a:cubicBezTo>
                    <a:pt x="352" y="1460"/>
                    <a:pt x="350" y="1375"/>
                    <a:pt x="349" y="1293"/>
                  </a:cubicBezTo>
                  <a:cubicBezTo>
                    <a:pt x="349" y="1248"/>
                    <a:pt x="349" y="1201"/>
                    <a:pt x="351" y="1156"/>
                  </a:cubicBezTo>
                  <a:cubicBezTo>
                    <a:pt x="352" y="1142"/>
                    <a:pt x="355" y="1126"/>
                    <a:pt x="354" y="1113"/>
                  </a:cubicBezTo>
                  <a:cubicBezTo>
                    <a:pt x="353" y="1107"/>
                    <a:pt x="349" y="1097"/>
                    <a:pt x="346" y="1089"/>
                  </a:cubicBezTo>
                  <a:cubicBezTo>
                    <a:pt x="331" y="1049"/>
                    <a:pt x="316" y="1011"/>
                    <a:pt x="301" y="973"/>
                  </a:cubicBezTo>
                  <a:cubicBezTo>
                    <a:pt x="295" y="958"/>
                    <a:pt x="292" y="940"/>
                    <a:pt x="278" y="932"/>
                  </a:cubicBezTo>
                  <a:cubicBezTo>
                    <a:pt x="281" y="1000"/>
                    <a:pt x="279" y="1072"/>
                    <a:pt x="279" y="1144"/>
                  </a:cubicBezTo>
                  <a:cubicBezTo>
                    <a:pt x="279" y="1179"/>
                    <a:pt x="275" y="1213"/>
                    <a:pt x="277" y="1247"/>
                  </a:cubicBezTo>
                  <a:cubicBezTo>
                    <a:pt x="279" y="1282"/>
                    <a:pt x="278" y="1317"/>
                    <a:pt x="283" y="1349"/>
                  </a:cubicBezTo>
                  <a:cubicBezTo>
                    <a:pt x="287" y="1370"/>
                    <a:pt x="293" y="1391"/>
                    <a:pt x="298" y="1412"/>
                  </a:cubicBezTo>
                  <a:cubicBezTo>
                    <a:pt x="305" y="1442"/>
                    <a:pt x="312" y="1467"/>
                    <a:pt x="308" y="1501"/>
                  </a:cubicBezTo>
                  <a:cubicBezTo>
                    <a:pt x="307" y="1508"/>
                    <a:pt x="306" y="1518"/>
                    <a:pt x="304" y="1523"/>
                  </a:cubicBezTo>
                  <a:cubicBezTo>
                    <a:pt x="301" y="1530"/>
                    <a:pt x="292" y="1533"/>
                    <a:pt x="290" y="1540"/>
                  </a:cubicBezTo>
                  <a:cubicBezTo>
                    <a:pt x="287" y="1550"/>
                    <a:pt x="292" y="1563"/>
                    <a:pt x="287" y="1572"/>
                  </a:cubicBezTo>
                  <a:cubicBezTo>
                    <a:pt x="283" y="1577"/>
                    <a:pt x="277" y="1577"/>
                    <a:pt x="270" y="1579"/>
                  </a:cubicBezTo>
                  <a:cubicBezTo>
                    <a:pt x="256" y="1586"/>
                    <a:pt x="238" y="1602"/>
                    <a:pt x="224" y="1605"/>
                  </a:cubicBezTo>
                  <a:cubicBezTo>
                    <a:pt x="216" y="1606"/>
                    <a:pt x="206" y="1603"/>
                    <a:pt x="196" y="1603"/>
                  </a:cubicBezTo>
                  <a:cubicBezTo>
                    <a:pt x="178" y="1601"/>
                    <a:pt x="164" y="1602"/>
                    <a:pt x="166" y="1580"/>
                  </a:cubicBezTo>
                  <a:cubicBezTo>
                    <a:pt x="167" y="1564"/>
                    <a:pt x="186" y="1552"/>
                    <a:pt x="192" y="1541"/>
                  </a:cubicBezTo>
                  <a:cubicBezTo>
                    <a:pt x="201" y="1522"/>
                    <a:pt x="199" y="1480"/>
                    <a:pt x="191" y="1458"/>
                  </a:cubicBezTo>
                  <a:cubicBezTo>
                    <a:pt x="187" y="1449"/>
                    <a:pt x="178" y="1442"/>
                    <a:pt x="176" y="1433"/>
                  </a:cubicBezTo>
                  <a:cubicBezTo>
                    <a:pt x="171" y="1415"/>
                    <a:pt x="172" y="1388"/>
                    <a:pt x="173" y="1366"/>
                  </a:cubicBezTo>
                  <a:cubicBezTo>
                    <a:pt x="174" y="1344"/>
                    <a:pt x="173" y="1323"/>
                    <a:pt x="171" y="1303"/>
                  </a:cubicBezTo>
                  <a:cubicBezTo>
                    <a:pt x="167" y="1261"/>
                    <a:pt x="165" y="1218"/>
                    <a:pt x="161" y="1176"/>
                  </a:cubicBezTo>
                  <a:cubicBezTo>
                    <a:pt x="158" y="1143"/>
                    <a:pt x="145" y="1112"/>
                    <a:pt x="138" y="1082"/>
                  </a:cubicBezTo>
                  <a:cubicBezTo>
                    <a:pt x="134" y="1067"/>
                    <a:pt x="130" y="1050"/>
                    <a:pt x="127" y="1035"/>
                  </a:cubicBezTo>
                  <a:cubicBezTo>
                    <a:pt x="120" y="1006"/>
                    <a:pt x="112" y="977"/>
                    <a:pt x="115" y="941"/>
                  </a:cubicBezTo>
                  <a:cubicBezTo>
                    <a:pt x="89" y="937"/>
                    <a:pt x="66" y="941"/>
                    <a:pt x="51" y="927"/>
                  </a:cubicBezTo>
                  <a:cubicBezTo>
                    <a:pt x="39" y="918"/>
                    <a:pt x="26" y="891"/>
                    <a:pt x="24" y="874"/>
                  </a:cubicBezTo>
                  <a:cubicBezTo>
                    <a:pt x="23" y="866"/>
                    <a:pt x="23" y="859"/>
                    <a:pt x="25" y="852"/>
                  </a:cubicBezTo>
                  <a:cubicBezTo>
                    <a:pt x="25" y="847"/>
                    <a:pt x="15" y="852"/>
                    <a:pt x="14" y="848"/>
                  </a:cubicBezTo>
                  <a:cubicBezTo>
                    <a:pt x="10" y="782"/>
                    <a:pt x="0" y="717"/>
                    <a:pt x="0" y="647"/>
                  </a:cubicBezTo>
                  <a:cubicBezTo>
                    <a:pt x="1" y="592"/>
                    <a:pt x="9" y="536"/>
                    <a:pt x="11" y="479"/>
                  </a:cubicBezTo>
                  <a:cubicBezTo>
                    <a:pt x="12" y="422"/>
                    <a:pt x="15" y="364"/>
                    <a:pt x="24" y="310"/>
                  </a:cubicBezTo>
                  <a:cubicBezTo>
                    <a:pt x="50" y="295"/>
                    <a:pt x="77" y="277"/>
                    <a:pt x="108" y="264"/>
                  </a:cubicBezTo>
                  <a:cubicBezTo>
                    <a:pt x="120" y="259"/>
                    <a:pt x="135" y="256"/>
                    <a:pt x="144" y="249"/>
                  </a:cubicBezTo>
                  <a:cubicBezTo>
                    <a:pt x="154" y="242"/>
                    <a:pt x="174" y="227"/>
                    <a:pt x="176" y="217"/>
                  </a:cubicBezTo>
                  <a:cubicBezTo>
                    <a:pt x="179" y="199"/>
                    <a:pt x="171" y="184"/>
                    <a:pt x="167" y="172"/>
                  </a:cubicBezTo>
                  <a:cubicBezTo>
                    <a:pt x="164" y="166"/>
                    <a:pt x="162" y="159"/>
                    <a:pt x="159" y="156"/>
                  </a:cubicBezTo>
                  <a:cubicBezTo>
                    <a:pt x="154" y="149"/>
                    <a:pt x="146" y="148"/>
                    <a:pt x="142" y="142"/>
                  </a:cubicBezTo>
                  <a:cubicBezTo>
                    <a:pt x="135" y="129"/>
                    <a:pt x="132" y="97"/>
                    <a:pt x="146" y="92"/>
                  </a:cubicBezTo>
                  <a:cubicBezTo>
                    <a:pt x="148" y="42"/>
                    <a:pt x="164" y="7"/>
                    <a:pt x="213" y="3"/>
                  </a:cubicBezTo>
                  <a:cubicBezTo>
                    <a:pt x="269" y="0"/>
                    <a:pt x="302" y="30"/>
                    <a:pt x="295" y="92"/>
                  </a:cubicBezTo>
                  <a:cubicBezTo>
                    <a:pt x="297" y="99"/>
                    <a:pt x="302" y="98"/>
                    <a:pt x="304" y="105"/>
                  </a:cubicBezTo>
                  <a:cubicBezTo>
                    <a:pt x="307" y="119"/>
                    <a:pt x="300" y="137"/>
                    <a:pt x="293" y="144"/>
                  </a:cubicBezTo>
                  <a:cubicBezTo>
                    <a:pt x="290" y="147"/>
                    <a:pt x="287" y="148"/>
                    <a:pt x="285" y="152"/>
                  </a:cubicBezTo>
                  <a:cubicBezTo>
                    <a:pt x="284" y="156"/>
                    <a:pt x="285" y="165"/>
                    <a:pt x="283" y="172"/>
                  </a:cubicBezTo>
                  <a:cubicBezTo>
                    <a:pt x="282" y="181"/>
                    <a:pt x="277" y="197"/>
                    <a:pt x="281" y="210"/>
                  </a:cubicBezTo>
                  <a:cubicBezTo>
                    <a:pt x="282" y="216"/>
                    <a:pt x="296" y="227"/>
                    <a:pt x="304" y="231"/>
                  </a:cubicBezTo>
                  <a:cubicBezTo>
                    <a:pt x="314" y="235"/>
                    <a:pt x="328" y="236"/>
                    <a:pt x="340" y="240"/>
                  </a:cubicBezTo>
                  <a:cubicBezTo>
                    <a:pt x="363" y="247"/>
                    <a:pt x="384" y="253"/>
                    <a:pt x="409" y="260"/>
                  </a:cubicBezTo>
                  <a:cubicBezTo>
                    <a:pt x="423" y="265"/>
                    <a:pt x="437" y="267"/>
                    <a:pt x="444" y="275"/>
                  </a:cubicBezTo>
                  <a:cubicBezTo>
                    <a:pt x="449" y="281"/>
                    <a:pt x="453" y="295"/>
                    <a:pt x="457" y="306"/>
                  </a:cubicBezTo>
                  <a:cubicBezTo>
                    <a:pt x="461" y="317"/>
                    <a:pt x="465" y="329"/>
                    <a:pt x="467" y="338"/>
                  </a:cubicBezTo>
                  <a:cubicBezTo>
                    <a:pt x="470" y="355"/>
                    <a:pt x="469" y="372"/>
                    <a:pt x="472" y="389"/>
                  </a:cubicBezTo>
                  <a:cubicBezTo>
                    <a:pt x="477" y="421"/>
                    <a:pt x="482" y="452"/>
                    <a:pt x="487" y="485"/>
                  </a:cubicBezTo>
                  <a:cubicBezTo>
                    <a:pt x="489" y="501"/>
                    <a:pt x="490" y="518"/>
                    <a:pt x="494" y="532"/>
                  </a:cubicBezTo>
                  <a:cubicBezTo>
                    <a:pt x="497" y="542"/>
                    <a:pt x="507" y="551"/>
                    <a:pt x="507" y="563"/>
                  </a:cubicBezTo>
                  <a:cubicBezTo>
                    <a:pt x="507" y="570"/>
                    <a:pt x="501" y="576"/>
                    <a:pt x="500" y="582"/>
                  </a:cubicBezTo>
                  <a:cubicBezTo>
                    <a:pt x="500" y="588"/>
                    <a:pt x="505" y="593"/>
                    <a:pt x="505" y="599"/>
                  </a:cubicBezTo>
                  <a:cubicBezTo>
                    <a:pt x="506" y="613"/>
                    <a:pt x="500" y="624"/>
                    <a:pt x="498" y="634"/>
                  </a:cubicBezTo>
                  <a:cubicBezTo>
                    <a:pt x="495" y="646"/>
                    <a:pt x="495" y="660"/>
                    <a:pt x="493" y="673"/>
                  </a:cubicBezTo>
                  <a:cubicBezTo>
                    <a:pt x="488" y="708"/>
                    <a:pt x="480" y="750"/>
                    <a:pt x="475" y="785"/>
                  </a:cubicBezTo>
                  <a:close/>
                  <a:moveTo>
                    <a:pt x="177" y="222"/>
                  </a:moveTo>
                  <a:cubicBezTo>
                    <a:pt x="171" y="267"/>
                    <a:pt x="183" y="313"/>
                    <a:pt x="193" y="359"/>
                  </a:cubicBezTo>
                  <a:cubicBezTo>
                    <a:pt x="213" y="461"/>
                    <a:pt x="204" y="581"/>
                    <a:pt x="208" y="694"/>
                  </a:cubicBezTo>
                  <a:cubicBezTo>
                    <a:pt x="266" y="693"/>
                    <a:pt x="327" y="693"/>
                    <a:pt x="383" y="694"/>
                  </a:cubicBezTo>
                  <a:cubicBezTo>
                    <a:pt x="378" y="677"/>
                    <a:pt x="370" y="659"/>
                    <a:pt x="362" y="642"/>
                  </a:cubicBezTo>
                  <a:cubicBezTo>
                    <a:pt x="347" y="606"/>
                    <a:pt x="336" y="567"/>
                    <a:pt x="324" y="529"/>
                  </a:cubicBezTo>
                  <a:cubicBezTo>
                    <a:pt x="318" y="511"/>
                    <a:pt x="310" y="492"/>
                    <a:pt x="306" y="473"/>
                  </a:cubicBezTo>
                  <a:cubicBezTo>
                    <a:pt x="302" y="458"/>
                    <a:pt x="301" y="440"/>
                    <a:pt x="299" y="423"/>
                  </a:cubicBezTo>
                  <a:cubicBezTo>
                    <a:pt x="293" y="371"/>
                    <a:pt x="288" y="317"/>
                    <a:pt x="285" y="267"/>
                  </a:cubicBezTo>
                  <a:cubicBezTo>
                    <a:pt x="284" y="252"/>
                    <a:pt x="288" y="234"/>
                    <a:pt x="281" y="220"/>
                  </a:cubicBezTo>
                  <a:cubicBezTo>
                    <a:pt x="270" y="239"/>
                    <a:pt x="263" y="261"/>
                    <a:pt x="251" y="279"/>
                  </a:cubicBezTo>
                  <a:cubicBezTo>
                    <a:pt x="251" y="290"/>
                    <a:pt x="252" y="301"/>
                    <a:pt x="244" y="305"/>
                  </a:cubicBezTo>
                  <a:cubicBezTo>
                    <a:pt x="242" y="304"/>
                    <a:pt x="245" y="297"/>
                    <a:pt x="243" y="296"/>
                  </a:cubicBezTo>
                  <a:cubicBezTo>
                    <a:pt x="225" y="286"/>
                    <a:pt x="215" y="272"/>
                    <a:pt x="201" y="258"/>
                  </a:cubicBezTo>
                  <a:cubicBezTo>
                    <a:pt x="194" y="250"/>
                    <a:pt x="185" y="241"/>
                    <a:pt x="182" y="232"/>
                  </a:cubicBezTo>
                  <a:cubicBezTo>
                    <a:pt x="181" y="228"/>
                    <a:pt x="183" y="223"/>
                    <a:pt x="179" y="220"/>
                  </a:cubicBezTo>
                  <a:cubicBezTo>
                    <a:pt x="177" y="220"/>
                    <a:pt x="177" y="221"/>
                    <a:pt x="177" y="222"/>
                  </a:cubicBezTo>
                  <a:close/>
                </a:path>
              </a:pathLst>
            </a:custGeom>
            <a:solidFill>
              <a:schemeClr val="accent4"/>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9" name="Gruppe 92"/>
            <p:cNvGrpSpPr>
              <a:grpSpLocks/>
            </p:cNvGrpSpPr>
            <p:nvPr/>
          </p:nvGrpSpPr>
          <p:grpSpPr bwMode="auto">
            <a:xfrm flipH="1">
              <a:off x="10093070" y="2128103"/>
              <a:ext cx="1156368" cy="3128723"/>
              <a:chOff x="3176834" y="3904792"/>
              <a:chExt cx="823514" cy="2228684"/>
            </a:xfrm>
            <a:solidFill>
              <a:schemeClr val="accent1"/>
            </a:solidFill>
          </p:grpSpPr>
          <p:grpSp>
            <p:nvGrpSpPr>
              <p:cNvPr id="16" name="Gruppe 52"/>
              <p:cNvGrpSpPr>
                <a:grpSpLocks/>
              </p:cNvGrpSpPr>
              <p:nvPr/>
            </p:nvGrpSpPr>
            <p:grpSpPr bwMode="auto">
              <a:xfrm>
                <a:off x="3176834" y="3904792"/>
                <a:ext cx="823514" cy="2228684"/>
                <a:chOff x="3612263" y="3839478"/>
                <a:chExt cx="823514" cy="2228684"/>
              </a:xfrm>
              <a:grpFill/>
            </p:grpSpPr>
            <p:sp>
              <p:nvSpPr>
                <p:cNvPr id="19" name="Freeform 137"/>
                <p:cNvSpPr>
                  <a:spLocks noEditPoints="1"/>
                </p:cNvSpPr>
                <p:nvPr/>
              </p:nvSpPr>
              <p:spPr bwMode="auto">
                <a:xfrm>
                  <a:off x="3804323" y="4157631"/>
                  <a:ext cx="588073" cy="1305483"/>
                </a:xfrm>
                <a:custGeom>
                  <a:avLst/>
                  <a:gdLst>
                    <a:gd name="T0" fmla="*/ 811490228 w 350"/>
                    <a:gd name="T1" fmla="*/ 413305594 h 774"/>
                    <a:gd name="T2" fmla="*/ 756046810 w 350"/>
                    <a:gd name="T3" fmla="*/ 257055956 h 774"/>
                    <a:gd name="T4" fmla="*/ 756046810 w 350"/>
                    <a:gd name="T5" fmla="*/ 221773779 h 774"/>
                    <a:gd name="T6" fmla="*/ 740925878 w 350"/>
                    <a:gd name="T7" fmla="*/ 181451242 h 774"/>
                    <a:gd name="T8" fmla="*/ 725804945 w 350"/>
                    <a:gd name="T9" fmla="*/ 115927201 h 774"/>
                    <a:gd name="T10" fmla="*/ 705643702 w 350"/>
                    <a:gd name="T11" fmla="*/ 90725621 h 774"/>
                    <a:gd name="T12" fmla="*/ 650200284 w 350"/>
                    <a:gd name="T13" fmla="*/ 65524067 h 774"/>
                    <a:gd name="T14" fmla="*/ 569555312 w 350"/>
                    <a:gd name="T15" fmla="*/ 45362811 h 774"/>
                    <a:gd name="T16" fmla="*/ 302418744 w 350"/>
                    <a:gd name="T17" fmla="*/ 0 h 774"/>
                    <a:gd name="T18" fmla="*/ 246975326 w 350"/>
                    <a:gd name="T19" fmla="*/ 10080625 h 774"/>
                    <a:gd name="T20" fmla="*/ 191531858 w 350"/>
                    <a:gd name="T21" fmla="*/ 35282189 h 774"/>
                    <a:gd name="T22" fmla="*/ 105846575 w 350"/>
                    <a:gd name="T23" fmla="*/ 70564378 h 774"/>
                    <a:gd name="T24" fmla="*/ 30241877 w 350"/>
                    <a:gd name="T25" fmla="*/ 90725621 h 774"/>
                    <a:gd name="T26" fmla="*/ 15120938 w 350"/>
                    <a:gd name="T27" fmla="*/ 105846579 h 774"/>
                    <a:gd name="T28" fmla="*/ 0 w 350"/>
                    <a:gd name="T29" fmla="*/ 151209377 h 774"/>
                    <a:gd name="T30" fmla="*/ 15120938 w 350"/>
                    <a:gd name="T31" fmla="*/ 216733468 h 774"/>
                    <a:gd name="T32" fmla="*/ 45362809 w 350"/>
                    <a:gd name="T33" fmla="*/ 267136577 h 774"/>
                    <a:gd name="T34" fmla="*/ 105846575 w 350"/>
                    <a:gd name="T35" fmla="*/ 524192533 h 774"/>
                    <a:gd name="T36" fmla="*/ 151209372 w 350"/>
                    <a:gd name="T37" fmla="*/ 635079373 h 774"/>
                    <a:gd name="T38" fmla="*/ 181451236 w 350"/>
                    <a:gd name="T39" fmla="*/ 715724348 h 774"/>
                    <a:gd name="T40" fmla="*/ 211693150 w 350"/>
                    <a:gd name="T41" fmla="*/ 801409633 h 774"/>
                    <a:gd name="T42" fmla="*/ 196572169 w 350"/>
                    <a:gd name="T43" fmla="*/ 871974184 h 774"/>
                    <a:gd name="T44" fmla="*/ 161289993 w 350"/>
                    <a:gd name="T45" fmla="*/ 1003022268 h 774"/>
                    <a:gd name="T46" fmla="*/ 120967507 w 350"/>
                    <a:gd name="T47" fmla="*/ 1169352528 h 774"/>
                    <a:gd name="T48" fmla="*/ 115927197 w 350"/>
                    <a:gd name="T49" fmla="*/ 1229836259 h 774"/>
                    <a:gd name="T50" fmla="*/ 146169061 w 350"/>
                    <a:gd name="T51" fmla="*/ 1244957192 h 774"/>
                    <a:gd name="T52" fmla="*/ 146169061 w 350"/>
                    <a:gd name="T53" fmla="*/ 1401206830 h 774"/>
                    <a:gd name="T54" fmla="*/ 156249683 w 350"/>
                    <a:gd name="T55" fmla="*/ 1653222375 h 774"/>
                    <a:gd name="T56" fmla="*/ 156249683 w 350"/>
                    <a:gd name="T57" fmla="*/ 1718746814 h 774"/>
                    <a:gd name="T58" fmla="*/ 156249683 w 350"/>
                    <a:gd name="T59" fmla="*/ 1789311167 h 774"/>
                    <a:gd name="T60" fmla="*/ 156249683 w 350"/>
                    <a:gd name="T61" fmla="*/ 1895157696 h 774"/>
                    <a:gd name="T62" fmla="*/ 272176879 w 350"/>
                    <a:gd name="T63" fmla="*/ 1940520494 h 774"/>
                    <a:gd name="T64" fmla="*/ 342741230 w 350"/>
                    <a:gd name="T65" fmla="*/ 1950601116 h 774"/>
                    <a:gd name="T66" fmla="*/ 493950651 w 350"/>
                    <a:gd name="T67" fmla="*/ 1925399561 h 774"/>
                    <a:gd name="T68" fmla="*/ 665321216 w 350"/>
                    <a:gd name="T69" fmla="*/ 1880036763 h 774"/>
                    <a:gd name="T70" fmla="*/ 781248363 w 350"/>
                    <a:gd name="T71" fmla="*/ 1834673965 h 774"/>
                    <a:gd name="T72" fmla="*/ 826611160 w 350"/>
                    <a:gd name="T73" fmla="*/ 1703625881 h 774"/>
                    <a:gd name="T74" fmla="*/ 821570849 w 350"/>
                    <a:gd name="T75" fmla="*/ 1340723099 h 774"/>
                    <a:gd name="T76" fmla="*/ 821570849 w 350"/>
                    <a:gd name="T77" fmla="*/ 1159271906 h 774"/>
                    <a:gd name="T78" fmla="*/ 796369296 w 350"/>
                    <a:gd name="T79" fmla="*/ 1028223823 h 774"/>
                    <a:gd name="T80" fmla="*/ 776208053 w 350"/>
                    <a:gd name="T81" fmla="*/ 967740092 h 774"/>
                    <a:gd name="T82" fmla="*/ 861893534 w 350"/>
                    <a:gd name="T83" fmla="*/ 751006524 h 774"/>
                    <a:gd name="T84" fmla="*/ 877014466 w 350"/>
                    <a:gd name="T85" fmla="*/ 705643726 h 774"/>
                    <a:gd name="T86" fmla="*/ 877014466 w 350"/>
                    <a:gd name="T87" fmla="*/ 685482482 h 774"/>
                    <a:gd name="T88" fmla="*/ 705643702 w 350"/>
                    <a:gd name="T89" fmla="*/ 619958440 h 774"/>
                    <a:gd name="T90" fmla="*/ 685482459 w 350"/>
                    <a:gd name="T91" fmla="*/ 650200306 h 774"/>
                    <a:gd name="T92" fmla="*/ 700603392 w 350"/>
                    <a:gd name="T93" fmla="*/ 594756886 h 774"/>
                    <a:gd name="T94" fmla="*/ 710684013 w 350"/>
                    <a:gd name="T95" fmla="*/ 604837508 h 774"/>
                    <a:gd name="T96" fmla="*/ 705643702 w 350"/>
                    <a:gd name="T97" fmla="*/ 619958440 h 7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0"/>
                    <a:gd name="T148" fmla="*/ 0 h 774"/>
                    <a:gd name="T149" fmla="*/ 350 w 350"/>
                    <a:gd name="T150" fmla="*/ 774 h 7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0" h="774">
                      <a:moveTo>
                        <a:pt x="344" y="262"/>
                      </a:moveTo>
                      <a:lnTo>
                        <a:pt x="344" y="262"/>
                      </a:lnTo>
                      <a:lnTo>
                        <a:pt x="322" y="164"/>
                      </a:lnTo>
                      <a:lnTo>
                        <a:pt x="300" y="102"/>
                      </a:lnTo>
                      <a:lnTo>
                        <a:pt x="300" y="96"/>
                      </a:lnTo>
                      <a:lnTo>
                        <a:pt x="300" y="88"/>
                      </a:lnTo>
                      <a:lnTo>
                        <a:pt x="296" y="80"/>
                      </a:lnTo>
                      <a:lnTo>
                        <a:pt x="294" y="76"/>
                      </a:lnTo>
                      <a:lnTo>
                        <a:pt x="294" y="72"/>
                      </a:lnTo>
                      <a:lnTo>
                        <a:pt x="292" y="56"/>
                      </a:lnTo>
                      <a:lnTo>
                        <a:pt x="288" y="46"/>
                      </a:lnTo>
                      <a:lnTo>
                        <a:pt x="284" y="40"/>
                      </a:lnTo>
                      <a:lnTo>
                        <a:pt x="280" y="36"/>
                      </a:lnTo>
                      <a:lnTo>
                        <a:pt x="270" y="30"/>
                      </a:lnTo>
                      <a:lnTo>
                        <a:pt x="260" y="26"/>
                      </a:lnTo>
                      <a:lnTo>
                        <a:pt x="258" y="26"/>
                      </a:lnTo>
                      <a:lnTo>
                        <a:pt x="234" y="20"/>
                      </a:lnTo>
                      <a:lnTo>
                        <a:pt x="226" y="18"/>
                      </a:lnTo>
                      <a:lnTo>
                        <a:pt x="212" y="14"/>
                      </a:lnTo>
                      <a:lnTo>
                        <a:pt x="176" y="8"/>
                      </a:lnTo>
                      <a:lnTo>
                        <a:pt x="120" y="0"/>
                      </a:lnTo>
                      <a:lnTo>
                        <a:pt x="112" y="0"/>
                      </a:lnTo>
                      <a:lnTo>
                        <a:pt x="98" y="4"/>
                      </a:lnTo>
                      <a:lnTo>
                        <a:pt x="84" y="8"/>
                      </a:lnTo>
                      <a:lnTo>
                        <a:pt x="76" y="14"/>
                      </a:lnTo>
                      <a:lnTo>
                        <a:pt x="68" y="18"/>
                      </a:lnTo>
                      <a:lnTo>
                        <a:pt x="58" y="22"/>
                      </a:lnTo>
                      <a:lnTo>
                        <a:pt x="42" y="28"/>
                      </a:lnTo>
                      <a:lnTo>
                        <a:pt x="28" y="32"/>
                      </a:lnTo>
                      <a:lnTo>
                        <a:pt x="12" y="36"/>
                      </a:lnTo>
                      <a:lnTo>
                        <a:pt x="8" y="38"/>
                      </a:lnTo>
                      <a:lnTo>
                        <a:pt x="6" y="42"/>
                      </a:lnTo>
                      <a:lnTo>
                        <a:pt x="4" y="48"/>
                      </a:lnTo>
                      <a:lnTo>
                        <a:pt x="0" y="60"/>
                      </a:lnTo>
                      <a:lnTo>
                        <a:pt x="0" y="70"/>
                      </a:lnTo>
                      <a:lnTo>
                        <a:pt x="2" y="80"/>
                      </a:lnTo>
                      <a:lnTo>
                        <a:pt x="6" y="86"/>
                      </a:lnTo>
                      <a:lnTo>
                        <a:pt x="18" y="106"/>
                      </a:lnTo>
                      <a:lnTo>
                        <a:pt x="30" y="158"/>
                      </a:lnTo>
                      <a:lnTo>
                        <a:pt x="42" y="208"/>
                      </a:lnTo>
                      <a:lnTo>
                        <a:pt x="50" y="224"/>
                      </a:lnTo>
                      <a:lnTo>
                        <a:pt x="56" y="240"/>
                      </a:lnTo>
                      <a:lnTo>
                        <a:pt x="60" y="252"/>
                      </a:lnTo>
                      <a:lnTo>
                        <a:pt x="64" y="266"/>
                      </a:lnTo>
                      <a:lnTo>
                        <a:pt x="72" y="284"/>
                      </a:lnTo>
                      <a:lnTo>
                        <a:pt x="80" y="304"/>
                      </a:lnTo>
                      <a:lnTo>
                        <a:pt x="82" y="312"/>
                      </a:lnTo>
                      <a:lnTo>
                        <a:pt x="84" y="318"/>
                      </a:lnTo>
                      <a:lnTo>
                        <a:pt x="82" y="332"/>
                      </a:lnTo>
                      <a:lnTo>
                        <a:pt x="78" y="346"/>
                      </a:lnTo>
                      <a:lnTo>
                        <a:pt x="72" y="364"/>
                      </a:lnTo>
                      <a:lnTo>
                        <a:pt x="64" y="398"/>
                      </a:lnTo>
                      <a:lnTo>
                        <a:pt x="54" y="438"/>
                      </a:lnTo>
                      <a:lnTo>
                        <a:pt x="48" y="464"/>
                      </a:lnTo>
                      <a:lnTo>
                        <a:pt x="42" y="484"/>
                      </a:lnTo>
                      <a:lnTo>
                        <a:pt x="46" y="488"/>
                      </a:lnTo>
                      <a:lnTo>
                        <a:pt x="52" y="492"/>
                      </a:lnTo>
                      <a:lnTo>
                        <a:pt x="58" y="494"/>
                      </a:lnTo>
                      <a:lnTo>
                        <a:pt x="58" y="506"/>
                      </a:lnTo>
                      <a:lnTo>
                        <a:pt x="58" y="524"/>
                      </a:lnTo>
                      <a:lnTo>
                        <a:pt x="58" y="556"/>
                      </a:lnTo>
                      <a:lnTo>
                        <a:pt x="60" y="606"/>
                      </a:lnTo>
                      <a:lnTo>
                        <a:pt x="62" y="656"/>
                      </a:lnTo>
                      <a:lnTo>
                        <a:pt x="62" y="672"/>
                      </a:lnTo>
                      <a:lnTo>
                        <a:pt x="62" y="682"/>
                      </a:lnTo>
                      <a:lnTo>
                        <a:pt x="62" y="710"/>
                      </a:lnTo>
                      <a:lnTo>
                        <a:pt x="62" y="732"/>
                      </a:lnTo>
                      <a:lnTo>
                        <a:pt x="62" y="752"/>
                      </a:lnTo>
                      <a:lnTo>
                        <a:pt x="72" y="756"/>
                      </a:lnTo>
                      <a:lnTo>
                        <a:pt x="108" y="770"/>
                      </a:lnTo>
                      <a:lnTo>
                        <a:pt x="122" y="774"/>
                      </a:lnTo>
                      <a:lnTo>
                        <a:pt x="136" y="774"/>
                      </a:lnTo>
                      <a:lnTo>
                        <a:pt x="152" y="774"/>
                      </a:lnTo>
                      <a:lnTo>
                        <a:pt x="168" y="770"/>
                      </a:lnTo>
                      <a:lnTo>
                        <a:pt x="196" y="764"/>
                      </a:lnTo>
                      <a:lnTo>
                        <a:pt x="214" y="760"/>
                      </a:lnTo>
                      <a:lnTo>
                        <a:pt x="264" y="746"/>
                      </a:lnTo>
                      <a:lnTo>
                        <a:pt x="288" y="738"/>
                      </a:lnTo>
                      <a:lnTo>
                        <a:pt x="310" y="728"/>
                      </a:lnTo>
                      <a:lnTo>
                        <a:pt x="330" y="716"/>
                      </a:lnTo>
                      <a:lnTo>
                        <a:pt x="328" y="676"/>
                      </a:lnTo>
                      <a:lnTo>
                        <a:pt x="326" y="616"/>
                      </a:lnTo>
                      <a:lnTo>
                        <a:pt x="326" y="532"/>
                      </a:lnTo>
                      <a:lnTo>
                        <a:pt x="324" y="468"/>
                      </a:lnTo>
                      <a:lnTo>
                        <a:pt x="326" y="460"/>
                      </a:lnTo>
                      <a:lnTo>
                        <a:pt x="326" y="446"/>
                      </a:lnTo>
                      <a:lnTo>
                        <a:pt x="324" y="434"/>
                      </a:lnTo>
                      <a:lnTo>
                        <a:pt x="316" y="408"/>
                      </a:lnTo>
                      <a:lnTo>
                        <a:pt x="310" y="392"/>
                      </a:lnTo>
                      <a:lnTo>
                        <a:pt x="308" y="384"/>
                      </a:lnTo>
                      <a:lnTo>
                        <a:pt x="324" y="344"/>
                      </a:lnTo>
                      <a:lnTo>
                        <a:pt x="338" y="314"/>
                      </a:lnTo>
                      <a:lnTo>
                        <a:pt x="342" y="298"/>
                      </a:lnTo>
                      <a:lnTo>
                        <a:pt x="344" y="290"/>
                      </a:lnTo>
                      <a:lnTo>
                        <a:pt x="348" y="280"/>
                      </a:lnTo>
                      <a:lnTo>
                        <a:pt x="350" y="276"/>
                      </a:lnTo>
                      <a:lnTo>
                        <a:pt x="348" y="272"/>
                      </a:lnTo>
                      <a:lnTo>
                        <a:pt x="344" y="262"/>
                      </a:lnTo>
                      <a:close/>
                      <a:moveTo>
                        <a:pt x="280" y="246"/>
                      </a:moveTo>
                      <a:lnTo>
                        <a:pt x="276" y="250"/>
                      </a:lnTo>
                      <a:lnTo>
                        <a:pt x="276" y="256"/>
                      </a:lnTo>
                      <a:lnTo>
                        <a:pt x="272" y="258"/>
                      </a:lnTo>
                      <a:lnTo>
                        <a:pt x="274" y="236"/>
                      </a:lnTo>
                      <a:lnTo>
                        <a:pt x="278" y="236"/>
                      </a:lnTo>
                      <a:lnTo>
                        <a:pt x="280" y="238"/>
                      </a:lnTo>
                      <a:lnTo>
                        <a:pt x="282" y="240"/>
                      </a:lnTo>
                      <a:lnTo>
                        <a:pt x="282" y="246"/>
                      </a:lnTo>
                      <a:lnTo>
                        <a:pt x="280" y="24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0" name="Freeform 139"/>
                <p:cNvSpPr>
                  <a:spLocks/>
                </p:cNvSpPr>
                <p:nvPr/>
              </p:nvSpPr>
              <p:spPr bwMode="auto">
                <a:xfrm>
                  <a:off x="3882332" y="3839514"/>
                  <a:ext cx="339041" cy="366135"/>
                </a:xfrm>
                <a:custGeom>
                  <a:avLst/>
                  <a:gdLst>
                    <a:gd name="T0" fmla="*/ 282257514 w 202"/>
                    <a:gd name="T1" fmla="*/ 10080625 h 216"/>
                    <a:gd name="T2" fmla="*/ 317539691 w 202"/>
                    <a:gd name="T3" fmla="*/ 5040313 h 216"/>
                    <a:gd name="T4" fmla="*/ 327620313 w 202"/>
                    <a:gd name="T5" fmla="*/ 10080625 h 216"/>
                    <a:gd name="T6" fmla="*/ 403224977 w 202"/>
                    <a:gd name="T7" fmla="*/ 15120939 h 216"/>
                    <a:gd name="T8" fmla="*/ 433466942 w 202"/>
                    <a:gd name="T9" fmla="*/ 30241879 h 216"/>
                    <a:gd name="T10" fmla="*/ 443547564 w 202"/>
                    <a:gd name="T11" fmla="*/ 45362812 h 216"/>
                    <a:gd name="T12" fmla="*/ 463708808 w 202"/>
                    <a:gd name="T13" fmla="*/ 100806246 h 216"/>
                    <a:gd name="T14" fmla="*/ 463708808 w 202"/>
                    <a:gd name="T15" fmla="*/ 156249693 h 216"/>
                    <a:gd name="T16" fmla="*/ 473789430 w 202"/>
                    <a:gd name="T17" fmla="*/ 226814098 h 216"/>
                    <a:gd name="T18" fmla="*/ 473789430 w 202"/>
                    <a:gd name="T19" fmla="*/ 307459075 h 216"/>
                    <a:gd name="T20" fmla="*/ 453628186 w 202"/>
                    <a:gd name="T21" fmla="*/ 372983119 h 216"/>
                    <a:gd name="T22" fmla="*/ 453628186 w 202"/>
                    <a:gd name="T23" fmla="*/ 393144363 h 216"/>
                    <a:gd name="T24" fmla="*/ 473789430 w 202"/>
                    <a:gd name="T25" fmla="*/ 443547573 h 216"/>
                    <a:gd name="T26" fmla="*/ 493950674 w 202"/>
                    <a:gd name="T27" fmla="*/ 453628195 h 216"/>
                    <a:gd name="T28" fmla="*/ 483870052 w 202"/>
                    <a:gd name="T29" fmla="*/ 453628195 h 216"/>
                    <a:gd name="T30" fmla="*/ 463708808 w 202"/>
                    <a:gd name="T31" fmla="*/ 453628195 h 216"/>
                    <a:gd name="T32" fmla="*/ 473789430 w 202"/>
                    <a:gd name="T33" fmla="*/ 478829751 h 216"/>
                    <a:gd name="T34" fmla="*/ 498990985 w 202"/>
                    <a:gd name="T35" fmla="*/ 493950684 h 216"/>
                    <a:gd name="T36" fmla="*/ 509071607 w 202"/>
                    <a:gd name="T37" fmla="*/ 488910373 h 216"/>
                    <a:gd name="T38" fmla="*/ 493950674 w 202"/>
                    <a:gd name="T39" fmla="*/ 534273172 h 216"/>
                    <a:gd name="T40" fmla="*/ 473789430 w 202"/>
                    <a:gd name="T41" fmla="*/ 544353795 h 216"/>
                    <a:gd name="T42" fmla="*/ 453628186 w 202"/>
                    <a:gd name="T43" fmla="*/ 544353795 h 216"/>
                    <a:gd name="T44" fmla="*/ 418346010 w 202"/>
                    <a:gd name="T45" fmla="*/ 534273172 h 216"/>
                    <a:gd name="T46" fmla="*/ 398184666 w 202"/>
                    <a:gd name="T47" fmla="*/ 509071617 h 216"/>
                    <a:gd name="T48" fmla="*/ 398184666 w 202"/>
                    <a:gd name="T49" fmla="*/ 493950684 h 216"/>
                    <a:gd name="T50" fmla="*/ 388104044 w 202"/>
                    <a:gd name="T51" fmla="*/ 478829751 h 216"/>
                    <a:gd name="T52" fmla="*/ 352821868 w 202"/>
                    <a:gd name="T53" fmla="*/ 468749128 h 216"/>
                    <a:gd name="T54" fmla="*/ 337700935 w 202"/>
                    <a:gd name="T55" fmla="*/ 453628195 h 216"/>
                    <a:gd name="T56" fmla="*/ 196572178 w 202"/>
                    <a:gd name="T57" fmla="*/ 453628195 h 216"/>
                    <a:gd name="T58" fmla="*/ 176410934 w 202"/>
                    <a:gd name="T59" fmla="*/ 478829751 h 216"/>
                    <a:gd name="T60" fmla="*/ 176410934 w 202"/>
                    <a:gd name="T61" fmla="*/ 504031306 h 216"/>
                    <a:gd name="T62" fmla="*/ 171370623 w 202"/>
                    <a:gd name="T63" fmla="*/ 524192550 h 216"/>
                    <a:gd name="T64" fmla="*/ 151209379 w 202"/>
                    <a:gd name="T65" fmla="*/ 534273172 h 216"/>
                    <a:gd name="T66" fmla="*/ 141128757 w 202"/>
                    <a:gd name="T67" fmla="*/ 539313484 h 216"/>
                    <a:gd name="T68" fmla="*/ 120967513 w 202"/>
                    <a:gd name="T69" fmla="*/ 534273172 h 216"/>
                    <a:gd name="T70" fmla="*/ 70564378 w 202"/>
                    <a:gd name="T71" fmla="*/ 544353795 h 216"/>
                    <a:gd name="T72" fmla="*/ 35282189 w 202"/>
                    <a:gd name="T73" fmla="*/ 529232861 h 216"/>
                    <a:gd name="T74" fmla="*/ 15120939 w 202"/>
                    <a:gd name="T75" fmla="*/ 493950684 h 216"/>
                    <a:gd name="T76" fmla="*/ 0 w 202"/>
                    <a:gd name="T77" fmla="*/ 473789440 h 216"/>
                    <a:gd name="T78" fmla="*/ 30241878 w 202"/>
                    <a:gd name="T79" fmla="*/ 478829751 h 216"/>
                    <a:gd name="T80" fmla="*/ 35282189 w 202"/>
                    <a:gd name="T81" fmla="*/ 473789440 h 216"/>
                    <a:gd name="T82" fmla="*/ 45362811 w 202"/>
                    <a:gd name="T83" fmla="*/ 458668506 h 216"/>
                    <a:gd name="T84" fmla="*/ 65524068 w 202"/>
                    <a:gd name="T85" fmla="*/ 433466951 h 216"/>
                    <a:gd name="T86" fmla="*/ 60483757 w 202"/>
                    <a:gd name="T87" fmla="*/ 398184674 h 216"/>
                    <a:gd name="T88" fmla="*/ 55443446 w 202"/>
                    <a:gd name="T89" fmla="*/ 367942808 h 216"/>
                    <a:gd name="T90" fmla="*/ 45362811 w 202"/>
                    <a:gd name="T91" fmla="*/ 312499386 h 216"/>
                    <a:gd name="T92" fmla="*/ 55443446 w 202"/>
                    <a:gd name="T93" fmla="*/ 267136586 h 216"/>
                    <a:gd name="T94" fmla="*/ 80645000 w 202"/>
                    <a:gd name="T95" fmla="*/ 196572182 h 216"/>
                    <a:gd name="T96" fmla="*/ 90725622 w 202"/>
                    <a:gd name="T97" fmla="*/ 171370626 h 216"/>
                    <a:gd name="T98" fmla="*/ 120967513 w 202"/>
                    <a:gd name="T99" fmla="*/ 105846582 h 216"/>
                    <a:gd name="T100" fmla="*/ 181451245 w 202"/>
                    <a:gd name="T101" fmla="*/ 45362812 h 216"/>
                    <a:gd name="T102" fmla="*/ 236894715 w 202"/>
                    <a:gd name="T103" fmla="*/ 5040313 h 216"/>
                    <a:gd name="T104" fmla="*/ 272176892 w 202"/>
                    <a:gd name="T105" fmla="*/ 5040313 h 216"/>
                    <a:gd name="T106" fmla="*/ 282257514 w 202"/>
                    <a:gd name="T107" fmla="*/ 10080625 h 2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2"/>
                    <a:gd name="T163" fmla="*/ 0 h 216"/>
                    <a:gd name="T164" fmla="*/ 202 w 202"/>
                    <a:gd name="T165" fmla="*/ 216 h 2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2" h="216">
                      <a:moveTo>
                        <a:pt x="112" y="4"/>
                      </a:moveTo>
                      <a:lnTo>
                        <a:pt x="112" y="4"/>
                      </a:lnTo>
                      <a:lnTo>
                        <a:pt x="120" y="2"/>
                      </a:lnTo>
                      <a:lnTo>
                        <a:pt x="126" y="2"/>
                      </a:lnTo>
                      <a:lnTo>
                        <a:pt x="130" y="4"/>
                      </a:lnTo>
                      <a:lnTo>
                        <a:pt x="146" y="4"/>
                      </a:lnTo>
                      <a:lnTo>
                        <a:pt x="160" y="6"/>
                      </a:lnTo>
                      <a:lnTo>
                        <a:pt x="166" y="8"/>
                      </a:lnTo>
                      <a:lnTo>
                        <a:pt x="172" y="12"/>
                      </a:lnTo>
                      <a:lnTo>
                        <a:pt x="176" y="18"/>
                      </a:lnTo>
                      <a:lnTo>
                        <a:pt x="180" y="24"/>
                      </a:lnTo>
                      <a:lnTo>
                        <a:pt x="184" y="40"/>
                      </a:lnTo>
                      <a:lnTo>
                        <a:pt x="184" y="54"/>
                      </a:lnTo>
                      <a:lnTo>
                        <a:pt x="184" y="62"/>
                      </a:lnTo>
                      <a:lnTo>
                        <a:pt x="188" y="90"/>
                      </a:lnTo>
                      <a:lnTo>
                        <a:pt x="190" y="108"/>
                      </a:lnTo>
                      <a:lnTo>
                        <a:pt x="188" y="122"/>
                      </a:lnTo>
                      <a:lnTo>
                        <a:pt x="180" y="148"/>
                      </a:lnTo>
                      <a:lnTo>
                        <a:pt x="180" y="156"/>
                      </a:lnTo>
                      <a:lnTo>
                        <a:pt x="182" y="166"/>
                      </a:lnTo>
                      <a:lnTo>
                        <a:pt x="188" y="176"/>
                      </a:lnTo>
                      <a:lnTo>
                        <a:pt x="192" y="178"/>
                      </a:lnTo>
                      <a:lnTo>
                        <a:pt x="196" y="180"/>
                      </a:lnTo>
                      <a:lnTo>
                        <a:pt x="192" y="180"/>
                      </a:lnTo>
                      <a:lnTo>
                        <a:pt x="188" y="180"/>
                      </a:lnTo>
                      <a:lnTo>
                        <a:pt x="184" y="180"/>
                      </a:lnTo>
                      <a:lnTo>
                        <a:pt x="188" y="190"/>
                      </a:lnTo>
                      <a:lnTo>
                        <a:pt x="194" y="194"/>
                      </a:lnTo>
                      <a:lnTo>
                        <a:pt x="198" y="196"/>
                      </a:lnTo>
                      <a:lnTo>
                        <a:pt x="202" y="194"/>
                      </a:lnTo>
                      <a:lnTo>
                        <a:pt x="200" y="204"/>
                      </a:lnTo>
                      <a:lnTo>
                        <a:pt x="196" y="212"/>
                      </a:lnTo>
                      <a:lnTo>
                        <a:pt x="192" y="214"/>
                      </a:lnTo>
                      <a:lnTo>
                        <a:pt x="188" y="216"/>
                      </a:lnTo>
                      <a:lnTo>
                        <a:pt x="180" y="216"/>
                      </a:lnTo>
                      <a:lnTo>
                        <a:pt x="170" y="214"/>
                      </a:lnTo>
                      <a:lnTo>
                        <a:pt x="166" y="212"/>
                      </a:lnTo>
                      <a:lnTo>
                        <a:pt x="162" y="208"/>
                      </a:lnTo>
                      <a:lnTo>
                        <a:pt x="158" y="202"/>
                      </a:lnTo>
                      <a:lnTo>
                        <a:pt x="158" y="196"/>
                      </a:lnTo>
                      <a:lnTo>
                        <a:pt x="156" y="192"/>
                      </a:lnTo>
                      <a:lnTo>
                        <a:pt x="154" y="190"/>
                      </a:lnTo>
                      <a:lnTo>
                        <a:pt x="144" y="188"/>
                      </a:lnTo>
                      <a:lnTo>
                        <a:pt x="140" y="186"/>
                      </a:lnTo>
                      <a:lnTo>
                        <a:pt x="136" y="184"/>
                      </a:lnTo>
                      <a:lnTo>
                        <a:pt x="134" y="180"/>
                      </a:lnTo>
                      <a:lnTo>
                        <a:pt x="134" y="176"/>
                      </a:lnTo>
                      <a:lnTo>
                        <a:pt x="78" y="180"/>
                      </a:lnTo>
                      <a:lnTo>
                        <a:pt x="70" y="190"/>
                      </a:lnTo>
                      <a:lnTo>
                        <a:pt x="70" y="194"/>
                      </a:lnTo>
                      <a:lnTo>
                        <a:pt x="70" y="200"/>
                      </a:lnTo>
                      <a:lnTo>
                        <a:pt x="70" y="206"/>
                      </a:lnTo>
                      <a:lnTo>
                        <a:pt x="68" y="208"/>
                      </a:lnTo>
                      <a:lnTo>
                        <a:pt x="64" y="212"/>
                      </a:lnTo>
                      <a:lnTo>
                        <a:pt x="60" y="212"/>
                      </a:lnTo>
                      <a:lnTo>
                        <a:pt x="56" y="214"/>
                      </a:lnTo>
                      <a:lnTo>
                        <a:pt x="48" y="212"/>
                      </a:lnTo>
                      <a:lnTo>
                        <a:pt x="42" y="214"/>
                      </a:lnTo>
                      <a:lnTo>
                        <a:pt x="28" y="216"/>
                      </a:lnTo>
                      <a:lnTo>
                        <a:pt x="22" y="214"/>
                      </a:lnTo>
                      <a:lnTo>
                        <a:pt x="14" y="210"/>
                      </a:lnTo>
                      <a:lnTo>
                        <a:pt x="8" y="204"/>
                      </a:lnTo>
                      <a:lnTo>
                        <a:pt x="6" y="196"/>
                      </a:lnTo>
                      <a:lnTo>
                        <a:pt x="0" y="188"/>
                      </a:lnTo>
                      <a:lnTo>
                        <a:pt x="6" y="190"/>
                      </a:lnTo>
                      <a:lnTo>
                        <a:pt x="12" y="190"/>
                      </a:lnTo>
                      <a:lnTo>
                        <a:pt x="14" y="190"/>
                      </a:lnTo>
                      <a:lnTo>
                        <a:pt x="14" y="188"/>
                      </a:lnTo>
                      <a:lnTo>
                        <a:pt x="18" y="182"/>
                      </a:lnTo>
                      <a:lnTo>
                        <a:pt x="24" y="178"/>
                      </a:lnTo>
                      <a:lnTo>
                        <a:pt x="26" y="172"/>
                      </a:lnTo>
                      <a:lnTo>
                        <a:pt x="26" y="166"/>
                      </a:lnTo>
                      <a:lnTo>
                        <a:pt x="24" y="158"/>
                      </a:lnTo>
                      <a:lnTo>
                        <a:pt x="22" y="146"/>
                      </a:lnTo>
                      <a:lnTo>
                        <a:pt x="18" y="134"/>
                      </a:lnTo>
                      <a:lnTo>
                        <a:pt x="18" y="124"/>
                      </a:lnTo>
                      <a:lnTo>
                        <a:pt x="18" y="114"/>
                      </a:lnTo>
                      <a:lnTo>
                        <a:pt x="22" y="106"/>
                      </a:lnTo>
                      <a:lnTo>
                        <a:pt x="30" y="88"/>
                      </a:lnTo>
                      <a:lnTo>
                        <a:pt x="32" y="78"/>
                      </a:lnTo>
                      <a:lnTo>
                        <a:pt x="36" y="68"/>
                      </a:lnTo>
                      <a:lnTo>
                        <a:pt x="40" y="56"/>
                      </a:lnTo>
                      <a:lnTo>
                        <a:pt x="48" y="42"/>
                      </a:lnTo>
                      <a:lnTo>
                        <a:pt x="60" y="30"/>
                      </a:lnTo>
                      <a:lnTo>
                        <a:pt x="72" y="18"/>
                      </a:lnTo>
                      <a:lnTo>
                        <a:pt x="84" y="10"/>
                      </a:lnTo>
                      <a:lnTo>
                        <a:pt x="94" y="2"/>
                      </a:lnTo>
                      <a:lnTo>
                        <a:pt x="104" y="0"/>
                      </a:lnTo>
                      <a:lnTo>
                        <a:pt x="108" y="2"/>
                      </a:lnTo>
                      <a:lnTo>
                        <a:pt x="112" y="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1" name="Freeform 141"/>
                <p:cNvSpPr>
                  <a:spLocks/>
                </p:cNvSpPr>
                <p:nvPr/>
              </p:nvSpPr>
              <p:spPr bwMode="auto">
                <a:xfrm>
                  <a:off x="3999346" y="3881529"/>
                  <a:ext cx="174022" cy="249093"/>
                </a:xfrm>
                <a:custGeom>
                  <a:avLst/>
                  <a:gdLst>
                    <a:gd name="T0" fmla="*/ 231854407 w 106"/>
                    <a:gd name="T1" fmla="*/ 50403117 h 150"/>
                    <a:gd name="T2" fmla="*/ 231854407 w 106"/>
                    <a:gd name="T3" fmla="*/ 50403117 h 150"/>
                    <a:gd name="T4" fmla="*/ 246975341 w 106"/>
                    <a:gd name="T5" fmla="*/ 85685302 h 150"/>
                    <a:gd name="T6" fmla="*/ 262096274 w 106"/>
                    <a:gd name="T7" fmla="*/ 115927190 h 150"/>
                    <a:gd name="T8" fmla="*/ 267136585 w 106"/>
                    <a:gd name="T9" fmla="*/ 141128742 h 150"/>
                    <a:gd name="T10" fmla="*/ 267136585 w 106"/>
                    <a:gd name="T11" fmla="*/ 141128742 h 150"/>
                    <a:gd name="T12" fmla="*/ 267136585 w 106"/>
                    <a:gd name="T13" fmla="*/ 186491536 h 150"/>
                    <a:gd name="T14" fmla="*/ 267136585 w 106"/>
                    <a:gd name="T15" fmla="*/ 186491536 h 150"/>
                    <a:gd name="T16" fmla="*/ 257055963 w 106"/>
                    <a:gd name="T17" fmla="*/ 241935001 h 150"/>
                    <a:gd name="T18" fmla="*/ 252015652 w 106"/>
                    <a:gd name="T19" fmla="*/ 277217174 h 150"/>
                    <a:gd name="T20" fmla="*/ 241935030 w 106"/>
                    <a:gd name="T21" fmla="*/ 302418726 h 150"/>
                    <a:gd name="T22" fmla="*/ 241935030 w 106"/>
                    <a:gd name="T23" fmla="*/ 302418726 h 150"/>
                    <a:gd name="T24" fmla="*/ 201612492 w 106"/>
                    <a:gd name="T25" fmla="*/ 367942762 h 150"/>
                    <a:gd name="T26" fmla="*/ 201612492 w 106"/>
                    <a:gd name="T27" fmla="*/ 367942762 h 150"/>
                    <a:gd name="T28" fmla="*/ 191531869 w 106"/>
                    <a:gd name="T29" fmla="*/ 372983072 h 150"/>
                    <a:gd name="T30" fmla="*/ 176410936 w 106"/>
                    <a:gd name="T31" fmla="*/ 378023383 h 150"/>
                    <a:gd name="T32" fmla="*/ 161290003 w 106"/>
                    <a:gd name="T33" fmla="*/ 378023383 h 150"/>
                    <a:gd name="T34" fmla="*/ 161290003 w 106"/>
                    <a:gd name="T35" fmla="*/ 378023383 h 150"/>
                    <a:gd name="T36" fmla="*/ 136088448 w 106"/>
                    <a:gd name="T37" fmla="*/ 372983072 h 150"/>
                    <a:gd name="T38" fmla="*/ 105846582 w 106"/>
                    <a:gd name="T39" fmla="*/ 362902452 h 150"/>
                    <a:gd name="T40" fmla="*/ 65524068 w 106"/>
                    <a:gd name="T41" fmla="*/ 342741210 h 150"/>
                    <a:gd name="T42" fmla="*/ 65524068 w 106"/>
                    <a:gd name="T43" fmla="*/ 342741210 h 150"/>
                    <a:gd name="T44" fmla="*/ 40322501 w 106"/>
                    <a:gd name="T45" fmla="*/ 332660589 h 150"/>
                    <a:gd name="T46" fmla="*/ 20161250 w 106"/>
                    <a:gd name="T47" fmla="*/ 317539658 h 150"/>
                    <a:gd name="T48" fmla="*/ 10080625 w 106"/>
                    <a:gd name="T49" fmla="*/ 307459037 h 150"/>
                    <a:gd name="T50" fmla="*/ 5040313 w 106"/>
                    <a:gd name="T51" fmla="*/ 297378416 h 150"/>
                    <a:gd name="T52" fmla="*/ 5040313 w 106"/>
                    <a:gd name="T53" fmla="*/ 297378416 h 150"/>
                    <a:gd name="T54" fmla="*/ 0 w 106"/>
                    <a:gd name="T55" fmla="*/ 262096243 h 150"/>
                    <a:gd name="T56" fmla="*/ 0 w 106"/>
                    <a:gd name="T57" fmla="*/ 246975311 h 150"/>
                    <a:gd name="T58" fmla="*/ 0 w 106"/>
                    <a:gd name="T59" fmla="*/ 246975311 h 150"/>
                    <a:gd name="T60" fmla="*/ 10080625 w 106"/>
                    <a:gd name="T61" fmla="*/ 206652778 h 150"/>
                    <a:gd name="T62" fmla="*/ 15120939 w 106"/>
                    <a:gd name="T63" fmla="*/ 166330294 h 150"/>
                    <a:gd name="T64" fmla="*/ 20161250 w 106"/>
                    <a:gd name="T65" fmla="*/ 126007811 h 150"/>
                    <a:gd name="T66" fmla="*/ 20161250 w 106"/>
                    <a:gd name="T67" fmla="*/ 126007811 h 150"/>
                    <a:gd name="T68" fmla="*/ 20161250 w 106"/>
                    <a:gd name="T69" fmla="*/ 105846569 h 150"/>
                    <a:gd name="T70" fmla="*/ 25201561 w 106"/>
                    <a:gd name="T71" fmla="*/ 85685302 h 150"/>
                    <a:gd name="T72" fmla="*/ 40322501 w 106"/>
                    <a:gd name="T73" fmla="*/ 65524061 h 150"/>
                    <a:gd name="T74" fmla="*/ 50403123 w 106"/>
                    <a:gd name="T75" fmla="*/ 45362806 h 150"/>
                    <a:gd name="T76" fmla="*/ 65524068 w 106"/>
                    <a:gd name="T77" fmla="*/ 30241875 h 150"/>
                    <a:gd name="T78" fmla="*/ 85685313 w 106"/>
                    <a:gd name="T79" fmla="*/ 15120938 h 150"/>
                    <a:gd name="T80" fmla="*/ 100806246 w 106"/>
                    <a:gd name="T81" fmla="*/ 5040312 h 150"/>
                    <a:gd name="T82" fmla="*/ 120967515 w 106"/>
                    <a:gd name="T83" fmla="*/ 0 h 150"/>
                    <a:gd name="T84" fmla="*/ 120967515 w 106"/>
                    <a:gd name="T85" fmla="*/ 0 h 150"/>
                    <a:gd name="T86" fmla="*/ 156249692 w 106"/>
                    <a:gd name="T87" fmla="*/ 5040312 h 150"/>
                    <a:gd name="T88" fmla="*/ 186491558 w 106"/>
                    <a:gd name="T89" fmla="*/ 15120938 h 150"/>
                    <a:gd name="T90" fmla="*/ 211693163 w 106"/>
                    <a:gd name="T91" fmla="*/ 30241875 h 150"/>
                    <a:gd name="T92" fmla="*/ 231854407 w 106"/>
                    <a:gd name="T93" fmla="*/ 50403117 h 150"/>
                    <a:gd name="T94" fmla="*/ 231854407 w 106"/>
                    <a:gd name="T95" fmla="*/ 50403117 h 1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6"/>
                    <a:gd name="T145" fmla="*/ 0 h 150"/>
                    <a:gd name="T146" fmla="*/ 106 w 106"/>
                    <a:gd name="T147" fmla="*/ 150 h 1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6" h="150">
                      <a:moveTo>
                        <a:pt x="92" y="20"/>
                      </a:moveTo>
                      <a:lnTo>
                        <a:pt x="92" y="20"/>
                      </a:lnTo>
                      <a:lnTo>
                        <a:pt x="98" y="34"/>
                      </a:lnTo>
                      <a:lnTo>
                        <a:pt x="104" y="46"/>
                      </a:lnTo>
                      <a:lnTo>
                        <a:pt x="106" y="56"/>
                      </a:lnTo>
                      <a:lnTo>
                        <a:pt x="106" y="74"/>
                      </a:lnTo>
                      <a:lnTo>
                        <a:pt x="102" y="96"/>
                      </a:lnTo>
                      <a:lnTo>
                        <a:pt x="100" y="110"/>
                      </a:lnTo>
                      <a:lnTo>
                        <a:pt x="96" y="120"/>
                      </a:lnTo>
                      <a:lnTo>
                        <a:pt x="80" y="146"/>
                      </a:lnTo>
                      <a:lnTo>
                        <a:pt x="76" y="148"/>
                      </a:lnTo>
                      <a:lnTo>
                        <a:pt x="70" y="150"/>
                      </a:lnTo>
                      <a:lnTo>
                        <a:pt x="64" y="150"/>
                      </a:lnTo>
                      <a:lnTo>
                        <a:pt x="54" y="148"/>
                      </a:lnTo>
                      <a:lnTo>
                        <a:pt x="42" y="144"/>
                      </a:lnTo>
                      <a:lnTo>
                        <a:pt x="26" y="136"/>
                      </a:lnTo>
                      <a:lnTo>
                        <a:pt x="16" y="132"/>
                      </a:lnTo>
                      <a:lnTo>
                        <a:pt x="8" y="126"/>
                      </a:lnTo>
                      <a:lnTo>
                        <a:pt x="4" y="122"/>
                      </a:lnTo>
                      <a:lnTo>
                        <a:pt x="2" y="118"/>
                      </a:lnTo>
                      <a:lnTo>
                        <a:pt x="0" y="104"/>
                      </a:lnTo>
                      <a:lnTo>
                        <a:pt x="0" y="98"/>
                      </a:lnTo>
                      <a:lnTo>
                        <a:pt x="4" y="82"/>
                      </a:lnTo>
                      <a:lnTo>
                        <a:pt x="6" y="66"/>
                      </a:lnTo>
                      <a:lnTo>
                        <a:pt x="8" y="50"/>
                      </a:lnTo>
                      <a:lnTo>
                        <a:pt x="8" y="42"/>
                      </a:lnTo>
                      <a:lnTo>
                        <a:pt x="10" y="34"/>
                      </a:lnTo>
                      <a:lnTo>
                        <a:pt x="16" y="26"/>
                      </a:lnTo>
                      <a:lnTo>
                        <a:pt x="20" y="18"/>
                      </a:lnTo>
                      <a:lnTo>
                        <a:pt x="26" y="12"/>
                      </a:lnTo>
                      <a:lnTo>
                        <a:pt x="34" y="6"/>
                      </a:lnTo>
                      <a:lnTo>
                        <a:pt x="40" y="2"/>
                      </a:lnTo>
                      <a:lnTo>
                        <a:pt x="48" y="0"/>
                      </a:lnTo>
                      <a:lnTo>
                        <a:pt x="62" y="2"/>
                      </a:lnTo>
                      <a:lnTo>
                        <a:pt x="74" y="6"/>
                      </a:lnTo>
                      <a:lnTo>
                        <a:pt x="84" y="12"/>
                      </a:lnTo>
                      <a:lnTo>
                        <a:pt x="92" y="20"/>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2" name="Freeform 142"/>
                <p:cNvSpPr>
                  <a:spLocks/>
                </p:cNvSpPr>
                <p:nvPr/>
              </p:nvSpPr>
              <p:spPr bwMode="auto">
                <a:xfrm>
                  <a:off x="3903334" y="4739846"/>
                  <a:ext cx="207027" cy="147055"/>
                </a:xfrm>
                <a:custGeom>
                  <a:avLst/>
                  <a:gdLst>
                    <a:gd name="T0" fmla="*/ 126007831 w 124"/>
                    <a:gd name="T1" fmla="*/ 40322498 h 88"/>
                    <a:gd name="T2" fmla="*/ 211693172 w 124"/>
                    <a:gd name="T3" fmla="*/ 5040312 h 88"/>
                    <a:gd name="T4" fmla="*/ 246975351 w 124"/>
                    <a:gd name="T5" fmla="*/ 0 h 88"/>
                    <a:gd name="T6" fmla="*/ 267136596 w 124"/>
                    <a:gd name="T7" fmla="*/ 10080625 h 88"/>
                    <a:gd name="T8" fmla="*/ 267136596 w 124"/>
                    <a:gd name="T9" fmla="*/ 15120938 h 88"/>
                    <a:gd name="T10" fmla="*/ 191531877 w 124"/>
                    <a:gd name="T11" fmla="*/ 50403120 h 88"/>
                    <a:gd name="T12" fmla="*/ 166330321 w 124"/>
                    <a:gd name="T13" fmla="*/ 65524065 h 88"/>
                    <a:gd name="T14" fmla="*/ 216733483 w 124"/>
                    <a:gd name="T15" fmla="*/ 65524065 h 88"/>
                    <a:gd name="T16" fmla="*/ 302418775 w 124"/>
                    <a:gd name="T17" fmla="*/ 75604686 h 88"/>
                    <a:gd name="T18" fmla="*/ 307459086 w 124"/>
                    <a:gd name="T19" fmla="*/ 80644997 h 88"/>
                    <a:gd name="T20" fmla="*/ 312499397 w 124"/>
                    <a:gd name="T21" fmla="*/ 90725618 h 88"/>
                    <a:gd name="T22" fmla="*/ 302418775 w 124"/>
                    <a:gd name="T23" fmla="*/ 95765929 h 88"/>
                    <a:gd name="T24" fmla="*/ 262096285 w 124"/>
                    <a:gd name="T25" fmla="*/ 100806240 h 88"/>
                    <a:gd name="T26" fmla="*/ 176410944 w 124"/>
                    <a:gd name="T27" fmla="*/ 110886886 h 88"/>
                    <a:gd name="T28" fmla="*/ 241935040 w 124"/>
                    <a:gd name="T29" fmla="*/ 110886886 h 88"/>
                    <a:gd name="T30" fmla="*/ 277217218 w 124"/>
                    <a:gd name="T31" fmla="*/ 110886886 h 88"/>
                    <a:gd name="T32" fmla="*/ 297378464 w 124"/>
                    <a:gd name="T33" fmla="*/ 120967508 h 88"/>
                    <a:gd name="T34" fmla="*/ 297378464 w 124"/>
                    <a:gd name="T35" fmla="*/ 126007818 h 88"/>
                    <a:gd name="T36" fmla="*/ 287297841 w 124"/>
                    <a:gd name="T37" fmla="*/ 141128751 h 88"/>
                    <a:gd name="T38" fmla="*/ 277217218 w 124"/>
                    <a:gd name="T39" fmla="*/ 141128751 h 88"/>
                    <a:gd name="T40" fmla="*/ 146169076 w 124"/>
                    <a:gd name="T41" fmla="*/ 156249683 h 88"/>
                    <a:gd name="T42" fmla="*/ 191531877 w 124"/>
                    <a:gd name="T43" fmla="*/ 166330304 h 88"/>
                    <a:gd name="T44" fmla="*/ 221773795 w 124"/>
                    <a:gd name="T45" fmla="*/ 161289994 h 88"/>
                    <a:gd name="T46" fmla="*/ 236894728 w 124"/>
                    <a:gd name="T47" fmla="*/ 161289994 h 88"/>
                    <a:gd name="T48" fmla="*/ 246975351 w 124"/>
                    <a:gd name="T49" fmla="*/ 171370615 h 88"/>
                    <a:gd name="T50" fmla="*/ 241935040 w 124"/>
                    <a:gd name="T51" fmla="*/ 181451237 h 88"/>
                    <a:gd name="T52" fmla="*/ 216733483 w 124"/>
                    <a:gd name="T53" fmla="*/ 186491547 h 88"/>
                    <a:gd name="T54" fmla="*/ 136088454 w 124"/>
                    <a:gd name="T55" fmla="*/ 191531858 h 88"/>
                    <a:gd name="T56" fmla="*/ 100806250 w 124"/>
                    <a:gd name="T57" fmla="*/ 201612480 h 88"/>
                    <a:gd name="T58" fmla="*/ 65524071 w 124"/>
                    <a:gd name="T59" fmla="*/ 216733462 h 88"/>
                    <a:gd name="T60" fmla="*/ 0 w 124"/>
                    <a:gd name="T61" fmla="*/ 221773772 h 88"/>
                    <a:gd name="T62" fmla="*/ 30241880 w 124"/>
                    <a:gd name="T63" fmla="*/ 171370615 h 88"/>
                    <a:gd name="T64" fmla="*/ 60483760 w 124"/>
                    <a:gd name="T65" fmla="*/ 105846575 h 88"/>
                    <a:gd name="T66" fmla="*/ 65524071 w 124"/>
                    <a:gd name="T67" fmla="*/ 80644997 h 88"/>
                    <a:gd name="T68" fmla="*/ 100806250 w 124"/>
                    <a:gd name="T69" fmla="*/ 50403120 h 88"/>
                    <a:gd name="T70" fmla="*/ 126007831 w 124"/>
                    <a:gd name="T71" fmla="*/ 40322498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4"/>
                    <a:gd name="T109" fmla="*/ 0 h 88"/>
                    <a:gd name="T110" fmla="*/ 124 w 124"/>
                    <a:gd name="T111" fmla="*/ 88 h 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4" h="88">
                      <a:moveTo>
                        <a:pt x="50" y="16"/>
                      </a:moveTo>
                      <a:lnTo>
                        <a:pt x="50" y="16"/>
                      </a:lnTo>
                      <a:lnTo>
                        <a:pt x="72" y="6"/>
                      </a:lnTo>
                      <a:lnTo>
                        <a:pt x="84" y="2"/>
                      </a:lnTo>
                      <a:lnTo>
                        <a:pt x="98" y="0"/>
                      </a:lnTo>
                      <a:lnTo>
                        <a:pt x="104" y="2"/>
                      </a:lnTo>
                      <a:lnTo>
                        <a:pt x="106" y="4"/>
                      </a:lnTo>
                      <a:lnTo>
                        <a:pt x="106" y="6"/>
                      </a:lnTo>
                      <a:lnTo>
                        <a:pt x="98" y="10"/>
                      </a:lnTo>
                      <a:lnTo>
                        <a:pt x="76" y="20"/>
                      </a:lnTo>
                      <a:lnTo>
                        <a:pt x="66" y="26"/>
                      </a:lnTo>
                      <a:lnTo>
                        <a:pt x="86" y="26"/>
                      </a:lnTo>
                      <a:lnTo>
                        <a:pt x="104" y="28"/>
                      </a:lnTo>
                      <a:lnTo>
                        <a:pt x="120" y="30"/>
                      </a:lnTo>
                      <a:lnTo>
                        <a:pt x="122" y="32"/>
                      </a:lnTo>
                      <a:lnTo>
                        <a:pt x="124" y="34"/>
                      </a:lnTo>
                      <a:lnTo>
                        <a:pt x="124" y="36"/>
                      </a:lnTo>
                      <a:lnTo>
                        <a:pt x="120" y="38"/>
                      </a:lnTo>
                      <a:lnTo>
                        <a:pt x="112" y="40"/>
                      </a:lnTo>
                      <a:lnTo>
                        <a:pt x="104" y="40"/>
                      </a:lnTo>
                      <a:lnTo>
                        <a:pt x="92" y="40"/>
                      </a:lnTo>
                      <a:lnTo>
                        <a:pt x="70" y="44"/>
                      </a:lnTo>
                      <a:lnTo>
                        <a:pt x="96" y="44"/>
                      </a:lnTo>
                      <a:lnTo>
                        <a:pt x="110" y="44"/>
                      </a:lnTo>
                      <a:lnTo>
                        <a:pt x="114" y="46"/>
                      </a:lnTo>
                      <a:lnTo>
                        <a:pt x="118" y="48"/>
                      </a:lnTo>
                      <a:lnTo>
                        <a:pt x="118" y="50"/>
                      </a:lnTo>
                      <a:lnTo>
                        <a:pt x="116" y="54"/>
                      </a:lnTo>
                      <a:lnTo>
                        <a:pt x="114" y="56"/>
                      </a:lnTo>
                      <a:lnTo>
                        <a:pt x="110" y="56"/>
                      </a:lnTo>
                      <a:lnTo>
                        <a:pt x="62" y="60"/>
                      </a:lnTo>
                      <a:lnTo>
                        <a:pt x="58" y="62"/>
                      </a:lnTo>
                      <a:lnTo>
                        <a:pt x="76" y="66"/>
                      </a:lnTo>
                      <a:lnTo>
                        <a:pt x="88" y="64"/>
                      </a:lnTo>
                      <a:lnTo>
                        <a:pt x="94" y="64"/>
                      </a:lnTo>
                      <a:lnTo>
                        <a:pt x="96" y="66"/>
                      </a:lnTo>
                      <a:lnTo>
                        <a:pt x="98" y="68"/>
                      </a:lnTo>
                      <a:lnTo>
                        <a:pt x="96" y="72"/>
                      </a:lnTo>
                      <a:lnTo>
                        <a:pt x="92" y="74"/>
                      </a:lnTo>
                      <a:lnTo>
                        <a:pt x="86" y="74"/>
                      </a:lnTo>
                      <a:lnTo>
                        <a:pt x="54" y="76"/>
                      </a:lnTo>
                      <a:lnTo>
                        <a:pt x="40" y="80"/>
                      </a:lnTo>
                      <a:lnTo>
                        <a:pt x="26" y="86"/>
                      </a:lnTo>
                      <a:lnTo>
                        <a:pt x="14" y="88"/>
                      </a:lnTo>
                      <a:lnTo>
                        <a:pt x="0" y="88"/>
                      </a:lnTo>
                      <a:lnTo>
                        <a:pt x="12" y="68"/>
                      </a:lnTo>
                      <a:lnTo>
                        <a:pt x="22" y="50"/>
                      </a:lnTo>
                      <a:lnTo>
                        <a:pt x="24" y="42"/>
                      </a:lnTo>
                      <a:lnTo>
                        <a:pt x="26" y="32"/>
                      </a:lnTo>
                      <a:lnTo>
                        <a:pt x="32" y="26"/>
                      </a:lnTo>
                      <a:lnTo>
                        <a:pt x="40" y="20"/>
                      </a:lnTo>
                      <a:lnTo>
                        <a:pt x="50" y="1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3" name="Freeform 143"/>
                <p:cNvSpPr>
                  <a:spLocks noEditPoints="1"/>
                </p:cNvSpPr>
                <p:nvPr/>
              </p:nvSpPr>
              <p:spPr bwMode="auto">
                <a:xfrm>
                  <a:off x="3876332" y="5385085"/>
                  <a:ext cx="558069" cy="684253"/>
                </a:xfrm>
                <a:custGeom>
                  <a:avLst/>
                  <a:gdLst>
                    <a:gd name="T0" fmla="*/ 186491543 w 330"/>
                    <a:gd name="T1" fmla="*/ 866933887 h 408"/>
                    <a:gd name="T2" fmla="*/ 151209369 w 330"/>
                    <a:gd name="T3" fmla="*/ 730845292 h 408"/>
                    <a:gd name="T4" fmla="*/ 146169058 w 330"/>
                    <a:gd name="T5" fmla="*/ 720764670 h 408"/>
                    <a:gd name="T6" fmla="*/ 141128747 w 330"/>
                    <a:gd name="T7" fmla="*/ 690522804 h 408"/>
                    <a:gd name="T8" fmla="*/ 141128747 w 330"/>
                    <a:gd name="T9" fmla="*/ 589716584 h 408"/>
                    <a:gd name="T10" fmla="*/ 141128747 w 330"/>
                    <a:gd name="T11" fmla="*/ 554434408 h 408"/>
                    <a:gd name="T12" fmla="*/ 50403119 w 330"/>
                    <a:gd name="T13" fmla="*/ 55443446 h 408"/>
                    <a:gd name="T14" fmla="*/ 35282187 w 330"/>
                    <a:gd name="T15" fmla="*/ 80645001 h 408"/>
                    <a:gd name="T16" fmla="*/ 10080624 w 330"/>
                    <a:gd name="T17" fmla="*/ 156249690 h 408"/>
                    <a:gd name="T18" fmla="*/ 0 w 330"/>
                    <a:gd name="T19" fmla="*/ 282257515 h 408"/>
                    <a:gd name="T20" fmla="*/ 10080624 w 330"/>
                    <a:gd name="T21" fmla="*/ 403224979 h 408"/>
                    <a:gd name="T22" fmla="*/ 25201559 w 330"/>
                    <a:gd name="T23" fmla="*/ 493950676 h 408"/>
                    <a:gd name="T24" fmla="*/ 35282187 w 330"/>
                    <a:gd name="T25" fmla="*/ 599797206 h 408"/>
                    <a:gd name="T26" fmla="*/ 30241876 w 330"/>
                    <a:gd name="T27" fmla="*/ 670361560 h 408"/>
                    <a:gd name="T28" fmla="*/ 30241876 w 330"/>
                    <a:gd name="T29" fmla="*/ 665321249 h 408"/>
                    <a:gd name="T30" fmla="*/ 10080624 w 330"/>
                    <a:gd name="T31" fmla="*/ 801409646 h 408"/>
                    <a:gd name="T32" fmla="*/ 30241876 w 330"/>
                    <a:gd name="T33" fmla="*/ 806449957 h 408"/>
                    <a:gd name="T34" fmla="*/ 30241876 w 330"/>
                    <a:gd name="T35" fmla="*/ 801409646 h 408"/>
                    <a:gd name="T36" fmla="*/ 40322497 w 330"/>
                    <a:gd name="T37" fmla="*/ 846772644 h 408"/>
                    <a:gd name="T38" fmla="*/ 40322497 w 330"/>
                    <a:gd name="T39" fmla="*/ 907256375 h 408"/>
                    <a:gd name="T40" fmla="*/ 60483752 w 330"/>
                    <a:gd name="T41" fmla="*/ 972780418 h 408"/>
                    <a:gd name="T42" fmla="*/ 70564374 w 330"/>
                    <a:gd name="T43" fmla="*/ 992941662 h 408"/>
                    <a:gd name="T44" fmla="*/ 105846573 w 330"/>
                    <a:gd name="T45" fmla="*/ 1018143217 h 408"/>
                    <a:gd name="T46" fmla="*/ 146169058 w 330"/>
                    <a:gd name="T47" fmla="*/ 1028223839 h 408"/>
                    <a:gd name="T48" fmla="*/ 216733457 w 330"/>
                    <a:gd name="T49" fmla="*/ 1018143217 h 408"/>
                    <a:gd name="T50" fmla="*/ 236894699 w 330"/>
                    <a:gd name="T51" fmla="*/ 982861040 h 408"/>
                    <a:gd name="T52" fmla="*/ 236894699 w 330"/>
                    <a:gd name="T53" fmla="*/ 967740107 h 408"/>
                    <a:gd name="T54" fmla="*/ 216733457 w 330"/>
                    <a:gd name="T55" fmla="*/ 922377308 h 408"/>
                    <a:gd name="T56" fmla="*/ 821570832 w 330"/>
                    <a:gd name="T57" fmla="*/ 675401871 h 408"/>
                    <a:gd name="T58" fmla="*/ 816530521 w 330"/>
                    <a:gd name="T59" fmla="*/ 670361560 h 408"/>
                    <a:gd name="T60" fmla="*/ 801409589 w 330"/>
                    <a:gd name="T61" fmla="*/ 660280938 h 408"/>
                    <a:gd name="T62" fmla="*/ 751006483 w 330"/>
                    <a:gd name="T63" fmla="*/ 619958450 h 408"/>
                    <a:gd name="T64" fmla="*/ 735885551 w 330"/>
                    <a:gd name="T65" fmla="*/ 599797206 h 408"/>
                    <a:gd name="T66" fmla="*/ 715724309 w 330"/>
                    <a:gd name="T67" fmla="*/ 579635963 h 408"/>
                    <a:gd name="T68" fmla="*/ 690522756 w 330"/>
                    <a:gd name="T69" fmla="*/ 544353786 h 408"/>
                    <a:gd name="T70" fmla="*/ 675401824 w 330"/>
                    <a:gd name="T71" fmla="*/ 509071609 h 408"/>
                    <a:gd name="T72" fmla="*/ 660280892 w 330"/>
                    <a:gd name="T73" fmla="*/ 463708810 h 408"/>
                    <a:gd name="T74" fmla="*/ 478829709 w 330"/>
                    <a:gd name="T75" fmla="*/ 65524068 h 408"/>
                    <a:gd name="T76" fmla="*/ 483870019 w 330"/>
                    <a:gd name="T77" fmla="*/ 105846580 h 408"/>
                    <a:gd name="T78" fmla="*/ 483870019 w 330"/>
                    <a:gd name="T79" fmla="*/ 166330312 h 408"/>
                    <a:gd name="T80" fmla="*/ 504031262 w 330"/>
                    <a:gd name="T81" fmla="*/ 282257515 h 408"/>
                    <a:gd name="T82" fmla="*/ 534273126 w 330"/>
                    <a:gd name="T83" fmla="*/ 398184668 h 408"/>
                    <a:gd name="T84" fmla="*/ 534273126 w 330"/>
                    <a:gd name="T85" fmla="*/ 448587877 h 408"/>
                    <a:gd name="T86" fmla="*/ 529232815 w 330"/>
                    <a:gd name="T87" fmla="*/ 468749121 h 408"/>
                    <a:gd name="T88" fmla="*/ 509071573 w 330"/>
                    <a:gd name="T89" fmla="*/ 524192542 h 408"/>
                    <a:gd name="T90" fmla="*/ 509071573 w 330"/>
                    <a:gd name="T91" fmla="*/ 574595652 h 408"/>
                    <a:gd name="T92" fmla="*/ 514111883 w 330"/>
                    <a:gd name="T93" fmla="*/ 584676274 h 408"/>
                    <a:gd name="T94" fmla="*/ 524192505 w 330"/>
                    <a:gd name="T95" fmla="*/ 614918139 h 408"/>
                    <a:gd name="T96" fmla="*/ 534273126 w 330"/>
                    <a:gd name="T97" fmla="*/ 695563115 h 408"/>
                    <a:gd name="T98" fmla="*/ 559474679 w 330"/>
                    <a:gd name="T99" fmla="*/ 690522804 h 408"/>
                    <a:gd name="T100" fmla="*/ 564514990 w 330"/>
                    <a:gd name="T101" fmla="*/ 599797206 h 408"/>
                    <a:gd name="T102" fmla="*/ 594756853 w 330"/>
                    <a:gd name="T103" fmla="*/ 614918139 h 408"/>
                    <a:gd name="T104" fmla="*/ 614918096 w 330"/>
                    <a:gd name="T105" fmla="*/ 645160005 h 408"/>
                    <a:gd name="T106" fmla="*/ 619958407 w 330"/>
                    <a:gd name="T107" fmla="*/ 655240627 h 408"/>
                    <a:gd name="T108" fmla="*/ 650200270 w 330"/>
                    <a:gd name="T109" fmla="*/ 720764670 h 408"/>
                    <a:gd name="T110" fmla="*/ 660280892 w 330"/>
                    <a:gd name="T111" fmla="*/ 740925914 h 408"/>
                    <a:gd name="T112" fmla="*/ 690522756 w 330"/>
                    <a:gd name="T113" fmla="*/ 756046847 h 408"/>
                    <a:gd name="T114" fmla="*/ 811490211 w 330"/>
                    <a:gd name="T115" fmla="*/ 766127469 h 408"/>
                    <a:gd name="T116" fmla="*/ 816530521 w 330"/>
                    <a:gd name="T117" fmla="*/ 756046847 h 408"/>
                    <a:gd name="T118" fmla="*/ 826611143 w 330"/>
                    <a:gd name="T119" fmla="*/ 725804981 h 408"/>
                    <a:gd name="T120" fmla="*/ 831651453 w 330"/>
                    <a:gd name="T121" fmla="*/ 715724359 h 408"/>
                    <a:gd name="T122" fmla="*/ 821570832 w 330"/>
                    <a:gd name="T123" fmla="*/ 675401871 h 4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0"/>
                    <a:gd name="T187" fmla="*/ 0 h 408"/>
                    <a:gd name="T188" fmla="*/ 330 w 330"/>
                    <a:gd name="T189" fmla="*/ 408 h 4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0" h="408">
                      <a:moveTo>
                        <a:pt x="74" y="344"/>
                      </a:moveTo>
                      <a:lnTo>
                        <a:pt x="74" y="344"/>
                      </a:lnTo>
                      <a:lnTo>
                        <a:pt x="60" y="290"/>
                      </a:lnTo>
                      <a:lnTo>
                        <a:pt x="58" y="286"/>
                      </a:lnTo>
                      <a:lnTo>
                        <a:pt x="56" y="274"/>
                      </a:lnTo>
                      <a:lnTo>
                        <a:pt x="56" y="254"/>
                      </a:lnTo>
                      <a:lnTo>
                        <a:pt x="56" y="234"/>
                      </a:lnTo>
                      <a:lnTo>
                        <a:pt x="56" y="220"/>
                      </a:lnTo>
                      <a:lnTo>
                        <a:pt x="92" y="44"/>
                      </a:lnTo>
                      <a:lnTo>
                        <a:pt x="20" y="22"/>
                      </a:lnTo>
                      <a:lnTo>
                        <a:pt x="14" y="32"/>
                      </a:lnTo>
                      <a:lnTo>
                        <a:pt x="10" y="40"/>
                      </a:lnTo>
                      <a:lnTo>
                        <a:pt x="4" y="62"/>
                      </a:lnTo>
                      <a:lnTo>
                        <a:pt x="2" y="88"/>
                      </a:lnTo>
                      <a:lnTo>
                        <a:pt x="0" y="112"/>
                      </a:lnTo>
                      <a:lnTo>
                        <a:pt x="2" y="138"/>
                      </a:lnTo>
                      <a:lnTo>
                        <a:pt x="4" y="160"/>
                      </a:lnTo>
                      <a:lnTo>
                        <a:pt x="10" y="196"/>
                      </a:lnTo>
                      <a:lnTo>
                        <a:pt x="14" y="218"/>
                      </a:lnTo>
                      <a:lnTo>
                        <a:pt x="14" y="238"/>
                      </a:lnTo>
                      <a:lnTo>
                        <a:pt x="14" y="254"/>
                      </a:lnTo>
                      <a:lnTo>
                        <a:pt x="12" y="266"/>
                      </a:lnTo>
                      <a:lnTo>
                        <a:pt x="12" y="264"/>
                      </a:lnTo>
                      <a:lnTo>
                        <a:pt x="6" y="292"/>
                      </a:lnTo>
                      <a:lnTo>
                        <a:pt x="4" y="318"/>
                      </a:lnTo>
                      <a:lnTo>
                        <a:pt x="8" y="322"/>
                      </a:lnTo>
                      <a:lnTo>
                        <a:pt x="12" y="320"/>
                      </a:lnTo>
                      <a:lnTo>
                        <a:pt x="12" y="318"/>
                      </a:lnTo>
                      <a:lnTo>
                        <a:pt x="16" y="336"/>
                      </a:lnTo>
                      <a:lnTo>
                        <a:pt x="16" y="360"/>
                      </a:lnTo>
                      <a:lnTo>
                        <a:pt x="18" y="370"/>
                      </a:lnTo>
                      <a:lnTo>
                        <a:pt x="24" y="386"/>
                      </a:lnTo>
                      <a:lnTo>
                        <a:pt x="28" y="394"/>
                      </a:lnTo>
                      <a:lnTo>
                        <a:pt x="42" y="404"/>
                      </a:lnTo>
                      <a:lnTo>
                        <a:pt x="50" y="406"/>
                      </a:lnTo>
                      <a:lnTo>
                        <a:pt x="58" y="408"/>
                      </a:lnTo>
                      <a:lnTo>
                        <a:pt x="74" y="406"/>
                      </a:lnTo>
                      <a:lnTo>
                        <a:pt x="86" y="404"/>
                      </a:lnTo>
                      <a:lnTo>
                        <a:pt x="92" y="402"/>
                      </a:lnTo>
                      <a:lnTo>
                        <a:pt x="94" y="390"/>
                      </a:lnTo>
                      <a:lnTo>
                        <a:pt x="94" y="384"/>
                      </a:lnTo>
                      <a:lnTo>
                        <a:pt x="92" y="376"/>
                      </a:lnTo>
                      <a:lnTo>
                        <a:pt x="86" y="366"/>
                      </a:lnTo>
                      <a:lnTo>
                        <a:pt x="74" y="344"/>
                      </a:lnTo>
                      <a:close/>
                      <a:moveTo>
                        <a:pt x="326" y="268"/>
                      </a:moveTo>
                      <a:lnTo>
                        <a:pt x="326" y="268"/>
                      </a:lnTo>
                      <a:lnTo>
                        <a:pt x="324" y="266"/>
                      </a:lnTo>
                      <a:lnTo>
                        <a:pt x="318" y="262"/>
                      </a:lnTo>
                      <a:lnTo>
                        <a:pt x="310" y="254"/>
                      </a:lnTo>
                      <a:lnTo>
                        <a:pt x="298" y="246"/>
                      </a:lnTo>
                      <a:lnTo>
                        <a:pt x="292" y="238"/>
                      </a:lnTo>
                      <a:lnTo>
                        <a:pt x="284" y="230"/>
                      </a:lnTo>
                      <a:lnTo>
                        <a:pt x="280" y="224"/>
                      </a:lnTo>
                      <a:lnTo>
                        <a:pt x="274" y="216"/>
                      </a:lnTo>
                      <a:lnTo>
                        <a:pt x="268" y="202"/>
                      </a:lnTo>
                      <a:lnTo>
                        <a:pt x="262" y="184"/>
                      </a:lnTo>
                      <a:lnTo>
                        <a:pt x="260" y="0"/>
                      </a:lnTo>
                      <a:lnTo>
                        <a:pt x="190" y="26"/>
                      </a:lnTo>
                      <a:lnTo>
                        <a:pt x="192" y="42"/>
                      </a:lnTo>
                      <a:lnTo>
                        <a:pt x="192" y="66"/>
                      </a:lnTo>
                      <a:lnTo>
                        <a:pt x="194" y="82"/>
                      </a:lnTo>
                      <a:lnTo>
                        <a:pt x="200" y="112"/>
                      </a:lnTo>
                      <a:lnTo>
                        <a:pt x="212" y="158"/>
                      </a:lnTo>
                      <a:lnTo>
                        <a:pt x="212" y="178"/>
                      </a:lnTo>
                      <a:lnTo>
                        <a:pt x="210" y="186"/>
                      </a:lnTo>
                      <a:lnTo>
                        <a:pt x="206" y="194"/>
                      </a:lnTo>
                      <a:lnTo>
                        <a:pt x="202" y="208"/>
                      </a:lnTo>
                      <a:lnTo>
                        <a:pt x="200" y="222"/>
                      </a:lnTo>
                      <a:lnTo>
                        <a:pt x="202" y="228"/>
                      </a:lnTo>
                      <a:lnTo>
                        <a:pt x="204" y="232"/>
                      </a:lnTo>
                      <a:lnTo>
                        <a:pt x="206" y="238"/>
                      </a:lnTo>
                      <a:lnTo>
                        <a:pt x="208" y="244"/>
                      </a:lnTo>
                      <a:lnTo>
                        <a:pt x="210" y="258"/>
                      </a:lnTo>
                      <a:lnTo>
                        <a:pt x="212" y="276"/>
                      </a:lnTo>
                      <a:lnTo>
                        <a:pt x="218" y="278"/>
                      </a:lnTo>
                      <a:lnTo>
                        <a:pt x="222" y="274"/>
                      </a:lnTo>
                      <a:lnTo>
                        <a:pt x="218" y="232"/>
                      </a:lnTo>
                      <a:lnTo>
                        <a:pt x="224" y="238"/>
                      </a:lnTo>
                      <a:lnTo>
                        <a:pt x="236" y="244"/>
                      </a:lnTo>
                      <a:lnTo>
                        <a:pt x="242" y="250"/>
                      </a:lnTo>
                      <a:lnTo>
                        <a:pt x="244" y="256"/>
                      </a:lnTo>
                      <a:lnTo>
                        <a:pt x="246" y="260"/>
                      </a:lnTo>
                      <a:lnTo>
                        <a:pt x="252" y="276"/>
                      </a:lnTo>
                      <a:lnTo>
                        <a:pt x="258" y="286"/>
                      </a:lnTo>
                      <a:lnTo>
                        <a:pt x="262" y="294"/>
                      </a:lnTo>
                      <a:lnTo>
                        <a:pt x="266" y="298"/>
                      </a:lnTo>
                      <a:lnTo>
                        <a:pt x="274" y="300"/>
                      </a:lnTo>
                      <a:lnTo>
                        <a:pt x="294" y="302"/>
                      </a:lnTo>
                      <a:lnTo>
                        <a:pt x="322" y="304"/>
                      </a:lnTo>
                      <a:lnTo>
                        <a:pt x="324" y="300"/>
                      </a:lnTo>
                      <a:lnTo>
                        <a:pt x="326" y="296"/>
                      </a:lnTo>
                      <a:lnTo>
                        <a:pt x="328" y="288"/>
                      </a:lnTo>
                      <a:lnTo>
                        <a:pt x="330" y="284"/>
                      </a:lnTo>
                      <a:lnTo>
                        <a:pt x="328" y="276"/>
                      </a:lnTo>
                      <a:lnTo>
                        <a:pt x="326" y="26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4" name="Freeform 144"/>
                <p:cNvSpPr>
                  <a:spLocks/>
                </p:cNvSpPr>
                <p:nvPr/>
              </p:nvSpPr>
              <p:spPr bwMode="auto">
                <a:xfrm>
                  <a:off x="3612299" y="4175638"/>
                  <a:ext cx="333040" cy="723268"/>
                </a:xfrm>
                <a:custGeom>
                  <a:avLst/>
                  <a:gdLst>
                    <a:gd name="T0" fmla="*/ 418346010 w 202"/>
                    <a:gd name="T1" fmla="*/ 463708816 h 426"/>
                    <a:gd name="T2" fmla="*/ 352821868 w 202"/>
                    <a:gd name="T3" fmla="*/ 529232859 h 426"/>
                    <a:gd name="T4" fmla="*/ 327620313 w 202"/>
                    <a:gd name="T5" fmla="*/ 569555348 h 426"/>
                    <a:gd name="T6" fmla="*/ 297378447 w 202"/>
                    <a:gd name="T7" fmla="*/ 609877836 h 426"/>
                    <a:gd name="T8" fmla="*/ 231854404 w 202"/>
                    <a:gd name="T9" fmla="*/ 650200325 h 426"/>
                    <a:gd name="T10" fmla="*/ 221773782 w 202"/>
                    <a:gd name="T11" fmla="*/ 650200325 h 426"/>
                    <a:gd name="T12" fmla="*/ 216733471 w 202"/>
                    <a:gd name="T13" fmla="*/ 670361569 h 426"/>
                    <a:gd name="T14" fmla="*/ 226814093 w 202"/>
                    <a:gd name="T15" fmla="*/ 675401880 h 426"/>
                    <a:gd name="T16" fmla="*/ 236894715 w 202"/>
                    <a:gd name="T17" fmla="*/ 685482502 h 426"/>
                    <a:gd name="T18" fmla="*/ 246975337 w 202"/>
                    <a:gd name="T19" fmla="*/ 710684057 h 426"/>
                    <a:gd name="T20" fmla="*/ 292338136 w 202"/>
                    <a:gd name="T21" fmla="*/ 771167790 h 426"/>
                    <a:gd name="T22" fmla="*/ 357862179 w 202"/>
                    <a:gd name="T23" fmla="*/ 846772654 h 426"/>
                    <a:gd name="T24" fmla="*/ 418346010 w 202"/>
                    <a:gd name="T25" fmla="*/ 877014521 h 426"/>
                    <a:gd name="T26" fmla="*/ 493950674 w 202"/>
                    <a:gd name="T27" fmla="*/ 907256387 h 426"/>
                    <a:gd name="T28" fmla="*/ 498990985 w 202"/>
                    <a:gd name="T29" fmla="*/ 912296698 h 426"/>
                    <a:gd name="T30" fmla="*/ 483870052 w 202"/>
                    <a:gd name="T31" fmla="*/ 982861053 h 426"/>
                    <a:gd name="T32" fmla="*/ 453628186 w 202"/>
                    <a:gd name="T33" fmla="*/ 1038304474 h 426"/>
                    <a:gd name="T34" fmla="*/ 413305599 w 202"/>
                    <a:gd name="T35" fmla="*/ 1073586652 h 426"/>
                    <a:gd name="T36" fmla="*/ 120967513 w 202"/>
                    <a:gd name="T37" fmla="*/ 841732343 h 426"/>
                    <a:gd name="T38" fmla="*/ 85685311 w 202"/>
                    <a:gd name="T39" fmla="*/ 811490278 h 426"/>
                    <a:gd name="T40" fmla="*/ 50403122 w 202"/>
                    <a:gd name="T41" fmla="*/ 771167790 h 426"/>
                    <a:gd name="T42" fmla="*/ 15120939 w 202"/>
                    <a:gd name="T43" fmla="*/ 710684057 h 426"/>
                    <a:gd name="T44" fmla="*/ 10080625 w 202"/>
                    <a:gd name="T45" fmla="*/ 700603435 h 426"/>
                    <a:gd name="T46" fmla="*/ 0 w 202"/>
                    <a:gd name="T47" fmla="*/ 660280947 h 426"/>
                    <a:gd name="T48" fmla="*/ 10080625 w 202"/>
                    <a:gd name="T49" fmla="*/ 635079391 h 426"/>
                    <a:gd name="T50" fmla="*/ 206652800 w 202"/>
                    <a:gd name="T51" fmla="*/ 312499385 h 426"/>
                    <a:gd name="T52" fmla="*/ 262096270 w 202"/>
                    <a:gd name="T53" fmla="*/ 156249692 h 426"/>
                    <a:gd name="T54" fmla="*/ 297378447 w 202"/>
                    <a:gd name="T55" fmla="*/ 90725624 h 426"/>
                    <a:gd name="T56" fmla="*/ 312499380 w 202"/>
                    <a:gd name="T57" fmla="*/ 70564380 h 426"/>
                    <a:gd name="T58" fmla="*/ 337700935 w 202"/>
                    <a:gd name="T59" fmla="*/ 55443446 h 426"/>
                    <a:gd name="T60" fmla="*/ 362902490 w 202"/>
                    <a:gd name="T61" fmla="*/ 50403123 h 426"/>
                    <a:gd name="T62" fmla="*/ 509071607 w 202"/>
                    <a:gd name="T63" fmla="*/ 0 h 426"/>
                    <a:gd name="T64" fmla="*/ 483870052 w 202"/>
                    <a:gd name="T65" fmla="*/ 196572181 h 426"/>
                    <a:gd name="T66" fmla="*/ 458668497 w 202"/>
                    <a:gd name="T67" fmla="*/ 347781562 h 426"/>
                    <a:gd name="T68" fmla="*/ 418346010 w 202"/>
                    <a:gd name="T69" fmla="*/ 463708816 h 4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2"/>
                    <a:gd name="T106" fmla="*/ 0 h 426"/>
                    <a:gd name="T107" fmla="*/ 202 w 202"/>
                    <a:gd name="T108" fmla="*/ 426 h 4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2" h="426">
                      <a:moveTo>
                        <a:pt x="166" y="184"/>
                      </a:moveTo>
                      <a:lnTo>
                        <a:pt x="166" y="184"/>
                      </a:lnTo>
                      <a:lnTo>
                        <a:pt x="152" y="196"/>
                      </a:lnTo>
                      <a:lnTo>
                        <a:pt x="140" y="210"/>
                      </a:lnTo>
                      <a:lnTo>
                        <a:pt x="130" y="226"/>
                      </a:lnTo>
                      <a:lnTo>
                        <a:pt x="124" y="236"/>
                      </a:lnTo>
                      <a:lnTo>
                        <a:pt x="118" y="242"/>
                      </a:lnTo>
                      <a:lnTo>
                        <a:pt x="104" y="252"/>
                      </a:lnTo>
                      <a:lnTo>
                        <a:pt x="92" y="258"/>
                      </a:lnTo>
                      <a:lnTo>
                        <a:pt x="88" y="258"/>
                      </a:lnTo>
                      <a:lnTo>
                        <a:pt x="86" y="262"/>
                      </a:lnTo>
                      <a:lnTo>
                        <a:pt x="86" y="266"/>
                      </a:lnTo>
                      <a:lnTo>
                        <a:pt x="90" y="268"/>
                      </a:lnTo>
                      <a:lnTo>
                        <a:pt x="92" y="270"/>
                      </a:lnTo>
                      <a:lnTo>
                        <a:pt x="94" y="272"/>
                      </a:lnTo>
                      <a:lnTo>
                        <a:pt x="98" y="282"/>
                      </a:lnTo>
                      <a:lnTo>
                        <a:pt x="104" y="292"/>
                      </a:lnTo>
                      <a:lnTo>
                        <a:pt x="116" y="306"/>
                      </a:lnTo>
                      <a:lnTo>
                        <a:pt x="134" y="324"/>
                      </a:lnTo>
                      <a:lnTo>
                        <a:pt x="142" y="336"/>
                      </a:lnTo>
                      <a:lnTo>
                        <a:pt x="166" y="348"/>
                      </a:lnTo>
                      <a:lnTo>
                        <a:pt x="184" y="356"/>
                      </a:lnTo>
                      <a:lnTo>
                        <a:pt x="196" y="360"/>
                      </a:lnTo>
                      <a:lnTo>
                        <a:pt x="198" y="362"/>
                      </a:lnTo>
                      <a:lnTo>
                        <a:pt x="198" y="370"/>
                      </a:lnTo>
                      <a:lnTo>
                        <a:pt x="192" y="390"/>
                      </a:lnTo>
                      <a:lnTo>
                        <a:pt x="186" y="400"/>
                      </a:lnTo>
                      <a:lnTo>
                        <a:pt x="180" y="412"/>
                      </a:lnTo>
                      <a:lnTo>
                        <a:pt x="172" y="420"/>
                      </a:lnTo>
                      <a:lnTo>
                        <a:pt x="164" y="426"/>
                      </a:lnTo>
                      <a:lnTo>
                        <a:pt x="48" y="334"/>
                      </a:lnTo>
                      <a:lnTo>
                        <a:pt x="34" y="322"/>
                      </a:lnTo>
                      <a:lnTo>
                        <a:pt x="26" y="314"/>
                      </a:lnTo>
                      <a:lnTo>
                        <a:pt x="20" y="306"/>
                      </a:lnTo>
                      <a:lnTo>
                        <a:pt x="6" y="282"/>
                      </a:lnTo>
                      <a:lnTo>
                        <a:pt x="4" y="278"/>
                      </a:lnTo>
                      <a:lnTo>
                        <a:pt x="0" y="270"/>
                      </a:lnTo>
                      <a:lnTo>
                        <a:pt x="0" y="262"/>
                      </a:lnTo>
                      <a:lnTo>
                        <a:pt x="0" y="258"/>
                      </a:lnTo>
                      <a:lnTo>
                        <a:pt x="4" y="252"/>
                      </a:lnTo>
                      <a:lnTo>
                        <a:pt x="82" y="124"/>
                      </a:lnTo>
                      <a:lnTo>
                        <a:pt x="104" y="62"/>
                      </a:lnTo>
                      <a:lnTo>
                        <a:pt x="112" y="48"/>
                      </a:lnTo>
                      <a:lnTo>
                        <a:pt x="118" y="36"/>
                      </a:lnTo>
                      <a:lnTo>
                        <a:pt x="124" y="28"/>
                      </a:lnTo>
                      <a:lnTo>
                        <a:pt x="130" y="24"/>
                      </a:lnTo>
                      <a:lnTo>
                        <a:pt x="134" y="22"/>
                      </a:lnTo>
                      <a:lnTo>
                        <a:pt x="144" y="20"/>
                      </a:lnTo>
                      <a:lnTo>
                        <a:pt x="202" y="0"/>
                      </a:lnTo>
                      <a:lnTo>
                        <a:pt x="200" y="24"/>
                      </a:lnTo>
                      <a:lnTo>
                        <a:pt x="192" y="78"/>
                      </a:lnTo>
                      <a:lnTo>
                        <a:pt x="188" y="108"/>
                      </a:lnTo>
                      <a:lnTo>
                        <a:pt x="182" y="138"/>
                      </a:lnTo>
                      <a:lnTo>
                        <a:pt x="174" y="164"/>
                      </a:lnTo>
                      <a:lnTo>
                        <a:pt x="166" y="18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sp>
            <p:nvSpPr>
              <p:cNvPr id="17" name="Freeform 138"/>
              <p:cNvSpPr>
                <a:spLocks/>
              </p:cNvSpPr>
              <p:nvPr/>
            </p:nvSpPr>
            <p:spPr bwMode="auto">
              <a:xfrm>
                <a:off x="3544225" y="4214357"/>
                <a:ext cx="202273" cy="330410"/>
              </a:xfrm>
              <a:custGeom>
                <a:avLst/>
                <a:gdLst>
                  <a:gd name="T0" fmla="*/ 2147483647 w 120"/>
                  <a:gd name="T1" fmla="*/ 2147483647 h 196"/>
                  <a:gd name="T2" fmla="*/ 2147483647 w 120"/>
                  <a:gd name="T3" fmla="*/ 2147483647 h 196"/>
                  <a:gd name="T4" fmla="*/ 2147483647 w 120"/>
                  <a:gd name="T5" fmla="*/ 2147483647 h 196"/>
                  <a:gd name="T6" fmla="*/ 2147483647 w 120"/>
                  <a:gd name="T7" fmla="*/ 2147483647 h 196"/>
                  <a:gd name="T8" fmla="*/ 2147483647 w 120"/>
                  <a:gd name="T9" fmla="*/ 2147483647 h 196"/>
                  <a:gd name="T10" fmla="*/ 2147483647 w 120"/>
                  <a:gd name="T11" fmla="*/ 2147483647 h 196"/>
                  <a:gd name="T12" fmla="*/ 2147483647 w 120"/>
                  <a:gd name="T13" fmla="*/ 2147483647 h 196"/>
                  <a:gd name="T14" fmla="*/ 2147483647 w 120"/>
                  <a:gd name="T15" fmla="*/ 2147483647 h 196"/>
                  <a:gd name="T16" fmla="*/ 2147483647 w 120"/>
                  <a:gd name="T17" fmla="*/ 2147483647 h 196"/>
                  <a:gd name="T18" fmla="*/ 2147483647 w 120"/>
                  <a:gd name="T19" fmla="*/ 2147483647 h 196"/>
                  <a:gd name="T20" fmla="*/ 2147483647 w 120"/>
                  <a:gd name="T21" fmla="*/ 2147483647 h 196"/>
                  <a:gd name="T22" fmla="*/ 2147483647 w 120"/>
                  <a:gd name="T23" fmla="*/ 2147483647 h 196"/>
                  <a:gd name="T24" fmla="*/ 2147483647 w 120"/>
                  <a:gd name="T25" fmla="*/ 2147483647 h 196"/>
                  <a:gd name="T26" fmla="*/ 2147483647 w 120"/>
                  <a:gd name="T27" fmla="*/ 2147483647 h 196"/>
                  <a:gd name="T28" fmla="*/ 2147483647 w 120"/>
                  <a:gd name="T29" fmla="*/ 2147483647 h 196"/>
                  <a:gd name="T30" fmla="*/ 2147483647 w 120"/>
                  <a:gd name="T31" fmla="*/ 2147483647 h 196"/>
                  <a:gd name="T32" fmla="*/ 2147483647 w 120"/>
                  <a:gd name="T33" fmla="*/ 2147483647 h 196"/>
                  <a:gd name="T34" fmla="*/ 2147483647 w 120"/>
                  <a:gd name="T35" fmla="*/ 2147483647 h 196"/>
                  <a:gd name="T36" fmla="*/ 2147483647 w 120"/>
                  <a:gd name="T37" fmla="*/ 2147483647 h 196"/>
                  <a:gd name="T38" fmla="*/ 2147483647 w 120"/>
                  <a:gd name="T39" fmla="*/ 2147483647 h 196"/>
                  <a:gd name="T40" fmla="*/ 0 w 120"/>
                  <a:gd name="T41" fmla="*/ 2147483647 h 196"/>
                  <a:gd name="T42" fmla="*/ 2147483647 w 120"/>
                  <a:gd name="T43" fmla="*/ 2147483647 h 196"/>
                  <a:gd name="T44" fmla="*/ 2147483647 w 120"/>
                  <a:gd name="T45" fmla="*/ 2147483647 h 196"/>
                  <a:gd name="T46" fmla="*/ 2147483647 w 120"/>
                  <a:gd name="T47" fmla="*/ 2147483647 h 196"/>
                  <a:gd name="T48" fmla="*/ 2147483647 w 120"/>
                  <a:gd name="T49" fmla="*/ 0 h 196"/>
                  <a:gd name="T50" fmla="*/ 2147483647 w 120"/>
                  <a:gd name="T51" fmla="*/ 0 h 196"/>
                  <a:gd name="T52" fmla="*/ 2147483647 w 120"/>
                  <a:gd name="T53" fmla="*/ 2147483647 h 196"/>
                  <a:gd name="T54" fmla="*/ 2147483647 w 120"/>
                  <a:gd name="T55" fmla="*/ 2147483647 h 19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0"/>
                  <a:gd name="T85" fmla="*/ 0 h 196"/>
                  <a:gd name="T86" fmla="*/ 120 w 120"/>
                  <a:gd name="T87" fmla="*/ 196 h 19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0" h="196">
                    <a:moveTo>
                      <a:pt x="82" y="2"/>
                    </a:moveTo>
                    <a:lnTo>
                      <a:pt x="82" y="2"/>
                    </a:lnTo>
                    <a:lnTo>
                      <a:pt x="96" y="24"/>
                    </a:lnTo>
                    <a:lnTo>
                      <a:pt x="98" y="34"/>
                    </a:lnTo>
                    <a:lnTo>
                      <a:pt x="102" y="46"/>
                    </a:lnTo>
                    <a:lnTo>
                      <a:pt x="106" y="70"/>
                    </a:lnTo>
                    <a:lnTo>
                      <a:pt x="114" y="120"/>
                    </a:lnTo>
                    <a:lnTo>
                      <a:pt x="118" y="170"/>
                    </a:lnTo>
                    <a:lnTo>
                      <a:pt x="120" y="188"/>
                    </a:lnTo>
                    <a:lnTo>
                      <a:pt x="118" y="196"/>
                    </a:lnTo>
                    <a:lnTo>
                      <a:pt x="106" y="174"/>
                    </a:lnTo>
                    <a:lnTo>
                      <a:pt x="76" y="120"/>
                    </a:lnTo>
                    <a:lnTo>
                      <a:pt x="58" y="90"/>
                    </a:lnTo>
                    <a:lnTo>
                      <a:pt x="38" y="62"/>
                    </a:lnTo>
                    <a:lnTo>
                      <a:pt x="22" y="40"/>
                    </a:lnTo>
                    <a:lnTo>
                      <a:pt x="14" y="32"/>
                    </a:lnTo>
                    <a:lnTo>
                      <a:pt x="8" y="26"/>
                    </a:lnTo>
                    <a:lnTo>
                      <a:pt x="0" y="22"/>
                    </a:lnTo>
                    <a:lnTo>
                      <a:pt x="2" y="12"/>
                    </a:lnTo>
                    <a:lnTo>
                      <a:pt x="36" y="4"/>
                    </a:lnTo>
                    <a:lnTo>
                      <a:pt x="64" y="0"/>
                    </a:lnTo>
                    <a:lnTo>
                      <a:pt x="74" y="0"/>
                    </a:lnTo>
                    <a:lnTo>
                      <a:pt x="8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8" name="Freeform 140"/>
              <p:cNvSpPr>
                <a:spLocks/>
              </p:cNvSpPr>
              <p:nvPr/>
            </p:nvSpPr>
            <p:spPr bwMode="auto">
              <a:xfrm>
                <a:off x="3575919" y="4138914"/>
                <a:ext cx="147019" cy="234086"/>
              </a:xfrm>
              <a:custGeom>
                <a:avLst/>
                <a:gdLst>
                  <a:gd name="T0" fmla="*/ 196572170 w 90"/>
                  <a:gd name="T1" fmla="*/ 120967497 h 140"/>
                  <a:gd name="T2" fmla="*/ 196572170 w 90"/>
                  <a:gd name="T3" fmla="*/ 120967497 h 140"/>
                  <a:gd name="T4" fmla="*/ 191531860 w 90"/>
                  <a:gd name="T5" fmla="*/ 136088428 h 140"/>
                  <a:gd name="T6" fmla="*/ 181451238 w 90"/>
                  <a:gd name="T7" fmla="*/ 171370600 h 140"/>
                  <a:gd name="T8" fmla="*/ 181451238 w 90"/>
                  <a:gd name="T9" fmla="*/ 196572151 h 140"/>
                  <a:gd name="T10" fmla="*/ 186491549 w 90"/>
                  <a:gd name="T11" fmla="*/ 211693132 h 140"/>
                  <a:gd name="T12" fmla="*/ 191531860 w 90"/>
                  <a:gd name="T13" fmla="*/ 226814063 h 140"/>
                  <a:gd name="T14" fmla="*/ 206652792 w 90"/>
                  <a:gd name="T15" fmla="*/ 236894683 h 140"/>
                  <a:gd name="T16" fmla="*/ 206652792 w 90"/>
                  <a:gd name="T17" fmla="*/ 236894683 h 140"/>
                  <a:gd name="T18" fmla="*/ 226814085 w 90"/>
                  <a:gd name="T19" fmla="*/ 241934994 h 140"/>
                  <a:gd name="T20" fmla="*/ 226814085 w 90"/>
                  <a:gd name="T21" fmla="*/ 241934994 h 140"/>
                  <a:gd name="T22" fmla="*/ 226814085 w 90"/>
                  <a:gd name="T23" fmla="*/ 257055925 h 140"/>
                  <a:gd name="T24" fmla="*/ 226814085 w 90"/>
                  <a:gd name="T25" fmla="*/ 272176856 h 140"/>
                  <a:gd name="T26" fmla="*/ 221773774 w 90"/>
                  <a:gd name="T27" fmla="*/ 282257476 h 140"/>
                  <a:gd name="T28" fmla="*/ 221773774 w 90"/>
                  <a:gd name="T29" fmla="*/ 282257476 h 140"/>
                  <a:gd name="T30" fmla="*/ 211693152 w 90"/>
                  <a:gd name="T31" fmla="*/ 297378407 h 140"/>
                  <a:gd name="T32" fmla="*/ 206652792 w 90"/>
                  <a:gd name="T33" fmla="*/ 322579959 h 140"/>
                  <a:gd name="T34" fmla="*/ 196572170 w 90"/>
                  <a:gd name="T35" fmla="*/ 352821820 h 140"/>
                  <a:gd name="T36" fmla="*/ 186491549 w 90"/>
                  <a:gd name="T37" fmla="*/ 347781510 h 140"/>
                  <a:gd name="T38" fmla="*/ 186491549 w 90"/>
                  <a:gd name="T39" fmla="*/ 347781510 h 140"/>
                  <a:gd name="T40" fmla="*/ 196572170 w 90"/>
                  <a:gd name="T41" fmla="*/ 337700889 h 140"/>
                  <a:gd name="T42" fmla="*/ 196572170 w 90"/>
                  <a:gd name="T43" fmla="*/ 322579959 h 140"/>
                  <a:gd name="T44" fmla="*/ 186491549 w 90"/>
                  <a:gd name="T45" fmla="*/ 307459028 h 140"/>
                  <a:gd name="T46" fmla="*/ 186491549 w 90"/>
                  <a:gd name="T47" fmla="*/ 307459028 h 140"/>
                  <a:gd name="T48" fmla="*/ 171370617 w 90"/>
                  <a:gd name="T49" fmla="*/ 297378407 h 140"/>
                  <a:gd name="T50" fmla="*/ 146169063 w 90"/>
                  <a:gd name="T51" fmla="*/ 282257476 h 140"/>
                  <a:gd name="T52" fmla="*/ 95765930 w 90"/>
                  <a:gd name="T53" fmla="*/ 257055925 h 140"/>
                  <a:gd name="T54" fmla="*/ 95765930 w 90"/>
                  <a:gd name="T55" fmla="*/ 257055925 h 140"/>
                  <a:gd name="T56" fmla="*/ 70564376 w 90"/>
                  <a:gd name="T57" fmla="*/ 241934994 h 140"/>
                  <a:gd name="T58" fmla="*/ 55443444 w 90"/>
                  <a:gd name="T59" fmla="*/ 226814063 h 140"/>
                  <a:gd name="T60" fmla="*/ 35282188 w 90"/>
                  <a:gd name="T61" fmla="*/ 206652772 h 140"/>
                  <a:gd name="T62" fmla="*/ 20161249 w 90"/>
                  <a:gd name="T63" fmla="*/ 191531841 h 140"/>
                  <a:gd name="T64" fmla="*/ 20161249 w 90"/>
                  <a:gd name="T65" fmla="*/ 191531841 h 140"/>
                  <a:gd name="T66" fmla="*/ 15120939 w 90"/>
                  <a:gd name="T67" fmla="*/ 120967497 h 140"/>
                  <a:gd name="T68" fmla="*/ 15120939 w 90"/>
                  <a:gd name="T69" fmla="*/ 120967497 h 140"/>
                  <a:gd name="T70" fmla="*/ 10080625 w 90"/>
                  <a:gd name="T71" fmla="*/ 70564369 h 140"/>
                  <a:gd name="T72" fmla="*/ 0 w 90"/>
                  <a:gd name="T73" fmla="*/ 35282185 h 140"/>
                  <a:gd name="T74" fmla="*/ 0 w 90"/>
                  <a:gd name="T75" fmla="*/ 35282185 h 140"/>
                  <a:gd name="T76" fmla="*/ 10080625 w 90"/>
                  <a:gd name="T77" fmla="*/ 25201558 h 140"/>
                  <a:gd name="T78" fmla="*/ 20161249 w 90"/>
                  <a:gd name="T79" fmla="*/ 5040312 h 140"/>
                  <a:gd name="T80" fmla="*/ 20161249 w 90"/>
                  <a:gd name="T81" fmla="*/ 5040312 h 140"/>
                  <a:gd name="T82" fmla="*/ 25201560 w 90"/>
                  <a:gd name="T83" fmla="*/ 0 h 140"/>
                  <a:gd name="T84" fmla="*/ 30241877 w 90"/>
                  <a:gd name="T85" fmla="*/ 5040312 h 140"/>
                  <a:gd name="T86" fmla="*/ 50403120 w 90"/>
                  <a:gd name="T87" fmla="*/ 15120937 h 140"/>
                  <a:gd name="T88" fmla="*/ 110886887 w 90"/>
                  <a:gd name="T89" fmla="*/ 55443438 h 140"/>
                  <a:gd name="T90" fmla="*/ 196572170 w 90"/>
                  <a:gd name="T91" fmla="*/ 120967497 h 140"/>
                  <a:gd name="T92" fmla="*/ 196572170 w 90"/>
                  <a:gd name="T93" fmla="*/ 120967497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0"/>
                  <a:gd name="T142" fmla="*/ 0 h 140"/>
                  <a:gd name="T143" fmla="*/ 90 w 90"/>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0" h="140">
                    <a:moveTo>
                      <a:pt x="78" y="48"/>
                    </a:moveTo>
                    <a:lnTo>
                      <a:pt x="78" y="48"/>
                    </a:lnTo>
                    <a:lnTo>
                      <a:pt x="76" y="54"/>
                    </a:lnTo>
                    <a:lnTo>
                      <a:pt x="72" y="68"/>
                    </a:lnTo>
                    <a:lnTo>
                      <a:pt x="72" y="78"/>
                    </a:lnTo>
                    <a:lnTo>
                      <a:pt x="74" y="84"/>
                    </a:lnTo>
                    <a:lnTo>
                      <a:pt x="76" y="90"/>
                    </a:lnTo>
                    <a:lnTo>
                      <a:pt x="82" y="94"/>
                    </a:lnTo>
                    <a:lnTo>
                      <a:pt x="90" y="96"/>
                    </a:lnTo>
                    <a:lnTo>
                      <a:pt x="90" y="102"/>
                    </a:lnTo>
                    <a:lnTo>
                      <a:pt x="90" y="108"/>
                    </a:lnTo>
                    <a:lnTo>
                      <a:pt x="88" y="112"/>
                    </a:lnTo>
                    <a:lnTo>
                      <a:pt x="84" y="118"/>
                    </a:lnTo>
                    <a:lnTo>
                      <a:pt x="82" y="128"/>
                    </a:lnTo>
                    <a:lnTo>
                      <a:pt x="78" y="140"/>
                    </a:lnTo>
                    <a:lnTo>
                      <a:pt x="74" y="138"/>
                    </a:lnTo>
                    <a:lnTo>
                      <a:pt x="78" y="134"/>
                    </a:lnTo>
                    <a:lnTo>
                      <a:pt x="78" y="128"/>
                    </a:lnTo>
                    <a:lnTo>
                      <a:pt x="74" y="122"/>
                    </a:lnTo>
                    <a:lnTo>
                      <a:pt x="68" y="118"/>
                    </a:lnTo>
                    <a:lnTo>
                      <a:pt x="58" y="112"/>
                    </a:lnTo>
                    <a:lnTo>
                      <a:pt x="38" y="102"/>
                    </a:lnTo>
                    <a:lnTo>
                      <a:pt x="28" y="96"/>
                    </a:lnTo>
                    <a:lnTo>
                      <a:pt x="22" y="90"/>
                    </a:lnTo>
                    <a:lnTo>
                      <a:pt x="14" y="82"/>
                    </a:lnTo>
                    <a:lnTo>
                      <a:pt x="8" y="76"/>
                    </a:lnTo>
                    <a:lnTo>
                      <a:pt x="6" y="48"/>
                    </a:lnTo>
                    <a:lnTo>
                      <a:pt x="4" y="28"/>
                    </a:lnTo>
                    <a:lnTo>
                      <a:pt x="0" y="14"/>
                    </a:lnTo>
                    <a:lnTo>
                      <a:pt x="4" y="10"/>
                    </a:lnTo>
                    <a:lnTo>
                      <a:pt x="8" y="2"/>
                    </a:lnTo>
                    <a:lnTo>
                      <a:pt x="10" y="0"/>
                    </a:lnTo>
                    <a:lnTo>
                      <a:pt x="12" y="2"/>
                    </a:lnTo>
                    <a:lnTo>
                      <a:pt x="20" y="6"/>
                    </a:lnTo>
                    <a:lnTo>
                      <a:pt x="44" y="22"/>
                    </a:lnTo>
                    <a:lnTo>
                      <a:pt x="78" y="48"/>
                    </a:lnTo>
                    <a:close/>
                  </a:path>
                </a:pathLst>
              </a:custGeom>
              <a:grpFill/>
              <a:ln w="9525">
                <a:noFill/>
                <a:round/>
                <a:headEnd/>
                <a:tailEnd/>
              </a:ln>
            </p:spPr>
            <p:txBody>
              <a:bodyPr/>
              <a:lstStyle/>
              <a:p>
                <a:pPr fontAlgn="auto">
                  <a:spcBef>
                    <a:spcPts val="0"/>
                  </a:spcBef>
                  <a:spcAft>
                    <a:spcPts val="0"/>
                  </a:spcAft>
                  <a:defRPr/>
                </a:pPr>
                <a:endParaRPr sz="2000">
                  <a:solidFill>
                    <a:prstClr val="black"/>
                  </a:solidFill>
                  <a:latin typeface="Roboto Lt"/>
                </a:endParaRPr>
              </a:p>
            </p:txBody>
          </p:sp>
        </p:grpSp>
        <p:sp>
          <p:nvSpPr>
            <p:cNvPr id="10" name="Freeform 5"/>
            <p:cNvSpPr>
              <a:spLocks noEditPoints="1"/>
            </p:cNvSpPr>
            <p:nvPr/>
          </p:nvSpPr>
          <p:spPr bwMode="auto">
            <a:xfrm>
              <a:off x="8639116" y="2198798"/>
              <a:ext cx="1116469" cy="2902813"/>
            </a:xfrm>
            <a:custGeom>
              <a:avLst/>
              <a:gdLst>
                <a:gd name="T0" fmla="*/ 2147483647 w 600"/>
                <a:gd name="T1" fmla="*/ 1302100615 h 1727"/>
                <a:gd name="T2" fmla="*/ 2132965708 w 600"/>
                <a:gd name="T3" fmla="*/ 1014817518 h 1727"/>
                <a:gd name="T4" fmla="*/ 2114775135 w 600"/>
                <a:gd name="T5" fmla="*/ 861847602 h 1727"/>
                <a:gd name="T6" fmla="*/ 1982886016 w 600"/>
                <a:gd name="T7" fmla="*/ 936466814 h 1727"/>
                <a:gd name="T8" fmla="*/ 1791874337 w 600"/>
                <a:gd name="T9" fmla="*/ 179084624 h 1727"/>
                <a:gd name="T10" fmla="*/ 1664531796 w 600"/>
                <a:gd name="T11" fmla="*/ 41039906 h 1727"/>
                <a:gd name="T12" fmla="*/ 1459878253 w 600"/>
                <a:gd name="T13" fmla="*/ 22385578 h 1727"/>
                <a:gd name="T14" fmla="*/ 1064208499 w 600"/>
                <a:gd name="T15" fmla="*/ 813345211 h 1727"/>
                <a:gd name="T16" fmla="*/ 1059661922 w 600"/>
                <a:gd name="T17" fmla="*/ 820807712 h 1727"/>
                <a:gd name="T18" fmla="*/ 786788399 w 600"/>
                <a:gd name="T19" fmla="*/ 1085705480 h 1727"/>
                <a:gd name="T20" fmla="*/ 650350571 w 600"/>
                <a:gd name="T21" fmla="*/ 1078242979 h 1727"/>
                <a:gd name="T22" fmla="*/ 659445858 w 600"/>
                <a:gd name="T23" fmla="*/ 1227481403 h 1727"/>
                <a:gd name="T24" fmla="*/ 418406771 w 600"/>
                <a:gd name="T25" fmla="*/ 1652809174 h 1727"/>
                <a:gd name="T26" fmla="*/ 18190581 w 600"/>
                <a:gd name="T27" fmla="*/ 2147483647 h 1727"/>
                <a:gd name="T28" fmla="*/ 841362251 w 600"/>
                <a:gd name="T29" fmla="*/ 2147483647 h 1727"/>
                <a:gd name="T30" fmla="*/ 768595694 w 600"/>
                <a:gd name="T31" fmla="*/ 2147483647 h 1727"/>
                <a:gd name="T32" fmla="*/ 463885336 w 600"/>
                <a:gd name="T33" fmla="*/ 2147483647 h 1727"/>
                <a:gd name="T34" fmla="*/ 836813541 w 600"/>
                <a:gd name="T35" fmla="*/ 1757274526 h 1727"/>
                <a:gd name="T36" fmla="*/ 941416800 w 600"/>
                <a:gd name="T37" fmla="*/ 2089329247 h 1727"/>
                <a:gd name="T38" fmla="*/ 809527682 w 600"/>
                <a:gd name="T39" fmla="*/ 2147483647 h 1727"/>
                <a:gd name="T40" fmla="*/ 845910960 w 600"/>
                <a:gd name="T41" fmla="*/ 2147483647 h 1727"/>
                <a:gd name="T42" fmla="*/ 668541144 w 600"/>
                <a:gd name="T43" fmla="*/ 2147483647 h 1727"/>
                <a:gd name="T44" fmla="*/ 886840816 w 600"/>
                <a:gd name="T45" fmla="*/ 2147483647 h 1727"/>
                <a:gd name="T46" fmla="*/ 968702659 w 600"/>
                <a:gd name="T47" fmla="*/ 2147483647 h 1727"/>
                <a:gd name="T48" fmla="*/ 1296152433 w 600"/>
                <a:gd name="T49" fmla="*/ 2147483647 h 1727"/>
                <a:gd name="T50" fmla="*/ 1368918990 w 600"/>
                <a:gd name="T51" fmla="*/ 2147483647 h 1727"/>
                <a:gd name="T52" fmla="*/ 1878284890 w 600"/>
                <a:gd name="T53" fmla="*/ 2147483647 h 1727"/>
                <a:gd name="T54" fmla="*/ 1987434726 w 600"/>
                <a:gd name="T55" fmla="*/ 2147483647 h 1727"/>
                <a:gd name="T56" fmla="*/ 2147483647 w 600"/>
                <a:gd name="T57" fmla="*/ 2147483647 h 1727"/>
                <a:gd name="T58" fmla="*/ 2147483647 w 600"/>
                <a:gd name="T59" fmla="*/ 2147483647 h 1727"/>
                <a:gd name="T60" fmla="*/ 2147483647 w 600"/>
                <a:gd name="T61" fmla="*/ 2147483647 h 1727"/>
                <a:gd name="T62" fmla="*/ 1700915074 w 600"/>
                <a:gd name="T63" fmla="*/ 2147483647 h 1727"/>
                <a:gd name="T64" fmla="*/ 1891928886 w 600"/>
                <a:gd name="T65" fmla="*/ 2147483647 h 1727"/>
                <a:gd name="T66" fmla="*/ 1650889932 w 600"/>
                <a:gd name="T67" fmla="*/ 2147483647 h 1727"/>
                <a:gd name="T68" fmla="*/ 1578123375 w 600"/>
                <a:gd name="T69" fmla="*/ 2147483647 h 1727"/>
                <a:gd name="T70" fmla="*/ 1455329543 w 600"/>
                <a:gd name="T71" fmla="*/ 2147483647 h 1727"/>
                <a:gd name="T72" fmla="*/ 1432590261 w 600"/>
                <a:gd name="T73" fmla="*/ 2147483647 h 1727"/>
                <a:gd name="T74" fmla="*/ 1964693311 w 600"/>
                <a:gd name="T75" fmla="*/ 2147483647 h 1727"/>
                <a:gd name="T76" fmla="*/ 1782779051 w 600"/>
                <a:gd name="T77" fmla="*/ 1962477842 h 1727"/>
                <a:gd name="T78" fmla="*/ 1105140487 w 600"/>
                <a:gd name="T79" fmla="*/ 1414028468 h 1727"/>
                <a:gd name="T80" fmla="*/ 1332535712 w 600"/>
                <a:gd name="T81" fmla="*/ 1201364583 h 1727"/>
                <a:gd name="T82" fmla="*/ 1896475463 w 600"/>
                <a:gd name="T83" fmla="*/ 1354332326 h 1727"/>
                <a:gd name="T84" fmla="*/ 1937407451 w 600"/>
                <a:gd name="T85" fmla="*/ 1078242979 h 1727"/>
                <a:gd name="T86" fmla="*/ 2147483647 w 600"/>
                <a:gd name="T87" fmla="*/ 2147483647 h 1727"/>
                <a:gd name="T88" fmla="*/ 2147483647 w 600"/>
                <a:gd name="T89" fmla="*/ 2147483647 h 1727"/>
                <a:gd name="T90" fmla="*/ 2147483647 w 600"/>
                <a:gd name="T91" fmla="*/ 1839356238 h 1727"/>
                <a:gd name="T92" fmla="*/ 2147483647 w 600"/>
                <a:gd name="T93" fmla="*/ 2147483647 h 17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0"/>
                <a:gd name="T142" fmla="*/ 0 h 1727"/>
                <a:gd name="T143" fmla="*/ 600 w 600"/>
                <a:gd name="T144" fmla="*/ 1727 h 17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0" h="1727">
                  <a:moveTo>
                    <a:pt x="588" y="660"/>
                  </a:moveTo>
                  <a:cubicBezTo>
                    <a:pt x="584" y="609"/>
                    <a:pt x="581" y="557"/>
                    <a:pt x="581" y="506"/>
                  </a:cubicBezTo>
                  <a:cubicBezTo>
                    <a:pt x="580" y="455"/>
                    <a:pt x="582" y="399"/>
                    <a:pt x="567" y="349"/>
                  </a:cubicBezTo>
                  <a:cubicBezTo>
                    <a:pt x="562" y="333"/>
                    <a:pt x="560" y="307"/>
                    <a:pt x="545" y="296"/>
                  </a:cubicBezTo>
                  <a:cubicBezTo>
                    <a:pt x="535" y="288"/>
                    <a:pt x="517" y="285"/>
                    <a:pt x="504" y="281"/>
                  </a:cubicBezTo>
                  <a:cubicBezTo>
                    <a:pt x="493" y="277"/>
                    <a:pt x="481" y="274"/>
                    <a:pt x="469" y="272"/>
                  </a:cubicBezTo>
                  <a:cubicBezTo>
                    <a:pt x="477" y="267"/>
                    <a:pt x="490" y="260"/>
                    <a:pt x="486" y="250"/>
                  </a:cubicBezTo>
                  <a:cubicBezTo>
                    <a:pt x="478" y="255"/>
                    <a:pt x="472" y="262"/>
                    <a:pt x="461" y="259"/>
                  </a:cubicBezTo>
                  <a:cubicBezTo>
                    <a:pt x="464" y="250"/>
                    <a:pt x="469" y="241"/>
                    <a:pt x="465" y="231"/>
                  </a:cubicBezTo>
                  <a:cubicBezTo>
                    <a:pt x="463" y="239"/>
                    <a:pt x="461" y="251"/>
                    <a:pt x="452" y="254"/>
                  </a:cubicBezTo>
                  <a:cubicBezTo>
                    <a:pt x="450" y="248"/>
                    <a:pt x="449" y="240"/>
                    <a:pt x="448" y="233"/>
                  </a:cubicBezTo>
                  <a:cubicBezTo>
                    <a:pt x="448" y="244"/>
                    <a:pt x="443" y="255"/>
                    <a:pt x="436" y="251"/>
                  </a:cubicBezTo>
                  <a:cubicBezTo>
                    <a:pt x="433" y="237"/>
                    <a:pt x="431" y="222"/>
                    <a:pt x="427" y="208"/>
                  </a:cubicBezTo>
                  <a:cubicBezTo>
                    <a:pt x="420" y="176"/>
                    <a:pt x="418" y="143"/>
                    <a:pt x="413" y="110"/>
                  </a:cubicBezTo>
                  <a:cubicBezTo>
                    <a:pt x="409" y="91"/>
                    <a:pt x="404" y="67"/>
                    <a:pt x="394" y="48"/>
                  </a:cubicBezTo>
                  <a:cubicBezTo>
                    <a:pt x="392" y="41"/>
                    <a:pt x="389" y="35"/>
                    <a:pt x="386" y="29"/>
                  </a:cubicBezTo>
                  <a:cubicBezTo>
                    <a:pt x="384" y="26"/>
                    <a:pt x="381" y="22"/>
                    <a:pt x="378" y="19"/>
                  </a:cubicBezTo>
                  <a:cubicBezTo>
                    <a:pt x="374" y="14"/>
                    <a:pt x="370" y="11"/>
                    <a:pt x="366" y="11"/>
                  </a:cubicBezTo>
                  <a:cubicBezTo>
                    <a:pt x="356" y="4"/>
                    <a:pt x="344" y="0"/>
                    <a:pt x="334" y="2"/>
                  </a:cubicBezTo>
                  <a:cubicBezTo>
                    <a:pt x="328" y="4"/>
                    <a:pt x="326" y="7"/>
                    <a:pt x="319" y="5"/>
                  </a:cubicBezTo>
                  <a:cubicBezTo>
                    <a:pt x="321" y="6"/>
                    <a:pt x="321" y="6"/>
                    <a:pt x="321" y="6"/>
                  </a:cubicBezTo>
                  <a:cubicBezTo>
                    <a:pt x="211" y="11"/>
                    <a:pt x="239" y="136"/>
                    <a:pt x="235" y="208"/>
                  </a:cubicBezTo>
                  <a:cubicBezTo>
                    <a:pt x="233" y="220"/>
                    <a:pt x="233" y="220"/>
                    <a:pt x="233" y="220"/>
                  </a:cubicBezTo>
                  <a:cubicBezTo>
                    <a:pt x="233" y="219"/>
                    <a:pt x="234" y="219"/>
                    <a:pt x="234" y="218"/>
                  </a:cubicBezTo>
                  <a:cubicBezTo>
                    <a:pt x="234" y="219"/>
                    <a:pt x="234" y="219"/>
                    <a:pt x="234" y="219"/>
                  </a:cubicBezTo>
                  <a:cubicBezTo>
                    <a:pt x="233" y="226"/>
                    <a:pt x="232" y="234"/>
                    <a:pt x="230" y="242"/>
                  </a:cubicBezTo>
                  <a:cubicBezTo>
                    <a:pt x="233" y="220"/>
                    <a:pt x="233" y="220"/>
                    <a:pt x="233" y="220"/>
                  </a:cubicBezTo>
                  <a:cubicBezTo>
                    <a:pt x="233" y="221"/>
                    <a:pt x="232" y="223"/>
                    <a:pt x="232" y="224"/>
                  </a:cubicBezTo>
                  <a:cubicBezTo>
                    <a:pt x="226" y="238"/>
                    <a:pt x="221" y="253"/>
                    <a:pt x="212" y="265"/>
                  </a:cubicBezTo>
                  <a:cubicBezTo>
                    <a:pt x="203" y="278"/>
                    <a:pt x="191" y="292"/>
                    <a:pt x="173" y="291"/>
                  </a:cubicBezTo>
                  <a:cubicBezTo>
                    <a:pt x="165" y="291"/>
                    <a:pt x="156" y="287"/>
                    <a:pt x="153" y="280"/>
                  </a:cubicBezTo>
                  <a:cubicBezTo>
                    <a:pt x="155" y="292"/>
                    <a:pt x="155" y="300"/>
                    <a:pt x="171" y="306"/>
                  </a:cubicBezTo>
                  <a:cubicBezTo>
                    <a:pt x="157" y="307"/>
                    <a:pt x="151" y="297"/>
                    <a:pt x="143" y="289"/>
                  </a:cubicBezTo>
                  <a:cubicBezTo>
                    <a:pt x="144" y="297"/>
                    <a:pt x="151" y="307"/>
                    <a:pt x="158" y="312"/>
                  </a:cubicBezTo>
                  <a:cubicBezTo>
                    <a:pt x="162" y="314"/>
                    <a:pt x="166" y="317"/>
                    <a:pt x="170" y="318"/>
                  </a:cubicBezTo>
                  <a:cubicBezTo>
                    <a:pt x="161" y="321"/>
                    <a:pt x="152" y="324"/>
                    <a:pt x="145" y="329"/>
                  </a:cubicBezTo>
                  <a:cubicBezTo>
                    <a:pt x="135" y="335"/>
                    <a:pt x="138" y="340"/>
                    <a:pt x="135" y="349"/>
                  </a:cubicBezTo>
                  <a:cubicBezTo>
                    <a:pt x="133" y="354"/>
                    <a:pt x="124" y="368"/>
                    <a:pt x="126" y="375"/>
                  </a:cubicBezTo>
                  <a:cubicBezTo>
                    <a:pt x="118" y="398"/>
                    <a:pt x="102" y="421"/>
                    <a:pt x="92" y="443"/>
                  </a:cubicBezTo>
                  <a:cubicBezTo>
                    <a:pt x="85" y="460"/>
                    <a:pt x="77" y="476"/>
                    <a:pt x="68" y="492"/>
                  </a:cubicBezTo>
                  <a:cubicBezTo>
                    <a:pt x="57" y="512"/>
                    <a:pt x="44" y="534"/>
                    <a:pt x="30" y="551"/>
                  </a:cubicBezTo>
                  <a:cubicBezTo>
                    <a:pt x="16" y="568"/>
                    <a:pt x="0" y="578"/>
                    <a:pt x="4" y="599"/>
                  </a:cubicBezTo>
                  <a:cubicBezTo>
                    <a:pt x="16" y="669"/>
                    <a:pt x="113" y="687"/>
                    <a:pt x="157" y="739"/>
                  </a:cubicBezTo>
                  <a:cubicBezTo>
                    <a:pt x="161" y="728"/>
                    <a:pt x="171" y="731"/>
                    <a:pt x="178" y="724"/>
                  </a:cubicBezTo>
                  <a:cubicBezTo>
                    <a:pt x="182" y="720"/>
                    <a:pt x="184" y="712"/>
                    <a:pt x="185" y="706"/>
                  </a:cubicBezTo>
                  <a:cubicBezTo>
                    <a:pt x="183" y="709"/>
                    <a:pt x="179" y="713"/>
                    <a:pt x="171" y="716"/>
                  </a:cubicBezTo>
                  <a:cubicBezTo>
                    <a:pt x="142" y="725"/>
                    <a:pt x="137" y="650"/>
                    <a:pt x="160" y="655"/>
                  </a:cubicBezTo>
                  <a:cubicBezTo>
                    <a:pt x="163" y="655"/>
                    <a:pt x="166" y="655"/>
                    <a:pt x="169" y="655"/>
                  </a:cubicBezTo>
                  <a:cubicBezTo>
                    <a:pt x="143" y="640"/>
                    <a:pt x="121" y="619"/>
                    <a:pt x="100" y="599"/>
                  </a:cubicBezTo>
                  <a:cubicBezTo>
                    <a:pt x="103" y="598"/>
                    <a:pt x="106" y="597"/>
                    <a:pt x="109" y="596"/>
                  </a:cubicBezTo>
                  <a:cubicBezTo>
                    <a:pt x="105" y="592"/>
                    <a:pt x="102" y="586"/>
                    <a:pt x="102" y="580"/>
                  </a:cubicBezTo>
                  <a:cubicBezTo>
                    <a:pt x="121" y="557"/>
                    <a:pt x="132" y="526"/>
                    <a:pt x="152" y="501"/>
                  </a:cubicBezTo>
                  <a:cubicBezTo>
                    <a:pt x="158" y="493"/>
                    <a:pt x="167" y="482"/>
                    <a:pt x="176" y="476"/>
                  </a:cubicBezTo>
                  <a:cubicBezTo>
                    <a:pt x="179" y="474"/>
                    <a:pt x="181" y="473"/>
                    <a:pt x="184" y="471"/>
                  </a:cubicBezTo>
                  <a:cubicBezTo>
                    <a:pt x="185" y="474"/>
                    <a:pt x="186" y="477"/>
                    <a:pt x="187" y="479"/>
                  </a:cubicBezTo>
                  <a:cubicBezTo>
                    <a:pt x="193" y="492"/>
                    <a:pt x="200" y="506"/>
                    <a:pt x="204" y="519"/>
                  </a:cubicBezTo>
                  <a:cubicBezTo>
                    <a:pt x="209" y="535"/>
                    <a:pt x="206" y="546"/>
                    <a:pt x="207" y="560"/>
                  </a:cubicBezTo>
                  <a:cubicBezTo>
                    <a:pt x="209" y="574"/>
                    <a:pt x="219" y="589"/>
                    <a:pt x="221" y="603"/>
                  </a:cubicBezTo>
                  <a:cubicBezTo>
                    <a:pt x="222" y="608"/>
                    <a:pt x="222" y="613"/>
                    <a:pt x="222" y="617"/>
                  </a:cubicBezTo>
                  <a:cubicBezTo>
                    <a:pt x="199" y="623"/>
                    <a:pt x="198" y="646"/>
                    <a:pt x="178" y="659"/>
                  </a:cubicBezTo>
                  <a:cubicBezTo>
                    <a:pt x="178" y="659"/>
                    <a:pt x="177" y="659"/>
                    <a:pt x="177" y="658"/>
                  </a:cubicBezTo>
                  <a:cubicBezTo>
                    <a:pt x="163" y="687"/>
                    <a:pt x="181" y="700"/>
                    <a:pt x="186" y="702"/>
                  </a:cubicBezTo>
                  <a:cubicBezTo>
                    <a:pt x="186" y="702"/>
                    <a:pt x="186" y="702"/>
                    <a:pt x="186" y="701"/>
                  </a:cubicBezTo>
                  <a:cubicBezTo>
                    <a:pt x="190" y="702"/>
                    <a:pt x="194" y="702"/>
                    <a:pt x="198" y="703"/>
                  </a:cubicBezTo>
                  <a:cubicBezTo>
                    <a:pt x="197" y="705"/>
                    <a:pt x="196" y="708"/>
                    <a:pt x="195" y="710"/>
                  </a:cubicBezTo>
                  <a:cubicBezTo>
                    <a:pt x="176" y="749"/>
                    <a:pt x="158" y="791"/>
                    <a:pt x="147" y="832"/>
                  </a:cubicBezTo>
                  <a:cubicBezTo>
                    <a:pt x="154" y="833"/>
                    <a:pt x="195" y="837"/>
                    <a:pt x="202" y="842"/>
                  </a:cubicBezTo>
                  <a:cubicBezTo>
                    <a:pt x="201" y="863"/>
                    <a:pt x="197" y="891"/>
                    <a:pt x="196" y="915"/>
                  </a:cubicBezTo>
                  <a:cubicBezTo>
                    <a:pt x="194" y="963"/>
                    <a:pt x="190" y="990"/>
                    <a:pt x="195" y="1029"/>
                  </a:cubicBezTo>
                  <a:cubicBezTo>
                    <a:pt x="201" y="1081"/>
                    <a:pt x="197" y="1136"/>
                    <a:pt x="190" y="1187"/>
                  </a:cubicBezTo>
                  <a:cubicBezTo>
                    <a:pt x="200" y="1191"/>
                    <a:pt x="209" y="1191"/>
                    <a:pt x="218" y="1191"/>
                  </a:cubicBezTo>
                  <a:cubicBezTo>
                    <a:pt x="216" y="1206"/>
                    <a:pt x="213" y="1221"/>
                    <a:pt x="213" y="1237"/>
                  </a:cubicBezTo>
                  <a:cubicBezTo>
                    <a:pt x="212" y="1255"/>
                    <a:pt x="214" y="1273"/>
                    <a:pt x="217" y="1291"/>
                  </a:cubicBezTo>
                  <a:cubicBezTo>
                    <a:pt x="225" y="1341"/>
                    <a:pt x="240" y="1389"/>
                    <a:pt x="259" y="1436"/>
                  </a:cubicBezTo>
                  <a:cubicBezTo>
                    <a:pt x="274" y="1473"/>
                    <a:pt x="294" y="1521"/>
                    <a:pt x="285" y="1560"/>
                  </a:cubicBezTo>
                  <a:cubicBezTo>
                    <a:pt x="280" y="1583"/>
                    <a:pt x="279" y="1609"/>
                    <a:pt x="281" y="1632"/>
                  </a:cubicBezTo>
                  <a:cubicBezTo>
                    <a:pt x="283" y="1648"/>
                    <a:pt x="290" y="1663"/>
                    <a:pt x="292" y="1679"/>
                  </a:cubicBezTo>
                  <a:cubicBezTo>
                    <a:pt x="294" y="1691"/>
                    <a:pt x="287" y="1699"/>
                    <a:pt x="301" y="1706"/>
                  </a:cubicBezTo>
                  <a:cubicBezTo>
                    <a:pt x="317" y="1713"/>
                    <a:pt x="366" y="1727"/>
                    <a:pt x="383" y="1719"/>
                  </a:cubicBezTo>
                  <a:cubicBezTo>
                    <a:pt x="392" y="1714"/>
                    <a:pt x="396" y="1709"/>
                    <a:pt x="398" y="1703"/>
                  </a:cubicBezTo>
                  <a:cubicBezTo>
                    <a:pt x="401" y="1708"/>
                    <a:pt x="405" y="1711"/>
                    <a:pt x="413" y="1712"/>
                  </a:cubicBezTo>
                  <a:cubicBezTo>
                    <a:pt x="428" y="1715"/>
                    <a:pt x="442" y="1713"/>
                    <a:pt x="456" y="1709"/>
                  </a:cubicBezTo>
                  <a:cubicBezTo>
                    <a:pt x="500" y="1697"/>
                    <a:pt x="454" y="1666"/>
                    <a:pt x="443" y="1643"/>
                  </a:cubicBezTo>
                  <a:cubicBezTo>
                    <a:pt x="439" y="1634"/>
                    <a:pt x="438" y="1622"/>
                    <a:pt x="437" y="1610"/>
                  </a:cubicBezTo>
                  <a:cubicBezTo>
                    <a:pt x="437" y="1588"/>
                    <a:pt x="432" y="1578"/>
                    <a:pt x="433" y="1563"/>
                  </a:cubicBezTo>
                  <a:cubicBezTo>
                    <a:pt x="434" y="1546"/>
                    <a:pt x="475" y="1428"/>
                    <a:pt x="479" y="1417"/>
                  </a:cubicBezTo>
                  <a:cubicBezTo>
                    <a:pt x="482" y="1406"/>
                    <a:pt x="519" y="1310"/>
                    <a:pt x="522" y="1297"/>
                  </a:cubicBezTo>
                  <a:cubicBezTo>
                    <a:pt x="524" y="1287"/>
                    <a:pt x="538" y="1222"/>
                    <a:pt x="542" y="1204"/>
                  </a:cubicBezTo>
                  <a:cubicBezTo>
                    <a:pt x="550" y="1201"/>
                    <a:pt x="549" y="1016"/>
                    <a:pt x="561" y="923"/>
                  </a:cubicBezTo>
                  <a:cubicBezTo>
                    <a:pt x="569" y="860"/>
                    <a:pt x="568" y="859"/>
                    <a:pt x="582" y="855"/>
                  </a:cubicBezTo>
                  <a:cubicBezTo>
                    <a:pt x="587" y="849"/>
                    <a:pt x="591" y="840"/>
                    <a:pt x="594" y="830"/>
                  </a:cubicBezTo>
                  <a:cubicBezTo>
                    <a:pt x="596" y="821"/>
                    <a:pt x="598" y="808"/>
                    <a:pt x="598" y="795"/>
                  </a:cubicBezTo>
                  <a:cubicBezTo>
                    <a:pt x="600" y="750"/>
                    <a:pt x="591" y="706"/>
                    <a:pt x="588" y="660"/>
                  </a:cubicBezTo>
                  <a:close/>
                  <a:moveTo>
                    <a:pt x="376" y="1659"/>
                  </a:moveTo>
                  <a:cubicBezTo>
                    <a:pt x="366" y="1644"/>
                    <a:pt x="365" y="1625"/>
                    <a:pt x="362" y="1608"/>
                  </a:cubicBezTo>
                  <a:cubicBezTo>
                    <a:pt x="367" y="1612"/>
                    <a:pt x="372" y="1616"/>
                    <a:pt x="374" y="1623"/>
                  </a:cubicBezTo>
                  <a:cubicBezTo>
                    <a:pt x="378" y="1635"/>
                    <a:pt x="376" y="1647"/>
                    <a:pt x="376" y="1659"/>
                  </a:cubicBezTo>
                  <a:close/>
                  <a:moveTo>
                    <a:pt x="432" y="1268"/>
                  </a:moveTo>
                  <a:cubicBezTo>
                    <a:pt x="429" y="1284"/>
                    <a:pt x="421" y="1302"/>
                    <a:pt x="416" y="1317"/>
                  </a:cubicBezTo>
                  <a:cubicBezTo>
                    <a:pt x="409" y="1339"/>
                    <a:pt x="408" y="1361"/>
                    <a:pt x="406" y="1383"/>
                  </a:cubicBezTo>
                  <a:cubicBezTo>
                    <a:pt x="404" y="1425"/>
                    <a:pt x="404" y="1467"/>
                    <a:pt x="388" y="1507"/>
                  </a:cubicBezTo>
                  <a:cubicBezTo>
                    <a:pt x="382" y="1522"/>
                    <a:pt x="374" y="1535"/>
                    <a:pt x="363" y="1547"/>
                  </a:cubicBezTo>
                  <a:cubicBezTo>
                    <a:pt x="361" y="1550"/>
                    <a:pt x="357" y="1553"/>
                    <a:pt x="353" y="1557"/>
                  </a:cubicBezTo>
                  <a:cubicBezTo>
                    <a:pt x="353" y="1553"/>
                    <a:pt x="352" y="1549"/>
                    <a:pt x="350" y="1546"/>
                  </a:cubicBezTo>
                  <a:cubicBezTo>
                    <a:pt x="349" y="1543"/>
                    <a:pt x="348" y="1541"/>
                    <a:pt x="347" y="1538"/>
                  </a:cubicBezTo>
                  <a:cubicBezTo>
                    <a:pt x="340" y="1511"/>
                    <a:pt x="330" y="1467"/>
                    <a:pt x="329" y="1444"/>
                  </a:cubicBezTo>
                  <a:cubicBezTo>
                    <a:pt x="327" y="1417"/>
                    <a:pt x="320" y="1330"/>
                    <a:pt x="320" y="1330"/>
                  </a:cubicBezTo>
                  <a:cubicBezTo>
                    <a:pt x="320" y="1330"/>
                    <a:pt x="320" y="1330"/>
                    <a:pt x="320" y="1330"/>
                  </a:cubicBezTo>
                  <a:cubicBezTo>
                    <a:pt x="319" y="1315"/>
                    <a:pt x="317" y="1300"/>
                    <a:pt x="315" y="1285"/>
                  </a:cubicBezTo>
                  <a:cubicBezTo>
                    <a:pt x="312" y="1268"/>
                    <a:pt x="307" y="1252"/>
                    <a:pt x="308" y="1235"/>
                  </a:cubicBezTo>
                  <a:cubicBezTo>
                    <a:pt x="310" y="1221"/>
                    <a:pt x="313" y="1208"/>
                    <a:pt x="315" y="1195"/>
                  </a:cubicBezTo>
                  <a:cubicBezTo>
                    <a:pt x="317" y="1194"/>
                    <a:pt x="319" y="1194"/>
                    <a:pt x="322" y="1194"/>
                  </a:cubicBezTo>
                  <a:cubicBezTo>
                    <a:pt x="335" y="1193"/>
                    <a:pt x="347" y="1193"/>
                    <a:pt x="360" y="1194"/>
                  </a:cubicBezTo>
                  <a:cubicBezTo>
                    <a:pt x="372" y="1195"/>
                    <a:pt x="420" y="1196"/>
                    <a:pt x="432" y="1197"/>
                  </a:cubicBezTo>
                  <a:cubicBezTo>
                    <a:pt x="432" y="1210"/>
                    <a:pt x="440" y="1213"/>
                    <a:pt x="432" y="1268"/>
                  </a:cubicBezTo>
                  <a:close/>
                  <a:moveTo>
                    <a:pt x="426" y="371"/>
                  </a:moveTo>
                  <a:cubicBezTo>
                    <a:pt x="417" y="395"/>
                    <a:pt x="392" y="526"/>
                    <a:pt x="392" y="526"/>
                  </a:cubicBezTo>
                  <a:cubicBezTo>
                    <a:pt x="392" y="526"/>
                    <a:pt x="392" y="526"/>
                    <a:pt x="384" y="526"/>
                  </a:cubicBezTo>
                  <a:cubicBezTo>
                    <a:pt x="384" y="526"/>
                    <a:pt x="384" y="526"/>
                    <a:pt x="301" y="363"/>
                  </a:cubicBezTo>
                  <a:cubicBezTo>
                    <a:pt x="301" y="354"/>
                    <a:pt x="243" y="379"/>
                    <a:pt x="243" y="379"/>
                  </a:cubicBezTo>
                  <a:cubicBezTo>
                    <a:pt x="243" y="379"/>
                    <a:pt x="243" y="346"/>
                    <a:pt x="243" y="273"/>
                  </a:cubicBezTo>
                  <a:cubicBezTo>
                    <a:pt x="243" y="273"/>
                    <a:pt x="243" y="273"/>
                    <a:pt x="276" y="264"/>
                  </a:cubicBezTo>
                  <a:cubicBezTo>
                    <a:pt x="285" y="289"/>
                    <a:pt x="293" y="322"/>
                    <a:pt x="293" y="322"/>
                  </a:cubicBezTo>
                  <a:cubicBezTo>
                    <a:pt x="293" y="322"/>
                    <a:pt x="293" y="322"/>
                    <a:pt x="310" y="354"/>
                  </a:cubicBezTo>
                  <a:cubicBezTo>
                    <a:pt x="384" y="485"/>
                    <a:pt x="384" y="485"/>
                    <a:pt x="384" y="485"/>
                  </a:cubicBezTo>
                  <a:cubicBezTo>
                    <a:pt x="384" y="485"/>
                    <a:pt x="384" y="485"/>
                    <a:pt x="417" y="363"/>
                  </a:cubicBezTo>
                  <a:cubicBezTo>
                    <a:pt x="426" y="354"/>
                    <a:pt x="417" y="297"/>
                    <a:pt x="417" y="297"/>
                  </a:cubicBezTo>
                  <a:cubicBezTo>
                    <a:pt x="417" y="297"/>
                    <a:pt x="417" y="297"/>
                    <a:pt x="417" y="281"/>
                  </a:cubicBezTo>
                  <a:cubicBezTo>
                    <a:pt x="417" y="281"/>
                    <a:pt x="417" y="281"/>
                    <a:pt x="426" y="289"/>
                  </a:cubicBezTo>
                  <a:cubicBezTo>
                    <a:pt x="426" y="289"/>
                    <a:pt x="426" y="289"/>
                    <a:pt x="467" y="371"/>
                  </a:cubicBezTo>
                  <a:cubicBezTo>
                    <a:pt x="467" y="371"/>
                    <a:pt x="467" y="371"/>
                    <a:pt x="426" y="371"/>
                  </a:cubicBezTo>
                  <a:close/>
                  <a:moveTo>
                    <a:pt x="487" y="649"/>
                  </a:moveTo>
                  <a:cubicBezTo>
                    <a:pt x="483" y="649"/>
                    <a:pt x="483" y="649"/>
                    <a:pt x="483" y="649"/>
                  </a:cubicBezTo>
                  <a:cubicBezTo>
                    <a:pt x="483" y="644"/>
                    <a:pt x="475" y="632"/>
                    <a:pt x="474" y="622"/>
                  </a:cubicBezTo>
                  <a:cubicBezTo>
                    <a:pt x="472" y="613"/>
                    <a:pt x="474" y="599"/>
                    <a:pt x="474" y="588"/>
                  </a:cubicBezTo>
                  <a:cubicBezTo>
                    <a:pt x="476" y="556"/>
                    <a:pt x="487" y="525"/>
                    <a:pt x="487" y="493"/>
                  </a:cubicBezTo>
                  <a:cubicBezTo>
                    <a:pt x="487" y="490"/>
                    <a:pt x="487" y="488"/>
                    <a:pt x="487" y="486"/>
                  </a:cubicBezTo>
                  <a:cubicBezTo>
                    <a:pt x="487" y="488"/>
                    <a:pt x="487" y="490"/>
                    <a:pt x="487" y="493"/>
                  </a:cubicBezTo>
                  <a:cubicBezTo>
                    <a:pt x="488" y="525"/>
                    <a:pt x="493" y="556"/>
                    <a:pt x="481" y="587"/>
                  </a:cubicBezTo>
                  <a:cubicBezTo>
                    <a:pt x="484" y="586"/>
                    <a:pt x="487" y="587"/>
                    <a:pt x="489" y="587"/>
                  </a:cubicBezTo>
                  <a:cubicBezTo>
                    <a:pt x="484" y="599"/>
                    <a:pt x="492" y="605"/>
                    <a:pt x="492" y="616"/>
                  </a:cubicBezTo>
                  <a:cubicBezTo>
                    <a:pt x="492" y="627"/>
                    <a:pt x="488" y="638"/>
                    <a:pt x="487" y="649"/>
                  </a:cubicBezTo>
                  <a:close/>
                </a:path>
              </a:pathLst>
            </a:custGeom>
            <a:solidFill>
              <a:schemeClr val="accent5"/>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11" name="Gruppe 51"/>
            <p:cNvGrpSpPr>
              <a:grpSpLocks/>
            </p:cNvGrpSpPr>
            <p:nvPr/>
          </p:nvGrpSpPr>
          <p:grpSpPr bwMode="auto">
            <a:xfrm>
              <a:off x="9473848" y="2187136"/>
              <a:ext cx="953260" cy="3128723"/>
              <a:chOff x="2763678" y="1597834"/>
              <a:chExt cx="744650" cy="2444643"/>
            </a:xfrm>
            <a:solidFill>
              <a:schemeClr val="accent2"/>
            </a:solidFill>
          </p:grpSpPr>
          <p:sp>
            <p:nvSpPr>
              <p:cNvPr id="13" name="Freeform 125"/>
              <p:cNvSpPr>
                <a:spLocks/>
              </p:cNvSpPr>
              <p:nvPr/>
            </p:nvSpPr>
            <p:spPr bwMode="auto">
              <a:xfrm>
                <a:off x="2764652" y="1599232"/>
                <a:ext cx="743788" cy="2452477"/>
              </a:xfrm>
              <a:custGeom>
                <a:avLst/>
                <a:gdLst>
                  <a:gd name="T0" fmla="*/ 2147483647 w 364"/>
                  <a:gd name="T1" fmla="*/ 2147483647 h 1186"/>
                  <a:gd name="T2" fmla="*/ 2147483647 w 364"/>
                  <a:gd name="T3" fmla="*/ 2147483647 h 1186"/>
                  <a:gd name="T4" fmla="*/ 2147483647 w 364"/>
                  <a:gd name="T5" fmla="*/ 2147483647 h 1186"/>
                  <a:gd name="T6" fmla="*/ 2147483647 w 364"/>
                  <a:gd name="T7" fmla="*/ 2147483647 h 1186"/>
                  <a:gd name="T8" fmla="*/ 2147483647 w 364"/>
                  <a:gd name="T9" fmla="*/ 2147483647 h 1186"/>
                  <a:gd name="T10" fmla="*/ 2147483647 w 364"/>
                  <a:gd name="T11" fmla="*/ 2147483647 h 1186"/>
                  <a:gd name="T12" fmla="*/ 2147483647 w 364"/>
                  <a:gd name="T13" fmla="*/ 2147483647 h 1186"/>
                  <a:gd name="T14" fmla="*/ 2147483647 w 364"/>
                  <a:gd name="T15" fmla="*/ 2147483647 h 1186"/>
                  <a:gd name="T16" fmla="*/ 2147483647 w 364"/>
                  <a:gd name="T17" fmla="*/ 0 h 1186"/>
                  <a:gd name="T18" fmla="*/ 2147483647 w 364"/>
                  <a:gd name="T19" fmla="*/ 2147483647 h 1186"/>
                  <a:gd name="T20" fmla="*/ 2147483647 w 364"/>
                  <a:gd name="T21" fmla="*/ 2147483647 h 1186"/>
                  <a:gd name="T22" fmla="*/ 2147483647 w 364"/>
                  <a:gd name="T23" fmla="*/ 2147483647 h 1186"/>
                  <a:gd name="T24" fmla="*/ 2147483647 w 364"/>
                  <a:gd name="T25" fmla="*/ 2147483647 h 1186"/>
                  <a:gd name="T26" fmla="*/ 2147483647 w 364"/>
                  <a:gd name="T27" fmla="*/ 2147483647 h 1186"/>
                  <a:gd name="T28" fmla="*/ 2147483647 w 364"/>
                  <a:gd name="T29" fmla="*/ 2147483647 h 1186"/>
                  <a:gd name="T30" fmla="*/ 2147483647 w 364"/>
                  <a:gd name="T31" fmla="*/ 2147483647 h 1186"/>
                  <a:gd name="T32" fmla="*/ 2147483647 w 364"/>
                  <a:gd name="T33" fmla="*/ 2147483647 h 1186"/>
                  <a:gd name="T34" fmla="*/ 2147483647 w 364"/>
                  <a:gd name="T35" fmla="*/ 2147483647 h 1186"/>
                  <a:gd name="T36" fmla="*/ 2147483647 w 364"/>
                  <a:gd name="T37" fmla="*/ 2147483647 h 1186"/>
                  <a:gd name="T38" fmla="*/ 2147483647 w 364"/>
                  <a:gd name="T39" fmla="*/ 2147483647 h 1186"/>
                  <a:gd name="T40" fmla="*/ 2147483647 w 364"/>
                  <a:gd name="T41" fmla="*/ 2147483647 h 1186"/>
                  <a:gd name="T42" fmla="*/ 0 w 364"/>
                  <a:gd name="T43" fmla="*/ 2147483647 h 1186"/>
                  <a:gd name="T44" fmla="*/ 2147483647 w 364"/>
                  <a:gd name="T45" fmla="*/ 2147483647 h 1186"/>
                  <a:gd name="T46" fmla="*/ 2147483647 w 364"/>
                  <a:gd name="T47" fmla="*/ 2147483647 h 1186"/>
                  <a:gd name="T48" fmla="*/ 2147483647 w 364"/>
                  <a:gd name="T49" fmla="*/ 2147483647 h 1186"/>
                  <a:gd name="T50" fmla="*/ 2147483647 w 364"/>
                  <a:gd name="T51" fmla="*/ 2147483647 h 1186"/>
                  <a:gd name="T52" fmla="*/ 2147483647 w 364"/>
                  <a:gd name="T53" fmla="*/ 2147483647 h 1186"/>
                  <a:gd name="T54" fmla="*/ 2147483647 w 364"/>
                  <a:gd name="T55" fmla="*/ 2147483647 h 1186"/>
                  <a:gd name="T56" fmla="*/ 2147483647 w 364"/>
                  <a:gd name="T57" fmla="*/ 2147483647 h 1186"/>
                  <a:gd name="T58" fmla="*/ 2147483647 w 364"/>
                  <a:gd name="T59" fmla="*/ 2147483647 h 1186"/>
                  <a:gd name="T60" fmla="*/ 2147483647 w 364"/>
                  <a:gd name="T61" fmla="*/ 2147483647 h 1186"/>
                  <a:gd name="T62" fmla="*/ 2147483647 w 364"/>
                  <a:gd name="T63" fmla="*/ 2147483647 h 1186"/>
                  <a:gd name="T64" fmla="*/ 2147483647 w 364"/>
                  <a:gd name="T65" fmla="*/ 2147483647 h 1186"/>
                  <a:gd name="T66" fmla="*/ 2147483647 w 364"/>
                  <a:gd name="T67" fmla="*/ 2147483647 h 1186"/>
                  <a:gd name="T68" fmla="*/ 2147483647 w 364"/>
                  <a:gd name="T69" fmla="*/ 2147483647 h 1186"/>
                  <a:gd name="T70" fmla="*/ 2147483647 w 364"/>
                  <a:gd name="T71" fmla="*/ 2147483647 h 1186"/>
                  <a:gd name="T72" fmla="*/ 2147483647 w 364"/>
                  <a:gd name="T73" fmla="*/ 2147483647 h 1186"/>
                  <a:gd name="T74" fmla="*/ 2147483647 w 364"/>
                  <a:gd name="T75" fmla="*/ 2147483647 h 1186"/>
                  <a:gd name="T76" fmla="*/ 2147483647 w 364"/>
                  <a:gd name="T77" fmla="*/ 2147483647 h 1186"/>
                  <a:gd name="T78" fmla="*/ 2147483647 w 364"/>
                  <a:gd name="T79" fmla="*/ 2147483647 h 1186"/>
                  <a:gd name="T80" fmla="*/ 2147483647 w 364"/>
                  <a:gd name="T81" fmla="*/ 2147483647 h 1186"/>
                  <a:gd name="T82" fmla="*/ 2147483647 w 364"/>
                  <a:gd name="T83" fmla="*/ 2147483647 h 1186"/>
                  <a:gd name="T84" fmla="*/ 2147483647 w 364"/>
                  <a:gd name="T85" fmla="*/ 2147483647 h 1186"/>
                  <a:gd name="T86" fmla="*/ 2147483647 w 364"/>
                  <a:gd name="T87" fmla="*/ 2147483647 h 1186"/>
                  <a:gd name="T88" fmla="*/ 2147483647 w 364"/>
                  <a:gd name="T89" fmla="*/ 2147483647 h 1186"/>
                  <a:gd name="T90" fmla="*/ 2147483647 w 364"/>
                  <a:gd name="T91" fmla="*/ 2147483647 h 1186"/>
                  <a:gd name="T92" fmla="*/ 2147483647 w 364"/>
                  <a:gd name="T93" fmla="*/ 2147483647 h 1186"/>
                  <a:gd name="T94" fmla="*/ 2147483647 w 364"/>
                  <a:gd name="T95" fmla="*/ 2147483647 h 1186"/>
                  <a:gd name="T96" fmla="*/ 2147483647 w 364"/>
                  <a:gd name="T97" fmla="*/ 2147483647 h 1186"/>
                  <a:gd name="T98" fmla="*/ 2147483647 w 364"/>
                  <a:gd name="T99" fmla="*/ 2147483647 h 1186"/>
                  <a:gd name="T100" fmla="*/ 2147483647 w 364"/>
                  <a:gd name="T101" fmla="*/ 2147483647 h 1186"/>
                  <a:gd name="T102" fmla="*/ 2147483647 w 364"/>
                  <a:gd name="T103" fmla="*/ 2147483647 h 1186"/>
                  <a:gd name="T104" fmla="*/ 2147483647 w 364"/>
                  <a:gd name="T105" fmla="*/ 2147483647 h 1186"/>
                  <a:gd name="T106" fmla="*/ 2147483647 w 364"/>
                  <a:gd name="T107" fmla="*/ 2147483647 h 1186"/>
                  <a:gd name="T108" fmla="*/ 2147483647 w 364"/>
                  <a:gd name="T109" fmla="*/ 2147483647 h 1186"/>
                  <a:gd name="T110" fmla="*/ 2147483647 w 364"/>
                  <a:gd name="T111" fmla="*/ 2147483647 h 1186"/>
                  <a:gd name="T112" fmla="*/ 2147483647 w 364"/>
                  <a:gd name="T113" fmla="*/ 2147483647 h 1186"/>
                  <a:gd name="T114" fmla="*/ 2147483647 w 364"/>
                  <a:gd name="T115" fmla="*/ 2147483647 h 1186"/>
                  <a:gd name="T116" fmla="*/ 2147483647 w 364"/>
                  <a:gd name="T117" fmla="*/ 2147483647 h 11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4"/>
                  <a:gd name="T178" fmla="*/ 0 h 1186"/>
                  <a:gd name="T179" fmla="*/ 364 w 364"/>
                  <a:gd name="T180" fmla="*/ 1186 h 11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4" h="1186">
                    <a:moveTo>
                      <a:pt x="350" y="338"/>
                    </a:moveTo>
                    <a:lnTo>
                      <a:pt x="350" y="338"/>
                    </a:lnTo>
                    <a:lnTo>
                      <a:pt x="342" y="314"/>
                    </a:lnTo>
                    <a:lnTo>
                      <a:pt x="336" y="286"/>
                    </a:lnTo>
                    <a:lnTo>
                      <a:pt x="326" y="232"/>
                    </a:lnTo>
                    <a:lnTo>
                      <a:pt x="322" y="224"/>
                    </a:lnTo>
                    <a:lnTo>
                      <a:pt x="318" y="216"/>
                    </a:lnTo>
                    <a:lnTo>
                      <a:pt x="312" y="212"/>
                    </a:lnTo>
                    <a:lnTo>
                      <a:pt x="306" y="210"/>
                    </a:lnTo>
                    <a:lnTo>
                      <a:pt x="278" y="200"/>
                    </a:lnTo>
                    <a:lnTo>
                      <a:pt x="258" y="192"/>
                    </a:lnTo>
                    <a:lnTo>
                      <a:pt x="246" y="186"/>
                    </a:lnTo>
                    <a:lnTo>
                      <a:pt x="240" y="180"/>
                    </a:lnTo>
                    <a:lnTo>
                      <a:pt x="234" y="174"/>
                    </a:lnTo>
                    <a:lnTo>
                      <a:pt x="230" y="168"/>
                    </a:lnTo>
                    <a:lnTo>
                      <a:pt x="224" y="162"/>
                    </a:lnTo>
                    <a:lnTo>
                      <a:pt x="220" y="158"/>
                    </a:lnTo>
                    <a:lnTo>
                      <a:pt x="216" y="156"/>
                    </a:lnTo>
                    <a:lnTo>
                      <a:pt x="216" y="146"/>
                    </a:lnTo>
                    <a:lnTo>
                      <a:pt x="218" y="140"/>
                    </a:lnTo>
                    <a:lnTo>
                      <a:pt x="222" y="136"/>
                    </a:lnTo>
                    <a:lnTo>
                      <a:pt x="228" y="126"/>
                    </a:lnTo>
                    <a:lnTo>
                      <a:pt x="236" y="110"/>
                    </a:lnTo>
                    <a:lnTo>
                      <a:pt x="238" y="102"/>
                    </a:lnTo>
                    <a:lnTo>
                      <a:pt x="238" y="96"/>
                    </a:lnTo>
                    <a:lnTo>
                      <a:pt x="238" y="90"/>
                    </a:lnTo>
                    <a:lnTo>
                      <a:pt x="234" y="88"/>
                    </a:lnTo>
                    <a:lnTo>
                      <a:pt x="236" y="76"/>
                    </a:lnTo>
                    <a:lnTo>
                      <a:pt x="236" y="68"/>
                    </a:lnTo>
                    <a:lnTo>
                      <a:pt x="236" y="56"/>
                    </a:lnTo>
                    <a:lnTo>
                      <a:pt x="232" y="42"/>
                    </a:lnTo>
                    <a:lnTo>
                      <a:pt x="230" y="32"/>
                    </a:lnTo>
                    <a:lnTo>
                      <a:pt x="226" y="24"/>
                    </a:lnTo>
                    <a:lnTo>
                      <a:pt x="222" y="16"/>
                    </a:lnTo>
                    <a:lnTo>
                      <a:pt x="214" y="10"/>
                    </a:lnTo>
                    <a:lnTo>
                      <a:pt x="204" y="4"/>
                    </a:lnTo>
                    <a:lnTo>
                      <a:pt x="192" y="0"/>
                    </a:lnTo>
                    <a:lnTo>
                      <a:pt x="174" y="0"/>
                    </a:lnTo>
                    <a:lnTo>
                      <a:pt x="158" y="2"/>
                    </a:lnTo>
                    <a:lnTo>
                      <a:pt x="146" y="6"/>
                    </a:lnTo>
                    <a:lnTo>
                      <a:pt x="136" y="14"/>
                    </a:lnTo>
                    <a:lnTo>
                      <a:pt x="128" y="20"/>
                    </a:lnTo>
                    <a:lnTo>
                      <a:pt x="124" y="28"/>
                    </a:lnTo>
                    <a:lnTo>
                      <a:pt x="120" y="36"/>
                    </a:lnTo>
                    <a:lnTo>
                      <a:pt x="118" y="44"/>
                    </a:lnTo>
                    <a:lnTo>
                      <a:pt x="116" y="60"/>
                    </a:lnTo>
                    <a:lnTo>
                      <a:pt x="118" y="72"/>
                    </a:lnTo>
                    <a:lnTo>
                      <a:pt x="120" y="82"/>
                    </a:lnTo>
                    <a:lnTo>
                      <a:pt x="118" y="84"/>
                    </a:lnTo>
                    <a:lnTo>
                      <a:pt x="116" y="92"/>
                    </a:lnTo>
                    <a:lnTo>
                      <a:pt x="116" y="98"/>
                    </a:lnTo>
                    <a:lnTo>
                      <a:pt x="118" y="106"/>
                    </a:lnTo>
                    <a:lnTo>
                      <a:pt x="122" y="116"/>
                    </a:lnTo>
                    <a:lnTo>
                      <a:pt x="130" y="126"/>
                    </a:lnTo>
                    <a:lnTo>
                      <a:pt x="132" y="128"/>
                    </a:lnTo>
                    <a:lnTo>
                      <a:pt x="134" y="130"/>
                    </a:lnTo>
                    <a:lnTo>
                      <a:pt x="136" y="136"/>
                    </a:lnTo>
                    <a:lnTo>
                      <a:pt x="138" y="152"/>
                    </a:lnTo>
                    <a:lnTo>
                      <a:pt x="140" y="158"/>
                    </a:lnTo>
                    <a:lnTo>
                      <a:pt x="138" y="164"/>
                    </a:lnTo>
                    <a:lnTo>
                      <a:pt x="134" y="168"/>
                    </a:lnTo>
                    <a:lnTo>
                      <a:pt x="126" y="174"/>
                    </a:lnTo>
                    <a:lnTo>
                      <a:pt x="112" y="186"/>
                    </a:lnTo>
                    <a:lnTo>
                      <a:pt x="102" y="192"/>
                    </a:lnTo>
                    <a:lnTo>
                      <a:pt x="90" y="198"/>
                    </a:lnTo>
                    <a:lnTo>
                      <a:pt x="70" y="204"/>
                    </a:lnTo>
                    <a:lnTo>
                      <a:pt x="62" y="208"/>
                    </a:lnTo>
                    <a:lnTo>
                      <a:pt x="52" y="212"/>
                    </a:lnTo>
                    <a:lnTo>
                      <a:pt x="46" y="216"/>
                    </a:lnTo>
                    <a:lnTo>
                      <a:pt x="42" y="222"/>
                    </a:lnTo>
                    <a:lnTo>
                      <a:pt x="38" y="228"/>
                    </a:lnTo>
                    <a:lnTo>
                      <a:pt x="36" y="236"/>
                    </a:lnTo>
                    <a:lnTo>
                      <a:pt x="32" y="274"/>
                    </a:lnTo>
                    <a:lnTo>
                      <a:pt x="30" y="302"/>
                    </a:lnTo>
                    <a:lnTo>
                      <a:pt x="24" y="392"/>
                    </a:lnTo>
                    <a:lnTo>
                      <a:pt x="18" y="448"/>
                    </a:lnTo>
                    <a:lnTo>
                      <a:pt x="14" y="482"/>
                    </a:lnTo>
                    <a:lnTo>
                      <a:pt x="10" y="514"/>
                    </a:lnTo>
                    <a:lnTo>
                      <a:pt x="8" y="540"/>
                    </a:lnTo>
                    <a:lnTo>
                      <a:pt x="6" y="566"/>
                    </a:lnTo>
                    <a:lnTo>
                      <a:pt x="4" y="588"/>
                    </a:lnTo>
                    <a:lnTo>
                      <a:pt x="6" y="594"/>
                    </a:lnTo>
                    <a:lnTo>
                      <a:pt x="8" y="598"/>
                    </a:lnTo>
                    <a:lnTo>
                      <a:pt x="12" y="598"/>
                    </a:lnTo>
                    <a:lnTo>
                      <a:pt x="4" y="616"/>
                    </a:lnTo>
                    <a:lnTo>
                      <a:pt x="2" y="626"/>
                    </a:lnTo>
                    <a:lnTo>
                      <a:pt x="0" y="638"/>
                    </a:lnTo>
                    <a:lnTo>
                      <a:pt x="2" y="650"/>
                    </a:lnTo>
                    <a:lnTo>
                      <a:pt x="6" y="660"/>
                    </a:lnTo>
                    <a:lnTo>
                      <a:pt x="14" y="670"/>
                    </a:lnTo>
                    <a:lnTo>
                      <a:pt x="26" y="676"/>
                    </a:lnTo>
                    <a:lnTo>
                      <a:pt x="36" y="680"/>
                    </a:lnTo>
                    <a:lnTo>
                      <a:pt x="40" y="680"/>
                    </a:lnTo>
                    <a:lnTo>
                      <a:pt x="42" y="678"/>
                    </a:lnTo>
                    <a:lnTo>
                      <a:pt x="42" y="674"/>
                    </a:lnTo>
                    <a:lnTo>
                      <a:pt x="38" y="670"/>
                    </a:lnTo>
                    <a:lnTo>
                      <a:pt x="36" y="664"/>
                    </a:lnTo>
                    <a:lnTo>
                      <a:pt x="34" y="660"/>
                    </a:lnTo>
                    <a:lnTo>
                      <a:pt x="34" y="654"/>
                    </a:lnTo>
                    <a:lnTo>
                      <a:pt x="36" y="650"/>
                    </a:lnTo>
                    <a:lnTo>
                      <a:pt x="34" y="644"/>
                    </a:lnTo>
                    <a:lnTo>
                      <a:pt x="34" y="636"/>
                    </a:lnTo>
                    <a:lnTo>
                      <a:pt x="38" y="628"/>
                    </a:lnTo>
                    <a:lnTo>
                      <a:pt x="40" y="622"/>
                    </a:lnTo>
                    <a:lnTo>
                      <a:pt x="38" y="616"/>
                    </a:lnTo>
                    <a:lnTo>
                      <a:pt x="38" y="612"/>
                    </a:lnTo>
                    <a:lnTo>
                      <a:pt x="38" y="608"/>
                    </a:lnTo>
                    <a:lnTo>
                      <a:pt x="40" y="606"/>
                    </a:lnTo>
                    <a:lnTo>
                      <a:pt x="42" y="604"/>
                    </a:lnTo>
                    <a:lnTo>
                      <a:pt x="44" y="604"/>
                    </a:lnTo>
                    <a:lnTo>
                      <a:pt x="48" y="602"/>
                    </a:lnTo>
                    <a:lnTo>
                      <a:pt x="50" y="596"/>
                    </a:lnTo>
                    <a:lnTo>
                      <a:pt x="50" y="594"/>
                    </a:lnTo>
                    <a:lnTo>
                      <a:pt x="58" y="534"/>
                    </a:lnTo>
                    <a:lnTo>
                      <a:pt x="56" y="568"/>
                    </a:lnTo>
                    <a:lnTo>
                      <a:pt x="56" y="578"/>
                    </a:lnTo>
                    <a:lnTo>
                      <a:pt x="56" y="586"/>
                    </a:lnTo>
                    <a:lnTo>
                      <a:pt x="60" y="598"/>
                    </a:lnTo>
                    <a:lnTo>
                      <a:pt x="62" y="612"/>
                    </a:lnTo>
                    <a:lnTo>
                      <a:pt x="62" y="644"/>
                    </a:lnTo>
                    <a:lnTo>
                      <a:pt x="64" y="686"/>
                    </a:lnTo>
                    <a:lnTo>
                      <a:pt x="70" y="758"/>
                    </a:lnTo>
                    <a:lnTo>
                      <a:pt x="76" y="832"/>
                    </a:lnTo>
                    <a:lnTo>
                      <a:pt x="78" y="876"/>
                    </a:lnTo>
                    <a:lnTo>
                      <a:pt x="80" y="948"/>
                    </a:lnTo>
                    <a:lnTo>
                      <a:pt x="80" y="990"/>
                    </a:lnTo>
                    <a:lnTo>
                      <a:pt x="76" y="1022"/>
                    </a:lnTo>
                    <a:lnTo>
                      <a:pt x="74" y="1044"/>
                    </a:lnTo>
                    <a:lnTo>
                      <a:pt x="72" y="1068"/>
                    </a:lnTo>
                    <a:lnTo>
                      <a:pt x="74" y="1088"/>
                    </a:lnTo>
                    <a:lnTo>
                      <a:pt x="76" y="1104"/>
                    </a:lnTo>
                    <a:lnTo>
                      <a:pt x="84" y="1124"/>
                    </a:lnTo>
                    <a:lnTo>
                      <a:pt x="86" y="1130"/>
                    </a:lnTo>
                    <a:lnTo>
                      <a:pt x="84" y="1134"/>
                    </a:lnTo>
                    <a:lnTo>
                      <a:pt x="66" y="1150"/>
                    </a:lnTo>
                    <a:lnTo>
                      <a:pt x="56" y="1162"/>
                    </a:lnTo>
                    <a:lnTo>
                      <a:pt x="54" y="1166"/>
                    </a:lnTo>
                    <a:lnTo>
                      <a:pt x="54" y="1170"/>
                    </a:lnTo>
                    <a:lnTo>
                      <a:pt x="56" y="1174"/>
                    </a:lnTo>
                    <a:lnTo>
                      <a:pt x="60" y="1176"/>
                    </a:lnTo>
                    <a:lnTo>
                      <a:pt x="72" y="1180"/>
                    </a:lnTo>
                    <a:lnTo>
                      <a:pt x="86" y="1180"/>
                    </a:lnTo>
                    <a:lnTo>
                      <a:pt x="102" y="1174"/>
                    </a:lnTo>
                    <a:lnTo>
                      <a:pt x="118" y="1168"/>
                    </a:lnTo>
                    <a:lnTo>
                      <a:pt x="134" y="1164"/>
                    </a:lnTo>
                    <a:lnTo>
                      <a:pt x="146" y="1160"/>
                    </a:lnTo>
                    <a:lnTo>
                      <a:pt x="150" y="1158"/>
                    </a:lnTo>
                    <a:lnTo>
                      <a:pt x="152" y="1156"/>
                    </a:lnTo>
                    <a:lnTo>
                      <a:pt x="152" y="1152"/>
                    </a:lnTo>
                    <a:lnTo>
                      <a:pt x="150" y="1146"/>
                    </a:lnTo>
                    <a:lnTo>
                      <a:pt x="148" y="1138"/>
                    </a:lnTo>
                    <a:lnTo>
                      <a:pt x="150" y="1130"/>
                    </a:lnTo>
                    <a:lnTo>
                      <a:pt x="154" y="1116"/>
                    </a:lnTo>
                    <a:lnTo>
                      <a:pt x="156" y="1106"/>
                    </a:lnTo>
                    <a:lnTo>
                      <a:pt x="156" y="1090"/>
                    </a:lnTo>
                    <a:lnTo>
                      <a:pt x="156" y="1052"/>
                    </a:lnTo>
                    <a:lnTo>
                      <a:pt x="156" y="984"/>
                    </a:lnTo>
                    <a:lnTo>
                      <a:pt x="158" y="920"/>
                    </a:lnTo>
                    <a:lnTo>
                      <a:pt x="162" y="886"/>
                    </a:lnTo>
                    <a:lnTo>
                      <a:pt x="164" y="868"/>
                    </a:lnTo>
                    <a:lnTo>
                      <a:pt x="168" y="840"/>
                    </a:lnTo>
                    <a:lnTo>
                      <a:pt x="174" y="772"/>
                    </a:lnTo>
                    <a:lnTo>
                      <a:pt x="178" y="706"/>
                    </a:lnTo>
                    <a:lnTo>
                      <a:pt x="178" y="666"/>
                    </a:lnTo>
                    <a:lnTo>
                      <a:pt x="178" y="624"/>
                    </a:lnTo>
                    <a:lnTo>
                      <a:pt x="182" y="650"/>
                    </a:lnTo>
                    <a:lnTo>
                      <a:pt x="190" y="714"/>
                    </a:lnTo>
                    <a:lnTo>
                      <a:pt x="194" y="756"/>
                    </a:lnTo>
                    <a:lnTo>
                      <a:pt x="196" y="800"/>
                    </a:lnTo>
                    <a:lnTo>
                      <a:pt x="200" y="840"/>
                    </a:lnTo>
                    <a:lnTo>
                      <a:pt x="204" y="878"/>
                    </a:lnTo>
                    <a:lnTo>
                      <a:pt x="206" y="914"/>
                    </a:lnTo>
                    <a:lnTo>
                      <a:pt x="208" y="954"/>
                    </a:lnTo>
                    <a:lnTo>
                      <a:pt x="206" y="1012"/>
                    </a:lnTo>
                    <a:lnTo>
                      <a:pt x="206" y="1040"/>
                    </a:lnTo>
                    <a:lnTo>
                      <a:pt x="206" y="1078"/>
                    </a:lnTo>
                    <a:lnTo>
                      <a:pt x="208" y="1096"/>
                    </a:lnTo>
                    <a:lnTo>
                      <a:pt x="208" y="1112"/>
                    </a:lnTo>
                    <a:lnTo>
                      <a:pt x="212" y="1124"/>
                    </a:lnTo>
                    <a:lnTo>
                      <a:pt x="214" y="1126"/>
                    </a:lnTo>
                    <a:lnTo>
                      <a:pt x="216" y="1128"/>
                    </a:lnTo>
                    <a:lnTo>
                      <a:pt x="218" y="1142"/>
                    </a:lnTo>
                    <a:lnTo>
                      <a:pt x="220" y="1154"/>
                    </a:lnTo>
                    <a:lnTo>
                      <a:pt x="222" y="1162"/>
                    </a:lnTo>
                    <a:lnTo>
                      <a:pt x="226" y="1172"/>
                    </a:lnTo>
                    <a:lnTo>
                      <a:pt x="234" y="1178"/>
                    </a:lnTo>
                    <a:lnTo>
                      <a:pt x="246" y="1184"/>
                    </a:lnTo>
                    <a:lnTo>
                      <a:pt x="252" y="1186"/>
                    </a:lnTo>
                    <a:lnTo>
                      <a:pt x="262" y="1186"/>
                    </a:lnTo>
                    <a:lnTo>
                      <a:pt x="282" y="1182"/>
                    </a:lnTo>
                    <a:lnTo>
                      <a:pt x="290" y="1178"/>
                    </a:lnTo>
                    <a:lnTo>
                      <a:pt x="292" y="1176"/>
                    </a:lnTo>
                    <a:lnTo>
                      <a:pt x="294" y="1174"/>
                    </a:lnTo>
                    <a:lnTo>
                      <a:pt x="292" y="1168"/>
                    </a:lnTo>
                    <a:lnTo>
                      <a:pt x="288" y="1162"/>
                    </a:lnTo>
                    <a:lnTo>
                      <a:pt x="276" y="1148"/>
                    </a:lnTo>
                    <a:lnTo>
                      <a:pt x="274" y="1142"/>
                    </a:lnTo>
                    <a:lnTo>
                      <a:pt x="274" y="1140"/>
                    </a:lnTo>
                    <a:lnTo>
                      <a:pt x="274" y="1138"/>
                    </a:lnTo>
                    <a:lnTo>
                      <a:pt x="280" y="1132"/>
                    </a:lnTo>
                    <a:lnTo>
                      <a:pt x="284" y="1130"/>
                    </a:lnTo>
                    <a:lnTo>
                      <a:pt x="288" y="1128"/>
                    </a:lnTo>
                    <a:lnTo>
                      <a:pt x="288" y="1122"/>
                    </a:lnTo>
                    <a:lnTo>
                      <a:pt x="286" y="936"/>
                    </a:lnTo>
                    <a:lnTo>
                      <a:pt x="288" y="864"/>
                    </a:lnTo>
                    <a:lnTo>
                      <a:pt x="288" y="834"/>
                    </a:lnTo>
                    <a:lnTo>
                      <a:pt x="286" y="810"/>
                    </a:lnTo>
                    <a:lnTo>
                      <a:pt x="286" y="780"/>
                    </a:lnTo>
                    <a:lnTo>
                      <a:pt x="288" y="738"/>
                    </a:lnTo>
                    <a:lnTo>
                      <a:pt x="290" y="660"/>
                    </a:lnTo>
                    <a:lnTo>
                      <a:pt x="290" y="602"/>
                    </a:lnTo>
                    <a:lnTo>
                      <a:pt x="304" y="598"/>
                    </a:lnTo>
                    <a:lnTo>
                      <a:pt x="314" y="590"/>
                    </a:lnTo>
                    <a:lnTo>
                      <a:pt x="322" y="582"/>
                    </a:lnTo>
                    <a:lnTo>
                      <a:pt x="326" y="572"/>
                    </a:lnTo>
                    <a:lnTo>
                      <a:pt x="330" y="564"/>
                    </a:lnTo>
                    <a:lnTo>
                      <a:pt x="330" y="556"/>
                    </a:lnTo>
                    <a:lnTo>
                      <a:pt x="330" y="544"/>
                    </a:lnTo>
                    <a:lnTo>
                      <a:pt x="332" y="536"/>
                    </a:lnTo>
                    <a:lnTo>
                      <a:pt x="334" y="530"/>
                    </a:lnTo>
                    <a:lnTo>
                      <a:pt x="338" y="526"/>
                    </a:lnTo>
                    <a:lnTo>
                      <a:pt x="340" y="526"/>
                    </a:lnTo>
                    <a:lnTo>
                      <a:pt x="344" y="526"/>
                    </a:lnTo>
                    <a:lnTo>
                      <a:pt x="346" y="526"/>
                    </a:lnTo>
                    <a:lnTo>
                      <a:pt x="348" y="524"/>
                    </a:lnTo>
                    <a:lnTo>
                      <a:pt x="352" y="514"/>
                    </a:lnTo>
                    <a:lnTo>
                      <a:pt x="354" y="502"/>
                    </a:lnTo>
                    <a:lnTo>
                      <a:pt x="356" y="492"/>
                    </a:lnTo>
                    <a:lnTo>
                      <a:pt x="358" y="454"/>
                    </a:lnTo>
                    <a:lnTo>
                      <a:pt x="362" y="416"/>
                    </a:lnTo>
                    <a:lnTo>
                      <a:pt x="364" y="396"/>
                    </a:lnTo>
                    <a:lnTo>
                      <a:pt x="362" y="382"/>
                    </a:lnTo>
                    <a:lnTo>
                      <a:pt x="356" y="362"/>
                    </a:lnTo>
                    <a:lnTo>
                      <a:pt x="350" y="33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14" name="Freeform 127"/>
              <p:cNvSpPr>
                <a:spLocks/>
              </p:cNvSpPr>
              <p:nvPr/>
            </p:nvSpPr>
            <p:spPr bwMode="auto">
              <a:xfrm>
                <a:off x="3016156" y="1924561"/>
                <a:ext cx="209678" cy="353852"/>
              </a:xfrm>
              <a:custGeom>
                <a:avLst/>
                <a:gdLst>
                  <a:gd name="T0" fmla="*/ 0 w 102"/>
                  <a:gd name="T1" fmla="*/ 2147483647 h 172"/>
                  <a:gd name="T2" fmla="*/ 0 w 102"/>
                  <a:gd name="T3" fmla="*/ 2147483647 h 172"/>
                  <a:gd name="T4" fmla="*/ 2147483647 w 102"/>
                  <a:gd name="T5" fmla="*/ 2147483647 h 172"/>
                  <a:gd name="T6" fmla="*/ 2147483647 w 102"/>
                  <a:gd name="T7" fmla="*/ 2147483647 h 172"/>
                  <a:gd name="T8" fmla="*/ 2147483647 w 102"/>
                  <a:gd name="T9" fmla="*/ 2147483647 h 172"/>
                  <a:gd name="T10" fmla="*/ 2147483647 w 102"/>
                  <a:gd name="T11" fmla="*/ 2147483647 h 172"/>
                  <a:gd name="T12" fmla="*/ 2147483647 w 102"/>
                  <a:gd name="T13" fmla="*/ 2147483647 h 172"/>
                  <a:gd name="T14" fmla="*/ 2147483647 w 102"/>
                  <a:gd name="T15" fmla="*/ 2147483647 h 172"/>
                  <a:gd name="T16" fmla="*/ 2147483647 w 102"/>
                  <a:gd name="T17" fmla="*/ 2147483647 h 172"/>
                  <a:gd name="T18" fmla="*/ 2147483647 w 102"/>
                  <a:gd name="T19" fmla="*/ 2147483647 h 172"/>
                  <a:gd name="T20" fmla="*/ 2147483647 w 102"/>
                  <a:gd name="T21" fmla="*/ 2147483647 h 172"/>
                  <a:gd name="T22" fmla="*/ 2147483647 w 102"/>
                  <a:gd name="T23" fmla="*/ 2147483647 h 172"/>
                  <a:gd name="T24" fmla="*/ 2147483647 w 102"/>
                  <a:gd name="T25" fmla="*/ 2147483647 h 172"/>
                  <a:gd name="T26" fmla="*/ 2147483647 w 102"/>
                  <a:gd name="T27" fmla="*/ 2147483647 h 172"/>
                  <a:gd name="T28" fmla="*/ 2147483647 w 102"/>
                  <a:gd name="T29" fmla="*/ 2147483647 h 172"/>
                  <a:gd name="T30" fmla="*/ 2147483647 w 102"/>
                  <a:gd name="T31" fmla="*/ 2147483647 h 172"/>
                  <a:gd name="T32" fmla="*/ 2147483647 w 102"/>
                  <a:gd name="T33" fmla="*/ 2147483647 h 172"/>
                  <a:gd name="T34" fmla="*/ 2147483647 w 102"/>
                  <a:gd name="T35" fmla="*/ 2147483647 h 172"/>
                  <a:gd name="T36" fmla="*/ 2147483647 w 102"/>
                  <a:gd name="T37" fmla="*/ 2147483647 h 172"/>
                  <a:gd name="T38" fmla="*/ 2147483647 w 102"/>
                  <a:gd name="T39" fmla="*/ 2147483647 h 172"/>
                  <a:gd name="T40" fmla="*/ 2147483647 w 102"/>
                  <a:gd name="T41" fmla="*/ 2147483647 h 172"/>
                  <a:gd name="T42" fmla="*/ 2147483647 w 102"/>
                  <a:gd name="T43" fmla="*/ 2147483647 h 172"/>
                  <a:gd name="T44" fmla="*/ 2147483647 w 102"/>
                  <a:gd name="T45" fmla="*/ 2147483647 h 172"/>
                  <a:gd name="T46" fmla="*/ 2147483647 w 102"/>
                  <a:gd name="T47" fmla="*/ 2147483647 h 172"/>
                  <a:gd name="T48" fmla="*/ 2147483647 w 102"/>
                  <a:gd name="T49" fmla="*/ 2147483647 h 172"/>
                  <a:gd name="T50" fmla="*/ 2147483647 w 102"/>
                  <a:gd name="T51" fmla="*/ 0 h 172"/>
                  <a:gd name="T52" fmla="*/ 2147483647 w 102"/>
                  <a:gd name="T53" fmla="*/ 0 h 172"/>
                  <a:gd name="T54" fmla="*/ 2147483647 w 102"/>
                  <a:gd name="T55" fmla="*/ 0 h 172"/>
                  <a:gd name="T56" fmla="*/ 2147483647 w 102"/>
                  <a:gd name="T57" fmla="*/ 2147483647 h 172"/>
                  <a:gd name="T58" fmla="*/ 2147483647 w 102"/>
                  <a:gd name="T59" fmla="*/ 2147483647 h 172"/>
                  <a:gd name="T60" fmla="*/ 2147483647 w 102"/>
                  <a:gd name="T61" fmla="*/ 2147483647 h 172"/>
                  <a:gd name="T62" fmla="*/ 2147483647 w 102"/>
                  <a:gd name="T63" fmla="*/ 2147483647 h 172"/>
                  <a:gd name="T64" fmla="*/ 2147483647 w 102"/>
                  <a:gd name="T65" fmla="*/ 2147483647 h 172"/>
                  <a:gd name="T66" fmla="*/ 2147483647 w 102"/>
                  <a:gd name="T67" fmla="*/ 2147483647 h 172"/>
                  <a:gd name="T68" fmla="*/ 2147483647 w 102"/>
                  <a:gd name="T69" fmla="*/ 2147483647 h 172"/>
                  <a:gd name="T70" fmla="*/ 2147483647 w 102"/>
                  <a:gd name="T71" fmla="*/ 2147483647 h 172"/>
                  <a:gd name="T72" fmla="*/ 2147483647 w 102"/>
                  <a:gd name="T73" fmla="*/ 2147483647 h 172"/>
                  <a:gd name="T74" fmla="*/ 2147483647 w 102"/>
                  <a:gd name="T75" fmla="*/ 2147483647 h 172"/>
                  <a:gd name="T76" fmla="*/ 2147483647 w 102"/>
                  <a:gd name="T77" fmla="*/ 2147483647 h 172"/>
                  <a:gd name="T78" fmla="*/ 2147483647 w 102"/>
                  <a:gd name="T79" fmla="*/ 2147483647 h 172"/>
                  <a:gd name="T80" fmla="*/ 2147483647 w 102"/>
                  <a:gd name="T81" fmla="*/ 2147483647 h 172"/>
                  <a:gd name="T82" fmla="*/ 2147483647 w 102"/>
                  <a:gd name="T83" fmla="*/ 2147483647 h 172"/>
                  <a:gd name="T84" fmla="*/ 0 w 102"/>
                  <a:gd name="T85" fmla="*/ 2147483647 h 1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2"/>
                  <a:gd name="T130" fmla="*/ 0 h 172"/>
                  <a:gd name="T131" fmla="*/ 102 w 102"/>
                  <a:gd name="T132" fmla="*/ 172 h 1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2" h="172">
                    <a:moveTo>
                      <a:pt x="0" y="14"/>
                    </a:moveTo>
                    <a:lnTo>
                      <a:pt x="0" y="14"/>
                    </a:lnTo>
                    <a:lnTo>
                      <a:pt x="2" y="22"/>
                    </a:lnTo>
                    <a:lnTo>
                      <a:pt x="4" y="32"/>
                    </a:lnTo>
                    <a:lnTo>
                      <a:pt x="8" y="42"/>
                    </a:lnTo>
                    <a:lnTo>
                      <a:pt x="12" y="66"/>
                    </a:lnTo>
                    <a:lnTo>
                      <a:pt x="18" y="106"/>
                    </a:lnTo>
                    <a:lnTo>
                      <a:pt x="24" y="126"/>
                    </a:lnTo>
                    <a:lnTo>
                      <a:pt x="30" y="146"/>
                    </a:lnTo>
                    <a:lnTo>
                      <a:pt x="38" y="162"/>
                    </a:lnTo>
                    <a:lnTo>
                      <a:pt x="42" y="168"/>
                    </a:lnTo>
                    <a:lnTo>
                      <a:pt x="46" y="172"/>
                    </a:lnTo>
                    <a:lnTo>
                      <a:pt x="64" y="144"/>
                    </a:lnTo>
                    <a:lnTo>
                      <a:pt x="78" y="118"/>
                    </a:lnTo>
                    <a:lnTo>
                      <a:pt x="90" y="94"/>
                    </a:lnTo>
                    <a:lnTo>
                      <a:pt x="98" y="72"/>
                    </a:lnTo>
                    <a:lnTo>
                      <a:pt x="102" y="52"/>
                    </a:lnTo>
                    <a:lnTo>
                      <a:pt x="102" y="34"/>
                    </a:lnTo>
                    <a:lnTo>
                      <a:pt x="100" y="16"/>
                    </a:lnTo>
                    <a:lnTo>
                      <a:pt x="100" y="10"/>
                    </a:lnTo>
                    <a:lnTo>
                      <a:pt x="96" y="6"/>
                    </a:lnTo>
                    <a:lnTo>
                      <a:pt x="90" y="0"/>
                    </a:lnTo>
                    <a:lnTo>
                      <a:pt x="88" y="0"/>
                    </a:lnTo>
                    <a:lnTo>
                      <a:pt x="88" y="2"/>
                    </a:lnTo>
                    <a:lnTo>
                      <a:pt x="86" y="6"/>
                    </a:lnTo>
                    <a:lnTo>
                      <a:pt x="86" y="14"/>
                    </a:lnTo>
                    <a:lnTo>
                      <a:pt x="82" y="20"/>
                    </a:lnTo>
                    <a:lnTo>
                      <a:pt x="74" y="30"/>
                    </a:lnTo>
                    <a:lnTo>
                      <a:pt x="66" y="34"/>
                    </a:lnTo>
                    <a:lnTo>
                      <a:pt x="56" y="38"/>
                    </a:lnTo>
                    <a:lnTo>
                      <a:pt x="44" y="38"/>
                    </a:lnTo>
                    <a:lnTo>
                      <a:pt x="32" y="34"/>
                    </a:lnTo>
                    <a:lnTo>
                      <a:pt x="20" y="26"/>
                    </a:lnTo>
                    <a:lnTo>
                      <a:pt x="12" y="16"/>
                    </a:lnTo>
                    <a:lnTo>
                      <a:pt x="6" y="6"/>
                    </a:ln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5" name="Freeform 128"/>
              <p:cNvSpPr>
                <a:spLocks/>
              </p:cNvSpPr>
              <p:nvPr/>
            </p:nvSpPr>
            <p:spPr bwMode="auto">
              <a:xfrm>
                <a:off x="3090470" y="2007429"/>
                <a:ext cx="62532" cy="292981"/>
              </a:xfrm>
              <a:custGeom>
                <a:avLst/>
                <a:gdLst>
                  <a:gd name="T0" fmla="*/ 2147483647 w 30"/>
                  <a:gd name="T1" fmla="*/ 2147483647 h 136"/>
                  <a:gd name="T2" fmla="*/ 2147483647 w 30"/>
                  <a:gd name="T3" fmla="*/ 2147483647 h 136"/>
                  <a:gd name="T4" fmla="*/ 2147483647 w 30"/>
                  <a:gd name="T5" fmla="*/ 2147483647 h 136"/>
                  <a:gd name="T6" fmla="*/ 0 w 30"/>
                  <a:gd name="T7" fmla="*/ 2147483647 h 136"/>
                  <a:gd name="T8" fmla="*/ 2147483647 w 30"/>
                  <a:gd name="T9" fmla="*/ 2147483647 h 136"/>
                  <a:gd name="T10" fmla="*/ 2147483647 w 30"/>
                  <a:gd name="T11" fmla="*/ 2147483647 h 136"/>
                  <a:gd name="T12" fmla="*/ 2147483647 w 30"/>
                  <a:gd name="T13" fmla="*/ 2147483647 h 136"/>
                  <a:gd name="T14" fmla="*/ 2147483647 w 30"/>
                  <a:gd name="T15" fmla="*/ 2147483647 h 136"/>
                  <a:gd name="T16" fmla="*/ 2147483647 w 30"/>
                  <a:gd name="T17" fmla="*/ 2147483647 h 136"/>
                  <a:gd name="T18" fmla="*/ 2147483647 w 30"/>
                  <a:gd name="T19" fmla="*/ 2147483647 h 136"/>
                  <a:gd name="T20" fmla="*/ 2147483647 w 30"/>
                  <a:gd name="T21" fmla="*/ 2147483647 h 136"/>
                  <a:gd name="T22" fmla="*/ 2147483647 w 30"/>
                  <a:gd name="T23" fmla="*/ 2147483647 h 136"/>
                  <a:gd name="T24" fmla="*/ 0 w 30"/>
                  <a:gd name="T25" fmla="*/ 2147483647 h 136"/>
                  <a:gd name="T26" fmla="*/ 0 w 30"/>
                  <a:gd name="T27" fmla="*/ 2147483647 h 136"/>
                  <a:gd name="T28" fmla="*/ 0 w 30"/>
                  <a:gd name="T29" fmla="*/ 2147483647 h 136"/>
                  <a:gd name="T30" fmla="*/ 2147483647 w 30"/>
                  <a:gd name="T31" fmla="*/ 2147483647 h 136"/>
                  <a:gd name="T32" fmla="*/ 2147483647 w 30"/>
                  <a:gd name="T33" fmla="*/ 0 h 136"/>
                  <a:gd name="T34" fmla="*/ 2147483647 w 30"/>
                  <a:gd name="T35" fmla="*/ 0 h 136"/>
                  <a:gd name="T36" fmla="*/ 2147483647 w 30"/>
                  <a:gd name="T37" fmla="*/ 2147483647 h 136"/>
                  <a:gd name="T38" fmla="*/ 2147483647 w 30"/>
                  <a:gd name="T39" fmla="*/ 2147483647 h 136"/>
                  <a:gd name="T40" fmla="*/ 2147483647 w 30"/>
                  <a:gd name="T41" fmla="*/ 2147483647 h 136"/>
                  <a:gd name="T42" fmla="*/ 2147483647 w 30"/>
                  <a:gd name="T43" fmla="*/ 2147483647 h 136"/>
                  <a:gd name="T44" fmla="*/ 2147483647 w 30"/>
                  <a:gd name="T45" fmla="*/ 2147483647 h 136"/>
                  <a:gd name="T46" fmla="*/ 2147483647 w 30"/>
                  <a:gd name="T47" fmla="*/ 2147483647 h 136"/>
                  <a:gd name="T48" fmla="*/ 2147483647 w 30"/>
                  <a:gd name="T49" fmla="*/ 2147483647 h 136"/>
                  <a:gd name="T50" fmla="*/ 2147483647 w 30"/>
                  <a:gd name="T51" fmla="*/ 2147483647 h 136"/>
                  <a:gd name="T52" fmla="*/ 2147483647 w 30"/>
                  <a:gd name="T53" fmla="*/ 2147483647 h 136"/>
                  <a:gd name="T54" fmla="*/ 2147483647 w 30"/>
                  <a:gd name="T55" fmla="*/ 2147483647 h 136"/>
                  <a:gd name="T56" fmla="*/ 2147483647 w 30"/>
                  <a:gd name="T57" fmla="*/ 2147483647 h 136"/>
                  <a:gd name="T58" fmla="*/ 2147483647 w 30"/>
                  <a:gd name="T59" fmla="*/ 2147483647 h 136"/>
                  <a:gd name="T60" fmla="*/ 2147483647 w 30"/>
                  <a:gd name="T61" fmla="*/ 2147483647 h 136"/>
                  <a:gd name="T62" fmla="*/ 2147483647 w 30"/>
                  <a:gd name="T63" fmla="*/ 2147483647 h 136"/>
                  <a:gd name="T64" fmla="*/ 2147483647 w 30"/>
                  <a:gd name="T65" fmla="*/ 2147483647 h 136"/>
                  <a:gd name="T66" fmla="*/ 2147483647 w 30"/>
                  <a:gd name="T67" fmla="*/ 2147483647 h 136"/>
                  <a:gd name="T68" fmla="*/ 2147483647 w 30"/>
                  <a:gd name="T69" fmla="*/ 2147483647 h 136"/>
                  <a:gd name="T70" fmla="*/ 2147483647 w 30"/>
                  <a:gd name="T71" fmla="*/ 2147483647 h 136"/>
                  <a:gd name="T72" fmla="*/ 2147483647 w 30"/>
                  <a:gd name="T73" fmla="*/ 2147483647 h 1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
                  <a:gd name="T112" fmla="*/ 0 h 136"/>
                  <a:gd name="T113" fmla="*/ 30 w 30"/>
                  <a:gd name="T114" fmla="*/ 136 h 1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 h="136">
                    <a:moveTo>
                      <a:pt x="4" y="134"/>
                    </a:moveTo>
                    <a:lnTo>
                      <a:pt x="4" y="134"/>
                    </a:lnTo>
                    <a:lnTo>
                      <a:pt x="2" y="124"/>
                    </a:lnTo>
                    <a:lnTo>
                      <a:pt x="0" y="104"/>
                    </a:lnTo>
                    <a:lnTo>
                      <a:pt x="2" y="62"/>
                    </a:lnTo>
                    <a:lnTo>
                      <a:pt x="2" y="50"/>
                    </a:lnTo>
                    <a:lnTo>
                      <a:pt x="6" y="40"/>
                    </a:lnTo>
                    <a:lnTo>
                      <a:pt x="10" y="28"/>
                    </a:lnTo>
                    <a:lnTo>
                      <a:pt x="8" y="24"/>
                    </a:lnTo>
                    <a:lnTo>
                      <a:pt x="6" y="18"/>
                    </a:lnTo>
                    <a:lnTo>
                      <a:pt x="0" y="8"/>
                    </a:lnTo>
                    <a:lnTo>
                      <a:pt x="0" y="6"/>
                    </a:lnTo>
                    <a:lnTo>
                      <a:pt x="4" y="2"/>
                    </a:lnTo>
                    <a:lnTo>
                      <a:pt x="14" y="0"/>
                    </a:lnTo>
                    <a:lnTo>
                      <a:pt x="18" y="2"/>
                    </a:lnTo>
                    <a:lnTo>
                      <a:pt x="22" y="4"/>
                    </a:lnTo>
                    <a:lnTo>
                      <a:pt x="26" y="8"/>
                    </a:lnTo>
                    <a:lnTo>
                      <a:pt x="24" y="14"/>
                    </a:lnTo>
                    <a:lnTo>
                      <a:pt x="20" y="20"/>
                    </a:lnTo>
                    <a:lnTo>
                      <a:pt x="20" y="24"/>
                    </a:lnTo>
                    <a:lnTo>
                      <a:pt x="20" y="28"/>
                    </a:lnTo>
                    <a:lnTo>
                      <a:pt x="26" y="66"/>
                    </a:lnTo>
                    <a:lnTo>
                      <a:pt x="30" y="104"/>
                    </a:lnTo>
                    <a:lnTo>
                      <a:pt x="28" y="114"/>
                    </a:lnTo>
                    <a:lnTo>
                      <a:pt x="22" y="126"/>
                    </a:lnTo>
                    <a:lnTo>
                      <a:pt x="18" y="132"/>
                    </a:lnTo>
                    <a:lnTo>
                      <a:pt x="14" y="134"/>
                    </a:lnTo>
                    <a:lnTo>
                      <a:pt x="8" y="136"/>
                    </a:lnTo>
                    <a:lnTo>
                      <a:pt x="4" y="13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gr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15247302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750"/>
                            </p:stCondLst>
                            <p:childTnLst>
                              <p:par>
                                <p:cTn id="9" presetID="10" presetClass="entr" presetSubtype="0" fill="hold" nodeType="afterEffect">
                                  <p:stCondLst>
                                    <p:cond delay="25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500"/>
                            </p:stCondLst>
                            <p:childTnLst>
                              <p:par>
                                <p:cTn id="13" presetID="10" presetClass="entr" presetSubtype="0" fill="hold" grpId="0" nodeType="afterEffect">
                                  <p:stCondLst>
                                    <p:cond delay="250"/>
                                  </p:stCondLst>
                                  <p:childTnLst>
                                    <p:set>
                                      <p:cBhvr>
                                        <p:cTn id="14" dur="1" fill="hold">
                                          <p:stCondLst>
                                            <p:cond delay="0"/>
                                          </p:stCondLst>
                                        </p:cTn>
                                        <p:tgtEl>
                                          <p:spTgt spid="6">
                                            <p:txEl>
                                              <p:pRg st="0" end="0"/>
                                            </p:txEl>
                                          </p:spTgt>
                                        </p:tgtEl>
                                        <p:attrNameLst>
                                          <p:attrName>style.visibility</p:attrName>
                                        </p:attrNameLst>
                                      </p:cBhvr>
                                      <p:to>
                                        <p:strVal val="visible"/>
                                      </p:to>
                                    </p:set>
                                    <p:animEffect transition="in" filter="fade">
                                      <p:cBhvr>
                                        <p:cTn id="15" dur="500"/>
                                        <p:tgtEl>
                                          <p:spTgt spid="6">
                                            <p:txEl>
                                              <p:pRg st="0" end="0"/>
                                            </p:txEl>
                                          </p:spTgt>
                                        </p:tgtEl>
                                      </p:cBhvr>
                                    </p:animEffect>
                                  </p:childTnLst>
                                </p:cTn>
                              </p:par>
                            </p:childTnLst>
                          </p:cTn>
                        </p:par>
                        <p:par>
                          <p:cTn id="16" fill="hold">
                            <p:stCondLst>
                              <p:cond delay="2250"/>
                            </p:stCondLst>
                            <p:childTnLst>
                              <p:par>
                                <p:cTn id="17" presetID="10" presetClass="entr" presetSubtype="0" fill="hold" grpId="0" nodeType="afterEffect">
                                  <p:stCondLst>
                                    <p:cond delay="250"/>
                                  </p:stCondLst>
                                  <p:childTnLst>
                                    <p:set>
                                      <p:cBhvr>
                                        <p:cTn id="18" dur="1" fill="hold">
                                          <p:stCondLst>
                                            <p:cond delay="0"/>
                                          </p:stCondLst>
                                        </p:cTn>
                                        <p:tgtEl>
                                          <p:spTgt spid="7">
                                            <p:txEl>
                                              <p:pRg st="0" end="0"/>
                                            </p:txEl>
                                          </p:spTgt>
                                        </p:tgtEl>
                                        <p:attrNameLst>
                                          <p:attrName>style.visibility</p:attrName>
                                        </p:attrNameLst>
                                      </p:cBhvr>
                                      <p:to>
                                        <p:strVal val="visible"/>
                                      </p:to>
                                    </p:set>
                                    <p:animEffect transition="in" filter="fade">
                                      <p:cBhvr>
                                        <p:cTn id="19"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build="p"/>
      <p:bldP spid="6" grpId="0" build="p"/>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Text Placeholder 6"/>
          <p:cNvSpPr txBox="1">
            <a:spLocks/>
          </p:cNvSpPr>
          <p:nvPr/>
        </p:nvSpPr>
        <p:spPr>
          <a:xfrm>
            <a:off x="5816275" y="2272292"/>
            <a:ext cx="5078097" cy="614027"/>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0" lvl="0" indent="-571500" algn="ctr" rtl="1">
              <a:buFont typeface="+mj-lt"/>
              <a:buAutoNum type="romanUcPeriod"/>
            </a:pPr>
            <a:r>
              <a:rPr lang="ar-SA" sz="3200" b="1" u="sng" dirty="0">
                <a:solidFill>
                  <a:srgbClr val="0070C0"/>
                </a:solidFill>
              </a:rPr>
              <a:t>أهمية التدريب والمران وأهدافه </a:t>
            </a:r>
            <a:endParaRPr lang="en-US" sz="3200" u="sng" dirty="0">
              <a:solidFill>
                <a:srgbClr val="0070C0"/>
              </a:solidFill>
            </a:endParaRPr>
          </a:p>
        </p:txBody>
      </p:sp>
      <p:grpSp>
        <p:nvGrpSpPr>
          <p:cNvPr id="174" name="Group 173"/>
          <p:cNvGrpSpPr/>
          <p:nvPr/>
        </p:nvGrpSpPr>
        <p:grpSpPr>
          <a:xfrm>
            <a:off x="838200" y="2361534"/>
            <a:ext cx="5963027" cy="4074851"/>
            <a:chOff x="582425" y="2159094"/>
            <a:chExt cx="5963026" cy="4074850"/>
          </a:xfrm>
        </p:grpSpPr>
        <p:sp>
          <p:nvSpPr>
            <p:cNvPr id="175" name="Freeform 16"/>
            <p:cNvSpPr>
              <a:spLocks/>
            </p:cNvSpPr>
            <p:nvPr/>
          </p:nvSpPr>
          <p:spPr bwMode="auto">
            <a:xfrm>
              <a:off x="582425" y="4563957"/>
              <a:ext cx="3921089" cy="1669987"/>
            </a:xfrm>
            <a:custGeom>
              <a:avLst/>
              <a:gdLst>
                <a:gd name="T0" fmla="*/ 0 w 3421"/>
                <a:gd name="T1" fmla="*/ 398 h 1457"/>
                <a:gd name="T2" fmla="*/ 1644 w 3421"/>
                <a:gd name="T3" fmla="*/ 1457 h 1457"/>
                <a:gd name="T4" fmla="*/ 3421 w 3421"/>
                <a:gd name="T5" fmla="*/ 987 h 1457"/>
                <a:gd name="T6" fmla="*/ 1789 w 3421"/>
                <a:gd name="T7" fmla="*/ 0 h 1457"/>
                <a:gd name="T8" fmla="*/ 0 w 3421"/>
                <a:gd name="T9" fmla="*/ 398 h 1457"/>
              </a:gdLst>
              <a:ahLst/>
              <a:cxnLst>
                <a:cxn ang="0">
                  <a:pos x="T0" y="T1"/>
                </a:cxn>
                <a:cxn ang="0">
                  <a:pos x="T2" y="T3"/>
                </a:cxn>
                <a:cxn ang="0">
                  <a:pos x="T4" y="T5"/>
                </a:cxn>
                <a:cxn ang="0">
                  <a:pos x="T6" y="T7"/>
                </a:cxn>
                <a:cxn ang="0">
                  <a:pos x="T8" y="T9"/>
                </a:cxn>
              </a:cxnLst>
              <a:rect l="0" t="0" r="r" b="b"/>
              <a:pathLst>
                <a:path w="3421" h="1457">
                  <a:moveTo>
                    <a:pt x="0" y="398"/>
                  </a:moveTo>
                  <a:lnTo>
                    <a:pt x="1644" y="1457"/>
                  </a:lnTo>
                  <a:lnTo>
                    <a:pt x="3421" y="987"/>
                  </a:lnTo>
                  <a:lnTo>
                    <a:pt x="1789" y="0"/>
                  </a:lnTo>
                  <a:lnTo>
                    <a:pt x="0" y="398"/>
                  </a:lnTo>
                  <a:close/>
                </a:path>
              </a:pathLst>
            </a:custGeom>
            <a:solidFill>
              <a:srgbClr val="CFBEAF"/>
            </a:solidFill>
            <a:ln>
              <a:noFill/>
            </a:ln>
            <a:effectLst>
              <a:glow rad="939800">
                <a:sysClr val="window" lastClr="FFFFFF">
                  <a:lumMod val="85000"/>
                  <a:alpha val="52000"/>
                </a:sysClr>
              </a:glo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76" name="Group 175"/>
            <p:cNvGrpSpPr/>
            <p:nvPr/>
          </p:nvGrpSpPr>
          <p:grpSpPr>
            <a:xfrm>
              <a:off x="582425" y="4188009"/>
              <a:ext cx="3921089" cy="2045935"/>
              <a:chOff x="582425" y="4188009"/>
              <a:chExt cx="3921089" cy="2045935"/>
            </a:xfrm>
          </p:grpSpPr>
          <p:sp>
            <p:nvSpPr>
              <p:cNvPr id="201" name="Freeform 17"/>
              <p:cNvSpPr>
                <a:spLocks/>
              </p:cNvSpPr>
              <p:nvPr/>
            </p:nvSpPr>
            <p:spPr bwMode="auto">
              <a:xfrm>
                <a:off x="582425" y="4644189"/>
                <a:ext cx="1884323" cy="1589755"/>
              </a:xfrm>
              <a:custGeom>
                <a:avLst/>
                <a:gdLst>
                  <a:gd name="T0" fmla="*/ 0 w 1644"/>
                  <a:gd name="T1" fmla="*/ 0 h 1387"/>
                  <a:gd name="T2" fmla="*/ 0 w 1644"/>
                  <a:gd name="T3" fmla="*/ 328 h 1387"/>
                  <a:gd name="T4" fmla="*/ 1644 w 1644"/>
                  <a:gd name="T5" fmla="*/ 1387 h 1387"/>
                  <a:gd name="T6" fmla="*/ 1644 w 1644"/>
                  <a:gd name="T7" fmla="*/ 1057 h 1387"/>
                  <a:gd name="T8" fmla="*/ 0 w 1644"/>
                  <a:gd name="T9" fmla="*/ 0 h 1387"/>
                </a:gdLst>
                <a:ahLst/>
                <a:cxnLst>
                  <a:cxn ang="0">
                    <a:pos x="T0" y="T1"/>
                  </a:cxn>
                  <a:cxn ang="0">
                    <a:pos x="T2" y="T3"/>
                  </a:cxn>
                  <a:cxn ang="0">
                    <a:pos x="T4" y="T5"/>
                  </a:cxn>
                  <a:cxn ang="0">
                    <a:pos x="T6" y="T7"/>
                  </a:cxn>
                  <a:cxn ang="0">
                    <a:pos x="T8" y="T9"/>
                  </a:cxn>
                </a:cxnLst>
                <a:rect l="0" t="0" r="r" b="b"/>
                <a:pathLst>
                  <a:path w="1644" h="1387">
                    <a:moveTo>
                      <a:pt x="0" y="0"/>
                    </a:moveTo>
                    <a:lnTo>
                      <a:pt x="0" y="328"/>
                    </a:lnTo>
                    <a:lnTo>
                      <a:pt x="1644" y="1387"/>
                    </a:lnTo>
                    <a:lnTo>
                      <a:pt x="1644" y="1057"/>
                    </a:lnTo>
                    <a:lnTo>
                      <a:pt x="0" y="0"/>
                    </a:lnTo>
                    <a:close/>
                  </a:path>
                </a:pathLst>
              </a:custGeom>
              <a:solidFill>
                <a:srgbClr val="C0392B">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2" name="Freeform 18"/>
              <p:cNvSpPr>
                <a:spLocks/>
              </p:cNvSpPr>
              <p:nvPr/>
            </p:nvSpPr>
            <p:spPr bwMode="auto">
              <a:xfrm>
                <a:off x="2466748" y="5342214"/>
                <a:ext cx="1923294" cy="848175"/>
              </a:xfrm>
              <a:custGeom>
                <a:avLst/>
                <a:gdLst>
                  <a:gd name="T0" fmla="*/ 1678 w 1678"/>
                  <a:gd name="T1" fmla="*/ 287 h 740"/>
                  <a:gd name="T2" fmla="*/ 1678 w 1678"/>
                  <a:gd name="T3" fmla="*/ 0 h 740"/>
                  <a:gd name="T4" fmla="*/ 0 w 1678"/>
                  <a:gd name="T5" fmla="*/ 448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48"/>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3" name="Freeform 19"/>
              <p:cNvSpPr>
                <a:spLocks/>
              </p:cNvSpPr>
              <p:nvPr/>
            </p:nvSpPr>
            <p:spPr bwMode="auto">
              <a:xfrm>
                <a:off x="582425" y="4188009"/>
                <a:ext cx="3921089" cy="1667695"/>
              </a:xfrm>
              <a:custGeom>
                <a:avLst/>
                <a:gdLst>
                  <a:gd name="T0" fmla="*/ 0 w 3421"/>
                  <a:gd name="T1" fmla="*/ 398 h 1455"/>
                  <a:gd name="T2" fmla="*/ 1644 w 3421"/>
                  <a:gd name="T3" fmla="*/ 1455 h 1455"/>
                  <a:gd name="T4" fmla="*/ 3421 w 3421"/>
                  <a:gd name="T5" fmla="*/ 987 h 1455"/>
                  <a:gd name="T6" fmla="*/ 1789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7"/>
                    </a:lnTo>
                    <a:lnTo>
                      <a:pt x="1789" y="0"/>
                    </a:lnTo>
                    <a:lnTo>
                      <a:pt x="0" y="398"/>
                    </a:lnTo>
                    <a:close/>
                  </a:path>
                </a:pathLst>
              </a:custGeom>
              <a:solidFill>
                <a:srgbClr val="C039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177" name="Group 176"/>
            <p:cNvGrpSpPr/>
            <p:nvPr/>
          </p:nvGrpSpPr>
          <p:grpSpPr>
            <a:xfrm>
              <a:off x="1167737" y="3651022"/>
              <a:ext cx="3921089" cy="2043643"/>
              <a:chOff x="870117" y="3893440"/>
              <a:chExt cx="3921089" cy="2043643"/>
            </a:xfrm>
          </p:grpSpPr>
          <p:sp>
            <p:nvSpPr>
              <p:cNvPr id="196" name="Freeform 20"/>
              <p:cNvSpPr>
                <a:spLocks/>
              </p:cNvSpPr>
              <p:nvPr/>
            </p:nvSpPr>
            <p:spPr bwMode="auto">
              <a:xfrm>
                <a:off x="870117" y="4269388"/>
                <a:ext cx="3921089" cy="1667695"/>
              </a:xfrm>
              <a:custGeom>
                <a:avLst/>
                <a:gdLst>
                  <a:gd name="T0" fmla="*/ 0 w 3421"/>
                  <a:gd name="T1" fmla="*/ 398 h 1455"/>
                  <a:gd name="T2" fmla="*/ 1644 w 3421"/>
                  <a:gd name="T3" fmla="*/ 1455 h 1455"/>
                  <a:gd name="T4" fmla="*/ 3421 w 3421"/>
                  <a:gd name="T5" fmla="*/ 986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6"/>
                    </a:lnTo>
                    <a:lnTo>
                      <a:pt x="1788"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97" name="Group 196"/>
              <p:cNvGrpSpPr/>
              <p:nvPr/>
            </p:nvGrpSpPr>
            <p:grpSpPr>
              <a:xfrm>
                <a:off x="870117" y="3893440"/>
                <a:ext cx="3921089" cy="2043643"/>
                <a:chOff x="870117" y="3893440"/>
                <a:chExt cx="3921089" cy="2043643"/>
              </a:xfrm>
            </p:grpSpPr>
            <p:sp>
              <p:nvSpPr>
                <p:cNvPr id="198" name="Freeform 21"/>
                <p:cNvSpPr>
                  <a:spLocks/>
                </p:cNvSpPr>
                <p:nvPr/>
              </p:nvSpPr>
              <p:spPr bwMode="auto">
                <a:xfrm>
                  <a:off x="870117" y="4349621"/>
                  <a:ext cx="1884323" cy="1587462"/>
                </a:xfrm>
                <a:custGeom>
                  <a:avLst/>
                  <a:gdLst>
                    <a:gd name="T0" fmla="*/ 0 w 1644"/>
                    <a:gd name="T1" fmla="*/ 0 h 1385"/>
                    <a:gd name="T2" fmla="*/ 0 w 1644"/>
                    <a:gd name="T3" fmla="*/ 328 h 1385"/>
                    <a:gd name="T4" fmla="*/ 1644 w 1644"/>
                    <a:gd name="T5" fmla="*/ 1385 h 1385"/>
                    <a:gd name="T6" fmla="*/ 1644 w 1644"/>
                    <a:gd name="T7" fmla="*/ 1057 h 1385"/>
                    <a:gd name="T8" fmla="*/ 0 w 1644"/>
                    <a:gd name="T9" fmla="*/ 0 h 1385"/>
                  </a:gdLst>
                  <a:ahLst/>
                  <a:cxnLst>
                    <a:cxn ang="0">
                      <a:pos x="T0" y="T1"/>
                    </a:cxn>
                    <a:cxn ang="0">
                      <a:pos x="T2" y="T3"/>
                    </a:cxn>
                    <a:cxn ang="0">
                      <a:pos x="T4" y="T5"/>
                    </a:cxn>
                    <a:cxn ang="0">
                      <a:pos x="T6" y="T7"/>
                    </a:cxn>
                    <a:cxn ang="0">
                      <a:pos x="T8" y="T9"/>
                    </a:cxn>
                  </a:cxnLst>
                  <a:rect l="0" t="0" r="r" b="b"/>
                  <a:pathLst>
                    <a:path w="1644" h="1385">
                      <a:moveTo>
                        <a:pt x="0" y="0"/>
                      </a:moveTo>
                      <a:lnTo>
                        <a:pt x="0" y="328"/>
                      </a:lnTo>
                      <a:lnTo>
                        <a:pt x="1644" y="1385"/>
                      </a:lnTo>
                      <a:lnTo>
                        <a:pt x="1644" y="1057"/>
                      </a:lnTo>
                      <a:lnTo>
                        <a:pt x="0" y="0"/>
                      </a:lnTo>
                      <a:close/>
                    </a:path>
                  </a:pathLst>
                </a:custGeom>
                <a:solidFill>
                  <a:srgbClr val="4B2C50">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9" name="Freeform 22"/>
                <p:cNvSpPr>
                  <a:spLocks/>
                </p:cNvSpPr>
                <p:nvPr/>
              </p:nvSpPr>
              <p:spPr bwMode="auto">
                <a:xfrm>
                  <a:off x="2754440" y="5045353"/>
                  <a:ext cx="1922147" cy="848175"/>
                </a:xfrm>
                <a:custGeom>
                  <a:avLst/>
                  <a:gdLst>
                    <a:gd name="T0" fmla="*/ 1677 w 1677"/>
                    <a:gd name="T1" fmla="*/ 287 h 740"/>
                    <a:gd name="T2" fmla="*/ 1677 w 1677"/>
                    <a:gd name="T3" fmla="*/ 0 h 740"/>
                    <a:gd name="T4" fmla="*/ 0 w 1677"/>
                    <a:gd name="T5" fmla="*/ 450 h 740"/>
                    <a:gd name="T6" fmla="*/ 0 w 1677"/>
                    <a:gd name="T7" fmla="*/ 740 h 740"/>
                    <a:gd name="T8" fmla="*/ 1677 w 1677"/>
                    <a:gd name="T9" fmla="*/ 287 h 740"/>
                  </a:gdLst>
                  <a:ahLst/>
                  <a:cxnLst>
                    <a:cxn ang="0">
                      <a:pos x="T0" y="T1"/>
                    </a:cxn>
                    <a:cxn ang="0">
                      <a:pos x="T2" y="T3"/>
                    </a:cxn>
                    <a:cxn ang="0">
                      <a:pos x="T4" y="T5"/>
                    </a:cxn>
                    <a:cxn ang="0">
                      <a:pos x="T6" y="T7"/>
                    </a:cxn>
                    <a:cxn ang="0">
                      <a:pos x="T8" y="T9"/>
                    </a:cxn>
                  </a:cxnLst>
                  <a:rect l="0" t="0" r="r" b="b"/>
                  <a:pathLst>
                    <a:path w="1677" h="740">
                      <a:moveTo>
                        <a:pt x="1677" y="287"/>
                      </a:moveTo>
                      <a:lnTo>
                        <a:pt x="1677" y="0"/>
                      </a:lnTo>
                      <a:lnTo>
                        <a:pt x="0" y="450"/>
                      </a:lnTo>
                      <a:lnTo>
                        <a:pt x="0" y="740"/>
                      </a:lnTo>
                      <a:lnTo>
                        <a:pt x="1677"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0" name="Freeform 23"/>
                <p:cNvSpPr>
                  <a:spLocks/>
                </p:cNvSpPr>
                <p:nvPr/>
              </p:nvSpPr>
              <p:spPr bwMode="auto">
                <a:xfrm>
                  <a:off x="870117" y="3893440"/>
                  <a:ext cx="3921089" cy="1667695"/>
                </a:xfrm>
                <a:custGeom>
                  <a:avLst/>
                  <a:gdLst>
                    <a:gd name="T0" fmla="*/ 0 w 3421"/>
                    <a:gd name="T1" fmla="*/ 398 h 1455"/>
                    <a:gd name="T2" fmla="*/ 1644 w 3421"/>
                    <a:gd name="T3" fmla="*/ 1455 h 1455"/>
                    <a:gd name="T4" fmla="*/ 3421 w 3421"/>
                    <a:gd name="T5" fmla="*/ 985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5"/>
                      </a:lnTo>
                      <a:lnTo>
                        <a:pt x="1788" y="0"/>
                      </a:lnTo>
                      <a:lnTo>
                        <a:pt x="0" y="398"/>
                      </a:lnTo>
                      <a:close/>
                    </a:path>
                  </a:pathLst>
                </a:custGeom>
                <a:solidFill>
                  <a:srgbClr val="4B2C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78" name="Group 177"/>
            <p:cNvGrpSpPr/>
            <p:nvPr/>
          </p:nvGrpSpPr>
          <p:grpSpPr>
            <a:xfrm>
              <a:off x="1639410" y="3166362"/>
              <a:ext cx="3921089" cy="2043643"/>
              <a:chOff x="596179" y="3246993"/>
              <a:chExt cx="3921089" cy="2043643"/>
            </a:xfrm>
          </p:grpSpPr>
          <p:sp>
            <p:nvSpPr>
              <p:cNvPr id="191" name="Freeform 24"/>
              <p:cNvSpPr>
                <a:spLocks/>
              </p:cNvSpPr>
              <p:nvPr/>
            </p:nvSpPr>
            <p:spPr bwMode="auto">
              <a:xfrm>
                <a:off x="596179" y="3622941"/>
                <a:ext cx="3921089" cy="1667695"/>
              </a:xfrm>
              <a:custGeom>
                <a:avLst/>
                <a:gdLst>
                  <a:gd name="T0" fmla="*/ 0 w 3421"/>
                  <a:gd name="T1" fmla="*/ 398 h 1455"/>
                  <a:gd name="T2" fmla="*/ 1644 w 3421"/>
                  <a:gd name="T3" fmla="*/ 1455 h 1455"/>
                  <a:gd name="T4" fmla="*/ 3421 w 3421"/>
                  <a:gd name="T5" fmla="*/ 986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6"/>
                    </a:lnTo>
                    <a:lnTo>
                      <a:pt x="1788"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92" name="Group 191"/>
              <p:cNvGrpSpPr/>
              <p:nvPr/>
            </p:nvGrpSpPr>
            <p:grpSpPr>
              <a:xfrm>
                <a:off x="596179" y="3246993"/>
                <a:ext cx="3921089" cy="2043643"/>
                <a:chOff x="596179" y="3246993"/>
                <a:chExt cx="3921089" cy="2043643"/>
              </a:xfrm>
            </p:grpSpPr>
            <p:sp>
              <p:nvSpPr>
                <p:cNvPr id="193" name="Freeform 25"/>
                <p:cNvSpPr>
                  <a:spLocks/>
                </p:cNvSpPr>
                <p:nvPr/>
              </p:nvSpPr>
              <p:spPr bwMode="auto">
                <a:xfrm>
                  <a:off x="596179" y="3703174"/>
                  <a:ext cx="1884323" cy="1587462"/>
                </a:xfrm>
                <a:custGeom>
                  <a:avLst/>
                  <a:gdLst>
                    <a:gd name="T0" fmla="*/ 0 w 1644"/>
                    <a:gd name="T1" fmla="*/ 0 h 1385"/>
                    <a:gd name="T2" fmla="*/ 0 w 1644"/>
                    <a:gd name="T3" fmla="*/ 328 h 1385"/>
                    <a:gd name="T4" fmla="*/ 1644 w 1644"/>
                    <a:gd name="T5" fmla="*/ 1385 h 1385"/>
                    <a:gd name="T6" fmla="*/ 1644 w 1644"/>
                    <a:gd name="T7" fmla="*/ 1057 h 1385"/>
                    <a:gd name="T8" fmla="*/ 0 w 1644"/>
                    <a:gd name="T9" fmla="*/ 0 h 1385"/>
                  </a:gdLst>
                  <a:ahLst/>
                  <a:cxnLst>
                    <a:cxn ang="0">
                      <a:pos x="T0" y="T1"/>
                    </a:cxn>
                    <a:cxn ang="0">
                      <a:pos x="T2" y="T3"/>
                    </a:cxn>
                    <a:cxn ang="0">
                      <a:pos x="T4" y="T5"/>
                    </a:cxn>
                    <a:cxn ang="0">
                      <a:pos x="T6" y="T7"/>
                    </a:cxn>
                    <a:cxn ang="0">
                      <a:pos x="T8" y="T9"/>
                    </a:cxn>
                  </a:cxnLst>
                  <a:rect l="0" t="0" r="r" b="b"/>
                  <a:pathLst>
                    <a:path w="1644" h="1385">
                      <a:moveTo>
                        <a:pt x="0" y="0"/>
                      </a:moveTo>
                      <a:lnTo>
                        <a:pt x="0" y="328"/>
                      </a:lnTo>
                      <a:lnTo>
                        <a:pt x="1644" y="1385"/>
                      </a:lnTo>
                      <a:lnTo>
                        <a:pt x="1644" y="1057"/>
                      </a:lnTo>
                      <a:lnTo>
                        <a:pt x="0" y="0"/>
                      </a:lnTo>
                      <a:close/>
                    </a:path>
                  </a:pathLst>
                </a:custGeom>
                <a:solidFill>
                  <a:srgbClr val="16A085">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4" name="Freeform 26"/>
                <p:cNvSpPr>
                  <a:spLocks/>
                </p:cNvSpPr>
                <p:nvPr/>
              </p:nvSpPr>
              <p:spPr bwMode="auto">
                <a:xfrm>
                  <a:off x="2480503" y="4398906"/>
                  <a:ext cx="1922147" cy="848175"/>
                </a:xfrm>
                <a:custGeom>
                  <a:avLst/>
                  <a:gdLst>
                    <a:gd name="T0" fmla="*/ 1677 w 1677"/>
                    <a:gd name="T1" fmla="*/ 287 h 740"/>
                    <a:gd name="T2" fmla="*/ 1677 w 1677"/>
                    <a:gd name="T3" fmla="*/ 0 h 740"/>
                    <a:gd name="T4" fmla="*/ 0 w 1677"/>
                    <a:gd name="T5" fmla="*/ 450 h 740"/>
                    <a:gd name="T6" fmla="*/ 0 w 1677"/>
                    <a:gd name="T7" fmla="*/ 740 h 740"/>
                    <a:gd name="T8" fmla="*/ 1677 w 1677"/>
                    <a:gd name="T9" fmla="*/ 287 h 740"/>
                  </a:gdLst>
                  <a:ahLst/>
                  <a:cxnLst>
                    <a:cxn ang="0">
                      <a:pos x="T0" y="T1"/>
                    </a:cxn>
                    <a:cxn ang="0">
                      <a:pos x="T2" y="T3"/>
                    </a:cxn>
                    <a:cxn ang="0">
                      <a:pos x="T4" y="T5"/>
                    </a:cxn>
                    <a:cxn ang="0">
                      <a:pos x="T6" y="T7"/>
                    </a:cxn>
                    <a:cxn ang="0">
                      <a:pos x="T8" y="T9"/>
                    </a:cxn>
                  </a:cxnLst>
                  <a:rect l="0" t="0" r="r" b="b"/>
                  <a:pathLst>
                    <a:path w="1677" h="740">
                      <a:moveTo>
                        <a:pt x="1677" y="287"/>
                      </a:moveTo>
                      <a:lnTo>
                        <a:pt x="1677" y="0"/>
                      </a:lnTo>
                      <a:lnTo>
                        <a:pt x="0" y="450"/>
                      </a:lnTo>
                      <a:lnTo>
                        <a:pt x="0" y="740"/>
                      </a:lnTo>
                      <a:lnTo>
                        <a:pt x="1677"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5" name="Freeform 27"/>
                <p:cNvSpPr>
                  <a:spLocks/>
                </p:cNvSpPr>
                <p:nvPr/>
              </p:nvSpPr>
              <p:spPr bwMode="auto">
                <a:xfrm>
                  <a:off x="596179" y="3246993"/>
                  <a:ext cx="3921089" cy="1667695"/>
                </a:xfrm>
                <a:custGeom>
                  <a:avLst/>
                  <a:gdLst>
                    <a:gd name="T0" fmla="*/ 0 w 3421"/>
                    <a:gd name="T1" fmla="*/ 398 h 1455"/>
                    <a:gd name="T2" fmla="*/ 1644 w 3421"/>
                    <a:gd name="T3" fmla="*/ 1455 h 1455"/>
                    <a:gd name="T4" fmla="*/ 3421 w 3421"/>
                    <a:gd name="T5" fmla="*/ 985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5"/>
                      </a:lnTo>
                      <a:lnTo>
                        <a:pt x="1788" y="0"/>
                      </a:lnTo>
                      <a:lnTo>
                        <a:pt x="0" y="398"/>
                      </a:lnTo>
                      <a:close/>
                    </a:path>
                  </a:pathLst>
                </a:custGeom>
                <a:solidFill>
                  <a:srgbClr val="16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79" name="Group 178"/>
            <p:cNvGrpSpPr/>
            <p:nvPr/>
          </p:nvGrpSpPr>
          <p:grpSpPr>
            <a:xfrm>
              <a:off x="2117163" y="2636564"/>
              <a:ext cx="3921089" cy="2045935"/>
              <a:chOff x="827708" y="2824052"/>
              <a:chExt cx="3921089" cy="2045935"/>
            </a:xfrm>
          </p:grpSpPr>
          <p:sp>
            <p:nvSpPr>
              <p:cNvPr id="186" name="Freeform 28"/>
              <p:cNvSpPr>
                <a:spLocks/>
              </p:cNvSpPr>
              <p:nvPr/>
            </p:nvSpPr>
            <p:spPr bwMode="auto">
              <a:xfrm>
                <a:off x="827708" y="3201146"/>
                <a:ext cx="3921089" cy="1668841"/>
              </a:xfrm>
              <a:custGeom>
                <a:avLst/>
                <a:gdLst>
                  <a:gd name="T0" fmla="*/ 0 w 3421"/>
                  <a:gd name="T1" fmla="*/ 398 h 1456"/>
                  <a:gd name="T2" fmla="*/ 1644 w 3421"/>
                  <a:gd name="T3" fmla="*/ 1456 h 1456"/>
                  <a:gd name="T4" fmla="*/ 3421 w 3421"/>
                  <a:gd name="T5" fmla="*/ 987 h 1456"/>
                  <a:gd name="T6" fmla="*/ 1789 w 3421"/>
                  <a:gd name="T7" fmla="*/ 0 h 1456"/>
                  <a:gd name="T8" fmla="*/ 0 w 3421"/>
                  <a:gd name="T9" fmla="*/ 398 h 1456"/>
                </a:gdLst>
                <a:ahLst/>
                <a:cxnLst>
                  <a:cxn ang="0">
                    <a:pos x="T0" y="T1"/>
                  </a:cxn>
                  <a:cxn ang="0">
                    <a:pos x="T2" y="T3"/>
                  </a:cxn>
                  <a:cxn ang="0">
                    <a:pos x="T4" y="T5"/>
                  </a:cxn>
                  <a:cxn ang="0">
                    <a:pos x="T6" y="T7"/>
                  </a:cxn>
                  <a:cxn ang="0">
                    <a:pos x="T8" y="T9"/>
                  </a:cxn>
                </a:cxnLst>
                <a:rect l="0" t="0" r="r" b="b"/>
                <a:pathLst>
                  <a:path w="3421" h="1456">
                    <a:moveTo>
                      <a:pt x="0" y="398"/>
                    </a:moveTo>
                    <a:lnTo>
                      <a:pt x="1644" y="1456"/>
                    </a:lnTo>
                    <a:lnTo>
                      <a:pt x="3421" y="987"/>
                    </a:lnTo>
                    <a:lnTo>
                      <a:pt x="1789"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87" name="Group 186"/>
              <p:cNvGrpSpPr/>
              <p:nvPr/>
            </p:nvGrpSpPr>
            <p:grpSpPr>
              <a:xfrm>
                <a:off x="827708" y="2824052"/>
                <a:ext cx="3921089" cy="2045935"/>
                <a:chOff x="827708" y="2824052"/>
                <a:chExt cx="3921089" cy="2045935"/>
              </a:xfrm>
            </p:grpSpPr>
            <p:sp>
              <p:nvSpPr>
                <p:cNvPr id="188" name="Freeform 29"/>
                <p:cNvSpPr>
                  <a:spLocks/>
                </p:cNvSpPr>
                <p:nvPr/>
              </p:nvSpPr>
              <p:spPr bwMode="auto">
                <a:xfrm>
                  <a:off x="827708" y="3281379"/>
                  <a:ext cx="1884323" cy="1588608"/>
                </a:xfrm>
                <a:custGeom>
                  <a:avLst/>
                  <a:gdLst>
                    <a:gd name="T0" fmla="*/ 0 w 1644"/>
                    <a:gd name="T1" fmla="*/ 0 h 1386"/>
                    <a:gd name="T2" fmla="*/ 0 w 1644"/>
                    <a:gd name="T3" fmla="*/ 328 h 1386"/>
                    <a:gd name="T4" fmla="*/ 1644 w 1644"/>
                    <a:gd name="T5" fmla="*/ 1386 h 1386"/>
                    <a:gd name="T6" fmla="*/ 1644 w 1644"/>
                    <a:gd name="T7" fmla="*/ 1056 h 1386"/>
                    <a:gd name="T8" fmla="*/ 0 w 1644"/>
                    <a:gd name="T9" fmla="*/ 0 h 1386"/>
                  </a:gdLst>
                  <a:ahLst/>
                  <a:cxnLst>
                    <a:cxn ang="0">
                      <a:pos x="T0" y="T1"/>
                    </a:cxn>
                    <a:cxn ang="0">
                      <a:pos x="T2" y="T3"/>
                    </a:cxn>
                    <a:cxn ang="0">
                      <a:pos x="T4" y="T5"/>
                    </a:cxn>
                    <a:cxn ang="0">
                      <a:pos x="T6" y="T7"/>
                    </a:cxn>
                    <a:cxn ang="0">
                      <a:pos x="T8" y="T9"/>
                    </a:cxn>
                  </a:cxnLst>
                  <a:rect l="0" t="0" r="r" b="b"/>
                  <a:pathLst>
                    <a:path w="1644" h="1386">
                      <a:moveTo>
                        <a:pt x="0" y="0"/>
                      </a:moveTo>
                      <a:lnTo>
                        <a:pt x="0" y="328"/>
                      </a:lnTo>
                      <a:lnTo>
                        <a:pt x="1644" y="1386"/>
                      </a:lnTo>
                      <a:lnTo>
                        <a:pt x="1644" y="1056"/>
                      </a:lnTo>
                      <a:lnTo>
                        <a:pt x="0" y="0"/>
                      </a:lnTo>
                      <a:close/>
                    </a:path>
                  </a:pathLst>
                </a:custGeom>
                <a:solidFill>
                  <a:srgbClr val="2980B9">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9" name="Freeform 30"/>
                <p:cNvSpPr>
                  <a:spLocks/>
                </p:cNvSpPr>
                <p:nvPr/>
              </p:nvSpPr>
              <p:spPr bwMode="auto">
                <a:xfrm>
                  <a:off x="2712031" y="3978258"/>
                  <a:ext cx="1923294" cy="848175"/>
                </a:xfrm>
                <a:custGeom>
                  <a:avLst/>
                  <a:gdLst>
                    <a:gd name="T0" fmla="*/ 1678 w 1678"/>
                    <a:gd name="T1" fmla="*/ 287 h 740"/>
                    <a:gd name="T2" fmla="*/ 1678 w 1678"/>
                    <a:gd name="T3" fmla="*/ 0 h 740"/>
                    <a:gd name="T4" fmla="*/ 0 w 1678"/>
                    <a:gd name="T5" fmla="*/ 448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48"/>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0" name="Freeform 31"/>
                <p:cNvSpPr>
                  <a:spLocks/>
                </p:cNvSpPr>
                <p:nvPr/>
              </p:nvSpPr>
              <p:spPr bwMode="auto">
                <a:xfrm>
                  <a:off x="827708" y="2824052"/>
                  <a:ext cx="3921089" cy="1667695"/>
                </a:xfrm>
                <a:custGeom>
                  <a:avLst/>
                  <a:gdLst>
                    <a:gd name="T0" fmla="*/ 0 w 3421"/>
                    <a:gd name="T1" fmla="*/ 399 h 1455"/>
                    <a:gd name="T2" fmla="*/ 1644 w 3421"/>
                    <a:gd name="T3" fmla="*/ 1455 h 1455"/>
                    <a:gd name="T4" fmla="*/ 3421 w 3421"/>
                    <a:gd name="T5" fmla="*/ 987 h 1455"/>
                    <a:gd name="T6" fmla="*/ 1789 w 3421"/>
                    <a:gd name="T7" fmla="*/ 0 h 1455"/>
                    <a:gd name="T8" fmla="*/ 0 w 3421"/>
                    <a:gd name="T9" fmla="*/ 399 h 1455"/>
                  </a:gdLst>
                  <a:ahLst/>
                  <a:cxnLst>
                    <a:cxn ang="0">
                      <a:pos x="T0" y="T1"/>
                    </a:cxn>
                    <a:cxn ang="0">
                      <a:pos x="T2" y="T3"/>
                    </a:cxn>
                    <a:cxn ang="0">
                      <a:pos x="T4" y="T5"/>
                    </a:cxn>
                    <a:cxn ang="0">
                      <a:pos x="T6" y="T7"/>
                    </a:cxn>
                    <a:cxn ang="0">
                      <a:pos x="T8" y="T9"/>
                    </a:cxn>
                  </a:cxnLst>
                  <a:rect l="0" t="0" r="r" b="b"/>
                  <a:pathLst>
                    <a:path w="3421" h="1455">
                      <a:moveTo>
                        <a:pt x="0" y="399"/>
                      </a:moveTo>
                      <a:lnTo>
                        <a:pt x="1644" y="1455"/>
                      </a:lnTo>
                      <a:lnTo>
                        <a:pt x="3421" y="987"/>
                      </a:lnTo>
                      <a:lnTo>
                        <a:pt x="1789" y="0"/>
                      </a:lnTo>
                      <a:lnTo>
                        <a:pt x="0" y="399"/>
                      </a:lnTo>
                      <a:close/>
                    </a:path>
                  </a:pathLst>
                </a:custGeom>
                <a:solidFill>
                  <a:srgbClr val="2980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80" name="Group 179"/>
            <p:cNvGrpSpPr/>
            <p:nvPr/>
          </p:nvGrpSpPr>
          <p:grpSpPr>
            <a:xfrm>
              <a:off x="2626654" y="2159094"/>
              <a:ext cx="3918797" cy="2043643"/>
              <a:chOff x="1101645" y="2520314"/>
              <a:chExt cx="3918797" cy="2043643"/>
            </a:xfrm>
          </p:grpSpPr>
          <p:sp>
            <p:nvSpPr>
              <p:cNvPr id="181" name="Freeform 32"/>
              <p:cNvSpPr>
                <a:spLocks/>
              </p:cNvSpPr>
              <p:nvPr/>
            </p:nvSpPr>
            <p:spPr bwMode="auto">
              <a:xfrm>
                <a:off x="1101645" y="2896262"/>
                <a:ext cx="3918797" cy="1667695"/>
              </a:xfrm>
              <a:custGeom>
                <a:avLst/>
                <a:gdLst>
                  <a:gd name="T0" fmla="*/ 0 w 3419"/>
                  <a:gd name="T1" fmla="*/ 399 h 1455"/>
                  <a:gd name="T2" fmla="*/ 1643 w 3419"/>
                  <a:gd name="T3" fmla="*/ 1455 h 1455"/>
                  <a:gd name="T4" fmla="*/ 3419 w 3419"/>
                  <a:gd name="T5" fmla="*/ 988 h 1455"/>
                  <a:gd name="T6" fmla="*/ 1787 w 3419"/>
                  <a:gd name="T7" fmla="*/ 0 h 1455"/>
                  <a:gd name="T8" fmla="*/ 0 w 3419"/>
                  <a:gd name="T9" fmla="*/ 399 h 1455"/>
                </a:gdLst>
                <a:ahLst/>
                <a:cxnLst>
                  <a:cxn ang="0">
                    <a:pos x="T0" y="T1"/>
                  </a:cxn>
                  <a:cxn ang="0">
                    <a:pos x="T2" y="T3"/>
                  </a:cxn>
                  <a:cxn ang="0">
                    <a:pos x="T4" y="T5"/>
                  </a:cxn>
                  <a:cxn ang="0">
                    <a:pos x="T6" y="T7"/>
                  </a:cxn>
                  <a:cxn ang="0">
                    <a:pos x="T8" y="T9"/>
                  </a:cxn>
                </a:cxnLst>
                <a:rect l="0" t="0" r="r" b="b"/>
                <a:pathLst>
                  <a:path w="3419" h="1455">
                    <a:moveTo>
                      <a:pt x="0" y="399"/>
                    </a:moveTo>
                    <a:lnTo>
                      <a:pt x="1643" y="1455"/>
                    </a:lnTo>
                    <a:lnTo>
                      <a:pt x="3419" y="988"/>
                    </a:lnTo>
                    <a:lnTo>
                      <a:pt x="1787" y="0"/>
                    </a:lnTo>
                    <a:lnTo>
                      <a:pt x="0" y="399"/>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82" name="Group 181"/>
              <p:cNvGrpSpPr/>
              <p:nvPr/>
            </p:nvGrpSpPr>
            <p:grpSpPr>
              <a:xfrm>
                <a:off x="1101645" y="2520314"/>
                <a:ext cx="3918797" cy="2043642"/>
                <a:chOff x="1101645" y="2520314"/>
                <a:chExt cx="3918797" cy="2043642"/>
              </a:xfrm>
            </p:grpSpPr>
            <p:sp>
              <p:nvSpPr>
                <p:cNvPr id="183" name="Freeform 33"/>
                <p:cNvSpPr>
                  <a:spLocks/>
                </p:cNvSpPr>
                <p:nvPr/>
              </p:nvSpPr>
              <p:spPr bwMode="auto">
                <a:xfrm>
                  <a:off x="1101645" y="2976494"/>
                  <a:ext cx="1883177" cy="1587462"/>
                </a:xfrm>
                <a:custGeom>
                  <a:avLst/>
                  <a:gdLst>
                    <a:gd name="T0" fmla="*/ 0 w 1643"/>
                    <a:gd name="T1" fmla="*/ 0 h 1385"/>
                    <a:gd name="T2" fmla="*/ 0 w 1643"/>
                    <a:gd name="T3" fmla="*/ 329 h 1385"/>
                    <a:gd name="T4" fmla="*/ 1643 w 1643"/>
                    <a:gd name="T5" fmla="*/ 1385 h 1385"/>
                    <a:gd name="T6" fmla="*/ 1643 w 1643"/>
                    <a:gd name="T7" fmla="*/ 1057 h 1385"/>
                    <a:gd name="T8" fmla="*/ 0 w 1643"/>
                    <a:gd name="T9" fmla="*/ 0 h 1385"/>
                  </a:gdLst>
                  <a:ahLst/>
                  <a:cxnLst>
                    <a:cxn ang="0">
                      <a:pos x="T0" y="T1"/>
                    </a:cxn>
                    <a:cxn ang="0">
                      <a:pos x="T2" y="T3"/>
                    </a:cxn>
                    <a:cxn ang="0">
                      <a:pos x="T4" y="T5"/>
                    </a:cxn>
                    <a:cxn ang="0">
                      <a:pos x="T6" y="T7"/>
                    </a:cxn>
                    <a:cxn ang="0">
                      <a:pos x="T8" y="T9"/>
                    </a:cxn>
                  </a:cxnLst>
                  <a:rect l="0" t="0" r="r" b="b"/>
                  <a:pathLst>
                    <a:path w="1643" h="1385">
                      <a:moveTo>
                        <a:pt x="0" y="0"/>
                      </a:moveTo>
                      <a:lnTo>
                        <a:pt x="0" y="329"/>
                      </a:lnTo>
                      <a:lnTo>
                        <a:pt x="1643" y="1385"/>
                      </a:lnTo>
                      <a:lnTo>
                        <a:pt x="1643" y="1057"/>
                      </a:lnTo>
                      <a:lnTo>
                        <a:pt x="0" y="0"/>
                      </a:lnTo>
                      <a:close/>
                    </a:path>
                  </a:pathLst>
                </a:custGeom>
                <a:solidFill>
                  <a:srgbClr val="F39C12">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4" name="Freeform 34"/>
                <p:cNvSpPr>
                  <a:spLocks/>
                </p:cNvSpPr>
                <p:nvPr/>
              </p:nvSpPr>
              <p:spPr bwMode="auto">
                <a:xfrm>
                  <a:off x="2984823" y="3672227"/>
                  <a:ext cx="1923294" cy="848175"/>
                </a:xfrm>
                <a:custGeom>
                  <a:avLst/>
                  <a:gdLst>
                    <a:gd name="T0" fmla="*/ 1678 w 1678"/>
                    <a:gd name="T1" fmla="*/ 287 h 740"/>
                    <a:gd name="T2" fmla="*/ 1678 w 1678"/>
                    <a:gd name="T3" fmla="*/ 0 h 740"/>
                    <a:gd name="T4" fmla="*/ 0 w 1678"/>
                    <a:gd name="T5" fmla="*/ 450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50"/>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5" name="Freeform 35"/>
                <p:cNvSpPr>
                  <a:spLocks/>
                </p:cNvSpPr>
                <p:nvPr/>
              </p:nvSpPr>
              <p:spPr bwMode="auto">
                <a:xfrm>
                  <a:off x="1101645" y="2520314"/>
                  <a:ext cx="3918797" cy="1667695"/>
                </a:xfrm>
                <a:custGeom>
                  <a:avLst/>
                  <a:gdLst>
                    <a:gd name="T0" fmla="*/ 0 w 3419"/>
                    <a:gd name="T1" fmla="*/ 398 h 1455"/>
                    <a:gd name="T2" fmla="*/ 1643 w 3419"/>
                    <a:gd name="T3" fmla="*/ 1455 h 1455"/>
                    <a:gd name="T4" fmla="*/ 3419 w 3419"/>
                    <a:gd name="T5" fmla="*/ 987 h 1455"/>
                    <a:gd name="T6" fmla="*/ 1787 w 3419"/>
                    <a:gd name="T7" fmla="*/ 0 h 1455"/>
                    <a:gd name="T8" fmla="*/ 0 w 3419"/>
                    <a:gd name="T9" fmla="*/ 398 h 1455"/>
                  </a:gdLst>
                  <a:ahLst/>
                  <a:cxnLst>
                    <a:cxn ang="0">
                      <a:pos x="T0" y="T1"/>
                    </a:cxn>
                    <a:cxn ang="0">
                      <a:pos x="T2" y="T3"/>
                    </a:cxn>
                    <a:cxn ang="0">
                      <a:pos x="T4" y="T5"/>
                    </a:cxn>
                    <a:cxn ang="0">
                      <a:pos x="T6" y="T7"/>
                    </a:cxn>
                    <a:cxn ang="0">
                      <a:pos x="T8" y="T9"/>
                    </a:cxn>
                  </a:cxnLst>
                  <a:rect l="0" t="0" r="r" b="b"/>
                  <a:pathLst>
                    <a:path w="3419" h="1455">
                      <a:moveTo>
                        <a:pt x="0" y="398"/>
                      </a:moveTo>
                      <a:lnTo>
                        <a:pt x="1643" y="1455"/>
                      </a:lnTo>
                      <a:lnTo>
                        <a:pt x="3419" y="987"/>
                      </a:lnTo>
                      <a:lnTo>
                        <a:pt x="1787" y="0"/>
                      </a:lnTo>
                      <a:lnTo>
                        <a:pt x="0" y="398"/>
                      </a:lnTo>
                      <a:close/>
                    </a:path>
                  </a:pathLst>
                </a:custGeom>
                <a:solidFill>
                  <a:srgbClr val="F39C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sp>
        <p:nvSpPr>
          <p:cNvPr id="204" name="Freeform 12"/>
          <p:cNvSpPr>
            <a:spLocks/>
          </p:cNvSpPr>
          <p:nvPr/>
        </p:nvSpPr>
        <p:spPr bwMode="auto">
          <a:xfrm>
            <a:off x="1490241" y="1499024"/>
            <a:ext cx="1994630" cy="3777137"/>
          </a:xfrm>
          <a:custGeom>
            <a:avLst/>
            <a:gdLst>
              <a:gd name="T0" fmla="*/ 966 w 1077"/>
              <a:gd name="T1" fmla="*/ 315 h 1781"/>
              <a:gd name="T2" fmla="*/ 793 w 1077"/>
              <a:gd name="T3" fmla="*/ 486 h 1781"/>
              <a:gd name="T4" fmla="*/ 650 w 1077"/>
              <a:gd name="T5" fmla="*/ 297 h 1781"/>
              <a:gd name="T6" fmla="*/ 625 w 1077"/>
              <a:gd name="T7" fmla="*/ 266 h 1781"/>
              <a:gd name="T8" fmla="*/ 632 w 1077"/>
              <a:gd name="T9" fmla="*/ 236 h 1781"/>
              <a:gd name="T10" fmla="*/ 682 w 1077"/>
              <a:gd name="T11" fmla="*/ 187 h 1781"/>
              <a:gd name="T12" fmla="*/ 698 w 1077"/>
              <a:gd name="T13" fmla="*/ 150 h 1781"/>
              <a:gd name="T14" fmla="*/ 665 w 1077"/>
              <a:gd name="T15" fmla="*/ 82 h 1781"/>
              <a:gd name="T16" fmla="*/ 661 w 1077"/>
              <a:gd name="T17" fmla="*/ 50 h 1781"/>
              <a:gd name="T18" fmla="*/ 627 w 1077"/>
              <a:gd name="T19" fmla="*/ 24 h 1781"/>
              <a:gd name="T20" fmla="*/ 576 w 1077"/>
              <a:gd name="T21" fmla="*/ 3 h 1781"/>
              <a:gd name="T22" fmla="*/ 492 w 1077"/>
              <a:gd name="T23" fmla="*/ 48 h 1781"/>
              <a:gd name="T24" fmla="*/ 471 w 1077"/>
              <a:gd name="T25" fmla="*/ 119 h 1781"/>
              <a:gd name="T26" fmla="*/ 513 w 1077"/>
              <a:gd name="T27" fmla="*/ 199 h 1781"/>
              <a:gd name="T28" fmla="*/ 495 w 1077"/>
              <a:gd name="T29" fmla="*/ 223 h 1781"/>
              <a:gd name="T30" fmla="*/ 386 w 1077"/>
              <a:gd name="T31" fmla="*/ 230 h 1781"/>
              <a:gd name="T32" fmla="*/ 106 w 1077"/>
              <a:gd name="T33" fmla="*/ 313 h 1781"/>
              <a:gd name="T34" fmla="*/ 60 w 1077"/>
              <a:gd name="T35" fmla="*/ 630 h 1781"/>
              <a:gd name="T36" fmla="*/ 138 w 1077"/>
              <a:gd name="T37" fmla="*/ 599 h 1781"/>
              <a:gd name="T38" fmla="*/ 169 w 1077"/>
              <a:gd name="T39" fmla="*/ 527 h 1781"/>
              <a:gd name="T40" fmla="*/ 176 w 1077"/>
              <a:gd name="T41" fmla="*/ 406 h 1781"/>
              <a:gd name="T42" fmla="*/ 220 w 1077"/>
              <a:gd name="T43" fmla="*/ 373 h 1781"/>
              <a:gd name="T44" fmla="*/ 308 w 1077"/>
              <a:gd name="T45" fmla="*/ 360 h 1781"/>
              <a:gd name="T46" fmla="*/ 317 w 1077"/>
              <a:gd name="T47" fmla="*/ 358 h 1781"/>
              <a:gd name="T48" fmla="*/ 256 w 1077"/>
              <a:gd name="T49" fmla="*/ 760 h 1781"/>
              <a:gd name="T50" fmla="*/ 254 w 1077"/>
              <a:gd name="T51" fmla="*/ 794 h 1781"/>
              <a:gd name="T52" fmla="*/ 261 w 1077"/>
              <a:gd name="T53" fmla="*/ 896 h 1781"/>
              <a:gd name="T54" fmla="*/ 123 w 1077"/>
              <a:gd name="T55" fmla="*/ 1406 h 1781"/>
              <a:gd name="T56" fmla="*/ 47 w 1077"/>
              <a:gd name="T57" fmla="*/ 1578 h 1781"/>
              <a:gd name="T58" fmla="*/ 4 w 1077"/>
              <a:gd name="T59" fmla="*/ 1633 h 1781"/>
              <a:gd name="T60" fmla="*/ 56 w 1077"/>
              <a:gd name="T61" fmla="*/ 1688 h 1781"/>
              <a:gd name="T62" fmla="*/ 104 w 1077"/>
              <a:gd name="T63" fmla="*/ 1714 h 1781"/>
              <a:gd name="T64" fmla="*/ 122 w 1077"/>
              <a:gd name="T65" fmla="*/ 1741 h 1781"/>
              <a:gd name="T66" fmla="*/ 174 w 1077"/>
              <a:gd name="T67" fmla="*/ 1703 h 1781"/>
              <a:gd name="T68" fmla="*/ 161 w 1077"/>
              <a:gd name="T69" fmla="*/ 1636 h 1781"/>
              <a:gd name="T70" fmla="*/ 323 w 1077"/>
              <a:gd name="T71" fmla="*/ 1294 h 1781"/>
              <a:gd name="T72" fmla="*/ 385 w 1077"/>
              <a:gd name="T73" fmla="*/ 1152 h 1781"/>
              <a:gd name="T74" fmla="*/ 481 w 1077"/>
              <a:gd name="T75" fmla="*/ 943 h 1781"/>
              <a:gd name="T76" fmla="*/ 699 w 1077"/>
              <a:gd name="T77" fmla="*/ 879 h 1781"/>
              <a:gd name="T78" fmla="*/ 682 w 1077"/>
              <a:gd name="T79" fmla="*/ 976 h 1781"/>
              <a:gd name="T80" fmla="*/ 632 w 1077"/>
              <a:gd name="T81" fmla="*/ 1141 h 1781"/>
              <a:gd name="T82" fmla="*/ 618 w 1077"/>
              <a:gd name="T83" fmla="*/ 1225 h 1781"/>
              <a:gd name="T84" fmla="*/ 670 w 1077"/>
              <a:gd name="T85" fmla="*/ 1269 h 1781"/>
              <a:gd name="T86" fmla="*/ 795 w 1077"/>
              <a:gd name="T87" fmla="*/ 1285 h 1781"/>
              <a:gd name="T88" fmla="*/ 830 w 1077"/>
              <a:gd name="T89" fmla="*/ 1219 h 1781"/>
              <a:gd name="T90" fmla="*/ 746 w 1077"/>
              <a:gd name="T91" fmla="*/ 1165 h 1781"/>
              <a:gd name="T92" fmla="*/ 840 w 1077"/>
              <a:gd name="T93" fmla="*/ 864 h 1781"/>
              <a:gd name="T94" fmla="*/ 831 w 1077"/>
              <a:gd name="T95" fmla="*/ 762 h 1781"/>
              <a:gd name="T96" fmla="*/ 507 w 1077"/>
              <a:gd name="T97" fmla="*/ 757 h 1781"/>
              <a:gd name="T98" fmla="*/ 508 w 1077"/>
              <a:gd name="T99" fmla="*/ 758 h 1781"/>
              <a:gd name="T100" fmla="*/ 560 w 1077"/>
              <a:gd name="T101" fmla="*/ 658 h 1781"/>
              <a:gd name="T102" fmla="*/ 607 w 1077"/>
              <a:gd name="T103" fmla="*/ 511 h 1781"/>
              <a:gd name="T104" fmla="*/ 643 w 1077"/>
              <a:gd name="T105" fmla="*/ 449 h 1781"/>
              <a:gd name="T106" fmla="*/ 784 w 1077"/>
              <a:gd name="T107" fmla="*/ 596 h 1781"/>
              <a:gd name="T108" fmla="*/ 836 w 1077"/>
              <a:gd name="T109" fmla="*/ 566 h 1781"/>
              <a:gd name="T110" fmla="*/ 999 w 1077"/>
              <a:gd name="T111" fmla="*/ 402 h 1781"/>
              <a:gd name="T112" fmla="*/ 1042 w 1077"/>
              <a:gd name="T113" fmla="*/ 374 h 1781"/>
              <a:gd name="T114" fmla="*/ 1033 w 1077"/>
              <a:gd name="T115" fmla="*/ 280 h 1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7" h="1781">
                <a:moveTo>
                  <a:pt x="1033" y="280"/>
                </a:moveTo>
                <a:cubicBezTo>
                  <a:pt x="1018" y="287"/>
                  <a:pt x="970" y="303"/>
                  <a:pt x="966" y="315"/>
                </a:cubicBezTo>
                <a:cubicBezTo>
                  <a:pt x="962" y="326"/>
                  <a:pt x="967" y="350"/>
                  <a:pt x="951" y="359"/>
                </a:cubicBezTo>
                <a:cubicBezTo>
                  <a:pt x="936" y="368"/>
                  <a:pt x="803" y="466"/>
                  <a:pt x="793" y="486"/>
                </a:cubicBezTo>
                <a:cubicBezTo>
                  <a:pt x="793" y="486"/>
                  <a:pt x="745" y="390"/>
                  <a:pt x="717" y="375"/>
                </a:cubicBezTo>
                <a:cubicBezTo>
                  <a:pt x="717" y="375"/>
                  <a:pt x="708" y="301"/>
                  <a:pt x="650" y="297"/>
                </a:cubicBezTo>
                <a:cubicBezTo>
                  <a:pt x="629" y="296"/>
                  <a:pt x="617" y="294"/>
                  <a:pt x="609" y="291"/>
                </a:cubicBezTo>
                <a:cubicBezTo>
                  <a:pt x="625" y="266"/>
                  <a:pt x="625" y="266"/>
                  <a:pt x="625" y="266"/>
                </a:cubicBezTo>
                <a:cubicBezTo>
                  <a:pt x="609" y="266"/>
                  <a:pt x="609" y="266"/>
                  <a:pt x="609" y="266"/>
                </a:cubicBezTo>
                <a:cubicBezTo>
                  <a:pt x="617" y="253"/>
                  <a:pt x="628" y="236"/>
                  <a:pt x="632" y="236"/>
                </a:cubicBezTo>
                <a:cubicBezTo>
                  <a:pt x="637" y="235"/>
                  <a:pt x="674" y="230"/>
                  <a:pt x="679" y="228"/>
                </a:cubicBezTo>
                <a:cubicBezTo>
                  <a:pt x="683" y="225"/>
                  <a:pt x="687" y="201"/>
                  <a:pt x="682" y="187"/>
                </a:cubicBezTo>
                <a:cubicBezTo>
                  <a:pt x="677" y="173"/>
                  <a:pt x="687" y="159"/>
                  <a:pt x="687" y="159"/>
                </a:cubicBezTo>
                <a:cubicBezTo>
                  <a:pt x="698" y="150"/>
                  <a:pt x="698" y="150"/>
                  <a:pt x="698" y="150"/>
                </a:cubicBezTo>
                <a:cubicBezTo>
                  <a:pt x="698" y="150"/>
                  <a:pt x="684" y="128"/>
                  <a:pt x="676" y="117"/>
                </a:cubicBezTo>
                <a:cubicBezTo>
                  <a:pt x="667" y="106"/>
                  <a:pt x="669" y="92"/>
                  <a:pt x="665" y="82"/>
                </a:cubicBezTo>
                <a:cubicBezTo>
                  <a:pt x="661" y="72"/>
                  <a:pt x="672" y="65"/>
                  <a:pt x="672" y="65"/>
                </a:cubicBezTo>
                <a:cubicBezTo>
                  <a:pt x="672" y="65"/>
                  <a:pt x="668" y="55"/>
                  <a:pt x="661" y="50"/>
                </a:cubicBezTo>
                <a:cubicBezTo>
                  <a:pt x="653" y="46"/>
                  <a:pt x="666" y="44"/>
                  <a:pt x="649" y="36"/>
                </a:cubicBezTo>
                <a:cubicBezTo>
                  <a:pt x="632" y="28"/>
                  <a:pt x="641" y="32"/>
                  <a:pt x="627" y="24"/>
                </a:cubicBezTo>
                <a:cubicBezTo>
                  <a:pt x="612" y="16"/>
                  <a:pt x="634" y="21"/>
                  <a:pt x="612" y="16"/>
                </a:cubicBezTo>
                <a:cubicBezTo>
                  <a:pt x="591" y="11"/>
                  <a:pt x="579" y="3"/>
                  <a:pt x="576" y="3"/>
                </a:cubicBezTo>
                <a:cubicBezTo>
                  <a:pt x="573" y="3"/>
                  <a:pt x="582" y="6"/>
                  <a:pt x="573" y="3"/>
                </a:cubicBezTo>
                <a:cubicBezTo>
                  <a:pt x="563" y="0"/>
                  <a:pt x="498" y="33"/>
                  <a:pt x="492" y="48"/>
                </a:cubicBezTo>
                <a:cubicBezTo>
                  <a:pt x="485" y="64"/>
                  <a:pt x="475" y="83"/>
                  <a:pt x="475" y="83"/>
                </a:cubicBezTo>
                <a:cubicBezTo>
                  <a:pt x="475" y="83"/>
                  <a:pt x="469" y="104"/>
                  <a:pt x="471" y="119"/>
                </a:cubicBezTo>
                <a:cubicBezTo>
                  <a:pt x="474" y="134"/>
                  <a:pt x="484" y="147"/>
                  <a:pt x="488" y="152"/>
                </a:cubicBezTo>
                <a:cubicBezTo>
                  <a:pt x="491" y="156"/>
                  <a:pt x="508" y="184"/>
                  <a:pt x="513" y="199"/>
                </a:cubicBezTo>
                <a:cubicBezTo>
                  <a:pt x="517" y="212"/>
                  <a:pt x="521" y="228"/>
                  <a:pt x="506" y="235"/>
                </a:cubicBezTo>
                <a:cubicBezTo>
                  <a:pt x="495" y="223"/>
                  <a:pt x="495" y="223"/>
                  <a:pt x="495" y="223"/>
                </a:cubicBezTo>
                <a:cubicBezTo>
                  <a:pt x="476" y="237"/>
                  <a:pt x="476" y="237"/>
                  <a:pt x="476" y="237"/>
                </a:cubicBezTo>
                <a:cubicBezTo>
                  <a:pt x="454" y="233"/>
                  <a:pt x="427" y="222"/>
                  <a:pt x="386" y="230"/>
                </a:cubicBezTo>
                <a:cubicBezTo>
                  <a:pt x="333" y="241"/>
                  <a:pt x="313" y="257"/>
                  <a:pt x="281" y="265"/>
                </a:cubicBezTo>
                <a:cubicBezTo>
                  <a:pt x="249" y="272"/>
                  <a:pt x="128" y="293"/>
                  <a:pt x="106" y="313"/>
                </a:cubicBezTo>
                <a:cubicBezTo>
                  <a:pt x="84" y="332"/>
                  <a:pt x="76" y="418"/>
                  <a:pt x="82" y="553"/>
                </a:cubicBezTo>
                <a:cubicBezTo>
                  <a:pt x="82" y="553"/>
                  <a:pt x="62" y="616"/>
                  <a:pt x="60" y="630"/>
                </a:cubicBezTo>
                <a:cubicBezTo>
                  <a:pt x="59" y="644"/>
                  <a:pt x="67" y="703"/>
                  <a:pt x="139" y="690"/>
                </a:cubicBezTo>
                <a:cubicBezTo>
                  <a:pt x="203" y="679"/>
                  <a:pt x="151" y="622"/>
                  <a:pt x="138" y="599"/>
                </a:cubicBezTo>
                <a:cubicBezTo>
                  <a:pt x="146" y="594"/>
                  <a:pt x="154" y="590"/>
                  <a:pt x="154" y="590"/>
                </a:cubicBezTo>
                <a:cubicBezTo>
                  <a:pt x="154" y="590"/>
                  <a:pt x="168" y="554"/>
                  <a:pt x="169" y="527"/>
                </a:cubicBezTo>
                <a:cubicBezTo>
                  <a:pt x="169" y="510"/>
                  <a:pt x="174" y="454"/>
                  <a:pt x="176" y="409"/>
                </a:cubicBezTo>
                <a:cubicBezTo>
                  <a:pt x="176" y="408"/>
                  <a:pt x="176" y="407"/>
                  <a:pt x="176" y="406"/>
                </a:cubicBezTo>
                <a:cubicBezTo>
                  <a:pt x="178" y="394"/>
                  <a:pt x="179" y="384"/>
                  <a:pt x="180" y="378"/>
                </a:cubicBezTo>
                <a:cubicBezTo>
                  <a:pt x="190" y="376"/>
                  <a:pt x="204" y="375"/>
                  <a:pt x="220" y="373"/>
                </a:cubicBezTo>
                <a:cubicBezTo>
                  <a:pt x="224" y="373"/>
                  <a:pt x="229" y="373"/>
                  <a:pt x="234" y="372"/>
                </a:cubicBezTo>
                <a:cubicBezTo>
                  <a:pt x="265" y="370"/>
                  <a:pt x="294" y="364"/>
                  <a:pt x="308" y="360"/>
                </a:cubicBezTo>
                <a:cubicBezTo>
                  <a:pt x="308" y="360"/>
                  <a:pt x="308" y="360"/>
                  <a:pt x="308" y="360"/>
                </a:cubicBezTo>
                <a:cubicBezTo>
                  <a:pt x="311" y="360"/>
                  <a:pt x="314" y="359"/>
                  <a:pt x="317" y="358"/>
                </a:cubicBezTo>
                <a:cubicBezTo>
                  <a:pt x="317" y="360"/>
                  <a:pt x="319" y="371"/>
                  <a:pt x="322" y="385"/>
                </a:cubicBezTo>
                <a:cubicBezTo>
                  <a:pt x="310" y="466"/>
                  <a:pt x="270" y="740"/>
                  <a:pt x="256" y="760"/>
                </a:cubicBezTo>
                <a:cubicBezTo>
                  <a:pt x="240" y="784"/>
                  <a:pt x="232" y="799"/>
                  <a:pt x="232" y="799"/>
                </a:cubicBezTo>
                <a:cubicBezTo>
                  <a:pt x="232" y="799"/>
                  <a:pt x="242" y="797"/>
                  <a:pt x="254" y="794"/>
                </a:cubicBezTo>
                <a:cubicBezTo>
                  <a:pt x="250" y="811"/>
                  <a:pt x="249" y="832"/>
                  <a:pt x="252" y="861"/>
                </a:cubicBezTo>
                <a:cubicBezTo>
                  <a:pt x="252" y="861"/>
                  <a:pt x="254" y="876"/>
                  <a:pt x="261" y="896"/>
                </a:cubicBezTo>
                <a:cubicBezTo>
                  <a:pt x="247" y="979"/>
                  <a:pt x="227" y="1177"/>
                  <a:pt x="200" y="1256"/>
                </a:cubicBezTo>
                <a:cubicBezTo>
                  <a:pt x="174" y="1282"/>
                  <a:pt x="141" y="1326"/>
                  <a:pt x="123" y="1406"/>
                </a:cubicBezTo>
                <a:cubicBezTo>
                  <a:pt x="123" y="1406"/>
                  <a:pt x="123" y="1406"/>
                  <a:pt x="123" y="1406"/>
                </a:cubicBezTo>
                <a:cubicBezTo>
                  <a:pt x="86" y="1483"/>
                  <a:pt x="47" y="1577"/>
                  <a:pt x="47" y="1578"/>
                </a:cubicBezTo>
                <a:cubicBezTo>
                  <a:pt x="25" y="1596"/>
                  <a:pt x="10" y="1604"/>
                  <a:pt x="5" y="1627"/>
                </a:cubicBezTo>
                <a:cubicBezTo>
                  <a:pt x="4" y="1630"/>
                  <a:pt x="4" y="1631"/>
                  <a:pt x="4" y="1633"/>
                </a:cubicBezTo>
                <a:cubicBezTo>
                  <a:pt x="0" y="1665"/>
                  <a:pt x="0" y="1665"/>
                  <a:pt x="0" y="1665"/>
                </a:cubicBezTo>
                <a:cubicBezTo>
                  <a:pt x="0" y="1665"/>
                  <a:pt x="44" y="1698"/>
                  <a:pt x="56" y="1688"/>
                </a:cubicBezTo>
                <a:cubicBezTo>
                  <a:pt x="64" y="1682"/>
                  <a:pt x="74" y="1683"/>
                  <a:pt x="85" y="1692"/>
                </a:cubicBezTo>
                <a:cubicBezTo>
                  <a:pt x="91" y="1698"/>
                  <a:pt x="97" y="1705"/>
                  <a:pt x="104" y="1714"/>
                </a:cubicBezTo>
                <a:cubicBezTo>
                  <a:pt x="105" y="1715"/>
                  <a:pt x="105" y="1716"/>
                  <a:pt x="106" y="1717"/>
                </a:cubicBezTo>
                <a:cubicBezTo>
                  <a:pt x="111" y="1724"/>
                  <a:pt x="116" y="1731"/>
                  <a:pt x="122" y="1741"/>
                </a:cubicBezTo>
                <a:cubicBezTo>
                  <a:pt x="122" y="1741"/>
                  <a:pt x="153" y="1781"/>
                  <a:pt x="193" y="1765"/>
                </a:cubicBezTo>
                <a:cubicBezTo>
                  <a:pt x="193" y="1765"/>
                  <a:pt x="208" y="1732"/>
                  <a:pt x="174" y="1703"/>
                </a:cubicBezTo>
                <a:cubicBezTo>
                  <a:pt x="147" y="1680"/>
                  <a:pt x="145" y="1650"/>
                  <a:pt x="148" y="1630"/>
                </a:cubicBezTo>
                <a:cubicBezTo>
                  <a:pt x="161" y="1636"/>
                  <a:pt x="161" y="1636"/>
                  <a:pt x="161" y="1636"/>
                </a:cubicBezTo>
                <a:cubicBezTo>
                  <a:pt x="161" y="1636"/>
                  <a:pt x="161" y="1636"/>
                  <a:pt x="170" y="1587"/>
                </a:cubicBezTo>
                <a:cubicBezTo>
                  <a:pt x="179" y="1539"/>
                  <a:pt x="301" y="1314"/>
                  <a:pt x="323" y="1294"/>
                </a:cubicBezTo>
                <a:cubicBezTo>
                  <a:pt x="336" y="1282"/>
                  <a:pt x="352" y="1230"/>
                  <a:pt x="365" y="1185"/>
                </a:cubicBezTo>
                <a:cubicBezTo>
                  <a:pt x="372" y="1176"/>
                  <a:pt x="379" y="1165"/>
                  <a:pt x="385" y="1152"/>
                </a:cubicBezTo>
                <a:cubicBezTo>
                  <a:pt x="404" y="1111"/>
                  <a:pt x="437" y="960"/>
                  <a:pt x="437" y="960"/>
                </a:cubicBezTo>
                <a:cubicBezTo>
                  <a:pt x="437" y="960"/>
                  <a:pt x="470" y="949"/>
                  <a:pt x="481" y="943"/>
                </a:cubicBezTo>
                <a:cubicBezTo>
                  <a:pt x="492" y="938"/>
                  <a:pt x="508" y="937"/>
                  <a:pt x="573" y="923"/>
                </a:cubicBezTo>
                <a:cubicBezTo>
                  <a:pt x="637" y="908"/>
                  <a:pt x="699" y="879"/>
                  <a:pt x="699" y="879"/>
                </a:cubicBezTo>
                <a:cubicBezTo>
                  <a:pt x="699" y="879"/>
                  <a:pt x="679" y="928"/>
                  <a:pt x="681" y="965"/>
                </a:cubicBezTo>
                <a:cubicBezTo>
                  <a:pt x="681" y="969"/>
                  <a:pt x="682" y="972"/>
                  <a:pt x="682" y="976"/>
                </a:cubicBezTo>
                <a:cubicBezTo>
                  <a:pt x="673" y="1023"/>
                  <a:pt x="663" y="1072"/>
                  <a:pt x="657" y="1085"/>
                </a:cubicBezTo>
                <a:cubicBezTo>
                  <a:pt x="645" y="1110"/>
                  <a:pt x="632" y="1141"/>
                  <a:pt x="632" y="1141"/>
                </a:cubicBezTo>
                <a:cubicBezTo>
                  <a:pt x="632" y="1141"/>
                  <a:pt x="639" y="1142"/>
                  <a:pt x="649" y="1143"/>
                </a:cubicBezTo>
                <a:cubicBezTo>
                  <a:pt x="633" y="1177"/>
                  <a:pt x="615" y="1211"/>
                  <a:pt x="618" y="1225"/>
                </a:cubicBezTo>
                <a:cubicBezTo>
                  <a:pt x="614" y="1247"/>
                  <a:pt x="614" y="1247"/>
                  <a:pt x="614" y="1247"/>
                </a:cubicBezTo>
                <a:cubicBezTo>
                  <a:pt x="670" y="1269"/>
                  <a:pt x="670" y="1269"/>
                  <a:pt x="670" y="1269"/>
                </a:cubicBezTo>
                <a:cubicBezTo>
                  <a:pt x="670" y="1269"/>
                  <a:pt x="694" y="1263"/>
                  <a:pt x="728" y="1274"/>
                </a:cubicBezTo>
                <a:cubicBezTo>
                  <a:pt x="752" y="1285"/>
                  <a:pt x="777" y="1293"/>
                  <a:pt x="795" y="1285"/>
                </a:cubicBezTo>
                <a:cubicBezTo>
                  <a:pt x="825" y="1273"/>
                  <a:pt x="867" y="1244"/>
                  <a:pt x="867" y="1226"/>
                </a:cubicBezTo>
                <a:cubicBezTo>
                  <a:pt x="867" y="1208"/>
                  <a:pt x="855" y="1215"/>
                  <a:pt x="830" y="1219"/>
                </a:cubicBezTo>
                <a:cubicBezTo>
                  <a:pt x="806" y="1223"/>
                  <a:pt x="766" y="1195"/>
                  <a:pt x="753" y="1179"/>
                </a:cubicBezTo>
                <a:cubicBezTo>
                  <a:pt x="750" y="1176"/>
                  <a:pt x="748" y="1171"/>
                  <a:pt x="746" y="1165"/>
                </a:cubicBezTo>
                <a:cubicBezTo>
                  <a:pt x="753" y="1179"/>
                  <a:pt x="766" y="1180"/>
                  <a:pt x="766" y="1180"/>
                </a:cubicBezTo>
                <a:cubicBezTo>
                  <a:pt x="766" y="1180"/>
                  <a:pt x="817" y="952"/>
                  <a:pt x="840" y="864"/>
                </a:cubicBezTo>
                <a:cubicBezTo>
                  <a:pt x="840" y="864"/>
                  <a:pt x="840" y="864"/>
                  <a:pt x="840" y="864"/>
                </a:cubicBezTo>
                <a:cubicBezTo>
                  <a:pt x="856" y="847"/>
                  <a:pt x="886" y="780"/>
                  <a:pt x="831" y="762"/>
                </a:cubicBezTo>
                <a:cubicBezTo>
                  <a:pt x="777" y="744"/>
                  <a:pt x="577" y="746"/>
                  <a:pt x="521" y="760"/>
                </a:cubicBezTo>
                <a:cubicBezTo>
                  <a:pt x="514" y="762"/>
                  <a:pt x="510" y="761"/>
                  <a:pt x="507" y="757"/>
                </a:cubicBezTo>
                <a:cubicBezTo>
                  <a:pt x="508" y="757"/>
                  <a:pt x="508" y="757"/>
                  <a:pt x="508" y="757"/>
                </a:cubicBezTo>
                <a:cubicBezTo>
                  <a:pt x="508" y="758"/>
                  <a:pt x="508" y="758"/>
                  <a:pt x="508" y="758"/>
                </a:cubicBezTo>
                <a:cubicBezTo>
                  <a:pt x="536" y="738"/>
                  <a:pt x="536" y="738"/>
                  <a:pt x="536" y="738"/>
                </a:cubicBezTo>
                <a:cubicBezTo>
                  <a:pt x="536" y="738"/>
                  <a:pt x="543" y="691"/>
                  <a:pt x="560" y="658"/>
                </a:cubicBezTo>
                <a:cubicBezTo>
                  <a:pt x="576" y="625"/>
                  <a:pt x="599" y="520"/>
                  <a:pt x="607" y="511"/>
                </a:cubicBezTo>
                <a:cubicBezTo>
                  <a:pt x="607" y="511"/>
                  <a:pt x="607" y="511"/>
                  <a:pt x="607" y="511"/>
                </a:cubicBezTo>
                <a:cubicBezTo>
                  <a:pt x="611" y="506"/>
                  <a:pt x="615" y="500"/>
                  <a:pt x="620" y="491"/>
                </a:cubicBezTo>
                <a:cubicBezTo>
                  <a:pt x="634" y="465"/>
                  <a:pt x="643" y="449"/>
                  <a:pt x="643" y="449"/>
                </a:cubicBezTo>
                <a:cubicBezTo>
                  <a:pt x="643" y="449"/>
                  <a:pt x="695" y="520"/>
                  <a:pt x="715" y="529"/>
                </a:cubicBezTo>
                <a:cubicBezTo>
                  <a:pt x="734" y="537"/>
                  <a:pt x="767" y="599"/>
                  <a:pt x="784" y="596"/>
                </a:cubicBezTo>
                <a:cubicBezTo>
                  <a:pt x="795" y="594"/>
                  <a:pt x="812" y="585"/>
                  <a:pt x="836" y="566"/>
                </a:cubicBezTo>
                <a:cubicBezTo>
                  <a:pt x="836" y="566"/>
                  <a:pt x="836" y="566"/>
                  <a:pt x="836" y="566"/>
                </a:cubicBezTo>
                <a:cubicBezTo>
                  <a:pt x="872" y="554"/>
                  <a:pt x="1000" y="429"/>
                  <a:pt x="1013" y="425"/>
                </a:cubicBezTo>
                <a:cubicBezTo>
                  <a:pt x="1019" y="423"/>
                  <a:pt x="1010" y="412"/>
                  <a:pt x="999" y="402"/>
                </a:cubicBezTo>
                <a:cubicBezTo>
                  <a:pt x="1000" y="401"/>
                  <a:pt x="1000" y="401"/>
                  <a:pt x="1001" y="401"/>
                </a:cubicBezTo>
                <a:cubicBezTo>
                  <a:pt x="1016" y="396"/>
                  <a:pt x="1030" y="394"/>
                  <a:pt x="1042" y="374"/>
                </a:cubicBezTo>
                <a:cubicBezTo>
                  <a:pt x="1054" y="355"/>
                  <a:pt x="1077" y="306"/>
                  <a:pt x="1072" y="296"/>
                </a:cubicBezTo>
                <a:cubicBezTo>
                  <a:pt x="1067" y="287"/>
                  <a:pt x="1047" y="274"/>
                  <a:pt x="1033" y="280"/>
                </a:cubicBezTo>
                <a:close/>
              </a:path>
            </a:pathLst>
          </a:custGeom>
          <a:solidFill>
            <a:srgbClr val="2C3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14428071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74"/>
                                        </p:tgtEl>
                                        <p:attrNameLst>
                                          <p:attrName>style.visibility</p:attrName>
                                        </p:attrNameLst>
                                      </p:cBhvr>
                                      <p:to>
                                        <p:strVal val="visible"/>
                                      </p:to>
                                    </p:set>
                                    <p:animEffect transition="in" filter="fade">
                                      <p:cBhvr>
                                        <p:cTn id="7" dur="500"/>
                                        <p:tgtEl>
                                          <p:spTgt spid="17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04"/>
                                        </p:tgtEl>
                                        <p:attrNameLst>
                                          <p:attrName>style.visibility</p:attrName>
                                        </p:attrNameLst>
                                      </p:cBhvr>
                                      <p:to>
                                        <p:strVal val="visible"/>
                                      </p:to>
                                    </p:set>
                                    <p:animEffect transition="in" filter="fade">
                                      <p:cBhvr>
                                        <p:cTn id="11" dur="500"/>
                                        <p:tgtEl>
                                          <p:spTgt spid="20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61"/>
                                        </p:tgtEl>
                                        <p:attrNameLst>
                                          <p:attrName>style.visibility</p:attrName>
                                        </p:attrNameLst>
                                      </p:cBhvr>
                                      <p:to>
                                        <p:strVal val="visible"/>
                                      </p:to>
                                    </p:set>
                                    <p:animEffect transition="in" filter="fade">
                                      <p:cBhvr>
                                        <p:cTn id="15"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204"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Text Placeholder 6"/>
          <p:cNvSpPr txBox="1">
            <a:spLocks/>
          </p:cNvSpPr>
          <p:nvPr/>
        </p:nvSpPr>
        <p:spPr>
          <a:xfrm>
            <a:off x="5816275" y="2062086"/>
            <a:ext cx="6063049" cy="95383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0" lvl="0" indent="-571500" algn="ctr" rtl="1">
              <a:buFont typeface="+mj-lt"/>
              <a:buAutoNum type="romanUcPeriod" startAt="2"/>
            </a:pPr>
            <a:r>
              <a:rPr lang="ar-SA" sz="3200" b="1" dirty="0">
                <a:solidFill>
                  <a:srgbClr val="0070C0"/>
                </a:solidFill>
              </a:rPr>
              <a:t>تصنيفات برنامج التدريب والمران والحاجة الداعية إلى استخدامه</a:t>
            </a:r>
            <a:endParaRPr lang="en-US" sz="3200" dirty="0">
              <a:solidFill>
                <a:srgbClr val="0070C0"/>
              </a:solidFill>
            </a:endParaRPr>
          </a:p>
        </p:txBody>
      </p:sp>
      <p:grpSp>
        <p:nvGrpSpPr>
          <p:cNvPr id="174" name="Group 173"/>
          <p:cNvGrpSpPr/>
          <p:nvPr/>
        </p:nvGrpSpPr>
        <p:grpSpPr>
          <a:xfrm>
            <a:off x="838200" y="2361534"/>
            <a:ext cx="5963027" cy="4074851"/>
            <a:chOff x="582425" y="2159094"/>
            <a:chExt cx="5963026" cy="4074850"/>
          </a:xfrm>
        </p:grpSpPr>
        <p:sp>
          <p:nvSpPr>
            <p:cNvPr id="175" name="Freeform 16"/>
            <p:cNvSpPr>
              <a:spLocks/>
            </p:cNvSpPr>
            <p:nvPr/>
          </p:nvSpPr>
          <p:spPr bwMode="auto">
            <a:xfrm>
              <a:off x="582425" y="4563957"/>
              <a:ext cx="3921089" cy="1669987"/>
            </a:xfrm>
            <a:custGeom>
              <a:avLst/>
              <a:gdLst>
                <a:gd name="T0" fmla="*/ 0 w 3421"/>
                <a:gd name="T1" fmla="*/ 398 h 1457"/>
                <a:gd name="T2" fmla="*/ 1644 w 3421"/>
                <a:gd name="T3" fmla="*/ 1457 h 1457"/>
                <a:gd name="T4" fmla="*/ 3421 w 3421"/>
                <a:gd name="T5" fmla="*/ 987 h 1457"/>
                <a:gd name="T6" fmla="*/ 1789 w 3421"/>
                <a:gd name="T7" fmla="*/ 0 h 1457"/>
                <a:gd name="T8" fmla="*/ 0 w 3421"/>
                <a:gd name="T9" fmla="*/ 398 h 1457"/>
              </a:gdLst>
              <a:ahLst/>
              <a:cxnLst>
                <a:cxn ang="0">
                  <a:pos x="T0" y="T1"/>
                </a:cxn>
                <a:cxn ang="0">
                  <a:pos x="T2" y="T3"/>
                </a:cxn>
                <a:cxn ang="0">
                  <a:pos x="T4" y="T5"/>
                </a:cxn>
                <a:cxn ang="0">
                  <a:pos x="T6" y="T7"/>
                </a:cxn>
                <a:cxn ang="0">
                  <a:pos x="T8" y="T9"/>
                </a:cxn>
              </a:cxnLst>
              <a:rect l="0" t="0" r="r" b="b"/>
              <a:pathLst>
                <a:path w="3421" h="1457">
                  <a:moveTo>
                    <a:pt x="0" y="398"/>
                  </a:moveTo>
                  <a:lnTo>
                    <a:pt x="1644" y="1457"/>
                  </a:lnTo>
                  <a:lnTo>
                    <a:pt x="3421" y="987"/>
                  </a:lnTo>
                  <a:lnTo>
                    <a:pt x="1789" y="0"/>
                  </a:lnTo>
                  <a:lnTo>
                    <a:pt x="0" y="398"/>
                  </a:lnTo>
                  <a:close/>
                </a:path>
              </a:pathLst>
            </a:custGeom>
            <a:solidFill>
              <a:srgbClr val="CFBEAF"/>
            </a:solidFill>
            <a:ln>
              <a:noFill/>
            </a:ln>
            <a:effectLst>
              <a:glow rad="939800">
                <a:sysClr val="window" lastClr="FFFFFF">
                  <a:lumMod val="85000"/>
                  <a:alpha val="52000"/>
                </a:sysClr>
              </a:glo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76" name="Group 175"/>
            <p:cNvGrpSpPr/>
            <p:nvPr/>
          </p:nvGrpSpPr>
          <p:grpSpPr>
            <a:xfrm>
              <a:off x="582425" y="4188009"/>
              <a:ext cx="3921089" cy="2045935"/>
              <a:chOff x="582425" y="4188009"/>
              <a:chExt cx="3921089" cy="2045935"/>
            </a:xfrm>
          </p:grpSpPr>
          <p:sp>
            <p:nvSpPr>
              <p:cNvPr id="201" name="Freeform 17"/>
              <p:cNvSpPr>
                <a:spLocks/>
              </p:cNvSpPr>
              <p:nvPr/>
            </p:nvSpPr>
            <p:spPr bwMode="auto">
              <a:xfrm>
                <a:off x="582425" y="4644189"/>
                <a:ext cx="1884323" cy="1589755"/>
              </a:xfrm>
              <a:custGeom>
                <a:avLst/>
                <a:gdLst>
                  <a:gd name="T0" fmla="*/ 0 w 1644"/>
                  <a:gd name="T1" fmla="*/ 0 h 1387"/>
                  <a:gd name="T2" fmla="*/ 0 w 1644"/>
                  <a:gd name="T3" fmla="*/ 328 h 1387"/>
                  <a:gd name="T4" fmla="*/ 1644 w 1644"/>
                  <a:gd name="T5" fmla="*/ 1387 h 1387"/>
                  <a:gd name="T6" fmla="*/ 1644 w 1644"/>
                  <a:gd name="T7" fmla="*/ 1057 h 1387"/>
                  <a:gd name="T8" fmla="*/ 0 w 1644"/>
                  <a:gd name="T9" fmla="*/ 0 h 1387"/>
                </a:gdLst>
                <a:ahLst/>
                <a:cxnLst>
                  <a:cxn ang="0">
                    <a:pos x="T0" y="T1"/>
                  </a:cxn>
                  <a:cxn ang="0">
                    <a:pos x="T2" y="T3"/>
                  </a:cxn>
                  <a:cxn ang="0">
                    <a:pos x="T4" y="T5"/>
                  </a:cxn>
                  <a:cxn ang="0">
                    <a:pos x="T6" y="T7"/>
                  </a:cxn>
                  <a:cxn ang="0">
                    <a:pos x="T8" y="T9"/>
                  </a:cxn>
                </a:cxnLst>
                <a:rect l="0" t="0" r="r" b="b"/>
                <a:pathLst>
                  <a:path w="1644" h="1387">
                    <a:moveTo>
                      <a:pt x="0" y="0"/>
                    </a:moveTo>
                    <a:lnTo>
                      <a:pt x="0" y="328"/>
                    </a:lnTo>
                    <a:lnTo>
                      <a:pt x="1644" y="1387"/>
                    </a:lnTo>
                    <a:lnTo>
                      <a:pt x="1644" y="1057"/>
                    </a:lnTo>
                    <a:lnTo>
                      <a:pt x="0" y="0"/>
                    </a:lnTo>
                    <a:close/>
                  </a:path>
                </a:pathLst>
              </a:custGeom>
              <a:solidFill>
                <a:srgbClr val="C0392B">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2" name="Freeform 18"/>
              <p:cNvSpPr>
                <a:spLocks/>
              </p:cNvSpPr>
              <p:nvPr/>
            </p:nvSpPr>
            <p:spPr bwMode="auto">
              <a:xfrm>
                <a:off x="2466748" y="5342214"/>
                <a:ext cx="1923294" cy="848175"/>
              </a:xfrm>
              <a:custGeom>
                <a:avLst/>
                <a:gdLst>
                  <a:gd name="T0" fmla="*/ 1678 w 1678"/>
                  <a:gd name="T1" fmla="*/ 287 h 740"/>
                  <a:gd name="T2" fmla="*/ 1678 w 1678"/>
                  <a:gd name="T3" fmla="*/ 0 h 740"/>
                  <a:gd name="T4" fmla="*/ 0 w 1678"/>
                  <a:gd name="T5" fmla="*/ 448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48"/>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3" name="Freeform 19"/>
              <p:cNvSpPr>
                <a:spLocks/>
              </p:cNvSpPr>
              <p:nvPr/>
            </p:nvSpPr>
            <p:spPr bwMode="auto">
              <a:xfrm>
                <a:off x="582425" y="4188009"/>
                <a:ext cx="3921089" cy="1667695"/>
              </a:xfrm>
              <a:custGeom>
                <a:avLst/>
                <a:gdLst>
                  <a:gd name="T0" fmla="*/ 0 w 3421"/>
                  <a:gd name="T1" fmla="*/ 398 h 1455"/>
                  <a:gd name="T2" fmla="*/ 1644 w 3421"/>
                  <a:gd name="T3" fmla="*/ 1455 h 1455"/>
                  <a:gd name="T4" fmla="*/ 3421 w 3421"/>
                  <a:gd name="T5" fmla="*/ 987 h 1455"/>
                  <a:gd name="T6" fmla="*/ 1789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7"/>
                    </a:lnTo>
                    <a:lnTo>
                      <a:pt x="1789" y="0"/>
                    </a:lnTo>
                    <a:lnTo>
                      <a:pt x="0" y="398"/>
                    </a:lnTo>
                    <a:close/>
                  </a:path>
                </a:pathLst>
              </a:custGeom>
              <a:solidFill>
                <a:srgbClr val="C039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177" name="Group 176"/>
            <p:cNvGrpSpPr/>
            <p:nvPr/>
          </p:nvGrpSpPr>
          <p:grpSpPr>
            <a:xfrm>
              <a:off x="1167737" y="3651022"/>
              <a:ext cx="3921089" cy="2043643"/>
              <a:chOff x="870117" y="3893440"/>
              <a:chExt cx="3921089" cy="2043643"/>
            </a:xfrm>
          </p:grpSpPr>
          <p:sp>
            <p:nvSpPr>
              <p:cNvPr id="196" name="Freeform 20"/>
              <p:cNvSpPr>
                <a:spLocks/>
              </p:cNvSpPr>
              <p:nvPr/>
            </p:nvSpPr>
            <p:spPr bwMode="auto">
              <a:xfrm>
                <a:off x="870117" y="4269388"/>
                <a:ext cx="3921089" cy="1667695"/>
              </a:xfrm>
              <a:custGeom>
                <a:avLst/>
                <a:gdLst>
                  <a:gd name="T0" fmla="*/ 0 w 3421"/>
                  <a:gd name="T1" fmla="*/ 398 h 1455"/>
                  <a:gd name="T2" fmla="*/ 1644 w 3421"/>
                  <a:gd name="T3" fmla="*/ 1455 h 1455"/>
                  <a:gd name="T4" fmla="*/ 3421 w 3421"/>
                  <a:gd name="T5" fmla="*/ 986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6"/>
                    </a:lnTo>
                    <a:lnTo>
                      <a:pt x="1788"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97" name="Group 196"/>
              <p:cNvGrpSpPr/>
              <p:nvPr/>
            </p:nvGrpSpPr>
            <p:grpSpPr>
              <a:xfrm>
                <a:off x="870117" y="3893440"/>
                <a:ext cx="3921089" cy="2043643"/>
                <a:chOff x="870117" y="3893440"/>
                <a:chExt cx="3921089" cy="2043643"/>
              </a:xfrm>
            </p:grpSpPr>
            <p:sp>
              <p:nvSpPr>
                <p:cNvPr id="198" name="Freeform 21"/>
                <p:cNvSpPr>
                  <a:spLocks/>
                </p:cNvSpPr>
                <p:nvPr/>
              </p:nvSpPr>
              <p:spPr bwMode="auto">
                <a:xfrm>
                  <a:off x="870117" y="4349621"/>
                  <a:ext cx="1884323" cy="1587462"/>
                </a:xfrm>
                <a:custGeom>
                  <a:avLst/>
                  <a:gdLst>
                    <a:gd name="T0" fmla="*/ 0 w 1644"/>
                    <a:gd name="T1" fmla="*/ 0 h 1385"/>
                    <a:gd name="T2" fmla="*/ 0 w 1644"/>
                    <a:gd name="T3" fmla="*/ 328 h 1385"/>
                    <a:gd name="T4" fmla="*/ 1644 w 1644"/>
                    <a:gd name="T5" fmla="*/ 1385 h 1385"/>
                    <a:gd name="T6" fmla="*/ 1644 w 1644"/>
                    <a:gd name="T7" fmla="*/ 1057 h 1385"/>
                    <a:gd name="T8" fmla="*/ 0 w 1644"/>
                    <a:gd name="T9" fmla="*/ 0 h 1385"/>
                  </a:gdLst>
                  <a:ahLst/>
                  <a:cxnLst>
                    <a:cxn ang="0">
                      <a:pos x="T0" y="T1"/>
                    </a:cxn>
                    <a:cxn ang="0">
                      <a:pos x="T2" y="T3"/>
                    </a:cxn>
                    <a:cxn ang="0">
                      <a:pos x="T4" y="T5"/>
                    </a:cxn>
                    <a:cxn ang="0">
                      <a:pos x="T6" y="T7"/>
                    </a:cxn>
                    <a:cxn ang="0">
                      <a:pos x="T8" y="T9"/>
                    </a:cxn>
                  </a:cxnLst>
                  <a:rect l="0" t="0" r="r" b="b"/>
                  <a:pathLst>
                    <a:path w="1644" h="1385">
                      <a:moveTo>
                        <a:pt x="0" y="0"/>
                      </a:moveTo>
                      <a:lnTo>
                        <a:pt x="0" y="328"/>
                      </a:lnTo>
                      <a:lnTo>
                        <a:pt x="1644" y="1385"/>
                      </a:lnTo>
                      <a:lnTo>
                        <a:pt x="1644" y="1057"/>
                      </a:lnTo>
                      <a:lnTo>
                        <a:pt x="0" y="0"/>
                      </a:lnTo>
                      <a:close/>
                    </a:path>
                  </a:pathLst>
                </a:custGeom>
                <a:solidFill>
                  <a:srgbClr val="4B2C50">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9" name="Freeform 22"/>
                <p:cNvSpPr>
                  <a:spLocks/>
                </p:cNvSpPr>
                <p:nvPr/>
              </p:nvSpPr>
              <p:spPr bwMode="auto">
                <a:xfrm>
                  <a:off x="2754440" y="5045353"/>
                  <a:ext cx="1922147" cy="848175"/>
                </a:xfrm>
                <a:custGeom>
                  <a:avLst/>
                  <a:gdLst>
                    <a:gd name="T0" fmla="*/ 1677 w 1677"/>
                    <a:gd name="T1" fmla="*/ 287 h 740"/>
                    <a:gd name="T2" fmla="*/ 1677 w 1677"/>
                    <a:gd name="T3" fmla="*/ 0 h 740"/>
                    <a:gd name="T4" fmla="*/ 0 w 1677"/>
                    <a:gd name="T5" fmla="*/ 450 h 740"/>
                    <a:gd name="T6" fmla="*/ 0 w 1677"/>
                    <a:gd name="T7" fmla="*/ 740 h 740"/>
                    <a:gd name="T8" fmla="*/ 1677 w 1677"/>
                    <a:gd name="T9" fmla="*/ 287 h 740"/>
                  </a:gdLst>
                  <a:ahLst/>
                  <a:cxnLst>
                    <a:cxn ang="0">
                      <a:pos x="T0" y="T1"/>
                    </a:cxn>
                    <a:cxn ang="0">
                      <a:pos x="T2" y="T3"/>
                    </a:cxn>
                    <a:cxn ang="0">
                      <a:pos x="T4" y="T5"/>
                    </a:cxn>
                    <a:cxn ang="0">
                      <a:pos x="T6" y="T7"/>
                    </a:cxn>
                    <a:cxn ang="0">
                      <a:pos x="T8" y="T9"/>
                    </a:cxn>
                  </a:cxnLst>
                  <a:rect l="0" t="0" r="r" b="b"/>
                  <a:pathLst>
                    <a:path w="1677" h="740">
                      <a:moveTo>
                        <a:pt x="1677" y="287"/>
                      </a:moveTo>
                      <a:lnTo>
                        <a:pt x="1677" y="0"/>
                      </a:lnTo>
                      <a:lnTo>
                        <a:pt x="0" y="450"/>
                      </a:lnTo>
                      <a:lnTo>
                        <a:pt x="0" y="740"/>
                      </a:lnTo>
                      <a:lnTo>
                        <a:pt x="1677"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0" name="Freeform 23"/>
                <p:cNvSpPr>
                  <a:spLocks/>
                </p:cNvSpPr>
                <p:nvPr/>
              </p:nvSpPr>
              <p:spPr bwMode="auto">
                <a:xfrm>
                  <a:off x="870117" y="3893440"/>
                  <a:ext cx="3921089" cy="1667695"/>
                </a:xfrm>
                <a:custGeom>
                  <a:avLst/>
                  <a:gdLst>
                    <a:gd name="T0" fmla="*/ 0 w 3421"/>
                    <a:gd name="T1" fmla="*/ 398 h 1455"/>
                    <a:gd name="T2" fmla="*/ 1644 w 3421"/>
                    <a:gd name="T3" fmla="*/ 1455 h 1455"/>
                    <a:gd name="T4" fmla="*/ 3421 w 3421"/>
                    <a:gd name="T5" fmla="*/ 985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5"/>
                      </a:lnTo>
                      <a:lnTo>
                        <a:pt x="1788" y="0"/>
                      </a:lnTo>
                      <a:lnTo>
                        <a:pt x="0" y="398"/>
                      </a:lnTo>
                      <a:close/>
                    </a:path>
                  </a:pathLst>
                </a:custGeom>
                <a:solidFill>
                  <a:srgbClr val="4B2C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78" name="Group 177"/>
            <p:cNvGrpSpPr/>
            <p:nvPr/>
          </p:nvGrpSpPr>
          <p:grpSpPr>
            <a:xfrm>
              <a:off x="1639410" y="3166362"/>
              <a:ext cx="3921089" cy="2043643"/>
              <a:chOff x="596179" y="3246993"/>
              <a:chExt cx="3921089" cy="2043643"/>
            </a:xfrm>
          </p:grpSpPr>
          <p:sp>
            <p:nvSpPr>
              <p:cNvPr id="191" name="Freeform 24"/>
              <p:cNvSpPr>
                <a:spLocks/>
              </p:cNvSpPr>
              <p:nvPr/>
            </p:nvSpPr>
            <p:spPr bwMode="auto">
              <a:xfrm>
                <a:off x="596179" y="3622941"/>
                <a:ext cx="3921089" cy="1667695"/>
              </a:xfrm>
              <a:custGeom>
                <a:avLst/>
                <a:gdLst>
                  <a:gd name="T0" fmla="*/ 0 w 3421"/>
                  <a:gd name="T1" fmla="*/ 398 h 1455"/>
                  <a:gd name="T2" fmla="*/ 1644 w 3421"/>
                  <a:gd name="T3" fmla="*/ 1455 h 1455"/>
                  <a:gd name="T4" fmla="*/ 3421 w 3421"/>
                  <a:gd name="T5" fmla="*/ 986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6"/>
                    </a:lnTo>
                    <a:lnTo>
                      <a:pt x="1788"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92" name="Group 191"/>
              <p:cNvGrpSpPr/>
              <p:nvPr/>
            </p:nvGrpSpPr>
            <p:grpSpPr>
              <a:xfrm>
                <a:off x="596179" y="3246993"/>
                <a:ext cx="3921089" cy="2043643"/>
                <a:chOff x="596179" y="3246993"/>
                <a:chExt cx="3921089" cy="2043643"/>
              </a:xfrm>
            </p:grpSpPr>
            <p:sp>
              <p:nvSpPr>
                <p:cNvPr id="193" name="Freeform 25"/>
                <p:cNvSpPr>
                  <a:spLocks/>
                </p:cNvSpPr>
                <p:nvPr/>
              </p:nvSpPr>
              <p:spPr bwMode="auto">
                <a:xfrm>
                  <a:off x="596179" y="3703174"/>
                  <a:ext cx="1884323" cy="1587462"/>
                </a:xfrm>
                <a:custGeom>
                  <a:avLst/>
                  <a:gdLst>
                    <a:gd name="T0" fmla="*/ 0 w 1644"/>
                    <a:gd name="T1" fmla="*/ 0 h 1385"/>
                    <a:gd name="T2" fmla="*/ 0 w 1644"/>
                    <a:gd name="T3" fmla="*/ 328 h 1385"/>
                    <a:gd name="T4" fmla="*/ 1644 w 1644"/>
                    <a:gd name="T5" fmla="*/ 1385 h 1385"/>
                    <a:gd name="T6" fmla="*/ 1644 w 1644"/>
                    <a:gd name="T7" fmla="*/ 1057 h 1385"/>
                    <a:gd name="T8" fmla="*/ 0 w 1644"/>
                    <a:gd name="T9" fmla="*/ 0 h 1385"/>
                  </a:gdLst>
                  <a:ahLst/>
                  <a:cxnLst>
                    <a:cxn ang="0">
                      <a:pos x="T0" y="T1"/>
                    </a:cxn>
                    <a:cxn ang="0">
                      <a:pos x="T2" y="T3"/>
                    </a:cxn>
                    <a:cxn ang="0">
                      <a:pos x="T4" y="T5"/>
                    </a:cxn>
                    <a:cxn ang="0">
                      <a:pos x="T6" y="T7"/>
                    </a:cxn>
                    <a:cxn ang="0">
                      <a:pos x="T8" y="T9"/>
                    </a:cxn>
                  </a:cxnLst>
                  <a:rect l="0" t="0" r="r" b="b"/>
                  <a:pathLst>
                    <a:path w="1644" h="1385">
                      <a:moveTo>
                        <a:pt x="0" y="0"/>
                      </a:moveTo>
                      <a:lnTo>
                        <a:pt x="0" y="328"/>
                      </a:lnTo>
                      <a:lnTo>
                        <a:pt x="1644" y="1385"/>
                      </a:lnTo>
                      <a:lnTo>
                        <a:pt x="1644" y="1057"/>
                      </a:lnTo>
                      <a:lnTo>
                        <a:pt x="0" y="0"/>
                      </a:lnTo>
                      <a:close/>
                    </a:path>
                  </a:pathLst>
                </a:custGeom>
                <a:solidFill>
                  <a:srgbClr val="16A085">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4" name="Freeform 26"/>
                <p:cNvSpPr>
                  <a:spLocks/>
                </p:cNvSpPr>
                <p:nvPr/>
              </p:nvSpPr>
              <p:spPr bwMode="auto">
                <a:xfrm>
                  <a:off x="2480503" y="4398906"/>
                  <a:ext cx="1922147" cy="848175"/>
                </a:xfrm>
                <a:custGeom>
                  <a:avLst/>
                  <a:gdLst>
                    <a:gd name="T0" fmla="*/ 1677 w 1677"/>
                    <a:gd name="T1" fmla="*/ 287 h 740"/>
                    <a:gd name="T2" fmla="*/ 1677 w 1677"/>
                    <a:gd name="T3" fmla="*/ 0 h 740"/>
                    <a:gd name="T4" fmla="*/ 0 w 1677"/>
                    <a:gd name="T5" fmla="*/ 450 h 740"/>
                    <a:gd name="T6" fmla="*/ 0 w 1677"/>
                    <a:gd name="T7" fmla="*/ 740 h 740"/>
                    <a:gd name="T8" fmla="*/ 1677 w 1677"/>
                    <a:gd name="T9" fmla="*/ 287 h 740"/>
                  </a:gdLst>
                  <a:ahLst/>
                  <a:cxnLst>
                    <a:cxn ang="0">
                      <a:pos x="T0" y="T1"/>
                    </a:cxn>
                    <a:cxn ang="0">
                      <a:pos x="T2" y="T3"/>
                    </a:cxn>
                    <a:cxn ang="0">
                      <a:pos x="T4" y="T5"/>
                    </a:cxn>
                    <a:cxn ang="0">
                      <a:pos x="T6" y="T7"/>
                    </a:cxn>
                    <a:cxn ang="0">
                      <a:pos x="T8" y="T9"/>
                    </a:cxn>
                  </a:cxnLst>
                  <a:rect l="0" t="0" r="r" b="b"/>
                  <a:pathLst>
                    <a:path w="1677" h="740">
                      <a:moveTo>
                        <a:pt x="1677" y="287"/>
                      </a:moveTo>
                      <a:lnTo>
                        <a:pt x="1677" y="0"/>
                      </a:lnTo>
                      <a:lnTo>
                        <a:pt x="0" y="450"/>
                      </a:lnTo>
                      <a:lnTo>
                        <a:pt x="0" y="740"/>
                      </a:lnTo>
                      <a:lnTo>
                        <a:pt x="1677"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5" name="Freeform 27"/>
                <p:cNvSpPr>
                  <a:spLocks/>
                </p:cNvSpPr>
                <p:nvPr/>
              </p:nvSpPr>
              <p:spPr bwMode="auto">
                <a:xfrm>
                  <a:off x="596179" y="3246993"/>
                  <a:ext cx="3921089" cy="1667695"/>
                </a:xfrm>
                <a:custGeom>
                  <a:avLst/>
                  <a:gdLst>
                    <a:gd name="T0" fmla="*/ 0 w 3421"/>
                    <a:gd name="T1" fmla="*/ 398 h 1455"/>
                    <a:gd name="T2" fmla="*/ 1644 w 3421"/>
                    <a:gd name="T3" fmla="*/ 1455 h 1455"/>
                    <a:gd name="T4" fmla="*/ 3421 w 3421"/>
                    <a:gd name="T5" fmla="*/ 985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5"/>
                      </a:lnTo>
                      <a:lnTo>
                        <a:pt x="1788" y="0"/>
                      </a:lnTo>
                      <a:lnTo>
                        <a:pt x="0" y="398"/>
                      </a:lnTo>
                      <a:close/>
                    </a:path>
                  </a:pathLst>
                </a:custGeom>
                <a:solidFill>
                  <a:srgbClr val="16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79" name="Group 178"/>
            <p:cNvGrpSpPr/>
            <p:nvPr/>
          </p:nvGrpSpPr>
          <p:grpSpPr>
            <a:xfrm>
              <a:off x="2117163" y="2636564"/>
              <a:ext cx="3921089" cy="2045935"/>
              <a:chOff x="827708" y="2824052"/>
              <a:chExt cx="3921089" cy="2045935"/>
            </a:xfrm>
          </p:grpSpPr>
          <p:sp>
            <p:nvSpPr>
              <p:cNvPr id="186" name="Freeform 28"/>
              <p:cNvSpPr>
                <a:spLocks/>
              </p:cNvSpPr>
              <p:nvPr/>
            </p:nvSpPr>
            <p:spPr bwMode="auto">
              <a:xfrm>
                <a:off x="827708" y="3201146"/>
                <a:ext cx="3921089" cy="1668841"/>
              </a:xfrm>
              <a:custGeom>
                <a:avLst/>
                <a:gdLst>
                  <a:gd name="T0" fmla="*/ 0 w 3421"/>
                  <a:gd name="T1" fmla="*/ 398 h 1456"/>
                  <a:gd name="T2" fmla="*/ 1644 w 3421"/>
                  <a:gd name="T3" fmla="*/ 1456 h 1456"/>
                  <a:gd name="T4" fmla="*/ 3421 w 3421"/>
                  <a:gd name="T5" fmla="*/ 987 h 1456"/>
                  <a:gd name="T6" fmla="*/ 1789 w 3421"/>
                  <a:gd name="T7" fmla="*/ 0 h 1456"/>
                  <a:gd name="T8" fmla="*/ 0 w 3421"/>
                  <a:gd name="T9" fmla="*/ 398 h 1456"/>
                </a:gdLst>
                <a:ahLst/>
                <a:cxnLst>
                  <a:cxn ang="0">
                    <a:pos x="T0" y="T1"/>
                  </a:cxn>
                  <a:cxn ang="0">
                    <a:pos x="T2" y="T3"/>
                  </a:cxn>
                  <a:cxn ang="0">
                    <a:pos x="T4" y="T5"/>
                  </a:cxn>
                  <a:cxn ang="0">
                    <a:pos x="T6" y="T7"/>
                  </a:cxn>
                  <a:cxn ang="0">
                    <a:pos x="T8" y="T9"/>
                  </a:cxn>
                </a:cxnLst>
                <a:rect l="0" t="0" r="r" b="b"/>
                <a:pathLst>
                  <a:path w="3421" h="1456">
                    <a:moveTo>
                      <a:pt x="0" y="398"/>
                    </a:moveTo>
                    <a:lnTo>
                      <a:pt x="1644" y="1456"/>
                    </a:lnTo>
                    <a:lnTo>
                      <a:pt x="3421" y="987"/>
                    </a:lnTo>
                    <a:lnTo>
                      <a:pt x="1789"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87" name="Group 186"/>
              <p:cNvGrpSpPr/>
              <p:nvPr/>
            </p:nvGrpSpPr>
            <p:grpSpPr>
              <a:xfrm>
                <a:off x="827708" y="2824052"/>
                <a:ext cx="3921089" cy="2045935"/>
                <a:chOff x="827708" y="2824052"/>
                <a:chExt cx="3921089" cy="2045935"/>
              </a:xfrm>
            </p:grpSpPr>
            <p:sp>
              <p:nvSpPr>
                <p:cNvPr id="188" name="Freeform 29"/>
                <p:cNvSpPr>
                  <a:spLocks/>
                </p:cNvSpPr>
                <p:nvPr/>
              </p:nvSpPr>
              <p:spPr bwMode="auto">
                <a:xfrm>
                  <a:off x="827708" y="3281379"/>
                  <a:ext cx="1884323" cy="1588608"/>
                </a:xfrm>
                <a:custGeom>
                  <a:avLst/>
                  <a:gdLst>
                    <a:gd name="T0" fmla="*/ 0 w 1644"/>
                    <a:gd name="T1" fmla="*/ 0 h 1386"/>
                    <a:gd name="T2" fmla="*/ 0 w 1644"/>
                    <a:gd name="T3" fmla="*/ 328 h 1386"/>
                    <a:gd name="T4" fmla="*/ 1644 w 1644"/>
                    <a:gd name="T5" fmla="*/ 1386 h 1386"/>
                    <a:gd name="T6" fmla="*/ 1644 w 1644"/>
                    <a:gd name="T7" fmla="*/ 1056 h 1386"/>
                    <a:gd name="T8" fmla="*/ 0 w 1644"/>
                    <a:gd name="T9" fmla="*/ 0 h 1386"/>
                  </a:gdLst>
                  <a:ahLst/>
                  <a:cxnLst>
                    <a:cxn ang="0">
                      <a:pos x="T0" y="T1"/>
                    </a:cxn>
                    <a:cxn ang="0">
                      <a:pos x="T2" y="T3"/>
                    </a:cxn>
                    <a:cxn ang="0">
                      <a:pos x="T4" y="T5"/>
                    </a:cxn>
                    <a:cxn ang="0">
                      <a:pos x="T6" y="T7"/>
                    </a:cxn>
                    <a:cxn ang="0">
                      <a:pos x="T8" y="T9"/>
                    </a:cxn>
                  </a:cxnLst>
                  <a:rect l="0" t="0" r="r" b="b"/>
                  <a:pathLst>
                    <a:path w="1644" h="1386">
                      <a:moveTo>
                        <a:pt x="0" y="0"/>
                      </a:moveTo>
                      <a:lnTo>
                        <a:pt x="0" y="328"/>
                      </a:lnTo>
                      <a:lnTo>
                        <a:pt x="1644" y="1386"/>
                      </a:lnTo>
                      <a:lnTo>
                        <a:pt x="1644" y="1056"/>
                      </a:lnTo>
                      <a:lnTo>
                        <a:pt x="0" y="0"/>
                      </a:lnTo>
                      <a:close/>
                    </a:path>
                  </a:pathLst>
                </a:custGeom>
                <a:solidFill>
                  <a:srgbClr val="2980B9">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9" name="Freeform 30"/>
                <p:cNvSpPr>
                  <a:spLocks/>
                </p:cNvSpPr>
                <p:nvPr/>
              </p:nvSpPr>
              <p:spPr bwMode="auto">
                <a:xfrm>
                  <a:off x="2712031" y="3978258"/>
                  <a:ext cx="1923294" cy="848175"/>
                </a:xfrm>
                <a:custGeom>
                  <a:avLst/>
                  <a:gdLst>
                    <a:gd name="T0" fmla="*/ 1678 w 1678"/>
                    <a:gd name="T1" fmla="*/ 287 h 740"/>
                    <a:gd name="T2" fmla="*/ 1678 w 1678"/>
                    <a:gd name="T3" fmla="*/ 0 h 740"/>
                    <a:gd name="T4" fmla="*/ 0 w 1678"/>
                    <a:gd name="T5" fmla="*/ 448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48"/>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0" name="Freeform 31"/>
                <p:cNvSpPr>
                  <a:spLocks/>
                </p:cNvSpPr>
                <p:nvPr/>
              </p:nvSpPr>
              <p:spPr bwMode="auto">
                <a:xfrm>
                  <a:off x="827708" y="2824052"/>
                  <a:ext cx="3921089" cy="1667695"/>
                </a:xfrm>
                <a:custGeom>
                  <a:avLst/>
                  <a:gdLst>
                    <a:gd name="T0" fmla="*/ 0 w 3421"/>
                    <a:gd name="T1" fmla="*/ 399 h 1455"/>
                    <a:gd name="T2" fmla="*/ 1644 w 3421"/>
                    <a:gd name="T3" fmla="*/ 1455 h 1455"/>
                    <a:gd name="T4" fmla="*/ 3421 w 3421"/>
                    <a:gd name="T5" fmla="*/ 987 h 1455"/>
                    <a:gd name="T6" fmla="*/ 1789 w 3421"/>
                    <a:gd name="T7" fmla="*/ 0 h 1455"/>
                    <a:gd name="T8" fmla="*/ 0 w 3421"/>
                    <a:gd name="T9" fmla="*/ 399 h 1455"/>
                  </a:gdLst>
                  <a:ahLst/>
                  <a:cxnLst>
                    <a:cxn ang="0">
                      <a:pos x="T0" y="T1"/>
                    </a:cxn>
                    <a:cxn ang="0">
                      <a:pos x="T2" y="T3"/>
                    </a:cxn>
                    <a:cxn ang="0">
                      <a:pos x="T4" y="T5"/>
                    </a:cxn>
                    <a:cxn ang="0">
                      <a:pos x="T6" y="T7"/>
                    </a:cxn>
                    <a:cxn ang="0">
                      <a:pos x="T8" y="T9"/>
                    </a:cxn>
                  </a:cxnLst>
                  <a:rect l="0" t="0" r="r" b="b"/>
                  <a:pathLst>
                    <a:path w="3421" h="1455">
                      <a:moveTo>
                        <a:pt x="0" y="399"/>
                      </a:moveTo>
                      <a:lnTo>
                        <a:pt x="1644" y="1455"/>
                      </a:lnTo>
                      <a:lnTo>
                        <a:pt x="3421" y="987"/>
                      </a:lnTo>
                      <a:lnTo>
                        <a:pt x="1789" y="0"/>
                      </a:lnTo>
                      <a:lnTo>
                        <a:pt x="0" y="399"/>
                      </a:lnTo>
                      <a:close/>
                    </a:path>
                  </a:pathLst>
                </a:custGeom>
                <a:solidFill>
                  <a:srgbClr val="2980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80" name="Group 179"/>
            <p:cNvGrpSpPr/>
            <p:nvPr/>
          </p:nvGrpSpPr>
          <p:grpSpPr>
            <a:xfrm>
              <a:off x="2626654" y="2159094"/>
              <a:ext cx="3918797" cy="2043643"/>
              <a:chOff x="1101645" y="2520314"/>
              <a:chExt cx="3918797" cy="2043643"/>
            </a:xfrm>
          </p:grpSpPr>
          <p:sp>
            <p:nvSpPr>
              <p:cNvPr id="181" name="Freeform 32"/>
              <p:cNvSpPr>
                <a:spLocks/>
              </p:cNvSpPr>
              <p:nvPr/>
            </p:nvSpPr>
            <p:spPr bwMode="auto">
              <a:xfrm>
                <a:off x="1101645" y="2896262"/>
                <a:ext cx="3918797" cy="1667695"/>
              </a:xfrm>
              <a:custGeom>
                <a:avLst/>
                <a:gdLst>
                  <a:gd name="T0" fmla="*/ 0 w 3419"/>
                  <a:gd name="T1" fmla="*/ 399 h 1455"/>
                  <a:gd name="T2" fmla="*/ 1643 w 3419"/>
                  <a:gd name="T3" fmla="*/ 1455 h 1455"/>
                  <a:gd name="T4" fmla="*/ 3419 w 3419"/>
                  <a:gd name="T5" fmla="*/ 988 h 1455"/>
                  <a:gd name="T6" fmla="*/ 1787 w 3419"/>
                  <a:gd name="T7" fmla="*/ 0 h 1455"/>
                  <a:gd name="T8" fmla="*/ 0 w 3419"/>
                  <a:gd name="T9" fmla="*/ 399 h 1455"/>
                </a:gdLst>
                <a:ahLst/>
                <a:cxnLst>
                  <a:cxn ang="0">
                    <a:pos x="T0" y="T1"/>
                  </a:cxn>
                  <a:cxn ang="0">
                    <a:pos x="T2" y="T3"/>
                  </a:cxn>
                  <a:cxn ang="0">
                    <a:pos x="T4" y="T5"/>
                  </a:cxn>
                  <a:cxn ang="0">
                    <a:pos x="T6" y="T7"/>
                  </a:cxn>
                  <a:cxn ang="0">
                    <a:pos x="T8" y="T9"/>
                  </a:cxn>
                </a:cxnLst>
                <a:rect l="0" t="0" r="r" b="b"/>
                <a:pathLst>
                  <a:path w="3419" h="1455">
                    <a:moveTo>
                      <a:pt x="0" y="399"/>
                    </a:moveTo>
                    <a:lnTo>
                      <a:pt x="1643" y="1455"/>
                    </a:lnTo>
                    <a:lnTo>
                      <a:pt x="3419" y="988"/>
                    </a:lnTo>
                    <a:lnTo>
                      <a:pt x="1787" y="0"/>
                    </a:lnTo>
                    <a:lnTo>
                      <a:pt x="0" y="399"/>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82" name="Group 181"/>
              <p:cNvGrpSpPr/>
              <p:nvPr/>
            </p:nvGrpSpPr>
            <p:grpSpPr>
              <a:xfrm>
                <a:off x="1101645" y="2520314"/>
                <a:ext cx="3918797" cy="2043642"/>
                <a:chOff x="1101645" y="2520314"/>
                <a:chExt cx="3918797" cy="2043642"/>
              </a:xfrm>
            </p:grpSpPr>
            <p:sp>
              <p:nvSpPr>
                <p:cNvPr id="183" name="Freeform 33"/>
                <p:cNvSpPr>
                  <a:spLocks/>
                </p:cNvSpPr>
                <p:nvPr/>
              </p:nvSpPr>
              <p:spPr bwMode="auto">
                <a:xfrm>
                  <a:off x="1101645" y="2976494"/>
                  <a:ext cx="1883177" cy="1587462"/>
                </a:xfrm>
                <a:custGeom>
                  <a:avLst/>
                  <a:gdLst>
                    <a:gd name="T0" fmla="*/ 0 w 1643"/>
                    <a:gd name="T1" fmla="*/ 0 h 1385"/>
                    <a:gd name="T2" fmla="*/ 0 w 1643"/>
                    <a:gd name="T3" fmla="*/ 329 h 1385"/>
                    <a:gd name="T4" fmla="*/ 1643 w 1643"/>
                    <a:gd name="T5" fmla="*/ 1385 h 1385"/>
                    <a:gd name="T6" fmla="*/ 1643 w 1643"/>
                    <a:gd name="T7" fmla="*/ 1057 h 1385"/>
                    <a:gd name="T8" fmla="*/ 0 w 1643"/>
                    <a:gd name="T9" fmla="*/ 0 h 1385"/>
                  </a:gdLst>
                  <a:ahLst/>
                  <a:cxnLst>
                    <a:cxn ang="0">
                      <a:pos x="T0" y="T1"/>
                    </a:cxn>
                    <a:cxn ang="0">
                      <a:pos x="T2" y="T3"/>
                    </a:cxn>
                    <a:cxn ang="0">
                      <a:pos x="T4" y="T5"/>
                    </a:cxn>
                    <a:cxn ang="0">
                      <a:pos x="T6" y="T7"/>
                    </a:cxn>
                    <a:cxn ang="0">
                      <a:pos x="T8" y="T9"/>
                    </a:cxn>
                  </a:cxnLst>
                  <a:rect l="0" t="0" r="r" b="b"/>
                  <a:pathLst>
                    <a:path w="1643" h="1385">
                      <a:moveTo>
                        <a:pt x="0" y="0"/>
                      </a:moveTo>
                      <a:lnTo>
                        <a:pt x="0" y="329"/>
                      </a:lnTo>
                      <a:lnTo>
                        <a:pt x="1643" y="1385"/>
                      </a:lnTo>
                      <a:lnTo>
                        <a:pt x="1643" y="1057"/>
                      </a:lnTo>
                      <a:lnTo>
                        <a:pt x="0" y="0"/>
                      </a:lnTo>
                      <a:close/>
                    </a:path>
                  </a:pathLst>
                </a:custGeom>
                <a:solidFill>
                  <a:srgbClr val="F39C12">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4" name="Freeform 34"/>
                <p:cNvSpPr>
                  <a:spLocks/>
                </p:cNvSpPr>
                <p:nvPr/>
              </p:nvSpPr>
              <p:spPr bwMode="auto">
                <a:xfrm>
                  <a:off x="2984823" y="3672227"/>
                  <a:ext cx="1923294" cy="848175"/>
                </a:xfrm>
                <a:custGeom>
                  <a:avLst/>
                  <a:gdLst>
                    <a:gd name="T0" fmla="*/ 1678 w 1678"/>
                    <a:gd name="T1" fmla="*/ 287 h 740"/>
                    <a:gd name="T2" fmla="*/ 1678 w 1678"/>
                    <a:gd name="T3" fmla="*/ 0 h 740"/>
                    <a:gd name="T4" fmla="*/ 0 w 1678"/>
                    <a:gd name="T5" fmla="*/ 450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50"/>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5" name="Freeform 35"/>
                <p:cNvSpPr>
                  <a:spLocks/>
                </p:cNvSpPr>
                <p:nvPr/>
              </p:nvSpPr>
              <p:spPr bwMode="auto">
                <a:xfrm>
                  <a:off x="1101645" y="2520314"/>
                  <a:ext cx="3918797" cy="1667695"/>
                </a:xfrm>
                <a:custGeom>
                  <a:avLst/>
                  <a:gdLst>
                    <a:gd name="T0" fmla="*/ 0 w 3419"/>
                    <a:gd name="T1" fmla="*/ 398 h 1455"/>
                    <a:gd name="T2" fmla="*/ 1643 w 3419"/>
                    <a:gd name="T3" fmla="*/ 1455 h 1455"/>
                    <a:gd name="T4" fmla="*/ 3419 w 3419"/>
                    <a:gd name="T5" fmla="*/ 987 h 1455"/>
                    <a:gd name="T6" fmla="*/ 1787 w 3419"/>
                    <a:gd name="T7" fmla="*/ 0 h 1455"/>
                    <a:gd name="T8" fmla="*/ 0 w 3419"/>
                    <a:gd name="T9" fmla="*/ 398 h 1455"/>
                  </a:gdLst>
                  <a:ahLst/>
                  <a:cxnLst>
                    <a:cxn ang="0">
                      <a:pos x="T0" y="T1"/>
                    </a:cxn>
                    <a:cxn ang="0">
                      <a:pos x="T2" y="T3"/>
                    </a:cxn>
                    <a:cxn ang="0">
                      <a:pos x="T4" y="T5"/>
                    </a:cxn>
                    <a:cxn ang="0">
                      <a:pos x="T6" y="T7"/>
                    </a:cxn>
                    <a:cxn ang="0">
                      <a:pos x="T8" y="T9"/>
                    </a:cxn>
                  </a:cxnLst>
                  <a:rect l="0" t="0" r="r" b="b"/>
                  <a:pathLst>
                    <a:path w="3419" h="1455">
                      <a:moveTo>
                        <a:pt x="0" y="398"/>
                      </a:moveTo>
                      <a:lnTo>
                        <a:pt x="1643" y="1455"/>
                      </a:lnTo>
                      <a:lnTo>
                        <a:pt x="3419" y="987"/>
                      </a:lnTo>
                      <a:lnTo>
                        <a:pt x="1787" y="0"/>
                      </a:lnTo>
                      <a:lnTo>
                        <a:pt x="0" y="398"/>
                      </a:lnTo>
                      <a:close/>
                    </a:path>
                  </a:pathLst>
                </a:custGeom>
                <a:solidFill>
                  <a:srgbClr val="F39C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sp>
        <p:nvSpPr>
          <p:cNvPr id="204" name="Freeform 12"/>
          <p:cNvSpPr>
            <a:spLocks/>
          </p:cNvSpPr>
          <p:nvPr/>
        </p:nvSpPr>
        <p:spPr bwMode="auto">
          <a:xfrm>
            <a:off x="1490241" y="1499024"/>
            <a:ext cx="1994630" cy="3777137"/>
          </a:xfrm>
          <a:custGeom>
            <a:avLst/>
            <a:gdLst>
              <a:gd name="T0" fmla="*/ 966 w 1077"/>
              <a:gd name="T1" fmla="*/ 315 h 1781"/>
              <a:gd name="T2" fmla="*/ 793 w 1077"/>
              <a:gd name="T3" fmla="*/ 486 h 1781"/>
              <a:gd name="T4" fmla="*/ 650 w 1077"/>
              <a:gd name="T5" fmla="*/ 297 h 1781"/>
              <a:gd name="T6" fmla="*/ 625 w 1077"/>
              <a:gd name="T7" fmla="*/ 266 h 1781"/>
              <a:gd name="T8" fmla="*/ 632 w 1077"/>
              <a:gd name="T9" fmla="*/ 236 h 1781"/>
              <a:gd name="T10" fmla="*/ 682 w 1077"/>
              <a:gd name="T11" fmla="*/ 187 h 1781"/>
              <a:gd name="T12" fmla="*/ 698 w 1077"/>
              <a:gd name="T13" fmla="*/ 150 h 1781"/>
              <a:gd name="T14" fmla="*/ 665 w 1077"/>
              <a:gd name="T15" fmla="*/ 82 h 1781"/>
              <a:gd name="T16" fmla="*/ 661 w 1077"/>
              <a:gd name="T17" fmla="*/ 50 h 1781"/>
              <a:gd name="T18" fmla="*/ 627 w 1077"/>
              <a:gd name="T19" fmla="*/ 24 h 1781"/>
              <a:gd name="T20" fmla="*/ 576 w 1077"/>
              <a:gd name="T21" fmla="*/ 3 h 1781"/>
              <a:gd name="T22" fmla="*/ 492 w 1077"/>
              <a:gd name="T23" fmla="*/ 48 h 1781"/>
              <a:gd name="T24" fmla="*/ 471 w 1077"/>
              <a:gd name="T25" fmla="*/ 119 h 1781"/>
              <a:gd name="T26" fmla="*/ 513 w 1077"/>
              <a:gd name="T27" fmla="*/ 199 h 1781"/>
              <a:gd name="T28" fmla="*/ 495 w 1077"/>
              <a:gd name="T29" fmla="*/ 223 h 1781"/>
              <a:gd name="T30" fmla="*/ 386 w 1077"/>
              <a:gd name="T31" fmla="*/ 230 h 1781"/>
              <a:gd name="T32" fmla="*/ 106 w 1077"/>
              <a:gd name="T33" fmla="*/ 313 h 1781"/>
              <a:gd name="T34" fmla="*/ 60 w 1077"/>
              <a:gd name="T35" fmla="*/ 630 h 1781"/>
              <a:gd name="T36" fmla="*/ 138 w 1077"/>
              <a:gd name="T37" fmla="*/ 599 h 1781"/>
              <a:gd name="T38" fmla="*/ 169 w 1077"/>
              <a:gd name="T39" fmla="*/ 527 h 1781"/>
              <a:gd name="T40" fmla="*/ 176 w 1077"/>
              <a:gd name="T41" fmla="*/ 406 h 1781"/>
              <a:gd name="T42" fmla="*/ 220 w 1077"/>
              <a:gd name="T43" fmla="*/ 373 h 1781"/>
              <a:gd name="T44" fmla="*/ 308 w 1077"/>
              <a:gd name="T45" fmla="*/ 360 h 1781"/>
              <a:gd name="T46" fmla="*/ 317 w 1077"/>
              <a:gd name="T47" fmla="*/ 358 h 1781"/>
              <a:gd name="T48" fmla="*/ 256 w 1077"/>
              <a:gd name="T49" fmla="*/ 760 h 1781"/>
              <a:gd name="T50" fmla="*/ 254 w 1077"/>
              <a:gd name="T51" fmla="*/ 794 h 1781"/>
              <a:gd name="T52" fmla="*/ 261 w 1077"/>
              <a:gd name="T53" fmla="*/ 896 h 1781"/>
              <a:gd name="T54" fmla="*/ 123 w 1077"/>
              <a:gd name="T55" fmla="*/ 1406 h 1781"/>
              <a:gd name="T56" fmla="*/ 47 w 1077"/>
              <a:gd name="T57" fmla="*/ 1578 h 1781"/>
              <a:gd name="T58" fmla="*/ 4 w 1077"/>
              <a:gd name="T59" fmla="*/ 1633 h 1781"/>
              <a:gd name="T60" fmla="*/ 56 w 1077"/>
              <a:gd name="T61" fmla="*/ 1688 h 1781"/>
              <a:gd name="T62" fmla="*/ 104 w 1077"/>
              <a:gd name="T63" fmla="*/ 1714 h 1781"/>
              <a:gd name="T64" fmla="*/ 122 w 1077"/>
              <a:gd name="T65" fmla="*/ 1741 h 1781"/>
              <a:gd name="T66" fmla="*/ 174 w 1077"/>
              <a:gd name="T67" fmla="*/ 1703 h 1781"/>
              <a:gd name="T68" fmla="*/ 161 w 1077"/>
              <a:gd name="T69" fmla="*/ 1636 h 1781"/>
              <a:gd name="T70" fmla="*/ 323 w 1077"/>
              <a:gd name="T71" fmla="*/ 1294 h 1781"/>
              <a:gd name="T72" fmla="*/ 385 w 1077"/>
              <a:gd name="T73" fmla="*/ 1152 h 1781"/>
              <a:gd name="T74" fmla="*/ 481 w 1077"/>
              <a:gd name="T75" fmla="*/ 943 h 1781"/>
              <a:gd name="T76" fmla="*/ 699 w 1077"/>
              <a:gd name="T77" fmla="*/ 879 h 1781"/>
              <a:gd name="T78" fmla="*/ 682 w 1077"/>
              <a:gd name="T79" fmla="*/ 976 h 1781"/>
              <a:gd name="T80" fmla="*/ 632 w 1077"/>
              <a:gd name="T81" fmla="*/ 1141 h 1781"/>
              <a:gd name="T82" fmla="*/ 618 w 1077"/>
              <a:gd name="T83" fmla="*/ 1225 h 1781"/>
              <a:gd name="T84" fmla="*/ 670 w 1077"/>
              <a:gd name="T85" fmla="*/ 1269 h 1781"/>
              <a:gd name="T86" fmla="*/ 795 w 1077"/>
              <a:gd name="T87" fmla="*/ 1285 h 1781"/>
              <a:gd name="T88" fmla="*/ 830 w 1077"/>
              <a:gd name="T89" fmla="*/ 1219 h 1781"/>
              <a:gd name="T90" fmla="*/ 746 w 1077"/>
              <a:gd name="T91" fmla="*/ 1165 h 1781"/>
              <a:gd name="T92" fmla="*/ 840 w 1077"/>
              <a:gd name="T93" fmla="*/ 864 h 1781"/>
              <a:gd name="T94" fmla="*/ 831 w 1077"/>
              <a:gd name="T95" fmla="*/ 762 h 1781"/>
              <a:gd name="T96" fmla="*/ 507 w 1077"/>
              <a:gd name="T97" fmla="*/ 757 h 1781"/>
              <a:gd name="T98" fmla="*/ 508 w 1077"/>
              <a:gd name="T99" fmla="*/ 758 h 1781"/>
              <a:gd name="T100" fmla="*/ 560 w 1077"/>
              <a:gd name="T101" fmla="*/ 658 h 1781"/>
              <a:gd name="T102" fmla="*/ 607 w 1077"/>
              <a:gd name="T103" fmla="*/ 511 h 1781"/>
              <a:gd name="T104" fmla="*/ 643 w 1077"/>
              <a:gd name="T105" fmla="*/ 449 h 1781"/>
              <a:gd name="T106" fmla="*/ 784 w 1077"/>
              <a:gd name="T107" fmla="*/ 596 h 1781"/>
              <a:gd name="T108" fmla="*/ 836 w 1077"/>
              <a:gd name="T109" fmla="*/ 566 h 1781"/>
              <a:gd name="T110" fmla="*/ 999 w 1077"/>
              <a:gd name="T111" fmla="*/ 402 h 1781"/>
              <a:gd name="T112" fmla="*/ 1042 w 1077"/>
              <a:gd name="T113" fmla="*/ 374 h 1781"/>
              <a:gd name="T114" fmla="*/ 1033 w 1077"/>
              <a:gd name="T115" fmla="*/ 280 h 1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7" h="1781">
                <a:moveTo>
                  <a:pt x="1033" y="280"/>
                </a:moveTo>
                <a:cubicBezTo>
                  <a:pt x="1018" y="287"/>
                  <a:pt x="970" y="303"/>
                  <a:pt x="966" y="315"/>
                </a:cubicBezTo>
                <a:cubicBezTo>
                  <a:pt x="962" y="326"/>
                  <a:pt x="967" y="350"/>
                  <a:pt x="951" y="359"/>
                </a:cubicBezTo>
                <a:cubicBezTo>
                  <a:pt x="936" y="368"/>
                  <a:pt x="803" y="466"/>
                  <a:pt x="793" y="486"/>
                </a:cubicBezTo>
                <a:cubicBezTo>
                  <a:pt x="793" y="486"/>
                  <a:pt x="745" y="390"/>
                  <a:pt x="717" y="375"/>
                </a:cubicBezTo>
                <a:cubicBezTo>
                  <a:pt x="717" y="375"/>
                  <a:pt x="708" y="301"/>
                  <a:pt x="650" y="297"/>
                </a:cubicBezTo>
                <a:cubicBezTo>
                  <a:pt x="629" y="296"/>
                  <a:pt x="617" y="294"/>
                  <a:pt x="609" y="291"/>
                </a:cubicBezTo>
                <a:cubicBezTo>
                  <a:pt x="625" y="266"/>
                  <a:pt x="625" y="266"/>
                  <a:pt x="625" y="266"/>
                </a:cubicBezTo>
                <a:cubicBezTo>
                  <a:pt x="609" y="266"/>
                  <a:pt x="609" y="266"/>
                  <a:pt x="609" y="266"/>
                </a:cubicBezTo>
                <a:cubicBezTo>
                  <a:pt x="617" y="253"/>
                  <a:pt x="628" y="236"/>
                  <a:pt x="632" y="236"/>
                </a:cubicBezTo>
                <a:cubicBezTo>
                  <a:pt x="637" y="235"/>
                  <a:pt x="674" y="230"/>
                  <a:pt x="679" y="228"/>
                </a:cubicBezTo>
                <a:cubicBezTo>
                  <a:pt x="683" y="225"/>
                  <a:pt x="687" y="201"/>
                  <a:pt x="682" y="187"/>
                </a:cubicBezTo>
                <a:cubicBezTo>
                  <a:pt x="677" y="173"/>
                  <a:pt x="687" y="159"/>
                  <a:pt x="687" y="159"/>
                </a:cubicBezTo>
                <a:cubicBezTo>
                  <a:pt x="698" y="150"/>
                  <a:pt x="698" y="150"/>
                  <a:pt x="698" y="150"/>
                </a:cubicBezTo>
                <a:cubicBezTo>
                  <a:pt x="698" y="150"/>
                  <a:pt x="684" y="128"/>
                  <a:pt x="676" y="117"/>
                </a:cubicBezTo>
                <a:cubicBezTo>
                  <a:pt x="667" y="106"/>
                  <a:pt x="669" y="92"/>
                  <a:pt x="665" y="82"/>
                </a:cubicBezTo>
                <a:cubicBezTo>
                  <a:pt x="661" y="72"/>
                  <a:pt x="672" y="65"/>
                  <a:pt x="672" y="65"/>
                </a:cubicBezTo>
                <a:cubicBezTo>
                  <a:pt x="672" y="65"/>
                  <a:pt x="668" y="55"/>
                  <a:pt x="661" y="50"/>
                </a:cubicBezTo>
                <a:cubicBezTo>
                  <a:pt x="653" y="46"/>
                  <a:pt x="666" y="44"/>
                  <a:pt x="649" y="36"/>
                </a:cubicBezTo>
                <a:cubicBezTo>
                  <a:pt x="632" y="28"/>
                  <a:pt x="641" y="32"/>
                  <a:pt x="627" y="24"/>
                </a:cubicBezTo>
                <a:cubicBezTo>
                  <a:pt x="612" y="16"/>
                  <a:pt x="634" y="21"/>
                  <a:pt x="612" y="16"/>
                </a:cubicBezTo>
                <a:cubicBezTo>
                  <a:pt x="591" y="11"/>
                  <a:pt x="579" y="3"/>
                  <a:pt x="576" y="3"/>
                </a:cubicBezTo>
                <a:cubicBezTo>
                  <a:pt x="573" y="3"/>
                  <a:pt x="582" y="6"/>
                  <a:pt x="573" y="3"/>
                </a:cubicBezTo>
                <a:cubicBezTo>
                  <a:pt x="563" y="0"/>
                  <a:pt x="498" y="33"/>
                  <a:pt x="492" y="48"/>
                </a:cubicBezTo>
                <a:cubicBezTo>
                  <a:pt x="485" y="64"/>
                  <a:pt x="475" y="83"/>
                  <a:pt x="475" y="83"/>
                </a:cubicBezTo>
                <a:cubicBezTo>
                  <a:pt x="475" y="83"/>
                  <a:pt x="469" y="104"/>
                  <a:pt x="471" y="119"/>
                </a:cubicBezTo>
                <a:cubicBezTo>
                  <a:pt x="474" y="134"/>
                  <a:pt x="484" y="147"/>
                  <a:pt x="488" y="152"/>
                </a:cubicBezTo>
                <a:cubicBezTo>
                  <a:pt x="491" y="156"/>
                  <a:pt x="508" y="184"/>
                  <a:pt x="513" y="199"/>
                </a:cubicBezTo>
                <a:cubicBezTo>
                  <a:pt x="517" y="212"/>
                  <a:pt x="521" y="228"/>
                  <a:pt x="506" y="235"/>
                </a:cubicBezTo>
                <a:cubicBezTo>
                  <a:pt x="495" y="223"/>
                  <a:pt x="495" y="223"/>
                  <a:pt x="495" y="223"/>
                </a:cubicBezTo>
                <a:cubicBezTo>
                  <a:pt x="476" y="237"/>
                  <a:pt x="476" y="237"/>
                  <a:pt x="476" y="237"/>
                </a:cubicBezTo>
                <a:cubicBezTo>
                  <a:pt x="454" y="233"/>
                  <a:pt x="427" y="222"/>
                  <a:pt x="386" y="230"/>
                </a:cubicBezTo>
                <a:cubicBezTo>
                  <a:pt x="333" y="241"/>
                  <a:pt x="313" y="257"/>
                  <a:pt x="281" y="265"/>
                </a:cubicBezTo>
                <a:cubicBezTo>
                  <a:pt x="249" y="272"/>
                  <a:pt x="128" y="293"/>
                  <a:pt x="106" y="313"/>
                </a:cubicBezTo>
                <a:cubicBezTo>
                  <a:pt x="84" y="332"/>
                  <a:pt x="76" y="418"/>
                  <a:pt x="82" y="553"/>
                </a:cubicBezTo>
                <a:cubicBezTo>
                  <a:pt x="82" y="553"/>
                  <a:pt x="62" y="616"/>
                  <a:pt x="60" y="630"/>
                </a:cubicBezTo>
                <a:cubicBezTo>
                  <a:pt x="59" y="644"/>
                  <a:pt x="67" y="703"/>
                  <a:pt x="139" y="690"/>
                </a:cubicBezTo>
                <a:cubicBezTo>
                  <a:pt x="203" y="679"/>
                  <a:pt x="151" y="622"/>
                  <a:pt x="138" y="599"/>
                </a:cubicBezTo>
                <a:cubicBezTo>
                  <a:pt x="146" y="594"/>
                  <a:pt x="154" y="590"/>
                  <a:pt x="154" y="590"/>
                </a:cubicBezTo>
                <a:cubicBezTo>
                  <a:pt x="154" y="590"/>
                  <a:pt x="168" y="554"/>
                  <a:pt x="169" y="527"/>
                </a:cubicBezTo>
                <a:cubicBezTo>
                  <a:pt x="169" y="510"/>
                  <a:pt x="174" y="454"/>
                  <a:pt x="176" y="409"/>
                </a:cubicBezTo>
                <a:cubicBezTo>
                  <a:pt x="176" y="408"/>
                  <a:pt x="176" y="407"/>
                  <a:pt x="176" y="406"/>
                </a:cubicBezTo>
                <a:cubicBezTo>
                  <a:pt x="178" y="394"/>
                  <a:pt x="179" y="384"/>
                  <a:pt x="180" y="378"/>
                </a:cubicBezTo>
                <a:cubicBezTo>
                  <a:pt x="190" y="376"/>
                  <a:pt x="204" y="375"/>
                  <a:pt x="220" y="373"/>
                </a:cubicBezTo>
                <a:cubicBezTo>
                  <a:pt x="224" y="373"/>
                  <a:pt x="229" y="373"/>
                  <a:pt x="234" y="372"/>
                </a:cubicBezTo>
                <a:cubicBezTo>
                  <a:pt x="265" y="370"/>
                  <a:pt x="294" y="364"/>
                  <a:pt x="308" y="360"/>
                </a:cubicBezTo>
                <a:cubicBezTo>
                  <a:pt x="308" y="360"/>
                  <a:pt x="308" y="360"/>
                  <a:pt x="308" y="360"/>
                </a:cubicBezTo>
                <a:cubicBezTo>
                  <a:pt x="311" y="360"/>
                  <a:pt x="314" y="359"/>
                  <a:pt x="317" y="358"/>
                </a:cubicBezTo>
                <a:cubicBezTo>
                  <a:pt x="317" y="360"/>
                  <a:pt x="319" y="371"/>
                  <a:pt x="322" y="385"/>
                </a:cubicBezTo>
                <a:cubicBezTo>
                  <a:pt x="310" y="466"/>
                  <a:pt x="270" y="740"/>
                  <a:pt x="256" y="760"/>
                </a:cubicBezTo>
                <a:cubicBezTo>
                  <a:pt x="240" y="784"/>
                  <a:pt x="232" y="799"/>
                  <a:pt x="232" y="799"/>
                </a:cubicBezTo>
                <a:cubicBezTo>
                  <a:pt x="232" y="799"/>
                  <a:pt x="242" y="797"/>
                  <a:pt x="254" y="794"/>
                </a:cubicBezTo>
                <a:cubicBezTo>
                  <a:pt x="250" y="811"/>
                  <a:pt x="249" y="832"/>
                  <a:pt x="252" y="861"/>
                </a:cubicBezTo>
                <a:cubicBezTo>
                  <a:pt x="252" y="861"/>
                  <a:pt x="254" y="876"/>
                  <a:pt x="261" y="896"/>
                </a:cubicBezTo>
                <a:cubicBezTo>
                  <a:pt x="247" y="979"/>
                  <a:pt x="227" y="1177"/>
                  <a:pt x="200" y="1256"/>
                </a:cubicBezTo>
                <a:cubicBezTo>
                  <a:pt x="174" y="1282"/>
                  <a:pt x="141" y="1326"/>
                  <a:pt x="123" y="1406"/>
                </a:cubicBezTo>
                <a:cubicBezTo>
                  <a:pt x="123" y="1406"/>
                  <a:pt x="123" y="1406"/>
                  <a:pt x="123" y="1406"/>
                </a:cubicBezTo>
                <a:cubicBezTo>
                  <a:pt x="86" y="1483"/>
                  <a:pt x="47" y="1577"/>
                  <a:pt x="47" y="1578"/>
                </a:cubicBezTo>
                <a:cubicBezTo>
                  <a:pt x="25" y="1596"/>
                  <a:pt x="10" y="1604"/>
                  <a:pt x="5" y="1627"/>
                </a:cubicBezTo>
                <a:cubicBezTo>
                  <a:pt x="4" y="1630"/>
                  <a:pt x="4" y="1631"/>
                  <a:pt x="4" y="1633"/>
                </a:cubicBezTo>
                <a:cubicBezTo>
                  <a:pt x="0" y="1665"/>
                  <a:pt x="0" y="1665"/>
                  <a:pt x="0" y="1665"/>
                </a:cubicBezTo>
                <a:cubicBezTo>
                  <a:pt x="0" y="1665"/>
                  <a:pt x="44" y="1698"/>
                  <a:pt x="56" y="1688"/>
                </a:cubicBezTo>
                <a:cubicBezTo>
                  <a:pt x="64" y="1682"/>
                  <a:pt x="74" y="1683"/>
                  <a:pt x="85" y="1692"/>
                </a:cubicBezTo>
                <a:cubicBezTo>
                  <a:pt x="91" y="1698"/>
                  <a:pt x="97" y="1705"/>
                  <a:pt x="104" y="1714"/>
                </a:cubicBezTo>
                <a:cubicBezTo>
                  <a:pt x="105" y="1715"/>
                  <a:pt x="105" y="1716"/>
                  <a:pt x="106" y="1717"/>
                </a:cubicBezTo>
                <a:cubicBezTo>
                  <a:pt x="111" y="1724"/>
                  <a:pt x="116" y="1731"/>
                  <a:pt x="122" y="1741"/>
                </a:cubicBezTo>
                <a:cubicBezTo>
                  <a:pt x="122" y="1741"/>
                  <a:pt x="153" y="1781"/>
                  <a:pt x="193" y="1765"/>
                </a:cubicBezTo>
                <a:cubicBezTo>
                  <a:pt x="193" y="1765"/>
                  <a:pt x="208" y="1732"/>
                  <a:pt x="174" y="1703"/>
                </a:cubicBezTo>
                <a:cubicBezTo>
                  <a:pt x="147" y="1680"/>
                  <a:pt x="145" y="1650"/>
                  <a:pt x="148" y="1630"/>
                </a:cubicBezTo>
                <a:cubicBezTo>
                  <a:pt x="161" y="1636"/>
                  <a:pt x="161" y="1636"/>
                  <a:pt x="161" y="1636"/>
                </a:cubicBezTo>
                <a:cubicBezTo>
                  <a:pt x="161" y="1636"/>
                  <a:pt x="161" y="1636"/>
                  <a:pt x="170" y="1587"/>
                </a:cubicBezTo>
                <a:cubicBezTo>
                  <a:pt x="179" y="1539"/>
                  <a:pt x="301" y="1314"/>
                  <a:pt x="323" y="1294"/>
                </a:cubicBezTo>
                <a:cubicBezTo>
                  <a:pt x="336" y="1282"/>
                  <a:pt x="352" y="1230"/>
                  <a:pt x="365" y="1185"/>
                </a:cubicBezTo>
                <a:cubicBezTo>
                  <a:pt x="372" y="1176"/>
                  <a:pt x="379" y="1165"/>
                  <a:pt x="385" y="1152"/>
                </a:cubicBezTo>
                <a:cubicBezTo>
                  <a:pt x="404" y="1111"/>
                  <a:pt x="437" y="960"/>
                  <a:pt x="437" y="960"/>
                </a:cubicBezTo>
                <a:cubicBezTo>
                  <a:pt x="437" y="960"/>
                  <a:pt x="470" y="949"/>
                  <a:pt x="481" y="943"/>
                </a:cubicBezTo>
                <a:cubicBezTo>
                  <a:pt x="492" y="938"/>
                  <a:pt x="508" y="937"/>
                  <a:pt x="573" y="923"/>
                </a:cubicBezTo>
                <a:cubicBezTo>
                  <a:pt x="637" y="908"/>
                  <a:pt x="699" y="879"/>
                  <a:pt x="699" y="879"/>
                </a:cubicBezTo>
                <a:cubicBezTo>
                  <a:pt x="699" y="879"/>
                  <a:pt x="679" y="928"/>
                  <a:pt x="681" y="965"/>
                </a:cubicBezTo>
                <a:cubicBezTo>
                  <a:pt x="681" y="969"/>
                  <a:pt x="682" y="972"/>
                  <a:pt x="682" y="976"/>
                </a:cubicBezTo>
                <a:cubicBezTo>
                  <a:pt x="673" y="1023"/>
                  <a:pt x="663" y="1072"/>
                  <a:pt x="657" y="1085"/>
                </a:cubicBezTo>
                <a:cubicBezTo>
                  <a:pt x="645" y="1110"/>
                  <a:pt x="632" y="1141"/>
                  <a:pt x="632" y="1141"/>
                </a:cubicBezTo>
                <a:cubicBezTo>
                  <a:pt x="632" y="1141"/>
                  <a:pt x="639" y="1142"/>
                  <a:pt x="649" y="1143"/>
                </a:cubicBezTo>
                <a:cubicBezTo>
                  <a:pt x="633" y="1177"/>
                  <a:pt x="615" y="1211"/>
                  <a:pt x="618" y="1225"/>
                </a:cubicBezTo>
                <a:cubicBezTo>
                  <a:pt x="614" y="1247"/>
                  <a:pt x="614" y="1247"/>
                  <a:pt x="614" y="1247"/>
                </a:cubicBezTo>
                <a:cubicBezTo>
                  <a:pt x="670" y="1269"/>
                  <a:pt x="670" y="1269"/>
                  <a:pt x="670" y="1269"/>
                </a:cubicBezTo>
                <a:cubicBezTo>
                  <a:pt x="670" y="1269"/>
                  <a:pt x="694" y="1263"/>
                  <a:pt x="728" y="1274"/>
                </a:cubicBezTo>
                <a:cubicBezTo>
                  <a:pt x="752" y="1285"/>
                  <a:pt x="777" y="1293"/>
                  <a:pt x="795" y="1285"/>
                </a:cubicBezTo>
                <a:cubicBezTo>
                  <a:pt x="825" y="1273"/>
                  <a:pt x="867" y="1244"/>
                  <a:pt x="867" y="1226"/>
                </a:cubicBezTo>
                <a:cubicBezTo>
                  <a:pt x="867" y="1208"/>
                  <a:pt x="855" y="1215"/>
                  <a:pt x="830" y="1219"/>
                </a:cubicBezTo>
                <a:cubicBezTo>
                  <a:pt x="806" y="1223"/>
                  <a:pt x="766" y="1195"/>
                  <a:pt x="753" y="1179"/>
                </a:cubicBezTo>
                <a:cubicBezTo>
                  <a:pt x="750" y="1176"/>
                  <a:pt x="748" y="1171"/>
                  <a:pt x="746" y="1165"/>
                </a:cubicBezTo>
                <a:cubicBezTo>
                  <a:pt x="753" y="1179"/>
                  <a:pt x="766" y="1180"/>
                  <a:pt x="766" y="1180"/>
                </a:cubicBezTo>
                <a:cubicBezTo>
                  <a:pt x="766" y="1180"/>
                  <a:pt x="817" y="952"/>
                  <a:pt x="840" y="864"/>
                </a:cubicBezTo>
                <a:cubicBezTo>
                  <a:pt x="840" y="864"/>
                  <a:pt x="840" y="864"/>
                  <a:pt x="840" y="864"/>
                </a:cubicBezTo>
                <a:cubicBezTo>
                  <a:pt x="856" y="847"/>
                  <a:pt x="886" y="780"/>
                  <a:pt x="831" y="762"/>
                </a:cubicBezTo>
                <a:cubicBezTo>
                  <a:pt x="777" y="744"/>
                  <a:pt x="577" y="746"/>
                  <a:pt x="521" y="760"/>
                </a:cubicBezTo>
                <a:cubicBezTo>
                  <a:pt x="514" y="762"/>
                  <a:pt x="510" y="761"/>
                  <a:pt x="507" y="757"/>
                </a:cubicBezTo>
                <a:cubicBezTo>
                  <a:pt x="508" y="757"/>
                  <a:pt x="508" y="757"/>
                  <a:pt x="508" y="757"/>
                </a:cubicBezTo>
                <a:cubicBezTo>
                  <a:pt x="508" y="758"/>
                  <a:pt x="508" y="758"/>
                  <a:pt x="508" y="758"/>
                </a:cubicBezTo>
                <a:cubicBezTo>
                  <a:pt x="536" y="738"/>
                  <a:pt x="536" y="738"/>
                  <a:pt x="536" y="738"/>
                </a:cubicBezTo>
                <a:cubicBezTo>
                  <a:pt x="536" y="738"/>
                  <a:pt x="543" y="691"/>
                  <a:pt x="560" y="658"/>
                </a:cubicBezTo>
                <a:cubicBezTo>
                  <a:pt x="576" y="625"/>
                  <a:pt x="599" y="520"/>
                  <a:pt x="607" y="511"/>
                </a:cubicBezTo>
                <a:cubicBezTo>
                  <a:pt x="607" y="511"/>
                  <a:pt x="607" y="511"/>
                  <a:pt x="607" y="511"/>
                </a:cubicBezTo>
                <a:cubicBezTo>
                  <a:pt x="611" y="506"/>
                  <a:pt x="615" y="500"/>
                  <a:pt x="620" y="491"/>
                </a:cubicBezTo>
                <a:cubicBezTo>
                  <a:pt x="634" y="465"/>
                  <a:pt x="643" y="449"/>
                  <a:pt x="643" y="449"/>
                </a:cubicBezTo>
                <a:cubicBezTo>
                  <a:pt x="643" y="449"/>
                  <a:pt x="695" y="520"/>
                  <a:pt x="715" y="529"/>
                </a:cubicBezTo>
                <a:cubicBezTo>
                  <a:pt x="734" y="537"/>
                  <a:pt x="767" y="599"/>
                  <a:pt x="784" y="596"/>
                </a:cubicBezTo>
                <a:cubicBezTo>
                  <a:pt x="795" y="594"/>
                  <a:pt x="812" y="585"/>
                  <a:pt x="836" y="566"/>
                </a:cubicBezTo>
                <a:cubicBezTo>
                  <a:pt x="836" y="566"/>
                  <a:pt x="836" y="566"/>
                  <a:pt x="836" y="566"/>
                </a:cubicBezTo>
                <a:cubicBezTo>
                  <a:pt x="872" y="554"/>
                  <a:pt x="1000" y="429"/>
                  <a:pt x="1013" y="425"/>
                </a:cubicBezTo>
                <a:cubicBezTo>
                  <a:pt x="1019" y="423"/>
                  <a:pt x="1010" y="412"/>
                  <a:pt x="999" y="402"/>
                </a:cubicBezTo>
                <a:cubicBezTo>
                  <a:pt x="1000" y="401"/>
                  <a:pt x="1000" y="401"/>
                  <a:pt x="1001" y="401"/>
                </a:cubicBezTo>
                <a:cubicBezTo>
                  <a:pt x="1016" y="396"/>
                  <a:pt x="1030" y="394"/>
                  <a:pt x="1042" y="374"/>
                </a:cubicBezTo>
                <a:cubicBezTo>
                  <a:pt x="1054" y="355"/>
                  <a:pt x="1077" y="306"/>
                  <a:pt x="1072" y="296"/>
                </a:cubicBezTo>
                <a:cubicBezTo>
                  <a:pt x="1067" y="287"/>
                  <a:pt x="1047" y="274"/>
                  <a:pt x="1033" y="280"/>
                </a:cubicBezTo>
                <a:close/>
              </a:path>
            </a:pathLst>
          </a:custGeom>
          <a:solidFill>
            <a:srgbClr val="2C3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19839387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74"/>
                                        </p:tgtEl>
                                        <p:attrNameLst>
                                          <p:attrName>style.visibility</p:attrName>
                                        </p:attrNameLst>
                                      </p:cBhvr>
                                      <p:to>
                                        <p:strVal val="visible"/>
                                      </p:to>
                                    </p:set>
                                    <p:animEffect transition="in" filter="fade">
                                      <p:cBhvr>
                                        <p:cTn id="7" dur="500"/>
                                        <p:tgtEl>
                                          <p:spTgt spid="17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04"/>
                                        </p:tgtEl>
                                        <p:attrNameLst>
                                          <p:attrName>style.visibility</p:attrName>
                                        </p:attrNameLst>
                                      </p:cBhvr>
                                      <p:to>
                                        <p:strVal val="visible"/>
                                      </p:to>
                                    </p:set>
                                    <p:animEffect transition="in" filter="fade">
                                      <p:cBhvr>
                                        <p:cTn id="11" dur="500"/>
                                        <p:tgtEl>
                                          <p:spTgt spid="20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61"/>
                                        </p:tgtEl>
                                        <p:attrNameLst>
                                          <p:attrName>style.visibility</p:attrName>
                                        </p:attrNameLst>
                                      </p:cBhvr>
                                      <p:to>
                                        <p:strVal val="visible"/>
                                      </p:to>
                                    </p:set>
                                    <p:animEffect transition="in" filter="fade">
                                      <p:cBhvr>
                                        <p:cTn id="15"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204"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8" name="Group 14"/>
          <p:cNvGrpSpPr>
            <a:grpSpLocks/>
          </p:cNvGrpSpPr>
          <p:nvPr/>
        </p:nvGrpSpPr>
        <p:grpSpPr bwMode="auto">
          <a:xfrm>
            <a:off x="2072641" y="886088"/>
            <a:ext cx="7961984" cy="5354687"/>
            <a:chOff x="0" y="2631"/>
            <a:chExt cx="15222" cy="10237"/>
          </a:xfrm>
        </p:grpSpPr>
        <p:sp>
          <p:nvSpPr>
            <p:cNvPr id="1039" name="Freeform 15"/>
            <p:cNvSpPr>
              <a:spLocks/>
            </p:cNvSpPr>
            <p:nvPr/>
          </p:nvSpPr>
          <p:spPr bwMode="auto">
            <a:xfrm>
              <a:off x="0" y="2631"/>
              <a:ext cx="15222" cy="10237"/>
            </a:xfrm>
            <a:custGeom>
              <a:avLst/>
              <a:gdLst/>
              <a:ahLst/>
              <a:cxnLst>
                <a:cxn ang="0">
                  <a:pos x="10" y="10236"/>
                </a:cxn>
                <a:cxn ang="0">
                  <a:pos x="3112" y="10236"/>
                </a:cxn>
                <a:cxn ang="0">
                  <a:pos x="13348" y="0"/>
                </a:cxn>
                <a:cxn ang="0">
                  <a:pos x="15232" y="0"/>
                </a:cxn>
              </a:cxnLst>
              <a:rect l="0" t="0" r="r" b="b"/>
              <a:pathLst>
                <a:path w="15222" h="10237">
                  <a:moveTo>
                    <a:pt x="10" y="10236"/>
                  </a:moveTo>
                  <a:lnTo>
                    <a:pt x="3112" y="10236"/>
                  </a:lnTo>
                  <a:lnTo>
                    <a:pt x="13348" y="0"/>
                  </a:lnTo>
                  <a:lnTo>
                    <a:pt x="15232" y="0"/>
                  </a:lnTo>
                </a:path>
              </a:pathLst>
            </a:custGeom>
            <a:noFill/>
            <a:ln w="88900">
              <a:solidFill>
                <a:srgbClr val="00ACC1"/>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40" name="Group 16"/>
          <p:cNvGrpSpPr>
            <a:grpSpLocks/>
          </p:cNvGrpSpPr>
          <p:nvPr/>
        </p:nvGrpSpPr>
        <p:grpSpPr bwMode="auto">
          <a:xfrm>
            <a:off x="9742235" y="586367"/>
            <a:ext cx="371894" cy="598918"/>
            <a:chOff x="14663" y="2058"/>
            <a:chExt cx="711" cy="1145"/>
          </a:xfrm>
        </p:grpSpPr>
        <p:sp>
          <p:nvSpPr>
            <p:cNvPr id="1041" name="Freeform 17"/>
            <p:cNvSpPr>
              <a:spLocks/>
            </p:cNvSpPr>
            <p:nvPr/>
          </p:nvSpPr>
          <p:spPr bwMode="auto">
            <a:xfrm>
              <a:off x="14663" y="2058"/>
              <a:ext cx="711" cy="1145"/>
            </a:xfrm>
            <a:custGeom>
              <a:avLst/>
              <a:gdLst/>
              <a:ahLst/>
              <a:cxnLst>
                <a:cxn ang="0">
                  <a:pos x="95" y="0"/>
                </a:cxn>
                <a:cxn ang="0">
                  <a:pos x="0" y="103"/>
                </a:cxn>
                <a:cxn ang="0">
                  <a:pos x="505" y="573"/>
                </a:cxn>
                <a:cxn ang="0">
                  <a:pos x="0" y="1043"/>
                </a:cxn>
                <a:cxn ang="0">
                  <a:pos x="95" y="1145"/>
                </a:cxn>
                <a:cxn ang="0">
                  <a:pos x="711" y="573"/>
                </a:cxn>
                <a:cxn ang="0">
                  <a:pos x="95" y="0"/>
                </a:cxn>
              </a:cxnLst>
              <a:rect l="0" t="0" r="r" b="b"/>
              <a:pathLst>
                <a:path w="711" h="1145">
                  <a:moveTo>
                    <a:pt x="95" y="0"/>
                  </a:moveTo>
                  <a:lnTo>
                    <a:pt x="0" y="103"/>
                  </a:lnTo>
                  <a:lnTo>
                    <a:pt x="505" y="573"/>
                  </a:lnTo>
                  <a:lnTo>
                    <a:pt x="0" y="1043"/>
                  </a:lnTo>
                  <a:lnTo>
                    <a:pt x="95" y="1145"/>
                  </a:lnTo>
                  <a:lnTo>
                    <a:pt x="711" y="573"/>
                  </a:lnTo>
                  <a:lnTo>
                    <a:pt x="95" y="0"/>
                  </a:lnTo>
                </a:path>
              </a:pathLst>
            </a:custGeom>
            <a:solidFill>
              <a:srgbClr val="00ACC1"/>
            </a:solidFill>
            <a:ln w="9525">
              <a:no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84" name="Group 60"/>
          <p:cNvGrpSpPr>
            <a:grpSpLocks/>
          </p:cNvGrpSpPr>
          <p:nvPr/>
        </p:nvGrpSpPr>
        <p:grpSpPr bwMode="auto">
          <a:xfrm>
            <a:off x="6052059" y="1636042"/>
            <a:ext cx="1046" cy="484888"/>
            <a:chOff x="8478" y="3133"/>
            <a:chExt cx="2" cy="927"/>
          </a:xfrm>
        </p:grpSpPr>
        <p:sp>
          <p:nvSpPr>
            <p:cNvPr id="1085" name="Freeform 61"/>
            <p:cNvSpPr>
              <a:spLocks/>
            </p:cNvSpPr>
            <p:nvPr/>
          </p:nvSpPr>
          <p:spPr bwMode="auto">
            <a:xfrm>
              <a:off x="8478" y="3133"/>
              <a:ext cx="2" cy="927"/>
            </a:xfrm>
            <a:custGeom>
              <a:avLst/>
              <a:gdLst/>
              <a:ahLst/>
              <a:cxnLst>
                <a:cxn ang="0">
                  <a:pos x="0" y="0"/>
                </a:cxn>
                <a:cxn ang="0">
                  <a:pos x="0" y="927"/>
                </a:cxn>
              </a:cxnLst>
              <a:rect l="0" t="0" r="r" b="b"/>
              <a:pathLst>
                <a:path h="927">
                  <a:moveTo>
                    <a:pt x="0" y="0"/>
                  </a:moveTo>
                  <a:lnTo>
                    <a:pt x="0" y="927"/>
                  </a:lnTo>
                </a:path>
              </a:pathLst>
            </a:custGeom>
            <a:noFill/>
            <a:ln w="54610">
              <a:solidFill>
                <a:srgbClr val="E64918"/>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88" name="Group 64"/>
          <p:cNvGrpSpPr>
            <a:grpSpLocks/>
          </p:cNvGrpSpPr>
          <p:nvPr/>
        </p:nvGrpSpPr>
        <p:grpSpPr bwMode="auto">
          <a:xfrm>
            <a:off x="3559694" y="4367109"/>
            <a:ext cx="1046" cy="304428"/>
            <a:chOff x="2688" y="9398"/>
            <a:chExt cx="2" cy="582"/>
          </a:xfrm>
        </p:grpSpPr>
        <p:sp>
          <p:nvSpPr>
            <p:cNvPr id="1089" name="Freeform 65"/>
            <p:cNvSpPr>
              <a:spLocks/>
            </p:cNvSpPr>
            <p:nvPr/>
          </p:nvSpPr>
          <p:spPr bwMode="auto">
            <a:xfrm>
              <a:off x="2688" y="9398"/>
              <a:ext cx="2" cy="582"/>
            </a:xfrm>
            <a:custGeom>
              <a:avLst/>
              <a:gdLst/>
              <a:ahLst/>
              <a:cxnLst>
                <a:cxn ang="0">
                  <a:pos x="0" y="0"/>
                </a:cxn>
                <a:cxn ang="0">
                  <a:pos x="0" y="582"/>
                </a:cxn>
              </a:cxnLst>
              <a:rect l="0" t="0" r="r" b="b"/>
              <a:pathLst>
                <a:path h="582">
                  <a:moveTo>
                    <a:pt x="0" y="0"/>
                  </a:moveTo>
                  <a:lnTo>
                    <a:pt x="0" y="582"/>
                  </a:lnTo>
                </a:path>
              </a:pathLst>
            </a:custGeom>
            <a:noFill/>
            <a:ln w="54610">
              <a:solidFill>
                <a:srgbClr val="8AB72C"/>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90" name="Group 66"/>
          <p:cNvGrpSpPr>
            <a:grpSpLocks/>
          </p:cNvGrpSpPr>
          <p:nvPr/>
        </p:nvGrpSpPr>
        <p:grpSpPr bwMode="auto">
          <a:xfrm>
            <a:off x="6135225" y="2258497"/>
            <a:ext cx="783540" cy="783562"/>
            <a:chOff x="8637" y="4323"/>
            <a:chExt cx="1498" cy="1498"/>
          </a:xfrm>
        </p:grpSpPr>
        <p:sp>
          <p:nvSpPr>
            <p:cNvPr id="1091" name="Freeform 67"/>
            <p:cNvSpPr>
              <a:spLocks/>
            </p:cNvSpPr>
            <p:nvPr/>
          </p:nvSpPr>
          <p:spPr bwMode="auto">
            <a:xfrm>
              <a:off x="8637" y="4323"/>
              <a:ext cx="1498" cy="1498"/>
            </a:xfrm>
            <a:custGeom>
              <a:avLst/>
              <a:gdLst/>
              <a:ahLst/>
              <a:cxnLst>
                <a:cxn ang="0">
                  <a:pos x="1498" y="1499"/>
                </a:cxn>
                <a:cxn ang="0">
                  <a:pos x="0" y="0"/>
                </a:cxn>
              </a:cxnLst>
              <a:rect l="0" t="0" r="r" b="b"/>
              <a:pathLst>
                <a:path w="1498" h="1498">
                  <a:moveTo>
                    <a:pt x="1498" y="1499"/>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92" name="Group 68"/>
          <p:cNvGrpSpPr>
            <a:grpSpLocks/>
          </p:cNvGrpSpPr>
          <p:nvPr/>
        </p:nvGrpSpPr>
        <p:grpSpPr bwMode="auto">
          <a:xfrm>
            <a:off x="6599701" y="2726124"/>
            <a:ext cx="638130" cy="638148"/>
            <a:chOff x="9525" y="5217"/>
            <a:chExt cx="1220" cy="1220"/>
          </a:xfrm>
        </p:grpSpPr>
        <p:sp>
          <p:nvSpPr>
            <p:cNvPr id="1093" name="Freeform 69"/>
            <p:cNvSpPr>
              <a:spLocks/>
            </p:cNvSpPr>
            <p:nvPr/>
          </p:nvSpPr>
          <p:spPr bwMode="auto">
            <a:xfrm>
              <a:off x="9525" y="5217"/>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64918"/>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rPr>
                <a:t>3</a:t>
              </a:r>
              <a:endParaRPr lang="en-US" sz="2880" dirty="0">
                <a:solidFill>
                  <a:prstClr val="white"/>
                </a:solidFill>
                <a:latin typeface="Sosa" pitchFamily="2" charset="0"/>
              </a:endParaRPr>
            </a:p>
          </p:txBody>
        </p:sp>
      </p:grpSp>
      <p:grpSp>
        <p:nvGrpSpPr>
          <p:cNvPr id="1114" name="Group 90"/>
          <p:cNvGrpSpPr>
            <a:grpSpLocks/>
          </p:cNvGrpSpPr>
          <p:nvPr/>
        </p:nvGrpSpPr>
        <p:grpSpPr bwMode="auto">
          <a:xfrm>
            <a:off x="8130172" y="1803032"/>
            <a:ext cx="808124" cy="804485"/>
            <a:chOff x="11581" y="4384"/>
            <a:chExt cx="1545" cy="1538"/>
          </a:xfrm>
        </p:grpSpPr>
        <p:sp>
          <p:nvSpPr>
            <p:cNvPr id="1115" name="Freeform 91"/>
            <p:cNvSpPr>
              <a:spLocks/>
            </p:cNvSpPr>
            <p:nvPr/>
          </p:nvSpPr>
          <p:spPr bwMode="auto">
            <a:xfrm>
              <a:off x="11581" y="4384"/>
              <a:ext cx="1545" cy="1538"/>
            </a:xfrm>
            <a:custGeom>
              <a:avLst/>
              <a:gdLst/>
              <a:ahLst/>
              <a:cxnLst>
                <a:cxn ang="0">
                  <a:pos x="0" y="0"/>
                </a:cxn>
                <a:cxn ang="0">
                  <a:pos x="1546" y="1538"/>
                </a:cxn>
              </a:cxnLst>
              <a:rect l="0" t="0" r="r" b="b"/>
              <a:pathLst>
                <a:path w="1545" h="1538">
                  <a:moveTo>
                    <a:pt x="0" y="0"/>
                  </a:moveTo>
                  <a:lnTo>
                    <a:pt x="1546" y="1538"/>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116" name="Group 92"/>
          <p:cNvGrpSpPr>
            <a:grpSpLocks/>
          </p:cNvGrpSpPr>
          <p:nvPr/>
        </p:nvGrpSpPr>
        <p:grpSpPr bwMode="auto">
          <a:xfrm>
            <a:off x="9029831" y="2713178"/>
            <a:ext cx="1046" cy="376612"/>
            <a:chOff x="13301" y="6124"/>
            <a:chExt cx="2" cy="720"/>
          </a:xfrm>
        </p:grpSpPr>
        <p:sp>
          <p:nvSpPr>
            <p:cNvPr id="1117" name="Freeform 93"/>
            <p:cNvSpPr>
              <a:spLocks/>
            </p:cNvSpPr>
            <p:nvPr/>
          </p:nvSpPr>
          <p:spPr bwMode="auto">
            <a:xfrm>
              <a:off x="13301" y="6124"/>
              <a:ext cx="2" cy="720"/>
            </a:xfrm>
            <a:custGeom>
              <a:avLst/>
              <a:gdLst/>
              <a:ahLst/>
              <a:cxnLst>
                <a:cxn ang="0">
                  <a:pos x="0" y="0"/>
                </a:cxn>
                <a:cxn ang="0">
                  <a:pos x="0" y="720"/>
                </a:cxn>
              </a:cxnLst>
              <a:rect l="0" t="0" r="r" b="b"/>
              <a:pathLst>
                <a:path h="720">
                  <a:moveTo>
                    <a:pt x="0" y="0"/>
                  </a:moveTo>
                  <a:lnTo>
                    <a:pt x="0" y="720"/>
                  </a:lnTo>
                </a:path>
              </a:pathLst>
            </a:custGeom>
            <a:noFill/>
            <a:ln w="52070">
              <a:solidFill>
                <a:srgbClr val="00BEA4"/>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120" name="Group 96"/>
          <p:cNvGrpSpPr>
            <a:grpSpLocks/>
          </p:cNvGrpSpPr>
          <p:nvPr/>
        </p:nvGrpSpPr>
        <p:grpSpPr bwMode="auto">
          <a:xfrm>
            <a:off x="6525858" y="5155572"/>
            <a:ext cx="1046" cy="336858"/>
            <a:chOff x="7452" y="11941"/>
            <a:chExt cx="2" cy="644"/>
          </a:xfrm>
        </p:grpSpPr>
        <p:sp>
          <p:nvSpPr>
            <p:cNvPr id="1121" name="Freeform 97"/>
            <p:cNvSpPr>
              <a:spLocks/>
            </p:cNvSpPr>
            <p:nvPr/>
          </p:nvSpPr>
          <p:spPr bwMode="auto">
            <a:xfrm>
              <a:off x="7452" y="11941"/>
              <a:ext cx="2" cy="644"/>
            </a:xfrm>
            <a:custGeom>
              <a:avLst/>
              <a:gdLst/>
              <a:ahLst/>
              <a:cxnLst>
                <a:cxn ang="0">
                  <a:pos x="0" y="0"/>
                </a:cxn>
                <a:cxn ang="0">
                  <a:pos x="0" y="644"/>
                </a:cxn>
              </a:cxnLst>
              <a:rect l="0" t="0" r="r" b="b"/>
              <a:pathLst>
                <a:path h="644">
                  <a:moveTo>
                    <a:pt x="0" y="0"/>
                  </a:moveTo>
                  <a:lnTo>
                    <a:pt x="0" y="644"/>
                  </a:lnTo>
                </a:path>
              </a:pathLst>
            </a:custGeom>
            <a:noFill/>
            <a:ln w="54623">
              <a:solidFill>
                <a:srgbClr val="EE525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122" name="Group 98"/>
          <p:cNvGrpSpPr>
            <a:grpSpLocks/>
          </p:cNvGrpSpPr>
          <p:nvPr/>
        </p:nvGrpSpPr>
        <p:grpSpPr bwMode="auto">
          <a:xfrm>
            <a:off x="7811107" y="1482389"/>
            <a:ext cx="638130" cy="638148"/>
            <a:chOff x="10971" y="3771"/>
            <a:chExt cx="1220" cy="1220"/>
          </a:xfrm>
        </p:grpSpPr>
        <p:sp>
          <p:nvSpPr>
            <p:cNvPr id="1123" name="Freeform 99"/>
            <p:cNvSpPr>
              <a:spLocks/>
            </p:cNvSpPr>
            <p:nvPr/>
          </p:nvSpPr>
          <p:spPr bwMode="auto">
            <a:xfrm>
              <a:off x="10971" y="3771"/>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00BEA4"/>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rPr>
                <a:t>4</a:t>
              </a:r>
              <a:endParaRPr lang="en-US" sz="2880" dirty="0">
                <a:solidFill>
                  <a:prstClr val="white"/>
                </a:solidFill>
                <a:latin typeface="Sosa" pitchFamily="2" charset="0"/>
              </a:endParaRPr>
            </a:p>
          </p:txBody>
        </p:sp>
      </p:grpSp>
      <p:grpSp>
        <p:nvGrpSpPr>
          <p:cNvPr id="1170" name="Group 146"/>
          <p:cNvGrpSpPr>
            <a:grpSpLocks/>
          </p:cNvGrpSpPr>
          <p:nvPr/>
        </p:nvGrpSpPr>
        <p:grpSpPr bwMode="auto">
          <a:xfrm>
            <a:off x="5660199" y="4240719"/>
            <a:ext cx="774126" cy="774146"/>
            <a:chOff x="5797" y="10192"/>
            <a:chExt cx="1480" cy="1480"/>
          </a:xfrm>
        </p:grpSpPr>
        <p:sp>
          <p:nvSpPr>
            <p:cNvPr id="1171" name="Freeform 147"/>
            <p:cNvSpPr>
              <a:spLocks/>
            </p:cNvSpPr>
            <p:nvPr/>
          </p:nvSpPr>
          <p:spPr bwMode="auto">
            <a:xfrm>
              <a:off x="5797" y="10192"/>
              <a:ext cx="1480" cy="1480"/>
            </a:xfrm>
            <a:custGeom>
              <a:avLst/>
              <a:gdLst/>
              <a:ahLst/>
              <a:cxnLst>
                <a:cxn ang="0">
                  <a:pos x="0" y="0"/>
                </a:cxn>
                <a:cxn ang="0">
                  <a:pos x="1480" y="1480"/>
                </a:cxn>
              </a:cxnLst>
              <a:rect l="0" t="0" r="r" b="b"/>
              <a:pathLst>
                <a:path w="1480" h="1480">
                  <a:moveTo>
                    <a:pt x="0" y="0"/>
                  </a:moveTo>
                  <a:lnTo>
                    <a:pt x="1480" y="148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sp>
        <p:nvSpPr>
          <p:cNvPr id="1173" name="Freeform 149"/>
          <p:cNvSpPr>
            <a:spLocks/>
          </p:cNvSpPr>
          <p:nvPr/>
        </p:nvSpPr>
        <p:spPr bwMode="auto">
          <a:xfrm>
            <a:off x="5341133" y="3907522"/>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E5250"/>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fontAlgn="auto">
              <a:spcBef>
                <a:spcPts val="0"/>
              </a:spcBef>
              <a:spcAft>
                <a:spcPts val="0"/>
              </a:spcAft>
            </a:pPr>
            <a:r>
              <a:rPr lang="en-US" sz="2880" dirty="0" smtClean="0">
                <a:solidFill>
                  <a:prstClr val="white"/>
                </a:solidFill>
                <a:latin typeface="Sosa" pitchFamily="2" charset="0"/>
              </a:rPr>
              <a:t>2</a:t>
            </a:r>
            <a:endParaRPr lang="en-US" sz="2880" dirty="0">
              <a:solidFill>
                <a:prstClr val="white"/>
              </a:solidFill>
              <a:latin typeface="Sosa" pitchFamily="2" charset="0"/>
            </a:endParaRPr>
          </a:p>
        </p:txBody>
      </p:sp>
      <p:grpSp>
        <p:nvGrpSpPr>
          <p:cNvPr id="1220" name="Group 196"/>
          <p:cNvGrpSpPr>
            <a:grpSpLocks/>
          </p:cNvGrpSpPr>
          <p:nvPr/>
        </p:nvGrpSpPr>
        <p:grpSpPr bwMode="auto">
          <a:xfrm>
            <a:off x="3559694" y="4804419"/>
            <a:ext cx="788771" cy="788792"/>
            <a:chOff x="2843" y="10122"/>
            <a:chExt cx="1508" cy="1508"/>
          </a:xfrm>
        </p:grpSpPr>
        <p:sp>
          <p:nvSpPr>
            <p:cNvPr id="1221" name="Freeform 197"/>
            <p:cNvSpPr>
              <a:spLocks/>
            </p:cNvSpPr>
            <p:nvPr/>
          </p:nvSpPr>
          <p:spPr bwMode="auto">
            <a:xfrm>
              <a:off x="2843" y="10122"/>
              <a:ext cx="1508" cy="1508"/>
            </a:xfrm>
            <a:custGeom>
              <a:avLst/>
              <a:gdLst/>
              <a:ahLst/>
              <a:cxnLst>
                <a:cxn ang="0">
                  <a:pos x="1508" y="1508"/>
                </a:cxn>
                <a:cxn ang="0">
                  <a:pos x="0" y="0"/>
                </a:cxn>
              </a:cxnLst>
              <a:rect l="0" t="0" r="r" b="b"/>
              <a:pathLst>
                <a:path w="1508" h="1508">
                  <a:moveTo>
                    <a:pt x="1508" y="1508"/>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sp>
        <p:nvSpPr>
          <p:cNvPr id="1223" name="Freeform 199"/>
          <p:cNvSpPr>
            <a:spLocks/>
          </p:cNvSpPr>
          <p:nvPr/>
        </p:nvSpPr>
        <p:spPr bwMode="auto">
          <a:xfrm>
            <a:off x="4029399" y="5264198"/>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8AB72C"/>
          </a:solidFill>
          <a:ln w="28575">
            <a:solidFill>
              <a:schemeClr val="bg1"/>
            </a:solidFill>
            <a:round/>
            <a:headEnd/>
            <a:tailEnd/>
          </a:ln>
        </p:spPr>
        <p:txBody>
          <a:bodyPr vert="horz" wrap="square" lIns="109728" tIns="54864" rIns="109728" bIns="54864" numCol="1" anchor="ctr"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rPr>
              <a:t>1</a:t>
            </a:r>
            <a:endParaRPr lang="en-US" sz="2880" dirty="0">
              <a:solidFill>
                <a:prstClr val="white"/>
              </a:solidFill>
              <a:latin typeface="Sosa" pitchFamily="2" charset="0"/>
            </a:endParaRPr>
          </a:p>
        </p:txBody>
      </p:sp>
      <p:sp>
        <p:nvSpPr>
          <p:cNvPr id="50" name="TextBox 49"/>
          <p:cNvSpPr txBox="1"/>
          <p:nvPr/>
        </p:nvSpPr>
        <p:spPr>
          <a:xfrm>
            <a:off x="1051817" y="4201465"/>
            <a:ext cx="2505968" cy="954107"/>
          </a:xfrm>
          <a:prstGeom prst="rect">
            <a:avLst/>
          </a:prstGeom>
          <a:noFill/>
        </p:spPr>
        <p:txBody>
          <a:bodyPr wrap="square" rtlCol="0">
            <a:spAutoFit/>
          </a:bodyPr>
          <a:lstStyle/>
          <a:p>
            <a:pPr algn="ctr" rtl="1" fontAlgn="auto">
              <a:spcBef>
                <a:spcPts val="0"/>
              </a:spcBef>
              <a:spcAft>
                <a:spcPts val="0"/>
              </a:spcAft>
            </a:pPr>
            <a:r>
              <a:rPr lang="ar-SA" sz="2800" b="1" dirty="0"/>
              <a:t>الانفجار المعرفي وتدفق المعلومات</a:t>
            </a:r>
            <a:endParaRPr lang="en-US" sz="2800" b="1" dirty="0">
              <a:solidFill>
                <a:prstClr val="black"/>
              </a:solidFill>
              <a:latin typeface="Open Sans" pitchFamily="34" charset="0"/>
              <a:ea typeface="Open Sans" pitchFamily="34" charset="0"/>
              <a:cs typeface="Open Sans" pitchFamily="34" charset="0"/>
            </a:endParaRPr>
          </a:p>
        </p:txBody>
      </p:sp>
      <p:sp>
        <p:nvSpPr>
          <p:cNvPr id="52" name="TextBox 51"/>
          <p:cNvSpPr txBox="1"/>
          <p:nvPr/>
        </p:nvSpPr>
        <p:spPr>
          <a:xfrm>
            <a:off x="6680861" y="5198815"/>
            <a:ext cx="1340432" cy="523220"/>
          </a:xfrm>
          <a:prstGeom prst="rect">
            <a:avLst/>
          </a:prstGeom>
          <a:noFill/>
        </p:spPr>
        <p:txBody>
          <a:bodyPr wrap="none" rtlCol="0">
            <a:spAutoFit/>
          </a:bodyPr>
          <a:lstStyle/>
          <a:p>
            <a:pPr algn="ctr" rtl="1" fontAlgn="auto">
              <a:spcBef>
                <a:spcPts val="0"/>
              </a:spcBef>
              <a:spcAft>
                <a:spcPts val="0"/>
              </a:spcAft>
            </a:pPr>
            <a:r>
              <a:rPr lang="ar-SA" sz="2800" b="1" dirty="0"/>
              <a:t>المعلومات</a:t>
            </a:r>
            <a:endParaRPr lang="en-US" sz="2800" b="1" dirty="0">
              <a:solidFill>
                <a:prstClr val="black"/>
              </a:solidFill>
              <a:latin typeface="Open Sans" pitchFamily="34" charset="0"/>
              <a:ea typeface="Open Sans" pitchFamily="34" charset="0"/>
              <a:cs typeface="Open Sans" pitchFamily="34" charset="0"/>
            </a:endParaRPr>
          </a:p>
        </p:txBody>
      </p:sp>
      <p:sp>
        <p:nvSpPr>
          <p:cNvPr id="54" name="TextBox 53"/>
          <p:cNvSpPr txBox="1"/>
          <p:nvPr/>
        </p:nvSpPr>
        <p:spPr>
          <a:xfrm>
            <a:off x="9009194" y="2494121"/>
            <a:ext cx="3053111" cy="1815882"/>
          </a:xfrm>
          <a:prstGeom prst="rect">
            <a:avLst/>
          </a:prstGeom>
          <a:noFill/>
        </p:spPr>
        <p:txBody>
          <a:bodyPr wrap="square" rtlCol="0">
            <a:spAutoFit/>
          </a:bodyPr>
          <a:lstStyle/>
          <a:p>
            <a:pPr algn="ctr" rtl="1" fontAlgn="auto">
              <a:spcBef>
                <a:spcPts val="0"/>
              </a:spcBef>
              <a:spcAft>
                <a:spcPts val="0"/>
              </a:spcAft>
            </a:pPr>
            <a:r>
              <a:rPr lang="ar-SA" sz="2800" b="1" dirty="0"/>
              <a:t>التغلب على مشكلات صعوبات التعلم، أو من يعانون تخلفا</a:t>
            </a:r>
            <a:r>
              <a:rPr lang="ar-JO" sz="2800" b="1" dirty="0"/>
              <a:t>ً </a:t>
            </a:r>
            <a:r>
              <a:rPr lang="ar-SA" sz="2800" b="1" dirty="0"/>
              <a:t>عقلياً بسيطا</a:t>
            </a:r>
            <a:endParaRPr lang="en-US" sz="2800" b="1" dirty="0">
              <a:solidFill>
                <a:prstClr val="black"/>
              </a:solidFill>
              <a:latin typeface="Open Sans" pitchFamily="34" charset="0"/>
              <a:ea typeface="Open Sans" pitchFamily="34" charset="0"/>
              <a:cs typeface="Open Sans" pitchFamily="34" charset="0"/>
            </a:endParaRPr>
          </a:p>
        </p:txBody>
      </p:sp>
      <p:sp>
        <p:nvSpPr>
          <p:cNvPr id="55" name="TextBox 54"/>
          <p:cNvSpPr txBox="1"/>
          <p:nvPr/>
        </p:nvSpPr>
        <p:spPr>
          <a:xfrm>
            <a:off x="2026755" y="1570845"/>
            <a:ext cx="3942555" cy="1384995"/>
          </a:xfrm>
          <a:prstGeom prst="rect">
            <a:avLst/>
          </a:prstGeom>
          <a:noFill/>
        </p:spPr>
        <p:txBody>
          <a:bodyPr wrap="square" rtlCol="0">
            <a:spAutoFit/>
          </a:bodyPr>
          <a:lstStyle/>
          <a:p>
            <a:pPr algn="ctr" rtl="1" fontAlgn="auto">
              <a:spcBef>
                <a:spcPts val="0"/>
              </a:spcBef>
              <a:spcAft>
                <a:spcPts val="0"/>
              </a:spcAft>
            </a:pPr>
            <a:r>
              <a:rPr lang="ar-SA" sz="2800" b="1" dirty="0"/>
              <a:t>الحاجة إلى المهارة والإتقان في أداء الأعمال والعمليات الرياضية المعقدة</a:t>
            </a:r>
            <a:endParaRPr lang="en-US" sz="2800" b="1" dirty="0">
              <a:solidFill>
                <a:prstClr val="black"/>
              </a:solidFill>
              <a:latin typeface="Open Sans" pitchFamily="34" charset="0"/>
              <a:ea typeface="Open Sans" pitchFamily="34" charset="0"/>
              <a:cs typeface="Open Sans" pitchFamily="34" charset="0"/>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5197439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250"/>
                                  </p:stCondLst>
                                  <p:childTnLst>
                                    <p:set>
                                      <p:cBhvr>
                                        <p:cTn id="6" dur="1" fill="hold">
                                          <p:stCondLst>
                                            <p:cond delay="0"/>
                                          </p:stCondLst>
                                        </p:cTn>
                                        <p:tgtEl>
                                          <p:spTgt spid="1223"/>
                                        </p:tgtEl>
                                        <p:attrNameLst>
                                          <p:attrName>style.visibility</p:attrName>
                                        </p:attrNameLst>
                                      </p:cBhvr>
                                      <p:to>
                                        <p:strVal val="visible"/>
                                      </p:to>
                                    </p:set>
                                  </p:childTnLst>
                                </p:cTn>
                              </p:par>
                            </p:childTnLst>
                          </p:cTn>
                        </p:par>
                        <p:par>
                          <p:cTn id="7" fill="hold">
                            <p:stCondLst>
                              <p:cond delay="250"/>
                            </p:stCondLst>
                            <p:childTnLst>
                              <p:par>
                                <p:cTn id="8" presetID="1" presetClass="entr" presetSubtype="0" fill="hold" nodeType="afterEffect">
                                  <p:stCondLst>
                                    <p:cond delay="250"/>
                                  </p:stCondLst>
                                  <p:childTnLst>
                                    <p:set>
                                      <p:cBhvr>
                                        <p:cTn id="9" dur="1" fill="hold">
                                          <p:stCondLst>
                                            <p:cond delay="0"/>
                                          </p:stCondLst>
                                        </p:cTn>
                                        <p:tgtEl>
                                          <p:spTgt spid="1220"/>
                                        </p:tgtEl>
                                        <p:attrNameLst>
                                          <p:attrName>style.visibility</p:attrName>
                                        </p:attrNameLst>
                                      </p:cBhvr>
                                      <p:to>
                                        <p:strVal val="visible"/>
                                      </p:to>
                                    </p:set>
                                  </p:childTnLst>
                                </p:cTn>
                              </p:par>
                            </p:childTnLst>
                          </p:cTn>
                        </p:par>
                        <p:par>
                          <p:cTn id="10" fill="hold">
                            <p:stCondLst>
                              <p:cond delay="500"/>
                            </p:stCondLst>
                            <p:childTnLst>
                              <p:par>
                                <p:cTn id="11" presetID="1" presetClass="entr" presetSubtype="0" fill="hold" nodeType="afterEffect">
                                  <p:stCondLst>
                                    <p:cond delay="250"/>
                                  </p:stCondLst>
                                  <p:childTnLst>
                                    <p:set>
                                      <p:cBhvr>
                                        <p:cTn id="12" dur="1" fill="hold">
                                          <p:stCondLst>
                                            <p:cond delay="0"/>
                                          </p:stCondLst>
                                        </p:cTn>
                                        <p:tgtEl>
                                          <p:spTgt spid="1088"/>
                                        </p:tgtEl>
                                        <p:attrNameLst>
                                          <p:attrName>style.visibility</p:attrName>
                                        </p:attrNameLst>
                                      </p:cBhvr>
                                      <p:to>
                                        <p:strVal val="visible"/>
                                      </p:to>
                                    </p:set>
                                  </p:childTnLst>
                                </p:cTn>
                              </p:par>
                            </p:childTnLst>
                          </p:cTn>
                        </p:par>
                        <p:par>
                          <p:cTn id="13" fill="hold">
                            <p:stCondLst>
                              <p:cond delay="750"/>
                            </p:stCondLst>
                            <p:childTnLst>
                              <p:par>
                                <p:cTn id="14" presetID="1" presetClass="entr" presetSubtype="0" fill="hold" grpId="0" nodeType="afterEffect">
                                  <p:stCondLst>
                                    <p:cond delay="250"/>
                                  </p:stCondLst>
                                  <p:childTnLst>
                                    <p:set>
                                      <p:cBhvr>
                                        <p:cTn id="15" dur="1" fill="hold">
                                          <p:stCondLst>
                                            <p:cond delay="0"/>
                                          </p:stCondLst>
                                        </p:cTn>
                                        <p:tgtEl>
                                          <p:spTgt spid="50"/>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grpId="0" nodeType="afterEffect">
                                  <p:stCondLst>
                                    <p:cond delay="250"/>
                                  </p:stCondLst>
                                  <p:childTnLst>
                                    <p:set>
                                      <p:cBhvr>
                                        <p:cTn id="18" dur="1" fill="hold">
                                          <p:stCondLst>
                                            <p:cond delay="0"/>
                                          </p:stCondLst>
                                        </p:cTn>
                                        <p:tgtEl>
                                          <p:spTgt spid="1173"/>
                                        </p:tgtEl>
                                        <p:attrNameLst>
                                          <p:attrName>style.visibility</p:attrName>
                                        </p:attrNameLst>
                                      </p:cBhvr>
                                      <p:to>
                                        <p:strVal val="visible"/>
                                      </p:to>
                                    </p:set>
                                  </p:childTnLst>
                                </p:cTn>
                              </p:par>
                            </p:childTnLst>
                          </p:cTn>
                        </p:par>
                        <p:par>
                          <p:cTn id="19" fill="hold">
                            <p:stCondLst>
                              <p:cond delay="1250"/>
                            </p:stCondLst>
                            <p:childTnLst>
                              <p:par>
                                <p:cTn id="20" presetID="1" presetClass="entr" presetSubtype="0" fill="hold" nodeType="afterEffect">
                                  <p:stCondLst>
                                    <p:cond delay="250"/>
                                  </p:stCondLst>
                                  <p:childTnLst>
                                    <p:set>
                                      <p:cBhvr>
                                        <p:cTn id="21" dur="1" fill="hold">
                                          <p:stCondLst>
                                            <p:cond delay="0"/>
                                          </p:stCondLst>
                                        </p:cTn>
                                        <p:tgtEl>
                                          <p:spTgt spid="1170"/>
                                        </p:tgtEl>
                                        <p:attrNameLst>
                                          <p:attrName>style.visibility</p:attrName>
                                        </p:attrNameLst>
                                      </p:cBhvr>
                                      <p:to>
                                        <p:strVal val="visible"/>
                                      </p:to>
                                    </p:set>
                                  </p:childTnLst>
                                </p:cTn>
                              </p:par>
                            </p:childTnLst>
                          </p:cTn>
                        </p:par>
                        <p:par>
                          <p:cTn id="22" fill="hold">
                            <p:stCondLst>
                              <p:cond delay="1500"/>
                            </p:stCondLst>
                            <p:childTnLst>
                              <p:par>
                                <p:cTn id="23" presetID="1" presetClass="entr" presetSubtype="0" fill="hold" nodeType="afterEffect">
                                  <p:stCondLst>
                                    <p:cond delay="250"/>
                                  </p:stCondLst>
                                  <p:childTnLst>
                                    <p:set>
                                      <p:cBhvr>
                                        <p:cTn id="24" dur="1" fill="hold">
                                          <p:stCondLst>
                                            <p:cond delay="0"/>
                                          </p:stCondLst>
                                        </p:cTn>
                                        <p:tgtEl>
                                          <p:spTgt spid="1120"/>
                                        </p:tgtEl>
                                        <p:attrNameLst>
                                          <p:attrName>style.visibility</p:attrName>
                                        </p:attrNameLst>
                                      </p:cBhvr>
                                      <p:to>
                                        <p:strVal val="visible"/>
                                      </p:to>
                                    </p:set>
                                  </p:childTnLst>
                                </p:cTn>
                              </p:par>
                            </p:childTnLst>
                          </p:cTn>
                        </p:par>
                        <p:par>
                          <p:cTn id="25" fill="hold">
                            <p:stCondLst>
                              <p:cond delay="1750"/>
                            </p:stCondLst>
                            <p:childTnLst>
                              <p:par>
                                <p:cTn id="26" presetID="1" presetClass="entr" presetSubtype="0" fill="hold" grpId="0" nodeType="afterEffect">
                                  <p:stCondLst>
                                    <p:cond delay="250"/>
                                  </p:stCondLst>
                                  <p:childTnLst>
                                    <p:set>
                                      <p:cBhvr>
                                        <p:cTn id="27" dur="1" fill="hold">
                                          <p:stCondLst>
                                            <p:cond delay="0"/>
                                          </p:stCondLst>
                                        </p:cTn>
                                        <p:tgtEl>
                                          <p:spTgt spid="52"/>
                                        </p:tgtEl>
                                        <p:attrNameLst>
                                          <p:attrName>style.visibility</p:attrName>
                                        </p:attrNameLst>
                                      </p:cBhvr>
                                      <p:to>
                                        <p:strVal val="visible"/>
                                      </p:to>
                                    </p:set>
                                  </p:childTnLst>
                                </p:cTn>
                              </p:par>
                            </p:childTnLst>
                          </p:cTn>
                        </p:par>
                        <p:par>
                          <p:cTn id="28" fill="hold">
                            <p:stCondLst>
                              <p:cond delay="2000"/>
                            </p:stCondLst>
                            <p:childTnLst>
                              <p:par>
                                <p:cTn id="29" presetID="1" presetClass="entr" presetSubtype="0" fill="hold" nodeType="afterEffect">
                                  <p:stCondLst>
                                    <p:cond delay="250"/>
                                  </p:stCondLst>
                                  <p:childTnLst>
                                    <p:set>
                                      <p:cBhvr>
                                        <p:cTn id="30" dur="1" fill="hold">
                                          <p:stCondLst>
                                            <p:cond delay="0"/>
                                          </p:stCondLst>
                                        </p:cTn>
                                        <p:tgtEl>
                                          <p:spTgt spid="1092"/>
                                        </p:tgtEl>
                                        <p:attrNameLst>
                                          <p:attrName>style.visibility</p:attrName>
                                        </p:attrNameLst>
                                      </p:cBhvr>
                                      <p:to>
                                        <p:strVal val="visible"/>
                                      </p:to>
                                    </p:set>
                                  </p:childTnLst>
                                </p:cTn>
                              </p:par>
                            </p:childTnLst>
                          </p:cTn>
                        </p:par>
                        <p:par>
                          <p:cTn id="31" fill="hold">
                            <p:stCondLst>
                              <p:cond delay="2250"/>
                            </p:stCondLst>
                            <p:childTnLst>
                              <p:par>
                                <p:cTn id="32" presetID="1" presetClass="entr" presetSubtype="0" fill="hold" nodeType="afterEffect">
                                  <p:stCondLst>
                                    <p:cond delay="250"/>
                                  </p:stCondLst>
                                  <p:childTnLst>
                                    <p:set>
                                      <p:cBhvr>
                                        <p:cTn id="33" dur="1" fill="hold">
                                          <p:stCondLst>
                                            <p:cond delay="0"/>
                                          </p:stCondLst>
                                        </p:cTn>
                                        <p:tgtEl>
                                          <p:spTgt spid="1090"/>
                                        </p:tgtEl>
                                        <p:attrNameLst>
                                          <p:attrName>style.visibility</p:attrName>
                                        </p:attrNameLst>
                                      </p:cBhvr>
                                      <p:to>
                                        <p:strVal val="visible"/>
                                      </p:to>
                                    </p:set>
                                  </p:childTnLst>
                                </p:cTn>
                              </p:par>
                            </p:childTnLst>
                          </p:cTn>
                        </p:par>
                        <p:par>
                          <p:cTn id="34" fill="hold">
                            <p:stCondLst>
                              <p:cond delay="2500"/>
                            </p:stCondLst>
                            <p:childTnLst>
                              <p:par>
                                <p:cTn id="35" presetID="1" presetClass="entr" presetSubtype="0" fill="hold" nodeType="afterEffect">
                                  <p:stCondLst>
                                    <p:cond delay="250"/>
                                  </p:stCondLst>
                                  <p:childTnLst>
                                    <p:set>
                                      <p:cBhvr>
                                        <p:cTn id="36" dur="1" fill="hold">
                                          <p:stCondLst>
                                            <p:cond delay="0"/>
                                          </p:stCondLst>
                                        </p:cTn>
                                        <p:tgtEl>
                                          <p:spTgt spid="1084"/>
                                        </p:tgtEl>
                                        <p:attrNameLst>
                                          <p:attrName>style.visibility</p:attrName>
                                        </p:attrNameLst>
                                      </p:cBhvr>
                                      <p:to>
                                        <p:strVal val="visible"/>
                                      </p:to>
                                    </p:set>
                                  </p:childTnLst>
                                </p:cTn>
                              </p:par>
                            </p:childTnLst>
                          </p:cTn>
                        </p:par>
                        <p:par>
                          <p:cTn id="37" fill="hold">
                            <p:stCondLst>
                              <p:cond delay="2750"/>
                            </p:stCondLst>
                            <p:childTnLst>
                              <p:par>
                                <p:cTn id="38" presetID="1" presetClass="entr" presetSubtype="0" fill="hold" grpId="0" nodeType="afterEffect">
                                  <p:stCondLst>
                                    <p:cond delay="250"/>
                                  </p:stCondLst>
                                  <p:childTnLst>
                                    <p:set>
                                      <p:cBhvr>
                                        <p:cTn id="39" dur="1" fill="hold">
                                          <p:stCondLst>
                                            <p:cond delay="0"/>
                                          </p:stCondLst>
                                        </p:cTn>
                                        <p:tgtEl>
                                          <p:spTgt spid="55"/>
                                        </p:tgtEl>
                                        <p:attrNameLst>
                                          <p:attrName>style.visibility</p:attrName>
                                        </p:attrNameLst>
                                      </p:cBhvr>
                                      <p:to>
                                        <p:strVal val="visible"/>
                                      </p:to>
                                    </p:set>
                                  </p:childTnLst>
                                </p:cTn>
                              </p:par>
                            </p:childTnLst>
                          </p:cTn>
                        </p:par>
                        <p:par>
                          <p:cTn id="40" fill="hold">
                            <p:stCondLst>
                              <p:cond delay="3000"/>
                            </p:stCondLst>
                            <p:childTnLst>
                              <p:par>
                                <p:cTn id="41" presetID="1" presetClass="entr" presetSubtype="0" fill="hold" nodeType="afterEffect">
                                  <p:stCondLst>
                                    <p:cond delay="250"/>
                                  </p:stCondLst>
                                  <p:childTnLst>
                                    <p:set>
                                      <p:cBhvr>
                                        <p:cTn id="42" dur="1" fill="hold">
                                          <p:stCondLst>
                                            <p:cond delay="0"/>
                                          </p:stCondLst>
                                        </p:cTn>
                                        <p:tgtEl>
                                          <p:spTgt spid="1122"/>
                                        </p:tgtEl>
                                        <p:attrNameLst>
                                          <p:attrName>style.visibility</p:attrName>
                                        </p:attrNameLst>
                                      </p:cBhvr>
                                      <p:to>
                                        <p:strVal val="visible"/>
                                      </p:to>
                                    </p:set>
                                  </p:childTnLst>
                                </p:cTn>
                              </p:par>
                            </p:childTnLst>
                          </p:cTn>
                        </p:par>
                        <p:par>
                          <p:cTn id="43" fill="hold">
                            <p:stCondLst>
                              <p:cond delay="3250"/>
                            </p:stCondLst>
                            <p:childTnLst>
                              <p:par>
                                <p:cTn id="44" presetID="1" presetClass="entr" presetSubtype="0" fill="hold" nodeType="afterEffect">
                                  <p:stCondLst>
                                    <p:cond delay="250"/>
                                  </p:stCondLst>
                                  <p:childTnLst>
                                    <p:set>
                                      <p:cBhvr>
                                        <p:cTn id="45" dur="1" fill="hold">
                                          <p:stCondLst>
                                            <p:cond delay="0"/>
                                          </p:stCondLst>
                                        </p:cTn>
                                        <p:tgtEl>
                                          <p:spTgt spid="1114"/>
                                        </p:tgtEl>
                                        <p:attrNameLst>
                                          <p:attrName>style.visibility</p:attrName>
                                        </p:attrNameLst>
                                      </p:cBhvr>
                                      <p:to>
                                        <p:strVal val="visible"/>
                                      </p:to>
                                    </p:set>
                                  </p:childTnLst>
                                </p:cTn>
                              </p:par>
                            </p:childTnLst>
                          </p:cTn>
                        </p:par>
                        <p:par>
                          <p:cTn id="46" fill="hold">
                            <p:stCondLst>
                              <p:cond delay="3500"/>
                            </p:stCondLst>
                            <p:childTnLst>
                              <p:par>
                                <p:cTn id="47" presetID="1" presetClass="entr" presetSubtype="0" fill="hold" nodeType="afterEffect">
                                  <p:stCondLst>
                                    <p:cond delay="250"/>
                                  </p:stCondLst>
                                  <p:childTnLst>
                                    <p:set>
                                      <p:cBhvr>
                                        <p:cTn id="48" dur="1" fill="hold">
                                          <p:stCondLst>
                                            <p:cond delay="0"/>
                                          </p:stCondLst>
                                        </p:cTn>
                                        <p:tgtEl>
                                          <p:spTgt spid="1116"/>
                                        </p:tgtEl>
                                        <p:attrNameLst>
                                          <p:attrName>style.visibility</p:attrName>
                                        </p:attrNameLst>
                                      </p:cBhvr>
                                      <p:to>
                                        <p:strVal val="visible"/>
                                      </p:to>
                                    </p:set>
                                  </p:childTnLst>
                                </p:cTn>
                              </p:par>
                            </p:childTnLst>
                          </p:cTn>
                        </p:par>
                        <p:par>
                          <p:cTn id="49" fill="hold">
                            <p:stCondLst>
                              <p:cond delay="3750"/>
                            </p:stCondLst>
                            <p:childTnLst>
                              <p:par>
                                <p:cTn id="50" presetID="1" presetClass="entr" presetSubtype="0" fill="hold" grpId="0" nodeType="afterEffect">
                                  <p:stCondLst>
                                    <p:cond delay="250"/>
                                  </p:stCondLst>
                                  <p:childTnLst>
                                    <p:set>
                                      <p:cBhvr>
                                        <p:cTn id="51" dur="1" fill="hold">
                                          <p:stCondLst>
                                            <p:cond delay="0"/>
                                          </p:stCondLst>
                                        </p:cTn>
                                        <p:tgtEl>
                                          <p:spTgt spid="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3" grpId="0" animBg="1"/>
      <p:bldP spid="1223" grpId="0" animBg="1"/>
      <p:bldP spid="50" grpId="0"/>
      <p:bldP spid="52" grpId="0"/>
      <p:bldP spid="54" grpId="0"/>
      <p:bldP spid="55"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 name="Group 173"/>
          <p:cNvGrpSpPr/>
          <p:nvPr/>
        </p:nvGrpSpPr>
        <p:grpSpPr>
          <a:xfrm>
            <a:off x="838200" y="2361534"/>
            <a:ext cx="5963027" cy="4074851"/>
            <a:chOff x="582425" y="2159094"/>
            <a:chExt cx="5963026" cy="4074850"/>
          </a:xfrm>
        </p:grpSpPr>
        <p:sp>
          <p:nvSpPr>
            <p:cNvPr id="175" name="Freeform 16"/>
            <p:cNvSpPr>
              <a:spLocks/>
            </p:cNvSpPr>
            <p:nvPr/>
          </p:nvSpPr>
          <p:spPr bwMode="auto">
            <a:xfrm>
              <a:off x="582425" y="4563957"/>
              <a:ext cx="3921089" cy="1669987"/>
            </a:xfrm>
            <a:custGeom>
              <a:avLst/>
              <a:gdLst>
                <a:gd name="T0" fmla="*/ 0 w 3421"/>
                <a:gd name="T1" fmla="*/ 398 h 1457"/>
                <a:gd name="T2" fmla="*/ 1644 w 3421"/>
                <a:gd name="T3" fmla="*/ 1457 h 1457"/>
                <a:gd name="T4" fmla="*/ 3421 w 3421"/>
                <a:gd name="T5" fmla="*/ 987 h 1457"/>
                <a:gd name="T6" fmla="*/ 1789 w 3421"/>
                <a:gd name="T7" fmla="*/ 0 h 1457"/>
                <a:gd name="T8" fmla="*/ 0 w 3421"/>
                <a:gd name="T9" fmla="*/ 398 h 1457"/>
              </a:gdLst>
              <a:ahLst/>
              <a:cxnLst>
                <a:cxn ang="0">
                  <a:pos x="T0" y="T1"/>
                </a:cxn>
                <a:cxn ang="0">
                  <a:pos x="T2" y="T3"/>
                </a:cxn>
                <a:cxn ang="0">
                  <a:pos x="T4" y="T5"/>
                </a:cxn>
                <a:cxn ang="0">
                  <a:pos x="T6" y="T7"/>
                </a:cxn>
                <a:cxn ang="0">
                  <a:pos x="T8" y="T9"/>
                </a:cxn>
              </a:cxnLst>
              <a:rect l="0" t="0" r="r" b="b"/>
              <a:pathLst>
                <a:path w="3421" h="1457">
                  <a:moveTo>
                    <a:pt x="0" y="398"/>
                  </a:moveTo>
                  <a:lnTo>
                    <a:pt x="1644" y="1457"/>
                  </a:lnTo>
                  <a:lnTo>
                    <a:pt x="3421" y="987"/>
                  </a:lnTo>
                  <a:lnTo>
                    <a:pt x="1789" y="0"/>
                  </a:lnTo>
                  <a:lnTo>
                    <a:pt x="0" y="398"/>
                  </a:lnTo>
                  <a:close/>
                </a:path>
              </a:pathLst>
            </a:custGeom>
            <a:solidFill>
              <a:srgbClr val="CFBEAF"/>
            </a:solidFill>
            <a:ln>
              <a:noFill/>
            </a:ln>
            <a:effectLst>
              <a:glow rad="939800">
                <a:sysClr val="window" lastClr="FFFFFF">
                  <a:lumMod val="85000"/>
                  <a:alpha val="52000"/>
                </a:sysClr>
              </a:glo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76" name="Group 175"/>
            <p:cNvGrpSpPr/>
            <p:nvPr/>
          </p:nvGrpSpPr>
          <p:grpSpPr>
            <a:xfrm>
              <a:off x="582425" y="4188009"/>
              <a:ext cx="3921089" cy="2045935"/>
              <a:chOff x="582425" y="4188009"/>
              <a:chExt cx="3921089" cy="2045935"/>
            </a:xfrm>
          </p:grpSpPr>
          <p:sp>
            <p:nvSpPr>
              <p:cNvPr id="201" name="Freeform 17"/>
              <p:cNvSpPr>
                <a:spLocks/>
              </p:cNvSpPr>
              <p:nvPr/>
            </p:nvSpPr>
            <p:spPr bwMode="auto">
              <a:xfrm>
                <a:off x="582425" y="4644189"/>
                <a:ext cx="1884323" cy="1589755"/>
              </a:xfrm>
              <a:custGeom>
                <a:avLst/>
                <a:gdLst>
                  <a:gd name="T0" fmla="*/ 0 w 1644"/>
                  <a:gd name="T1" fmla="*/ 0 h 1387"/>
                  <a:gd name="T2" fmla="*/ 0 w 1644"/>
                  <a:gd name="T3" fmla="*/ 328 h 1387"/>
                  <a:gd name="T4" fmla="*/ 1644 w 1644"/>
                  <a:gd name="T5" fmla="*/ 1387 h 1387"/>
                  <a:gd name="T6" fmla="*/ 1644 w 1644"/>
                  <a:gd name="T7" fmla="*/ 1057 h 1387"/>
                  <a:gd name="T8" fmla="*/ 0 w 1644"/>
                  <a:gd name="T9" fmla="*/ 0 h 1387"/>
                </a:gdLst>
                <a:ahLst/>
                <a:cxnLst>
                  <a:cxn ang="0">
                    <a:pos x="T0" y="T1"/>
                  </a:cxn>
                  <a:cxn ang="0">
                    <a:pos x="T2" y="T3"/>
                  </a:cxn>
                  <a:cxn ang="0">
                    <a:pos x="T4" y="T5"/>
                  </a:cxn>
                  <a:cxn ang="0">
                    <a:pos x="T6" y="T7"/>
                  </a:cxn>
                  <a:cxn ang="0">
                    <a:pos x="T8" y="T9"/>
                  </a:cxn>
                </a:cxnLst>
                <a:rect l="0" t="0" r="r" b="b"/>
                <a:pathLst>
                  <a:path w="1644" h="1387">
                    <a:moveTo>
                      <a:pt x="0" y="0"/>
                    </a:moveTo>
                    <a:lnTo>
                      <a:pt x="0" y="328"/>
                    </a:lnTo>
                    <a:lnTo>
                      <a:pt x="1644" y="1387"/>
                    </a:lnTo>
                    <a:lnTo>
                      <a:pt x="1644" y="1057"/>
                    </a:lnTo>
                    <a:lnTo>
                      <a:pt x="0" y="0"/>
                    </a:lnTo>
                    <a:close/>
                  </a:path>
                </a:pathLst>
              </a:custGeom>
              <a:solidFill>
                <a:srgbClr val="C0392B">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2" name="Freeform 18"/>
              <p:cNvSpPr>
                <a:spLocks/>
              </p:cNvSpPr>
              <p:nvPr/>
            </p:nvSpPr>
            <p:spPr bwMode="auto">
              <a:xfrm>
                <a:off x="2466748" y="5342214"/>
                <a:ext cx="1923294" cy="848175"/>
              </a:xfrm>
              <a:custGeom>
                <a:avLst/>
                <a:gdLst>
                  <a:gd name="T0" fmla="*/ 1678 w 1678"/>
                  <a:gd name="T1" fmla="*/ 287 h 740"/>
                  <a:gd name="T2" fmla="*/ 1678 w 1678"/>
                  <a:gd name="T3" fmla="*/ 0 h 740"/>
                  <a:gd name="T4" fmla="*/ 0 w 1678"/>
                  <a:gd name="T5" fmla="*/ 448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48"/>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3" name="Freeform 19"/>
              <p:cNvSpPr>
                <a:spLocks/>
              </p:cNvSpPr>
              <p:nvPr/>
            </p:nvSpPr>
            <p:spPr bwMode="auto">
              <a:xfrm>
                <a:off x="582425" y="4188009"/>
                <a:ext cx="3921089" cy="1667695"/>
              </a:xfrm>
              <a:custGeom>
                <a:avLst/>
                <a:gdLst>
                  <a:gd name="T0" fmla="*/ 0 w 3421"/>
                  <a:gd name="T1" fmla="*/ 398 h 1455"/>
                  <a:gd name="T2" fmla="*/ 1644 w 3421"/>
                  <a:gd name="T3" fmla="*/ 1455 h 1455"/>
                  <a:gd name="T4" fmla="*/ 3421 w 3421"/>
                  <a:gd name="T5" fmla="*/ 987 h 1455"/>
                  <a:gd name="T6" fmla="*/ 1789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7"/>
                    </a:lnTo>
                    <a:lnTo>
                      <a:pt x="1789" y="0"/>
                    </a:lnTo>
                    <a:lnTo>
                      <a:pt x="0" y="398"/>
                    </a:lnTo>
                    <a:close/>
                  </a:path>
                </a:pathLst>
              </a:custGeom>
              <a:solidFill>
                <a:srgbClr val="C039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177" name="Group 176"/>
            <p:cNvGrpSpPr/>
            <p:nvPr/>
          </p:nvGrpSpPr>
          <p:grpSpPr>
            <a:xfrm>
              <a:off x="1167737" y="3651022"/>
              <a:ext cx="3921089" cy="2043643"/>
              <a:chOff x="870117" y="3893440"/>
              <a:chExt cx="3921089" cy="2043643"/>
            </a:xfrm>
          </p:grpSpPr>
          <p:sp>
            <p:nvSpPr>
              <p:cNvPr id="196" name="Freeform 20"/>
              <p:cNvSpPr>
                <a:spLocks/>
              </p:cNvSpPr>
              <p:nvPr/>
            </p:nvSpPr>
            <p:spPr bwMode="auto">
              <a:xfrm>
                <a:off x="870117" y="4269388"/>
                <a:ext cx="3921089" cy="1667695"/>
              </a:xfrm>
              <a:custGeom>
                <a:avLst/>
                <a:gdLst>
                  <a:gd name="T0" fmla="*/ 0 w 3421"/>
                  <a:gd name="T1" fmla="*/ 398 h 1455"/>
                  <a:gd name="T2" fmla="*/ 1644 w 3421"/>
                  <a:gd name="T3" fmla="*/ 1455 h 1455"/>
                  <a:gd name="T4" fmla="*/ 3421 w 3421"/>
                  <a:gd name="T5" fmla="*/ 986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6"/>
                    </a:lnTo>
                    <a:lnTo>
                      <a:pt x="1788"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97" name="Group 196"/>
              <p:cNvGrpSpPr/>
              <p:nvPr/>
            </p:nvGrpSpPr>
            <p:grpSpPr>
              <a:xfrm>
                <a:off x="870117" y="3893440"/>
                <a:ext cx="3921089" cy="2043643"/>
                <a:chOff x="870117" y="3893440"/>
                <a:chExt cx="3921089" cy="2043643"/>
              </a:xfrm>
            </p:grpSpPr>
            <p:sp>
              <p:nvSpPr>
                <p:cNvPr id="198" name="Freeform 21"/>
                <p:cNvSpPr>
                  <a:spLocks/>
                </p:cNvSpPr>
                <p:nvPr/>
              </p:nvSpPr>
              <p:spPr bwMode="auto">
                <a:xfrm>
                  <a:off x="870117" y="4349621"/>
                  <a:ext cx="1884323" cy="1587462"/>
                </a:xfrm>
                <a:custGeom>
                  <a:avLst/>
                  <a:gdLst>
                    <a:gd name="T0" fmla="*/ 0 w 1644"/>
                    <a:gd name="T1" fmla="*/ 0 h 1385"/>
                    <a:gd name="T2" fmla="*/ 0 w 1644"/>
                    <a:gd name="T3" fmla="*/ 328 h 1385"/>
                    <a:gd name="T4" fmla="*/ 1644 w 1644"/>
                    <a:gd name="T5" fmla="*/ 1385 h 1385"/>
                    <a:gd name="T6" fmla="*/ 1644 w 1644"/>
                    <a:gd name="T7" fmla="*/ 1057 h 1385"/>
                    <a:gd name="T8" fmla="*/ 0 w 1644"/>
                    <a:gd name="T9" fmla="*/ 0 h 1385"/>
                  </a:gdLst>
                  <a:ahLst/>
                  <a:cxnLst>
                    <a:cxn ang="0">
                      <a:pos x="T0" y="T1"/>
                    </a:cxn>
                    <a:cxn ang="0">
                      <a:pos x="T2" y="T3"/>
                    </a:cxn>
                    <a:cxn ang="0">
                      <a:pos x="T4" y="T5"/>
                    </a:cxn>
                    <a:cxn ang="0">
                      <a:pos x="T6" y="T7"/>
                    </a:cxn>
                    <a:cxn ang="0">
                      <a:pos x="T8" y="T9"/>
                    </a:cxn>
                  </a:cxnLst>
                  <a:rect l="0" t="0" r="r" b="b"/>
                  <a:pathLst>
                    <a:path w="1644" h="1385">
                      <a:moveTo>
                        <a:pt x="0" y="0"/>
                      </a:moveTo>
                      <a:lnTo>
                        <a:pt x="0" y="328"/>
                      </a:lnTo>
                      <a:lnTo>
                        <a:pt x="1644" y="1385"/>
                      </a:lnTo>
                      <a:lnTo>
                        <a:pt x="1644" y="1057"/>
                      </a:lnTo>
                      <a:lnTo>
                        <a:pt x="0" y="0"/>
                      </a:lnTo>
                      <a:close/>
                    </a:path>
                  </a:pathLst>
                </a:custGeom>
                <a:solidFill>
                  <a:srgbClr val="4B2C50">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9" name="Freeform 22"/>
                <p:cNvSpPr>
                  <a:spLocks/>
                </p:cNvSpPr>
                <p:nvPr/>
              </p:nvSpPr>
              <p:spPr bwMode="auto">
                <a:xfrm>
                  <a:off x="2754440" y="5045353"/>
                  <a:ext cx="1922147" cy="848175"/>
                </a:xfrm>
                <a:custGeom>
                  <a:avLst/>
                  <a:gdLst>
                    <a:gd name="T0" fmla="*/ 1677 w 1677"/>
                    <a:gd name="T1" fmla="*/ 287 h 740"/>
                    <a:gd name="T2" fmla="*/ 1677 w 1677"/>
                    <a:gd name="T3" fmla="*/ 0 h 740"/>
                    <a:gd name="T4" fmla="*/ 0 w 1677"/>
                    <a:gd name="T5" fmla="*/ 450 h 740"/>
                    <a:gd name="T6" fmla="*/ 0 w 1677"/>
                    <a:gd name="T7" fmla="*/ 740 h 740"/>
                    <a:gd name="T8" fmla="*/ 1677 w 1677"/>
                    <a:gd name="T9" fmla="*/ 287 h 740"/>
                  </a:gdLst>
                  <a:ahLst/>
                  <a:cxnLst>
                    <a:cxn ang="0">
                      <a:pos x="T0" y="T1"/>
                    </a:cxn>
                    <a:cxn ang="0">
                      <a:pos x="T2" y="T3"/>
                    </a:cxn>
                    <a:cxn ang="0">
                      <a:pos x="T4" y="T5"/>
                    </a:cxn>
                    <a:cxn ang="0">
                      <a:pos x="T6" y="T7"/>
                    </a:cxn>
                    <a:cxn ang="0">
                      <a:pos x="T8" y="T9"/>
                    </a:cxn>
                  </a:cxnLst>
                  <a:rect l="0" t="0" r="r" b="b"/>
                  <a:pathLst>
                    <a:path w="1677" h="740">
                      <a:moveTo>
                        <a:pt x="1677" y="287"/>
                      </a:moveTo>
                      <a:lnTo>
                        <a:pt x="1677" y="0"/>
                      </a:lnTo>
                      <a:lnTo>
                        <a:pt x="0" y="450"/>
                      </a:lnTo>
                      <a:lnTo>
                        <a:pt x="0" y="740"/>
                      </a:lnTo>
                      <a:lnTo>
                        <a:pt x="1677"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0" name="Freeform 23"/>
                <p:cNvSpPr>
                  <a:spLocks/>
                </p:cNvSpPr>
                <p:nvPr/>
              </p:nvSpPr>
              <p:spPr bwMode="auto">
                <a:xfrm>
                  <a:off x="870117" y="3893440"/>
                  <a:ext cx="3921089" cy="1667695"/>
                </a:xfrm>
                <a:custGeom>
                  <a:avLst/>
                  <a:gdLst>
                    <a:gd name="T0" fmla="*/ 0 w 3421"/>
                    <a:gd name="T1" fmla="*/ 398 h 1455"/>
                    <a:gd name="T2" fmla="*/ 1644 w 3421"/>
                    <a:gd name="T3" fmla="*/ 1455 h 1455"/>
                    <a:gd name="T4" fmla="*/ 3421 w 3421"/>
                    <a:gd name="T5" fmla="*/ 985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5"/>
                      </a:lnTo>
                      <a:lnTo>
                        <a:pt x="1788" y="0"/>
                      </a:lnTo>
                      <a:lnTo>
                        <a:pt x="0" y="398"/>
                      </a:lnTo>
                      <a:close/>
                    </a:path>
                  </a:pathLst>
                </a:custGeom>
                <a:solidFill>
                  <a:srgbClr val="4B2C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78" name="Group 177"/>
            <p:cNvGrpSpPr/>
            <p:nvPr/>
          </p:nvGrpSpPr>
          <p:grpSpPr>
            <a:xfrm>
              <a:off x="1639410" y="3166362"/>
              <a:ext cx="3921089" cy="2043643"/>
              <a:chOff x="596179" y="3246993"/>
              <a:chExt cx="3921089" cy="2043643"/>
            </a:xfrm>
          </p:grpSpPr>
          <p:sp>
            <p:nvSpPr>
              <p:cNvPr id="191" name="Freeform 24"/>
              <p:cNvSpPr>
                <a:spLocks/>
              </p:cNvSpPr>
              <p:nvPr/>
            </p:nvSpPr>
            <p:spPr bwMode="auto">
              <a:xfrm>
                <a:off x="596179" y="3622941"/>
                <a:ext cx="3921089" cy="1667695"/>
              </a:xfrm>
              <a:custGeom>
                <a:avLst/>
                <a:gdLst>
                  <a:gd name="T0" fmla="*/ 0 w 3421"/>
                  <a:gd name="T1" fmla="*/ 398 h 1455"/>
                  <a:gd name="T2" fmla="*/ 1644 w 3421"/>
                  <a:gd name="T3" fmla="*/ 1455 h 1455"/>
                  <a:gd name="T4" fmla="*/ 3421 w 3421"/>
                  <a:gd name="T5" fmla="*/ 986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6"/>
                    </a:lnTo>
                    <a:lnTo>
                      <a:pt x="1788"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92" name="Group 191"/>
              <p:cNvGrpSpPr/>
              <p:nvPr/>
            </p:nvGrpSpPr>
            <p:grpSpPr>
              <a:xfrm>
                <a:off x="596179" y="3246993"/>
                <a:ext cx="3921089" cy="2043643"/>
                <a:chOff x="596179" y="3246993"/>
                <a:chExt cx="3921089" cy="2043643"/>
              </a:xfrm>
            </p:grpSpPr>
            <p:sp>
              <p:nvSpPr>
                <p:cNvPr id="193" name="Freeform 25"/>
                <p:cNvSpPr>
                  <a:spLocks/>
                </p:cNvSpPr>
                <p:nvPr/>
              </p:nvSpPr>
              <p:spPr bwMode="auto">
                <a:xfrm>
                  <a:off x="596179" y="3703174"/>
                  <a:ext cx="1884323" cy="1587462"/>
                </a:xfrm>
                <a:custGeom>
                  <a:avLst/>
                  <a:gdLst>
                    <a:gd name="T0" fmla="*/ 0 w 1644"/>
                    <a:gd name="T1" fmla="*/ 0 h 1385"/>
                    <a:gd name="T2" fmla="*/ 0 w 1644"/>
                    <a:gd name="T3" fmla="*/ 328 h 1385"/>
                    <a:gd name="T4" fmla="*/ 1644 w 1644"/>
                    <a:gd name="T5" fmla="*/ 1385 h 1385"/>
                    <a:gd name="T6" fmla="*/ 1644 w 1644"/>
                    <a:gd name="T7" fmla="*/ 1057 h 1385"/>
                    <a:gd name="T8" fmla="*/ 0 w 1644"/>
                    <a:gd name="T9" fmla="*/ 0 h 1385"/>
                  </a:gdLst>
                  <a:ahLst/>
                  <a:cxnLst>
                    <a:cxn ang="0">
                      <a:pos x="T0" y="T1"/>
                    </a:cxn>
                    <a:cxn ang="0">
                      <a:pos x="T2" y="T3"/>
                    </a:cxn>
                    <a:cxn ang="0">
                      <a:pos x="T4" y="T5"/>
                    </a:cxn>
                    <a:cxn ang="0">
                      <a:pos x="T6" y="T7"/>
                    </a:cxn>
                    <a:cxn ang="0">
                      <a:pos x="T8" y="T9"/>
                    </a:cxn>
                  </a:cxnLst>
                  <a:rect l="0" t="0" r="r" b="b"/>
                  <a:pathLst>
                    <a:path w="1644" h="1385">
                      <a:moveTo>
                        <a:pt x="0" y="0"/>
                      </a:moveTo>
                      <a:lnTo>
                        <a:pt x="0" y="328"/>
                      </a:lnTo>
                      <a:lnTo>
                        <a:pt x="1644" y="1385"/>
                      </a:lnTo>
                      <a:lnTo>
                        <a:pt x="1644" y="1057"/>
                      </a:lnTo>
                      <a:lnTo>
                        <a:pt x="0" y="0"/>
                      </a:lnTo>
                      <a:close/>
                    </a:path>
                  </a:pathLst>
                </a:custGeom>
                <a:solidFill>
                  <a:srgbClr val="16A085">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4" name="Freeform 26"/>
                <p:cNvSpPr>
                  <a:spLocks/>
                </p:cNvSpPr>
                <p:nvPr/>
              </p:nvSpPr>
              <p:spPr bwMode="auto">
                <a:xfrm>
                  <a:off x="2480503" y="4398906"/>
                  <a:ext cx="1922147" cy="848175"/>
                </a:xfrm>
                <a:custGeom>
                  <a:avLst/>
                  <a:gdLst>
                    <a:gd name="T0" fmla="*/ 1677 w 1677"/>
                    <a:gd name="T1" fmla="*/ 287 h 740"/>
                    <a:gd name="T2" fmla="*/ 1677 w 1677"/>
                    <a:gd name="T3" fmla="*/ 0 h 740"/>
                    <a:gd name="T4" fmla="*/ 0 w 1677"/>
                    <a:gd name="T5" fmla="*/ 450 h 740"/>
                    <a:gd name="T6" fmla="*/ 0 w 1677"/>
                    <a:gd name="T7" fmla="*/ 740 h 740"/>
                    <a:gd name="T8" fmla="*/ 1677 w 1677"/>
                    <a:gd name="T9" fmla="*/ 287 h 740"/>
                  </a:gdLst>
                  <a:ahLst/>
                  <a:cxnLst>
                    <a:cxn ang="0">
                      <a:pos x="T0" y="T1"/>
                    </a:cxn>
                    <a:cxn ang="0">
                      <a:pos x="T2" y="T3"/>
                    </a:cxn>
                    <a:cxn ang="0">
                      <a:pos x="T4" y="T5"/>
                    </a:cxn>
                    <a:cxn ang="0">
                      <a:pos x="T6" y="T7"/>
                    </a:cxn>
                    <a:cxn ang="0">
                      <a:pos x="T8" y="T9"/>
                    </a:cxn>
                  </a:cxnLst>
                  <a:rect l="0" t="0" r="r" b="b"/>
                  <a:pathLst>
                    <a:path w="1677" h="740">
                      <a:moveTo>
                        <a:pt x="1677" y="287"/>
                      </a:moveTo>
                      <a:lnTo>
                        <a:pt x="1677" y="0"/>
                      </a:lnTo>
                      <a:lnTo>
                        <a:pt x="0" y="450"/>
                      </a:lnTo>
                      <a:lnTo>
                        <a:pt x="0" y="740"/>
                      </a:lnTo>
                      <a:lnTo>
                        <a:pt x="1677"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5" name="Freeform 27"/>
                <p:cNvSpPr>
                  <a:spLocks/>
                </p:cNvSpPr>
                <p:nvPr/>
              </p:nvSpPr>
              <p:spPr bwMode="auto">
                <a:xfrm>
                  <a:off x="596179" y="3246993"/>
                  <a:ext cx="3921089" cy="1667695"/>
                </a:xfrm>
                <a:custGeom>
                  <a:avLst/>
                  <a:gdLst>
                    <a:gd name="T0" fmla="*/ 0 w 3421"/>
                    <a:gd name="T1" fmla="*/ 398 h 1455"/>
                    <a:gd name="T2" fmla="*/ 1644 w 3421"/>
                    <a:gd name="T3" fmla="*/ 1455 h 1455"/>
                    <a:gd name="T4" fmla="*/ 3421 w 3421"/>
                    <a:gd name="T5" fmla="*/ 985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5"/>
                      </a:lnTo>
                      <a:lnTo>
                        <a:pt x="1788" y="0"/>
                      </a:lnTo>
                      <a:lnTo>
                        <a:pt x="0" y="398"/>
                      </a:lnTo>
                      <a:close/>
                    </a:path>
                  </a:pathLst>
                </a:custGeom>
                <a:solidFill>
                  <a:srgbClr val="16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79" name="Group 178"/>
            <p:cNvGrpSpPr/>
            <p:nvPr/>
          </p:nvGrpSpPr>
          <p:grpSpPr>
            <a:xfrm>
              <a:off x="2117163" y="2636564"/>
              <a:ext cx="3921089" cy="2045935"/>
              <a:chOff x="827708" y="2824052"/>
              <a:chExt cx="3921089" cy="2045935"/>
            </a:xfrm>
          </p:grpSpPr>
          <p:sp>
            <p:nvSpPr>
              <p:cNvPr id="186" name="Freeform 28"/>
              <p:cNvSpPr>
                <a:spLocks/>
              </p:cNvSpPr>
              <p:nvPr/>
            </p:nvSpPr>
            <p:spPr bwMode="auto">
              <a:xfrm>
                <a:off x="827708" y="3201146"/>
                <a:ext cx="3921089" cy="1668841"/>
              </a:xfrm>
              <a:custGeom>
                <a:avLst/>
                <a:gdLst>
                  <a:gd name="T0" fmla="*/ 0 w 3421"/>
                  <a:gd name="T1" fmla="*/ 398 h 1456"/>
                  <a:gd name="T2" fmla="*/ 1644 w 3421"/>
                  <a:gd name="T3" fmla="*/ 1456 h 1456"/>
                  <a:gd name="T4" fmla="*/ 3421 w 3421"/>
                  <a:gd name="T5" fmla="*/ 987 h 1456"/>
                  <a:gd name="T6" fmla="*/ 1789 w 3421"/>
                  <a:gd name="T7" fmla="*/ 0 h 1456"/>
                  <a:gd name="T8" fmla="*/ 0 w 3421"/>
                  <a:gd name="T9" fmla="*/ 398 h 1456"/>
                </a:gdLst>
                <a:ahLst/>
                <a:cxnLst>
                  <a:cxn ang="0">
                    <a:pos x="T0" y="T1"/>
                  </a:cxn>
                  <a:cxn ang="0">
                    <a:pos x="T2" y="T3"/>
                  </a:cxn>
                  <a:cxn ang="0">
                    <a:pos x="T4" y="T5"/>
                  </a:cxn>
                  <a:cxn ang="0">
                    <a:pos x="T6" y="T7"/>
                  </a:cxn>
                  <a:cxn ang="0">
                    <a:pos x="T8" y="T9"/>
                  </a:cxn>
                </a:cxnLst>
                <a:rect l="0" t="0" r="r" b="b"/>
                <a:pathLst>
                  <a:path w="3421" h="1456">
                    <a:moveTo>
                      <a:pt x="0" y="398"/>
                    </a:moveTo>
                    <a:lnTo>
                      <a:pt x="1644" y="1456"/>
                    </a:lnTo>
                    <a:lnTo>
                      <a:pt x="3421" y="987"/>
                    </a:lnTo>
                    <a:lnTo>
                      <a:pt x="1789"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87" name="Group 186"/>
              <p:cNvGrpSpPr/>
              <p:nvPr/>
            </p:nvGrpSpPr>
            <p:grpSpPr>
              <a:xfrm>
                <a:off x="827708" y="2824052"/>
                <a:ext cx="3921089" cy="2045935"/>
                <a:chOff x="827708" y="2824052"/>
                <a:chExt cx="3921089" cy="2045935"/>
              </a:xfrm>
            </p:grpSpPr>
            <p:sp>
              <p:nvSpPr>
                <p:cNvPr id="188" name="Freeform 29"/>
                <p:cNvSpPr>
                  <a:spLocks/>
                </p:cNvSpPr>
                <p:nvPr/>
              </p:nvSpPr>
              <p:spPr bwMode="auto">
                <a:xfrm>
                  <a:off x="827708" y="3281379"/>
                  <a:ext cx="1884323" cy="1588608"/>
                </a:xfrm>
                <a:custGeom>
                  <a:avLst/>
                  <a:gdLst>
                    <a:gd name="T0" fmla="*/ 0 w 1644"/>
                    <a:gd name="T1" fmla="*/ 0 h 1386"/>
                    <a:gd name="T2" fmla="*/ 0 w 1644"/>
                    <a:gd name="T3" fmla="*/ 328 h 1386"/>
                    <a:gd name="T4" fmla="*/ 1644 w 1644"/>
                    <a:gd name="T5" fmla="*/ 1386 h 1386"/>
                    <a:gd name="T6" fmla="*/ 1644 w 1644"/>
                    <a:gd name="T7" fmla="*/ 1056 h 1386"/>
                    <a:gd name="T8" fmla="*/ 0 w 1644"/>
                    <a:gd name="T9" fmla="*/ 0 h 1386"/>
                  </a:gdLst>
                  <a:ahLst/>
                  <a:cxnLst>
                    <a:cxn ang="0">
                      <a:pos x="T0" y="T1"/>
                    </a:cxn>
                    <a:cxn ang="0">
                      <a:pos x="T2" y="T3"/>
                    </a:cxn>
                    <a:cxn ang="0">
                      <a:pos x="T4" y="T5"/>
                    </a:cxn>
                    <a:cxn ang="0">
                      <a:pos x="T6" y="T7"/>
                    </a:cxn>
                    <a:cxn ang="0">
                      <a:pos x="T8" y="T9"/>
                    </a:cxn>
                  </a:cxnLst>
                  <a:rect l="0" t="0" r="r" b="b"/>
                  <a:pathLst>
                    <a:path w="1644" h="1386">
                      <a:moveTo>
                        <a:pt x="0" y="0"/>
                      </a:moveTo>
                      <a:lnTo>
                        <a:pt x="0" y="328"/>
                      </a:lnTo>
                      <a:lnTo>
                        <a:pt x="1644" y="1386"/>
                      </a:lnTo>
                      <a:lnTo>
                        <a:pt x="1644" y="1056"/>
                      </a:lnTo>
                      <a:lnTo>
                        <a:pt x="0" y="0"/>
                      </a:lnTo>
                      <a:close/>
                    </a:path>
                  </a:pathLst>
                </a:custGeom>
                <a:solidFill>
                  <a:srgbClr val="2980B9">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9" name="Freeform 30"/>
                <p:cNvSpPr>
                  <a:spLocks/>
                </p:cNvSpPr>
                <p:nvPr/>
              </p:nvSpPr>
              <p:spPr bwMode="auto">
                <a:xfrm>
                  <a:off x="2712031" y="3978258"/>
                  <a:ext cx="1923294" cy="848175"/>
                </a:xfrm>
                <a:custGeom>
                  <a:avLst/>
                  <a:gdLst>
                    <a:gd name="T0" fmla="*/ 1678 w 1678"/>
                    <a:gd name="T1" fmla="*/ 287 h 740"/>
                    <a:gd name="T2" fmla="*/ 1678 w 1678"/>
                    <a:gd name="T3" fmla="*/ 0 h 740"/>
                    <a:gd name="T4" fmla="*/ 0 w 1678"/>
                    <a:gd name="T5" fmla="*/ 448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48"/>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0" name="Freeform 31"/>
                <p:cNvSpPr>
                  <a:spLocks/>
                </p:cNvSpPr>
                <p:nvPr/>
              </p:nvSpPr>
              <p:spPr bwMode="auto">
                <a:xfrm>
                  <a:off x="827708" y="2824052"/>
                  <a:ext cx="3921089" cy="1667695"/>
                </a:xfrm>
                <a:custGeom>
                  <a:avLst/>
                  <a:gdLst>
                    <a:gd name="T0" fmla="*/ 0 w 3421"/>
                    <a:gd name="T1" fmla="*/ 399 h 1455"/>
                    <a:gd name="T2" fmla="*/ 1644 w 3421"/>
                    <a:gd name="T3" fmla="*/ 1455 h 1455"/>
                    <a:gd name="T4" fmla="*/ 3421 w 3421"/>
                    <a:gd name="T5" fmla="*/ 987 h 1455"/>
                    <a:gd name="T6" fmla="*/ 1789 w 3421"/>
                    <a:gd name="T7" fmla="*/ 0 h 1455"/>
                    <a:gd name="T8" fmla="*/ 0 w 3421"/>
                    <a:gd name="T9" fmla="*/ 399 h 1455"/>
                  </a:gdLst>
                  <a:ahLst/>
                  <a:cxnLst>
                    <a:cxn ang="0">
                      <a:pos x="T0" y="T1"/>
                    </a:cxn>
                    <a:cxn ang="0">
                      <a:pos x="T2" y="T3"/>
                    </a:cxn>
                    <a:cxn ang="0">
                      <a:pos x="T4" y="T5"/>
                    </a:cxn>
                    <a:cxn ang="0">
                      <a:pos x="T6" y="T7"/>
                    </a:cxn>
                    <a:cxn ang="0">
                      <a:pos x="T8" y="T9"/>
                    </a:cxn>
                  </a:cxnLst>
                  <a:rect l="0" t="0" r="r" b="b"/>
                  <a:pathLst>
                    <a:path w="3421" h="1455">
                      <a:moveTo>
                        <a:pt x="0" y="399"/>
                      </a:moveTo>
                      <a:lnTo>
                        <a:pt x="1644" y="1455"/>
                      </a:lnTo>
                      <a:lnTo>
                        <a:pt x="3421" y="987"/>
                      </a:lnTo>
                      <a:lnTo>
                        <a:pt x="1789" y="0"/>
                      </a:lnTo>
                      <a:lnTo>
                        <a:pt x="0" y="399"/>
                      </a:lnTo>
                      <a:close/>
                    </a:path>
                  </a:pathLst>
                </a:custGeom>
                <a:solidFill>
                  <a:srgbClr val="2980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80" name="Group 179"/>
            <p:cNvGrpSpPr/>
            <p:nvPr/>
          </p:nvGrpSpPr>
          <p:grpSpPr>
            <a:xfrm>
              <a:off x="2626654" y="2159094"/>
              <a:ext cx="3918797" cy="2043643"/>
              <a:chOff x="1101645" y="2520314"/>
              <a:chExt cx="3918797" cy="2043643"/>
            </a:xfrm>
          </p:grpSpPr>
          <p:sp>
            <p:nvSpPr>
              <p:cNvPr id="181" name="Freeform 32"/>
              <p:cNvSpPr>
                <a:spLocks/>
              </p:cNvSpPr>
              <p:nvPr/>
            </p:nvSpPr>
            <p:spPr bwMode="auto">
              <a:xfrm>
                <a:off x="1101645" y="2896262"/>
                <a:ext cx="3918797" cy="1667695"/>
              </a:xfrm>
              <a:custGeom>
                <a:avLst/>
                <a:gdLst>
                  <a:gd name="T0" fmla="*/ 0 w 3419"/>
                  <a:gd name="T1" fmla="*/ 399 h 1455"/>
                  <a:gd name="T2" fmla="*/ 1643 w 3419"/>
                  <a:gd name="T3" fmla="*/ 1455 h 1455"/>
                  <a:gd name="T4" fmla="*/ 3419 w 3419"/>
                  <a:gd name="T5" fmla="*/ 988 h 1455"/>
                  <a:gd name="T6" fmla="*/ 1787 w 3419"/>
                  <a:gd name="T7" fmla="*/ 0 h 1455"/>
                  <a:gd name="T8" fmla="*/ 0 w 3419"/>
                  <a:gd name="T9" fmla="*/ 399 h 1455"/>
                </a:gdLst>
                <a:ahLst/>
                <a:cxnLst>
                  <a:cxn ang="0">
                    <a:pos x="T0" y="T1"/>
                  </a:cxn>
                  <a:cxn ang="0">
                    <a:pos x="T2" y="T3"/>
                  </a:cxn>
                  <a:cxn ang="0">
                    <a:pos x="T4" y="T5"/>
                  </a:cxn>
                  <a:cxn ang="0">
                    <a:pos x="T6" y="T7"/>
                  </a:cxn>
                  <a:cxn ang="0">
                    <a:pos x="T8" y="T9"/>
                  </a:cxn>
                </a:cxnLst>
                <a:rect l="0" t="0" r="r" b="b"/>
                <a:pathLst>
                  <a:path w="3419" h="1455">
                    <a:moveTo>
                      <a:pt x="0" y="399"/>
                    </a:moveTo>
                    <a:lnTo>
                      <a:pt x="1643" y="1455"/>
                    </a:lnTo>
                    <a:lnTo>
                      <a:pt x="3419" y="988"/>
                    </a:lnTo>
                    <a:lnTo>
                      <a:pt x="1787" y="0"/>
                    </a:lnTo>
                    <a:lnTo>
                      <a:pt x="0" y="399"/>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82" name="Group 181"/>
              <p:cNvGrpSpPr/>
              <p:nvPr/>
            </p:nvGrpSpPr>
            <p:grpSpPr>
              <a:xfrm>
                <a:off x="1101645" y="2520314"/>
                <a:ext cx="3918797" cy="2043642"/>
                <a:chOff x="1101645" y="2520314"/>
                <a:chExt cx="3918797" cy="2043642"/>
              </a:xfrm>
            </p:grpSpPr>
            <p:sp>
              <p:nvSpPr>
                <p:cNvPr id="183" name="Freeform 33"/>
                <p:cNvSpPr>
                  <a:spLocks/>
                </p:cNvSpPr>
                <p:nvPr/>
              </p:nvSpPr>
              <p:spPr bwMode="auto">
                <a:xfrm>
                  <a:off x="1101645" y="2976494"/>
                  <a:ext cx="1883177" cy="1587462"/>
                </a:xfrm>
                <a:custGeom>
                  <a:avLst/>
                  <a:gdLst>
                    <a:gd name="T0" fmla="*/ 0 w 1643"/>
                    <a:gd name="T1" fmla="*/ 0 h 1385"/>
                    <a:gd name="T2" fmla="*/ 0 w 1643"/>
                    <a:gd name="T3" fmla="*/ 329 h 1385"/>
                    <a:gd name="T4" fmla="*/ 1643 w 1643"/>
                    <a:gd name="T5" fmla="*/ 1385 h 1385"/>
                    <a:gd name="T6" fmla="*/ 1643 w 1643"/>
                    <a:gd name="T7" fmla="*/ 1057 h 1385"/>
                    <a:gd name="T8" fmla="*/ 0 w 1643"/>
                    <a:gd name="T9" fmla="*/ 0 h 1385"/>
                  </a:gdLst>
                  <a:ahLst/>
                  <a:cxnLst>
                    <a:cxn ang="0">
                      <a:pos x="T0" y="T1"/>
                    </a:cxn>
                    <a:cxn ang="0">
                      <a:pos x="T2" y="T3"/>
                    </a:cxn>
                    <a:cxn ang="0">
                      <a:pos x="T4" y="T5"/>
                    </a:cxn>
                    <a:cxn ang="0">
                      <a:pos x="T6" y="T7"/>
                    </a:cxn>
                    <a:cxn ang="0">
                      <a:pos x="T8" y="T9"/>
                    </a:cxn>
                  </a:cxnLst>
                  <a:rect l="0" t="0" r="r" b="b"/>
                  <a:pathLst>
                    <a:path w="1643" h="1385">
                      <a:moveTo>
                        <a:pt x="0" y="0"/>
                      </a:moveTo>
                      <a:lnTo>
                        <a:pt x="0" y="329"/>
                      </a:lnTo>
                      <a:lnTo>
                        <a:pt x="1643" y="1385"/>
                      </a:lnTo>
                      <a:lnTo>
                        <a:pt x="1643" y="1057"/>
                      </a:lnTo>
                      <a:lnTo>
                        <a:pt x="0" y="0"/>
                      </a:lnTo>
                      <a:close/>
                    </a:path>
                  </a:pathLst>
                </a:custGeom>
                <a:solidFill>
                  <a:srgbClr val="F39C12">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4" name="Freeform 34"/>
                <p:cNvSpPr>
                  <a:spLocks/>
                </p:cNvSpPr>
                <p:nvPr/>
              </p:nvSpPr>
              <p:spPr bwMode="auto">
                <a:xfrm>
                  <a:off x="2984823" y="3672227"/>
                  <a:ext cx="1923294" cy="848175"/>
                </a:xfrm>
                <a:custGeom>
                  <a:avLst/>
                  <a:gdLst>
                    <a:gd name="T0" fmla="*/ 1678 w 1678"/>
                    <a:gd name="T1" fmla="*/ 287 h 740"/>
                    <a:gd name="T2" fmla="*/ 1678 w 1678"/>
                    <a:gd name="T3" fmla="*/ 0 h 740"/>
                    <a:gd name="T4" fmla="*/ 0 w 1678"/>
                    <a:gd name="T5" fmla="*/ 450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50"/>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5" name="Freeform 35"/>
                <p:cNvSpPr>
                  <a:spLocks/>
                </p:cNvSpPr>
                <p:nvPr/>
              </p:nvSpPr>
              <p:spPr bwMode="auto">
                <a:xfrm>
                  <a:off x="1101645" y="2520314"/>
                  <a:ext cx="3918797" cy="1667695"/>
                </a:xfrm>
                <a:custGeom>
                  <a:avLst/>
                  <a:gdLst>
                    <a:gd name="T0" fmla="*/ 0 w 3419"/>
                    <a:gd name="T1" fmla="*/ 398 h 1455"/>
                    <a:gd name="T2" fmla="*/ 1643 w 3419"/>
                    <a:gd name="T3" fmla="*/ 1455 h 1455"/>
                    <a:gd name="T4" fmla="*/ 3419 w 3419"/>
                    <a:gd name="T5" fmla="*/ 987 h 1455"/>
                    <a:gd name="T6" fmla="*/ 1787 w 3419"/>
                    <a:gd name="T7" fmla="*/ 0 h 1455"/>
                    <a:gd name="T8" fmla="*/ 0 w 3419"/>
                    <a:gd name="T9" fmla="*/ 398 h 1455"/>
                  </a:gdLst>
                  <a:ahLst/>
                  <a:cxnLst>
                    <a:cxn ang="0">
                      <a:pos x="T0" y="T1"/>
                    </a:cxn>
                    <a:cxn ang="0">
                      <a:pos x="T2" y="T3"/>
                    </a:cxn>
                    <a:cxn ang="0">
                      <a:pos x="T4" y="T5"/>
                    </a:cxn>
                    <a:cxn ang="0">
                      <a:pos x="T6" y="T7"/>
                    </a:cxn>
                    <a:cxn ang="0">
                      <a:pos x="T8" y="T9"/>
                    </a:cxn>
                  </a:cxnLst>
                  <a:rect l="0" t="0" r="r" b="b"/>
                  <a:pathLst>
                    <a:path w="3419" h="1455">
                      <a:moveTo>
                        <a:pt x="0" y="398"/>
                      </a:moveTo>
                      <a:lnTo>
                        <a:pt x="1643" y="1455"/>
                      </a:lnTo>
                      <a:lnTo>
                        <a:pt x="3419" y="987"/>
                      </a:lnTo>
                      <a:lnTo>
                        <a:pt x="1787" y="0"/>
                      </a:lnTo>
                      <a:lnTo>
                        <a:pt x="0" y="398"/>
                      </a:lnTo>
                      <a:close/>
                    </a:path>
                  </a:pathLst>
                </a:custGeom>
                <a:solidFill>
                  <a:srgbClr val="F39C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sp>
        <p:nvSpPr>
          <p:cNvPr id="204" name="Freeform 12"/>
          <p:cNvSpPr>
            <a:spLocks/>
          </p:cNvSpPr>
          <p:nvPr/>
        </p:nvSpPr>
        <p:spPr bwMode="auto">
          <a:xfrm>
            <a:off x="1490241" y="1499024"/>
            <a:ext cx="1994630" cy="3777137"/>
          </a:xfrm>
          <a:custGeom>
            <a:avLst/>
            <a:gdLst>
              <a:gd name="T0" fmla="*/ 966 w 1077"/>
              <a:gd name="T1" fmla="*/ 315 h 1781"/>
              <a:gd name="T2" fmla="*/ 793 w 1077"/>
              <a:gd name="T3" fmla="*/ 486 h 1781"/>
              <a:gd name="T4" fmla="*/ 650 w 1077"/>
              <a:gd name="T5" fmla="*/ 297 h 1781"/>
              <a:gd name="T6" fmla="*/ 625 w 1077"/>
              <a:gd name="T7" fmla="*/ 266 h 1781"/>
              <a:gd name="T8" fmla="*/ 632 w 1077"/>
              <a:gd name="T9" fmla="*/ 236 h 1781"/>
              <a:gd name="T10" fmla="*/ 682 w 1077"/>
              <a:gd name="T11" fmla="*/ 187 h 1781"/>
              <a:gd name="T12" fmla="*/ 698 w 1077"/>
              <a:gd name="T13" fmla="*/ 150 h 1781"/>
              <a:gd name="T14" fmla="*/ 665 w 1077"/>
              <a:gd name="T15" fmla="*/ 82 h 1781"/>
              <a:gd name="T16" fmla="*/ 661 w 1077"/>
              <a:gd name="T17" fmla="*/ 50 h 1781"/>
              <a:gd name="T18" fmla="*/ 627 w 1077"/>
              <a:gd name="T19" fmla="*/ 24 h 1781"/>
              <a:gd name="T20" fmla="*/ 576 w 1077"/>
              <a:gd name="T21" fmla="*/ 3 h 1781"/>
              <a:gd name="T22" fmla="*/ 492 w 1077"/>
              <a:gd name="T23" fmla="*/ 48 h 1781"/>
              <a:gd name="T24" fmla="*/ 471 w 1077"/>
              <a:gd name="T25" fmla="*/ 119 h 1781"/>
              <a:gd name="T26" fmla="*/ 513 w 1077"/>
              <a:gd name="T27" fmla="*/ 199 h 1781"/>
              <a:gd name="T28" fmla="*/ 495 w 1077"/>
              <a:gd name="T29" fmla="*/ 223 h 1781"/>
              <a:gd name="T30" fmla="*/ 386 w 1077"/>
              <a:gd name="T31" fmla="*/ 230 h 1781"/>
              <a:gd name="T32" fmla="*/ 106 w 1077"/>
              <a:gd name="T33" fmla="*/ 313 h 1781"/>
              <a:gd name="T34" fmla="*/ 60 w 1077"/>
              <a:gd name="T35" fmla="*/ 630 h 1781"/>
              <a:gd name="T36" fmla="*/ 138 w 1077"/>
              <a:gd name="T37" fmla="*/ 599 h 1781"/>
              <a:gd name="T38" fmla="*/ 169 w 1077"/>
              <a:gd name="T39" fmla="*/ 527 h 1781"/>
              <a:gd name="T40" fmla="*/ 176 w 1077"/>
              <a:gd name="T41" fmla="*/ 406 h 1781"/>
              <a:gd name="T42" fmla="*/ 220 w 1077"/>
              <a:gd name="T43" fmla="*/ 373 h 1781"/>
              <a:gd name="T44" fmla="*/ 308 w 1077"/>
              <a:gd name="T45" fmla="*/ 360 h 1781"/>
              <a:gd name="T46" fmla="*/ 317 w 1077"/>
              <a:gd name="T47" fmla="*/ 358 h 1781"/>
              <a:gd name="T48" fmla="*/ 256 w 1077"/>
              <a:gd name="T49" fmla="*/ 760 h 1781"/>
              <a:gd name="T50" fmla="*/ 254 w 1077"/>
              <a:gd name="T51" fmla="*/ 794 h 1781"/>
              <a:gd name="T52" fmla="*/ 261 w 1077"/>
              <a:gd name="T53" fmla="*/ 896 h 1781"/>
              <a:gd name="T54" fmla="*/ 123 w 1077"/>
              <a:gd name="T55" fmla="*/ 1406 h 1781"/>
              <a:gd name="T56" fmla="*/ 47 w 1077"/>
              <a:gd name="T57" fmla="*/ 1578 h 1781"/>
              <a:gd name="T58" fmla="*/ 4 w 1077"/>
              <a:gd name="T59" fmla="*/ 1633 h 1781"/>
              <a:gd name="T60" fmla="*/ 56 w 1077"/>
              <a:gd name="T61" fmla="*/ 1688 h 1781"/>
              <a:gd name="T62" fmla="*/ 104 w 1077"/>
              <a:gd name="T63" fmla="*/ 1714 h 1781"/>
              <a:gd name="T64" fmla="*/ 122 w 1077"/>
              <a:gd name="T65" fmla="*/ 1741 h 1781"/>
              <a:gd name="T66" fmla="*/ 174 w 1077"/>
              <a:gd name="T67" fmla="*/ 1703 h 1781"/>
              <a:gd name="T68" fmla="*/ 161 w 1077"/>
              <a:gd name="T69" fmla="*/ 1636 h 1781"/>
              <a:gd name="T70" fmla="*/ 323 w 1077"/>
              <a:gd name="T71" fmla="*/ 1294 h 1781"/>
              <a:gd name="T72" fmla="*/ 385 w 1077"/>
              <a:gd name="T73" fmla="*/ 1152 h 1781"/>
              <a:gd name="T74" fmla="*/ 481 w 1077"/>
              <a:gd name="T75" fmla="*/ 943 h 1781"/>
              <a:gd name="T76" fmla="*/ 699 w 1077"/>
              <a:gd name="T77" fmla="*/ 879 h 1781"/>
              <a:gd name="T78" fmla="*/ 682 w 1077"/>
              <a:gd name="T79" fmla="*/ 976 h 1781"/>
              <a:gd name="T80" fmla="*/ 632 w 1077"/>
              <a:gd name="T81" fmla="*/ 1141 h 1781"/>
              <a:gd name="T82" fmla="*/ 618 w 1077"/>
              <a:gd name="T83" fmla="*/ 1225 h 1781"/>
              <a:gd name="T84" fmla="*/ 670 w 1077"/>
              <a:gd name="T85" fmla="*/ 1269 h 1781"/>
              <a:gd name="T86" fmla="*/ 795 w 1077"/>
              <a:gd name="T87" fmla="*/ 1285 h 1781"/>
              <a:gd name="T88" fmla="*/ 830 w 1077"/>
              <a:gd name="T89" fmla="*/ 1219 h 1781"/>
              <a:gd name="T90" fmla="*/ 746 w 1077"/>
              <a:gd name="T91" fmla="*/ 1165 h 1781"/>
              <a:gd name="T92" fmla="*/ 840 w 1077"/>
              <a:gd name="T93" fmla="*/ 864 h 1781"/>
              <a:gd name="T94" fmla="*/ 831 w 1077"/>
              <a:gd name="T95" fmla="*/ 762 h 1781"/>
              <a:gd name="T96" fmla="*/ 507 w 1077"/>
              <a:gd name="T97" fmla="*/ 757 h 1781"/>
              <a:gd name="T98" fmla="*/ 508 w 1077"/>
              <a:gd name="T99" fmla="*/ 758 h 1781"/>
              <a:gd name="T100" fmla="*/ 560 w 1077"/>
              <a:gd name="T101" fmla="*/ 658 h 1781"/>
              <a:gd name="T102" fmla="*/ 607 w 1077"/>
              <a:gd name="T103" fmla="*/ 511 h 1781"/>
              <a:gd name="T104" fmla="*/ 643 w 1077"/>
              <a:gd name="T105" fmla="*/ 449 h 1781"/>
              <a:gd name="T106" fmla="*/ 784 w 1077"/>
              <a:gd name="T107" fmla="*/ 596 h 1781"/>
              <a:gd name="T108" fmla="*/ 836 w 1077"/>
              <a:gd name="T109" fmla="*/ 566 h 1781"/>
              <a:gd name="T110" fmla="*/ 999 w 1077"/>
              <a:gd name="T111" fmla="*/ 402 h 1781"/>
              <a:gd name="T112" fmla="*/ 1042 w 1077"/>
              <a:gd name="T113" fmla="*/ 374 h 1781"/>
              <a:gd name="T114" fmla="*/ 1033 w 1077"/>
              <a:gd name="T115" fmla="*/ 280 h 1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7" h="1781">
                <a:moveTo>
                  <a:pt x="1033" y="280"/>
                </a:moveTo>
                <a:cubicBezTo>
                  <a:pt x="1018" y="287"/>
                  <a:pt x="970" y="303"/>
                  <a:pt x="966" y="315"/>
                </a:cubicBezTo>
                <a:cubicBezTo>
                  <a:pt x="962" y="326"/>
                  <a:pt x="967" y="350"/>
                  <a:pt x="951" y="359"/>
                </a:cubicBezTo>
                <a:cubicBezTo>
                  <a:pt x="936" y="368"/>
                  <a:pt x="803" y="466"/>
                  <a:pt x="793" y="486"/>
                </a:cubicBezTo>
                <a:cubicBezTo>
                  <a:pt x="793" y="486"/>
                  <a:pt x="745" y="390"/>
                  <a:pt x="717" y="375"/>
                </a:cubicBezTo>
                <a:cubicBezTo>
                  <a:pt x="717" y="375"/>
                  <a:pt x="708" y="301"/>
                  <a:pt x="650" y="297"/>
                </a:cubicBezTo>
                <a:cubicBezTo>
                  <a:pt x="629" y="296"/>
                  <a:pt x="617" y="294"/>
                  <a:pt x="609" y="291"/>
                </a:cubicBezTo>
                <a:cubicBezTo>
                  <a:pt x="625" y="266"/>
                  <a:pt x="625" y="266"/>
                  <a:pt x="625" y="266"/>
                </a:cubicBezTo>
                <a:cubicBezTo>
                  <a:pt x="609" y="266"/>
                  <a:pt x="609" y="266"/>
                  <a:pt x="609" y="266"/>
                </a:cubicBezTo>
                <a:cubicBezTo>
                  <a:pt x="617" y="253"/>
                  <a:pt x="628" y="236"/>
                  <a:pt x="632" y="236"/>
                </a:cubicBezTo>
                <a:cubicBezTo>
                  <a:pt x="637" y="235"/>
                  <a:pt x="674" y="230"/>
                  <a:pt x="679" y="228"/>
                </a:cubicBezTo>
                <a:cubicBezTo>
                  <a:pt x="683" y="225"/>
                  <a:pt x="687" y="201"/>
                  <a:pt x="682" y="187"/>
                </a:cubicBezTo>
                <a:cubicBezTo>
                  <a:pt x="677" y="173"/>
                  <a:pt x="687" y="159"/>
                  <a:pt x="687" y="159"/>
                </a:cubicBezTo>
                <a:cubicBezTo>
                  <a:pt x="698" y="150"/>
                  <a:pt x="698" y="150"/>
                  <a:pt x="698" y="150"/>
                </a:cubicBezTo>
                <a:cubicBezTo>
                  <a:pt x="698" y="150"/>
                  <a:pt x="684" y="128"/>
                  <a:pt x="676" y="117"/>
                </a:cubicBezTo>
                <a:cubicBezTo>
                  <a:pt x="667" y="106"/>
                  <a:pt x="669" y="92"/>
                  <a:pt x="665" y="82"/>
                </a:cubicBezTo>
                <a:cubicBezTo>
                  <a:pt x="661" y="72"/>
                  <a:pt x="672" y="65"/>
                  <a:pt x="672" y="65"/>
                </a:cubicBezTo>
                <a:cubicBezTo>
                  <a:pt x="672" y="65"/>
                  <a:pt x="668" y="55"/>
                  <a:pt x="661" y="50"/>
                </a:cubicBezTo>
                <a:cubicBezTo>
                  <a:pt x="653" y="46"/>
                  <a:pt x="666" y="44"/>
                  <a:pt x="649" y="36"/>
                </a:cubicBezTo>
                <a:cubicBezTo>
                  <a:pt x="632" y="28"/>
                  <a:pt x="641" y="32"/>
                  <a:pt x="627" y="24"/>
                </a:cubicBezTo>
                <a:cubicBezTo>
                  <a:pt x="612" y="16"/>
                  <a:pt x="634" y="21"/>
                  <a:pt x="612" y="16"/>
                </a:cubicBezTo>
                <a:cubicBezTo>
                  <a:pt x="591" y="11"/>
                  <a:pt x="579" y="3"/>
                  <a:pt x="576" y="3"/>
                </a:cubicBezTo>
                <a:cubicBezTo>
                  <a:pt x="573" y="3"/>
                  <a:pt x="582" y="6"/>
                  <a:pt x="573" y="3"/>
                </a:cubicBezTo>
                <a:cubicBezTo>
                  <a:pt x="563" y="0"/>
                  <a:pt x="498" y="33"/>
                  <a:pt x="492" y="48"/>
                </a:cubicBezTo>
                <a:cubicBezTo>
                  <a:pt x="485" y="64"/>
                  <a:pt x="475" y="83"/>
                  <a:pt x="475" y="83"/>
                </a:cubicBezTo>
                <a:cubicBezTo>
                  <a:pt x="475" y="83"/>
                  <a:pt x="469" y="104"/>
                  <a:pt x="471" y="119"/>
                </a:cubicBezTo>
                <a:cubicBezTo>
                  <a:pt x="474" y="134"/>
                  <a:pt x="484" y="147"/>
                  <a:pt x="488" y="152"/>
                </a:cubicBezTo>
                <a:cubicBezTo>
                  <a:pt x="491" y="156"/>
                  <a:pt x="508" y="184"/>
                  <a:pt x="513" y="199"/>
                </a:cubicBezTo>
                <a:cubicBezTo>
                  <a:pt x="517" y="212"/>
                  <a:pt x="521" y="228"/>
                  <a:pt x="506" y="235"/>
                </a:cubicBezTo>
                <a:cubicBezTo>
                  <a:pt x="495" y="223"/>
                  <a:pt x="495" y="223"/>
                  <a:pt x="495" y="223"/>
                </a:cubicBezTo>
                <a:cubicBezTo>
                  <a:pt x="476" y="237"/>
                  <a:pt x="476" y="237"/>
                  <a:pt x="476" y="237"/>
                </a:cubicBezTo>
                <a:cubicBezTo>
                  <a:pt x="454" y="233"/>
                  <a:pt x="427" y="222"/>
                  <a:pt x="386" y="230"/>
                </a:cubicBezTo>
                <a:cubicBezTo>
                  <a:pt x="333" y="241"/>
                  <a:pt x="313" y="257"/>
                  <a:pt x="281" y="265"/>
                </a:cubicBezTo>
                <a:cubicBezTo>
                  <a:pt x="249" y="272"/>
                  <a:pt x="128" y="293"/>
                  <a:pt x="106" y="313"/>
                </a:cubicBezTo>
                <a:cubicBezTo>
                  <a:pt x="84" y="332"/>
                  <a:pt x="76" y="418"/>
                  <a:pt x="82" y="553"/>
                </a:cubicBezTo>
                <a:cubicBezTo>
                  <a:pt x="82" y="553"/>
                  <a:pt x="62" y="616"/>
                  <a:pt x="60" y="630"/>
                </a:cubicBezTo>
                <a:cubicBezTo>
                  <a:pt x="59" y="644"/>
                  <a:pt x="67" y="703"/>
                  <a:pt x="139" y="690"/>
                </a:cubicBezTo>
                <a:cubicBezTo>
                  <a:pt x="203" y="679"/>
                  <a:pt x="151" y="622"/>
                  <a:pt x="138" y="599"/>
                </a:cubicBezTo>
                <a:cubicBezTo>
                  <a:pt x="146" y="594"/>
                  <a:pt x="154" y="590"/>
                  <a:pt x="154" y="590"/>
                </a:cubicBezTo>
                <a:cubicBezTo>
                  <a:pt x="154" y="590"/>
                  <a:pt x="168" y="554"/>
                  <a:pt x="169" y="527"/>
                </a:cubicBezTo>
                <a:cubicBezTo>
                  <a:pt x="169" y="510"/>
                  <a:pt x="174" y="454"/>
                  <a:pt x="176" y="409"/>
                </a:cubicBezTo>
                <a:cubicBezTo>
                  <a:pt x="176" y="408"/>
                  <a:pt x="176" y="407"/>
                  <a:pt x="176" y="406"/>
                </a:cubicBezTo>
                <a:cubicBezTo>
                  <a:pt x="178" y="394"/>
                  <a:pt x="179" y="384"/>
                  <a:pt x="180" y="378"/>
                </a:cubicBezTo>
                <a:cubicBezTo>
                  <a:pt x="190" y="376"/>
                  <a:pt x="204" y="375"/>
                  <a:pt x="220" y="373"/>
                </a:cubicBezTo>
                <a:cubicBezTo>
                  <a:pt x="224" y="373"/>
                  <a:pt x="229" y="373"/>
                  <a:pt x="234" y="372"/>
                </a:cubicBezTo>
                <a:cubicBezTo>
                  <a:pt x="265" y="370"/>
                  <a:pt x="294" y="364"/>
                  <a:pt x="308" y="360"/>
                </a:cubicBezTo>
                <a:cubicBezTo>
                  <a:pt x="308" y="360"/>
                  <a:pt x="308" y="360"/>
                  <a:pt x="308" y="360"/>
                </a:cubicBezTo>
                <a:cubicBezTo>
                  <a:pt x="311" y="360"/>
                  <a:pt x="314" y="359"/>
                  <a:pt x="317" y="358"/>
                </a:cubicBezTo>
                <a:cubicBezTo>
                  <a:pt x="317" y="360"/>
                  <a:pt x="319" y="371"/>
                  <a:pt x="322" y="385"/>
                </a:cubicBezTo>
                <a:cubicBezTo>
                  <a:pt x="310" y="466"/>
                  <a:pt x="270" y="740"/>
                  <a:pt x="256" y="760"/>
                </a:cubicBezTo>
                <a:cubicBezTo>
                  <a:pt x="240" y="784"/>
                  <a:pt x="232" y="799"/>
                  <a:pt x="232" y="799"/>
                </a:cubicBezTo>
                <a:cubicBezTo>
                  <a:pt x="232" y="799"/>
                  <a:pt x="242" y="797"/>
                  <a:pt x="254" y="794"/>
                </a:cubicBezTo>
                <a:cubicBezTo>
                  <a:pt x="250" y="811"/>
                  <a:pt x="249" y="832"/>
                  <a:pt x="252" y="861"/>
                </a:cubicBezTo>
                <a:cubicBezTo>
                  <a:pt x="252" y="861"/>
                  <a:pt x="254" y="876"/>
                  <a:pt x="261" y="896"/>
                </a:cubicBezTo>
                <a:cubicBezTo>
                  <a:pt x="247" y="979"/>
                  <a:pt x="227" y="1177"/>
                  <a:pt x="200" y="1256"/>
                </a:cubicBezTo>
                <a:cubicBezTo>
                  <a:pt x="174" y="1282"/>
                  <a:pt x="141" y="1326"/>
                  <a:pt x="123" y="1406"/>
                </a:cubicBezTo>
                <a:cubicBezTo>
                  <a:pt x="123" y="1406"/>
                  <a:pt x="123" y="1406"/>
                  <a:pt x="123" y="1406"/>
                </a:cubicBezTo>
                <a:cubicBezTo>
                  <a:pt x="86" y="1483"/>
                  <a:pt x="47" y="1577"/>
                  <a:pt x="47" y="1578"/>
                </a:cubicBezTo>
                <a:cubicBezTo>
                  <a:pt x="25" y="1596"/>
                  <a:pt x="10" y="1604"/>
                  <a:pt x="5" y="1627"/>
                </a:cubicBezTo>
                <a:cubicBezTo>
                  <a:pt x="4" y="1630"/>
                  <a:pt x="4" y="1631"/>
                  <a:pt x="4" y="1633"/>
                </a:cubicBezTo>
                <a:cubicBezTo>
                  <a:pt x="0" y="1665"/>
                  <a:pt x="0" y="1665"/>
                  <a:pt x="0" y="1665"/>
                </a:cubicBezTo>
                <a:cubicBezTo>
                  <a:pt x="0" y="1665"/>
                  <a:pt x="44" y="1698"/>
                  <a:pt x="56" y="1688"/>
                </a:cubicBezTo>
                <a:cubicBezTo>
                  <a:pt x="64" y="1682"/>
                  <a:pt x="74" y="1683"/>
                  <a:pt x="85" y="1692"/>
                </a:cubicBezTo>
                <a:cubicBezTo>
                  <a:pt x="91" y="1698"/>
                  <a:pt x="97" y="1705"/>
                  <a:pt x="104" y="1714"/>
                </a:cubicBezTo>
                <a:cubicBezTo>
                  <a:pt x="105" y="1715"/>
                  <a:pt x="105" y="1716"/>
                  <a:pt x="106" y="1717"/>
                </a:cubicBezTo>
                <a:cubicBezTo>
                  <a:pt x="111" y="1724"/>
                  <a:pt x="116" y="1731"/>
                  <a:pt x="122" y="1741"/>
                </a:cubicBezTo>
                <a:cubicBezTo>
                  <a:pt x="122" y="1741"/>
                  <a:pt x="153" y="1781"/>
                  <a:pt x="193" y="1765"/>
                </a:cubicBezTo>
                <a:cubicBezTo>
                  <a:pt x="193" y="1765"/>
                  <a:pt x="208" y="1732"/>
                  <a:pt x="174" y="1703"/>
                </a:cubicBezTo>
                <a:cubicBezTo>
                  <a:pt x="147" y="1680"/>
                  <a:pt x="145" y="1650"/>
                  <a:pt x="148" y="1630"/>
                </a:cubicBezTo>
                <a:cubicBezTo>
                  <a:pt x="161" y="1636"/>
                  <a:pt x="161" y="1636"/>
                  <a:pt x="161" y="1636"/>
                </a:cubicBezTo>
                <a:cubicBezTo>
                  <a:pt x="161" y="1636"/>
                  <a:pt x="161" y="1636"/>
                  <a:pt x="170" y="1587"/>
                </a:cubicBezTo>
                <a:cubicBezTo>
                  <a:pt x="179" y="1539"/>
                  <a:pt x="301" y="1314"/>
                  <a:pt x="323" y="1294"/>
                </a:cubicBezTo>
                <a:cubicBezTo>
                  <a:pt x="336" y="1282"/>
                  <a:pt x="352" y="1230"/>
                  <a:pt x="365" y="1185"/>
                </a:cubicBezTo>
                <a:cubicBezTo>
                  <a:pt x="372" y="1176"/>
                  <a:pt x="379" y="1165"/>
                  <a:pt x="385" y="1152"/>
                </a:cubicBezTo>
                <a:cubicBezTo>
                  <a:pt x="404" y="1111"/>
                  <a:pt x="437" y="960"/>
                  <a:pt x="437" y="960"/>
                </a:cubicBezTo>
                <a:cubicBezTo>
                  <a:pt x="437" y="960"/>
                  <a:pt x="470" y="949"/>
                  <a:pt x="481" y="943"/>
                </a:cubicBezTo>
                <a:cubicBezTo>
                  <a:pt x="492" y="938"/>
                  <a:pt x="508" y="937"/>
                  <a:pt x="573" y="923"/>
                </a:cubicBezTo>
                <a:cubicBezTo>
                  <a:pt x="637" y="908"/>
                  <a:pt x="699" y="879"/>
                  <a:pt x="699" y="879"/>
                </a:cubicBezTo>
                <a:cubicBezTo>
                  <a:pt x="699" y="879"/>
                  <a:pt x="679" y="928"/>
                  <a:pt x="681" y="965"/>
                </a:cubicBezTo>
                <a:cubicBezTo>
                  <a:pt x="681" y="969"/>
                  <a:pt x="682" y="972"/>
                  <a:pt x="682" y="976"/>
                </a:cubicBezTo>
                <a:cubicBezTo>
                  <a:pt x="673" y="1023"/>
                  <a:pt x="663" y="1072"/>
                  <a:pt x="657" y="1085"/>
                </a:cubicBezTo>
                <a:cubicBezTo>
                  <a:pt x="645" y="1110"/>
                  <a:pt x="632" y="1141"/>
                  <a:pt x="632" y="1141"/>
                </a:cubicBezTo>
                <a:cubicBezTo>
                  <a:pt x="632" y="1141"/>
                  <a:pt x="639" y="1142"/>
                  <a:pt x="649" y="1143"/>
                </a:cubicBezTo>
                <a:cubicBezTo>
                  <a:pt x="633" y="1177"/>
                  <a:pt x="615" y="1211"/>
                  <a:pt x="618" y="1225"/>
                </a:cubicBezTo>
                <a:cubicBezTo>
                  <a:pt x="614" y="1247"/>
                  <a:pt x="614" y="1247"/>
                  <a:pt x="614" y="1247"/>
                </a:cubicBezTo>
                <a:cubicBezTo>
                  <a:pt x="670" y="1269"/>
                  <a:pt x="670" y="1269"/>
                  <a:pt x="670" y="1269"/>
                </a:cubicBezTo>
                <a:cubicBezTo>
                  <a:pt x="670" y="1269"/>
                  <a:pt x="694" y="1263"/>
                  <a:pt x="728" y="1274"/>
                </a:cubicBezTo>
                <a:cubicBezTo>
                  <a:pt x="752" y="1285"/>
                  <a:pt x="777" y="1293"/>
                  <a:pt x="795" y="1285"/>
                </a:cubicBezTo>
                <a:cubicBezTo>
                  <a:pt x="825" y="1273"/>
                  <a:pt x="867" y="1244"/>
                  <a:pt x="867" y="1226"/>
                </a:cubicBezTo>
                <a:cubicBezTo>
                  <a:pt x="867" y="1208"/>
                  <a:pt x="855" y="1215"/>
                  <a:pt x="830" y="1219"/>
                </a:cubicBezTo>
                <a:cubicBezTo>
                  <a:pt x="806" y="1223"/>
                  <a:pt x="766" y="1195"/>
                  <a:pt x="753" y="1179"/>
                </a:cubicBezTo>
                <a:cubicBezTo>
                  <a:pt x="750" y="1176"/>
                  <a:pt x="748" y="1171"/>
                  <a:pt x="746" y="1165"/>
                </a:cubicBezTo>
                <a:cubicBezTo>
                  <a:pt x="753" y="1179"/>
                  <a:pt x="766" y="1180"/>
                  <a:pt x="766" y="1180"/>
                </a:cubicBezTo>
                <a:cubicBezTo>
                  <a:pt x="766" y="1180"/>
                  <a:pt x="817" y="952"/>
                  <a:pt x="840" y="864"/>
                </a:cubicBezTo>
                <a:cubicBezTo>
                  <a:pt x="840" y="864"/>
                  <a:pt x="840" y="864"/>
                  <a:pt x="840" y="864"/>
                </a:cubicBezTo>
                <a:cubicBezTo>
                  <a:pt x="856" y="847"/>
                  <a:pt x="886" y="780"/>
                  <a:pt x="831" y="762"/>
                </a:cubicBezTo>
                <a:cubicBezTo>
                  <a:pt x="777" y="744"/>
                  <a:pt x="577" y="746"/>
                  <a:pt x="521" y="760"/>
                </a:cubicBezTo>
                <a:cubicBezTo>
                  <a:pt x="514" y="762"/>
                  <a:pt x="510" y="761"/>
                  <a:pt x="507" y="757"/>
                </a:cubicBezTo>
                <a:cubicBezTo>
                  <a:pt x="508" y="757"/>
                  <a:pt x="508" y="757"/>
                  <a:pt x="508" y="757"/>
                </a:cubicBezTo>
                <a:cubicBezTo>
                  <a:pt x="508" y="758"/>
                  <a:pt x="508" y="758"/>
                  <a:pt x="508" y="758"/>
                </a:cubicBezTo>
                <a:cubicBezTo>
                  <a:pt x="536" y="738"/>
                  <a:pt x="536" y="738"/>
                  <a:pt x="536" y="738"/>
                </a:cubicBezTo>
                <a:cubicBezTo>
                  <a:pt x="536" y="738"/>
                  <a:pt x="543" y="691"/>
                  <a:pt x="560" y="658"/>
                </a:cubicBezTo>
                <a:cubicBezTo>
                  <a:pt x="576" y="625"/>
                  <a:pt x="599" y="520"/>
                  <a:pt x="607" y="511"/>
                </a:cubicBezTo>
                <a:cubicBezTo>
                  <a:pt x="607" y="511"/>
                  <a:pt x="607" y="511"/>
                  <a:pt x="607" y="511"/>
                </a:cubicBezTo>
                <a:cubicBezTo>
                  <a:pt x="611" y="506"/>
                  <a:pt x="615" y="500"/>
                  <a:pt x="620" y="491"/>
                </a:cubicBezTo>
                <a:cubicBezTo>
                  <a:pt x="634" y="465"/>
                  <a:pt x="643" y="449"/>
                  <a:pt x="643" y="449"/>
                </a:cubicBezTo>
                <a:cubicBezTo>
                  <a:pt x="643" y="449"/>
                  <a:pt x="695" y="520"/>
                  <a:pt x="715" y="529"/>
                </a:cubicBezTo>
                <a:cubicBezTo>
                  <a:pt x="734" y="537"/>
                  <a:pt x="767" y="599"/>
                  <a:pt x="784" y="596"/>
                </a:cubicBezTo>
                <a:cubicBezTo>
                  <a:pt x="795" y="594"/>
                  <a:pt x="812" y="585"/>
                  <a:pt x="836" y="566"/>
                </a:cubicBezTo>
                <a:cubicBezTo>
                  <a:pt x="836" y="566"/>
                  <a:pt x="836" y="566"/>
                  <a:pt x="836" y="566"/>
                </a:cubicBezTo>
                <a:cubicBezTo>
                  <a:pt x="872" y="554"/>
                  <a:pt x="1000" y="429"/>
                  <a:pt x="1013" y="425"/>
                </a:cubicBezTo>
                <a:cubicBezTo>
                  <a:pt x="1019" y="423"/>
                  <a:pt x="1010" y="412"/>
                  <a:pt x="999" y="402"/>
                </a:cubicBezTo>
                <a:cubicBezTo>
                  <a:pt x="1000" y="401"/>
                  <a:pt x="1000" y="401"/>
                  <a:pt x="1001" y="401"/>
                </a:cubicBezTo>
                <a:cubicBezTo>
                  <a:pt x="1016" y="396"/>
                  <a:pt x="1030" y="394"/>
                  <a:pt x="1042" y="374"/>
                </a:cubicBezTo>
                <a:cubicBezTo>
                  <a:pt x="1054" y="355"/>
                  <a:pt x="1077" y="306"/>
                  <a:pt x="1072" y="296"/>
                </a:cubicBezTo>
                <a:cubicBezTo>
                  <a:pt x="1067" y="287"/>
                  <a:pt x="1047" y="274"/>
                  <a:pt x="1033" y="280"/>
                </a:cubicBezTo>
                <a:close/>
              </a:path>
            </a:pathLst>
          </a:custGeom>
          <a:solidFill>
            <a:srgbClr val="2C3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7" name="Text Placeholder 6"/>
          <p:cNvSpPr txBox="1">
            <a:spLocks/>
          </p:cNvSpPr>
          <p:nvPr/>
        </p:nvSpPr>
        <p:spPr>
          <a:xfrm>
            <a:off x="5816275" y="2062086"/>
            <a:ext cx="6063049" cy="95383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0" lvl="0" indent="-571500" algn="ctr" rtl="1">
              <a:buFont typeface="+mj-lt"/>
              <a:buAutoNum type="romanUcPeriod" startAt="3"/>
            </a:pPr>
            <a:r>
              <a:rPr lang="ar-SA" sz="3200" b="1" u="sng" dirty="0">
                <a:solidFill>
                  <a:srgbClr val="0070C0"/>
                </a:solidFill>
              </a:rPr>
              <a:t>عناصر برامج التدريب والمران</a:t>
            </a:r>
            <a:endParaRPr lang="en-US" sz="3200" u="sng" dirty="0">
              <a:solidFill>
                <a:srgbClr val="0070C0"/>
              </a:solidFill>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4261819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74"/>
                                        </p:tgtEl>
                                        <p:attrNameLst>
                                          <p:attrName>style.visibility</p:attrName>
                                        </p:attrNameLst>
                                      </p:cBhvr>
                                      <p:to>
                                        <p:strVal val="visible"/>
                                      </p:to>
                                    </p:set>
                                    <p:animEffect transition="in" filter="fade">
                                      <p:cBhvr>
                                        <p:cTn id="7" dur="500"/>
                                        <p:tgtEl>
                                          <p:spTgt spid="17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04"/>
                                        </p:tgtEl>
                                        <p:attrNameLst>
                                          <p:attrName>style.visibility</p:attrName>
                                        </p:attrNameLst>
                                      </p:cBhvr>
                                      <p:to>
                                        <p:strVal val="visible"/>
                                      </p:to>
                                    </p:set>
                                    <p:animEffect transition="in" filter="fade">
                                      <p:cBhvr>
                                        <p:cTn id="11" dur="500"/>
                                        <p:tgtEl>
                                          <p:spTgt spid="20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7"/>
                                        </p:tgtEl>
                                        <p:attrNameLst>
                                          <p:attrName>style.visibility</p:attrName>
                                        </p:attrNameLst>
                                      </p:cBhvr>
                                      <p:to>
                                        <p:strVal val="visible"/>
                                      </p:to>
                                    </p:set>
                                    <p:animEffect transition="in" filter="fade">
                                      <p:cBhvr>
                                        <p:cTn id="15"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 grpId="0" animBg="1"/>
      <p:bldP spid="37"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p:cNvGrpSpPr/>
          <p:nvPr/>
        </p:nvGrpSpPr>
        <p:grpSpPr>
          <a:xfrm>
            <a:off x="4022852" y="2746821"/>
            <a:ext cx="1798116" cy="4111179"/>
            <a:chOff x="1984502" y="2746821"/>
            <a:chExt cx="1798116" cy="4111179"/>
          </a:xfrm>
          <a:effectLst>
            <a:outerShdw blurRad="50800" dist="38100" dir="2700000" algn="tl" rotWithShape="0">
              <a:prstClr val="black">
                <a:alpha val="40000"/>
              </a:prstClr>
            </a:outerShdw>
          </a:effectLst>
        </p:grpSpPr>
        <p:sp>
          <p:nvSpPr>
            <p:cNvPr id="19" name="Rectangle 18"/>
            <p:cNvSpPr/>
            <p:nvPr/>
          </p:nvSpPr>
          <p:spPr>
            <a:xfrm>
              <a:off x="2484417" y="3135086"/>
              <a:ext cx="798286" cy="372291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Freeform 24"/>
            <p:cNvSpPr/>
            <p:nvPr/>
          </p:nvSpPr>
          <p:spPr>
            <a:xfrm rot="18903448">
              <a:off x="1984502" y="2746821"/>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39" name="Group 38"/>
          <p:cNvGrpSpPr/>
          <p:nvPr/>
        </p:nvGrpSpPr>
        <p:grpSpPr>
          <a:xfrm>
            <a:off x="4821137" y="4296222"/>
            <a:ext cx="1798116" cy="2561778"/>
            <a:chOff x="2782787" y="4296222"/>
            <a:chExt cx="1798116" cy="2561778"/>
          </a:xfrm>
          <a:effectLst>
            <a:outerShdw blurRad="50800" dist="38100" dir="2700000" algn="tl" rotWithShape="0">
              <a:prstClr val="black">
                <a:alpha val="40000"/>
              </a:prstClr>
            </a:outerShdw>
          </a:effectLst>
        </p:grpSpPr>
        <p:sp>
          <p:nvSpPr>
            <p:cNvPr id="32" name="Rectangle 31"/>
            <p:cNvSpPr/>
            <p:nvPr/>
          </p:nvSpPr>
          <p:spPr>
            <a:xfrm>
              <a:off x="3282703" y="4584701"/>
              <a:ext cx="798286" cy="227329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Freeform 32"/>
            <p:cNvSpPr/>
            <p:nvPr/>
          </p:nvSpPr>
          <p:spPr>
            <a:xfrm rot="18903448">
              <a:off x="2782787" y="4296222"/>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38" name="Group 37"/>
          <p:cNvGrpSpPr/>
          <p:nvPr/>
        </p:nvGrpSpPr>
        <p:grpSpPr>
          <a:xfrm>
            <a:off x="5537949" y="2145740"/>
            <a:ext cx="1798116" cy="4726774"/>
            <a:chOff x="3564108" y="2131224"/>
            <a:chExt cx="1798116" cy="4726774"/>
          </a:xfrm>
          <a:effectLst>
            <a:outerShdw blurRad="50800" dist="38100" dir="2700000" algn="tl" rotWithShape="0">
              <a:prstClr val="black">
                <a:alpha val="40000"/>
              </a:prstClr>
            </a:outerShdw>
          </a:effectLst>
        </p:grpSpPr>
        <p:sp>
          <p:nvSpPr>
            <p:cNvPr id="34" name="Rectangle 33"/>
            <p:cNvSpPr/>
            <p:nvPr/>
          </p:nvSpPr>
          <p:spPr>
            <a:xfrm>
              <a:off x="4064023" y="2374087"/>
              <a:ext cx="798286" cy="448391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Freeform 34"/>
            <p:cNvSpPr/>
            <p:nvPr/>
          </p:nvSpPr>
          <p:spPr>
            <a:xfrm rot="18903448">
              <a:off x="3564108" y="2131224"/>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40" name="Group 39"/>
          <p:cNvGrpSpPr/>
          <p:nvPr/>
        </p:nvGrpSpPr>
        <p:grpSpPr>
          <a:xfrm>
            <a:off x="6336234" y="3376934"/>
            <a:ext cx="1798116" cy="3487144"/>
            <a:chOff x="4362393" y="3362418"/>
            <a:chExt cx="1798116" cy="3487144"/>
          </a:xfrm>
          <a:effectLst>
            <a:outerShdw blurRad="50800" dist="38100" dir="2700000" algn="tl" rotWithShape="0">
              <a:prstClr val="black">
                <a:alpha val="40000"/>
              </a:prstClr>
            </a:outerShdw>
          </a:effectLst>
        </p:grpSpPr>
        <p:sp>
          <p:nvSpPr>
            <p:cNvPr id="36" name="Rectangle 35"/>
            <p:cNvSpPr/>
            <p:nvPr/>
          </p:nvSpPr>
          <p:spPr>
            <a:xfrm>
              <a:off x="4862308" y="3770141"/>
              <a:ext cx="798286" cy="30794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7" name="Freeform 36"/>
            <p:cNvSpPr/>
            <p:nvPr/>
          </p:nvSpPr>
          <p:spPr>
            <a:xfrm rot="18903448">
              <a:off x="4362393" y="3362418"/>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
        <p:nvSpPr>
          <p:cNvPr id="20" name="TextBox 19"/>
          <p:cNvSpPr txBox="1"/>
          <p:nvPr/>
        </p:nvSpPr>
        <p:spPr>
          <a:xfrm>
            <a:off x="1048197" y="2495671"/>
            <a:ext cx="3114666" cy="861774"/>
          </a:xfrm>
          <a:prstGeom prst="rect">
            <a:avLst/>
          </a:prstGeom>
          <a:noFill/>
        </p:spPr>
        <p:txBody>
          <a:bodyPr wrap="square" lIns="0" tIns="0" rIns="0" bIns="0" rtlCol="0">
            <a:spAutoFit/>
          </a:bodyPr>
          <a:lstStyle/>
          <a:p>
            <a:pPr marL="514350" indent="-514350" algn="ctr" rtl="1" fontAlgn="auto">
              <a:spcBef>
                <a:spcPts val="0"/>
              </a:spcBef>
              <a:spcAft>
                <a:spcPts val="0"/>
              </a:spcAft>
              <a:buFont typeface="+mj-lt"/>
              <a:buAutoNum type="arabicPeriod"/>
            </a:pPr>
            <a:r>
              <a:rPr lang="ar-JO" sz="2800" b="1" dirty="0"/>
              <a:t>مقدمة عن موضوع التدريب</a:t>
            </a:r>
            <a:endParaRPr lang="en-AU" sz="2800" dirty="0">
              <a:solidFill>
                <a:prstClr val="black">
                  <a:lumMod val="50000"/>
                  <a:lumOff val="50000"/>
                </a:prstClr>
              </a:solidFill>
              <a:latin typeface="Roboto Lt"/>
            </a:endParaRPr>
          </a:p>
        </p:txBody>
      </p:sp>
      <p:sp>
        <p:nvSpPr>
          <p:cNvPr id="28" name="TextBox 27"/>
          <p:cNvSpPr txBox="1"/>
          <p:nvPr/>
        </p:nvSpPr>
        <p:spPr>
          <a:xfrm rot="16200000">
            <a:off x="6949933" y="5883269"/>
            <a:ext cx="2112993" cy="246221"/>
          </a:xfrm>
          <a:prstGeom prst="rect">
            <a:avLst/>
          </a:prstGeom>
          <a:noFill/>
        </p:spPr>
        <p:txBody>
          <a:bodyPr wrap="square" lIns="0" tIns="0" rIns="0" bIns="0" rtlCol="0">
            <a:spAutoFit/>
          </a:bodyPr>
          <a:lstStyle/>
          <a:p>
            <a:pPr algn="r" fontAlgn="auto">
              <a:spcBef>
                <a:spcPts val="0"/>
              </a:spcBef>
              <a:spcAft>
                <a:spcPts val="0"/>
              </a:spcAft>
            </a:pPr>
            <a:r>
              <a:rPr lang="id-ID" sz="1600" dirty="0">
                <a:solidFill>
                  <a:prstClr val="white"/>
                </a:solidFill>
                <a:latin typeface="Roboto"/>
                <a:cs typeface="Clear Sans" panose="020B0503030202020304" pitchFamily="34" charset="0"/>
              </a:rPr>
              <a:t>SUBTITLE HERE</a:t>
            </a:r>
          </a:p>
        </p:txBody>
      </p:sp>
      <p:sp>
        <p:nvSpPr>
          <p:cNvPr id="29" name="TextBox 28"/>
          <p:cNvSpPr txBox="1"/>
          <p:nvPr/>
        </p:nvSpPr>
        <p:spPr>
          <a:xfrm>
            <a:off x="479425" y="4890047"/>
            <a:ext cx="3687451" cy="861774"/>
          </a:xfrm>
          <a:prstGeom prst="rect">
            <a:avLst/>
          </a:prstGeom>
          <a:noFill/>
        </p:spPr>
        <p:txBody>
          <a:bodyPr wrap="square" lIns="0" tIns="0" rIns="0" bIns="0" rtlCol="0">
            <a:spAutoFit/>
          </a:bodyPr>
          <a:lstStyle/>
          <a:p>
            <a:pPr marL="514350" indent="-514350" algn="ctr" rtl="1" fontAlgn="auto">
              <a:spcBef>
                <a:spcPts val="0"/>
              </a:spcBef>
              <a:spcAft>
                <a:spcPts val="0"/>
              </a:spcAft>
              <a:buFont typeface="+mj-lt"/>
              <a:buAutoNum type="arabicPeriod" startAt="2"/>
            </a:pPr>
            <a:r>
              <a:rPr lang="ar-JO" sz="2800" b="1" dirty="0"/>
              <a:t>شكل ونوع الموضوع الذي يشتمل علية البرنامج</a:t>
            </a:r>
            <a:endParaRPr lang="en-AU" sz="2800" dirty="0">
              <a:solidFill>
                <a:prstClr val="black">
                  <a:lumMod val="50000"/>
                  <a:lumOff val="50000"/>
                </a:prstClr>
              </a:solidFill>
              <a:latin typeface="Roboto Lt"/>
            </a:endParaRPr>
          </a:p>
        </p:txBody>
      </p:sp>
      <p:sp>
        <p:nvSpPr>
          <p:cNvPr id="30" name="TextBox 29"/>
          <p:cNvSpPr txBox="1"/>
          <p:nvPr/>
        </p:nvSpPr>
        <p:spPr>
          <a:xfrm>
            <a:off x="6900712" y="1934655"/>
            <a:ext cx="2322052" cy="430887"/>
          </a:xfrm>
          <a:prstGeom prst="rect">
            <a:avLst/>
          </a:prstGeom>
          <a:noFill/>
        </p:spPr>
        <p:txBody>
          <a:bodyPr wrap="square" lIns="0" tIns="0" rIns="0" bIns="0" rtlCol="0">
            <a:spAutoFit/>
          </a:bodyPr>
          <a:lstStyle/>
          <a:p>
            <a:pPr marL="514350" lvl="0" indent="-514350" algn="ctr" rtl="1">
              <a:buFont typeface="+mj-lt"/>
              <a:buAutoNum type="arabicPeriod" startAt="3"/>
            </a:pPr>
            <a:r>
              <a:rPr lang="ar-JO" sz="2800" b="1" dirty="0"/>
              <a:t>التوقف</a:t>
            </a:r>
            <a:endParaRPr lang="en-US" sz="2800" b="1" i="1" dirty="0"/>
          </a:p>
        </p:txBody>
      </p:sp>
      <p:sp>
        <p:nvSpPr>
          <p:cNvPr id="42" name="TextBox 41"/>
          <p:cNvSpPr txBox="1"/>
          <p:nvPr/>
        </p:nvSpPr>
        <p:spPr>
          <a:xfrm>
            <a:off x="8579184" y="3841745"/>
            <a:ext cx="2655176" cy="861774"/>
          </a:xfrm>
          <a:prstGeom prst="rect">
            <a:avLst/>
          </a:prstGeom>
          <a:noFill/>
        </p:spPr>
        <p:txBody>
          <a:bodyPr wrap="square" lIns="0" tIns="0" rIns="0" bIns="0" rtlCol="0">
            <a:spAutoFit/>
          </a:bodyPr>
          <a:lstStyle/>
          <a:p>
            <a:pPr marL="514350" indent="-514350" algn="ctr" rtl="1" fontAlgn="auto">
              <a:spcBef>
                <a:spcPts val="0"/>
              </a:spcBef>
              <a:spcAft>
                <a:spcPts val="0"/>
              </a:spcAft>
              <a:buFont typeface="+mj-lt"/>
              <a:buAutoNum type="arabicPeriod" startAt="4"/>
            </a:pPr>
            <a:r>
              <a:rPr lang="ar-JO" sz="2800" b="1" dirty="0"/>
              <a:t>الحكم على الاستجابة</a:t>
            </a:r>
            <a:endParaRPr lang="en-AU" sz="2800" dirty="0">
              <a:solidFill>
                <a:prstClr val="black">
                  <a:lumMod val="50000"/>
                  <a:lumOff val="50000"/>
                </a:prstClr>
              </a:solidFill>
              <a:latin typeface="Roboto Lt"/>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35905306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25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500"/>
                                        <p:tgtEl>
                                          <p:spTgt spid="20"/>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39"/>
                                        </p:tgtEl>
                                        <p:attrNameLst>
                                          <p:attrName>style.visibility</p:attrName>
                                        </p:attrNameLst>
                                      </p:cBhvr>
                                      <p:to>
                                        <p:strVal val="visible"/>
                                      </p:to>
                                    </p:set>
                                    <p:animEffect transition="in" filter="fade">
                                      <p:cBhvr>
                                        <p:cTn id="15" dur="500"/>
                                        <p:tgtEl>
                                          <p:spTgt spid="39"/>
                                        </p:tgtEl>
                                      </p:cBhvr>
                                    </p:animEffect>
                                  </p:childTnLst>
                                </p:cTn>
                              </p:par>
                            </p:childTnLst>
                          </p:cTn>
                        </p:par>
                        <p:par>
                          <p:cTn id="16" fill="hold">
                            <p:stCondLst>
                              <p:cond delay="2250"/>
                            </p:stCondLst>
                            <p:childTnLst>
                              <p:par>
                                <p:cTn id="17" presetID="10" presetClass="entr" presetSubtype="0" fill="hold" grpId="0" nodeType="afterEffect">
                                  <p:stCondLst>
                                    <p:cond delay="25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childTnLst>
                          </p:cTn>
                        </p:par>
                        <p:par>
                          <p:cTn id="20" fill="hold">
                            <p:stCondLst>
                              <p:cond delay="3000"/>
                            </p:stCondLst>
                            <p:childTnLst>
                              <p:par>
                                <p:cTn id="21" presetID="10" presetClass="entr" presetSubtype="0" fill="hold" nodeType="afterEffect">
                                  <p:stCondLst>
                                    <p:cond delay="250"/>
                                  </p:stCondLst>
                                  <p:childTnLst>
                                    <p:set>
                                      <p:cBhvr>
                                        <p:cTn id="22" dur="1" fill="hold">
                                          <p:stCondLst>
                                            <p:cond delay="0"/>
                                          </p:stCondLst>
                                        </p:cTn>
                                        <p:tgtEl>
                                          <p:spTgt spid="38"/>
                                        </p:tgtEl>
                                        <p:attrNameLst>
                                          <p:attrName>style.visibility</p:attrName>
                                        </p:attrNameLst>
                                      </p:cBhvr>
                                      <p:to>
                                        <p:strVal val="visible"/>
                                      </p:to>
                                    </p:set>
                                    <p:animEffect transition="in" filter="fade">
                                      <p:cBhvr>
                                        <p:cTn id="23" dur="500"/>
                                        <p:tgtEl>
                                          <p:spTgt spid="38"/>
                                        </p:tgtEl>
                                      </p:cBhvr>
                                    </p:animEffect>
                                  </p:childTnLst>
                                </p:cTn>
                              </p:par>
                            </p:childTnLst>
                          </p:cTn>
                        </p:par>
                        <p:par>
                          <p:cTn id="24" fill="hold">
                            <p:stCondLst>
                              <p:cond delay="3750"/>
                            </p:stCondLst>
                            <p:childTnLst>
                              <p:par>
                                <p:cTn id="25" presetID="10" presetClass="entr" presetSubtype="0" fill="hold" grpId="0" nodeType="afterEffect">
                                  <p:stCondLst>
                                    <p:cond delay="250"/>
                                  </p:stCondLst>
                                  <p:childTnLst>
                                    <p:set>
                                      <p:cBhvr>
                                        <p:cTn id="26" dur="1" fill="hold">
                                          <p:stCondLst>
                                            <p:cond delay="0"/>
                                          </p:stCondLst>
                                        </p:cTn>
                                        <p:tgtEl>
                                          <p:spTgt spid="30"/>
                                        </p:tgtEl>
                                        <p:attrNameLst>
                                          <p:attrName>style.visibility</p:attrName>
                                        </p:attrNameLst>
                                      </p:cBhvr>
                                      <p:to>
                                        <p:strVal val="visible"/>
                                      </p:to>
                                    </p:set>
                                    <p:animEffect transition="in" filter="fade">
                                      <p:cBhvr>
                                        <p:cTn id="27" dur="500"/>
                                        <p:tgtEl>
                                          <p:spTgt spid="30"/>
                                        </p:tgtEl>
                                      </p:cBhvr>
                                    </p:animEffect>
                                  </p:childTnLst>
                                </p:cTn>
                              </p:par>
                            </p:childTnLst>
                          </p:cTn>
                        </p:par>
                        <p:par>
                          <p:cTn id="28" fill="hold">
                            <p:stCondLst>
                              <p:cond delay="4500"/>
                            </p:stCondLst>
                            <p:childTnLst>
                              <p:par>
                                <p:cTn id="29" presetID="10" presetClass="entr" presetSubtype="0" fill="hold" nodeType="afterEffect">
                                  <p:stCondLst>
                                    <p:cond delay="250"/>
                                  </p:stCondLst>
                                  <p:childTnLst>
                                    <p:set>
                                      <p:cBhvr>
                                        <p:cTn id="30" dur="1" fill="hold">
                                          <p:stCondLst>
                                            <p:cond delay="0"/>
                                          </p:stCondLst>
                                        </p:cTn>
                                        <p:tgtEl>
                                          <p:spTgt spid="40"/>
                                        </p:tgtEl>
                                        <p:attrNameLst>
                                          <p:attrName>style.visibility</p:attrName>
                                        </p:attrNameLst>
                                      </p:cBhvr>
                                      <p:to>
                                        <p:strVal val="visible"/>
                                      </p:to>
                                    </p:set>
                                    <p:animEffect transition="in" filter="fade">
                                      <p:cBhvr>
                                        <p:cTn id="31" dur="500"/>
                                        <p:tgtEl>
                                          <p:spTgt spid="40"/>
                                        </p:tgtEl>
                                      </p:cBhvr>
                                    </p:animEffect>
                                  </p:childTnLst>
                                </p:cTn>
                              </p:par>
                            </p:childTnLst>
                          </p:cTn>
                        </p:par>
                        <p:par>
                          <p:cTn id="32" fill="hold">
                            <p:stCondLst>
                              <p:cond delay="5250"/>
                            </p:stCondLst>
                            <p:childTnLst>
                              <p:par>
                                <p:cTn id="33" presetID="10" presetClass="entr" presetSubtype="0" fill="hold" grpId="0" nodeType="afterEffect">
                                  <p:stCondLst>
                                    <p:cond delay="250"/>
                                  </p:stCondLst>
                                  <p:childTnLst>
                                    <p:set>
                                      <p:cBhvr>
                                        <p:cTn id="34" dur="1" fill="hold">
                                          <p:stCondLst>
                                            <p:cond delay="0"/>
                                          </p:stCondLst>
                                        </p:cTn>
                                        <p:tgtEl>
                                          <p:spTgt spid="42"/>
                                        </p:tgtEl>
                                        <p:attrNameLst>
                                          <p:attrName>style.visibility</p:attrName>
                                        </p:attrNameLst>
                                      </p:cBhvr>
                                      <p:to>
                                        <p:strVal val="visible"/>
                                      </p:to>
                                    </p:set>
                                    <p:animEffect transition="in" filter="fade">
                                      <p:cBhvr>
                                        <p:cTn id="35"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9" grpId="0"/>
      <p:bldP spid="30" grpId="0"/>
      <p:bldP spid="42"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 name="Group 173"/>
          <p:cNvGrpSpPr/>
          <p:nvPr/>
        </p:nvGrpSpPr>
        <p:grpSpPr>
          <a:xfrm>
            <a:off x="838200" y="2361534"/>
            <a:ext cx="5963027" cy="4074851"/>
            <a:chOff x="582425" y="2159094"/>
            <a:chExt cx="5963026" cy="4074850"/>
          </a:xfrm>
        </p:grpSpPr>
        <p:sp>
          <p:nvSpPr>
            <p:cNvPr id="175" name="Freeform 16"/>
            <p:cNvSpPr>
              <a:spLocks/>
            </p:cNvSpPr>
            <p:nvPr/>
          </p:nvSpPr>
          <p:spPr bwMode="auto">
            <a:xfrm>
              <a:off x="582425" y="4563957"/>
              <a:ext cx="3921089" cy="1669987"/>
            </a:xfrm>
            <a:custGeom>
              <a:avLst/>
              <a:gdLst>
                <a:gd name="T0" fmla="*/ 0 w 3421"/>
                <a:gd name="T1" fmla="*/ 398 h 1457"/>
                <a:gd name="T2" fmla="*/ 1644 w 3421"/>
                <a:gd name="T3" fmla="*/ 1457 h 1457"/>
                <a:gd name="T4" fmla="*/ 3421 w 3421"/>
                <a:gd name="T5" fmla="*/ 987 h 1457"/>
                <a:gd name="T6" fmla="*/ 1789 w 3421"/>
                <a:gd name="T7" fmla="*/ 0 h 1457"/>
                <a:gd name="T8" fmla="*/ 0 w 3421"/>
                <a:gd name="T9" fmla="*/ 398 h 1457"/>
              </a:gdLst>
              <a:ahLst/>
              <a:cxnLst>
                <a:cxn ang="0">
                  <a:pos x="T0" y="T1"/>
                </a:cxn>
                <a:cxn ang="0">
                  <a:pos x="T2" y="T3"/>
                </a:cxn>
                <a:cxn ang="0">
                  <a:pos x="T4" y="T5"/>
                </a:cxn>
                <a:cxn ang="0">
                  <a:pos x="T6" y="T7"/>
                </a:cxn>
                <a:cxn ang="0">
                  <a:pos x="T8" y="T9"/>
                </a:cxn>
              </a:cxnLst>
              <a:rect l="0" t="0" r="r" b="b"/>
              <a:pathLst>
                <a:path w="3421" h="1457">
                  <a:moveTo>
                    <a:pt x="0" y="398"/>
                  </a:moveTo>
                  <a:lnTo>
                    <a:pt x="1644" y="1457"/>
                  </a:lnTo>
                  <a:lnTo>
                    <a:pt x="3421" y="987"/>
                  </a:lnTo>
                  <a:lnTo>
                    <a:pt x="1789" y="0"/>
                  </a:lnTo>
                  <a:lnTo>
                    <a:pt x="0" y="398"/>
                  </a:lnTo>
                  <a:close/>
                </a:path>
              </a:pathLst>
            </a:custGeom>
            <a:solidFill>
              <a:srgbClr val="CFBEAF"/>
            </a:solidFill>
            <a:ln>
              <a:noFill/>
            </a:ln>
            <a:effectLst>
              <a:glow rad="939800">
                <a:sysClr val="window" lastClr="FFFFFF">
                  <a:lumMod val="85000"/>
                  <a:alpha val="52000"/>
                </a:sysClr>
              </a:glo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76" name="Group 175"/>
            <p:cNvGrpSpPr/>
            <p:nvPr/>
          </p:nvGrpSpPr>
          <p:grpSpPr>
            <a:xfrm>
              <a:off x="582425" y="4188009"/>
              <a:ext cx="3921089" cy="2045935"/>
              <a:chOff x="582425" y="4188009"/>
              <a:chExt cx="3921089" cy="2045935"/>
            </a:xfrm>
          </p:grpSpPr>
          <p:sp>
            <p:nvSpPr>
              <p:cNvPr id="201" name="Freeform 17"/>
              <p:cNvSpPr>
                <a:spLocks/>
              </p:cNvSpPr>
              <p:nvPr/>
            </p:nvSpPr>
            <p:spPr bwMode="auto">
              <a:xfrm>
                <a:off x="582425" y="4644189"/>
                <a:ext cx="1884323" cy="1589755"/>
              </a:xfrm>
              <a:custGeom>
                <a:avLst/>
                <a:gdLst>
                  <a:gd name="T0" fmla="*/ 0 w 1644"/>
                  <a:gd name="T1" fmla="*/ 0 h 1387"/>
                  <a:gd name="T2" fmla="*/ 0 w 1644"/>
                  <a:gd name="T3" fmla="*/ 328 h 1387"/>
                  <a:gd name="T4" fmla="*/ 1644 w 1644"/>
                  <a:gd name="T5" fmla="*/ 1387 h 1387"/>
                  <a:gd name="T6" fmla="*/ 1644 w 1644"/>
                  <a:gd name="T7" fmla="*/ 1057 h 1387"/>
                  <a:gd name="T8" fmla="*/ 0 w 1644"/>
                  <a:gd name="T9" fmla="*/ 0 h 1387"/>
                </a:gdLst>
                <a:ahLst/>
                <a:cxnLst>
                  <a:cxn ang="0">
                    <a:pos x="T0" y="T1"/>
                  </a:cxn>
                  <a:cxn ang="0">
                    <a:pos x="T2" y="T3"/>
                  </a:cxn>
                  <a:cxn ang="0">
                    <a:pos x="T4" y="T5"/>
                  </a:cxn>
                  <a:cxn ang="0">
                    <a:pos x="T6" y="T7"/>
                  </a:cxn>
                  <a:cxn ang="0">
                    <a:pos x="T8" y="T9"/>
                  </a:cxn>
                </a:cxnLst>
                <a:rect l="0" t="0" r="r" b="b"/>
                <a:pathLst>
                  <a:path w="1644" h="1387">
                    <a:moveTo>
                      <a:pt x="0" y="0"/>
                    </a:moveTo>
                    <a:lnTo>
                      <a:pt x="0" y="328"/>
                    </a:lnTo>
                    <a:lnTo>
                      <a:pt x="1644" y="1387"/>
                    </a:lnTo>
                    <a:lnTo>
                      <a:pt x="1644" y="1057"/>
                    </a:lnTo>
                    <a:lnTo>
                      <a:pt x="0" y="0"/>
                    </a:lnTo>
                    <a:close/>
                  </a:path>
                </a:pathLst>
              </a:custGeom>
              <a:solidFill>
                <a:srgbClr val="C0392B">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2" name="Freeform 18"/>
              <p:cNvSpPr>
                <a:spLocks/>
              </p:cNvSpPr>
              <p:nvPr/>
            </p:nvSpPr>
            <p:spPr bwMode="auto">
              <a:xfrm>
                <a:off x="2466748" y="5342214"/>
                <a:ext cx="1923294" cy="848175"/>
              </a:xfrm>
              <a:custGeom>
                <a:avLst/>
                <a:gdLst>
                  <a:gd name="T0" fmla="*/ 1678 w 1678"/>
                  <a:gd name="T1" fmla="*/ 287 h 740"/>
                  <a:gd name="T2" fmla="*/ 1678 w 1678"/>
                  <a:gd name="T3" fmla="*/ 0 h 740"/>
                  <a:gd name="T4" fmla="*/ 0 w 1678"/>
                  <a:gd name="T5" fmla="*/ 448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48"/>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3" name="Freeform 19"/>
              <p:cNvSpPr>
                <a:spLocks/>
              </p:cNvSpPr>
              <p:nvPr/>
            </p:nvSpPr>
            <p:spPr bwMode="auto">
              <a:xfrm>
                <a:off x="582425" y="4188009"/>
                <a:ext cx="3921089" cy="1667695"/>
              </a:xfrm>
              <a:custGeom>
                <a:avLst/>
                <a:gdLst>
                  <a:gd name="T0" fmla="*/ 0 w 3421"/>
                  <a:gd name="T1" fmla="*/ 398 h 1455"/>
                  <a:gd name="T2" fmla="*/ 1644 w 3421"/>
                  <a:gd name="T3" fmla="*/ 1455 h 1455"/>
                  <a:gd name="T4" fmla="*/ 3421 w 3421"/>
                  <a:gd name="T5" fmla="*/ 987 h 1455"/>
                  <a:gd name="T6" fmla="*/ 1789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7"/>
                    </a:lnTo>
                    <a:lnTo>
                      <a:pt x="1789" y="0"/>
                    </a:lnTo>
                    <a:lnTo>
                      <a:pt x="0" y="398"/>
                    </a:lnTo>
                    <a:close/>
                  </a:path>
                </a:pathLst>
              </a:custGeom>
              <a:solidFill>
                <a:srgbClr val="C039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177" name="Group 176"/>
            <p:cNvGrpSpPr/>
            <p:nvPr/>
          </p:nvGrpSpPr>
          <p:grpSpPr>
            <a:xfrm>
              <a:off x="1167737" y="3651022"/>
              <a:ext cx="3921089" cy="2043643"/>
              <a:chOff x="870117" y="3893440"/>
              <a:chExt cx="3921089" cy="2043643"/>
            </a:xfrm>
          </p:grpSpPr>
          <p:sp>
            <p:nvSpPr>
              <p:cNvPr id="196" name="Freeform 20"/>
              <p:cNvSpPr>
                <a:spLocks/>
              </p:cNvSpPr>
              <p:nvPr/>
            </p:nvSpPr>
            <p:spPr bwMode="auto">
              <a:xfrm>
                <a:off x="870117" y="4269388"/>
                <a:ext cx="3921089" cy="1667695"/>
              </a:xfrm>
              <a:custGeom>
                <a:avLst/>
                <a:gdLst>
                  <a:gd name="T0" fmla="*/ 0 w 3421"/>
                  <a:gd name="T1" fmla="*/ 398 h 1455"/>
                  <a:gd name="T2" fmla="*/ 1644 w 3421"/>
                  <a:gd name="T3" fmla="*/ 1455 h 1455"/>
                  <a:gd name="T4" fmla="*/ 3421 w 3421"/>
                  <a:gd name="T5" fmla="*/ 986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6"/>
                    </a:lnTo>
                    <a:lnTo>
                      <a:pt x="1788"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97" name="Group 196"/>
              <p:cNvGrpSpPr/>
              <p:nvPr/>
            </p:nvGrpSpPr>
            <p:grpSpPr>
              <a:xfrm>
                <a:off x="870117" y="3893440"/>
                <a:ext cx="3921089" cy="2043643"/>
                <a:chOff x="870117" y="3893440"/>
                <a:chExt cx="3921089" cy="2043643"/>
              </a:xfrm>
            </p:grpSpPr>
            <p:sp>
              <p:nvSpPr>
                <p:cNvPr id="198" name="Freeform 21"/>
                <p:cNvSpPr>
                  <a:spLocks/>
                </p:cNvSpPr>
                <p:nvPr/>
              </p:nvSpPr>
              <p:spPr bwMode="auto">
                <a:xfrm>
                  <a:off x="870117" y="4349621"/>
                  <a:ext cx="1884323" cy="1587462"/>
                </a:xfrm>
                <a:custGeom>
                  <a:avLst/>
                  <a:gdLst>
                    <a:gd name="T0" fmla="*/ 0 w 1644"/>
                    <a:gd name="T1" fmla="*/ 0 h 1385"/>
                    <a:gd name="T2" fmla="*/ 0 w 1644"/>
                    <a:gd name="T3" fmla="*/ 328 h 1385"/>
                    <a:gd name="T4" fmla="*/ 1644 w 1644"/>
                    <a:gd name="T5" fmla="*/ 1385 h 1385"/>
                    <a:gd name="T6" fmla="*/ 1644 w 1644"/>
                    <a:gd name="T7" fmla="*/ 1057 h 1385"/>
                    <a:gd name="T8" fmla="*/ 0 w 1644"/>
                    <a:gd name="T9" fmla="*/ 0 h 1385"/>
                  </a:gdLst>
                  <a:ahLst/>
                  <a:cxnLst>
                    <a:cxn ang="0">
                      <a:pos x="T0" y="T1"/>
                    </a:cxn>
                    <a:cxn ang="0">
                      <a:pos x="T2" y="T3"/>
                    </a:cxn>
                    <a:cxn ang="0">
                      <a:pos x="T4" y="T5"/>
                    </a:cxn>
                    <a:cxn ang="0">
                      <a:pos x="T6" y="T7"/>
                    </a:cxn>
                    <a:cxn ang="0">
                      <a:pos x="T8" y="T9"/>
                    </a:cxn>
                  </a:cxnLst>
                  <a:rect l="0" t="0" r="r" b="b"/>
                  <a:pathLst>
                    <a:path w="1644" h="1385">
                      <a:moveTo>
                        <a:pt x="0" y="0"/>
                      </a:moveTo>
                      <a:lnTo>
                        <a:pt x="0" y="328"/>
                      </a:lnTo>
                      <a:lnTo>
                        <a:pt x="1644" y="1385"/>
                      </a:lnTo>
                      <a:lnTo>
                        <a:pt x="1644" y="1057"/>
                      </a:lnTo>
                      <a:lnTo>
                        <a:pt x="0" y="0"/>
                      </a:lnTo>
                      <a:close/>
                    </a:path>
                  </a:pathLst>
                </a:custGeom>
                <a:solidFill>
                  <a:srgbClr val="4B2C50">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9" name="Freeform 22"/>
                <p:cNvSpPr>
                  <a:spLocks/>
                </p:cNvSpPr>
                <p:nvPr/>
              </p:nvSpPr>
              <p:spPr bwMode="auto">
                <a:xfrm>
                  <a:off x="2754440" y="5045353"/>
                  <a:ext cx="1922147" cy="848175"/>
                </a:xfrm>
                <a:custGeom>
                  <a:avLst/>
                  <a:gdLst>
                    <a:gd name="T0" fmla="*/ 1677 w 1677"/>
                    <a:gd name="T1" fmla="*/ 287 h 740"/>
                    <a:gd name="T2" fmla="*/ 1677 w 1677"/>
                    <a:gd name="T3" fmla="*/ 0 h 740"/>
                    <a:gd name="T4" fmla="*/ 0 w 1677"/>
                    <a:gd name="T5" fmla="*/ 450 h 740"/>
                    <a:gd name="T6" fmla="*/ 0 w 1677"/>
                    <a:gd name="T7" fmla="*/ 740 h 740"/>
                    <a:gd name="T8" fmla="*/ 1677 w 1677"/>
                    <a:gd name="T9" fmla="*/ 287 h 740"/>
                  </a:gdLst>
                  <a:ahLst/>
                  <a:cxnLst>
                    <a:cxn ang="0">
                      <a:pos x="T0" y="T1"/>
                    </a:cxn>
                    <a:cxn ang="0">
                      <a:pos x="T2" y="T3"/>
                    </a:cxn>
                    <a:cxn ang="0">
                      <a:pos x="T4" y="T5"/>
                    </a:cxn>
                    <a:cxn ang="0">
                      <a:pos x="T6" y="T7"/>
                    </a:cxn>
                    <a:cxn ang="0">
                      <a:pos x="T8" y="T9"/>
                    </a:cxn>
                  </a:cxnLst>
                  <a:rect l="0" t="0" r="r" b="b"/>
                  <a:pathLst>
                    <a:path w="1677" h="740">
                      <a:moveTo>
                        <a:pt x="1677" y="287"/>
                      </a:moveTo>
                      <a:lnTo>
                        <a:pt x="1677" y="0"/>
                      </a:lnTo>
                      <a:lnTo>
                        <a:pt x="0" y="450"/>
                      </a:lnTo>
                      <a:lnTo>
                        <a:pt x="0" y="740"/>
                      </a:lnTo>
                      <a:lnTo>
                        <a:pt x="1677"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0" name="Freeform 23"/>
                <p:cNvSpPr>
                  <a:spLocks/>
                </p:cNvSpPr>
                <p:nvPr/>
              </p:nvSpPr>
              <p:spPr bwMode="auto">
                <a:xfrm>
                  <a:off x="870117" y="3893440"/>
                  <a:ext cx="3921089" cy="1667695"/>
                </a:xfrm>
                <a:custGeom>
                  <a:avLst/>
                  <a:gdLst>
                    <a:gd name="T0" fmla="*/ 0 w 3421"/>
                    <a:gd name="T1" fmla="*/ 398 h 1455"/>
                    <a:gd name="T2" fmla="*/ 1644 w 3421"/>
                    <a:gd name="T3" fmla="*/ 1455 h 1455"/>
                    <a:gd name="T4" fmla="*/ 3421 w 3421"/>
                    <a:gd name="T5" fmla="*/ 985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5"/>
                      </a:lnTo>
                      <a:lnTo>
                        <a:pt x="1788" y="0"/>
                      </a:lnTo>
                      <a:lnTo>
                        <a:pt x="0" y="398"/>
                      </a:lnTo>
                      <a:close/>
                    </a:path>
                  </a:pathLst>
                </a:custGeom>
                <a:solidFill>
                  <a:srgbClr val="4B2C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78" name="Group 177"/>
            <p:cNvGrpSpPr/>
            <p:nvPr/>
          </p:nvGrpSpPr>
          <p:grpSpPr>
            <a:xfrm>
              <a:off x="1639410" y="3166362"/>
              <a:ext cx="3921089" cy="2043643"/>
              <a:chOff x="596179" y="3246993"/>
              <a:chExt cx="3921089" cy="2043643"/>
            </a:xfrm>
          </p:grpSpPr>
          <p:sp>
            <p:nvSpPr>
              <p:cNvPr id="191" name="Freeform 24"/>
              <p:cNvSpPr>
                <a:spLocks/>
              </p:cNvSpPr>
              <p:nvPr/>
            </p:nvSpPr>
            <p:spPr bwMode="auto">
              <a:xfrm>
                <a:off x="596179" y="3622941"/>
                <a:ext cx="3921089" cy="1667695"/>
              </a:xfrm>
              <a:custGeom>
                <a:avLst/>
                <a:gdLst>
                  <a:gd name="T0" fmla="*/ 0 w 3421"/>
                  <a:gd name="T1" fmla="*/ 398 h 1455"/>
                  <a:gd name="T2" fmla="*/ 1644 w 3421"/>
                  <a:gd name="T3" fmla="*/ 1455 h 1455"/>
                  <a:gd name="T4" fmla="*/ 3421 w 3421"/>
                  <a:gd name="T5" fmla="*/ 986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6"/>
                    </a:lnTo>
                    <a:lnTo>
                      <a:pt x="1788"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92" name="Group 191"/>
              <p:cNvGrpSpPr/>
              <p:nvPr/>
            </p:nvGrpSpPr>
            <p:grpSpPr>
              <a:xfrm>
                <a:off x="596179" y="3246993"/>
                <a:ext cx="3921089" cy="2043643"/>
                <a:chOff x="596179" y="3246993"/>
                <a:chExt cx="3921089" cy="2043643"/>
              </a:xfrm>
            </p:grpSpPr>
            <p:sp>
              <p:nvSpPr>
                <p:cNvPr id="193" name="Freeform 25"/>
                <p:cNvSpPr>
                  <a:spLocks/>
                </p:cNvSpPr>
                <p:nvPr/>
              </p:nvSpPr>
              <p:spPr bwMode="auto">
                <a:xfrm>
                  <a:off x="596179" y="3703174"/>
                  <a:ext cx="1884323" cy="1587462"/>
                </a:xfrm>
                <a:custGeom>
                  <a:avLst/>
                  <a:gdLst>
                    <a:gd name="T0" fmla="*/ 0 w 1644"/>
                    <a:gd name="T1" fmla="*/ 0 h 1385"/>
                    <a:gd name="T2" fmla="*/ 0 w 1644"/>
                    <a:gd name="T3" fmla="*/ 328 h 1385"/>
                    <a:gd name="T4" fmla="*/ 1644 w 1644"/>
                    <a:gd name="T5" fmla="*/ 1385 h 1385"/>
                    <a:gd name="T6" fmla="*/ 1644 w 1644"/>
                    <a:gd name="T7" fmla="*/ 1057 h 1385"/>
                    <a:gd name="T8" fmla="*/ 0 w 1644"/>
                    <a:gd name="T9" fmla="*/ 0 h 1385"/>
                  </a:gdLst>
                  <a:ahLst/>
                  <a:cxnLst>
                    <a:cxn ang="0">
                      <a:pos x="T0" y="T1"/>
                    </a:cxn>
                    <a:cxn ang="0">
                      <a:pos x="T2" y="T3"/>
                    </a:cxn>
                    <a:cxn ang="0">
                      <a:pos x="T4" y="T5"/>
                    </a:cxn>
                    <a:cxn ang="0">
                      <a:pos x="T6" y="T7"/>
                    </a:cxn>
                    <a:cxn ang="0">
                      <a:pos x="T8" y="T9"/>
                    </a:cxn>
                  </a:cxnLst>
                  <a:rect l="0" t="0" r="r" b="b"/>
                  <a:pathLst>
                    <a:path w="1644" h="1385">
                      <a:moveTo>
                        <a:pt x="0" y="0"/>
                      </a:moveTo>
                      <a:lnTo>
                        <a:pt x="0" y="328"/>
                      </a:lnTo>
                      <a:lnTo>
                        <a:pt x="1644" y="1385"/>
                      </a:lnTo>
                      <a:lnTo>
                        <a:pt x="1644" y="1057"/>
                      </a:lnTo>
                      <a:lnTo>
                        <a:pt x="0" y="0"/>
                      </a:lnTo>
                      <a:close/>
                    </a:path>
                  </a:pathLst>
                </a:custGeom>
                <a:solidFill>
                  <a:srgbClr val="16A085">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4" name="Freeform 26"/>
                <p:cNvSpPr>
                  <a:spLocks/>
                </p:cNvSpPr>
                <p:nvPr/>
              </p:nvSpPr>
              <p:spPr bwMode="auto">
                <a:xfrm>
                  <a:off x="2480503" y="4398906"/>
                  <a:ext cx="1922147" cy="848175"/>
                </a:xfrm>
                <a:custGeom>
                  <a:avLst/>
                  <a:gdLst>
                    <a:gd name="T0" fmla="*/ 1677 w 1677"/>
                    <a:gd name="T1" fmla="*/ 287 h 740"/>
                    <a:gd name="T2" fmla="*/ 1677 w 1677"/>
                    <a:gd name="T3" fmla="*/ 0 h 740"/>
                    <a:gd name="T4" fmla="*/ 0 w 1677"/>
                    <a:gd name="T5" fmla="*/ 450 h 740"/>
                    <a:gd name="T6" fmla="*/ 0 w 1677"/>
                    <a:gd name="T7" fmla="*/ 740 h 740"/>
                    <a:gd name="T8" fmla="*/ 1677 w 1677"/>
                    <a:gd name="T9" fmla="*/ 287 h 740"/>
                  </a:gdLst>
                  <a:ahLst/>
                  <a:cxnLst>
                    <a:cxn ang="0">
                      <a:pos x="T0" y="T1"/>
                    </a:cxn>
                    <a:cxn ang="0">
                      <a:pos x="T2" y="T3"/>
                    </a:cxn>
                    <a:cxn ang="0">
                      <a:pos x="T4" y="T5"/>
                    </a:cxn>
                    <a:cxn ang="0">
                      <a:pos x="T6" y="T7"/>
                    </a:cxn>
                    <a:cxn ang="0">
                      <a:pos x="T8" y="T9"/>
                    </a:cxn>
                  </a:cxnLst>
                  <a:rect l="0" t="0" r="r" b="b"/>
                  <a:pathLst>
                    <a:path w="1677" h="740">
                      <a:moveTo>
                        <a:pt x="1677" y="287"/>
                      </a:moveTo>
                      <a:lnTo>
                        <a:pt x="1677" y="0"/>
                      </a:lnTo>
                      <a:lnTo>
                        <a:pt x="0" y="450"/>
                      </a:lnTo>
                      <a:lnTo>
                        <a:pt x="0" y="740"/>
                      </a:lnTo>
                      <a:lnTo>
                        <a:pt x="1677"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5" name="Freeform 27"/>
                <p:cNvSpPr>
                  <a:spLocks/>
                </p:cNvSpPr>
                <p:nvPr/>
              </p:nvSpPr>
              <p:spPr bwMode="auto">
                <a:xfrm>
                  <a:off x="596179" y="3246993"/>
                  <a:ext cx="3921089" cy="1667695"/>
                </a:xfrm>
                <a:custGeom>
                  <a:avLst/>
                  <a:gdLst>
                    <a:gd name="T0" fmla="*/ 0 w 3421"/>
                    <a:gd name="T1" fmla="*/ 398 h 1455"/>
                    <a:gd name="T2" fmla="*/ 1644 w 3421"/>
                    <a:gd name="T3" fmla="*/ 1455 h 1455"/>
                    <a:gd name="T4" fmla="*/ 3421 w 3421"/>
                    <a:gd name="T5" fmla="*/ 985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5"/>
                      </a:lnTo>
                      <a:lnTo>
                        <a:pt x="1788" y="0"/>
                      </a:lnTo>
                      <a:lnTo>
                        <a:pt x="0" y="398"/>
                      </a:lnTo>
                      <a:close/>
                    </a:path>
                  </a:pathLst>
                </a:custGeom>
                <a:solidFill>
                  <a:srgbClr val="16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79" name="Group 178"/>
            <p:cNvGrpSpPr/>
            <p:nvPr/>
          </p:nvGrpSpPr>
          <p:grpSpPr>
            <a:xfrm>
              <a:off x="2117163" y="2636564"/>
              <a:ext cx="3921089" cy="2045935"/>
              <a:chOff x="827708" y="2824052"/>
              <a:chExt cx="3921089" cy="2045935"/>
            </a:xfrm>
          </p:grpSpPr>
          <p:sp>
            <p:nvSpPr>
              <p:cNvPr id="186" name="Freeform 28"/>
              <p:cNvSpPr>
                <a:spLocks/>
              </p:cNvSpPr>
              <p:nvPr/>
            </p:nvSpPr>
            <p:spPr bwMode="auto">
              <a:xfrm>
                <a:off x="827708" y="3201146"/>
                <a:ext cx="3921089" cy="1668841"/>
              </a:xfrm>
              <a:custGeom>
                <a:avLst/>
                <a:gdLst>
                  <a:gd name="T0" fmla="*/ 0 w 3421"/>
                  <a:gd name="T1" fmla="*/ 398 h 1456"/>
                  <a:gd name="T2" fmla="*/ 1644 w 3421"/>
                  <a:gd name="T3" fmla="*/ 1456 h 1456"/>
                  <a:gd name="T4" fmla="*/ 3421 w 3421"/>
                  <a:gd name="T5" fmla="*/ 987 h 1456"/>
                  <a:gd name="T6" fmla="*/ 1789 w 3421"/>
                  <a:gd name="T7" fmla="*/ 0 h 1456"/>
                  <a:gd name="T8" fmla="*/ 0 w 3421"/>
                  <a:gd name="T9" fmla="*/ 398 h 1456"/>
                </a:gdLst>
                <a:ahLst/>
                <a:cxnLst>
                  <a:cxn ang="0">
                    <a:pos x="T0" y="T1"/>
                  </a:cxn>
                  <a:cxn ang="0">
                    <a:pos x="T2" y="T3"/>
                  </a:cxn>
                  <a:cxn ang="0">
                    <a:pos x="T4" y="T5"/>
                  </a:cxn>
                  <a:cxn ang="0">
                    <a:pos x="T6" y="T7"/>
                  </a:cxn>
                  <a:cxn ang="0">
                    <a:pos x="T8" y="T9"/>
                  </a:cxn>
                </a:cxnLst>
                <a:rect l="0" t="0" r="r" b="b"/>
                <a:pathLst>
                  <a:path w="3421" h="1456">
                    <a:moveTo>
                      <a:pt x="0" y="398"/>
                    </a:moveTo>
                    <a:lnTo>
                      <a:pt x="1644" y="1456"/>
                    </a:lnTo>
                    <a:lnTo>
                      <a:pt x="3421" y="987"/>
                    </a:lnTo>
                    <a:lnTo>
                      <a:pt x="1789"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87" name="Group 186"/>
              <p:cNvGrpSpPr/>
              <p:nvPr/>
            </p:nvGrpSpPr>
            <p:grpSpPr>
              <a:xfrm>
                <a:off x="827708" y="2824052"/>
                <a:ext cx="3921089" cy="2045935"/>
                <a:chOff x="827708" y="2824052"/>
                <a:chExt cx="3921089" cy="2045935"/>
              </a:xfrm>
            </p:grpSpPr>
            <p:sp>
              <p:nvSpPr>
                <p:cNvPr id="188" name="Freeform 29"/>
                <p:cNvSpPr>
                  <a:spLocks/>
                </p:cNvSpPr>
                <p:nvPr/>
              </p:nvSpPr>
              <p:spPr bwMode="auto">
                <a:xfrm>
                  <a:off x="827708" y="3281379"/>
                  <a:ext cx="1884323" cy="1588608"/>
                </a:xfrm>
                <a:custGeom>
                  <a:avLst/>
                  <a:gdLst>
                    <a:gd name="T0" fmla="*/ 0 w 1644"/>
                    <a:gd name="T1" fmla="*/ 0 h 1386"/>
                    <a:gd name="T2" fmla="*/ 0 w 1644"/>
                    <a:gd name="T3" fmla="*/ 328 h 1386"/>
                    <a:gd name="T4" fmla="*/ 1644 w 1644"/>
                    <a:gd name="T5" fmla="*/ 1386 h 1386"/>
                    <a:gd name="T6" fmla="*/ 1644 w 1644"/>
                    <a:gd name="T7" fmla="*/ 1056 h 1386"/>
                    <a:gd name="T8" fmla="*/ 0 w 1644"/>
                    <a:gd name="T9" fmla="*/ 0 h 1386"/>
                  </a:gdLst>
                  <a:ahLst/>
                  <a:cxnLst>
                    <a:cxn ang="0">
                      <a:pos x="T0" y="T1"/>
                    </a:cxn>
                    <a:cxn ang="0">
                      <a:pos x="T2" y="T3"/>
                    </a:cxn>
                    <a:cxn ang="0">
                      <a:pos x="T4" y="T5"/>
                    </a:cxn>
                    <a:cxn ang="0">
                      <a:pos x="T6" y="T7"/>
                    </a:cxn>
                    <a:cxn ang="0">
                      <a:pos x="T8" y="T9"/>
                    </a:cxn>
                  </a:cxnLst>
                  <a:rect l="0" t="0" r="r" b="b"/>
                  <a:pathLst>
                    <a:path w="1644" h="1386">
                      <a:moveTo>
                        <a:pt x="0" y="0"/>
                      </a:moveTo>
                      <a:lnTo>
                        <a:pt x="0" y="328"/>
                      </a:lnTo>
                      <a:lnTo>
                        <a:pt x="1644" y="1386"/>
                      </a:lnTo>
                      <a:lnTo>
                        <a:pt x="1644" y="1056"/>
                      </a:lnTo>
                      <a:lnTo>
                        <a:pt x="0" y="0"/>
                      </a:lnTo>
                      <a:close/>
                    </a:path>
                  </a:pathLst>
                </a:custGeom>
                <a:solidFill>
                  <a:srgbClr val="2980B9">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9" name="Freeform 30"/>
                <p:cNvSpPr>
                  <a:spLocks/>
                </p:cNvSpPr>
                <p:nvPr/>
              </p:nvSpPr>
              <p:spPr bwMode="auto">
                <a:xfrm>
                  <a:off x="2712031" y="3978258"/>
                  <a:ext cx="1923294" cy="848175"/>
                </a:xfrm>
                <a:custGeom>
                  <a:avLst/>
                  <a:gdLst>
                    <a:gd name="T0" fmla="*/ 1678 w 1678"/>
                    <a:gd name="T1" fmla="*/ 287 h 740"/>
                    <a:gd name="T2" fmla="*/ 1678 w 1678"/>
                    <a:gd name="T3" fmla="*/ 0 h 740"/>
                    <a:gd name="T4" fmla="*/ 0 w 1678"/>
                    <a:gd name="T5" fmla="*/ 448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48"/>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0" name="Freeform 31"/>
                <p:cNvSpPr>
                  <a:spLocks/>
                </p:cNvSpPr>
                <p:nvPr/>
              </p:nvSpPr>
              <p:spPr bwMode="auto">
                <a:xfrm>
                  <a:off x="827708" y="2824052"/>
                  <a:ext cx="3921089" cy="1667695"/>
                </a:xfrm>
                <a:custGeom>
                  <a:avLst/>
                  <a:gdLst>
                    <a:gd name="T0" fmla="*/ 0 w 3421"/>
                    <a:gd name="T1" fmla="*/ 399 h 1455"/>
                    <a:gd name="T2" fmla="*/ 1644 w 3421"/>
                    <a:gd name="T3" fmla="*/ 1455 h 1455"/>
                    <a:gd name="T4" fmla="*/ 3421 w 3421"/>
                    <a:gd name="T5" fmla="*/ 987 h 1455"/>
                    <a:gd name="T6" fmla="*/ 1789 w 3421"/>
                    <a:gd name="T7" fmla="*/ 0 h 1455"/>
                    <a:gd name="T8" fmla="*/ 0 w 3421"/>
                    <a:gd name="T9" fmla="*/ 399 h 1455"/>
                  </a:gdLst>
                  <a:ahLst/>
                  <a:cxnLst>
                    <a:cxn ang="0">
                      <a:pos x="T0" y="T1"/>
                    </a:cxn>
                    <a:cxn ang="0">
                      <a:pos x="T2" y="T3"/>
                    </a:cxn>
                    <a:cxn ang="0">
                      <a:pos x="T4" y="T5"/>
                    </a:cxn>
                    <a:cxn ang="0">
                      <a:pos x="T6" y="T7"/>
                    </a:cxn>
                    <a:cxn ang="0">
                      <a:pos x="T8" y="T9"/>
                    </a:cxn>
                  </a:cxnLst>
                  <a:rect l="0" t="0" r="r" b="b"/>
                  <a:pathLst>
                    <a:path w="3421" h="1455">
                      <a:moveTo>
                        <a:pt x="0" y="399"/>
                      </a:moveTo>
                      <a:lnTo>
                        <a:pt x="1644" y="1455"/>
                      </a:lnTo>
                      <a:lnTo>
                        <a:pt x="3421" y="987"/>
                      </a:lnTo>
                      <a:lnTo>
                        <a:pt x="1789" y="0"/>
                      </a:lnTo>
                      <a:lnTo>
                        <a:pt x="0" y="399"/>
                      </a:lnTo>
                      <a:close/>
                    </a:path>
                  </a:pathLst>
                </a:custGeom>
                <a:solidFill>
                  <a:srgbClr val="2980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80" name="Group 179"/>
            <p:cNvGrpSpPr/>
            <p:nvPr/>
          </p:nvGrpSpPr>
          <p:grpSpPr>
            <a:xfrm>
              <a:off x="2626654" y="2159094"/>
              <a:ext cx="3918797" cy="2043643"/>
              <a:chOff x="1101645" y="2520314"/>
              <a:chExt cx="3918797" cy="2043643"/>
            </a:xfrm>
          </p:grpSpPr>
          <p:sp>
            <p:nvSpPr>
              <p:cNvPr id="181" name="Freeform 32"/>
              <p:cNvSpPr>
                <a:spLocks/>
              </p:cNvSpPr>
              <p:nvPr/>
            </p:nvSpPr>
            <p:spPr bwMode="auto">
              <a:xfrm>
                <a:off x="1101645" y="2896262"/>
                <a:ext cx="3918797" cy="1667695"/>
              </a:xfrm>
              <a:custGeom>
                <a:avLst/>
                <a:gdLst>
                  <a:gd name="T0" fmla="*/ 0 w 3419"/>
                  <a:gd name="T1" fmla="*/ 399 h 1455"/>
                  <a:gd name="T2" fmla="*/ 1643 w 3419"/>
                  <a:gd name="T3" fmla="*/ 1455 h 1455"/>
                  <a:gd name="T4" fmla="*/ 3419 w 3419"/>
                  <a:gd name="T5" fmla="*/ 988 h 1455"/>
                  <a:gd name="T6" fmla="*/ 1787 w 3419"/>
                  <a:gd name="T7" fmla="*/ 0 h 1455"/>
                  <a:gd name="T8" fmla="*/ 0 w 3419"/>
                  <a:gd name="T9" fmla="*/ 399 h 1455"/>
                </a:gdLst>
                <a:ahLst/>
                <a:cxnLst>
                  <a:cxn ang="0">
                    <a:pos x="T0" y="T1"/>
                  </a:cxn>
                  <a:cxn ang="0">
                    <a:pos x="T2" y="T3"/>
                  </a:cxn>
                  <a:cxn ang="0">
                    <a:pos x="T4" y="T5"/>
                  </a:cxn>
                  <a:cxn ang="0">
                    <a:pos x="T6" y="T7"/>
                  </a:cxn>
                  <a:cxn ang="0">
                    <a:pos x="T8" y="T9"/>
                  </a:cxn>
                </a:cxnLst>
                <a:rect l="0" t="0" r="r" b="b"/>
                <a:pathLst>
                  <a:path w="3419" h="1455">
                    <a:moveTo>
                      <a:pt x="0" y="399"/>
                    </a:moveTo>
                    <a:lnTo>
                      <a:pt x="1643" y="1455"/>
                    </a:lnTo>
                    <a:lnTo>
                      <a:pt x="3419" y="988"/>
                    </a:lnTo>
                    <a:lnTo>
                      <a:pt x="1787" y="0"/>
                    </a:lnTo>
                    <a:lnTo>
                      <a:pt x="0" y="399"/>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82" name="Group 181"/>
              <p:cNvGrpSpPr/>
              <p:nvPr/>
            </p:nvGrpSpPr>
            <p:grpSpPr>
              <a:xfrm>
                <a:off x="1101645" y="2520314"/>
                <a:ext cx="3918797" cy="2043642"/>
                <a:chOff x="1101645" y="2520314"/>
                <a:chExt cx="3918797" cy="2043642"/>
              </a:xfrm>
            </p:grpSpPr>
            <p:sp>
              <p:nvSpPr>
                <p:cNvPr id="183" name="Freeform 33"/>
                <p:cNvSpPr>
                  <a:spLocks/>
                </p:cNvSpPr>
                <p:nvPr/>
              </p:nvSpPr>
              <p:spPr bwMode="auto">
                <a:xfrm>
                  <a:off x="1101645" y="2976494"/>
                  <a:ext cx="1883177" cy="1587462"/>
                </a:xfrm>
                <a:custGeom>
                  <a:avLst/>
                  <a:gdLst>
                    <a:gd name="T0" fmla="*/ 0 w 1643"/>
                    <a:gd name="T1" fmla="*/ 0 h 1385"/>
                    <a:gd name="T2" fmla="*/ 0 w 1643"/>
                    <a:gd name="T3" fmla="*/ 329 h 1385"/>
                    <a:gd name="T4" fmla="*/ 1643 w 1643"/>
                    <a:gd name="T5" fmla="*/ 1385 h 1385"/>
                    <a:gd name="T6" fmla="*/ 1643 w 1643"/>
                    <a:gd name="T7" fmla="*/ 1057 h 1385"/>
                    <a:gd name="T8" fmla="*/ 0 w 1643"/>
                    <a:gd name="T9" fmla="*/ 0 h 1385"/>
                  </a:gdLst>
                  <a:ahLst/>
                  <a:cxnLst>
                    <a:cxn ang="0">
                      <a:pos x="T0" y="T1"/>
                    </a:cxn>
                    <a:cxn ang="0">
                      <a:pos x="T2" y="T3"/>
                    </a:cxn>
                    <a:cxn ang="0">
                      <a:pos x="T4" y="T5"/>
                    </a:cxn>
                    <a:cxn ang="0">
                      <a:pos x="T6" y="T7"/>
                    </a:cxn>
                    <a:cxn ang="0">
                      <a:pos x="T8" y="T9"/>
                    </a:cxn>
                  </a:cxnLst>
                  <a:rect l="0" t="0" r="r" b="b"/>
                  <a:pathLst>
                    <a:path w="1643" h="1385">
                      <a:moveTo>
                        <a:pt x="0" y="0"/>
                      </a:moveTo>
                      <a:lnTo>
                        <a:pt x="0" y="329"/>
                      </a:lnTo>
                      <a:lnTo>
                        <a:pt x="1643" y="1385"/>
                      </a:lnTo>
                      <a:lnTo>
                        <a:pt x="1643" y="1057"/>
                      </a:lnTo>
                      <a:lnTo>
                        <a:pt x="0" y="0"/>
                      </a:lnTo>
                      <a:close/>
                    </a:path>
                  </a:pathLst>
                </a:custGeom>
                <a:solidFill>
                  <a:srgbClr val="F39C12">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4" name="Freeform 34"/>
                <p:cNvSpPr>
                  <a:spLocks/>
                </p:cNvSpPr>
                <p:nvPr/>
              </p:nvSpPr>
              <p:spPr bwMode="auto">
                <a:xfrm>
                  <a:off x="2984823" y="3672227"/>
                  <a:ext cx="1923294" cy="848175"/>
                </a:xfrm>
                <a:custGeom>
                  <a:avLst/>
                  <a:gdLst>
                    <a:gd name="T0" fmla="*/ 1678 w 1678"/>
                    <a:gd name="T1" fmla="*/ 287 h 740"/>
                    <a:gd name="T2" fmla="*/ 1678 w 1678"/>
                    <a:gd name="T3" fmla="*/ 0 h 740"/>
                    <a:gd name="T4" fmla="*/ 0 w 1678"/>
                    <a:gd name="T5" fmla="*/ 450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50"/>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5" name="Freeform 35"/>
                <p:cNvSpPr>
                  <a:spLocks/>
                </p:cNvSpPr>
                <p:nvPr/>
              </p:nvSpPr>
              <p:spPr bwMode="auto">
                <a:xfrm>
                  <a:off x="1101645" y="2520314"/>
                  <a:ext cx="3918797" cy="1667695"/>
                </a:xfrm>
                <a:custGeom>
                  <a:avLst/>
                  <a:gdLst>
                    <a:gd name="T0" fmla="*/ 0 w 3419"/>
                    <a:gd name="T1" fmla="*/ 398 h 1455"/>
                    <a:gd name="T2" fmla="*/ 1643 w 3419"/>
                    <a:gd name="T3" fmla="*/ 1455 h 1455"/>
                    <a:gd name="T4" fmla="*/ 3419 w 3419"/>
                    <a:gd name="T5" fmla="*/ 987 h 1455"/>
                    <a:gd name="T6" fmla="*/ 1787 w 3419"/>
                    <a:gd name="T7" fmla="*/ 0 h 1455"/>
                    <a:gd name="T8" fmla="*/ 0 w 3419"/>
                    <a:gd name="T9" fmla="*/ 398 h 1455"/>
                  </a:gdLst>
                  <a:ahLst/>
                  <a:cxnLst>
                    <a:cxn ang="0">
                      <a:pos x="T0" y="T1"/>
                    </a:cxn>
                    <a:cxn ang="0">
                      <a:pos x="T2" y="T3"/>
                    </a:cxn>
                    <a:cxn ang="0">
                      <a:pos x="T4" y="T5"/>
                    </a:cxn>
                    <a:cxn ang="0">
                      <a:pos x="T6" y="T7"/>
                    </a:cxn>
                    <a:cxn ang="0">
                      <a:pos x="T8" y="T9"/>
                    </a:cxn>
                  </a:cxnLst>
                  <a:rect l="0" t="0" r="r" b="b"/>
                  <a:pathLst>
                    <a:path w="3419" h="1455">
                      <a:moveTo>
                        <a:pt x="0" y="398"/>
                      </a:moveTo>
                      <a:lnTo>
                        <a:pt x="1643" y="1455"/>
                      </a:lnTo>
                      <a:lnTo>
                        <a:pt x="3419" y="987"/>
                      </a:lnTo>
                      <a:lnTo>
                        <a:pt x="1787" y="0"/>
                      </a:lnTo>
                      <a:lnTo>
                        <a:pt x="0" y="398"/>
                      </a:lnTo>
                      <a:close/>
                    </a:path>
                  </a:pathLst>
                </a:custGeom>
                <a:solidFill>
                  <a:srgbClr val="F39C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sp>
        <p:nvSpPr>
          <p:cNvPr id="204" name="Freeform 12"/>
          <p:cNvSpPr>
            <a:spLocks/>
          </p:cNvSpPr>
          <p:nvPr/>
        </p:nvSpPr>
        <p:spPr bwMode="auto">
          <a:xfrm>
            <a:off x="1490241" y="1499024"/>
            <a:ext cx="1994630" cy="3777137"/>
          </a:xfrm>
          <a:custGeom>
            <a:avLst/>
            <a:gdLst>
              <a:gd name="T0" fmla="*/ 966 w 1077"/>
              <a:gd name="T1" fmla="*/ 315 h 1781"/>
              <a:gd name="T2" fmla="*/ 793 w 1077"/>
              <a:gd name="T3" fmla="*/ 486 h 1781"/>
              <a:gd name="T4" fmla="*/ 650 w 1077"/>
              <a:gd name="T5" fmla="*/ 297 h 1781"/>
              <a:gd name="T6" fmla="*/ 625 w 1077"/>
              <a:gd name="T7" fmla="*/ 266 h 1781"/>
              <a:gd name="T8" fmla="*/ 632 w 1077"/>
              <a:gd name="T9" fmla="*/ 236 h 1781"/>
              <a:gd name="T10" fmla="*/ 682 w 1077"/>
              <a:gd name="T11" fmla="*/ 187 h 1781"/>
              <a:gd name="T12" fmla="*/ 698 w 1077"/>
              <a:gd name="T13" fmla="*/ 150 h 1781"/>
              <a:gd name="T14" fmla="*/ 665 w 1077"/>
              <a:gd name="T15" fmla="*/ 82 h 1781"/>
              <a:gd name="T16" fmla="*/ 661 w 1077"/>
              <a:gd name="T17" fmla="*/ 50 h 1781"/>
              <a:gd name="T18" fmla="*/ 627 w 1077"/>
              <a:gd name="T19" fmla="*/ 24 h 1781"/>
              <a:gd name="T20" fmla="*/ 576 w 1077"/>
              <a:gd name="T21" fmla="*/ 3 h 1781"/>
              <a:gd name="T22" fmla="*/ 492 w 1077"/>
              <a:gd name="T23" fmla="*/ 48 h 1781"/>
              <a:gd name="T24" fmla="*/ 471 w 1077"/>
              <a:gd name="T25" fmla="*/ 119 h 1781"/>
              <a:gd name="T26" fmla="*/ 513 w 1077"/>
              <a:gd name="T27" fmla="*/ 199 h 1781"/>
              <a:gd name="T28" fmla="*/ 495 w 1077"/>
              <a:gd name="T29" fmla="*/ 223 h 1781"/>
              <a:gd name="T30" fmla="*/ 386 w 1077"/>
              <a:gd name="T31" fmla="*/ 230 h 1781"/>
              <a:gd name="T32" fmla="*/ 106 w 1077"/>
              <a:gd name="T33" fmla="*/ 313 h 1781"/>
              <a:gd name="T34" fmla="*/ 60 w 1077"/>
              <a:gd name="T35" fmla="*/ 630 h 1781"/>
              <a:gd name="T36" fmla="*/ 138 w 1077"/>
              <a:gd name="T37" fmla="*/ 599 h 1781"/>
              <a:gd name="T38" fmla="*/ 169 w 1077"/>
              <a:gd name="T39" fmla="*/ 527 h 1781"/>
              <a:gd name="T40" fmla="*/ 176 w 1077"/>
              <a:gd name="T41" fmla="*/ 406 h 1781"/>
              <a:gd name="T42" fmla="*/ 220 w 1077"/>
              <a:gd name="T43" fmla="*/ 373 h 1781"/>
              <a:gd name="T44" fmla="*/ 308 w 1077"/>
              <a:gd name="T45" fmla="*/ 360 h 1781"/>
              <a:gd name="T46" fmla="*/ 317 w 1077"/>
              <a:gd name="T47" fmla="*/ 358 h 1781"/>
              <a:gd name="T48" fmla="*/ 256 w 1077"/>
              <a:gd name="T49" fmla="*/ 760 h 1781"/>
              <a:gd name="T50" fmla="*/ 254 w 1077"/>
              <a:gd name="T51" fmla="*/ 794 h 1781"/>
              <a:gd name="T52" fmla="*/ 261 w 1077"/>
              <a:gd name="T53" fmla="*/ 896 h 1781"/>
              <a:gd name="T54" fmla="*/ 123 w 1077"/>
              <a:gd name="T55" fmla="*/ 1406 h 1781"/>
              <a:gd name="T56" fmla="*/ 47 w 1077"/>
              <a:gd name="T57" fmla="*/ 1578 h 1781"/>
              <a:gd name="T58" fmla="*/ 4 w 1077"/>
              <a:gd name="T59" fmla="*/ 1633 h 1781"/>
              <a:gd name="T60" fmla="*/ 56 w 1077"/>
              <a:gd name="T61" fmla="*/ 1688 h 1781"/>
              <a:gd name="T62" fmla="*/ 104 w 1077"/>
              <a:gd name="T63" fmla="*/ 1714 h 1781"/>
              <a:gd name="T64" fmla="*/ 122 w 1077"/>
              <a:gd name="T65" fmla="*/ 1741 h 1781"/>
              <a:gd name="T66" fmla="*/ 174 w 1077"/>
              <a:gd name="T67" fmla="*/ 1703 h 1781"/>
              <a:gd name="T68" fmla="*/ 161 w 1077"/>
              <a:gd name="T69" fmla="*/ 1636 h 1781"/>
              <a:gd name="T70" fmla="*/ 323 w 1077"/>
              <a:gd name="T71" fmla="*/ 1294 h 1781"/>
              <a:gd name="T72" fmla="*/ 385 w 1077"/>
              <a:gd name="T73" fmla="*/ 1152 h 1781"/>
              <a:gd name="T74" fmla="*/ 481 w 1077"/>
              <a:gd name="T75" fmla="*/ 943 h 1781"/>
              <a:gd name="T76" fmla="*/ 699 w 1077"/>
              <a:gd name="T77" fmla="*/ 879 h 1781"/>
              <a:gd name="T78" fmla="*/ 682 w 1077"/>
              <a:gd name="T79" fmla="*/ 976 h 1781"/>
              <a:gd name="T80" fmla="*/ 632 w 1077"/>
              <a:gd name="T81" fmla="*/ 1141 h 1781"/>
              <a:gd name="T82" fmla="*/ 618 w 1077"/>
              <a:gd name="T83" fmla="*/ 1225 h 1781"/>
              <a:gd name="T84" fmla="*/ 670 w 1077"/>
              <a:gd name="T85" fmla="*/ 1269 h 1781"/>
              <a:gd name="T86" fmla="*/ 795 w 1077"/>
              <a:gd name="T87" fmla="*/ 1285 h 1781"/>
              <a:gd name="T88" fmla="*/ 830 w 1077"/>
              <a:gd name="T89" fmla="*/ 1219 h 1781"/>
              <a:gd name="T90" fmla="*/ 746 w 1077"/>
              <a:gd name="T91" fmla="*/ 1165 h 1781"/>
              <a:gd name="T92" fmla="*/ 840 w 1077"/>
              <a:gd name="T93" fmla="*/ 864 h 1781"/>
              <a:gd name="T94" fmla="*/ 831 w 1077"/>
              <a:gd name="T95" fmla="*/ 762 h 1781"/>
              <a:gd name="T96" fmla="*/ 507 w 1077"/>
              <a:gd name="T97" fmla="*/ 757 h 1781"/>
              <a:gd name="T98" fmla="*/ 508 w 1077"/>
              <a:gd name="T99" fmla="*/ 758 h 1781"/>
              <a:gd name="T100" fmla="*/ 560 w 1077"/>
              <a:gd name="T101" fmla="*/ 658 h 1781"/>
              <a:gd name="T102" fmla="*/ 607 w 1077"/>
              <a:gd name="T103" fmla="*/ 511 h 1781"/>
              <a:gd name="T104" fmla="*/ 643 w 1077"/>
              <a:gd name="T105" fmla="*/ 449 h 1781"/>
              <a:gd name="T106" fmla="*/ 784 w 1077"/>
              <a:gd name="T107" fmla="*/ 596 h 1781"/>
              <a:gd name="T108" fmla="*/ 836 w 1077"/>
              <a:gd name="T109" fmla="*/ 566 h 1781"/>
              <a:gd name="T110" fmla="*/ 999 w 1077"/>
              <a:gd name="T111" fmla="*/ 402 h 1781"/>
              <a:gd name="T112" fmla="*/ 1042 w 1077"/>
              <a:gd name="T113" fmla="*/ 374 h 1781"/>
              <a:gd name="T114" fmla="*/ 1033 w 1077"/>
              <a:gd name="T115" fmla="*/ 280 h 1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7" h="1781">
                <a:moveTo>
                  <a:pt x="1033" y="280"/>
                </a:moveTo>
                <a:cubicBezTo>
                  <a:pt x="1018" y="287"/>
                  <a:pt x="970" y="303"/>
                  <a:pt x="966" y="315"/>
                </a:cubicBezTo>
                <a:cubicBezTo>
                  <a:pt x="962" y="326"/>
                  <a:pt x="967" y="350"/>
                  <a:pt x="951" y="359"/>
                </a:cubicBezTo>
                <a:cubicBezTo>
                  <a:pt x="936" y="368"/>
                  <a:pt x="803" y="466"/>
                  <a:pt x="793" y="486"/>
                </a:cubicBezTo>
                <a:cubicBezTo>
                  <a:pt x="793" y="486"/>
                  <a:pt x="745" y="390"/>
                  <a:pt x="717" y="375"/>
                </a:cubicBezTo>
                <a:cubicBezTo>
                  <a:pt x="717" y="375"/>
                  <a:pt x="708" y="301"/>
                  <a:pt x="650" y="297"/>
                </a:cubicBezTo>
                <a:cubicBezTo>
                  <a:pt x="629" y="296"/>
                  <a:pt x="617" y="294"/>
                  <a:pt x="609" y="291"/>
                </a:cubicBezTo>
                <a:cubicBezTo>
                  <a:pt x="625" y="266"/>
                  <a:pt x="625" y="266"/>
                  <a:pt x="625" y="266"/>
                </a:cubicBezTo>
                <a:cubicBezTo>
                  <a:pt x="609" y="266"/>
                  <a:pt x="609" y="266"/>
                  <a:pt x="609" y="266"/>
                </a:cubicBezTo>
                <a:cubicBezTo>
                  <a:pt x="617" y="253"/>
                  <a:pt x="628" y="236"/>
                  <a:pt x="632" y="236"/>
                </a:cubicBezTo>
                <a:cubicBezTo>
                  <a:pt x="637" y="235"/>
                  <a:pt x="674" y="230"/>
                  <a:pt x="679" y="228"/>
                </a:cubicBezTo>
                <a:cubicBezTo>
                  <a:pt x="683" y="225"/>
                  <a:pt x="687" y="201"/>
                  <a:pt x="682" y="187"/>
                </a:cubicBezTo>
                <a:cubicBezTo>
                  <a:pt x="677" y="173"/>
                  <a:pt x="687" y="159"/>
                  <a:pt x="687" y="159"/>
                </a:cubicBezTo>
                <a:cubicBezTo>
                  <a:pt x="698" y="150"/>
                  <a:pt x="698" y="150"/>
                  <a:pt x="698" y="150"/>
                </a:cubicBezTo>
                <a:cubicBezTo>
                  <a:pt x="698" y="150"/>
                  <a:pt x="684" y="128"/>
                  <a:pt x="676" y="117"/>
                </a:cubicBezTo>
                <a:cubicBezTo>
                  <a:pt x="667" y="106"/>
                  <a:pt x="669" y="92"/>
                  <a:pt x="665" y="82"/>
                </a:cubicBezTo>
                <a:cubicBezTo>
                  <a:pt x="661" y="72"/>
                  <a:pt x="672" y="65"/>
                  <a:pt x="672" y="65"/>
                </a:cubicBezTo>
                <a:cubicBezTo>
                  <a:pt x="672" y="65"/>
                  <a:pt x="668" y="55"/>
                  <a:pt x="661" y="50"/>
                </a:cubicBezTo>
                <a:cubicBezTo>
                  <a:pt x="653" y="46"/>
                  <a:pt x="666" y="44"/>
                  <a:pt x="649" y="36"/>
                </a:cubicBezTo>
                <a:cubicBezTo>
                  <a:pt x="632" y="28"/>
                  <a:pt x="641" y="32"/>
                  <a:pt x="627" y="24"/>
                </a:cubicBezTo>
                <a:cubicBezTo>
                  <a:pt x="612" y="16"/>
                  <a:pt x="634" y="21"/>
                  <a:pt x="612" y="16"/>
                </a:cubicBezTo>
                <a:cubicBezTo>
                  <a:pt x="591" y="11"/>
                  <a:pt x="579" y="3"/>
                  <a:pt x="576" y="3"/>
                </a:cubicBezTo>
                <a:cubicBezTo>
                  <a:pt x="573" y="3"/>
                  <a:pt x="582" y="6"/>
                  <a:pt x="573" y="3"/>
                </a:cubicBezTo>
                <a:cubicBezTo>
                  <a:pt x="563" y="0"/>
                  <a:pt x="498" y="33"/>
                  <a:pt x="492" y="48"/>
                </a:cubicBezTo>
                <a:cubicBezTo>
                  <a:pt x="485" y="64"/>
                  <a:pt x="475" y="83"/>
                  <a:pt x="475" y="83"/>
                </a:cubicBezTo>
                <a:cubicBezTo>
                  <a:pt x="475" y="83"/>
                  <a:pt x="469" y="104"/>
                  <a:pt x="471" y="119"/>
                </a:cubicBezTo>
                <a:cubicBezTo>
                  <a:pt x="474" y="134"/>
                  <a:pt x="484" y="147"/>
                  <a:pt x="488" y="152"/>
                </a:cubicBezTo>
                <a:cubicBezTo>
                  <a:pt x="491" y="156"/>
                  <a:pt x="508" y="184"/>
                  <a:pt x="513" y="199"/>
                </a:cubicBezTo>
                <a:cubicBezTo>
                  <a:pt x="517" y="212"/>
                  <a:pt x="521" y="228"/>
                  <a:pt x="506" y="235"/>
                </a:cubicBezTo>
                <a:cubicBezTo>
                  <a:pt x="495" y="223"/>
                  <a:pt x="495" y="223"/>
                  <a:pt x="495" y="223"/>
                </a:cubicBezTo>
                <a:cubicBezTo>
                  <a:pt x="476" y="237"/>
                  <a:pt x="476" y="237"/>
                  <a:pt x="476" y="237"/>
                </a:cubicBezTo>
                <a:cubicBezTo>
                  <a:pt x="454" y="233"/>
                  <a:pt x="427" y="222"/>
                  <a:pt x="386" y="230"/>
                </a:cubicBezTo>
                <a:cubicBezTo>
                  <a:pt x="333" y="241"/>
                  <a:pt x="313" y="257"/>
                  <a:pt x="281" y="265"/>
                </a:cubicBezTo>
                <a:cubicBezTo>
                  <a:pt x="249" y="272"/>
                  <a:pt x="128" y="293"/>
                  <a:pt x="106" y="313"/>
                </a:cubicBezTo>
                <a:cubicBezTo>
                  <a:pt x="84" y="332"/>
                  <a:pt x="76" y="418"/>
                  <a:pt x="82" y="553"/>
                </a:cubicBezTo>
                <a:cubicBezTo>
                  <a:pt x="82" y="553"/>
                  <a:pt x="62" y="616"/>
                  <a:pt x="60" y="630"/>
                </a:cubicBezTo>
                <a:cubicBezTo>
                  <a:pt x="59" y="644"/>
                  <a:pt x="67" y="703"/>
                  <a:pt x="139" y="690"/>
                </a:cubicBezTo>
                <a:cubicBezTo>
                  <a:pt x="203" y="679"/>
                  <a:pt x="151" y="622"/>
                  <a:pt x="138" y="599"/>
                </a:cubicBezTo>
                <a:cubicBezTo>
                  <a:pt x="146" y="594"/>
                  <a:pt x="154" y="590"/>
                  <a:pt x="154" y="590"/>
                </a:cubicBezTo>
                <a:cubicBezTo>
                  <a:pt x="154" y="590"/>
                  <a:pt x="168" y="554"/>
                  <a:pt x="169" y="527"/>
                </a:cubicBezTo>
                <a:cubicBezTo>
                  <a:pt x="169" y="510"/>
                  <a:pt x="174" y="454"/>
                  <a:pt x="176" y="409"/>
                </a:cubicBezTo>
                <a:cubicBezTo>
                  <a:pt x="176" y="408"/>
                  <a:pt x="176" y="407"/>
                  <a:pt x="176" y="406"/>
                </a:cubicBezTo>
                <a:cubicBezTo>
                  <a:pt x="178" y="394"/>
                  <a:pt x="179" y="384"/>
                  <a:pt x="180" y="378"/>
                </a:cubicBezTo>
                <a:cubicBezTo>
                  <a:pt x="190" y="376"/>
                  <a:pt x="204" y="375"/>
                  <a:pt x="220" y="373"/>
                </a:cubicBezTo>
                <a:cubicBezTo>
                  <a:pt x="224" y="373"/>
                  <a:pt x="229" y="373"/>
                  <a:pt x="234" y="372"/>
                </a:cubicBezTo>
                <a:cubicBezTo>
                  <a:pt x="265" y="370"/>
                  <a:pt x="294" y="364"/>
                  <a:pt x="308" y="360"/>
                </a:cubicBezTo>
                <a:cubicBezTo>
                  <a:pt x="308" y="360"/>
                  <a:pt x="308" y="360"/>
                  <a:pt x="308" y="360"/>
                </a:cubicBezTo>
                <a:cubicBezTo>
                  <a:pt x="311" y="360"/>
                  <a:pt x="314" y="359"/>
                  <a:pt x="317" y="358"/>
                </a:cubicBezTo>
                <a:cubicBezTo>
                  <a:pt x="317" y="360"/>
                  <a:pt x="319" y="371"/>
                  <a:pt x="322" y="385"/>
                </a:cubicBezTo>
                <a:cubicBezTo>
                  <a:pt x="310" y="466"/>
                  <a:pt x="270" y="740"/>
                  <a:pt x="256" y="760"/>
                </a:cubicBezTo>
                <a:cubicBezTo>
                  <a:pt x="240" y="784"/>
                  <a:pt x="232" y="799"/>
                  <a:pt x="232" y="799"/>
                </a:cubicBezTo>
                <a:cubicBezTo>
                  <a:pt x="232" y="799"/>
                  <a:pt x="242" y="797"/>
                  <a:pt x="254" y="794"/>
                </a:cubicBezTo>
                <a:cubicBezTo>
                  <a:pt x="250" y="811"/>
                  <a:pt x="249" y="832"/>
                  <a:pt x="252" y="861"/>
                </a:cubicBezTo>
                <a:cubicBezTo>
                  <a:pt x="252" y="861"/>
                  <a:pt x="254" y="876"/>
                  <a:pt x="261" y="896"/>
                </a:cubicBezTo>
                <a:cubicBezTo>
                  <a:pt x="247" y="979"/>
                  <a:pt x="227" y="1177"/>
                  <a:pt x="200" y="1256"/>
                </a:cubicBezTo>
                <a:cubicBezTo>
                  <a:pt x="174" y="1282"/>
                  <a:pt x="141" y="1326"/>
                  <a:pt x="123" y="1406"/>
                </a:cubicBezTo>
                <a:cubicBezTo>
                  <a:pt x="123" y="1406"/>
                  <a:pt x="123" y="1406"/>
                  <a:pt x="123" y="1406"/>
                </a:cubicBezTo>
                <a:cubicBezTo>
                  <a:pt x="86" y="1483"/>
                  <a:pt x="47" y="1577"/>
                  <a:pt x="47" y="1578"/>
                </a:cubicBezTo>
                <a:cubicBezTo>
                  <a:pt x="25" y="1596"/>
                  <a:pt x="10" y="1604"/>
                  <a:pt x="5" y="1627"/>
                </a:cubicBezTo>
                <a:cubicBezTo>
                  <a:pt x="4" y="1630"/>
                  <a:pt x="4" y="1631"/>
                  <a:pt x="4" y="1633"/>
                </a:cubicBezTo>
                <a:cubicBezTo>
                  <a:pt x="0" y="1665"/>
                  <a:pt x="0" y="1665"/>
                  <a:pt x="0" y="1665"/>
                </a:cubicBezTo>
                <a:cubicBezTo>
                  <a:pt x="0" y="1665"/>
                  <a:pt x="44" y="1698"/>
                  <a:pt x="56" y="1688"/>
                </a:cubicBezTo>
                <a:cubicBezTo>
                  <a:pt x="64" y="1682"/>
                  <a:pt x="74" y="1683"/>
                  <a:pt x="85" y="1692"/>
                </a:cubicBezTo>
                <a:cubicBezTo>
                  <a:pt x="91" y="1698"/>
                  <a:pt x="97" y="1705"/>
                  <a:pt x="104" y="1714"/>
                </a:cubicBezTo>
                <a:cubicBezTo>
                  <a:pt x="105" y="1715"/>
                  <a:pt x="105" y="1716"/>
                  <a:pt x="106" y="1717"/>
                </a:cubicBezTo>
                <a:cubicBezTo>
                  <a:pt x="111" y="1724"/>
                  <a:pt x="116" y="1731"/>
                  <a:pt x="122" y="1741"/>
                </a:cubicBezTo>
                <a:cubicBezTo>
                  <a:pt x="122" y="1741"/>
                  <a:pt x="153" y="1781"/>
                  <a:pt x="193" y="1765"/>
                </a:cubicBezTo>
                <a:cubicBezTo>
                  <a:pt x="193" y="1765"/>
                  <a:pt x="208" y="1732"/>
                  <a:pt x="174" y="1703"/>
                </a:cubicBezTo>
                <a:cubicBezTo>
                  <a:pt x="147" y="1680"/>
                  <a:pt x="145" y="1650"/>
                  <a:pt x="148" y="1630"/>
                </a:cubicBezTo>
                <a:cubicBezTo>
                  <a:pt x="161" y="1636"/>
                  <a:pt x="161" y="1636"/>
                  <a:pt x="161" y="1636"/>
                </a:cubicBezTo>
                <a:cubicBezTo>
                  <a:pt x="161" y="1636"/>
                  <a:pt x="161" y="1636"/>
                  <a:pt x="170" y="1587"/>
                </a:cubicBezTo>
                <a:cubicBezTo>
                  <a:pt x="179" y="1539"/>
                  <a:pt x="301" y="1314"/>
                  <a:pt x="323" y="1294"/>
                </a:cubicBezTo>
                <a:cubicBezTo>
                  <a:pt x="336" y="1282"/>
                  <a:pt x="352" y="1230"/>
                  <a:pt x="365" y="1185"/>
                </a:cubicBezTo>
                <a:cubicBezTo>
                  <a:pt x="372" y="1176"/>
                  <a:pt x="379" y="1165"/>
                  <a:pt x="385" y="1152"/>
                </a:cubicBezTo>
                <a:cubicBezTo>
                  <a:pt x="404" y="1111"/>
                  <a:pt x="437" y="960"/>
                  <a:pt x="437" y="960"/>
                </a:cubicBezTo>
                <a:cubicBezTo>
                  <a:pt x="437" y="960"/>
                  <a:pt x="470" y="949"/>
                  <a:pt x="481" y="943"/>
                </a:cubicBezTo>
                <a:cubicBezTo>
                  <a:pt x="492" y="938"/>
                  <a:pt x="508" y="937"/>
                  <a:pt x="573" y="923"/>
                </a:cubicBezTo>
                <a:cubicBezTo>
                  <a:pt x="637" y="908"/>
                  <a:pt x="699" y="879"/>
                  <a:pt x="699" y="879"/>
                </a:cubicBezTo>
                <a:cubicBezTo>
                  <a:pt x="699" y="879"/>
                  <a:pt x="679" y="928"/>
                  <a:pt x="681" y="965"/>
                </a:cubicBezTo>
                <a:cubicBezTo>
                  <a:pt x="681" y="969"/>
                  <a:pt x="682" y="972"/>
                  <a:pt x="682" y="976"/>
                </a:cubicBezTo>
                <a:cubicBezTo>
                  <a:pt x="673" y="1023"/>
                  <a:pt x="663" y="1072"/>
                  <a:pt x="657" y="1085"/>
                </a:cubicBezTo>
                <a:cubicBezTo>
                  <a:pt x="645" y="1110"/>
                  <a:pt x="632" y="1141"/>
                  <a:pt x="632" y="1141"/>
                </a:cubicBezTo>
                <a:cubicBezTo>
                  <a:pt x="632" y="1141"/>
                  <a:pt x="639" y="1142"/>
                  <a:pt x="649" y="1143"/>
                </a:cubicBezTo>
                <a:cubicBezTo>
                  <a:pt x="633" y="1177"/>
                  <a:pt x="615" y="1211"/>
                  <a:pt x="618" y="1225"/>
                </a:cubicBezTo>
                <a:cubicBezTo>
                  <a:pt x="614" y="1247"/>
                  <a:pt x="614" y="1247"/>
                  <a:pt x="614" y="1247"/>
                </a:cubicBezTo>
                <a:cubicBezTo>
                  <a:pt x="670" y="1269"/>
                  <a:pt x="670" y="1269"/>
                  <a:pt x="670" y="1269"/>
                </a:cubicBezTo>
                <a:cubicBezTo>
                  <a:pt x="670" y="1269"/>
                  <a:pt x="694" y="1263"/>
                  <a:pt x="728" y="1274"/>
                </a:cubicBezTo>
                <a:cubicBezTo>
                  <a:pt x="752" y="1285"/>
                  <a:pt x="777" y="1293"/>
                  <a:pt x="795" y="1285"/>
                </a:cubicBezTo>
                <a:cubicBezTo>
                  <a:pt x="825" y="1273"/>
                  <a:pt x="867" y="1244"/>
                  <a:pt x="867" y="1226"/>
                </a:cubicBezTo>
                <a:cubicBezTo>
                  <a:pt x="867" y="1208"/>
                  <a:pt x="855" y="1215"/>
                  <a:pt x="830" y="1219"/>
                </a:cubicBezTo>
                <a:cubicBezTo>
                  <a:pt x="806" y="1223"/>
                  <a:pt x="766" y="1195"/>
                  <a:pt x="753" y="1179"/>
                </a:cubicBezTo>
                <a:cubicBezTo>
                  <a:pt x="750" y="1176"/>
                  <a:pt x="748" y="1171"/>
                  <a:pt x="746" y="1165"/>
                </a:cubicBezTo>
                <a:cubicBezTo>
                  <a:pt x="753" y="1179"/>
                  <a:pt x="766" y="1180"/>
                  <a:pt x="766" y="1180"/>
                </a:cubicBezTo>
                <a:cubicBezTo>
                  <a:pt x="766" y="1180"/>
                  <a:pt x="817" y="952"/>
                  <a:pt x="840" y="864"/>
                </a:cubicBezTo>
                <a:cubicBezTo>
                  <a:pt x="840" y="864"/>
                  <a:pt x="840" y="864"/>
                  <a:pt x="840" y="864"/>
                </a:cubicBezTo>
                <a:cubicBezTo>
                  <a:pt x="856" y="847"/>
                  <a:pt x="886" y="780"/>
                  <a:pt x="831" y="762"/>
                </a:cubicBezTo>
                <a:cubicBezTo>
                  <a:pt x="777" y="744"/>
                  <a:pt x="577" y="746"/>
                  <a:pt x="521" y="760"/>
                </a:cubicBezTo>
                <a:cubicBezTo>
                  <a:pt x="514" y="762"/>
                  <a:pt x="510" y="761"/>
                  <a:pt x="507" y="757"/>
                </a:cubicBezTo>
                <a:cubicBezTo>
                  <a:pt x="508" y="757"/>
                  <a:pt x="508" y="757"/>
                  <a:pt x="508" y="757"/>
                </a:cubicBezTo>
                <a:cubicBezTo>
                  <a:pt x="508" y="758"/>
                  <a:pt x="508" y="758"/>
                  <a:pt x="508" y="758"/>
                </a:cubicBezTo>
                <a:cubicBezTo>
                  <a:pt x="536" y="738"/>
                  <a:pt x="536" y="738"/>
                  <a:pt x="536" y="738"/>
                </a:cubicBezTo>
                <a:cubicBezTo>
                  <a:pt x="536" y="738"/>
                  <a:pt x="543" y="691"/>
                  <a:pt x="560" y="658"/>
                </a:cubicBezTo>
                <a:cubicBezTo>
                  <a:pt x="576" y="625"/>
                  <a:pt x="599" y="520"/>
                  <a:pt x="607" y="511"/>
                </a:cubicBezTo>
                <a:cubicBezTo>
                  <a:pt x="607" y="511"/>
                  <a:pt x="607" y="511"/>
                  <a:pt x="607" y="511"/>
                </a:cubicBezTo>
                <a:cubicBezTo>
                  <a:pt x="611" y="506"/>
                  <a:pt x="615" y="500"/>
                  <a:pt x="620" y="491"/>
                </a:cubicBezTo>
                <a:cubicBezTo>
                  <a:pt x="634" y="465"/>
                  <a:pt x="643" y="449"/>
                  <a:pt x="643" y="449"/>
                </a:cubicBezTo>
                <a:cubicBezTo>
                  <a:pt x="643" y="449"/>
                  <a:pt x="695" y="520"/>
                  <a:pt x="715" y="529"/>
                </a:cubicBezTo>
                <a:cubicBezTo>
                  <a:pt x="734" y="537"/>
                  <a:pt x="767" y="599"/>
                  <a:pt x="784" y="596"/>
                </a:cubicBezTo>
                <a:cubicBezTo>
                  <a:pt x="795" y="594"/>
                  <a:pt x="812" y="585"/>
                  <a:pt x="836" y="566"/>
                </a:cubicBezTo>
                <a:cubicBezTo>
                  <a:pt x="836" y="566"/>
                  <a:pt x="836" y="566"/>
                  <a:pt x="836" y="566"/>
                </a:cubicBezTo>
                <a:cubicBezTo>
                  <a:pt x="872" y="554"/>
                  <a:pt x="1000" y="429"/>
                  <a:pt x="1013" y="425"/>
                </a:cubicBezTo>
                <a:cubicBezTo>
                  <a:pt x="1019" y="423"/>
                  <a:pt x="1010" y="412"/>
                  <a:pt x="999" y="402"/>
                </a:cubicBezTo>
                <a:cubicBezTo>
                  <a:pt x="1000" y="401"/>
                  <a:pt x="1000" y="401"/>
                  <a:pt x="1001" y="401"/>
                </a:cubicBezTo>
                <a:cubicBezTo>
                  <a:pt x="1016" y="396"/>
                  <a:pt x="1030" y="394"/>
                  <a:pt x="1042" y="374"/>
                </a:cubicBezTo>
                <a:cubicBezTo>
                  <a:pt x="1054" y="355"/>
                  <a:pt x="1077" y="306"/>
                  <a:pt x="1072" y="296"/>
                </a:cubicBezTo>
                <a:cubicBezTo>
                  <a:pt x="1067" y="287"/>
                  <a:pt x="1047" y="274"/>
                  <a:pt x="1033" y="280"/>
                </a:cubicBezTo>
                <a:close/>
              </a:path>
            </a:pathLst>
          </a:custGeom>
          <a:solidFill>
            <a:srgbClr val="2C3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7" name="Text Placeholder 6"/>
          <p:cNvSpPr txBox="1">
            <a:spLocks/>
          </p:cNvSpPr>
          <p:nvPr/>
        </p:nvSpPr>
        <p:spPr>
          <a:xfrm>
            <a:off x="5816275" y="2062086"/>
            <a:ext cx="6063049" cy="95383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857250" lvl="0" indent="-857250" algn="ctr" rtl="1" fontAlgn="auto">
              <a:spcAft>
                <a:spcPts val="0"/>
              </a:spcAft>
              <a:buFont typeface="+mj-lt"/>
              <a:buAutoNum type="romanUcPeriod" startAt="4"/>
            </a:pPr>
            <a:r>
              <a:rPr lang="ar-SA" sz="3200" b="1" u="sng" dirty="0">
                <a:solidFill>
                  <a:srgbClr val="0070C0"/>
                </a:solidFill>
              </a:rPr>
              <a:t>الدافعية وعوامل تنميتها في برامج التدريب والمران </a:t>
            </a:r>
            <a:endParaRPr lang="en-US" sz="3200" b="1" u="sng" dirty="0">
              <a:solidFill>
                <a:srgbClr val="0070C0"/>
              </a:solidFill>
              <a:latin typeface="Roboto"/>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0783151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4"/>
                                        </p:tgtEl>
                                        <p:attrNameLst>
                                          <p:attrName>style.visibility</p:attrName>
                                        </p:attrNameLst>
                                      </p:cBhvr>
                                      <p:to>
                                        <p:strVal val="visible"/>
                                      </p:to>
                                    </p:set>
                                    <p:animEffect transition="in" filter="fade">
                                      <p:cBhvr>
                                        <p:cTn id="7" dur="500"/>
                                        <p:tgtEl>
                                          <p:spTgt spid="204"/>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74"/>
                                        </p:tgtEl>
                                        <p:attrNameLst>
                                          <p:attrName>style.visibility</p:attrName>
                                        </p:attrNameLst>
                                      </p:cBhvr>
                                      <p:to>
                                        <p:strVal val="visible"/>
                                      </p:to>
                                    </p:set>
                                    <p:animEffect transition="in" filter="fade">
                                      <p:cBhvr>
                                        <p:cTn id="11" dur="500"/>
                                        <p:tgtEl>
                                          <p:spTgt spid="17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7"/>
                                        </p:tgtEl>
                                        <p:attrNameLst>
                                          <p:attrName>style.visibility</p:attrName>
                                        </p:attrNameLst>
                                      </p:cBhvr>
                                      <p:to>
                                        <p:strVal val="visible"/>
                                      </p:to>
                                    </p:set>
                                    <p:animEffect transition="in" filter="fade">
                                      <p:cBhvr>
                                        <p:cTn id="15"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 grpId="0" animBg="1"/>
      <p:bldP spid="37"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p:cNvGrpSpPr/>
          <p:nvPr/>
        </p:nvGrpSpPr>
        <p:grpSpPr>
          <a:xfrm>
            <a:off x="285595" y="3422946"/>
            <a:ext cx="5805923" cy="3218273"/>
            <a:chOff x="538115" y="2342244"/>
            <a:chExt cx="6736746" cy="3875068"/>
          </a:xfrm>
        </p:grpSpPr>
        <p:pic>
          <p:nvPicPr>
            <p:cNvPr id="26" name="Picture 2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8115" y="2342244"/>
              <a:ext cx="6736746" cy="3875068"/>
            </a:xfrm>
            <a:prstGeom prst="rect">
              <a:avLst/>
            </a:prstGeom>
          </p:spPr>
        </p:pic>
        <p:sp>
          <p:nvSpPr>
            <p:cNvPr id="27" name="Rectangle 26"/>
            <p:cNvSpPr/>
            <p:nvPr/>
          </p:nvSpPr>
          <p:spPr>
            <a:xfrm>
              <a:off x="1344706" y="2553874"/>
              <a:ext cx="5123329" cy="322729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rgbClr val="FFFFFF"/>
                </a:solidFill>
              </a:endParaRPr>
            </a:p>
          </p:txBody>
        </p:sp>
      </p:grpSp>
      <p:grpSp>
        <p:nvGrpSpPr>
          <p:cNvPr id="28" name="Group 27"/>
          <p:cNvGrpSpPr/>
          <p:nvPr/>
        </p:nvGrpSpPr>
        <p:grpSpPr>
          <a:xfrm>
            <a:off x="997195" y="1823958"/>
            <a:ext cx="9554148" cy="3114894"/>
            <a:chOff x="1218678" y="2635495"/>
            <a:chExt cx="8768366" cy="3114894"/>
          </a:xfrm>
        </p:grpSpPr>
        <p:grpSp>
          <p:nvGrpSpPr>
            <p:cNvPr id="29" name="Group 4"/>
            <p:cNvGrpSpPr>
              <a:grpSpLocks noChangeAspect="1"/>
            </p:cNvGrpSpPr>
            <p:nvPr/>
          </p:nvGrpSpPr>
          <p:grpSpPr bwMode="auto">
            <a:xfrm rot="5400000">
              <a:off x="6252350" y="2015694"/>
              <a:ext cx="3114894" cy="4354495"/>
              <a:chOff x="2593" y="576"/>
              <a:chExt cx="2450" cy="3425"/>
            </a:xfrm>
          </p:grpSpPr>
          <p:sp>
            <p:nvSpPr>
              <p:cNvPr id="49" name="Freeform 6"/>
              <p:cNvSpPr>
                <a:spLocks/>
              </p:cNvSpPr>
              <p:nvPr/>
            </p:nvSpPr>
            <p:spPr bwMode="auto">
              <a:xfrm>
                <a:off x="2593" y="576"/>
                <a:ext cx="330" cy="3409"/>
              </a:xfrm>
              <a:custGeom>
                <a:avLst/>
                <a:gdLst>
                  <a:gd name="T0" fmla="*/ 330 w 330"/>
                  <a:gd name="T1" fmla="*/ 0 h 3409"/>
                  <a:gd name="T2" fmla="*/ 330 w 330"/>
                  <a:gd name="T3" fmla="*/ 3409 h 3409"/>
                  <a:gd name="T4" fmla="*/ 0 w 330"/>
                  <a:gd name="T5" fmla="*/ 3409 h 3409"/>
                  <a:gd name="T6" fmla="*/ 0 w 330"/>
                  <a:gd name="T7" fmla="*/ 330 h 3409"/>
                  <a:gd name="T8" fmla="*/ 330 w 330"/>
                  <a:gd name="T9" fmla="*/ 0 h 3409"/>
                </a:gdLst>
                <a:ahLst/>
                <a:cxnLst>
                  <a:cxn ang="0">
                    <a:pos x="T0" y="T1"/>
                  </a:cxn>
                  <a:cxn ang="0">
                    <a:pos x="T2" y="T3"/>
                  </a:cxn>
                  <a:cxn ang="0">
                    <a:pos x="T4" y="T5"/>
                  </a:cxn>
                  <a:cxn ang="0">
                    <a:pos x="T6" y="T7"/>
                  </a:cxn>
                  <a:cxn ang="0">
                    <a:pos x="T8" y="T9"/>
                  </a:cxn>
                </a:cxnLst>
                <a:rect l="0" t="0" r="r" b="b"/>
                <a:pathLst>
                  <a:path w="330" h="3409">
                    <a:moveTo>
                      <a:pt x="330" y="0"/>
                    </a:moveTo>
                    <a:lnTo>
                      <a:pt x="330" y="3409"/>
                    </a:lnTo>
                    <a:lnTo>
                      <a:pt x="0" y="3409"/>
                    </a:lnTo>
                    <a:lnTo>
                      <a:pt x="0" y="330"/>
                    </a:lnTo>
                    <a:lnTo>
                      <a:pt x="33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50" name="Freeform 7"/>
              <p:cNvSpPr>
                <a:spLocks/>
              </p:cNvSpPr>
              <p:nvPr/>
            </p:nvSpPr>
            <p:spPr bwMode="auto">
              <a:xfrm>
                <a:off x="2593" y="582"/>
                <a:ext cx="2134" cy="330"/>
              </a:xfrm>
              <a:custGeom>
                <a:avLst/>
                <a:gdLst>
                  <a:gd name="T0" fmla="*/ 2134 w 2134"/>
                  <a:gd name="T1" fmla="*/ 330 h 330"/>
                  <a:gd name="T2" fmla="*/ 0 w 2134"/>
                  <a:gd name="T3" fmla="*/ 330 h 330"/>
                  <a:gd name="T4" fmla="*/ 330 w 2134"/>
                  <a:gd name="T5" fmla="*/ 0 h 330"/>
                  <a:gd name="T6" fmla="*/ 2134 w 2134"/>
                  <a:gd name="T7" fmla="*/ 0 h 330"/>
                  <a:gd name="T8" fmla="*/ 2134 w 2134"/>
                  <a:gd name="T9" fmla="*/ 330 h 330"/>
                </a:gdLst>
                <a:ahLst/>
                <a:cxnLst>
                  <a:cxn ang="0">
                    <a:pos x="T0" y="T1"/>
                  </a:cxn>
                  <a:cxn ang="0">
                    <a:pos x="T2" y="T3"/>
                  </a:cxn>
                  <a:cxn ang="0">
                    <a:pos x="T4" y="T5"/>
                  </a:cxn>
                  <a:cxn ang="0">
                    <a:pos x="T6" y="T7"/>
                  </a:cxn>
                  <a:cxn ang="0">
                    <a:pos x="T8" y="T9"/>
                  </a:cxn>
                </a:cxnLst>
                <a:rect l="0" t="0" r="r" b="b"/>
                <a:pathLst>
                  <a:path w="2134" h="330">
                    <a:moveTo>
                      <a:pt x="2134" y="330"/>
                    </a:moveTo>
                    <a:lnTo>
                      <a:pt x="0" y="330"/>
                    </a:lnTo>
                    <a:lnTo>
                      <a:pt x="330" y="0"/>
                    </a:lnTo>
                    <a:lnTo>
                      <a:pt x="2134" y="0"/>
                    </a:lnTo>
                    <a:lnTo>
                      <a:pt x="2134" y="33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52" name="Freeform 9"/>
              <p:cNvSpPr>
                <a:spLocks/>
              </p:cNvSpPr>
              <p:nvPr/>
            </p:nvSpPr>
            <p:spPr bwMode="auto">
              <a:xfrm>
                <a:off x="3015" y="1379"/>
                <a:ext cx="330" cy="2622"/>
              </a:xfrm>
              <a:custGeom>
                <a:avLst/>
                <a:gdLst>
                  <a:gd name="T0" fmla="*/ 330 w 330"/>
                  <a:gd name="T1" fmla="*/ 0 h 2622"/>
                  <a:gd name="T2" fmla="*/ 330 w 330"/>
                  <a:gd name="T3" fmla="*/ 2622 h 2622"/>
                  <a:gd name="T4" fmla="*/ 0 w 330"/>
                  <a:gd name="T5" fmla="*/ 2622 h 2622"/>
                  <a:gd name="T6" fmla="*/ 0 w 330"/>
                  <a:gd name="T7" fmla="*/ 329 h 2622"/>
                  <a:gd name="T8" fmla="*/ 330 w 330"/>
                  <a:gd name="T9" fmla="*/ 0 h 2622"/>
                </a:gdLst>
                <a:ahLst/>
                <a:cxnLst>
                  <a:cxn ang="0">
                    <a:pos x="T0" y="T1"/>
                  </a:cxn>
                  <a:cxn ang="0">
                    <a:pos x="T2" y="T3"/>
                  </a:cxn>
                  <a:cxn ang="0">
                    <a:pos x="T4" y="T5"/>
                  </a:cxn>
                  <a:cxn ang="0">
                    <a:pos x="T6" y="T7"/>
                  </a:cxn>
                  <a:cxn ang="0">
                    <a:pos x="T8" y="T9"/>
                  </a:cxn>
                </a:cxnLst>
                <a:rect l="0" t="0" r="r" b="b"/>
                <a:pathLst>
                  <a:path w="330" h="2622">
                    <a:moveTo>
                      <a:pt x="330" y="0"/>
                    </a:moveTo>
                    <a:lnTo>
                      <a:pt x="330" y="2622"/>
                    </a:lnTo>
                    <a:lnTo>
                      <a:pt x="0" y="2622"/>
                    </a:lnTo>
                    <a:lnTo>
                      <a:pt x="0" y="329"/>
                    </a:lnTo>
                    <a:lnTo>
                      <a:pt x="330" y="0"/>
                    </a:lnTo>
                    <a:close/>
                  </a:path>
                </a:pathLst>
              </a:custGeom>
              <a:solidFill>
                <a:srgbClr val="77BF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53" name="Freeform 10"/>
              <p:cNvSpPr>
                <a:spLocks/>
              </p:cNvSpPr>
              <p:nvPr/>
            </p:nvSpPr>
            <p:spPr bwMode="auto">
              <a:xfrm>
                <a:off x="3015" y="1379"/>
                <a:ext cx="330" cy="2622"/>
              </a:xfrm>
              <a:custGeom>
                <a:avLst/>
                <a:gdLst>
                  <a:gd name="T0" fmla="*/ 330 w 330"/>
                  <a:gd name="T1" fmla="*/ 0 h 2622"/>
                  <a:gd name="T2" fmla="*/ 330 w 330"/>
                  <a:gd name="T3" fmla="*/ 2622 h 2622"/>
                  <a:gd name="T4" fmla="*/ 0 w 330"/>
                  <a:gd name="T5" fmla="*/ 2622 h 2622"/>
                  <a:gd name="T6" fmla="*/ 0 w 330"/>
                  <a:gd name="T7" fmla="*/ 329 h 2622"/>
                  <a:gd name="T8" fmla="*/ 330 w 330"/>
                  <a:gd name="T9" fmla="*/ 0 h 2622"/>
                </a:gdLst>
                <a:ahLst/>
                <a:cxnLst>
                  <a:cxn ang="0">
                    <a:pos x="T0" y="T1"/>
                  </a:cxn>
                  <a:cxn ang="0">
                    <a:pos x="T2" y="T3"/>
                  </a:cxn>
                  <a:cxn ang="0">
                    <a:pos x="T4" y="T5"/>
                  </a:cxn>
                  <a:cxn ang="0">
                    <a:pos x="T6" y="T7"/>
                  </a:cxn>
                  <a:cxn ang="0">
                    <a:pos x="T8" y="T9"/>
                  </a:cxn>
                </a:cxnLst>
                <a:rect l="0" t="0" r="r" b="b"/>
                <a:pathLst>
                  <a:path w="330" h="2622">
                    <a:moveTo>
                      <a:pt x="330" y="0"/>
                    </a:moveTo>
                    <a:lnTo>
                      <a:pt x="330" y="2622"/>
                    </a:lnTo>
                    <a:lnTo>
                      <a:pt x="0" y="2622"/>
                    </a:lnTo>
                    <a:lnTo>
                      <a:pt x="0" y="329"/>
                    </a:lnTo>
                    <a:lnTo>
                      <a:pt x="330" y="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54" name="Freeform 11"/>
              <p:cNvSpPr>
                <a:spLocks/>
              </p:cNvSpPr>
              <p:nvPr/>
            </p:nvSpPr>
            <p:spPr bwMode="auto">
              <a:xfrm>
                <a:off x="3015" y="1379"/>
                <a:ext cx="1712" cy="329"/>
              </a:xfrm>
              <a:custGeom>
                <a:avLst/>
                <a:gdLst>
                  <a:gd name="T0" fmla="*/ 1712 w 1712"/>
                  <a:gd name="T1" fmla="*/ 329 h 329"/>
                  <a:gd name="T2" fmla="*/ 0 w 1712"/>
                  <a:gd name="T3" fmla="*/ 329 h 329"/>
                  <a:gd name="T4" fmla="*/ 330 w 1712"/>
                  <a:gd name="T5" fmla="*/ 0 h 329"/>
                  <a:gd name="T6" fmla="*/ 1712 w 1712"/>
                  <a:gd name="T7" fmla="*/ 0 h 329"/>
                  <a:gd name="T8" fmla="*/ 1712 w 1712"/>
                  <a:gd name="T9" fmla="*/ 329 h 329"/>
                </a:gdLst>
                <a:ahLst/>
                <a:cxnLst>
                  <a:cxn ang="0">
                    <a:pos x="T0" y="T1"/>
                  </a:cxn>
                  <a:cxn ang="0">
                    <a:pos x="T2" y="T3"/>
                  </a:cxn>
                  <a:cxn ang="0">
                    <a:pos x="T4" y="T5"/>
                  </a:cxn>
                  <a:cxn ang="0">
                    <a:pos x="T6" y="T7"/>
                  </a:cxn>
                  <a:cxn ang="0">
                    <a:pos x="T8" y="T9"/>
                  </a:cxn>
                </a:cxnLst>
                <a:rect l="0" t="0" r="r" b="b"/>
                <a:pathLst>
                  <a:path w="1712" h="329">
                    <a:moveTo>
                      <a:pt x="1712" y="329"/>
                    </a:moveTo>
                    <a:lnTo>
                      <a:pt x="0" y="329"/>
                    </a:lnTo>
                    <a:lnTo>
                      <a:pt x="330" y="0"/>
                    </a:lnTo>
                    <a:lnTo>
                      <a:pt x="1712" y="0"/>
                    </a:lnTo>
                    <a:lnTo>
                      <a:pt x="1712" y="329"/>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59" name="Freeform 16"/>
              <p:cNvSpPr>
                <a:spLocks/>
              </p:cNvSpPr>
              <p:nvPr/>
            </p:nvSpPr>
            <p:spPr bwMode="auto">
              <a:xfrm>
                <a:off x="3442" y="2165"/>
                <a:ext cx="1285" cy="329"/>
              </a:xfrm>
              <a:custGeom>
                <a:avLst/>
                <a:gdLst>
                  <a:gd name="T0" fmla="*/ 1285 w 1285"/>
                  <a:gd name="T1" fmla="*/ 329 h 329"/>
                  <a:gd name="T2" fmla="*/ 0 w 1285"/>
                  <a:gd name="T3" fmla="*/ 329 h 329"/>
                  <a:gd name="T4" fmla="*/ 330 w 1285"/>
                  <a:gd name="T5" fmla="*/ 0 h 329"/>
                  <a:gd name="T6" fmla="*/ 1285 w 1285"/>
                  <a:gd name="T7" fmla="*/ 0 h 329"/>
                  <a:gd name="T8" fmla="*/ 1285 w 1285"/>
                  <a:gd name="T9" fmla="*/ 329 h 329"/>
                </a:gdLst>
                <a:ahLst/>
                <a:cxnLst>
                  <a:cxn ang="0">
                    <a:pos x="T0" y="T1"/>
                  </a:cxn>
                  <a:cxn ang="0">
                    <a:pos x="T2" y="T3"/>
                  </a:cxn>
                  <a:cxn ang="0">
                    <a:pos x="T4" y="T5"/>
                  </a:cxn>
                  <a:cxn ang="0">
                    <a:pos x="T6" y="T7"/>
                  </a:cxn>
                  <a:cxn ang="0">
                    <a:pos x="T8" y="T9"/>
                  </a:cxn>
                </a:cxnLst>
                <a:rect l="0" t="0" r="r" b="b"/>
                <a:pathLst>
                  <a:path w="1285" h="329">
                    <a:moveTo>
                      <a:pt x="1285" y="329"/>
                    </a:moveTo>
                    <a:lnTo>
                      <a:pt x="0" y="329"/>
                    </a:lnTo>
                    <a:lnTo>
                      <a:pt x="330" y="0"/>
                    </a:lnTo>
                    <a:lnTo>
                      <a:pt x="1285" y="0"/>
                    </a:lnTo>
                    <a:lnTo>
                      <a:pt x="1285" y="3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61" name="Freeform 18"/>
              <p:cNvSpPr>
                <a:spLocks/>
              </p:cNvSpPr>
              <p:nvPr/>
            </p:nvSpPr>
            <p:spPr bwMode="auto">
              <a:xfrm>
                <a:off x="4687" y="2002"/>
                <a:ext cx="356" cy="651"/>
              </a:xfrm>
              <a:custGeom>
                <a:avLst/>
                <a:gdLst>
                  <a:gd name="T0" fmla="*/ 356 w 356"/>
                  <a:gd name="T1" fmla="*/ 325 h 651"/>
                  <a:gd name="T2" fmla="*/ 0 w 356"/>
                  <a:gd name="T3" fmla="*/ 0 h 651"/>
                  <a:gd name="T4" fmla="*/ 0 w 356"/>
                  <a:gd name="T5" fmla="*/ 325 h 651"/>
                  <a:gd name="T6" fmla="*/ 0 w 356"/>
                  <a:gd name="T7" fmla="*/ 651 h 651"/>
                  <a:gd name="T8" fmla="*/ 356 w 356"/>
                  <a:gd name="T9" fmla="*/ 325 h 651"/>
                </a:gdLst>
                <a:ahLst/>
                <a:cxnLst>
                  <a:cxn ang="0">
                    <a:pos x="T0" y="T1"/>
                  </a:cxn>
                  <a:cxn ang="0">
                    <a:pos x="T2" y="T3"/>
                  </a:cxn>
                  <a:cxn ang="0">
                    <a:pos x="T4" y="T5"/>
                  </a:cxn>
                  <a:cxn ang="0">
                    <a:pos x="T6" y="T7"/>
                  </a:cxn>
                  <a:cxn ang="0">
                    <a:pos x="T8" y="T9"/>
                  </a:cxn>
                </a:cxnLst>
                <a:rect l="0" t="0" r="r" b="b"/>
                <a:pathLst>
                  <a:path w="356" h="651">
                    <a:moveTo>
                      <a:pt x="356" y="325"/>
                    </a:moveTo>
                    <a:lnTo>
                      <a:pt x="0" y="0"/>
                    </a:lnTo>
                    <a:lnTo>
                      <a:pt x="0" y="325"/>
                    </a:lnTo>
                    <a:lnTo>
                      <a:pt x="0" y="651"/>
                    </a:lnTo>
                    <a:lnTo>
                      <a:pt x="356" y="3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62" name="Freeform 19"/>
              <p:cNvSpPr>
                <a:spLocks/>
              </p:cNvSpPr>
              <p:nvPr/>
            </p:nvSpPr>
            <p:spPr bwMode="auto">
              <a:xfrm>
                <a:off x="4687" y="2494"/>
                <a:ext cx="0" cy="159"/>
              </a:xfrm>
              <a:custGeom>
                <a:avLst/>
                <a:gdLst>
                  <a:gd name="T0" fmla="*/ 0 h 159"/>
                  <a:gd name="T1" fmla="*/ 159 h 159"/>
                  <a:gd name="T2" fmla="*/ 0 h 159"/>
                </a:gdLst>
                <a:ahLst/>
                <a:cxnLst>
                  <a:cxn ang="0">
                    <a:pos x="0" y="T0"/>
                  </a:cxn>
                  <a:cxn ang="0">
                    <a:pos x="0" y="T1"/>
                  </a:cxn>
                  <a:cxn ang="0">
                    <a:pos x="0" y="T2"/>
                  </a:cxn>
                </a:cxnLst>
                <a:rect l="0" t="0" r="r" b="b"/>
                <a:pathLst>
                  <a:path h="159">
                    <a:moveTo>
                      <a:pt x="0" y="0"/>
                    </a:moveTo>
                    <a:lnTo>
                      <a:pt x="0" y="159"/>
                    </a:lnTo>
                    <a:lnTo>
                      <a:pt x="0" y="0"/>
                    </a:lnTo>
                    <a:close/>
                  </a:path>
                </a:pathLst>
              </a:custGeom>
              <a:solidFill>
                <a:srgbClr val="D0FF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63" name="Freeform 20"/>
              <p:cNvSpPr>
                <a:spLocks/>
              </p:cNvSpPr>
              <p:nvPr/>
            </p:nvSpPr>
            <p:spPr bwMode="auto">
              <a:xfrm>
                <a:off x="4687" y="2494"/>
                <a:ext cx="0" cy="159"/>
              </a:xfrm>
              <a:custGeom>
                <a:avLst/>
                <a:gdLst>
                  <a:gd name="T0" fmla="*/ 0 h 159"/>
                  <a:gd name="T1" fmla="*/ 159 h 159"/>
                  <a:gd name="T2" fmla="*/ 0 h 159"/>
                </a:gdLst>
                <a:ahLst/>
                <a:cxnLst>
                  <a:cxn ang="0">
                    <a:pos x="0" y="T0"/>
                  </a:cxn>
                  <a:cxn ang="0">
                    <a:pos x="0" y="T1"/>
                  </a:cxn>
                  <a:cxn ang="0">
                    <a:pos x="0" y="T2"/>
                  </a:cxn>
                </a:cxnLst>
                <a:rect l="0" t="0" r="r" b="b"/>
                <a:pathLst>
                  <a:path h="159">
                    <a:moveTo>
                      <a:pt x="0" y="0"/>
                    </a:moveTo>
                    <a:lnTo>
                      <a:pt x="0" y="15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grpSp>
        <p:grpSp>
          <p:nvGrpSpPr>
            <p:cNvPr id="30" name="Group 4"/>
            <p:cNvGrpSpPr>
              <a:grpSpLocks noChangeAspect="1"/>
            </p:cNvGrpSpPr>
            <p:nvPr/>
          </p:nvGrpSpPr>
          <p:grpSpPr bwMode="auto">
            <a:xfrm rot="16200000" flipH="1">
              <a:off x="1928747" y="1925426"/>
              <a:ext cx="3114894" cy="4535032"/>
              <a:chOff x="2593" y="434"/>
              <a:chExt cx="2450" cy="3567"/>
            </a:xfrm>
          </p:grpSpPr>
          <p:sp>
            <p:nvSpPr>
              <p:cNvPr id="31" name="Freeform 6"/>
              <p:cNvSpPr>
                <a:spLocks/>
              </p:cNvSpPr>
              <p:nvPr/>
            </p:nvSpPr>
            <p:spPr bwMode="auto">
              <a:xfrm>
                <a:off x="2593" y="576"/>
                <a:ext cx="330" cy="3409"/>
              </a:xfrm>
              <a:custGeom>
                <a:avLst/>
                <a:gdLst>
                  <a:gd name="T0" fmla="*/ 330 w 330"/>
                  <a:gd name="T1" fmla="*/ 0 h 3409"/>
                  <a:gd name="T2" fmla="*/ 330 w 330"/>
                  <a:gd name="T3" fmla="*/ 3409 h 3409"/>
                  <a:gd name="T4" fmla="*/ 0 w 330"/>
                  <a:gd name="T5" fmla="*/ 3409 h 3409"/>
                  <a:gd name="T6" fmla="*/ 0 w 330"/>
                  <a:gd name="T7" fmla="*/ 330 h 3409"/>
                  <a:gd name="T8" fmla="*/ 330 w 330"/>
                  <a:gd name="T9" fmla="*/ 0 h 3409"/>
                </a:gdLst>
                <a:ahLst/>
                <a:cxnLst>
                  <a:cxn ang="0">
                    <a:pos x="T0" y="T1"/>
                  </a:cxn>
                  <a:cxn ang="0">
                    <a:pos x="T2" y="T3"/>
                  </a:cxn>
                  <a:cxn ang="0">
                    <a:pos x="T4" y="T5"/>
                  </a:cxn>
                  <a:cxn ang="0">
                    <a:pos x="T6" y="T7"/>
                  </a:cxn>
                  <a:cxn ang="0">
                    <a:pos x="T8" y="T9"/>
                  </a:cxn>
                </a:cxnLst>
                <a:rect l="0" t="0" r="r" b="b"/>
                <a:pathLst>
                  <a:path w="330" h="3409">
                    <a:moveTo>
                      <a:pt x="330" y="0"/>
                    </a:moveTo>
                    <a:lnTo>
                      <a:pt x="330" y="3409"/>
                    </a:lnTo>
                    <a:lnTo>
                      <a:pt x="0" y="3409"/>
                    </a:lnTo>
                    <a:lnTo>
                      <a:pt x="0" y="330"/>
                    </a:lnTo>
                    <a:lnTo>
                      <a:pt x="33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32" name="Freeform 7"/>
              <p:cNvSpPr>
                <a:spLocks/>
              </p:cNvSpPr>
              <p:nvPr/>
            </p:nvSpPr>
            <p:spPr bwMode="auto">
              <a:xfrm>
                <a:off x="2593" y="582"/>
                <a:ext cx="2134" cy="330"/>
              </a:xfrm>
              <a:custGeom>
                <a:avLst/>
                <a:gdLst>
                  <a:gd name="T0" fmla="*/ 2134 w 2134"/>
                  <a:gd name="T1" fmla="*/ 330 h 330"/>
                  <a:gd name="T2" fmla="*/ 0 w 2134"/>
                  <a:gd name="T3" fmla="*/ 330 h 330"/>
                  <a:gd name="T4" fmla="*/ 330 w 2134"/>
                  <a:gd name="T5" fmla="*/ 0 h 330"/>
                  <a:gd name="T6" fmla="*/ 2134 w 2134"/>
                  <a:gd name="T7" fmla="*/ 0 h 330"/>
                  <a:gd name="T8" fmla="*/ 2134 w 2134"/>
                  <a:gd name="T9" fmla="*/ 330 h 330"/>
                </a:gdLst>
                <a:ahLst/>
                <a:cxnLst>
                  <a:cxn ang="0">
                    <a:pos x="T0" y="T1"/>
                  </a:cxn>
                  <a:cxn ang="0">
                    <a:pos x="T2" y="T3"/>
                  </a:cxn>
                  <a:cxn ang="0">
                    <a:pos x="T4" y="T5"/>
                  </a:cxn>
                  <a:cxn ang="0">
                    <a:pos x="T6" y="T7"/>
                  </a:cxn>
                  <a:cxn ang="0">
                    <a:pos x="T8" y="T9"/>
                  </a:cxn>
                </a:cxnLst>
                <a:rect l="0" t="0" r="r" b="b"/>
                <a:pathLst>
                  <a:path w="2134" h="330">
                    <a:moveTo>
                      <a:pt x="2134" y="330"/>
                    </a:moveTo>
                    <a:lnTo>
                      <a:pt x="0" y="330"/>
                    </a:lnTo>
                    <a:lnTo>
                      <a:pt x="330" y="0"/>
                    </a:lnTo>
                    <a:lnTo>
                      <a:pt x="2134" y="0"/>
                    </a:lnTo>
                    <a:lnTo>
                      <a:pt x="2134" y="33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33" name="Freeform 8"/>
              <p:cNvSpPr>
                <a:spLocks/>
              </p:cNvSpPr>
              <p:nvPr/>
            </p:nvSpPr>
            <p:spPr bwMode="auto">
              <a:xfrm>
                <a:off x="4687" y="434"/>
                <a:ext cx="356" cy="646"/>
              </a:xfrm>
              <a:custGeom>
                <a:avLst/>
                <a:gdLst>
                  <a:gd name="T0" fmla="*/ 356 w 356"/>
                  <a:gd name="T1" fmla="*/ 325 h 646"/>
                  <a:gd name="T2" fmla="*/ 0 w 356"/>
                  <a:gd name="T3" fmla="*/ 0 h 646"/>
                  <a:gd name="T4" fmla="*/ 0 w 356"/>
                  <a:gd name="T5" fmla="*/ 325 h 646"/>
                  <a:gd name="T6" fmla="*/ 0 w 356"/>
                  <a:gd name="T7" fmla="*/ 646 h 646"/>
                  <a:gd name="T8" fmla="*/ 356 w 356"/>
                  <a:gd name="T9" fmla="*/ 325 h 646"/>
                </a:gdLst>
                <a:ahLst/>
                <a:cxnLst>
                  <a:cxn ang="0">
                    <a:pos x="T0" y="T1"/>
                  </a:cxn>
                  <a:cxn ang="0">
                    <a:pos x="T2" y="T3"/>
                  </a:cxn>
                  <a:cxn ang="0">
                    <a:pos x="T4" y="T5"/>
                  </a:cxn>
                  <a:cxn ang="0">
                    <a:pos x="T6" y="T7"/>
                  </a:cxn>
                  <a:cxn ang="0">
                    <a:pos x="T8" y="T9"/>
                  </a:cxn>
                </a:cxnLst>
                <a:rect l="0" t="0" r="r" b="b"/>
                <a:pathLst>
                  <a:path w="356" h="646">
                    <a:moveTo>
                      <a:pt x="356" y="325"/>
                    </a:moveTo>
                    <a:lnTo>
                      <a:pt x="0" y="0"/>
                    </a:lnTo>
                    <a:lnTo>
                      <a:pt x="0" y="325"/>
                    </a:lnTo>
                    <a:lnTo>
                      <a:pt x="0" y="646"/>
                    </a:lnTo>
                    <a:lnTo>
                      <a:pt x="356" y="32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34" name="Freeform 9"/>
              <p:cNvSpPr>
                <a:spLocks/>
              </p:cNvSpPr>
              <p:nvPr/>
            </p:nvSpPr>
            <p:spPr bwMode="auto">
              <a:xfrm>
                <a:off x="3015" y="1379"/>
                <a:ext cx="330" cy="2622"/>
              </a:xfrm>
              <a:custGeom>
                <a:avLst/>
                <a:gdLst>
                  <a:gd name="T0" fmla="*/ 330 w 330"/>
                  <a:gd name="T1" fmla="*/ 0 h 2622"/>
                  <a:gd name="T2" fmla="*/ 330 w 330"/>
                  <a:gd name="T3" fmla="*/ 2622 h 2622"/>
                  <a:gd name="T4" fmla="*/ 0 w 330"/>
                  <a:gd name="T5" fmla="*/ 2622 h 2622"/>
                  <a:gd name="T6" fmla="*/ 0 w 330"/>
                  <a:gd name="T7" fmla="*/ 329 h 2622"/>
                  <a:gd name="T8" fmla="*/ 330 w 330"/>
                  <a:gd name="T9" fmla="*/ 0 h 2622"/>
                </a:gdLst>
                <a:ahLst/>
                <a:cxnLst>
                  <a:cxn ang="0">
                    <a:pos x="T0" y="T1"/>
                  </a:cxn>
                  <a:cxn ang="0">
                    <a:pos x="T2" y="T3"/>
                  </a:cxn>
                  <a:cxn ang="0">
                    <a:pos x="T4" y="T5"/>
                  </a:cxn>
                  <a:cxn ang="0">
                    <a:pos x="T6" y="T7"/>
                  </a:cxn>
                  <a:cxn ang="0">
                    <a:pos x="T8" y="T9"/>
                  </a:cxn>
                </a:cxnLst>
                <a:rect l="0" t="0" r="r" b="b"/>
                <a:pathLst>
                  <a:path w="330" h="2622">
                    <a:moveTo>
                      <a:pt x="330" y="0"/>
                    </a:moveTo>
                    <a:lnTo>
                      <a:pt x="330" y="2622"/>
                    </a:lnTo>
                    <a:lnTo>
                      <a:pt x="0" y="2622"/>
                    </a:lnTo>
                    <a:lnTo>
                      <a:pt x="0" y="329"/>
                    </a:lnTo>
                    <a:lnTo>
                      <a:pt x="330" y="0"/>
                    </a:lnTo>
                    <a:close/>
                  </a:path>
                </a:pathLst>
              </a:custGeom>
              <a:solidFill>
                <a:srgbClr val="77BF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35" name="Freeform 10"/>
              <p:cNvSpPr>
                <a:spLocks/>
              </p:cNvSpPr>
              <p:nvPr/>
            </p:nvSpPr>
            <p:spPr bwMode="auto">
              <a:xfrm>
                <a:off x="3015" y="1379"/>
                <a:ext cx="330" cy="2622"/>
              </a:xfrm>
              <a:custGeom>
                <a:avLst/>
                <a:gdLst>
                  <a:gd name="T0" fmla="*/ 330 w 330"/>
                  <a:gd name="T1" fmla="*/ 0 h 2622"/>
                  <a:gd name="T2" fmla="*/ 330 w 330"/>
                  <a:gd name="T3" fmla="*/ 2622 h 2622"/>
                  <a:gd name="T4" fmla="*/ 0 w 330"/>
                  <a:gd name="T5" fmla="*/ 2622 h 2622"/>
                  <a:gd name="T6" fmla="*/ 0 w 330"/>
                  <a:gd name="T7" fmla="*/ 329 h 2622"/>
                  <a:gd name="T8" fmla="*/ 330 w 330"/>
                  <a:gd name="T9" fmla="*/ 0 h 2622"/>
                </a:gdLst>
                <a:ahLst/>
                <a:cxnLst>
                  <a:cxn ang="0">
                    <a:pos x="T0" y="T1"/>
                  </a:cxn>
                  <a:cxn ang="0">
                    <a:pos x="T2" y="T3"/>
                  </a:cxn>
                  <a:cxn ang="0">
                    <a:pos x="T4" y="T5"/>
                  </a:cxn>
                  <a:cxn ang="0">
                    <a:pos x="T6" y="T7"/>
                  </a:cxn>
                  <a:cxn ang="0">
                    <a:pos x="T8" y="T9"/>
                  </a:cxn>
                </a:cxnLst>
                <a:rect l="0" t="0" r="r" b="b"/>
                <a:pathLst>
                  <a:path w="330" h="2622">
                    <a:moveTo>
                      <a:pt x="330" y="0"/>
                    </a:moveTo>
                    <a:lnTo>
                      <a:pt x="330" y="2622"/>
                    </a:lnTo>
                    <a:lnTo>
                      <a:pt x="0" y="2622"/>
                    </a:lnTo>
                    <a:lnTo>
                      <a:pt x="0" y="329"/>
                    </a:lnTo>
                    <a:lnTo>
                      <a:pt x="330" y="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36" name="Freeform 11"/>
              <p:cNvSpPr>
                <a:spLocks/>
              </p:cNvSpPr>
              <p:nvPr/>
            </p:nvSpPr>
            <p:spPr bwMode="auto">
              <a:xfrm>
                <a:off x="3015" y="1379"/>
                <a:ext cx="1712" cy="329"/>
              </a:xfrm>
              <a:custGeom>
                <a:avLst/>
                <a:gdLst>
                  <a:gd name="T0" fmla="*/ 1712 w 1712"/>
                  <a:gd name="T1" fmla="*/ 329 h 329"/>
                  <a:gd name="T2" fmla="*/ 0 w 1712"/>
                  <a:gd name="T3" fmla="*/ 329 h 329"/>
                  <a:gd name="T4" fmla="*/ 330 w 1712"/>
                  <a:gd name="T5" fmla="*/ 0 h 329"/>
                  <a:gd name="T6" fmla="*/ 1712 w 1712"/>
                  <a:gd name="T7" fmla="*/ 0 h 329"/>
                  <a:gd name="T8" fmla="*/ 1712 w 1712"/>
                  <a:gd name="T9" fmla="*/ 329 h 329"/>
                </a:gdLst>
                <a:ahLst/>
                <a:cxnLst>
                  <a:cxn ang="0">
                    <a:pos x="T0" y="T1"/>
                  </a:cxn>
                  <a:cxn ang="0">
                    <a:pos x="T2" y="T3"/>
                  </a:cxn>
                  <a:cxn ang="0">
                    <a:pos x="T4" y="T5"/>
                  </a:cxn>
                  <a:cxn ang="0">
                    <a:pos x="T6" y="T7"/>
                  </a:cxn>
                  <a:cxn ang="0">
                    <a:pos x="T8" y="T9"/>
                  </a:cxn>
                </a:cxnLst>
                <a:rect l="0" t="0" r="r" b="b"/>
                <a:pathLst>
                  <a:path w="1712" h="329">
                    <a:moveTo>
                      <a:pt x="1712" y="329"/>
                    </a:moveTo>
                    <a:lnTo>
                      <a:pt x="0" y="329"/>
                    </a:lnTo>
                    <a:lnTo>
                      <a:pt x="330" y="0"/>
                    </a:lnTo>
                    <a:lnTo>
                      <a:pt x="1712" y="0"/>
                    </a:lnTo>
                    <a:lnTo>
                      <a:pt x="1712" y="329"/>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37" name="Freeform 12"/>
              <p:cNvSpPr>
                <a:spLocks/>
              </p:cNvSpPr>
              <p:nvPr/>
            </p:nvSpPr>
            <p:spPr bwMode="auto">
              <a:xfrm>
                <a:off x="4687" y="1220"/>
                <a:ext cx="356" cy="646"/>
              </a:xfrm>
              <a:custGeom>
                <a:avLst/>
                <a:gdLst>
                  <a:gd name="T0" fmla="*/ 356 w 356"/>
                  <a:gd name="T1" fmla="*/ 321 h 646"/>
                  <a:gd name="T2" fmla="*/ 0 w 356"/>
                  <a:gd name="T3" fmla="*/ 0 h 646"/>
                  <a:gd name="T4" fmla="*/ 0 w 356"/>
                  <a:gd name="T5" fmla="*/ 321 h 646"/>
                  <a:gd name="T6" fmla="*/ 0 w 356"/>
                  <a:gd name="T7" fmla="*/ 646 h 646"/>
                  <a:gd name="T8" fmla="*/ 356 w 356"/>
                  <a:gd name="T9" fmla="*/ 321 h 646"/>
                </a:gdLst>
                <a:ahLst/>
                <a:cxnLst>
                  <a:cxn ang="0">
                    <a:pos x="T0" y="T1"/>
                  </a:cxn>
                  <a:cxn ang="0">
                    <a:pos x="T2" y="T3"/>
                  </a:cxn>
                  <a:cxn ang="0">
                    <a:pos x="T4" y="T5"/>
                  </a:cxn>
                  <a:cxn ang="0">
                    <a:pos x="T6" y="T7"/>
                  </a:cxn>
                  <a:cxn ang="0">
                    <a:pos x="T8" y="T9"/>
                  </a:cxn>
                </a:cxnLst>
                <a:rect l="0" t="0" r="r" b="b"/>
                <a:pathLst>
                  <a:path w="356" h="646">
                    <a:moveTo>
                      <a:pt x="356" y="321"/>
                    </a:moveTo>
                    <a:lnTo>
                      <a:pt x="0" y="0"/>
                    </a:lnTo>
                    <a:lnTo>
                      <a:pt x="0" y="321"/>
                    </a:lnTo>
                    <a:lnTo>
                      <a:pt x="0" y="646"/>
                    </a:lnTo>
                    <a:lnTo>
                      <a:pt x="356" y="32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41" name="Freeform 16"/>
              <p:cNvSpPr>
                <a:spLocks/>
              </p:cNvSpPr>
              <p:nvPr/>
            </p:nvSpPr>
            <p:spPr bwMode="auto">
              <a:xfrm>
                <a:off x="3442" y="2165"/>
                <a:ext cx="1285" cy="329"/>
              </a:xfrm>
              <a:custGeom>
                <a:avLst/>
                <a:gdLst>
                  <a:gd name="T0" fmla="*/ 1285 w 1285"/>
                  <a:gd name="T1" fmla="*/ 329 h 329"/>
                  <a:gd name="T2" fmla="*/ 0 w 1285"/>
                  <a:gd name="T3" fmla="*/ 329 h 329"/>
                  <a:gd name="T4" fmla="*/ 330 w 1285"/>
                  <a:gd name="T5" fmla="*/ 0 h 329"/>
                  <a:gd name="T6" fmla="*/ 1285 w 1285"/>
                  <a:gd name="T7" fmla="*/ 0 h 329"/>
                  <a:gd name="T8" fmla="*/ 1285 w 1285"/>
                  <a:gd name="T9" fmla="*/ 329 h 329"/>
                </a:gdLst>
                <a:ahLst/>
                <a:cxnLst>
                  <a:cxn ang="0">
                    <a:pos x="T0" y="T1"/>
                  </a:cxn>
                  <a:cxn ang="0">
                    <a:pos x="T2" y="T3"/>
                  </a:cxn>
                  <a:cxn ang="0">
                    <a:pos x="T4" y="T5"/>
                  </a:cxn>
                  <a:cxn ang="0">
                    <a:pos x="T6" y="T7"/>
                  </a:cxn>
                  <a:cxn ang="0">
                    <a:pos x="T8" y="T9"/>
                  </a:cxn>
                </a:cxnLst>
                <a:rect l="0" t="0" r="r" b="b"/>
                <a:pathLst>
                  <a:path w="1285" h="329">
                    <a:moveTo>
                      <a:pt x="1285" y="329"/>
                    </a:moveTo>
                    <a:lnTo>
                      <a:pt x="0" y="329"/>
                    </a:lnTo>
                    <a:lnTo>
                      <a:pt x="330" y="0"/>
                    </a:lnTo>
                    <a:lnTo>
                      <a:pt x="1285" y="0"/>
                    </a:lnTo>
                    <a:lnTo>
                      <a:pt x="1285" y="3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43" name="Freeform 18"/>
              <p:cNvSpPr>
                <a:spLocks/>
              </p:cNvSpPr>
              <p:nvPr/>
            </p:nvSpPr>
            <p:spPr bwMode="auto">
              <a:xfrm>
                <a:off x="4687" y="2002"/>
                <a:ext cx="356" cy="651"/>
              </a:xfrm>
              <a:custGeom>
                <a:avLst/>
                <a:gdLst>
                  <a:gd name="T0" fmla="*/ 356 w 356"/>
                  <a:gd name="T1" fmla="*/ 325 h 651"/>
                  <a:gd name="T2" fmla="*/ 0 w 356"/>
                  <a:gd name="T3" fmla="*/ 0 h 651"/>
                  <a:gd name="T4" fmla="*/ 0 w 356"/>
                  <a:gd name="T5" fmla="*/ 325 h 651"/>
                  <a:gd name="T6" fmla="*/ 0 w 356"/>
                  <a:gd name="T7" fmla="*/ 651 h 651"/>
                  <a:gd name="T8" fmla="*/ 356 w 356"/>
                  <a:gd name="T9" fmla="*/ 325 h 651"/>
                </a:gdLst>
                <a:ahLst/>
                <a:cxnLst>
                  <a:cxn ang="0">
                    <a:pos x="T0" y="T1"/>
                  </a:cxn>
                  <a:cxn ang="0">
                    <a:pos x="T2" y="T3"/>
                  </a:cxn>
                  <a:cxn ang="0">
                    <a:pos x="T4" y="T5"/>
                  </a:cxn>
                  <a:cxn ang="0">
                    <a:pos x="T6" y="T7"/>
                  </a:cxn>
                  <a:cxn ang="0">
                    <a:pos x="T8" y="T9"/>
                  </a:cxn>
                </a:cxnLst>
                <a:rect l="0" t="0" r="r" b="b"/>
                <a:pathLst>
                  <a:path w="356" h="651">
                    <a:moveTo>
                      <a:pt x="356" y="325"/>
                    </a:moveTo>
                    <a:lnTo>
                      <a:pt x="0" y="0"/>
                    </a:lnTo>
                    <a:lnTo>
                      <a:pt x="0" y="325"/>
                    </a:lnTo>
                    <a:lnTo>
                      <a:pt x="0" y="651"/>
                    </a:lnTo>
                    <a:lnTo>
                      <a:pt x="356" y="3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44" name="Freeform 19"/>
              <p:cNvSpPr>
                <a:spLocks/>
              </p:cNvSpPr>
              <p:nvPr/>
            </p:nvSpPr>
            <p:spPr bwMode="auto">
              <a:xfrm>
                <a:off x="4687" y="2494"/>
                <a:ext cx="0" cy="159"/>
              </a:xfrm>
              <a:custGeom>
                <a:avLst/>
                <a:gdLst>
                  <a:gd name="T0" fmla="*/ 0 h 159"/>
                  <a:gd name="T1" fmla="*/ 159 h 159"/>
                  <a:gd name="T2" fmla="*/ 0 h 159"/>
                </a:gdLst>
                <a:ahLst/>
                <a:cxnLst>
                  <a:cxn ang="0">
                    <a:pos x="0" y="T0"/>
                  </a:cxn>
                  <a:cxn ang="0">
                    <a:pos x="0" y="T1"/>
                  </a:cxn>
                  <a:cxn ang="0">
                    <a:pos x="0" y="T2"/>
                  </a:cxn>
                </a:cxnLst>
                <a:rect l="0" t="0" r="r" b="b"/>
                <a:pathLst>
                  <a:path h="159">
                    <a:moveTo>
                      <a:pt x="0" y="0"/>
                    </a:moveTo>
                    <a:lnTo>
                      <a:pt x="0" y="159"/>
                    </a:lnTo>
                    <a:lnTo>
                      <a:pt x="0" y="0"/>
                    </a:lnTo>
                    <a:close/>
                  </a:path>
                </a:pathLst>
              </a:custGeom>
              <a:solidFill>
                <a:srgbClr val="D0FF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45" name="Freeform 20"/>
              <p:cNvSpPr>
                <a:spLocks/>
              </p:cNvSpPr>
              <p:nvPr/>
            </p:nvSpPr>
            <p:spPr bwMode="auto">
              <a:xfrm>
                <a:off x="4687" y="2494"/>
                <a:ext cx="0" cy="159"/>
              </a:xfrm>
              <a:custGeom>
                <a:avLst/>
                <a:gdLst>
                  <a:gd name="T0" fmla="*/ 0 h 159"/>
                  <a:gd name="T1" fmla="*/ 159 h 159"/>
                  <a:gd name="T2" fmla="*/ 0 h 159"/>
                </a:gdLst>
                <a:ahLst/>
                <a:cxnLst>
                  <a:cxn ang="0">
                    <a:pos x="0" y="T0"/>
                  </a:cxn>
                  <a:cxn ang="0">
                    <a:pos x="0" y="T1"/>
                  </a:cxn>
                  <a:cxn ang="0">
                    <a:pos x="0" y="T2"/>
                  </a:cxn>
                </a:cxnLst>
                <a:rect l="0" t="0" r="r" b="b"/>
                <a:pathLst>
                  <a:path h="159">
                    <a:moveTo>
                      <a:pt x="0" y="0"/>
                    </a:moveTo>
                    <a:lnTo>
                      <a:pt x="0" y="15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grpSp>
      </p:grpSp>
      <p:sp>
        <p:nvSpPr>
          <p:cNvPr id="68" name="Oval 68"/>
          <p:cNvSpPr>
            <a:spLocks noChangeArrowheads="1"/>
          </p:cNvSpPr>
          <p:nvPr/>
        </p:nvSpPr>
        <p:spPr bwMode="auto">
          <a:xfrm>
            <a:off x="9892809" y="4019010"/>
            <a:ext cx="823913" cy="823913"/>
          </a:xfrm>
          <a:prstGeom prst="ellipse">
            <a:avLst/>
          </a:prstGeom>
          <a:solidFill>
            <a:schemeClr val="accent1"/>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71" name="Oval 70"/>
          <p:cNvSpPr>
            <a:spLocks noChangeArrowheads="1"/>
          </p:cNvSpPr>
          <p:nvPr/>
        </p:nvSpPr>
        <p:spPr bwMode="auto">
          <a:xfrm>
            <a:off x="8785506" y="4038175"/>
            <a:ext cx="823913" cy="823913"/>
          </a:xfrm>
          <a:prstGeom prst="ellipse">
            <a:avLst/>
          </a:prstGeom>
          <a:solidFill>
            <a:schemeClr val="accent2"/>
          </a:solidFill>
          <a:ln w="57150">
            <a:noFill/>
            <a:round/>
            <a:headEnd/>
            <a:tailEnd/>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grpSp>
        <p:nvGrpSpPr>
          <p:cNvPr id="89" name="Group 88"/>
          <p:cNvGrpSpPr/>
          <p:nvPr/>
        </p:nvGrpSpPr>
        <p:grpSpPr>
          <a:xfrm>
            <a:off x="997195" y="5579216"/>
            <a:ext cx="4415433" cy="703452"/>
            <a:chOff x="787622" y="3812370"/>
            <a:chExt cx="5179127" cy="984039"/>
          </a:xfrm>
        </p:grpSpPr>
        <p:grpSp>
          <p:nvGrpSpPr>
            <p:cNvPr id="90" name="Group 89"/>
            <p:cNvGrpSpPr/>
            <p:nvPr/>
          </p:nvGrpSpPr>
          <p:grpSpPr>
            <a:xfrm>
              <a:off x="787622" y="3812370"/>
              <a:ext cx="5179127" cy="984039"/>
              <a:chOff x="1618143" y="4188370"/>
              <a:chExt cx="4752890" cy="826611"/>
            </a:xfrm>
          </p:grpSpPr>
          <p:sp>
            <p:nvSpPr>
              <p:cNvPr id="97" name="Rectangle 96"/>
              <p:cNvSpPr/>
              <p:nvPr/>
            </p:nvSpPr>
            <p:spPr>
              <a:xfrm>
                <a:off x="2806366" y="4195482"/>
                <a:ext cx="1188223" cy="819499"/>
              </a:xfrm>
              <a:prstGeom prst="rect">
                <a:avLst/>
              </a:prstGeom>
              <a:ln>
                <a:noFill/>
              </a:ln>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98" name="Rectangle 97"/>
              <p:cNvSpPr/>
              <p:nvPr/>
            </p:nvSpPr>
            <p:spPr>
              <a:xfrm>
                <a:off x="3994589" y="4195481"/>
                <a:ext cx="1188223" cy="819499"/>
              </a:xfrm>
              <a:prstGeom prst="rect">
                <a:avLst/>
              </a:prstGeom>
              <a:solidFill>
                <a:schemeClr val="accent3"/>
              </a:solidFill>
              <a:ln>
                <a:noFill/>
              </a:ln>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99" name="Rectangle 98"/>
              <p:cNvSpPr/>
              <p:nvPr/>
            </p:nvSpPr>
            <p:spPr>
              <a:xfrm>
                <a:off x="5182810" y="4195480"/>
                <a:ext cx="1188223" cy="819499"/>
              </a:xfrm>
              <a:prstGeom prst="rect">
                <a:avLst/>
              </a:prstGeom>
              <a:solidFill>
                <a:schemeClr val="accent4"/>
              </a:solidFill>
              <a:ln>
                <a:noFill/>
              </a:ln>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100" name="Rectangle 99"/>
              <p:cNvSpPr/>
              <p:nvPr/>
            </p:nvSpPr>
            <p:spPr>
              <a:xfrm>
                <a:off x="1618143" y="4188370"/>
                <a:ext cx="1188223" cy="819499"/>
              </a:xfrm>
              <a:prstGeom prst="rect">
                <a:avLst/>
              </a:prstGeom>
              <a:solidFill>
                <a:schemeClr val="accent1"/>
              </a:solidFill>
              <a:ln>
                <a:noFill/>
              </a:ln>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grpSp>
        <p:grpSp>
          <p:nvGrpSpPr>
            <p:cNvPr id="91" name="Group 90"/>
            <p:cNvGrpSpPr>
              <a:grpSpLocks noChangeAspect="1"/>
            </p:cNvGrpSpPr>
            <p:nvPr/>
          </p:nvGrpSpPr>
          <p:grpSpPr>
            <a:xfrm>
              <a:off x="1049783" y="4025339"/>
              <a:ext cx="713070" cy="668848"/>
              <a:chOff x="7426918" y="2692460"/>
              <a:chExt cx="356535" cy="334424"/>
            </a:xfrm>
            <a:solidFill>
              <a:schemeClr val="bg1"/>
            </a:solidFill>
          </p:grpSpPr>
          <p:sp>
            <p:nvSpPr>
              <p:cNvPr id="95" name="Freeform 111"/>
              <p:cNvSpPr>
                <a:spLocks noEditPoints="1"/>
              </p:cNvSpPr>
              <p:nvPr/>
            </p:nvSpPr>
            <p:spPr bwMode="auto">
              <a:xfrm>
                <a:off x="7471140" y="2736682"/>
                <a:ext cx="268092" cy="178268"/>
              </a:xfrm>
              <a:custGeom>
                <a:avLst/>
                <a:gdLst>
                  <a:gd name="T0" fmla="*/ 92 w 96"/>
                  <a:gd name="T1" fmla="*/ 0 h 64"/>
                  <a:gd name="T2" fmla="*/ 4 w 96"/>
                  <a:gd name="T3" fmla="*/ 0 h 64"/>
                  <a:gd name="T4" fmla="*/ 0 w 96"/>
                  <a:gd name="T5" fmla="*/ 4 h 64"/>
                  <a:gd name="T6" fmla="*/ 0 w 96"/>
                  <a:gd name="T7" fmla="*/ 60 h 64"/>
                  <a:gd name="T8" fmla="*/ 4 w 96"/>
                  <a:gd name="T9" fmla="*/ 64 h 64"/>
                  <a:gd name="T10" fmla="*/ 92 w 96"/>
                  <a:gd name="T11" fmla="*/ 64 h 64"/>
                  <a:gd name="T12" fmla="*/ 96 w 96"/>
                  <a:gd name="T13" fmla="*/ 60 h 64"/>
                  <a:gd name="T14" fmla="*/ 96 w 96"/>
                  <a:gd name="T15" fmla="*/ 4 h 64"/>
                  <a:gd name="T16" fmla="*/ 92 w 96"/>
                  <a:gd name="T17" fmla="*/ 0 h 64"/>
                  <a:gd name="T18" fmla="*/ 92 w 96"/>
                  <a:gd name="T19" fmla="*/ 60 h 64"/>
                  <a:gd name="T20" fmla="*/ 4 w 96"/>
                  <a:gd name="T21" fmla="*/ 60 h 64"/>
                  <a:gd name="T22" fmla="*/ 4 w 96"/>
                  <a:gd name="T23" fmla="*/ 4 h 64"/>
                  <a:gd name="T24" fmla="*/ 92 w 96"/>
                  <a:gd name="T25" fmla="*/ 4 h 64"/>
                  <a:gd name="T26" fmla="*/ 92 w 96"/>
                  <a:gd name="T27" fmla="*/ 6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 h="64">
                    <a:moveTo>
                      <a:pt x="92" y="0"/>
                    </a:moveTo>
                    <a:cubicBezTo>
                      <a:pt x="4" y="0"/>
                      <a:pt x="4" y="0"/>
                      <a:pt x="4" y="0"/>
                    </a:cubicBezTo>
                    <a:cubicBezTo>
                      <a:pt x="2" y="0"/>
                      <a:pt x="0" y="2"/>
                      <a:pt x="0" y="4"/>
                    </a:cubicBezTo>
                    <a:cubicBezTo>
                      <a:pt x="0" y="60"/>
                      <a:pt x="0" y="60"/>
                      <a:pt x="0" y="60"/>
                    </a:cubicBezTo>
                    <a:cubicBezTo>
                      <a:pt x="0" y="62"/>
                      <a:pt x="2" y="64"/>
                      <a:pt x="4" y="64"/>
                    </a:cubicBezTo>
                    <a:cubicBezTo>
                      <a:pt x="92" y="64"/>
                      <a:pt x="92" y="64"/>
                      <a:pt x="92" y="64"/>
                    </a:cubicBezTo>
                    <a:cubicBezTo>
                      <a:pt x="94" y="64"/>
                      <a:pt x="96" y="62"/>
                      <a:pt x="96" y="60"/>
                    </a:cubicBezTo>
                    <a:cubicBezTo>
                      <a:pt x="96" y="4"/>
                      <a:pt x="96" y="4"/>
                      <a:pt x="96" y="4"/>
                    </a:cubicBezTo>
                    <a:cubicBezTo>
                      <a:pt x="96" y="2"/>
                      <a:pt x="94" y="0"/>
                      <a:pt x="92" y="0"/>
                    </a:cubicBezTo>
                    <a:close/>
                    <a:moveTo>
                      <a:pt x="92" y="60"/>
                    </a:moveTo>
                    <a:cubicBezTo>
                      <a:pt x="4" y="60"/>
                      <a:pt x="4" y="60"/>
                      <a:pt x="4" y="60"/>
                    </a:cubicBezTo>
                    <a:cubicBezTo>
                      <a:pt x="4" y="4"/>
                      <a:pt x="4" y="4"/>
                      <a:pt x="4" y="4"/>
                    </a:cubicBezTo>
                    <a:cubicBezTo>
                      <a:pt x="92" y="4"/>
                      <a:pt x="92" y="4"/>
                      <a:pt x="92" y="4"/>
                    </a:cubicBezTo>
                    <a:lnTo>
                      <a:pt x="9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sp>
            <p:nvSpPr>
              <p:cNvPr id="96" name="Freeform 112"/>
              <p:cNvSpPr>
                <a:spLocks noEditPoints="1"/>
              </p:cNvSpPr>
              <p:nvPr/>
            </p:nvSpPr>
            <p:spPr bwMode="auto">
              <a:xfrm>
                <a:off x="7426918" y="2692460"/>
                <a:ext cx="356535" cy="334424"/>
              </a:xfrm>
              <a:custGeom>
                <a:avLst/>
                <a:gdLst>
                  <a:gd name="T0" fmla="*/ 116 w 128"/>
                  <a:gd name="T1" fmla="*/ 0 h 120"/>
                  <a:gd name="T2" fmla="*/ 12 w 128"/>
                  <a:gd name="T3" fmla="*/ 0 h 120"/>
                  <a:gd name="T4" fmla="*/ 0 w 128"/>
                  <a:gd name="T5" fmla="*/ 12 h 120"/>
                  <a:gd name="T6" fmla="*/ 0 w 128"/>
                  <a:gd name="T7" fmla="*/ 92 h 120"/>
                  <a:gd name="T8" fmla="*/ 12 w 128"/>
                  <a:gd name="T9" fmla="*/ 104 h 120"/>
                  <a:gd name="T10" fmla="*/ 52 w 128"/>
                  <a:gd name="T11" fmla="*/ 104 h 120"/>
                  <a:gd name="T12" fmla="*/ 52 w 128"/>
                  <a:gd name="T13" fmla="*/ 109 h 120"/>
                  <a:gd name="T14" fmla="*/ 27 w 128"/>
                  <a:gd name="T15" fmla="*/ 112 h 120"/>
                  <a:gd name="T16" fmla="*/ 24 w 128"/>
                  <a:gd name="T17" fmla="*/ 116 h 120"/>
                  <a:gd name="T18" fmla="*/ 28 w 128"/>
                  <a:gd name="T19" fmla="*/ 120 h 120"/>
                  <a:gd name="T20" fmla="*/ 100 w 128"/>
                  <a:gd name="T21" fmla="*/ 120 h 120"/>
                  <a:gd name="T22" fmla="*/ 104 w 128"/>
                  <a:gd name="T23" fmla="*/ 116 h 120"/>
                  <a:gd name="T24" fmla="*/ 101 w 128"/>
                  <a:gd name="T25" fmla="*/ 112 h 120"/>
                  <a:gd name="T26" fmla="*/ 76 w 128"/>
                  <a:gd name="T27" fmla="*/ 109 h 120"/>
                  <a:gd name="T28" fmla="*/ 76 w 128"/>
                  <a:gd name="T29" fmla="*/ 104 h 120"/>
                  <a:gd name="T30" fmla="*/ 116 w 128"/>
                  <a:gd name="T31" fmla="*/ 104 h 120"/>
                  <a:gd name="T32" fmla="*/ 128 w 128"/>
                  <a:gd name="T33" fmla="*/ 92 h 120"/>
                  <a:gd name="T34" fmla="*/ 128 w 128"/>
                  <a:gd name="T35" fmla="*/ 12 h 120"/>
                  <a:gd name="T36" fmla="*/ 116 w 128"/>
                  <a:gd name="T37" fmla="*/ 0 h 120"/>
                  <a:gd name="T38" fmla="*/ 120 w 128"/>
                  <a:gd name="T39" fmla="*/ 92 h 120"/>
                  <a:gd name="T40" fmla="*/ 116 w 128"/>
                  <a:gd name="T41" fmla="*/ 96 h 120"/>
                  <a:gd name="T42" fmla="*/ 80 w 128"/>
                  <a:gd name="T43" fmla="*/ 96 h 120"/>
                  <a:gd name="T44" fmla="*/ 48 w 128"/>
                  <a:gd name="T45" fmla="*/ 96 h 120"/>
                  <a:gd name="T46" fmla="*/ 12 w 128"/>
                  <a:gd name="T47" fmla="*/ 96 h 120"/>
                  <a:gd name="T48" fmla="*/ 8 w 128"/>
                  <a:gd name="T49" fmla="*/ 92 h 120"/>
                  <a:gd name="T50" fmla="*/ 8 w 128"/>
                  <a:gd name="T51" fmla="*/ 12 h 120"/>
                  <a:gd name="T52" fmla="*/ 12 w 128"/>
                  <a:gd name="T53" fmla="*/ 8 h 120"/>
                  <a:gd name="T54" fmla="*/ 116 w 128"/>
                  <a:gd name="T55" fmla="*/ 8 h 120"/>
                  <a:gd name="T56" fmla="*/ 120 w 128"/>
                  <a:gd name="T57" fmla="*/ 12 h 120"/>
                  <a:gd name="T58" fmla="*/ 120 w 128"/>
                  <a:gd name="T59"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8" h="120">
                    <a:moveTo>
                      <a:pt x="116" y="0"/>
                    </a:moveTo>
                    <a:cubicBezTo>
                      <a:pt x="12" y="0"/>
                      <a:pt x="12" y="0"/>
                      <a:pt x="12" y="0"/>
                    </a:cubicBezTo>
                    <a:cubicBezTo>
                      <a:pt x="5" y="0"/>
                      <a:pt x="0" y="5"/>
                      <a:pt x="0" y="12"/>
                    </a:cubicBezTo>
                    <a:cubicBezTo>
                      <a:pt x="0" y="92"/>
                      <a:pt x="0" y="92"/>
                      <a:pt x="0" y="92"/>
                    </a:cubicBezTo>
                    <a:cubicBezTo>
                      <a:pt x="0" y="99"/>
                      <a:pt x="5" y="104"/>
                      <a:pt x="12" y="104"/>
                    </a:cubicBezTo>
                    <a:cubicBezTo>
                      <a:pt x="52" y="104"/>
                      <a:pt x="52" y="104"/>
                      <a:pt x="52" y="104"/>
                    </a:cubicBezTo>
                    <a:cubicBezTo>
                      <a:pt x="52" y="109"/>
                      <a:pt x="52" y="109"/>
                      <a:pt x="52" y="109"/>
                    </a:cubicBezTo>
                    <a:cubicBezTo>
                      <a:pt x="27" y="112"/>
                      <a:pt x="27" y="112"/>
                      <a:pt x="27" y="112"/>
                    </a:cubicBezTo>
                    <a:cubicBezTo>
                      <a:pt x="25" y="113"/>
                      <a:pt x="24" y="114"/>
                      <a:pt x="24" y="116"/>
                    </a:cubicBezTo>
                    <a:cubicBezTo>
                      <a:pt x="24" y="118"/>
                      <a:pt x="26" y="120"/>
                      <a:pt x="28" y="120"/>
                    </a:cubicBezTo>
                    <a:cubicBezTo>
                      <a:pt x="100" y="120"/>
                      <a:pt x="100" y="120"/>
                      <a:pt x="100" y="120"/>
                    </a:cubicBezTo>
                    <a:cubicBezTo>
                      <a:pt x="102" y="120"/>
                      <a:pt x="104" y="118"/>
                      <a:pt x="104" y="116"/>
                    </a:cubicBezTo>
                    <a:cubicBezTo>
                      <a:pt x="104" y="114"/>
                      <a:pt x="103" y="113"/>
                      <a:pt x="101" y="112"/>
                    </a:cubicBezTo>
                    <a:cubicBezTo>
                      <a:pt x="76" y="109"/>
                      <a:pt x="76" y="109"/>
                      <a:pt x="76" y="109"/>
                    </a:cubicBezTo>
                    <a:cubicBezTo>
                      <a:pt x="76" y="104"/>
                      <a:pt x="76" y="104"/>
                      <a:pt x="76" y="104"/>
                    </a:cubicBezTo>
                    <a:cubicBezTo>
                      <a:pt x="116" y="104"/>
                      <a:pt x="116" y="104"/>
                      <a:pt x="116" y="104"/>
                    </a:cubicBezTo>
                    <a:cubicBezTo>
                      <a:pt x="123" y="104"/>
                      <a:pt x="128" y="99"/>
                      <a:pt x="128" y="92"/>
                    </a:cubicBezTo>
                    <a:cubicBezTo>
                      <a:pt x="128" y="12"/>
                      <a:pt x="128" y="12"/>
                      <a:pt x="128" y="12"/>
                    </a:cubicBezTo>
                    <a:cubicBezTo>
                      <a:pt x="128" y="5"/>
                      <a:pt x="123" y="0"/>
                      <a:pt x="116" y="0"/>
                    </a:cubicBezTo>
                    <a:close/>
                    <a:moveTo>
                      <a:pt x="120" y="92"/>
                    </a:moveTo>
                    <a:cubicBezTo>
                      <a:pt x="120" y="94"/>
                      <a:pt x="118" y="96"/>
                      <a:pt x="116" y="96"/>
                    </a:cubicBezTo>
                    <a:cubicBezTo>
                      <a:pt x="80" y="96"/>
                      <a:pt x="80" y="96"/>
                      <a:pt x="80" y="96"/>
                    </a:cubicBezTo>
                    <a:cubicBezTo>
                      <a:pt x="48" y="96"/>
                      <a:pt x="48" y="96"/>
                      <a:pt x="48" y="96"/>
                    </a:cubicBezTo>
                    <a:cubicBezTo>
                      <a:pt x="12" y="96"/>
                      <a:pt x="12" y="96"/>
                      <a:pt x="12" y="96"/>
                    </a:cubicBezTo>
                    <a:cubicBezTo>
                      <a:pt x="10" y="96"/>
                      <a:pt x="8" y="94"/>
                      <a:pt x="8" y="92"/>
                    </a:cubicBezTo>
                    <a:cubicBezTo>
                      <a:pt x="8" y="12"/>
                      <a:pt x="8" y="12"/>
                      <a:pt x="8" y="12"/>
                    </a:cubicBezTo>
                    <a:cubicBezTo>
                      <a:pt x="8" y="10"/>
                      <a:pt x="10" y="8"/>
                      <a:pt x="12" y="8"/>
                    </a:cubicBezTo>
                    <a:cubicBezTo>
                      <a:pt x="116" y="8"/>
                      <a:pt x="116" y="8"/>
                      <a:pt x="116" y="8"/>
                    </a:cubicBezTo>
                    <a:cubicBezTo>
                      <a:pt x="118" y="8"/>
                      <a:pt x="120" y="10"/>
                      <a:pt x="120" y="12"/>
                    </a:cubicBezTo>
                    <a:lnTo>
                      <a:pt x="120"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grpSp>
        <p:sp>
          <p:nvSpPr>
            <p:cNvPr id="92" name="Freeform 48"/>
            <p:cNvSpPr>
              <a:spLocks noChangeAspect="1" noEditPoints="1"/>
            </p:cNvSpPr>
            <p:nvPr/>
          </p:nvSpPr>
          <p:spPr bwMode="auto">
            <a:xfrm>
              <a:off x="2307874" y="3965532"/>
              <a:ext cx="718598" cy="713070"/>
            </a:xfrm>
            <a:custGeom>
              <a:avLst/>
              <a:gdLst>
                <a:gd name="T0" fmla="*/ 126 w 129"/>
                <a:gd name="T1" fmla="*/ 2 h 128"/>
                <a:gd name="T2" fmla="*/ 121 w 129"/>
                <a:gd name="T3" fmla="*/ 0 h 128"/>
                <a:gd name="T4" fmla="*/ 120 w 129"/>
                <a:gd name="T5" fmla="*/ 0 h 128"/>
                <a:gd name="T6" fmla="*/ 52 w 129"/>
                <a:gd name="T7" fmla="*/ 12 h 128"/>
                <a:gd name="T8" fmla="*/ 45 w 129"/>
                <a:gd name="T9" fmla="*/ 20 h 128"/>
                <a:gd name="T10" fmla="*/ 45 w 129"/>
                <a:gd name="T11" fmla="*/ 28 h 128"/>
                <a:gd name="T12" fmla="*/ 45 w 129"/>
                <a:gd name="T13" fmla="*/ 32 h 128"/>
                <a:gd name="T14" fmla="*/ 45 w 129"/>
                <a:gd name="T15" fmla="*/ 89 h 128"/>
                <a:gd name="T16" fmla="*/ 30 w 129"/>
                <a:gd name="T17" fmla="*/ 84 h 128"/>
                <a:gd name="T18" fmla="*/ 20 w 129"/>
                <a:gd name="T19" fmla="*/ 86 h 128"/>
                <a:gd name="T20" fmla="*/ 3 w 129"/>
                <a:gd name="T21" fmla="*/ 100 h 128"/>
                <a:gd name="T22" fmla="*/ 2 w 129"/>
                <a:gd name="T23" fmla="*/ 115 h 128"/>
                <a:gd name="T24" fmla="*/ 24 w 129"/>
                <a:gd name="T25" fmla="*/ 128 h 128"/>
                <a:gd name="T26" fmla="*/ 34 w 129"/>
                <a:gd name="T27" fmla="*/ 126 h 128"/>
                <a:gd name="T28" fmla="*/ 51 w 129"/>
                <a:gd name="T29" fmla="*/ 112 h 128"/>
                <a:gd name="T30" fmla="*/ 53 w 129"/>
                <a:gd name="T31" fmla="*/ 104 h 128"/>
                <a:gd name="T32" fmla="*/ 53 w 129"/>
                <a:gd name="T33" fmla="*/ 104 h 128"/>
                <a:gd name="T34" fmla="*/ 53 w 129"/>
                <a:gd name="T35" fmla="*/ 40 h 128"/>
                <a:gd name="T36" fmla="*/ 54 w 129"/>
                <a:gd name="T37" fmla="*/ 40 h 128"/>
                <a:gd name="T38" fmla="*/ 121 w 129"/>
                <a:gd name="T39" fmla="*/ 28 h 128"/>
                <a:gd name="T40" fmla="*/ 121 w 129"/>
                <a:gd name="T41" fmla="*/ 77 h 128"/>
                <a:gd name="T42" fmla="*/ 106 w 129"/>
                <a:gd name="T43" fmla="*/ 72 h 128"/>
                <a:gd name="T44" fmla="*/ 96 w 129"/>
                <a:gd name="T45" fmla="*/ 74 h 128"/>
                <a:gd name="T46" fmla="*/ 79 w 129"/>
                <a:gd name="T47" fmla="*/ 88 h 128"/>
                <a:gd name="T48" fmla="*/ 78 w 129"/>
                <a:gd name="T49" fmla="*/ 103 h 128"/>
                <a:gd name="T50" fmla="*/ 100 w 129"/>
                <a:gd name="T51" fmla="*/ 116 h 128"/>
                <a:gd name="T52" fmla="*/ 110 w 129"/>
                <a:gd name="T53" fmla="*/ 114 h 128"/>
                <a:gd name="T54" fmla="*/ 127 w 129"/>
                <a:gd name="T55" fmla="*/ 100 h 128"/>
                <a:gd name="T56" fmla="*/ 129 w 129"/>
                <a:gd name="T57" fmla="*/ 92 h 128"/>
                <a:gd name="T58" fmla="*/ 129 w 129"/>
                <a:gd name="T59" fmla="*/ 92 h 128"/>
                <a:gd name="T60" fmla="*/ 129 w 129"/>
                <a:gd name="T61" fmla="*/ 20 h 128"/>
                <a:gd name="T62" fmla="*/ 129 w 129"/>
                <a:gd name="T63" fmla="*/ 16 h 128"/>
                <a:gd name="T64" fmla="*/ 129 w 129"/>
                <a:gd name="T65" fmla="*/ 8 h 128"/>
                <a:gd name="T66" fmla="*/ 126 w 129"/>
                <a:gd name="T67" fmla="*/ 2 h 128"/>
                <a:gd name="T68" fmla="*/ 32 w 129"/>
                <a:gd name="T69" fmla="*/ 119 h 128"/>
                <a:gd name="T70" fmla="*/ 10 w 129"/>
                <a:gd name="T71" fmla="*/ 112 h 128"/>
                <a:gd name="T72" fmla="*/ 22 w 129"/>
                <a:gd name="T73" fmla="*/ 93 h 128"/>
                <a:gd name="T74" fmla="*/ 44 w 129"/>
                <a:gd name="T75" fmla="*/ 100 h 128"/>
                <a:gd name="T76" fmla="*/ 32 w 129"/>
                <a:gd name="T77" fmla="*/ 119 h 128"/>
                <a:gd name="T78" fmla="*/ 108 w 129"/>
                <a:gd name="T79" fmla="*/ 107 h 128"/>
                <a:gd name="T80" fmla="*/ 85 w 129"/>
                <a:gd name="T81" fmla="*/ 100 h 128"/>
                <a:gd name="T82" fmla="*/ 98 w 129"/>
                <a:gd name="T83" fmla="*/ 81 h 128"/>
                <a:gd name="T84" fmla="*/ 120 w 129"/>
                <a:gd name="T85" fmla="*/ 88 h 128"/>
                <a:gd name="T86" fmla="*/ 108 w 129"/>
                <a:gd name="T87" fmla="*/ 107 h 128"/>
                <a:gd name="T88" fmla="*/ 121 w 129"/>
                <a:gd name="T89" fmla="*/ 20 h 128"/>
                <a:gd name="T90" fmla="*/ 53 w 129"/>
                <a:gd name="T91" fmla="*/ 32 h 128"/>
                <a:gd name="T92" fmla="*/ 53 w 129"/>
                <a:gd name="T93" fmla="*/ 28 h 128"/>
                <a:gd name="T94" fmla="*/ 53 w 129"/>
                <a:gd name="T95" fmla="*/ 20 h 128"/>
                <a:gd name="T96" fmla="*/ 121 w 129"/>
                <a:gd name="T97" fmla="*/ 8 h 128"/>
                <a:gd name="T98" fmla="*/ 121 w 129"/>
                <a:gd name="T99" fmla="*/ 16 h 128"/>
                <a:gd name="T100" fmla="*/ 121 w 129"/>
                <a:gd name="T101" fmla="*/ 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128">
                  <a:moveTo>
                    <a:pt x="126" y="2"/>
                  </a:moveTo>
                  <a:cubicBezTo>
                    <a:pt x="125" y="1"/>
                    <a:pt x="123" y="0"/>
                    <a:pt x="121" y="0"/>
                  </a:cubicBezTo>
                  <a:cubicBezTo>
                    <a:pt x="121" y="0"/>
                    <a:pt x="120" y="0"/>
                    <a:pt x="120" y="0"/>
                  </a:cubicBezTo>
                  <a:cubicBezTo>
                    <a:pt x="52" y="12"/>
                    <a:pt x="52" y="12"/>
                    <a:pt x="52" y="12"/>
                  </a:cubicBezTo>
                  <a:cubicBezTo>
                    <a:pt x="48" y="13"/>
                    <a:pt x="45" y="16"/>
                    <a:pt x="45" y="20"/>
                  </a:cubicBezTo>
                  <a:cubicBezTo>
                    <a:pt x="45" y="28"/>
                    <a:pt x="45" y="28"/>
                    <a:pt x="45" y="28"/>
                  </a:cubicBezTo>
                  <a:cubicBezTo>
                    <a:pt x="45" y="32"/>
                    <a:pt x="45" y="32"/>
                    <a:pt x="45" y="32"/>
                  </a:cubicBezTo>
                  <a:cubicBezTo>
                    <a:pt x="45" y="89"/>
                    <a:pt x="45" y="89"/>
                    <a:pt x="45" y="89"/>
                  </a:cubicBezTo>
                  <a:cubicBezTo>
                    <a:pt x="41" y="86"/>
                    <a:pt x="36" y="84"/>
                    <a:pt x="30" y="84"/>
                  </a:cubicBezTo>
                  <a:cubicBezTo>
                    <a:pt x="26" y="84"/>
                    <a:pt x="23" y="85"/>
                    <a:pt x="20" y="86"/>
                  </a:cubicBezTo>
                  <a:cubicBezTo>
                    <a:pt x="12" y="88"/>
                    <a:pt x="6" y="93"/>
                    <a:pt x="3" y="100"/>
                  </a:cubicBezTo>
                  <a:cubicBezTo>
                    <a:pt x="1" y="104"/>
                    <a:pt x="0" y="110"/>
                    <a:pt x="2" y="115"/>
                  </a:cubicBezTo>
                  <a:cubicBezTo>
                    <a:pt x="5" y="123"/>
                    <a:pt x="14" y="128"/>
                    <a:pt x="24" y="128"/>
                  </a:cubicBezTo>
                  <a:cubicBezTo>
                    <a:pt x="28" y="128"/>
                    <a:pt x="31" y="127"/>
                    <a:pt x="34" y="126"/>
                  </a:cubicBezTo>
                  <a:cubicBezTo>
                    <a:pt x="42" y="124"/>
                    <a:pt x="48" y="119"/>
                    <a:pt x="51" y="112"/>
                  </a:cubicBezTo>
                  <a:cubicBezTo>
                    <a:pt x="52" y="110"/>
                    <a:pt x="53" y="107"/>
                    <a:pt x="53" y="104"/>
                  </a:cubicBezTo>
                  <a:cubicBezTo>
                    <a:pt x="53" y="104"/>
                    <a:pt x="53" y="104"/>
                    <a:pt x="53" y="104"/>
                  </a:cubicBezTo>
                  <a:cubicBezTo>
                    <a:pt x="53" y="40"/>
                    <a:pt x="53" y="40"/>
                    <a:pt x="53" y="40"/>
                  </a:cubicBezTo>
                  <a:cubicBezTo>
                    <a:pt x="53" y="40"/>
                    <a:pt x="54" y="40"/>
                    <a:pt x="54" y="40"/>
                  </a:cubicBezTo>
                  <a:cubicBezTo>
                    <a:pt x="121" y="28"/>
                    <a:pt x="121" y="28"/>
                    <a:pt x="121" y="28"/>
                  </a:cubicBezTo>
                  <a:cubicBezTo>
                    <a:pt x="121" y="77"/>
                    <a:pt x="121" y="77"/>
                    <a:pt x="121" y="77"/>
                  </a:cubicBezTo>
                  <a:cubicBezTo>
                    <a:pt x="117" y="74"/>
                    <a:pt x="112" y="72"/>
                    <a:pt x="106" y="72"/>
                  </a:cubicBezTo>
                  <a:cubicBezTo>
                    <a:pt x="102" y="72"/>
                    <a:pt x="99" y="73"/>
                    <a:pt x="96" y="74"/>
                  </a:cubicBezTo>
                  <a:cubicBezTo>
                    <a:pt x="88" y="76"/>
                    <a:pt x="82" y="81"/>
                    <a:pt x="79" y="88"/>
                  </a:cubicBezTo>
                  <a:cubicBezTo>
                    <a:pt x="77" y="92"/>
                    <a:pt x="76" y="98"/>
                    <a:pt x="78" y="103"/>
                  </a:cubicBezTo>
                  <a:cubicBezTo>
                    <a:pt x="81" y="111"/>
                    <a:pt x="90" y="116"/>
                    <a:pt x="100" y="116"/>
                  </a:cubicBezTo>
                  <a:cubicBezTo>
                    <a:pt x="104" y="116"/>
                    <a:pt x="107" y="115"/>
                    <a:pt x="110" y="114"/>
                  </a:cubicBezTo>
                  <a:cubicBezTo>
                    <a:pt x="118" y="112"/>
                    <a:pt x="124" y="107"/>
                    <a:pt x="127" y="100"/>
                  </a:cubicBezTo>
                  <a:cubicBezTo>
                    <a:pt x="128" y="98"/>
                    <a:pt x="129" y="95"/>
                    <a:pt x="129" y="92"/>
                  </a:cubicBezTo>
                  <a:cubicBezTo>
                    <a:pt x="129" y="92"/>
                    <a:pt x="129" y="92"/>
                    <a:pt x="129" y="92"/>
                  </a:cubicBezTo>
                  <a:cubicBezTo>
                    <a:pt x="129" y="20"/>
                    <a:pt x="129" y="20"/>
                    <a:pt x="129" y="20"/>
                  </a:cubicBezTo>
                  <a:cubicBezTo>
                    <a:pt x="129" y="16"/>
                    <a:pt x="129" y="16"/>
                    <a:pt x="129" y="16"/>
                  </a:cubicBezTo>
                  <a:cubicBezTo>
                    <a:pt x="129" y="8"/>
                    <a:pt x="129" y="8"/>
                    <a:pt x="129" y="8"/>
                  </a:cubicBezTo>
                  <a:cubicBezTo>
                    <a:pt x="129" y="6"/>
                    <a:pt x="128" y="3"/>
                    <a:pt x="126" y="2"/>
                  </a:cubicBezTo>
                  <a:close/>
                  <a:moveTo>
                    <a:pt x="32" y="119"/>
                  </a:moveTo>
                  <a:cubicBezTo>
                    <a:pt x="22" y="122"/>
                    <a:pt x="12" y="119"/>
                    <a:pt x="10" y="112"/>
                  </a:cubicBezTo>
                  <a:cubicBezTo>
                    <a:pt x="7" y="105"/>
                    <a:pt x="13" y="96"/>
                    <a:pt x="22" y="93"/>
                  </a:cubicBezTo>
                  <a:cubicBezTo>
                    <a:pt x="32" y="90"/>
                    <a:pt x="42" y="93"/>
                    <a:pt x="44" y="100"/>
                  </a:cubicBezTo>
                  <a:cubicBezTo>
                    <a:pt x="47" y="107"/>
                    <a:pt x="41" y="116"/>
                    <a:pt x="32" y="119"/>
                  </a:cubicBezTo>
                  <a:close/>
                  <a:moveTo>
                    <a:pt x="108" y="107"/>
                  </a:moveTo>
                  <a:cubicBezTo>
                    <a:pt x="98" y="110"/>
                    <a:pt x="88" y="107"/>
                    <a:pt x="85" y="100"/>
                  </a:cubicBezTo>
                  <a:cubicBezTo>
                    <a:pt x="83" y="93"/>
                    <a:pt x="88" y="84"/>
                    <a:pt x="98" y="81"/>
                  </a:cubicBezTo>
                  <a:cubicBezTo>
                    <a:pt x="108" y="78"/>
                    <a:pt x="118" y="81"/>
                    <a:pt x="120" y="88"/>
                  </a:cubicBezTo>
                  <a:cubicBezTo>
                    <a:pt x="123" y="95"/>
                    <a:pt x="117" y="104"/>
                    <a:pt x="108" y="107"/>
                  </a:cubicBezTo>
                  <a:close/>
                  <a:moveTo>
                    <a:pt x="121" y="20"/>
                  </a:moveTo>
                  <a:cubicBezTo>
                    <a:pt x="53" y="32"/>
                    <a:pt x="53" y="32"/>
                    <a:pt x="53" y="32"/>
                  </a:cubicBezTo>
                  <a:cubicBezTo>
                    <a:pt x="53" y="28"/>
                    <a:pt x="53" y="28"/>
                    <a:pt x="53" y="28"/>
                  </a:cubicBezTo>
                  <a:cubicBezTo>
                    <a:pt x="53" y="20"/>
                    <a:pt x="53" y="20"/>
                    <a:pt x="53" y="20"/>
                  </a:cubicBezTo>
                  <a:cubicBezTo>
                    <a:pt x="121" y="8"/>
                    <a:pt x="121" y="8"/>
                    <a:pt x="121" y="8"/>
                  </a:cubicBezTo>
                  <a:cubicBezTo>
                    <a:pt x="121" y="16"/>
                    <a:pt x="121" y="16"/>
                    <a:pt x="121" y="16"/>
                  </a:cubicBezTo>
                  <a:lnTo>
                    <a:pt x="121" y="2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7E7E7E"/>
                </a:solidFill>
                <a:latin typeface="Calibri" panose="020F0502020204030204"/>
                <a:cs typeface="+mn-cs"/>
              </a:endParaRPr>
            </a:p>
          </p:txBody>
        </p:sp>
      </p:grpSp>
      <p:sp>
        <p:nvSpPr>
          <p:cNvPr id="101" name="Rectangle 100"/>
          <p:cNvSpPr/>
          <p:nvPr/>
        </p:nvSpPr>
        <p:spPr>
          <a:xfrm>
            <a:off x="6328286" y="4823758"/>
            <a:ext cx="5521592" cy="1569660"/>
          </a:xfrm>
          <a:prstGeom prst="rect">
            <a:avLst/>
          </a:prstGeom>
        </p:spPr>
        <p:txBody>
          <a:bodyPr wrap="square">
            <a:spAutoFit/>
          </a:bodyPr>
          <a:lstStyle/>
          <a:p>
            <a:pPr algn="ctr" rtl="1"/>
            <a:r>
              <a:rPr lang="ar-SA" sz="3200" b="1" dirty="0">
                <a:solidFill>
                  <a:schemeClr val="tx2"/>
                </a:solidFill>
              </a:rPr>
              <a:t>ويتضمن برنامج التدريب والمران على عدد من العناصر التي تساهم في زيادة الدافعية، من أهمها:</a:t>
            </a:r>
            <a:endParaRPr lang="en-US" sz="3200" b="1" dirty="0">
              <a:solidFill>
                <a:schemeClr val="tx2"/>
              </a:solidFill>
            </a:endParaRPr>
          </a:p>
        </p:txBody>
      </p:sp>
      <p:sp>
        <p:nvSpPr>
          <p:cNvPr id="102" name="TextBox 101"/>
          <p:cNvSpPr txBox="1"/>
          <p:nvPr/>
        </p:nvSpPr>
        <p:spPr>
          <a:xfrm>
            <a:off x="5086982" y="1772036"/>
            <a:ext cx="1813317" cy="584775"/>
          </a:xfrm>
          <a:prstGeom prst="rect">
            <a:avLst/>
          </a:prstGeom>
          <a:noFill/>
        </p:spPr>
        <p:txBody>
          <a:bodyPr wrap="none" rtlCol="0">
            <a:spAutoFit/>
          </a:bodyPr>
          <a:lstStyle/>
          <a:p>
            <a:pPr marL="514350" lvl="0" indent="-514350" algn="ctr" rtl="1">
              <a:buFont typeface="+mj-lt"/>
              <a:buAutoNum type="arabicPeriod"/>
            </a:pPr>
            <a:r>
              <a:rPr lang="ar-JO" sz="3200" b="1" dirty="0">
                <a:solidFill>
                  <a:schemeClr val="bg1"/>
                </a:solidFill>
              </a:rPr>
              <a:t>المنافسة</a:t>
            </a:r>
            <a:endParaRPr lang="en-US" sz="3200" b="1" dirty="0">
              <a:solidFill>
                <a:schemeClr val="bg1"/>
              </a:solidFill>
            </a:endParaRPr>
          </a:p>
        </p:txBody>
      </p:sp>
      <p:sp>
        <p:nvSpPr>
          <p:cNvPr id="103" name="TextBox 102"/>
          <p:cNvSpPr txBox="1"/>
          <p:nvPr/>
        </p:nvSpPr>
        <p:spPr>
          <a:xfrm>
            <a:off x="4748239" y="2277872"/>
            <a:ext cx="2584362" cy="584775"/>
          </a:xfrm>
          <a:prstGeom prst="rect">
            <a:avLst/>
          </a:prstGeom>
          <a:noFill/>
        </p:spPr>
        <p:txBody>
          <a:bodyPr wrap="none" rtlCol="0">
            <a:spAutoFit/>
          </a:bodyPr>
          <a:lstStyle/>
          <a:p>
            <a:pPr marL="514350" indent="-514350" algn="ctr" rtl="1" fontAlgn="auto">
              <a:spcBef>
                <a:spcPts val="0"/>
              </a:spcBef>
              <a:spcAft>
                <a:spcPts val="0"/>
              </a:spcAft>
              <a:buFont typeface="+mj-lt"/>
              <a:buAutoNum type="arabicPeriod" startAt="2"/>
            </a:pPr>
            <a:r>
              <a:rPr lang="ar-JO" sz="3200" b="1" dirty="0">
                <a:solidFill>
                  <a:schemeClr val="bg1"/>
                </a:solidFill>
              </a:rPr>
              <a:t>التعلم التعاوني</a:t>
            </a:r>
            <a:endParaRPr lang="id-ID" sz="3200" b="1" dirty="0">
              <a:solidFill>
                <a:schemeClr val="bg1"/>
              </a:solidFill>
              <a:latin typeface="Calibri Light" panose="020F0302020204030204"/>
              <a:cs typeface="+mn-cs"/>
            </a:endParaRPr>
          </a:p>
        </p:txBody>
      </p:sp>
      <p:sp>
        <p:nvSpPr>
          <p:cNvPr id="2" name="Footer Placeholder 1"/>
          <p:cNvSpPr>
            <a:spLocks noGrp="1"/>
          </p:cNvSpPr>
          <p:nvPr>
            <p:ph type="ftr" sz="quarter" idx="11"/>
          </p:nvPr>
        </p:nvSpPr>
        <p:spPr/>
        <p:txBody>
          <a:bodyPr/>
          <a:lstStyle/>
          <a:p>
            <a:r>
              <a:rPr lang="ar-SA" smtClean="0">
                <a:solidFill>
                  <a:srgbClr val="7E7E7E">
                    <a:tint val="75000"/>
                  </a:srgbClr>
                </a:solidFill>
              </a:rPr>
              <a:t>موسوعة تكنولوجيا التعليم</a:t>
            </a:r>
            <a:endParaRPr lang="en-US">
              <a:solidFill>
                <a:srgbClr val="7E7E7E">
                  <a:tint val="75000"/>
                </a:srgbClr>
              </a:solidFill>
            </a:endParaRPr>
          </a:p>
        </p:txBody>
      </p:sp>
    </p:spTree>
    <p:extLst>
      <p:ext uri="{BB962C8B-B14F-4D97-AF65-F5344CB8AC3E}">
        <p14:creationId xmlns:p14="http://schemas.microsoft.com/office/powerpoint/2010/main" val="27133528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25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par>
                          <p:cTn id="8" fill="hold">
                            <p:stCondLst>
                              <p:cond delay="750"/>
                            </p:stCondLst>
                            <p:childTnLst>
                              <p:par>
                                <p:cTn id="9" presetID="10" presetClass="entr" presetSubtype="0" fill="hold" nodeType="afterEffect">
                                  <p:stCondLst>
                                    <p:cond delay="250"/>
                                  </p:stCondLst>
                                  <p:childTnLst>
                                    <p:set>
                                      <p:cBhvr>
                                        <p:cTn id="10" dur="1" fill="hold">
                                          <p:stCondLst>
                                            <p:cond delay="0"/>
                                          </p:stCondLst>
                                        </p:cTn>
                                        <p:tgtEl>
                                          <p:spTgt spid="89"/>
                                        </p:tgtEl>
                                        <p:attrNameLst>
                                          <p:attrName>style.visibility</p:attrName>
                                        </p:attrNameLst>
                                      </p:cBhvr>
                                      <p:to>
                                        <p:strVal val="visible"/>
                                      </p:to>
                                    </p:set>
                                    <p:animEffect transition="in" filter="fade">
                                      <p:cBhvr>
                                        <p:cTn id="11" dur="500"/>
                                        <p:tgtEl>
                                          <p:spTgt spid="89"/>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28"/>
                                        </p:tgtEl>
                                        <p:attrNameLst>
                                          <p:attrName>style.visibility</p:attrName>
                                        </p:attrNameLst>
                                      </p:cBhvr>
                                      <p:to>
                                        <p:strVal val="visible"/>
                                      </p:to>
                                    </p:set>
                                    <p:animEffect transition="in" filter="fade">
                                      <p:cBhvr>
                                        <p:cTn id="15" dur="500"/>
                                        <p:tgtEl>
                                          <p:spTgt spid="28"/>
                                        </p:tgtEl>
                                      </p:cBhvr>
                                    </p:animEffect>
                                  </p:childTnLst>
                                </p:cTn>
                              </p:par>
                              <p:par>
                                <p:cTn id="16" presetID="10" presetClass="entr" presetSubtype="0" fill="hold" grpId="0" nodeType="withEffect">
                                  <p:stCondLst>
                                    <p:cond delay="250"/>
                                  </p:stCondLst>
                                  <p:childTnLst>
                                    <p:set>
                                      <p:cBhvr>
                                        <p:cTn id="17" dur="1" fill="hold">
                                          <p:stCondLst>
                                            <p:cond delay="0"/>
                                          </p:stCondLst>
                                        </p:cTn>
                                        <p:tgtEl>
                                          <p:spTgt spid="71"/>
                                        </p:tgtEl>
                                        <p:attrNameLst>
                                          <p:attrName>style.visibility</p:attrName>
                                        </p:attrNameLst>
                                      </p:cBhvr>
                                      <p:to>
                                        <p:strVal val="visible"/>
                                      </p:to>
                                    </p:set>
                                    <p:animEffect transition="in" filter="fade">
                                      <p:cBhvr>
                                        <p:cTn id="18" dur="10"/>
                                        <p:tgtEl>
                                          <p:spTgt spid="71"/>
                                        </p:tgtEl>
                                      </p:cBhvr>
                                    </p:animEffect>
                                  </p:childTnLst>
                                </p:cTn>
                              </p:par>
                              <p:par>
                                <p:cTn id="19" presetID="10" presetClass="entr" presetSubtype="0" fill="hold" grpId="0" nodeType="withEffect">
                                  <p:stCondLst>
                                    <p:cond delay="250"/>
                                  </p:stCondLst>
                                  <p:childTnLst>
                                    <p:set>
                                      <p:cBhvr>
                                        <p:cTn id="20" dur="1" fill="hold">
                                          <p:stCondLst>
                                            <p:cond delay="0"/>
                                          </p:stCondLst>
                                        </p:cTn>
                                        <p:tgtEl>
                                          <p:spTgt spid="68"/>
                                        </p:tgtEl>
                                        <p:attrNameLst>
                                          <p:attrName>style.visibility</p:attrName>
                                        </p:attrNameLst>
                                      </p:cBhvr>
                                      <p:to>
                                        <p:strVal val="visible"/>
                                      </p:to>
                                    </p:set>
                                    <p:animEffect transition="in" filter="fade">
                                      <p:cBhvr>
                                        <p:cTn id="21" dur="10"/>
                                        <p:tgtEl>
                                          <p:spTgt spid="68"/>
                                        </p:tgtEl>
                                      </p:cBhvr>
                                    </p:animEffect>
                                  </p:childTnLst>
                                </p:cTn>
                              </p:par>
                            </p:childTnLst>
                          </p:cTn>
                        </p:par>
                        <p:par>
                          <p:cTn id="22" fill="hold">
                            <p:stCondLst>
                              <p:cond delay="2250"/>
                            </p:stCondLst>
                            <p:childTnLst>
                              <p:par>
                                <p:cTn id="23" presetID="10" presetClass="entr" presetSubtype="0" fill="hold" grpId="0" nodeType="afterEffect">
                                  <p:stCondLst>
                                    <p:cond delay="250"/>
                                  </p:stCondLst>
                                  <p:childTnLst>
                                    <p:set>
                                      <p:cBhvr>
                                        <p:cTn id="24" dur="1" fill="hold">
                                          <p:stCondLst>
                                            <p:cond delay="0"/>
                                          </p:stCondLst>
                                        </p:cTn>
                                        <p:tgtEl>
                                          <p:spTgt spid="102"/>
                                        </p:tgtEl>
                                        <p:attrNameLst>
                                          <p:attrName>style.visibility</p:attrName>
                                        </p:attrNameLst>
                                      </p:cBhvr>
                                      <p:to>
                                        <p:strVal val="visible"/>
                                      </p:to>
                                    </p:set>
                                    <p:animEffect transition="in" filter="fade">
                                      <p:cBhvr>
                                        <p:cTn id="25" dur="500"/>
                                        <p:tgtEl>
                                          <p:spTgt spid="102"/>
                                        </p:tgtEl>
                                      </p:cBhvr>
                                    </p:animEffect>
                                  </p:childTnLst>
                                </p:cTn>
                              </p:par>
                            </p:childTnLst>
                          </p:cTn>
                        </p:par>
                        <p:par>
                          <p:cTn id="26" fill="hold">
                            <p:stCondLst>
                              <p:cond delay="3000"/>
                            </p:stCondLst>
                            <p:childTnLst>
                              <p:par>
                                <p:cTn id="27" presetID="10" presetClass="entr" presetSubtype="0" fill="hold" grpId="0" nodeType="afterEffect">
                                  <p:stCondLst>
                                    <p:cond delay="250"/>
                                  </p:stCondLst>
                                  <p:childTnLst>
                                    <p:set>
                                      <p:cBhvr>
                                        <p:cTn id="28" dur="1" fill="hold">
                                          <p:stCondLst>
                                            <p:cond delay="0"/>
                                          </p:stCondLst>
                                        </p:cTn>
                                        <p:tgtEl>
                                          <p:spTgt spid="103"/>
                                        </p:tgtEl>
                                        <p:attrNameLst>
                                          <p:attrName>style.visibility</p:attrName>
                                        </p:attrNameLst>
                                      </p:cBhvr>
                                      <p:to>
                                        <p:strVal val="visible"/>
                                      </p:to>
                                    </p:set>
                                    <p:animEffect transition="in" filter="fade">
                                      <p:cBhvr>
                                        <p:cTn id="29" dur="500"/>
                                        <p:tgtEl>
                                          <p:spTgt spid="103"/>
                                        </p:tgtEl>
                                      </p:cBhvr>
                                    </p:animEffect>
                                  </p:childTnLst>
                                </p:cTn>
                              </p:par>
                            </p:childTnLst>
                          </p:cTn>
                        </p:par>
                        <p:par>
                          <p:cTn id="30" fill="hold">
                            <p:stCondLst>
                              <p:cond delay="3750"/>
                            </p:stCondLst>
                            <p:childTnLst>
                              <p:par>
                                <p:cTn id="31" presetID="10" presetClass="entr" presetSubtype="0" fill="hold" grpId="0" nodeType="afterEffect">
                                  <p:stCondLst>
                                    <p:cond delay="250"/>
                                  </p:stCondLst>
                                  <p:childTnLst>
                                    <p:set>
                                      <p:cBhvr>
                                        <p:cTn id="32" dur="1" fill="hold">
                                          <p:stCondLst>
                                            <p:cond delay="0"/>
                                          </p:stCondLst>
                                        </p:cTn>
                                        <p:tgtEl>
                                          <p:spTgt spid="101"/>
                                        </p:tgtEl>
                                        <p:attrNameLst>
                                          <p:attrName>style.visibility</p:attrName>
                                        </p:attrNameLst>
                                      </p:cBhvr>
                                      <p:to>
                                        <p:strVal val="visible"/>
                                      </p:to>
                                    </p:set>
                                    <p:animEffect transition="in" filter="fade">
                                      <p:cBhvr>
                                        <p:cTn id="33" dur="500"/>
                                        <p:tgtEl>
                                          <p:spTgt spid="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71" grpId="0" animBg="1"/>
      <p:bldP spid="101" grpId="0"/>
      <p:bldP spid="102" grpId="0"/>
      <p:bldP spid="103"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 name="Group 173"/>
          <p:cNvGrpSpPr/>
          <p:nvPr/>
        </p:nvGrpSpPr>
        <p:grpSpPr>
          <a:xfrm>
            <a:off x="838200" y="2361534"/>
            <a:ext cx="5963027" cy="4074851"/>
            <a:chOff x="582425" y="2159094"/>
            <a:chExt cx="5963026" cy="4074850"/>
          </a:xfrm>
        </p:grpSpPr>
        <p:sp>
          <p:nvSpPr>
            <p:cNvPr id="175" name="Freeform 16"/>
            <p:cNvSpPr>
              <a:spLocks/>
            </p:cNvSpPr>
            <p:nvPr/>
          </p:nvSpPr>
          <p:spPr bwMode="auto">
            <a:xfrm>
              <a:off x="582425" y="4563957"/>
              <a:ext cx="3921089" cy="1669987"/>
            </a:xfrm>
            <a:custGeom>
              <a:avLst/>
              <a:gdLst>
                <a:gd name="T0" fmla="*/ 0 w 3421"/>
                <a:gd name="T1" fmla="*/ 398 h 1457"/>
                <a:gd name="T2" fmla="*/ 1644 w 3421"/>
                <a:gd name="T3" fmla="*/ 1457 h 1457"/>
                <a:gd name="T4" fmla="*/ 3421 w 3421"/>
                <a:gd name="T5" fmla="*/ 987 h 1457"/>
                <a:gd name="T6" fmla="*/ 1789 w 3421"/>
                <a:gd name="T7" fmla="*/ 0 h 1457"/>
                <a:gd name="T8" fmla="*/ 0 w 3421"/>
                <a:gd name="T9" fmla="*/ 398 h 1457"/>
              </a:gdLst>
              <a:ahLst/>
              <a:cxnLst>
                <a:cxn ang="0">
                  <a:pos x="T0" y="T1"/>
                </a:cxn>
                <a:cxn ang="0">
                  <a:pos x="T2" y="T3"/>
                </a:cxn>
                <a:cxn ang="0">
                  <a:pos x="T4" y="T5"/>
                </a:cxn>
                <a:cxn ang="0">
                  <a:pos x="T6" y="T7"/>
                </a:cxn>
                <a:cxn ang="0">
                  <a:pos x="T8" y="T9"/>
                </a:cxn>
              </a:cxnLst>
              <a:rect l="0" t="0" r="r" b="b"/>
              <a:pathLst>
                <a:path w="3421" h="1457">
                  <a:moveTo>
                    <a:pt x="0" y="398"/>
                  </a:moveTo>
                  <a:lnTo>
                    <a:pt x="1644" y="1457"/>
                  </a:lnTo>
                  <a:lnTo>
                    <a:pt x="3421" y="987"/>
                  </a:lnTo>
                  <a:lnTo>
                    <a:pt x="1789" y="0"/>
                  </a:lnTo>
                  <a:lnTo>
                    <a:pt x="0" y="398"/>
                  </a:lnTo>
                  <a:close/>
                </a:path>
              </a:pathLst>
            </a:custGeom>
            <a:solidFill>
              <a:srgbClr val="CFBEAF"/>
            </a:solidFill>
            <a:ln>
              <a:noFill/>
            </a:ln>
            <a:effectLst>
              <a:glow rad="939800">
                <a:sysClr val="window" lastClr="FFFFFF">
                  <a:lumMod val="85000"/>
                  <a:alpha val="52000"/>
                </a:sysClr>
              </a:glo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76" name="Group 175"/>
            <p:cNvGrpSpPr/>
            <p:nvPr/>
          </p:nvGrpSpPr>
          <p:grpSpPr>
            <a:xfrm>
              <a:off x="582425" y="4188009"/>
              <a:ext cx="3921089" cy="2045935"/>
              <a:chOff x="582425" y="4188009"/>
              <a:chExt cx="3921089" cy="2045935"/>
            </a:xfrm>
          </p:grpSpPr>
          <p:sp>
            <p:nvSpPr>
              <p:cNvPr id="201" name="Freeform 17"/>
              <p:cNvSpPr>
                <a:spLocks/>
              </p:cNvSpPr>
              <p:nvPr/>
            </p:nvSpPr>
            <p:spPr bwMode="auto">
              <a:xfrm>
                <a:off x="582425" y="4644189"/>
                <a:ext cx="1884323" cy="1589755"/>
              </a:xfrm>
              <a:custGeom>
                <a:avLst/>
                <a:gdLst>
                  <a:gd name="T0" fmla="*/ 0 w 1644"/>
                  <a:gd name="T1" fmla="*/ 0 h 1387"/>
                  <a:gd name="T2" fmla="*/ 0 w 1644"/>
                  <a:gd name="T3" fmla="*/ 328 h 1387"/>
                  <a:gd name="T4" fmla="*/ 1644 w 1644"/>
                  <a:gd name="T5" fmla="*/ 1387 h 1387"/>
                  <a:gd name="T6" fmla="*/ 1644 w 1644"/>
                  <a:gd name="T7" fmla="*/ 1057 h 1387"/>
                  <a:gd name="T8" fmla="*/ 0 w 1644"/>
                  <a:gd name="T9" fmla="*/ 0 h 1387"/>
                </a:gdLst>
                <a:ahLst/>
                <a:cxnLst>
                  <a:cxn ang="0">
                    <a:pos x="T0" y="T1"/>
                  </a:cxn>
                  <a:cxn ang="0">
                    <a:pos x="T2" y="T3"/>
                  </a:cxn>
                  <a:cxn ang="0">
                    <a:pos x="T4" y="T5"/>
                  </a:cxn>
                  <a:cxn ang="0">
                    <a:pos x="T6" y="T7"/>
                  </a:cxn>
                  <a:cxn ang="0">
                    <a:pos x="T8" y="T9"/>
                  </a:cxn>
                </a:cxnLst>
                <a:rect l="0" t="0" r="r" b="b"/>
                <a:pathLst>
                  <a:path w="1644" h="1387">
                    <a:moveTo>
                      <a:pt x="0" y="0"/>
                    </a:moveTo>
                    <a:lnTo>
                      <a:pt x="0" y="328"/>
                    </a:lnTo>
                    <a:lnTo>
                      <a:pt x="1644" y="1387"/>
                    </a:lnTo>
                    <a:lnTo>
                      <a:pt x="1644" y="1057"/>
                    </a:lnTo>
                    <a:lnTo>
                      <a:pt x="0" y="0"/>
                    </a:lnTo>
                    <a:close/>
                  </a:path>
                </a:pathLst>
              </a:custGeom>
              <a:solidFill>
                <a:srgbClr val="C0392B">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2" name="Freeform 18"/>
              <p:cNvSpPr>
                <a:spLocks/>
              </p:cNvSpPr>
              <p:nvPr/>
            </p:nvSpPr>
            <p:spPr bwMode="auto">
              <a:xfrm>
                <a:off x="2466748" y="5342214"/>
                <a:ext cx="1923294" cy="848175"/>
              </a:xfrm>
              <a:custGeom>
                <a:avLst/>
                <a:gdLst>
                  <a:gd name="T0" fmla="*/ 1678 w 1678"/>
                  <a:gd name="T1" fmla="*/ 287 h 740"/>
                  <a:gd name="T2" fmla="*/ 1678 w 1678"/>
                  <a:gd name="T3" fmla="*/ 0 h 740"/>
                  <a:gd name="T4" fmla="*/ 0 w 1678"/>
                  <a:gd name="T5" fmla="*/ 448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48"/>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3" name="Freeform 19"/>
              <p:cNvSpPr>
                <a:spLocks/>
              </p:cNvSpPr>
              <p:nvPr/>
            </p:nvSpPr>
            <p:spPr bwMode="auto">
              <a:xfrm>
                <a:off x="582425" y="4188009"/>
                <a:ext cx="3921089" cy="1667695"/>
              </a:xfrm>
              <a:custGeom>
                <a:avLst/>
                <a:gdLst>
                  <a:gd name="T0" fmla="*/ 0 w 3421"/>
                  <a:gd name="T1" fmla="*/ 398 h 1455"/>
                  <a:gd name="T2" fmla="*/ 1644 w 3421"/>
                  <a:gd name="T3" fmla="*/ 1455 h 1455"/>
                  <a:gd name="T4" fmla="*/ 3421 w 3421"/>
                  <a:gd name="T5" fmla="*/ 987 h 1455"/>
                  <a:gd name="T6" fmla="*/ 1789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7"/>
                    </a:lnTo>
                    <a:lnTo>
                      <a:pt x="1789" y="0"/>
                    </a:lnTo>
                    <a:lnTo>
                      <a:pt x="0" y="398"/>
                    </a:lnTo>
                    <a:close/>
                  </a:path>
                </a:pathLst>
              </a:custGeom>
              <a:solidFill>
                <a:srgbClr val="C039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177" name="Group 176"/>
            <p:cNvGrpSpPr/>
            <p:nvPr/>
          </p:nvGrpSpPr>
          <p:grpSpPr>
            <a:xfrm>
              <a:off x="1167737" y="3651022"/>
              <a:ext cx="3921089" cy="2043643"/>
              <a:chOff x="870117" y="3893440"/>
              <a:chExt cx="3921089" cy="2043643"/>
            </a:xfrm>
          </p:grpSpPr>
          <p:sp>
            <p:nvSpPr>
              <p:cNvPr id="196" name="Freeform 20"/>
              <p:cNvSpPr>
                <a:spLocks/>
              </p:cNvSpPr>
              <p:nvPr/>
            </p:nvSpPr>
            <p:spPr bwMode="auto">
              <a:xfrm>
                <a:off x="870117" y="4269388"/>
                <a:ext cx="3921089" cy="1667695"/>
              </a:xfrm>
              <a:custGeom>
                <a:avLst/>
                <a:gdLst>
                  <a:gd name="T0" fmla="*/ 0 w 3421"/>
                  <a:gd name="T1" fmla="*/ 398 h 1455"/>
                  <a:gd name="T2" fmla="*/ 1644 w 3421"/>
                  <a:gd name="T3" fmla="*/ 1455 h 1455"/>
                  <a:gd name="T4" fmla="*/ 3421 w 3421"/>
                  <a:gd name="T5" fmla="*/ 986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6"/>
                    </a:lnTo>
                    <a:lnTo>
                      <a:pt x="1788"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97" name="Group 196"/>
              <p:cNvGrpSpPr/>
              <p:nvPr/>
            </p:nvGrpSpPr>
            <p:grpSpPr>
              <a:xfrm>
                <a:off x="870117" y="3893440"/>
                <a:ext cx="3921089" cy="2043643"/>
                <a:chOff x="870117" y="3893440"/>
                <a:chExt cx="3921089" cy="2043643"/>
              </a:xfrm>
            </p:grpSpPr>
            <p:sp>
              <p:nvSpPr>
                <p:cNvPr id="198" name="Freeform 21"/>
                <p:cNvSpPr>
                  <a:spLocks/>
                </p:cNvSpPr>
                <p:nvPr/>
              </p:nvSpPr>
              <p:spPr bwMode="auto">
                <a:xfrm>
                  <a:off x="870117" y="4349621"/>
                  <a:ext cx="1884323" cy="1587462"/>
                </a:xfrm>
                <a:custGeom>
                  <a:avLst/>
                  <a:gdLst>
                    <a:gd name="T0" fmla="*/ 0 w 1644"/>
                    <a:gd name="T1" fmla="*/ 0 h 1385"/>
                    <a:gd name="T2" fmla="*/ 0 w 1644"/>
                    <a:gd name="T3" fmla="*/ 328 h 1385"/>
                    <a:gd name="T4" fmla="*/ 1644 w 1644"/>
                    <a:gd name="T5" fmla="*/ 1385 h 1385"/>
                    <a:gd name="T6" fmla="*/ 1644 w 1644"/>
                    <a:gd name="T7" fmla="*/ 1057 h 1385"/>
                    <a:gd name="T8" fmla="*/ 0 w 1644"/>
                    <a:gd name="T9" fmla="*/ 0 h 1385"/>
                  </a:gdLst>
                  <a:ahLst/>
                  <a:cxnLst>
                    <a:cxn ang="0">
                      <a:pos x="T0" y="T1"/>
                    </a:cxn>
                    <a:cxn ang="0">
                      <a:pos x="T2" y="T3"/>
                    </a:cxn>
                    <a:cxn ang="0">
                      <a:pos x="T4" y="T5"/>
                    </a:cxn>
                    <a:cxn ang="0">
                      <a:pos x="T6" y="T7"/>
                    </a:cxn>
                    <a:cxn ang="0">
                      <a:pos x="T8" y="T9"/>
                    </a:cxn>
                  </a:cxnLst>
                  <a:rect l="0" t="0" r="r" b="b"/>
                  <a:pathLst>
                    <a:path w="1644" h="1385">
                      <a:moveTo>
                        <a:pt x="0" y="0"/>
                      </a:moveTo>
                      <a:lnTo>
                        <a:pt x="0" y="328"/>
                      </a:lnTo>
                      <a:lnTo>
                        <a:pt x="1644" y="1385"/>
                      </a:lnTo>
                      <a:lnTo>
                        <a:pt x="1644" y="1057"/>
                      </a:lnTo>
                      <a:lnTo>
                        <a:pt x="0" y="0"/>
                      </a:lnTo>
                      <a:close/>
                    </a:path>
                  </a:pathLst>
                </a:custGeom>
                <a:solidFill>
                  <a:srgbClr val="4B2C50">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9" name="Freeform 22"/>
                <p:cNvSpPr>
                  <a:spLocks/>
                </p:cNvSpPr>
                <p:nvPr/>
              </p:nvSpPr>
              <p:spPr bwMode="auto">
                <a:xfrm>
                  <a:off x="2754440" y="5045353"/>
                  <a:ext cx="1922147" cy="848175"/>
                </a:xfrm>
                <a:custGeom>
                  <a:avLst/>
                  <a:gdLst>
                    <a:gd name="T0" fmla="*/ 1677 w 1677"/>
                    <a:gd name="T1" fmla="*/ 287 h 740"/>
                    <a:gd name="T2" fmla="*/ 1677 w 1677"/>
                    <a:gd name="T3" fmla="*/ 0 h 740"/>
                    <a:gd name="T4" fmla="*/ 0 w 1677"/>
                    <a:gd name="T5" fmla="*/ 450 h 740"/>
                    <a:gd name="T6" fmla="*/ 0 w 1677"/>
                    <a:gd name="T7" fmla="*/ 740 h 740"/>
                    <a:gd name="T8" fmla="*/ 1677 w 1677"/>
                    <a:gd name="T9" fmla="*/ 287 h 740"/>
                  </a:gdLst>
                  <a:ahLst/>
                  <a:cxnLst>
                    <a:cxn ang="0">
                      <a:pos x="T0" y="T1"/>
                    </a:cxn>
                    <a:cxn ang="0">
                      <a:pos x="T2" y="T3"/>
                    </a:cxn>
                    <a:cxn ang="0">
                      <a:pos x="T4" y="T5"/>
                    </a:cxn>
                    <a:cxn ang="0">
                      <a:pos x="T6" y="T7"/>
                    </a:cxn>
                    <a:cxn ang="0">
                      <a:pos x="T8" y="T9"/>
                    </a:cxn>
                  </a:cxnLst>
                  <a:rect l="0" t="0" r="r" b="b"/>
                  <a:pathLst>
                    <a:path w="1677" h="740">
                      <a:moveTo>
                        <a:pt x="1677" y="287"/>
                      </a:moveTo>
                      <a:lnTo>
                        <a:pt x="1677" y="0"/>
                      </a:lnTo>
                      <a:lnTo>
                        <a:pt x="0" y="450"/>
                      </a:lnTo>
                      <a:lnTo>
                        <a:pt x="0" y="740"/>
                      </a:lnTo>
                      <a:lnTo>
                        <a:pt x="1677"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0" name="Freeform 23"/>
                <p:cNvSpPr>
                  <a:spLocks/>
                </p:cNvSpPr>
                <p:nvPr/>
              </p:nvSpPr>
              <p:spPr bwMode="auto">
                <a:xfrm>
                  <a:off x="870117" y="3893440"/>
                  <a:ext cx="3921089" cy="1667695"/>
                </a:xfrm>
                <a:custGeom>
                  <a:avLst/>
                  <a:gdLst>
                    <a:gd name="T0" fmla="*/ 0 w 3421"/>
                    <a:gd name="T1" fmla="*/ 398 h 1455"/>
                    <a:gd name="T2" fmla="*/ 1644 w 3421"/>
                    <a:gd name="T3" fmla="*/ 1455 h 1455"/>
                    <a:gd name="T4" fmla="*/ 3421 w 3421"/>
                    <a:gd name="T5" fmla="*/ 985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5"/>
                      </a:lnTo>
                      <a:lnTo>
                        <a:pt x="1788" y="0"/>
                      </a:lnTo>
                      <a:lnTo>
                        <a:pt x="0" y="398"/>
                      </a:lnTo>
                      <a:close/>
                    </a:path>
                  </a:pathLst>
                </a:custGeom>
                <a:solidFill>
                  <a:srgbClr val="4B2C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78" name="Group 177"/>
            <p:cNvGrpSpPr/>
            <p:nvPr/>
          </p:nvGrpSpPr>
          <p:grpSpPr>
            <a:xfrm>
              <a:off x="1639410" y="3166362"/>
              <a:ext cx="3921089" cy="2043643"/>
              <a:chOff x="596179" y="3246993"/>
              <a:chExt cx="3921089" cy="2043643"/>
            </a:xfrm>
          </p:grpSpPr>
          <p:sp>
            <p:nvSpPr>
              <p:cNvPr id="191" name="Freeform 24"/>
              <p:cNvSpPr>
                <a:spLocks/>
              </p:cNvSpPr>
              <p:nvPr/>
            </p:nvSpPr>
            <p:spPr bwMode="auto">
              <a:xfrm>
                <a:off x="596179" y="3622941"/>
                <a:ext cx="3921089" cy="1667695"/>
              </a:xfrm>
              <a:custGeom>
                <a:avLst/>
                <a:gdLst>
                  <a:gd name="T0" fmla="*/ 0 w 3421"/>
                  <a:gd name="T1" fmla="*/ 398 h 1455"/>
                  <a:gd name="T2" fmla="*/ 1644 w 3421"/>
                  <a:gd name="T3" fmla="*/ 1455 h 1455"/>
                  <a:gd name="T4" fmla="*/ 3421 w 3421"/>
                  <a:gd name="T5" fmla="*/ 986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6"/>
                    </a:lnTo>
                    <a:lnTo>
                      <a:pt x="1788"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92" name="Group 191"/>
              <p:cNvGrpSpPr/>
              <p:nvPr/>
            </p:nvGrpSpPr>
            <p:grpSpPr>
              <a:xfrm>
                <a:off x="596179" y="3246993"/>
                <a:ext cx="3921089" cy="2043643"/>
                <a:chOff x="596179" y="3246993"/>
                <a:chExt cx="3921089" cy="2043643"/>
              </a:xfrm>
            </p:grpSpPr>
            <p:sp>
              <p:nvSpPr>
                <p:cNvPr id="193" name="Freeform 25"/>
                <p:cNvSpPr>
                  <a:spLocks/>
                </p:cNvSpPr>
                <p:nvPr/>
              </p:nvSpPr>
              <p:spPr bwMode="auto">
                <a:xfrm>
                  <a:off x="596179" y="3703174"/>
                  <a:ext cx="1884323" cy="1587462"/>
                </a:xfrm>
                <a:custGeom>
                  <a:avLst/>
                  <a:gdLst>
                    <a:gd name="T0" fmla="*/ 0 w 1644"/>
                    <a:gd name="T1" fmla="*/ 0 h 1385"/>
                    <a:gd name="T2" fmla="*/ 0 w 1644"/>
                    <a:gd name="T3" fmla="*/ 328 h 1385"/>
                    <a:gd name="T4" fmla="*/ 1644 w 1644"/>
                    <a:gd name="T5" fmla="*/ 1385 h 1385"/>
                    <a:gd name="T6" fmla="*/ 1644 w 1644"/>
                    <a:gd name="T7" fmla="*/ 1057 h 1385"/>
                    <a:gd name="T8" fmla="*/ 0 w 1644"/>
                    <a:gd name="T9" fmla="*/ 0 h 1385"/>
                  </a:gdLst>
                  <a:ahLst/>
                  <a:cxnLst>
                    <a:cxn ang="0">
                      <a:pos x="T0" y="T1"/>
                    </a:cxn>
                    <a:cxn ang="0">
                      <a:pos x="T2" y="T3"/>
                    </a:cxn>
                    <a:cxn ang="0">
                      <a:pos x="T4" y="T5"/>
                    </a:cxn>
                    <a:cxn ang="0">
                      <a:pos x="T6" y="T7"/>
                    </a:cxn>
                    <a:cxn ang="0">
                      <a:pos x="T8" y="T9"/>
                    </a:cxn>
                  </a:cxnLst>
                  <a:rect l="0" t="0" r="r" b="b"/>
                  <a:pathLst>
                    <a:path w="1644" h="1385">
                      <a:moveTo>
                        <a:pt x="0" y="0"/>
                      </a:moveTo>
                      <a:lnTo>
                        <a:pt x="0" y="328"/>
                      </a:lnTo>
                      <a:lnTo>
                        <a:pt x="1644" y="1385"/>
                      </a:lnTo>
                      <a:lnTo>
                        <a:pt x="1644" y="1057"/>
                      </a:lnTo>
                      <a:lnTo>
                        <a:pt x="0" y="0"/>
                      </a:lnTo>
                      <a:close/>
                    </a:path>
                  </a:pathLst>
                </a:custGeom>
                <a:solidFill>
                  <a:srgbClr val="16A085">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4" name="Freeform 26"/>
                <p:cNvSpPr>
                  <a:spLocks/>
                </p:cNvSpPr>
                <p:nvPr/>
              </p:nvSpPr>
              <p:spPr bwMode="auto">
                <a:xfrm>
                  <a:off x="2480503" y="4398906"/>
                  <a:ext cx="1922147" cy="848175"/>
                </a:xfrm>
                <a:custGeom>
                  <a:avLst/>
                  <a:gdLst>
                    <a:gd name="T0" fmla="*/ 1677 w 1677"/>
                    <a:gd name="T1" fmla="*/ 287 h 740"/>
                    <a:gd name="T2" fmla="*/ 1677 w 1677"/>
                    <a:gd name="T3" fmla="*/ 0 h 740"/>
                    <a:gd name="T4" fmla="*/ 0 w 1677"/>
                    <a:gd name="T5" fmla="*/ 450 h 740"/>
                    <a:gd name="T6" fmla="*/ 0 w 1677"/>
                    <a:gd name="T7" fmla="*/ 740 h 740"/>
                    <a:gd name="T8" fmla="*/ 1677 w 1677"/>
                    <a:gd name="T9" fmla="*/ 287 h 740"/>
                  </a:gdLst>
                  <a:ahLst/>
                  <a:cxnLst>
                    <a:cxn ang="0">
                      <a:pos x="T0" y="T1"/>
                    </a:cxn>
                    <a:cxn ang="0">
                      <a:pos x="T2" y="T3"/>
                    </a:cxn>
                    <a:cxn ang="0">
                      <a:pos x="T4" y="T5"/>
                    </a:cxn>
                    <a:cxn ang="0">
                      <a:pos x="T6" y="T7"/>
                    </a:cxn>
                    <a:cxn ang="0">
                      <a:pos x="T8" y="T9"/>
                    </a:cxn>
                  </a:cxnLst>
                  <a:rect l="0" t="0" r="r" b="b"/>
                  <a:pathLst>
                    <a:path w="1677" h="740">
                      <a:moveTo>
                        <a:pt x="1677" y="287"/>
                      </a:moveTo>
                      <a:lnTo>
                        <a:pt x="1677" y="0"/>
                      </a:lnTo>
                      <a:lnTo>
                        <a:pt x="0" y="450"/>
                      </a:lnTo>
                      <a:lnTo>
                        <a:pt x="0" y="740"/>
                      </a:lnTo>
                      <a:lnTo>
                        <a:pt x="1677"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5" name="Freeform 27"/>
                <p:cNvSpPr>
                  <a:spLocks/>
                </p:cNvSpPr>
                <p:nvPr/>
              </p:nvSpPr>
              <p:spPr bwMode="auto">
                <a:xfrm>
                  <a:off x="596179" y="3246993"/>
                  <a:ext cx="3921089" cy="1667695"/>
                </a:xfrm>
                <a:custGeom>
                  <a:avLst/>
                  <a:gdLst>
                    <a:gd name="T0" fmla="*/ 0 w 3421"/>
                    <a:gd name="T1" fmla="*/ 398 h 1455"/>
                    <a:gd name="T2" fmla="*/ 1644 w 3421"/>
                    <a:gd name="T3" fmla="*/ 1455 h 1455"/>
                    <a:gd name="T4" fmla="*/ 3421 w 3421"/>
                    <a:gd name="T5" fmla="*/ 985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5"/>
                      </a:lnTo>
                      <a:lnTo>
                        <a:pt x="1788" y="0"/>
                      </a:lnTo>
                      <a:lnTo>
                        <a:pt x="0" y="398"/>
                      </a:lnTo>
                      <a:close/>
                    </a:path>
                  </a:pathLst>
                </a:custGeom>
                <a:solidFill>
                  <a:srgbClr val="16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79" name="Group 178"/>
            <p:cNvGrpSpPr/>
            <p:nvPr/>
          </p:nvGrpSpPr>
          <p:grpSpPr>
            <a:xfrm>
              <a:off x="2117163" y="2636564"/>
              <a:ext cx="3921089" cy="2045935"/>
              <a:chOff x="827708" y="2824052"/>
              <a:chExt cx="3921089" cy="2045935"/>
            </a:xfrm>
          </p:grpSpPr>
          <p:sp>
            <p:nvSpPr>
              <p:cNvPr id="186" name="Freeform 28"/>
              <p:cNvSpPr>
                <a:spLocks/>
              </p:cNvSpPr>
              <p:nvPr/>
            </p:nvSpPr>
            <p:spPr bwMode="auto">
              <a:xfrm>
                <a:off x="827708" y="3201146"/>
                <a:ext cx="3921089" cy="1668841"/>
              </a:xfrm>
              <a:custGeom>
                <a:avLst/>
                <a:gdLst>
                  <a:gd name="T0" fmla="*/ 0 w 3421"/>
                  <a:gd name="T1" fmla="*/ 398 h 1456"/>
                  <a:gd name="T2" fmla="*/ 1644 w 3421"/>
                  <a:gd name="T3" fmla="*/ 1456 h 1456"/>
                  <a:gd name="T4" fmla="*/ 3421 w 3421"/>
                  <a:gd name="T5" fmla="*/ 987 h 1456"/>
                  <a:gd name="T6" fmla="*/ 1789 w 3421"/>
                  <a:gd name="T7" fmla="*/ 0 h 1456"/>
                  <a:gd name="T8" fmla="*/ 0 w 3421"/>
                  <a:gd name="T9" fmla="*/ 398 h 1456"/>
                </a:gdLst>
                <a:ahLst/>
                <a:cxnLst>
                  <a:cxn ang="0">
                    <a:pos x="T0" y="T1"/>
                  </a:cxn>
                  <a:cxn ang="0">
                    <a:pos x="T2" y="T3"/>
                  </a:cxn>
                  <a:cxn ang="0">
                    <a:pos x="T4" y="T5"/>
                  </a:cxn>
                  <a:cxn ang="0">
                    <a:pos x="T6" y="T7"/>
                  </a:cxn>
                  <a:cxn ang="0">
                    <a:pos x="T8" y="T9"/>
                  </a:cxn>
                </a:cxnLst>
                <a:rect l="0" t="0" r="r" b="b"/>
                <a:pathLst>
                  <a:path w="3421" h="1456">
                    <a:moveTo>
                      <a:pt x="0" y="398"/>
                    </a:moveTo>
                    <a:lnTo>
                      <a:pt x="1644" y="1456"/>
                    </a:lnTo>
                    <a:lnTo>
                      <a:pt x="3421" y="987"/>
                    </a:lnTo>
                    <a:lnTo>
                      <a:pt x="1789"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87" name="Group 186"/>
              <p:cNvGrpSpPr/>
              <p:nvPr/>
            </p:nvGrpSpPr>
            <p:grpSpPr>
              <a:xfrm>
                <a:off x="827708" y="2824052"/>
                <a:ext cx="3921089" cy="2045935"/>
                <a:chOff x="827708" y="2824052"/>
                <a:chExt cx="3921089" cy="2045935"/>
              </a:xfrm>
            </p:grpSpPr>
            <p:sp>
              <p:nvSpPr>
                <p:cNvPr id="188" name="Freeform 29"/>
                <p:cNvSpPr>
                  <a:spLocks/>
                </p:cNvSpPr>
                <p:nvPr/>
              </p:nvSpPr>
              <p:spPr bwMode="auto">
                <a:xfrm>
                  <a:off x="827708" y="3281379"/>
                  <a:ext cx="1884323" cy="1588608"/>
                </a:xfrm>
                <a:custGeom>
                  <a:avLst/>
                  <a:gdLst>
                    <a:gd name="T0" fmla="*/ 0 w 1644"/>
                    <a:gd name="T1" fmla="*/ 0 h 1386"/>
                    <a:gd name="T2" fmla="*/ 0 w 1644"/>
                    <a:gd name="T3" fmla="*/ 328 h 1386"/>
                    <a:gd name="T4" fmla="*/ 1644 w 1644"/>
                    <a:gd name="T5" fmla="*/ 1386 h 1386"/>
                    <a:gd name="T6" fmla="*/ 1644 w 1644"/>
                    <a:gd name="T7" fmla="*/ 1056 h 1386"/>
                    <a:gd name="T8" fmla="*/ 0 w 1644"/>
                    <a:gd name="T9" fmla="*/ 0 h 1386"/>
                  </a:gdLst>
                  <a:ahLst/>
                  <a:cxnLst>
                    <a:cxn ang="0">
                      <a:pos x="T0" y="T1"/>
                    </a:cxn>
                    <a:cxn ang="0">
                      <a:pos x="T2" y="T3"/>
                    </a:cxn>
                    <a:cxn ang="0">
                      <a:pos x="T4" y="T5"/>
                    </a:cxn>
                    <a:cxn ang="0">
                      <a:pos x="T6" y="T7"/>
                    </a:cxn>
                    <a:cxn ang="0">
                      <a:pos x="T8" y="T9"/>
                    </a:cxn>
                  </a:cxnLst>
                  <a:rect l="0" t="0" r="r" b="b"/>
                  <a:pathLst>
                    <a:path w="1644" h="1386">
                      <a:moveTo>
                        <a:pt x="0" y="0"/>
                      </a:moveTo>
                      <a:lnTo>
                        <a:pt x="0" y="328"/>
                      </a:lnTo>
                      <a:lnTo>
                        <a:pt x="1644" y="1386"/>
                      </a:lnTo>
                      <a:lnTo>
                        <a:pt x="1644" y="1056"/>
                      </a:lnTo>
                      <a:lnTo>
                        <a:pt x="0" y="0"/>
                      </a:lnTo>
                      <a:close/>
                    </a:path>
                  </a:pathLst>
                </a:custGeom>
                <a:solidFill>
                  <a:srgbClr val="2980B9">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9" name="Freeform 30"/>
                <p:cNvSpPr>
                  <a:spLocks/>
                </p:cNvSpPr>
                <p:nvPr/>
              </p:nvSpPr>
              <p:spPr bwMode="auto">
                <a:xfrm>
                  <a:off x="2712031" y="3978258"/>
                  <a:ext cx="1923294" cy="848175"/>
                </a:xfrm>
                <a:custGeom>
                  <a:avLst/>
                  <a:gdLst>
                    <a:gd name="T0" fmla="*/ 1678 w 1678"/>
                    <a:gd name="T1" fmla="*/ 287 h 740"/>
                    <a:gd name="T2" fmla="*/ 1678 w 1678"/>
                    <a:gd name="T3" fmla="*/ 0 h 740"/>
                    <a:gd name="T4" fmla="*/ 0 w 1678"/>
                    <a:gd name="T5" fmla="*/ 448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48"/>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0" name="Freeform 31"/>
                <p:cNvSpPr>
                  <a:spLocks/>
                </p:cNvSpPr>
                <p:nvPr/>
              </p:nvSpPr>
              <p:spPr bwMode="auto">
                <a:xfrm>
                  <a:off x="827708" y="2824052"/>
                  <a:ext cx="3921089" cy="1667695"/>
                </a:xfrm>
                <a:custGeom>
                  <a:avLst/>
                  <a:gdLst>
                    <a:gd name="T0" fmla="*/ 0 w 3421"/>
                    <a:gd name="T1" fmla="*/ 399 h 1455"/>
                    <a:gd name="T2" fmla="*/ 1644 w 3421"/>
                    <a:gd name="T3" fmla="*/ 1455 h 1455"/>
                    <a:gd name="T4" fmla="*/ 3421 w 3421"/>
                    <a:gd name="T5" fmla="*/ 987 h 1455"/>
                    <a:gd name="T6" fmla="*/ 1789 w 3421"/>
                    <a:gd name="T7" fmla="*/ 0 h 1455"/>
                    <a:gd name="T8" fmla="*/ 0 w 3421"/>
                    <a:gd name="T9" fmla="*/ 399 h 1455"/>
                  </a:gdLst>
                  <a:ahLst/>
                  <a:cxnLst>
                    <a:cxn ang="0">
                      <a:pos x="T0" y="T1"/>
                    </a:cxn>
                    <a:cxn ang="0">
                      <a:pos x="T2" y="T3"/>
                    </a:cxn>
                    <a:cxn ang="0">
                      <a:pos x="T4" y="T5"/>
                    </a:cxn>
                    <a:cxn ang="0">
                      <a:pos x="T6" y="T7"/>
                    </a:cxn>
                    <a:cxn ang="0">
                      <a:pos x="T8" y="T9"/>
                    </a:cxn>
                  </a:cxnLst>
                  <a:rect l="0" t="0" r="r" b="b"/>
                  <a:pathLst>
                    <a:path w="3421" h="1455">
                      <a:moveTo>
                        <a:pt x="0" y="399"/>
                      </a:moveTo>
                      <a:lnTo>
                        <a:pt x="1644" y="1455"/>
                      </a:lnTo>
                      <a:lnTo>
                        <a:pt x="3421" y="987"/>
                      </a:lnTo>
                      <a:lnTo>
                        <a:pt x="1789" y="0"/>
                      </a:lnTo>
                      <a:lnTo>
                        <a:pt x="0" y="399"/>
                      </a:lnTo>
                      <a:close/>
                    </a:path>
                  </a:pathLst>
                </a:custGeom>
                <a:solidFill>
                  <a:srgbClr val="2980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80" name="Group 179"/>
            <p:cNvGrpSpPr/>
            <p:nvPr/>
          </p:nvGrpSpPr>
          <p:grpSpPr>
            <a:xfrm>
              <a:off x="2626654" y="2159094"/>
              <a:ext cx="3918797" cy="2043643"/>
              <a:chOff x="1101645" y="2520314"/>
              <a:chExt cx="3918797" cy="2043643"/>
            </a:xfrm>
          </p:grpSpPr>
          <p:sp>
            <p:nvSpPr>
              <p:cNvPr id="181" name="Freeform 32"/>
              <p:cNvSpPr>
                <a:spLocks/>
              </p:cNvSpPr>
              <p:nvPr/>
            </p:nvSpPr>
            <p:spPr bwMode="auto">
              <a:xfrm>
                <a:off x="1101645" y="2896262"/>
                <a:ext cx="3918797" cy="1667695"/>
              </a:xfrm>
              <a:custGeom>
                <a:avLst/>
                <a:gdLst>
                  <a:gd name="T0" fmla="*/ 0 w 3419"/>
                  <a:gd name="T1" fmla="*/ 399 h 1455"/>
                  <a:gd name="T2" fmla="*/ 1643 w 3419"/>
                  <a:gd name="T3" fmla="*/ 1455 h 1455"/>
                  <a:gd name="T4" fmla="*/ 3419 w 3419"/>
                  <a:gd name="T5" fmla="*/ 988 h 1455"/>
                  <a:gd name="T6" fmla="*/ 1787 w 3419"/>
                  <a:gd name="T7" fmla="*/ 0 h 1455"/>
                  <a:gd name="T8" fmla="*/ 0 w 3419"/>
                  <a:gd name="T9" fmla="*/ 399 h 1455"/>
                </a:gdLst>
                <a:ahLst/>
                <a:cxnLst>
                  <a:cxn ang="0">
                    <a:pos x="T0" y="T1"/>
                  </a:cxn>
                  <a:cxn ang="0">
                    <a:pos x="T2" y="T3"/>
                  </a:cxn>
                  <a:cxn ang="0">
                    <a:pos x="T4" y="T5"/>
                  </a:cxn>
                  <a:cxn ang="0">
                    <a:pos x="T6" y="T7"/>
                  </a:cxn>
                  <a:cxn ang="0">
                    <a:pos x="T8" y="T9"/>
                  </a:cxn>
                </a:cxnLst>
                <a:rect l="0" t="0" r="r" b="b"/>
                <a:pathLst>
                  <a:path w="3419" h="1455">
                    <a:moveTo>
                      <a:pt x="0" y="399"/>
                    </a:moveTo>
                    <a:lnTo>
                      <a:pt x="1643" y="1455"/>
                    </a:lnTo>
                    <a:lnTo>
                      <a:pt x="3419" y="988"/>
                    </a:lnTo>
                    <a:lnTo>
                      <a:pt x="1787" y="0"/>
                    </a:lnTo>
                    <a:lnTo>
                      <a:pt x="0" y="399"/>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82" name="Group 181"/>
              <p:cNvGrpSpPr/>
              <p:nvPr/>
            </p:nvGrpSpPr>
            <p:grpSpPr>
              <a:xfrm>
                <a:off x="1101645" y="2520314"/>
                <a:ext cx="3918797" cy="2043642"/>
                <a:chOff x="1101645" y="2520314"/>
                <a:chExt cx="3918797" cy="2043642"/>
              </a:xfrm>
            </p:grpSpPr>
            <p:sp>
              <p:nvSpPr>
                <p:cNvPr id="183" name="Freeform 33"/>
                <p:cNvSpPr>
                  <a:spLocks/>
                </p:cNvSpPr>
                <p:nvPr/>
              </p:nvSpPr>
              <p:spPr bwMode="auto">
                <a:xfrm>
                  <a:off x="1101645" y="2976494"/>
                  <a:ext cx="1883177" cy="1587462"/>
                </a:xfrm>
                <a:custGeom>
                  <a:avLst/>
                  <a:gdLst>
                    <a:gd name="T0" fmla="*/ 0 w 1643"/>
                    <a:gd name="T1" fmla="*/ 0 h 1385"/>
                    <a:gd name="T2" fmla="*/ 0 w 1643"/>
                    <a:gd name="T3" fmla="*/ 329 h 1385"/>
                    <a:gd name="T4" fmla="*/ 1643 w 1643"/>
                    <a:gd name="T5" fmla="*/ 1385 h 1385"/>
                    <a:gd name="T6" fmla="*/ 1643 w 1643"/>
                    <a:gd name="T7" fmla="*/ 1057 h 1385"/>
                    <a:gd name="T8" fmla="*/ 0 w 1643"/>
                    <a:gd name="T9" fmla="*/ 0 h 1385"/>
                  </a:gdLst>
                  <a:ahLst/>
                  <a:cxnLst>
                    <a:cxn ang="0">
                      <a:pos x="T0" y="T1"/>
                    </a:cxn>
                    <a:cxn ang="0">
                      <a:pos x="T2" y="T3"/>
                    </a:cxn>
                    <a:cxn ang="0">
                      <a:pos x="T4" y="T5"/>
                    </a:cxn>
                    <a:cxn ang="0">
                      <a:pos x="T6" y="T7"/>
                    </a:cxn>
                    <a:cxn ang="0">
                      <a:pos x="T8" y="T9"/>
                    </a:cxn>
                  </a:cxnLst>
                  <a:rect l="0" t="0" r="r" b="b"/>
                  <a:pathLst>
                    <a:path w="1643" h="1385">
                      <a:moveTo>
                        <a:pt x="0" y="0"/>
                      </a:moveTo>
                      <a:lnTo>
                        <a:pt x="0" y="329"/>
                      </a:lnTo>
                      <a:lnTo>
                        <a:pt x="1643" y="1385"/>
                      </a:lnTo>
                      <a:lnTo>
                        <a:pt x="1643" y="1057"/>
                      </a:lnTo>
                      <a:lnTo>
                        <a:pt x="0" y="0"/>
                      </a:lnTo>
                      <a:close/>
                    </a:path>
                  </a:pathLst>
                </a:custGeom>
                <a:solidFill>
                  <a:srgbClr val="F39C12">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4" name="Freeform 34"/>
                <p:cNvSpPr>
                  <a:spLocks/>
                </p:cNvSpPr>
                <p:nvPr/>
              </p:nvSpPr>
              <p:spPr bwMode="auto">
                <a:xfrm>
                  <a:off x="2984823" y="3672227"/>
                  <a:ext cx="1923294" cy="848175"/>
                </a:xfrm>
                <a:custGeom>
                  <a:avLst/>
                  <a:gdLst>
                    <a:gd name="T0" fmla="*/ 1678 w 1678"/>
                    <a:gd name="T1" fmla="*/ 287 h 740"/>
                    <a:gd name="T2" fmla="*/ 1678 w 1678"/>
                    <a:gd name="T3" fmla="*/ 0 h 740"/>
                    <a:gd name="T4" fmla="*/ 0 w 1678"/>
                    <a:gd name="T5" fmla="*/ 450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50"/>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5" name="Freeform 35"/>
                <p:cNvSpPr>
                  <a:spLocks/>
                </p:cNvSpPr>
                <p:nvPr/>
              </p:nvSpPr>
              <p:spPr bwMode="auto">
                <a:xfrm>
                  <a:off x="1101645" y="2520314"/>
                  <a:ext cx="3918797" cy="1667695"/>
                </a:xfrm>
                <a:custGeom>
                  <a:avLst/>
                  <a:gdLst>
                    <a:gd name="T0" fmla="*/ 0 w 3419"/>
                    <a:gd name="T1" fmla="*/ 398 h 1455"/>
                    <a:gd name="T2" fmla="*/ 1643 w 3419"/>
                    <a:gd name="T3" fmla="*/ 1455 h 1455"/>
                    <a:gd name="T4" fmla="*/ 3419 w 3419"/>
                    <a:gd name="T5" fmla="*/ 987 h 1455"/>
                    <a:gd name="T6" fmla="*/ 1787 w 3419"/>
                    <a:gd name="T7" fmla="*/ 0 h 1455"/>
                    <a:gd name="T8" fmla="*/ 0 w 3419"/>
                    <a:gd name="T9" fmla="*/ 398 h 1455"/>
                  </a:gdLst>
                  <a:ahLst/>
                  <a:cxnLst>
                    <a:cxn ang="0">
                      <a:pos x="T0" y="T1"/>
                    </a:cxn>
                    <a:cxn ang="0">
                      <a:pos x="T2" y="T3"/>
                    </a:cxn>
                    <a:cxn ang="0">
                      <a:pos x="T4" y="T5"/>
                    </a:cxn>
                    <a:cxn ang="0">
                      <a:pos x="T6" y="T7"/>
                    </a:cxn>
                    <a:cxn ang="0">
                      <a:pos x="T8" y="T9"/>
                    </a:cxn>
                  </a:cxnLst>
                  <a:rect l="0" t="0" r="r" b="b"/>
                  <a:pathLst>
                    <a:path w="3419" h="1455">
                      <a:moveTo>
                        <a:pt x="0" y="398"/>
                      </a:moveTo>
                      <a:lnTo>
                        <a:pt x="1643" y="1455"/>
                      </a:lnTo>
                      <a:lnTo>
                        <a:pt x="3419" y="987"/>
                      </a:lnTo>
                      <a:lnTo>
                        <a:pt x="1787" y="0"/>
                      </a:lnTo>
                      <a:lnTo>
                        <a:pt x="0" y="398"/>
                      </a:lnTo>
                      <a:close/>
                    </a:path>
                  </a:pathLst>
                </a:custGeom>
                <a:solidFill>
                  <a:srgbClr val="F39C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sp>
        <p:nvSpPr>
          <p:cNvPr id="204" name="Freeform 12"/>
          <p:cNvSpPr>
            <a:spLocks/>
          </p:cNvSpPr>
          <p:nvPr/>
        </p:nvSpPr>
        <p:spPr bwMode="auto">
          <a:xfrm>
            <a:off x="1490241" y="1499024"/>
            <a:ext cx="1994630" cy="3777137"/>
          </a:xfrm>
          <a:custGeom>
            <a:avLst/>
            <a:gdLst>
              <a:gd name="T0" fmla="*/ 966 w 1077"/>
              <a:gd name="T1" fmla="*/ 315 h 1781"/>
              <a:gd name="T2" fmla="*/ 793 w 1077"/>
              <a:gd name="T3" fmla="*/ 486 h 1781"/>
              <a:gd name="T4" fmla="*/ 650 w 1077"/>
              <a:gd name="T5" fmla="*/ 297 h 1781"/>
              <a:gd name="T6" fmla="*/ 625 w 1077"/>
              <a:gd name="T7" fmla="*/ 266 h 1781"/>
              <a:gd name="T8" fmla="*/ 632 w 1077"/>
              <a:gd name="T9" fmla="*/ 236 h 1781"/>
              <a:gd name="T10" fmla="*/ 682 w 1077"/>
              <a:gd name="T11" fmla="*/ 187 h 1781"/>
              <a:gd name="T12" fmla="*/ 698 w 1077"/>
              <a:gd name="T13" fmla="*/ 150 h 1781"/>
              <a:gd name="T14" fmla="*/ 665 w 1077"/>
              <a:gd name="T15" fmla="*/ 82 h 1781"/>
              <a:gd name="T16" fmla="*/ 661 w 1077"/>
              <a:gd name="T17" fmla="*/ 50 h 1781"/>
              <a:gd name="T18" fmla="*/ 627 w 1077"/>
              <a:gd name="T19" fmla="*/ 24 h 1781"/>
              <a:gd name="T20" fmla="*/ 576 w 1077"/>
              <a:gd name="T21" fmla="*/ 3 h 1781"/>
              <a:gd name="T22" fmla="*/ 492 w 1077"/>
              <a:gd name="T23" fmla="*/ 48 h 1781"/>
              <a:gd name="T24" fmla="*/ 471 w 1077"/>
              <a:gd name="T25" fmla="*/ 119 h 1781"/>
              <a:gd name="T26" fmla="*/ 513 w 1077"/>
              <a:gd name="T27" fmla="*/ 199 h 1781"/>
              <a:gd name="T28" fmla="*/ 495 w 1077"/>
              <a:gd name="T29" fmla="*/ 223 h 1781"/>
              <a:gd name="T30" fmla="*/ 386 w 1077"/>
              <a:gd name="T31" fmla="*/ 230 h 1781"/>
              <a:gd name="T32" fmla="*/ 106 w 1077"/>
              <a:gd name="T33" fmla="*/ 313 h 1781"/>
              <a:gd name="T34" fmla="*/ 60 w 1077"/>
              <a:gd name="T35" fmla="*/ 630 h 1781"/>
              <a:gd name="T36" fmla="*/ 138 w 1077"/>
              <a:gd name="T37" fmla="*/ 599 h 1781"/>
              <a:gd name="T38" fmla="*/ 169 w 1077"/>
              <a:gd name="T39" fmla="*/ 527 h 1781"/>
              <a:gd name="T40" fmla="*/ 176 w 1077"/>
              <a:gd name="T41" fmla="*/ 406 h 1781"/>
              <a:gd name="T42" fmla="*/ 220 w 1077"/>
              <a:gd name="T43" fmla="*/ 373 h 1781"/>
              <a:gd name="T44" fmla="*/ 308 w 1077"/>
              <a:gd name="T45" fmla="*/ 360 h 1781"/>
              <a:gd name="T46" fmla="*/ 317 w 1077"/>
              <a:gd name="T47" fmla="*/ 358 h 1781"/>
              <a:gd name="T48" fmla="*/ 256 w 1077"/>
              <a:gd name="T49" fmla="*/ 760 h 1781"/>
              <a:gd name="T50" fmla="*/ 254 w 1077"/>
              <a:gd name="T51" fmla="*/ 794 h 1781"/>
              <a:gd name="T52" fmla="*/ 261 w 1077"/>
              <a:gd name="T53" fmla="*/ 896 h 1781"/>
              <a:gd name="T54" fmla="*/ 123 w 1077"/>
              <a:gd name="T55" fmla="*/ 1406 h 1781"/>
              <a:gd name="T56" fmla="*/ 47 w 1077"/>
              <a:gd name="T57" fmla="*/ 1578 h 1781"/>
              <a:gd name="T58" fmla="*/ 4 w 1077"/>
              <a:gd name="T59" fmla="*/ 1633 h 1781"/>
              <a:gd name="T60" fmla="*/ 56 w 1077"/>
              <a:gd name="T61" fmla="*/ 1688 h 1781"/>
              <a:gd name="T62" fmla="*/ 104 w 1077"/>
              <a:gd name="T63" fmla="*/ 1714 h 1781"/>
              <a:gd name="T64" fmla="*/ 122 w 1077"/>
              <a:gd name="T65" fmla="*/ 1741 h 1781"/>
              <a:gd name="T66" fmla="*/ 174 w 1077"/>
              <a:gd name="T67" fmla="*/ 1703 h 1781"/>
              <a:gd name="T68" fmla="*/ 161 w 1077"/>
              <a:gd name="T69" fmla="*/ 1636 h 1781"/>
              <a:gd name="T70" fmla="*/ 323 w 1077"/>
              <a:gd name="T71" fmla="*/ 1294 h 1781"/>
              <a:gd name="T72" fmla="*/ 385 w 1077"/>
              <a:gd name="T73" fmla="*/ 1152 h 1781"/>
              <a:gd name="T74" fmla="*/ 481 w 1077"/>
              <a:gd name="T75" fmla="*/ 943 h 1781"/>
              <a:gd name="T76" fmla="*/ 699 w 1077"/>
              <a:gd name="T77" fmla="*/ 879 h 1781"/>
              <a:gd name="T78" fmla="*/ 682 w 1077"/>
              <a:gd name="T79" fmla="*/ 976 h 1781"/>
              <a:gd name="T80" fmla="*/ 632 w 1077"/>
              <a:gd name="T81" fmla="*/ 1141 h 1781"/>
              <a:gd name="T82" fmla="*/ 618 w 1077"/>
              <a:gd name="T83" fmla="*/ 1225 h 1781"/>
              <a:gd name="T84" fmla="*/ 670 w 1077"/>
              <a:gd name="T85" fmla="*/ 1269 h 1781"/>
              <a:gd name="T86" fmla="*/ 795 w 1077"/>
              <a:gd name="T87" fmla="*/ 1285 h 1781"/>
              <a:gd name="T88" fmla="*/ 830 w 1077"/>
              <a:gd name="T89" fmla="*/ 1219 h 1781"/>
              <a:gd name="T90" fmla="*/ 746 w 1077"/>
              <a:gd name="T91" fmla="*/ 1165 h 1781"/>
              <a:gd name="T92" fmla="*/ 840 w 1077"/>
              <a:gd name="T93" fmla="*/ 864 h 1781"/>
              <a:gd name="T94" fmla="*/ 831 w 1077"/>
              <a:gd name="T95" fmla="*/ 762 h 1781"/>
              <a:gd name="T96" fmla="*/ 507 w 1077"/>
              <a:gd name="T97" fmla="*/ 757 h 1781"/>
              <a:gd name="T98" fmla="*/ 508 w 1077"/>
              <a:gd name="T99" fmla="*/ 758 h 1781"/>
              <a:gd name="T100" fmla="*/ 560 w 1077"/>
              <a:gd name="T101" fmla="*/ 658 h 1781"/>
              <a:gd name="T102" fmla="*/ 607 w 1077"/>
              <a:gd name="T103" fmla="*/ 511 h 1781"/>
              <a:gd name="T104" fmla="*/ 643 w 1077"/>
              <a:gd name="T105" fmla="*/ 449 h 1781"/>
              <a:gd name="T106" fmla="*/ 784 w 1077"/>
              <a:gd name="T107" fmla="*/ 596 h 1781"/>
              <a:gd name="T108" fmla="*/ 836 w 1077"/>
              <a:gd name="T109" fmla="*/ 566 h 1781"/>
              <a:gd name="T110" fmla="*/ 999 w 1077"/>
              <a:gd name="T111" fmla="*/ 402 h 1781"/>
              <a:gd name="T112" fmla="*/ 1042 w 1077"/>
              <a:gd name="T113" fmla="*/ 374 h 1781"/>
              <a:gd name="T114" fmla="*/ 1033 w 1077"/>
              <a:gd name="T115" fmla="*/ 280 h 1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7" h="1781">
                <a:moveTo>
                  <a:pt x="1033" y="280"/>
                </a:moveTo>
                <a:cubicBezTo>
                  <a:pt x="1018" y="287"/>
                  <a:pt x="970" y="303"/>
                  <a:pt x="966" y="315"/>
                </a:cubicBezTo>
                <a:cubicBezTo>
                  <a:pt x="962" y="326"/>
                  <a:pt x="967" y="350"/>
                  <a:pt x="951" y="359"/>
                </a:cubicBezTo>
                <a:cubicBezTo>
                  <a:pt x="936" y="368"/>
                  <a:pt x="803" y="466"/>
                  <a:pt x="793" y="486"/>
                </a:cubicBezTo>
                <a:cubicBezTo>
                  <a:pt x="793" y="486"/>
                  <a:pt x="745" y="390"/>
                  <a:pt x="717" y="375"/>
                </a:cubicBezTo>
                <a:cubicBezTo>
                  <a:pt x="717" y="375"/>
                  <a:pt x="708" y="301"/>
                  <a:pt x="650" y="297"/>
                </a:cubicBezTo>
                <a:cubicBezTo>
                  <a:pt x="629" y="296"/>
                  <a:pt x="617" y="294"/>
                  <a:pt x="609" y="291"/>
                </a:cubicBezTo>
                <a:cubicBezTo>
                  <a:pt x="625" y="266"/>
                  <a:pt x="625" y="266"/>
                  <a:pt x="625" y="266"/>
                </a:cubicBezTo>
                <a:cubicBezTo>
                  <a:pt x="609" y="266"/>
                  <a:pt x="609" y="266"/>
                  <a:pt x="609" y="266"/>
                </a:cubicBezTo>
                <a:cubicBezTo>
                  <a:pt x="617" y="253"/>
                  <a:pt x="628" y="236"/>
                  <a:pt x="632" y="236"/>
                </a:cubicBezTo>
                <a:cubicBezTo>
                  <a:pt x="637" y="235"/>
                  <a:pt x="674" y="230"/>
                  <a:pt x="679" y="228"/>
                </a:cubicBezTo>
                <a:cubicBezTo>
                  <a:pt x="683" y="225"/>
                  <a:pt x="687" y="201"/>
                  <a:pt x="682" y="187"/>
                </a:cubicBezTo>
                <a:cubicBezTo>
                  <a:pt x="677" y="173"/>
                  <a:pt x="687" y="159"/>
                  <a:pt x="687" y="159"/>
                </a:cubicBezTo>
                <a:cubicBezTo>
                  <a:pt x="698" y="150"/>
                  <a:pt x="698" y="150"/>
                  <a:pt x="698" y="150"/>
                </a:cubicBezTo>
                <a:cubicBezTo>
                  <a:pt x="698" y="150"/>
                  <a:pt x="684" y="128"/>
                  <a:pt x="676" y="117"/>
                </a:cubicBezTo>
                <a:cubicBezTo>
                  <a:pt x="667" y="106"/>
                  <a:pt x="669" y="92"/>
                  <a:pt x="665" y="82"/>
                </a:cubicBezTo>
                <a:cubicBezTo>
                  <a:pt x="661" y="72"/>
                  <a:pt x="672" y="65"/>
                  <a:pt x="672" y="65"/>
                </a:cubicBezTo>
                <a:cubicBezTo>
                  <a:pt x="672" y="65"/>
                  <a:pt x="668" y="55"/>
                  <a:pt x="661" y="50"/>
                </a:cubicBezTo>
                <a:cubicBezTo>
                  <a:pt x="653" y="46"/>
                  <a:pt x="666" y="44"/>
                  <a:pt x="649" y="36"/>
                </a:cubicBezTo>
                <a:cubicBezTo>
                  <a:pt x="632" y="28"/>
                  <a:pt x="641" y="32"/>
                  <a:pt x="627" y="24"/>
                </a:cubicBezTo>
                <a:cubicBezTo>
                  <a:pt x="612" y="16"/>
                  <a:pt x="634" y="21"/>
                  <a:pt x="612" y="16"/>
                </a:cubicBezTo>
                <a:cubicBezTo>
                  <a:pt x="591" y="11"/>
                  <a:pt x="579" y="3"/>
                  <a:pt x="576" y="3"/>
                </a:cubicBezTo>
                <a:cubicBezTo>
                  <a:pt x="573" y="3"/>
                  <a:pt x="582" y="6"/>
                  <a:pt x="573" y="3"/>
                </a:cubicBezTo>
                <a:cubicBezTo>
                  <a:pt x="563" y="0"/>
                  <a:pt x="498" y="33"/>
                  <a:pt x="492" y="48"/>
                </a:cubicBezTo>
                <a:cubicBezTo>
                  <a:pt x="485" y="64"/>
                  <a:pt x="475" y="83"/>
                  <a:pt x="475" y="83"/>
                </a:cubicBezTo>
                <a:cubicBezTo>
                  <a:pt x="475" y="83"/>
                  <a:pt x="469" y="104"/>
                  <a:pt x="471" y="119"/>
                </a:cubicBezTo>
                <a:cubicBezTo>
                  <a:pt x="474" y="134"/>
                  <a:pt x="484" y="147"/>
                  <a:pt x="488" y="152"/>
                </a:cubicBezTo>
                <a:cubicBezTo>
                  <a:pt x="491" y="156"/>
                  <a:pt x="508" y="184"/>
                  <a:pt x="513" y="199"/>
                </a:cubicBezTo>
                <a:cubicBezTo>
                  <a:pt x="517" y="212"/>
                  <a:pt x="521" y="228"/>
                  <a:pt x="506" y="235"/>
                </a:cubicBezTo>
                <a:cubicBezTo>
                  <a:pt x="495" y="223"/>
                  <a:pt x="495" y="223"/>
                  <a:pt x="495" y="223"/>
                </a:cubicBezTo>
                <a:cubicBezTo>
                  <a:pt x="476" y="237"/>
                  <a:pt x="476" y="237"/>
                  <a:pt x="476" y="237"/>
                </a:cubicBezTo>
                <a:cubicBezTo>
                  <a:pt x="454" y="233"/>
                  <a:pt x="427" y="222"/>
                  <a:pt x="386" y="230"/>
                </a:cubicBezTo>
                <a:cubicBezTo>
                  <a:pt x="333" y="241"/>
                  <a:pt x="313" y="257"/>
                  <a:pt x="281" y="265"/>
                </a:cubicBezTo>
                <a:cubicBezTo>
                  <a:pt x="249" y="272"/>
                  <a:pt x="128" y="293"/>
                  <a:pt x="106" y="313"/>
                </a:cubicBezTo>
                <a:cubicBezTo>
                  <a:pt x="84" y="332"/>
                  <a:pt x="76" y="418"/>
                  <a:pt x="82" y="553"/>
                </a:cubicBezTo>
                <a:cubicBezTo>
                  <a:pt x="82" y="553"/>
                  <a:pt x="62" y="616"/>
                  <a:pt x="60" y="630"/>
                </a:cubicBezTo>
                <a:cubicBezTo>
                  <a:pt x="59" y="644"/>
                  <a:pt x="67" y="703"/>
                  <a:pt x="139" y="690"/>
                </a:cubicBezTo>
                <a:cubicBezTo>
                  <a:pt x="203" y="679"/>
                  <a:pt x="151" y="622"/>
                  <a:pt x="138" y="599"/>
                </a:cubicBezTo>
                <a:cubicBezTo>
                  <a:pt x="146" y="594"/>
                  <a:pt x="154" y="590"/>
                  <a:pt x="154" y="590"/>
                </a:cubicBezTo>
                <a:cubicBezTo>
                  <a:pt x="154" y="590"/>
                  <a:pt x="168" y="554"/>
                  <a:pt x="169" y="527"/>
                </a:cubicBezTo>
                <a:cubicBezTo>
                  <a:pt x="169" y="510"/>
                  <a:pt x="174" y="454"/>
                  <a:pt x="176" y="409"/>
                </a:cubicBezTo>
                <a:cubicBezTo>
                  <a:pt x="176" y="408"/>
                  <a:pt x="176" y="407"/>
                  <a:pt x="176" y="406"/>
                </a:cubicBezTo>
                <a:cubicBezTo>
                  <a:pt x="178" y="394"/>
                  <a:pt x="179" y="384"/>
                  <a:pt x="180" y="378"/>
                </a:cubicBezTo>
                <a:cubicBezTo>
                  <a:pt x="190" y="376"/>
                  <a:pt x="204" y="375"/>
                  <a:pt x="220" y="373"/>
                </a:cubicBezTo>
                <a:cubicBezTo>
                  <a:pt x="224" y="373"/>
                  <a:pt x="229" y="373"/>
                  <a:pt x="234" y="372"/>
                </a:cubicBezTo>
                <a:cubicBezTo>
                  <a:pt x="265" y="370"/>
                  <a:pt x="294" y="364"/>
                  <a:pt x="308" y="360"/>
                </a:cubicBezTo>
                <a:cubicBezTo>
                  <a:pt x="308" y="360"/>
                  <a:pt x="308" y="360"/>
                  <a:pt x="308" y="360"/>
                </a:cubicBezTo>
                <a:cubicBezTo>
                  <a:pt x="311" y="360"/>
                  <a:pt x="314" y="359"/>
                  <a:pt x="317" y="358"/>
                </a:cubicBezTo>
                <a:cubicBezTo>
                  <a:pt x="317" y="360"/>
                  <a:pt x="319" y="371"/>
                  <a:pt x="322" y="385"/>
                </a:cubicBezTo>
                <a:cubicBezTo>
                  <a:pt x="310" y="466"/>
                  <a:pt x="270" y="740"/>
                  <a:pt x="256" y="760"/>
                </a:cubicBezTo>
                <a:cubicBezTo>
                  <a:pt x="240" y="784"/>
                  <a:pt x="232" y="799"/>
                  <a:pt x="232" y="799"/>
                </a:cubicBezTo>
                <a:cubicBezTo>
                  <a:pt x="232" y="799"/>
                  <a:pt x="242" y="797"/>
                  <a:pt x="254" y="794"/>
                </a:cubicBezTo>
                <a:cubicBezTo>
                  <a:pt x="250" y="811"/>
                  <a:pt x="249" y="832"/>
                  <a:pt x="252" y="861"/>
                </a:cubicBezTo>
                <a:cubicBezTo>
                  <a:pt x="252" y="861"/>
                  <a:pt x="254" y="876"/>
                  <a:pt x="261" y="896"/>
                </a:cubicBezTo>
                <a:cubicBezTo>
                  <a:pt x="247" y="979"/>
                  <a:pt x="227" y="1177"/>
                  <a:pt x="200" y="1256"/>
                </a:cubicBezTo>
                <a:cubicBezTo>
                  <a:pt x="174" y="1282"/>
                  <a:pt x="141" y="1326"/>
                  <a:pt x="123" y="1406"/>
                </a:cubicBezTo>
                <a:cubicBezTo>
                  <a:pt x="123" y="1406"/>
                  <a:pt x="123" y="1406"/>
                  <a:pt x="123" y="1406"/>
                </a:cubicBezTo>
                <a:cubicBezTo>
                  <a:pt x="86" y="1483"/>
                  <a:pt x="47" y="1577"/>
                  <a:pt x="47" y="1578"/>
                </a:cubicBezTo>
                <a:cubicBezTo>
                  <a:pt x="25" y="1596"/>
                  <a:pt x="10" y="1604"/>
                  <a:pt x="5" y="1627"/>
                </a:cubicBezTo>
                <a:cubicBezTo>
                  <a:pt x="4" y="1630"/>
                  <a:pt x="4" y="1631"/>
                  <a:pt x="4" y="1633"/>
                </a:cubicBezTo>
                <a:cubicBezTo>
                  <a:pt x="0" y="1665"/>
                  <a:pt x="0" y="1665"/>
                  <a:pt x="0" y="1665"/>
                </a:cubicBezTo>
                <a:cubicBezTo>
                  <a:pt x="0" y="1665"/>
                  <a:pt x="44" y="1698"/>
                  <a:pt x="56" y="1688"/>
                </a:cubicBezTo>
                <a:cubicBezTo>
                  <a:pt x="64" y="1682"/>
                  <a:pt x="74" y="1683"/>
                  <a:pt x="85" y="1692"/>
                </a:cubicBezTo>
                <a:cubicBezTo>
                  <a:pt x="91" y="1698"/>
                  <a:pt x="97" y="1705"/>
                  <a:pt x="104" y="1714"/>
                </a:cubicBezTo>
                <a:cubicBezTo>
                  <a:pt x="105" y="1715"/>
                  <a:pt x="105" y="1716"/>
                  <a:pt x="106" y="1717"/>
                </a:cubicBezTo>
                <a:cubicBezTo>
                  <a:pt x="111" y="1724"/>
                  <a:pt x="116" y="1731"/>
                  <a:pt x="122" y="1741"/>
                </a:cubicBezTo>
                <a:cubicBezTo>
                  <a:pt x="122" y="1741"/>
                  <a:pt x="153" y="1781"/>
                  <a:pt x="193" y="1765"/>
                </a:cubicBezTo>
                <a:cubicBezTo>
                  <a:pt x="193" y="1765"/>
                  <a:pt x="208" y="1732"/>
                  <a:pt x="174" y="1703"/>
                </a:cubicBezTo>
                <a:cubicBezTo>
                  <a:pt x="147" y="1680"/>
                  <a:pt x="145" y="1650"/>
                  <a:pt x="148" y="1630"/>
                </a:cubicBezTo>
                <a:cubicBezTo>
                  <a:pt x="161" y="1636"/>
                  <a:pt x="161" y="1636"/>
                  <a:pt x="161" y="1636"/>
                </a:cubicBezTo>
                <a:cubicBezTo>
                  <a:pt x="161" y="1636"/>
                  <a:pt x="161" y="1636"/>
                  <a:pt x="170" y="1587"/>
                </a:cubicBezTo>
                <a:cubicBezTo>
                  <a:pt x="179" y="1539"/>
                  <a:pt x="301" y="1314"/>
                  <a:pt x="323" y="1294"/>
                </a:cubicBezTo>
                <a:cubicBezTo>
                  <a:pt x="336" y="1282"/>
                  <a:pt x="352" y="1230"/>
                  <a:pt x="365" y="1185"/>
                </a:cubicBezTo>
                <a:cubicBezTo>
                  <a:pt x="372" y="1176"/>
                  <a:pt x="379" y="1165"/>
                  <a:pt x="385" y="1152"/>
                </a:cubicBezTo>
                <a:cubicBezTo>
                  <a:pt x="404" y="1111"/>
                  <a:pt x="437" y="960"/>
                  <a:pt x="437" y="960"/>
                </a:cubicBezTo>
                <a:cubicBezTo>
                  <a:pt x="437" y="960"/>
                  <a:pt x="470" y="949"/>
                  <a:pt x="481" y="943"/>
                </a:cubicBezTo>
                <a:cubicBezTo>
                  <a:pt x="492" y="938"/>
                  <a:pt x="508" y="937"/>
                  <a:pt x="573" y="923"/>
                </a:cubicBezTo>
                <a:cubicBezTo>
                  <a:pt x="637" y="908"/>
                  <a:pt x="699" y="879"/>
                  <a:pt x="699" y="879"/>
                </a:cubicBezTo>
                <a:cubicBezTo>
                  <a:pt x="699" y="879"/>
                  <a:pt x="679" y="928"/>
                  <a:pt x="681" y="965"/>
                </a:cubicBezTo>
                <a:cubicBezTo>
                  <a:pt x="681" y="969"/>
                  <a:pt x="682" y="972"/>
                  <a:pt x="682" y="976"/>
                </a:cubicBezTo>
                <a:cubicBezTo>
                  <a:pt x="673" y="1023"/>
                  <a:pt x="663" y="1072"/>
                  <a:pt x="657" y="1085"/>
                </a:cubicBezTo>
                <a:cubicBezTo>
                  <a:pt x="645" y="1110"/>
                  <a:pt x="632" y="1141"/>
                  <a:pt x="632" y="1141"/>
                </a:cubicBezTo>
                <a:cubicBezTo>
                  <a:pt x="632" y="1141"/>
                  <a:pt x="639" y="1142"/>
                  <a:pt x="649" y="1143"/>
                </a:cubicBezTo>
                <a:cubicBezTo>
                  <a:pt x="633" y="1177"/>
                  <a:pt x="615" y="1211"/>
                  <a:pt x="618" y="1225"/>
                </a:cubicBezTo>
                <a:cubicBezTo>
                  <a:pt x="614" y="1247"/>
                  <a:pt x="614" y="1247"/>
                  <a:pt x="614" y="1247"/>
                </a:cubicBezTo>
                <a:cubicBezTo>
                  <a:pt x="670" y="1269"/>
                  <a:pt x="670" y="1269"/>
                  <a:pt x="670" y="1269"/>
                </a:cubicBezTo>
                <a:cubicBezTo>
                  <a:pt x="670" y="1269"/>
                  <a:pt x="694" y="1263"/>
                  <a:pt x="728" y="1274"/>
                </a:cubicBezTo>
                <a:cubicBezTo>
                  <a:pt x="752" y="1285"/>
                  <a:pt x="777" y="1293"/>
                  <a:pt x="795" y="1285"/>
                </a:cubicBezTo>
                <a:cubicBezTo>
                  <a:pt x="825" y="1273"/>
                  <a:pt x="867" y="1244"/>
                  <a:pt x="867" y="1226"/>
                </a:cubicBezTo>
                <a:cubicBezTo>
                  <a:pt x="867" y="1208"/>
                  <a:pt x="855" y="1215"/>
                  <a:pt x="830" y="1219"/>
                </a:cubicBezTo>
                <a:cubicBezTo>
                  <a:pt x="806" y="1223"/>
                  <a:pt x="766" y="1195"/>
                  <a:pt x="753" y="1179"/>
                </a:cubicBezTo>
                <a:cubicBezTo>
                  <a:pt x="750" y="1176"/>
                  <a:pt x="748" y="1171"/>
                  <a:pt x="746" y="1165"/>
                </a:cubicBezTo>
                <a:cubicBezTo>
                  <a:pt x="753" y="1179"/>
                  <a:pt x="766" y="1180"/>
                  <a:pt x="766" y="1180"/>
                </a:cubicBezTo>
                <a:cubicBezTo>
                  <a:pt x="766" y="1180"/>
                  <a:pt x="817" y="952"/>
                  <a:pt x="840" y="864"/>
                </a:cubicBezTo>
                <a:cubicBezTo>
                  <a:pt x="840" y="864"/>
                  <a:pt x="840" y="864"/>
                  <a:pt x="840" y="864"/>
                </a:cubicBezTo>
                <a:cubicBezTo>
                  <a:pt x="856" y="847"/>
                  <a:pt x="886" y="780"/>
                  <a:pt x="831" y="762"/>
                </a:cubicBezTo>
                <a:cubicBezTo>
                  <a:pt x="777" y="744"/>
                  <a:pt x="577" y="746"/>
                  <a:pt x="521" y="760"/>
                </a:cubicBezTo>
                <a:cubicBezTo>
                  <a:pt x="514" y="762"/>
                  <a:pt x="510" y="761"/>
                  <a:pt x="507" y="757"/>
                </a:cubicBezTo>
                <a:cubicBezTo>
                  <a:pt x="508" y="757"/>
                  <a:pt x="508" y="757"/>
                  <a:pt x="508" y="757"/>
                </a:cubicBezTo>
                <a:cubicBezTo>
                  <a:pt x="508" y="758"/>
                  <a:pt x="508" y="758"/>
                  <a:pt x="508" y="758"/>
                </a:cubicBezTo>
                <a:cubicBezTo>
                  <a:pt x="536" y="738"/>
                  <a:pt x="536" y="738"/>
                  <a:pt x="536" y="738"/>
                </a:cubicBezTo>
                <a:cubicBezTo>
                  <a:pt x="536" y="738"/>
                  <a:pt x="543" y="691"/>
                  <a:pt x="560" y="658"/>
                </a:cubicBezTo>
                <a:cubicBezTo>
                  <a:pt x="576" y="625"/>
                  <a:pt x="599" y="520"/>
                  <a:pt x="607" y="511"/>
                </a:cubicBezTo>
                <a:cubicBezTo>
                  <a:pt x="607" y="511"/>
                  <a:pt x="607" y="511"/>
                  <a:pt x="607" y="511"/>
                </a:cubicBezTo>
                <a:cubicBezTo>
                  <a:pt x="611" y="506"/>
                  <a:pt x="615" y="500"/>
                  <a:pt x="620" y="491"/>
                </a:cubicBezTo>
                <a:cubicBezTo>
                  <a:pt x="634" y="465"/>
                  <a:pt x="643" y="449"/>
                  <a:pt x="643" y="449"/>
                </a:cubicBezTo>
                <a:cubicBezTo>
                  <a:pt x="643" y="449"/>
                  <a:pt x="695" y="520"/>
                  <a:pt x="715" y="529"/>
                </a:cubicBezTo>
                <a:cubicBezTo>
                  <a:pt x="734" y="537"/>
                  <a:pt x="767" y="599"/>
                  <a:pt x="784" y="596"/>
                </a:cubicBezTo>
                <a:cubicBezTo>
                  <a:pt x="795" y="594"/>
                  <a:pt x="812" y="585"/>
                  <a:pt x="836" y="566"/>
                </a:cubicBezTo>
                <a:cubicBezTo>
                  <a:pt x="836" y="566"/>
                  <a:pt x="836" y="566"/>
                  <a:pt x="836" y="566"/>
                </a:cubicBezTo>
                <a:cubicBezTo>
                  <a:pt x="872" y="554"/>
                  <a:pt x="1000" y="429"/>
                  <a:pt x="1013" y="425"/>
                </a:cubicBezTo>
                <a:cubicBezTo>
                  <a:pt x="1019" y="423"/>
                  <a:pt x="1010" y="412"/>
                  <a:pt x="999" y="402"/>
                </a:cubicBezTo>
                <a:cubicBezTo>
                  <a:pt x="1000" y="401"/>
                  <a:pt x="1000" y="401"/>
                  <a:pt x="1001" y="401"/>
                </a:cubicBezTo>
                <a:cubicBezTo>
                  <a:pt x="1016" y="396"/>
                  <a:pt x="1030" y="394"/>
                  <a:pt x="1042" y="374"/>
                </a:cubicBezTo>
                <a:cubicBezTo>
                  <a:pt x="1054" y="355"/>
                  <a:pt x="1077" y="306"/>
                  <a:pt x="1072" y="296"/>
                </a:cubicBezTo>
                <a:cubicBezTo>
                  <a:pt x="1067" y="287"/>
                  <a:pt x="1047" y="274"/>
                  <a:pt x="1033" y="280"/>
                </a:cubicBezTo>
                <a:close/>
              </a:path>
            </a:pathLst>
          </a:custGeom>
          <a:solidFill>
            <a:srgbClr val="2C3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7" name="Text Placeholder 6"/>
          <p:cNvSpPr txBox="1">
            <a:spLocks/>
          </p:cNvSpPr>
          <p:nvPr/>
        </p:nvSpPr>
        <p:spPr>
          <a:xfrm>
            <a:off x="5816275" y="2062086"/>
            <a:ext cx="6063049" cy="95383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857250" lvl="0" indent="-857250" algn="ctr" rtl="1" fontAlgn="auto">
              <a:spcAft>
                <a:spcPts val="0"/>
              </a:spcAft>
              <a:buFont typeface="+mj-lt"/>
              <a:buAutoNum type="romanUcPeriod" startAt="5"/>
            </a:pPr>
            <a:r>
              <a:rPr lang="ar-SA" sz="3200" b="1" u="sng" dirty="0">
                <a:solidFill>
                  <a:srgbClr val="0070C0"/>
                </a:solidFill>
              </a:rPr>
              <a:t> خصائص نمط التدريب والمران</a:t>
            </a:r>
            <a:endParaRPr lang="en-US" sz="3200" b="1" u="sng" dirty="0">
              <a:solidFill>
                <a:srgbClr val="0070C0"/>
              </a:solidFill>
              <a:latin typeface="Roboto"/>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9436602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74"/>
                                        </p:tgtEl>
                                        <p:attrNameLst>
                                          <p:attrName>style.visibility</p:attrName>
                                        </p:attrNameLst>
                                      </p:cBhvr>
                                      <p:to>
                                        <p:strVal val="visible"/>
                                      </p:to>
                                    </p:set>
                                    <p:animEffect transition="in" filter="fade">
                                      <p:cBhvr>
                                        <p:cTn id="7" dur="500"/>
                                        <p:tgtEl>
                                          <p:spTgt spid="17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04"/>
                                        </p:tgtEl>
                                        <p:attrNameLst>
                                          <p:attrName>style.visibility</p:attrName>
                                        </p:attrNameLst>
                                      </p:cBhvr>
                                      <p:to>
                                        <p:strVal val="visible"/>
                                      </p:to>
                                    </p:set>
                                    <p:animEffect transition="in" filter="fade">
                                      <p:cBhvr>
                                        <p:cTn id="11" dur="500"/>
                                        <p:tgtEl>
                                          <p:spTgt spid="20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7"/>
                                        </p:tgtEl>
                                        <p:attrNameLst>
                                          <p:attrName>style.visibility</p:attrName>
                                        </p:attrNameLst>
                                      </p:cBhvr>
                                      <p:to>
                                        <p:strVal val="visible"/>
                                      </p:to>
                                    </p:set>
                                    <p:animEffect transition="in" filter="fade">
                                      <p:cBhvr>
                                        <p:cTn id="15"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 grpId="0" animBg="1"/>
      <p:bldP spid="37"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p:cNvGrpSpPr/>
          <p:nvPr/>
        </p:nvGrpSpPr>
        <p:grpSpPr>
          <a:xfrm>
            <a:off x="4022852" y="2746821"/>
            <a:ext cx="1798116" cy="4111179"/>
            <a:chOff x="1984502" y="2746821"/>
            <a:chExt cx="1798116" cy="4111179"/>
          </a:xfrm>
          <a:effectLst>
            <a:outerShdw blurRad="50800" dist="38100" dir="2700000" algn="tl" rotWithShape="0">
              <a:prstClr val="black">
                <a:alpha val="40000"/>
              </a:prstClr>
            </a:outerShdw>
          </a:effectLst>
        </p:grpSpPr>
        <p:sp>
          <p:nvSpPr>
            <p:cNvPr id="19" name="Rectangle 18"/>
            <p:cNvSpPr/>
            <p:nvPr/>
          </p:nvSpPr>
          <p:spPr>
            <a:xfrm>
              <a:off x="2484417" y="3135086"/>
              <a:ext cx="798286" cy="372291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Freeform 24"/>
            <p:cNvSpPr/>
            <p:nvPr/>
          </p:nvSpPr>
          <p:spPr>
            <a:xfrm rot="18903448">
              <a:off x="1984502" y="2746821"/>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39" name="Group 38"/>
          <p:cNvGrpSpPr/>
          <p:nvPr/>
        </p:nvGrpSpPr>
        <p:grpSpPr>
          <a:xfrm>
            <a:off x="4821137" y="4296222"/>
            <a:ext cx="1798116" cy="2561778"/>
            <a:chOff x="2782787" y="4296222"/>
            <a:chExt cx="1798116" cy="2561778"/>
          </a:xfrm>
          <a:effectLst>
            <a:outerShdw blurRad="50800" dist="38100" dir="2700000" algn="tl" rotWithShape="0">
              <a:prstClr val="black">
                <a:alpha val="40000"/>
              </a:prstClr>
            </a:outerShdw>
          </a:effectLst>
        </p:grpSpPr>
        <p:sp>
          <p:nvSpPr>
            <p:cNvPr id="32" name="Rectangle 31"/>
            <p:cNvSpPr/>
            <p:nvPr/>
          </p:nvSpPr>
          <p:spPr>
            <a:xfrm>
              <a:off x="3282703" y="4584701"/>
              <a:ext cx="798286" cy="227329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Freeform 32"/>
            <p:cNvSpPr/>
            <p:nvPr/>
          </p:nvSpPr>
          <p:spPr>
            <a:xfrm rot="18903448">
              <a:off x="2782787" y="4296222"/>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38" name="Group 37"/>
          <p:cNvGrpSpPr/>
          <p:nvPr/>
        </p:nvGrpSpPr>
        <p:grpSpPr>
          <a:xfrm>
            <a:off x="5537949" y="2145740"/>
            <a:ext cx="1798116" cy="4726774"/>
            <a:chOff x="3564108" y="2131224"/>
            <a:chExt cx="1798116" cy="4726774"/>
          </a:xfrm>
          <a:effectLst>
            <a:outerShdw blurRad="50800" dist="38100" dir="2700000" algn="tl" rotWithShape="0">
              <a:prstClr val="black">
                <a:alpha val="40000"/>
              </a:prstClr>
            </a:outerShdw>
          </a:effectLst>
        </p:grpSpPr>
        <p:sp>
          <p:nvSpPr>
            <p:cNvPr id="34" name="Rectangle 33"/>
            <p:cNvSpPr/>
            <p:nvPr/>
          </p:nvSpPr>
          <p:spPr>
            <a:xfrm>
              <a:off x="4064023" y="2374087"/>
              <a:ext cx="798286" cy="448391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Freeform 34"/>
            <p:cNvSpPr/>
            <p:nvPr/>
          </p:nvSpPr>
          <p:spPr>
            <a:xfrm rot="18903448">
              <a:off x="3564108" y="2131224"/>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grpSp>
        <p:nvGrpSpPr>
          <p:cNvPr id="40" name="Group 39"/>
          <p:cNvGrpSpPr/>
          <p:nvPr/>
        </p:nvGrpSpPr>
        <p:grpSpPr>
          <a:xfrm>
            <a:off x="6336234" y="3376934"/>
            <a:ext cx="1798116" cy="3487144"/>
            <a:chOff x="4362393" y="3362418"/>
            <a:chExt cx="1798116" cy="3487144"/>
          </a:xfrm>
          <a:effectLst>
            <a:outerShdw blurRad="50800" dist="38100" dir="2700000" algn="tl" rotWithShape="0">
              <a:prstClr val="black">
                <a:alpha val="40000"/>
              </a:prstClr>
            </a:outerShdw>
          </a:effectLst>
        </p:grpSpPr>
        <p:sp>
          <p:nvSpPr>
            <p:cNvPr id="36" name="Rectangle 35"/>
            <p:cNvSpPr/>
            <p:nvPr/>
          </p:nvSpPr>
          <p:spPr>
            <a:xfrm>
              <a:off x="4862308" y="3770141"/>
              <a:ext cx="798286" cy="307942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7" name="Freeform 36"/>
            <p:cNvSpPr/>
            <p:nvPr/>
          </p:nvSpPr>
          <p:spPr>
            <a:xfrm rot="18903448">
              <a:off x="4362393" y="3362418"/>
              <a:ext cx="1798116" cy="1795852"/>
            </a:xfrm>
            <a:custGeom>
              <a:avLst/>
              <a:gdLst>
                <a:gd name="connsiteX0" fmla="*/ 1643939 w 1798116"/>
                <a:gd name="connsiteY0" fmla="*/ 97776 h 1795852"/>
                <a:gd name="connsiteX1" fmla="*/ 1668230 w 1798116"/>
                <a:gd name="connsiteY1" fmla="*/ 127217 h 1795852"/>
                <a:gd name="connsiteX2" fmla="*/ 1697712 w 1798116"/>
                <a:gd name="connsiteY2" fmla="*/ 151443 h 1795852"/>
                <a:gd name="connsiteX3" fmla="*/ 1795962 w 1798116"/>
                <a:gd name="connsiteY3" fmla="*/ 387299 h 1795852"/>
                <a:gd name="connsiteX4" fmla="*/ 1798116 w 1798116"/>
                <a:gd name="connsiteY4" fmla="*/ 1461354 h 1795852"/>
                <a:gd name="connsiteX5" fmla="*/ 1464958 w 1798116"/>
                <a:gd name="connsiteY5" fmla="*/ 1795852 h 1795852"/>
                <a:gd name="connsiteX6" fmla="*/ 1464959 w 1798116"/>
                <a:gd name="connsiteY6" fmla="*/ 1795852 h 1795852"/>
                <a:gd name="connsiteX7" fmla="*/ 1130461 w 1798116"/>
                <a:gd name="connsiteY7" fmla="*/ 1462693 h 1795852"/>
                <a:gd name="connsiteX8" fmla="*/ 1128865 w 1798116"/>
                <a:gd name="connsiteY8" fmla="*/ 667658 h 1795852"/>
                <a:gd name="connsiteX9" fmla="*/ 333829 w 1798116"/>
                <a:gd name="connsiteY9" fmla="*/ 667657 h 1795852"/>
                <a:gd name="connsiteX10" fmla="*/ 0 w 1798116"/>
                <a:gd name="connsiteY10" fmla="*/ 333828 h 1795852"/>
                <a:gd name="connsiteX11" fmla="*/ 0 w 1798116"/>
                <a:gd name="connsiteY11" fmla="*/ 333829 h 1795852"/>
                <a:gd name="connsiteX12" fmla="*/ 333829 w 1798116"/>
                <a:gd name="connsiteY12" fmla="*/ 0 h 1795852"/>
                <a:gd name="connsiteX13" fmla="*/ 1407886 w 1798116"/>
                <a:gd name="connsiteY13" fmla="*/ 0 h 1795852"/>
                <a:gd name="connsiteX14" fmla="*/ 1643939 w 1798116"/>
                <a:gd name="connsiteY14" fmla="*/ 97776 h 179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8116" h="1795852">
                  <a:moveTo>
                    <a:pt x="1643939" y="97776"/>
                  </a:moveTo>
                  <a:lnTo>
                    <a:pt x="1668230" y="127217"/>
                  </a:lnTo>
                  <a:lnTo>
                    <a:pt x="1697712" y="151443"/>
                  </a:lnTo>
                  <a:cubicBezTo>
                    <a:pt x="1758244" y="211733"/>
                    <a:pt x="1795776" y="295115"/>
                    <a:pt x="1795962" y="387299"/>
                  </a:cubicBezTo>
                  <a:lnTo>
                    <a:pt x="1798116" y="1461354"/>
                  </a:lnTo>
                  <a:cubicBezTo>
                    <a:pt x="1798486" y="1645723"/>
                    <a:pt x="1649326" y="1795483"/>
                    <a:pt x="1464958" y="1795852"/>
                  </a:cubicBezTo>
                  <a:lnTo>
                    <a:pt x="1464959" y="1795852"/>
                  </a:lnTo>
                  <a:cubicBezTo>
                    <a:pt x="1280590" y="1796222"/>
                    <a:pt x="1130830" y="1647062"/>
                    <a:pt x="1130461" y="1462693"/>
                  </a:cubicBezTo>
                  <a:lnTo>
                    <a:pt x="1128865" y="667658"/>
                  </a:lnTo>
                  <a:lnTo>
                    <a:pt x="333829" y="667657"/>
                  </a:lnTo>
                  <a:cubicBezTo>
                    <a:pt x="149460" y="667657"/>
                    <a:pt x="0" y="518197"/>
                    <a:pt x="0" y="333828"/>
                  </a:cubicBezTo>
                  <a:lnTo>
                    <a:pt x="0" y="333829"/>
                  </a:lnTo>
                  <a:cubicBezTo>
                    <a:pt x="0" y="149460"/>
                    <a:pt x="149460" y="0"/>
                    <a:pt x="333829" y="0"/>
                  </a:cubicBezTo>
                  <a:lnTo>
                    <a:pt x="1407886" y="0"/>
                  </a:lnTo>
                  <a:cubicBezTo>
                    <a:pt x="1500071" y="0"/>
                    <a:pt x="1583528" y="37365"/>
                    <a:pt x="1643939" y="97776"/>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
        <p:nvSpPr>
          <p:cNvPr id="20" name="TextBox 19"/>
          <p:cNvSpPr txBox="1"/>
          <p:nvPr/>
        </p:nvSpPr>
        <p:spPr>
          <a:xfrm>
            <a:off x="479425" y="2495671"/>
            <a:ext cx="3683438" cy="1292662"/>
          </a:xfrm>
          <a:prstGeom prst="rect">
            <a:avLst/>
          </a:prstGeom>
          <a:noFill/>
        </p:spPr>
        <p:txBody>
          <a:bodyPr wrap="square" lIns="0" tIns="0" rIns="0" bIns="0" rtlCol="0">
            <a:spAutoFit/>
          </a:bodyPr>
          <a:lstStyle/>
          <a:p>
            <a:pPr marL="514350" indent="-514350" algn="ctr" rtl="1" fontAlgn="auto">
              <a:spcBef>
                <a:spcPts val="0"/>
              </a:spcBef>
              <a:spcAft>
                <a:spcPts val="0"/>
              </a:spcAft>
              <a:buFont typeface="+mj-lt"/>
              <a:buAutoNum type="arabicPeriod"/>
            </a:pPr>
            <a:r>
              <a:rPr lang="ar-JO" sz="2800" b="1" dirty="0"/>
              <a:t>تحديد</a:t>
            </a:r>
            <a:r>
              <a:rPr lang="en-US" sz="2800" b="1" dirty="0"/>
              <a:t> </a:t>
            </a:r>
            <a:r>
              <a:rPr lang="ar-JO" sz="2800" b="1" dirty="0"/>
              <a:t>مستوى المتعلم, والتغذية الراجعة المناسبة له بعد انتهاء البرنامج</a:t>
            </a:r>
            <a:endParaRPr lang="en-AU" sz="2800" b="1" dirty="0">
              <a:solidFill>
                <a:prstClr val="black">
                  <a:lumMod val="50000"/>
                  <a:lumOff val="50000"/>
                </a:prstClr>
              </a:solidFill>
              <a:latin typeface="Roboto Lt"/>
            </a:endParaRPr>
          </a:p>
        </p:txBody>
      </p:sp>
      <p:sp>
        <p:nvSpPr>
          <p:cNvPr id="28" name="TextBox 27"/>
          <p:cNvSpPr txBox="1"/>
          <p:nvPr/>
        </p:nvSpPr>
        <p:spPr>
          <a:xfrm rot="16200000">
            <a:off x="6949933" y="5883269"/>
            <a:ext cx="2112993" cy="246221"/>
          </a:xfrm>
          <a:prstGeom prst="rect">
            <a:avLst/>
          </a:prstGeom>
          <a:noFill/>
        </p:spPr>
        <p:txBody>
          <a:bodyPr wrap="square" lIns="0" tIns="0" rIns="0" bIns="0" rtlCol="0">
            <a:spAutoFit/>
          </a:bodyPr>
          <a:lstStyle/>
          <a:p>
            <a:pPr algn="r" fontAlgn="auto">
              <a:spcBef>
                <a:spcPts val="0"/>
              </a:spcBef>
              <a:spcAft>
                <a:spcPts val="0"/>
              </a:spcAft>
            </a:pPr>
            <a:r>
              <a:rPr lang="id-ID" sz="1600" dirty="0">
                <a:solidFill>
                  <a:prstClr val="white"/>
                </a:solidFill>
                <a:latin typeface="Roboto"/>
                <a:cs typeface="Clear Sans" panose="020B0503030202020304" pitchFamily="34" charset="0"/>
              </a:rPr>
              <a:t>SUBTITLE HERE</a:t>
            </a:r>
          </a:p>
        </p:txBody>
      </p:sp>
      <p:sp>
        <p:nvSpPr>
          <p:cNvPr id="29" name="TextBox 28"/>
          <p:cNvSpPr txBox="1"/>
          <p:nvPr/>
        </p:nvSpPr>
        <p:spPr>
          <a:xfrm>
            <a:off x="257175" y="4890047"/>
            <a:ext cx="3909701" cy="1292662"/>
          </a:xfrm>
          <a:prstGeom prst="rect">
            <a:avLst/>
          </a:prstGeom>
          <a:noFill/>
        </p:spPr>
        <p:txBody>
          <a:bodyPr wrap="square" lIns="0" tIns="0" rIns="0" bIns="0" rtlCol="0">
            <a:spAutoFit/>
          </a:bodyPr>
          <a:lstStyle/>
          <a:p>
            <a:pPr marL="514350" indent="-514350" algn="ctr" rtl="1" fontAlgn="auto">
              <a:spcBef>
                <a:spcPts val="0"/>
              </a:spcBef>
              <a:spcAft>
                <a:spcPts val="0"/>
              </a:spcAft>
              <a:buFont typeface="+mj-lt"/>
              <a:buAutoNum type="arabicPeriod" startAt="2"/>
            </a:pPr>
            <a:r>
              <a:rPr lang="en-US" sz="2800" dirty="0"/>
              <a:t> </a:t>
            </a:r>
            <a:r>
              <a:rPr lang="ar-JO" sz="2800" b="1" dirty="0"/>
              <a:t>يقدم للمتعلم تدريبات عديدة على المهارات التي سبق له</a:t>
            </a:r>
            <a:r>
              <a:rPr lang="en-US" sz="2800" dirty="0"/>
              <a:t> </a:t>
            </a:r>
            <a:r>
              <a:rPr lang="ar-JO" sz="2800" b="1" dirty="0"/>
              <a:t>تعلمها دون ملل</a:t>
            </a:r>
            <a:endParaRPr lang="en-AU" sz="2800" dirty="0">
              <a:solidFill>
                <a:prstClr val="black">
                  <a:lumMod val="50000"/>
                  <a:lumOff val="50000"/>
                </a:prstClr>
              </a:solidFill>
              <a:latin typeface="Roboto Lt"/>
            </a:endParaRPr>
          </a:p>
        </p:txBody>
      </p:sp>
      <p:sp>
        <p:nvSpPr>
          <p:cNvPr id="30" name="TextBox 29"/>
          <p:cNvSpPr txBox="1"/>
          <p:nvPr/>
        </p:nvSpPr>
        <p:spPr>
          <a:xfrm>
            <a:off x="7456938" y="1685642"/>
            <a:ext cx="3814913" cy="1292662"/>
          </a:xfrm>
          <a:prstGeom prst="rect">
            <a:avLst/>
          </a:prstGeom>
          <a:noFill/>
        </p:spPr>
        <p:txBody>
          <a:bodyPr wrap="square" lIns="0" tIns="0" rIns="0" bIns="0" rtlCol="0">
            <a:spAutoFit/>
          </a:bodyPr>
          <a:lstStyle/>
          <a:p>
            <a:pPr marL="514350" lvl="0" indent="-514350" algn="ctr" rtl="1">
              <a:buFont typeface="+mj-lt"/>
              <a:buAutoNum type="arabicPeriod" startAt="3"/>
            </a:pPr>
            <a:r>
              <a:rPr lang="ar-JO" sz="2800" b="1" dirty="0"/>
              <a:t>يتم تعزيز استجابات المتعلم الإيجابية والسلبية فورًا فيتعرف</a:t>
            </a:r>
            <a:r>
              <a:rPr lang="en-US" sz="2800" dirty="0"/>
              <a:t> </a:t>
            </a:r>
            <a:r>
              <a:rPr lang="ar-JO" sz="2800" b="1" dirty="0"/>
              <a:t>على أخطائــه</a:t>
            </a:r>
            <a:endParaRPr lang="en-US" sz="2800" b="1" i="1" dirty="0"/>
          </a:p>
        </p:txBody>
      </p:sp>
      <p:sp>
        <p:nvSpPr>
          <p:cNvPr id="42" name="TextBox 41"/>
          <p:cNvSpPr txBox="1"/>
          <p:nvPr/>
        </p:nvSpPr>
        <p:spPr>
          <a:xfrm>
            <a:off x="8579184" y="3841745"/>
            <a:ext cx="3193716" cy="1292662"/>
          </a:xfrm>
          <a:prstGeom prst="rect">
            <a:avLst/>
          </a:prstGeom>
          <a:noFill/>
        </p:spPr>
        <p:txBody>
          <a:bodyPr wrap="square" lIns="0" tIns="0" rIns="0" bIns="0" rtlCol="0">
            <a:spAutoFit/>
          </a:bodyPr>
          <a:lstStyle/>
          <a:p>
            <a:pPr marL="514350" indent="-514350" algn="ctr" rtl="1" fontAlgn="auto">
              <a:spcBef>
                <a:spcPts val="0"/>
              </a:spcBef>
              <a:spcAft>
                <a:spcPts val="0"/>
              </a:spcAft>
              <a:buFont typeface="+mj-lt"/>
              <a:buAutoNum type="arabicPeriod" startAt="4"/>
            </a:pPr>
            <a:r>
              <a:rPr lang="ar-JO" sz="2800" b="1" dirty="0"/>
              <a:t>يعتبر كأنه معلم يهتم بكل متعلم بشكل خاص فيتعامل مع ما</a:t>
            </a:r>
            <a:r>
              <a:rPr lang="en-US" sz="2800" dirty="0"/>
              <a:t> </a:t>
            </a:r>
            <a:r>
              <a:rPr lang="ar-JO" sz="2800" b="1" dirty="0"/>
              <a:t>يناسبه</a:t>
            </a:r>
            <a:endParaRPr lang="en-AU" sz="2800" dirty="0">
              <a:solidFill>
                <a:prstClr val="black">
                  <a:lumMod val="50000"/>
                  <a:lumOff val="50000"/>
                </a:prstClr>
              </a:solidFill>
              <a:latin typeface="Roboto Lt"/>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2443997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wipe(down)">
                                      <p:cBhvr>
                                        <p:cTn id="11" dur="500"/>
                                        <p:tgtEl>
                                          <p:spTgt spid="20"/>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39"/>
                                        </p:tgtEl>
                                        <p:attrNameLst>
                                          <p:attrName>style.visibility</p:attrName>
                                        </p:attrNameLst>
                                      </p:cBhvr>
                                      <p:to>
                                        <p:strVal val="visible"/>
                                      </p:to>
                                    </p:set>
                                    <p:animEffect transition="in" filter="wipe(down)">
                                      <p:cBhvr>
                                        <p:cTn id="15" dur="500"/>
                                        <p:tgtEl>
                                          <p:spTgt spid="39"/>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wipe(down)">
                                      <p:cBhvr>
                                        <p:cTn id="19" dur="500"/>
                                        <p:tgtEl>
                                          <p:spTgt spid="29"/>
                                        </p:tgtEl>
                                      </p:cBhvr>
                                    </p:animEffect>
                                  </p:childTnLst>
                                </p:cTn>
                              </p:par>
                            </p:childTnLst>
                          </p:cTn>
                        </p:par>
                        <p:par>
                          <p:cTn id="20" fill="hold">
                            <p:stCondLst>
                              <p:cond delay="2000"/>
                            </p:stCondLst>
                            <p:childTnLst>
                              <p:par>
                                <p:cTn id="21" presetID="22" presetClass="entr" presetSubtype="4" fill="hold" nodeType="afterEffect">
                                  <p:stCondLst>
                                    <p:cond delay="0"/>
                                  </p:stCondLst>
                                  <p:childTnLst>
                                    <p:set>
                                      <p:cBhvr>
                                        <p:cTn id="22" dur="1" fill="hold">
                                          <p:stCondLst>
                                            <p:cond delay="0"/>
                                          </p:stCondLst>
                                        </p:cTn>
                                        <p:tgtEl>
                                          <p:spTgt spid="38"/>
                                        </p:tgtEl>
                                        <p:attrNameLst>
                                          <p:attrName>style.visibility</p:attrName>
                                        </p:attrNameLst>
                                      </p:cBhvr>
                                      <p:to>
                                        <p:strVal val="visible"/>
                                      </p:to>
                                    </p:set>
                                    <p:animEffect transition="in" filter="wipe(down)">
                                      <p:cBhvr>
                                        <p:cTn id="23" dur="500"/>
                                        <p:tgtEl>
                                          <p:spTgt spid="38"/>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wipe(down)">
                                      <p:cBhvr>
                                        <p:cTn id="27" dur="500"/>
                                        <p:tgtEl>
                                          <p:spTgt spid="30"/>
                                        </p:tgtEl>
                                      </p:cBhvr>
                                    </p:animEffect>
                                  </p:childTnLst>
                                </p:cTn>
                              </p:par>
                            </p:childTnLst>
                          </p:cTn>
                        </p:par>
                        <p:par>
                          <p:cTn id="28" fill="hold">
                            <p:stCondLst>
                              <p:cond delay="3000"/>
                            </p:stCondLst>
                            <p:childTnLst>
                              <p:par>
                                <p:cTn id="29" presetID="22" presetClass="entr" presetSubtype="4" fill="hold" nodeType="afterEffect">
                                  <p:stCondLst>
                                    <p:cond delay="0"/>
                                  </p:stCondLst>
                                  <p:childTnLst>
                                    <p:set>
                                      <p:cBhvr>
                                        <p:cTn id="30" dur="1" fill="hold">
                                          <p:stCondLst>
                                            <p:cond delay="0"/>
                                          </p:stCondLst>
                                        </p:cTn>
                                        <p:tgtEl>
                                          <p:spTgt spid="40"/>
                                        </p:tgtEl>
                                        <p:attrNameLst>
                                          <p:attrName>style.visibility</p:attrName>
                                        </p:attrNameLst>
                                      </p:cBhvr>
                                      <p:to>
                                        <p:strVal val="visible"/>
                                      </p:to>
                                    </p:set>
                                    <p:animEffect transition="in" filter="wipe(down)">
                                      <p:cBhvr>
                                        <p:cTn id="31" dur="500"/>
                                        <p:tgtEl>
                                          <p:spTgt spid="40"/>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42"/>
                                        </p:tgtEl>
                                        <p:attrNameLst>
                                          <p:attrName>style.visibility</p:attrName>
                                        </p:attrNameLst>
                                      </p:cBhvr>
                                      <p:to>
                                        <p:strVal val="visible"/>
                                      </p:to>
                                    </p:set>
                                    <p:animEffect transition="in" filter="wipe(down)">
                                      <p:cBhvr>
                                        <p:cTn id="35"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9" grpId="0"/>
      <p:bldP spid="30" grpId="0"/>
      <p:bldP spid="42"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 name="Group 173"/>
          <p:cNvGrpSpPr/>
          <p:nvPr/>
        </p:nvGrpSpPr>
        <p:grpSpPr>
          <a:xfrm>
            <a:off x="838200" y="2361534"/>
            <a:ext cx="5963027" cy="4074851"/>
            <a:chOff x="582425" y="2159094"/>
            <a:chExt cx="5963026" cy="4074850"/>
          </a:xfrm>
        </p:grpSpPr>
        <p:sp>
          <p:nvSpPr>
            <p:cNvPr id="175" name="Freeform 16"/>
            <p:cNvSpPr>
              <a:spLocks/>
            </p:cNvSpPr>
            <p:nvPr/>
          </p:nvSpPr>
          <p:spPr bwMode="auto">
            <a:xfrm>
              <a:off x="582425" y="4563957"/>
              <a:ext cx="3921089" cy="1669987"/>
            </a:xfrm>
            <a:custGeom>
              <a:avLst/>
              <a:gdLst>
                <a:gd name="T0" fmla="*/ 0 w 3421"/>
                <a:gd name="T1" fmla="*/ 398 h 1457"/>
                <a:gd name="T2" fmla="*/ 1644 w 3421"/>
                <a:gd name="T3" fmla="*/ 1457 h 1457"/>
                <a:gd name="T4" fmla="*/ 3421 w 3421"/>
                <a:gd name="T5" fmla="*/ 987 h 1457"/>
                <a:gd name="T6" fmla="*/ 1789 w 3421"/>
                <a:gd name="T7" fmla="*/ 0 h 1457"/>
                <a:gd name="T8" fmla="*/ 0 w 3421"/>
                <a:gd name="T9" fmla="*/ 398 h 1457"/>
              </a:gdLst>
              <a:ahLst/>
              <a:cxnLst>
                <a:cxn ang="0">
                  <a:pos x="T0" y="T1"/>
                </a:cxn>
                <a:cxn ang="0">
                  <a:pos x="T2" y="T3"/>
                </a:cxn>
                <a:cxn ang="0">
                  <a:pos x="T4" y="T5"/>
                </a:cxn>
                <a:cxn ang="0">
                  <a:pos x="T6" y="T7"/>
                </a:cxn>
                <a:cxn ang="0">
                  <a:pos x="T8" y="T9"/>
                </a:cxn>
              </a:cxnLst>
              <a:rect l="0" t="0" r="r" b="b"/>
              <a:pathLst>
                <a:path w="3421" h="1457">
                  <a:moveTo>
                    <a:pt x="0" y="398"/>
                  </a:moveTo>
                  <a:lnTo>
                    <a:pt x="1644" y="1457"/>
                  </a:lnTo>
                  <a:lnTo>
                    <a:pt x="3421" y="987"/>
                  </a:lnTo>
                  <a:lnTo>
                    <a:pt x="1789" y="0"/>
                  </a:lnTo>
                  <a:lnTo>
                    <a:pt x="0" y="398"/>
                  </a:lnTo>
                  <a:close/>
                </a:path>
              </a:pathLst>
            </a:custGeom>
            <a:solidFill>
              <a:srgbClr val="CFBEAF"/>
            </a:solidFill>
            <a:ln>
              <a:noFill/>
            </a:ln>
            <a:effectLst>
              <a:glow rad="939800">
                <a:sysClr val="window" lastClr="FFFFFF">
                  <a:lumMod val="85000"/>
                  <a:alpha val="52000"/>
                </a:sysClr>
              </a:glo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76" name="Group 175"/>
            <p:cNvGrpSpPr/>
            <p:nvPr/>
          </p:nvGrpSpPr>
          <p:grpSpPr>
            <a:xfrm>
              <a:off x="582425" y="4188009"/>
              <a:ext cx="3921089" cy="2045935"/>
              <a:chOff x="582425" y="4188009"/>
              <a:chExt cx="3921089" cy="2045935"/>
            </a:xfrm>
          </p:grpSpPr>
          <p:sp>
            <p:nvSpPr>
              <p:cNvPr id="201" name="Freeform 17"/>
              <p:cNvSpPr>
                <a:spLocks/>
              </p:cNvSpPr>
              <p:nvPr/>
            </p:nvSpPr>
            <p:spPr bwMode="auto">
              <a:xfrm>
                <a:off x="582425" y="4644189"/>
                <a:ext cx="1884323" cy="1589755"/>
              </a:xfrm>
              <a:custGeom>
                <a:avLst/>
                <a:gdLst>
                  <a:gd name="T0" fmla="*/ 0 w 1644"/>
                  <a:gd name="T1" fmla="*/ 0 h 1387"/>
                  <a:gd name="T2" fmla="*/ 0 w 1644"/>
                  <a:gd name="T3" fmla="*/ 328 h 1387"/>
                  <a:gd name="T4" fmla="*/ 1644 w 1644"/>
                  <a:gd name="T5" fmla="*/ 1387 h 1387"/>
                  <a:gd name="T6" fmla="*/ 1644 w 1644"/>
                  <a:gd name="T7" fmla="*/ 1057 h 1387"/>
                  <a:gd name="T8" fmla="*/ 0 w 1644"/>
                  <a:gd name="T9" fmla="*/ 0 h 1387"/>
                </a:gdLst>
                <a:ahLst/>
                <a:cxnLst>
                  <a:cxn ang="0">
                    <a:pos x="T0" y="T1"/>
                  </a:cxn>
                  <a:cxn ang="0">
                    <a:pos x="T2" y="T3"/>
                  </a:cxn>
                  <a:cxn ang="0">
                    <a:pos x="T4" y="T5"/>
                  </a:cxn>
                  <a:cxn ang="0">
                    <a:pos x="T6" y="T7"/>
                  </a:cxn>
                  <a:cxn ang="0">
                    <a:pos x="T8" y="T9"/>
                  </a:cxn>
                </a:cxnLst>
                <a:rect l="0" t="0" r="r" b="b"/>
                <a:pathLst>
                  <a:path w="1644" h="1387">
                    <a:moveTo>
                      <a:pt x="0" y="0"/>
                    </a:moveTo>
                    <a:lnTo>
                      <a:pt x="0" y="328"/>
                    </a:lnTo>
                    <a:lnTo>
                      <a:pt x="1644" y="1387"/>
                    </a:lnTo>
                    <a:lnTo>
                      <a:pt x="1644" y="1057"/>
                    </a:lnTo>
                    <a:lnTo>
                      <a:pt x="0" y="0"/>
                    </a:lnTo>
                    <a:close/>
                  </a:path>
                </a:pathLst>
              </a:custGeom>
              <a:solidFill>
                <a:srgbClr val="C0392B">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2" name="Freeform 18"/>
              <p:cNvSpPr>
                <a:spLocks/>
              </p:cNvSpPr>
              <p:nvPr/>
            </p:nvSpPr>
            <p:spPr bwMode="auto">
              <a:xfrm>
                <a:off x="2466748" y="5342214"/>
                <a:ext cx="1923294" cy="848175"/>
              </a:xfrm>
              <a:custGeom>
                <a:avLst/>
                <a:gdLst>
                  <a:gd name="T0" fmla="*/ 1678 w 1678"/>
                  <a:gd name="T1" fmla="*/ 287 h 740"/>
                  <a:gd name="T2" fmla="*/ 1678 w 1678"/>
                  <a:gd name="T3" fmla="*/ 0 h 740"/>
                  <a:gd name="T4" fmla="*/ 0 w 1678"/>
                  <a:gd name="T5" fmla="*/ 448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48"/>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3" name="Freeform 19"/>
              <p:cNvSpPr>
                <a:spLocks/>
              </p:cNvSpPr>
              <p:nvPr/>
            </p:nvSpPr>
            <p:spPr bwMode="auto">
              <a:xfrm>
                <a:off x="582425" y="4188009"/>
                <a:ext cx="3921089" cy="1667695"/>
              </a:xfrm>
              <a:custGeom>
                <a:avLst/>
                <a:gdLst>
                  <a:gd name="T0" fmla="*/ 0 w 3421"/>
                  <a:gd name="T1" fmla="*/ 398 h 1455"/>
                  <a:gd name="T2" fmla="*/ 1644 w 3421"/>
                  <a:gd name="T3" fmla="*/ 1455 h 1455"/>
                  <a:gd name="T4" fmla="*/ 3421 w 3421"/>
                  <a:gd name="T5" fmla="*/ 987 h 1455"/>
                  <a:gd name="T6" fmla="*/ 1789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7"/>
                    </a:lnTo>
                    <a:lnTo>
                      <a:pt x="1789" y="0"/>
                    </a:lnTo>
                    <a:lnTo>
                      <a:pt x="0" y="398"/>
                    </a:lnTo>
                    <a:close/>
                  </a:path>
                </a:pathLst>
              </a:custGeom>
              <a:solidFill>
                <a:srgbClr val="C039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177" name="Group 176"/>
            <p:cNvGrpSpPr/>
            <p:nvPr/>
          </p:nvGrpSpPr>
          <p:grpSpPr>
            <a:xfrm>
              <a:off x="1167737" y="3651022"/>
              <a:ext cx="3921089" cy="2043643"/>
              <a:chOff x="870117" y="3893440"/>
              <a:chExt cx="3921089" cy="2043643"/>
            </a:xfrm>
          </p:grpSpPr>
          <p:sp>
            <p:nvSpPr>
              <p:cNvPr id="196" name="Freeform 20"/>
              <p:cNvSpPr>
                <a:spLocks/>
              </p:cNvSpPr>
              <p:nvPr/>
            </p:nvSpPr>
            <p:spPr bwMode="auto">
              <a:xfrm>
                <a:off x="870117" y="4269388"/>
                <a:ext cx="3921089" cy="1667695"/>
              </a:xfrm>
              <a:custGeom>
                <a:avLst/>
                <a:gdLst>
                  <a:gd name="T0" fmla="*/ 0 w 3421"/>
                  <a:gd name="T1" fmla="*/ 398 h 1455"/>
                  <a:gd name="T2" fmla="*/ 1644 w 3421"/>
                  <a:gd name="T3" fmla="*/ 1455 h 1455"/>
                  <a:gd name="T4" fmla="*/ 3421 w 3421"/>
                  <a:gd name="T5" fmla="*/ 986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6"/>
                    </a:lnTo>
                    <a:lnTo>
                      <a:pt x="1788"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97" name="Group 196"/>
              <p:cNvGrpSpPr/>
              <p:nvPr/>
            </p:nvGrpSpPr>
            <p:grpSpPr>
              <a:xfrm>
                <a:off x="870117" y="3893440"/>
                <a:ext cx="3921089" cy="2043643"/>
                <a:chOff x="870117" y="3893440"/>
                <a:chExt cx="3921089" cy="2043643"/>
              </a:xfrm>
            </p:grpSpPr>
            <p:sp>
              <p:nvSpPr>
                <p:cNvPr id="198" name="Freeform 21"/>
                <p:cNvSpPr>
                  <a:spLocks/>
                </p:cNvSpPr>
                <p:nvPr/>
              </p:nvSpPr>
              <p:spPr bwMode="auto">
                <a:xfrm>
                  <a:off x="870117" y="4349621"/>
                  <a:ext cx="1884323" cy="1587462"/>
                </a:xfrm>
                <a:custGeom>
                  <a:avLst/>
                  <a:gdLst>
                    <a:gd name="T0" fmla="*/ 0 w 1644"/>
                    <a:gd name="T1" fmla="*/ 0 h 1385"/>
                    <a:gd name="T2" fmla="*/ 0 w 1644"/>
                    <a:gd name="T3" fmla="*/ 328 h 1385"/>
                    <a:gd name="T4" fmla="*/ 1644 w 1644"/>
                    <a:gd name="T5" fmla="*/ 1385 h 1385"/>
                    <a:gd name="T6" fmla="*/ 1644 w 1644"/>
                    <a:gd name="T7" fmla="*/ 1057 h 1385"/>
                    <a:gd name="T8" fmla="*/ 0 w 1644"/>
                    <a:gd name="T9" fmla="*/ 0 h 1385"/>
                  </a:gdLst>
                  <a:ahLst/>
                  <a:cxnLst>
                    <a:cxn ang="0">
                      <a:pos x="T0" y="T1"/>
                    </a:cxn>
                    <a:cxn ang="0">
                      <a:pos x="T2" y="T3"/>
                    </a:cxn>
                    <a:cxn ang="0">
                      <a:pos x="T4" y="T5"/>
                    </a:cxn>
                    <a:cxn ang="0">
                      <a:pos x="T6" y="T7"/>
                    </a:cxn>
                    <a:cxn ang="0">
                      <a:pos x="T8" y="T9"/>
                    </a:cxn>
                  </a:cxnLst>
                  <a:rect l="0" t="0" r="r" b="b"/>
                  <a:pathLst>
                    <a:path w="1644" h="1385">
                      <a:moveTo>
                        <a:pt x="0" y="0"/>
                      </a:moveTo>
                      <a:lnTo>
                        <a:pt x="0" y="328"/>
                      </a:lnTo>
                      <a:lnTo>
                        <a:pt x="1644" y="1385"/>
                      </a:lnTo>
                      <a:lnTo>
                        <a:pt x="1644" y="1057"/>
                      </a:lnTo>
                      <a:lnTo>
                        <a:pt x="0" y="0"/>
                      </a:lnTo>
                      <a:close/>
                    </a:path>
                  </a:pathLst>
                </a:custGeom>
                <a:solidFill>
                  <a:srgbClr val="4B2C50">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9" name="Freeform 22"/>
                <p:cNvSpPr>
                  <a:spLocks/>
                </p:cNvSpPr>
                <p:nvPr/>
              </p:nvSpPr>
              <p:spPr bwMode="auto">
                <a:xfrm>
                  <a:off x="2754440" y="5045353"/>
                  <a:ext cx="1922147" cy="848175"/>
                </a:xfrm>
                <a:custGeom>
                  <a:avLst/>
                  <a:gdLst>
                    <a:gd name="T0" fmla="*/ 1677 w 1677"/>
                    <a:gd name="T1" fmla="*/ 287 h 740"/>
                    <a:gd name="T2" fmla="*/ 1677 w 1677"/>
                    <a:gd name="T3" fmla="*/ 0 h 740"/>
                    <a:gd name="T4" fmla="*/ 0 w 1677"/>
                    <a:gd name="T5" fmla="*/ 450 h 740"/>
                    <a:gd name="T6" fmla="*/ 0 w 1677"/>
                    <a:gd name="T7" fmla="*/ 740 h 740"/>
                    <a:gd name="T8" fmla="*/ 1677 w 1677"/>
                    <a:gd name="T9" fmla="*/ 287 h 740"/>
                  </a:gdLst>
                  <a:ahLst/>
                  <a:cxnLst>
                    <a:cxn ang="0">
                      <a:pos x="T0" y="T1"/>
                    </a:cxn>
                    <a:cxn ang="0">
                      <a:pos x="T2" y="T3"/>
                    </a:cxn>
                    <a:cxn ang="0">
                      <a:pos x="T4" y="T5"/>
                    </a:cxn>
                    <a:cxn ang="0">
                      <a:pos x="T6" y="T7"/>
                    </a:cxn>
                    <a:cxn ang="0">
                      <a:pos x="T8" y="T9"/>
                    </a:cxn>
                  </a:cxnLst>
                  <a:rect l="0" t="0" r="r" b="b"/>
                  <a:pathLst>
                    <a:path w="1677" h="740">
                      <a:moveTo>
                        <a:pt x="1677" y="287"/>
                      </a:moveTo>
                      <a:lnTo>
                        <a:pt x="1677" y="0"/>
                      </a:lnTo>
                      <a:lnTo>
                        <a:pt x="0" y="450"/>
                      </a:lnTo>
                      <a:lnTo>
                        <a:pt x="0" y="740"/>
                      </a:lnTo>
                      <a:lnTo>
                        <a:pt x="1677"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0" name="Freeform 23"/>
                <p:cNvSpPr>
                  <a:spLocks/>
                </p:cNvSpPr>
                <p:nvPr/>
              </p:nvSpPr>
              <p:spPr bwMode="auto">
                <a:xfrm>
                  <a:off x="870117" y="3893440"/>
                  <a:ext cx="3921089" cy="1667695"/>
                </a:xfrm>
                <a:custGeom>
                  <a:avLst/>
                  <a:gdLst>
                    <a:gd name="T0" fmla="*/ 0 w 3421"/>
                    <a:gd name="T1" fmla="*/ 398 h 1455"/>
                    <a:gd name="T2" fmla="*/ 1644 w 3421"/>
                    <a:gd name="T3" fmla="*/ 1455 h 1455"/>
                    <a:gd name="T4" fmla="*/ 3421 w 3421"/>
                    <a:gd name="T5" fmla="*/ 985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5"/>
                      </a:lnTo>
                      <a:lnTo>
                        <a:pt x="1788" y="0"/>
                      </a:lnTo>
                      <a:lnTo>
                        <a:pt x="0" y="398"/>
                      </a:lnTo>
                      <a:close/>
                    </a:path>
                  </a:pathLst>
                </a:custGeom>
                <a:solidFill>
                  <a:srgbClr val="4B2C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78" name="Group 177"/>
            <p:cNvGrpSpPr/>
            <p:nvPr/>
          </p:nvGrpSpPr>
          <p:grpSpPr>
            <a:xfrm>
              <a:off x="1639410" y="3166362"/>
              <a:ext cx="3921089" cy="2043643"/>
              <a:chOff x="596179" y="3246993"/>
              <a:chExt cx="3921089" cy="2043643"/>
            </a:xfrm>
          </p:grpSpPr>
          <p:sp>
            <p:nvSpPr>
              <p:cNvPr id="191" name="Freeform 24"/>
              <p:cNvSpPr>
                <a:spLocks/>
              </p:cNvSpPr>
              <p:nvPr/>
            </p:nvSpPr>
            <p:spPr bwMode="auto">
              <a:xfrm>
                <a:off x="596179" y="3622941"/>
                <a:ext cx="3921089" cy="1667695"/>
              </a:xfrm>
              <a:custGeom>
                <a:avLst/>
                <a:gdLst>
                  <a:gd name="T0" fmla="*/ 0 w 3421"/>
                  <a:gd name="T1" fmla="*/ 398 h 1455"/>
                  <a:gd name="T2" fmla="*/ 1644 w 3421"/>
                  <a:gd name="T3" fmla="*/ 1455 h 1455"/>
                  <a:gd name="T4" fmla="*/ 3421 w 3421"/>
                  <a:gd name="T5" fmla="*/ 986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6"/>
                    </a:lnTo>
                    <a:lnTo>
                      <a:pt x="1788"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92" name="Group 191"/>
              <p:cNvGrpSpPr/>
              <p:nvPr/>
            </p:nvGrpSpPr>
            <p:grpSpPr>
              <a:xfrm>
                <a:off x="596179" y="3246993"/>
                <a:ext cx="3921089" cy="2043643"/>
                <a:chOff x="596179" y="3246993"/>
                <a:chExt cx="3921089" cy="2043643"/>
              </a:xfrm>
            </p:grpSpPr>
            <p:sp>
              <p:nvSpPr>
                <p:cNvPr id="193" name="Freeform 25"/>
                <p:cNvSpPr>
                  <a:spLocks/>
                </p:cNvSpPr>
                <p:nvPr/>
              </p:nvSpPr>
              <p:spPr bwMode="auto">
                <a:xfrm>
                  <a:off x="596179" y="3703174"/>
                  <a:ext cx="1884323" cy="1587462"/>
                </a:xfrm>
                <a:custGeom>
                  <a:avLst/>
                  <a:gdLst>
                    <a:gd name="T0" fmla="*/ 0 w 1644"/>
                    <a:gd name="T1" fmla="*/ 0 h 1385"/>
                    <a:gd name="T2" fmla="*/ 0 w 1644"/>
                    <a:gd name="T3" fmla="*/ 328 h 1385"/>
                    <a:gd name="T4" fmla="*/ 1644 w 1644"/>
                    <a:gd name="T5" fmla="*/ 1385 h 1385"/>
                    <a:gd name="T6" fmla="*/ 1644 w 1644"/>
                    <a:gd name="T7" fmla="*/ 1057 h 1385"/>
                    <a:gd name="T8" fmla="*/ 0 w 1644"/>
                    <a:gd name="T9" fmla="*/ 0 h 1385"/>
                  </a:gdLst>
                  <a:ahLst/>
                  <a:cxnLst>
                    <a:cxn ang="0">
                      <a:pos x="T0" y="T1"/>
                    </a:cxn>
                    <a:cxn ang="0">
                      <a:pos x="T2" y="T3"/>
                    </a:cxn>
                    <a:cxn ang="0">
                      <a:pos x="T4" y="T5"/>
                    </a:cxn>
                    <a:cxn ang="0">
                      <a:pos x="T6" y="T7"/>
                    </a:cxn>
                    <a:cxn ang="0">
                      <a:pos x="T8" y="T9"/>
                    </a:cxn>
                  </a:cxnLst>
                  <a:rect l="0" t="0" r="r" b="b"/>
                  <a:pathLst>
                    <a:path w="1644" h="1385">
                      <a:moveTo>
                        <a:pt x="0" y="0"/>
                      </a:moveTo>
                      <a:lnTo>
                        <a:pt x="0" y="328"/>
                      </a:lnTo>
                      <a:lnTo>
                        <a:pt x="1644" y="1385"/>
                      </a:lnTo>
                      <a:lnTo>
                        <a:pt x="1644" y="1057"/>
                      </a:lnTo>
                      <a:lnTo>
                        <a:pt x="0" y="0"/>
                      </a:lnTo>
                      <a:close/>
                    </a:path>
                  </a:pathLst>
                </a:custGeom>
                <a:solidFill>
                  <a:srgbClr val="16A085">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4" name="Freeform 26"/>
                <p:cNvSpPr>
                  <a:spLocks/>
                </p:cNvSpPr>
                <p:nvPr/>
              </p:nvSpPr>
              <p:spPr bwMode="auto">
                <a:xfrm>
                  <a:off x="2480503" y="4398906"/>
                  <a:ext cx="1922147" cy="848175"/>
                </a:xfrm>
                <a:custGeom>
                  <a:avLst/>
                  <a:gdLst>
                    <a:gd name="T0" fmla="*/ 1677 w 1677"/>
                    <a:gd name="T1" fmla="*/ 287 h 740"/>
                    <a:gd name="T2" fmla="*/ 1677 w 1677"/>
                    <a:gd name="T3" fmla="*/ 0 h 740"/>
                    <a:gd name="T4" fmla="*/ 0 w 1677"/>
                    <a:gd name="T5" fmla="*/ 450 h 740"/>
                    <a:gd name="T6" fmla="*/ 0 w 1677"/>
                    <a:gd name="T7" fmla="*/ 740 h 740"/>
                    <a:gd name="T8" fmla="*/ 1677 w 1677"/>
                    <a:gd name="T9" fmla="*/ 287 h 740"/>
                  </a:gdLst>
                  <a:ahLst/>
                  <a:cxnLst>
                    <a:cxn ang="0">
                      <a:pos x="T0" y="T1"/>
                    </a:cxn>
                    <a:cxn ang="0">
                      <a:pos x="T2" y="T3"/>
                    </a:cxn>
                    <a:cxn ang="0">
                      <a:pos x="T4" y="T5"/>
                    </a:cxn>
                    <a:cxn ang="0">
                      <a:pos x="T6" y="T7"/>
                    </a:cxn>
                    <a:cxn ang="0">
                      <a:pos x="T8" y="T9"/>
                    </a:cxn>
                  </a:cxnLst>
                  <a:rect l="0" t="0" r="r" b="b"/>
                  <a:pathLst>
                    <a:path w="1677" h="740">
                      <a:moveTo>
                        <a:pt x="1677" y="287"/>
                      </a:moveTo>
                      <a:lnTo>
                        <a:pt x="1677" y="0"/>
                      </a:lnTo>
                      <a:lnTo>
                        <a:pt x="0" y="450"/>
                      </a:lnTo>
                      <a:lnTo>
                        <a:pt x="0" y="740"/>
                      </a:lnTo>
                      <a:lnTo>
                        <a:pt x="1677"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5" name="Freeform 27"/>
                <p:cNvSpPr>
                  <a:spLocks/>
                </p:cNvSpPr>
                <p:nvPr/>
              </p:nvSpPr>
              <p:spPr bwMode="auto">
                <a:xfrm>
                  <a:off x="596179" y="3246993"/>
                  <a:ext cx="3921089" cy="1667695"/>
                </a:xfrm>
                <a:custGeom>
                  <a:avLst/>
                  <a:gdLst>
                    <a:gd name="T0" fmla="*/ 0 w 3421"/>
                    <a:gd name="T1" fmla="*/ 398 h 1455"/>
                    <a:gd name="T2" fmla="*/ 1644 w 3421"/>
                    <a:gd name="T3" fmla="*/ 1455 h 1455"/>
                    <a:gd name="T4" fmla="*/ 3421 w 3421"/>
                    <a:gd name="T5" fmla="*/ 985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5"/>
                      </a:lnTo>
                      <a:lnTo>
                        <a:pt x="1788" y="0"/>
                      </a:lnTo>
                      <a:lnTo>
                        <a:pt x="0" y="398"/>
                      </a:lnTo>
                      <a:close/>
                    </a:path>
                  </a:pathLst>
                </a:custGeom>
                <a:solidFill>
                  <a:srgbClr val="16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79" name="Group 178"/>
            <p:cNvGrpSpPr/>
            <p:nvPr/>
          </p:nvGrpSpPr>
          <p:grpSpPr>
            <a:xfrm>
              <a:off x="2117163" y="2636564"/>
              <a:ext cx="3921089" cy="2045935"/>
              <a:chOff x="827708" y="2824052"/>
              <a:chExt cx="3921089" cy="2045935"/>
            </a:xfrm>
          </p:grpSpPr>
          <p:sp>
            <p:nvSpPr>
              <p:cNvPr id="186" name="Freeform 28"/>
              <p:cNvSpPr>
                <a:spLocks/>
              </p:cNvSpPr>
              <p:nvPr/>
            </p:nvSpPr>
            <p:spPr bwMode="auto">
              <a:xfrm>
                <a:off x="827708" y="3201146"/>
                <a:ext cx="3921089" cy="1668841"/>
              </a:xfrm>
              <a:custGeom>
                <a:avLst/>
                <a:gdLst>
                  <a:gd name="T0" fmla="*/ 0 w 3421"/>
                  <a:gd name="T1" fmla="*/ 398 h 1456"/>
                  <a:gd name="T2" fmla="*/ 1644 w 3421"/>
                  <a:gd name="T3" fmla="*/ 1456 h 1456"/>
                  <a:gd name="T4" fmla="*/ 3421 w 3421"/>
                  <a:gd name="T5" fmla="*/ 987 h 1456"/>
                  <a:gd name="T6" fmla="*/ 1789 w 3421"/>
                  <a:gd name="T7" fmla="*/ 0 h 1456"/>
                  <a:gd name="T8" fmla="*/ 0 w 3421"/>
                  <a:gd name="T9" fmla="*/ 398 h 1456"/>
                </a:gdLst>
                <a:ahLst/>
                <a:cxnLst>
                  <a:cxn ang="0">
                    <a:pos x="T0" y="T1"/>
                  </a:cxn>
                  <a:cxn ang="0">
                    <a:pos x="T2" y="T3"/>
                  </a:cxn>
                  <a:cxn ang="0">
                    <a:pos x="T4" y="T5"/>
                  </a:cxn>
                  <a:cxn ang="0">
                    <a:pos x="T6" y="T7"/>
                  </a:cxn>
                  <a:cxn ang="0">
                    <a:pos x="T8" y="T9"/>
                  </a:cxn>
                </a:cxnLst>
                <a:rect l="0" t="0" r="r" b="b"/>
                <a:pathLst>
                  <a:path w="3421" h="1456">
                    <a:moveTo>
                      <a:pt x="0" y="398"/>
                    </a:moveTo>
                    <a:lnTo>
                      <a:pt x="1644" y="1456"/>
                    </a:lnTo>
                    <a:lnTo>
                      <a:pt x="3421" y="987"/>
                    </a:lnTo>
                    <a:lnTo>
                      <a:pt x="1789"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87" name="Group 186"/>
              <p:cNvGrpSpPr/>
              <p:nvPr/>
            </p:nvGrpSpPr>
            <p:grpSpPr>
              <a:xfrm>
                <a:off x="827708" y="2824052"/>
                <a:ext cx="3921089" cy="2045935"/>
                <a:chOff x="827708" y="2824052"/>
                <a:chExt cx="3921089" cy="2045935"/>
              </a:xfrm>
            </p:grpSpPr>
            <p:sp>
              <p:nvSpPr>
                <p:cNvPr id="188" name="Freeform 29"/>
                <p:cNvSpPr>
                  <a:spLocks/>
                </p:cNvSpPr>
                <p:nvPr/>
              </p:nvSpPr>
              <p:spPr bwMode="auto">
                <a:xfrm>
                  <a:off x="827708" y="3281379"/>
                  <a:ext cx="1884323" cy="1588608"/>
                </a:xfrm>
                <a:custGeom>
                  <a:avLst/>
                  <a:gdLst>
                    <a:gd name="T0" fmla="*/ 0 w 1644"/>
                    <a:gd name="T1" fmla="*/ 0 h 1386"/>
                    <a:gd name="T2" fmla="*/ 0 w 1644"/>
                    <a:gd name="T3" fmla="*/ 328 h 1386"/>
                    <a:gd name="T4" fmla="*/ 1644 w 1644"/>
                    <a:gd name="T5" fmla="*/ 1386 h 1386"/>
                    <a:gd name="T6" fmla="*/ 1644 w 1644"/>
                    <a:gd name="T7" fmla="*/ 1056 h 1386"/>
                    <a:gd name="T8" fmla="*/ 0 w 1644"/>
                    <a:gd name="T9" fmla="*/ 0 h 1386"/>
                  </a:gdLst>
                  <a:ahLst/>
                  <a:cxnLst>
                    <a:cxn ang="0">
                      <a:pos x="T0" y="T1"/>
                    </a:cxn>
                    <a:cxn ang="0">
                      <a:pos x="T2" y="T3"/>
                    </a:cxn>
                    <a:cxn ang="0">
                      <a:pos x="T4" y="T5"/>
                    </a:cxn>
                    <a:cxn ang="0">
                      <a:pos x="T6" y="T7"/>
                    </a:cxn>
                    <a:cxn ang="0">
                      <a:pos x="T8" y="T9"/>
                    </a:cxn>
                  </a:cxnLst>
                  <a:rect l="0" t="0" r="r" b="b"/>
                  <a:pathLst>
                    <a:path w="1644" h="1386">
                      <a:moveTo>
                        <a:pt x="0" y="0"/>
                      </a:moveTo>
                      <a:lnTo>
                        <a:pt x="0" y="328"/>
                      </a:lnTo>
                      <a:lnTo>
                        <a:pt x="1644" y="1386"/>
                      </a:lnTo>
                      <a:lnTo>
                        <a:pt x="1644" y="1056"/>
                      </a:lnTo>
                      <a:lnTo>
                        <a:pt x="0" y="0"/>
                      </a:lnTo>
                      <a:close/>
                    </a:path>
                  </a:pathLst>
                </a:custGeom>
                <a:solidFill>
                  <a:srgbClr val="2980B9">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9" name="Freeform 30"/>
                <p:cNvSpPr>
                  <a:spLocks/>
                </p:cNvSpPr>
                <p:nvPr/>
              </p:nvSpPr>
              <p:spPr bwMode="auto">
                <a:xfrm>
                  <a:off x="2712031" y="3978258"/>
                  <a:ext cx="1923294" cy="848175"/>
                </a:xfrm>
                <a:custGeom>
                  <a:avLst/>
                  <a:gdLst>
                    <a:gd name="T0" fmla="*/ 1678 w 1678"/>
                    <a:gd name="T1" fmla="*/ 287 h 740"/>
                    <a:gd name="T2" fmla="*/ 1678 w 1678"/>
                    <a:gd name="T3" fmla="*/ 0 h 740"/>
                    <a:gd name="T4" fmla="*/ 0 w 1678"/>
                    <a:gd name="T5" fmla="*/ 448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48"/>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0" name="Freeform 31"/>
                <p:cNvSpPr>
                  <a:spLocks/>
                </p:cNvSpPr>
                <p:nvPr/>
              </p:nvSpPr>
              <p:spPr bwMode="auto">
                <a:xfrm>
                  <a:off x="827708" y="2824052"/>
                  <a:ext cx="3921089" cy="1667695"/>
                </a:xfrm>
                <a:custGeom>
                  <a:avLst/>
                  <a:gdLst>
                    <a:gd name="T0" fmla="*/ 0 w 3421"/>
                    <a:gd name="T1" fmla="*/ 399 h 1455"/>
                    <a:gd name="T2" fmla="*/ 1644 w 3421"/>
                    <a:gd name="T3" fmla="*/ 1455 h 1455"/>
                    <a:gd name="T4" fmla="*/ 3421 w 3421"/>
                    <a:gd name="T5" fmla="*/ 987 h 1455"/>
                    <a:gd name="T6" fmla="*/ 1789 w 3421"/>
                    <a:gd name="T7" fmla="*/ 0 h 1455"/>
                    <a:gd name="T8" fmla="*/ 0 w 3421"/>
                    <a:gd name="T9" fmla="*/ 399 h 1455"/>
                  </a:gdLst>
                  <a:ahLst/>
                  <a:cxnLst>
                    <a:cxn ang="0">
                      <a:pos x="T0" y="T1"/>
                    </a:cxn>
                    <a:cxn ang="0">
                      <a:pos x="T2" y="T3"/>
                    </a:cxn>
                    <a:cxn ang="0">
                      <a:pos x="T4" y="T5"/>
                    </a:cxn>
                    <a:cxn ang="0">
                      <a:pos x="T6" y="T7"/>
                    </a:cxn>
                    <a:cxn ang="0">
                      <a:pos x="T8" y="T9"/>
                    </a:cxn>
                  </a:cxnLst>
                  <a:rect l="0" t="0" r="r" b="b"/>
                  <a:pathLst>
                    <a:path w="3421" h="1455">
                      <a:moveTo>
                        <a:pt x="0" y="399"/>
                      </a:moveTo>
                      <a:lnTo>
                        <a:pt x="1644" y="1455"/>
                      </a:lnTo>
                      <a:lnTo>
                        <a:pt x="3421" y="987"/>
                      </a:lnTo>
                      <a:lnTo>
                        <a:pt x="1789" y="0"/>
                      </a:lnTo>
                      <a:lnTo>
                        <a:pt x="0" y="399"/>
                      </a:lnTo>
                      <a:close/>
                    </a:path>
                  </a:pathLst>
                </a:custGeom>
                <a:solidFill>
                  <a:srgbClr val="2980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80" name="Group 179"/>
            <p:cNvGrpSpPr/>
            <p:nvPr/>
          </p:nvGrpSpPr>
          <p:grpSpPr>
            <a:xfrm>
              <a:off x="2626654" y="2159094"/>
              <a:ext cx="3918797" cy="2043643"/>
              <a:chOff x="1101645" y="2520314"/>
              <a:chExt cx="3918797" cy="2043643"/>
            </a:xfrm>
          </p:grpSpPr>
          <p:sp>
            <p:nvSpPr>
              <p:cNvPr id="181" name="Freeform 32"/>
              <p:cNvSpPr>
                <a:spLocks/>
              </p:cNvSpPr>
              <p:nvPr/>
            </p:nvSpPr>
            <p:spPr bwMode="auto">
              <a:xfrm>
                <a:off x="1101645" y="2896262"/>
                <a:ext cx="3918797" cy="1667695"/>
              </a:xfrm>
              <a:custGeom>
                <a:avLst/>
                <a:gdLst>
                  <a:gd name="T0" fmla="*/ 0 w 3419"/>
                  <a:gd name="T1" fmla="*/ 399 h 1455"/>
                  <a:gd name="T2" fmla="*/ 1643 w 3419"/>
                  <a:gd name="T3" fmla="*/ 1455 h 1455"/>
                  <a:gd name="T4" fmla="*/ 3419 w 3419"/>
                  <a:gd name="T5" fmla="*/ 988 h 1455"/>
                  <a:gd name="T6" fmla="*/ 1787 w 3419"/>
                  <a:gd name="T7" fmla="*/ 0 h 1455"/>
                  <a:gd name="T8" fmla="*/ 0 w 3419"/>
                  <a:gd name="T9" fmla="*/ 399 h 1455"/>
                </a:gdLst>
                <a:ahLst/>
                <a:cxnLst>
                  <a:cxn ang="0">
                    <a:pos x="T0" y="T1"/>
                  </a:cxn>
                  <a:cxn ang="0">
                    <a:pos x="T2" y="T3"/>
                  </a:cxn>
                  <a:cxn ang="0">
                    <a:pos x="T4" y="T5"/>
                  </a:cxn>
                  <a:cxn ang="0">
                    <a:pos x="T6" y="T7"/>
                  </a:cxn>
                  <a:cxn ang="0">
                    <a:pos x="T8" y="T9"/>
                  </a:cxn>
                </a:cxnLst>
                <a:rect l="0" t="0" r="r" b="b"/>
                <a:pathLst>
                  <a:path w="3419" h="1455">
                    <a:moveTo>
                      <a:pt x="0" y="399"/>
                    </a:moveTo>
                    <a:lnTo>
                      <a:pt x="1643" y="1455"/>
                    </a:lnTo>
                    <a:lnTo>
                      <a:pt x="3419" y="988"/>
                    </a:lnTo>
                    <a:lnTo>
                      <a:pt x="1787" y="0"/>
                    </a:lnTo>
                    <a:lnTo>
                      <a:pt x="0" y="399"/>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82" name="Group 181"/>
              <p:cNvGrpSpPr/>
              <p:nvPr/>
            </p:nvGrpSpPr>
            <p:grpSpPr>
              <a:xfrm>
                <a:off x="1101645" y="2520314"/>
                <a:ext cx="3918797" cy="2043642"/>
                <a:chOff x="1101645" y="2520314"/>
                <a:chExt cx="3918797" cy="2043642"/>
              </a:xfrm>
            </p:grpSpPr>
            <p:sp>
              <p:nvSpPr>
                <p:cNvPr id="183" name="Freeform 33"/>
                <p:cNvSpPr>
                  <a:spLocks/>
                </p:cNvSpPr>
                <p:nvPr/>
              </p:nvSpPr>
              <p:spPr bwMode="auto">
                <a:xfrm>
                  <a:off x="1101645" y="2976494"/>
                  <a:ext cx="1883177" cy="1587462"/>
                </a:xfrm>
                <a:custGeom>
                  <a:avLst/>
                  <a:gdLst>
                    <a:gd name="T0" fmla="*/ 0 w 1643"/>
                    <a:gd name="T1" fmla="*/ 0 h 1385"/>
                    <a:gd name="T2" fmla="*/ 0 w 1643"/>
                    <a:gd name="T3" fmla="*/ 329 h 1385"/>
                    <a:gd name="T4" fmla="*/ 1643 w 1643"/>
                    <a:gd name="T5" fmla="*/ 1385 h 1385"/>
                    <a:gd name="T6" fmla="*/ 1643 w 1643"/>
                    <a:gd name="T7" fmla="*/ 1057 h 1385"/>
                    <a:gd name="T8" fmla="*/ 0 w 1643"/>
                    <a:gd name="T9" fmla="*/ 0 h 1385"/>
                  </a:gdLst>
                  <a:ahLst/>
                  <a:cxnLst>
                    <a:cxn ang="0">
                      <a:pos x="T0" y="T1"/>
                    </a:cxn>
                    <a:cxn ang="0">
                      <a:pos x="T2" y="T3"/>
                    </a:cxn>
                    <a:cxn ang="0">
                      <a:pos x="T4" y="T5"/>
                    </a:cxn>
                    <a:cxn ang="0">
                      <a:pos x="T6" y="T7"/>
                    </a:cxn>
                    <a:cxn ang="0">
                      <a:pos x="T8" y="T9"/>
                    </a:cxn>
                  </a:cxnLst>
                  <a:rect l="0" t="0" r="r" b="b"/>
                  <a:pathLst>
                    <a:path w="1643" h="1385">
                      <a:moveTo>
                        <a:pt x="0" y="0"/>
                      </a:moveTo>
                      <a:lnTo>
                        <a:pt x="0" y="329"/>
                      </a:lnTo>
                      <a:lnTo>
                        <a:pt x="1643" y="1385"/>
                      </a:lnTo>
                      <a:lnTo>
                        <a:pt x="1643" y="1057"/>
                      </a:lnTo>
                      <a:lnTo>
                        <a:pt x="0" y="0"/>
                      </a:lnTo>
                      <a:close/>
                    </a:path>
                  </a:pathLst>
                </a:custGeom>
                <a:solidFill>
                  <a:srgbClr val="F39C12">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4" name="Freeform 34"/>
                <p:cNvSpPr>
                  <a:spLocks/>
                </p:cNvSpPr>
                <p:nvPr/>
              </p:nvSpPr>
              <p:spPr bwMode="auto">
                <a:xfrm>
                  <a:off x="2984823" y="3672227"/>
                  <a:ext cx="1923294" cy="848175"/>
                </a:xfrm>
                <a:custGeom>
                  <a:avLst/>
                  <a:gdLst>
                    <a:gd name="T0" fmla="*/ 1678 w 1678"/>
                    <a:gd name="T1" fmla="*/ 287 h 740"/>
                    <a:gd name="T2" fmla="*/ 1678 w 1678"/>
                    <a:gd name="T3" fmla="*/ 0 h 740"/>
                    <a:gd name="T4" fmla="*/ 0 w 1678"/>
                    <a:gd name="T5" fmla="*/ 450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50"/>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5" name="Freeform 35"/>
                <p:cNvSpPr>
                  <a:spLocks/>
                </p:cNvSpPr>
                <p:nvPr/>
              </p:nvSpPr>
              <p:spPr bwMode="auto">
                <a:xfrm>
                  <a:off x="1101645" y="2520314"/>
                  <a:ext cx="3918797" cy="1667695"/>
                </a:xfrm>
                <a:custGeom>
                  <a:avLst/>
                  <a:gdLst>
                    <a:gd name="T0" fmla="*/ 0 w 3419"/>
                    <a:gd name="T1" fmla="*/ 398 h 1455"/>
                    <a:gd name="T2" fmla="*/ 1643 w 3419"/>
                    <a:gd name="T3" fmla="*/ 1455 h 1455"/>
                    <a:gd name="T4" fmla="*/ 3419 w 3419"/>
                    <a:gd name="T5" fmla="*/ 987 h 1455"/>
                    <a:gd name="T6" fmla="*/ 1787 w 3419"/>
                    <a:gd name="T7" fmla="*/ 0 h 1455"/>
                    <a:gd name="T8" fmla="*/ 0 w 3419"/>
                    <a:gd name="T9" fmla="*/ 398 h 1455"/>
                  </a:gdLst>
                  <a:ahLst/>
                  <a:cxnLst>
                    <a:cxn ang="0">
                      <a:pos x="T0" y="T1"/>
                    </a:cxn>
                    <a:cxn ang="0">
                      <a:pos x="T2" y="T3"/>
                    </a:cxn>
                    <a:cxn ang="0">
                      <a:pos x="T4" y="T5"/>
                    </a:cxn>
                    <a:cxn ang="0">
                      <a:pos x="T6" y="T7"/>
                    </a:cxn>
                    <a:cxn ang="0">
                      <a:pos x="T8" y="T9"/>
                    </a:cxn>
                  </a:cxnLst>
                  <a:rect l="0" t="0" r="r" b="b"/>
                  <a:pathLst>
                    <a:path w="3419" h="1455">
                      <a:moveTo>
                        <a:pt x="0" y="398"/>
                      </a:moveTo>
                      <a:lnTo>
                        <a:pt x="1643" y="1455"/>
                      </a:lnTo>
                      <a:lnTo>
                        <a:pt x="3419" y="987"/>
                      </a:lnTo>
                      <a:lnTo>
                        <a:pt x="1787" y="0"/>
                      </a:lnTo>
                      <a:lnTo>
                        <a:pt x="0" y="398"/>
                      </a:lnTo>
                      <a:close/>
                    </a:path>
                  </a:pathLst>
                </a:custGeom>
                <a:solidFill>
                  <a:srgbClr val="F39C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sp>
        <p:nvSpPr>
          <p:cNvPr id="204" name="Freeform 12"/>
          <p:cNvSpPr>
            <a:spLocks/>
          </p:cNvSpPr>
          <p:nvPr/>
        </p:nvSpPr>
        <p:spPr bwMode="auto">
          <a:xfrm>
            <a:off x="1490241" y="1499024"/>
            <a:ext cx="1994630" cy="3777137"/>
          </a:xfrm>
          <a:custGeom>
            <a:avLst/>
            <a:gdLst>
              <a:gd name="T0" fmla="*/ 966 w 1077"/>
              <a:gd name="T1" fmla="*/ 315 h 1781"/>
              <a:gd name="T2" fmla="*/ 793 w 1077"/>
              <a:gd name="T3" fmla="*/ 486 h 1781"/>
              <a:gd name="T4" fmla="*/ 650 w 1077"/>
              <a:gd name="T5" fmla="*/ 297 h 1781"/>
              <a:gd name="T6" fmla="*/ 625 w 1077"/>
              <a:gd name="T7" fmla="*/ 266 h 1781"/>
              <a:gd name="T8" fmla="*/ 632 w 1077"/>
              <a:gd name="T9" fmla="*/ 236 h 1781"/>
              <a:gd name="T10" fmla="*/ 682 w 1077"/>
              <a:gd name="T11" fmla="*/ 187 h 1781"/>
              <a:gd name="T12" fmla="*/ 698 w 1077"/>
              <a:gd name="T13" fmla="*/ 150 h 1781"/>
              <a:gd name="T14" fmla="*/ 665 w 1077"/>
              <a:gd name="T15" fmla="*/ 82 h 1781"/>
              <a:gd name="T16" fmla="*/ 661 w 1077"/>
              <a:gd name="T17" fmla="*/ 50 h 1781"/>
              <a:gd name="T18" fmla="*/ 627 w 1077"/>
              <a:gd name="T19" fmla="*/ 24 h 1781"/>
              <a:gd name="T20" fmla="*/ 576 w 1077"/>
              <a:gd name="T21" fmla="*/ 3 h 1781"/>
              <a:gd name="T22" fmla="*/ 492 w 1077"/>
              <a:gd name="T23" fmla="*/ 48 h 1781"/>
              <a:gd name="T24" fmla="*/ 471 w 1077"/>
              <a:gd name="T25" fmla="*/ 119 h 1781"/>
              <a:gd name="T26" fmla="*/ 513 w 1077"/>
              <a:gd name="T27" fmla="*/ 199 h 1781"/>
              <a:gd name="T28" fmla="*/ 495 w 1077"/>
              <a:gd name="T29" fmla="*/ 223 h 1781"/>
              <a:gd name="T30" fmla="*/ 386 w 1077"/>
              <a:gd name="T31" fmla="*/ 230 h 1781"/>
              <a:gd name="T32" fmla="*/ 106 w 1077"/>
              <a:gd name="T33" fmla="*/ 313 h 1781"/>
              <a:gd name="T34" fmla="*/ 60 w 1077"/>
              <a:gd name="T35" fmla="*/ 630 h 1781"/>
              <a:gd name="T36" fmla="*/ 138 w 1077"/>
              <a:gd name="T37" fmla="*/ 599 h 1781"/>
              <a:gd name="T38" fmla="*/ 169 w 1077"/>
              <a:gd name="T39" fmla="*/ 527 h 1781"/>
              <a:gd name="T40" fmla="*/ 176 w 1077"/>
              <a:gd name="T41" fmla="*/ 406 h 1781"/>
              <a:gd name="T42" fmla="*/ 220 w 1077"/>
              <a:gd name="T43" fmla="*/ 373 h 1781"/>
              <a:gd name="T44" fmla="*/ 308 w 1077"/>
              <a:gd name="T45" fmla="*/ 360 h 1781"/>
              <a:gd name="T46" fmla="*/ 317 w 1077"/>
              <a:gd name="T47" fmla="*/ 358 h 1781"/>
              <a:gd name="T48" fmla="*/ 256 w 1077"/>
              <a:gd name="T49" fmla="*/ 760 h 1781"/>
              <a:gd name="T50" fmla="*/ 254 w 1077"/>
              <a:gd name="T51" fmla="*/ 794 h 1781"/>
              <a:gd name="T52" fmla="*/ 261 w 1077"/>
              <a:gd name="T53" fmla="*/ 896 h 1781"/>
              <a:gd name="T54" fmla="*/ 123 w 1077"/>
              <a:gd name="T55" fmla="*/ 1406 h 1781"/>
              <a:gd name="T56" fmla="*/ 47 w 1077"/>
              <a:gd name="T57" fmla="*/ 1578 h 1781"/>
              <a:gd name="T58" fmla="*/ 4 w 1077"/>
              <a:gd name="T59" fmla="*/ 1633 h 1781"/>
              <a:gd name="T60" fmla="*/ 56 w 1077"/>
              <a:gd name="T61" fmla="*/ 1688 h 1781"/>
              <a:gd name="T62" fmla="*/ 104 w 1077"/>
              <a:gd name="T63" fmla="*/ 1714 h 1781"/>
              <a:gd name="T64" fmla="*/ 122 w 1077"/>
              <a:gd name="T65" fmla="*/ 1741 h 1781"/>
              <a:gd name="T66" fmla="*/ 174 w 1077"/>
              <a:gd name="T67" fmla="*/ 1703 h 1781"/>
              <a:gd name="T68" fmla="*/ 161 w 1077"/>
              <a:gd name="T69" fmla="*/ 1636 h 1781"/>
              <a:gd name="T70" fmla="*/ 323 w 1077"/>
              <a:gd name="T71" fmla="*/ 1294 h 1781"/>
              <a:gd name="T72" fmla="*/ 385 w 1077"/>
              <a:gd name="T73" fmla="*/ 1152 h 1781"/>
              <a:gd name="T74" fmla="*/ 481 w 1077"/>
              <a:gd name="T75" fmla="*/ 943 h 1781"/>
              <a:gd name="T76" fmla="*/ 699 w 1077"/>
              <a:gd name="T77" fmla="*/ 879 h 1781"/>
              <a:gd name="T78" fmla="*/ 682 w 1077"/>
              <a:gd name="T79" fmla="*/ 976 h 1781"/>
              <a:gd name="T80" fmla="*/ 632 w 1077"/>
              <a:gd name="T81" fmla="*/ 1141 h 1781"/>
              <a:gd name="T82" fmla="*/ 618 w 1077"/>
              <a:gd name="T83" fmla="*/ 1225 h 1781"/>
              <a:gd name="T84" fmla="*/ 670 w 1077"/>
              <a:gd name="T85" fmla="*/ 1269 h 1781"/>
              <a:gd name="T86" fmla="*/ 795 w 1077"/>
              <a:gd name="T87" fmla="*/ 1285 h 1781"/>
              <a:gd name="T88" fmla="*/ 830 w 1077"/>
              <a:gd name="T89" fmla="*/ 1219 h 1781"/>
              <a:gd name="T90" fmla="*/ 746 w 1077"/>
              <a:gd name="T91" fmla="*/ 1165 h 1781"/>
              <a:gd name="T92" fmla="*/ 840 w 1077"/>
              <a:gd name="T93" fmla="*/ 864 h 1781"/>
              <a:gd name="T94" fmla="*/ 831 w 1077"/>
              <a:gd name="T95" fmla="*/ 762 h 1781"/>
              <a:gd name="T96" fmla="*/ 507 w 1077"/>
              <a:gd name="T97" fmla="*/ 757 h 1781"/>
              <a:gd name="T98" fmla="*/ 508 w 1077"/>
              <a:gd name="T99" fmla="*/ 758 h 1781"/>
              <a:gd name="T100" fmla="*/ 560 w 1077"/>
              <a:gd name="T101" fmla="*/ 658 h 1781"/>
              <a:gd name="T102" fmla="*/ 607 w 1077"/>
              <a:gd name="T103" fmla="*/ 511 h 1781"/>
              <a:gd name="T104" fmla="*/ 643 w 1077"/>
              <a:gd name="T105" fmla="*/ 449 h 1781"/>
              <a:gd name="T106" fmla="*/ 784 w 1077"/>
              <a:gd name="T107" fmla="*/ 596 h 1781"/>
              <a:gd name="T108" fmla="*/ 836 w 1077"/>
              <a:gd name="T109" fmla="*/ 566 h 1781"/>
              <a:gd name="T110" fmla="*/ 999 w 1077"/>
              <a:gd name="T111" fmla="*/ 402 h 1781"/>
              <a:gd name="T112" fmla="*/ 1042 w 1077"/>
              <a:gd name="T113" fmla="*/ 374 h 1781"/>
              <a:gd name="T114" fmla="*/ 1033 w 1077"/>
              <a:gd name="T115" fmla="*/ 280 h 1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7" h="1781">
                <a:moveTo>
                  <a:pt x="1033" y="280"/>
                </a:moveTo>
                <a:cubicBezTo>
                  <a:pt x="1018" y="287"/>
                  <a:pt x="970" y="303"/>
                  <a:pt x="966" y="315"/>
                </a:cubicBezTo>
                <a:cubicBezTo>
                  <a:pt x="962" y="326"/>
                  <a:pt x="967" y="350"/>
                  <a:pt x="951" y="359"/>
                </a:cubicBezTo>
                <a:cubicBezTo>
                  <a:pt x="936" y="368"/>
                  <a:pt x="803" y="466"/>
                  <a:pt x="793" y="486"/>
                </a:cubicBezTo>
                <a:cubicBezTo>
                  <a:pt x="793" y="486"/>
                  <a:pt x="745" y="390"/>
                  <a:pt x="717" y="375"/>
                </a:cubicBezTo>
                <a:cubicBezTo>
                  <a:pt x="717" y="375"/>
                  <a:pt x="708" y="301"/>
                  <a:pt x="650" y="297"/>
                </a:cubicBezTo>
                <a:cubicBezTo>
                  <a:pt x="629" y="296"/>
                  <a:pt x="617" y="294"/>
                  <a:pt x="609" y="291"/>
                </a:cubicBezTo>
                <a:cubicBezTo>
                  <a:pt x="625" y="266"/>
                  <a:pt x="625" y="266"/>
                  <a:pt x="625" y="266"/>
                </a:cubicBezTo>
                <a:cubicBezTo>
                  <a:pt x="609" y="266"/>
                  <a:pt x="609" y="266"/>
                  <a:pt x="609" y="266"/>
                </a:cubicBezTo>
                <a:cubicBezTo>
                  <a:pt x="617" y="253"/>
                  <a:pt x="628" y="236"/>
                  <a:pt x="632" y="236"/>
                </a:cubicBezTo>
                <a:cubicBezTo>
                  <a:pt x="637" y="235"/>
                  <a:pt x="674" y="230"/>
                  <a:pt x="679" y="228"/>
                </a:cubicBezTo>
                <a:cubicBezTo>
                  <a:pt x="683" y="225"/>
                  <a:pt x="687" y="201"/>
                  <a:pt x="682" y="187"/>
                </a:cubicBezTo>
                <a:cubicBezTo>
                  <a:pt x="677" y="173"/>
                  <a:pt x="687" y="159"/>
                  <a:pt x="687" y="159"/>
                </a:cubicBezTo>
                <a:cubicBezTo>
                  <a:pt x="698" y="150"/>
                  <a:pt x="698" y="150"/>
                  <a:pt x="698" y="150"/>
                </a:cubicBezTo>
                <a:cubicBezTo>
                  <a:pt x="698" y="150"/>
                  <a:pt x="684" y="128"/>
                  <a:pt x="676" y="117"/>
                </a:cubicBezTo>
                <a:cubicBezTo>
                  <a:pt x="667" y="106"/>
                  <a:pt x="669" y="92"/>
                  <a:pt x="665" y="82"/>
                </a:cubicBezTo>
                <a:cubicBezTo>
                  <a:pt x="661" y="72"/>
                  <a:pt x="672" y="65"/>
                  <a:pt x="672" y="65"/>
                </a:cubicBezTo>
                <a:cubicBezTo>
                  <a:pt x="672" y="65"/>
                  <a:pt x="668" y="55"/>
                  <a:pt x="661" y="50"/>
                </a:cubicBezTo>
                <a:cubicBezTo>
                  <a:pt x="653" y="46"/>
                  <a:pt x="666" y="44"/>
                  <a:pt x="649" y="36"/>
                </a:cubicBezTo>
                <a:cubicBezTo>
                  <a:pt x="632" y="28"/>
                  <a:pt x="641" y="32"/>
                  <a:pt x="627" y="24"/>
                </a:cubicBezTo>
                <a:cubicBezTo>
                  <a:pt x="612" y="16"/>
                  <a:pt x="634" y="21"/>
                  <a:pt x="612" y="16"/>
                </a:cubicBezTo>
                <a:cubicBezTo>
                  <a:pt x="591" y="11"/>
                  <a:pt x="579" y="3"/>
                  <a:pt x="576" y="3"/>
                </a:cubicBezTo>
                <a:cubicBezTo>
                  <a:pt x="573" y="3"/>
                  <a:pt x="582" y="6"/>
                  <a:pt x="573" y="3"/>
                </a:cubicBezTo>
                <a:cubicBezTo>
                  <a:pt x="563" y="0"/>
                  <a:pt x="498" y="33"/>
                  <a:pt x="492" y="48"/>
                </a:cubicBezTo>
                <a:cubicBezTo>
                  <a:pt x="485" y="64"/>
                  <a:pt x="475" y="83"/>
                  <a:pt x="475" y="83"/>
                </a:cubicBezTo>
                <a:cubicBezTo>
                  <a:pt x="475" y="83"/>
                  <a:pt x="469" y="104"/>
                  <a:pt x="471" y="119"/>
                </a:cubicBezTo>
                <a:cubicBezTo>
                  <a:pt x="474" y="134"/>
                  <a:pt x="484" y="147"/>
                  <a:pt x="488" y="152"/>
                </a:cubicBezTo>
                <a:cubicBezTo>
                  <a:pt x="491" y="156"/>
                  <a:pt x="508" y="184"/>
                  <a:pt x="513" y="199"/>
                </a:cubicBezTo>
                <a:cubicBezTo>
                  <a:pt x="517" y="212"/>
                  <a:pt x="521" y="228"/>
                  <a:pt x="506" y="235"/>
                </a:cubicBezTo>
                <a:cubicBezTo>
                  <a:pt x="495" y="223"/>
                  <a:pt x="495" y="223"/>
                  <a:pt x="495" y="223"/>
                </a:cubicBezTo>
                <a:cubicBezTo>
                  <a:pt x="476" y="237"/>
                  <a:pt x="476" y="237"/>
                  <a:pt x="476" y="237"/>
                </a:cubicBezTo>
                <a:cubicBezTo>
                  <a:pt x="454" y="233"/>
                  <a:pt x="427" y="222"/>
                  <a:pt x="386" y="230"/>
                </a:cubicBezTo>
                <a:cubicBezTo>
                  <a:pt x="333" y="241"/>
                  <a:pt x="313" y="257"/>
                  <a:pt x="281" y="265"/>
                </a:cubicBezTo>
                <a:cubicBezTo>
                  <a:pt x="249" y="272"/>
                  <a:pt x="128" y="293"/>
                  <a:pt x="106" y="313"/>
                </a:cubicBezTo>
                <a:cubicBezTo>
                  <a:pt x="84" y="332"/>
                  <a:pt x="76" y="418"/>
                  <a:pt x="82" y="553"/>
                </a:cubicBezTo>
                <a:cubicBezTo>
                  <a:pt x="82" y="553"/>
                  <a:pt x="62" y="616"/>
                  <a:pt x="60" y="630"/>
                </a:cubicBezTo>
                <a:cubicBezTo>
                  <a:pt x="59" y="644"/>
                  <a:pt x="67" y="703"/>
                  <a:pt x="139" y="690"/>
                </a:cubicBezTo>
                <a:cubicBezTo>
                  <a:pt x="203" y="679"/>
                  <a:pt x="151" y="622"/>
                  <a:pt x="138" y="599"/>
                </a:cubicBezTo>
                <a:cubicBezTo>
                  <a:pt x="146" y="594"/>
                  <a:pt x="154" y="590"/>
                  <a:pt x="154" y="590"/>
                </a:cubicBezTo>
                <a:cubicBezTo>
                  <a:pt x="154" y="590"/>
                  <a:pt x="168" y="554"/>
                  <a:pt x="169" y="527"/>
                </a:cubicBezTo>
                <a:cubicBezTo>
                  <a:pt x="169" y="510"/>
                  <a:pt x="174" y="454"/>
                  <a:pt x="176" y="409"/>
                </a:cubicBezTo>
                <a:cubicBezTo>
                  <a:pt x="176" y="408"/>
                  <a:pt x="176" y="407"/>
                  <a:pt x="176" y="406"/>
                </a:cubicBezTo>
                <a:cubicBezTo>
                  <a:pt x="178" y="394"/>
                  <a:pt x="179" y="384"/>
                  <a:pt x="180" y="378"/>
                </a:cubicBezTo>
                <a:cubicBezTo>
                  <a:pt x="190" y="376"/>
                  <a:pt x="204" y="375"/>
                  <a:pt x="220" y="373"/>
                </a:cubicBezTo>
                <a:cubicBezTo>
                  <a:pt x="224" y="373"/>
                  <a:pt x="229" y="373"/>
                  <a:pt x="234" y="372"/>
                </a:cubicBezTo>
                <a:cubicBezTo>
                  <a:pt x="265" y="370"/>
                  <a:pt x="294" y="364"/>
                  <a:pt x="308" y="360"/>
                </a:cubicBezTo>
                <a:cubicBezTo>
                  <a:pt x="308" y="360"/>
                  <a:pt x="308" y="360"/>
                  <a:pt x="308" y="360"/>
                </a:cubicBezTo>
                <a:cubicBezTo>
                  <a:pt x="311" y="360"/>
                  <a:pt x="314" y="359"/>
                  <a:pt x="317" y="358"/>
                </a:cubicBezTo>
                <a:cubicBezTo>
                  <a:pt x="317" y="360"/>
                  <a:pt x="319" y="371"/>
                  <a:pt x="322" y="385"/>
                </a:cubicBezTo>
                <a:cubicBezTo>
                  <a:pt x="310" y="466"/>
                  <a:pt x="270" y="740"/>
                  <a:pt x="256" y="760"/>
                </a:cubicBezTo>
                <a:cubicBezTo>
                  <a:pt x="240" y="784"/>
                  <a:pt x="232" y="799"/>
                  <a:pt x="232" y="799"/>
                </a:cubicBezTo>
                <a:cubicBezTo>
                  <a:pt x="232" y="799"/>
                  <a:pt x="242" y="797"/>
                  <a:pt x="254" y="794"/>
                </a:cubicBezTo>
                <a:cubicBezTo>
                  <a:pt x="250" y="811"/>
                  <a:pt x="249" y="832"/>
                  <a:pt x="252" y="861"/>
                </a:cubicBezTo>
                <a:cubicBezTo>
                  <a:pt x="252" y="861"/>
                  <a:pt x="254" y="876"/>
                  <a:pt x="261" y="896"/>
                </a:cubicBezTo>
                <a:cubicBezTo>
                  <a:pt x="247" y="979"/>
                  <a:pt x="227" y="1177"/>
                  <a:pt x="200" y="1256"/>
                </a:cubicBezTo>
                <a:cubicBezTo>
                  <a:pt x="174" y="1282"/>
                  <a:pt x="141" y="1326"/>
                  <a:pt x="123" y="1406"/>
                </a:cubicBezTo>
                <a:cubicBezTo>
                  <a:pt x="123" y="1406"/>
                  <a:pt x="123" y="1406"/>
                  <a:pt x="123" y="1406"/>
                </a:cubicBezTo>
                <a:cubicBezTo>
                  <a:pt x="86" y="1483"/>
                  <a:pt x="47" y="1577"/>
                  <a:pt x="47" y="1578"/>
                </a:cubicBezTo>
                <a:cubicBezTo>
                  <a:pt x="25" y="1596"/>
                  <a:pt x="10" y="1604"/>
                  <a:pt x="5" y="1627"/>
                </a:cubicBezTo>
                <a:cubicBezTo>
                  <a:pt x="4" y="1630"/>
                  <a:pt x="4" y="1631"/>
                  <a:pt x="4" y="1633"/>
                </a:cubicBezTo>
                <a:cubicBezTo>
                  <a:pt x="0" y="1665"/>
                  <a:pt x="0" y="1665"/>
                  <a:pt x="0" y="1665"/>
                </a:cubicBezTo>
                <a:cubicBezTo>
                  <a:pt x="0" y="1665"/>
                  <a:pt x="44" y="1698"/>
                  <a:pt x="56" y="1688"/>
                </a:cubicBezTo>
                <a:cubicBezTo>
                  <a:pt x="64" y="1682"/>
                  <a:pt x="74" y="1683"/>
                  <a:pt x="85" y="1692"/>
                </a:cubicBezTo>
                <a:cubicBezTo>
                  <a:pt x="91" y="1698"/>
                  <a:pt x="97" y="1705"/>
                  <a:pt x="104" y="1714"/>
                </a:cubicBezTo>
                <a:cubicBezTo>
                  <a:pt x="105" y="1715"/>
                  <a:pt x="105" y="1716"/>
                  <a:pt x="106" y="1717"/>
                </a:cubicBezTo>
                <a:cubicBezTo>
                  <a:pt x="111" y="1724"/>
                  <a:pt x="116" y="1731"/>
                  <a:pt x="122" y="1741"/>
                </a:cubicBezTo>
                <a:cubicBezTo>
                  <a:pt x="122" y="1741"/>
                  <a:pt x="153" y="1781"/>
                  <a:pt x="193" y="1765"/>
                </a:cubicBezTo>
                <a:cubicBezTo>
                  <a:pt x="193" y="1765"/>
                  <a:pt x="208" y="1732"/>
                  <a:pt x="174" y="1703"/>
                </a:cubicBezTo>
                <a:cubicBezTo>
                  <a:pt x="147" y="1680"/>
                  <a:pt x="145" y="1650"/>
                  <a:pt x="148" y="1630"/>
                </a:cubicBezTo>
                <a:cubicBezTo>
                  <a:pt x="161" y="1636"/>
                  <a:pt x="161" y="1636"/>
                  <a:pt x="161" y="1636"/>
                </a:cubicBezTo>
                <a:cubicBezTo>
                  <a:pt x="161" y="1636"/>
                  <a:pt x="161" y="1636"/>
                  <a:pt x="170" y="1587"/>
                </a:cubicBezTo>
                <a:cubicBezTo>
                  <a:pt x="179" y="1539"/>
                  <a:pt x="301" y="1314"/>
                  <a:pt x="323" y="1294"/>
                </a:cubicBezTo>
                <a:cubicBezTo>
                  <a:pt x="336" y="1282"/>
                  <a:pt x="352" y="1230"/>
                  <a:pt x="365" y="1185"/>
                </a:cubicBezTo>
                <a:cubicBezTo>
                  <a:pt x="372" y="1176"/>
                  <a:pt x="379" y="1165"/>
                  <a:pt x="385" y="1152"/>
                </a:cubicBezTo>
                <a:cubicBezTo>
                  <a:pt x="404" y="1111"/>
                  <a:pt x="437" y="960"/>
                  <a:pt x="437" y="960"/>
                </a:cubicBezTo>
                <a:cubicBezTo>
                  <a:pt x="437" y="960"/>
                  <a:pt x="470" y="949"/>
                  <a:pt x="481" y="943"/>
                </a:cubicBezTo>
                <a:cubicBezTo>
                  <a:pt x="492" y="938"/>
                  <a:pt x="508" y="937"/>
                  <a:pt x="573" y="923"/>
                </a:cubicBezTo>
                <a:cubicBezTo>
                  <a:pt x="637" y="908"/>
                  <a:pt x="699" y="879"/>
                  <a:pt x="699" y="879"/>
                </a:cubicBezTo>
                <a:cubicBezTo>
                  <a:pt x="699" y="879"/>
                  <a:pt x="679" y="928"/>
                  <a:pt x="681" y="965"/>
                </a:cubicBezTo>
                <a:cubicBezTo>
                  <a:pt x="681" y="969"/>
                  <a:pt x="682" y="972"/>
                  <a:pt x="682" y="976"/>
                </a:cubicBezTo>
                <a:cubicBezTo>
                  <a:pt x="673" y="1023"/>
                  <a:pt x="663" y="1072"/>
                  <a:pt x="657" y="1085"/>
                </a:cubicBezTo>
                <a:cubicBezTo>
                  <a:pt x="645" y="1110"/>
                  <a:pt x="632" y="1141"/>
                  <a:pt x="632" y="1141"/>
                </a:cubicBezTo>
                <a:cubicBezTo>
                  <a:pt x="632" y="1141"/>
                  <a:pt x="639" y="1142"/>
                  <a:pt x="649" y="1143"/>
                </a:cubicBezTo>
                <a:cubicBezTo>
                  <a:pt x="633" y="1177"/>
                  <a:pt x="615" y="1211"/>
                  <a:pt x="618" y="1225"/>
                </a:cubicBezTo>
                <a:cubicBezTo>
                  <a:pt x="614" y="1247"/>
                  <a:pt x="614" y="1247"/>
                  <a:pt x="614" y="1247"/>
                </a:cubicBezTo>
                <a:cubicBezTo>
                  <a:pt x="670" y="1269"/>
                  <a:pt x="670" y="1269"/>
                  <a:pt x="670" y="1269"/>
                </a:cubicBezTo>
                <a:cubicBezTo>
                  <a:pt x="670" y="1269"/>
                  <a:pt x="694" y="1263"/>
                  <a:pt x="728" y="1274"/>
                </a:cubicBezTo>
                <a:cubicBezTo>
                  <a:pt x="752" y="1285"/>
                  <a:pt x="777" y="1293"/>
                  <a:pt x="795" y="1285"/>
                </a:cubicBezTo>
                <a:cubicBezTo>
                  <a:pt x="825" y="1273"/>
                  <a:pt x="867" y="1244"/>
                  <a:pt x="867" y="1226"/>
                </a:cubicBezTo>
                <a:cubicBezTo>
                  <a:pt x="867" y="1208"/>
                  <a:pt x="855" y="1215"/>
                  <a:pt x="830" y="1219"/>
                </a:cubicBezTo>
                <a:cubicBezTo>
                  <a:pt x="806" y="1223"/>
                  <a:pt x="766" y="1195"/>
                  <a:pt x="753" y="1179"/>
                </a:cubicBezTo>
                <a:cubicBezTo>
                  <a:pt x="750" y="1176"/>
                  <a:pt x="748" y="1171"/>
                  <a:pt x="746" y="1165"/>
                </a:cubicBezTo>
                <a:cubicBezTo>
                  <a:pt x="753" y="1179"/>
                  <a:pt x="766" y="1180"/>
                  <a:pt x="766" y="1180"/>
                </a:cubicBezTo>
                <a:cubicBezTo>
                  <a:pt x="766" y="1180"/>
                  <a:pt x="817" y="952"/>
                  <a:pt x="840" y="864"/>
                </a:cubicBezTo>
                <a:cubicBezTo>
                  <a:pt x="840" y="864"/>
                  <a:pt x="840" y="864"/>
                  <a:pt x="840" y="864"/>
                </a:cubicBezTo>
                <a:cubicBezTo>
                  <a:pt x="856" y="847"/>
                  <a:pt x="886" y="780"/>
                  <a:pt x="831" y="762"/>
                </a:cubicBezTo>
                <a:cubicBezTo>
                  <a:pt x="777" y="744"/>
                  <a:pt x="577" y="746"/>
                  <a:pt x="521" y="760"/>
                </a:cubicBezTo>
                <a:cubicBezTo>
                  <a:pt x="514" y="762"/>
                  <a:pt x="510" y="761"/>
                  <a:pt x="507" y="757"/>
                </a:cubicBezTo>
                <a:cubicBezTo>
                  <a:pt x="508" y="757"/>
                  <a:pt x="508" y="757"/>
                  <a:pt x="508" y="757"/>
                </a:cubicBezTo>
                <a:cubicBezTo>
                  <a:pt x="508" y="758"/>
                  <a:pt x="508" y="758"/>
                  <a:pt x="508" y="758"/>
                </a:cubicBezTo>
                <a:cubicBezTo>
                  <a:pt x="536" y="738"/>
                  <a:pt x="536" y="738"/>
                  <a:pt x="536" y="738"/>
                </a:cubicBezTo>
                <a:cubicBezTo>
                  <a:pt x="536" y="738"/>
                  <a:pt x="543" y="691"/>
                  <a:pt x="560" y="658"/>
                </a:cubicBezTo>
                <a:cubicBezTo>
                  <a:pt x="576" y="625"/>
                  <a:pt x="599" y="520"/>
                  <a:pt x="607" y="511"/>
                </a:cubicBezTo>
                <a:cubicBezTo>
                  <a:pt x="607" y="511"/>
                  <a:pt x="607" y="511"/>
                  <a:pt x="607" y="511"/>
                </a:cubicBezTo>
                <a:cubicBezTo>
                  <a:pt x="611" y="506"/>
                  <a:pt x="615" y="500"/>
                  <a:pt x="620" y="491"/>
                </a:cubicBezTo>
                <a:cubicBezTo>
                  <a:pt x="634" y="465"/>
                  <a:pt x="643" y="449"/>
                  <a:pt x="643" y="449"/>
                </a:cubicBezTo>
                <a:cubicBezTo>
                  <a:pt x="643" y="449"/>
                  <a:pt x="695" y="520"/>
                  <a:pt x="715" y="529"/>
                </a:cubicBezTo>
                <a:cubicBezTo>
                  <a:pt x="734" y="537"/>
                  <a:pt x="767" y="599"/>
                  <a:pt x="784" y="596"/>
                </a:cubicBezTo>
                <a:cubicBezTo>
                  <a:pt x="795" y="594"/>
                  <a:pt x="812" y="585"/>
                  <a:pt x="836" y="566"/>
                </a:cubicBezTo>
                <a:cubicBezTo>
                  <a:pt x="836" y="566"/>
                  <a:pt x="836" y="566"/>
                  <a:pt x="836" y="566"/>
                </a:cubicBezTo>
                <a:cubicBezTo>
                  <a:pt x="872" y="554"/>
                  <a:pt x="1000" y="429"/>
                  <a:pt x="1013" y="425"/>
                </a:cubicBezTo>
                <a:cubicBezTo>
                  <a:pt x="1019" y="423"/>
                  <a:pt x="1010" y="412"/>
                  <a:pt x="999" y="402"/>
                </a:cubicBezTo>
                <a:cubicBezTo>
                  <a:pt x="1000" y="401"/>
                  <a:pt x="1000" y="401"/>
                  <a:pt x="1001" y="401"/>
                </a:cubicBezTo>
                <a:cubicBezTo>
                  <a:pt x="1016" y="396"/>
                  <a:pt x="1030" y="394"/>
                  <a:pt x="1042" y="374"/>
                </a:cubicBezTo>
                <a:cubicBezTo>
                  <a:pt x="1054" y="355"/>
                  <a:pt x="1077" y="306"/>
                  <a:pt x="1072" y="296"/>
                </a:cubicBezTo>
                <a:cubicBezTo>
                  <a:pt x="1067" y="287"/>
                  <a:pt x="1047" y="274"/>
                  <a:pt x="1033" y="280"/>
                </a:cubicBezTo>
                <a:close/>
              </a:path>
            </a:pathLst>
          </a:custGeom>
          <a:solidFill>
            <a:srgbClr val="2C3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7" name="Text Placeholder 6"/>
          <p:cNvSpPr txBox="1">
            <a:spLocks/>
          </p:cNvSpPr>
          <p:nvPr/>
        </p:nvSpPr>
        <p:spPr>
          <a:xfrm>
            <a:off x="5816275" y="2062086"/>
            <a:ext cx="6063049" cy="95383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857250" lvl="0" indent="-857250" algn="ctr" rtl="1" fontAlgn="auto">
              <a:spcAft>
                <a:spcPts val="0"/>
              </a:spcAft>
              <a:buFont typeface="+mj-lt"/>
              <a:buAutoNum type="romanUcPeriod" startAt="5"/>
            </a:pPr>
            <a:r>
              <a:rPr lang="ar-SA" sz="3200" b="1" u="sng" dirty="0">
                <a:solidFill>
                  <a:srgbClr val="0070C0"/>
                </a:solidFill>
              </a:rPr>
              <a:t>عيوب نمط التدريب والمران</a:t>
            </a:r>
            <a:endParaRPr lang="en-US" sz="3200" b="1" u="sng" dirty="0">
              <a:solidFill>
                <a:srgbClr val="0070C0"/>
              </a:solidFill>
              <a:latin typeface="Roboto"/>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5944102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74"/>
                                        </p:tgtEl>
                                        <p:attrNameLst>
                                          <p:attrName>style.visibility</p:attrName>
                                        </p:attrNameLst>
                                      </p:cBhvr>
                                      <p:to>
                                        <p:strVal val="visible"/>
                                      </p:to>
                                    </p:set>
                                    <p:animEffect transition="in" filter="fade">
                                      <p:cBhvr>
                                        <p:cTn id="7" dur="500"/>
                                        <p:tgtEl>
                                          <p:spTgt spid="17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04"/>
                                        </p:tgtEl>
                                        <p:attrNameLst>
                                          <p:attrName>style.visibility</p:attrName>
                                        </p:attrNameLst>
                                      </p:cBhvr>
                                      <p:to>
                                        <p:strVal val="visible"/>
                                      </p:to>
                                    </p:set>
                                    <p:animEffect transition="in" filter="fade">
                                      <p:cBhvr>
                                        <p:cTn id="11" dur="500"/>
                                        <p:tgtEl>
                                          <p:spTgt spid="20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7"/>
                                        </p:tgtEl>
                                        <p:attrNameLst>
                                          <p:attrName>style.visibility</p:attrName>
                                        </p:attrNameLst>
                                      </p:cBhvr>
                                      <p:to>
                                        <p:strVal val="visible"/>
                                      </p:to>
                                    </p:set>
                                    <p:animEffect transition="in" filter="fade">
                                      <p:cBhvr>
                                        <p:cTn id="15"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 grpId="0" animBg="1"/>
      <p:bldP spid="37"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8" name="Group 14"/>
          <p:cNvGrpSpPr>
            <a:grpSpLocks/>
          </p:cNvGrpSpPr>
          <p:nvPr/>
        </p:nvGrpSpPr>
        <p:grpSpPr bwMode="auto">
          <a:xfrm>
            <a:off x="2072641" y="886088"/>
            <a:ext cx="7961984" cy="5354687"/>
            <a:chOff x="0" y="2631"/>
            <a:chExt cx="15222" cy="10237"/>
          </a:xfrm>
        </p:grpSpPr>
        <p:sp>
          <p:nvSpPr>
            <p:cNvPr id="1039" name="Freeform 15"/>
            <p:cNvSpPr>
              <a:spLocks/>
            </p:cNvSpPr>
            <p:nvPr/>
          </p:nvSpPr>
          <p:spPr bwMode="auto">
            <a:xfrm>
              <a:off x="0" y="2631"/>
              <a:ext cx="15222" cy="10237"/>
            </a:xfrm>
            <a:custGeom>
              <a:avLst/>
              <a:gdLst/>
              <a:ahLst/>
              <a:cxnLst>
                <a:cxn ang="0">
                  <a:pos x="10" y="10236"/>
                </a:cxn>
                <a:cxn ang="0">
                  <a:pos x="3112" y="10236"/>
                </a:cxn>
                <a:cxn ang="0">
                  <a:pos x="13348" y="0"/>
                </a:cxn>
                <a:cxn ang="0">
                  <a:pos x="15232" y="0"/>
                </a:cxn>
              </a:cxnLst>
              <a:rect l="0" t="0" r="r" b="b"/>
              <a:pathLst>
                <a:path w="15222" h="10237">
                  <a:moveTo>
                    <a:pt x="10" y="10236"/>
                  </a:moveTo>
                  <a:lnTo>
                    <a:pt x="3112" y="10236"/>
                  </a:lnTo>
                  <a:lnTo>
                    <a:pt x="13348" y="0"/>
                  </a:lnTo>
                  <a:lnTo>
                    <a:pt x="15232" y="0"/>
                  </a:lnTo>
                </a:path>
              </a:pathLst>
            </a:custGeom>
            <a:noFill/>
            <a:ln w="88900">
              <a:solidFill>
                <a:srgbClr val="00ACC1"/>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40" name="Group 16"/>
          <p:cNvGrpSpPr>
            <a:grpSpLocks/>
          </p:cNvGrpSpPr>
          <p:nvPr/>
        </p:nvGrpSpPr>
        <p:grpSpPr bwMode="auto">
          <a:xfrm>
            <a:off x="9742235" y="586367"/>
            <a:ext cx="371894" cy="598918"/>
            <a:chOff x="14663" y="2058"/>
            <a:chExt cx="711" cy="1145"/>
          </a:xfrm>
        </p:grpSpPr>
        <p:sp>
          <p:nvSpPr>
            <p:cNvPr id="1041" name="Freeform 17"/>
            <p:cNvSpPr>
              <a:spLocks/>
            </p:cNvSpPr>
            <p:nvPr/>
          </p:nvSpPr>
          <p:spPr bwMode="auto">
            <a:xfrm>
              <a:off x="14663" y="2058"/>
              <a:ext cx="711" cy="1145"/>
            </a:xfrm>
            <a:custGeom>
              <a:avLst/>
              <a:gdLst/>
              <a:ahLst/>
              <a:cxnLst>
                <a:cxn ang="0">
                  <a:pos x="95" y="0"/>
                </a:cxn>
                <a:cxn ang="0">
                  <a:pos x="0" y="103"/>
                </a:cxn>
                <a:cxn ang="0">
                  <a:pos x="505" y="573"/>
                </a:cxn>
                <a:cxn ang="0">
                  <a:pos x="0" y="1043"/>
                </a:cxn>
                <a:cxn ang="0">
                  <a:pos x="95" y="1145"/>
                </a:cxn>
                <a:cxn ang="0">
                  <a:pos x="711" y="573"/>
                </a:cxn>
                <a:cxn ang="0">
                  <a:pos x="95" y="0"/>
                </a:cxn>
              </a:cxnLst>
              <a:rect l="0" t="0" r="r" b="b"/>
              <a:pathLst>
                <a:path w="711" h="1145">
                  <a:moveTo>
                    <a:pt x="95" y="0"/>
                  </a:moveTo>
                  <a:lnTo>
                    <a:pt x="0" y="103"/>
                  </a:lnTo>
                  <a:lnTo>
                    <a:pt x="505" y="573"/>
                  </a:lnTo>
                  <a:lnTo>
                    <a:pt x="0" y="1043"/>
                  </a:lnTo>
                  <a:lnTo>
                    <a:pt x="95" y="1145"/>
                  </a:lnTo>
                  <a:lnTo>
                    <a:pt x="711" y="573"/>
                  </a:lnTo>
                  <a:lnTo>
                    <a:pt x="95" y="0"/>
                  </a:lnTo>
                </a:path>
              </a:pathLst>
            </a:custGeom>
            <a:solidFill>
              <a:srgbClr val="00ACC1"/>
            </a:solidFill>
            <a:ln w="9525">
              <a:no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84" name="Group 60"/>
          <p:cNvGrpSpPr>
            <a:grpSpLocks/>
          </p:cNvGrpSpPr>
          <p:nvPr/>
        </p:nvGrpSpPr>
        <p:grpSpPr bwMode="auto">
          <a:xfrm>
            <a:off x="6763610" y="929893"/>
            <a:ext cx="1046" cy="484888"/>
            <a:chOff x="8478" y="3133"/>
            <a:chExt cx="2" cy="927"/>
          </a:xfrm>
        </p:grpSpPr>
        <p:sp>
          <p:nvSpPr>
            <p:cNvPr id="1085" name="Freeform 61"/>
            <p:cNvSpPr>
              <a:spLocks/>
            </p:cNvSpPr>
            <p:nvPr/>
          </p:nvSpPr>
          <p:spPr bwMode="auto">
            <a:xfrm>
              <a:off x="8478" y="3133"/>
              <a:ext cx="2" cy="927"/>
            </a:xfrm>
            <a:custGeom>
              <a:avLst/>
              <a:gdLst/>
              <a:ahLst/>
              <a:cxnLst>
                <a:cxn ang="0">
                  <a:pos x="0" y="0"/>
                </a:cxn>
                <a:cxn ang="0">
                  <a:pos x="0" y="927"/>
                </a:cxn>
              </a:cxnLst>
              <a:rect l="0" t="0" r="r" b="b"/>
              <a:pathLst>
                <a:path h="927">
                  <a:moveTo>
                    <a:pt x="0" y="0"/>
                  </a:moveTo>
                  <a:lnTo>
                    <a:pt x="0" y="927"/>
                  </a:lnTo>
                </a:path>
              </a:pathLst>
            </a:custGeom>
            <a:noFill/>
            <a:ln w="54610">
              <a:solidFill>
                <a:srgbClr val="E64918"/>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88" name="Group 64"/>
          <p:cNvGrpSpPr>
            <a:grpSpLocks/>
          </p:cNvGrpSpPr>
          <p:nvPr/>
        </p:nvGrpSpPr>
        <p:grpSpPr bwMode="auto">
          <a:xfrm>
            <a:off x="4271245" y="3660960"/>
            <a:ext cx="1046" cy="304428"/>
            <a:chOff x="2688" y="9398"/>
            <a:chExt cx="2" cy="582"/>
          </a:xfrm>
        </p:grpSpPr>
        <p:sp>
          <p:nvSpPr>
            <p:cNvPr id="1089" name="Freeform 65"/>
            <p:cNvSpPr>
              <a:spLocks/>
            </p:cNvSpPr>
            <p:nvPr/>
          </p:nvSpPr>
          <p:spPr bwMode="auto">
            <a:xfrm>
              <a:off x="2688" y="9398"/>
              <a:ext cx="2" cy="582"/>
            </a:xfrm>
            <a:custGeom>
              <a:avLst/>
              <a:gdLst/>
              <a:ahLst/>
              <a:cxnLst>
                <a:cxn ang="0">
                  <a:pos x="0" y="0"/>
                </a:cxn>
                <a:cxn ang="0">
                  <a:pos x="0" y="582"/>
                </a:cxn>
              </a:cxnLst>
              <a:rect l="0" t="0" r="r" b="b"/>
              <a:pathLst>
                <a:path h="582">
                  <a:moveTo>
                    <a:pt x="0" y="0"/>
                  </a:moveTo>
                  <a:lnTo>
                    <a:pt x="0" y="582"/>
                  </a:lnTo>
                </a:path>
              </a:pathLst>
            </a:custGeom>
            <a:noFill/>
            <a:ln w="54610">
              <a:solidFill>
                <a:srgbClr val="8AB72C"/>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90" name="Group 66"/>
          <p:cNvGrpSpPr>
            <a:grpSpLocks/>
          </p:cNvGrpSpPr>
          <p:nvPr/>
        </p:nvGrpSpPr>
        <p:grpSpPr bwMode="auto">
          <a:xfrm>
            <a:off x="6846776" y="1552348"/>
            <a:ext cx="783540" cy="783562"/>
            <a:chOff x="8637" y="4323"/>
            <a:chExt cx="1498" cy="1498"/>
          </a:xfrm>
        </p:grpSpPr>
        <p:sp>
          <p:nvSpPr>
            <p:cNvPr id="1091" name="Freeform 67"/>
            <p:cNvSpPr>
              <a:spLocks/>
            </p:cNvSpPr>
            <p:nvPr/>
          </p:nvSpPr>
          <p:spPr bwMode="auto">
            <a:xfrm>
              <a:off x="8637" y="4323"/>
              <a:ext cx="1498" cy="1498"/>
            </a:xfrm>
            <a:custGeom>
              <a:avLst/>
              <a:gdLst/>
              <a:ahLst/>
              <a:cxnLst>
                <a:cxn ang="0">
                  <a:pos x="1498" y="1499"/>
                </a:cxn>
                <a:cxn ang="0">
                  <a:pos x="0" y="0"/>
                </a:cxn>
              </a:cxnLst>
              <a:rect l="0" t="0" r="r" b="b"/>
              <a:pathLst>
                <a:path w="1498" h="1498">
                  <a:moveTo>
                    <a:pt x="1498" y="1499"/>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092" name="Group 68"/>
          <p:cNvGrpSpPr>
            <a:grpSpLocks/>
          </p:cNvGrpSpPr>
          <p:nvPr/>
        </p:nvGrpSpPr>
        <p:grpSpPr bwMode="auto">
          <a:xfrm>
            <a:off x="7311252" y="2019975"/>
            <a:ext cx="638130" cy="638148"/>
            <a:chOff x="9525" y="5217"/>
            <a:chExt cx="1220" cy="1220"/>
          </a:xfrm>
        </p:grpSpPr>
        <p:sp>
          <p:nvSpPr>
            <p:cNvPr id="1093" name="Freeform 69"/>
            <p:cNvSpPr>
              <a:spLocks/>
            </p:cNvSpPr>
            <p:nvPr/>
          </p:nvSpPr>
          <p:spPr bwMode="auto">
            <a:xfrm>
              <a:off x="9525" y="5217"/>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64918"/>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rPr>
                <a:t>3</a:t>
              </a:r>
              <a:endParaRPr lang="en-US" sz="2880" dirty="0">
                <a:solidFill>
                  <a:prstClr val="white"/>
                </a:solidFill>
                <a:latin typeface="Sosa" pitchFamily="2" charset="0"/>
              </a:endParaRPr>
            </a:p>
          </p:txBody>
        </p:sp>
      </p:grpSp>
      <p:grpSp>
        <p:nvGrpSpPr>
          <p:cNvPr id="1120" name="Group 96"/>
          <p:cNvGrpSpPr>
            <a:grpSpLocks/>
          </p:cNvGrpSpPr>
          <p:nvPr/>
        </p:nvGrpSpPr>
        <p:grpSpPr bwMode="auto">
          <a:xfrm>
            <a:off x="7237409" y="4449423"/>
            <a:ext cx="1046" cy="336858"/>
            <a:chOff x="7452" y="11941"/>
            <a:chExt cx="2" cy="644"/>
          </a:xfrm>
        </p:grpSpPr>
        <p:sp>
          <p:nvSpPr>
            <p:cNvPr id="1121" name="Freeform 97"/>
            <p:cNvSpPr>
              <a:spLocks/>
            </p:cNvSpPr>
            <p:nvPr/>
          </p:nvSpPr>
          <p:spPr bwMode="auto">
            <a:xfrm>
              <a:off x="7452" y="11941"/>
              <a:ext cx="2" cy="644"/>
            </a:xfrm>
            <a:custGeom>
              <a:avLst/>
              <a:gdLst/>
              <a:ahLst/>
              <a:cxnLst>
                <a:cxn ang="0">
                  <a:pos x="0" y="0"/>
                </a:cxn>
                <a:cxn ang="0">
                  <a:pos x="0" y="644"/>
                </a:cxn>
              </a:cxnLst>
              <a:rect l="0" t="0" r="r" b="b"/>
              <a:pathLst>
                <a:path h="644">
                  <a:moveTo>
                    <a:pt x="0" y="0"/>
                  </a:moveTo>
                  <a:lnTo>
                    <a:pt x="0" y="644"/>
                  </a:lnTo>
                </a:path>
              </a:pathLst>
            </a:custGeom>
            <a:noFill/>
            <a:ln w="54623">
              <a:solidFill>
                <a:srgbClr val="EE525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grpSp>
        <p:nvGrpSpPr>
          <p:cNvPr id="1170" name="Group 146"/>
          <p:cNvGrpSpPr>
            <a:grpSpLocks/>
          </p:cNvGrpSpPr>
          <p:nvPr/>
        </p:nvGrpSpPr>
        <p:grpSpPr bwMode="auto">
          <a:xfrm>
            <a:off x="6371750" y="3534570"/>
            <a:ext cx="774126" cy="774146"/>
            <a:chOff x="5797" y="10192"/>
            <a:chExt cx="1480" cy="1480"/>
          </a:xfrm>
        </p:grpSpPr>
        <p:sp>
          <p:nvSpPr>
            <p:cNvPr id="1171" name="Freeform 147"/>
            <p:cNvSpPr>
              <a:spLocks/>
            </p:cNvSpPr>
            <p:nvPr/>
          </p:nvSpPr>
          <p:spPr bwMode="auto">
            <a:xfrm>
              <a:off x="5797" y="10192"/>
              <a:ext cx="1480" cy="1480"/>
            </a:xfrm>
            <a:custGeom>
              <a:avLst/>
              <a:gdLst/>
              <a:ahLst/>
              <a:cxnLst>
                <a:cxn ang="0">
                  <a:pos x="0" y="0"/>
                </a:cxn>
                <a:cxn ang="0">
                  <a:pos x="1480" y="1480"/>
                </a:cxn>
              </a:cxnLst>
              <a:rect l="0" t="0" r="r" b="b"/>
              <a:pathLst>
                <a:path w="1480" h="1480">
                  <a:moveTo>
                    <a:pt x="0" y="0"/>
                  </a:moveTo>
                  <a:lnTo>
                    <a:pt x="1480" y="148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sp>
        <p:nvSpPr>
          <p:cNvPr id="1173" name="Freeform 149"/>
          <p:cNvSpPr>
            <a:spLocks/>
          </p:cNvSpPr>
          <p:nvPr/>
        </p:nvSpPr>
        <p:spPr bwMode="auto">
          <a:xfrm>
            <a:off x="6052684" y="3201373"/>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E5250"/>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fontAlgn="auto">
              <a:spcBef>
                <a:spcPts val="0"/>
              </a:spcBef>
              <a:spcAft>
                <a:spcPts val="0"/>
              </a:spcAft>
            </a:pPr>
            <a:r>
              <a:rPr lang="en-US" sz="2880" dirty="0" smtClean="0">
                <a:solidFill>
                  <a:prstClr val="white"/>
                </a:solidFill>
                <a:latin typeface="Sosa" pitchFamily="2" charset="0"/>
              </a:rPr>
              <a:t>2</a:t>
            </a:r>
            <a:endParaRPr lang="en-US" sz="2880" dirty="0">
              <a:solidFill>
                <a:prstClr val="white"/>
              </a:solidFill>
              <a:latin typeface="Sosa" pitchFamily="2" charset="0"/>
            </a:endParaRPr>
          </a:p>
        </p:txBody>
      </p:sp>
      <p:grpSp>
        <p:nvGrpSpPr>
          <p:cNvPr id="1220" name="Group 196"/>
          <p:cNvGrpSpPr>
            <a:grpSpLocks/>
          </p:cNvGrpSpPr>
          <p:nvPr/>
        </p:nvGrpSpPr>
        <p:grpSpPr bwMode="auto">
          <a:xfrm>
            <a:off x="4271245" y="4098270"/>
            <a:ext cx="788771" cy="788792"/>
            <a:chOff x="2843" y="10122"/>
            <a:chExt cx="1508" cy="1508"/>
          </a:xfrm>
        </p:grpSpPr>
        <p:sp>
          <p:nvSpPr>
            <p:cNvPr id="1221" name="Freeform 197"/>
            <p:cNvSpPr>
              <a:spLocks/>
            </p:cNvSpPr>
            <p:nvPr/>
          </p:nvSpPr>
          <p:spPr bwMode="auto">
            <a:xfrm>
              <a:off x="2843" y="10122"/>
              <a:ext cx="1508" cy="1508"/>
            </a:xfrm>
            <a:custGeom>
              <a:avLst/>
              <a:gdLst/>
              <a:ahLst/>
              <a:cxnLst>
                <a:cxn ang="0">
                  <a:pos x="1508" y="1508"/>
                </a:cxn>
                <a:cxn ang="0">
                  <a:pos x="0" y="0"/>
                </a:cxn>
              </a:cxnLst>
              <a:rect l="0" t="0" r="r" b="b"/>
              <a:pathLst>
                <a:path w="1508" h="1508">
                  <a:moveTo>
                    <a:pt x="1508" y="1508"/>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pPr fontAlgn="auto">
                <a:spcBef>
                  <a:spcPts val="0"/>
                </a:spcBef>
                <a:spcAft>
                  <a:spcPts val="0"/>
                </a:spcAft>
              </a:pPr>
              <a:endParaRPr lang="en-US" sz="2160">
                <a:solidFill>
                  <a:prstClr val="black"/>
                </a:solidFill>
                <a:latin typeface="Open Sans Light"/>
              </a:endParaRPr>
            </a:p>
          </p:txBody>
        </p:sp>
      </p:grpSp>
      <p:sp>
        <p:nvSpPr>
          <p:cNvPr id="1223" name="Freeform 199"/>
          <p:cNvSpPr>
            <a:spLocks/>
          </p:cNvSpPr>
          <p:nvPr/>
        </p:nvSpPr>
        <p:spPr bwMode="auto">
          <a:xfrm>
            <a:off x="4740950" y="4558049"/>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8AB72C"/>
          </a:solidFill>
          <a:ln w="28575">
            <a:solidFill>
              <a:schemeClr val="bg1"/>
            </a:solidFill>
            <a:round/>
            <a:headEnd/>
            <a:tailEnd/>
          </a:ln>
        </p:spPr>
        <p:txBody>
          <a:bodyPr vert="horz" wrap="square" lIns="109728" tIns="54864" rIns="109728" bIns="54864" numCol="1" anchor="ctr" anchorCtr="0" compatLnSpc="1">
            <a:prstTxWarp prst="textNoShape">
              <a:avLst/>
            </a:prstTxWarp>
          </a:bodyPr>
          <a:lstStyle/>
          <a:p>
            <a:pPr algn="ctr" fontAlgn="auto">
              <a:spcBef>
                <a:spcPts val="0"/>
              </a:spcBef>
              <a:spcAft>
                <a:spcPts val="0"/>
              </a:spcAft>
            </a:pPr>
            <a:r>
              <a:rPr lang="en-US" sz="2880" dirty="0" smtClean="0">
                <a:solidFill>
                  <a:prstClr val="white"/>
                </a:solidFill>
                <a:latin typeface="Sosa" pitchFamily="2" charset="0"/>
              </a:rPr>
              <a:t>1</a:t>
            </a:r>
            <a:endParaRPr lang="en-US" sz="2880" dirty="0">
              <a:solidFill>
                <a:prstClr val="white"/>
              </a:solidFill>
              <a:latin typeface="Sosa" pitchFamily="2" charset="0"/>
            </a:endParaRPr>
          </a:p>
        </p:txBody>
      </p:sp>
      <p:sp>
        <p:nvSpPr>
          <p:cNvPr id="50" name="TextBox 49"/>
          <p:cNvSpPr txBox="1"/>
          <p:nvPr/>
        </p:nvSpPr>
        <p:spPr>
          <a:xfrm>
            <a:off x="427787" y="3520447"/>
            <a:ext cx="3707596" cy="1815882"/>
          </a:xfrm>
          <a:prstGeom prst="rect">
            <a:avLst/>
          </a:prstGeom>
          <a:noFill/>
        </p:spPr>
        <p:txBody>
          <a:bodyPr wrap="square" rtlCol="0">
            <a:spAutoFit/>
          </a:bodyPr>
          <a:lstStyle/>
          <a:p>
            <a:pPr algn="ctr" rtl="1" fontAlgn="auto">
              <a:spcBef>
                <a:spcPts val="0"/>
              </a:spcBef>
              <a:spcAft>
                <a:spcPts val="0"/>
              </a:spcAft>
            </a:pPr>
            <a:r>
              <a:rPr lang="ar-JO" sz="2800" b="1" dirty="0"/>
              <a:t>قدرة هذه البرامج محدودة</a:t>
            </a:r>
            <a:r>
              <a:rPr lang="en-US" sz="2800" dirty="0"/>
              <a:t> </a:t>
            </a:r>
            <a:r>
              <a:rPr lang="ar-JO" sz="2800" b="1" dirty="0"/>
              <a:t>على تقييم أداء المتعلم حيث يجيب المتعلم على التمارين من خلال الاختيار من</a:t>
            </a:r>
            <a:r>
              <a:rPr lang="en-US" sz="2800" dirty="0"/>
              <a:t> </a:t>
            </a:r>
            <a:r>
              <a:rPr lang="ar-JO" sz="2800" b="1" dirty="0"/>
              <a:t>متعدد</a:t>
            </a:r>
            <a:endParaRPr lang="en-US" sz="2800" b="1" dirty="0">
              <a:solidFill>
                <a:prstClr val="black"/>
              </a:solidFill>
              <a:latin typeface="Open Sans" pitchFamily="34" charset="0"/>
              <a:ea typeface="Open Sans" pitchFamily="34" charset="0"/>
              <a:cs typeface="Open Sans" pitchFamily="34" charset="0"/>
            </a:endParaRPr>
          </a:p>
        </p:txBody>
      </p:sp>
      <p:sp>
        <p:nvSpPr>
          <p:cNvPr id="52" name="TextBox 51"/>
          <p:cNvSpPr txBox="1"/>
          <p:nvPr/>
        </p:nvSpPr>
        <p:spPr>
          <a:xfrm>
            <a:off x="7076075" y="4264194"/>
            <a:ext cx="3524215" cy="1384995"/>
          </a:xfrm>
          <a:prstGeom prst="rect">
            <a:avLst/>
          </a:prstGeom>
          <a:noFill/>
        </p:spPr>
        <p:txBody>
          <a:bodyPr wrap="square" rtlCol="0">
            <a:spAutoFit/>
          </a:bodyPr>
          <a:lstStyle/>
          <a:p>
            <a:pPr algn="ctr" rtl="1" fontAlgn="auto">
              <a:spcBef>
                <a:spcPts val="0"/>
              </a:spcBef>
              <a:spcAft>
                <a:spcPts val="0"/>
              </a:spcAft>
            </a:pPr>
            <a:r>
              <a:rPr lang="ar-JO" sz="2800" b="1" dirty="0"/>
              <a:t>لا يساعد هذا النمط على تنمية مهارات الإبداع والابتكار لدى</a:t>
            </a:r>
            <a:r>
              <a:rPr lang="en-US" sz="2800" dirty="0"/>
              <a:t> </a:t>
            </a:r>
            <a:r>
              <a:rPr lang="ar-JO" sz="2800" b="1" dirty="0"/>
              <a:t>المتعلم</a:t>
            </a:r>
            <a:endParaRPr lang="en-US" sz="2800" b="1" dirty="0">
              <a:solidFill>
                <a:prstClr val="black"/>
              </a:solidFill>
              <a:latin typeface="Open Sans" pitchFamily="34" charset="0"/>
              <a:ea typeface="Open Sans" pitchFamily="34" charset="0"/>
              <a:cs typeface="Open Sans" pitchFamily="34" charset="0"/>
            </a:endParaRPr>
          </a:p>
        </p:txBody>
      </p:sp>
      <p:sp>
        <p:nvSpPr>
          <p:cNvPr id="55" name="TextBox 54"/>
          <p:cNvSpPr txBox="1"/>
          <p:nvPr/>
        </p:nvSpPr>
        <p:spPr>
          <a:xfrm>
            <a:off x="2759105" y="672895"/>
            <a:ext cx="3942555" cy="1384995"/>
          </a:xfrm>
          <a:prstGeom prst="rect">
            <a:avLst/>
          </a:prstGeom>
          <a:noFill/>
        </p:spPr>
        <p:txBody>
          <a:bodyPr wrap="square" rtlCol="0">
            <a:spAutoFit/>
          </a:bodyPr>
          <a:lstStyle/>
          <a:p>
            <a:pPr algn="ctr" rtl="1" fontAlgn="auto">
              <a:spcBef>
                <a:spcPts val="0"/>
              </a:spcBef>
              <a:spcAft>
                <a:spcPts val="0"/>
              </a:spcAft>
            </a:pPr>
            <a:r>
              <a:rPr lang="en-US" sz="2800" dirty="0"/>
              <a:t> </a:t>
            </a:r>
            <a:r>
              <a:rPr lang="ar-JO" sz="2800" b="1" dirty="0"/>
              <a:t>المعلم القائم على الاستجابة لحاجات المتعلمين لم يتدرب على كيفية</a:t>
            </a:r>
            <a:r>
              <a:rPr lang="en-US" sz="2800" dirty="0"/>
              <a:t> </a:t>
            </a:r>
            <a:r>
              <a:rPr lang="ar-JO" sz="2800" b="1" dirty="0"/>
              <a:t>الاستجابة بطريقة تربوية</a:t>
            </a:r>
            <a:endParaRPr lang="en-US" sz="2800" b="1" dirty="0">
              <a:solidFill>
                <a:prstClr val="black"/>
              </a:solidFill>
              <a:latin typeface="Open Sans" pitchFamily="34" charset="0"/>
              <a:ea typeface="Open Sans" pitchFamily="34" charset="0"/>
              <a:cs typeface="Open Sans" pitchFamily="34" charset="0"/>
            </a:endParaRPr>
          </a:p>
        </p:txBody>
      </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034649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250"/>
                                  </p:stCondLst>
                                  <p:childTnLst>
                                    <p:set>
                                      <p:cBhvr>
                                        <p:cTn id="6" dur="1" fill="hold">
                                          <p:stCondLst>
                                            <p:cond delay="0"/>
                                          </p:stCondLst>
                                        </p:cTn>
                                        <p:tgtEl>
                                          <p:spTgt spid="1223"/>
                                        </p:tgtEl>
                                        <p:attrNameLst>
                                          <p:attrName>style.visibility</p:attrName>
                                        </p:attrNameLst>
                                      </p:cBhvr>
                                      <p:to>
                                        <p:strVal val="visible"/>
                                      </p:to>
                                    </p:set>
                                  </p:childTnLst>
                                </p:cTn>
                              </p:par>
                            </p:childTnLst>
                          </p:cTn>
                        </p:par>
                        <p:par>
                          <p:cTn id="7" fill="hold">
                            <p:stCondLst>
                              <p:cond delay="250"/>
                            </p:stCondLst>
                            <p:childTnLst>
                              <p:par>
                                <p:cTn id="8" presetID="1" presetClass="entr" presetSubtype="0" fill="hold" nodeType="afterEffect">
                                  <p:stCondLst>
                                    <p:cond delay="250"/>
                                  </p:stCondLst>
                                  <p:childTnLst>
                                    <p:set>
                                      <p:cBhvr>
                                        <p:cTn id="9" dur="1" fill="hold">
                                          <p:stCondLst>
                                            <p:cond delay="0"/>
                                          </p:stCondLst>
                                        </p:cTn>
                                        <p:tgtEl>
                                          <p:spTgt spid="1220"/>
                                        </p:tgtEl>
                                        <p:attrNameLst>
                                          <p:attrName>style.visibility</p:attrName>
                                        </p:attrNameLst>
                                      </p:cBhvr>
                                      <p:to>
                                        <p:strVal val="visible"/>
                                      </p:to>
                                    </p:set>
                                  </p:childTnLst>
                                </p:cTn>
                              </p:par>
                            </p:childTnLst>
                          </p:cTn>
                        </p:par>
                        <p:par>
                          <p:cTn id="10" fill="hold">
                            <p:stCondLst>
                              <p:cond delay="500"/>
                            </p:stCondLst>
                            <p:childTnLst>
                              <p:par>
                                <p:cTn id="11" presetID="1" presetClass="entr" presetSubtype="0" fill="hold" nodeType="afterEffect">
                                  <p:stCondLst>
                                    <p:cond delay="250"/>
                                  </p:stCondLst>
                                  <p:childTnLst>
                                    <p:set>
                                      <p:cBhvr>
                                        <p:cTn id="12" dur="1" fill="hold">
                                          <p:stCondLst>
                                            <p:cond delay="0"/>
                                          </p:stCondLst>
                                        </p:cTn>
                                        <p:tgtEl>
                                          <p:spTgt spid="1088"/>
                                        </p:tgtEl>
                                        <p:attrNameLst>
                                          <p:attrName>style.visibility</p:attrName>
                                        </p:attrNameLst>
                                      </p:cBhvr>
                                      <p:to>
                                        <p:strVal val="visible"/>
                                      </p:to>
                                    </p:set>
                                  </p:childTnLst>
                                </p:cTn>
                              </p:par>
                            </p:childTnLst>
                          </p:cTn>
                        </p:par>
                        <p:par>
                          <p:cTn id="13" fill="hold">
                            <p:stCondLst>
                              <p:cond delay="750"/>
                            </p:stCondLst>
                            <p:childTnLst>
                              <p:par>
                                <p:cTn id="14" presetID="1" presetClass="entr" presetSubtype="0" fill="hold" grpId="0" nodeType="afterEffect">
                                  <p:stCondLst>
                                    <p:cond delay="250"/>
                                  </p:stCondLst>
                                  <p:childTnLst>
                                    <p:set>
                                      <p:cBhvr>
                                        <p:cTn id="15" dur="1" fill="hold">
                                          <p:stCondLst>
                                            <p:cond delay="0"/>
                                          </p:stCondLst>
                                        </p:cTn>
                                        <p:tgtEl>
                                          <p:spTgt spid="50"/>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grpId="0" nodeType="afterEffect">
                                  <p:stCondLst>
                                    <p:cond delay="250"/>
                                  </p:stCondLst>
                                  <p:childTnLst>
                                    <p:set>
                                      <p:cBhvr>
                                        <p:cTn id="18" dur="1" fill="hold">
                                          <p:stCondLst>
                                            <p:cond delay="0"/>
                                          </p:stCondLst>
                                        </p:cTn>
                                        <p:tgtEl>
                                          <p:spTgt spid="1173"/>
                                        </p:tgtEl>
                                        <p:attrNameLst>
                                          <p:attrName>style.visibility</p:attrName>
                                        </p:attrNameLst>
                                      </p:cBhvr>
                                      <p:to>
                                        <p:strVal val="visible"/>
                                      </p:to>
                                    </p:set>
                                  </p:childTnLst>
                                </p:cTn>
                              </p:par>
                            </p:childTnLst>
                          </p:cTn>
                        </p:par>
                        <p:par>
                          <p:cTn id="19" fill="hold">
                            <p:stCondLst>
                              <p:cond delay="1250"/>
                            </p:stCondLst>
                            <p:childTnLst>
                              <p:par>
                                <p:cTn id="20" presetID="1" presetClass="entr" presetSubtype="0" fill="hold" nodeType="afterEffect">
                                  <p:stCondLst>
                                    <p:cond delay="250"/>
                                  </p:stCondLst>
                                  <p:childTnLst>
                                    <p:set>
                                      <p:cBhvr>
                                        <p:cTn id="21" dur="1" fill="hold">
                                          <p:stCondLst>
                                            <p:cond delay="0"/>
                                          </p:stCondLst>
                                        </p:cTn>
                                        <p:tgtEl>
                                          <p:spTgt spid="1170"/>
                                        </p:tgtEl>
                                        <p:attrNameLst>
                                          <p:attrName>style.visibility</p:attrName>
                                        </p:attrNameLst>
                                      </p:cBhvr>
                                      <p:to>
                                        <p:strVal val="visible"/>
                                      </p:to>
                                    </p:set>
                                  </p:childTnLst>
                                </p:cTn>
                              </p:par>
                            </p:childTnLst>
                          </p:cTn>
                        </p:par>
                        <p:par>
                          <p:cTn id="22" fill="hold">
                            <p:stCondLst>
                              <p:cond delay="1500"/>
                            </p:stCondLst>
                            <p:childTnLst>
                              <p:par>
                                <p:cTn id="23" presetID="1" presetClass="entr" presetSubtype="0" fill="hold" nodeType="afterEffect">
                                  <p:stCondLst>
                                    <p:cond delay="250"/>
                                  </p:stCondLst>
                                  <p:childTnLst>
                                    <p:set>
                                      <p:cBhvr>
                                        <p:cTn id="24" dur="1" fill="hold">
                                          <p:stCondLst>
                                            <p:cond delay="0"/>
                                          </p:stCondLst>
                                        </p:cTn>
                                        <p:tgtEl>
                                          <p:spTgt spid="1120"/>
                                        </p:tgtEl>
                                        <p:attrNameLst>
                                          <p:attrName>style.visibility</p:attrName>
                                        </p:attrNameLst>
                                      </p:cBhvr>
                                      <p:to>
                                        <p:strVal val="visible"/>
                                      </p:to>
                                    </p:set>
                                  </p:childTnLst>
                                </p:cTn>
                              </p:par>
                            </p:childTnLst>
                          </p:cTn>
                        </p:par>
                        <p:par>
                          <p:cTn id="25" fill="hold">
                            <p:stCondLst>
                              <p:cond delay="1750"/>
                            </p:stCondLst>
                            <p:childTnLst>
                              <p:par>
                                <p:cTn id="26" presetID="1" presetClass="entr" presetSubtype="0" fill="hold" grpId="0" nodeType="afterEffect">
                                  <p:stCondLst>
                                    <p:cond delay="250"/>
                                  </p:stCondLst>
                                  <p:childTnLst>
                                    <p:set>
                                      <p:cBhvr>
                                        <p:cTn id="27" dur="1" fill="hold">
                                          <p:stCondLst>
                                            <p:cond delay="0"/>
                                          </p:stCondLst>
                                        </p:cTn>
                                        <p:tgtEl>
                                          <p:spTgt spid="52"/>
                                        </p:tgtEl>
                                        <p:attrNameLst>
                                          <p:attrName>style.visibility</p:attrName>
                                        </p:attrNameLst>
                                      </p:cBhvr>
                                      <p:to>
                                        <p:strVal val="visible"/>
                                      </p:to>
                                    </p:set>
                                  </p:childTnLst>
                                </p:cTn>
                              </p:par>
                            </p:childTnLst>
                          </p:cTn>
                        </p:par>
                        <p:par>
                          <p:cTn id="28" fill="hold">
                            <p:stCondLst>
                              <p:cond delay="2000"/>
                            </p:stCondLst>
                            <p:childTnLst>
                              <p:par>
                                <p:cTn id="29" presetID="1" presetClass="entr" presetSubtype="0" fill="hold" nodeType="afterEffect">
                                  <p:stCondLst>
                                    <p:cond delay="250"/>
                                  </p:stCondLst>
                                  <p:childTnLst>
                                    <p:set>
                                      <p:cBhvr>
                                        <p:cTn id="30" dur="1" fill="hold">
                                          <p:stCondLst>
                                            <p:cond delay="0"/>
                                          </p:stCondLst>
                                        </p:cTn>
                                        <p:tgtEl>
                                          <p:spTgt spid="1092"/>
                                        </p:tgtEl>
                                        <p:attrNameLst>
                                          <p:attrName>style.visibility</p:attrName>
                                        </p:attrNameLst>
                                      </p:cBhvr>
                                      <p:to>
                                        <p:strVal val="visible"/>
                                      </p:to>
                                    </p:set>
                                  </p:childTnLst>
                                </p:cTn>
                              </p:par>
                            </p:childTnLst>
                          </p:cTn>
                        </p:par>
                        <p:par>
                          <p:cTn id="31" fill="hold">
                            <p:stCondLst>
                              <p:cond delay="2250"/>
                            </p:stCondLst>
                            <p:childTnLst>
                              <p:par>
                                <p:cTn id="32" presetID="1" presetClass="entr" presetSubtype="0" fill="hold" nodeType="afterEffect">
                                  <p:stCondLst>
                                    <p:cond delay="250"/>
                                  </p:stCondLst>
                                  <p:childTnLst>
                                    <p:set>
                                      <p:cBhvr>
                                        <p:cTn id="33" dur="1" fill="hold">
                                          <p:stCondLst>
                                            <p:cond delay="0"/>
                                          </p:stCondLst>
                                        </p:cTn>
                                        <p:tgtEl>
                                          <p:spTgt spid="1090"/>
                                        </p:tgtEl>
                                        <p:attrNameLst>
                                          <p:attrName>style.visibility</p:attrName>
                                        </p:attrNameLst>
                                      </p:cBhvr>
                                      <p:to>
                                        <p:strVal val="visible"/>
                                      </p:to>
                                    </p:set>
                                  </p:childTnLst>
                                </p:cTn>
                              </p:par>
                            </p:childTnLst>
                          </p:cTn>
                        </p:par>
                        <p:par>
                          <p:cTn id="34" fill="hold">
                            <p:stCondLst>
                              <p:cond delay="2500"/>
                            </p:stCondLst>
                            <p:childTnLst>
                              <p:par>
                                <p:cTn id="35" presetID="1" presetClass="entr" presetSubtype="0" fill="hold" nodeType="afterEffect">
                                  <p:stCondLst>
                                    <p:cond delay="250"/>
                                  </p:stCondLst>
                                  <p:childTnLst>
                                    <p:set>
                                      <p:cBhvr>
                                        <p:cTn id="36" dur="1" fill="hold">
                                          <p:stCondLst>
                                            <p:cond delay="0"/>
                                          </p:stCondLst>
                                        </p:cTn>
                                        <p:tgtEl>
                                          <p:spTgt spid="1084"/>
                                        </p:tgtEl>
                                        <p:attrNameLst>
                                          <p:attrName>style.visibility</p:attrName>
                                        </p:attrNameLst>
                                      </p:cBhvr>
                                      <p:to>
                                        <p:strVal val="visible"/>
                                      </p:to>
                                    </p:set>
                                  </p:childTnLst>
                                </p:cTn>
                              </p:par>
                            </p:childTnLst>
                          </p:cTn>
                        </p:par>
                        <p:par>
                          <p:cTn id="37" fill="hold">
                            <p:stCondLst>
                              <p:cond delay="2750"/>
                            </p:stCondLst>
                            <p:childTnLst>
                              <p:par>
                                <p:cTn id="38" presetID="1" presetClass="entr" presetSubtype="0" fill="hold" grpId="0" nodeType="afterEffect">
                                  <p:stCondLst>
                                    <p:cond delay="250"/>
                                  </p:stCondLst>
                                  <p:childTnLst>
                                    <p:set>
                                      <p:cBhvr>
                                        <p:cTn id="39"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3" grpId="0" animBg="1"/>
      <p:bldP spid="1223" grpId="0" animBg="1"/>
      <p:bldP spid="50" grpId="0"/>
      <p:bldP spid="52" grpId="0"/>
      <p:bldP spid="55"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 name="Group 173"/>
          <p:cNvGrpSpPr/>
          <p:nvPr/>
        </p:nvGrpSpPr>
        <p:grpSpPr>
          <a:xfrm>
            <a:off x="838200" y="2361534"/>
            <a:ext cx="5963027" cy="4074851"/>
            <a:chOff x="582425" y="2159094"/>
            <a:chExt cx="5963026" cy="4074850"/>
          </a:xfrm>
        </p:grpSpPr>
        <p:sp>
          <p:nvSpPr>
            <p:cNvPr id="175" name="Freeform 16"/>
            <p:cNvSpPr>
              <a:spLocks/>
            </p:cNvSpPr>
            <p:nvPr/>
          </p:nvSpPr>
          <p:spPr bwMode="auto">
            <a:xfrm>
              <a:off x="582425" y="4563957"/>
              <a:ext cx="3921089" cy="1669987"/>
            </a:xfrm>
            <a:custGeom>
              <a:avLst/>
              <a:gdLst>
                <a:gd name="T0" fmla="*/ 0 w 3421"/>
                <a:gd name="T1" fmla="*/ 398 h 1457"/>
                <a:gd name="T2" fmla="*/ 1644 w 3421"/>
                <a:gd name="T3" fmla="*/ 1457 h 1457"/>
                <a:gd name="T4" fmla="*/ 3421 w 3421"/>
                <a:gd name="T5" fmla="*/ 987 h 1457"/>
                <a:gd name="T6" fmla="*/ 1789 w 3421"/>
                <a:gd name="T7" fmla="*/ 0 h 1457"/>
                <a:gd name="T8" fmla="*/ 0 w 3421"/>
                <a:gd name="T9" fmla="*/ 398 h 1457"/>
              </a:gdLst>
              <a:ahLst/>
              <a:cxnLst>
                <a:cxn ang="0">
                  <a:pos x="T0" y="T1"/>
                </a:cxn>
                <a:cxn ang="0">
                  <a:pos x="T2" y="T3"/>
                </a:cxn>
                <a:cxn ang="0">
                  <a:pos x="T4" y="T5"/>
                </a:cxn>
                <a:cxn ang="0">
                  <a:pos x="T6" y="T7"/>
                </a:cxn>
                <a:cxn ang="0">
                  <a:pos x="T8" y="T9"/>
                </a:cxn>
              </a:cxnLst>
              <a:rect l="0" t="0" r="r" b="b"/>
              <a:pathLst>
                <a:path w="3421" h="1457">
                  <a:moveTo>
                    <a:pt x="0" y="398"/>
                  </a:moveTo>
                  <a:lnTo>
                    <a:pt x="1644" y="1457"/>
                  </a:lnTo>
                  <a:lnTo>
                    <a:pt x="3421" y="987"/>
                  </a:lnTo>
                  <a:lnTo>
                    <a:pt x="1789" y="0"/>
                  </a:lnTo>
                  <a:lnTo>
                    <a:pt x="0" y="398"/>
                  </a:lnTo>
                  <a:close/>
                </a:path>
              </a:pathLst>
            </a:custGeom>
            <a:solidFill>
              <a:srgbClr val="CFBEAF"/>
            </a:solidFill>
            <a:ln>
              <a:noFill/>
            </a:ln>
            <a:effectLst>
              <a:glow rad="939800">
                <a:sysClr val="window" lastClr="FFFFFF">
                  <a:lumMod val="85000"/>
                  <a:alpha val="52000"/>
                </a:sysClr>
              </a:glo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76" name="Group 175"/>
            <p:cNvGrpSpPr/>
            <p:nvPr/>
          </p:nvGrpSpPr>
          <p:grpSpPr>
            <a:xfrm>
              <a:off x="582425" y="4188009"/>
              <a:ext cx="3921089" cy="2045935"/>
              <a:chOff x="582425" y="4188009"/>
              <a:chExt cx="3921089" cy="2045935"/>
            </a:xfrm>
          </p:grpSpPr>
          <p:sp>
            <p:nvSpPr>
              <p:cNvPr id="201" name="Freeform 17"/>
              <p:cNvSpPr>
                <a:spLocks/>
              </p:cNvSpPr>
              <p:nvPr/>
            </p:nvSpPr>
            <p:spPr bwMode="auto">
              <a:xfrm>
                <a:off x="582425" y="4644189"/>
                <a:ext cx="1884323" cy="1589755"/>
              </a:xfrm>
              <a:custGeom>
                <a:avLst/>
                <a:gdLst>
                  <a:gd name="T0" fmla="*/ 0 w 1644"/>
                  <a:gd name="T1" fmla="*/ 0 h 1387"/>
                  <a:gd name="T2" fmla="*/ 0 w 1644"/>
                  <a:gd name="T3" fmla="*/ 328 h 1387"/>
                  <a:gd name="T4" fmla="*/ 1644 w 1644"/>
                  <a:gd name="T5" fmla="*/ 1387 h 1387"/>
                  <a:gd name="T6" fmla="*/ 1644 w 1644"/>
                  <a:gd name="T7" fmla="*/ 1057 h 1387"/>
                  <a:gd name="T8" fmla="*/ 0 w 1644"/>
                  <a:gd name="T9" fmla="*/ 0 h 1387"/>
                </a:gdLst>
                <a:ahLst/>
                <a:cxnLst>
                  <a:cxn ang="0">
                    <a:pos x="T0" y="T1"/>
                  </a:cxn>
                  <a:cxn ang="0">
                    <a:pos x="T2" y="T3"/>
                  </a:cxn>
                  <a:cxn ang="0">
                    <a:pos x="T4" y="T5"/>
                  </a:cxn>
                  <a:cxn ang="0">
                    <a:pos x="T6" y="T7"/>
                  </a:cxn>
                  <a:cxn ang="0">
                    <a:pos x="T8" y="T9"/>
                  </a:cxn>
                </a:cxnLst>
                <a:rect l="0" t="0" r="r" b="b"/>
                <a:pathLst>
                  <a:path w="1644" h="1387">
                    <a:moveTo>
                      <a:pt x="0" y="0"/>
                    </a:moveTo>
                    <a:lnTo>
                      <a:pt x="0" y="328"/>
                    </a:lnTo>
                    <a:lnTo>
                      <a:pt x="1644" y="1387"/>
                    </a:lnTo>
                    <a:lnTo>
                      <a:pt x="1644" y="1057"/>
                    </a:lnTo>
                    <a:lnTo>
                      <a:pt x="0" y="0"/>
                    </a:lnTo>
                    <a:close/>
                  </a:path>
                </a:pathLst>
              </a:custGeom>
              <a:solidFill>
                <a:srgbClr val="C0392B">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2" name="Freeform 18"/>
              <p:cNvSpPr>
                <a:spLocks/>
              </p:cNvSpPr>
              <p:nvPr/>
            </p:nvSpPr>
            <p:spPr bwMode="auto">
              <a:xfrm>
                <a:off x="2466748" y="5342214"/>
                <a:ext cx="1923294" cy="848175"/>
              </a:xfrm>
              <a:custGeom>
                <a:avLst/>
                <a:gdLst>
                  <a:gd name="T0" fmla="*/ 1678 w 1678"/>
                  <a:gd name="T1" fmla="*/ 287 h 740"/>
                  <a:gd name="T2" fmla="*/ 1678 w 1678"/>
                  <a:gd name="T3" fmla="*/ 0 h 740"/>
                  <a:gd name="T4" fmla="*/ 0 w 1678"/>
                  <a:gd name="T5" fmla="*/ 448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48"/>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3" name="Freeform 19"/>
              <p:cNvSpPr>
                <a:spLocks/>
              </p:cNvSpPr>
              <p:nvPr/>
            </p:nvSpPr>
            <p:spPr bwMode="auto">
              <a:xfrm>
                <a:off x="582425" y="4188009"/>
                <a:ext cx="3921089" cy="1667695"/>
              </a:xfrm>
              <a:custGeom>
                <a:avLst/>
                <a:gdLst>
                  <a:gd name="T0" fmla="*/ 0 w 3421"/>
                  <a:gd name="T1" fmla="*/ 398 h 1455"/>
                  <a:gd name="T2" fmla="*/ 1644 w 3421"/>
                  <a:gd name="T3" fmla="*/ 1455 h 1455"/>
                  <a:gd name="T4" fmla="*/ 3421 w 3421"/>
                  <a:gd name="T5" fmla="*/ 987 h 1455"/>
                  <a:gd name="T6" fmla="*/ 1789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7"/>
                    </a:lnTo>
                    <a:lnTo>
                      <a:pt x="1789" y="0"/>
                    </a:lnTo>
                    <a:lnTo>
                      <a:pt x="0" y="398"/>
                    </a:lnTo>
                    <a:close/>
                  </a:path>
                </a:pathLst>
              </a:custGeom>
              <a:solidFill>
                <a:srgbClr val="C039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nvGrpSpPr>
            <p:cNvPr id="177" name="Group 176"/>
            <p:cNvGrpSpPr/>
            <p:nvPr/>
          </p:nvGrpSpPr>
          <p:grpSpPr>
            <a:xfrm>
              <a:off x="1167737" y="3651022"/>
              <a:ext cx="3921089" cy="2043643"/>
              <a:chOff x="870117" y="3893440"/>
              <a:chExt cx="3921089" cy="2043643"/>
            </a:xfrm>
          </p:grpSpPr>
          <p:sp>
            <p:nvSpPr>
              <p:cNvPr id="196" name="Freeform 20"/>
              <p:cNvSpPr>
                <a:spLocks/>
              </p:cNvSpPr>
              <p:nvPr/>
            </p:nvSpPr>
            <p:spPr bwMode="auto">
              <a:xfrm>
                <a:off x="870117" y="4269388"/>
                <a:ext cx="3921089" cy="1667695"/>
              </a:xfrm>
              <a:custGeom>
                <a:avLst/>
                <a:gdLst>
                  <a:gd name="T0" fmla="*/ 0 w 3421"/>
                  <a:gd name="T1" fmla="*/ 398 h 1455"/>
                  <a:gd name="T2" fmla="*/ 1644 w 3421"/>
                  <a:gd name="T3" fmla="*/ 1455 h 1455"/>
                  <a:gd name="T4" fmla="*/ 3421 w 3421"/>
                  <a:gd name="T5" fmla="*/ 986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6"/>
                    </a:lnTo>
                    <a:lnTo>
                      <a:pt x="1788"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97" name="Group 196"/>
              <p:cNvGrpSpPr/>
              <p:nvPr/>
            </p:nvGrpSpPr>
            <p:grpSpPr>
              <a:xfrm>
                <a:off x="870117" y="3893440"/>
                <a:ext cx="3921089" cy="2043643"/>
                <a:chOff x="870117" y="3893440"/>
                <a:chExt cx="3921089" cy="2043643"/>
              </a:xfrm>
            </p:grpSpPr>
            <p:sp>
              <p:nvSpPr>
                <p:cNvPr id="198" name="Freeform 21"/>
                <p:cNvSpPr>
                  <a:spLocks/>
                </p:cNvSpPr>
                <p:nvPr/>
              </p:nvSpPr>
              <p:spPr bwMode="auto">
                <a:xfrm>
                  <a:off x="870117" y="4349621"/>
                  <a:ext cx="1884323" cy="1587462"/>
                </a:xfrm>
                <a:custGeom>
                  <a:avLst/>
                  <a:gdLst>
                    <a:gd name="T0" fmla="*/ 0 w 1644"/>
                    <a:gd name="T1" fmla="*/ 0 h 1385"/>
                    <a:gd name="T2" fmla="*/ 0 w 1644"/>
                    <a:gd name="T3" fmla="*/ 328 h 1385"/>
                    <a:gd name="T4" fmla="*/ 1644 w 1644"/>
                    <a:gd name="T5" fmla="*/ 1385 h 1385"/>
                    <a:gd name="T6" fmla="*/ 1644 w 1644"/>
                    <a:gd name="T7" fmla="*/ 1057 h 1385"/>
                    <a:gd name="T8" fmla="*/ 0 w 1644"/>
                    <a:gd name="T9" fmla="*/ 0 h 1385"/>
                  </a:gdLst>
                  <a:ahLst/>
                  <a:cxnLst>
                    <a:cxn ang="0">
                      <a:pos x="T0" y="T1"/>
                    </a:cxn>
                    <a:cxn ang="0">
                      <a:pos x="T2" y="T3"/>
                    </a:cxn>
                    <a:cxn ang="0">
                      <a:pos x="T4" y="T5"/>
                    </a:cxn>
                    <a:cxn ang="0">
                      <a:pos x="T6" y="T7"/>
                    </a:cxn>
                    <a:cxn ang="0">
                      <a:pos x="T8" y="T9"/>
                    </a:cxn>
                  </a:cxnLst>
                  <a:rect l="0" t="0" r="r" b="b"/>
                  <a:pathLst>
                    <a:path w="1644" h="1385">
                      <a:moveTo>
                        <a:pt x="0" y="0"/>
                      </a:moveTo>
                      <a:lnTo>
                        <a:pt x="0" y="328"/>
                      </a:lnTo>
                      <a:lnTo>
                        <a:pt x="1644" y="1385"/>
                      </a:lnTo>
                      <a:lnTo>
                        <a:pt x="1644" y="1057"/>
                      </a:lnTo>
                      <a:lnTo>
                        <a:pt x="0" y="0"/>
                      </a:lnTo>
                      <a:close/>
                    </a:path>
                  </a:pathLst>
                </a:custGeom>
                <a:solidFill>
                  <a:srgbClr val="4B2C50">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9" name="Freeform 22"/>
                <p:cNvSpPr>
                  <a:spLocks/>
                </p:cNvSpPr>
                <p:nvPr/>
              </p:nvSpPr>
              <p:spPr bwMode="auto">
                <a:xfrm>
                  <a:off x="2754440" y="5045353"/>
                  <a:ext cx="1922147" cy="848175"/>
                </a:xfrm>
                <a:custGeom>
                  <a:avLst/>
                  <a:gdLst>
                    <a:gd name="T0" fmla="*/ 1677 w 1677"/>
                    <a:gd name="T1" fmla="*/ 287 h 740"/>
                    <a:gd name="T2" fmla="*/ 1677 w 1677"/>
                    <a:gd name="T3" fmla="*/ 0 h 740"/>
                    <a:gd name="T4" fmla="*/ 0 w 1677"/>
                    <a:gd name="T5" fmla="*/ 450 h 740"/>
                    <a:gd name="T6" fmla="*/ 0 w 1677"/>
                    <a:gd name="T7" fmla="*/ 740 h 740"/>
                    <a:gd name="T8" fmla="*/ 1677 w 1677"/>
                    <a:gd name="T9" fmla="*/ 287 h 740"/>
                  </a:gdLst>
                  <a:ahLst/>
                  <a:cxnLst>
                    <a:cxn ang="0">
                      <a:pos x="T0" y="T1"/>
                    </a:cxn>
                    <a:cxn ang="0">
                      <a:pos x="T2" y="T3"/>
                    </a:cxn>
                    <a:cxn ang="0">
                      <a:pos x="T4" y="T5"/>
                    </a:cxn>
                    <a:cxn ang="0">
                      <a:pos x="T6" y="T7"/>
                    </a:cxn>
                    <a:cxn ang="0">
                      <a:pos x="T8" y="T9"/>
                    </a:cxn>
                  </a:cxnLst>
                  <a:rect l="0" t="0" r="r" b="b"/>
                  <a:pathLst>
                    <a:path w="1677" h="740">
                      <a:moveTo>
                        <a:pt x="1677" y="287"/>
                      </a:moveTo>
                      <a:lnTo>
                        <a:pt x="1677" y="0"/>
                      </a:lnTo>
                      <a:lnTo>
                        <a:pt x="0" y="450"/>
                      </a:lnTo>
                      <a:lnTo>
                        <a:pt x="0" y="740"/>
                      </a:lnTo>
                      <a:lnTo>
                        <a:pt x="1677"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200" name="Freeform 23"/>
                <p:cNvSpPr>
                  <a:spLocks/>
                </p:cNvSpPr>
                <p:nvPr/>
              </p:nvSpPr>
              <p:spPr bwMode="auto">
                <a:xfrm>
                  <a:off x="870117" y="3893440"/>
                  <a:ext cx="3921089" cy="1667695"/>
                </a:xfrm>
                <a:custGeom>
                  <a:avLst/>
                  <a:gdLst>
                    <a:gd name="T0" fmla="*/ 0 w 3421"/>
                    <a:gd name="T1" fmla="*/ 398 h 1455"/>
                    <a:gd name="T2" fmla="*/ 1644 w 3421"/>
                    <a:gd name="T3" fmla="*/ 1455 h 1455"/>
                    <a:gd name="T4" fmla="*/ 3421 w 3421"/>
                    <a:gd name="T5" fmla="*/ 985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5"/>
                      </a:lnTo>
                      <a:lnTo>
                        <a:pt x="1788" y="0"/>
                      </a:lnTo>
                      <a:lnTo>
                        <a:pt x="0" y="398"/>
                      </a:lnTo>
                      <a:close/>
                    </a:path>
                  </a:pathLst>
                </a:custGeom>
                <a:solidFill>
                  <a:srgbClr val="4B2C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78" name="Group 177"/>
            <p:cNvGrpSpPr/>
            <p:nvPr/>
          </p:nvGrpSpPr>
          <p:grpSpPr>
            <a:xfrm>
              <a:off x="1639410" y="3166362"/>
              <a:ext cx="3921089" cy="2043643"/>
              <a:chOff x="596179" y="3246993"/>
              <a:chExt cx="3921089" cy="2043643"/>
            </a:xfrm>
          </p:grpSpPr>
          <p:sp>
            <p:nvSpPr>
              <p:cNvPr id="191" name="Freeform 24"/>
              <p:cNvSpPr>
                <a:spLocks/>
              </p:cNvSpPr>
              <p:nvPr/>
            </p:nvSpPr>
            <p:spPr bwMode="auto">
              <a:xfrm>
                <a:off x="596179" y="3622941"/>
                <a:ext cx="3921089" cy="1667695"/>
              </a:xfrm>
              <a:custGeom>
                <a:avLst/>
                <a:gdLst>
                  <a:gd name="T0" fmla="*/ 0 w 3421"/>
                  <a:gd name="T1" fmla="*/ 398 h 1455"/>
                  <a:gd name="T2" fmla="*/ 1644 w 3421"/>
                  <a:gd name="T3" fmla="*/ 1455 h 1455"/>
                  <a:gd name="T4" fmla="*/ 3421 w 3421"/>
                  <a:gd name="T5" fmla="*/ 986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6"/>
                    </a:lnTo>
                    <a:lnTo>
                      <a:pt x="1788"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92" name="Group 191"/>
              <p:cNvGrpSpPr/>
              <p:nvPr/>
            </p:nvGrpSpPr>
            <p:grpSpPr>
              <a:xfrm>
                <a:off x="596179" y="3246993"/>
                <a:ext cx="3921089" cy="2043643"/>
                <a:chOff x="596179" y="3246993"/>
                <a:chExt cx="3921089" cy="2043643"/>
              </a:xfrm>
            </p:grpSpPr>
            <p:sp>
              <p:nvSpPr>
                <p:cNvPr id="193" name="Freeform 25"/>
                <p:cNvSpPr>
                  <a:spLocks/>
                </p:cNvSpPr>
                <p:nvPr/>
              </p:nvSpPr>
              <p:spPr bwMode="auto">
                <a:xfrm>
                  <a:off x="596179" y="3703174"/>
                  <a:ext cx="1884323" cy="1587462"/>
                </a:xfrm>
                <a:custGeom>
                  <a:avLst/>
                  <a:gdLst>
                    <a:gd name="T0" fmla="*/ 0 w 1644"/>
                    <a:gd name="T1" fmla="*/ 0 h 1385"/>
                    <a:gd name="T2" fmla="*/ 0 w 1644"/>
                    <a:gd name="T3" fmla="*/ 328 h 1385"/>
                    <a:gd name="T4" fmla="*/ 1644 w 1644"/>
                    <a:gd name="T5" fmla="*/ 1385 h 1385"/>
                    <a:gd name="T6" fmla="*/ 1644 w 1644"/>
                    <a:gd name="T7" fmla="*/ 1057 h 1385"/>
                    <a:gd name="T8" fmla="*/ 0 w 1644"/>
                    <a:gd name="T9" fmla="*/ 0 h 1385"/>
                  </a:gdLst>
                  <a:ahLst/>
                  <a:cxnLst>
                    <a:cxn ang="0">
                      <a:pos x="T0" y="T1"/>
                    </a:cxn>
                    <a:cxn ang="0">
                      <a:pos x="T2" y="T3"/>
                    </a:cxn>
                    <a:cxn ang="0">
                      <a:pos x="T4" y="T5"/>
                    </a:cxn>
                    <a:cxn ang="0">
                      <a:pos x="T6" y="T7"/>
                    </a:cxn>
                    <a:cxn ang="0">
                      <a:pos x="T8" y="T9"/>
                    </a:cxn>
                  </a:cxnLst>
                  <a:rect l="0" t="0" r="r" b="b"/>
                  <a:pathLst>
                    <a:path w="1644" h="1385">
                      <a:moveTo>
                        <a:pt x="0" y="0"/>
                      </a:moveTo>
                      <a:lnTo>
                        <a:pt x="0" y="328"/>
                      </a:lnTo>
                      <a:lnTo>
                        <a:pt x="1644" y="1385"/>
                      </a:lnTo>
                      <a:lnTo>
                        <a:pt x="1644" y="1057"/>
                      </a:lnTo>
                      <a:lnTo>
                        <a:pt x="0" y="0"/>
                      </a:lnTo>
                      <a:close/>
                    </a:path>
                  </a:pathLst>
                </a:custGeom>
                <a:solidFill>
                  <a:srgbClr val="16A085">
                    <a:lumMod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4" name="Freeform 26"/>
                <p:cNvSpPr>
                  <a:spLocks/>
                </p:cNvSpPr>
                <p:nvPr/>
              </p:nvSpPr>
              <p:spPr bwMode="auto">
                <a:xfrm>
                  <a:off x="2480503" y="4398906"/>
                  <a:ext cx="1922147" cy="848175"/>
                </a:xfrm>
                <a:custGeom>
                  <a:avLst/>
                  <a:gdLst>
                    <a:gd name="T0" fmla="*/ 1677 w 1677"/>
                    <a:gd name="T1" fmla="*/ 287 h 740"/>
                    <a:gd name="T2" fmla="*/ 1677 w 1677"/>
                    <a:gd name="T3" fmla="*/ 0 h 740"/>
                    <a:gd name="T4" fmla="*/ 0 w 1677"/>
                    <a:gd name="T5" fmla="*/ 450 h 740"/>
                    <a:gd name="T6" fmla="*/ 0 w 1677"/>
                    <a:gd name="T7" fmla="*/ 740 h 740"/>
                    <a:gd name="T8" fmla="*/ 1677 w 1677"/>
                    <a:gd name="T9" fmla="*/ 287 h 740"/>
                  </a:gdLst>
                  <a:ahLst/>
                  <a:cxnLst>
                    <a:cxn ang="0">
                      <a:pos x="T0" y="T1"/>
                    </a:cxn>
                    <a:cxn ang="0">
                      <a:pos x="T2" y="T3"/>
                    </a:cxn>
                    <a:cxn ang="0">
                      <a:pos x="T4" y="T5"/>
                    </a:cxn>
                    <a:cxn ang="0">
                      <a:pos x="T6" y="T7"/>
                    </a:cxn>
                    <a:cxn ang="0">
                      <a:pos x="T8" y="T9"/>
                    </a:cxn>
                  </a:cxnLst>
                  <a:rect l="0" t="0" r="r" b="b"/>
                  <a:pathLst>
                    <a:path w="1677" h="740">
                      <a:moveTo>
                        <a:pt x="1677" y="287"/>
                      </a:moveTo>
                      <a:lnTo>
                        <a:pt x="1677" y="0"/>
                      </a:lnTo>
                      <a:lnTo>
                        <a:pt x="0" y="450"/>
                      </a:lnTo>
                      <a:lnTo>
                        <a:pt x="0" y="740"/>
                      </a:lnTo>
                      <a:lnTo>
                        <a:pt x="1677"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5" name="Freeform 27"/>
                <p:cNvSpPr>
                  <a:spLocks/>
                </p:cNvSpPr>
                <p:nvPr/>
              </p:nvSpPr>
              <p:spPr bwMode="auto">
                <a:xfrm>
                  <a:off x="596179" y="3246993"/>
                  <a:ext cx="3921089" cy="1667695"/>
                </a:xfrm>
                <a:custGeom>
                  <a:avLst/>
                  <a:gdLst>
                    <a:gd name="T0" fmla="*/ 0 w 3421"/>
                    <a:gd name="T1" fmla="*/ 398 h 1455"/>
                    <a:gd name="T2" fmla="*/ 1644 w 3421"/>
                    <a:gd name="T3" fmla="*/ 1455 h 1455"/>
                    <a:gd name="T4" fmla="*/ 3421 w 3421"/>
                    <a:gd name="T5" fmla="*/ 985 h 1455"/>
                    <a:gd name="T6" fmla="*/ 1788 w 3421"/>
                    <a:gd name="T7" fmla="*/ 0 h 1455"/>
                    <a:gd name="T8" fmla="*/ 0 w 3421"/>
                    <a:gd name="T9" fmla="*/ 398 h 1455"/>
                  </a:gdLst>
                  <a:ahLst/>
                  <a:cxnLst>
                    <a:cxn ang="0">
                      <a:pos x="T0" y="T1"/>
                    </a:cxn>
                    <a:cxn ang="0">
                      <a:pos x="T2" y="T3"/>
                    </a:cxn>
                    <a:cxn ang="0">
                      <a:pos x="T4" y="T5"/>
                    </a:cxn>
                    <a:cxn ang="0">
                      <a:pos x="T6" y="T7"/>
                    </a:cxn>
                    <a:cxn ang="0">
                      <a:pos x="T8" y="T9"/>
                    </a:cxn>
                  </a:cxnLst>
                  <a:rect l="0" t="0" r="r" b="b"/>
                  <a:pathLst>
                    <a:path w="3421" h="1455">
                      <a:moveTo>
                        <a:pt x="0" y="398"/>
                      </a:moveTo>
                      <a:lnTo>
                        <a:pt x="1644" y="1455"/>
                      </a:lnTo>
                      <a:lnTo>
                        <a:pt x="3421" y="985"/>
                      </a:lnTo>
                      <a:lnTo>
                        <a:pt x="1788" y="0"/>
                      </a:lnTo>
                      <a:lnTo>
                        <a:pt x="0" y="398"/>
                      </a:lnTo>
                      <a:close/>
                    </a:path>
                  </a:pathLst>
                </a:custGeom>
                <a:solidFill>
                  <a:srgbClr val="16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79" name="Group 178"/>
            <p:cNvGrpSpPr/>
            <p:nvPr/>
          </p:nvGrpSpPr>
          <p:grpSpPr>
            <a:xfrm>
              <a:off x="2117163" y="2636564"/>
              <a:ext cx="3921089" cy="2045935"/>
              <a:chOff x="827708" y="2824052"/>
              <a:chExt cx="3921089" cy="2045935"/>
            </a:xfrm>
          </p:grpSpPr>
          <p:sp>
            <p:nvSpPr>
              <p:cNvPr id="186" name="Freeform 28"/>
              <p:cNvSpPr>
                <a:spLocks/>
              </p:cNvSpPr>
              <p:nvPr/>
            </p:nvSpPr>
            <p:spPr bwMode="auto">
              <a:xfrm>
                <a:off x="827708" y="3201146"/>
                <a:ext cx="3921089" cy="1668841"/>
              </a:xfrm>
              <a:custGeom>
                <a:avLst/>
                <a:gdLst>
                  <a:gd name="T0" fmla="*/ 0 w 3421"/>
                  <a:gd name="T1" fmla="*/ 398 h 1456"/>
                  <a:gd name="T2" fmla="*/ 1644 w 3421"/>
                  <a:gd name="T3" fmla="*/ 1456 h 1456"/>
                  <a:gd name="T4" fmla="*/ 3421 w 3421"/>
                  <a:gd name="T5" fmla="*/ 987 h 1456"/>
                  <a:gd name="T6" fmla="*/ 1789 w 3421"/>
                  <a:gd name="T7" fmla="*/ 0 h 1456"/>
                  <a:gd name="T8" fmla="*/ 0 w 3421"/>
                  <a:gd name="T9" fmla="*/ 398 h 1456"/>
                </a:gdLst>
                <a:ahLst/>
                <a:cxnLst>
                  <a:cxn ang="0">
                    <a:pos x="T0" y="T1"/>
                  </a:cxn>
                  <a:cxn ang="0">
                    <a:pos x="T2" y="T3"/>
                  </a:cxn>
                  <a:cxn ang="0">
                    <a:pos x="T4" y="T5"/>
                  </a:cxn>
                  <a:cxn ang="0">
                    <a:pos x="T6" y="T7"/>
                  </a:cxn>
                  <a:cxn ang="0">
                    <a:pos x="T8" y="T9"/>
                  </a:cxn>
                </a:cxnLst>
                <a:rect l="0" t="0" r="r" b="b"/>
                <a:pathLst>
                  <a:path w="3421" h="1456">
                    <a:moveTo>
                      <a:pt x="0" y="398"/>
                    </a:moveTo>
                    <a:lnTo>
                      <a:pt x="1644" y="1456"/>
                    </a:lnTo>
                    <a:lnTo>
                      <a:pt x="3421" y="987"/>
                    </a:lnTo>
                    <a:lnTo>
                      <a:pt x="1789" y="0"/>
                    </a:lnTo>
                    <a:lnTo>
                      <a:pt x="0" y="398"/>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87" name="Group 186"/>
              <p:cNvGrpSpPr/>
              <p:nvPr/>
            </p:nvGrpSpPr>
            <p:grpSpPr>
              <a:xfrm>
                <a:off x="827708" y="2824052"/>
                <a:ext cx="3921089" cy="2045935"/>
                <a:chOff x="827708" y="2824052"/>
                <a:chExt cx="3921089" cy="2045935"/>
              </a:xfrm>
            </p:grpSpPr>
            <p:sp>
              <p:nvSpPr>
                <p:cNvPr id="188" name="Freeform 29"/>
                <p:cNvSpPr>
                  <a:spLocks/>
                </p:cNvSpPr>
                <p:nvPr/>
              </p:nvSpPr>
              <p:spPr bwMode="auto">
                <a:xfrm>
                  <a:off x="827708" y="3281379"/>
                  <a:ext cx="1884323" cy="1588608"/>
                </a:xfrm>
                <a:custGeom>
                  <a:avLst/>
                  <a:gdLst>
                    <a:gd name="T0" fmla="*/ 0 w 1644"/>
                    <a:gd name="T1" fmla="*/ 0 h 1386"/>
                    <a:gd name="T2" fmla="*/ 0 w 1644"/>
                    <a:gd name="T3" fmla="*/ 328 h 1386"/>
                    <a:gd name="T4" fmla="*/ 1644 w 1644"/>
                    <a:gd name="T5" fmla="*/ 1386 h 1386"/>
                    <a:gd name="T6" fmla="*/ 1644 w 1644"/>
                    <a:gd name="T7" fmla="*/ 1056 h 1386"/>
                    <a:gd name="T8" fmla="*/ 0 w 1644"/>
                    <a:gd name="T9" fmla="*/ 0 h 1386"/>
                  </a:gdLst>
                  <a:ahLst/>
                  <a:cxnLst>
                    <a:cxn ang="0">
                      <a:pos x="T0" y="T1"/>
                    </a:cxn>
                    <a:cxn ang="0">
                      <a:pos x="T2" y="T3"/>
                    </a:cxn>
                    <a:cxn ang="0">
                      <a:pos x="T4" y="T5"/>
                    </a:cxn>
                    <a:cxn ang="0">
                      <a:pos x="T6" y="T7"/>
                    </a:cxn>
                    <a:cxn ang="0">
                      <a:pos x="T8" y="T9"/>
                    </a:cxn>
                  </a:cxnLst>
                  <a:rect l="0" t="0" r="r" b="b"/>
                  <a:pathLst>
                    <a:path w="1644" h="1386">
                      <a:moveTo>
                        <a:pt x="0" y="0"/>
                      </a:moveTo>
                      <a:lnTo>
                        <a:pt x="0" y="328"/>
                      </a:lnTo>
                      <a:lnTo>
                        <a:pt x="1644" y="1386"/>
                      </a:lnTo>
                      <a:lnTo>
                        <a:pt x="1644" y="1056"/>
                      </a:lnTo>
                      <a:lnTo>
                        <a:pt x="0" y="0"/>
                      </a:lnTo>
                      <a:close/>
                    </a:path>
                  </a:pathLst>
                </a:custGeom>
                <a:solidFill>
                  <a:srgbClr val="2980B9">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9" name="Freeform 30"/>
                <p:cNvSpPr>
                  <a:spLocks/>
                </p:cNvSpPr>
                <p:nvPr/>
              </p:nvSpPr>
              <p:spPr bwMode="auto">
                <a:xfrm>
                  <a:off x="2712031" y="3978258"/>
                  <a:ext cx="1923294" cy="848175"/>
                </a:xfrm>
                <a:custGeom>
                  <a:avLst/>
                  <a:gdLst>
                    <a:gd name="T0" fmla="*/ 1678 w 1678"/>
                    <a:gd name="T1" fmla="*/ 287 h 740"/>
                    <a:gd name="T2" fmla="*/ 1678 w 1678"/>
                    <a:gd name="T3" fmla="*/ 0 h 740"/>
                    <a:gd name="T4" fmla="*/ 0 w 1678"/>
                    <a:gd name="T5" fmla="*/ 448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48"/>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90" name="Freeform 31"/>
                <p:cNvSpPr>
                  <a:spLocks/>
                </p:cNvSpPr>
                <p:nvPr/>
              </p:nvSpPr>
              <p:spPr bwMode="auto">
                <a:xfrm>
                  <a:off x="827708" y="2824052"/>
                  <a:ext cx="3921089" cy="1667695"/>
                </a:xfrm>
                <a:custGeom>
                  <a:avLst/>
                  <a:gdLst>
                    <a:gd name="T0" fmla="*/ 0 w 3421"/>
                    <a:gd name="T1" fmla="*/ 399 h 1455"/>
                    <a:gd name="T2" fmla="*/ 1644 w 3421"/>
                    <a:gd name="T3" fmla="*/ 1455 h 1455"/>
                    <a:gd name="T4" fmla="*/ 3421 w 3421"/>
                    <a:gd name="T5" fmla="*/ 987 h 1455"/>
                    <a:gd name="T6" fmla="*/ 1789 w 3421"/>
                    <a:gd name="T7" fmla="*/ 0 h 1455"/>
                    <a:gd name="T8" fmla="*/ 0 w 3421"/>
                    <a:gd name="T9" fmla="*/ 399 h 1455"/>
                  </a:gdLst>
                  <a:ahLst/>
                  <a:cxnLst>
                    <a:cxn ang="0">
                      <a:pos x="T0" y="T1"/>
                    </a:cxn>
                    <a:cxn ang="0">
                      <a:pos x="T2" y="T3"/>
                    </a:cxn>
                    <a:cxn ang="0">
                      <a:pos x="T4" y="T5"/>
                    </a:cxn>
                    <a:cxn ang="0">
                      <a:pos x="T6" y="T7"/>
                    </a:cxn>
                    <a:cxn ang="0">
                      <a:pos x="T8" y="T9"/>
                    </a:cxn>
                  </a:cxnLst>
                  <a:rect l="0" t="0" r="r" b="b"/>
                  <a:pathLst>
                    <a:path w="3421" h="1455">
                      <a:moveTo>
                        <a:pt x="0" y="399"/>
                      </a:moveTo>
                      <a:lnTo>
                        <a:pt x="1644" y="1455"/>
                      </a:lnTo>
                      <a:lnTo>
                        <a:pt x="3421" y="987"/>
                      </a:lnTo>
                      <a:lnTo>
                        <a:pt x="1789" y="0"/>
                      </a:lnTo>
                      <a:lnTo>
                        <a:pt x="0" y="399"/>
                      </a:lnTo>
                      <a:close/>
                    </a:path>
                  </a:pathLst>
                </a:custGeom>
                <a:solidFill>
                  <a:srgbClr val="2980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nvGrpSpPr>
            <p:cNvPr id="180" name="Group 179"/>
            <p:cNvGrpSpPr/>
            <p:nvPr/>
          </p:nvGrpSpPr>
          <p:grpSpPr>
            <a:xfrm>
              <a:off x="2626654" y="2159094"/>
              <a:ext cx="3918797" cy="2043643"/>
              <a:chOff x="1101645" y="2520314"/>
              <a:chExt cx="3918797" cy="2043643"/>
            </a:xfrm>
          </p:grpSpPr>
          <p:sp>
            <p:nvSpPr>
              <p:cNvPr id="181" name="Freeform 32"/>
              <p:cNvSpPr>
                <a:spLocks/>
              </p:cNvSpPr>
              <p:nvPr/>
            </p:nvSpPr>
            <p:spPr bwMode="auto">
              <a:xfrm>
                <a:off x="1101645" y="2896262"/>
                <a:ext cx="3918797" cy="1667695"/>
              </a:xfrm>
              <a:custGeom>
                <a:avLst/>
                <a:gdLst>
                  <a:gd name="T0" fmla="*/ 0 w 3419"/>
                  <a:gd name="T1" fmla="*/ 399 h 1455"/>
                  <a:gd name="T2" fmla="*/ 1643 w 3419"/>
                  <a:gd name="T3" fmla="*/ 1455 h 1455"/>
                  <a:gd name="T4" fmla="*/ 3419 w 3419"/>
                  <a:gd name="T5" fmla="*/ 988 h 1455"/>
                  <a:gd name="T6" fmla="*/ 1787 w 3419"/>
                  <a:gd name="T7" fmla="*/ 0 h 1455"/>
                  <a:gd name="T8" fmla="*/ 0 w 3419"/>
                  <a:gd name="T9" fmla="*/ 399 h 1455"/>
                </a:gdLst>
                <a:ahLst/>
                <a:cxnLst>
                  <a:cxn ang="0">
                    <a:pos x="T0" y="T1"/>
                  </a:cxn>
                  <a:cxn ang="0">
                    <a:pos x="T2" y="T3"/>
                  </a:cxn>
                  <a:cxn ang="0">
                    <a:pos x="T4" y="T5"/>
                  </a:cxn>
                  <a:cxn ang="0">
                    <a:pos x="T6" y="T7"/>
                  </a:cxn>
                  <a:cxn ang="0">
                    <a:pos x="T8" y="T9"/>
                  </a:cxn>
                </a:cxnLst>
                <a:rect l="0" t="0" r="r" b="b"/>
                <a:pathLst>
                  <a:path w="3419" h="1455">
                    <a:moveTo>
                      <a:pt x="0" y="399"/>
                    </a:moveTo>
                    <a:lnTo>
                      <a:pt x="1643" y="1455"/>
                    </a:lnTo>
                    <a:lnTo>
                      <a:pt x="3419" y="988"/>
                    </a:lnTo>
                    <a:lnTo>
                      <a:pt x="1787" y="0"/>
                    </a:lnTo>
                    <a:lnTo>
                      <a:pt x="0" y="399"/>
                    </a:lnTo>
                    <a:close/>
                  </a:path>
                </a:pathLst>
              </a:custGeom>
              <a:solidFill>
                <a:srgbClr val="CFB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nvGrpSpPr>
              <p:cNvPr id="182" name="Group 181"/>
              <p:cNvGrpSpPr/>
              <p:nvPr/>
            </p:nvGrpSpPr>
            <p:grpSpPr>
              <a:xfrm>
                <a:off x="1101645" y="2520314"/>
                <a:ext cx="3918797" cy="2043642"/>
                <a:chOff x="1101645" y="2520314"/>
                <a:chExt cx="3918797" cy="2043642"/>
              </a:xfrm>
            </p:grpSpPr>
            <p:sp>
              <p:nvSpPr>
                <p:cNvPr id="183" name="Freeform 33"/>
                <p:cNvSpPr>
                  <a:spLocks/>
                </p:cNvSpPr>
                <p:nvPr/>
              </p:nvSpPr>
              <p:spPr bwMode="auto">
                <a:xfrm>
                  <a:off x="1101645" y="2976494"/>
                  <a:ext cx="1883177" cy="1587462"/>
                </a:xfrm>
                <a:custGeom>
                  <a:avLst/>
                  <a:gdLst>
                    <a:gd name="T0" fmla="*/ 0 w 1643"/>
                    <a:gd name="T1" fmla="*/ 0 h 1385"/>
                    <a:gd name="T2" fmla="*/ 0 w 1643"/>
                    <a:gd name="T3" fmla="*/ 329 h 1385"/>
                    <a:gd name="T4" fmla="*/ 1643 w 1643"/>
                    <a:gd name="T5" fmla="*/ 1385 h 1385"/>
                    <a:gd name="T6" fmla="*/ 1643 w 1643"/>
                    <a:gd name="T7" fmla="*/ 1057 h 1385"/>
                    <a:gd name="T8" fmla="*/ 0 w 1643"/>
                    <a:gd name="T9" fmla="*/ 0 h 1385"/>
                  </a:gdLst>
                  <a:ahLst/>
                  <a:cxnLst>
                    <a:cxn ang="0">
                      <a:pos x="T0" y="T1"/>
                    </a:cxn>
                    <a:cxn ang="0">
                      <a:pos x="T2" y="T3"/>
                    </a:cxn>
                    <a:cxn ang="0">
                      <a:pos x="T4" y="T5"/>
                    </a:cxn>
                    <a:cxn ang="0">
                      <a:pos x="T6" y="T7"/>
                    </a:cxn>
                    <a:cxn ang="0">
                      <a:pos x="T8" y="T9"/>
                    </a:cxn>
                  </a:cxnLst>
                  <a:rect l="0" t="0" r="r" b="b"/>
                  <a:pathLst>
                    <a:path w="1643" h="1385">
                      <a:moveTo>
                        <a:pt x="0" y="0"/>
                      </a:moveTo>
                      <a:lnTo>
                        <a:pt x="0" y="329"/>
                      </a:lnTo>
                      <a:lnTo>
                        <a:pt x="1643" y="1385"/>
                      </a:lnTo>
                      <a:lnTo>
                        <a:pt x="1643" y="1057"/>
                      </a:lnTo>
                      <a:lnTo>
                        <a:pt x="0" y="0"/>
                      </a:lnTo>
                      <a:close/>
                    </a:path>
                  </a:pathLst>
                </a:custGeom>
                <a:solidFill>
                  <a:srgbClr val="F39C12">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4" name="Freeform 34"/>
                <p:cNvSpPr>
                  <a:spLocks/>
                </p:cNvSpPr>
                <p:nvPr/>
              </p:nvSpPr>
              <p:spPr bwMode="auto">
                <a:xfrm>
                  <a:off x="2984823" y="3672227"/>
                  <a:ext cx="1923294" cy="848175"/>
                </a:xfrm>
                <a:custGeom>
                  <a:avLst/>
                  <a:gdLst>
                    <a:gd name="T0" fmla="*/ 1678 w 1678"/>
                    <a:gd name="T1" fmla="*/ 287 h 740"/>
                    <a:gd name="T2" fmla="*/ 1678 w 1678"/>
                    <a:gd name="T3" fmla="*/ 0 h 740"/>
                    <a:gd name="T4" fmla="*/ 0 w 1678"/>
                    <a:gd name="T5" fmla="*/ 450 h 740"/>
                    <a:gd name="T6" fmla="*/ 0 w 1678"/>
                    <a:gd name="T7" fmla="*/ 740 h 740"/>
                    <a:gd name="T8" fmla="*/ 1678 w 1678"/>
                    <a:gd name="T9" fmla="*/ 287 h 740"/>
                  </a:gdLst>
                  <a:ahLst/>
                  <a:cxnLst>
                    <a:cxn ang="0">
                      <a:pos x="T0" y="T1"/>
                    </a:cxn>
                    <a:cxn ang="0">
                      <a:pos x="T2" y="T3"/>
                    </a:cxn>
                    <a:cxn ang="0">
                      <a:pos x="T4" y="T5"/>
                    </a:cxn>
                    <a:cxn ang="0">
                      <a:pos x="T6" y="T7"/>
                    </a:cxn>
                    <a:cxn ang="0">
                      <a:pos x="T8" y="T9"/>
                    </a:cxn>
                  </a:cxnLst>
                  <a:rect l="0" t="0" r="r" b="b"/>
                  <a:pathLst>
                    <a:path w="1678" h="740">
                      <a:moveTo>
                        <a:pt x="1678" y="287"/>
                      </a:moveTo>
                      <a:lnTo>
                        <a:pt x="1678" y="0"/>
                      </a:lnTo>
                      <a:lnTo>
                        <a:pt x="0" y="450"/>
                      </a:lnTo>
                      <a:lnTo>
                        <a:pt x="0" y="740"/>
                      </a:lnTo>
                      <a:lnTo>
                        <a:pt x="1678" y="287"/>
                      </a:lnTo>
                      <a:close/>
                    </a:path>
                  </a:pathLst>
                </a:custGeom>
                <a:solidFill>
                  <a:srgbClr val="ED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185" name="Freeform 35"/>
                <p:cNvSpPr>
                  <a:spLocks/>
                </p:cNvSpPr>
                <p:nvPr/>
              </p:nvSpPr>
              <p:spPr bwMode="auto">
                <a:xfrm>
                  <a:off x="1101645" y="2520314"/>
                  <a:ext cx="3918797" cy="1667695"/>
                </a:xfrm>
                <a:custGeom>
                  <a:avLst/>
                  <a:gdLst>
                    <a:gd name="T0" fmla="*/ 0 w 3419"/>
                    <a:gd name="T1" fmla="*/ 398 h 1455"/>
                    <a:gd name="T2" fmla="*/ 1643 w 3419"/>
                    <a:gd name="T3" fmla="*/ 1455 h 1455"/>
                    <a:gd name="T4" fmla="*/ 3419 w 3419"/>
                    <a:gd name="T5" fmla="*/ 987 h 1455"/>
                    <a:gd name="T6" fmla="*/ 1787 w 3419"/>
                    <a:gd name="T7" fmla="*/ 0 h 1455"/>
                    <a:gd name="T8" fmla="*/ 0 w 3419"/>
                    <a:gd name="T9" fmla="*/ 398 h 1455"/>
                  </a:gdLst>
                  <a:ahLst/>
                  <a:cxnLst>
                    <a:cxn ang="0">
                      <a:pos x="T0" y="T1"/>
                    </a:cxn>
                    <a:cxn ang="0">
                      <a:pos x="T2" y="T3"/>
                    </a:cxn>
                    <a:cxn ang="0">
                      <a:pos x="T4" y="T5"/>
                    </a:cxn>
                    <a:cxn ang="0">
                      <a:pos x="T6" y="T7"/>
                    </a:cxn>
                    <a:cxn ang="0">
                      <a:pos x="T8" y="T9"/>
                    </a:cxn>
                  </a:cxnLst>
                  <a:rect l="0" t="0" r="r" b="b"/>
                  <a:pathLst>
                    <a:path w="3419" h="1455">
                      <a:moveTo>
                        <a:pt x="0" y="398"/>
                      </a:moveTo>
                      <a:lnTo>
                        <a:pt x="1643" y="1455"/>
                      </a:lnTo>
                      <a:lnTo>
                        <a:pt x="3419" y="987"/>
                      </a:lnTo>
                      <a:lnTo>
                        <a:pt x="1787" y="0"/>
                      </a:lnTo>
                      <a:lnTo>
                        <a:pt x="0" y="398"/>
                      </a:lnTo>
                      <a:close/>
                    </a:path>
                  </a:pathLst>
                </a:custGeom>
                <a:solidFill>
                  <a:srgbClr val="F39C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351" b="0" i="0" u="none" strike="noStrike" kern="0" cap="none" spc="0" normalizeH="0" baseline="0" noProof="0" smtClean="0">
                    <a:ln>
                      <a:noFill/>
                    </a:ln>
                    <a:solidFill>
                      <a:srgbClr val="95A5A6"/>
                    </a:solidFill>
                    <a:effectLst/>
                    <a:uLnTx/>
                    <a:uFillTx/>
                    <a:latin typeface="Calibri" panose="020F0502020204030204"/>
                    <a:cs typeface="+mn-cs"/>
                  </a:endParaRPr>
                </a:p>
              </p:txBody>
            </p:sp>
          </p:grpSp>
        </p:grpSp>
      </p:grpSp>
      <p:sp>
        <p:nvSpPr>
          <p:cNvPr id="204" name="Freeform 12"/>
          <p:cNvSpPr>
            <a:spLocks/>
          </p:cNvSpPr>
          <p:nvPr/>
        </p:nvSpPr>
        <p:spPr bwMode="auto">
          <a:xfrm>
            <a:off x="1490241" y="1499024"/>
            <a:ext cx="1994630" cy="3777137"/>
          </a:xfrm>
          <a:custGeom>
            <a:avLst/>
            <a:gdLst>
              <a:gd name="T0" fmla="*/ 966 w 1077"/>
              <a:gd name="T1" fmla="*/ 315 h 1781"/>
              <a:gd name="T2" fmla="*/ 793 w 1077"/>
              <a:gd name="T3" fmla="*/ 486 h 1781"/>
              <a:gd name="T4" fmla="*/ 650 w 1077"/>
              <a:gd name="T5" fmla="*/ 297 h 1781"/>
              <a:gd name="T6" fmla="*/ 625 w 1077"/>
              <a:gd name="T7" fmla="*/ 266 h 1781"/>
              <a:gd name="T8" fmla="*/ 632 w 1077"/>
              <a:gd name="T9" fmla="*/ 236 h 1781"/>
              <a:gd name="T10" fmla="*/ 682 w 1077"/>
              <a:gd name="T11" fmla="*/ 187 h 1781"/>
              <a:gd name="T12" fmla="*/ 698 w 1077"/>
              <a:gd name="T13" fmla="*/ 150 h 1781"/>
              <a:gd name="T14" fmla="*/ 665 w 1077"/>
              <a:gd name="T15" fmla="*/ 82 h 1781"/>
              <a:gd name="T16" fmla="*/ 661 w 1077"/>
              <a:gd name="T17" fmla="*/ 50 h 1781"/>
              <a:gd name="T18" fmla="*/ 627 w 1077"/>
              <a:gd name="T19" fmla="*/ 24 h 1781"/>
              <a:gd name="T20" fmla="*/ 576 w 1077"/>
              <a:gd name="T21" fmla="*/ 3 h 1781"/>
              <a:gd name="T22" fmla="*/ 492 w 1077"/>
              <a:gd name="T23" fmla="*/ 48 h 1781"/>
              <a:gd name="T24" fmla="*/ 471 w 1077"/>
              <a:gd name="T25" fmla="*/ 119 h 1781"/>
              <a:gd name="T26" fmla="*/ 513 w 1077"/>
              <a:gd name="T27" fmla="*/ 199 h 1781"/>
              <a:gd name="T28" fmla="*/ 495 w 1077"/>
              <a:gd name="T29" fmla="*/ 223 h 1781"/>
              <a:gd name="T30" fmla="*/ 386 w 1077"/>
              <a:gd name="T31" fmla="*/ 230 h 1781"/>
              <a:gd name="T32" fmla="*/ 106 w 1077"/>
              <a:gd name="T33" fmla="*/ 313 h 1781"/>
              <a:gd name="T34" fmla="*/ 60 w 1077"/>
              <a:gd name="T35" fmla="*/ 630 h 1781"/>
              <a:gd name="T36" fmla="*/ 138 w 1077"/>
              <a:gd name="T37" fmla="*/ 599 h 1781"/>
              <a:gd name="T38" fmla="*/ 169 w 1077"/>
              <a:gd name="T39" fmla="*/ 527 h 1781"/>
              <a:gd name="T40" fmla="*/ 176 w 1077"/>
              <a:gd name="T41" fmla="*/ 406 h 1781"/>
              <a:gd name="T42" fmla="*/ 220 w 1077"/>
              <a:gd name="T43" fmla="*/ 373 h 1781"/>
              <a:gd name="T44" fmla="*/ 308 w 1077"/>
              <a:gd name="T45" fmla="*/ 360 h 1781"/>
              <a:gd name="T46" fmla="*/ 317 w 1077"/>
              <a:gd name="T47" fmla="*/ 358 h 1781"/>
              <a:gd name="T48" fmla="*/ 256 w 1077"/>
              <a:gd name="T49" fmla="*/ 760 h 1781"/>
              <a:gd name="T50" fmla="*/ 254 w 1077"/>
              <a:gd name="T51" fmla="*/ 794 h 1781"/>
              <a:gd name="T52" fmla="*/ 261 w 1077"/>
              <a:gd name="T53" fmla="*/ 896 h 1781"/>
              <a:gd name="T54" fmla="*/ 123 w 1077"/>
              <a:gd name="T55" fmla="*/ 1406 h 1781"/>
              <a:gd name="T56" fmla="*/ 47 w 1077"/>
              <a:gd name="T57" fmla="*/ 1578 h 1781"/>
              <a:gd name="T58" fmla="*/ 4 w 1077"/>
              <a:gd name="T59" fmla="*/ 1633 h 1781"/>
              <a:gd name="T60" fmla="*/ 56 w 1077"/>
              <a:gd name="T61" fmla="*/ 1688 h 1781"/>
              <a:gd name="T62" fmla="*/ 104 w 1077"/>
              <a:gd name="T63" fmla="*/ 1714 h 1781"/>
              <a:gd name="T64" fmla="*/ 122 w 1077"/>
              <a:gd name="T65" fmla="*/ 1741 h 1781"/>
              <a:gd name="T66" fmla="*/ 174 w 1077"/>
              <a:gd name="T67" fmla="*/ 1703 h 1781"/>
              <a:gd name="T68" fmla="*/ 161 w 1077"/>
              <a:gd name="T69" fmla="*/ 1636 h 1781"/>
              <a:gd name="T70" fmla="*/ 323 w 1077"/>
              <a:gd name="T71" fmla="*/ 1294 h 1781"/>
              <a:gd name="T72" fmla="*/ 385 w 1077"/>
              <a:gd name="T73" fmla="*/ 1152 h 1781"/>
              <a:gd name="T74" fmla="*/ 481 w 1077"/>
              <a:gd name="T75" fmla="*/ 943 h 1781"/>
              <a:gd name="T76" fmla="*/ 699 w 1077"/>
              <a:gd name="T77" fmla="*/ 879 h 1781"/>
              <a:gd name="T78" fmla="*/ 682 w 1077"/>
              <a:gd name="T79" fmla="*/ 976 h 1781"/>
              <a:gd name="T80" fmla="*/ 632 w 1077"/>
              <a:gd name="T81" fmla="*/ 1141 h 1781"/>
              <a:gd name="T82" fmla="*/ 618 w 1077"/>
              <a:gd name="T83" fmla="*/ 1225 h 1781"/>
              <a:gd name="T84" fmla="*/ 670 w 1077"/>
              <a:gd name="T85" fmla="*/ 1269 h 1781"/>
              <a:gd name="T86" fmla="*/ 795 w 1077"/>
              <a:gd name="T87" fmla="*/ 1285 h 1781"/>
              <a:gd name="T88" fmla="*/ 830 w 1077"/>
              <a:gd name="T89" fmla="*/ 1219 h 1781"/>
              <a:gd name="T90" fmla="*/ 746 w 1077"/>
              <a:gd name="T91" fmla="*/ 1165 h 1781"/>
              <a:gd name="T92" fmla="*/ 840 w 1077"/>
              <a:gd name="T93" fmla="*/ 864 h 1781"/>
              <a:gd name="T94" fmla="*/ 831 w 1077"/>
              <a:gd name="T95" fmla="*/ 762 h 1781"/>
              <a:gd name="T96" fmla="*/ 507 w 1077"/>
              <a:gd name="T97" fmla="*/ 757 h 1781"/>
              <a:gd name="T98" fmla="*/ 508 w 1077"/>
              <a:gd name="T99" fmla="*/ 758 h 1781"/>
              <a:gd name="T100" fmla="*/ 560 w 1077"/>
              <a:gd name="T101" fmla="*/ 658 h 1781"/>
              <a:gd name="T102" fmla="*/ 607 w 1077"/>
              <a:gd name="T103" fmla="*/ 511 h 1781"/>
              <a:gd name="T104" fmla="*/ 643 w 1077"/>
              <a:gd name="T105" fmla="*/ 449 h 1781"/>
              <a:gd name="T106" fmla="*/ 784 w 1077"/>
              <a:gd name="T107" fmla="*/ 596 h 1781"/>
              <a:gd name="T108" fmla="*/ 836 w 1077"/>
              <a:gd name="T109" fmla="*/ 566 h 1781"/>
              <a:gd name="T110" fmla="*/ 999 w 1077"/>
              <a:gd name="T111" fmla="*/ 402 h 1781"/>
              <a:gd name="T112" fmla="*/ 1042 w 1077"/>
              <a:gd name="T113" fmla="*/ 374 h 1781"/>
              <a:gd name="T114" fmla="*/ 1033 w 1077"/>
              <a:gd name="T115" fmla="*/ 280 h 1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7" h="1781">
                <a:moveTo>
                  <a:pt x="1033" y="280"/>
                </a:moveTo>
                <a:cubicBezTo>
                  <a:pt x="1018" y="287"/>
                  <a:pt x="970" y="303"/>
                  <a:pt x="966" y="315"/>
                </a:cubicBezTo>
                <a:cubicBezTo>
                  <a:pt x="962" y="326"/>
                  <a:pt x="967" y="350"/>
                  <a:pt x="951" y="359"/>
                </a:cubicBezTo>
                <a:cubicBezTo>
                  <a:pt x="936" y="368"/>
                  <a:pt x="803" y="466"/>
                  <a:pt x="793" y="486"/>
                </a:cubicBezTo>
                <a:cubicBezTo>
                  <a:pt x="793" y="486"/>
                  <a:pt x="745" y="390"/>
                  <a:pt x="717" y="375"/>
                </a:cubicBezTo>
                <a:cubicBezTo>
                  <a:pt x="717" y="375"/>
                  <a:pt x="708" y="301"/>
                  <a:pt x="650" y="297"/>
                </a:cubicBezTo>
                <a:cubicBezTo>
                  <a:pt x="629" y="296"/>
                  <a:pt x="617" y="294"/>
                  <a:pt x="609" y="291"/>
                </a:cubicBezTo>
                <a:cubicBezTo>
                  <a:pt x="625" y="266"/>
                  <a:pt x="625" y="266"/>
                  <a:pt x="625" y="266"/>
                </a:cubicBezTo>
                <a:cubicBezTo>
                  <a:pt x="609" y="266"/>
                  <a:pt x="609" y="266"/>
                  <a:pt x="609" y="266"/>
                </a:cubicBezTo>
                <a:cubicBezTo>
                  <a:pt x="617" y="253"/>
                  <a:pt x="628" y="236"/>
                  <a:pt x="632" y="236"/>
                </a:cubicBezTo>
                <a:cubicBezTo>
                  <a:pt x="637" y="235"/>
                  <a:pt x="674" y="230"/>
                  <a:pt x="679" y="228"/>
                </a:cubicBezTo>
                <a:cubicBezTo>
                  <a:pt x="683" y="225"/>
                  <a:pt x="687" y="201"/>
                  <a:pt x="682" y="187"/>
                </a:cubicBezTo>
                <a:cubicBezTo>
                  <a:pt x="677" y="173"/>
                  <a:pt x="687" y="159"/>
                  <a:pt x="687" y="159"/>
                </a:cubicBezTo>
                <a:cubicBezTo>
                  <a:pt x="698" y="150"/>
                  <a:pt x="698" y="150"/>
                  <a:pt x="698" y="150"/>
                </a:cubicBezTo>
                <a:cubicBezTo>
                  <a:pt x="698" y="150"/>
                  <a:pt x="684" y="128"/>
                  <a:pt x="676" y="117"/>
                </a:cubicBezTo>
                <a:cubicBezTo>
                  <a:pt x="667" y="106"/>
                  <a:pt x="669" y="92"/>
                  <a:pt x="665" y="82"/>
                </a:cubicBezTo>
                <a:cubicBezTo>
                  <a:pt x="661" y="72"/>
                  <a:pt x="672" y="65"/>
                  <a:pt x="672" y="65"/>
                </a:cubicBezTo>
                <a:cubicBezTo>
                  <a:pt x="672" y="65"/>
                  <a:pt x="668" y="55"/>
                  <a:pt x="661" y="50"/>
                </a:cubicBezTo>
                <a:cubicBezTo>
                  <a:pt x="653" y="46"/>
                  <a:pt x="666" y="44"/>
                  <a:pt x="649" y="36"/>
                </a:cubicBezTo>
                <a:cubicBezTo>
                  <a:pt x="632" y="28"/>
                  <a:pt x="641" y="32"/>
                  <a:pt x="627" y="24"/>
                </a:cubicBezTo>
                <a:cubicBezTo>
                  <a:pt x="612" y="16"/>
                  <a:pt x="634" y="21"/>
                  <a:pt x="612" y="16"/>
                </a:cubicBezTo>
                <a:cubicBezTo>
                  <a:pt x="591" y="11"/>
                  <a:pt x="579" y="3"/>
                  <a:pt x="576" y="3"/>
                </a:cubicBezTo>
                <a:cubicBezTo>
                  <a:pt x="573" y="3"/>
                  <a:pt x="582" y="6"/>
                  <a:pt x="573" y="3"/>
                </a:cubicBezTo>
                <a:cubicBezTo>
                  <a:pt x="563" y="0"/>
                  <a:pt x="498" y="33"/>
                  <a:pt x="492" y="48"/>
                </a:cubicBezTo>
                <a:cubicBezTo>
                  <a:pt x="485" y="64"/>
                  <a:pt x="475" y="83"/>
                  <a:pt x="475" y="83"/>
                </a:cubicBezTo>
                <a:cubicBezTo>
                  <a:pt x="475" y="83"/>
                  <a:pt x="469" y="104"/>
                  <a:pt x="471" y="119"/>
                </a:cubicBezTo>
                <a:cubicBezTo>
                  <a:pt x="474" y="134"/>
                  <a:pt x="484" y="147"/>
                  <a:pt x="488" y="152"/>
                </a:cubicBezTo>
                <a:cubicBezTo>
                  <a:pt x="491" y="156"/>
                  <a:pt x="508" y="184"/>
                  <a:pt x="513" y="199"/>
                </a:cubicBezTo>
                <a:cubicBezTo>
                  <a:pt x="517" y="212"/>
                  <a:pt x="521" y="228"/>
                  <a:pt x="506" y="235"/>
                </a:cubicBezTo>
                <a:cubicBezTo>
                  <a:pt x="495" y="223"/>
                  <a:pt x="495" y="223"/>
                  <a:pt x="495" y="223"/>
                </a:cubicBezTo>
                <a:cubicBezTo>
                  <a:pt x="476" y="237"/>
                  <a:pt x="476" y="237"/>
                  <a:pt x="476" y="237"/>
                </a:cubicBezTo>
                <a:cubicBezTo>
                  <a:pt x="454" y="233"/>
                  <a:pt x="427" y="222"/>
                  <a:pt x="386" y="230"/>
                </a:cubicBezTo>
                <a:cubicBezTo>
                  <a:pt x="333" y="241"/>
                  <a:pt x="313" y="257"/>
                  <a:pt x="281" y="265"/>
                </a:cubicBezTo>
                <a:cubicBezTo>
                  <a:pt x="249" y="272"/>
                  <a:pt x="128" y="293"/>
                  <a:pt x="106" y="313"/>
                </a:cubicBezTo>
                <a:cubicBezTo>
                  <a:pt x="84" y="332"/>
                  <a:pt x="76" y="418"/>
                  <a:pt x="82" y="553"/>
                </a:cubicBezTo>
                <a:cubicBezTo>
                  <a:pt x="82" y="553"/>
                  <a:pt x="62" y="616"/>
                  <a:pt x="60" y="630"/>
                </a:cubicBezTo>
                <a:cubicBezTo>
                  <a:pt x="59" y="644"/>
                  <a:pt x="67" y="703"/>
                  <a:pt x="139" y="690"/>
                </a:cubicBezTo>
                <a:cubicBezTo>
                  <a:pt x="203" y="679"/>
                  <a:pt x="151" y="622"/>
                  <a:pt x="138" y="599"/>
                </a:cubicBezTo>
                <a:cubicBezTo>
                  <a:pt x="146" y="594"/>
                  <a:pt x="154" y="590"/>
                  <a:pt x="154" y="590"/>
                </a:cubicBezTo>
                <a:cubicBezTo>
                  <a:pt x="154" y="590"/>
                  <a:pt x="168" y="554"/>
                  <a:pt x="169" y="527"/>
                </a:cubicBezTo>
                <a:cubicBezTo>
                  <a:pt x="169" y="510"/>
                  <a:pt x="174" y="454"/>
                  <a:pt x="176" y="409"/>
                </a:cubicBezTo>
                <a:cubicBezTo>
                  <a:pt x="176" y="408"/>
                  <a:pt x="176" y="407"/>
                  <a:pt x="176" y="406"/>
                </a:cubicBezTo>
                <a:cubicBezTo>
                  <a:pt x="178" y="394"/>
                  <a:pt x="179" y="384"/>
                  <a:pt x="180" y="378"/>
                </a:cubicBezTo>
                <a:cubicBezTo>
                  <a:pt x="190" y="376"/>
                  <a:pt x="204" y="375"/>
                  <a:pt x="220" y="373"/>
                </a:cubicBezTo>
                <a:cubicBezTo>
                  <a:pt x="224" y="373"/>
                  <a:pt x="229" y="373"/>
                  <a:pt x="234" y="372"/>
                </a:cubicBezTo>
                <a:cubicBezTo>
                  <a:pt x="265" y="370"/>
                  <a:pt x="294" y="364"/>
                  <a:pt x="308" y="360"/>
                </a:cubicBezTo>
                <a:cubicBezTo>
                  <a:pt x="308" y="360"/>
                  <a:pt x="308" y="360"/>
                  <a:pt x="308" y="360"/>
                </a:cubicBezTo>
                <a:cubicBezTo>
                  <a:pt x="311" y="360"/>
                  <a:pt x="314" y="359"/>
                  <a:pt x="317" y="358"/>
                </a:cubicBezTo>
                <a:cubicBezTo>
                  <a:pt x="317" y="360"/>
                  <a:pt x="319" y="371"/>
                  <a:pt x="322" y="385"/>
                </a:cubicBezTo>
                <a:cubicBezTo>
                  <a:pt x="310" y="466"/>
                  <a:pt x="270" y="740"/>
                  <a:pt x="256" y="760"/>
                </a:cubicBezTo>
                <a:cubicBezTo>
                  <a:pt x="240" y="784"/>
                  <a:pt x="232" y="799"/>
                  <a:pt x="232" y="799"/>
                </a:cubicBezTo>
                <a:cubicBezTo>
                  <a:pt x="232" y="799"/>
                  <a:pt x="242" y="797"/>
                  <a:pt x="254" y="794"/>
                </a:cubicBezTo>
                <a:cubicBezTo>
                  <a:pt x="250" y="811"/>
                  <a:pt x="249" y="832"/>
                  <a:pt x="252" y="861"/>
                </a:cubicBezTo>
                <a:cubicBezTo>
                  <a:pt x="252" y="861"/>
                  <a:pt x="254" y="876"/>
                  <a:pt x="261" y="896"/>
                </a:cubicBezTo>
                <a:cubicBezTo>
                  <a:pt x="247" y="979"/>
                  <a:pt x="227" y="1177"/>
                  <a:pt x="200" y="1256"/>
                </a:cubicBezTo>
                <a:cubicBezTo>
                  <a:pt x="174" y="1282"/>
                  <a:pt x="141" y="1326"/>
                  <a:pt x="123" y="1406"/>
                </a:cubicBezTo>
                <a:cubicBezTo>
                  <a:pt x="123" y="1406"/>
                  <a:pt x="123" y="1406"/>
                  <a:pt x="123" y="1406"/>
                </a:cubicBezTo>
                <a:cubicBezTo>
                  <a:pt x="86" y="1483"/>
                  <a:pt x="47" y="1577"/>
                  <a:pt x="47" y="1578"/>
                </a:cubicBezTo>
                <a:cubicBezTo>
                  <a:pt x="25" y="1596"/>
                  <a:pt x="10" y="1604"/>
                  <a:pt x="5" y="1627"/>
                </a:cubicBezTo>
                <a:cubicBezTo>
                  <a:pt x="4" y="1630"/>
                  <a:pt x="4" y="1631"/>
                  <a:pt x="4" y="1633"/>
                </a:cubicBezTo>
                <a:cubicBezTo>
                  <a:pt x="0" y="1665"/>
                  <a:pt x="0" y="1665"/>
                  <a:pt x="0" y="1665"/>
                </a:cubicBezTo>
                <a:cubicBezTo>
                  <a:pt x="0" y="1665"/>
                  <a:pt x="44" y="1698"/>
                  <a:pt x="56" y="1688"/>
                </a:cubicBezTo>
                <a:cubicBezTo>
                  <a:pt x="64" y="1682"/>
                  <a:pt x="74" y="1683"/>
                  <a:pt x="85" y="1692"/>
                </a:cubicBezTo>
                <a:cubicBezTo>
                  <a:pt x="91" y="1698"/>
                  <a:pt x="97" y="1705"/>
                  <a:pt x="104" y="1714"/>
                </a:cubicBezTo>
                <a:cubicBezTo>
                  <a:pt x="105" y="1715"/>
                  <a:pt x="105" y="1716"/>
                  <a:pt x="106" y="1717"/>
                </a:cubicBezTo>
                <a:cubicBezTo>
                  <a:pt x="111" y="1724"/>
                  <a:pt x="116" y="1731"/>
                  <a:pt x="122" y="1741"/>
                </a:cubicBezTo>
                <a:cubicBezTo>
                  <a:pt x="122" y="1741"/>
                  <a:pt x="153" y="1781"/>
                  <a:pt x="193" y="1765"/>
                </a:cubicBezTo>
                <a:cubicBezTo>
                  <a:pt x="193" y="1765"/>
                  <a:pt x="208" y="1732"/>
                  <a:pt x="174" y="1703"/>
                </a:cubicBezTo>
                <a:cubicBezTo>
                  <a:pt x="147" y="1680"/>
                  <a:pt x="145" y="1650"/>
                  <a:pt x="148" y="1630"/>
                </a:cubicBezTo>
                <a:cubicBezTo>
                  <a:pt x="161" y="1636"/>
                  <a:pt x="161" y="1636"/>
                  <a:pt x="161" y="1636"/>
                </a:cubicBezTo>
                <a:cubicBezTo>
                  <a:pt x="161" y="1636"/>
                  <a:pt x="161" y="1636"/>
                  <a:pt x="170" y="1587"/>
                </a:cubicBezTo>
                <a:cubicBezTo>
                  <a:pt x="179" y="1539"/>
                  <a:pt x="301" y="1314"/>
                  <a:pt x="323" y="1294"/>
                </a:cubicBezTo>
                <a:cubicBezTo>
                  <a:pt x="336" y="1282"/>
                  <a:pt x="352" y="1230"/>
                  <a:pt x="365" y="1185"/>
                </a:cubicBezTo>
                <a:cubicBezTo>
                  <a:pt x="372" y="1176"/>
                  <a:pt x="379" y="1165"/>
                  <a:pt x="385" y="1152"/>
                </a:cubicBezTo>
                <a:cubicBezTo>
                  <a:pt x="404" y="1111"/>
                  <a:pt x="437" y="960"/>
                  <a:pt x="437" y="960"/>
                </a:cubicBezTo>
                <a:cubicBezTo>
                  <a:pt x="437" y="960"/>
                  <a:pt x="470" y="949"/>
                  <a:pt x="481" y="943"/>
                </a:cubicBezTo>
                <a:cubicBezTo>
                  <a:pt x="492" y="938"/>
                  <a:pt x="508" y="937"/>
                  <a:pt x="573" y="923"/>
                </a:cubicBezTo>
                <a:cubicBezTo>
                  <a:pt x="637" y="908"/>
                  <a:pt x="699" y="879"/>
                  <a:pt x="699" y="879"/>
                </a:cubicBezTo>
                <a:cubicBezTo>
                  <a:pt x="699" y="879"/>
                  <a:pt x="679" y="928"/>
                  <a:pt x="681" y="965"/>
                </a:cubicBezTo>
                <a:cubicBezTo>
                  <a:pt x="681" y="969"/>
                  <a:pt x="682" y="972"/>
                  <a:pt x="682" y="976"/>
                </a:cubicBezTo>
                <a:cubicBezTo>
                  <a:pt x="673" y="1023"/>
                  <a:pt x="663" y="1072"/>
                  <a:pt x="657" y="1085"/>
                </a:cubicBezTo>
                <a:cubicBezTo>
                  <a:pt x="645" y="1110"/>
                  <a:pt x="632" y="1141"/>
                  <a:pt x="632" y="1141"/>
                </a:cubicBezTo>
                <a:cubicBezTo>
                  <a:pt x="632" y="1141"/>
                  <a:pt x="639" y="1142"/>
                  <a:pt x="649" y="1143"/>
                </a:cubicBezTo>
                <a:cubicBezTo>
                  <a:pt x="633" y="1177"/>
                  <a:pt x="615" y="1211"/>
                  <a:pt x="618" y="1225"/>
                </a:cubicBezTo>
                <a:cubicBezTo>
                  <a:pt x="614" y="1247"/>
                  <a:pt x="614" y="1247"/>
                  <a:pt x="614" y="1247"/>
                </a:cubicBezTo>
                <a:cubicBezTo>
                  <a:pt x="670" y="1269"/>
                  <a:pt x="670" y="1269"/>
                  <a:pt x="670" y="1269"/>
                </a:cubicBezTo>
                <a:cubicBezTo>
                  <a:pt x="670" y="1269"/>
                  <a:pt x="694" y="1263"/>
                  <a:pt x="728" y="1274"/>
                </a:cubicBezTo>
                <a:cubicBezTo>
                  <a:pt x="752" y="1285"/>
                  <a:pt x="777" y="1293"/>
                  <a:pt x="795" y="1285"/>
                </a:cubicBezTo>
                <a:cubicBezTo>
                  <a:pt x="825" y="1273"/>
                  <a:pt x="867" y="1244"/>
                  <a:pt x="867" y="1226"/>
                </a:cubicBezTo>
                <a:cubicBezTo>
                  <a:pt x="867" y="1208"/>
                  <a:pt x="855" y="1215"/>
                  <a:pt x="830" y="1219"/>
                </a:cubicBezTo>
                <a:cubicBezTo>
                  <a:pt x="806" y="1223"/>
                  <a:pt x="766" y="1195"/>
                  <a:pt x="753" y="1179"/>
                </a:cubicBezTo>
                <a:cubicBezTo>
                  <a:pt x="750" y="1176"/>
                  <a:pt x="748" y="1171"/>
                  <a:pt x="746" y="1165"/>
                </a:cubicBezTo>
                <a:cubicBezTo>
                  <a:pt x="753" y="1179"/>
                  <a:pt x="766" y="1180"/>
                  <a:pt x="766" y="1180"/>
                </a:cubicBezTo>
                <a:cubicBezTo>
                  <a:pt x="766" y="1180"/>
                  <a:pt x="817" y="952"/>
                  <a:pt x="840" y="864"/>
                </a:cubicBezTo>
                <a:cubicBezTo>
                  <a:pt x="840" y="864"/>
                  <a:pt x="840" y="864"/>
                  <a:pt x="840" y="864"/>
                </a:cubicBezTo>
                <a:cubicBezTo>
                  <a:pt x="856" y="847"/>
                  <a:pt x="886" y="780"/>
                  <a:pt x="831" y="762"/>
                </a:cubicBezTo>
                <a:cubicBezTo>
                  <a:pt x="777" y="744"/>
                  <a:pt x="577" y="746"/>
                  <a:pt x="521" y="760"/>
                </a:cubicBezTo>
                <a:cubicBezTo>
                  <a:pt x="514" y="762"/>
                  <a:pt x="510" y="761"/>
                  <a:pt x="507" y="757"/>
                </a:cubicBezTo>
                <a:cubicBezTo>
                  <a:pt x="508" y="757"/>
                  <a:pt x="508" y="757"/>
                  <a:pt x="508" y="757"/>
                </a:cubicBezTo>
                <a:cubicBezTo>
                  <a:pt x="508" y="758"/>
                  <a:pt x="508" y="758"/>
                  <a:pt x="508" y="758"/>
                </a:cubicBezTo>
                <a:cubicBezTo>
                  <a:pt x="536" y="738"/>
                  <a:pt x="536" y="738"/>
                  <a:pt x="536" y="738"/>
                </a:cubicBezTo>
                <a:cubicBezTo>
                  <a:pt x="536" y="738"/>
                  <a:pt x="543" y="691"/>
                  <a:pt x="560" y="658"/>
                </a:cubicBezTo>
                <a:cubicBezTo>
                  <a:pt x="576" y="625"/>
                  <a:pt x="599" y="520"/>
                  <a:pt x="607" y="511"/>
                </a:cubicBezTo>
                <a:cubicBezTo>
                  <a:pt x="607" y="511"/>
                  <a:pt x="607" y="511"/>
                  <a:pt x="607" y="511"/>
                </a:cubicBezTo>
                <a:cubicBezTo>
                  <a:pt x="611" y="506"/>
                  <a:pt x="615" y="500"/>
                  <a:pt x="620" y="491"/>
                </a:cubicBezTo>
                <a:cubicBezTo>
                  <a:pt x="634" y="465"/>
                  <a:pt x="643" y="449"/>
                  <a:pt x="643" y="449"/>
                </a:cubicBezTo>
                <a:cubicBezTo>
                  <a:pt x="643" y="449"/>
                  <a:pt x="695" y="520"/>
                  <a:pt x="715" y="529"/>
                </a:cubicBezTo>
                <a:cubicBezTo>
                  <a:pt x="734" y="537"/>
                  <a:pt x="767" y="599"/>
                  <a:pt x="784" y="596"/>
                </a:cubicBezTo>
                <a:cubicBezTo>
                  <a:pt x="795" y="594"/>
                  <a:pt x="812" y="585"/>
                  <a:pt x="836" y="566"/>
                </a:cubicBezTo>
                <a:cubicBezTo>
                  <a:pt x="836" y="566"/>
                  <a:pt x="836" y="566"/>
                  <a:pt x="836" y="566"/>
                </a:cubicBezTo>
                <a:cubicBezTo>
                  <a:pt x="872" y="554"/>
                  <a:pt x="1000" y="429"/>
                  <a:pt x="1013" y="425"/>
                </a:cubicBezTo>
                <a:cubicBezTo>
                  <a:pt x="1019" y="423"/>
                  <a:pt x="1010" y="412"/>
                  <a:pt x="999" y="402"/>
                </a:cubicBezTo>
                <a:cubicBezTo>
                  <a:pt x="1000" y="401"/>
                  <a:pt x="1000" y="401"/>
                  <a:pt x="1001" y="401"/>
                </a:cubicBezTo>
                <a:cubicBezTo>
                  <a:pt x="1016" y="396"/>
                  <a:pt x="1030" y="394"/>
                  <a:pt x="1042" y="374"/>
                </a:cubicBezTo>
                <a:cubicBezTo>
                  <a:pt x="1054" y="355"/>
                  <a:pt x="1077" y="306"/>
                  <a:pt x="1072" y="296"/>
                </a:cubicBezTo>
                <a:cubicBezTo>
                  <a:pt x="1067" y="287"/>
                  <a:pt x="1047" y="274"/>
                  <a:pt x="1033" y="280"/>
                </a:cubicBezTo>
                <a:close/>
              </a:path>
            </a:pathLst>
          </a:custGeom>
          <a:solidFill>
            <a:srgbClr val="2C3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95A5A6"/>
              </a:solidFill>
              <a:effectLst/>
              <a:uLnTx/>
              <a:uFillTx/>
              <a:latin typeface="Calibri" panose="020F0502020204030204"/>
              <a:cs typeface="+mn-cs"/>
            </a:endParaRPr>
          </a:p>
        </p:txBody>
      </p:sp>
      <p:sp>
        <p:nvSpPr>
          <p:cNvPr id="37" name="Text Placeholder 6"/>
          <p:cNvSpPr txBox="1">
            <a:spLocks/>
          </p:cNvSpPr>
          <p:nvPr/>
        </p:nvSpPr>
        <p:spPr>
          <a:xfrm>
            <a:off x="5816275" y="1764736"/>
            <a:ext cx="6063049" cy="95383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857250" lvl="0" indent="-857250" algn="ctr" rtl="1" fontAlgn="auto">
              <a:spcAft>
                <a:spcPts val="0"/>
              </a:spcAft>
              <a:buFont typeface="+mj-lt"/>
              <a:buAutoNum type="romanUcPeriod" startAt="6"/>
            </a:pPr>
            <a:r>
              <a:rPr lang="ar-SA" sz="3200" b="1" u="sng" dirty="0">
                <a:solidFill>
                  <a:srgbClr val="0070C0"/>
                </a:solidFill>
              </a:rPr>
              <a:t>نماذج التصميم التعليمي المستخدمة في برامج التدريب والمران </a:t>
            </a:r>
            <a:endParaRPr lang="en-US" sz="3200" b="1" u="sng" dirty="0">
              <a:solidFill>
                <a:srgbClr val="0070C0"/>
              </a:solidFill>
              <a:latin typeface="Roboto"/>
            </a:endParaRPr>
          </a:p>
        </p:txBody>
      </p:sp>
      <p:sp>
        <p:nvSpPr>
          <p:cNvPr id="36" name="Title 1"/>
          <p:cNvSpPr txBox="1">
            <a:spLocks/>
          </p:cNvSpPr>
          <p:nvPr/>
        </p:nvSpPr>
        <p:spPr>
          <a:xfrm>
            <a:off x="6910002" y="4435039"/>
            <a:ext cx="4557089" cy="1255728"/>
          </a:xfrm>
          <a:prstGeom prst="rect">
            <a:avLst/>
          </a:prstGeom>
        </p:spPr>
        <p:txBody>
          <a:bodyPr vert="horz" wrap="square" lIns="91440" tIns="45720" rIns="91440" bIns="45720" rtlCol="0" anchor="ctr">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rtl="1" fontAlgn="auto">
              <a:spcAft>
                <a:spcPts val="0"/>
              </a:spcAft>
            </a:pPr>
            <a:r>
              <a:rPr lang="ar-SA" sz="2800" b="1" dirty="0" smtClean="0">
                <a:solidFill>
                  <a:schemeClr val="bg2">
                    <a:lumMod val="10000"/>
                  </a:schemeClr>
                </a:solidFill>
              </a:rPr>
              <a:t>نموذج </a:t>
            </a:r>
            <a:r>
              <a:rPr lang="en-US" sz="2800" b="1" dirty="0">
                <a:solidFill>
                  <a:schemeClr val="bg2">
                    <a:lumMod val="10000"/>
                  </a:schemeClr>
                </a:solidFill>
              </a:rPr>
              <a:t>"</a:t>
            </a:r>
            <a:r>
              <a:rPr lang="ar-SA" sz="2800" b="1" dirty="0">
                <a:solidFill>
                  <a:schemeClr val="bg2">
                    <a:lumMod val="10000"/>
                  </a:schemeClr>
                </a:solidFill>
              </a:rPr>
              <a:t>الجزار</a:t>
            </a:r>
            <a:r>
              <a:rPr lang="en-US" sz="2800" b="1" dirty="0">
                <a:solidFill>
                  <a:schemeClr val="bg2">
                    <a:lumMod val="10000"/>
                  </a:schemeClr>
                </a:solidFill>
              </a:rPr>
              <a:t>" </a:t>
            </a:r>
            <a:r>
              <a:rPr lang="ar-SA" sz="2800" b="1" dirty="0">
                <a:solidFill>
                  <a:schemeClr val="bg2">
                    <a:lumMod val="10000"/>
                  </a:schemeClr>
                </a:solidFill>
              </a:rPr>
              <a:t>لتطوير المنظومات التعليمية للدرس أو الوحدة الجزار (</a:t>
            </a:r>
            <a:r>
              <a:rPr lang="en-US" sz="2800" b="1" dirty="0">
                <a:solidFill>
                  <a:schemeClr val="bg2">
                    <a:lumMod val="10000"/>
                  </a:schemeClr>
                </a:solidFill>
              </a:rPr>
              <a:t>(1995</a:t>
            </a:r>
            <a:endParaRPr lang="en-US" sz="2800" spc="-150" dirty="0">
              <a:solidFill>
                <a:schemeClr val="bg2">
                  <a:lumMod val="10000"/>
                </a:schemeClr>
              </a:solidFill>
              <a:latin typeface="Open Sans Light"/>
              <a:cs typeface="Arial" panose="020B0604020202020204" pitchFamily="34" charset="0"/>
            </a:endParaRPr>
          </a:p>
        </p:txBody>
      </p:sp>
      <p:grpSp>
        <p:nvGrpSpPr>
          <p:cNvPr id="38" name="Group 37"/>
          <p:cNvGrpSpPr/>
          <p:nvPr/>
        </p:nvGrpSpPr>
        <p:grpSpPr>
          <a:xfrm>
            <a:off x="9025892" y="3520410"/>
            <a:ext cx="608256" cy="574969"/>
            <a:chOff x="5456237" y="1600200"/>
            <a:chExt cx="1276350" cy="1206500"/>
          </a:xfrm>
          <a:solidFill>
            <a:schemeClr val="tx1"/>
          </a:solidFill>
        </p:grpSpPr>
        <p:sp>
          <p:nvSpPr>
            <p:cNvPr id="39" name="Freeform 5"/>
            <p:cNvSpPr>
              <a:spLocks/>
            </p:cNvSpPr>
            <p:nvPr/>
          </p:nvSpPr>
          <p:spPr bwMode="auto">
            <a:xfrm>
              <a:off x="5559425" y="1614488"/>
              <a:ext cx="476250" cy="825500"/>
            </a:xfrm>
            <a:custGeom>
              <a:avLst/>
              <a:gdLst>
                <a:gd name="T0" fmla="*/ 300 w 300"/>
                <a:gd name="T1" fmla="*/ 67 h 520"/>
                <a:gd name="T2" fmla="*/ 233 w 300"/>
                <a:gd name="T3" fmla="*/ 0 h 520"/>
                <a:gd name="T4" fmla="*/ 0 w 300"/>
                <a:gd name="T5" fmla="*/ 172 h 520"/>
                <a:gd name="T6" fmla="*/ 112 w 300"/>
                <a:gd name="T7" fmla="*/ 520 h 520"/>
                <a:gd name="T8" fmla="*/ 219 w 300"/>
                <a:gd name="T9" fmla="*/ 520 h 520"/>
                <a:gd name="T10" fmla="*/ 114 w 300"/>
                <a:gd name="T11" fmla="*/ 203 h 520"/>
                <a:gd name="T12" fmla="*/ 300 w 300"/>
                <a:gd name="T13" fmla="*/ 67 h 520"/>
              </a:gdLst>
              <a:ahLst/>
              <a:cxnLst>
                <a:cxn ang="0">
                  <a:pos x="T0" y="T1"/>
                </a:cxn>
                <a:cxn ang="0">
                  <a:pos x="T2" y="T3"/>
                </a:cxn>
                <a:cxn ang="0">
                  <a:pos x="T4" y="T5"/>
                </a:cxn>
                <a:cxn ang="0">
                  <a:pos x="T6" y="T7"/>
                </a:cxn>
                <a:cxn ang="0">
                  <a:pos x="T8" y="T9"/>
                </a:cxn>
                <a:cxn ang="0">
                  <a:pos x="T10" y="T11"/>
                </a:cxn>
                <a:cxn ang="0">
                  <a:pos x="T12" y="T13"/>
                </a:cxn>
              </a:cxnLst>
              <a:rect l="0" t="0" r="r" b="b"/>
              <a:pathLst>
                <a:path w="300" h="520">
                  <a:moveTo>
                    <a:pt x="300" y="67"/>
                  </a:moveTo>
                  <a:lnTo>
                    <a:pt x="233" y="0"/>
                  </a:lnTo>
                  <a:lnTo>
                    <a:pt x="0" y="172"/>
                  </a:lnTo>
                  <a:lnTo>
                    <a:pt x="112" y="520"/>
                  </a:lnTo>
                  <a:lnTo>
                    <a:pt x="219" y="520"/>
                  </a:lnTo>
                  <a:lnTo>
                    <a:pt x="114" y="203"/>
                  </a:lnTo>
                  <a:lnTo>
                    <a:pt x="300" y="6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Open Sans Light"/>
              </a:endParaRPr>
            </a:p>
          </p:txBody>
        </p:sp>
        <p:sp>
          <p:nvSpPr>
            <p:cNvPr id="40" name="Freeform 6"/>
            <p:cNvSpPr>
              <a:spLocks/>
            </p:cNvSpPr>
            <p:nvPr/>
          </p:nvSpPr>
          <p:spPr bwMode="auto">
            <a:xfrm>
              <a:off x="5781675" y="1600200"/>
              <a:ext cx="844550" cy="503238"/>
            </a:xfrm>
            <a:custGeom>
              <a:avLst/>
              <a:gdLst>
                <a:gd name="T0" fmla="*/ 491 w 532"/>
                <a:gd name="T1" fmla="*/ 250 h 317"/>
                <a:gd name="T2" fmla="*/ 532 w 532"/>
                <a:gd name="T3" fmla="*/ 166 h 317"/>
                <a:gd name="T4" fmla="*/ 296 w 532"/>
                <a:gd name="T5" fmla="*/ 0 h 317"/>
                <a:gd name="T6" fmla="*/ 0 w 532"/>
                <a:gd name="T7" fmla="*/ 216 h 317"/>
                <a:gd name="T8" fmla="*/ 34 w 532"/>
                <a:gd name="T9" fmla="*/ 317 h 317"/>
                <a:gd name="T10" fmla="*/ 303 w 532"/>
                <a:gd name="T11" fmla="*/ 116 h 317"/>
                <a:gd name="T12" fmla="*/ 491 w 532"/>
                <a:gd name="T13" fmla="*/ 250 h 317"/>
              </a:gdLst>
              <a:ahLst/>
              <a:cxnLst>
                <a:cxn ang="0">
                  <a:pos x="T0" y="T1"/>
                </a:cxn>
                <a:cxn ang="0">
                  <a:pos x="T2" y="T3"/>
                </a:cxn>
                <a:cxn ang="0">
                  <a:pos x="T4" y="T5"/>
                </a:cxn>
                <a:cxn ang="0">
                  <a:pos x="T6" y="T7"/>
                </a:cxn>
                <a:cxn ang="0">
                  <a:pos x="T8" y="T9"/>
                </a:cxn>
                <a:cxn ang="0">
                  <a:pos x="T10" y="T11"/>
                </a:cxn>
                <a:cxn ang="0">
                  <a:pos x="T12" y="T13"/>
                </a:cxn>
              </a:cxnLst>
              <a:rect l="0" t="0" r="r" b="b"/>
              <a:pathLst>
                <a:path w="532" h="317">
                  <a:moveTo>
                    <a:pt x="491" y="250"/>
                  </a:moveTo>
                  <a:lnTo>
                    <a:pt x="532" y="166"/>
                  </a:lnTo>
                  <a:lnTo>
                    <a:pt x="296" y="0"/>
                  </a:lnTo>
                  <a:lnTo>
                    <a:pt x="0" y="216"/>
                  </a:lnTo>
                  <a:lnTo>
                    <a:pt x="34" y="317"/>
                  </a:lnTo>
                  <a:lnTo>
                    <a:pt x="303" y="116"/>
                  </a:lnTo>
                  <a:lnTo>
                    <a:pt x="491" y="25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Open Sans Light"/>
              </a:endParaRPr>
            </a:p>
          </p:txBody>
        </p:sp>
        <p:sp>
          <p:nvSpPr>
            <p:cNvPr id="41" name="Freeform 7"/>
            <p:cNvSpPr>
              <a:spLocks/>
            </p:cNvSpPr>
            <p:nvPr/>
          </p:nvSpPr>
          <p:spPr bwMode="auto">
            <a:xfrm>
              <a:off x="6126162" y="1830388"/>
              <a:ext cx="606425" cy="779463"/>
            </a:xfrm>
            <a:custGeom>
              <a:avLst/>
              <a:gdLst>
                <a:gd name="T0" fmla="*/ 203 w 382"/>
                <a:gd name="T1" fmla="*/ 477 h 491"/>
                <a:gd name="T2" fmla="*/ 293 w 382"/>
                <a:gd name="T3" fmla="*/ 491 h 491"/>
                <a:gd name="T4" fmla="*/ 382 w 382"/>
                <a:gd name="T5" fmla="*/ 214 h 491"/>
                <a:gd name="T6" fmla="*/ 86 w 382"/>
                <a:gd name="T7" fmla="*/ 0 h 491"/>
                <a:gd name="T8" fmla="*/ 0 w 382"/>
                <a:gd name="T9" fmla="*/ 62 h 491"/>
                <a:gd name="T10" fmla="*/ 272 w 382"/>
                <a:gd name="T11" fmla="*/ 257 h 491"/>
                <a:gd name="T12" fmla="*/ 203 w 382"/>
                <a:gd name="T13" fmla="*/ 477 h 491"/>
              </a:gdLst>
              <a:ahLst/>
              <a:cxnLst>
                <a:cxn ang="0">
                  <a:pos x="T0" y="T1"/>
                </a:cxn>
                <a:cxn ang="0">
                  <a:pos x="T2" y="T3"/>
                </a:cxn>
                <a:cxn ang="0">
                  <a:pos x="T4" y="T5"/>
                </a:cxn>
                <a:cxn ang="0">
                  <a:pos x="T6" y="T7"/>
                </a:cxn>
                <a:cxn ang="0">
                  <a:pos x="T8" y="T9"/>
                </a:cxn>
                <a:cxn ang="0">
                  <a:pos x="T10" y="T11"/>
                </a:cxn>
                <a:cxn ang="0">
                  <a:pos x="T12" y="T13"/>
                </a:cxn>
              </a:cxnLst>
              <a:rect l="0" t="0" r="r" b="b"/>
              <a:pathLst>
                <a:path w="382" h="491">
                  <a:moveTo>
                    <a:pt x="203" y="477"/>
                  </a:moveTo>
                  <a:lnTo>
                    <a:pt x="293" y="491"/>
                  </a:lnTo>
                  <a:lnTo>
                    <a:pt x="382" y="214"/>
                  </a:lnTo>
                  <a:lnTo>
                    <a:pt x="86" y="0"/>
                  </a:lnTo>
                  <a:lnTo>
                    <a:pt x="0" y="62"/>
                  </a:lnTo>
                  <a:lnTo>
                    <a:pt x="272" y="257"/>
                  </a:lnTo>
                  <a:lnTo>
                    <a:pt x="203" y="47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Open Sans Light"/>
              </a:endParaRPr>
            </a:p>
          </p:txBody>
        </p:sp>
        <p:sp>
          <p:nvSpPr>
            <p:cNvPr id="42" name="Freeform 8"/>
            <p:cNvSpPr>
              <a:spLocks/>
            </p:cNvSpPr>
            <p:nvPr/>
          </p:nvSpPr>
          <p:spPr bwMode="auto">
            <a:xfrm>
              <a:off x="5849937" y="2152650"/>
              <a:ext cx="666750" cy="654050"/>
            </a:xfrm>
            <a:custGeom>
              <a:avLst/>
              <a:gdLst>
                <a:gd name="T0" fmla="*/ 0 w 420"/>
                <a:gd name="T1" fmla="*/ 319 h 412"/>
                <a:gd name="T2" fmla="*/ 14 w 420"/>
                <a:gd name="T3" fmla="*/ 412 h 412"/>
                <a:gd name="T4" fmla="*/ 305 w 420"/>
                <a:gd name="T5" fmla="*/ 410 h 412"/>
                <a:gd name="T6" fmla="*/ 420 w 420"/>
                <a:gd name="T7" fmla="*/ 64 h 412"/>
                <a:gd name="T8" fmla="*/ 334 w 420"/>
                <a:gd name="T9" fmla="*/ 0 h 412"/>
                <a:gd name="T10" fmla="*/ 229 w 420"/>
                <a:gd name="T11" fmla="*/ 319 h 412"/>
                <a:gd name="T12" fmla="*/ 0 w 420"/>
                <a:gd name="T13" fmla="*/ 319 h 412"/>
              </a:gdLst>
              <a:ahLst/>
              <a:cxnLst>
                <a:cxn ang="0">
                  <a:pos x="T0" y="T1"/>
                </a:cxn>
                <a:cxn ang="0">
                  <a:pos x="T2" y="T3"/>
                </a:cxn>
                <a:cxn ang="0">
                  <a:pos x="T4" y="T5"/>
                </a:cxn>
                <a:cxn ang="0">
                  <a:pos x="T6" y="T7"/>
                </a:cxn>
                <a:cxn ang="0">
                  <a:pos x="T8" y="T9"/>
                </a:cxn>
                <a:cxn ang="0">
                  <a:pos x="T10" y="T11"/>
                </a:cxn>
                <a:cxn ang="0">
                  <a:pos x="T12" y="T13"/>
                </a:cxn>
              </a:cxnLst>
              <a:rect l="0" t="0" r="r" b="b"/>
              <a:pathLst>
                <a:path w="420" h="412">
                  <a:moveTo>
                    <a:pt x="0" y="319"/>
                  </a:moveTo>
                  <a:lnTo>
                    <a:pt x="14" y="412"/>
                  </a:lnTo>
                  <a:lnTo>
                    <a:pt x="305" y="410"/>
                  </a:lnTo>
                  <a:lnTo>
                    <a:pt x="420" y="64"/>
                  </a:lnTo>
                  <a:lnTo>
                    <a:pt x="334" y="0"/>
                  </a:lnTo>
                  <a:lnTo>
                    <a:pt x="229" y="319"/>
                  </a:lnTo>
                  <a:lnTo>
                    <a:pt x="0" y="319"/>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Open Sans Light"/>
              </a:endParaRPr>
            </a:p>
          </p:txBody>
        </p:sp>
        <p:sp>
          <p:nvSpPr>
            <p:cNvPr id="43" name="Freeform 9"/>
            <p:cNvSpPr>
              <a:spLocks/>
            </p:cNvSpPr>
            <p:nvPr/>
          </p:nvSpPr>
          <p:spPr bwMode="auto">
            <a:xfrm>
              <a:off x="5456237" y="2125663"/>
              <a:ext cx="779463" cy="503238"/>
            </a:xfrm>
            <a:custGeom>
              <a:avLst/>
              <a:gdLst>
                <a:gd name="T0" fmla="*/ 84 w 491"/>
                <a:gd name="T1" fmla="*/ 0 h 317"/>
                <a:gd name="T2" fmla="*/ 0 w 491"/>
                <a:gd name="T3" fmla="*/ 43 h 317"/>
                <a:gd name="T4" fmla="*/ 93 w 491"/>
                <a:gd name="T5" fmla="*/ 317 h 317"/>
                <a:gd name="T6" fmla="*/ 460 w 491"/>
                <a:gd name="T7" fmla="*/ 315 h 317"/>
                <a:gd name="T8" fmla="*/ 491 w 491"/>
                <a:gd name="T9" fmla="*/ 214 h 317"/>
                <a:gd name="T10" fmla="*/ 158 w 491"/>
                <a:gd name="T11" fmla="*/ 217 h 317"/>
                <a:gd name="T12" fmla="*/ 84 w 491"/>
                <a:gd name="T13" fmla="*/ 0 h 317"/>
              </a:gdLst>
              <a:ahLst/>
              <a:cxnLst>
                <a:cxn ang="0">
                  <a:pos x="T0" y="T1"/>
                </a:cxn>
                <a:cxn ang="0">
                  <a:pos x="T2" y="T3"/>
                </a:cxn>
                <a:cxn ang="0">
                  <a:pos x="T4" y="T5"/>
                </a:cxn>
                <a:cxn ang="0">
                  <a:pos x="T6" y="T7"/>
                </a:cxn>
                <a:cxn ang="0">
                  <a:pos x="T8" y="T9"/>
                </a:cxn>
                <a:cxn ang="0">
                  <a:pos x="T10" y="T11"/>
                </a:cxn>
                <a:cxn ang="0">
                  <a:pos x="T12" y="T13"/>
                </a:cxn>
              </a:cxnLst>
              <a:rect l="0" t="0" r="r" b="b"/>
              <a:pathLst>
                <a:path w="491" h="317">
                  <a:moveTo>
                    <a:pt x="84" y="0"/>
                  </a:moveTo>
                  <a:lnTo>
                    <a:pt x="0" y="43"/>
                  </a:lnTo>
                  <a:lnTo>
                    <a:pt x="93" y="317"/>
                  </a:lnTo>
                  <a:lnTo>
                    <a:pt x="460" y="315"/>
                  </a:lnTo>
                  <a:lnTo>
                    <a:pt x="491" y="214"/>
                  </a:lnTo>
                  <a:lnTo>
                    <a:pt x="158" y="217"/>
                  </a:lnTo>
                  <a:lnTo>
                    <a:pt x="84"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Open Sans Light"/>
              </a:endParaRPr>
            </a:p>
          </p:txBody>
        </p:sp>
      </p:gr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4576758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74"/>
                                        </p:tgtEl>
                                        <p:attrNameLst>
                                          <p:attrName>style.visibility</p:attrName>
                                        </p:attrNameLst>
                                      </p:cBhvr>
                                      <p:to>
                                        <p:strVal val="visible"/>
                                      </p:to>
                                    </p:set>
                                    <p:animEffect transition="in" filter="fade">
                                      <p:cBhvr>
                                        <p:cTn id="7" dur="500"/>
                                        <p:tgtEl>
                                          <p:spTgt spid="17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04"/>
                                        </p:tgtEl>
                                        <p:attrNameLst>
                                          <p:attrName>style.visibility</p:attrName>
                                        </p:attrNameLst>
                                      </p:cBhvr>
                                      <p:to>
                                        <p:strVal val="visible"/>
                                      </p:to>
                                    </p:set>
                                    <p:animEffect transition="in" filter="fade">
                                      <p:cBhvr>
                                        <p:cTn id="11" dur="500"/>
                                        <p:tgtEl>
                                          <p:spTgt spid="20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7"/>
                                        </p:tgtEl>
                                        <p:attrNameLst>
                                          <p:attrName>style.visibility</p:attrName>
                                        </p:attrNameLst>
                                      </p:cBhvr>
                                      <p:to>
                                        <p:strVal val="visible"/>
                                      </p:to>
                                    </p:set>
                                    <p:animEffect transition="in" filter="fade">
                                      <p:cBhvr>
                                        <p:cTn id="15"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 grpId="0" animBg="1"/>
      <p:bldP spid="37"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5" name="Straight Connector 44"/>
          <p:cNvCxnSpPr/>
          <p:nvPr/>
        </p:nvCxnSpPr>
        <p:spPr>
          <a:xfrm>
            <a:off x="4723460" y="1344297"/>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529169" y="3126380"/>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207817" y="1028088"/>
            <a:ext cx="4437123" cy="128590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0F6FC6">
                  <a:lumMod val="75000"/>
                </a:srgbClr>
              </a:buClr>
              <a:defRPr/>
            </a:pPr>
            <a:r>
              <a:rPr lang="ar-SA" sz="3200" b="1" u="sng" dirty="0" smtClean="0">
                <a:solidFill>
                  <a:schemeClr val="accent5"/>
                </a:solidFill>
              </a:rPr>
              <a:t>أولا</a:t>
            </a:r>
            <a:endParaRPr lang="en-US" sz="3200" b="1" u="sng" dirty="0" smtClean="0">
              <a:solidFill>
                <a:schemeClr val="accent5"/>
              </a:solidFill>
            </a:endParaRPr>
          </a:p>
          <a:p>
            <a:pPr rtl="1" fontAlgn="auto">
              <a:buClr>
                <a:srgbClr val="0F6FC6">
                  <a:lumMod val="75000"/>
                </a:srgbClr>
              </a:buClr>
              <a:defRPr/>
            </a:pPr>
            <a:r>
              <a:rPr lang="en-US" sz="3200" b="1" dirty="0" smtClean="0">
                <a:solidFill>
                  <a:schemeClr val="accent5"/>
                </a:solidFill>
              </a:rPr>
              <a:t>: </a:t>
            </a:r>
            <a:r>
              <a:rPr lang="ar-SA" sz="3200" b="1" dirty="0">
                <a:solidFill>
                  <a:schemeClr val="accent5"/>
                </a:solidFill>
              </a:rPr>
              <a:t>مرحلة الدراسة والتحليل</a:t>
            </a:r>
            <a:endParaRPr lang="en-US" sz="3200" b="1" u="sng" dirty="0" smtClean="0">
              <a:solidFill>
                <a:schemeClr val="accent5"/>
              </a:solidFill>
            </a:endParaRPr>
          </a:p>
        </p:txBody>
      </p:sp>
      <p:sp>
        <p:nvSpPr>
          <p:cNvPr id="53" name="Content Placeholder 2"/>
          <p:cNvSpPr txBox="1">
            <a:spLocks/>
          </p:cNvSpPr>
          <p:nvPr/>
        </p:nvSpPr>
        <p:spPr>
          <a:xfrm>
            <a:off x="7826344" y="2847823"/>
            <a:ext cx="4255934" cy="2272317"/>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fontAlgn="auto">
              <a:buClr>
                <a:srgbClr val="0F6FC6">
                  <a:lumMod val="75000"/>
                </a:srgbClr>
              </a:buClr>
              <a:defRPr/>
            </a:pPr>
            <a:r>
              <a:rPr lang="ar-SA" sz="3200" b="1" u="sng" dirty="0" smtClean="0">
                <a:solidFill>
                  <a:srgbClr val="7030A0"/>
                </a:solidFill>
              </a:rPr>
              <a:t>ثانيًا</a:t>
            </a:r>
            <a:r>
              <a:rPr lang="en-US" sz="3200" b="1" u="sng" dirty="0" smtClean="0">
                <a:solidFill>
                  <a:srgbClr val="7030A0"/>
                </a:solidFill>
              </a:rPr>
              <a:t>: </a:t>
            </a:r>
          </a:p>
          <a:p>
            <a:pPr algn="l" rtl="1" fontAlgn="auto">
              <a:buClr>
                <a:srgbClr val="0F6FC6">
                  <a:lumMod val="75000"/>
                </a:srgbClr>
              </a:buClr>
              <a:defRPr/>
            </a:pPr>
            <a:r>
              <a:rPr lang="ar-SA" sz="3200" b="1" dirty="0" smtClean="0">
                <a:solidFill>
                  <a:srgbClr val="7030A0"/>
                </a:solidFill>
              </a:rPr>
              <a:t>مرحلة </a:t>
            </a:r>
            <a:r>
              <a:rPr lang="ar-SA" sz="3200" b="1" dirty="0">
                <a:solidFill>
                  <a:srgbClr val="7030A0"/>
                </a:solidFill>
              </a:rPr>
              <a:t>تصميم المنظومة</a:t>
            </a:r>
            <a:endParaRPr lang="id-ID" sz="2800" b="1" dirty="0">
              <a:solidFill>
                <a:srgbClr val="7030A0"/>
              </a:solidFill>
              <a:ea typeface="Roboto" panose="02000000000000000000" pitchFamily="2" charset="0"/>
            </a:endParaRPr>
          </a:p>
        </p:txBody>
      </p:sp>
      <p:sp>
        <p:nvSpPr>
          <p:cNvPr id="54" name="Freeform 53"/>
          <p:cNvSpPr/>
          <p:nvPr/>
        </p:nvSpPr>
        <p:spPr>
          <a:xfrm>
            <a:off x="5823178" y="1114168"/>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a:solidFill>
                  <a:srgbClr val="7CCA62"/>
                </a:solidFill>
                <a:latin typeface="Simple-Line-Icons" panose="02000503000000000000" pitchFamily="2" charset="2"/>
              </a:rPr>
              <a:t></a:t>
            </a:r>
            <a:endParaRPr lang="id-ID" sz="4000" dirty="0">
              <a:solidFill>
                <a:srgbClr val="7CCA62"/>
              </a:solidFill>
              <a:latin typeface="Simple-Line-Icons" panose="02000503000000000000" pitchFamily="2" charset="2"/>
            </a:endParaRPr>
          </a:p>
        </p:txBody>
      </p:sp>
      <p:sp>
        <p:nvSpPr>
          <p:cNvPr id="55" name="Freeform 54"/>
          <p:cNvSpPr/>
          <p:nvPr/>
        </p:nvSpPr>
        <p:spPr>
          <a:xfrm>
            <a:off x="5815731" y="2825035"/>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a:solidFill>
                  <a:srgbClr val="7030A0"/>
                </a:solidFill>
                <a:latin typeface="Simple-Line-Icons" panose="02000503000000000000" pitchFamily="2" charset="2"/>
              </a:rPr>
              <a:t></a:t>
            </a:r>
            <a:endParaRPr lang="id-ID" sz="4400" dirty="0">
              <a:solidFill>
                <a:srgbClr val="7030A0"/>
              </a:solidFill>
              <a:latin typeface="Simple-Line-Icons" panose="02000503000000000000" pitchFamily="2" charset="2"/>
            </a:endParaRPr>
          </a:p>
        </p:txBody>
      </p:sp>
      <p:cxnSp>
        <p:nvCxnSpPr>
          <p:cNvPr id="56" name="Straight Connector 55"/>
          <p:cNvCxnSpPr/>
          <p:nvPr/>
        </p:nvCxnSpPr>
        <p:spPr>
          <a:xfrm>
            <a:off x="6151800" y="1754493"/>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6157954" y="3409926"/>
            <a:ext cx="0" cy="1549914"/>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6007501" y="4959840"/>
            <a:ext cx="288598" cy="707886"/>
          </a:xfrm>
          <a:prstGeom prst="rect">
            <a:avLst/>
          </a:prstGeom>
        </p:spPr>
        <p:txBody>
          <a:bodyPr wrap="square">
            <a:spAutoFit/>
          </a:bodyPr>
          <a:lstStyle/>
          <a:p>
            <a:pPr algn="ctr" fontAlgn="auto">
              <a:spcBef>
                <a:spcPts val="0"/>
              </a:spcBef>
              <a:spcAft>
                <a:spcPts val="0"/>
              </a:spcAft>
            </a:pPr>
            <a:r>
              <a:rPr lang="en-US" sz="4000" dirty="0">
                <a:solidFill>
                  <a:srgbClr val="009DD9"/>
                </a:solidFill>
                <a:latin typeface="Simple-Line-Icons" panose="02000503000000000000" pitchFamily="2" charset="2"/>
              </a:rPr>
              <a:t></a:t>
            </a:r>
            <a:endParaRPr lang="id-ID" sz="4000" dirty="0">
              <a:solidFill>
                <a:srgbClr val="009DD9"/>
              </a:solidFill>
              <a:latin typeface="Simple-Line-Icons" panose="02000503000000000000" pitchFamily="2" charset="2"/>
            </a:endParaRPr>
          </a:p>
        </p:txBody>
      </p:sp>
      <p:cxnSp>
        <p:nvCxnSpPr>
          <p:cNvPr id="58" name="Straight Connector 57"/>
          <p:cNvCxnSpPr/>
          <p:nvPr/>
        </p:nvCxnSpPr>
        <p:spPr>
          <a:xfrm>
            <a:off x="4737974" y="5236388"/>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a:off x="6151800" y="5689403"/>
            <a:ext cx="0" cy="1168597"/>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15" name="Title 1"/>
          <p:cNvSpPr txBox="1">
            <a:spLocks/>
          </p:cNvSpPr>
          <p:nvPr/>
        </p:nvSpPr>
        <p:spPr>
          <a:xfrm>
            <a:off x="749701" y="212467"/>
            <a:ext cx="10515600" cy="828098"/>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4400" b="1" kern="1200">
                <a:solidFill>
                  <a:schemeClr val="tx1">
                    <a:lumMod val="75000"/>
                    <a:lumOff val="25000"/>
                  </a:schemeClr>
                </a:solidFill>
                <a:latin typeface="+mj-lt"/>
                <a:ea typeface="+mj-ea"/>
                <a:cs typeface="+mj-cs"/>
              </a:defRPr>
            </a:lvl1pPr>
          </a:lstStyle>
          <a:p>
            <a:pPr algn="r" rtl="1"/>
            <a:r>
              <a:rPr lang="ar-SA" u="sng" dirty="0"/>
              <a:t>أ- مكونات النموذج</a:t>
            </a:r>
            <a:endParaRPr lang="en-US" sz="4000" u="sng" dirty="0"/>
          </a:p>
        </p:txBody>
      </p:sp>
      <p:sp>
        <p:nvSpPr>
          <p:cNvPr id="16" name="Content Placeholder 2"/>
          <p:cNvSpPr txBox="1">
            <a:spLocks/>
          </p:cNvSpPr>
          <p:nvPr/>
        </p:nvSpPr>
        <p:spPr>
          <a:xfrm>
            <a:off x="207817" y="4867763"/>
            <a:ext cx="4197071" cy="1405938"/>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a:r>
              <a:rPr lang="ar-SA" sz="3200" b="1" u="sng" dirty="0" smtClean="0">
                <a:solidFill>
                  <a:schemeClr val="bg2">
                    <a:lumMod val="50000"/>
                  </a:schemeClr>
                </a:solidFill>
              </a:rPr>
              <a:t>ثالثًا</a:t>
            </a:r>
            <a:endParaRPr lang="en-US" sz="3200" b="1" u="sng" dirty="0" smtClean="0">
              <a:solidFill>
                <a:schemeClr val="bg2">
                  <a:lumMod val="50000"/>
                </a:schemeClr>
              </a:solidFill>
            </a:endParaRPr>
          </a:p>
          <a:p>
            <a:pPr rtl="1"/>
            <a:r>
              <a:rPr lang="en-US" sz="3200" b="1" dirty="0" smtClean="0">
                <a:solidFill>
                  <a:schemeClr val="bg2">
                    <a:lumMod val="50000"/>
                  </a:schemeClr>
                </a:solidFill>
              </a:rPr>
              <a:t>:</a:t>
            </a:r>
            <a:r>
              <a:rPr lang="ar-SA" sz="3200" b="1" dirty="0" smtClean="0">
                <a:solidFill>
                  <a:schemeClr val="bg2">
                    <a:lumMod val="50000"/>
                  </a:schemeClr>
                </a:solidFill>
              </a:rPr>
              <a:t> </a:t>
            </a:r>
            <a:r>
              <a:rPr lang="ar-SA" sz="3200" b="1" dirty="0">
                <a:solidFill>
                  <a:schemeClr val="bg2">
                    <a:lumMod val="50000"/>
                  </a:schemeClr>
                </a:solidFill>
              </a:rPr>
              <a:t>مرحلة الإنتاج وإنشاء المنظومة</a:t>
            </a:r>
            <a:endParaRPr lang="en-US" sz="3200" dirty="0">
              <a:solidFill>
                <a:schemeClr val="bg2">
                  <a:lumMod val="50000"/>
                </a:scheme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41551987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53" presetClass="entr" presetSubtype="16" fill="hold" grpId="0" nodeType="withEffect">
                                  <p:stCondLst>
                                    <p:cond delay="300"/>
                                  </p:stCondLst>
                                  <p:childTnLst>
                                    <p:set>
                                      <p:cBhvr>
                                        <p:cTn id="8" dur="1" fill="hold">
                                          <p:stCondLst>
                                            <p:cond delay="0"/>
                                          </p:stCondLst>
                                        </p:cTn>
                                        <p:tgtEl>
                                          <p:spTgt spid="54"/>
                                        </p:tgtEl>
                                        <p:attrNameLst>
                                          <p:attrName>style.visibility</p:attrName>
                                        </p:attrNameLst>
                                      </p:cBhvr>
                                      <p:to>
                                        <p:strVal val="visible"/>
                                      </p:to>
                                    </p:set>
                                    <p:anim calcmode="lin" valueType="num">
                                      <p:cBhvr>
                                        <p:cTn id="9" dur="10" fill="hold"/>
                                        <p:tgtEl>
                                          <p:spTgt spid="54"/>
                                        </p:tgtEl>
                                        <p:attrNameLst>
                                          <p:attrName>ppt_w</p:attrName>
                                        </p:attrNameLst>
                                      </p:cBhvr>
                                      <p:tavLst>
                                        <p:tav tm="0">
                                          <p:val>
                                            <p:fltVal val="0"/>
                                          </p:val>
                                        </p:tav>
                                        <p:tav tm="100000">
                                          <p:val>
                                            <p:strVal val="#ppt_w"/>
                                          </p:val>
                                        </p:tav>
                                      </p:tavLst>
                                    </p:anim>
                                    <p:anim calcmode="lin" valueType="num">
                                      <p:cBhvr>
                                        <p:cTn id="10" dur="10" fill="hold"/>
                                        <p:tgtEl>
                                          <p:spTgt spid="54"/>
                                        </p:tgtEl>
                                        <p:attrNameLst>
                                          <p:attrName>ppt_h</p:attrName>
                                        </p:attrNameLst>
                                      </p:cBhvr>
                                      <p:tavLst>
                                        <p:tav tm="0">
                                          <p:val>
                                            <p:fltVal val="0"/>
                                          </p:val>
                                        </p:tav>
                                        <p:tav tm="100000">
                                          <p:val>
                                            <p:strVal val="#ppt_h"/>
                                          </p:val>
                                        </p:tav>
                                      </p:tavLst>
                                    </p:anim>
                                    <p:animEffect transition="in" filter="fade">
                                      <p:cBhvr>
                                        <p:cTn id="11" dur="10"/>
                                        <p:tgtEl>
                                          <p:spTgt spid="54"/>
                                        </p:tgtEl>
                                      </p:cBhvr>
                                    </p:animEffect>
                                  </p:childTnLst>
                                </p:cTn>
                              </p:par>
                              <p:par>
                                <p:cTn id="12" presetID="22" presetClass="entr" presetSubtype="2" fill="hold" nodeType="withEffect">
                                  <p:stCondLst>
                                    <p:cond delay="800"/>
                                  </p:stCondLst>
                                  <p:childTnLst>
                                    <p:set>
                                      <p:cBhvr>
                                        <p:cTn id="13" dur="1" fill="hold">
                                          <p:stCondLst>
                                            <p:cond delay="0"/>
                                          </p:stCondLst>
                                        </p:cTn>
                                        <p:tgtEl>
                                          <p:spTgt spid="45"/>
                                        </p:tgtEl>
                                        <p:attrNameLst>
                                          <p:attrName>style.visibility</p:attrName>
                                        </p:attrNameLst>
                                      </p:cBhvr>
                                      <p:to>
                                        <p:strVal val="visible"/>
                                      </p:to>
                                    </p:set>
                                    <p:animEffect transition="in" filter="wipe(right)">
                                      <p:cBhvr>
                                        <p:cTn id="14" dur="250"/>
                                        <p:tgtEl>
                                          <p:spTgt spid="45"/>
                                        </p:tgtEl>
                                      </p:cBhvr>
                                    </p:animEffect>
                                  </p:childTnLst>
                                </p:cTn>
                              </p:par>
                              <p:par>
                                <p:cTn id="15" presetID="22" presetClass="entr" presetSubtype="2" fill="hold" grpId="0" nodeType="withEffect">
                                  <p:stCondLst>
                                    <p:cond delay="1300"/>
                                  </p:stCondLst>
                                  <p:childTnLst>
                                    <p:set>
                                      <p:cBhvr>
                                        <p:cTn id="16" dur="1" fill="hold">
                                          <p:stCondLst>
                                            <p:cond delay="0"/>
                                          </p:stCondLst>
                                        </p:cTn>
                                        <p:tgtEl>
                                          <p:spTgt spid="47"/>
                                        </p:tgtEl>
                                        <p:attrNameLst>
                                          <p:attrName>style.visibility</p:attrName>
                                        </p:attrNameLst>
                                      </p:cBhvr>
                                      <p:to>
                                        <p:strVal val="visible"/>
                                      </p:to>
                                    </p:set>
                                    <p:animEffect transition="in" filter="wipe(right)">
                                      <p:cBhvr>
                                        <p:cTn id="17" dur="700"/>
                                        <p:tgtEl>
                                          <p:spTgt spid="47"/>
                                        </p:tgtEl>
                                      </p:cBhvr>
                                    </p:animEffect>
                                  </p:childTnLst>
                                </p:cTn>
                              </p:par>
                              <p:par>
                                <p:cTn id="18" presetID="22" presetClass="entr" presetSubtype="1" fill="hold" nodeType="withEffect">
                                  <p:stCondLst>
                                    <p:cond delay="1750"/>
                                  </p:stCondLst>
                                  <p:childTnLst>
                                    <p:set>
                                      <p:cBhvr>
                                        <p:cTn id="19" dur="1" fill="hold">
                                          <p:stCondLst>
                                            <p:cond delay="0"/>
                                          </p:stCondLst>
                                        </p:cTn>
                                        <p:tgtEl>
                                          <p:spTgt spid="56"/>
                                        </p:tgtEl>
                                        <p:attrNameLst>
                                          <p:attrName>style.visibility</p:attrName>
                                        </p:attrNameLst>
                                      </p:cBhvr>
                                      <p:to>
                                        <p:strVal val="visible"/>
                                      </p:to>
                                    </p:set>
                                    <p:animEffect transition="in" filter="wipe(up)">
                                      <p:cBhvr>
                                        <p:cTn id="20" dur="500"/>
                                        <p:tgtEl>
                                          <p:spTgt spid="56"/>
                                        </p:tgtEl>
                                      </p:cBhvr>
                                    </p:animEffect>
                                  </p:childTnLst>
                                </p:cTn>
                              </p:par>
                              <p:par>
                                <p:cTn id="21" presetID="53" presetClass="entr" presetSubtype="16" fill="hold" grpId="0" nodeType="withEffect">
                                  <p:stCondLst>
                                    <p:cond delay="2700"/>
                                  </p:stCondLst>
                                  <p:childTnLst>
                                    <p:set>
                                      <p:cBhvr>
                                        <p:cTn id="22" dur="1" fill="hold">
                                          <p:stCondLst>
                                            <p:cond delay="0"/>
                                          </p:stCondLst>
                                        </p:cTn>
                                        <p:tgtEl>
                                          <p:spTgt spid="55"/>
                                        </p:tgtEl>
                                        <p:attrNameLst>
                                          <p:attrName>style.visibility</p:attrName>
                                        </p:attrNameLst>
                                      </p:cBhvr>
                                      <p:to>
                                        <p:strVal val="visible"/>
                                      </p:to>
                                    </p:set>
                                    <p:anim calcmode="lin" valueType="num">
                                      <p:cBhvr>
                                        <p:cTn id="23" dur="10" fill="hold"/>
                                        <p:tgtEl>
                                          <p:spTgt spid="55"/>
                                        </p:tgtEl>
                                        <p:attrNameLst>
                                          <p:attrName>ppt_w</p:attrName>
                                        </p:attrNameLst>
                                      </p:cBhvr>
                                      <p:tavLst>
                                        <p:tav tm="0">
                                          <p:val>
                                            <p:fltVal val="0"/>
                                          </p:val>
                                        </p:tav>
                                        <p:tav tm="100000">
                                          <p:val>
                                            <p:strVal val="#ppt_w"/>
                                          </p:val>
                                        </p:tav>
                                      </p:tavLst>
                                    </p:anim>
                                    <p:anim calcmode="lin" valueType="num">
                                      <p:cBhvr>
                                        <p:cTn id="24" dur="10" fill="hold"/>
                                        <p:tgtEl>
                                          <p:spTgt spid="55"/>
                                        </p:tgtEl>
                                        <p:attrNameLst>
                                          <p:attrName>ppt_h</p:attrName>
                                        </p:attrNameLst>
                                      </p:cBhvr>
                                      <p:tavLst>
                                        <p:tav tm="0">
                                          <p:val>
                                            <p:fltVal val="0"/>
                                          </p:val>
                                        </p:tav>
                                        <p:tav tm="100000">
                                          <p:val>
                                            <p:strVal val="#ppt_h"/>
                                          </p:val>
                                        </p:tav>
                                      </p:tavLst>
                                    </p:anim>
                                    <p:animEffect transition="in" filter="fade">
                                      <p:cBhvr>
                                        <p:cTn id="25" dur="10"/>
                                        <p:tgtEl>
                                          <p:spTgt spid="55"/>
                                        </p:tgtEl>
                                      </p:cBhvr>
                                    </p:animEffect>
                                  </p:childTnLst>
                                </p:cTn>
                              </p:par>
                              <p:par>
                                <p:cTn id="26" presetID="22" presetClass="entr" presetSubtype="8" fill="hold" nodeType="withEffect">
                                  <p:stCondLst>
                                    <p:cond delay="3200"/>
                                  </p:stCondLst>
                                  <p:childTnLst>
                                    <p:set>
                                      <p:cBhvr>
                                        <p:cTn id="27" dur="1" fill="hold">
                                          <p:stCondLst>
                                            <p:cond delay="0"/>
                                          </p:stCondLst>
                                        </p:cTn>
                                        <p:tgtEl>
                                          <p:spTgt spid="46"/>
                                        </p:tgtEl>
                                        <p:attrNameLst>
                                          <p:attrName>style.visibility</p:attrName>
                                        </p:attrNameLst>
                                      </p:cBhvr>
                                      <p:to>
                                        <p:strVal val="visible"/>
                                      </p:to>
                                    </p:set>
                                    <p:animEffect transition="in" filter="wipe(left)">
                                      <p:cBhvr>
                                        <p:cTn id="28" dur="250"/>
                                        <p:tgtEl>
                                          <p:spTgt spid="46"/>
                                        </p:tgtEl>
                                      </p:cBhvr>
                                    </p:animEffect>
                                  </p:childTnLst>
                                </p:cTn>
                              </p:par>
                              <p:par>
                                <p:cTn id="29" presetID="22" presetClass="entr" presetSubtype="8" fill="hold" grpId="0" nodeType="withEffect">
                                  <p:stCondLst>
                                    <p:cond delay="3700"/>
                                  </p:stCondLst>
                                  <p:childTnLst>
                                    <p:set>
                                      <p:cBhvr>
                                        <p:cTn id="30" dur="1" fill="hold">
                                          <p:stCondLst>
                                            <p:cond delay="0"/>
                                          </p:stCondLst>
                                        </p:cTn>
                                        <p:tgtEl>
                                          <p:spTgt spid="53"/>
                                        </p:tgtEl>
                                        <p:attrNameLst>
                                          <p:attrName>style.visibility</p:attrName>
                                        </p:attrNameLst>
                                      </p:cBhvr>
                                      <p:to>
                                        <p:strVal val="visible"/>
                                      </p:to>
                                    </p:set>
                                    <p:animEffect transition="in" filter="wipe(left)">
                                      <p:cBhvr>
                                        <p:cTn id="31" dur="800"/>
                                        <p:tgtEl>
                                          <p:spTgt spid="53"/>
                                        </p:tgtEl>
                                      </p:cBhvr>
                                    </p:animEffect>
                                  </p:childTnLst>
                                </p:cTn>
                              </p:par>
                              <p:par>
                                <p:cTn id="32" presetID="22" presetClass="entr" presetSubtype="1" fill="hold" nodeType="withEffect">
                                  <p:stCondLst>
                                    <p:cond delay="4500"/>
                                  </p:stCondLst>
                                  <p:childTnLst>
                                    <p:set>
                                      <p:cBhvr>
                                        <p:cTn id="33" dur="1" fill="hold">
                                          <p:stCondLst>
                                            <p:cond delay="0"/>
                                          </p:stCondLst>
                                        </p:cTn>
                                        <p:tgtEl>
                                          <p:spTgt spid="57"/>
                                        </p:tgtEl>
                                        <p:attrNameLst>
                                          <p:attrName>style.visibility</p:attrName>
                                        </p:attrNameLst>
                                      </p:cBhvr>
                                      <p:to>
                                        <p:strVal val="visible"/>
                                      </p:to>
                                    </p:set>
                                    <p:animEffect transition="in" filter="wipe(up)">
                                      <p:cBhvr>
                                        <p:cTn id="34" dur="500"/>
                                        <p:tgtEl>
                                          <p:spTgt spid="57"/>
                                        </p:tgtEl>
                                      </p:cBhvr>
                                    </p:animEffect>
                                  </p:childTnLst>
                                </p:cTn>
                              </p:par>
                              <p:par>
                                <p:cTn id="35" presetID="53" presetClass="entr" presetSubtype="16" fill="hold" grpId="0" nodeType="withEffect">
                                  <p:stCondLst>
                                    <p:cond delay="5400"/>
                                  </p:stCondLst>
                                  <p:childTnLst>
                                    <p:set>
                                      <p:cBhvr>
                                        <p:cTn id="36" dur="1" fill="hold">
                                          <p:stCondLst>
                                            <p:cond delay="0"/>
                                          </p:stCondLst>
                                        </p:cTn>
                                        <p:tgtEl>
                                          <p:spTgt spid="2"/>
                                        </p:tgtEl>
                                        <p:attrNameLst>
                                          <p:attrName>style.visibility</p:attrName>
                                        </p:attrNameLst>
                                      </p:cBhvr>
                                      <p:to>
                                        <p:strVal val="visible"/>
                                      </p:to>
                                    </p:set>
                                    <p:anim calcmode="lin" valueType="num">
                                      <p:cBhvr>
                                        <p:cTn id="37" dur="10" fill="hold"/>
                                        <p:tgtEl>
                                          <p:spTgt spid="2"/>
                                        </p:tgtEl>
                                        <p:attrNameLst>
                                          <p:attrName>ppt_w</p:attrName>
                                        </p:attrNameLst>
                                      </p:cBhvr>
                                      <p:tavLst>
                                        <p:tav tm="0">
                                          <p:val>
                                            <p:fltVal val="0"/>
                                          </p:val>
                                        </p:tav>
                                        <p:tav tm="100000">
                                          <p:val>
                                            <p:strVal val="#ppt_w"/>
                                          </p:val>
                                        </p:tav>
                                      </p:tavLst>
                                    </p:anim>
                                    <p:anim calcmode="lin" valueType="num">
                                      <p:cBhvr>
                                        <p:cTn id="38" dur="10" fill="hold"/>
                                        <p:tgtEl>
                                          <p:spTgt spid="2"/>
                                        </p:tgtEl>
                                        <p:attrNameLst>
                                          <p:attrName>ppt_h</p:attrName>
                                        </p:attrNameLst>
                                      </p:cBhvr>
                                      <p:tavLst>
                                        <p:tav tm="0">
                                          <p:val>
                                            <p:fltVal val="0"/>
                                          </p:val>
                                        </p:tav>
                                        <p:tav tm="100000">
                                          <p:val>
                                            <p:strVal val="#ppt_h"/>
                                          </p:val>
                                        </p:tav>
                                      </p:tavLst>
                                    </p:anim>
                                    <p:animEffect transition="in" filter="fade">
                                      <p:cBhvr>
                                        <p:cTn id="39" dur="10"/>
                                        <p:tgtEl>
                                          <p:spTgt spid="2"/>
                                        </p:tgtEl>
                                      </p:cBhvr>
                                    </p:animEffect>
                                  </p:childTnLst>
                                </p:cTn>
                              </p:par>
                              <p:par>
                                <p:cTn id="40" presetID="22" presetClass="entr" presetSubtype="2" fill="hold" nodeType="withEffect">
                                  <p:stCondLst>
                                    <p:cond delay="6100"/>
                                  </p:stCondLst>
                                  <p:childTnLst>
                                    <p:set>
                                      <p:cBhvr>
                                        <p:cTn id="41" dur="1" fill="hold">
                                          <p:stCondLst>
                                            <p:cond delay="0"/>
                                          </p:stCondLst>
                                        </p:cTn>
                                        <p:tgtEl>
                                          <p:spTgt spid="58"/>
                                        </p:tgtEl>
                                        <p:attrNameLst>
                                          <p:attrName>style.visibility</p:attrName>
                                        </p:attrNameLst>
                                      </p:cBhvr>
                                      <p:to>
                                        <p:strVal val="visible"/>
                                      </p:to>
                                    </p:set>
                                    <p:animEffect transition="in" filter="wipe(right)">
                                      <p:cBhvr>
                                        <p:cTn id="42" dur="250"/>
                                        <p:tgtEl>
                                          <p:spTgt spid="58"/>
                                        </p:tgtEl>
                                      </p:cBhvr>
                                    </p:animEffect>
                                  </p:childTnLst>
                                </p:cTn>
                              </p:par>
                              <p:par>
                                <p:cTn id="43" presetID="22" presetClass="entr" presetSubtype="1" fill="hold" nodeType="withEffect">
                                  <p:stCondLst>
                                    <p:cond delay="7400"/>
                                  </p:stCondLst>
                                  <p:childTnLst>
                                    <p:set>
                                      <p:cBhvr>
                                        <p:cTn id="44" dur="1" fill="hold">
                                          <p:stCondLst>
                                            <p:cond delay="0"/>
                                          </p:stCondLst>
                                        </p:cTn>
                                        <p:tgtEl>
                                          <p:spTgt spid="60"/>
                                        </p:tgtEl>
                                        <p:attrNameLst>
                                          <p:attrName>style.visibility</p:attrName>
                                        </p:attrNameLst>
                                      </p:cBhvr>
                                      <p:to>
                                        <p:strVal val="visible"/>
                                      </p:to>
                                    </p:set>
                                    <p:animEffect transition="in" filter="wipe(up)">
                                      <p:cBhvr>
                                        <p:cTn id="45" dur="250"/>
                                        <p:tgtEl>
                                          <p:spTgt spid="60"/>
                                        </p:tgtEl>
                                      </p:cBhvr>
                                    </p:animEffect>
                                  </p:childTnLst>
                                </p:cTn>
                              </p:par>
                              <p:par>
                                <p:cTn id="46" presetID="22" presetClass="entr" presetSubtype="2" fill="hold" grpId="0" nodeType="withEffect">
                                  <p:stCondLst>
                                    <p:cond delay="6600"/>
                                  </p:stCondLst>
                                  <p:childTnLst>
                                    <p:set>
                                      <p:cBhvr>
                                        <p:cTn id="47" dur="1" fill="hold">
                                          <p:stCondLst>
                                            <p:cond delay="0"/>
                                          </p:stCondLst>
                                        </p:cTn>
                                        <p:tgtEl>
                                          <p:spTgt spid="16"/>
                                        </p:tgtEl>
                                        <p:attrNameLst>
                                          <p:attrName>style.visibility</p:attrName>
                                        </p:attrNameLst>
                                      </p:cBhvr>
                                      <p:to>
                                        <p:strVal val="visible"/>
                                      </p:to>
                                    </p:set>
                                    <p:animEffect transition="in" filter="wipe(right)">
                                      <p:cBhvr>
                                        <p:cTn id="48" dur="8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3" grpId="0"/>
      <p:bldP spid="54" grpId="0"/>
      <p:bldP spid="55" grpId="0"/>
      <p:bldP spid="2" grpId="0"/>
      <p:bldP spid="15" grpId="0"/>
      <p:bldP spid="16"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5" name="Straight Connector 44"/>
          <p:cNvCxnSpPr/>
          <p:nvPr/>
        </p:nvCxnSpPr>
        <p:spPr>
          <a:xfrm>
            <a:off x="4723460" y="1344297"/>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529169" y="3126380"/>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2369976" y="1028088"/>
            <a:ext cx="2274964" cy="128590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a:r>
              <a:rPr lang="ar-SA" sz="3200" b="1" u="sng" dirty="0">
                <a:solidFill>
                  <a:srgbClr val="92D050"/>
                </a:solidFill>
              </a:rPr>
              <a:t>رابعًا</a:t>
            </a:r>
            <a:r>
              <a:rPr lang="en-US" sz="3200" b="1" u="sng" dirty="0" smtClean="0">
                <a:solidFill>
                  <a:srgbClr val="92D050"/>
                </a:solidFill>
              </a:rPr>
              <a:t>:</a:t>
            </a:r>
          </a:p>
          <a:p>
            <a:pPr rtl="1"/>
            <a:r>
              <a:rPr lang="ar-SA" sz="3200" b="1" dirty="0" smtClean="0">
                <a:solidFill>
                  <a:srgbClr val="92D050"/>
                </a:solidFill>
              </a:rPr>
              <a:t> </a:t>
            </a:r>
            <a:r>
              <a:rPr lang="ar-SA" sz="3200" b="1" dirty="0">
                <a:solidFill>
                  <a:srgbClr val="92D050"/>
                </a:solidFill>
              </a:rPr>
              <a:t>مرحلة التقويم</a:t>
            </a:r>
            <a:endParaRPr lang="en-US" sz="3200" dirty="0">
              <a:solidFill>
                <a:srgbClr val="92D050"/>
              </a:solidFill>
            </a:endParaRPr>
          </a:p>
        </p:txBody>
      </p:sp>
      <p:sp>
        <p:nvSpPr>
          <p:cNvPr id="53" name="Content Placeholder 2"/>
          <p:cNvSpPr txBox="1">
            <a:spLocks/>
          </p:cNvSpPr>
          <p:nvPr/>
        </p:nvSpPr>
        <p:spPr>
          <a:xfrm>
            <a:off x="7826344" y="2825036"/>
            <a:ext cx="1840170" cy="1429724"/>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rtl="1"/>
            <a:r>
              <a:rPr lang="ar-SA" sz="3200" b="1" u="sng" dirty="0">
                <a:solidFill>
                  <a:srgbClr val="7030A0"/>
                </a:solidFill>
              </a:rPr>
              <a:t>خامسًا</a:t>
            </a:r>
            <a:r>
              <a:rPr lang="en-US" sz="3200" b="1" u="sng" dirty="0" smtClean="0">
                <a:solidFill>
                  <a:srgbClr val="7030A0"/>
                </a:solidFill>
              </a:rPr>
              <a:t>:</a:t>
            </a:r>
          </a:p>
          <a:p>
            <a:pPr algn="l" rtl="1"/>
            <a:r>
              <a:rPr lang="ar-SA" sz="3200" b="1" dirty="0" smtClean="0">
                <a:solidFill>
                  <a:srgbClr val="7030A0"/>
                </a:solidFill>
              </a:rPr>
              <a:t>الاستخدام</a:t>
            </a:r>
            <a:endParaRPr lang="en-US" sz="3200" dirty="0">
              <a:solidFill>
                <a:srgbClr val="7030A0"/>
              </a:solidFill>
            </a:endParaRPr>
          </a:p>
        </p:txBody>
      </p:sp>
      <p:sp>
        <p:nvSpPr>
          <p:cNvPr id="54" name="Freeform 53"/>
          <p:cNvSpPr/>
          <p:nvPr/>
        </p:nvSpPr>
        <p:spPr>
          <a:xfrm>
            <a:off x="5823178" y="1114168"/>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a:solidFill>
                  <a:srgbClr val="7CCA62"/>
                </a:solidFill>
                <a:latin typeface="Simple-Line-Icons" panose="02000503000000000000" pitchFamily="2" charset="2"/>
              </a:rPr>
              <a:t></a:t>
            </a:r>
            <a:endParaRPr lang="id-ID" sz="4000" dirty="0">
              <a:solidFill>
                <a:srgbClr val="7CCA62"/>
              </a:solidFill>
              <a:latin typeface="Simple-Line-Icons" panose="02000503000000000000" pitchFamily="2" charset="2"/>
            </a:endParaRPr>
          </a:p>
        </p:txBody>
      </p:sp>
      <p:sp>
        <p:nvSpPr>
          <p:cNvPr id="55" name="Freeform 54"/>
          <p:cNvSpPr/>
          <p:nvPr/>
        </p:nvSpPr>
        <p:spPr>
          <a:xfrm>
            <a:off x="5815731" y="2825035"/>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en-US" sz="4000" dirty="0">
                <a:solidFill>
                  <a:srgbClr val="7030A0"/>
                </a:solidFill>
                <a:latin typeface="Simple-Line-Icons" panose="02000503000000000000" pitchFamily="2" charset="2"/>
              </a:rPr>
              <a:t></a:t>
            </a:r>
            <a:endParaRPr lang="id-ID" sz="4400" dirty="0">
              <a:solidFill>
                <a:srgbClr val="7030A0"/>
              </a:solidFill>
              <a:latin typeface="Simple-Line-Icons" panose="02000503000000000000" pitchFamily="2" charset="2"/>
            </a:endParaRPr>
          </a:p>
        </p:txBody>
      </p:sp>
      <p:cxnSp>
        <p:nvCxnSpPr>
          <p:cNvPr id="56" name="Straight Connector 55"/>
          <p:cNvCxnSpPr/>
          <p:nvPr/>
        </p:nvCxnSpPr>
        <p:spPr>
          <a:xfrm>
            <a:off x="6151800" y="1754493"/>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6157954" y="3409926"/>
            <a:ext cx="0" cy="1549914"/>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6007501" y="4959840"/>
            <a:ext cx="288598" cy="707886"/>
          </a:xfrm>
          <a:prstGeom prst="rect">
            <a:avLst/>
          </a:prstGeom>
        </p:spPr>
        <p:txBody>
          <a:bodyPr wrap="square">
            <a:spAutoFit/>
          </a:bodyPr>
          <a:lstStyle/>
          <a:p>
            <a:pPr algn="ctr" fontAlgn="auto">
              <a:spcBef>
                <a:spcPts val="0"/>
              </a:spcBef>
              <a:spcAft>
                <a:spcPts val="0"/>
              </a:spcAft>
            </a:pPr>
            <a:r>
              <a:rPr lang="en-US" sz="4000" dirty="0">
                <a:solidFill>
                  <a:srgbClr val="009DD9"/>
                </a:solidFill>
                <a:latin typeface="Simple-Line-Icons" panose="02000503000000000000" pitchFamily="2" charset="2"/>
              </a:rPr>
              <a:t></a:t>
            </a:r>
            <a:endParaRPr lang="id-ID" sz="4000" dirty="0">
              <a:solidFill>
                <a:srgbClr val="009DD9"/>
              </a:solidFill>
              <a:latin typeface="Simple-Line-Icons" panose="02000503000000000000" pitchFamily="2" charset="2"/>
            </a:endParaRPr>
          </a:p>
        </p:txBody>
      </p:sp>
      <p:cxnSp>
        <p:nvCxnSpPr>
          <p:cNvPr id="58" name="Straight Connector 57"/>
          <p:cNvCxnSpPr/>
          <p:nvPr/>
        </p:nvCxnSpPr>
        <p:spPr>
          <a:xfrm>
            <a:off x="4737974" y="5236388"/>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a:off x="6151800" y="5689403"/>
            <a:ext cx="0" cy="1168597"/>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15" name="Title 1"/>
          <p:cNvSpPr txBox="1">
            <a:spLocks/>
          </p:cNvSpPr>
          <p:nvPr/>
        </p:nvSpPr>
        <p:spPr>
          <a:xfrm>
            <a:off x="749701" y="212467"/>
            <a:ext cx="10515600" cy="828098"/>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4400" b="1" kern="1200">
                <a:solidFill>
                  <a:schemeClr val="tx1">
                    <a:lumMod val="75000"/>
                    <a:lumOff val="25000"/>
                  </a:schemeClr>
                </a:solidFill>
                <a:latin typeface="+mj-lt"/>
                <a:ea typeface="+mj-ea"/>
                <a:cs typeface="+mj-cs"/>
              </a:defRPr>
            </a:lvl1pPr>
          </a:lstStyle>
          <a:p>
            <a:pPr algn="r" rtl="1"/>
            <a:r>
              <a:rPr lang="ar-SA" u="sng" dirty="0"/>
              <a:t>أ- مكونات النموذج</a:t>
            </a:r>
            <a:endParaRPr lang="en-US" sz="4000" u="sng" dirty="0"/>
          </a:p>
        </p:txBody>
      </p:sp>
      <p:sp>
        <p:nvSpPr>
          <p:cNvPr id="16" name="Content Placeholder 2"/>
          <p:cNvSpPr txBox="1">
            <a:spLocks/>
          </p:cNvSpPr>
          <p:nvPr/>
        </p:nvSpPr>
        <p:spPr>
          <a:xfrm>
            <a:off x="454021" y="4867763"/>
            <a:ext cx="4269439" cy="1405938"/>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a:r>
              <a:rPr lang="ar-SA" sz="3200" b="1" u="sng" dirty="0">
                <a:solidFill>
                  <a:srgbClr val="2191C9"/>
                </a:solidFill>
              </a:rPr>
              <a:t>سادساً: </a:t>
            </a:r>
            <a:endParaRPr lang="en-US" sz="3200" b="1" u="sng" dirty="0" smtClean="0">
              <a:solidFill>
                <a:srgbClr val="2191C9"/>
              </a:solidFill>
            </a:endParaRPr>
          </a:p>
          <a:p>
            <a:pPr rtl="1"/>
            <a:r>
              <a:rPr lang="ar-SA" sz="3200" b="1" dirty="0" smtClean="0">
                <a:solidFill>
                  <a:srgbClr val="2191C9"/>
                </a:solidFill>
              </a:rPr>
              <a:t>التغذية </a:t>
            </a:r>
            <a:r>
              <a:rPr lang="ar-SA" sz="3200" b="1" dirty="0">
                <a:solidFill>
                  <a:srgbClr val="2191C9"/>
                </a:solidFill>
              </a:rPr>
              <a:t>الراجعة وعمليات المراجعة والتعديل</a:t>
            </a:r>
            <a:endParaRPr lang="en-US" sz="3200" dirty="0">
              <a:solidFill>
                <a:srgbClr val="2191C9"/>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24551859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53" presetClass="entr" presetSubtype="16" fill="hold" grpId="0" nodeType="withEffect">
                                  <p:stCondLst>
                                    <p:cond delay="300"/>
                                  </p:stCondLst>
                                  <p:childTnLst>
                                    <p:set>
                                      <p:cBhvr>
                                        <p:cTn id="8" dur="1" fill="hold">
                                          <p:stCondLst>
                                            <p:cond delay="0"/>
                                          </p:stCondLst>
                                        </p:cTn>
                                        <p:tgtEl>
                                          <p:spTgt spid="54"/>
                                        </p:tgtEl>
                                        <p:attrNameLst>
                                          <p:attrName>style.visibility</p:attrName>
                                        </p:attrNameLst>
                                      </p:cBhvr>
                                      <p:to>
                                        <p:strVal val="visible"/>
                                      </p:to>
                                    </p:set>
                                    <p:anim calcmode="lin" valueType="num">
                                      <p:cBhvr>
                                        <p:cTn id="9" dur="10" fill="hold"/>
                                        <p:tgtEl>
                                          <p:spTgt spid="54"/>
                                        </p:tgtEl>
                                        <p:attrNameLst>
                                          <p:attrName>ppt_w</p:attrName>
                                        </p:attrNameLst>
                                      </p:cBhvr>
                                      <p:tavLst>
                                        <p:tav tm="0">
                                          <p:val>
                                            <p:fltVal val="0"/>
                                          </p:val>
                                        </p:tav>
                                        <p:tav tm="100000">
                                          <p:val>
                                            <p:strVal val="#ppt_w"/>
                                          </p:val>
                                        </p:tav>
                                      </p:tavLst>
                                    </p:anim>
                                    <p:anim calcmode="lin" valueType="num">
                                      <p:cBhvr>
                                        <p:cTn id="10" dur="10" fill="hold"/>
                                        <p:tgtEl>
                                          <p:spTgt spid="54"/>
                                        </p:tgtEl>
                                        <p:attrNameLst>
                                          <p:attrName>ppt_h</p:attrName>
                                        </p:attrNameLst>
                                      </p:cBhvr>
                                      <p:tavLst>
                                        <p:tav tm="0">
                                          <p:val>
                                            <p:fltVal val="0"/>
                                          </p:val>
                                        </p:tav>
                                        <p:tav tm="100000">
                                          <p:val>
                                            <p:strVal val="#ppt_h"/>
                                          </p:val>
                                        </p:tav>
                                      </p:tavLst>
                                    </p:anim>
                                    <p:animEffect transition="in" filter="fade">
                                      <p:cBhvr>
                                        <p:cTn id="11" dur="10"/>
                                        <p:tgtEl>
                                          <p:spTgt spid="54"/>
                                        </p:tgtEl>
                                      </p:cBhvr>
                                    </p:animEffect>
                                  </p:childTnLst>
                                </p:cTn>
                              </p:par>
                              <p:par>
                                <p:cTn id="12" presetID="22" presetClass="entr" presetSubtype="2" fill="hold" nodeType="withEffect">
                                  <p:stCondLst>
                                    <p:cond delay="800"/>
                                  </p:stCondLst>
                                  <p:childTnLst>
                                    <p:set>
                                      <p:cBhvr>
                                        <p:cTn id="13" dur="1" fill="hold">
                                          <p:stCondLst>
                                            <p:cond delay="0"/>
                                          </p:stCondLst>
                                        </p:cTn>
                                        <p:tgtEl>
                                          <p:spTgt spid="45"/>
                                        </p:tgtEl>
                                        <p:attrNameLst>
                                          <p:attrName>style.visibility</p:attrName>
                                        </p:attrNameLst>
                                      </p:cBhvr>
                                      <p:to>
                                        <p:strVal val="visible"/>
                                      </p:to>
                                    </p:set>
                                    <p:animEffect transition="in" filter="wipe(right)">
                                      <p:cBhvr>
                                        <p:cTn id="14" dur="250"/>
                                        <p:tgtEl>
                                          <p:spTgt spid="45"/>
                                        </p:tgtEl>
                                      </p:cBhvr>
                                    </p:animEffect>
                                  </p:childTnLst>
                                </p:cTn>
                              </p:par>
                              <p:par>
                                <p:cTn id="15" presetID="22" presetClass="entr" presetSubtype="2" fill="hold" grpId="0" nodeType="withEffect">
                                  <p:stCondLst>
                                    <p:cond delay="1300"/>
                                  </p:stCondLst>
                                  <p:childTnLst>
                                    <p:set>
                                      <p:cBhvr>
                                        <p:cTn id="16" dur="1" fill="hold">
                                          <p:stCondLst>
                                            <p:cond delay="0"/>
                                          </p:stCondLst>
                                        </p:cTn>
                                        <p:tgtEl>
                                          <p:spTgt spid="47"/>
                                        </p:tgtEl>
                                        <p:attrNameLst>
                                          <p:attrName>style.visibility</p:attrName>
                                        </p:attrNameLst>
                                      </p:cBhvr>
                                      <p:to>
                                        <p:strVal val="visible"/>
                                      </p:to>
                                    </p:set>
                                    <p:animEffect transition="in" filter="wipe(right)">
                                      <p:cBhvr>
                                        <p:cTn id="17" dur="700"/>
                                        <p:tgtEl>
                                          <p:spTgt spid="47"/>
                                        </p:tgtEl>
                                      </p:cBhvr>
                                    </p:animEffect>
                                  </p:childTnLst>
                                </p:cTn>
                              </p:par>
                              <p:par>
                                <p:cTn id="18" presetID="22" presetClass="entr" presetSubtype="1" fill="hold" nodeType="withEffect">
                                  <p:stCondLst>
                                    <p:cond delay="1750"/>
                                  </p:stCondLst>
                                  <p:childTnLst>
                                    <p:set>
                                      <p:cBhvr>
                                        <p:cTn id="19" dur="1" fill="hold">
                                          <p:stCondLst>
                                            <p:cond delay="0"/>
                                          </p:stCondLst>
                                        </p:cTn>
                                        <p:tgtEl>
                                          <p:spTgt spid="56"/>
                                        </p:tgtEl>
                                        <p:attrNameLst>
                                          <p:attrName>style.visibility</p:attrName>
                                        </p:attrNameLst>
                                      </p:cBhvr>
                                      <p:to>
                                        <p:strVal val="visible"/>
                                      </p:to>
                                    </p:set>
                                    <p:animEffect transition="in" filter="wipe(up)">
                                      <p:cBhvr>
                                        <p:cTn id="20" dur="500"/>
                                        <p:tgtEl>
                                          <p:spTgt spid="56"/>
                                        </p:tgtEl>
                                      </p:cBhvr>
                                    </p:animEffect>
                                  </p:childTnLst>
                                </p:cTn>
                              </p:par>
                              <p:par>
                                <p:cTn id="21" presetID="53" presetClass="entr" presetSubtype="16" fill="hold" grpId="0" nodeType="withEffect">
                                  <p:stCondLst>
                                    <p:cond delay="2700"/>
                                  </p:stCondLst>
                                  <p:childTnLst>
                                    <p:set>
                                      <p:cBhvr>
                                        <p:cTn id="22" dur="1" fill="hold">
                                          <p:stCondLst>
                                            <p:cond delay="0"/>
                                          </p:stCondLst>
                                        </p:cTn>
                                        <p:tgtEl>
                                          <p:spTgt spid="55"/>
                                        </p:tgtEl>
                                        <p:attrNameLst>
                                          <p:attrName>style.visibility</p:attrName>
                                        </p:attrNameLst>
                                      </p:cBhvr>
                                      <p:to>
                                        <p:strVal val="visible"/>
                                      </p:to>
                                    </p:set>
                                    <p:anim calcmode="lin" valueType="num">
                                      <p:cBhvr>
                                        <p:cTn id="23" dur="10" fill="hold"/>
                                        <p:tgtEl>
                                          <p:spTgt spid="55"/>
                                        </p:tgtEl>
                                        <p:attrNameLst>
                                          <p:attrName>ppt_w</p:attrName>
                                        </p:attrNameLst>
                                      </p:cBhvr>
                                      <p:tavLst>
                                        <p:tav tm="0">
                                          <p:val>
                                            <p:fltVal val="0"/>
                                          </p:val>
                                        </p:tav>
                                        <p:tav tm="100000">
                                          <p:val>
                                            <p:strVal val="#ppt_w"/>
                                          </p:val>
                                        </p:tav>
                                      </p:tavLst>
                                    </p:anim>
                                    <p:anim calcmode="lin" valueType="num">
                                      <p:cBhvr>
                                        <p:cTn id="24" dur="10" fill="hold"/>
                                        <p:tgtEl>
                                          <p:spTgt spid="55"/>
                                        </p:tgtEl>
                                        <p:attrNameLst>
                                          <p:attrName>ppt_h</p:attrName>
                                        </p:attrNameLst>
                                      </p:cBhvr>
                                      <p:tavLst>
                                        <p:tav tm="0">
                                          <p:val>
                                            <p:fltVal val="0"/>
                                          </p:val>
                                        </p:tav>
                                        <p:tav tm="100000">
                                          <p:val>
                                            <p:strVal val="#ppt_h"/>
                                          </p:val>
                                        </p:tav>
                                      </p:tavLst>
                                    </p:anim>
                                    <p:animEffect transition="in" filter="fade">
                                      <p:cBhvr>
                                        <p:cTn id="25" dur="10"/>
                                        <p:tgtEl>
                                          <p:spTgt spid="55"/>
                                        </p:tgtEl>
                                      </p:cBhvr>
                                    </p:animEffect>
                                  </p:childTnLst>
                                </p:cTn>
                              </p:par>
                              <p:par>
                                <p:cTn id="26" presetID="22" presetClass="entr" presetSubtype="8" fill="hold" nodeType="withEffect">
                                  <p:stCondLst>
                                    <p:cond delay="3200"/>
                                  </p:stCondLst>
                                  <p:childTnLst>
                                    <p:set>
                                      <p:cBhvr>
                                        <p:cTn id="27" dur="1" fill="hold">
                                          <p:stCondLst>
                                            <p:cond delay="0"/>
                                          </p:stCondLst>
                                        </p:cTn>
                                        <p:tgtEl>
                                          <p:spTgt spid="46"/>
                                        </p:tgtEl>
                                        <p:attrNameLst>
                                          <p:attrName>style.visibility</p:attrName>
                                        </p:attrNameLst>
                                      </p:cBhvr>
                                      <p:to>
                                        <p:strVal val="visible"/>
                                      </p:to>
                                    </p:set>
                                    <p:animEffect transition="in" filter="wipe(left)">
                                      <p:cBhvr>
                                        <p:cTn id="28" dur="250"/>
                                        <p:tgtEl>
                                          <p:spTgt spid="46"/>
                                        </p:tgtEl>
                                      </p:cBhvr>
                                    </p:animEffect>
                                  </p:childTnLst>
                                </p:cTn>
                              </p:par>
                              <p:par>
                                <p:cTn id="29" presetID="22" presetClass="entr" presetSubtype="8" fill="hold" grpId="0" nodeType="withEffect">
                                  <p:stCondLst>
                                    <p:cond delay="3700"/>
                                  </p:stCondLst>
                                  <p:childTnLst>
                                    <p:set>
                                      <p:cBhvr>
                                        <p:cTn id="30" dur="1" fill="hold">
                                          <p:stCondLst>
                                            <p:cond delay="0"/>
                                          </p:stCondLst>
                                        </p:cTn>
                                        <p:tgtEl>
                                          <p:spTgt spid="53"/>
                                        </p:tgtEl>
                                        <p:attrNameLst>
                                          <p:attrName>style.visibility</p:attrName>
                                        </p:attrNameLst>
                                      </p:cBhvr>
                                      <p:to>
                                        <p:strVal val="visible"/>
                                      </p:to>
                                    </p:set>
                                    <p:animEffect transition="in" filter="wipe(left)">
                                      <p:cBhvr>
                                        <p:cTn id="31" dur="800"/>
                                        <p:tgtEl>
                                          <p:spTgt spid="53"/>
                                        </p:tgtEl>
                                      </p:cBhvr>
                                    </p:animEffect>
                                  </p:childTnLst>
                                </p:cTn>
                              </p:par>
                              <p:par>
                                <p:cTn id="32" presetID="22" presetClass="entr" presetSubtype="1" fill="hold" nodeType="withEffect">
                                  <p:stCondLst>
                                    <p:cond delay="4500"/>
                                  </p:stCondLst>
                                  <p:childTnLst>
                                    <p:set>
                                      <p:cBhvr>
                                        <p:cTn id="33" dur="1" fill="hold">
                                          <p:stCondLst>
                                            <p:cond delay="0"/>
                                          </p:stCondLst>
                                        </p:cTn>
                                        <p:tgtEl>
                                          <p:spTgt spid="57"/>
                                        </p:tgtEl>
                                        <p:attrNameLst>
                                          <p:attrName>style.visibility</p:attrName>
                                        </p:attrNameLst>
                                      </p:cBhvr>
                                      <p:to>
                                        <p:strVal val="visible"/>
                                      </p:to>
                                    </p:set>
                                    <p:animEffect transition="in" filter="wipe(up)">
                                      <p:cBhvr>
                                        <p:cTn id="34" dur="500"/>
                                        <p:tgtEl>
                                          <p:spTgt spid="57"/>
                                        </p:tgtEl>
                                      </p:cBhvr>
                                    </p:animEffect>
                                  </p:childTnLst>
                                </p:cTn>
                              </p:par>
                              <p:par>
                                <p:cTn id="35" presetID="53" presetClass="entr" presetSubtype="16" fill="hold" grpId="0" nodeType="withEffect">
                                  <p:stCondLst>
                                    <p:cond delay="5400"/>
                                  </p:stCondLst>
                                  <p:childTnLst>
                                    <p:set>
                                      <p:cBhvr>
                                        <p:cTn id="36" dur="1" fill="hold">
                                          <p:stCondLst>
                                            <p:cond delay="0"/>
                                          </p:stCondLst>
                                        </p:cTn>
                                        <p:tgtEl>
                                          <p:spTgt spid="2"/>
                                        </p:tgtEl>
                                        <p:attrNameLst>
                                          <p:attrName>style.visibility</p:attrName>
                                        </p:attrNameLst>
                                      </p:cBhvr>
                                      <p:to>
                                        <p:strVal val="visible"/>
                                      </p:to>
                                    </p:set>
                                    <p:anim calcmode="lin" valueType="num">
                                      <p:cBhvr>
                                        <p:cTn id="37" dur="10" fill="hold"/>
                                        <p:tgtEl>
                                          <p:spTgt spid="2"/>
                                        </p:tgtEl>
                                        <p:attrNameLst>
                                          <p:attrName>ppt_w</p:attrName>
                                        </p:attrNameLst>
                                      </p:cBhvr>
                                      <p:tavLst>
                                        <p:tav tm="0">
                                          <p:val>
                                            <p:fltVal val="0"/>
                                          </p:val>
                                        </p:tav>
                                        <p:tav tm="100000">
                                          <p:val>
                                            <p:strVal val="#ppt_w"/>
                                          </p:val>
                                        </p:tav>
                                      </p:tavLst>
                                    </p:anim>
                                    <p:anim calcmode="lin" valueType="num">
                                      <p:cBhvr>
                                        <p:cTn id="38" dur="10" fill="hold"/>
                                        <p:tgtEl>
                                          <p:spTgt spid="2"/>
                                        </p:tgtEl>
                                        <p:attrNameLst>
                                          <p:attrName>ppt_h</p:attrName>
                                        </p:attrNameLst>
                                      </p:cBhvr>
                                      <p:tavLst>
                                        <p:tav tm="0">
                                          <p:val>
                                            <p:fltVal val="0"/>
                                          </p:val>
                                        </p:tav>
                                        <p:tav tm="100000">
                                          <p:val>
                                            <p:strVal val="#ppt_h"/>
                                          </p:val>
                                        </p:tav>
                                      </p:tavLst>
                                    </p:anim>
                                    <p:animEffect transition="in" filter="fade">
                                      <p:cBhvr>
                                        <p:cTn id="39" dur="10"/>
                                        <p:tgtEl>
                                          <p:spTgt spid="2"/>
                                        </p:tgtEl>
                                      </p:cBhvr>
                                    </p:animEffect>
                                  </p:childTnLst>
                                </p:cTn>
                              </p:par>
                              <p:par>
                                <p:cTn id="40" presetID="22" presetClass="entr" presetSubtype="2" fill="hold" nodeType="withEffect">
                                  <p:stCondLst>
                                    <p:cond delay="6100"/>
                                  </p:stCondLst>
                                  <p:childTnLst>
                                    <p:set>
                                      <p:cBhvr>
                                        <p:cTn id="41" dur="1" fill="hold">
                                          <p:stCondLst>
                                            <p:cond delay="0"/>
                                          </p:stCondLst>
                                        </p:cTn>
                                        <p:tgtEl>
                                          <p:spTgt spid="58"/>
                                        </p:tgtEl>
                                        <p:attrNameLst>
                                          <p:attrName>style.visibility</p:attrName>
                                        </p:attrNameLst>
                                      </p:cBhvr>
                                      <p:to>
                                        <p:strVal val="visible"/>
                                      </p:to>
                                    </p:set>
                                    <p:animEffect transition="in" filter="wipe(right)">
                                      <p:cBhvr>
                                        <p:cTn id="42" dur="250"/>
                                        <p:tgtEl>
                                          <p:spTgt spid="58"/>
                                        </p:tgtEl>
                                      </p:cBhvr>
                                    </p:animEffect>
                                  </p:childTnLst>
                                </p:cTn>
                              </p:par>
                              <p:par>
                                <p:cTn id="43" presetID="22" presetClass="entr" presetSubtype="1" fill="hold" nodeType="withEffect">
                                  <p:stCondLst>
                                    <p:cond delay="7400"/>
                                  </p:stCondLst>
                                  <p:childTnLst>
                                    <p:set>
                                      <p:cBhvr>
                                        <p:cTn id="44" dur="1" fill="hold">
                                          <p:stCondLst>
                                            <p:cond delay="0"/>
                                          </p:stCondLst>
                                        </p:cTn>
                                        <p:tgtEl>
                                          <p:spTgt spid="60"/>
                                        </p:tgtEl>
                                        <p:attrNameLst>
                                          <p:attrName>style.visibility</p:attrName>
                                        </p:attrNameLst>
                                      </p:cBhvr>
                                      <p:to>
                                        <p:strVal val="visible"/>
                                      </p:to>
                                    </p:set>
                                    <p:animEffect transition="in" filter="wipe(up)">
                                      <p:cBhvr>
                                        <p:cTn id="45" dur="250"/>
                                        <p:tgtEl>
                                          <p:spTgt spid="60"/>
                                        </p:tgtEl>
                                      </p:cBhvr>
                                    </p:animEffect>
                                  </p:childTnLst>
                                </p:cTn>
                              </p:par>
                              <p:par>
                                <p:cTn id="46" presetID="22" presetClass="entr" presetSubtype="2" fill="hold" grpId="0" nodeType="withEffect">
                                  <p:stCondLst>
                                    <p:cond delay="6600"/>
                                  </p:stCondLst>
                                  <p:childTnLst>
                                    <p:set>
                                      <p:cBhvr>
                                        <p:cTn id="47" dur="1" fill="hold">
                                          <p:stCondLst>
                                            <p:cond delay="0"/>
                                          </p:stCondLst>
                                        </p:cTn>
                                        <p:tgtEl>
                                          <p:spTgt spid="16"/>
                                        </p:tgtEl>
                                        <p:attrNameLst>
                                          <p:attrName>style.visibility</p:attrName>
                                        </p:attrNameLst>
                                      </p:cBhvr>
                                      <p:to>
                                        <p:strVal val="visible"/>
                                      </p:to>
                                    </p:set>
                                    <p:animEffect transition="in" filter="wipe(right)">
                                      <p:cBhvr>
                                        <p:cTn id="48" dur="8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3" grpId="0"/>
      <p:bldP spid="54" grpId="0"/>
      <p:bldP spid="55" grpId="0"/>
      <p:bldP spid="2" grpId="0"/>
      <p:bldP spid="15" grpId="0"/>
      <p:bldP spid="16"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21" name="Group 3220"/>
          <p:cNvGrpSpPr/>
          <p:nvPr/>
        </p:nvGrpSpPr>
        <p:grpSpPr>
          <a:xfrm>
            <a:off x="8026959" y="1353046"/>
            <a:ext cx="3265488" cy="5226050"/>
            <a:chOff x="4314825" y="843456"/>
            <a:chExt cx="3265488" cy="5226050"/>
          </a:xfrm>
        </p:grpSpPr>
        <p:sp>
          <p:nvSpPr>
            <p:cNvPr id="3192" name="Freeform 150"/>
            <p:cNvSpPr>
              <a:spLocks/>
            </p:cNvSpPr>
            <p:nvPr/>
          </p:nvSpPr>
          <p:spPr bwMode="auto">
            <a:xfrm>
              <a:off x="6057900" y="2889744"/>
              <a:ext cx="928688" cy="1362075"/>
            </a:xfrm>
            <a:custGeom>
              <a:avLst/>
              <a:gdLst>
                <a:gd name="T0" fmla="*/ 293 w 433"/>
                <a:gd name="T1" fmla="*/ 94 h 635"/>
                <a:gd name="T2" fmla="*/ 334 w 433"/>
                <a:gd name="T3" fmla="*/ 80 h 635"/>
                <a:gd name="T4" fmla="*/ 401 w 433"/>
                <a:gd name="T5" fmla="*/ 118 h 635"/>
                <a:gd name="T6" fmla="*/ 433 w 433"/>
                <a:gd name="T7" fmla="*/ 118 h 635"/>
                <a:gd name="T8" fmla="*/ 433 w 433"/>
                <a:gd name="T9" fmla="*/ 0 h 635"/>
                <a:gd name="T10" fmla="*/ 0 w 433"/>
                <a:gd name="T11" fmla="*/ 0 h 635"/>
                <a:gd name="T12" fmla="*/ 0 w 433"/>
                <a:gd name="T13" fmla="*/ 463 h 635"/>
                <a:gd name="T14" fmla="*/ 158 w 433"/>
                <a:gd name="T15" fmla="*/ 463 h 635"/>
                <a:gd name="T16" fmla="*/ 169 w 433"/>
                <a:gd name="T17" fmla="*/ 474 h 635"/>
                <a:gd name="T18" fmla="*/ 169 w 433"/>
                <a:gd name="T19" fmla="*/ 528 h 635"/>
                <a:gd name="T20" fmla="*/ 165 w 433"/>
                <a:gd name="T21" fmla="*/ 537 h 635"/>
                <a:gd name="T22" fmla="*/ 129 w 433"/>
                <a:gd name="T23" fmla="*/ 586 h 635"/>
                <a:gd name="T24" fmla="*/ 141 w 433"/>
                <a:gd name="T25" fmla="*/ 619 h 635"/>
                <a:gd name="T26" fmla="*/ 183 w 433"/>
                <a:gd name="T27" fmla="*/ 635 h 635"/>
                <a:gd name="T28" fmla="*/ 250 w 433"/>
                <a:gd name="T29" fmla="*/ 594 h 635"/>
                <a:gd name="T30" fmla="*/ 210 w 433"/>
                <a:gd name="T31" fmla="*/ 533 h 635"/>
                <a:gd name="T32" fmla="*/ 204 w 433"/>
                <a:gd name="T33" fmla="*/ 524 h 635"/>
                <a:gd name="T34" fmla="*/ 204 w 433"/>
                <a:gd name="T35" fmla="*/ 471 h 635"/>
                <a:gd name="T36" fmla="*/ 215 w 433"/>
                <a:gd name="T37" fmla="*/ 460 h 635"/>
                <a:gd name="T38" fmla="*/ 433 w 433"/>
                <a:gd name="T39" fmla="*/ 460 h 635"/>
                <a:gd name="T40" fmla="*/ 433 w 433"/>
                <a:gd name="T41" fmla="*/ 199 h 635"/>
                <a:gd name="T42" fmla="*/ 410 w 433"/>
                <a:gd name="T43" fmla="*/ 199 h 635"/>
                <a:gd name="T44" fmla="*/ 338 w 433"/>
                <a:gd name="T45" fmla="*/ 243 h 635"/>
                <a:gd name="T46" fmla="*/ 270 w 433"/>
                <a:gd name="T47" fmla="*/ 161 h 635"/>
                <a:gd name="T48" fmla="*/ 293 w 433"/>
                <a:gd name="T49" fmla="*/ 94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3" h="635">
                  <a:moveTo>
                    <a:pt x="293" y="94"/>
                  </a:moveTo>
                  <a:cubicBezTo>
                    <a:pt x="304" y="84"/>
                    <a:pt x="318" y="79"/>
                    <a:pt x="334" y="80"/>
                  </a:cubicBezTo>
                  <a:cubicBezTo>
                    <a:pt x="360" y="81"/>
                    <a:pt x="391" y="108"/>
                    <a:pt x="401" y="118"/>
                  </a:cubicBezTo>
                  <a:cubicBezTo>
                    <a:pt x="433" y="118"/>
                    <a:pt x="433" y="118"/>
                    <a:pt x="433" y="118"/>
                  </a:cubicBezTo>
                  <a:cubicBezTo>
                    <a:pt x="433" y="0"/>
                    <a:pt x="433" y="0"/>
                    <a:pt x="433" y="0"/>
                  </a:cubicBezTo>
                  <a:cubicBezTo>
                    <a:pt x="0" y="0"/>
                    <a:pt x="0" y="0"/>
                    <a:pt x="0" y="0"/>
                  </a:cubicBezTo>
                  <a:cubicBezTo>
                    <a:pt x="0" y="463"/>
                    <a:pt x="0" y="463"/>
                    <a:pt x="0" y="463"/>
                  </a:cubicBezTo>
                  <a:cubicBezTo>
                    <a:pt x="158" y="463"/>
                    <a:pt x="158" y="463"/>
                    <a:pt x="158" y="463"/>
                  </a:cubicBezTo>
                  <a:cubicBezTo>
                    <a:pt x="164" y="463"/>
                    <a:pt x="169" y="468"/>
                    <a:pt x="169" y="474"/>
                  </a:cubicBezTo>
                  <a:cubicBezTo>
                    <a:pt x="169" y="528"/>
                    <a:pt x="169" y="528"/>
                    <a:pt x="169" y="528"/>
                  </a:cubicBezTo>
                  <a:cubicBezTo>
                    <a:pt x="169" y="532"/>
                    <a:pt x="168" y="535"/>
                    <a:pt x="165" y="537"/>
                  </a:cubicBezTo>
                  <a:cubicBezTo>
                    <a:pt x="156" y="544"/>
                    <a:pt x="130" y="568"/>
                    <a:pt x="129" y="586"/>
                  </a:cubicBezTo>
                  <a:cubicBezTo>
                    <a:pt x="129" y="598"/>
                    <a:pt x="133" y="611"/>
                    <a:pt x="141" y="619"/>
                  </a:cubicBezTo>
                  <a:cubicBezTo>
                    <a:pt x="151" y="630"/>
                    <a:pt x="166" y="635"/>
                    <a:pt x="183" y="635"/>
                  </a:cubicBezTo>
                  <a:cubicBezTo>
                    <a:pt x="207" y="635"/>
                    <a:pt x="248" y="630"/>
                    <a:pt x="250" y="594"/>
                  </a:cubicBezTo>
                  <a:cubicBezTo>
                    <a:pt x="253" y="560"/>
                    <a:pt x="210" y="533"/>
                    <a:pt x="210" y="533"/>
                  </a:cubicBezTo>
                  <a:cubicBezTo>
                    <a:pt x="206" y="531"/>
                    <a:pt x="204" y="527"/>
                    <a:pt x="204" y="524"/>
                  </a:cubicBezTo>
                  <a:cubicBezTo>
                    <a:pt x="204" y="471"/>
                    <a:pt x="204" y="471"/>
                    <a:pt x="204" y="471"/>
                  </a:cubicBezTo>
                  <a:cubicBezTo>
                    <a:pt x="204" y="465"/>
                    <a:pt x="209" y="460"/>
                    <a:pt x="215" y="460"/>
                  </a:cubicBezTo>
                  <a:cubicBezTo>
                    <a:pt x="433" y="460"/>
                    <a:pt x="433" y="460"/>
                    <a:pt x="433" y="460"/>
                  </a:cubicBezTo>
                  <a:cubicBezTo>
                    <a:pt x="433" y="199"/>
                    <a:pt x="433" y="199"/>
                    <a:pt x="433" y="199"/>
                  </a:cubicBezTo>
                  <a:cubicBezTo>
                    <a:pt x="410" y="199"/>
                    <a:pt x="410" y="199"/>
                    <a:pt x="410" y="199"/>
                  </a:cubicBezTo>
                  <a:cubicBezTo>
                    <a:pt x="399" y="211"/>
                    <a:pt x="368" y="243"/>
                    <a:pt x="338" y="243"/>
                  </a:cubicBezTo>
                  <a:cubicBezTo>
                    <a:pt x="305" y="243"/>
                    <a:pt x="270" y="222"/>
                    <a:pt x="270" y="161"/>
                  </a:cubicBezTo>
                  <a:cubicBezTo>
                    <a:pt x="270" y="124"/>
                    <a:pt x="282" y="104"/>
                    <a:pt x="293" y="9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3" name="Freeform 151"/>
            <p:cNvSpPr>
              <a:spLocks/>
            </p:cNvSpPr>
            <p:nvPr/>
          </p:nvSpPr>
          <p:spPr bwMode="auto">
            <a:xfrm>
              <a:off x="5078413" y="2889744"/>
              <a:ext cx="931863" cy="992188"/>
            </a:xfrm>
            <a:custGeom>
              <a:avLst/>
              <a:gdLst>
                <a:gd name="T0" fmla="*/ 435 w 435"/>
                <a:gd name="T1" fmla="*/ 0 h 463"/>
                <a:gd name="T2" fmla="*/ 2 w 435"/>
                <a:gd name="T3" fmla="*/ 0 h 463"/>
                <a:gd name="T4" fmla="*/ 2 w 435"/>
                <a:gd name="T5" fmla="*/ 113 h 463"/>
                <a:gd name="T6" fmla="*/ 32 w 435"/>
                <a:gd name="T7" fmla="*/ 113 h 463"/>
                <a:gd name="T8" fmla="*/ 104 w 435"/>
                <a:gd name="T9" fmla="*/ 70 h 463"/>
                <a:gd name="T10" fmla="*/ 166 w 435"/>
                <a:gd name="T11" fmla="*/ 154 h 463"/>
                <a:gd name="T12" fmla="*/ 145 w 435"/>
                <a:gd name="T13" fmla="*/ 219 h 463"/>
                <a:gd name="T14" fmla="*/ 100 w 435"/>
                <a:gd name="T15" fmla="*/ 234 h 463"/>
                <a:gd name="T16" fmla="*/ 34 w 435"/>
                <a:gd name="T17" fmla="*/ 192 h 463"/>
                <a:gd name="T18" fmla="*/ 0 w 435"/>
                <a:gd name="T19" fmla="*/ 192 h 463"/>
                <a:gd name="T20" fmla="*/ 0 w 435"/>
                <a:gd name="T21" fmla="*/ 442 h 463"/>
                <a:gd name="T22" fmla="*/ 9 w 435"/>
                <a:gd name="T23" fmla="*/ 463 h 463"/>
                <a:gd name="T24" fmla="*/ 435 w 435"/>
                <a:gd name="T25" fmla="*/ 463 h 463"/>
                <a:gd name="T26" fmla="*/ 435 w 435"/>
                <a:gd name="T2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5" h="463">
                  <a:moveTo>
                    <a:pt x="435" y="0"/>
                  </a:moveTo>
                  <a:cubicBezTo>
                    <a:pt x="2" y="0"/>
                    <a:pt x="2" y="0"/>
                    <a:pt x="2" y="0"/>
                  </a:cubicBezTo>
                  <a:cubicBezTo>
                    <a:pt x="2" y="113"/>
                    <a:pt x="2" y="113"/>
                    <a:pt x="2" y="113"/>
                  </a:cubicBezTo>
                  <a:cubicBezTo>
                    <a:pt x="32" y="113"/>
                    <a:pt x="32" y="113"/>
                    <a:pt x="32" y="113"/>
                  </a:cubicBezTo>
                  <a:cubicBezTo>
                    <a:pt x="40" y="99"/>
                    <a:pt x="61" y="69"/>
                    <a:pt x="104" y="70"/>
                  </a:cubicBezTo>
                  <a:cubicBezTo>
                    <a:pt x="166" y="72"/>
                    <a:pt x="166" y="134"/>
                    <a:pt x="166" y="154"/>
                  </a:cubicBezTo>
                  <a:cubicBezTo>
                    <a:pt x="166" y="184"/>
                    <a:pt x="159" y="205"/>
                    <a:pt x="145" y="219"/>
                  </a:cubicBezTo>
                  <a:cubicBezTo>
                    <a:pt x="134" y="229"/>
                    <a:pt x="119" y="234"/>
                    <a:pt x="100" y="234"/>
                  </a:cubicBezTo>
                  <a:cubicBezTo>
                    <a:pt x="63" y="233"/>
                    <a:pt x="42" y="209"/>
                    <a:pt x="34" y="192"/>
                  </a:cubicBezTo>
                  <a:cubicBezTo>
                    <a:pt x="0" y="192"/>
                    <a:pt x="0" y="192"/>
                    <a:pt x="0" y="192"/>
                  </a:cubicBezTo>
                  <a:cubicBezTo>
                    <a:pt x="0" y="442"/>
                    <a:pt x="0" y="442"/>
                    <a:pt x="0" y="442"/>
                  </a:cubicBezTo>
                  <a:cubicBezTo>
                    <a:pt x="4" y="449"/>
                    <a:pt x="7" y="456"/>
                    <a:pt x="9" y="463"/>
                  </a:cubicBezTo>
                  <a:cubicBezTo>
                    <a:pt x="435" y="463"/>
                    <a:pt x="435" y="463"/>
                    <a:pt x="435" y="463"/>
                  </a:cubicBezTo>
                  <a:lnTo>
                    <a:pt x="435"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4" name="Freeform 152"/>
            <p:cNvSpPr>
              <a:spLocks/>
            </p:cNvSpPr>
            <p:nvPr/>
          </p:nvSpPr>
          <p:spPr bwMode="auto">
            <a:xfrm>
              <a:off x="5081588" y="843456"/>
              <a:ext cx="2389188" cy="1320800"/>
            </a:xfrm>
            <a:custGeom>
              <a:avLst/>
              <a:gdLst>
                <a:gd name="T0" fmla="*/ 0 w 1114"/>
                <a:gd name="T1" fmla="*/ 445 h 616"/>
                <a:gd name="T2" fmla="*/ 186 w 1114"/>
                <a:gd name="T3" fmla="*/ 445 h 616"/>
                <a:gd name="T4" fmla="*/ 197 w 1114"/>
                <a:gd name="T5" fmla="*/ 456 h 616"/>
                <a:gd name="T6" fmla="*/ 197 w 1114"/>
                <a:gd name="T7" fmla="*/ 511 h 616"/>
                <a:gd name="T8" fmla="*/ 192 w 1114"/>
                <a:gd name="T9" fmla="*/ 521 h 616"/>
                <a:gd name="T10" fmla="*/ 161 w 1114"/>
                <a:gd name="T11" fmla="*/ 565 h 616"/>
                <a:gd name="T12" fmla="*/ 213 w 1114"/>
                <a:gd name="T13" fmla="*/ 616 h 616"/>
                <a:gd name="T14" fmla="*/ 279 w 1114"/>
                <a:gd name="T15" fmla="*/ 571 h 616"/>
                <a:gd name="T16" fmla="*/ 240 w 1114"/>
                <a:gd name="T17" fmla="*/ 519 h 616"/>
                <a:gd name="T18" fmla="*/ 233 w 1114"/>
                <a:gd name="T19" fmla="*/ 508 h 616"/>
                <a:gd name="T20" fmla="*/ 234 w 1114"/>
                <a:gd name="T21" fmla="*/ 458 h 616"/>
                <a:gd name="T22" fmla="*/ 245 w 1114"/>
                <a:gd name="T23" fmla="*/ 448 h 616"/>
                <a:gd name="T24" fmla="*/ 647 w 1114"/>
                <a:gd name="T25" fmla="*/ 448 h 616"/>
                <a:gd name="T26" fmla="*/ 647 w 1114"/>
                <a:gd name="T27" fmla="*/ 412 h 616"/>
                <a:gd name="T28" fmla="*/ 605 w 1114"/>
                <a:gd name="T29" fmla="*/ 339 h 616"/>
                <a:gd name="T30" fmla="*/ 683 w 1114"/>
                <a:gd name="T31" fmla="*/ 279 h 616"/>
                <a:gd name="T32" fmla="*/ 767 w 1114"/>
                <a:gd name="T33" fmla="*/ 338 h 616"/>
                <a:gd name="T34" fmla="*/ 728 w 1114"/>
                <a:gd name="T35" fmla="*/ 413 h 616"/>
                <a:gd name="T36" fmla="*/ 728 w 1114"/>
                <a:gd name="T37" fmla="*/ 446 h 616"/>
                <a:gd name="T38" fmla="*/ 1114 w 1114"/>
                <a:gd name="T39" fmla="*/ 446 h 616"/>
                <a:gd name="T40" fmla="*/ 952 w 1114"/>
                <a:gd name="T41" fmla="*/ 204 h 616"/>
                <a:gd name="T42" fmla="*/ 460 w 1114"/>
                <a:gd name="T43" fmla="*/ 2 h 616"/>
                <a:gd name="T44" fmla="*/ 0 w 1114"/>
                <a:gd name="T45" fmla="*/ 148 h 616"/>
                <a:gd name="T46" fmla="*/ 0 w 1114"/>
                <a:gd name="T47" fmla="*/ 445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4" h="616">
                  <a:moveTo>
                    <a:pt x="0" y="445"/>
                  </a:moveTo>
                  <a:cubicBezTo>
                    <a:pt x="186" y="445"/>
                    <a:pt x="186" y="445"/>
                    <a:pt x="186" y="445"/>
                  </a:cubicBezTo>
                  <a:cubicBezTo>
                    <a:pt x="192" y="445"/>
                    <a:pt x="197" y="449"/>
                    <a:pt x="197" y="456"/>
                  </a:cubicBezTo>
                  <a:cubicBezTo>
                    <a:pt x="197" y="511"/>
                    <a:pt x="197" y="511"/>
                    <a:pt x="197" y="511"/>
                  </a:cubicBezTo>
                  <a:cubicBezTo>
                    <a:pt x="197" y="515"/>
                    <a:pt x="196" y="519"/>
                    <a:pt x="192" y="521"/>
                  </a:cubicBezTo>
                  <a:cubicBezTo>
                    <a:pt x="184" y="526"/>
                    <a:pt x="161" y="546"/>
                    <a:pt x="161" y="565"/>
                  </a:cubicBezTo>
                  <a:cubicBezTo>
                    <a:pt x="161" y="591"/>
                    <a:pt x="179" y="616"/>
                    <a:pt x="213" y="616"/>
                  </a:cubicBezTo>
                  <a:cubicBezTo>
                    <a:pt x="249" y="616"/>
                    <a:pt x="278" y="597"/>
                    <a:pt x="279" y="571"/>
                  </a:cubicBezTo>
                  <a:cubicBezTo>
                    <a:pt x="280" y="534"/>
                    <a:pt x="240" y="519"/>
                    <a:pt x="240" y="519"/>
                  </a:cubicBezTo>
                  <a:cubicBezTo>
                    <a:pt x="235" y="517"/>
                    <a:pt x="232" y="513"/>
                    <a:pt x="233" y="508"/>
                  </a:cubicBezTo>
                  <a:cubicBezTo>
                    <a:pt x="234" y="458"/>
                    <a:pt x="234" y="458"/>
                    <a:pt x="234" y="458"/>
                  </a:cubicBezTo>
                  <a:cubicBezTo>
                    <a:pt x="234" y="452"/>
                    <a:pt x="239" y="448"/>
                    <a:pt x="245" y="448"/>
                  </a:cubicBezTo>
                  <a:cubicBezTo>
                    <a:pt x="647" y="448"/>
                    <a:pt x="647" y="448"/>
                    <a:pt x="647" y="448"/>
                  </a:cubicBezTo>
                  <a:cubicBezTo>
                    <a:pt x="647" y="412"/>
                    <a:pt x="647" y="412"/>
                    <a:pt x="647" y="412"/>
                  </a:cubicBezTo>
                  <a:cubicBezTo>
                    <a:pt x="634" y="404"/>
                    <a:pt x="605" y="380"/>
                    <a:pt x="605" y="339"/>
                  </a:cubicBezTo>
                  <a:cubicBezTo>
                    <a:pt x="605" y="298"/>
                    <a:pt x="646" y="279"/>
                    <a:pt x="683" y="279"/>
                  </a:cubicBezTo>
                  <a:cubicBezTo>
                    <a:pt x="722" y="279"/>
                    <a:pt x="767" y="294"/>
                    <a:pt x="767" y="338"/>
                  </a:cubicBezTo>
                  <a:cubicBezTo>
                    <a:pt x="767" y="378"/>
                    <a:pt x="739" y="404"/>
                    <a:pt x="728" y="413"/>
                  </a:cubicBezTo>
                  <a:cubicBezTo>
                    <a:pt x="728" y="446"/>
                    <a:pt x="728" y="446"/>
                    <a:pt x="728" y="446"/>
                  </a:cubicBezTo>
                  <a:cubicBezTo>
                    <a:pt x="1114" y="446"/>
                    <a:pt x="1114" y="446"/>
                    <a:pt x="1114" y="446"/>
                  </a:cubicBezTo>
                  <a:cubicBezTo>
                    <a:pt x="1078" y="356"/>
                    <a:pt x="1025" y="265"/>
                    <a:pt x="952" y="204"/>
                  </a:cubicBezTo>
                  <a:cubicBezTo>
                    <a:pt x="809" y="83"/>
                    <a:pt x="677" y="5"/>
                    <a:pt x="460" y="2"/>
                  </a:cubicBezTo>
                  <a:cubicBezTo>
                    <a:pt x="326" y="0"/>
                    <a:pt x="149" y="37"/>
                    <a:pt x="0" y="148"/>
                  </a:cubicBezTo>
                  <a:lnTo>
                    <a:pt x="0" y="44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5" name="Freeform 153"/>
            <p:cNvSpPr>
              <a:spLocks/>
            </p:cNvSpPr>
            <p:nvPr/>
          </p:nvSpPr>
          <p:spPr bwMode="auto">
            <a:xfrm>
              <a:off x="6057900" y="1489569"/>
              <a:ext cx="1281113" cy="1352550"/>
            </a:xfrm>
            <a:custGeom>
              <a:avLst/>
              <a:gdLst>
                <a:gd name="T0" fmla="*/ 433 w 597"/>
                <a:gd name="T1" fmla="*/ 422 h 631"/>
                <a:gd name="T2" fmla="*/ 445 w 597"/>
                <a:gd name="T3" fmla="*/ 411 h 631"/>
                <a:gd name="T4" fmla="*/ 492 w 597"/>
                <a:gd name="T5" fmla="*/ 411 h 631"/>
                <a:gd name="T6" fmla="*/ 501 w 597"/>
                <a:gd name="T7" fmla="*/ 415 h 631"/>
                <a:gd name="T8" fmla="*/ 556 w 597"/>
                <a:gd name="T9" fmla="*/ 451 h 631"/>
                <a:gd name="T10" fmla="*/ 597 w 597"/>
                <a:gd name="T11" fmla="*/ 389 h 631"/>
                <a:gd name="T12" fmla="*/ 557 w 597"/>
                <a:gd name="T13" fmla="*/ 334 h 631"/>
                <a:gd name="T14" fmla="*/ 499 w 597"/>
                <a:gd name="T15" fmla="*/ 374 h 631"/>
                <a:gd name="T16" fmla="*/ 491 w 597"/>
                <a:gd name="T17" fmla="*/ 377 h 631"/>
                <a:gd name="T18" fmla="*/ 441 w 597"/>
                <a:gd name="T19" fmla="*/ 377 h 631"/>
                <a:gd name="T20" fmla="*/ 430 w 597"/>
                <a:gd name="T21" fmla="*/ 366 h 631"/>
                <a:gd name="T22" fmla="*/ 430 w 597"/>
                <a:gd name="T23" fmla="*/ 167 h 631"/>
                <a:gd name="T24" fmla="*/ 261 w 597"/>
                <a:gd name="T25" fmla="*/ 167 h 631"/>
                <a:gd name="T26" fmla="*/ 250 w 597"/>
                <a:gd name="T27" fmla="*/ 156 h 631"/>
                <a:gd name="T28" fmla="*/ 250 w 597"/>
                <a:gd name="T29" fmla="*/ 107 h 631"/>
                <a:gd name="T30" fmla="*/ 256 w 597"/>
                <a:gd name="T31" fmla="*/ 98 h 631"/>
                <a:gd name="T32" fmla="*/ 290 w 597"/>
                <a:gd name="T33" fmla="*/ 37 h 631"/>
                <a:gd name="T34" fmla="*/ 228 w 597"/>
                <a:gd name="T35" fmla="*/ 0 h 631"/>
                <a:gd name="T36" fmla="*/ 172 w 597"/>
                <a:gd name="T37" fmla="*/ 38 h 631"/>
                <a:gd name="T38" fmla="*/ 208 w 597"/>
                <a:gd name="T39" fmla="*/ 96 h 631"/>
                <a:gd name="T40" fmla="*/ 214 w 597"/>
                <a:gd name="T41" fmla="*/ 105 h 631"/>
                <a:gd name="T42" fmla="*/ 214 w 597"/>
                <a:gd name="T43" fmla="*/ 158 h 631"/>
                <a:gd name="T44" fmla="*/ 203 w 597"/>
                <a:gd name="T45" fmla="*/ 169 h 631"/>
                <a:gd name="T46" fmla="*/ 0 w 597"/>
                <a:gd name="T47" fmla="*/ 169 h 631"/>
                <a:gd name="T48" fmla="*/ 0 w 597"/>
                <a:gd name="T49" fmla="*/ 631 h 631"/>
                <a:gd name="T50" fmla="*/ 433 w 597"/>
                <a:gd name="T51" fmla="*/ 631 h 631"/>
                <a:gd name="T52" fmla="*/ 433 w 597"/>
                <a:gd name="T53" fmla="*/ 422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7" h="631">
                  <a:moveTo>
                    <a:pt x="433" y="422"/>
                  </a:moveTo>
                  <a:cubicBezTo>
                    <a:pt x="433" y="416"/>
                    <a:pt x="438" y="411"/>
                    <a:pt x="445" y="411"/>
                  </a:cubicBezTo>
                  <a:cubicBezTo>
                    <a:pt x="492" y="411"/>
                    <a:pt x="492" y="411"/>
                    <a:pt x="492" y="411"/>
                  </a:cubicBezTo>
                  <a:cubicBezTo>
                    <a:pt x="496" y="411"/>
                    <a:pt x="499" y="413"/>
                    <a:pt x="501" y="415"/>
                  </a:cubicBezTo>
                  <a:cubicBezTo>
                    <a:pt x="509" y="425"/>
                    <a:pt x="533" y="451"/>
                    <a:pt x="556" y="451"/>
                  </a:cubicBezTo>
                  <a:cubicBezTo>
                    <a:pt x="587" y="451"/>
                    <a:pt x="597" y="419"/>
                    <a:pt x="597" y="389"/>
                  </a:cubicBezTo>
                  <a:cubicBezTo>
                    <a:pt x="597" y="356"/>
                    <a:pt x="583" y="336"/>
                    <a:pt x="557" y="334"/>
                  </a:cubicBezTo>
                  <a:cubicBezTo>
                    <a:pt x="540" y="333"/>
                    <a:pt x="513" y="358"/>
                    <a:pt x="499" y="374"/>
                  </a:cubicBezTo>
                  <a:cubicBezTo>
                    <a:pt x="497" y="376"/>
                    <a:pt x="494" y="377"/>
                    <a:pt x="491" y="377"/>
                  </a:cubicBezTo>
                  <a:cubicBezTo>
                    <a:pt x="441" y="377"/>
                    <a:pt x="441" y="377"/>
                    <a:pt x="441" y="377"/>
                  </a:cubicBezTo>
                  <a:cubicBezTo>
                    <a:pt x="435" y="377"/>
                    <a:pt x="430" y="372"/>
                    <a:pt x="430" y="366"/>
                  </a:cubicBezTo>
                  <a:cubicBezTo>
                    <a:pt x="430" y="167"/>
                    <a:pt x="430" y="167"/>
                    <a:pt x="430" y="167"/>
                  </a:cubicBezTo>
                  <a:cubicBezTo>
                    <a:pt x="261" y="167"/>
                    <a:pt x="261" y="167"/>
                    <a:pt x="261" y="167"/>
                  </a:cubicBezTo>
                  <a:cubicBezTo>
                    <a:pt x="255" y="167"/>
                    <a:pt x="250" y="162"/>
                    <a:pt x="250" y="156"/>
                  </a:cubicBezTo>
                  <a:cubicBezTo>
                    <a:pt x="250" y="107"/>
                    <a:pt x="250" y="107"/>
                    <a:pt x="250" y="107"/>
                  </a:cubicBezTo>
                  <a:cubicBezTo>
                    <a:pt x="250" y="103"/>
                    <a:pt x="252" y="100"/>
                    <a:pt x="256" y="98"/>
                  </a:cubicBezTo>
                  <a:cubicBezTo>
                    <a:pt x="256" y="97"/>
                    <a:pt x="290" y="75"/>
                    <a:pt x="290" y="37"/>
                  </a:cubicBezTo>
                  <a:cubicBezTo>
                    <a:pt x="290" y="2"/>
                    <a:pt x="238" y="0"/>
                    <a:pt x="228" y="0"/>
                  </a:cubicBezTo>
                  <a:cubicBezTo>
                    <a:pt x="207" y="0"/>
                    <a:pt x="172" y="8"/>
                    <a:pt x="172" y="38"/>
                  </a:cubicBezTo>
                  <a:cubicBezTo>
                    <a:pt x="172" y="76"/>
                    <a:pt x="206" y="95"/>
                    <a:pt x="208" y="96"/>
                  </a:cubicBezTo>
                  <a:cubicBezTo>
                    <a:pt x="211" y="97"/>
                    <a:pt x="214" y="101"/>
                    <a:pt x="214" y="105"/>
                  </a:cubicBezTo>
                  <a:cubicBezTo>
                    <a:pt x="214" y="158"/>
                    <a:pt x="214" y="158"/>
                    <a:pt x="214" y="158"/>
                  </a:cubicBezTo>
                  <a:cubicBezTo>
                    <a:pt x="214" y="164"/>
                    <a:pt x="209" y="169"/>
                    <a:pt x="203" y="169"/>
                  </a:cubicBezTo>
                  <a:cubicBezTo>
                    <a:pt x="0" y="169"/>
                    <a:pt x="0" y="169"/>
                    <a:pt x="0" y="169"/>
                  </a:cubicBezTo>
                  <a:cubicBezTo>
                    <a:pt x="0" y="631"/>
                    <a:pt x="0" y="631"/>
                    <a:pt x="0" y="631"/>
                  </a:cubicBezTo>
                  <a:cubicBezTo>
                    <a:pt x="433" y="631"/>
                    <a:pt x="433" y="631"/>
                    <a:pt x="433" y="631"/>
                  </a:cubicBezTo>
                  <a:lnTo>
                    <a:pt x="433" y="42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6" name="Freeform 154"/>
            <p:cNvSpPr>
              <a:spLocks/>
            </p:cNvSpPr>
            <p:nvPr/>
          </p:nvSpPr>
          <p:spPr bwMode="auto">
            <a:xfrm>
              <a:off x="6684963" y="1851519"/>
              <a:ext cx="895350" cy="1943100"/>
            </a:xfrm>
            <a:custGeom>
              <a:avLst/>
              <a:gdLst>
                <a:gd name="T0" fmla="*/ 160 w 418"/>
                <a:gd name="T1" fmla="*/ 0 h 906"/>
                <a:gd name="T2" fmla="*/ 160 w 418"/>
                <a:gd name="T3" fmla="*/ 186 h 906"/>
                <a:gd name="T4" fmla="*/ 194 w 418"/>
                <a:gd name="T5" fmla="*/ 186 h 906"/>
                <a:gd name="T6" fmla="*/ 266 w 418"/>
                <a:gd name="T7" fmla="*/ 143 h 906"/>
                <a:gd name="T8" fmla="*/ 328 w 418"/>
                <a:gd name="T9" fmla="*/ 220 h 906"/>
                <a:gd name="T10" fmla="*/ 264 w 418"/>
                <a:gd name="T11" fmla="*/ 304 h 906"/>
                <a:gd name="T12" fmla="*/ 195 w 418"/>
                <a:gd name="T13" fmla="*/ 264 h 906"/>
                <a:gd name="T14" fmla="*/ 164 w 418"/>
                <a:gd name="T15" fmla="*/ 264 h 906"/>
                <a:gd name="T16" fmla="*/ 164 w 418"/>
                <a:gd name="T17" fmla="*/ 613 h 906"/>
                <a:gd name="T18" fmla="*/ 153 w 418"/>
                <a:gd name="T19" fmla="*/ 624 h 906"/>
                <a:gd name="T20" fmla="*/ 105 w 418"/>
                <a:gd name="T21" fmla="*/ 624 h 906"/>
                <a:gd name="T22" fmla="*/ 97 w 418"/>
                <a:gd name="T23" fmla="*/ 621 h 906"/>
                <a:gd name="T24" fmla="*/ 40 w 418"/>
                <a:gd name="T25" fmla="*/ 586 h 906"/>
                <a:gd name="T26" fmla="*/ 16 w 418"/>
                <a:gd name="T27" fmla="*/ 594 h 906"/>
                <a:gd name="T28" fmla="*/ 0 w 418"/>
                <a:gd name="T29" fmla="*/ 645 h 906"/>
                <a:gd name="T30" fmla="*/ 46 w 418"/>
                <a:gd name="T31" fmla="*/ 705 h 906"/>
                <a:gd name="T32" fmla="*/ 104 w 418"/>
                <a:gd name="T33" fmla="*/ 665 h 906"/>
                <a:gd name="T34" fmla="*/ 113 w 418"/>
                <a:gd name="T35" fmla="*/ 661 h 906"/>
                <a:gd name="T36" fmla="*/ 153 w 418"/>
                <a:gd name="T37" fmla="*/ 661 h 906"/>
                <a:gd name="T38" fmla="*/ 164 w 418"/>
                <a:gd name="T39" fmla="*/ 672 h 906"/>
                <a:gd name="T40" fmla="*/ 164 w 418"/>
                <a:gd name="T41" fmla="*/ 906 h 906"/>
                <a:gd name="T42" fmla="*/ 318 w 418"/>
                <a:gd name="T43" fmla="*/ 573 h 906"/>
                <a:gd name="T44" fmla="*/ 418 w 418"/>
                <a:gd name="T45" fmla="*/ 210 h 906"/>
                <a:gd name="T46" fmla="*/ 376 w 418"/>
                <a:gd name="T47" fmla="*/ 0 h 906"/>
                <a:gd name="T48" fmla="*/ 160 w 418"/>
                <a:gd name="T49" fmla="*/ 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8" h="906">
                  <a:moveTo>
                    <a:pt x="160" y="0"/>
                  </a:moveTo>
                  <a:cubicBezTo>
                    <a:pt x="160" y="186"/>
                    <a:pt x="160" y="186"/>
                    <a:pt x="160" y="186"/>
                  </a:cubicBezTo>
                  <a:cubicBezTo>
                    <a:pt x="194" y="186"/>
                    <a:pt x="194" y="186"/>
                    <a:pt x="194" y="186"/>
                  </a:cubicBezTo>
                  <a:cubicBezTo>
                    <a:pt x="205" y="174"/>
                    <a:pt x="238" y="142"/>
                    <a:pt x="266" y="143"/>
                  </a:cubicBezTo>
                  <a:cubicBezTo>
                    <a:pt x="296" y="145"/>
                    <a:pt x="328" y="166"/>
                    <a:pt x="328" y="220"/>
                  </a:cubicBezTo>
                  <a:cubicBezTo>
                    <a:pt x="328" y="271"/>
                    <a:pt x="303" y="304"/>
                    <a:pt x="264" y="304"/>
                  </a:cubicBezTo>
                  <a:cubicBezTo>
                    <a:pt x="232" y="304"/>
                    <a:pt x="205" y="275"/>
                    <a:pt x="195" y="264"/>
                  </a:cubicBezTo>
                  <a:cubicBezTo>
                    <a:pt x="164" y="264"/>
                    <a:pt x="164" y="264"/>
                    <a:pt x="164" y="264"/>
                  </a:cubicBezTo>
                  <a:cubicBezTo>
                    <a:pt x="164" y="613"/>
                    <a:pt x="164" y="613"/>
                    <a:pt x="164" y="613"/>
                  </a:cubicBezTo>
                  <a:cubicBezTo>
                    <a:pt x="164" y="619"/>
                    <a:pt x="159" y="624"/>
                    <a:pt x="153" y="624"/>
                  </a:cubicBezTo>
                  <a:cubicBezTo>
                    <a:pt x="105" y="624"/>
                    <a:pt x="105" y="624"/>
                    <a:pt x="105" y="624"/>
                  </a:cubicBezTo>
                  <a:cubicBezTo>
                    <a:pt x="102" y="624"/>
                    <a:pt x="99" y="623"/>
                    <a:pt x="97" y="621"/>
                  </a:cubicBezTo>
                  <a:cubicBezTo>
                    <a:pt x="88" y="611"/>
                    <a:pt x="59" y="587"/>
                    <a:pt x="40" y="586"/>
                  </a:cubicBezTo>
                  <a:cubicBezTo>
                    <a:pt x="31" y="585"/>
                    <a:pt x="22" y="588"/>
                    <a:pt x="16" y="594"/>
                  </a:cubicBezTo>
                  <a:cubicBezTo>
                    <a:pt x="5" y="604"/>
                    <a:pt x="0" y="622"/>
                    <a:pt x="0" y="645"/>
                  </a:cubicBezTo>
                  <a:cubicBezTo>
                    <a:pt x="0" y="683"/>
                    <a:pt x="16" y="705"/>
                    <a:pt x="46" y="705"/>
                  </a:cubicBezTo>
                  <a:cubicBezTo>
                    <a:pt x="66" y="705"/>
                    <a:pt x="96" y="675"/>
                    <a:pt x="104" y="665"/>
                  </a:cubicBezTo>
                  <a:cubicBezTo>
                    <a:pt x="106" y="662"/>
                    <a:pt x="109" y="661"/>
                    <a:pt x="113" y="661"/>
                  </a:cubicBezTo>
                  <a:cubicBezTo>
                    <a:pt x="153" y="661"/>
                    <a:pt x="153" y="661"/>
                    <a:pt x="153" y="661"/>
                  </a:cubicBezTo>
                  <a:cubicBezTo>
                    <a:pt x="159" y="661"/>
                    <a:pt x="164" y="666"/>
                    <a:pt x="164" y="672"/>
                  </a:cubicBezTo>
                  <a:cubicBezTo>
                    <a:pt x="164" y="906"/>
                    <a:pt x="164" y="906"/>
                    <a:pt x="164" y="906"/>
                  </a:cubicBezTo>
                  <a:cubicBezTo>
                    <a:pt x="207" y="808"/>
                    <a:pt x="270" y="669"/>
                    <a:pt x="318" y="573"/>
                  </a:cubicBezTo>
                  <a:cubicBezTo>
                    <a:pt x="393" y="422"/>
                    <a:pt x="418" y="329"/>
                    <a:pt x="418" y="210"/>
                  </a:cubicBezTo>
                  <a:cubicBezTo>
                    <a:pt x="418" y="156"/>
                    <a:pt x="404" y="79"/>
                    <a:pt x="376" y="0"/>
                  </a:cubicBezTo>
                  <a:lnTo>
                    <a:pt x="16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7" name="Freeform 155"/>
            <p:cNvSpPr>
              <a:spLocks/>
            </p:cNvSpPr>
            <p:nvPr/>
          </p:nvSpPr>
          <p:spPr bwMode="auto">
            <a:xfrm>
              <a:off x="5116513" y="3923206"/>
              <a:ext cx="1862138" cy="768350"/>
            </a:xfrm>
            <a:custGeom>
              <a:avLst/>
              <a:gdLst>
                <a:gd name="T0" fmla="*/ 665 w 868"/>
                <a:gd name="T1" fmla="*/ 0 h 358"/>
                <a:gd name="T2" fmla="*/ 665 w 868"/>
                <a:gd name="T3" fmla="*/ 36 h 358"/>
                <a:gd name="T4" fmla="*/ 712 w 868"/>
                <a:gd name="T5" fmla="*/ 114 h 358"/>
                <a:gd name="T6" fmla="*/ 622 w 868"/>
                <a:gd name="T7" fmla="*/ 175 h 358"/>
                <a:gd name="T8" fmla="*/ 564 w 868"/>
                <a:gd name="T9" fmla="*/ 153 h 358"/>
                <a:gd name="T10" fmla="*/ 546 w 868"/>
                <a:gd name="T11" fmla="*/ 103 h 358"/>
                <a:gd name="T12" fmla="*/ 586 w 868"/>
                <a:gd name="T13" fmla="*/ 41 h 358"/>
                <a:gd name="T14" fmla="*/ 586 w 868"/>
                <a:gd name="T15" fmla="*/ 3 h 358"/>
                <a:gd name="T16" fmla="*/ 0 w 868"/>
                <a:gd name="T17" fmla="*/ 3 h 358"/>
                <a:gd name="T18" fmla="*/ 26 w 868"/>
                <a:gd name="T19" fmla="*/ 104 h 358"/>
                <a:gd name="T20" fmla="*/ 167 w 868"/>
                <a:gd name="T21" fmla="*/ 358 h 358"/>
                <a:gd name="T22" fmla="*/ 700 w 868"/>
                <a:gd name="T23" fmla="*/ 358 h 358"/>
                <a:gd name="T24" fmla="*/ 821 w 868"/>
                <a:gd name="T25" fmla="*/ 241 h 358"/>
                <a:gd name="T26" fmla="*/ 845 w 868"/>
                <a:gd name="T27" fmla="*/ 51 h 358"/>
                <a:gd name="T28" fmla="*/ 868 w 868"/>
                <a:gd name="T29" fmla="*/ 0 h 358"/>
                <a:gd name="T30" fmla="*/ 665 w 868"/>
                <a:gd name="T31" fmla="*/ 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8" h="358">
                  <a:moveTo>
                    <a:pt x="665" y="0"/>
                  </a:moveTo>
                  <a:cubicBezTo>
                    <a:pt x="665" y="36"/>
                    <a:pt x="665" y="36"/>
                    <a:pt x="665" y="36"/>
                  </a:cubicBezTo>
                  <a:cubicBezTo>
                    <a:pt x="679" y="46"/>
                    <a:pt x="715" y="75"/>
                    <a:pt x="712" y="114"/>
                  </a:cubicBezTo>
                  <a:cubicBezTo>
                    <a:pt x="709" y="152"/>
                    <a:pt x="675" y="175"/>
                    <a:pt x="622" y="175"/>
                  </a:cubicBezTo>
                  <a:cubicBezTo>
                    <a:pt x="592" y="175"/>
                    <a:pt x="574" y="163"/>
                    <a:pt x="564" y="153"/>
                  </a:cubicBezTo>
                  <a:cubicBezTo>
                    <a:pt x="552" y="139"/>
                    <a:pt x="545" y="121"/>
                    <a:pt x="546" y="103"/>
                  </a:cubicBezTo>
                  <a:cubicBezTo>
                    <a:pt x="548" y="77"/>
                    <a:pt x="575" y="51"/>
                    <a:pt x="586" y="41"/>
                  </a:cubicBezTo>
                  <a:cubicBezTo>
                    <a:pt x="586" y="3"/>
                    <a:pt x="586" y="3"/>
                    <a:pt x="586" y="3"/>
                  </a:cubicBezTo>
                  <a:cubicBezTo>
                    <a:pt x="0" y="3"/>
                    <a:pt x="0" y="3"/>
                    <a:pt x="0" y="3"/>
                  </a:cubicBezTo>
                  <a:cubicBezTo>
                    <a:pt x="16" y="45"/>
                    <a:pt x="26" y="81"/>
                    <a:pt x="26" y="104"/>
                  </a:cubicBezTo>
                  <a:cubicBezTo>
                    <a:pt x="18" y="303"/>
                    <a:pt x="126" y="358"/>
                    <a:pt x="167" y="358"/>
                  </a:cubicBezTo>
                  <a:cubicBezTo>
                    <a:pt x="315" y="358"/>
                    <a:pt x="651" y="358"/>
                    <a:pt x="700" y="358"/>
                  </a:cubicBezTo>
                  <a:cubicBezTo>
                    <a:pt x="750" y="358"/>
                    <a:pt x="799" y="291"/>
                    <a:pt x="821" y="241"/>
                  </a:cubicBezTo>
                  <a:cubicBezTo>
                    <a:pt x="844" y="190"/>
                    <a:pt x="829" y="88"/>
                    <a:pt x="845" y="51"/>
                  </a:cubicBezTo>
                  <a:cubicBezTo>
                    <a:pt x="849" y="43"/>
                    <a:pt x="857" y="25"/>
                    <a:pt x="868" y="0"/>
                  </a:cubicBezTo>
                  <a:lnTo>
                    <a:pt x="665"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8" name="Freeform 156"/>
            <p:cNvSpPr>
              <a:spLocks/>
            </p:cNvSpPr>
            <p:nvPr/>
          </p:nvSpPr>
          <p:spPr bwMode="auto">
            <a:xfrm>
              <a:off x="4314825" y="1197469"/>
              <a:ext cx="1071563" cy="2535238"/>
            </a:xfrm>
            <a:custGeom>
              <a:avLst/>
              <a:gdLst>
                <a:gd name="T0" fmla="*/ 334 w 500"/>
                <a:gd name="T1" fmla="*/ 970 h 1182"/>
                <a:gd name="T2" fmla="*/ 345 w 500"/>
                <a:gd name="T3" fmla="*/ 959 h 1182"/>
                <a:gd name="T4" fmla="*/ 398 w 500"/>
                <a:gd name="T5" fmla="*/ 959 h 1182"/>
                <a:gd name="T6" fmla="*/ 409 w 500"/>
                <a:gd name="T7" fmla="*/ 967 h 1182"/>
                <a:gd name="T8" fmla="*/ 457 w 500"/>
                <a:gd name="T9" fmla="*/ 1001 h 1182"/>
                <a:gd name="T10" fmla="*/ 486 w 500"/>
                <a:gd name="T11" fmla="*/ 992 h 1182"/>
                <a:gd name="T12" fmla="*/ 500 w 500"/>
                <a:gd name="T13" fmla="*/ 943 h 1182"/>
                <a:gd name="T14" fmla="*/ 460 w 500"/>
                <a:gd name="T15" fmla="*/ 881 h 1182"/>
                <a:gd name="T16" fmla="*/ 405 w 500"/>
                <a:gd name="T17" fmla="*/ 917 h 1182"/>
                <a:gd name="T18" fmla="*/ 395 w 500"/>
                <a:gd name="T19" fmla="*/ 924 h 1182"/>
                <a:gd name="T20" fmla="*/ 347 w 500"/>
                <a:gd name="T21" fmla="*/ 924 h 1182"/>
                <a:gd name="T22" fmla="*/ 336 w 500"/>
                <a:gd name="T23" fmla="*/ 913 h 1182"/>
                <a:gd name="T24" fmla="*/ 336 w 500"/>
                <a:gd name="T25" fmla="*/ 783 h 1182"/>
                <a:gd name="T26" fmla="*/ 334 w 500"/>
                <a:gd name="T27" fmla="*/ 778 h 1182"/>
                <a:gd name="T28" fmla="*/ 336 w 500"/>
                <a:gd name="T29" fmla="*/ 772 h 1182"/>
                <a:gd name="T30" fmla="*/ 336 w 500"/>
                <a:gd name="T31" fmla="*/ 0 h 1182"/>
                <a:gd name="T32" fmla="*/ 134 w 500"/>
                <a:gd name="T33" fmla="*/ 281 h 1182"/>
                <a:gd name="T34" fmla="*/ 221 w 500"/>
                <a:gd name="T35" fmla="*/ 959 h 1182"/>
                <a:gd name="T36" fmla="*/ 334 w 500"/>
                <a:gd name="T37" fmla="*/ 1182 h 1182"/>
                <a:gd name="T38" fmla="*/ 334 w 500"/>
                <a:gd name="T39" fmla="*/ 970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0" h="1182">
                  <a:moveTo>
                    <a:pt x="334" y="970"/>
                  </a:moveTo>
                  <a:cubicBezTo>
                    <a:pt x="334" y="964"/>
                    <a:pt x="339" y="959"/>
                    <a:pt x="345" y="959"/>
                  </a:cubicBezTo>
                  <a:cubicBezTo>
                    <a:pt x="398" y="959"/>
                    <a:pt x="398" y="959"/>
                    <a:pt x="398" y="959"/>
                  </a:cubicBezTo>
                  <a:cubicBezTo>
                    <a:pt x="403" y="959"/>
                    <a:pt x="407" y="963"/>
                    <a:pt x="409" y="967"/>
                  </a:cubicBezTo>
                  <a:cubicBezTo>
                    <a:pt x="409" y="969"/>
                    <a:pt x="418" y="999"/>
                    <a:pt x="457" y="1001"/>
                  </a:cubicBezTo>
                  <a:cubicBezTo>
                    <a:pt x="470" y="1001"/>
                    <a:pt x="479" y="998"/>
                    <a:pt x="486" y="992"/>
                  </a:cubicBezTo>
                  <a:cubicBezTo>
                    <a:pt x="495" y="983"/>
                    <a:pt x="500" y="966"/>
                    <a:pt x="500" y="943"/>
                  </a:cubicBezTo>
                  <a:cubicBezTo>
                    <a:pt x="500" y="907"/>
                    <a:pt x="493" y="882"/>
                    <a:pt x="460" y="881"/>
                  </a:cubicBezTo>
                  <a:cubicBezTo>
                    <a:pt x="420" y="880"/>
                    <a:pt x="406" y="916"/>
                    <a:pt x="405" y="917"/>
                  </a:cubicBezTo>
                  <a:cubicBezTo>
                    <a:pt x="403" y="921"/>
                    <a:pt x="399" y="924"/>
                    <a:pt x="395" y="924"/>
                  </a:cubicBezTo>
                  <a:cubicBezTo>
                    <a:pt x="347" y="924"/>
                    <a:pt x="347" y="924"/>
                    <a:pt x="347" y="924"/>
                  </a:cubicBezTo>
                  <a:cubicBezTo>
                    <a:pt x="341" y="924"/>
                    <a:pt x="336" y="919"/>
                    <a:pt x="336" y="913"/>
                  </a:cubicBezTo>
                  <a:cubicBezTo>
                    <a:pt x="336" y="783"/>
                    <a:pt x="336" y="783"/>
                    <a:pt x="336" y="783"/>
                  </a:cubicBezTo>
                  <a:cubicBezTo>
                    <a:pt x="335" y="782"/>
                    <a:pt x="334" y="780"/>
                    <a:pt x="334" y="778"/>
                  </a:cubicBezTo>
                  <a:cubicBezTo>
                    <a:pt x="334" y="776"/>
                    <a:pt x="335" y="774"/>
                    <a:pt x="336" y="772"/>
                  </a:cubicBezTo>
                  <a:cubicBezTo>
                    <a:pt x="336" y="0"/>
                    <a:pt x="336" y="0"/>
                    <a:pt x="336" y="0"/>
                  </a:cubicBezTo>
                  <a:cubicBezTo>
                    <a:pt x="254" y="67"/>
                    <a:pt x="182" y="159"/>
                    <a:pt x="134" y="281"/>
                  </a:cubicBezTo>
                  <a:cubicBezTo>
                    <a:pt x="0" y="619"/>
                    <a:pt x="191" y="899"/>
                    <a:pt x="221" y="959"/>
                  </a:cubicBezTo>
                  <a:cubicBezTo>
                    <a:pt x="238" y="992"/>
                    <a:pt x="290" y="1088"/>
                    <a:pt x="334" y="1182"/>
                  </a:cubicBezTo>
                  <a:lnTo>
                    <a:pt x="334" y="97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9" name="Freeform 157"/>
            <p:cNvSpPr>
              <a:spLocks/>
            </p:cNvSpPr>
            <p:nvPr/>
          </p:nvSpPr>
          <p:spPr bwMode="auto">
            <a:xfrm>
              <a:off x="5081588" y="1845169"/>
              <a:ext cx="928688" cy="996950"/>
            </a:xfrm>
            <a:custGeom>
              <a:avLst/>
              <a:gdLst>
                <a:gd name="T0" fmla="*/ 433 w 433"/>
                <a:gd name="T1" fmla="*/ 3 h 465"/>
                <a:gd name="T2" fmla="*/ 256 w 433"/>
                <a:gd name="T3" fmla="*/ 3 h 465"/>
                <a:gd name="T4" fmla="*/ 255 w 433"/>
                <a:gd name="T5" fmla="*/ 34 h 465"/>
                <a:gd name="T6" fmla="*/ 301 w 433"/>
                <a:gd name="T7" fmla="*/ 105 h 465"/>
                <a:gd name="T8" fmla="*/ 213 w 433"/>
                <a:gd name="T9" fmla="*/ 172 h 465"/>
                <a:gd name="T10" fmla="*/ 139 w 433"/>
                <a:gd name="T11" fmla="*/ 98 h 465"/>
                <a:gd name="T12" fmla="*/ 175 w 433"/>
                <a:gd name="T13" fmla="*/ 39 h 465"/>
                <a:gd name="T14" fmla="*/ 175 w 433"/>
                <a:gd name="T15" fmla="*/ 0 h 465"/>
                <a:gd name="T16" fmla="*/ 0 w 433"/>
                <a:gd name="T17" fmla="*/ 0 h 465"/>
                <a:gd name="T18" fmla="*/ 0 w 433"/>
                <a:gd name="T19" fmla="*/ 465 h 465"/>
                <a:gd name="T20" fmla="*/ 433 w 433"/>
                <a:gd name="T21" fmla="*/ 465 h 465"/>
                <a:gd name="T22" fmla="*/ 433 w 433"/>
                <a:gd name="T23" fmla="*/ 3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3" h="465">
                  <a:moveTo>
                    <a:pt x="433" y="3"/>
                  </a:moveTo>
                  <a:cubicBezTo>
                    <a:pt x="256" y="3"/>
                    <a:pt x="256" y="3"/>
                    <a:pt x="256" y="3"/>
                  </a:cubicBezTo>
                  <a:cubicBezTo>
                    <a:pt x="255" y="34"/>
                    <a:pt x="255" y="34"/>
                    <a:pt x="255" y="34"/>
                  </a:cubicBezTo>
                  <a:cubicBezTo>
                    <a:pt x="270" y="42"/>
                    <a:pt x="302" y="63"/>
                    <a:pt x="301" y="105"/>
                  </a:cubicBezTo>
                  <a:cubicBezTo>
                    <a:pt x="300" y="142"/>
                    <a:pt x="261" y="172"/>
                    <a:pt x="213" y="172"/>
                  </a:cubicBezTo>
                  <a:cubicBezTo>
                    <a:pt x="165" y="172"/>
                    <a:pt x="139" y="134"/>
                    <a:pt x="139" y="98"/>
                  </a:cubicBezTo>
                  <a:cubicBezTo>
                    <a:pt x="139" y="70"/>
                    <a:pt x="164" y="47"/>
                    <a:pt x="175" y="39"/>
                  </a:cubicBezTo>
                  <a:cubicBezTo>
                    <a:pt x="175" y="0"/>
                    <a:pt x="175" y="0"/>
                    <a:pt x="175" y="0"/>
                  </a:cubicBezTo>
                  <a:cubicBezTo>
                    <a:pt x="0" y="0"/>
                    <a:pt x="0" y="0"/>
                    <a:pt x="0" y="0"/>
                  </a:cubicBezTo>
                  <a:cubicBezTo>
                    <a:pt x="0" y="465"/>
                    <a:pt x="0" y="465"/>
                    <a:pt x="0" y="465"/>
                  </a:cubicBezTo>
                  <a:cubicBezTo>
                    <a:pt x="433" y="465"/>
                    <a:pt x="433" y="465"/>
                    <a:pt x="433" y="465"/>
                  </a:cubicBezTo>
                  <a:lnTo>
                    <a:pt x="433" y="3"/>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211" name="Freeform 169"/>
            <p:cNvSpPr>
              <a:spLocks/>
            </p:cNvSpPr>
            <p:nvPr/>
          </p:nvSpPr>
          <p:spPr bwMode="auto">
            <a:xfrm>
              <a:off x="5348288" y="4691556"/>
              <a:ext cx="1376363" cy="1262063"/>
            </a:xfrm>
            <a:custGeom>
              <a:avLst/>
              <a:gdLst>
                <a:gd name="T0" fmla="*/ 7 w 642"/>
                <a:gd name="T1" fmla="*/ 0 h 589"/>
                <a:gd name="T2" fmla="*/ 627 w 642"/>
                <a:gd name="T3" fmla="*/ 0 h 589"/>
                <a:gd name="T4" fmla="*/ 627 w 642"/>
                <a:gd name="T5" fmla="*/ 51 h 589"/>
                <a:gd name="T6" fmla="*/ 642 w 642"/>
                <a:gd name="T7" fmla="*/ 82 h 589"/>
                <a:gd name="T8" fmla="*/ 612 w 642"/>
                <a:gd name="T9" fmla="*/ 129 h 589"/>
                <a:gd name="T10" fmla="*/ 637 w 642"/>
                <a:gd name="T11" fmla="*/ 171 h 589"/>
                <a:gd name="T12" fmla="*/ 612 w 642"/>
                <a:gd name="T13" fmla="*/ 225 h 589"/>
                <a:gd name="T14" fmla="*/ 635 w 642"/>
                <a:gd name="T15" fmla="*/ 261 h 589"/>
                <a:gd name="T16" fmla="*/ 612 w 642"/>
                <a:gd name="T17" fmla="*/ 306 h 589"/>
                <a:gd name="T18" fmla="*/ 635 w 642"/>
                <a:gd name="T19" fmla="*/ 347 h 589"/>
                <a:gd name="T20" fmla="*/ 610 w 642"/>
                <a:gd name="T21" fmla="*/ 394 h 589"/>
                <a:gd name="T22" fmla="*/ 626 w 642"/>
                <a:gd name="T23" fmla="*/ 424 h 589"/>
                <a:gd name="T24" fmla="*/ 575 w 642"/>
                <a:gd name="T25" fmla="*/ 495 h 589"/>
                <a:gd name="T26" fmla="*/ 467 w 642"/>
                <a:gd name="T27" fmla="*/ 589 h 589"/>
                <a:gd name="T28" fmla="*/ 174 w 642"/>
                <a:gd name="T29" fmla="*/ 589 h 589"/>
                <a:gd name="T30" fmla="*/ 39 w 642"/>
                <a:gd name="T31" fmla="*/ 476 h 589"/>
                <a:gd name="T32" fmla="*/ 32 w 642"/>
                <a:gd name="T33" fmla="*/ 429 h 589"/>
                <a:gd name="T34" fmla="*/ 2 w 642"/>
                <a:gd name="T35" fmla="*/ 389 h 589"/>
                <a:gd name="T36" fmla="*/ 26 w 642"/>
                <a:gd name="T37" fmla="*/ 355 h 589"/>
                <a:gd name="T38" fmla="*/ 2 w 642"/>
                <a:gd name="T39" fmla="*/ 295 h 589"/>
                <a:gd name="T40" fmla="*/ 23 w 642"/>
                <a:gd name="T41" fmla="*/ 258 h 589"/>
                <a:gd name="T42" fmla="*/ 5 w 642"/>
                <a:gd name="T43" fmla="*/ 214 h 589"/>
                <a:gd name="T44" fmla="*/ 24 w 642"/>
                <a:gd name="T45" fmla="*/ 168 h 589"/>
                <a:gd name="T46" fmla="*/ 2 w 642"/>
                <a:gd name="T47" fmla="*/ 120 h 589"/>
                <a:gd name="T48" fmla="*/ 7 w 642"/>
                <a:gd name="T49" fmla="*/ 0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2" h="589">
                  <a:moveTo>
                    <a:pt x="7" y="0"/>
                  </a:moveTo>
                  <a:cubicBezTo>
                    <a:pt x="627" y="0"/>
                    <a:pt x="627" y="0"/>
                    <a:pt x="627" y="0"/>
                  </a:cubicBezTo>
                  <a:cubicBezTo>
                    <a:pt x="627" y="51"/>
                    <a:pt x="627" y="51"/>
                    <a:pt x="627" y="51"/>
                  </a:cubicBezTo>
                  <a:cubicBezTo>
                    <a:pt x="627" y="51"/>
                    <a:pt x="642" y="62"/>
                    <a:pt x="642" y="82"/>
                  </a:cubicBezTo>
                  <a:cubicBezTo>
                    <a:pt x="642" y="101"/>
                    <a:pt x="612" y="115"/>
                    <a:pt x="612" y="129"/>
                  </a:cubicBezTo>
                  <a:cubicBezTo>
                    <a:pt x="612" y="144"/>
                    <a:pt x="637" y="152"/>
                    <a:pt x="637" y="171"/>
                  </a:cubicBezTo>
                  <a:cubicBezTo>
                    <a:pt x="637" y="190"/>
                    <a:pt x="610" y="206"/>
                    <a:pt x="612" y="225"/>
                  </a:cubicBezTo>
                  <a:cubicBezTo>
                    <a:pt x="613" y="244"/>
                    <a:pt x="637" y="246"/>
                    <a:pt x="635" y="261"/>
                  </a:cubicBezTo>
                  <a:cubicBezTo>
                    <a:pt x="634" y="277"/>
                    <a:pt x="612" y="292"/>
                    <a:pt x="612" y="306"/>
                  </a:cubicBezTo>
                  <a:cubicBezTo>
                    <a:pt x="612" y="320"/>
                    <a:pt x="635" y="331"/>
                    <a:pt x="635" y="347"/>
                  </a:cubicBezTo>
                  <a:cubicBezTo>
                    <a:pt x="635" y="363"/>
                    <a:pt x="612" y="378"/>
                    <a:pt x="610" y="394"/>
                  </a:cubicBezTo>
                  <a:cubicBezTo>
                    <a:pt x="608" y="409"/>
                    <a:pt x="626" y="413"/>
                    <a:pt x="626" y="424"/>
                  </a:cubicBezTo>
                  <a:cubicBezTo>
                    <a:pt x="626" y="435"/>
                    <a:pt x="618" y="459"/>
                    <a:pt x="575" y="495"/>
                  </a:cubicBezTo>
                  <a:cubicBezTo>
                    <a:pt x="532" y="532"/>
                    <a:pt x="467" y="589"/>
                    <a:pt x="467" y="589"/>
                  </a:cubicBezTo>
                  <a:cubicBezTo>
                    <a:pt x="174" y="589"/>
                    <a:pt x="174" y="589"/>
                    <a:pt x="174" y="589"/>
                  </a:cubicBezTo>
                  <a:cubicBezTo>
                    <a:pt x="39" y="476"/>
                    <a:pt x="39" y="476"/>
                    <a:pt x="39" y="476"/>
                  </a:cubicBezTo>
                  <a:cubicBezTo>
                    <a:pt x="35" y="462"/>
                    <a:pt x="35" y="438"/>
                    <a:pt x="32" y="429"/>
                  </a:cubicBezTo>
                  <a:cubicBezTo>
                    <a:pt x="29" y="419"/>
                    <a:pt x="2" y="405"/>
                    <a:pt x="2" y="389"/>
                  </a:cubicBezTo>
                  <a:cubicBezTo>
                    <a:pt x="2" y="373"/>
                    <a:pt x="26" y="366"/>
                    <a:pt x="26" y="355"/>
                  </a:cubicBezTo>
                  <a:cubicBezTo>
                    <a:pt x="26" y="344"/>
                    <a:pt x="0" y="316"/>
                    <a:pt x="2" y="295"/>
                  </a:cubicBezTo>
                  <a:cubicBezTo>
                    <a:pt x="3" y="274"/>
                    <a:pt x="21" y="269"/>
                    <a:pt x="23" y="258"/>
                  </a:cubicBezTo>
                  <a:cubicBezTo>
                    <a:pt x="24" y="247"/>
                    <a:pt x="5" y="230"/>
                    <a:pt x="5" y="214"/>
                  </a:cubicBezTo>
                  <a:cubicBezTo>
                    <a:pt x="5" y="198"/>
                    <a:pt x="24" y="182"/>
                    <a:pt x="24" y="168"/>
                  </a:cubicBezTo>
                  <a:cubicBezTo>
                    <a:pt x="24" y="153"/>
                    <a:pt x="3" y="144"/>
                    <a:pt x="2" y="120"/>
                  </a:cubicBezTo>
                  <a:cubicBezTo>
                    <a:pt x="0" y="96"/>
                    <a:pt x="7" y="0"/>
                    <a:pt x="7" y="0"/>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212" name="Freeform 170"/>
            <p:cNvSpPr>
              <a:spLocks/>
            </p:cNvSpPr>
            <p:nvPr/>
          </p:nvSpPr>
          <p:spPr bwMode="auto">
            <a:xfrm>
              <a:off x="5734050" y="5993306"/>
              <a:ext cx="569913" cy="76200"/>
            </a:xfrm>
            <a:custGeom>
              <a:avLst/>
              <a:gdLst>
                <a:gd name="T0" fmla="*/ 0 w 266"/>
                <a:gd name="T1" fmla="*/ 0 h 36"/>
                <a:gd name="T2" fmla="*/ 266 w 266"/>
                <a:gd name="T3" fmla="*/ 0 h 36"/>
                <a:gd name="T4" fmla="*/ 223 w 266"/>
                <a:gd name="T5" fmla="*/ 36 h 36"/>
                <a:gd name="T6" fmla="*/ 50 w 266"/>
                <a:gd name="T7" fmla="*/ 36 h 36"/>
                <a:gd name="T8" fmla="*/ 0 w 266"/>
                <a:gd name="T9" fmla="*/ 0 h 36"/>
              </a:gdLst>
              <a:ahLst/>
              <a:cxnLst>
                <a:cxn ang="0">
                  <a:pos x="T0" y="T1"/>
                </a:cxn>
                <a:cxn ang="0">
                  <a:pos x="T2" y="T3"/>
                </a:cxn>
                <a:cxn ang="0">
                  <a:pos x="T4" y="T5"/>
                </a:cxn>
                <a:cxn ang="0">
                  <a:pos x="T6" y="T7"/>
                </a:cxn>
                <a:cxn ang="0">
                  <a:pos x="T8" y="T9"/>
                </a:cxn>
              </a:cxnLst>
              <a:rect l="0" t="0" r="r" b="b"/>
              <a:pathLst>
                <a:path w="266" h="36">
                  <a:moveTo>
                    <a:pt x="0" y="0"/>
                  </a:moveTo>
                  <a:cubicBezTo>
                    <a:pt x="266" y="0"/>
                    <a:pt x="266" y="0"/>
                    <a:pt x="266" y="0"/>
                  </a:cubicBezTo>
                  <a:cubicBezTo>
                    <a:pt x="266" y="0"/>
                    <a:pt x="237" y="36"/>
                    <a:pt x="223" y="36"/>
                  </a:cubicBezTo>
                  <a:cubicBezTo>
                    <a:pt x="209" y="36"/>
                    <a:pt x="62" y="36"/>
                    <a:pt x="50" y="36"/>
                  </a:cubicBezTo>
                  <a:cubicBezTo>
                    <a:pt x="37" y="36"/>
                    <a:pt x="0" y="0"/>
                    <a:pt x="0" y="0"/>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grpSp>
      <p:sp>
        <p:nvSpPr>
          <p:cNvPr id="13" name="TextBox 12"/>
          <p:cNvSpPr txBox="1"/>
          <p:nvPr/>
        </p:nvSpPr>
        <p:spPr>
          <a:xfrm>
            <a:off x="8026959" y="4198287"/>
            <a:ext cx="88012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4" name="TextBox 13"/>
          <p:cNvSpPr txBox="1"/>
          <p:nvPr/>
        </p:nvSpPr>
        <p:spPr>
          <a:xfrm>
            <a:off x="8017293"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6" name="TextBox 15"/>
          <p:cNvSpPr txBox="1"/>
          <p:nvPr/>
        </p:nvSpPr>
        <p:spPr>
          <a:xfrm>
            <a:off x="8691980"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7" name="TextBox 16"/>
          <p:cNvSpPr txBox="1"/>
          <p:nvPr/>
        </p:nvSpPr>
        <p:spPr>
          <a:xfrm>
            <a:off x="8691980"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8" name="TextBox 17"/>
          <p:cNvSpPr txBox="1"/>
          <p:nvPr/>
        </p:nvSpPr>
        <p:spPr>
          <a:xfrm>
            <a:off x="7906501"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9" name="TextBox 18"/>
          <p:cNvSpPr txBox="1"/>
          <p:nvPr/>
        </p:nvSpPr>
        <p:spPr>
          <a:xfrm>
            <a:off x="7906501" y="1316975"/>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20" name="TextBox 19"/>
          <p:cNvSpPr txBox="1"/>
          <p:nvPr/>
        </p:nvSpPr>
        <p:spPr>
          <a:xfrm>
            <a:off x="7093702" y="2230671"/>
            <a:ext cx="623888" cy="477054"/>
          </a:xfrm>
          <a:prstGeom prst="rect">
            <a:avLst/>
          </a:prstGeom>
          <a:noFill/>
          <a:ln>
            <a:noFill/>
          </a:ln>
        </p:spPr>
        <p:txBody>
          <a:bodyPr wrap="square" rtlCol="0">
            <a:spAutoFit/>
          </a:bodyPr>
          <a:lstStyle/>
          <a:p>
            <a:pPr algn="ctr" fontAlgn="auto">
              <a:spcBef>
                <a:spcPts val="0"/>
              </a:spcBef>
              <a:spcAft>
                <a:spcPts val="0"/>
              </a:spcAft>
            </a:pPr>
            <a:r>
              <a:rPr lang="en-US" sz="2500" dirty="0" smtClean="0">
                <a:solidFill>
                  <a:prstClr val="white"/>
                </a:solidFill>
                <a:latin typeface="FontAwesome" pitchFamily="2" charset="0"/>
              </a:rPr>
              <a:t></a:t>
            </a:r>
            <a:endParaRPr lang="en-US" sz="2500" dirty="0">
              <a:solidFill>
                <a:prstClr val="white"/>
              </a:solidFill>
              <a:latin typeface="Calibri Light" panose="020F0302020204030204"/>
            </a:endParaRPr>
          </a:p>
        </p:txBody>
      </p:sp>
      <p:sp>
        <p:nvSpPr>
          <p:cNvPr id="23" name="TextBox 22"/>
          <p:cNvSpPr txBox="1"/>
          <p:nvPr/>
        </p:nvSpPr>
        <p:spPr>
          <a:xfrm>
            <a:off x="725028" y="2670968"/>
            <a:ext cx="6780629" cy="2062103"/>
          </a:xfrm>
          <a:prstGeom prst="rect">
            <a:avLst/>
          </a:prstGeom>
          <a:noFill/>
        </p:spPr>
        <p:txBody>
          <a:bodyPr wrap="square" rtlCol="0">
            <a:spAutoFit/>
          </a:bodyPr>
          <a:lstStyle/>
          <a:p>
            <a:pPr algn="ctr" rtl="1"/>
            <a:r>
              <a:rPr lang="ar-SA" sz="3200" b="1" dirty="0"/>
              <a:t>التدريس الخصوصي: "تدريس مفرد لشخص واحد ويتطلب أن تكون عملية التعليم تتناسب مع هذا الفرد وفقاً لقدراته العقلية والمهارية وإمكانياته الثقافية والبيئة التي يعيش فيها".</a:t>
            </a:r>
            <a:endParaRPr lang="en-US" sz="3200" b="1" dirty="0">
              <a:solidFill>
                <a:prstClr val="black"/>
              </a:solidFill>
            </a:endParaRPr>
          </a:p>
        </p:txBody>
      </p:sp>
      <p:sp>
        <p:nvSpPr>
          <p:cNvPr id="30" name="Title 2"/>
          <p:cNvSpPr txBox="1">
            <a:spLocks/>
          </p:cNvSpPr>
          <p:nvPr/>
        </p:nvSpPr>
        <p:spPr>
          <a:xfrm>
            <a:off x="1104900" y="201126"/>
            <a:ext cx="10670333" cy="830923"/>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marL="1657350" lvl="2" indent="-742950" algn="r" rtl="1">
              <a:buFont typeface="+mj-lt"/>
              <a:buAutoNum type="arabicPeriod" startAt="2"/>
            </a:pPr>
            <a:r>
              <a:rPr lang="ar-SA" sz="4000" b="1" u="sng" dirty="0" smtClean="0"/>
              <a:t>نمط </a:t>
            </a:r>
            <a:r>
              <a:rPr lang="ar-SA" sz="4000" b="1" u="sng" dirty="0"/>
              <a:t>التدريس الخصوصي </a:t>
            </a:r>
            <a:r>
              <a:rPr lang="en-US" sz="4000" b="1" u="sng" dirty="0"/>
              <a:t>Style</a:t>
            </a:r>
            <a:r>
              <a:rPr lang="ar-SA" sz="4000" b="1" u="sng" dirty="0"/>
              <a:t> Tutorial</a:t>
            </a:r>
            <a:endParaRPr lang="en-US" sz="4000" u="sng" dirty="0"/>
          </a:p>
        </p:txBody>
      </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extLst>
      <p:ext uri="{BB962C8B-B14F-4D97-AF65-F5344CB8AC3E}">
        <p14:creationId xmlns:p14="http://schemas.microsoft.com/office/powerpoint/2010/main" val="29952920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221"/>
                                        </p:tgtEl>
                                        <p:attrNameLst>
                                          <p:attrName>style.visibility</p:attrName>
                                        </p:attrNameLst>
                                      </p:cBhvr>
                                      <p:to>
                                        <p:strVal val="visible"/>
                                      </p:to>
                                    </p:set>
                                    <p:animEffect transition="in" filter="fade">
                                      <p:cBhvr>
                                        <p:cTn id="11" dur="500"/>
                                        <p:tgtEl>
                                          <p:spTgt spid="32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0" y="481128"/>
            <a:ext cx="12192000" cy="646331"/>
          </a:xfrm>
          <a:prstGeom prst="rect">
            <a:avLst/>
          </a:prstGeom>
          <a:noFill/>
        </p:spPr>
        <p:txBody>
          <a:bodyPr wrap="square" rtlCol="0">
            <a:spAutoFit/>
          </a:bodyPr>
          <a:lstStyle/>
          <a:p>
            <a:pPr algn="ctr" rtl="1" fontAlgn="auto">
              <a:spcBef>
                <a:spcPts val="0"/>
              </a:spcBef>
              <a:spcAft>
                <a:spcPts val="0"/>
              </a:spcAft>
            </a:pPr>
            <a:r>
              <a:rPr lang="ar-SA" sz="3600" b="1" u="sng" dirty="0"/>
              <a:t>أ- خصائص نمط التعلم</a:t>
            </a:r>
            <a:r>
              <a:rPr lang="en-US" sz="3600" b="1" u="sng" dirty="0"/>
              <a:t> </a:t>
            </a:r>
            <a:r>
              <a:rPr lang="ar-SA" sz="3600" b="1" u="sng" dirty="0"/>
              <a:t>الخصوصي</a:t>
            </a:r>
            <a:endParaRPr lang="en-US" sz="3600" u="sng" dirty="0">
              <a:solidFill>
                <a:srgbClr val="17406D">
                  <a:lumMod val="50000"/>
                </a:srgbClr>
              </a:solidFill>
              <a:latin typeface="Bebas Neue" panose="020B0606020202050201" pitchFamily="34" charset="0"/>
            </a:endParaRPr>
          </a:p>
        </p:txBody>
      </p:sp>
      <p:sp>
        <p:nvSpPr>
          <p:cNvPr id="21" name="Rectangle 20"/>
          <p:cNvSpPr/>
          <p:nvPr/>
        </p:nvSpPr>
        <p:spPr>
          <a:xfrm>
            <a:off x="0" y="2110764"/>
            <a:ext cx="5849257" cy="1886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TextBox 22"/>
          <p:cNvSpPr txBox="1"/>
          <p:nvPr/>
        </p:nvSpPr>
        <p:spPr>
          <a:xfrm>
            <a:off x="6647756" y="1836631"/>
            <a:ext cx="5146138" cy="830997"/>
          </a:xfrm>
          <a:prstGeom prst="rect">
            <a:avLst/>
          </a:prstGeom>
          <a:noFill/>
        </p:spPr>
        <p:txBody>
          <a:bodyPr wrap="square" rtlCol="0">
            <a:spAutoFit/>
          </a:bodyPr>
          <a:lstStyle/>
          <a:p>
            <a:pPr algn="ctr" fontAlgn="auto">
              <a:spcBef>
                <a:spcPts val="0"/>
              </a:spcBef>
              <a:spcAft>
                <a:spcPts val="0"/>
              </a:spcAft>
            </a:pPr>
            <a:r>
              <a:rPr lang="ar-SA" sz="2400" b="1" dirty="0"/>
              <a:t>تساعد في توجيه المتعلم لدراسة المعلومات بشكل متدرج ومنظم</a:t>
            </a:r>
            <a:endParaRPr lang="en-US" sz="2400" b="1" dirty="0">
              <a:solidFill>
                <a:srgbClr val="17406D">
                  <a:lumMod val="50000"/>
                </a:srgbClr>
              </a:solidFill>
              <a:latin typeface="Bebas Neue" panose="020B0606020202050201" pitchFamily="34" charset="0"/>
            </a:endParaRPr>
          </a:p>
        </p:txBody>
      </p:sp>
      <p:sp>
        <p:nvSpPr>
          <p:cNvPr id="25" name="Oval 24"/>
          <p:cNvSpPr/>
          <p:nvPr/>
        </p:nvSpPr>
        <p:spPr>
          <a:xfrm>
            <a:off x="5722429" y="1836631"/>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6" name="Picture 2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943600" y="2049991"/>
            <a:ext cx="304800" cy="304800"/>
          </a:xfrm>
          <a:prstGeom prst="rect">
            <a:avLst/>
          </a:prstGeom>
        </p:spPr>
      </p:pic>
      <p:sp>
        <p:nvSpPr>
          <p:cNvPr id="27" name="Rectangle 26"/>
          <p:cNvSpPr/>
          <p:nvPr/>
        </p:nvSpPr>
        <p:spPr>
          <a:xfrm>
            <a:off x="0" y="3098821"/>
            <a:ext cx="5849257" cy="18868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9" name="TextBox 28"/>
          <p:cNvSpPr txBox="1"/>
          <p:nvPr/>
        </p:nvSpPr>
        <p:spPr>
          <a:xfrm>
            <a:off x="6647756" y="2824688"/>
            <a:ext cx="5146138" cy="830997"/>
          </a:xfrm>
          <a:prstGeom prst="rect">
            <a:avLst/>
          </a:prstGeom>
          <a:noFill/>
        </p:spPr>
        <p:txBody>
          <a:bodyPr wrap="square" rtlCol="0">
            <a:spAutoFit/>
          </a:bodyPr>
          <a:lstStyle/>
          <a:p>
            <a:pPr algn="ctr" fontAlgn="auto">
              <a:spcBef>
                <a:spcPts val="0"/>
              </a:spcBef>
              <a:spcAft>
                <a:spcPts val="0"/>
              </a:spcAft>
            </a:pPr>
            <a:r>
              <a:rPr lang="en-US" sz="2400" b="1" dirty="0"/>
              <a:t> </a:t>
            </a:r>
            <a:r>
              <a:rPr lang="ar-SA" sz="2400" b="1" dirty="0"/>
              <a:t>تعمل على توجيه المتعلم لتحقيق أفضل الناتج عن طريق التغذية الراجعة</a:t>
            </a:r>
            <a:endParaRPr lang="en-US" sz="2400" b="1" dirty="0">
              <a:solidFill>
                <a:srgbClr val="17406D">
                  <a:lumMod val="50000"/>
                </a:srgbClr>
              </a:solidFill>
              <a:latin typeface="Bebas Neue" panose="020B0606020202050201" pitchFamily="34" charset="0"/>
            </a:endParaRPr>
          </a:p>
        </p:txBody>
      </p:sp>
      <p:sp>
        <p:nvSpPr>
          <p:cNvPr id="30" name="Oval 29"/>
          <p:cNvSpPr/>
          <p:nvPr/>
        </p:nvSpPr>
        <p:spPr>
          <a:xfrm>
            <a:off x="5722429" y="2824688"/>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2" name="Rectangle 31"/>
          <p:cNvSpPr/>
          <p:nvPr/>
        </p:nvSpPr>
        <p:spPr>
          <a:xfrm>
            <a:off x="0" y="4087397"/>
            <a:ext cx="5849257" cy="1886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4" name="TextBox 33"/>
          <p:cNvSpPr txBox="1"/>
          <p:nvPr/>
        </p:nvSpPr>
        <p:spPr>
          <a:xfrm>
            <a:off x="6647755" y="3813264"/>
            <a:ext cx="5370073" cy="830997"/>
          </a:xfrm>
          <a:prstGeom prst="rect">
            <a:avLst/>
          </a:prstGeom>
          <a:noFill/>
        </p:spPr>
        <p:txBody>
          <a:bodyPr wrap="square" rtlCol="0">
            <a:spAutoFit/>
          </a:bodyPr>
          <a:lstStyle/>
          <a:p>
            <a:pPr algn="ctr" fontAlgn="auto">
              <a:spcBef>
                <a:spcPts val="0"/>
              </a:spcBef>
              <a:spcAft>
                <a:spcPts val="0"/>
              </a:spcAft>
            </a:pPr>
            <a:r>
              <a:rPr lang="en-US" sz="2400" b="1" dirty="0"/>
              <a:t> </a:t>
            </a:r>
            <a:r>
              <a:rPr lang="ar-SA" sz="2400" b="1" dirty="0"/>
              <a:t>تعتمد على أنشطة مختارة بعناية للطلاب ومصممة لتوجيههم ومساعدتهم</a:t>
            </a:r>
            <a:r>
              <a:rPr lang="en-US" sz="2400" b="1" dirty="0"/>
              <a:t> </a:t>
            </a:r>
            <a:r>
              <a:rPr lang="ar-SA" sz="2400" b="1" dirty="0"/>
              <a:t>على متابعة عملية التعلم</a:t>
            </a:r>
            <a:endParaRPr lang="en-US" sz="2400" b="1" dirty="0">
              <a:solidFill>
                <a:srgbClr val="17406D">
                  <a:lumMod val="50000"/>
                </a:srgbClr>
              </a:solidFill>
              <a:latin typeface="Bebas Neue" panose="020B0606020202050201" pitchFamily="34" charset="0"/>
            </a:endParaRPr>
          </a:p>
        </p:txBody>
      </p:sp>
      <p:sp>
        <p:nvSpPr>
          <p:cNvPr id="35" name="Oval 34"/>
          <p:cNvSpPr/>
          <p:nvPr/>
        </p:nvSpPr>
        <p:spPr>
          <a:xfrm>
            <a:off x="5722429" y="3813264"/>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7" name="Rectangle 36"/>
          <p:cNvSpPr/>
          <p:nvPr/>
        </p:nvSpPr>
        <p:spPr>
          <a:xfrm>
            <a:off x="0" y="5072990"/>
            <a:ext cx="5849257" cy="18868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9" name="TextBox 38"/>
          <p:cNvSpPr txBox="1"/>
          <p:nvPr/>
        </p:nvSpPr>
        <p:spPr>
          <a:xfrm>
            <a:off x="6758860" y="4798857"/>
            <a:ext cx="4923930" cy="1200329"/>
          </a:xfrm>
          <a:prstGeom prst="rect">
            <a:avLst/>
          </a:prstGeom>
          <a:noFill/>
        </p:spPr>
        <p:txBody>
          <a:bodyPr wrap="square" rtlCol="0">
            <a:spAutoFit/>
          </a:bodyPr>
          <a:lstStyle/>
          <a:p>
            <a:pPr algn="ctr" fontAlgn="auto">
              <a:spcBef>
                <a:spcPts val="0"/>
              </a:spcBef>
              <a:spcAft>
                <a:spcPts val="0"/>
              </a:spcAft>
            </a:pPr>
            <a:r>
              <a:rPr lang="ar-SA" sz="2400" b="1" dirty="0"/>
              <a:t>يعتمد هذا البرامج في التدريس بشكل أساسي</a:t>
            </a:r>
            <a:r>
              <a:rPr lang="en-US" sz="2400" b="1" dirty="0"/>
              <a:t> </a:t>
            </a:r>
            <a:r>
              <a:rPr lang="ar-SA" sz="2400" b="1" dirty="0"/>
              <a:t>على الرسوم المتحركة والمؤثرات الصوتية</a:t>
            </a:r>
            <a:endParaRPr lang="en-US" sz="2400" b="1" dirty="0">
              <a:solidFill>
                <a:srgbClr val="17406D">
                  <a:lumMod val="50000"/>
                </a:srgbClr>
              </a:solidFill>
              <a:latin typeface="Bebas Neue" panose="020B0606020202050201" pitchFamily="34" charset="0"/>
            </a:endParaRPr>
          </a:p>
        </p:txBody>
      </p:sp>
      <p:sp>
        <p:nvSpPr>
          <p:cNvPr id="40" name="Oval 39"/>
          <p:cNvSpPr/>
          <p:nvPr/>
        </p:nvSpPr>
        <p:spPr>
          <a:xfrm>
            <a:off x="5722429" y="4798857"/>
            <a:ext cx="731520" cy="73152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2" name="Picture 4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943600" y="3038048"/>
            <a:ext cx="304800" cy="304800"/>
          </a:xfrm>
          <a:prstGeom prst="rect">
            <a:avLst/>
          </a:prstGeom>
        </p:spPr>
      </p:pic>
      <p:pic>
        <p:nvPicPr>
          <p:cNvPr id="43" name="Picture 4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35789" y="4026624"/>
            <a:ext cx="304800" cy="304800"/>
          </a:xfrm>
          <a:prstGeom prst="rect">
            <a:avLst/>
          </a:prstGeom>
        </p:spPr>
      </p:pic>
      <p:pic>
        <p:nvPicPr>
          <p:cNvPr id="44" name="Picture 4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935789" y="5029689"/>
            <a:ext cx="304800" cy="304800"/>
          </a:xfrm>
          <a:prstGeom prst="rect">
            <a:avLst/>
          </a:prstGeom>
        </p:spPr>
      </p:pic>
      <p:sp>
        <p:nvSpPr>
          <p:cNvPr id="1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9756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0-#ppt_w/2"/>
                                          </p:val>
                                        </p:tav>
                                        <p:tav tm="100000">
                                          <p:val>
                                            <p:strVal val="#ppt_x"/>
                                          </p:val>
                                        </p:tav>
                                      </p:tavLst>
                                    </p:anim>
                                    <p:anim calcmode="lin" valueType="num">
                                      <p:cBhvr additive="base">
                                        <p:cTn id="13" dur="500" fill="hold"/>
                                        <p:tgtEl>
                                          <p:spTgt spid="26"/>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additive="base">
                                        <p:cTn id="17" dur="500" fill="hold"/>
                                        <p:tgtEl>
                                          <p:spTgt spid="30"/>
                                        </p:tgtEl>
                                        <p:attrNameLst>
                                          <p:attrName>ppt_x</p:attrName>
                                        </p:attrNameLst>
                                      </p:cBhvr>
                                      <p:tavLst>
                                        <p:tav tm="0">
                                          <p:val>
                                            <p:strVal val="0-#ppt_w/2"/>
                                          </p:val>
                                        </p:tav>
                                        <p:tav tm="100000">
                                          <p:val>
                                            <p:strVal val="#ppt_x"/>
                                          </p:val>
                                        </p:tav>
                                      </p:tavLst>
                                    </p:anim>
                                    <p:anim calcmode="lin" valueType="num">
                                      <p:cBhvr additive="base">
                                        <p:cTn id="18" dur="500" fill="hold"/>
                                        <p:tgtEl>
                                          <p:spTgt spid="30"/>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fill="hold" nodeType="afterEffect">
                                  <p:stCondLst>
                                    <p:cond delay="0"/>
                                  </p:stCondLst>
                                  <p:childTnLst>
                                    <p:set>
                                      <p:cBhvr>
                                        <p:cTn id="21" dur="1" fill="hold">
                                          <p:stCondLst>
                                            <p:cond delay="0"/>
                                          </p:stCondLst>
                                        </p:cTn>
                                        <p:tgtEl>
                                          <p:spTgt spid="42"/>
                                        </p:tgtEl>
                                        <p:attrNameLst>
                                          <p:attrName>style.visibility</p:attrName>
                                        </p:attrNameLst>
                                      </p:cBhvr>
                                      <p:to>
                                        <p:strVal val="visible"/>
                                      </p:to>
                                    </p:set>
                                    <p:anim calcmode="lin" valueType="num">
                                      <p:cBhvr additive="base">
                                        <p:cTn id="22" dur="500" fill="hold"/>
                                        <p:tgtEl>
                                          <p:spTgt spid="42"/>
                                        </p:tgtEl>
                                        <p:attrNameLst>
                                          <p:attrName>ppt_x</p:attrName>
                                        </p:attrNameLst>
                                      </p:cBhvr>
                                      <p:tavLst>
                                        <p:tav tm="0">
                                          <p:val>
                                            <p:strVal val="0-#ppt_w/2"/>
                                          </p:val>
                                        </p:tav>
                                        <p:tav tm="100000">
                                          <p:val>
                                            <p:strVal val="#ppt_x"/>
                                          </p:val>
                                        </p:tav>
                                      </p:tavLst>
                                    </p:anim>
                                    <p:anim calcmode="lin" valueType="num">
                                      <p:cBhvr additive="base">
                                        <p:cTn id="23" dur="500" fill="hold"/>
                                        <p:tgtEl>
                                          <p:spTgt spid="42"/>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8" fill="hold" grpId="0" nodeType="afterEffect">
                                  <p:stCondLst>
                                    <p:cond delay="0"/>
                                  </p:stCondLst>
                                  <p:childTnLst>
                                    <p:set>
                                      <p:cBhvr>
                                        <p:cTn id="26" dur="1" fill="hold">
                                          <p:stCondLst>
                                            <p:cond delay="0"/>
                                          </p:stCondLst>
                                        </p:cTn>
                                        <p:tgtEl>
                                          <p:spTgt spid="35"/>
                                        </p:tgtEl>
                                        <p:attrNameLst>
                                          <p:attrName>style.visibility</p:attrName>
                                        </p:attrNameLst>
                                      </p:cBhvr>
                                      <p:to>
                                        <p:strVal val="visible"/>
                                      </p:to>
                                    </p:set>
                                    <p:anim calcmode="lin" valueType="num">
                                      <p:cBhvr additive="base">
                                        <p:cTn id="27" dur="500" fill="hold"/>
                                        <p:tgtEl>
                                          <p:spTgt spid="35"/>
                                        </p:tgtEl>
                                        <p:attrNameLst>
                                          <p:attrName>ppt_x</p:attrName>
                                        </p:attrNameLst>
                                      </p:cBhvr>
                                      <p:tavLst>
                                        <p:tav tm="0">
                                          <p:val>
                                            <p:strVal val="0-#ppt_w/2"/>
                                          </p:val>
                                        </p:tav>
                                        <p:tav tm="100000">
                                          <p:val>
                                            <p:strVal val="#ppt_x"/>
                                          </p:val>
                                        </p:tav>
                                      </p:tavLst>
                                    </p:anim>
                                    <p:anim calcmode="lin" valueType="num">
                                      <p:cBhvr additive="base">
                                        <p:cTn id="28" dur="500" fill="hold"/>
                                        <p:tgtEl>
                                          <p:spTgt spid="35"/>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fill="hold" nodeType="afterEffect">
                                  <p:stCondLst>
                                    <p:cond delay="0"/>
                                  </p:stCondLst>
                                  <p:childTnLst>
                                    <p:set>
                                      <p:cBhvr>
                                        <p:cTn id="31" dur="1" fill="hold">
                                          <p:stCondLst>
                                            <p:cond delay="0"/>
                                          </p:stCondLst>
                                        </p:cTn>
                                        <p:tgtEl>
                                          <p:spTgt spid="43"/>
                                        </p:tgtEl>
                                        <p:attrNameLst>
                                          <p:attrName>style.visibility</p:attrName>
                                        </p:attrNameLst>
                                      </p:cBhvr>
                                      <p:to>
                                        <p:strVal val="visible"/>
                                      </p:to>
                                    </p:set>
                                    <p:anim calcmode="lin" valueType="num">
                                      <p:cBhvr additive="base">
                                        <p:cTn id="32" dur="500" fill="hold"/>
                                        <p:tgtEl>
                                          <p:spTgt spid="43"/>
                                        </p:tgtEl>
                                        <p:attrNameLst>
                                          <p:attrName>ppt_x</p:attrName>
                                        </p:attrNameLst>
                                      </p:cBhvr>
                                      <p:tavLst>
                                        <p:tav tm="0">
                                          <p:val>
                                            <p:strVal val="0-#ppt_w/2"/>
                                          </p:val>
                                        </p:tav>
                                        <p:tav tm="100000">
                                          <p:val>
                                            <p:strVal val="#ppt_x"/>
                                          </p:val>
                                        </p:tav>
                                      </p:tavLst>
                                    </p:anim>
                                    <p:anim calcmode="lin" valueType="num">
                                      <p:cBhvr additive="base">
                                        <p:cTn id="33" dur="500" fill="hold"/>
                                        <p:tgtEl>
                                          <p:spTgt spid="43"/>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8" fill="hold" grpId="0" nodeType="afterEffect">
                                  <p:stCondLst>
                                    <p:cond delay="0"/>
                                  </p:stCondLst>
                                  <p:childTnLst>
                                    <p:set>
                                      <p:cBhvr>
                                        <p:cTn id="36" dur="1" fill="hold">
                                          <p:stCondLst>
                                            <p:cond delay="0"/>
                                          </p:stCondLst>
                                        </p:cTn>
                                        <p:tgtEl>
                                          <p:spTgt spid="40"/>
                                        </p:tgtEl>
                                        <p:attrNameLst>
                                          <p:attrName>style.visibility</p:attrName>
                                        </p:attrNameLst>
                                      </p:cBhvr>
                                      <p:to>
                                        <p:strVal val="visible"/>
                                      </p:to>
                                    </p:set>
                                    <p:anim calcmode="lin" valueType="num">
                                      <p:cBhvr additive="base">
                                        <p:cTn id="37" dur="500" fill="hold"/>
                                        <p:tgtEl>
                                          <p:spTgt spid="40"/>
                                        </p:tgtEl>
                                        <p:attrNameLst>
                                          <p:attrName>ppt_x</p:attrName>
                                        </p:attrNameLst>
                                      </p:cBhvr>
                                      <p:tavLst>
                                        <p:tav tm="0">
                                          <p:val>
                                            <p:strVal val="0-#ppt_w/2"/>
                                          </p:val>
                                        </p:tav>
                                        <p:tav tm="100000">
                                          <p:val>
                                            <p:strVal val="#ppt_x"/>
                                          </p:val>
                                        </p:tav>
                                      </p:tavLst>
                                    </p:anim>
                                    <p:anim calcmode="lin" valueType="num">
                                      <p:cBhvr additive="base">
                                        <p:cTn id="38" dur="500" fill="hold"/>
                                        <p:tgtEl>
                                          <p:spTgt spid="40"/>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8" fill="hold" nodeType="afterEffect">
                                  <p:stCondLst>
                                    <p:cond delay="0"/>
                                  </p:stCondLst>
                                  <p:childTnLst>
                                    <p:set>
                                      <p:cBhvr>
                                        <p:cTn id="41" dur="1" fill="hold">
                                          <p:stCondLst>
                                            <p:cond delay="0"/>
                                          </p:stCondLst>
                                        </p:cTn>
                                        <p:tgtEl>
                                          <p:spTgt spid="44"/>
                                        </p:tgtEl>
                                        <p:attrNameLst>
                                          <p:attrName>style.visibility</p:attrName>
                                        </p:attrNameLst>
                                      </p:cBhvr>
                                      <p:to>
                                        <p:strVal val="visible"/>
                                      </p:to>
                                    </p:set>
                                    <p:anim calcmode="lin" valueType="num">
                                      <p:cBhvr additive="base">
                                        <p:cTn id="42" dur="500" fill="hold"/>
                                        <p:tgtEl>
                                          <p:spTgt spid="44"/>
                                        </p:tgtEl>
                                        <p:attrNameLst>
                                          <p:attrName>ppt_x</p:attrName>
                                        </p:attrNameLst>
                                      </p:cBhvr>
                                      <p:tavLst>
                                        <p:tav tm="0">
                                          <p:val>
                                            <p:strVal val="0-#ppt_w/2"/>
                                          </p:val>
                                        </p:tav>
                                        <p:tav tm="100000">
                                          <p:val>
                                            <p:strVal val="#ppt_x"/>
                                          </p:val>
                                        </p:tav>
                                      </p:tavLst>
                                    </p:anim>
                                    <p:anim calcmode="lin" valueType="num">
                                      <p:cBhvr additive="base">
                                        <p:cTn id="43" dur="500" fill="hold"/>
                                        <p:tgtEl>
                                          <p:spTgt spid="44"/>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2" presetClass="entr" presetSubtype="8" fill="hold" grpId="0" nodeType="afterEffect">
                                  <p:stCondLst>
                                    <p:cond delay="0"/>
                                  </p:stCondLst>
                                  <p:childTnLst>
                                    <p:set>
                                      <p:cBhvr>
                                        <p:cTn id="46" dur="1" fill="hold">
                                          <p:stCondLst>
                                            <p:cond delay="0"/>
                                          </p:stCondLst>
                                        </p:cTn>
                                        <p:tgtEl>
                                          <p:spTgt spid="37"/>
                                        </p:tgtEl>
                                        <p:attrNameLst>
                                          <p:attrName>style.visibility</p:attrName>
                                        </p:attrNameLst>
                                      </p:cBhvr>
                                      <p:to>
                                        <p:strVal val="visible"/>
                                      </p:to>
                                    </p:set>
                                    <p:anim calcmode="lin" valueType="num">
                                      <p:cBhvr additive="base">
                                        <p:cTn id="47" dur="500" fill="hold"/>
                                        <p:tgtEl>
                                          <p:spTgt spid="37"/>
                                        </p:tgtEl>
                                        <p:attrNameLst>
                                          <p:attrName>ppt_x</p:attrName>
                                        </p:attrNameLst>
                                      </p:cBhvr>
                                      <p:tavLst>
                                        <p:tav tm="0">
                                          <p:val>
                                            <p:strVal val="0-#ppt_w/2"/>
                                          </p:val>
                                        </p:tav>
                                        <p:tav tm="100000">
                                          <p:val>
                                            <p:strVal val="#ppt_x"/>
                                          </p:val>
                                        </p:tav>
                                      </p:tavLst>
                                    </p:anim>
                                    <p:anim calcmode="lin" valueType="num">
                                      <p:cBhvr additive="base">
                                        <p:cTn id="48" dur="500" fill="hold"/>
                                        <p:tgtEl>
                                          <p:spTgt spid="37"/>
                                        </p:tgtEl>
                                        <p:attrNameLst>
                                          <p:attrName>ppt_y</p:attrName>
                                        </p:attrNameLst>
                                      </p:cBhvr>
                                      <p:tavLst>
                                        <p:tav tm="0">
                                          <p:val>
                                            <p:strVal val="#ppt_y"/>
                                          </p:val>
                                        </p:tav>
                                        <p:tav tm="100000">
                                          <p:val>
                                            <p:strVal val="#ppt_y"/>
                                          </p:val>
                                        </p:tav>
                                      </p:tavLst>
                                    </p:anim>
                                  </p:childTnLst>
                                </p:cTn>
                              </p:par>
                            </p:childTnLst>
                          </p:cTn>
                        </p:par>
                        <p:par>
                          <p:cTn id="49" fill="hold">
                            <p:stCondLst>
                              <p:cond delay="4500"/>
                            </p:stCondLst>
                            <p:childTnLst>
                              <p:par>
                                <p:cTn id="50" presetID="2" presetClass="entr" presetSubtype="8" fill="hold" grpId="0" nodeType="afterEffect">
                                  <p:stCondLst>
                                    <p:cond delay="0"/>
                                  </p:stCondLst>
                                  <p:childTnLst>
                                    <p:set>
                                      <p:cBhvr>
                                        <p:cTn id="51" dur="1" fill="hold">
                                          <p:stCondLst>
                                            <p:cond delay="0"/>
                                          </p:stCondLst>
                                        </p:cTn>
                                        <p:tgtEl>
                                          <p:spTgt spid="32"/>
                                        </p:tgtEl>
                                        <p:attrNameLst>
                                          <p:attrName>style.visibility</p:attrName>
                                        </p:attrNameLst>
                                      </p:cBhvr>
                                      <p:to>
                                        <p:strVal val="visible"/>
                                      </p:to>
                                    </p:set>
                                    <p:anim calcmode="lin" valueType="num">
                                      <p:cBhvr additive="base">
                                        <p:cTn id="52" dur="500" fill="hold"/>
                                        <p:tgtEl>
                                          <p:spTgt spid="32"/>
                                        </p:tgtEl>
                                        <p:attrNameLst>
                                          <p:attrName>ppt_x</p:attrName>
                                        </p:attrNameLst>
                                      </p:cBhvr>
                                      <p:tavLst>
                                        <p:tav tm="0">
                                          <p:val>
                                            <p:strVal val="0-#ppt_w/2"/>
                                          </p:val>
                                        </p:tav>
                                        <p:tav tm="100000">
                                          <p:val>
                                            <p:strVal val="#ppt_x"/>
                                          </p:val>
                                        </p:tav>
                                      </p:tavLst>
                                    </p:anim>
                                    <p:anim calcmode="lin" valueType="num">
                                      <p:cBhvr additive="base">
                                        <p:cTn id="53" dur="500" fill="hold"/>
                                        <p:tgtEl>
                                          <p:spTgt spid="32"/>
                                        </p:tgtEl>
                                        <p:attrNameLst>
                                          <p:attrName>ppt_y</p:attrName>
                                        </p:attrNameLst>
                                      </p:cBhvr>
                                      <p:tavLst>
                                        <p:tav tm="0">
                                          <p:val>
                                            <p:strVal val="#ppt_y"/>
                                          </p:val>
                                        </p:tav>
                                        <p:tav tm="100000">
                                          <p:val>
                                            <p:strVal val="#ppt_y"/>
                                          </p:val>
                                        </p:tav>
                                      </p:tavLst>
                                    </p:anim>
                                  </p:childTnLst>
                                </p:cTn>
                              </p:par>
                            </p:childTnLst>
                          </p:cTn>
                        </p:par>
                        <p:par>
                          <p:cTn id="54" fill="hold">
                            <p:stCondLst>
                              <p:cond delay="5000"/>
                            </p:stCondLst>
                            <p:childTnLst>
                              <p:par>
                                <p:cTn id="55" presetID="2" presetClass="entr" presetSubtype="8" fill="hold" grpId="0" nodeType="afterEffect">
                                  <p:stCondLst>
                                    <p:cond delay="0"/>
                                  </p:stCondLst>
                                  <p:childTnLst>
                                    <p:set>
                                      <p:cBhvr>
                                        <p:cTn id="56" dur="1" fill="hold">
                                          <p:stCondLst>
                                            <p:cond delay="0"/>
                                          </p:stCondLst>
                                        </p:cTn>
                                        <p:tgtEl>
                                          <p:spTgt spid="27"/>
                                        </p:tgtEl>
                                        <p:attrNameLst>
                                          <p:attrName>style.visibility</p:attrName>
                                        </p:attrNameLst>
                                      </p:cBhvr>
                                      <p:to>
                                        <p:strVal val="visible"/>
                                      </p:to>
                                    </p:set>
                                    <p:anim calcmode="lin" valueType="num">
                                      <p:cBhvr additive="base">
                                        <p:cTn id="57" dur="500" fill="hold"/>
                                        <p:tgtEl>
                                          <p:spTgt spid="27"/>
                                        </p:tgtEl>
                                        <p:attrNameLst>
                                          <p:attrName>ppt_x</p:attrName>
                                        </p:attrNameLst>
                                      </p:cBhvr>
                                      <p:tavLst>
                                        <p:tav tm="0">
                                          <p:val>
                                            <p:strVal val="0-#ppt_w/2"/>
                                          </p:val>
                                        </p:tav>
                                        <p:tav tm="100000">
                                          <p:val>
                                            <p:strVal val="#ppt_x"/>
                                          </p:val>
                                        </p:tav>
                                      </p:tavLst>
                                    </p:anim>
                                    <p:anim calcmode="lin" valueType="num">
                                      <p:cBhvr additive="base">
                                        <p:cTn id="58" dur="500" fill="hold"/>
                                        <p:tgtEl>
                                          <p:spTgt spid="27"/>
                                        </p:tgtEl>
                                        <p:attrNameLst>
                                          <p:attrName>ppt_y</p:attrName>
                                        </p:attrNameLst>
                                      </p:cBhvr>
                                      <p:tavLst>
                                        <p:tav tm="0">
                                          <p:val>
                                            <p:strVal val="#ppt_y"/>
                                          </p:val>
                                        </p:tav>
                                        <p:tav tm="100000">
                                          <p:val>
                                            <p:strVal val="#ppt_y"/>
                                          </p:val>
                                        </p:tav>
                                      </p:tavLst>
                                    </p:anim>
                                  </p:childTnLst>
                                </p:cTn>
                              </p:par>
                            </p:childTnLst>
                          </p:cTn>
                        </p:par>
                        <p:par>
                          <p:cTn id="59" fill="hold">
                            <p:stCondLst>
                              <p:cond delay="5500"/>
                            </p:stCondLst>
                            <p:childTnLst>
                              <p:par>
                                <p:cTn id="60" presetID="2" presetClass="entr" presetSubtype="8" fill="hold" grpId="0" nodeType="afterEffect">
                                  <p:stCondLst>
                                    <p:cond delay="0"/>
                                  </p:stCondLst>
                                  <p:childTnLst>
                                    <p:set>
                                      <p:cBhvr>
                                        <p:cTn id="61" dur="1" fill="hold">
                                          <p:stCondLst>
                                            <p:cond delay="0"/>
                                          </p:stCondLst>
                                        </p:cTn>
                                        <p:tgtEl>
                                          <p:spTgt spid="21"/>
                                        </p:tgtEl>
                                        <p:attrNameLst>
                                          <p:attrName>style.visibility</p:attrName>
                                        </p:attrNameLst>
                                      </p:cBhvr>
                                      <p:to>
                                        <p:strVal val="visible"/>
                                      </p:to>
                                    </p:set>
                                    <p:anim calcmode="lin" valueType="num">
                                      <p:cBhvr additive="base">
                                        <p:cTn id="62" dur="500" fill="hold"/>
                                        <p:tgtEl>
                                          <p:spTgt spid="21"/>
                                        </p:tgtEl>
                                        <p:attrNameLst>
                                          <p:attrName>ppt_x</p:attrName>
                                        </p:attrNameLst>
                                      </p:cBhvr>
                                      <p:tavLst>
                                        <p:tav tm="0">
                                          <p:val>
                                            <p:strVal val="0-#ppt_w/2"/>
                                          </p:val>
                                        </p:tav>
                                        <p:tav tm="100000">
                                          <p:val>
                                            <p:strVal val="#ppt_x"/>
                                          </p:val>
                                        </p:tav>
                                      </p:tavLst>
                                    </p:anim>
                                    <p:anim calcmode="lin" valueType="num">
                                      <p:cBhvr additive="base">
                                        <p:cTn id="63" dur="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5" grpId="0" animBg="1"/>
      <p:bldP spid="27" grpId="0" animBg="1"/>
      <p:bldP spid="30" grpId="0" animBg="1"/>
      <p:bldP spid="32" grpId="0" animBg="1"/>
      <p:bldP spid="35" grpId="0" animBg="1"/>
      <p:bldP spid="37" grpId="0" animBg="1"/>
      <p:bldP spid="40"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0" y="481128"/>
            <a:ext cx="12192000" cy="707886"/>
          </a:xfrm>
          <a:prstGeom prst="rect">
            <a:avLst/>
          </a:prstGeom>
          <a:noFill/>
        </p:spPr>
        <p:txBody>
          <a:bodyPr wrap="square" rtlCol="0">
            <a:spAutoFit/>
          </a:bodyPr>
          <a:lstStyle/>
          <a:p>
            <a:pPr algn="ctr" rtl="1"/>
            <a:r>
              <a:rPr lang="ar-SA" sz="4000" b="1" u="sng" dirty="0"/>
              <a:t>ب- عيوب طريقة التعلم الخصوصي الفردي:</a:t>
            </a:r>
            <a:r>
              <a:rPr lang="en-US" sz="4000" b="1" u="sng" dirty="0"/>
              <a:t> </a:t>
            </a:r>
            <a:endParaRPr lang="en-US" sz="4000" u="sng" dirty="0"/>
          </a:p>
        </p:txBody>
      </p:sp>
      <p:sp>
        <p:nvSpPr>
          <p:cNvPr id="21" name="Rectangle 20"/>
          <p:cNvSpPr/>
          <p:nvPr/>
        </p:nvSpPr>
        <p:spPr>
          <a:xfrm>
            <a:off x="0" y="2573285"/>
            <a:ext cx="5849257" cy="1886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TextBox 22"/>
          <p:cNvSpPr txBox="1"/>
          <p:nvPr/>
        </p:nvSpPr>
        <p:spPr>
          <a:xfrm>
            <a:off x="6647756" y="2299152"/>
            <a:ext cx="5146138" cy="830997"/>
          </a:xfrm>
          <a:prstGeom prst="rect">
            <a:avLst/>
          </a:prstGeom>
          <a:noFill/>
        </p:spPr>
        <p:txBody>
          <a:bodyPr wrap="square" rtlCol="0">
            <a:spAutoFit/>
          </a:bodyPr>
          <a:lstStyle/>
          <a:p>
            <a:pPr algn="ctr" fontAlgn="auto">
              <a:spcBef>
                <a:spcPts val="0"/>
              </a:spcBef>
              <a:spcAft>
                <a:spcPts val="0"/>
              </a:spcAft>
            </a:pPr>
            <a:r>
              <a:rPr lang="ar-SA" sz="2400" b="1" dirty="0"/>
              <a:t>تحتاج إلى تقنية عالية ووقت كبير لإعدادها وتصميمها</a:t>
            </a:r>
            <a:endParaRPr lang="en-US" sz="2400" b="1" dirty="0">
              <a:solidFill>
                <a:srgbClr val="17406D">
                  <a:lumMod val="50000"/>
                </a:srgbClr>
              </a:solidFill>
              <a:latin typeface="Bebas Neue" panose="020B0606020202050201" pitchFamily="34" charset="0"/>
            </a:endParaRPr>
          </a:p>
        </p:txBody>
      </p:sp>
      <p:sp>
        <p:nvSpPr>
          <p:cNvPr id="25" name="Oval 24"/>
          <p:cNvSpPr/>
          <p:nvPr/>
        </p:nvSpPr>
        <p:spPr>
          <a:xfrm>
            <a:off x="5722429" y="2299152"/>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6" name="Picture 2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943600" y="2512512"/>
            <a:ext cx="304800" cy="304800"/>
          </a:xfrm>
          <a:prstGeom prst="rect">
            <a:avLst/>
          </a:prstGeom>
        </p:spPr>
      </p:pic>
      <p:sp>
        <p:nvSpPr>
          <p:cNvPr id="27" name="Rectangle 26"/>
          <p:cNvSpPr/>
          <p:nvPr/>
        </p:nvSpPr>
        <p:spPr>
          <a:xfrm>
            <a:off x="0" y="3561342"/>
            <a:ext cx="5849257" cy="18868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9" name="TextBox 28"/>
          <p:cNvSpPr txBox="1"/>
          <p:nvPr/>
        </p:nvSpPr>
        <p:spPr>
          <a:xfrm>
            <a:off x="6871690" y="3334529"/>
            <a:ext cx="5146138" cy="830997"/>
          </a:xfrm>
          <a:prstGeom prst="rect">
            <a:avLst/>
          </a:prstGeom>
          <a:noFill/>
        </p:spPr>
        <p:txBody>
          <a:bodyPr wrap="square" rtlCol="0">
            <a:spAutoFit/>
          </a:bodyPr>
          <a:lstStyle/>
          <a:p>
            <a:pPr lvl="1" algn="ctr" rtl="1"/>
            <a:r>
              <a:rPr lang="ar-SA" sz="2400" b="1" dirty="0"/>
              <a:t> تتطلب إعداد وتنظيم كم كبير من المعلومات, للتناسب وقدرات جميع مستخدمي البرنامج</a:t>
            </a:r>
            <a:endParaRPr lang="en-US" sz="2400" b="1" dirty="0"/>
          </a:p>
        </p:txBody>
      </p:sp>
      <p:sp>
        <p:nvSpPr>
          <p:cNvPr id="30" name="Oval 29"/>
          <p:cNvSpPr/>
          <p:nvPr/>
        </p:nvSpPr>
        <p:spPr>
          <a:xfrm>
            <a:off x="5722429" y="3287209"/>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2" name="Rectangle 31"/>
          <p:cNvSpPr/>
          <p:nvPr/>
        </p:nvSpPr>
        <p:spPr>
          <a:xfrm>
            <a:off x="0" y="4549918"/>
            <a:ext cx="5849257" cy="1886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4" name="TextBox 33"/>
          <p:cNvSpPr txBox="1"/>
          <p:nvPr/>
        </p:nvSpPr>
        <p:spPr>
          <a:xfrm>
            <a:off x="6647755" y="4275785"/>
            <a:ext cx="5370073" cy="1200329"/>
          </a:xfrm>
          <a:prstGeom prst="rect">
            <a:avLst/>
          </a:prstGeom>
          <a:noFill/>
        </p:spPr>
        <p:txBody>
          <a:bodyPr wrap="square" rtlCol="0">
            <a:spAutoFit/>
          </a:bodyPr>
          <a:lstStyle/>
          <a:p>
            <a:pPr algn="ctr" fontAlgn="auto">
              <a:spcBef>
                <a:spcPts val="0"/>
              </a:spcBef>
              <a:spcAft>
                <a:spcPts val="0"/>
              </a:spcAft>
            </a:pPr>
            <a:r>
              <a:rPr lang="ar-SA" sz="2400" b="1" dirty="0"/>
              <a:t>تتطلب عند إعدادها مراعاة أن يتعلم منها</a:t>
            </a:r>
            <a:r>
              <a:rPr lang="en-US" sz="2400" b="1" dirty="0"/>
              <a:t> </a:t>
            </a:r>
            <a:r>
              <a:rPr lang="ar-SA" sz="2400" b="1" dirty="0"/>
              <a:t>المتعلم بنفسه، لأن البرنامج لا يقدم المساعدة للمتعلم إلا عند طلبها</a:t>
            </a:r>
            <a:endParaRPr lang="en-US" sz="2400" b="1" dirty="0">
              <a:solidFill>
                <a:srgbClr val="17406D">
                  <a:lumMod val="50000"/>
                </a:srgbClr>
              </a:solidFill>
              <a:latin typeface="Bebas Neue" panose="020B0606020202050201" pitchFamily="34" charset="0"/>
            </a:endParaRPr>
          </a:p>
        </p:txBody>
      </p:sp>
      <p:sp>
        <p:nvSpPr>
          <p:cNvPr id="35" name="Oval 34"/>
          <p:cNvSpPr/>
          <p:nvPr/>
        </p:nvSpPr>
        <p:spPr>
          <a:xfrm>
            <a:off x="5722429" y="4275785"/>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2" name="Picture 4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943600" y="3500569"/>
            <a:ext cx="304800" cy="304800"/>
          </a:xfrm>
          <a:prstGeom prst="rect">
            <a:avLst/>
          </a:prstGeom>
        </p:spPr>
      </p:pic>
      <p:pic>
        <p:nvPicPr>
          <p:cNvPr id="43" name="Picture 4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35789" y="4489145"/>
            <a:ext cx="304800" cy="304800"/>
          </a:xfrm>
          <a:prstGeom prst="rect">
            <a:avLst/>
          </a:prstGeom>
        </p:spPr>
      </p:pic>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2731406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0-#ppt_w/2"/>
                                          </p:val>
                                        </p:tav>
                                        <p:tav tm="100000">
                                          <p:val>
                                            <p:strVal val="#ppt_x"/>
                                          </p:val>
                                        </p:tav>
                                      </p:tavLst>
                                    </p:anim>
                                    <p:anim calcmode="lin" valueType="num">
                                      <p:cBhvr additive="base">
                                        <p:cTn id="13" dur="500" fill="hold"/>
                                        <p:tgtEl>
                                          <p:spTgt spid="26"/>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additive="base">
                                        <p:cTn id="17" dur="500" fill="hold"/>
                                        <p:tgtEl>
                                          <p:spTgt spid="30"/>
                                        </p:tgtEl>
                                        <p:attrNameLst>
                                          <p:attrName>ppt_x</p:attrName>
                                        </p:attrNameLst>
                                      </p:cBhvr>
                                      <p:tavLst>
                                        <p:tav tm="0">
                                          <p:val>
                                            <p:strVal val="0-#ppt_w/2"/>
                                          </p:val>
                                        </p:tav>
                                        <p:tav tm="100000">
                                          <p:val>
                                            <p:strVal val="#ppt_x"/>
                                          </p:val>
                                        </p:tav>
                                      </p:tavLst>
                                    </p:anim>
                                    <p:anim calcmode="lin" valueType="num">
                                      <p:cBhvr additive="base">
                                        <p:cTn id="18" dur="500" fill="hold"/>
                                        <p:tgtEl>
                                          <p:spTgt spid="30"/>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fill="hold" nodeType="afterEffect">
                                  <p:stCondLst>
                                    <p:cond delay="0"/>
                                  </p:stCondLst>
                                  <p:childTnLst>
                                    <p:set>
                                      <p:cBhvr>
                                        <p:cTn id="21" dur="1" fill="hold">
                                          <p:stCondLst>
                                            <p:cond delay="0"/>
                                          </p:stCondLst>
                                        </p:cTn>
                                        <p:tgtEl>
                                          <p:spTgt spid="42"/>
                                        </p:tgtEl>
                                        <p:attrNameLst>
                                          <p:attrName>style.visibility</p:attrName>
                                        </p:attrNameLst>
                                      </p:cBhvr>
                                      <p:to>
                                        <p:strVal val="visible"/>
                                      </p:to>
                                    </p:set>
                                    <p:anim calcmode="lin" valueType="num">
                                      <p:cBhvr additive="base">
                                        <p:cTn id="22" dur="500" fill="hold"/>
                                        <p:tgtEl>
                                          <p:spTgt spid="42"/>
                                        </p:tgtEl>
                                        <p:attrNameLst>
                                          <p:attrName>ppt_x</p:attrName>
                                        </p:attrNameLst>
                                      </p:cBhvr>
                                      <p:tavLst>
                                        <p:tav tm="0">
                                          <p:val>
                                            <p:strVal val="0-#ppt_w/2"/>
                                          </p:val>
                                        </p:tav>
                                        <p:tav tm="100000">
                                          <p:val>
                                            <p:strVal val="#ppt_x"/>
                                          </p:val>
                                        </p:tav>
                                      </p:tavLst>
                                    </p:anim>
                                    <p:anim calcmode="lin" valueType="num">
                                      <p:cBhvr additive="base">
                                        <p:cTn id="23" dur="500" fill="hold"/>
                                        <p:tgtEl>
                                          <p:spTgt spid="42"/>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8" fill="hold" grpId="0" nodeType="afterEffect">
                                  <p:stCondLst>
                                    <p:cond delay="0"/>
                                  </p:stCondLst>
                                  <p:childTnLst>
                                    <p:set>
                                      <p:cBhvr>
                                        <p:cTn id="26" dur="1" fill="hold">
                                          <p:stCondLst>
                                            <p:cond delay="0"/>
                                          </p:stCondLst>
                                        </p:cTn>
                                        <p:tgtEl>
                                          <p:spTgt spid="35"/>
                                        </p:tgtEl>
                                        <p:attrNameLst>
                                          <p:attrName>style.visibility</p:attrName>
                                        </p:attrNameLst>
                                      </p:cBhvr>
                                      <p:to>
                                        <p:strVal val="visible"/>
                                      </p:to>
                                    </p:set>
                                    <p:anim calcmode="lin" valueType="num">
                                      <p:cBhvr additive="base">
                                        <p:cTn id="27" dur="500" fill="hold"/>
                                        <p:tgtEl>
                                          <p:spTgt spid="35"/>
                                        </p:tgtEl>
                                        <p:attrNameLst>
                                          <p:attrName>ppt_x</p:attrName>
                                        </p:attrNameLst>
                                      </p:cBhvr>
                                      <p:tavLst>
                                        <p:tav tm="0">
                                          <p:val>
                                            <p:strVal val="0-#ppt_w/2"/>
                                          </p:val>
                                        </p:tav>
                                        <p:tav tm="100000">
                                          <p:val>
                                            <p:strVal val="#ppt_x"/>
                                          </p:val>
                                        </p:tav>
                                      </p:tavLst>
                                    </p:anim>
                                    <p:anim calcmode="lin" valueType="num">
                                      <p:cBhvr additive="base">
                                        <p:cTn id="28" dur="500" fill="hold"/>
                                        <p:tgtEl>
                                          <p:spTgt spid="35"/>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fill="hold" nodeType="afterEffect">
                                  <p:stCondLst>
                                    <p:cond delay="0"/>
                                  </p:stCondLst>
                                  <p:childTnLst>
                                    <p:set>
                                      <p:cBhvr>
                                        <p:cTn id="31" dur="1" fill="hold">
                                          <p:stCondLst>
                                            <p:cond delay="0"/>
                                          </p:stCondLst>
                                        </p:cTn>
                                        <p:tgtEl>
                                          <p:spTgt spid="43"/>
                                        </p:tgtEl>
                                        <p:attrNameLst>
                                          <p:attrName>style.visibility</p:attrName>
                                        </p:attrNameLst>
                                      </p:cBhvr>
                                      <p:to>
                                        <p:strVal val="visible"/>
                                      </p:to>
                                    </p:set>
                                    <p:anim calcmode="lin" valueType="num">
                                      <p:cBhvr additive="base">
                                        <p:cTn id="32" dur="500" fill="hold"/>
                                        <p:tgtEl>
                                          <p:spTgt spid="43"/>
                                        </p:tgtEl>
                                        <p:attrNameLst>
                                          <p:attrName>ppt_x</p:attrName>
                                        </p:attrNameLst>
                                      </p:cBhvr>
                                      <p:tavLst>
                                        <p:tav tm="0">
                                          <p:val>
                                            <p:strVal val="0-#ppt_w/2"/>
                                          </p:val>
                                        </p:tav>
                                        <p:tav tm="100000">
                                          <p:val>
                                            <p:strVal val="#ppt_x"/>
                                          </p:val>
                                        </p:tav>
                                      </p:tavLst>
                                    </p:anim>
                                    <p:anim calcmode="lin" valueType="num">
                                      <p:cBhvr additive="base">
                                        <p:cTn id="33" dur="500" fill="hold"/>
                                        <p:tgtEl>
                                          <p:spTgt spid="43"/>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8" fill="hold" grpId="0" nodeType="afterEffect">
                                  <p:stCondLst>
                                    <p:cond delay="0"/>
                                  </p:stCondLst>
                                  <p:childTnLst>
                                    <p:set>
                                      <p:cBhvr>
                                        <p:cTn id="36" dur="1" fill="hold">
                                          <p:stCondLst>
                                            <p:cond delay="0"/>
                                          </p:stCondLst>
                                        </p:cTn>
                                        <p:tgtEl>
                                          <p:spTgt spid="32"/>
                                        </p:tgtEl>
                                        <p:attrNameLst>
                                          <p:attrName>style.visibility</p:attrName>
                                        </p:attrNameLst>
                                      </p:cBhvr>
                                      <p:to>
                                        <p:strVal val="visible"/>
                                      </p:to>
                                    </p:set>
                                    <p:anim calcmode="lin" valueType="num">
                                      <p:cBhvr additive="base">
                                        <p:cTn id="37" dur="500" fill="hold"/>
                                        <p:tgtEl>
                                          <p:spTgt spid="32"/>
                                        </p:tgtEl>
                                        <p:attrNameLst>
                                          <p:attrName>ppt_x</p:attrName>
                                        </p:attrNameLst>
                                      </p:cBhvr>
                                      <p:tavLst>
                                        <p:tav tm="0">
                                          <p:val>
                                            <p:strVal val="0-#ppt_w/2"/>
                                          </p:val>
                                        </p:tav>
                                        <p:tav tm="100000">
                                          <p:val>
                                            <p:strVal val="#ppt_x"/>
                                          </p:val>
                                        </p:tav>
                                      </p:tavLst>
                                    </p:anim>
                                    <p:anim calcmode="lin" valueType="num">
                                      <p:cBhvr additive="base">
                                        <p:cTn id="38" dur="500" fill="hold"/>
                                        <p:tgtEl>
                                          <p:spTgt spid="32"/>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8" fill="hold" grpId="0" nodeType="afterEffect">
                                  <p:stCondLst>
                                    <p:cond delay="0"/>
                                  </p:stCondLst>
                                  <p:childTnLst>
                                    <p:set>
                                      <p:cBhvr>
                                        <p:cTn id="41" dur="1" fill="hold">
                                          <p:stCondLst>
                                            <p:cond delay="0"/>
                                          </p:stCondLst>
                                        </p:cTn>
                                        <p:tgtEl>
                                          <p:spTgt spid="27"/>
                                        </p:tgtEl>
                                        <p:attrNameLst>
                                          <p:attrName>style.visibility</p:attrName>
                                        </p:attrNameLst>
                                      </p:cBhvr>
                                      <p:to>
                                        <p:strVal val="visible"/>
                                      </p:to>
                                    </p:set>
                                    <p:anim calcmode="lin" valueType="num">
                                      <p:cBhvr additive="base">
                                        <p:cTn id="42" dur="500" fill="hold"/>
                                        <p:tgtEl>
                                          <p:spTgt spid="27"/>
                                        </p:tgtEl>
                                        <p:attrNameLst>
                                          <p:attrName>ppt_x</p:attrName>
                                        </p:attrNameLst>
                                      </p:cBhvr>
                                      <p:tavLst>
                                        <p:tav tm="0">
                                          <p:val>
                                            <p:strVal val="0-#ppt_w/2"/>
                                          </p:val>
                                        </p:tav>
                                        <p:tav tm="100000">
                                          <p:val>
                                            <p:strVal val="#ppt_x"/>
                                          </p:val>
                                        </p:tav>
                                      </p:tavLst>
                                    </p:anim>
                                    <p:anim calcmode="lin" valueType="num">
                                      <p:cBhvr additive="base">
                                        <p:cTn id="43" dur="500" fill="hold"/>
                                        <p:tgtEl>
                                          <p:spTgt spid="27"/>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2" presetClass="entr" presetSubtype="8"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500" fill="hold"/>
                                        <p:tgtEl>
                                          <p:spTgt spid="21"/>
                                        </p:tgtEl>
                                        <p:attrNameLst>
                                          <p:attrName>ppt_x</p:attrName>
                                        </p:attrNameLst>
                                      </p:cBhvr>
                                      <p:tavLst>
                                        <p:tav tm="0">
                                          <p:val>
                                            <p:strVal val="0-#ppt_w/2"/>
                                          </p:val>
                                        </p:tav>
                                        <p:tav tm="100000">
                                          <p:val>
                                            <p:strVal val="#ppt_x"/>
                                          </p:val>
                                        </p:tav>
                                      </p:tavLst>
                                    </p:anim>
                                    <p:anim calcmode="lin" valueType="num">
                                      <p:cBhvr additive="base">
                                        <p:cTn id="48" dur="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5" grpId="0" animBg="1"/>
      <p:bldP spid="27" grpId="0" animBg="1"/>
      <p:bldP spid="30" grpId="0" animBg="1"/>
      <p:bldP spid="32" grpId="0" animBg="1"/>
      <p:bldP spid="35"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21" name="Group 3220"/>
          <p:cNvGrpSpPr/>
          <p:nvPr/>
        </p:nvGrpSpPr>
        <p:grpSpPr>
          <a:xfrm>
            <a:off x="8026959" y="1353046"/>
            <a:ext cx="3265488" cy="5226050"/>
            <a:chOff x="4314825" y="843456"/>
            <a:chExt cx="3265488" cy="5226050"/>
          </a:xfrm>
        </p:grpSpPr>
        <p:sp>
          <p:nvSpPr>
            <p:cNvPr id="3192" name="Freeform 150"/>
            <p:cNvSpPr>
              <a:spLocks/>
            </p:cNvSpPr>
            <p:nvPr/>
          </p:nvSpPr>
          <p:spPr bwMode="auto">
            <a:xfrm>
              <a:off x="6057900" y="2889744"/>
              <a:ext cx="928688" cy="1362075"/>
            </a:xfrm>
            <a:custGeom>
              <a:avLst/>
              <a:gdLst>
                <a:gd name="T0" fmla="*/ 293 w 433"/>
                <a:gd name="T1" fmla="*/ 94 h 635"/>
                <a:gd name="T2" fmla="*/ 334 w 433"/>
                <a:gd name="T3" fmla="*/ 80 h 635"/>
                <a:gd name="T4" fmla="*/ 401 w 433"/>
                <a:gd name="T5" fmla="*/ 118 h 635"/>
                <a:gd name="T6" fmla="*/ 433 w 433"/>
                <a:gd name="T7" fmla="*/ 118 h 635"/>
                <a:gd name="T8" fmla="*/ 433 w 433"/>
                <a:gd name="T9" fmla="*/ 0 h 635"/>
                <a:gd name="T10" fmla="*/ 0 w 433"/>
                <a:gd name="T11" fmla="*/ 0 h 635"/>
                <a:gd name="T12" fmla="*/ 0 w 433"/>
                <a:gd name="T13" fmla="*/ 463 h 635"/>
                <a:gd name="T14" fmla="*/ 158 w 433"/>
                <a:gd name="T15" fmla="*/ 463 h 635"/>
                <a:gd name="T16" fmla="*/ 169 w 433"/>
                <a:gd name="T17" fmla="*/ 474 h 635"/>
                <a:gd name="T18" fmla="*/ 169 w 433"/>
                <a:gd name="T19" fmla="*/ 528 h 635"/>
                <a:gd name="T20" fmla="*/ 165 w 433"/>
                <a:gd name="T21" fmla="*/ 537 h 635"/>
                <a:gd name="T22" fmla="*/ 129 w 433"/>
                <a:gd name="T23" fmla="*/ 586 h 635"/>
                <a:gd name="T24" fmla="*/ 141 w 433"/>
                <a:gd name="T25" fmla="*/ 619 h 635"/>
                <a:gd name="T26" fmla="*/ 183 w 433"/>
                <a:gd name="T27" fmla="*/ 635 h 635"/>
                <a:gd name="T28" fmla="*/ 250 w 433"/>
                <a:gd name="T29" fmla="*/ 594 h 635"/>
                <a:gd name="T30" fmla="*/ 210 w 433"/>
                <a:gd name="T31" fmla="*/ 533 h 635"/>
                <a:gd name="T32" fmla="*/ 204 w 433"/>
                <a:gd name="T33" fmla="*/ 524 h 635"/>
                <a:gd name="T34" fmla="*/ 204 w 433"/>
                <a:gd name="T35" fmla="*/ 471 h 635"/>
                <a:gd name="T36" fmla="*/ 215 w 433"/>
                <a:gd name="T37" fmla="*/ 460 h 635"/>
                <a:gd name="T38" fmla="*/ 433 w 433"/>
                <a:gd name="T39" fmla="*/ 460 h 635"/>
                <a:gd name="T40" fmla="*/ 433 w 433"/>
                <a:gd name="T41" fmla="*/ 199 h 635"/>
                <a:gd name="T42" fmla="*/ 410 w 433"/>
                <a:gd name="T43" fmla="*/ 199 h 635"/>
                <a:gd name="T44" fmla="*/ 338 w 433"/>
                <a:gd name="T45" fmla="*/ 243 h 635"/>
                <a:gd name="T46" fmla="*/ 270 w 433"/>
                <a:gd name="T47" fmla="*/ 161 h 635"/>
                <a:gd name="T48" fmla="*/ 293 w 433"/>
                <a:gd name="T49" fmla="*/ 94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3" h="635">
                  <a:moveTo>
                    <a:pt x="293" y="94"/>
                  </a:moveTo>
                  <a:cubicBezTo>
                    <a:pt x="304" y="84"/>
                    <a:pt x="318" y="79"/>
                    <a:pt x="334" y="80"/>
                  </a:cubicBezTo>
                  <a:cubicBezTo>
                    <a:pt x="360" y="81"/>
                    <a:pt x="391" y="108"/>
                    <a:pt x="401" y="118"/>
                  </a:cubicBezTo>
                  <a:cubicBezTo>
                    <a:pt x="433" y="118"/>
                    <a:pt x="433" y="118"/>
                    <a:pt x="433" y="118"/>
                  </a:cubicBezTo>
                  <a:cubicBezTo>
                    <a:pt x="433" y="0"/>
                    <a:pt x="433" y="0"/>
                    <a:pt x="433" y="0"/>
                  </a:cubicBezTo>
                  <a:cubicBezTo>
                    <a:pt x="0" y="0"/>
                    <a:pt x="0" y="0"/>
                    <a:pt x="0" y="0"/>
                  </a:cubicBezTo>
                  <a:cubicBezTo>
                    <a:pt x="0" y="463"/>
                    <a:pt x="0" y="463"/>
                    <a:pt x="0" y="463"/>
                  </a:cubicBezTo>
                  <a:cubicBezTo>
                    <a:pt x="158" y="463"/>
                    <a:pt x="158" y="463"/>
                    <a:pt x="158" y="463"/>
                  </a:cubicBezTo>
                  <a:cubicBezTo>
                    <a:pt x="164" y="463"/>
                    <a:pt x="169" y="468"/>
                    <a:pt x="169" y="474"/>
                  </a:cubicBezTo>
                  <a:cubicBezTo>
                    <a:pt x="169" y="528"/>
                    <a:pt x="169" y="528"/>
                    <a:pt x="169" y="528"/>
                  </a:cubicBezTo>
                  <a:cubicBezTo>
                    <a:pt x="169" y="532"/>
                    <a:pt x="168" y="535"/>
                    <a:pt x="165" y="537"/>
                  </a:cubicBezTo>
                  <a:cubicBezTo>
                    <a:pt x="156" y="544"/>
                    <a:pt x="130" y="568"/>
                    <a:pt x="129" y="586"/>
                  </a:cubicBezTo>
                  <a:cubicBezTo>
                    <a:pt x="129" y="598"/>
                    <a:pt x="133" y="611"/>
                    <a:pt x="141" y="619"/>
                  </a:cubicBezTo>
                  <a:cubicBezTo>
                    <a:pt x="151" y="630"/>
                    <a:pt x="166" y="635"/>
                    <a:pt x="183" y="635"/>
                  </a:cubicBezTo>
                  <a:cubicBezTo>
                    <a:pt x="207" y="635"/>
                    <a:pt x="248" y="630"/>
                    <a:pt x="250" y="594"/>
                  </a:cubicBezTo>
                  <a:cubicBezTo>
                    <a:pt x="253" y="560"/>
                    <a:pt x="210" y="533"/>
                    <a:pt x="210" y="533"/>
                  </a:cubicBezTo>
                  <a:cubicBezTo>
                    <a:pt x="206" y="531"/>
                    <a:pt x="204" y="527"/>
                    <a:pt x="204" y="524"/>
                  </a:cubicBezTo>
                  <a:cubicBezTo>
                    <a:pt x="204" y="471"/>
                    <a:pt x="204" y="471"/>
                    <a:pt x="204" y="471"/>
                  </a:cubicBezTo>
                  <a:cubicBezTo>
                    <a:pt x="204" y="465"/>
                    <a:pt x="209" y="460"/>
                    <a:pt x="215" y="460"/>
                  </a:cubicBezTo>
                  <a:cubicBezTo>
                    <a:pt x="433" y="460"/>
                    <a:pt x="433" y="460"/>
                    <a:pt x="433" y="460"/>
                  </a:cubicBezTo>
                  <a:cubicBezTo>
                    <a:pt x="433" y="199"/>
                    <a:pt x="433" y="199"/>
                    <a:pt x="433" y="199"/>
                  </a:cubicBezTo>
                  <a:cubicBezTo>
                    <a:pt x="410" y="199"/>
                    <a:pt x="410" y="199"/>
                    <a:pt x="410" y="199"/>
                  </a:cubicBezTo>
                  <a:cubicBezTo>
                    <a:pt x="399" y="211"/>
                    <a:pt x="368" y="243"/>
                    <a:pt x="338" y="243"/>
                  </a:cubicBezTo>
                  <a:cubicBezTo>
                    <a:pt x="305" y="243"/>
                    <a:pt x="270" y="222"/>
                    <a:pt x="270" y="161"/>
                  </a:cubicBezTo>
                  <a:cubicBezTo>
                    <a:pt x="270" y="124"/>
                    <a:pt x="282" y="104"/>
                    <a:pt x="293" y="9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3" name="Freeform 151"/>
            <p:cNvSpPr>
              <a:spLocks/>
            </p:cNvSpPr>
            <p:nvPr/>
          </p:nvSpPr>
          <p:spPr bwMode="auto">
            <a:xfrm>
              <a:off x="5078413" y="2889744"/>
              <a:ext cx="931863" cy="992188"/>
            </a:xfrm>
            <a:custGeom>
              <a:avLst/>
              <a:gdLst>
                <a:gd name="T0" fmla="*/ 435 w 435"/>
                <a:gd name="T1" fmla="*/ 0 h 463"/>
                <a:gd name="T2" fmla="*/ 2 w 435"/>
                <a:gd name="T3" fmla="*/ 0 h 463"/>
                <a:gd name="T4" fmla="*/ 2 w 435"/>
                <a:gd name="T5" fmla="*/ 113 h 463"/>
                <a:gd name="T6" fmla="*/ 32 w 435"/>
                <a:gd name="T7" fmla="*/ 113 h 463"/>
                <a:gd name="T8" fmla="*/ 104 w 435"/>
                <a:gd name="T9" fmla="*/ 70 h 463"/>
                <a:gd name="T10" fmla="*/ 166 w 435"/>
                <a:gd name="T11" fmla="*/ 154 h 463"/>
                <a:gd name="T12" fmla="*/ 145 w 435"/>
                <a:gd name="T13" fmla="*/ 219 h 463"/>
                <a:gd name="T14" fmla="*/ 100 w 435"/>
                <a:gd name="T15" fmla="*/ 234 h 463"/>
                <a:gd name="T16" fmla="*/ 34 w 435"/>
                <a:gd name="T17" fmla="*/ 192 h 463"/>
                <a:gd name="T18" fmla="*/ 0 w 435"/>
                <a:gd name="T19" fmla="*/ 192 h 463"/>
                <a:gd name="T20" fmla="*/ 0 w 435"/>
                <a:gd name="T21" fmla="*/ 442 h 463"/>
                <a:gd name="T22" fmla="*/ 9 w 435"/>
                <a:gd name="T23" fmla="*/ 463 h 463"/>
                <a:gd name="T24" fmla="*/ 435 w 435"/>
                <a:gd name="T25" fmla="*/ 463 h 463"/>
                <a:gd name="T26" fmla="*/ 435 w 435"/>
                <a:gd name="T2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5" h="463">
                  <a:moveTo>
                    <a:pt x="435" y="0"/>
                  </a:moveTo>
                  <a:cubicBezTo>
                    <a:pt x="2" y="0"/>
                    <a:pt x="2" y="0"/>
                    <a:pt x="2" y="0"/>
                  </a:cubicBezTo>
                  <a:cubicBezTo>
                    <a:pt x="2" y="113"/>
                    <a:pt x="2" y="113"/>
                    <a:pt x="2" y="113"/>
                  </a:cubicBezTo>
                  <a:cubicBezTo>
                    <a:pt x="32" y="113"/>
                    <a:pt x="32" y="113"/>
                    <a:pt x="32" y="113"/>
                  </a:cubicBezTo>
                  <a:cubicBezTo>
                    <a:pt x="40" y="99"/>
                    <a:pt x="61" y="69"/>
                    <a:pt x="104" y="70"/>
                  </a:cubicBezTo>
                  <a:cubicBezTo>
                    <a:pt x="166" y="72"/>
                    <a:pt x="166" y="134"/>
                    <a:pt x="166" y="154"/>
                  </a:cubicBezTo>
                  <a:cubicBezTo>
                    <a:pt x="166" y="184"/>
                    <a:pt x="159" y="205"/>
                    <a:pt x="145" y="219"/>
                  </a:cubicBezTo>
                  <a:cubicBezTo>
                    <a:pt x="134" y="229"/>
                    <a:pt x="119" y="234"/>
                    <a:pt x="100" y="234"/>
                  </a:cubicBezTo>
                  <a:cubicBezTo>
                    <a:pt x="63" y="233"/>
                    <a:pt x="42" y="209"/>
                    <a:pt x="34" y="192"/>
                  </a:cubicBezTo>
                  <a:cubicBezTo>
                    <a:pt x="0" y="192"/>
                    <a:pt x="0" y="192"/>
                    <a:pt x="0" y="192"/>
                  </a:cubicBezTo>
                  <a:cubicBezTo>
                    <a:pt x="0" y="442"/>
                    <a:pt x="0" y="442"/>
                    <a:pt x="0" y="442"/>
                  </a:cubicBezTo>
                  <a:cubicBezTo>
                    <a:pt x="4" y="449"/>
                    <a:pt x="7" y="456"/>
                    <a:pt x="9" y="463"/>
                  </a:cubicBezTo>
                  <a:cubicBezTo>
                    <a:pt x="435" y="463"/>
                    <a:pt x="435" y="463"/>
                    <a:pt x="435" y="463"/>
                  </a:cubicBezTo>
                  <a:lnTo>
                    <a:pt x="435"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4" name="Freeform 152"/>
            <p:cNvSpPr>
              <a:spLocks/>
            </p:cNvSpPr>
            <p:nvPr/>
          </p:nvSpPr>
          <p:spPr bwMode="auto">
            <a:xfrm>
              <a:off x="5081588" y="843456"/>
              <a:ext cx="2389188" cy="1320800"/>
            </a:xfrm>
            <a:custGeom>
              <a:avLst/>
              <a:gdLst>
                <a:gd name="T0" fmla="*/ 0 w 1114"/>
                <a:gd name="T1" fmla="*/ 445 h 616"/>
                <a:gd name="T2" fmla="*/ 186 w 1114"/>
                <a:gd name="T3" fmla="*/ 445 h 616"/>
                <a:gd name="T4" fmla="*/ 197 w 1114"/>
                <a:gd name="T5" fmla="*/ 456 h 616"/>
                <a:gd name="T6" fmla="*/ 197 w 1114"/>
                <a:gd name="T7" fmla="*/ 511 h 616"/>
                <a:gd name="T8" fmla="*/ 192 w 1114"/>
                <a:gd name="T9" fmla="*/ 521 h 616"/>
                <a:gd name="T10" fmla="*/ 161 w 1114"/>
                <a:gd name="T11" fmla="*/ 565 h 616"/>
                <a:gd name="T12" fmla="*/ 213 w 1114"/>
                <a:gd name="T13" fmla="*/ 616 h 616"/>
                <a:gd name="T14" fmla="*/ 279 w 1114"/>
                <a:gd name="T15" fmla="*/ 571 h 616"/>
                <a:gd name="T16" fmla="*/ 240 w 1114"/>
                <a:gd name="T17" fmla="*/ 519 h 616"/>
                <a:gd name="T18" fmla="*/ 233 w 1114"/>
                <a:gd name="T19" fmla="*/ 508 h 616"/>
                <a:gd name="T20" fmla="*/ 234 w 1114"/>
                <a:gd name="T21" fmla="*/ 458 h 616"/>
                <a:gd name="T22" fmla="*/ 245 w 1114"/>
                <a:gd name="T23" fmla="*/ 448 h 616"/>
                <a:gd name="T24" fmla="*/ 647 w 1114"/>
                <a:gd name="T25" fmla="*/ 448 h 616"/>
                <a:gd name="T26" fmla="*/ 647 w 1114"/>
                <a:gd name="T27" fmla="*/ 412 h 616"/>
                <a:gd name="T28" fmla="*/ 605 w 1114"/>
                <a:gd name="T29" fmla="*/ 339 h 616"/>
                <a:gd name="T30" fmla="*/ 683 w 1114"/>
                <a:gd name="T31" fmla="*/ 279 h 616"/>
                <a:gd name="T32" fmla="*/ 767 w 1114"/>
                <a:gd name="T33" fmla="*/ 338 h 616"/>
                <a:gd name="T34" fmla="*/ 728 w 1114"/>
                <a:gd name="T35" fmla="*/ 413 h 616"/>
                <a:gd name="T36" fmla="*/ 728 w 1114"/>
                <a:gd name="T37" fmla="*/ 446 h 616"/>
                <a:gd name="T38" fmla="*/ 1114 w 1114"/>
                <a:gd name="T39" fmla="*/ 446 h 616"/>
                <a:gd name="T40" fmla="*/ 952 w 1114"/>
                <a:gd name="T41" fmla="*/ 204 h 616"/>
                <a:gd name="T42" fmla="*/ 460 w 1114"/>
                <a:gd name="T43" fmla="*/ 2 h 616"/>
                <a:gd name="T44" fmla="*/ 0 w 1114"/>
                <a:gd name="T45" fmla="*/ 148 h 616"/>
                <a:gd name="T46" fmla="*/ 0 w 1114"/>
                <a:gd name="T47" fmla="*/ 445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4" h="616">
                  <a:moveTo>
                    <a:pt x="0" y="445"/>
                  </a:moveTo>
                  <a:cubicBezTo>
                    <a:pt x="186" y="445"/>
                    <a:pt x="186" y="445"/>
                    <a:pt x="186" y="445"/>
                  </a:cubicBezTo>
                  <a:cubicBezTo>
                    <a:pt x="192" y="445"/>
                    <a:pt x="197" y="449"/>
                    <a:pt x="197" y="456"/>
                  </a:cubicBezTo>
                  <a:cubicBezTo>
                    <a:pt x="197" y="511"/>
                    <a:pt x="197" y="511"/>
                    <a:pt x="197" y="511"/>
                  </a:cubicBezTo>
                  <a:cubicBezTo>
                    <a:pt x="197" y="515"/>
                    <a:pt x="196" y="519"/>
                    <a:pt x="192" y="521"/>
                  </a:cubicBezTo>
                  <a:cubicBezTo>
                    <a:pt x="184" y="526"/>
                    <a:pt x="161" y="546"/>
                    <a:pt x="161" y="565"/>
                  </a:cubicBezTo>
                  <a:cubicBezTo>
                    <a:pt x="161" y="591"/>
                    <a:pt x="179" y="616"/>
                    <a:pt x="213" y="616"/>
                  </a:cubicBezTo>
                  <a:cubicBezTo>
                    <a:pt x="249" y="616"/>
                    <a:pt x="278" y="597"/>
                    <a:pt x="279" y="571"/>
                  </a:cubicBezTo>
                  <a:cubicBezTo>
                    <a:pt x="280" y="534"/>
                    <a:pt x="240" y="519"/>
                    <a:pt x="240" y="519"/>
                  </a:cubicBezTo>
                  <a:cubicBezTo>
                    <a:pt x="235" y="517"/>
                    <a:pt x="232" y="513"/>
                    <a:pt x="233" y="508"/>
                  </a:cubicBezTo>
                  <a:cubicBezTo>
                    <a:pt x="234" y="458"/>
                    <a:pt x="234" y="458"/>
                    <a:pt x="234" y="458"/>
                  </a:cubicBezTo>
                  <a:cubicBezTo>
                    <a:pt x="234" y="452"/>
                    <a:pt x="239" y="448"/>
                    <a:pt x="245" y="448"/>
                  </a:cubicBezTo>
                  <a:cubicBezTo>
                    <a:pt x="647" y="448"/>
                    <a:pt x="647" y="448"/>
                    <a:pt x="647" y="448"/>
                  </a:cubicBezTo>
                  <a:cubicBezTo>
                    <a:pt x="647" y="412"/>
                    <a:pt x="647" y="412"/>
                    <a:pt x="647" y="412"/>
                  </a:cubicBezTo>
                  <a:cubicBezTo>
                    <a:pt x="634" y="404"/>
                    <a:pt x="605" y="380"/>
                    <a:pt x="605" y="339"/>
                  </a:cubicBezTo>
                  <a:cubicBezTo>
                    <a:pt x="605" y="298"/>
                    <a:pt x="646" y="279"/>
                    <a:pt x="683" y="279"/>
                  </a:cubicBezTo>
                  <a:cubicBezTo>
                    <a:pt x="722" y="279"/>
                    <a:pt x="767" y="294"/>
                    <a:pt x="767" y="338"/>
                  </a:cubicBezTo>
                  <a:cubicBezTo>
                    <a:pt x="767" y="378"/>
                    <a:pt x="739" y="404"/>
                    <a:pt x="728" y="413"/>
                  </a:cubicBezTo>
                  <a:cubicBezTo>
                    <a:pt x="728" y="446"/>
                    <a:pt x="728" y="446"/>
                    <a:pt x="728" y="446"/>
                  </a:cubicBezTo>
                  <a:cubicBezTo>
                    <a:pt x="1114" y="446"/>
                    <a:pt x="1114" y="446"/>
                    <a:pt x="1114" y="446"/>
                  </a:cubicBezTo>
                  <a:cubicBezTo>
                    <a:pt x="1078" y="356"/>
                    <a:pt x="1025" y="265"/>
                    <a:pt x="952" y="204"/>
                  </a:cubicBezTo>
                  <a:cubicBezTo>
                    <a:pt x="809" y="83"/>
                    <a:pt x="677" y="5"/>
                    <a:pt x="460" y="2"/>
                  </a:cubicBezTo>
                  <a:cubicBezTo>
                    <a:pt x="326" y="0"/>
                    <a:pt x="149" y="37"/>
                    <a:pt x="0" y="148"/>
                  </a:cubicBezTo>
                  <a:lnTo>
                    <a:pt x="0" y="44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5" name="Freeform 153"/>
            <p:cNvSpPr>
              <a:spLocks/>
            </p:cNvSpPr>
            <p:nvPr/>
          </p:nvSpPr>
          <p:spPr bwMode="auto">
            <a:xfrm>
              <a:off x="6057900" y="1489569"/>
              <a:ext cx="1281113" cy="1352550"/>
            </a:xfrm>
            <a:custGeom>
              <a:avLst/>
              <a:gdLst>
                <a:gd name="T0" fmla="*/ 433 w 597"/>
                <a:gd name="T1" fmla="*/ 422 h 631"/>
                <a:gd name="T2" fmla="*/ 445 w 597"/>
                <a:gd name="T3" fmla="*/ 411 h 631"/>
                <a:gd name="T4" fmla="*/ 492 w 597"/>
                <a:gd name="T5" fmla="*/ 411 h 631"/>
                <a:gd name="T6" fmla="*/ 501 w 597"/>
                <a:gd name="T7" fmla="*/ 415 h 631"/>
                <a:gd name="T8" fmla="*/ 556 w 597"/>
                <a:gd name="T9" fmla="*/ 451 h 631"/>
                <a:gd name="T10" fmla="*/ 597 w 597"/>
                <a:gd name="T11" fmla="*/ 389 h 631"/>
                <a:gd name="T12" fmla="*/ 557 w 597"/>
                <a:gd name="T13" fmla="*/ 334 h 631"/>
                <a:gd name="T14" fmla="*/ 499 w 597"/>
                <a:gd name="T15" fmla="*/ 374 h 631"/>
                <a:gd name="T16" fmla="*/ 491 w 597"/>
                <a:gd name="T17" fmla="*/ 377 h 631"/>
                <a:gd name="T18" fmla="*/ 441 w 597"/>
                <a:gd name="T19" fmla="*/ 377 h 631"/>
                <a:gd name="T20" fmla="*/ 430 w 597"/>
                <a:gd name="T21" fmla="*/ 366 h 631"/>
                <a:gd name="T22" fmla="*/ 430 w 597"/>
                <a:gd name="T23" fmla="*/ 167 h 631"/>
                <a:gd name="T24" fmla="*/ 261 w 597"/>
                <a:gd name="T25" fmla="*/ 167 h 631"/>
                <a:gd name="T26" fmla="*/ 250 w 597"/>
                <a:gd name="T27" fmla="*/ 156 h 631"/>
                <a:gd name="T28" fmla="*/ 250 w 597"/>
                <a:gd name="T29" fmla="*/ 107 h 631"/>
                <a:gd name="T30" fmla="*/ 256 w 597"/>
                <a:gd name="T31" fmla="*/ 98 h 631"/>
                <a:gd name="T32" fmla="*/ 290 w 597"/>
                <a:gd name="T33" fmla="*/ 37 h 631"/>
                <a:gd name="T34" fmla="*/ 228 w 597"/>
                <a:gd name="T35" fmla="*/ 0 h 631"/>
                <a:gd name="T36" fmla="*/ 172 w 597"/>
                <a:gd name="T37" fmla="*/ 38 h 631"/>
                <a:gd name="T38" fmla="*/ 208 w 597"/>
                <a:gd name="T39" fmla="*/ 96 h 631"/>
                <a:gd name="T40" fmla="*/ 214 w 597"/>
                <a:gd name="T41" fmla="*/ 105 h 631"/>
                <a:gd name="T42" fmla="*/ 214 w 597"/>
                <a:gd name="T43" fmla="*/ 158 h 631"/>
                <a:gd name="T44" fmla="*/ 203 w 597"/>
                <a:gd name="T45" fmla="*/ 169 h 631"/>
                <a:gd name="T46" fmla="*/ 0 w 597"/>
                <a:gd name="T47" fmla="*/ 169 h 631"/>
                <a:gd name="T48" fmla="*/ 0 w 597"/>
                <a:gd name="T49" fmla="*/ 631 h 631"/>
                <a:gd name="T50" fmla="*/ 433 w 597"/>
                <a:gd name="T51" fmla="*/ 631 h 631"/>
                <a:gd name="T52" fmla="*/ 433 w 597"/>
                <a:gd name="T53" fmla="*/ 422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7" h="631">
                  <a:moveTo>
                    <a:pt x="433" y="422"/>
                  </a:moveTo>
                  <a:cubicBezTo>
                    <a:pt x="433" y="416"/>
                    <a:pt x="438" y="411"/>
                    <a:pt x="445" y="411"/>
                  </a:cubicBezTo>
                  <a:cubicBezTo>
                    <a:pt x="492" y="411"/>
                    <a:pt x="492" y="411"/>
                    <a:pt x="492" y="411"/>
                  </a:cubicBezTo>
                  <a:cubicBezTo>
                    <a:pt x="496" y="411"/>
                    <a:pt x="499" y="413"/>
                    <a:pt x="501" y="415"/>
                  </a:cubicBezTo>
                  <a:cubicBezTo>
                    <a:pt x="509" y="425"/>
                    <a:pt x="533" y="451"/>
                    <a:pt x="556" y="451"/>
                  </a:cubicBezTo>
                  <a:cubicBezTo>
                    <a:pt x="587" y="451"/>
                    <a:pt x="597" y="419"/>
                    <a:pt x="597" y="389"/>
                  </a:cubicBezTo>
                  <a:cubicBezTo>
                    <a:pt x="597" y="356"/>
                    <a:pt x="583" y="336"/>
                    <a:pt x="557" y="334"/>
                  </a:cubicBezTo>
                  <a:cubicBezTo>
                    <a:pt x="540" y="333"/>
                    <a:pt x="513" y="358"/>
                    <a:pt x="499" y="374"/>
                  </a:cubicBezTo>
                  <a:cubicBezTo>
                    <a:pt x="497" y="376"/>
                    <a:pt x="494" y="377"/>
                    <a:pt x="491" y="377"/>
                  </a:cubicBezTo>
                  <a:cubicBezTo>
                    <a:pt x="441" y="377"/>
                    <a:pt x="441" y="377"/>
                    <a:pt x="441" y="377"/>
                  </a:cubicBezTo>
                  <a:cubicBezTo>
                    <a:pt x="435" y="377"/>
                    <a:pt x="430" y="372"/>
                    <a:pt x="430" y="366"/>
                  </a:cubicBezTo>
                  <a:cubicBezTo>
                    <a:pt x="430" y="167"/>
                    <a:pt x="430" y="167"/>
                    <a:pt x="430" y="167"/>
                  </a:cubicBezTo>
                  <a:cubicBezTo>
                    <a:pt x="261" y="167"/>
                    <a:pt x="261" y="167"/>
                    <a:pt x="261" y="167"/>
                  </a:cubicBezTo>
                  <a:cubicBezTo>
                    <a:pt x="255" y="167"/>
                    <a:pt x="250" y="162"/>
                    <a:pt x="250" y="156"/>
                  </a:cubicBezTo>
                  <a:cubicBezTo>
                    <a:pt x="250" y="107"/>
                    <a:pt x="250" y="107"/>
                    <a:pt x="250" y="107"/>
                  </a:cubicBezTo>
                  <a:cubicBezTo>
                    <a:pt x="250" y="103"/>
                    <a:pt x="252" y="100"/>
                    <a:pt x="256" y="98"/>
                  </a:cubicBezTo>
                  <a:cubicBezTo>
                    <a:pt x="256" y="97"/>
                    <a:pt x="290" y="75"/>
                    <a:pt x="290" y="37"/>
                  </a:cubicBezTo>
                  <a:cubicBezTo>
                    <a:pt x="290" y="2"/>
                    <a:pt x="238" y="0"/>
                    <a:pt x="228" y="0"/>
                  </a:cubicBezTo>
                  <a:cubicBezTo>
                    <a:pt x="207" y="0"/>
                    <a:pt x="172" y="8"/>
                    <a:pt x="172" y="38"/>
                  </a:cubicBezTo>
                  <a:cubicBezTo>
                    <a:pt x="172" y="76"/>
                    <a:pt x="206" y="95"/>
                    <a:pt x="208" y="96"/>
                  </a:cubicBezTo>
                  <a:cubicBezTo>
                    <a:pt x="211" y="97"/>
                    <a:pt x="214" y="101"/>
                    <a:pt x="214" y="105"/>
                  </a:cubicBezTo>
                  <a:cubicBezTo>
                    <a:pt x="214" y="158"/>
                    <a:pt x="214" y="158"/>
                    <a:pt x="214" y="158"/>
                  </a:cubicBezTo>
                  <a:cubicBezTo>
                    <a:pt x="214" y="164"/>
                    <a:pt x="209" y="169"/>
                    <a:pt x="203" y="169"/>
                  </a:cubicBezTo>
                  <a:cubicBezTo>
                    <a:pt x="0" y="169"/>
                    <a:pt x="0" y="169"/>
                    <a:pt x="0" y="169"/>
                  </a:cubicBezTo>
                  <a:cubicBezTo>
                    <a:pt x="0" y="631"/>
                    <a:pt x="0" y="631"/>
                    <a:pt x="0" y="631"/>
                  </a:cubicBezTo>
                  <a:cubicBezTo>
                    <a:pt x="433" y="631"/>
                    <a:pt x="433" y="631"/>
                    <a:pt x="433" y="631"/>
                  </a:cubicBezTo>
                  <a:lnTo>
                    <a:pt x="433" y="42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6" name="Freeform 154"/>
            <p:cNvSpPr>
              <a:spLocks/>
            </p:cNvSpPr>
            <p:nvPr/>
          </p:nvSpPr>
          <p:spPr bwMode="auto">
            <a:xfrm>
              <a:off x="6684963" y="1851519"/>
              <a:ext cx="895350" cy="1943100"/>
            </a:xfrm>
            <a:custGeom>
              <a:avLst/>
              <a:gdLst>
                <a:gd name="T0" fmla="*/ 160 w 418"/>
                <a:gd name="T1" fmla="*/ 0 h 906"/>
                <a:gd name="T2" fmla="*/ 160 w 418"/>
                <a:gd name="T3" fmla="*/ 186 h 906"/>
                <a:gd name="T4" fmla="*/ 194 w 418"/>
                <a:gd name="T5" fmla="*/ 186 h 906"/>
                <a:gd name="T6" fmla="*/ 266 w 418"/>
                <a:gd name="T7" fmla="*/ 143 h 906"/>
                <a:gd name="T8" fmla="*/ 328 w 418"/>
                <a:gd name="T9" fmla="*/ 220 h 906"/>
                <a:gd name="T10" fmla="*/ 264 w 418"/>
                <a:gd name="T11" fmla="*/ 304 h 906"/>
                <a:gd name="T12" fmla="*/ 195 w 418"/>
                <a:gd name="T13" fmla="*/ 264 h 906"/>
                <a:gd name="T14" fmla="*/ 164 w 418"/>
                <a:gd name="T15" fmla="*/ 264 h 906"/>
                <a:gd name="T16" fmla="*/ 164 w 418"/>
                <a:gd name="T17" fmla="*/ 613 h 906"/>
                <a:gd name="T18" fmla="*/ 153 w 418"/>
                <a:gd name="T19" fmla="*/ 624 h 906"/>
                <a:gd name="T20" fmla="*/ 105 w 418"/>
                <a:gd name="T21" fmla="*/ 624 h 906"/>
                <a:gd name="T22" fmla="*/ 97 w 418"/>
                <a:gd name="T23" fmla="*/ 621 h 906"/>
                <a:gd name="T24" fmla="*/ 40 w 418"/>
                <a:gd name="T25" fmla="*/ 586 h 906"/>
                <a:gd name="T26" fmla="*/ 16 w 418"/>
                <a:gd name="T27" fmla="*/ 594 h 906"/>
                <a:gd name="T28" fmla="*/ 0 w 418"/>
                <a:gd name="T29" fmla="*/ 645 h 906"/>
                <a:gd name="T30" fmla="*/ 46 w 418"/>
                <a:gd name="T31" fmla="*/ 705 h 906"/>
                <a:gd name="T32" fmla="*/ 104 w 418"/>
                <a:gd name="T33" fmla="*/ 665 h 906"/>
                <a:gd name="T34" fmla="*/ 113 w 418"/>
                <a:gd name="T35" fmla="*/ 661 h 906"/>
                <a:gd name="T36" fmla="*/ 153 w 418"/>
                <a:gd name="T37" fmla="*/ 661 h 906"/>
                <a:gd name="T38" fmla="*/ 164 w 418"/>
                <a:gd name="T39" fmla="*/ 672 h 906"/>
                <a:gd name="T40" fmla="*/ 164 w 418"/>
                <a:gd name="T41" fmla="*/ 906 h 906"/>
                <a:gd name="T42" fmla="*/ 318 w 418"/>
                <a:gd name="T43" fmla="*/ 573 h 906"/>
                <a:gd name="T44" fmla="*/ 418 w 418"/>
                <a:gd name="T45" fmla="*/ 210 h 906"/>
                <a:gd name="T46" fmla="*/ 376 w 418"/>
                <a:gd name="T47" fmla="*/ 0 h 906"/>
                <a:gd name="T48" fmla="*/ 160 w 418"/>
                <a:gd name="T49" fmla="*/ 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8" h="906">
                  <a:moveTo>
                    <a:pt x="160" y="0"/>
                  </a:moveTo>
                  <a:cubicBezTo>
                    <a:pt x="160" y="186"/>
                    <a:pt x="160" y="186"/>
                    <a:pt x="160" y="186"/>
                  </a:cubicBezTo>
                  <a:cubicBezTo>
                    <a:pt x="194" y="186"/>
                    <a:pt x="194" y="186"/>
                    <a:pt x="194" y="186"/>
                  </a:cubicBezTo>
                  <a:cubicBezTo>
                    <a:pt x="205" y="174"/>
                    <a:pt x="238" y="142"/>
                    <a:pt x="266" y="143"/>
                  </a:cubicBezTo>
                  <a:cubicBezTo>
                    <a:pt x="296" y="145"/>
                    <a:pt x="328" y="166"/>
                    <a:pt x="328" y="220"/>
                  </a:cubicBezTo>
                  <a:cubicBezTo>
                    <a:pt x="328" y="271"/>
                    <a:pt x="303" y="304"/>
                    <a:pt x="264" y="304"/>
                  </a:cubicBezTo>
                  <a:cubicBezTo>
                    <a:pt x="232" y="304"/>
                    <a:pt x="205" y="275"/>
                    <a:pt x="195" y="264"/>
                  </a:cubicBezTo>
                  <a:cubicBezTo>
                    <a:pt x="164" y="264"/>
                    <a:pt x="164" y="264"/>
                    <a:pt x="164" y="264"/>
                  </a:cubicBezTo>
                  <a:cubicBezTo>
                    <a:pt x="164" y="613"/>
                    <a:pt x="164" y="613"/>
                    <a:pt x="164" y="613"/>
                  </a:cubicBezTo>
                  <a:cubicBezTo>
                    <a:pt x="164" y="619"/>
                    <a:pt x="159" y="624"/>
                    <a:pt x="153" y="624"/>
                  </a:cubicBezTo>
                  <a:cubicBezTo>
                    <a:pt x="105" y="624"/>
                    <a:pt x="105" y="624"/>
                    <a:pt x="105" y="624"/>
                  </a:cubicBezTo>
                  <a:cubicBezTo>
                    <a:pt x="102" y="624"/>
                    <a:pt x="99" y="623"/>
                    <a:pt x="97" y="621"/>
                  </a:cubicBezTo>
                  <a:cubicBezTo>
                    <a:pt x="88" y="611"/>
                    <a:pt x="59" y="587"/>
                    <a:pt x="40" y="586"/>
                  </a:cubicBezTo>
                  <a:cubicBezTo>
                    <a:pt x="31" y="585"/>
                    <a:pt x="22" y="588"/>
                    <a:pt x="16" y="594"/>
                  </a:cubicBezTo>
                  <a:cubicBezTo>
                    <a:pt x="5" y="604"/>
                    <a:pt x="0" y="622"/>
                    <a:pt x="0" y="645"/>
                  </a:cubicBezTo>
                  <a:cubicBezTo>
                    <a:pt x="0" y="683"/>
                    <a:pt x="16" y="705"/>
                    <a:pt x="46" y="705"/>
                  </a:cubicBezTo>
                  <a:cubicBezTo>
                    <a:pt x="66" y="705"/>
                    <a:pt x="96" y="675"/>
                    <a:pt x="104" y="665"/>
                  </a:cubicBezTo>
                  <a:cubicBezTo>
                    <a:pt x="106" y="662"/>
                    <a:pt x="109" y="661"/>
                    <a:pt x="113" y="661"/>
                  </a:cubicBezTo>
                  <a:cubicBezTo>
                    <a:pt x="153" y="661"/>
                    <a:pt x="153" y="661"/>
                    <a:pt x="153" y="661"/>
                  </a:cubicBezTo>
                  <a:cubicBezTo>
                    <a:pt x="159" y="661"/>
                    <a:pt x="164" y="666"/>
                    <a:pt x="164" y="672"/>
                  </a:cubicBezTo>
                  <a:cubicBezTo>
                    <a:pt x="164" y="906"/>
                    <a:pt x="164" y="906"/>
                    <a:pt x="164" y="906"/>
                  </a:cubicBezTo>
                  <a:cubicBezTo>
                    <a:pt x="207" y="808"/>
                    <a:pt x="270" y="669"/>
                    <a:pt x="318" y="573"/>
                  </a:cubicBezTo>
                  <a:cubicBezTo>
                    <a:pt x="393" y="422"/>
                    <a:pt x="418" y="329"/>
                    <a:pt x="418" y="210"/>
                  </a:cubicBezTo>
                  <a:cubicBezTo>
                    <a:pt x="418" y="156"/>
                    <a:pt x="404" y="79"/>
                    <a:pt x="376" y="0"/>
                  </a:cubicBezTo>
                  <a:lnTo>
                    <a:pt x="16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7" name="Freeform 155"/>
            <p:cNvSpPr>
              <a:spLocks/>
            </p:cNvSpPr>
            <p:nvPr/>
          </p:nvSpPr>
          <p:spPr bwMode="auto">
            <a:xfrm>
              <a:off x="5116513" y="3923206"/>
              <a:ext cx="1862138" cy="768350"/>
            </a:xfrm>
            <a:custGeom>
              <a:avLst/>
              <a:gdLst>
                <a:gd name="T0" fmla="*/ 665 w 868"/>
                <a:gd name="T1" fmla="*/ 0 h 358"/>
                <a:gd name="T2" fmla="*/ 665 w 868"/>
                <a:gd name="T3" fmla="*/ 36 h 358"/>
                <a:gd name="T4" fmla="*/ 712 w 868"/>
                <a:gd name="T5" fmla="*/ 114 h 358"/>
                <a:gd name="T6" fmla="*/ 622 w 868"/>
                <a:gd name="T7" fmla="*/ 175 h 358"/>
                <a:gd name="T8" fmla="*/ 564 w 868"/>
                <a:gd name="T9" fmla="*/ 153 h 358"/>
                <a:gd name="T10" fmla="*/ 546 w 868"/>
                <a:gd name="T11" fmla="*/ 103 h 358"/>
                <a:gd name="T12" fmla="*/ 586 w 868"/>
                <a:gd name="T13" fmla="*/ 41 h 358"/>
                <a:gd name="T14" fmla="*/ 586 w 868"/>
                <a:gd name="T15" fmla="*/ 3 h 358"/>
                <a:gd name="T16" fmla="*/ 0 w 868"/>
                <a:gd name="T17" fmla="*/ 3 h 358"/>
                <a:gd name="T18" fmla="*/ 26 w 868"/>
                <a:gd name="T19" fmla="*/ 104 h 358"/>
                <a:gd name="T20" fmla="*/ 167 w 868"/>
                <a:gd name="T21" fmla="*/ 358 h 358"/>
                <a:gd name="T22" fmla="*/ 700 w 868"/>
                <a:gd name="T23" fmla="*/ 358 h 358"/>
                <a:gd name="T24" fmla="*/ 821 w 868"/>
                <a:gd name="T25" fmla="*/ 241 h 358"/>
                <a:gd name="T26" fmla="*/ 845 w 868"/>
                <a:gd name="T27" fmla="*/ 51 h 358"/>
                <a:gd name="T28" fmla="*/ 868 w 868"/>
                <a:gd name="T29" fmla="*/ 0 h 358"/>
                <a:gd name="T30" fmla="*/ 665 w 868"/>
                <a:gd name="T31" fmla="*/ 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8" h="358">
                  <a:moveTo>
                    <a:pt x="665" y="0"/>
                  </a:moveTo>
                  <a:cubicBezTo>
                    <a:pt x="665" y="36"/>
                    <a:pt x="665" y="36"/>
                    <a:pt x="665" y="36"/>
                  </a:cubicBezTo>
                  <a:cubicBezTo>
                    <a:pt x="679" y="46"/>
                    <a:pt x="715" y="75"/>
                    <a:pt x="712" y="114"/>
                  </a:cubicBezTo>
                  <a:cubicBezTo>
                    <a:pt x="709" y="152"/>
                    <a:pt x="675" y="175"/>
                    <a:pt x="622" y="175"/>
                  </a:cubicBezTo>
                  <a:cubicBezTo>
                    <a:pt x="592" y="175"/>
                    <a:pt x="574" y="163"/>
                    <a:pt x="564" y="153"/>
                  </a:cubicBezTo>
                  <a:cubicBezTo>
                    <a:pt x="552" y="139"/>
                    <a:pt x="545" y="121"/>
                    <a:pt x="546" y="103"/>
                  </a:cubicBezTo>
                  <a:cubicBezTo>
                    <a:pt x="548" y="77"/>
                    <a:pt x="575" y="51"/>
                    <a:pt x="586" y="41"/>
                  </a:cubicBezTo>
                  <a:cubicBezTo>
                    <a:pt x="586" y="3"/>
                    <a:pt x="586" y="3"/>
                    <a:pt x="586" y="3"/>
                  </a:cubicBezTo>
                  <a:cubicBezTo>
                    <a:pt x="0" y="3"/>
                    <a:pt x="0" y="3"/>
                    <a:pt x="0" y="3"/>
                  </a:cubicBezTo>
                  <a:cubicBezTo>
                    <a:pt x="16" y="45"/>
                    <a:pt x="26" y="81"/>
                    <a:pt x="26" y="104"/>
                  </a:cubicBezTo>
                  <a:cubicBezTo>
                    <a:pt x="18" y="303"/>
                    <a:pt x="126" y="358"/>
                    <a:pt x="167" y="358"/>
                  </a:cubicBezTo>
                  <a:cubicBezTo>
                    <a:pt x="315" y="358"/>
                    <a:pt x="651" y="358"/>
                    <a:pt x="700" y="358"/>
                  </a:cubicBezTo>
                  <a:cubicBezTo>
                    <a:pt x="750" y="358"/>
                    <a:pt x="799" y="291"/>
                    <a:pt x="821" y="241"/>
                  </a:cubicBezTo>
                  <a:cubicBezTo>
                    <a:pt x="844" y="190"/>
                    <a:pt x="829" y="88"/>
                    <a:pt x="845" y="51"/>
                  </a:cubicBezTo>
                  <a:cubicBezTo>
                    <a:pt x="849" y="43"/>
                    <a:pt x="857" y="25"/>
                    <a:pt x="868" y="0"/>
                  </a:cubicBezTo>
                  <a:lnTo>
                    <a:pt x="665"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8" name="Freeform 156"/>
            <p:cNvSpPr>
              <a:spLocks/>
            </p:cNvSpPr>
            <p:nvPr/>
          </p:nvSpPr>
          <p:spPr bwMode="auto">
            <a:xfrm>
              <a:off x="4314825" y="1197469"/>
              <a:ext cx="1071563" cy="2535238"/>
            </a:xfrm>
            <a:custGeom>
              <a:avLst/>
              <a:gdLst>
                <a:gd name="T0" fmla="*/ 334 w 500"/>
                <a:gd name="T1" fmla="*/ 970 h 1182"/>
                <a:gd name="T2" fmla="*/ 345 w 500"/>
                <a:gd name="T3" fmla="*/ 959 h 1182"/>
                <a:gd name="T4" fmla="*/ 398 w 500"/>
                <a:gd name="T5" fmla="*/ 959 h 1182"/>
                <a:gd name="T6" fmla="*/ 409 w 500"/>
                <a:gd name="T7" fmla="*/ 967 h 1182"/>
                <a:gd name="T8" fmla="*/ 457 w 500"/>
                <a:gd name="T9" fmla="*/ 1001 h 1182"/>
                <a:gd name="T10" fmla="*/ 486 w 500"/>
                <a:gd name="T11" fmla="*/ 992 h 1182"/>
                <a:gd name="T12" fmla="*/ 500 w 500"/>
                <a:gd name="T13" fmla="*/ 943 h 1182"/>
                <a:gd name="T14" fmla="*/ 460 w 500"/>
                <a:gd name="T15" fmla="*/ 881 h 1182"/>
                <a:gd name="T16" fmla="*/ 405 w 500"/>
                <a:gd name="T17" fmla="*/ 917 h 1182"/>
                <a:gd name="T18" fmla="*/ 395 w 500"/>
                <a:gd name="T19" fmla="*/ 924 h 1182"/>
                <a:gd name="T20" fmla="*/ 347 w 500"/>
                <a:gd name="T21" fmla="*/ 924 h 1182"/>
                <a:gd name="T22" fmla="*/ 336 w 500"/>
                <a:gd name="T23" fmla="*/ 913 h 1182"/>
                <a:gd name="T24" fmla="*/ 336 w 500"/>
                <a:gd name="T25" fmla="*/ 783 h 1182"/>
                <a:gd name="T26" fmla="*/ 334 w 500"/>
                <a:gd name="T27" fmla="*/ 778 h 1182"/>
                <a:gd name="T28" fmla="*/ 336 w 500"/>
                <a:gd name="T29" fmla="*/ 772 h 1182"/>
                <a:gd name="T30" fmla="*/ 336 w 500"/>
                <a:gd name="T31" fmla="*/ 0 h 1182"/>
                <a:gd name="T32" fmla="*/ 134 w 500"/>
                <a:gd name="T33" fmla="*/ 281 h 1182"/>
                <a:gd name="T34" fmla="*/ 221 w 500"/>
                <a:gd name="T35" fmla="*/ 959 h 1182"/>
                <a:gd name="T36" fmla="*/ 334 w 500"/>
                <a:gd name="T37" fmla="*/ 1182 h 1182"/>
                <a:gd name="T38" fmla="*/ 334 w 500"/>
                <a:gd name="T39" fmla="*/ 970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0" h="1182">
                  <a:moveTo>
                    <a:pt x="334" y="970"/>
                  </a:moveTo>
                  <a:cubicBezTo>
                    <a:pt x="334" y="964"/>
                    <a:pt x="339" y="959"/>
                    <a:pt x="345" y="959"/>
                  </a:cubicBezTo>
                  <a:cubicBezTo>
                    <a:pt x="398" y="959"/>
                    <a:pt x="398" y="959"/>
                    <a:pt x="398" y="959"/>
                  </a:cubicBezTo>
                  <a:cubicBezTo>
                    <a:pt x="403" y="959"/>
                    <a:pt x="407" y="963"/>
                    <a:pt x="409" y="967"/>
                  </a:cubicBezTo>
                  <a:cubicBezTo>
                    <a:pt x="409" y="969"/>
                    <a:pt x="418" y="999"/>
                    <a:pt x="457" y="1001"/>
                  </a:cubicBezTo>
                  <a:cubicBezTo>
                    <a:pt x="470" y="1001"/>
                    <a:pt x="479" y="998"/>
                    <a:pt x="486" y="992"/>
                  </a:cubicBezTo>
                  <a:cubicBezTo>
                    <a:pt x="495" y="983"/>
                    <a:pt x="500" y="966"/>
                    <a:pt x="500" y="943"/>
                  </a:cubicBezTo>
                  <a:cubicBezTo>
                    <a:pt x="500" y="907"/>
                    <a:pt x="493" y="882"/>
                    <a:pt x="460" y="881"/>
                  </a:cubicBezTo>
                  <a:cubicBezTo>
                    <a:pt x="420" y="880"/>
                    <a:pt x="406" y="916"/>
                    <a:pt x="405" y="917"/>
                  </a:cubicBezTo>
                  <a:cubicBezTo>
                    <a:pt x="403" y="921"/>
                    <a:pt x="399" y="924"/>
                    <a:pt x="395" y="924"/>
                  </a:cubicBezTo>
                  <a:cubicBezTo>
                    <a:pt x="347" y="924"/>
                    <a:pt x="347" y="924"/>
                    <a:pt x="347" y="924"/>
                  </a:cubicBezTo>
                  <a:cubicBezTo>
                    <a:pt x="341" y="924"/>
                    <a:pt x="336" y="919"/>
                    <a:pt x="336" y="913"/>
                  </a:cubicBezTo>
                  <a:cubicBezTo>
                    <a:pt x="336" y="783"/>
                    <a:pt x="336" y="783"/>
                    <a:pt x="336" y="783"/>
                  </a:cubicBezTo>
                  <a:cubicBezTo>
                    <a:pt x="335" y="782"/>
                    <a:pt x="334" y="780"/>
                    <a:pt x="334" y="778"/>
                  </a:cubicBezTo>
                  <a:cubicBezTo>
                    <a:pt x="334" y="776"/>
                    <a:pt x="335" y="774"/>
                    <a:pt x="336" y="772"/>
                  </a:cubicBezTo>
                  <a:cubicBezTo>
                    <a:pt x="336" y="0"/>
                    <a:pt x="336" y="0"/>
                    <a:pt x="336" y="0"/>
                  </a:cubicBezTo>
                  <a:cubicBezTo>
                    <a:pt x="254" y="67"/>
                    <a:pt x="182" y="159"/>
                    <a:pt x="134" y="281"/>
                  </a:cubicBezTo>
                  <a:cubicBezTo>
                    <a:pt x="0" y="619"/>
                    <a:pt x="191" y="899"/>
                    <a:pt x="221" y="959"/>
                  </a:cubicBezTo>
                  <a:cubicBezTo>
                    <a:pt x="238" y="992"/>
                    <a:pt x="290" y="1088"/>
                    <a:pt x="334" y="1182"/>
                  </a:cubicBezTo>
                  <a:lnTo>
                    <a:pt x="334" y="97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9" name="Freeform 157"/>
            <p:cNvSpPr>
              <a:spLocks/>
            </p:cNvSpPr>
            <p:nvPr/>
          </p:nvSpPr>
          <p:spPr bwMode="auto">
            <a:xfrm>
              <a:off x="5081588" y="1845169"/>
              <a:ext cx="928688" cy="996950"/>
            </a:xfrm>
            <a:custGeom>
              <a:avLst/>
              <a:gdLst>
                <a:gd name="T0" fmla="*/ 433 w 433"/>
                <a:gd name="T1" fmla="*/ 3 h 465"/>
                <a:gd name="T2" fmla="*/ 256 w 433"/>
                <a:gd name="T3" fmla="*/ 3 h 465"/>
                <a:gd name="T4" fmla="*/ 255 w 433"/>
                <a:gd name="T5" fmla="*/ 34 h 465"/>
                <a:gd name="T6" fmla="*/ 301 w 433"/>
                <a:gd name="T7" fmla="*/ 105 h 465"/>
                <a:gd name="T8" fmla="*/ 213 w 433"/>
                <a:gd name="T9" fmla="*/ 172 h 465"/>
                <a:gd name="T10" fmla="*/ 139 w 433"/>
                <a:gd name="T11" fmla="*/ 98 h 465"/>
                <a:gd name="T12" fmla="*/ 175 w 433"/>
                <a:gd name="T13" fmla="*/ 39 h 465"/>
                <a:gd name="T14" fmla="*/ 175 w 433"/>
                <a:gd name="T15" fmla="*/ 0 h 465"/>
                <a:gd name="T16" fmla="*/ 0 w 433"/>
                <a:gd name="T17" fmla="*/ 0 h 465"/>
                <a:gd name="T18" fmla="*/ 0 w 433"/>
                <a:gd name="T19" fmla="*/ 465 h 465"/>
                <a:gd name="T20" fmla="*/ 433 w 433"/>
                <a:gd name="T21" fmla="*/ 465 h 465"/>
                <a:gd name="T22" fmla="*/ 433 w 433"/>
                <a:gd name="T23" fmla="*/ 3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3" h="465">
                  <a:moveTo>
                    <a:pt x="433" y="3"/>
                  </a:moveTo>
                  <a:cubicBezTo>
                    <a:pt x="256" y="3"/>
                    <a:pt x="256" y="3"/>
                    <a:pt x="256" y="3"/>
                  </a:cubicBezTo>
                  <a:cubicBezTo>
                    <a:pt x="255" y="34"/>
                    <a:pt x="255" y="34"/>
                    <a:pt x="255" y="34"/>
                  </a:cubicBezTo>
                  <a:cubicBezTo>
                    <a:pt x="270" y="42"/>
                    <a:pt x="302" y="63"/>
                    <a:pt x="301" y="105"/>
                  </a:cubicBezTo>
                  <a:cubicBezTo>
                    <a:pt x="300" y="142"/>
                    <a:pt x="261" y="172"/>
                    <a:pt x="213" y="172"/>
                  </a:cubicBezTo>
                  <a:cubicBezTo>
                    <a:pt x="165" y="172"/>
                    <a:pt x="139" y="134"/>
                    <a:pt x="139" y="98"/>
                  </a:cubicBezTo>
                  <a:cubicBezTo>
                    <a:pt x="139" y="70"/>
                    <a:pt x="164" y="47"/>
                    <a:pt x="175" y="39"/>
                  </a:cubicBezTo>
                  <a:cubicBezTo>
                    <a:pt x="175" y="0"/>
                    <a:pt x="175" y="0"/>
                    <a:pt x="175" y="0"/>
                  </a:cubicBezTo>
                  <a:cubicBezTo>
                    <a:pt x="0" y="0"/>
                    <a:pt x="0" y="0"/>
                    <a:pt x="0" y="0"/>
                  </a:cubicBezTo>
                  <a:cubicBezTo>
                    <a:pt x="0" y="465"/>
                    <a:pt x="0" y="465"/>
                    <a:pt x="0" y="465"/>
                  </a:cubicBezTo>
                  <a:cubicBezTo>
                    <a:pt x="433" y="465"/>
                    <a:pt x="433" y="465"/>
                    <a:pt x="433" y="465"/>
                  </a:cubicBezTo>
                  <a:lnTo>
                    <a:pt x="433" y="3"/>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211" name="Freeform 169"/>
            <p:cNvSpPr>
              <a:spLocks/>
            </p:cNvSpPr>
            <p:nvPr/>
          </p:nvSpPr>
          <p:spPr bwMode="auto">
            <a:xfrm>
              <a:off x="5348288" y="4691556"/>
              <a:ext cx="1376363" cy="1262063"/>
            </a:xfrm>
            <a:custGeom>
              <a:avLst/>
              <a:gdLst>
                <a:gd name="T0" fmla="*/ 7 w 642"/>
                <a:gd name="T1" fmla="*/ 0 h 589"/>
                <a:gd name="T2" fmla="*/ 627 w 642"/>
                <a:gd name="T3" fmla="*/ 0 h 589"/>
                <a:gd name="T4" fmla="*/ 627 w 642"/>
                <a:gd name="T5" fmla="*/ 51 h 589"/>
                <a:gd name="T6" fmla="*/ 642 w 642"/>
                <a:gd name="T7" fmla="*/ 82 h 589"/>
                <a:gd name="T8" fmla="*/ 612 w 642"/>
                <a:gd name="T9" fmla="*/ 129 h 589"/>
                <a:gd name="T10" fmla="*/ 637 w 642"/>
                <a:gd name="T11" fmla="*/ 171 h 589"/>
                <a:gd name="T12" fmla="*/ 612 w 642"/>
                <a:gd name="T13" fmla="*/ 225 h 589"/>
                <a:gd name="T14" fmla="*/ 635 w 642"/>
                <a:gd name="T15" fmla="*/ 261 h 589"/>
                <a:gd name="T16" fmla="*/ 612 w 642"/>
                <a:gd name="T17" fmla="*/ 306 h 589"/>
                <a:gd name="T18" fmla="*/ 635 w 642"/>
                <a:gd name="T19" fmla="*/ 347 h 589"/>
                <a:gd name="T20" fmla="*/ 610 w 642"/>
                <a:gd name="T21" fmla="*/ 394 h 589"/>
                <a:gd name="T22" fmla="*/ 626 w 642"/>
                <a:gd name="T23" fmla="*/ 424 h 589"/>
                <a:gd name="T24" fmla="*/ 575 w 642"/>
                <a:gd name="T25" fmla="*/ 495 h 589"/>
                <a:gd name="T26" fmla="*/ 467 w 642"/>
                <a:gd name="T27" fmla="*/ 589 h 589"/>
                <a:gd name="T28" fmla="*/ 174 w 642"/>
                <a:gd name="T29" fmla="*/ 589 h 589"/>
                <a:gd name="T30" fmla="*/ 39 w 642"/>
                <a:gd name="T31" fmla="*/ 476 h 589"/>
                <a:gd name="T32" fmla="*/ 32 w 642"/>
                <a:gd name="T33" fmla="*/ 429 h 589"/>
                <a:gd name="T34" fmla="*/ 2 w 642"/>
                <a:gd name="T35" fmla="*/ 389 h 589"/>
                <a:gd name="T36" fmla="*/ 26 w 642"/>
                <a:gd name="T37" fmla="*/ 355 h 589"/>
                <a:gd name="T38" fmla="*/ 2 w 642"/>
                <a:gd name="T39" fmla="*/ 295 h 589"/>
                <a:gd name="T40" fmla="*/ 23 w 642"/>
                <a:gd name="T41" fmla="*/ 258 h 589"/>
                <a:gd name="T42" fmla="*/ 5 w 642"/>
                <a:gd name="T43" fmla="*/ 214 h 589"/>
                <a:gd name="T44" fmla="*/ 24 w 642"/>
                <a:gd name="T45" fmla="*/ 168 h 589"/>
                <a:gd name="T46" fmla="*/ 2 w 642"/>
                <a:gd name="T47" fmla="*/ 120 h 589"/>
                <a:gd name="T48" fmla="*/ 7 w 642"/>
                <a:gd name="T49" fmla="*/ 0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2" h="589">
                  <a:moveTo>
                    <a:pt x="7" y="0"/>
                  </a:moveTo>
                  <a:cubicBezTo>
                    <a:pt x="627" y="0"/>
                    <a:pt x="627" y="0"/>
                    <a:pt x="627" y="0"/>
                  </a:cubicBezTo>
                  <a:cubicBezTo>
                    <a:pt x="627" y="51"/>
                    <a:pt x="627" y="51"/>
                    <a:pt x="627" y="51"/>
                  </a:cubicBezTo>
                  <a:cubicBezTo>
                    <a:pt x="627" y="51"/>
                    <a:pt x="642" y="62"/>
                    <a:pt x="642" y="82"/>
                  </a:cubicBezTo>
                  <a:cubicBezTo>
                    <a:pt x="642" y="101"/>
                    <a:pt x="612" y="115"/>
                    <a:pt x="612" y="129"/>
                  </a:cubicBezTo>
                  <a:cubicBezTo>
                    <a:pt x="612" y="144"/>
                    <a:pt x="637" y="152"/>
                    <a:pt x="637" y="171"/>
                  </a:cubicBezTo>
                  <a:cubicBezTo>
                    <a:pt x="637" y="190"/>
                    <a:pt x="610" y="206"/>
                    <a:pt x="612" y="225"/>
                  </a:cubicBezTo>
                  <a:cubicBezTo>
                    <a:pt x="613" y="244"/>
                    <a:pt x="637" y="246"/>
                    <a:pt x="635" y="261"/>
                  </a:cubicBezTo>
                  <a:cubicBezTo>
                    <a:pt x="634" y="277"/>
                    <a:pt x="612" y="292"/>
                    <a:pt x="612" y="306"/>
                  </a:cubicBezTo>
                  <a:cubicBezTo>
                    <a:pt x="612" y="320"/>
                    <a:pt x="635" y="331"/>
                    <a:pt x="635" y="347"/>
                  </a:cubicBezTo>
                  <a:cubicBezTo>
                    <a:pt x="635" y="363"/>
                    <a:pt x="612" y="378"/>
                    <a:pt x="610" y="394"/>
                  </a:cubicBezTo>
                  <a:cubicBezTo>
                    <a:pt x="608" y="409"/>
                    <a:pt x="626" y="413"/>
                    <a:pt x="626" y="424"/>
                  </a:cubicBezTo>
                  <a:cubicBezTo>
                    <a:pt x="626" y="435"/>
                    <a:pt x="618" y="459"/>
                    <a:pt x="575" y="495"/>
                  </a:cubicBezTo>
                  <a:cubicBezTo>
                    <a:pt x="532" y="532"/>
                    <a:pt x="467" y="589"/>
                    <a:pt x="467" y="589"/>
                  </a:cubicBezTo>
                  <a:cubicBezTo>
                    <a:pt x="174" y="589"/>
                    <a:pt x="174" y="589"/>
                    <a:pt x="174" y="589"/>
                  </a:cubicBezTo>
                  <a:cubicBezTo>
                    <a:pt x="39" y="476"/>
                    <a:pt x="39" y="476"/>
                    <a:pt x="39" y="476"/>
                  </a:cubicBezTo>
                  <a:cubicBezTo>
                    <a:pt x="35" y="462"/>
                    <a:pt x="35" y="438"/>
                    <a:pt x="32" y="429"/>
                  </a:cubicBezTo>
                  <a:cubicBezTo>
                    <a:pt x="29" y="419"/>
                    <a:pt x="2" y="405"/>
                    <a:pt x="2" y="389"/>
                  </a:cubicBezTo>
                  <a:cubicBezTo>
                    <a:pt x="2" y="373"/>
                    <a:pt x="26" y="366"/>
                    <a:pt x="26" y="355"/>
                  </a:cubicBezTo>
                  <a:cubicBezTo>
                    <a:pt x="26" y="344"/>
                    <a:pt x="0" y="316"/>
                    <a:pt x="2" y="295"/>
                  </a:cubicBezTo>
                  <a:cubicBezTo>
                    <a:pt x="3" y="274"/>
                    <a:pt x="21" y="269"/>
                    <a:pt x="23" y="258"/>
                  </a:cubicBezTo>
                  <a:cubicBezTo>
                    <a:pt x="24" y="247"/>
                    <a:pt x="5" y="230"/>
                    <a:pt x="5" y="214"/>
                  </a:cubicBezTo>
                  <a:cubicBezTo>
                    <a:pt x="5" y="198"/>
                    <a:pt x="24" y="182"/>
                    <a:pt x="24" y="168"/>
                  </a:cubicBezTo>
                  <a:cubicBezTo>
                    <a:pt x="24" y="153"/>
                    <a:pt x="3" y="144"/>
                    <a:pt x="2" y="120"/>
                  </a:cubicBezTo>
                  <a:cubicBezTo>
                    <a:pt x="0" y="96"/>
                    <a:pt x="7" y="0"/>
                    <a:pt x="7" y="0"/>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212" name="Freeform 170"/>
            <p:cNvSpPr>
              <a:spLocks/>
            </p:cNvSpPr>
            <p:nvPr/>
          </p:nvSpPr>
          <p:spPr bwMode="auto">
            <a:xfrm>
              <a:off x="5734050" y="5993306"/>
              <a:ext cx="569913" cy="76200"/>
            </a:xfrm>
            <a:custGeom>
              <a:avLst/>
              <a:gdLst>
                <a:gd name="T0" fmla="*/ 0 w 266"/>
                <a:gd name="T1" fmla="*/ 0 h 36"/>
                <a:gd name="T2" fmla="*/ 266 w 266"/>
                <a:gd name="T3" fmla="*/ 0 h 36"/>
                <a:gd name="T4" fmla="*/ 223 w 266"/>
                <a:gd name="T5" fmla="*/ 36 h 36"/>
                <a:gd name="T6" fmla="*/ 50 w 266"/>
                <a:gd name="T7" fmla="*/ 36 h 36"/>
                <a:gd name="T8" fmla="*/ 0 w 266"/>
                <a:gd name="T9" fmla="*/ 0 h 36"/>
              </a:gdLst>
              <a:ahLst/>
              <a:cxnLst>
                <a:cxn ang="0">
                  <a:pos x="T0" y="T1"/>
                </a:cxn>
                <a:cxn ang="0">
                  <a:pos x="T2" y="T3"/>
                </a:cxn>
                <a:cxn ang="0">
                  <a:pos x="T4" y="T5"/>
                </a:cxn>
                <a:cxn ang="0">
                  <a:pos x="T6" y="T7"/>
                </a:cxn>
                <a:cxn ang="0">
                  <a:pos x="T8" y="T9"/>
                </a:cxn>
              </a:cxnLst>
              <a:rect l="0" t="0" r="r" b="b"/>
              <a:pathLst>
                <a:path w="266" h="36">
                  <a:moveTo>
                    <a:pt x="0" y="0"/>
                  </a:moveTo>
                  <a:cubicBezTo>
                    <a:pt x="266" y="0"/>
                    <a:pt x="266" y="0"/>
                    <a:pt x="266" y="0"/>
                  </a:cubicBezTo>
                  <a:cubicBezTo>
                    <a:pt x="266" y="0"/>
                    <a:pt x="237" y="36"/>
                    <a:pt x="223" y="36"/>
                  </a:cubicBezTo>
                  <a:cubicBezTo>
                    <a:pt x="209" y="36"/>
                    <a:pt x="62" y="36"/>
                    <a:pt x="50" y="36"/>
                  </a:cubicBezTo>
                  <a:cubicBezTo>
                    <a:pt x="37" y="36"/>
                    <a:pt x="0" y="0"/>
                    <a:pt x="0" y="0"/>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grpSp>
      <p:sp>
        <p:nvSpPr>
          <p:cNvPr id="13" name="TextBox 12"/>
          <p:cNvSpPr txBox="1"/>
          <p:nvPr/>
        </p:nvSpPr>
        <p:spPr>
          <a:xfrm>
            <a:off x="8026959" y="4198287"/>
            <a:ext cx="88012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4" name="TextBox 13"/>
          <p:cNvSpPr txBox="1"/>
          <p:nvPr/>
        </p:nvSpPr>
        <p:spPr>
          <a:xfrm>
            <a:off x="8017293"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6" name="TextBox 15"/>
          <p:cNvSpPr txBox="1"/>
          <p:nvPr/>
        </p:nvSpPr>
        <p:spPr>
          <a:xfrm>
            <a:off x="8691980"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7" name="TextBox 16"/>
          <p:cNvSpPr txBox="1"/>
          <p:nvPr/>
        </p:nvSpPr>
        <p:spPr>
          <a:xfrm>
            <a:off x="8691980"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8" name="TextBox 17"/>
          <p:cNvSpPr txBox="1"/>
          <p:nvPr/>
        </p:nvSpPr>
        <p:spPr>
          <a:xfrm>
            <a:off x="7906501"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9" name="TextBox 18"/>
          <p:cNvSpPr txBox="1"/>
          <p:nvPr/>
        </p:nvSpPr>
        <p:spPr>
          <a:xfrm>
            <a:off x="7906501" y="1316975"/>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20" name="TextBox 19"/>
          <p:cNvSpPr txBox="1"/>
          <p:nvPr/>
        </p:nvSpPr>
        <p:spPr>
          <a:xfrm>
            <a:off x="7093702" y="2230671"/>
            <a:ext cx="623888" cy="477054"/>
          </a:xfrm>
          <a:prstGeom prst="rect">
            <a:avLst/>
          </a:prstGeom>
          <a:noFill/>
          <a:ln>
            <a:noFill/>
          </a:ln>
        </p:spPr>
        <p:txBody>
          <a:bodyPr wrap="square" rtlCol="0">
            <a:spAutoFit/>
          </a:bodyPr>
          <a:lstStyle/>
          <a:p>
            <a:pPr algn="ctr" fontAlgn="auto">
              <a:spcBef>
                <a:spcPts val="0"/>
              </a:spcBef>
              <a:spcAft>
                <a:spcPts val="0"/>
              </a:spcAft>
            </a:pPr>
            <a:r>
              <a:rPr lang="en-US" sz="2500" dirty="0" smtClean="0">
                <a:solidFill>
                  <a:prstClr val="white"/>
                </a:solidFill>
                <a:latin typeface="FontAwesome" pitchFamily="2" charset="0"/>
              </a:rPr>
              <a:t></a:t>
            </a:r>
            <a:endParaRPr lang="en-US" sz="2500" dirty="0">
              <a:solidFill>
                <a:prstClr val="white"/>
              </a:solidFill>
              <a:latin typeface="Calibri Light" panose="020F0302020204030204"/>
            </a:endParaRPr>
          </a:p>
        </p:txBody>
      </p:sp>
      <p:sp>
        <p:nvSpPr>
          <p:cNvPr id="23" name="TextBox 22"/>
          <p:cNvSpPr txBox="1"/>
          <p:nvPr/>
        </p:nvSpPr>
        <p:spPr>
          <a:xfrm>
            <a:off x="429208" y="2670968"/>
            <a:ext cx="7076449" cy="2554545"/>
          </a:xfrm>
          <a:prstGeom prst="rect">
            <a:avLst/>
          </a:prstGeom>
          <a:noFill/>
        </p:spPr>
        <p:txBody>
          <a:bodyPr wrap="square" rtlCol="0">
            <a:spAutoFit/>
          </a:bodyPr>
          <a:lstStyle/>
          <a:p>
            <a:pPr algn="ctr" rtl="1"/>
            <a:r>
              <a:rPr lang="ar-EG" sz="3200" b="1" dirty="0"/>
              <a:t>يعرف (الموسى، 2008: 82) حل المشكلات على أنها "عملية يتم فيها التعليم</a:t>
            </a:r>
            <a:r>
              <a:rPr lang="en-US" sz="3200" b="1" dirty="0"/>
              <a:t> </a:t>
            </a:r>
            <a:r>
              <a:rPr lang="ar-EG" sz="3200" b="1" dirty="0"/>
              <a:t>عن طريق إثارة مشكلة في أذهان المتعلمين بصورة تدفعهم إلى التفكير العلمي الهادف للوصول إلى حلول مدروسة لهذه المشكلة"</a:t>
            </a:r>
            <a:endParaRPr lang="en-US" sz="3200" b="1" dirty="0">
              <a:solidFill>
                <a:prstClr val="black"/>
              </a:solidFill>
            </a:endParaRPr>
          </a:p>
        </p:txBody>
      </p:sp>
      <p:sp>
        <p:nvSpPr>
          <p:cNvPr id="30" name="Title 2"/>
          <p:cNvSpPr txBox="1">
            <a:spLocks/>
          </p:cNvSpPr>
          <p:nvPr/>
        </p:nvSpPr>
        <p:spPr>
          <a:xfrm>
            <a:off x="1104900" y="201126"/>
            <a:ext cx="10670333" cy="830923"/>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marL="1657350" lvl="2" indent="-742950" algn="ctr" rtl="1">
              <a:buFont typeface="+mj-lt"/>
              <a:buAutoNum type="arabicPeriod" startAt="3"/>
            </a:pPr>
            <a:r>
              <a:rPr lang="ar-SA" sz="4000" b="1" u="sng" dirty="0"/>
              <a:t>نمط حل المشكلات </a:t>
            </a:r>
            <a:r>
              <a:rPr lang="en-US" sz="4000" b="1" u="sng" dirty="0"/>
              <a:t>Style</a:t>
            </a:r>
            <a:r>
              <a:rPr lang="ar-SA" sz="4000" b="1" u="sng" dirty="0"/>
              <a:t> Problem Solving </a:t>
            </a:r>
            <a:endParaRPr lang="en-US" sz="4000" u="sng" dirty="0"/>
          </a:p>
        </p:txBody>
      </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extLst>
      <p:ext uri="{BB962C8B-B14F-4D97-AF65-F5344CB8AC3E}">
        <p14:creationId xmlns:p14="http://schemas.microsoft.com/office/powerpoint/2010/main" val="20574984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221"/>
                                        </p:tgtEl>
                                        <p:attrNameLst>
                                          <p:attrName>style.visibility</p:attrName>
                                        </p:attrNameLst>
                                      </p:cBhvr>
                                      <p:to>
                                        <p:strVal val="visible"/>
                                      </p:to>
                                    </p:set>
                                    <p:animEffect transition="in" filter="fade">
                                      <p:cBhvr>
                                        <p:cTn id="11" dur="500"/>
                                        <p:tgtEl>
                                          <p:spTgt spid="32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0" y="481128"/>
            <a:ext cx="12192000" cy="646331"/>
          </a:xfrm>
          <a:prstGeom prst="rect">
            <a:avLst/>
          </a:prstGeom>
          <a:noFill/>
        </p:spPr>
        <p:txBody>
          <a:bodyPr wrap="square" rtlCol="0">
            <a:spAutoFit/>
          </a:bodyPr>
          <a:lstStyle/>
          <a:p>
            <a:pPr algn="ctr" rtl="1"/>
            <a:r>
              <a:rPr lang="ar-SA" sz="3600" b="1" u="sng" dirty="0"/>
              <a:t>أ- خصائص ومميزات برامج حل</a:t>
            </a:r>
            <a:r>
              <a:rPr lang="en-US" sz="3600" b="1" u="sng" dirty="0"/>
              <a:t> </a:t>
            </a:r>
            <a:r>
              <a:rPr lang="ar-SA" sz="3600" b="1" u="sng" dirty="0"/>
              <a:t>المشكلات:</a:t>
            </a:r>
            <a:r>
              <a:rPr lang="en-US" sz="3600" b="1" u="sng" dirty="0"/>
              <a:t> </a:t>
            </a:r>
            <a:endParaRPr lang="en-US" sz="3600" u="sng" dirty="0"/>
          </a:p>
        </p:txBody>
      </p:sp>
      <p:sp>
        <p:nvSpPr>
          <p:cNvPr id="21" name="Rectangle 20"/>
          <p:cNvSpPr/>
          <p:nvPr/>
        </p:nvSpPr>
        <p:spPr>
          <a:xfrm>
            <a:off x="0" y="2110764"/>
            <a:ext cx="5849257" cy="1886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TextBox 22"/>
          <p:cNvSpPr txBox="1"/>
          <p:nvPr/>
        </p:nvSpPr>
        <p:spPr>
          <a:xfrm>
            <a:off x="6647756" y="1836631"/>
            <a:ext cx="5146138" cy="830997"/>
          </a:xfrm>
          <a:prstGeom prst="rect">
            <a:avLst/>
          </a:prstGeom>
          <a:noFill/>
        </p:spPr>
        <p:txBody>
          <a:bodyPr wrap="square" rtlCol="0">
            <a:spAutoFit/>
          </a:bodyPr>
          <a:lstStyle/>
          <a:p>
            <a:pPr algn="ctr" fontAlgn="auto">
              <a:spcBef>
                <a:spcPts val="0"/>
              </a:spcBef>
              <a:spcAft>
                <a:spcPts val="0"/>
              </a:spcAft>
            </a:pPr>
            <a:r>
              <a:rPr lang="ar-SA" sz="2400" b="1" dirty="0"/>
              <a:t>تساعد المتعلم على تنمية مهارات حل المشكلات بالتفكير المنطقي والناقد</a:t>
            </a:r>
            <a:endParaRPr lang="en-US" sz="2400" b="1" dirty="0">
              <a:solidFill>
                <a:srgbClr val="17406D">
                  <a:lumMod val="50000"/>
                </a:srgbClr>
              </a:solidFill>
              <a:latin typeface="Bebas Neue" panose="020B0606020202050201" pitchFamily="34" charset="0"/>
            </a:endParaRPr>
          </a:p>
        </p:txBody>
      </p:sp>
      <p:sp>
        <p:nvSpPr>
          <p:cNvPr id="25" name="Oval 24"/>
          <p:cNvSpPr/>
          <p:nvPr/>
        </p:nvSpPr>
        <p:spPr>
          <a:xfrm>
            <a:off x="5722429" y="1836631"/>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6" name="Picture 2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943600" y="2049991"/>
            <a:ext cx="304800" cy="304800"/>
          </a:xfrm>
          <a:prstGeom prst="rect">
            <a:avLst/>
          </a:prstGeom>
        </p:spPr>
      </p:pic>
      <p:sp>
        <p:nvSpPr>
          <p:cNvPr id="27" name="Rectangle 26"/>
          <p:cNvSpPr/>
          <p:nvPr/>
        </p:nvSpPr>
        <p:spPr>
          <a:xfrm>
            <a:off x="0" y="3098821"/>
            <a:ext cx="5849257" cy="18868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9" name="TextBox 28"/>
          <p:cNvSpPr txBox="1"/>
          <p:nvPr/>
        </p:nvSpPr>
        <p:spPr>
          <a:xfrm>
            <a:off x="6647756" y="2824688"/>
            <a:ext cx="5146138" cy="461665"/>
          </a:xfrm>
          <a:prstGeom prst="rect">
            <a:avLst/>
          </a:prstGeom>
          <a:noFill/>
        </p:spPr>
        <p:txBody>
          <a:bodyPr wrap="square" rtlCol="0">
            <a:spAutoFit/>
          </a:bodyPr>
          <a:lstStyle/>
          <a:p>
            <a:pPr algn="ctr" fontAlgn="auto">
              <a:spcBef>
                <a:spcPts val="0"/>
              </a:spcBef>
              <a:spcAft>
                <a:spcPts val="0"/>
              </a:spcAft>
            </a:pPr>
            <a:r>
              <a:rPr lang="ar-SA" sz="2400" b="1" dirty="0"/>
              <a:t>تزيد من إمكانية</a:t>
            </a:r>
            <a:r>
              <a:rPr lang="en-US" sz="2400" b="1" dirty="0"/>
              <a:t> </a:t>
            </a:r>
            <a:r>
              <a:rPr lang="ar-SA" sz="2400" b="1" dirty="0"/>
              <a:t>الابتكار والإبداع والتفوق</a:t>
            </a:r>
            <a:endParaRPr lang="en-US" sz="2400" b="1" dirty="0">
              <a:solidFill>
                <a:srgbClr val="17406D">
                  <a:lumMod val="50000"/>
                </a:srgbClr>
              </a:solidFill>
              <a:latin typeface="Bebas Neue" panose="020B0606020202050201" pitchFamily="34" charset="0"/>
            </a:endParaRPr>
          </a:p>
        </p:txBody>
      </p:sp>
      <p:sp>
        <p:nvSpPr>
          <p:cNvPr id="30" name="Oval 29"/>
          <p:cNvSpPr/>
          <p:nvPr/>
        </p:nvSpPr>
        <p:spPr>
          <a:xfrm>
            <a:off x="5722429" y="2824688"/>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2" name="Rectangle 31"/>
          <p:cNvSpPr/>
          <p:nvPr/>
        </p:nvSpPr>
        <p:spPr>
          <a:xfrm>
            <a:off x="0" y="4087397"/>
            <a:ext cx="5849257" cy="1886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4" name="TextBox 33"/>
          <p:cNvSpPr txBox="1"/>
          <p:nvPr/>
        </p:nvSpPr>
        <p:spPr>
          <a:xfrm>
            <a:off x="6647755" y="3813264"/>
            <a:ext cx="5370073" cy="830997"/>
          </a:xfrm>
          <a:prstGeom prst="rect">
            <a:avLst/>
          </a:prstGeom>
          <a:noFill/>
        </p:spPr>
        <p:txBody>
          <a:bodyPr wrap="square" rtlCol="0">
            <a:spAutoFit/>
          </a:bodyPr>
          <a:lstStyle/>
          <a:p>
            <a:pPr algn="ctr" fontAlgn="auto">
              <a:spcBef>
                <a:spcPts val="0"/>
              </a:spcBef>
              <a:spcAft>
                <a:spcPts val="0"/>
              </a:spcAft>
            </a:pPr>
            <a:r>
              <a:rPr lang="ar-SA" sz="2400" b="1" dirty="0"/>
              <a:t>يركز على تحقيق المستويات العليا في مجال الأهداف</a:t>
            </a:r>
            <a:r>
              <a:rPr lang="en-US" sz="2400" b="1" dirty="0"/>
              <a:t> </a:t>
            </a:r>
            <a:r>
              <a:rPr lang="ar-SA" sz="2400" b="1" dirty="0"/>
              <a:t>المعرفية لتصنيف بلوم</a:t>
            </a:r>
            <a:endParaRPr lang="en-US" sz="2400" b="1" dirty="0">
              <a:solidFill>
                <a:srgbClr val="17406D">
                  <a:lumMod val="50000"/>
                </a:srgbClr>
              </a:solidFill>
              <a:latin typeface="Bebas Neue" panose="020B0606020202050201" pitchFamily="34" charset="0"/>
            </a:endParaRPr>
          </a:p>
        </p:txBody>
      </p:sp>
      <p:sp>
        <p:nvSpPr>
          <p:cNvPr id="35" name="Oval 34"/>
          <p:cNvSpPr/>
          <p:nvPr/>
        </p:nvSpPr>
        <p:spPr>
          <a:xfrm>
            <a:off x="5722429" y="3813264"/>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7" name="Rectangle 36"/>
          <p:cNvSpPr/>
          <p:nvPr/>
        </p:nvSpPr>
        <p:spPr>
          <a:xfrm>
            <a:off x="0" y="5072990"/>
            <a:ext cx="5849257" cy="18868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9" name="TextBox 38"/>
          <p:cNvSpPr txBox="1"/>
          <p:nvPr/>
        </p:nvSpPr>
        <p:spPr>
          <a:xfrm>
            <a:off x="6758860" y="4798857"/>
            <a:ext cx="4923930" cy="830997"/>
          </a:xfrm>
          <a:prstGeom prst="rect">
            <a:avLst/>
          </a:prstGeom>
          <a:noFill/>
        </p:spPr>
        <p:txBody>
          <a:bodyPr wrap="square" rtlCol="0">
            <a:spAutoFit/>
          </a:bodyPr>
          <a:lstStyle/>
          <a:p>
            <a:pPr algn="ctr" fontAlgn="auto">
              <a:spcBef>
                <a:spcPts val="0"/>
              </a:spcBef>
              <a:spcAft>
                <a:spcPts val="0"/>
              </a:spcAft>
            </a:pPr>
            <a:r>
              <a:rPr lang="ar-SA" sz="2400" b="1" dirty="0"/>
              <a:t>تزيد من قدرة المتعلم على بناء برامج أخرى لمواجهة المتغيرات</a:t>
            </a:r>
            <a:endParaRPr lang="en-US" sz="2400" b="1" dirty="0">
              <a:solidFill>
                <a:srgbClr val="17406D">
                  <a:lumMod val="50000"/>
                </a:srgbClr>
              </a:solidFill>
              <a:latin typeface="Bebas Neue" panose="020B0606020202050201" pitchFamily="34" charset="0"/>
            </a:endParaRPr>
          </a:p>
        </p:txBody>
      </p:sp>
      <p:sp>
        <p:nvSpPr>
          <p:cNvPr id="40" name="Oval 39"/>
          <p:cNvSpPr/>
          <p:nvPr/>
        </p:nvSpPr>
        <p:spPr>
          <a:xfrm>
            <a:off x="5722429" y="4798857"/>
            <a:ext cx="731520" cy="73152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2" name="Picture 4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943600" y="3038048"/>
            <a:ext cx="304800" cy="304800"/>
          </a:xfrm>
          <a:prstGeom prst="rect">
            <a:avLst/>
          </a:prstGeom>
        </p:spPr>
      </p:pic>
      <p:pic>
        <p:nvPicPr>
          <p:cNvPr id="43" name="Picture 4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35789" y="4026624"/>
            <a:ext cx="304800" cy="304800"/>
          </a:xfrm>
          <a:prstGeom prst="rect">
            <a:avLst/>
          </a:prstGeom>
        </p:spPr>
      </p:pic>
      <p:pic>
        <p:nvPicPr>
          <p:cNvPr id="44" name="Picture 4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935789" y="5029689"/>
            <a:ext cx="304800" cy="304800"/>
          </a:xfrm>
          <a:prstGeom prst="rect">
            <a:avLst/>
          </a:prstGeom>
        </p:spPr>
      </p:pic>
      <p:sp>
        <p:nvSpPr>
          <p:cNvPr id="1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1287067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0-#ppt_w/2"/>
                                          </p:val>
                                        </p:tav>
                                        <p:tav tm="100000">
                                          <p:val>
                                            <p:strVal val="#ppt_x"/>
                                          </p:val>
                                        </p:tav>
                                      </p:tavLst>
                                    </p:anim>
                                    <p:anim calcmode="lin" valueType="num">
                                      <p:cBhvr additive="base">
                                        <p:cTn id="13" dur="500" fill="hold"/>
                                        <p:tgtEl>
                                          <p:spTgt spid="26"/>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additive="base">
                                        <p:cTn id="17" dur="500" fill="hold"/>
                                        <p:tgtEl>
                                          <p:spTgt spid="30"/>
                                        </p:tgtEl>
                                        <p:attrNameLst>
                                          <p:attrName>ppt_x</p:attrName>
                                        </p:attrNameLst>
                                      </p:cBhvr>
                                      <p:tavLst>
                                        <p:tav tm="0">
                                          <p:val>
                                            <p:strVal val="0-#ppt_w/2"/>
                                          </p:val>
                                        </p:tav>
                                        <p:tav tm="100000">
                                          <p:val>
                                            <p:strVal val="#ppt_x"/>
                                          </p:val>
                                        </p:tav>
                                      </p:tavLst>
                                    </p:anim>
                                    <p:anim calcmode="lin" valueType="num">
                                      <p:cBhvr additive="base">
                                        <p:cTn id="18" dur="500" fill="hold"/>
                                        <p:tgtEl>
                                          <p:spTgt spid="30"/>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fill="hold" nodeType="afterEffect">
                                  <p:stCondLst>
                                    <p:cond delay="0"/>
                                  </p:stCondLst>
                                  <p:childTnLst>
                                    <p:set>
                                      <p:cBhvr>
                                        <p:cTn id="21" dur="1" fill="hold">
                                          <p:stCondLst>
                                            <p:cond delay="0"/>
                                          </p:stCondLst>
                                        </p:cTn>
                                        <p:tgtEl>
                                          <p:spTgt spid="42"/>
                                        </p:tgtEl>
                                        <p:attrNameLst>
                                          <p:attrName>style.visibility</p:attrName>
                                        </p:attrNameLst>
                                      </p:cBhvr>
                                      <p:to>
                                        <p:strVal val="visible"/>
                                      </p:to>
                                    </p:set>
                                    <p:anim calcmode="lin" valueType="num">
                                      <p:cBhvr additive="base">
                                        <p:cTn id="22" dur="500" fill="hold"/>
                                        <p:tgtEl>
                                          <p:spTgt spid="42"/>
                                        </p:tgtEl>
                                        <p:attrNameLst>
                                          <p:attrName>ppt_x</p:attrName>
                                        </p:attrNameLst>
                                      </p:cBhvr>
                                      <p:tavLst>
                                        <p:tav tm="0">
                                          <p:val>
                                            <p:strVal val="0-#ppt_w/2"/>
                                          </p:val>
                                        </p:tav>
                                        <p:tav tm="100000">
                                          <p:val>
                                            <p:strVal val="#ppt_x"/>
                                          </p:val>
                                        </p:tav>
                                      </p:tavLst>
                                    </p:anim>
                                    <p:anim calcmode="lin" valueType="num">
                                      <p:cBhvr additive="base">
                                        <p:cTn id="23" dur="500" fill="hold"/>
                                        <p:tgtEl>
                                          <p:spTgt spid="42"/>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8" fill="hold" grpId="0" nodeType="afterEffect">
                                  <p:stCondLst>
                                    <p:cond delay="0"/>
                                  </p:stCondLst>
                                  <p:childTnLst>
                                    <p:set>
                                      <p:cBhvr>
                                        <p:cTn id="26" dur="1" fill="hold">
                                          <p:stCondLst>
                                            <p:cond delay="0"/>
                                          </p:stCondLst>
                                        </p:cTn>
                                        <p:tgtEl>
                                          <p:spTgt spid="35"/>
                                        </p:tgtEl>
                                        <p:attrNameLst>
                                          <p:attrName>style.visibility</p:attrName>
                                        </p:attrNameLst>
                                      </p:cBhvr>
                                      <p:to>
                                        <p:strVal val="visible"/>
                                      </p:to>
                                    </p:set>
                                    <p:anim calcmode="lin" valueType="num">
                                      <p:cBhvr additive="base">
                                        <p:cTn id="27" dur="500" fill="hold"/>
                                        <p:tgtEl>
                                          <p:spTgt spid="35"/>
                                        </p:tgtEl>
                                        <p:attrNameLst>
                                          <p:attrName>ppt_x</p:attrName>
                                        </p:attrNameLst>
                                      </p:cBhvr>
                                      <p:tavLst>
                                        <p:tav tm="0">
                                          <p:val>
                                            <p:strVal val="0-#ppt_w/2"/>
                                          </p:val>
                                        </p:tav>
                                        <p:tav tm="100000">
                                          <p:val>
                                            <p:strVal val="#ppt_x"/>
                                          </p:val>
                                        </p:tav>
                                      </p:tavLst>
                                    </p:anim>
                                    <p:anim calcmode="lin" valueType="num">
                                      <p:cBhvr additive="base">
                                        <p:cTn id="28" dur="500" fill="hold"/>
                                        <p:tgtEl>
                                          <p:spTgt spid="35"/>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fill="hold" nodeType="afterEffect">
                                  <p:stCondLst>
                                    <p:cond delay="0"/>
                                  </p:stCondLst>
                                  <p:childTnLst>
                                    <p:set>
                                      <p:cBhvr>
                                        <p:cTn id="31" dur="1" fill="hold">
                                          <p:stCondLst>
                                            <p:cond delay="0"/>
                                          </p:stCondLst>
                                        </p:cTn>
                                        <p:tgtEl>
                                          <p:spTgt spid="43"/>
                                        </p:tgtEl>
                                        <p:attrNameLst>
                                          <p:attrName>style.visibility</p:attrName>
                                        </p:attrNameLst>
                                      </p:cBhvr>
                                      <p:to>
                                        <p:strVal val="visible"/>
                                      </p:to>
                                    </p:set>
                                    <p:anim calcmode="lin" valueType="num">
                                      <p:cBhvr additive="base">
                                        <p:cTn id="32" dur="500" fill="hold"/>
                                        <p:tgtEl>
                                          <p:spTgt spid="43"/>
                                        </p:tgtEl>
                                        <p:attrNameLst>
                                          <p:attrName>ppt_x</p:attrName>
                                        </p:attrNameLst>
                                      </p:cBhvr>
                                      <p:tavLst>
                                        <p:tav tm="0">
                                          <p:val>
                                            <p:strVal val="0-#ppt_w/2"/>
                                          </p:val>
                                        </p:tav>
                                        <p:tav tm="100000">
                                          <p:val>
                                            <p:strVal val="#ppt_x"/>
                                          </p:val>
                                        </p:tav>
                                      </p:tavLst>
                                    </p:anim>
                                    <p:anim calcmode="lin" valueType="num">
                                      <p:cBhvr additive="base">
                                        <p:cTn id="33" dur="500" fill="hold"/>
                                        <p:tgtEl>
                                          <p:spTgt spid="43"/>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8" fill="hold" grpId="0" nodeType="afterEffect">
                                  <p:stCondLst>
                                    <p:cond delay="0"/>
                                  </p:stCondLst>
                                  <p:childTnLst>
                                    <p:set>
                                      <p:cBhvr>
                                        <p:cTn id="36" dur="1" fill="hold">
                                          <p:stCondLst>
                                            <p:cond delay="0"/>
                                          </p:stCondLst>
                                        </p:cTn>
                                        <p:tgtEl>
                                          <p:spTgt spid="40"/>
                                        </p:tgtEl>
                                        <p:attrNameLst>
                                          <p:attrName>style.visibility</p:attrName>
                                        </p:attrNameLst>
                                      </p:cBhvr>
                                      <p:to>
                                        <p:strVal val="visible"/>
                                      </p:to>
                                    </p:set>
                                    <p:anim calcmode="lin" valueType="num">
                                      <p:cBhvr additive="base">
                                        <p:cTn id="37" dur="500" fill="hold"/>
                                        <p:tgtEl>
                                          <p:spTgt spid="40"/>
                                        </p:tgtEl>
                                        <p:attrNameLst>
                                          <p:attrName>ppt_x</p:attrName>
                                        </p:attrNameLst>
                                      </p:cBhvr>
                                      <p:tavLst>
                                        <p:tav tm="0">
                                          <p:val>
                                            <p:strVal val="0-#ppt_w/2"/>
                                          </p:val>
                                        </p:tav>
                                        <p:tav tm="100000">
                                          <p:val>
                                            <p:strVal val="#ppt_x"/>
                                          </p:val>
                                        </p:tav>
                                      </p:tavLst>
                                    </p:anim>
                                    <p:anim calcmode="lin" valueType="num">
                                      <p:cBhvr additive="base">
                                        <p:cTn id="38" dur="500" fill="hold"/>
                                        <p:tgtEl>
                                          <p:spTgt spid="40"/>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8" fill="hold" nodeType="afterEffect">
                                  <p:stCondLst>
                                    <p:cond delay="0"/>
                                  </p:stCondLst>
                                  <p:childTnLst>
                                    <p:set>
                                      <p:cBhvr>
                                        <p:cTn id="41" dur="1" fill="hold">
                                          <p:stCondLst>
                                            <p:cond delay="0"/>
                                          </p:stCondLst>
                                        </p:cTn>
                                        <p:tgtEl>
                                          <p:spTgt spid="44"/>
                                        </p:tgtEl>
                                        <p:attrNameLst>
                                          <p:attrName>style.visibility</p:attrName>
                                        </p:attrNameLst>
                                      </p:cBhvr>
                                      <p:to>
                                        <p:strVal val="visible"/>
                                      </p:to>
                                    </p:set>
                                    <p:anim calcmode="lin" valueType="num">
                                      <p:cBhvr additive="base">
                                        <p:cTn id="42" dur="500" fill="hold"/>
                                        <p:tgtEl>
                                          <p:spTgt spid="44"/>
                                        </p:tgtEl>
                                        <p:attrNameLst>
                                          <p:attrName>ppt_x</p:attrName>
                                        </p:attrNameLst>
                                      </p:cBhvr>
                                      <p:tavLst>
                                        <p:tav tm="0">
                                          <p:val>
                                            <p:strVal val="0-#ppt_w/2"/>
                                          </p:val>
                                        </p:tav>
                                        <p:tav tm="100000">
                                          <p:val>
                                            <p:strVal val="#ppt_x"/>
                                          </p:val>
                                        </p:tav>
                                      </p:tavLst>
                                    </p:anim>
                                    <p:anim calcmode="lin" valueType="num">
                                      <p:cBhvr additive="base">
                                        <p:cTn id="43" dur="500" fill="hold"/>
                                        <p:tgtEl>
                                          <p:spTgt spid="44"/>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2" presetClass="entr" presetSubtype="8" fill="hold" grpId="0" nodeType="afterEffect">
                                  <p:stCondLst>
                                    <p:cond delay="0"/>
                                  </p:stCondLst>
                                  <p:childTnLst>
                                    <p:set>
                                      <p:cBhvr>
                                        <p:cTn id="46" dur="1" fill="hold">
                                          <p:stCondLst>
                                            <p:cond delay="0"/>
                                          </p:stCondLst>
                                        </p:cTn>
                                        <p:tgtEl>
                                          <p:spTgt spid="37"/>
                                        </p:tgtEl>
                                        <p:attrNameLst>
                                          <p:attrName>style.visibility</p:attrName>
                                        </p:attrNameLst>
                                      </p:cBhvr>
                                      <p:to>
                                        <p:strVal val="visible"/>
                                      </p:to>
                                    </p:set>
                                    <p:anim calcmode="lin" valueType="num">
                                      <p:cBhvr additive="base">
                                        <p:cTn id="47" dur="500" fill="hold"/>
                                        <p:tgtEl>
                                          <p:spTgt spid="37"/>
                                        </p:tgtEl>
                                        <p:attrNameLst>
                                          <p:attrName>ppt_x</p:attrName>
                                        </p:attrNameLst>
                                      </p:cBhvr>
                                      <p:tavLst>
                                        <p:tav tm="0">
                                          <p:val>
                                            <p:strVal val="0-#ppt_w/2"/>
                                          </p:val>
                                        </p:tav>
                                        <p:tav tm="100000">
                                          <p:val>
                                            <p:strVal val="#ppt_x"/>
                                          </p:val>
                                        </p:tav>
                                      </p:tavLst>
                                    </p:anim>
                                    <p:anim calcmode="lin" valueType="num">
                                      <p:cBhvr additive="base">
                                        <p:cTn id="48" dur="500" fill="hold"/>
                                        <p:tgtEl>
                                          <p:spTgt spid="37"/>
                                        </p:tgtEl>
                                        <p:attrNameLst>
                                          <p:attrName>ppt_y</p:attrName>
                                        </p:attrNameLst>
                                      </p:cBhvr>
                                      <p:tavLst>
                                        <p:tav tm="0">
                                          <p:val>
                                            <p:strVal val="#ppt_y"/>
                                          </p:val>
                                        </p:tav>
                                        <p:tav tm="100000">
                                          <p:val>
                                            <p:strVal val="#ppt_y"/>
                                          </p:val>
                                        </p:tav>
                                      </p:tavLst>
                                    </p:anim>
                                  </p:childTnLst>
                                </p:cTn>
                              </p:par>
                            </p:childTnLst>
                          </p:cTn>
                        </p:par>
                        <p:par>
                          <p:cTn id="49" fill="hold">
                            <p:stCondLst>
                              <p:cond delay="4500"/>
                            </p:stCondLst>
                            <p:childTnLst>
                              <p:par>
                                <p:cTn id="50" presetID="2" presetClass="entr" presetSubtype="8" fill="hold" grpId="0" nodeType="afterEffect">
                                  <p:stCondLst>
                                    <p:cond delay="0"/>
                                  </p:stCondLst>
                                  <p:childTnLst>
                                    <p:set>
                                      <p:cBhvr>
                                        <p:cTn id="51" dur="1" fill="hold">
                                          <p:stCondLst>
                                            <p:cond delay="0"/>
                                          </p:stCondLst>
                                        </p:cTn>
                                        <p:tgtEl>
                                          <p:spTgt spid="32"/>
                                        </p:tgtEl>
                                        <p:attrNameLst>
                                          <p:attrName>style.visibility</p:attrName>
                                        </p:attrNameLst>
                                      </p:cBhvr>
                                      <p:to>
                                        <p:strVal val="visible"/>
                                      </p:to>
                                    </p:set>
                                    <p:anim calcmode="lin" valueType="num">
                                      <p:cBhvr additive="base">
                                        <p:cTn id="52" dur="500" fill="hold"/>
                                        <p:tgtEl>
                                          <p:spTgt spid="32"/>
                                        </p:tgtEl>
                                        <p:attrNameLst>
                                          <p:attrName>ppt_x</p:attrName>
                                        </p:attrNameLst>
                                      </p:cBhvr>
                                      <p:tavLst>
                                        <p:tav tm="0">
                                          <p:val>
                                            <p:strVal val="0-#ppt_w/2"/>
                                          </p:val>
                                        </p:tav>
                                        <p:tav tm="100000">
                                          <p:val>
                                            <p:strVal val="#ppt_x"/>
                                          </p:val>
                                        </p:tav>
                                      </p:tavLst>
                                    </p:anim>
                                    <p:anim calcmode="lin" valueType="num">
                                      <p:cBhvr additive="base">
                                        <p:cTn id="53" dur="500" fill="hold"/>
                                        <p:tgtEl>
                                          <p:spTgt spid="32"/>
                                        </p:tgtEl>
                                        <p:attrNameLst>
                                          <p:attrName>ppt_y</p:attrName>
                                        </p:attrNameLst>
                                      </p:cBhvr>
                                      <p:tavLst>
                                        <p:tav tm="0">
                                          <p:val>
                                            <p:strVal val="#ppt_y"/>
                                          </p:val>
                                        </p:tav>
                                        <p:tav tm="100000">
                                          <p:val>
                                            <p:strVal val="#ppt_y"/>
                                          </p:val>
                                        </p:tav>
                                      </p:tavLst>
                                    </p:anim>
                                  </p:childTnLst>
                                </p:cTn>
                              </p:par>
                            </p:childTnLst>
                          </p:cTn>
                        </p:par>
                        <p:par>
                          <p:cTn id="54" fill="hold">
                            <p:stCondLst>
                              <p:cond delay="5000"/>
                            </p:stCondLst>
                            <p:childTnLst>
                              <p:par>
                                <p:cTn id="55" presetID="2" presetClass="entr" presetSubtype="8" fill="hold" grpId="0" nodeType="afterEffect">
                                  <p:stCondLst>
                                    <p:cond delay="0"/>
                                  </p:stCondLst>
                                  <p:childTnLst>
                                    <p:set>
                                      <p:cBhvr>
                                        <p:cTn id="56" dur="1" fill="hold">
                                          <p:stCondLst>
                                            <p:cond delay="0"/>
                                          </p:stCondLst>
                                        </p:cTn>
                                        <p:tgtEl>
                                          <p:spTgt spid="27"/>
                                        </p:tgtEl>
                                        <p:attrNameLst>
                                          <p:attrName>style.visibility</p:attrName>
                                        </p:attrNameLst>
                                      </p:cBhvr>
                                      <p:to>
                                        <p:strVal val="visible"/>
                                      </p:to>
                                    </p:set>
                                    <p:anim calcmode="lin" valueType="num">
                                      <p:cBhvr additive="base">
                                        <p:cTn id="57" dur="500" fill="hold"/>
                                        <p:tgtEl>
                                          <p:spTgt spid="27"/>
                                        </p:tgtEl>
                                        <p:attrNameLst>
                                          <p:attrName>ppt_x</p:attrName>
                                        </p:attrNameLst>
                                      </p:cBhvr>
                                      <p:tavLst>
                                        <p:tav tm="0">
                                          <p:val>
                                            <p:strVal val="0-#ppt_w/2"/>
                                          </p:val>
                                        </p:tav>
                                        <p:tav tm="100000">
                                          <p:val>
                                            <p:strVal val="#ppt_x"/>
                                          </p:val>
                                        </p:tav>
                                      </p:tavLst>
                                    </p:anim>
                                    <p:anim calcmode="lin" valueType="num">
                                      <p:cBhvr additive="base">
                                        <p:cTn id="58" dur="500" fill="hold"/>
                                        <p:tgtEl>
                                          <p:spTgt spid="27"/>
                                        </p:tgtEl>
                                        <p:attrNameLst>
                                          <p:attrName>ppt_y</p:attrName>
                                        </p:attrNameLst>
                                      </p:cBhvr>
                                      <p:tavLst>
                                        <p:tav tm="0">
                                          <p:val>
                                            <p:strVal val="#ppt_y"/>
                                          </p:val>
                                        </p:tav>
                                        <p:tav tm="100000">
                                          <p:val>
                                            <p:strVal val="#ppt_y"/>
                                          </p:val>
                                        </p:tav>
                                      </p:tavLst>
                                    </p:anim>
                                  </p:childTnLst>
                                </p:cTn>
                              </p:par>
                            </p:childTnLst>
                          </p:cTn>
                        </p:par>
                        <p:par>
                          <p:cTn id="59" fill="hold">
                            <p:stCondLst>
                              <p:cond delay="5500"/>
                            </p:stCondLst>
                            <p:childTnLst>
                              <p:par>
                                <p:cTn id="60" presetID="2" presetClass="entr" presetSubtype="8" fill="hold" grpId="0" nodeType="afterEffect">
                                  <p:stCondLst>
                                    <p:cond delay="0"/>
                                  </p:stCondLst>
                                  <p:childTnLst>
                                    <p:set>
                                      <p:cBhvr>
                                        <p:cTn id="61" dur="1" fill="hold">
                                          <p:stCondLst>
                                            <p:cond delay="0"/>
                                          </p:stCondLst>
                                        </p:cTn>
                                        <p:tgtEl>
                                          <p:spTgt spid="21"/>
                                        </p:tgtEl>
                                        <p:attrNameLst>
                                          <p:attrName>style.visibility</p:attrName>
                                        </p:attrNameLst>
                                      </p:cBhvr>
                                      <p:to>
                                        <p:strVal val="visible"/>
                                      </p:to>
                                    </p:set>
                                    <p:anim calcmode="lin" valueType="num">
                                      <p:cBhvr additive="base">
                                        <p:cTn id="62" dur="500" fill="hold"/>
                                        <p:tgtEl>
                                          <p:spTgt spid="21"/>
                                        </p:tgtEl>
                                        <p:attrNameLst>
                                          <p:attrName>ppt_x</p:attrName>
                                        </p:attrNameLst>
                                      </p:cBhvr>
                                      <p:tavLst>
                                        <p:tav tm="0">
                                          <p:val>
                                            <p:strVal val="0-#ppt_w/2"/>
                                          </p:val>
                                        </p:tav>
                                        <p:tav tm="100000">
                                          <p:val>
                                            <p:strVal val="#ppt_x"/>
                                          </p:val>
                                        </p:tav>
                                      </p:tavLst>
                                    </p:anim>
                                    <p:anim calcmode="lin" valueType="num">
                                      <p:cBhvr additive="base">
                                        <p:cTn id="63" dur="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5" grpId="0" animBg="1"/>
      <p:bldP spid="27" grpId="0" animBg="1"/>
      <p:bldP spid="30" grpId="0" animBg="1"/>
      <p:bldP spid="32" grpId="0" animBg="1"/>
      <p:bldP spid="35" grpId="0" animBg="1"/>
      <p:bldP spid="37" grpId="0" animBg="1"/>
      <p:bldP spid="40" grpId="0"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0" y="481128"/>
            <a:ext cx="12192000" cy="646331"/>
          </a:xfrm>
          <a:prstGeom prst="rect">
            <a:avLst/>
          </a:prstGeom>
          <a:noFill/>
        </p:spPr>
        <p:txBody>
          <a:bodyPr wrap="square" rtlCol="0">
            <a:spAutoFit/>
          </a:bodyPr>
          <a:lstStyle/>
          <a:p>
            <a:pPr algn="ctr" rtl="1"/>
            <a:r>
              <a:rPr lang="ar-SA" sz="3600" b="1" u="sng" dirty="0"/>
              <a:t>ب- عيوب برامج حل المشكلات:</a:t>
            </a:r>
            <a:r>
              <a:rPr lang="en-US" sz="3600" b="1" u="sng" dirty="0"/>
              <a:t> </a:t>
            </a:r>
            <a:endParaRPr lang="en-US" sz="3600" u="sng" dirty="0"/>
          </a:p>
        </p:txBody>
      </p:sp>
      <p:sp>
        <p:nvSpPr>
          <p:cNvPr id="21" name="Rectangle 20"/>
          <p:cNvSpPr/>
          <p:nvPr/>
        </p:nvSpPr>
        <p:spPr>
          <a:xfrm>
            <a:off x="0" y="2110764"/>
            <a:ext cx="5849257" cy="1886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TextBox 22"/>
          <p:cNvSpPr txBox="1"/>
          <p:nvPr/>
        </p:nvSpPr>
        <p:spPr>
          <a:xfrm>
            <a:off x="6499699" y="1602226"/>
            <a:ext cx="5518129" cy="1200329"/>
          </a:xfrm>
          <a:prstGeom prst="rect">
            <a:avLst/>
          </a:prstGeom>
          <a:noFill/>
        </p:spPr>
        <p:txBody>
          <a:bodyPr wrap="square" rtlCol="0">
            <a:spAutoFit/>
          </a:bodyPr>
          <a:lstStyle/>
          <a:p>
            <a:pPr algn="ctr" rtl="1" fontAlgn="auto">
              <a:spcBef>
                <a:spcPts val="0"/>
              </a:spcBef>
              <a:spcAft>
                <a:spcPts val="0"/>
              </a:spcAft>
            </a:pPr>
            <a:r>
              <a:rPr lang="ar-SA" sz="2400" b="1" dirty="0"/>
              <a:t>يعتمد هذا البرنامج على لغتين هما لغة</a:t>
            </a:r>
            <a:r>
              <a:rPr lang="en-US" sz="2400" b="1" dirty="0"/>
              <a:t> </a:t>
            </a:r>
            <a:r>
              <a:rPr lang="ar-SA" sz="2400" b="1" dirty="0"/>
              <a:t>البيسك والباسكال (</a:t>
            </a:r>
            <a:r>
              <a:rPr lang="en-US" sz="2400" b="1" dirty="0"/>
              <a:t>Basic</a:t>
            </a:r>
            <a:r>
              <a:rPr lang="ar-SA" sz="2400" b="1" dirty="0"/>
              <a:t> &amp; </a:t>
            </a:r>
            <a:r>
              <a:rPr lang="en-US" sz="2400" b="1" dirty="0"/>
              <a:t>Pascal</a:t>
            </a:r>
            <a:r>
              <a:rPr lang="ar-SA" sz="2400" b="1" dirty="0"/>
              <a:t>) وهما في طريقهما إلى الاندثار والزوال</a:t>
            </a:r>
            <a:endParaRPr lang="en-US" sz="2400" b="1" dirty="0">
              <a:solidFill>
                <a:srgbClr val="17406D">
                  <a:lumMod val="50000"/>
                </a:srgbClr>
              </a:solidFill>
              <a:latin typeface="Bebas Neue" panose="020B0606020202050201" pitchFamily="34" charset="0"/>
            </a:endParaRPr>
          </a:p>
        </p:txBody>
      </p:sp>
      <p:sp>
        <p:nvSpPr>
          <p:cNvPr id="25" name="Oval 24"/>
          <p:cNvSpPr/>
          <p:nvPr/>
        </p:nvSpPr>
        <p:spPr>
          <a:xfrm>
            <a:off x="5722429" y="1836631"/>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6" name="Picture 2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943600" y="2049991"/>
            <a:ext cx="304800" cy="304800"/>
          </a:xfrm>
          <a:prstGeom prst="rect">
            <a:avLst/>
          </a:prstGeom>
        </p:spPr>
      </p:pic>
      <p:sp>
        <p:nvSpPr>
          <p:cNvPr id="27" name="Rectangle 26"/>
          <p:cNvSpPr/>
          <p:nvPr/>
        </p:nvSpPr>
        <p:spPr>
          <a:xfrm>
            <a:off x="0" y="3098821"/>
            <a:ext cx="5849257" cy="18868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9" name="TextBox 28"/>
          <p:cNvSpPr txBox="1"/>
          <p:nvPr/>
        </p:nvSpPr>
        <p:spPr>
          <a:xfrm>
            <a:off x="6647756" y="2824688"/>
            <a:ext cx="5146138" cy="830997"/>
          </a:xfrm>
          <a:prstGeom prst="rect">
            <a:avLst/>
          </a:prstGeom>
          <a:noFill/>
        </p:spPr>
        <p:txBody>
          <a:bodyPr wrap="square" rtlCol="0">
            <a:spAutoFit/>
          </a:bodyPr>
          <a:lstStyle/>
          <a:p>
            <a:pPr algn="ctr" fontAlgn="auto">
              <a:spcBef>
                <a:spcPts val="0"/>
              </a:spcBef>
              <a:spcAft>
                <a:spcPts val="0"/>
              </a:spcAft>
            </a:pPr>
            <a:r>
              <a:rPr lang="ar-SA" sz="2400" b="1" dirty="0"/>
              <a:t>يناسب هذا البرنامج المستويات</a:t>
            </a:r>
            <a:r>
              <a:rPr lang="en-US" sz="2400" b="1" dirty="0"/>
              <a:t> </a:t>
            </a:r>
            <a:r>
              <a:rPr lang="ar-SA" sz="2400" b="1" dirty="0"/>
              <a:t>العليا من التعليم أكثر من المستويات الدنيا</a:t>
            </a:r>
            <a:endParaRPr lang="en-US" sz="2400" b="1" dirty="0">
              <a:solidFill>
                <a:srgbClr val="17406D">
                  <a:lumMod val="50000"/>
                </a:srgbClr>
              </a:solidFill>
              <a:latin typeface="Bebas Neue" panose="020B0606020202050201" pitchFamily="34" charset="0"/>
            </a:endParaRPr>
          </a:p>
        </p:txBody>
      </p:sp>
      <p:sp>
        <p:nvSpPr>
          <p:cNvPr id="30" name="Oval 29"/>
          <p:cNvSpPr/>
          <p:nvPr/>
        </p:nvSpPr>
        <p:spPr>
          <a:xfrm>
            <a:off x="5722429" y="2824688"/>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2" name="Rectangle 31"/>
          <p:cNvSpPr/>
          <p:nvPr/>
        </p:nvSpPr>
        <p:spPr>
          <a:xfrm>
            <a:off x="0" y="4087397"/>
            <a:ext cx="5849257" cy="1886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4" name="TextBox 33"/>
          <p:cNvSpPr txBox="1"/>
          <p:nvPr/>
        </p:nvSpPr>
        <p:spPr>
          <a:xfrm>
            <a:off x="6647755" y="3813264"/>
            <a:ext cx="5370073" cy="461665"/>
          </a:xfrm>
          <a:prstGeom prst="rect">
            <a:avLst/>
          </a:prstGeom>
          <a:noFill/>
        </p:spPr>
        <p:txBody>
          <a:bodyPr wrap="square" rtlCol="0">
            <a:spAutoFit/>
          </a:bodyPr>
          <a:lstStyle/>
          <a:p>
            <a:pPr algn="ctr" fontAlgn="auto">
              <a:spcBef>
                <a:spcPts val="0"/>
              </a:spcBef>
              <a:spcAft>
                <a:spcPts val="0"/>
              </a:spcAft>
            </a:pPr>
            <a:r>
              <a:rPr lang="ar-SA" sz="2400" b="1" dirty="0"/>
              <a:t>يناسب</a:t>
            </a:r>
            <a:r>
              <a:rPr lang="en-US" sz="2400" b="1" dirty="0"/>
              <a:t> </a:t>
            </a:r>
            <a:r>
              <a:rPr lang="ar-SA" sz="2400" b="1" dirty="0"/>
              <a:t>الطلبة المتميزين بالذكاء والتفوق</a:t>
            </a:r>
            <a:endParaRPr lang="en-US" sz="2400" b="1" dirty="0">
              <a:solidFill>
                <a:srgbClr val="17406D">
                  <a:lumMod val="50000"/>
                </a:srgbClr>
              </a:solidFill>
              <a:latin typeface="Bebas Neue" panose="020B0606020202050201" pitchFamily="34" charset="0"/>
            </a:endParaRPr>
          </a:p>
        </p:txBody>
      </p:sp>
      <p:sp>
        <p:nvSpPr>
          <p:cNvPr id="35" name="Oval 34"/>
          <p:cNvSpPr/>
          <p:nvPr/>
        </p:nvSpPr>
        <p:spPr>
          <a:xfrm>
            <a:off x="5722429" y="3813264"/>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7" name="Rectangle 36"/>
          <p:cNvSpPr/>
          <p:nvPr/>
        </p:nvSpPr>
        <p:spPr>
          <a:xfrm>
            <a:off x="0" y="5072990"/>
            <a:ext cx="5849257" cy="18868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9" name="TextBox 38"/>
          <p:cNvSpPr txBox="1"/>
          <p:nvPr/>
        </p:nvSpPr>
        <p:spPr>
          <a:xfrm>
            <a:off x="6667309" y="4749118"/>
            <a:ext cx="5015481" cy="830997"/>
          </a:xfrm>
          <a:prstGeom prst="rect">
            <a:avLst/>
          </a:prstGeom>
          <a:noFill/>
        </p:spPr>
        <p:txBody>
          <a:bodyPr wrap="square" rtlCol="0">
            <a:spAutoFit/>
          </a:bodyPr>
          <a:lstStyle/>
          <a:p>
            <a:pPr algn="ctr" fontAlgn="auto">
              <a:spcBef>
                <a:spcPts val="0"/>
              </a:spcBef>
              <a:spcAft>
                <a:spcPts val="0"/>
              </a:spcAft>
            </a:pPr>
            <a:r>
              <a:rPr lang="ar-SA" sz="2400" b="1" dirty="0"/>
              <a:t>لا يناسب جميع المواد الدراسية، وخاصة الإنسانية منها</a:t>
            </a:r>
            <a:endParaRPr lang="en-US" sz="2400" b="1" dirty="0">
              <a:solidFill>
                <a:srgbClr val="17406D">
                  <a:lumMod val="50000"/>
                </a:srgbClr>
              </a:solidFill>
              <a:latin typeface="Bebas Neue" panose="020B0606020202050201" pitchFamily="34" charset="0"/>
            </a:endParaRPr>
          </a:p>
        </p:txBody>
      </p:sp>
      <p:sp>
        <p:nvSpPr>
          <p:cNvPr id="40" name="Oval 39"/>
          <p:cNvSpPr/>
          <p:nvPr/>
        </p:nvSpPr>
        <p:spPr>
          <a:xfrm>
            <a:off x="5722429" y="4798857"/>
            <a:ext cx="731520" cy="73152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2" name="Picture 4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943600" y="3038048"/>
            <a:ext cx="304800" cy="304800"/>
          </a:xfrm>
          <a:prstGeom prst="rect">
            <a:avLst/>
          </a:prstGeom>
        </p:spPr>
      </p:pic>
      <p:pic>
        <p:nvPicPr>
          <p:cNvPr id="43" name="Picture 4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35789" y="4026624"/>
            <a:ext cx="304800" cy="304800"/>
          </a:xfrm>
          <a:prstGeom prst="rect">
            <a:avLst/>
          </a:prstGeom>
        </p:spPr>
      </p:pic>
      <p:pic>
        <p:nvPicPr>
          <p:cNvPr id="44" name="Picture 4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935789" y="5029689"/>
            <a:ext cx="304800" cy="304800"/>
          </a:xfrm>
          <a:prstGeom prst="rect">
            <a:avLst/>
          </a:prstGeom>
        </p:spPr>
      </p:pic>
      <p:sp>
        <p:nvSpPr>
          <p:cNvPr id="1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7202999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0-#ppt_w/2"/>
                                          </p:val>
                                        </p:tav>
                                        <p:tav tm="100000">
                                          <p:val>
                                            <p:strVal val="#ppt_x"/>
                                          </p:val>
                                        </p:tav>
                                      </p:tavLst>
                                    </p:anim>
                                    <p:anim calcmode="lin" valueType="num">
                                      <p:cBhvr additive="base">
                                        <p:cTn id="13" dur="500" fill="hold"/>
                                        <p:tgtEl>
                                          <p:spTgt spid="26"/>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additive="base">
                                        <p:cTn id="17" dur="500" fill="hold"/>
                                        <p:tgtEl>
                                          <p:spTgt spid="30"/>
                                        </p:tgtEl>
                                        <p:attrNameLst>
                                          <p:attrName>ppt_x</p:attrName>
                                        </p:attrNameLst>
                                      </p:cBhvr>
                                      <p:tavLst>
                                        <p:tav tm="0">
                                          <p:val>
                                            <p:strVal val="0-#ppt_w/2"/>
                                          </p:val>
                                        </p:tav>
                                        <p:tav tm="100000">
                                          <p:val>
                                            <p:strVal val="#ppt_x"/>
                                          </p:val>
                                        </p:tav>
                                      </p:tavLst>
                                    </p:anim>
                                    <p:anim calcmode="lin" valueType="num">
                                      <p:cBhvr additive="base">
                                        <p:cTn id="18" dur="500" fill="hold"/>
                                        <p:tgtEl>
                                          <p:spTgt spid="30"/>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fill="hold" nodeType="afterEffect">
                                  <p:stCondLst>
                                    <p:cond delay="0"/>
                                  </p:stCondLst>
                                  <p:childTnLst>
                                    <p:set>
                                      <p:cBhvr>
                                        <p:cTn id="21" dur="1" fill="hold">
                                          <p:stCondLst>
                                            <p:cond delay="0"/>
                                          </p:stCondLst>
                                        </p:cTn>
                                        <p:tgtEl>
                                          <p:spTgt spid="42"/>
                                        </p:tgtEl>
                                        <p:attrNameLst>
                                          <p:attrName>style.visibility</p:attrName>
                                        </p:attrNameLst>
                                      </p:cBhvr>
                                      <p:to>
                                        <p:strVal val="visible"/>
                                      </p:to>
                                    </p:set>
                                    <p:anim calcmode="lin" valueType="num">
                                      <p:cBhvr additive="base">
                                        <p:cTn id="22" dur="500" fill="hold"/>
                                        <p:tgtEl>
                                          <p:spTgt spid="42"/>
                                        </p:tgtEl>
                                        <p:attrNameLst>
                                          <p:attrName>ppt_x</p:attrName>
                                        </p:attrNameLst>
                                      </p:cBhvr>
                                      <p:tavLst>
                                        <p:tav tm="0">
                                          <p:val>
                                            <p:strVal val="0-#ppt_w/2"/>
                                          </p:val>
                                        </p:tav>
                                        <p:tav tm="100000">
                                          <p:val>
                                            <p:strVal val="#ppt_x"/>
                                          </p:val>
                                        </p:tav>
                                      </p:tavLst>
                                    </p:anim>
                                    <p:anim calcmode="lin" valueType="num">
                                      <p:cBhvr additive="base">
                                        <p:cTn id="23" dur="500" fill="hold"/>
                                        <p:tgtEl>
                                          <p:spTgt spid="42"/>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8" fill="hold" grpId="0" nodeType="afterEffect">
                                  <p:stCondLst>
                                    <p:cond delay="0"/>
                                  </p:stCondLst>
                                  <p:childTnLst>
                                    <p:set>
                                      <p:cBhvr>
                                        <p:cTn id="26" dur="1" fill="hold">
                                          <p:stCondLst>
                                            <p:cond delay="0"/>
                                          </p:stCondLst>
                                        </p:cTn>
                                        <p:tgtEl>
                                          <p:spTgt spid="35"/>
                                        </p:tgtEl>
                                        <p:attrNameLst>
                                          <p:attrName>style.visibility</p:attrName>
                                        </p:attrNameLst>
                                      </p:cBhvr>
                                      <p:to>
                                        <p:strVal val="visible"/>
                                      </p:to>
                                    </p:set>
                                    <p:anim calcmode="lin" valueType="num">
                                      <p:cBhvr additive="base">
                                        <p:cTn id="27" dur="500" fill="hold"/>
                                        <p:tgtEl>
                                          <p:spTgt spid="35"/>
                                        </p:tgtEl>
                                        <p:attrNameLst>
                                          <p:attrName>ppt_x</p:attrName>
                                        </p:attrNameLst>
                                      </p:cBhvr>
                                      <p:tavLst>
                                        <p:tav tm="0">
                                          <p:val>
                                            <p:strVal val="0-#ppt_w/2"/>
                                          </p:val>
                                        </p:tav>
                                        <p:tav tm="100000">
                                          <p:val>
                                            <p:strVal val="#ppt_x"/>
                                          </p:val>
                                        </p:tav>
                                      </p:tavLst>
                                    </p:anim>
                                    <p:anim calcmode="lin" valueType="num">
                                      <p:cBhvr additive="base">
                                        <p:cTn id="28" dur="500" fill="hold"/>
                                        <p:tgtEl>
                                          <p:spTgt spid="35"/>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fill="hold" nodeType="afterEffect">
                                  <p:stCondLst>
                                    <p:cond delay="0"/>
                                  </p:stCondLst>
                                  <p:childTnLst>
                                    <p:set>
                                      <p:cBhvr>
                                        <p:cTn id="31" dur="1" fill="hold">
                                          <p:stCondLst>
                                            <p:cond delay="0"/>
                                          </p:stCondLst>
                                        </p:cTn>
                                        <p:tgtEl>
                                          <p:spTgt spid="43"/>
                                        </p:tgtEl>
                                        <p:attrNameLst>
                                          <p:attrName>style.visibility</p:attrName>
                                        </p:attrNameLst>
                                      </p:cBhvr>
                                      <p:to>
                                        <p:strVal val="visible"/>
                                      </p:to>
                                    </p:set>
                                    <p:anim calcmode="lin" valueType="num">
                                      <p:cBhvr additive="base">
                                        <p:cTn id="32" dur="500" fill="hold"/>
                                        <p:tgtEl>
                                          <p:spTgt spid="43"/>
                                        </p:tgtEl>
                                        <p:attrNameLst>
                                          <p:attrName>ppt_x</p:attrName>
                                        </p:attrNameLst>
                                      </p:cBhvr>
                                      <p:tavLst>
                                        <p:tav tm="0">
                                          <p:val>
                                            <p:strVal val="0-#ppt_w/2"/>
                                          </p:val>
                                        </p:tav>
                                        <p:tav tm="100000">
                                          <p:val>
                                            <p:strVal val="#ppt_x"/>
                                          </p:val>
                                        </p:tav>
                                      </p:tavLst>
                                    </p:anim>
                                    <p:anim calcmode="lin" valueType="num">
                                      <p:cBhvr additive="base">
                                        <p:cTn id="33" dur="500" fill="hold"/>
                                        <p:tgtEl>
                                          <p:spTgt spid="43"/>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8" fill="hold" grpId="0" nodeType="afterEffect">
                                  <p:stCondLst>
                                    <p:cond delay="0"/>
                                  </p:stCondLst>
                                  <p:childTnLst>
                                    <p:set>
                                      <p:cBhvr>
                                        <p:cTn id="36" dur="1" fill="hold">
                                          <p:stCondLst>
                                            <p:cond delay="0"/>
                                          </p:stCondLst>
                                        </p:cTn>
                                        <p:tgtEl>
                                          <p:spTgt spid="40"/>
                                        </p:tgtEl>
                                        <p:attrNameLst>
                                          <p:attrName>style.visibility</p:attrName>
                                        </p:attrNameLst>
                                      </p:cBhvr>
                                      <p:to>
                                        <p:strVal val="visible"/>
                                      </p:to>
                                    </p:set>
                                    <p:anim calcmode="lin" valueType="num">
                                      <p:cBhvr additive="base">
                                        <p:cTn id="37" dur="500" fill="hold"/>
                                        <p:tgtEl>
                                          <p:spTgt spid="40"/>
                                        </p:tgtEl>
                                        <p:attrNameLst>
                                          <p:attrName>ppt_x</p:attrName>
                                        </p:attrNameLst>
                                      </p:cBhvr>
                                      <p:tavLst>
                                        <p:tav tm="0">
                                          <p:val>
                                            <p:strVal val="0-#ppt_w/2"/>
                                          </p:val>
                                        </p:tav>
                                        <p:tav tm="100000">
                                          <p:val>
                                            <p:strVal val="#ppt_x"/>
                                          </p:val>
                                        </p:tav>
                                      </p:tavLst>
                                    </p:anim>
                                    <p:anim calcmode="lin" valueType="num">
                                      <p:cBhvr additive="base">
                                        <p:cTn id="38" dur="500" fill="hold"/>
                                        <p:tgtEl>
                                          <p:spTgt spid="40"/>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8" fill="hold" nodeType="afterEffect">
                                  <p:stCondLst>
                                    <p:cond delay="0"/>
                                  </p:stCondLst>
                                  <p:childTnLst>
                                    <p:set>
                                      <p:cBhvr>
                                        <p:cTn id="41" dur="1" fill="hold">
                                          <p:stCondLst>
                                            <p:cond delay="0"/>
                                          </p:stCondLst>
                                        </p:cTn>
                                        <p:tgtEl>
                                          <p:spTgt spid="44"/>
                                        </p:tgtEl>
                                        <p:attrNameLst>
                                          <p:attrName>style.visibility</p:attrName>
                                        </p:attrNameLst>
                                      </p:cBhvr>
                                      <p:to>
                                        <p:strVal val="visible"/>
                                      </p:to>
                                    </p:set>
                                    <p:anim calcmode="lin" valueType="num">
                                      <p:cBhvr additive="base">
                                        <p:cTn id="42" dur="500" fill="hold"/>
                                        <p:tgtEl>
                                          <p:spTgt spid="44"/>
                                        </p:tgtEl>
                                        <p:attrNameLst>
                                          <p:attrName>ppt_x</p:attrName>
                                        </p:attrNameLst>
                                      </p:cBhvr>
                                      <p:tavLst>
                                        <p:tav tm="0">
                                          <p:val>
                                            <p:strVal val="0-#ppt_w/2"/>
                                          </p:val>
                                        </p:tav>
                                        <p:tav tm="100000">
                                          <p:val>
                                            <p:strVal val="#ppt_x"/>
                                          </p:val>
                                        </p:tav>
                                      </p:tavLst>
                                    </p:anim>
                                    <p:anim calcmode="lin" valueType="num">
                                      <p:cBhvr additive="base">
                                        <p:cTn id="43" dur="500" fill="hold"/>
                                        <p:tgtEl>
                                          <p:spTgt spid="44"/>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2" presetClass="entr" presetSubtype="8" fill="hold" grpId="0" nodeType="afterEffect">
                                  <p:stCondLst>
                                    <p:cond delay="0"/>
                                  </p:stCondLst>
                                  <p:childTnLst>
                                    <p:set>
                                      <p:cBhvr>
                                        <p:cTn id="46" dur="1" fill="hold">
                                          <p:stCondLst>
                                            <p:cond delay="0"/>
                                          </p:stCondLst>
                                        </p:cTn>
                                        <p:tgtEl>
                                          <p:spTgt spid="37"/>
                                        </p:tgtEl>
                                        <p:attrNameLst>
                                          <p:attrName>style.visibility</p:attrName>
                                        </p:attrNameLst>
                                      </p:cBhvr>
                                      <p:to>
                                        <p:strVal val="visible"/>
                                      </p:to>
                                    </p:set>
                                    <p:anim calcmode="lin" valueType="num">
                                      <p:cBhvr additive="base">
                                        <p:cTn id="47" dur="500" fill="hold"/>
                                        <p:tgtEl>
                                          <p:spTgt spid="37"/>
                                        </p:tgtEl>
                                        <p:attrNameLst>
                                          <p:attrName>ppt_x</p:attrName>
                                        </p:attrNameLst>
                                      </p:cBhvr>
                                      <p:tavLst>
                                        <p:tav tm="0">
                                          <p:val>
                                            <p:strVal val="0-#ppt_w/2"/>
                                          </p:val>
                                        </p:tav>
                                        <p:tav tm="100000">
                                          <p:val>
                                            <p:strVal val="#ppt_x"/>
                                          </p:val>
                                        </p:tav>
                                      </p:tavLst>
                                    </p:anim>
                                    <p:anim calcmode="lin" valueType="num">
                                      <p:cBhvr additive="base">
                                        <p:cTn id="48" dur="500" fill="hold"/>
                                        <p:tgtEl>
                                          <p:spTgt spid="37"/>
                                        </p:tgtEl>
                                        <p:attrNameLst>
                                          <p:attrName>ppt_y</p:attrName>
                                        </p:attrNameLst>
                                      </p:cBhvr>
                                      <p:tavLst>
                                        <p:tav tm="0">
                                          <p:val>
                                            <p:strVal val="#ppt_y"/>
                                          </p:val>
                                        </p:tav>
                                        <p:tav tm="100000">
                                          <p:val>
                                            <p:strVal val="#ppt_y"/>
                                          </p:val>
                                        </p:tav>
                                      </p:tavLst>
                                    </p:anim>
                                  </p:childTnLst>
                                </p:cTn>
                              </p:par>
                            </p:childTnLst>
                          </p:cTn>
                        </p:par>
                        <p:par>
                          <p:cTn id="49" fill="hold">
                            <p:stCondLst>
                              <p:cond delay="4500"/>
                            </p:stCondLst>
                            <p:childTnLst>
                              <p:par>
                                <p:cTn id="50" presetID="2" presetClass="entr" presetSubtype="8" fill="hold" grpId="0" nodeType="afterEffect">
                                  <p:stCondLst>
                                    <p:cond delay="0"/>
                                  </p:stCondLst>
                                  <p:childTnLst>
                                    <p:set>
                                      <p:cBhvr>
                                        <p:cTn id="51" dur="1" fill="hold">
                                          <p:stCondLst>
                                            <p:cond delay="0"/>
                                          </p:stCondLst>
                                        </p:cTn>
                                        <p:tgtEl>
                                          <p:spTgt spid="32"/>
                                        </p:tgtEl>
                                        <p:attrNameLst>
                                          <p:attrName>style.visibility</p:attrName>
                                        </p:attrNameLst>
                                      </p:cBhvr>
                                      <p:to>
                                        <p:strVal val="visible"/>
                                      </p:to>
                                    </p:set>
                                    <p:anim calcmode="lin" valueType="num">
                                      <p:cBhvr additive="base">
                                        <p:cTn id="52" dur="500" fill="hold"/>
                                        <p:tgtEl>
                                          <p:spTgt spid="32"/>
                                        </p:tgtEl>
                                        <p:attrNameLst>
                                          <p:attrName>ppt_x</p:attrName>
                                        </p:attrNameLst>
                                      </p:cBhvr>
                                      <p:tavLst>
                                        <p:tav tm="0">
                                          <p:val>
                                            <p:strVal val="0-#ppt_w/2"/>
                                          </p:val>
                                        </p:tav>
                                        <p:tav tm="100000">
                                          <p:val>
                                            <p:strVal val="#ppt_x"/>
                                          </p:val>
                                        </p:tav>
                                      </p:tavLst>
                                    </p:anim>
                                    <p:anim calcmode="lin" valueType="num">
                                      <p:cBhvr additive="base">
                                        <p:cTn id="53" dur="500" fill="hold"/>
                                        <p:tgtEl>
                                          <p:spTgt spid="32"/>
                                        </p:tgtEl>
                                        <p:attrNameLst>
                                          <p:attrName>ppt_y</p:attrName>
                                        </p:attrNameLst>
                                      </p:cBhvr>
                                      <p:tavLst>
                                        <p:tav tm="0">
                                          <p:val>
                                            <p:strVal val="#ppt_y"/>
                                          </p:val>
                                        </p:tav>
                                        <p:tav tm="100000">
                                          <p:val>
                                            <p:strVal val="#ppt_y"/>
                                          </p:val>
                                        </p:tav>
                                      </p:tavLst>
                                    </p:anim>
                                  </p:childTnLst>
                                </p:cTn>
                              </p:par>
                            </p:childTnLst>
                          </p:cTn>
                        </p:par>
                        <p:par>
                          <p:cTn id="54" fill="hold">
                            <p:stCondLst>
                              <p:cond delay="5000"/>
                            </p:stCondLst>
                            <p:childTnLst>
                              <p:par>
                                <p:cTn id="55" presetID="2" presetClass="entr" presetSubtype="8" fill="hold" grpId="0" nodeType="afterEffect">
                                  <p:stCondLst>
                                    <p:cond delay="0"/>
                                  </p:stCondLst>
                                  <p:childTnLst>
                                    <p:set>
                                      <p:cBhvr>
                                        <p:cTn id="56" dur="1" fill="hold">
                                          <p:stCondLst>
                                            <p:cond delay="0"/>
                                          </p:stCondLst>
                                        </p:cTn>
                                        <p:tgtEl>
                                          <p:spTgt spid="27"/>
                                        </p:tgtEl>
                                        <p:attrNameLst>
                                          <p:attrName>style.visibility</p:attrName>
                                        </p:attrNameLst>
                                      </p:cBhvr>
                                      <p:to>
                                        <p:strVal val="visible"/>
                                      </p:to>
                                    </p:set>
                                    <p:anim calcmode="lin" valueType="num">
                                      <p:cBhvr additive="base">
                                        <p:cTn id="57" dur="500" fill="hold"/>
                                        <p:tgtEl>
                                          <p:spTgt spid="27"/>
                                        </p:tgtEl>
                                        <p:attrNameLst>
                                          <p:attrName>ppt_x</p:attrName>
                                        </p:attrNameLst>
                                      </p:cBhvr>
                                      <p:tavLst>
                                        <p:tav tm="0">
                                          <p:val>
                                            <p:strVal val="0-#ppt_w/2"/>
                                          </p:val>
                                        </p:tav>
                                        <p:tav tm="100000">
                                          <p:val>
                                            <p:strVal val="#ppt_x"/>
                                          </p:val>
                                        </p:tav>
                                      </p:tavLst>
                                    </p:anim>
                                    <p:anim calcmode="lin" valueType="num">
                                      <p:cBhvr additive="base">
                                        <p:cTn id="58" dur="500" fill="hold"/>
                                        <p:tgtEl>
                                          <p:spTgt spid="27"/>
                                        </p:tgtEl>
                                        <p:attrNameLst>
                                          <p:attrName>ppt_y</p:attrName>
                                        </p:attrNameLst>
                                      </p:cBhvr>
                                      <p:tavLst>
                                        <p:tav tm="0">
                                          <p:val>
                                            <p:strVal val="#ppt_y"/>
                                          </p:val>
                                        </p:tav>
                                        <p:tav tm="100000">
                                          <p:val>
                                            <p:strVal val="#ppt_y"/>
                                          </p:val>
                                        </p:tav>
                                      </p:tavLst>
                                    </p:anim>
                                  </p:childTnLst>
                                </p:cTn>
                              </p:par>
                            </p:childTnLst>
                          </p:cTn>
                        </p:par>
                        <p:par>
                          <p:cTn id="59" fill="hold">
                            <p:stCondLst>
                              <p:cond delay="5500"/>
                            </p:stCondLst>
                            <p:childTnLst>
                              <p:par>
                                <p:cTn id="60" presetID="2" presetClass="entr" presetSubtype="8" fill="hold" grpId="0" nodeType="afterEffect">
                                  <p:stCondLst>
                                    <p:cond delay="0"/>
                                  </p:stCondLst>
                                  <p:childTnLst>
                                    <p:set>
                                      <p:cBhvr>
                                        <p:cTn id="61" dur="1" fill="hold">
                                          <p:stCondLst>
                                            <p:cond delay="0"/>
                                          </p:stCondLst>
                                        </p:cTn>
                                        <p:tgtEl>
                                          <p:spTgt spid="21"/>
                                        </p:tgtEl>
                                        <p:attrNameLst>
                                          <p:attrName>style.visibility</p:attrName>
                                        </p:attrNameLst>
                                      </p:cBhvr>
                                      <p:to>
                                        <p:strVal val="visible"/>
                                      </p:to>
                                    </p:set>
                                    <p:anim calcmode="lin" valueType="num">
                                      <p:cBhvr additive="base">
                                        <p:cTn id="62" dur="500" fill="hold"/>
                                        <p:tgtEl>
                                          <p:spTgt spid="21"/>
                                        </p:tgtEl>
                                        <p:attrNameLst>
                                          <p:attrName>ppt_x</p:attrName>
                                        </p:attrNameLst>
                                      </p:cBhvr>
                                      <p:tavLst>
                                        <p:tav tm="0">
                                          <p:val>
                                            <p:strVal val="0-#ppt_w/2"/>
                                          </p:val>
                                        </p:tav>
                                        <p:tav tm="100000">
                                          <p:val>
                                            <p:strVal val="#ppt_x"/>
                                          </p:val>
                                        </p:tav>
                                      </p:tavLst>
                                    </p:anim>
                                    <p:anim calcmode="lin" valueType="num">
                                      <p:cBhvr additive="base">
                                        <p:cTn id="63" dur="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5" grpId="0" animBg="1"/>
      <p:bldP spid="27" grpId="0" animBg="1"/>
      <p:bldP spid="30" grpId="0" animBg="1"/>
      <p:bldP spid="32" grpId="0" animBg="1"/>
      <p:bldP spid="35" grpId="0" animBg="1"/>
      <p:bldP spid="37" grpId="0" animBg="1"/>
      <p:bldP spid="40"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21" name="Group 3220"/>
          <p:cNvGrpSpPr/>
          <p:nvPr/>
        </p:nvGrpSpPr>
        <p:grpSpPr>
          <a:xfrm>
            <a:off x="8026959" y="1353046"/>
            <a:ext cx="3265488" cy="5226050"/>
            <a:chOff x="4314825" y="843456"/>
            <a:chExt cx="3265488" cy="5226050"/>
          </a:xfrm>
        </p:grpSpPr>
        <p:sp>
          <p:nvSpPr>
            <p:cNvPr id="3192" name="Freeform 150"/>
            <p:cNvSpPr>
              <a:spLocks/>
            </p:cNvSpPr>
            <p:nvPr/>
          </p:nvSpPr>
          <p:spPr bwMode="auto">
            <a:xfrm>
              <a:off x="6057900" y="2889744"/>
              <a:ext cx="928688" cy="1362075"/>
            </a:xfrm>
            <a:custGeom>
              <a:avLst/>
              <a:gdLst>
                <a:gd name="T0" fmla="*/ 293 w 433"/>
                <a:gd name="T1" fmla="*/ 94 h 635"/>
                <a:gd name="T2" fmla="*/ 334 w 433"/>
                <a:gd name="T3" fmla="*/ 80 h 635"/>
                <a:gd name="T4" fmla="*/ 401 w 433"/>
                <a:gd name="T5" fmla="*/ 118 h 635"/>
                <a:gd name="T6" fmla="*/ 433 w 433"/>
                <a:gd name="T7" fmla="*/ 118 h 635"/>
                <a:gd name="T8" fmla="*/ 433 w 433"/>
                <a:gd name="T9" fmla="*/ 0 h 635"/>
                <a:gd name="T10" fmla="*/ 0 w 433"/>
                <a:gd name="T11" fmla="*/ 0 h 635"/>
                <a:gd name="T12" fmla="*/ 0 w 433"/>
                <a:gd name="T13" fmla="*/ 463 h 635"/>
                <a:gd name="T14" fmla="*/ 158 w 433"/>
                <a:gd name="T15" fmla="*/ 463 h 635"/>
                <a:gd name="T16" fmla="*/ 169 w 433"/>
                <a:gd name="T17" fmla="*/ 474 h 635"/>
                <a:gd name="T18" fmla="*/ 169 w 433"/>
                <a:gd name="T19" fmla="*/ 528 h 635"/>
                <a:gd name="T20" fmla="*/ 165 w 433"/>
                <a:gd name="T21" fmla="*/ 537 h 635"/>
                <a:gd name="T22" fmla="*/ 129 w 433"/>
                <a:gd name="T23" fmla="*/ 586 h 635"/>
                <a:gd name="T24" fmla="*/ 141 w 433"/>
                <a:gd name="T25" fmla="*/ 619 h 635"/>
                <a:gd name="T26" fmla="*/ 183 w 433"/>
                <a:gd name="T27" fmla="*/ 635 h 635"/>
                <a:gd name="T28" fmla="*/ 250 w 433"/>
                <a:gd name="T29" fmla="*/ 594 h 635"/>
                <a:gd name="T30" fmla="*/ 210 w 433"/>
                <a:gd name="T31" fmla="*/ 533 h 635"/>
                <a:gd name="T32" fmla="*/ 204 w 433"/>
                <a:gd name="T33" fmla="*/ 524 h 635"/>
                <a:gd name="T34" fmla="*/ 204 w 433"/>
                <a:gd name="T35" fmla="*/ 471 h 635"/>
                <a:gd name="T36" fmla="*/ 215 w 433"/>
                <a:gd name="T37" fmla="*/ 460 h 635"/>
                <a:gd name="T38" fmla="*/ 433 w 433"/>
                <a:gd name="T39" fmla="*/ 460 h 635"/>
                <a:gd name="T40" fmla="*/ 433 w 433"/>
                <a:gd name="T41" fmla="*/ 199 h 635"/>
                <a:gd name="T42" fmla="*/ 410 w 433"/>
                <a:gd name="T43" fmla="*/ 199 h 635"/>
                <a:gd name="T44" fmla="*/ 338 w 433"/>
                <a:gd name="T45" fmla="*/ 243 h 635"/>
                <a:gd name="T46" fmla="*/ 270 w 433"/>
                <a:gd name="T47" fmla="*/ 161 h 635"/>
                <a:gd name="T48" fmla="*/ 293 w 433"/>
                <a:gd name="T49" fmla="*/ 94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3" h="635">
                  <a:moveTo>
                    <a:pt x="293" y="94"/>
                  </a:moveTo>
                  <a:cubicBezTo>
                    <a:pt x="304" y="84"/>
                    <a:pt x="318" y="79"/>
                    <a:pt x="334" y="80"/>
                  </a:cubicBezTo>
                  <a:cubicBezTo>
                    <a:pt x="360" y="81"/>
                    <a:pt x="391" y="108"/>
                    <a:pt x="401" y="118"/>
                  </a:cubicBezTo>
                  <a:cubicBezTo>
                    <a:pt x="433" y="118"/>
                    <a:pt x="433" y="118"/>
                    <a:pt x="433" y="118"/>
                  </a:cubicBezTo>
                  <a:cubicBezTo>
                    <a:pt x="433" y="0"/>
                    <a:pt x="433" y="0"/>
                    <a:pt x="433" y="0"/>
                  </a:cubicBezTo>
                  <a:cubicBezTo>
                    <a:pt x="0" y="0"/>
                    <a:pt x="0" y="0"/>
                    <a:pt x="0" y="0"/>
                  </a:cubicBezTo>
                  <a:cubicBezTo>
                    <a:pt x="0" y="463"/>
                    <a:pt x="0" y="463"/>
                    <a:pt x="0" y="463"/>
                  </a:cubicBezTo>
                  <a:cubicBezTo>
                    <a:pt x="158" y="463"/>
                    <a:pt x="158" y="463"/>
                    <a:pt x="158" y="463"/>
                  </a:cubicBezTo>
                  <a:cubicBezTo>
                    <a:pt x="164" y="463"/>
                    <a:pt x="169" y="468"/>
                    <a:pt x="169" y="474"/>
                  </a:cubicBezTo>
                  <a:cubicBezTo>
                    <a:pt x="169" y="528"/>
                    <a:pt x="169" y="528"/>
                    <a:pt x="169" y="528"/>
                  </a:cubicBezTo>
                  <a:cubicBezTo>
                    <a:pt x="169" y="532"/>
                    <a:pt x="168" y="535"/>
                    <a:pt x="165" y="537"/>
                  </a:cubicBezTo>
                  <a:cubicBezTo>
                    <a:pt x="156" y="544"/>
                    <a:pt x="130" y="568"/>
                    <a:pt x="129" y="586"/>
                  </a:cubicBezTo>
                  <a:cubicBezTo>
                    <a:pt x="129" y="598"/>
                    <a:pt x="133" y="611"/>
                    <a:pt x="141" y="619"/>
                  </a:cubicBezTo>
                  <a:cubicBezTo>
                    <a:pt x="151" y="630"/>
                    <a:pt x="166" y="635"/>
                    <a:pt x="183" y="635"/>
                  </a:cubicBezTo>
                  <a:cubicBezTo>
                    <a:pt x="207" y="635"/>
                    <a:pt x="248" y="630"/>
                    <a:pt x="250" y="594"/>
                  </a:cubicBezTo>
                  <a:cubicBezTo>
                    <a:pt x="253" y="560"/>
                    <a:pt x="210" y="533"/>
                    <a:pt x="210" y="533"/>
                  </a:cubicBezTo>
                  <a:cubicBezTo>
                    <a:pt x="206" y="531"/>
                    <a:pt x="204" y="527"/>
                    <a:pt x="204" y="524"/>
                  </a:cubicBezTo>
                  <a:cubicBezTo>
                    <a:pt x="204" y="471"/>
                    <a:pt x="204" y="471"/>
                    <a:pt x="204" y="471"/>
                  </a:cubicBezTo>
                  <a:cubicBezTo>
                    <a:pt x="204" y="465"/>
                    <a:pt x="209" y="460"/>
                    <a:pt x="215" y="460"/>
                  </a:cubicBezTo>
                  <a:cubicBezTo>
                    <a:pt x="433" y="460"/>
                    <a:pt x="433" y="460"/>
                    <a:pt x="433" y="460"/>
                  </a:cubicBezTo>
                  <a:cubicBezTo>
                    <a:pt x="433" y="199"/>
                    <a:pt x="433" y="199"/>
                    <a:pt x="433" y="199"/>
                  </a:cubicBezTo>
                  <a:cubicBezTo>
                    <a:pt x="410" y="199"/>
                    <a:pt x="410" y="199"/>
                    <a:pt x="410" y="199"/>
                  </a:cubicBezTo>
                  <a:cubicBezTo>
                    <a:pt x="399" y="211"/>
                    <a:pt x="368" y="243"/>
                    <a:pt x="338" y="243"/>
                  </a:cubicBezTo>
                  <a:cubicBezTo>
                    <a:pt x="305" y="243"/>
                    <a:pt x="270" y="222"/>
                    <a:pt x="270" y="161"/>
                  </a:cubicBezTo>
                  <a:cubicBezTo>
                    <a:pt x="270" y="124"/>
                    <a:pt x="282" y="104"/>
                    <a:pt x="293" y="9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3" name="Freeform 151"/>
            <p:cNvSpPr>
              <a:spLocks/>
            </p:cNvSpPr>
            <p:nvPr/>
          </p:nvSpPr>
          <p:spPr bwMode="auto">
            <a:xfrm>
              <a:off x="5078413" y="2889744"/>
              <a:ext cx="931863" cy="992188"/>
            </a:xfrm>
            <a:custGeom>
              <a:avLst/>
              <a:gdLst>
                <a:gd name="T0" fmla="*/ 435 w 435"/>
                <a:gd name="T1" fmla="*/ 0 h 463"/>
                <a:gd name="T2" fmla="*/ 2 w 435"/>
                <a:gd name="T3" fmla="*/ 0 h 463"/>
                <a:gd name="T4" fmla="*/ 2 w 435"/>
                <a:gd name="T5" fmla="*/ 113 h 463"/>
                <a:gd name="T6" fmla="*/ 32 w 435"/>
                <a:gd name="T7" fmla="*/ 113 h 463"/>
                <a:gd name="T8" fmla="*/ 104 w 435"/>
                <a:gd name="T9" fmla="*/ 70 h 463"/>
                <a:gd name="T10" fmla="*/ 166 w 435"/>
                <a:gd name="T11" fmla="*/ 154 h 463"/>
                <a:gd name="T12" fmla="*/ 145 w 435"/>
                <a:gd name="T13" fmla="*/ 219 h 463"/>
                <a:gd name="T14" fmla="*/ 100 w 435"/>
                <a:gd name="T15" fmla="*/ 234 h 463"/>
                <a:gd name="T16" fmla="*/ 34 w 435"/>
                <a:gd name="T17" fmla="*/ 192 h 463"/>
                <a:gd name="T18" fmla="*/ 0 w 435"/>
                <a:gd name="T19" fmla="*/ 192 h 463"/>
                <a:gd name="T20" fmla="*/ 0 w 435"/>
                <a:gd name="T21" fmla="*/ 442 h 463"/>
                <a:gd name="T22" fmla="*/ 9 w 435"/>
                <a:gd name="T23" fmla="*/ 463 h 463"/>
                <a:gd name="T24" fmla="*/ 435 w 435"/>
                <a:gd name="T25" fmla="*/ 463 h 463"/>
                <a:gd name="T26" fmla="*/ 435 w 435"/>
                <a:gd name="T2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5" h="463">
                  <a:moveTo>
                    <a:pt x="435" y="0"/>
                  </a:moveTo>
                  <a:cubicBezTo>
                    <a:pt x="2" y="0"/>
                    <a:pt x="2" y="0"/>
                    <a:pt x="2" y="0"/>
                  </a:cubicBezTo>
                  <a:cubicBezTo>
                    <a:pt x="2" y="113"/>
                    <a:pt x="2" y="113"/>
                    <a:pt x="2" y="113"/>
                  </a:cubicBezTo>
                  <a:cubicBezTo>
                    <a:pt x="32" y="113"/>
                    <a:pt x="32" y="113"/>
                    <a:pt x="32" y="113"/>
                  </a:cubicBezTo>
                  <a:cubicBezTo>
                    <a:pt x="40" y="99"/>
                    <a:pt x="61" y="69"/>
                    <a:pt x="104" y="70"/>
                  </a:cubicBezTo>
                  <a:cubicBezTo>
                    <a:pt x="166" y="72"/>
                    <a:pt x="166" y="134"/>
                    <a:pt x="166" y="154"/>
                  </a:cubicBezTo>
                  <a:cubicBezTo>
                    <a:pt x="166" y="184"/>
                    <a:pt x="159" y="205"/>
                    <a:pt x="145" y="219"/>
                  </a:cubicBezTo>
                  <a:cubicBezTo>
                    <a:pt x="134" y="229"/>
                    <a:pt x="119" y="234"/>
                    <a:pt x="100" y="234"/>
                  </a:cubicBezTo>
                  <a:cubicBezTo>
                    <a:pt x="63" y="233"/>
                    <a:pt x="42" y="209"/>
                    <a:pt x="34" y="192"/>
                  </a:cubicBezTo>
                  <a:cubicBezTo>
                    <a:pt x="0" y="192"/>
                    <a:pt x="0" y="192"/>
                    <a:pt x="0" y="192"/>
                  </a:cubicBezTo>
                  <a:cubicBezTo>
                    <a:pt x="0" y="442"/>
                    <a:pt x="0" y="442"/>
                    <a:pt x="0" y="442"/>
                  </a:cubicBezTo>
                  <a:cubicBezTo>
                    <a:pt x="4" y="449"/>
                    <a:pt x="7" y="456"/>
                    <a:pt x="9" y="463"/>
                  </a:cubicBezTo>
                  <a:cubicBezTo>
                    <a:pt x="435" y="463"/>
                    <a:pt x="435" y="463"/>
                    <a:pt x="435" y="463"/>
                  </a:cubicBezTo>
                  <a:lnTo>
                    <a:pt x="435"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4" name="Freeform 152"/>
            <p:cNvSpPr>
              <a:spLocks/>
            </p:cNvSpPr>
            <p:nvPr/>
          </p:nvSpPr>
          <p:spPr bwMode="auto">
            <a:xfrm>
              <a:off x="5081588" y="843456"/>
              <a:ext cx="2389188" cy="1320800"/>
            </a:xfrm>
            <a:custGeom>
              <a:avLst/>
              <a:gdLst>
                <a:gd name="T0" fmla="*/ 0 w 1114"/>
                <a:gd name="T1" fmla="*/ 445 h 616"/>
                <a:gd name="T2" fmla="*/ 186 w 1114"/>
                <a:gd name="T3" fmla="*/ 445 h 616"/>
                <a:gd name="T4" fmla="*/ 197 w 1114"/>
                <a:gd name="T5" fmla="*/ 456 h 616"/>
                <a:gd name="T6" fmla="*/ 197 w 1114"/>
                <a:gd name="T7" fmla="*/ 511 h 616"/>
                <a:gd name="T8" fmla="*/ 192 w 1114"/>
                <a:gd name="T9" fmla="*/ 521 h 616"/>
                <a:gd name="T10" fmla="*/ 161 w 1114"/>
                <a:gd name="T11" fmla="*/ 565 h 616"/>
                <a:gd name="T12" fmla="*/ 213 w 1114"/>
                <a:gd name="T13" fmla="*/ 616 h 616"/>
                <a:gd name="T14" fmla="*/ 279 w 1114"/>
                <a:gd name="T15" fmla="*/ 571 h 616"/>
                <a:gd name="T16" fmla="*/ 240 w 1114"/>
                <a:gd name="T17" fmla="*/ 519 h 616"/>
                <a:gd name="T18" fmla="*/ 233 w 1114"/>
                <a:gd name="T19" fmla="*/ 508 h 616"/>
                <a:gd name="T20" fmla="*/ 234 w 1114"/>
                <a:gd name="T21" fmla="*/ 458 h 616"/>
                <a:gd name="T22" fmla="*/ 245 w 1114"/>
                <a:gd name="T23" fmla="*/ 448 h 616"/>
                <a:gd name="T24" fmla="*/ 647 w 1114"/>
                <a:gd name="T25" fmla="*/ 448 h 616"/>
                <a:gd name="T26" fmla="*/ 647 w 1114"/>
                <a:gd name="T27" fmla="*/ 412 h 616"/>
                <a:gd name="T28" fmla="*/ 605 w 1114"/>
                <a:gd name="T29" fmla="*/ 339 h 616"/>
                <a:gd name="T30" fmla="*/ 683 w 1114"/>
                <a:gd name="T31" fmla="*/ 279 h 616"/>
                <a:gd name="T32" fmla="*/ 767 w 1114"/>
                <a:gd name="T33" fmla="*/ 338 h 616"/>
                <a:gd name="T34" fmla="*/ 728 w 1114"/>
                <a:gd name="T35" fmla="*/ 413 h 616"/>
                <a:gd name="T36" fmla="*/ 728 w 1114"/>
                <a:gd name="T37" fmla="*/ 446 h 616"/>
                <a:gd name="T38" fmla="*/ 1114 w 1114"/>
                <a:gd name="T39" fmla="*/ 446 h 616"/>
                <a:gd name="T40" fmla="*/ 952 w 1114"/>
                <a:gd name="T41" fmla="*/ 204 h 616"/>
                <a:gd name="T42" fmla="*/ 460 w 1114"/>
                <a:gd name="T43" fmla="*/ 2 h 616"/>
                <a:gd name="T44" fmla="*/ 0 w 1114"/>
                <a:gd name="T45" fmla="*/ 148 h 616"/>
                <a:gd name="T46" fmla="*/ 0 w 1114"/>
                <a:gd name="T47" fmla="*/ 445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4" h="616">
                  <a:moveTo>
                    <a:pt x="0" y="445"/>
                  </a:moveTo>
                  <a:cubicBezTo>
                    <a:pt x="186" y="445"/>
                    <a:pt x="186" y="445"/>
                    <a:pt x="186" y="445"/>
                  </a:cubicBezTo>
                  <a:cubicBezTo>
                    <a:pt x="192" y="445"/>
                    <a:pt x="197" y="449"/>
                    <a:pt x="197" y="456"/>
                  </a:cubicBezTo>
                  <a:cubicBezTo>
                    <a:pt x="197" y="511"/>
                    <a:pt x="197" y="511"/>
                    <a:pt x="197" y="511"/>
                  </a:cubicBezTo>
                  <a:cubicBezTo>
                    <a:pt x="197" y="515"/>
                    <a:pt x="196" y="519"/>
                    <a:pt x="192" y="521"/>
                  </a:cubicBezTo>
                  <a:cubicBezTo>
                    <a:pt x="184" y="526"/>
                    <a:pt x="161" y="546"/>
                    <a:pt x="161" y="565"/>
                  </a:cubicBezTo>
                  <a:cubicBezTo>
                    <a:pt x="161" y="591"/>
                    <a:pt x="179" y="616"/>
                    <a:pt x="213" y="616"/>
                  </a:cubicBezTo>
                  <a:cubicBezTo>
                    <a:pt x="249" y="616"/>
                    <a:pt x="278" y="597"/>
                    <a:pt x="279" y="571"/>
                  </a:cubicBezTo>
                  <a:cubicBezTo>
                    <a:pt x="280" y="534"/>
                    <a:pt x="240" y="519"/>
                    <a:pt x="240" y="519"/>
                  </a:cubicBezTo>
                  <a:cubicBezTo>
                    <a:pt x="235" y="517"/>
                    <a:pt x="232" y="513"/>
                    <a:pt x="233" y="508"/>
                  </a:cubicBezTo>
                  <a:cubicBezTo>
                    <a:pt x="234" y="458"/>
                    <a:pt x="234" y="458"/>
                    <a:pt x="234" y="458"/>
                  </a:cubicBezTo>
                  <a:cubicBezTo>
                    <a:pt x="234" y="452"/>
                    <a:pt x="239" y="448"/>
                    <a:pt x="245" y="448"/>
                  </a:cubicBezTo>
                  <a:cubicBezTo>
                    <a:pt x="647" y="448"/>
                    <a:pt x="647" y="448"/>
                    <a:pt x="647" y="448"/>
                  </a:cubicBezTo>
                  <a:cubicBezTo>
                    <a:pt x="647" y="412"/>
                    <a:pt x="647" y="412"/>
                    <a:pt x="647" y="412"/>
                  </a:cubicBezTo>
                  <a:cubicBezTo>
                    <a:pt x="634" y="404"/>
                    <a:pt x="605" y="380"/>
                    <a:pt x="605" y="339"/>
                  </a:cubicBezTo>
                  <a:cubicBezTo>
                    <a:pt x="605" y="298"/>
                    <a:pt x="646" y="279"/>
                    <a:pt x="683" y="279"/>
                  </a:cubicBezTo>
                  <a:cubicBezTo>
                    <a:pt x="722" y="279"/>
                    <a:pt x="767" y="294"/>
                    <a:pt x="767" y="338"/>
                  </a:cubicBezTo>
                  <a:cubicBezTo>
                    <a:pt x="767" y="378"/>
                    <a:pt x="739" y="404"/>
                    <a:pt x="728" y="413"/>
                  </a:cubicBezTo>
                  <a:cubicBezTo>
                    <a:pt x="728" y="446"/>
                    <a:pt x="728" y="446"/>
                    <a:pt x="728" y="446"/>
                  </a:cubicBezTo>
                  <a:cubicBezTo>
                    <a:pt x="1114" y="446"/>
                    <a:pt x="1114" y="446"/>
                    <a:pt x="1114" y="446"/>
                  </a:cubicBezTo>
                  <a:cubicBezTo>
                    <a:pt x="1078" y="356"/>
                    <a:pt x="1025" y="265"/>
                    <a:pt x="952" y="204"/>
                  </a:cubicBezTo>
                  <a:cubicBezTo>
                    <a:pt x="809" y="83"/>
                    <a:pt x="677" y="5"/>
                    <a:pt x="460" y="2"/>
                  </a:cubicBezTo>
                  <a:cubicBezTo>
                    <a:pt x="326" y="0"/>
                    <a:pt x="149" y="37"/>
                    <a:pt x="0" y="148"/>
                  </a:cubicBezTo>
                  <a:lnTo>
                    <a:pt x="0" y="44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5" name="Freeform 153"/>
            <p:cNvSpPr>
              <a:spLocks/>
            </p:cNvSpPr>
            <p:nvPr/>
          </p:nvSpPr>
          <p:spPr bwMode="auto">
            <a:xfrm>
              <a:off x="6057900" y="1489569"/>
              <a:ext cx="1281113" cy="1352550"/>
            </a:xfrm>
            <a:custGeom>
              <a:avLst/>
              <a:gdLst>
                <a:gd name="T0" fmla="*/ 433 w 597"/>
                <a:gd name="T1" fmla="*/ 422 h 631"/>
                <a:gd name="T2" fmla="*/ 445 w 597"/>
                <a:gd name="T3" fmla="*/ 411 h 631"/>
                <a:gd name="T4" fmla="*/ 492 w 597"/>
                <a:gd name="T5" fmla="*/ 411 h 631"/>
                <a:gd name="T6" fmla="*/ 501 w 597"/>
                <a:gd name="T7" fmla="*/ 415 h 631"/>
                <a:gd name="T8" fmla="*/ 556 w 597"/>
                <a:gd name="T9" fmla="*/ 451 h 631"/>
                <a:gd name="T10" fmla="*/ 597 w 597"/>
                <a:gd name="T11" fmla="*/ 389 h 631"/>
                <a:gd name="T12" fmla="*/ 557 w 597"/>
                <a:gd name="T13" fmla="*/ 334 h 631"/>
                <a:gd name="T14" fmla="*/ 499 w 597"/>
                <a:gd name="T15" fmla="*/ 374 h 631"/>
                <a:gd name="T16" fmla="*/ 491 w 597"/>
                <a:gd name="T17" fmla="*/ 377 h 631"/>
                <a:gd name="T18" fmla="*/ 441 w 597"/>
                <a:gd name="T19" fmla="*/ 377 h 631"/>
                <a:gd name="T20" fmla="*/ 430 w 597"/>
                <a:gd name="T21" fmla="*/ 366 h 631"/>
                <a:gd name="T22" fmla="*/ 430 w 597"/>
                <a:gd name="T23" fmla="*/ 167 h 631"/>
                <a:gd name="T24" fmla="*/ 261 w 597"/>
                <a:gd name="T25" fmla="*/ 167 h 631"/>
                <a:gd name="T26" fmla="*/ 250 w 597"/>
                <a:gd name="T27" fmla="*/ 156 h 631"/>
                <a:gd name="T28" fmla="*/ 250 w 597"/>
                <a:gd name="T29" fmla="*/ 107 h 631"/>
                <a:gd name="T30" fmla="*/ 256 w 597"/>
                <a:gd name="T31" fmla="*/ 98 h 631"/>
                <a:gd name="T32" fmla="*/ 290 w 597"/>
                <a:gd name="T33" fmla="*/ 37 h 631"/>
                <a:gd name="T34" fmla="*/ 228 w 597"/>
                <a:gd name="T35" fmla="*/ 0 h 631"/>
                <a:gd name="T36" fmla="*/ 172 w 597"/>
                <a:gd name="T37" fmla="*/ 38 h 631"/>
                <a:gd name="T38" fmla="*/ 208 w 597"/>
                <a:gd name="T39" fmla="*/ 96 h 631"/>
                <a:gd name="T40" fmla="*/ 214 w 597"/>
                <a:gd name="T41" fmla="*/ 105 h 631"/>
                <a:gd name="T42" fmla="*/ 214 w 597"/>
                <a:gd name="T43" fmla="*/ 158 h 631"/>
                <a:gd name="T44" fmla="*/ 203 w 597"/>
                <a:gd name="T45" fmla="*/ 169 h 631"/>
                <a:gd name="T46" fmla="*/ 0 w 597"/>
                <a:gd name="T47" fmla="*/ 169 h 631"/>
                <a:gd name="T48" fmla="*/ 0 w 597"/>
                <a:gd name="T49" fmla="*/ 631 h 631"/>
                <a:gd name="T50" fmla="*/ 433 w 597"/>
                <a:gd name="T51" fmla="*/ 631 h 631"/>
                <a:gd name="T52" fmla="*/ 433 w 597"/>
                <a:gd name="T53" fmla="*/ 422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7" h="631">
                  <a:moveTo>
                    <a:pt x="433" y="422"/>
                  </a:moveTo>
                  <a:cubicBezTo>
                    <a:pt x="433" y="416"/>
                    <a:pt x="438" y="411"/>
                    <a:pt x="445" y="411"/>
                  </a:cubicBezTo>
                  <a:cubicBezTo>
                    <a:pt x="492" y="411"/>
                    <a:pt x="492" y="411"/>
                    <a:pt x="492" y="411"/>
                  </a:cubicBezTo>
                  <a:cubicBezTo>
                    <a:pt x="496" y="411"/>
                    <a:pt x="499" y="413"/>
                    <a:pt x="501" y="415"/>
                  </a:cubicBezTo>
                  <a:cubicBezTo>
                    <a:pt x="509" y="425"/>
                    <a:pt x="533" y="451"/>
                    <a:pt x="556" y="451"/>
                  </a:cubicBezTo>
                  <a:cubicBezTo>
                    <a:pt x="587" y="451"/>
                    <a:pt x="597" y="419"/>
                    <a:pt x="597" y="389"/>
                  </a:cubicBezTo>
                  <a:cubicBezTo>
                    <a:pt x="597" y="356"/>
                    <a:pt x="583" y="336"/>
                    <a:pt x="557" y="334"/>
                  </a:cubicBezTo>
                  <a:cubicBezTo>
                    <a:pt x="540" y="333"/>
                    <a:pt x="513" y="358"/>
                    <a:pt x="499" y="374"/>
                  </a:cubicBezTo>
                  <a:cubicBezTo>
                    <a:pt x="497" y="376"/>
                    <a:pt x="494" y="377"/>
                    <a:pt x="491" y="377"/>
                  </a:cubicBezTo>
                  <a:cubicBezTo>
                    <a:pt x="441" y="377"/>
                    <a:pt x="441" y="377"/>
                    <a:pt x="441" y="377"/>
                  </a:cubicBezTo>
                  <a:cubicBezTo>
                    <a:pt x="435" y="377"/>
                    <a:pt x="430" y="372"/>
                    <a:pt x="430" y="366"/>
                  </a:cubicBezTo>
                  <a:cubicBezTo>
                    <a:pt x="430" y="167"/>
                    <a:pt x="430" y="167"/>
                    <a:pt x="430" y="167"/>
                  </a:cubicBezTo>
                  <a:cubicBezTo>
                    <a:pt x="261" y="167"/>
                    <a:pt x="261" y="167"/>
                    <a:pt x="261" y="167"/>
                  </a:cubicBezTo>
                  <a:cubicBezTo>
                    <a:pt x="255" y="167"/>
                    <a:pt x="250" y="162"/>
                    <a:pt x="250" y="156"/>
                  </a:cubicBezTo>
                  <a:cubicBezTo>
                    <a:pt x="250" y="107"/>
                    <a:pt x="250" y="107"/>
                    <a:pt x="250" y="107"/>
                  </a:cubicBezTo>
                  <a:cubicBezTo>
                    <a:pt x="250" y="103"/>
                    <a:pt x="252" y="100"/>
                    <a:pt x="256" y="98"/>
                  </a:cubicBezTo>
                  <a:cubicBezTo>
                    <a:pt x="256" y="97"/>
                    <a:pt x="290" y="75"/>
                    <a:pt x="290" y="37"/>
                  </a:cubicBezTo>
                  <a:cubicBezTo>
                    <a:pt x="290" y="2"/>
                    <a:pt x="238" y="0"/>
                    <a:pt x="228" y="0"/>
                  </a:cubicBezTo>
                  <a:cubicBezTo>
                    <a:pt x="207" y="0"/>
                    <a:pt x="172" y="8"/>
                    <a:pt x="172" y="38"/>
                  </a:cubicBezTo>
                  <a:cubicBezTo>
                    <a:pt x="172" y="76"/>
                    <a:pt x="206" y="95"/>
                    <a:pt x="208" y="96"/>
                  </a:cubicBezTo>
                  <a:cubicBezTo>
                    <a:pt x="211" y="97"/>
                    <a:pt x="214" y="101"/>
                    <a:pt x="214" y="105"/>
                  </a:cubicBezTo>
                  <a:cubicBezTo>
                    <a:pt x="214" y="158"/>
                    <a:pt x="214" y="158"/>
                    <a:pt x="214" y="158"/>
                  </a:cubicBezTo>
                  <a:cubicBezTo>
                    <a:pt x="214" y="164"/>
                    <a:pt x="209" y="169"/>
                    <a:pt x="203" y="169"/>
                  </a:cubicBezTo>
                  <a:cubicBezTo>
                    <a:pt x="0" y="169"/>
                    <a:pt x="0" y="169"/>
                    <a:pt x="0" y="169"/>
                  </a:cubicBezTo>
                  <a:cubicBezTo>
                    <a:pt x="0" y="631"/>
                    <a:pt x="0" y="631"/>
                    <a:pt x="0" y="631"/>
                  </a:cubicBezTo>
                  <a:cubicBezTo>
                    <a:pt x="433" y="631"/>
                    <a:pt x="433" y="631"/>
                    <a:pt x="433" y="631"/>
                  </a:cubicBezTo>
                  <a:lnTo>
                    <a:pt x="433" y="42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6" name="Freeform 154"/>
            <p:cNvSpPr>
              <a:spLocks/>
            </p:cNvSpPr>
            <p:nvPr/>
          </p:nvSpPr>
          <p:spPr bwMode="auto">
            <a:xfrm>
              <a:off x="6684963" y="1851519"/>
              <a:ext cx="895350" cy="1943100"/>
            </a:xfrm>
            <a:custGeom>
              <a:avLst/>
              <a:gdLst>
                <a:gd name="T0" fmla="*/ 160 w 418"/>
                <a:gd name="T1" fmla="*/ 0 h 906"/>
                <a:gd name="T2" fmla="*/ 160 w 418"/>
                <a:gd name="T3" fmla="*/ 186 h 906"/>
                <a:gd name="T4" fmla="*/ 194 w 418"/>
                <a:gd name="T5" fmla="*/ 186 h 906"/>
                <a:gd name="T6" fmla="*/ 266 w 418"/>
                <a:gd name="T7" fmla="*/ 143 h 906"/>
                <a:gd name="T8" fmla="*/ 328 w 418"/>
                <a:gd name="T9" fmla="*/ 220 h 906"/>
                <a:gd name="T10" fmla="*/ 264 w 418"/>
                <a:gd name="T11" fmla="*/ 304 h 906"/>
                <a:gd name="T12" fmla="*/ 195 w 418"/>
                <a:gd name="T13" fmla="*/ 264 h 906"/>
                <a:gd name="T14" fmla="*/ 164 w 418"/>
                <a:gd name="T15" fmla="*/ 264 h 906"/>
                <a:gd name="T16" fmla="*/ 164 w 418"/>
                <a:gd name="T17" fmla="*/ 613 h 906"/>
                <a:gd name="T18" fmla="*/ 153 w 418"/>
                <a:gd name="T19" fmla="*/ 624 h 906"/>
                <a:gd name="T20" fmla="*/ 105 w 418"/>
                <a:gd name="T21" fmla="*/ 624 h 906"/>
                <a:gd name="T22" fmla="*/ 97 w 418"/>
                <a:gd name="T23" fmla="*/ 621 h 906"/>
                <a:gd name="T24" fmla="*/ 40 w 418"/>
                <a:gd name="T25" fmla="*/ 586 h 906"/>
                <a:gd name="T26" fmla="*/ 16 w 418"/>
                <a:gd name="T27" fmla="*/ 594 h 906"/>
                <a:gd name="T28" fmla="*/ 0 w 418"/>
                <a:gd name="T29" fmla="*/ 645 h 906"/>
                <a:gd name="T30" fmla="*/ 46 w 418"/>
                <a:gd name="T31" fmla="*/ 705 h 906"/>
                <a:gd name="T32" fmla="*/ 104 w 418"/>
                <a:gd name="T33" fmla="*/ 665 h 906"/>
                <a:gd name="T34" fmla="*/ 113 w 418"/>
                <a:gd name="T35" fmla="*/ 661 h 906"/>
                <a:gd name="T36" fmla="*/ 153 w 418"/>
                <a:gd name="T37" fmla="*/ 661 h 906"/>
                <a:gd name="T38" fmla="*/ 164 w 418"/>
                <a:gd name="T39" fmla="*/ 672 h 906"/>
                <a:gd name="T40" fmla="*/ 164 w 418"/>
                <a:gd name="T41" fmla="*/ 906 h 906"/>
                <a:gd name="T42" fmla="*/ 318 w 418"/>
                <a:gd name="T43" fmla="*/ 573 h 906"/>
                <a:gd name="T44" fmla="*/ 418 w 418"/>
                <a:gd name="T45" fmla="*/ 210 h 906"/>
                <a:gd name="T46" fmla="*/ 376 w 418"/>
                <a:gd name="T47" fmla="*/ 0 h 906"/>
                <a:gd name="T48" fmla="*/ 160 w 418"/>
                <a:gd name="T49" fmla="*/ 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8" h="906">
                  <a:moveTo>
                    <a:pt x="160" y="0"/>
                  </a:moveTo>
                  <a:cubicBezTo>
                    <a:pt x="160" y="186"/>
                    <a:pt x="160" y="186"/>
                    <a:pt x="160" y="186"/>
                  </a:cubicBezTo>
                  <a:cubicBezTo>
                    <a:pt x="194" y="186"/>
                    <a:pt x="194" y="186"/>
                    <a:pt x="194" y="186"/>
                  </a:cubicBezTo>
                  <a:cubicBezTo>
                    <a:pt x="205" y="174"/>
                    <a:pt x="238" y="142"/>
                    <a:pt x="266" y="143"/>
                  </a:cubicBezTo>
                  <a:cubicBezTo>
                    <a:pt x="296" y="145"/>
                    <a:pt x="328" y="166"/>
                    <a:pt x="328" y="220"/>
                  </a:cubicBezTo>
                  <a:cubicBezTo>
                    <a:pt x="328" y="271"/>
                    <a:pt x="303" y="304"/>
                    <a:pt x="264" y="304"/>
                  </a:cubicBezTo>
                  <a:cubicBezTo>
                    <a:pt x="232" y="304"/>
                    <a:pt x="205" y="275"/>
                    <a:pt x="195" y="264"/>
                  </a:cubicBezTo>
                  <a:cubicBezTo>
                    <a:pt x="164" y="264"/>
                    <a:pt x="164" y="264"/>
                    <a:pt x="164" y="264"/>
                  </a:cubicBezTo>
                  <a:cubicBezTo>
                    <a:pt x="164" y="613"/>
                    <a:pt x="164" y="613"/>
                    <a:pt x="164" y="613"/>
                  </a:cubicBezTo>
                  <a:cubicBezTo>
                    <a:pt x="164" y="619"/>
                    <a:pt x="159" y="624"/>
                    <a:pt x="153" y="624"/>
                  </a:cubicBezTo>
                  <a:cubicBezTo>
                    <a:pt x="105" y="624"/>
                    <a:pt x="105" y="624"/>
                    <a:pt x="105" y="624"/>
                  </a:cubicBezTo>
                  <a:cubicBezTo>
                    <a:pt x="102" y="624"/>
                    <a:pt x="99" y="623"/>
                    <a:pt x="97" y="621"/>
                  </a:cubicBezTo>
                  <a:cubicBezTo>
                    <a:pt x="88" y="611"/>
                    <a:pt x="59" y="587"/>
                    <a:pt x="40" y="586"/>
                  </a:cubicBezTo>
                  <a:cubicBezTo>
                    <a:pt x="31" y="585"/>
                    <a:pt x="22" y="588"/>
                    <a:pt x="16" y="594"/>
                  </a:cubicBezTo>
                  <a:cubicBezTo>
                    <a:pt x="5" y="604"/>
                    <a:pt x="0" y="622"/>
                    <a:pt x="0" y="645"/>
                  </a:cubicBezTo>
                  <a:cubicBezTo>
                    <a:pt x="0" y="683"/>
                    <a:pt x="16" y="705"/>
                    <a:pt x="46" y="705"/>
                  </a:cubicBezTo>
                  <a:cubicBezTo>
                    <a:pt x="66" y="705"/>
                    <a:pt x="96" y="675"/>
                    <a:pt x="104" y="665"/>
                  </a:cubicBezTo>
                  <a:cubicBezTo>
                    <a:pt x="106" y="662"/>
                    <a:pt x="109" y="661"/>
                    <a:pt x="113" y="661"/>
                  </a:cubicBezTo>
                  <a:cubicBezTo>
                    <a:pt x="153" y="661"/>
                    <a:pt x="153" y="661"/>
                    <a:pt x="153" y="661"/>
                  </a:cubicBezTo>
                  <a:cubicBezTo>
                    <a:pt x="159" y="661"/>
                    <a:pt x="164" y="666"/>
                    <a:pt x="164" y="672"/>
                  </a:cubicBezTo>
                  <a:cubicBezTo>
                    <a:pt x="164" y="906"/>
                    <a:pt x="164" y="906"/>
                    <a:pt x="164" y="906"/>
                  </a:cubicBezTo>
                  <a:cubicBezTo>
                    <a:pt x="207" y="808"/>
                    <a:pt x="270" y="669"/>
                    <a:pt x="318" y="573"/>
                  </a:cubicBezTo>
                  <a:cubicBezTo>
                    <a:pt x="393" y="422"/>
                    <a:pt x="418" y="329"/>
                    <a:pt x="418" y="210"/>
                  </a:cubicBezTo>
                  <a:cubicBezTo>
                    <a:pt x="418" y="156"/>
                    <a:pt x="404" y="79"/>
                    <a:pt x="376" y="0"/>
                  </a:cubicBezTo>
                  <a:lnTo>
                    <a:pt x="16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7" name="Freeform 155"/>
            <p:cNvSpPr>
              <a:spLocks/>
            </p:cNvSpPr>
            <p:nvPr/>
          </p:nvSpPr>
          <p:spPr bwMode="auto">
            <a:xfrm>
              <a:off x="5116513" y="3923206"/>
              <a:ext cx="1862138" cy="768350"/>
            </a:xfrm>
            <a:custGeom>
              <a:avLst/>
              <a:gdLst>
                <a:gd name="T0" fmla="*/ 665 w 868"/>
                <a:gd name="T1" fmla="*/ 0 h 358"/>
                <a:gd name="T2" fmla="*/ 665 w 868"/>
                <a:gd name="T3" fmla="*/ 36 h 358"/>
                <a:gd name="T4" fmla="*/ 712 w 868"/>
                <a:gd name="T5" fmla="*/ 114 h 358"/>
                <a:gd name="T6" fmla="*/ 622 w 868"/>
                <a:gd name="T7" fmla="*/ 175 h 358"/>
                <a:gd name="T8" fmla="*/ 564 w 868"/>
                <a:gd name="T9" fmla="*/ 153 h 358"/>
                <a:gd name="T10" fmla="*/ 546 w 868"/>
                <a:gd name="T11" fmla="*/ 103 h 358"/>
                <a:gd name="T12" fmla="*/ 586 w 868"/>
                <a:gd name="T13" fmla="*/ 41 h 358"/>
                <a:gd name="T14" fmla="*/ 586 w 868"/>
                <a:gd name="T15" fmla="*/ 3 h 358"/>
                <a:gd name="T16" fmla="*/ 0 w 868"/>
                <a:gd name="T17" fmla="*/ 3 h 358"/>
                <a:gd name="T18" fmla="*/ 26 w 868"/>
                <a:gd name="T19" fmla="*/ 104 h 358"/>
                <a:gd name="T20" fmla="*/ 167 w 868"/>
                <a:gd name="T21" fmla="*/ 358 h 358"/>
                <a:gd name="T22" fmla="*/ 700 w 868"/>
                <a:gd name="T23" fmla="*/ 358 h 358"/>
                <a:gd name="T24" fmla="*/ 821 w 868"/>
                <a:gd name="T25" fmla="*/ 241 h 358"/>
                <a:gd name="T26" fmla="*/ 845 w 868"/>
                <a:gd name="T27" fmla="*/ 51 h 358"/>
                <a:gd name="T28" fmla="*/ 868 w 868"/>
                <a:gd name="T29" fmla="*/ 0 h 358"/>
                <a:gd name="T30" fmla="*/ 665 w 868"/>
                <a:gd name="T31" fmla="*/ 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8" h="358">
                  <a:moveTo>
                    <a:pt x="665" y="0"/>
                  </a:moveTo>
                  <a:cubicBezTo>
                    <a:pt x="665" y="36"/>
                    <a:pt x="665" y="36"/>
                    <a:pt x="665" y="36"/>
                  </a:cubicBezTo>
                  <a:cubicBezTo>
                    <a:pt x="679" y="46"/>
                    <a:pt x="715" y="75"/>
                    <a:pt x="712" y="114"/>
                  </a:cubicBezTo>
                  <a:cubicBezTo>
                    <a:pt x="709" y="152"/>
                    <a:pt x="675" y="175"/>
                    <a:pt x="622" y="175"/>
                  </a:cubicBezTo>
                  <a:cubicBezTo>
                    <a:pt x="592" y="175"/>
                    <a:pt x="574" y="163"/>
                    <a:pt x="564" y="153"/>
                  </a:cubicBezTo>
                  <a:cubicBezTo>
                    <a:pt x="552" y="139"/>
                    <a:pt x="545" y="121"/>
                    <a:pt x="546" y="103"/>
                  </a:cubicBezTo>
                  <a:cubicBezTo>
                    <a:pt x="548" y="77"/>
                    <a:pt x="575" y="51"/>
                    <a:pt x="586" y="41"/>
                  </a:cubicBezTo>
                  <a:cubicBezTo>
                    <a:pt x="586" y="3"/>
                    <a:pt x="586" y="3"/>
                    <a:pt x="586" y="3"/>
                  </a:cubicBezTo>
                  <a:cubicBezTo>
                    <a:pt x="0" y="3"/>
                    <a:pt x="0" y="3"/>
                    <a:pt x="0" y="3"/>
                  </a:cubicBezTo>
                  <a:cubicBezTo>
                    <a:pt x="16" y="45"/>
                    <a:pt x="26" y="81"/>
                    <a:pt x="26" y="104"/>
                  </a:cubicBezTo>
                  <a:cubicBezTo>
                    <a:pt x="18" y="303"/>
                    <a:pt x="126" y="358"/>
                    <a:pt x="167" y="358"/>
                  </a:cubicBezTo>
                  <a:cubicBezTo>
                    <a:pt x="315" y="358"/>
                    <a:pt x="651" y="358"/>
                    <a:pt x="700" y="358"/>
                  </a:cubicBezTo>
                  <a:cubicBezTo>
                    <a:pt x="750" y="358"/>
                    <a:pt x="799" y="291"/>
                    <a:pt x="821" y="241"/>
                  </a:cubicBezTo>
                  <a:cubicBezTo>
                    <a:pt x="844" y="190"/>
                    <a:pt x="829" y="88"/>
                    <a:pt x="845" y="51"/>
                  </a:cubicBezTo>
                  <a:cubicBezTo>
                    <a:pt x="849" y="43"/>
                    <a:pt x="857" y="25"/>
                    <a:pt x="868" y="0"/>
                  </a:cubicBezTo>
                  <a:lnTo>
                    <a:pt x="665"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8" name="Freeform 156"/>
            <p:cNvSpPr>
              <a:spLocks/>
            </p:cNvSpPr>
            <p:nvPr/>
          </p:nvSpPr>
          <p:spPr bwMode="auto">
            <a:xfrm>
              <a:off x="4314825" y="1197469"/>
              <a:ext cx="1071563" cy="2535238"/>
            </a:xfrm>
            <a:custGeom>
              <a:avLst/>
              <a:gdLst>
                <a:gd name="T0" fmla="*/ 334 w 500"/>
                <a:gd name="T1" fmla="*/ 970 h 1182"/>
                <a:gd name="T2" fmla="*/ 345 w 500"/>
                <a:gd name="T3" fmla="*/ 959 h 1182"/>
                <a:gd name="T4" fmla="*/ 398 w 500"/>
                <a:gd name="T5" fmla="*/ 959 h 1182"/>
                <a:gd name="T6" fmla="*/ 409 w 500"/>
                <a:gd name="T7" fmla="*/ 967 h 1182"/>
                <a:gd name="T8" fmla="*/ 457 w 500"/>
                <a:gd name="T9" fmla="*/ 1001 h 1182"/>
                <a:gd name="T10" fmla="*/ 486 w 500"/>
                <a:gd name="T11" fmla="*/ 992 h 1182"/>
                <a:gd name="T12" fmla="*/ 500 w 500"/>
                <a:gd name="T13" fmla="*/ 943 h 1182"/>
                <a:gd name="T14" fmla="*/ 460 w 500"/>
                <a:gd name="T15" fmla="*/ 881 h 1182"/>
                <a:gd name="T16" fmla="*/ 405 w 500"/>
                <a:gd name="T17" fmla="*/ 917 h 1182"/>
                <a:gd name="T18" fmla="*/ 395 w 500"/>
                <a:gd name="T19" fmla="*/ 924 h 1182"/>
                <a:gd name="T20" fmla="*/ 347 w 500"/>
                <a:gd name="T21" fmla="*/ 924 h 1182"/>
                <a:gd name="T22" fmla="*/ 336 w 500"/>
                <a:gd name="T23" fmla="*/ 913 h 1182"/>
                <a:gd name="T24" fmla="*/ 336 w 500"/>
                <a:gd name="T25" fmla="*/ 783 h 1182"/>
                <a:gd name="T26" fmla="*/ 334 w 500"/>
                <a:gd name="T27" fmla="*/ 778 h 1182"/>
                <a:gd name="T28" fmla="*/ 336 w 500"/>
                <a:gd name="T29" fmla="*/ 772 h 1182"/>
                <a:gd name="T30" fmla="*/ 336 w 500"/>
                <a:gd name="T31" fmla="*/ 0 h 1182"/>
                <a:gd name="T32" fmla="*/ 134 w 500"/>
                <a:gd name="T33" fmla="*/ 281 h 1182"/>
                <a:gd name="T34" fmla="*/ 221 w 500"/>
                <a:gd name="T35" fmla="*/ 959 h 1182"/>
                <a:gd name="T36" fmla="*/ 334 w 500"/>
                <a:gd name="T37" fmla="*/ 1182 h 1182"/>
                <a:gd name="T38" fmla="*/ 334 w 500"/>
                <a:gd name="T39" fmla="*/ 970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0" h="1182">
                  <a:moveTo>
                    <a:pt x="334" y="970"/>
                  </a:moveTo>
                  <a:cubicBezTo>
                    <a:pt x="334" y="964"/>
                    <a:pt x="339" y="959"/>
                    <a:pt x="345" y="959"/>
                  </a:cubicBezTo>
                  <a:cubicBezTo>
                    <a:pt x="398" y="959"/>
                    <a:pt x="398" y="959"/>
                    <a:pt x="398" y="959"/>
                  </a:cubicBezTo>
                  <a:cubicBezTo>
                    <a:pt x="403" y="959"/>
                    <a:pt x="407" y="963"/>
                    <a:pt x="409" y="967"/>
                  </a:cubicBezTo>
                  <a:cubicBezTo>
                    <a:pt x="409" y="969"/>
                    <a:pt x="418" y="999"/>
                    <a:pt x="457" y="1001"/>
                  </a:cubicBezTo>
                  <a:cubicBezTo>
                    <a:pt x="470" y="1001"/>
                    <a:pt x="479" y="998"/>
                    <a:pt x="486" y="992"/>
                  </a:cubicBezTo>
                  <a:cubicBezTo>
                    <a:pt x="495" y="983"/>
                    <a:pt x="500" y="966"/>
                    <a:pt x="500" y="943"/>
                  </a:cubicBezTo>
                  <a:cubicBezTo>
                    <a:pt x="500" y="907"/>
                    <a:pt x="493" y="882"/>
                    <a:pt x="460" y="881"/>
                  </a:cubicBezTo>
                  <a:cubicBezTo>
                    <a:pt x="420" y="880"/>
                    <a:pt x="406" y="916"/>
                    <a:pt x="405" y="917"/>
                  </a:cubicBezTo>
                  <a:cubicBezTo>
                    <a:pt x="403" y="921"/>
                    <a:pt x="399" y="924"/>
                    <a:pt x="395" y="924"/>
                  </a:cubicBezTo>
                  <a:cubicBezTo>
                    <a:pt x="347" y="924"/>
                    <a:pt x="347" y="924"/>
                    <a:pt x="347" y="924"/>
                  </a:cubicBezTo>
                  <a:cubicBezTo>
                    <a:pt x="341" y="924"/>
                    <a:pt x="336" y="919"/>
                    <a:pt x="336" y="913"/>
                  </a:cubicBezTo>
                  <a:cubicBezTo>
                    <a:pt x="336" y="783"/>
                    <a:pt x="336" y="783"/>
                    <a:pt x="336" y="783"/>
                  </a:cubicBezTo>
                  <a:cubicBezTo>
                    <a:pt x="335" y="782"/>
                    <a:pt x="334" y="780"/>
                    <a:pt x="334" y="778"/>
                  </a:cubicBezTo>
                  <a:cubicBezTo>
                    <a:pt x="334" y="776"/>
                    <a:pt x="335" y="774"/>
                    <a:pt x="336" y="772"/>
                  </a:cubicBezTo>
                  <a:cubicBezTo>
                    <a:pt x="336" y="0"/>
                    <a:pt x="336" y="0"/>
                    <a:pt x="336" y="0"/>
                  </a:cubicBezTo>
                  <a:cubicBezTo>
                    <a:pt x="254" y="67"/>
                    <a:pt x="182" y="159"/>
                    <a:pt x="134" y="281"/>
                  </a:cubicBezTo>
                  <a:cubicBezTo>
                    <a:pt x="0" y="619"/>
                    <a:pt x="191" y="899"/>
                    <a:pt x="221" y="959"/>
                  </a:cubicBezTo>
                  <a:cubicBezTo>
                    <a:pt x="238" y="992"/>
                    <a:pt x="290" y="1088"/>
                    <a:pt x="334" y="1182"/>
                  </a:cubicBezTo>
                  <a:lnTo>
                    <a:pt x="334" y="97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9" name="Freeform 157"/>
            <p:cNvSpPr>
              <a:spLocks/>
            </p:cNvSpPr>
            <p:nvPr/>
          </p:nvSpPr>
          <p:spPr bwMode="auto">
            <a:xfrm>
              <a:off x="5081588" y="1845169"/>
              <a:ext cx="928688" cy="996950"/>
            </a:xfrm>
            <a:custGeom>
              <a:avLst/>
              <a:gdLst>
                <a:gd name="T0" fmla="*/ 433 w 433"/>
                <a:gd name="T1" fmla="*/ 3 h 465"/>
                <a:gd name="T2" fmla="*/ 256 w 433"/>
                <a:gd name="T3" fmla="*/ 3 h 465"/>
                <a:gd name="T4" fmla="*/ 255 w 433"/>
                <a:gd name="T5" fmla="*/ 34 h 465"/>
                <a:gd name="T6" fmla="*/ 301 w 433"/>
                <a:gd name="T7" fmla="*/ 105 h 465"/>
                <a:gd name="T8" fmla="*/ 213 w 433"/>
                <a:gd name="T9" fmla="*/ 172 h 465"/>
                <a:gd name="T10" fmla="*/ 139 w 433"/>
                <a:gd name="T11" fmla="*/ 98 h 465"/>
                <a:gd name="T12" fmla="*/ 175 w 433"/>
                <a:gd name="T13" fmla="*/ 39 h 465"/>
                <a:gd name="T14" fmla="*/ 175 w 433"/>
                <a:gd name="T15" fmla="*/ 0 h 465"/>
                <a:gd name="T16" fmla="*/ 0 w 433"/>
                <a:gd name="T17" fmla="*/ 0 h 465"/>
                <a:gd name="T18" fmla="*/ 0 w 433"/>
                <a:gd name="T19" fmla="*/ 465 h 465"/>
                <a:gd name="T20" fmla="*/ 433 w 433"/>
                <a:gd name="T21" fmla="*/ 465 h 465"/>
                <a:gd name="T22" fmla="*/ 433 w 433"/>
                <a:gd name="T23" fmla="*/ 3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3" h="465">
                  <a:moveTo>
                    <a:pt x="433" y="3"/>
                  </a:moveTo>
                  <a:cubicBezTo>
                    <a:pt x="256" y="3"/>
                    <a:pt x="256" y="3"/>
                    <a:pt x="256" y="3"/>
                  </a:cubicBezTo>
                  <a:cubicBezTo>
                    <a:pt x="255" y="34"/>
                    <a:pt x="255" y="34"/>
                    <a:pt x="255" y="34"/>
                  </a:cubicBezTo>
                  <a:cubicBezTo>
                    <a:pt x="270" y="42"/>
                    <a:pt x="302" y="63"/>
                    <a:pt x="301" y="105"/>
                  </a:cubicBezTo>
                  <a:cubicBezTo>
                    <a:pt x="300" y="142"/>
                    <a:pt x="261" y="172"/>
                    <a:pt x="213" y="172"/>
                  </a:cubicBezTo>
                  <a:cubicBezTo>
                    <a:pt x="165" y="172"/>
                    <a:pt x="139" y="134"/>
                    <a:pt x="139" y="98"/>
                  </a:cubicBezTo>
                  <a:cubicBezTo>
                    <a:pt x="139" y="70"/>
                    <a:pt x="164" y="47"/>
                    <a:pt x="175" y="39"/>
                  </a:cubicBezTo>
                  <a:cubicBezTo>
                    <a:pt x="175" y="0"/>
                    <a:pt x="175" y="0"/>
                    <a:pt x="175" y="0"/>
                  </a:cubicBezTo>
                  <a:cubicBezTo>
                    <a:pt x="0" y="0"/>
                    <a:pt x="0" y="0"/>
                    <a:pt x="0" y="0"/>
                  </a:cubicBezTo>
                  <a:cubicBezTo>
                    <a:pt x="0" y="465"/>
                    <a:pt x="0" y="465"/>
                    <a:pt x="0" y="465"/>
                  </a:cubicBezTo>
                  <a:cubicBezTo>
                    <a:pt x="433" y="465"/>
                    <a:pt x="433" y="465"/>
                    <a:pt x="433" y="465"/>
                  </a:cubicBezTo>
                  <a:lnTo>
                    <a:pt x="433" y="3"/>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211" name="Freeform 169"/>
            <p:cNvSpPr>
              <a:spLocks/>
            </p:cNvSpPr>
            <p:nvPr/>
          </p:nvSpPr>
          <p:spPr bwMode="auto">
            <a:xfrm>
              <a:off x="5348288" y="4691556"/>
              <a:ext cx="1376363" cy="1262063"/>
            </a:xfrm>
            <a:custGeom>
              <a:avLst/>
              <a:gdLst>
                <a:gd name="T0" fmla="*/ 7 w 642"/>
                <a:gd name="T1" fmla="*/ 0 h 589"/>
                <a:gd name="T2" fmla="*/ 627 w 642"/>
                <a:gd name="T3" fmla="*/ 0 h 589"/>
                <a:gd name="T4" fmla="*/ 627 w 642"/>
                <a:gd name="T5" fmla="*/ 51 h 589"/>
                <a:gd name="T6" fmla="*/ 642 w 642"/>
                <a:gd name="T7" fmla="*/ 82 h 589"/>
                <a:gd name="T8" fmla="*/ 612 w 642"/>
                <a:gd name="T9" fmla="*/ 129 h 589"/>
                <a:gd name="T10" fmla="*/ 637 w 642"/>
                <a:gd name="T11" fmla="*/ 171 h 589"/>
                <a:gd name="T12" fmla="*/ 612 w 642"/>
                <a:gd name="T13" fmla="*/ 225 h 589"/>
                <a:gd name="T14" fmla="*/ 635 w 642"/>
                <a:gd name="T15" fmla="*/ 261 h 589"/>
                <a:gd name="T16" fmla="*/ 612 w 642"/>
                <a:gd name="T17" fmla="*/ 306 h 589"/>
                <a:gd name="T18" fmla="*/ 635 w 642"/>
                <a:gd name="T19" fmla="*/ 347 h 589"/>
                <a:gd name="T20" fmla="*/ 610 w 642"/>
                <a:gd name="T21" fmla="*/ 394 h 589"/>
                <a:gd name="T22" fmla="*/ 626 w 642"/>
                <a:gd name="T23" fmla="*/ 424 h 589"/>
                <a:gd name="T24" fmla="*/ 575 w 642"/>
                <a:gd name="T25" fmla="*/ 495 h 589"/>
                <a:gd name="T26" fmla="*/ 467 w 642"/>
                <a:gd name="T27" fmla="*/ 589 h 589"/>
                <a:gd name="T28" fmla="*/ 174 w 642"/>
                <a:gd name="T29" fmla="*/ 589 h 589"/>
                <a:gd name="T30" fmla="*/ 39 w 642"/>
                <a:gd name="T31" fmla="*/ 476 h 589"/>
                <a:gd name="T32" fmla="*/ 32 w 642"/>
                <a:gd name="T33" fmla="*/ 429 h 589"/>
                <a:gd name="T34" fmla="*/ 2 w 642"/>
                <a:gd name="T35" fmla="*/ 389 h 589"/>
                <a:gd name="T36" fmla="*/ 26 w 642"/>
                <a:gd name="T37" fmla="*/ 355 h 589"/>
                <a:gd name="T38" fmla="*/ 2 w 642"/>
                <a:gd name="T39" fmla="*/ 295 h 589"/>
                <a:gd name="T40" fmla="*/ 23 w 642"/>
                <a:gd name="T41" fmla="*/ 258 h 589"/>
                <a:gd name="T42" fmla="*/ 5 w 642"/>
                <a:gd name="T43" fmla="*/ 214 h 589"/>
                <a:gd name="T44" fmla="*/ 24 w 642"/>
                <a:gd name="T45" fmla="*/ 168 h 589"/>
                <a:gd name="T46" fmla="*/ 2 w 642"/>
                <a:gd name="T47" fmla="*/ 120 h 589"/>
                <a:gd name="T48" fmla="*/ 7 w 642"/>
                <a:gd name="T49" fmla="*/ 0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2" h="589">
                  <a:moveTo>
                    <a:pt x="7" y="0"/>
                  </a:moveTo>
                  <a:cubicBezTo>
                    <a:pt x="627" y="0"/>
                    <a:pt x="627" y="0"/>
                    <a:pt x="627" y="0"/>
                  </a:cubicBezTo>
                  <a:cubicBezTo>
                    <a:pt x="627" y="51"/>
                    <a:pt x="627" y="51"/>
                    <a:pt x="627" y="51"/>
                  </a:cubicBezTo>
                  <a:cubicBezTo>
                    <a:pt x="627" y="51"/>
                    <a:pt x="642" y="62"/>
                    <a:pt x="642" y="82"/>
                  </a:cubicBezTo>
                  <a:cubicBezTo>
                    <a:pt x="642" y="101"/>
                    <a:pt x="612" y="115"/>
                    <a:pt x="612" y="129"/>
                  </a:cubicBezTo>
                  <a:cubicBezTo>
                    <a:pt x="612" y="144"/>
                    <a:pt x="637" y="152"/>
                    <a:pt x="637" y="171"/>
                  </a:cubicBezTo>
                  <a:cubicBezTo>
                    <a:pt x="637" y="190"/>
                    <a:pt x="610" y="206"/>
                    <a:pt x="612" y="225"/>
                  </a:cubicBezTo>
                  <a:cubicBezTo>
                    <a:pt x="613" y="244"/>
                    <a:pt x="637" y="246"/>
                    <a:pt x="635" y="261"/>
                  </a:cubicBezTo>
                  <a:cubicBezTo>
                    <a:pt x="634" y="277"/>
                    <a:pt x="612" y="292"/>
                    <a:pt x="612" y="306"/>
                  </a:cubicBezTo>
                  <a:cubicBezTo>
                    <a:pt x="612" y="320"/>
                    <a:pt x="635" y="331"/>
                    <a:pt x="635" y="347"/>
                  </a:cubicBezTo>
                  <a:cubicBezTo>
                    <a:pt x="635" y="363"/>
                    <a:pt x="612" y="378"/>
                    <a:pt x="610" y="394"/>
                  </a:cubicBezTo>
                  <a:cubicBezTo>
                    <a:pt x="608" y="409"/>
                    <a:pt x="626" y="413"/>
                    <a:pt x="626" y="424"/>
                  </a:cubicBezTo>
                  <a:cubicBezTo>
                    <a:pt x="626" y="435"/>
                    <a:pt x="618" y="459"/>
                    <a:pt x="575" y="495"/>
                  </a:cubicBezTo>
                  <a:cubicBezTo>
                    <a:pt x="532" y="532"/>
                    <a:pt x="467" y="589"/>
                    <a:pt x="467" y="589"/>
                  </a:cubicBezTo>
                  <a:cubicBezTo>
                    <a:pt x="174" y="589"/>
                    <a:pt x="174" y="589"/>
                    <a:pt x="174" y="589"/>
                  </a:cubicBezTo>
                  <a:cubicBezTo>
                    <a:pt x="39" y="476"/>
                    <a:pt x="39" y="476"/>
                    <a:pt x="39" y="476"/>
                  </a:cubicBezTo>
                  <a:cubicBezTo>
                    <a:pt x="35" y="462"/>
                    <a:pt x="35" y="438"/>
                    <a:pt x="32" y="429"/>
                  </a:cubicBezTo>
                  <a:cubicBezTo>
                    <a:pt x="29" y="419"/>
                    <a:pt x="2" y="405"/>
                    <a:pt x="2" y="389"/>
                  </a:cubicBezTo>
                  <a:cubicBezTo>
                    <a:pt x="2" y="373"/>
                    <a:pt x="26" y="366"/>
                    <a:pt x="26" y="355"/>
                  </a:cubicBezTo>
                  <a:cubicBezTo>
                    <a:pt x="26" y="344"/>
                    <a:pt x="0" y="316"/>
                    <a:pt x="2" y="295"/>
                  </a:cubicBezTo>
                  <a:cubicBezTo>
                    <a:pt x="3" y="274"/>
                    <a:pt x="21" y="269"/>
                    <a:pt x="23" y="258"/>
                  </a:cubicBezTo>
                  <a:cubicBezTo>
                    <a:pt x="24" y="247"/>
                    <a:pt x="5" y="230"/>
                    <a:pt x="5" y="214"/>
                  </a:cubicBezTo>
                  <a:cubicBezTo>
                    <a:pt x="5" y="198"/>
                    <a:pt x="24" y="182"/>
                    <a:pt x="24" y="168"/>
                  </a:cubicBezTo>
                  <a:cubicBezTo>
                    <a:pt x="24" y="153"/>
                    <a:pt x="3" y="144"/>
                    <a:pt x="2" y="120"/>
                  </a:cubicBezTo>
                  <a:cubicBezTo>
                    <a:pt x="0" y="96"/>
                    <a:pt x="7" y="0"/>
                    <a:pt x="7" y="0"/>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212" name="Freeform 170"/>
            <p:cNvSpPr>
              <a:spLocks/>
            </p:cNvSpPr>
            <p:nvPr/>
          </p:nvSpPr>
          <p:spPr bwMode="auto">
            <a:xfrm>
              <a:off x="5734050" y="5993306"/>
              <a:ext cx="569913" cy="76200"/>
            </a:xfrm>
            <a:custGeom>
              <a:avLst/>
              <a:gdLst>
                <a:gd name="T0" fmla="*/ 0 w 266"/>
                <a:gd name="T1" fmla="*/ 0 h 36"/>
                <a:gd name="T2" fmla="*/ 266 w 266"/>
                <a:gd name="T3" fmla="*/ 0 h 36"/>
                <a:gd name="T4" fmla="*/ 223 w 266"/>
                <a:gd name="T5" fmla="*/ 36 h 36"/>
                <a:gd name="T6" fmla="*/ 50 w 266"/>
                <a:gd name="T7" fmla="*/ 36 h 36"/>
                <a:gd name="T8" fmla="*/ 0 w 266"/>
                <a:gd name="T9" fmla="*/ 0 h 36"/>
              </a:gdLst>
              <a:ahLst/>
              <a:cxnLst>
                <a:cxn ang="0">
                  <a:pos x="T0" y="T1"/>
                </a:cxn>
                <a:cxn ang="0">
                  <a:pos x="T2" y="T3"/>
                </a:cxn>
                <a:cxn ang="0">
                  <a:pos x="T4" y="T5"/>
                </a:cxn>
                <a:cxn ang="0">
                  <a:pos x="T6" y="T7"/>
                </a:cxn>
                <a:cxn ang="0">
                  <a:pos x="T8" y="T9"/>
                </a:cxn>
              </a:cxnLst>
              <a:rect l="0" t="0" r="r" b="b"/>
              <a:pathLst>
                <a:path w="266" h="36">
                  <a:moveTo>
                    <a:pt x="0" y="0"/>
                  </a:moveTo>
                  <a:cubicBezTo>
                    <a:pt x="266" y="0"/>
                    <a:pt x="266" y="0"/>
                    <a:pt x="266" y="0"/>
                  </a:cubicBezTo>
                  <a:cubicBezTo>
                    <a:pt x="266" y="0"/>
                    <a:pt x="237" y="36"/>
                    <a:pt x="223" y="36"/>
                  </a:cubicBezTo>
                  <a:cubicBezTo>
                    <a:pt x="209" y="36"/>
                    <a:pt x="62" y="36"/>
                    <a:pt x="50" y="36"/>
                  </a:cubicBezTo>
                  <a:cubicBezTo>
                    <a:pt x="37" y="36"/>
                    <a:pt x="0" y="0"/>
                    <a:pt x="0" y="0"/>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grpSp>
      <p:sp>
        <p:nvSpPr>
          <p:cNvPr id="13" name="TextBox 12"/>
          <p:cNvSpPr txBox="1"/>
          <p:nvPr/>
        </p:nvSpPr>
        <p:spPr>
          <a:xfrm>
            <a:off x="8026959" y="4198287"/>
            <a:ext cx="88012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4" name="TextBox 13"/>
          <p:cNvSpPr txBox="1"/>
          <p:nvPr/>
        </p:nvSpPr>
        <p:spPr>
          <a:xfrm>
            <a:off x="8017293"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6" name="TextBox 15"/>
          <p:cNvSpPr txBox="1"/>
          <p:nvPr/>
        </p:nvSpPr>
        <p:spPr>
          <a:xfrm>
            <a:off x="8691980"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7" name="TextBox 16"/>
          <p:cNvSpPr txBox="1"/>
          <p:nvPr/>
        </p:nvSpPr>
        <p:spPr>
          <a:xfrm>
            <a:off x="8691980"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8" name="TextBox 17"/>
          <p:cNvSpPr txBox="1"/>
          <p:nvPr/>
        </p:nvSpPr>
        <p:spPr>
          <a:xfrm>
            <a:off x="7906501"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9" name="TextBox 18"/>
          <p:cNvSpPr txBox="1"/>
          <p:nvPr/>
        </p:nvSpPr>
        <p:spPr>
          <a:xfrm>
            <a:off x="7906501" y="1316975"/>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20" name="TextBox 19"/>
          <p:cNvSpPr txBox="1"/>
          <p:nvPr/>
        </p:nvSpPr>
        <p:spPr>
          <a:xfrm>
            <a:off x="7093702" y="2230671"/>
            <a:ext cx="623888" cy="477054"/>
          </a:xfrm>
          <a:prstGeom prst="rect">
            <a:avLst/>
          </a:prstGeom>
          <a:noFill/>
          <a:ln>
            <a:noFill/>
          </a:ln>
        </p:spPr>
        <p:txBody>
          <a:bodyPr wrap="square" rtlCol="0">
            <a:spAutoFit/>
          </a:bodyPr>
          <a:lstStyle/>
          <a:p>
            <a:pPr algn="ctr" fontAlgn="auto">
              <a:spcBef>
                <a:spcPts val="0"/>
              </a:spcBef>
              <a:spcAft>
                <a:spcPts val="0"/>
              </a:spcAft>
            </a:pPr>
            <a:r>
              <a:rPr lang="en-US" sz="2500" dirty="0" smtClean="0">
                <a:solidFill>
                  <a:prstClr val="white"/>
                </a:solidFill>
                <a:latin typeface="FontAwesome" pitchFamily="2" charset="0"/>
              </a:rPr>
              <a:t></a:t>
            </a:r>
            <a:endParaRPr lang="en-US" sz="2500" dirty="0">
              <a:solidFill>
                <a:prstClr val="white"/>
              </a:solidFill>
              <a:latin typeface="Calibri Light" panose="020F0302020204030204"/>
            </a:endParaRPr>
          </a:p>
        </p:txBody>
      </p:sp>
      <p:sp>
        <p:nvSpPr>
          <p:cNvPr id="23" name="TextBox 22"/>
          <p:cNvSpPr txBox="1"/>
          <p:nvPr/>
        </p:nvSpPr>
        <p:spPr>
          <a:xfrm>
            <a:off x="429208" y="1999159"/>
            <a:ext cx="7689827" cy="3046988"/>
          </a:xfrm>
          <a:prstGeom prst="rect">
            <a:avLst/>
          </a:prstGeom>
          <a:noFill/>
        </p:spPr>
        <p:txBody>
          <a:bodyPr wrap="square" rtlCol="0">
            <a:spAutoFit/>
          </a:bodyPr>
          <a:lstStyle/>
          <a:p>
            <a:pPr algn="ctr" rtl="1"/>
            <a:r>
              <a:rPr lang="ar-EG" sz="3200" b="1" dirty="0"/>
              <a:t>بحسب الموسى (2008: 82) فإن الألعاب التعليمية</a:t>
            </a:r>
            <a:r>
              <a:rPr lang="en-US" sz="3200" b="1" dirty="0"/>
              <a:t> </a:t>
            </a:r>
            <a:r>
              <a:rPr lang="ar-EG" sz="3200" b="1" dirty="0"/>
              <a:t>هي "الألعاب التي صممت لغرض تعليم مادة معينة أو توسيع مفاهيم معينة أو تطويرها لإدراك الأحداث التاريخية أو الثقافية أو لمساعدة الطلاب على اكتساب مهارات معينة عن طريق اللعب، وتشمل الوسائل التعليمية: السبورة والبطاقات والفيديو" </a:t>
            </a:r>
            <a:endParaRPr lang="en-US" sz="3200" b="1" dirty="0">
              <a:solidFill>
                <a:prstClr val="black"/>
              </a:solidFill>
            </a:endParaRPr>
          </a:p>
        </p:txBody>
      </p:sp>
      <p:sp>
        <p:nvSpPr>
          <p:cNvPr id="30" name="Title 2"/>
          <p:cNvSpPr txBox="1">
            <a:spLocks/>
          </p:cNvSpPr>
          <p:nvPr/>
        </p:nvSpPr>
        <p:spPr>
          <a:xfrm>
            <a:off x="1104900" y="201126"/>
            <a:ext cx="10670333" cy="830923"/>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marL="1657350" lvl="2" indent="-742950" algn="ctr" rtl="1">
              <a:buFont typeface="+mj-lt"/>
              <a:buAutoNum type="arabicPeriod" startAt="4"/>
            </a:pPr>
            <a:r>
              <a:rPr lang="ar-SA" sz="4000" b="1" u="sng" dirty="0"/>
              <a:t>نمط الألعاب التعليمية Instructional Games Mode</a:t>
            </a:r>
            <a:endParaRPr lang="en-US" sz="4000" u="sng" dirty="0"/>
          </a:p>
        </p:txBody>
      </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extLst>
      <p:ext uri="{BB962C8B-B14F-4D97-AF65-F5344CB8AC3E}">
        <p14:creationId xmlns:p14="http://schemas.microsoft.com/office/powerpoint/2010/main" val="39807798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221"/>
                                        </p:tgtEl>
                                        <p:attrNameLst>
                                          <p:attrName>style.visibility</p:attrName>
                                        </p:attrNameLst>
                                      </p:cBhvr>
                                      <p:to>
                                        <p:strVal val="visible"/>
                                      </p:to>
                                    </p:set>
                                    <p:animEffect transition="in" filter="fade">
                                      <p:cBhvr>
                                        <p:cTn id="11" dur="500"/>
                                        <p:tgtEl>
                                          <p:spTgt spid="32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0" y="481128"/>
            <a:ext cx="12192000" cy="1015663"/>
          </a:xfrm>
          <a:prstGeom prst="rect">
            <a:avLst/>
          </a:prstGeom>
          <a:noFill/>
        </p:spPr>
        <p:txBody>
          <a:bodyPr wrap="square" rtlCol="0">
            <a:spAutoFit/>
          </a:bodyPr>
          <a:lstStyle/>
          <a:p>
            <a:pPr marL="742950" lvl="0" indent="-742950" algn="ctr" rtl="1">
              <a:buAutoNum type="arabic1Minus"/>
            </a:pPr>
            <a:r>
              <a:rPr lang="ar-JO" sz="3600" b="1" u="sng" dirty="0" smtClean="0"/>
              <a:t>شروط </a:t>
            </a:r>
            <a:r>
              <a:rPr lang="ar-JO" sz="3600" b="1" u="sng" dirty="0"/>
              <a:t>نجاح الألعاب </a:t>
            </a:r>
            <a:r>
              <a:rPr lang="ar-JO" sz="3600" b="1" u="sng" dirty="0" smtClean="0"/>
              <a:t>التعليمية</a:t>
            </a:r>
            <a:r>
              <a:rPr lang="en-US" sz="3600" b="1" u="sng" dirty="0" smtClean="0"/>
              <a:t>:</a:t>
            </a:r>
          </a:p>
          <a:p>
            <a:pPr algn="ctr" rtl="1"/>
            <a:r>
              <a:rPr lang="ar-EG" sz="2400" b="1" dirty="0"/>
              <a:t>لضمان نجاح </a:t>
            </a:r>
            <a:r>
              <a:rPr lang="ar-JO" sz="2400" b="1" dirty="0"/>
              <a:t>الألعاب</a:t>
            </a:r>
            <a:r>
              <a:rPr lang="ar-EG" sz="2400" b="1" dirty="0"/>
              <a:t> التعليمية فإنه يجب أن تتوفر فيها الشروط التالية</a:t>
            </a:r>
            <a:r>
              <a:rPr lang="ar-EG" sz="2400" b="1" dirty="0" smtClean="0"/>
              <a:t>:</a:t>
            </a:r>
            <a:endParaRPr lang="en-US" sz="2400" b="1" dirty="0"/>
          </a:p>
        </p:txBody>
      </p:sp>
      <p:sp>
        <p:nvSpPr>
          <p:cNvPr id="21" name="Rectangle 20"/>
          <p:cNvSpPr/>
          <p:nvPr/>
        </p:nvSpPr>
        <p:spPr>
          <a:xfrm>
            <a:off x="0" y="2541957"/>
            <a:ext cx="5849257" cy="1886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TextBox 22"/>
          <p:cNvSpPr txBox="1"/>
          <p:nvPr/>
        </p:nvSpPr>
        <p:spPr>
          <a:xfrm>
            <a:off x="6647756" y="2267824"/>
            <a:ext cx="5146138" cy="830997"/>
          </a:xfrm>
          <a:prstGeom prst="rect">
            <a:avLst/>
          </a:prstGeom>
          <a:noFill/>
        </p:spPr>
        <p:txBody>
          <a:bodyPr wrap="square" rtlCol="0">
            <a:spAutoFit/>
          </a:bodyPr>
          <a:lstStyle/>
          <a:p>
            <a:pPr algn="ctr" fontAlgn="auto">
              <a:spcBef>
                <a:spcPts val="0"/>
              </a:spcBef>
              <a:spcAft>
                <a:spcPts val="0"/>
              </a:spcAft>
            </a:pPr>
            <a:r>
              <a:rPr lang="ar-EG" sz="2400" b="1" dirty="0"/>
              <a:t>يجب أن تبنى على أساس تمثل المفهوم المراد تدريسه</a:t>
            </a:r>
            <a:endParaRPr lang="en-US" sz="2400" b="1" dirty="0">
              <a:solidFill>
                <a:srgbClr val="17406D">
                  <a:lumMod val="50000"/>
                </a:srgbClr>
              </a:solidFill>
              <a:latin typeface="Bebas Neue" panose="020B0606020202050201" pitchFamily="34" charset="0"/>
            </a:endParaRPr>
          </a:p>
        </p:txBody>
      </p:sp>
      <p:sp>
        <p:nvSpPr>
          <p:cNvPr id="25" name="Oval 24"/>
          <p:cNvSpPr/>
          <p:nvPr/>
        </p:nvSpPr>
        <p:spPr>
          <a:xfrm>
            <a:off x="5722429" y="2267824"/>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6" name="Picture 2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943600" y="2481184"/>
            <a:ext cx="304800" cy="304800"/>
          </a:xfrm>
          <a:prstGeom prst="rect">
            <a:avLst/>
          </a:prstGeom>
        </p:spPr>
      </p:pic>
      <p:sp>
        <p:nvSpPr>
          <p:cNvPr id="27" name="Rectangle 26"/>
          <p:cNvSpPr/>
          <p:nvPr/>
        </p:nvSpPr>
        <p:spPr>
          <a:xfrm>
            <a:off x="0" y="3530014"/>
            <a:ext cx="5849257" cy="18868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9" name="TextBox 28"/>
          <p:cNvSpPr txBox="1"/>
          <p:nvPr/>
        </p:nvSpPr>
        <p:spPr>
          <a:xfrm>
            <a:off x="6647756" y="3255881"/>
            <a:ext cx="5146138" cy="830997"/>
          </a:xfrm>
          <a:prstGeom prst="rect">
            <a:avLst/>
          </a:prstGeom>
          <a:noFill/>
        </p:spPr>
        <p:txBody>
          <a:bodyPr wrap="square" rtlCol="0">
            <a:spAutoFit/>
          </a:bodyPr>
          <a:lstStyle/>
          <a:p>
            <a:pPr lvl="0" algn="ctr" rtl="1"/>
            <a:r>
              <a:rPr lang="ar-EG" sz="2400" b="1" dirty="0"/>
              <a:t>يجب أن يكون المتعلم على علم بالمفاهيم التي يجب عليه إن يتقنها.</a:t>
            </a:r>
            <a:endParaRPr lang="en-US" sz="2400" b="1" dirty="0"/>
          </a:p>
        </p:txBody>
      </p:sp>
      <p:sp>
        <p:nvSpPr>
          <p:cNvPr id="30" name="Oval 29"/>
          <p:cNvSpPr/>
          <p:nvPr/>
        </p:nvSpPr>
        <p:spPr>
          <a:xfrm>
            <a:off x="5722429" y="3255881"/>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2" name="Rectangle 31"/>
          <p:cNvSpPr/>
          <p:nvPr/>
        </p:nvSpPr>
        <p:spPr>
          <a:xfrm>
            <a:off x="0" y="4518590"/>
            <a:ext cx="5849257" cy="1886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4" name="TextBox 33"/>
          <p:cNvSpPr txBox="1"/>
          <p:nvPr/>
        </p:nvSpPr>
        <p:spPr>
          <a:xfrm>
            <a:off x="6647755" y="4244457"/>
            <a:ext cx="5370073" cy="830997"/>
          </a:xfrm>
          <a:prstGeom prst="rect">
            <a:avLst/>
          </a:prstGeom>
          <a:noFill/>
        </p:spPr>
        <p:txBody>
          <a:bodyPr wrap="square" rtlCol="0">
            <a:spAutoFit/>
          </a:bodyPr>
          <a:lstStyle/>
          <a:p>
            <a:pPr algn="ctr" fontAlgn="auto">
              <a:spcBef>
                <a:spcPts val="0"/>
              </a:spcBef>
              <a:spcAft>
                <a:spcPts val="0"/>
              </a:spcAft>
            </a:pPr>
            <a:r>
              <a:rPr lang="ar-EG" sz="2400" b="1" dirty="0"/>
              <a:t>يجب على المتعلم أن يعرف بوضوح الهدف من اللعبة ودوره فيها</a:t>
            </a:r>
            <a:endParaRPr lang="en-US" sz="2400" b="1" dirty="0">
              <a:solidFill>
                <a:srgbClr val="17406D">
                  <a:lumMod val="50000"/>
                </a:srgbClr>
              </a:solidFill>
              <a:latin typeface="Bebas Neue" panose="020B0606020202050201" pitchFamily="34" charset="0"/>
            </a:endParaRPr>
          </a:p>
        </p:txBody>
      </p:sp>
      <p:sp>
        <p:nvSpPr>
          <p:cNvPr id="35" name="Oval 34"/>
          <p:cNvSpPr/>
          <p:nvPr/>
        </p:nvSpPr>
        <p:spPr>
          <a:xfrm>
            <a:off x="5722429" y="4244457"/>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2" name="Picture 4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943600" y="3469241"/>
            <a:ext cx="304800" cy="304800"/>
          </a:xfrm>
          <a:prstGeom prst="rect">
            <a:avLst/>
          </a:prstGeom>
        </p:spPr>
      </p:pic>
      <p:pic>
        <p:nvPicPr>
          <p:cNvPr id="43" name="Picture 4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35789" y="4457817"/>
            <a:ext cx="304800" cy="304800"/>
          </a:xfrm>
          <a:prstGeom prst="rect">
            <a:avLst/>
          </a:prstGeom>
        </p:spPr>
      </p:pic>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9322249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0-#ppt_w/2"/>
                                          </p:val>
                                        </p:tav>
                                        <p:tav tm="100000">
                                          <p:val>
                                            <p:strVal val="#ppt_x"/>
                                          </p:val>
                                        </p:tav>
                                      </p:tavLst>
                                    </p:anim>
                                    <p:anim calcmode="lin" valueType="num">
                                      <p:cBhvr additive="base">
                                        <p:cTn id="13" dur="500" fill="hold"/>
                                        <p:tgtEl>
                                          <p:spTgt spid="26"/>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additive="base">
                                        <p:cTn id="17" dur="500" fill="hold"/>
                                        <p:tgtEl>
                                          <p:spTgt spid="30"/>
                                        </p:tgtEl>
                                        <p:attrNameLst>
                                          <p:attrName>ppt_x</p:attrName>
                                        </p:attrNameLst>
                                      </p:cBhvr>
                                      <p:tavLst>
                                        <p:tav tm="0">
                                          <p:val>
                                            <p:strVal val="0-#ppt_w/2"/>
                                          </p:val>
                                        </p:tav>
                                        <p:tav tm="100000">
                                          <p:val>
                                            <p:strVal val="#ppt_x"/>
                                          </p:val>
                                        </p:tav>
                                      </p:tavLst>
                                    </p:anim>
                                    <p:anim calcmode="lin" valueType="num">
                                      <p:cBhvr additive="base">
                                        <p:cTn id="18" dur="500" fill="hold"/>
                                        <p:tgtEl>
                                          <p:spTgt spid="30"/>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fill="hold" nodeType="afterEffect">
                                  <p:stCondLst>
                                    <p:cond delay="0"/>
                                  </p:stCondLst>
                                  <p:childTnLst>
                                    <p:set>
                                      <p:cBhvr>
                                        <p:cTn id="21" dur="1" fill="hold">
                                          <p:stCondLst>
                                            <p:cond delay="0"/>
                                          </p:stCondLst>
                                        </p:cTn>
                                        <p:tgtEl>
                                          <p:spTgt spid="42"/>
                                        </p:tgtEl>
                                        <p:attrNameLst>
                                          <p:attrName>style.visibility</p:attrName>
                                        </p:attrNameLst>
                                      </p:cBhvr>
                                      <p:to>
                                        <p:strVal val="visible"/>
                                      </p:to>
                                    </p:set>
                                    <p:anim calcmode="lin" valueType="num">
                                      <p:cBhvr additive="base">
                                        <p:cTn id="22" dur="500" fill="hold"/>
                                        <p:tgtEl>
                                          <p:spTgt spid="42"/>
                                        </p:tgtEl>
                                        <p:attrNameLst>
                                          <p:attrName>ppt_x</p:attrName>
                                        </p:attrNameLst>
                                      </p:cBhvr>
                                      <p:tavLst>
                                        <p:tav tm="0">
                                          <p:val>
                                            <p:strVal val="0-#ppt_w/2"/>
                                          </p:val>
                                        </p:tav>
                                        <p:tav tm="100000">
                                          <p:val>
                                            <p:strVal val="#ppt_x"/>
                                          </p:val>
                                        </p:tav>
                                      </p:tavLst>
                                    </p:anim>
                                    <p:anim calcmode="lin" valueType="num">
                                      <p:cBhvr additive="base">
                                        <p:cTn id="23" dur="500" fill="hold"/>
                                        <p:tgtEl>
                                          <p:spTgt spid="42"/>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8" fill="hold" grpId="0" nodeType="afterEffect">
                                  <p:stCondLst>
                                    <p:cond delay="0"/>
                                  </p:stCondLst>
                                  <p:childTnLst>
                                    <p:set>
                                      <p:cBhvr>
                                        <p:cTn id="26" dur="1" fill="hold">
                                          <p:stCondLst>
                                            <p:cond delay="0"/>
                                          </p:stCondLst>
                                        </p:cTn>
                                        <p:tgtEl>
                                          <p:spTgt spid="35"/>
                                        </p:tgtEl>
                                        <p:attrNameLst>
                                          <p:attrName>style.visibility</p:attrName>
                                        </p:attrNameLst>
                                      </p:cBhvr>
                                      <p:to>
                                        <p:strVal val="visible"/>
                                      </p:to>
                                    </p:set>
                                    <p:anim calcmode="lin" valueType="num">
                                      <p:cBhvr additive="base">
                                        <p:cTn id="27" dur="500" fill="hold"/>
                                        <p:tgtEl>
                                          <p:spTgt spid="35"/>
                                        </p:tgtEl>
                                        <p:attrNameLst>
                                          <p:attrName>ppt_x</p:attrName>
                                        </p:attrNameLst>
                                      </p:cBhvr>
                                      <p:tavLst>
                                        <p:tav tm="0">
                                          <p:val>
                                            <p:strVal val="0-#ppt_w/2"/>
                                          </p:val>
                                        </p:tav>
                                        <p:tav tm="100000">
                                          <p:val>
                                            <p:strVal val="#ppt_x"/>
                                          </p:val>
                                        </p:tav>
                                      </p:tavLst>
                                    </p:anim>
                                    <p:anim calcmode="lin" valueType="num">
                                      <p:cBhvr additive="base">
                                        <p:cTn id="28" dur="500" fill="hold"/>
                                        <p:tgtEl>
                                          <p:spTgt spid="35"/>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fill="hold" nodeType="afterEffect">
                                  <p:stCondLst>
                                    <p:cond delay="0"/>
                                  </p:stCondLst>
                                  <p:childTnLst>
                                    <p:set>
                                      <p:cBhvr>
                                        <p:cTn id="31" dur="1" fill="hold">
                                          <p:stCondLst>
                                            <p:cond delay="0"/>
                                          </p:stCondLst>
                                        </p:cTn>
                                        <p:tgtEl>
                                          <p:spTgt spid="43"/>
                                        </p:tgtEl>
                                        <p:attrNameLst>
                                          <p:attrName>style.visibility</p:attrName>
                                        </p:attrNameLst>
                                      </p:cBhvr>
                                      <p:to>
                                        <p:strVal val="visible"/>
                                      </p:to>
                                    </p:set>
                                    <p:anim calcmode="lin" valueType="num">
                                      <p:cBhvr additive="base">
                                        <p:cTn id="32" dur="500" fill="hold"/>
                                        <p:tgtEl>
                                          <p:spTgt spid="43"/>
                                        </p:tgtEl>
                                        <p:attrNameLst>
                                          <p:attrName>ppt_x</p:attrName>
                                        </p:attrNameLst>
                                      </p:cBhvr>
                                      <p:tavLst>
                                        <p:tav tm="0">
                                          <p:val>
                                            <p:strVal val="0-#ppt_w/2"/>
                                          </p:val>
                                        </p:tav>
                                        <p:tav tm="100000">
                                          <p:val>
                                            <p:strVal val="#ppt_x"/>
                                          </p:val>
                                        </p:tav>
                                      </p:tavLst>
                                    </p:anim>
                                    <p:anim calcmode="lin" valueType="num">
                                      <p:cBhvr additive="base">
                                        <p:cTn id="33" dur="500" fill="hold"/>
                                        <p:tgtEl>
                                          <p:spTgt spid="43"/>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8" fill="hold" grpId="0" nodeType="afterEffect">
                                  <p:stCondLst>
                                    <p:cond delay="0"/>
                                  </p:stCondLst>
                                  <p:childTnLst>
                                    <p:set>
                                      <p:cBhvr>
                                        <p:cTn id="36" dur="1" fill="hold">
                                          <p:stCondLst>
                                            <p:cond delay="0"/>
                                          </p:stCondLst>
                                        </p:cTn>
                                        <p:tgtEl>
                                          <p:spTgt spid="32"/>
                                        </p:tgtEl>
                                        <p:attrNameLst>
                                          <p:attrName>style.visibility</p:attrName>
                                        </p:attrNameLst>
                                      </p:cBhvr>
                                      <p:to>
                                        <p:strVal val="visible"/>
                                      </p:to>
                                    </p:set>
                                    <p:anim calcmode="lin" valueType="num">
                                      <p:cBhvr additive="base">
                                        <p:cTn id="37" dur="500" fill="hold"/>
                                        <p:tgtEl>
                                          <p:spTgt spid="32"/>
                                        </p:tgtEl>
                                        <p:attrNameLst>
                                          <p:attrName>ppt_x</p:attrName>
                                        </p:attrNameLst>
                                      </p:cBhvr>
                                      <p:tavLst>
                                        <p:tav tm="0">
                                          <p:val>
                                            <p:strVal val="0-#ppt_w/2"/>
                                          </p:val>
                                        </p:tav>
                                        <p:tav tm="100000">
                                          <p:val>
                                            <p:strVal val="#ppt_x"/>
                                          </p:val>
                                        </p:tav>
                                      </p:tavLst>
                                    </p:anim>
                                    <p:anim calcmode="lin" valueType="num">
                                      <p:cBhvr additive="base">
                                        <p:cTn id="38" dur="500" fill="hold"/>
                                        <p:tgtEl>
                                          <p:spTgt spid="32"/>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8" fill="hold" grpId="0" nodeType="afterEffect">
                                  <p:stCondLst>
                                    <p:cond delay="0"/>
                                  </p:stCondLst>
                                  <p:childTnLst>
                                    <p:set>
                                      <p:cBhvr>
                                        <p:cTn id="41" dur="1" fill="hold">
                                          <p:stCondLst>
                                            <p:cond delay="0"/>
                                          </p:stCondLst>
                                        </p:cTn>
                                        <p:tgtEl>
                                          <p:spTgt spid="27"/>
                                        </p:tgtEl>
                                        <p:attrNameLst>
                                          <p:attrName>style.visibility</p:attrName>
                                        </p:attrNameLst>
                                      </p:cBhvr>
                                      <p:to>
                                        <p:strVal val="visible"/>
                                      </p:to>
                                    </p:set>
                                    <p:anim calcmode="lin" valueType="num">
                                      <p:cBhvr additive="base">
                                        <p:cTn id="42" dur="500" fill="hold"/>
                                        <p:tgtEl>
                                          <p:spTgt spid="27"/>
                                        </p:tgtEl>
                                        <p:attrNameLst>
                                          <p:attrName>ppt_x</p:attrName>
                                        </p:attrNameLst>
                                      </p:cBhvr>
                                      <p:tavLst>
                                        <p:tav tm="0">
                                          <p:val>
                                            <p:strVal val="0-#ppt_w/2"/>
                                          </p:val>
                                        </p:tav>
                                        <p:tav tm="100000">
                                          <p:val>
                                            <p:strVal val="#ppt_x"/>
                                          </p:val>
                                        </p:tav>
                                      </p:tavLst>
                                    </p:anim>
                                    <p:anim calcmode="lin" valueType="num">
                                      <p:cBhvr additive="base">
                                        <p:cTn id="43" dur="500" fill="hold"/>
                                        <p:tgtEl>
                                          <p:spTgt spid="27"/>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2" presetClass="entr" presetSubtype="8"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500" fill="hold"/>
                                        <p:tgtEl>
                                          <p:spTgt spid="21"/>
                                        </p:tgtEl>
                                        <p:attrNameLst>
                                          <p:attrName>ppt_x</p:attrName>
                                        </p:attrNameLst>
                                      </p:cBhvr>
                                      <p:tavLst>
                                        <p:tav tm="0">
                                          <p:val>
                                            <p:strVal val="0-#ppt_w/2"/>
                                          </p:val>
                                        </p:tav>
                                        <p:tav tm="100000">
                                          <p:val>
                                            <p:strVal val="#ppt_x"/>
                                          </p:val>
                                        </p:tav>
                                      </p:tavLst>
                                    </p:anim>
                                    <p:anim calcmode="lin" valueType="num">
                                      <p:cBhvr additive="base">
                                        <p:cTn id="48" dur="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5" grpId="0" animBg="1"/>
      <p:bldP spid="27" grpId="0" animBg="1"/>
      <p:bldP spid="30" grpId="0" animBg="1"/>
      <p:bldP spid="32" grpId="0" animBg="1"/>
      <p:bldP spid="35"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0" y="481128"/>
            <a:ext cx="12192000" cy="1015663"/>
          </a:xfrm>
          <a:prstGeom prst="rect">
            <a:avLst/>
          </a:prstGeom>
          <a:noFill/>
        </p:spPr>
        <p:txBody>
          <a:bodyPr wrap="square" rtlCol="0">
            <a:spAutoFit/>
          </a:bodyPr>
          <a:lstStyle/>
          <a:p>
            <a:pPr marL="742950" lvl="0" indent="-742950" algn="ctr" rtl="1">
              <a:buAutoNum type="arabic1Minus"/>
            </a:pPr>
            <a:r>
              <a:rPr lang="ar-JO" sz="3600" b="1" u="sng" dirty="0" smtClean="0"/>
              <a:t>شروط </a:t>
            </a:r>
            <a:r>
              <a:rPr lang="ar-JO" sz="3600" b="1" u="sng" dirty="0"/>
              <a:t>نجاح الألعاب </a:t>
            </a:r>
            <a:r>
              <a:rPr lang="ar-JO" sz="3600" b="1" u="sng" dirty="0" smtClean="0"/>
              <a:t>التعليمية</a:t>
            </a:r>
            <a:r>
              <a:rPr lang="en-US" sz="3600" b="1" u="sng" dirty="0" smtClean="0"/>
              <a:t>:</a:t>
            </a:r>
          </a:p>
          <a:p>
            <a:pPr algn="ctr" rtl="1"/>
            <a:r>
              <a:rPr lang="ar-EG" sz="2400" b="1" dirty="0"/>
              <a:t>لضمان نجاح </a:t>
            </a:r>
            <a:r>
              <a:rPr lang="ar-JO" sz="2400" b="1" dirty="0"/>
              <a:t>الألعاب</a:t>
            </a:r>
            <a:r>
              <a:rPr lang="ar-EG" sz="2400" b="1" dirty="0"/>
              <a:t> التعليمية فإنه يجب أن تتوفر فيها الشروط التالية</a:t>
            </a:r>
            <a:r>
              <a:rPr lang="ar-EG" sz="2400" b="1" dirty="0" smtClean="0"/>
              <a:t>:</a:t>
            </a:r>
            <a:endParaRPr lang="en-US" sz="2400" b="1" dirty="0"/>
          </a:p>
        </p:txBody>
      </p:sp>
      <p:sp>
        <p:nvSpPr>
          <p:cNvPr id="21" name="Rectangle 20"/>
          <p:cNvSpPr/>
          <p:nvPr/>
        </p:nvSpPr>
        <p:spPr>
          <a:xfrm>
            <a:off x="0" y="2541957"/>
            <a:ext cx="5849257" cy="1886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TextBox 22"/>
          <p:cNvSpPr txBox="1"/>
          <p:nvPr/>
        </p:nvSpPr>
        <p:spPr>
          <a:xfrm>
            <a:off x="6647756" y="2267824"/>
            <a:ext cx="5146138" cy="830997"/>
          </a:xfrm>
          <a:prstGeom prst="rect">
            <a:avLst/>
          </a:prstGeom>
          <a:noFill/>
        </p:spPr>
        <p:txBody>
          <a:bodyPr wrap="square" rtlCol="0">
            <a:spAutoFit/>
          </a:bodyPr>
          <a:lstStyle/>
          <a:p>
            <a:pPr algn="ctr" fontAlgn="auto">
              <a:spcBef>
                <a:spcPts val="0"/>
              </a:spcBef>
              <a:spcAft>
                <a:spcPts val="0"/>
              </a:spcAft>
            </a:pPr>
            <a:r>
              <a:rPr lang="ar-EG" sz="2400" b="1" dirty="0"/>
              <a:t>يجب أن يساعد البرنامج على تحفيز الدوافع الداخلية لدى المتعلم أطول فترة ممكنة</a:t>
            </a:r>
            <a:endParaRPr lang="en-US" sz="2400" b="1" dirty="0">
              <a:solidFill>
                <a:srgbClr val="17406D">
                  <a:lumMod val="50000"/>
                </a:srgbClr>
              </a:solidFill>
              <a:latin typeface="Bebas Neue" panose="020B0606020202050201" pitchFamily="34" charset="0"/>
            </a:endParaRPr>
          </a:p>
        </p:txBody>
      </p:sp>
      <p:sp>
        <p:nvSpPr>
          <p:cNvPr id="25" name="Oval 24"/>
          <p:cNvSpPr/>
          <p:nvPr/>
        </p:nvSpPr>
        <p:spPr>
          <a:xfrm>
            <a:off x="5722429" y="2267824"/>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6" name="Picture 2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943600" y="2481184"/>
            <a:ext cx="304800" cy="304800"/>
          </a:xfrm>
          <a:prstGeom prst="rect">
            <a:avLst/>
          </a:prstGeom>
        </p:spPr>
      </p:pic>
      <p:sp>
        <p:nvSpPr>
          <p:cNvPr id="32" name="Rectangle 31"/>
          <p:cNvSpPr/>
          <p:nvPr/>
        </p:nvSpPr>
        <p:spPr>
          <a:xfrm>
            <a:off x="0" y="4518590"/>
            <a:ext cx="5849257" cy="1886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4" name="TextBox 33"/>
          <p:cNvSpPr txBox="1"/>
          <p:nvPr/>
        </p:nvSpPr>
        <p:spPr>
          <a:xfrm>
            <a:off x="6647755" y="4244457"/>
            <a:ext cx="5370073" cy="830997"/>
          </a:xfrm>
          <a:prstGeom prst="rect">
            <a:avLst/>
          </a:prstGeom>
          <a:noFill/>
        </p:spPr>
        <p:txBody>
          <a:bodyPr wrap="square" rtlCol="0">
            <a:spAutoFit/>
          </a:bodyPr>
          <a:lstStyle/>
          <a:p>
            <a:pPr algn="ctr" fontAlgn="auto">
              <a:spcBef>
                <a:spcPts val="0"/>
              </a:spcBef>
              <a:spcAft>
                <a:spcPts val="0"/>
              </a:spcAft>
            </a:pPr>
            <a:r>
              <a:rPr lang="ar-EG" sz="2400" b="1" dirty="0"/>
              <a:t>يجب أن يكون المتعلم على معرفة بالهدف النهائي من اللعبة ليعمل على تحقيقة</a:t>
            </a:r>
            <a:endParaRPr lang="en-US" sz="2400" b="1" dirty="0">
              <a:solidFill>
                <a:srgbClr val="17406D">
                  <a:lumMod val="50000"/>
                </a:srgbClr>
              </a:solidFill>
              <a:latin typeface="Bebas Neue" panose="020B0606020202050201" pitchFamily="34" charset="0"/>
            </a:endParaRPr>
          </a:p>
        </p:txBody>
      </p:sp>
      <p:sp>
        <p:nvSpPr>
          <p:cNvPr id="35" name="Oval 34"/>
          <p:cNvSpPr/>
          <p:nvPr/>
        </p:nvSpPr>
        <p:spPr>
          <a:xfrm>
            <a:off x="5722429" y="4244457"/>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2" name="Picture 4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943600" y="3469241"/>
            <a:ext cx="304800" cy="304800"/>
          </a:xfrm>
          <a:prstGeom prst="rect">
            <a:avLst/>
          </a:prstGeom>
        </p:spPr>
      </p:pic>
      <p:pic>
        <p:nvPicPr>
          <p:cNvPr id="43" name="Picture 4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35789" y="4457817"/>
            <a:ext cx="304800" cy="304800"/>
          </a:xfrm>
          <a:prstGeom prst="rect">
            <a:avLst/>
          </a:prstGeom>
        </p:spPr>
      </p:pic>
      <p:sp>
        <p:nvSpPr>
          <p:cNvPr id="1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048722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0-#ppt_w/2"/>
                                          </p:val>
                                        </p:tav>
                                        <p:tav tm="100000">
                                          <p:val>
                                            <p:strVal val="#ppt_x"/>
                                          </p:val>
                                        </p:tav>
                                      </p:tavLst>
                                    </p:anim>
                                    <p:anim calcmode="lin" valueType="num">
                                      <p:cBhvr additive="base">
                                        <p:cTn id="13" dur="500" fill="hold"/>
                                        <p:tgtEl>
                                          <p:spTgt spid="26"/>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fill="hold" nodeType="afterEffect">
                                  <p:stCondLst>
                                    <p:cond delay="0"/>
                                  </p:stCondLst>
                                  <p:childTnLst>
                                    <p:set>
                                      <p:cBhvr>
                                        <p:cTn id="16" dur="1" fill="hold">
                                          <p:stCondLst>
                                            <p:cond delay="0"/>
                                          </p:stCondLst>
                                        </p:cTn>
                                        <p:tgtEl>
                                          <p:spTgt spid="42"/>
                                        </p:tgtEl>
                                        <p:attrNameLst>
                                          <p:attrName>style.visibility</p:attrName>
                                        </p:attrNameLst>
                                      </p:cBhvr>
                                      <p:to>
                                        <p:strVal val="visible"/>
                                      </p:to>
                                    </p:set>
                                    <p:anim calcmode="lin" valueType="num">
                                      <p:cBhvr additive="base">
                                        <p:cTn id="17" dur="500" fill="hold"/>
                                        <p:tgtEl>
                                          <p:spTgt spid="42"/>
                                        </p:tgtEl>
                                        <p:attrNameLst>
                                          <p:attrName>ppt_x</p:attrName>
                                        </p:attrNameLst>
                                      </p:cBhvr>
                                      <p:tavLst>
                                        <p:tav tm="0">
                                          <p:val>
                                            <p:strVal val="0-#ppt_w/2"/>
                                          </p:val>
                                        </p:tav>
                                        <p:tav tm="100000">
                                          <p:val>
                                            <p:strVal val="#ppt_x"/>
                                          </p:val>
                                        </p:tav>
                                      </p:tavLst>
                                    </p:anim>
                                    <p:anim calcmode="lin" valueType="num">
                                      <p:cBhvr additive="base">
                                        <p:cTn id="18" dur="500" fill="hold"/>
                                        <p:tgtEl>
                                          <p:spTgt spid="42"/>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fill="hold" grpId="0" nodeType="afterEffect">
                                  <p:stCondLst>
                                    <p:cond delay="0"/>
                                  </p:stCondLst>
                                  <p:childTnLst>
                                    <p:set>
                                      <p:cBhvr>
                                        <p:cTn id="21" dur="1" fill="hold">
                                          <p:stCondLst>
                                            <p:cond delay="0"/>
                                          </p:stCondLst>
                                        </p:cTn>
                                        <p:tgtEl>
                                          <p:spTgt spid="35"/>
                                        </p:tgtEl>
                                        <p:attrNameLst>
                                          <p:attrName>style.visibility</p:attrName>
                                        </p:attrNameLst>
                                      </p:cBhvr>
                                      <p:to>
                                        <p:strVal val="visible"/>
                                      </p:to>
                                    </p:set>
                                    <p:anim calcmode="lin" valueType="num">
                                      <p:cBhvr additive="base">
                                        <p:cTn id="22" dur="500" fill="hold"/>
                                        <p:tgtEl>
                                          <p:spTgt spid="35"/>
                                        </p:tgtEl>
                                        <p:attrNameLst>
                                          <p:attrName>ppt_x</p:attrName>
                                        </p:attrNameLst>
                                      </p:cBhvr>
                                      <p:tavLst>
                                        <p:tav tm="0">
                                          <p:val>
                                            <p:strVal val="0-#ppt_w/2"/>
                                          </p:val>
                                        </p:tav>
                                        <p:tav tm="100000">
                                          <p:val>
                                            <p:strVal val="#ppt_x"/>
                                          </p:val>
                                        </p:tav>
                                      </p:tavLst>
                                    </p:anim>
                                    <p:anim calcmode="lin" valueType="num">
                                      <p:cBhvr additive="base">
                                        <p:cTn id="23" dur="500" fill="hold"/>
                                        <p:tgtEl>
                                          <p:spTgt spid="35"/>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8" fill="hold" nodeType="afterEffect">
                                  <p:stCondLst>
                                    <p:cond delay="0"/>
                                  </p:stCondLst>
                                  <p:childTnLst>
                                    <p:set>
                                      <p:cBhvr>
                                        <p:cTn id="26" dur="1" fill="hold">
                                          <p:stCondLst>
                                            <p:cond delay="0"/>
                                          </p:stCondLst>
                                        </p:cTn>
                                        <p:tgtEl>
                                          <p:spTgt spid="43"/>
                                        </p:tgtEl>
                                        <p:attrNameLst>
                                          <p:attrName>style.visibility</p:attrName>
                                        </p:attrNameLst>
                                      </p:cBhvr>
                                      <p:to>
                                        <p:strVal val="visible"/>
                                      </p:to>
                                    </p:set>
                                    <p:anim calcmode="lin" valueType="num">
                                      <p:cBhvr additive="base">
                                        <p:cTn id="27" dur="500" fill="hold"/>
                                        <p:tgtEl>
                                          <p:spTgt spid="43"/>
                                        </p:tgtEl>
                                        <p:attrNameLst>
                                          <p:attrName>ppt_x</p:attrName>
                                        </p:attrNameLst>
                                      </p:cBhvr>
                                      <p:tavLst>
                                        <p:tav tm="0">
                                          <p:val>
                                            <p:strVal val="0-#ppt_w/2"/>
                                          </p:val>
                                        </p:tav>
                                        <p:tav tm="100000">
                                          <p:val>
                                            <p:strVal val="#ppt_x"/>
                                          </p:val>
                                        </p:tav>
                                      </p:tavLst>
                                    </p:anim>
                                    <p:anim calcmode="lin" valueType="num">
                                      <p:cBhvr additive="base">
                                        <p:cTn id="28" dur="500" fill="hold"/>
                                        <p:tgtEl>
                                          <p:spTgt spid="43"/>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fill="hold" grpId="0" nodeType="afterEffect">
                                  <p:stCondLst>
                                    <p:cond delay="0"/>
                                  </p:stCondLst>
                                  <p:childTnLst>
                                    <p:set>
                                      <p:cBhvr>
                                        <p:cTn id="31" dur="1" fill="hold">
                                          <p:stCondLst>
                                            <p:cond delay="0"/>
                                          </p:stCondLst>
                                        </p:cTn>
                                        <p:tgtEl>
                                          <p:spTgt spid="32"/>
                                        </p:tgtEl>
                                        <p:attrNameLst>
                                          <p:attrName>style.visibility</p:attrName>
                                        </p:attrNameLst>
                                      </p:cBhvr>
                                      <p:to>
                                        <p:strVal val="visible"/>
                                      </p:to>
                                    </p:set>
                                    <p:anim calcmode="lin" valueType="num">
                                      <p:cBhvr additive="base">
                                        <p:cTn id="32" dur="500" fill="hold"/>
                                        <p:tgtEl>
                                          <p:spTgt spid="32"/>
                                        </p:tgtEl>
                                        <p:attrNameLst>
                                          <p:attrName>ppt_x</p:attrName>
                                        </p:attrNameLst>
                                      </p:cBhvr>
                                      <p:tavLst>
                                        <p:tav tm="0">
                                          <p:val>
                                            <p:strVal val="0-#ppt_w/2"/>
                                          </p:val>
                                        </p:tav>
                                        <p:tav tm="100000">
                                          <p:val>
                                            <p:strVal val="#ppt_x"/>
                                          </p:val>
                                        </p:tav>
                                      </p:tavLst>
                                    </p:anim>
                                    <p:anim calcmode="lin" valueType="num">
                                      <p:cBhvr additive="base">
                                        <p:cTn id="33" dur="500" fill="hold"/>
                                        <p:tgtEl>
                                          <p:spTgt spid="32"/>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8" fill="hold" grpId="0" nodeType="afterEffect">
                                  <p:stCondLst>
                                    <p:cond delay="0"/>
                                  </p:stCondLst>
                                  <p:childTnLst>
                                    <p:set>
                                      <p:cBhvr>
                                        <p:cTn id="36" dur="1" fill="hold">
                                          <p:stCondLst>
                                            <p:cond delay="0"/>
                                          </p:stCondLst>
                                        </p:cTn>
                                        <p:tgtEl>
                                          <p:spTgt spid="21"/>
                                        </p:tgtEl>
                                        <p:attrNameLst>
                                          <p:attrName>style.visibility</p:attrName>
                                        </p:attrNameLst>
                                      </p:cBhvr>
                                      <p:to>
                                        <p:strVal val="visible"/>
                                      </p:to>
                                    </p:set>
                                    <p:anim calcmode="lin" valueType="num">
                                      <p:cBhvr additive="base">
                                        <p:cTn id="37" dur="500" fill="hold"/>
                                        <p:tgtEl>
                                          <p:spTgt spid="21"/>
                                        </p:tgtEl>
                                        <p:attrNameLst>
                                          <p:attrName>ppt_x</p:attrName>
                                        </p:attrNameLst>
                                      </p:cBhvr>
                                      <p:tavLst>
                                        <p:tav tm="0">
                                          <p:val>
                                            <p:strVal val="0-#ppt_w/2"/>
                                          </p:val>
                                        </p:tav>
                                        <p:tav tm="100000">
                                          <p:val>
                                            <p:strVal val="#ppt_x"/>
                                          </p:val>
                                        </p:tav>
                                      </p:tavLst>
                                    </p:anim>
                                    <p:anim calcmode="lin" valueType="num">
                                      <p:cBhvr additive="base">
                                        <p:cTn id="38" dur="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5" grpId="0" animBg="1"/>
      <p:bldP spid="32" grpId="0" animBg="1"/>
      <p:bldP spid="35"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0" y="481128"/>
            <a:ext cx="12192000" cy="646331"/>
          </a:xfrm>
          <a:prstGeom prst="rect">
            <a:avLst/>
          </a:prstGeom>
          <a:noFill/>
        </p:spPr>
        <p:txBody>
          <a:bodyPr wrap="square" rtlCol="0">
            <a:spAutoFit/>
          </a:bodyPr>
          <a:lstStyle/>
          <a:p>
            <a:pPr lvl="0" algn="ctr" rtl="1"/>
            <a:r>
              <a:rPr lang="ar-SA" sz="3600" b="1" u="sng" dirty="0">
                <a:solidFill>
                  <a:srgbClr val="000000"/>
                </a:solidFill>
              </a:rPr>
              <a:t>ب- </a:t>
            </a:r>
            <a:r>
              <a:rPr lang="ar-JO" sz="3600" b="1" u="sng" dirty="0"/>
              <a:t>فوائد الألعاب </a:t>
            </a:r>
            <a:r>
              <a:rPr lang="ar-JO" sz="3600" b="1" u="sng" dirty="0" smtClean="0"/>
              <a:t>التعليمية</a:t>
            </a:r>
            <a:r>
              <a:rPr lang="en-US" sz="3600" b="1" u="sng" dirty="0" smtClean="0"/>
              <a:t>:</a:t>
            </a:r>
            <a:endParaRPr lang="en-US" sz="3600" u="sng" dirty="0">
              <a:solidFill>
                <a:srgbClr val="000000"/>
              </a:solidFill>
            </a:endParaRPr>
          </a:p>
        </p:txBody>
      </p:sp>
      <p:sp>
        <p:nvSpPr>
          <p:cNvPr id="21" name="Rectangle 20"/>
          <p:cNvSpPr/>
          <p:nvPr/>
        </p:nvSpPr>
        <p:spPr>
          <a:xfrm>
            <a:off x="0" y="2110764"/>
            <a:ext cx="5849257" cy="1886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TextBox 22"/>
          <p:cNvSpPr txBox="1"/>
          <p:nvPr/>
        </p:nvSpPr>
        <p:spPr>
          <a:xfrm>
            <a:off x="6499699" y="1786892"/>
            <a:ext cx="5518129" cy="830997"/>
          </a:xfrm>
          <a:prstGeom prst="rect">
            <a:avLst/>
          </a:prstGeom>
          <a:noFill/>
        </p:spPr>
        <p:txBody>
          <a:bodyPr wrap="square" rtlCol="0">
            <a:spAutoFit/>
          </a:bodyPr>
          <a:lstStyle/>
          <a:p>
            <a:pPr algn="ctr" rtl="1" fontAlgn="auto">
              <a:spcBef>
                <a:spcPts val="0"/>
              </a:spcBef>
              <a:spcAft>
                <a:spcPts val="0"/>
              </a:spcAft>
            </a:pPr>
            <a:r>
              <a:rPr lang="ar-EG" sz="2400" b="1" dirty="0"/>
              <a:t>تمد المتعلم بخبرات أقرب إلى الواقعية من أي وسيلة تعليمية أخرى</a:t>
            </a:r>
            <a:endParaRPr lang="en-US" sz="2400" b="1" dirty="0">
              <a:solidFill>
                <a:srgbClr val="17406D">
                  <a:lumMod val="50000"/>
                </a:srgbClr>
              </a:solidFill>
              <a:latin typeface="Bebas Neue" panose="020B0606020202050201" pitchFamily="34" charset="0"/>
            </a:endParaRPr>
          </a:p>
        </p:txBody>
      </p:sp>
      <p:sp>
        <p:nvSpPr>
          <p:cNvPr id="25" name="Oval 24"/>
          <p:cNvSpPr/>
          <p:nvPr/>
        </p:nvSpPr>
        <p:spPr>
          <a:xfrm>
            <a:off x="5722429" y="1836631"/>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6" name="Picture 2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943600" y="2049991"/>
            <a:ext cx="304800" cy="304800"/>
          </a:xfrm>
          <a:prstGeom prst="rect">
            <a:avLst/>
          </a:prstGeom>
        </p:spPr>
      </p:pic>
      <p:sp>
        <p:nvSpPr>
          <p:cNvPr id="27" name="Rectangle 26"/>
          <p:cNvSpPr/>
          <p:nvPr/>
        </p:nvSpPr>
        <p:spPr>
          <a:xfrm>
            <a:off x="0" y="3098821"/>
            <a:ext cx="5849257" cy="18868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9" name="TextBox 28"/>
          <p:cNvSpPr txBox="1"/>
          <p:nvPr/>
        </p:nvSpPr>
        <p:spPr>
          <a:xfrm>
            <a:off x="6647756" y="2881183"/>
            <a:ext cx="5146138" cy="461665"/>
          </a:xfrm>
          <a:prstGeom prst="rect">
            <a:avLst/>
          </a:prstGeom>
          <a:noFill/>
        </p:spPr>
        <p:txBody>
          <a:bodyPr wrap="square" rtlCol="0">
            <a:spAutoFit/>
          </a:bodyPr>
          <a:lstStyle/>
          <a:p>
            <a:pPr algn="ctr" fontAlgn="auto">
              <a:spcBef>
                <a:spcPts val="0"/>
              </a:spcBef>
              <a:spcAft>
                <a:spcPts val="0"/>
              </a:spcAft>
            </a:pPr>
            <a:r>
              <a:rPr lang="ar-EG" sz="2400" b="1" dirty="0"/>
              <a:t>تزيد من دافعية المتعلمين للتعليم</a:t>
            </a:r>
            <a:endParaRPr lang="en-US" sz="2400" b="1" dirty="0">
              <a:solidFill>
                <a:srgbClr val="17406D">
                  <a:lumMod val="50000"/>
                </a:srgbClr>
              </a:solidFill>
              <a:latin typeface="Bebas Neue" panose="020B0606020202050201" pitchFamily="34" charset="0"/>
            </a:endParaRPr>
          </a:p>
        </p:txBody>
      </p:sp>
      <p:sp>
        <p:nvSpPr>
          <p:cNvPr id="30" name="Oval 29"/>
          <p:cNvSpPr/>
          <p:nvPr/>
        </p:nvSpPr>
        <p:spPr>
          <a:xfrm>
            <a:off x="5722429" y="2824688"/>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2" name="Rectangle 31"/>
          <p:cNvSpPr/>
          <p:nvPr/>
        </p:nvSpPr>
        <p:spPr>
          <a:xfrm>
            <a:off x="0" y="4087397"/>
            <a:ext cx="5849257" cy="1886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4" name="TextBox 33"/>
          <p:cNvSpPr txBox="1"/>
          <p:nvPr/>
        </p:nvSpPr>
        <p:spPr>
          <a:xfrm>
            <a:off x="6647755" y="3813264"/>
            <a:ext cx="5370073" cy="461665"/>
          </a:xfrm>
          <a:prstGeom prst="rect">
            <a:avLst/>
          </a:prstGeom>
          <a:noFill/>
        </p:spPr>
        <p:txBody>
          <a:bodyPr wrap="square" rtlCol="0">
            <a:spAutoFit/>
          </a:bodyPr>
          <a:lstStyle/>
          <a:p>
            <a:pPr algn="ctr" fontAlgn="auto">
              <a:spcBef>
                <a:spcPts val="0"/>
              </a:spcBef>
              <a:spcAft>
                <a:spcPts val="0"/>
              </a:spcAft>
            </a:pPr>
            <a:r>
              <a:rPr lang="ar-EG" sz="2400" b="1" dirty="0"/>
              <a:t>تعمل على إشراك المتعلم إيجابياً في عملية التعلم</a:t>
            </a:r>
            <a:endParaRPr lang="en-US" sz="2400" b="1" dirty="0">
              <a:solidFill>
                <a:srgbClr val="17406D">
                  <a:lumMod val="50000"/>
                </a:srgbClr>
              </a:solidFill>
              <a:latin typeface="Bebas Neue" panose="020B0606020202050201" pitchFamily="34" charset="0"/>
            </a:endParaRPr>
          </a:p>
        </p:txBody>
      </p:sp>
      <p:sp>
        <p:nvSpPr>
          <p:cNvPr id="35" name="Oval 34"/>
          <p:cNvSpPr/>
          <p:nvPr/>
        </p:nvSpPr>
        <p:spPr>
          <a:xfrm>
            <a:off x="5722429" y="3813264"/>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7" name="Rectangle 36"/>
          <p:cNvSpPr/>
          <p:nvPr/>
        </p:nvSpPr>
        <p:spPr>
          <a:xfrm>
            <a:off x="0" y="5072990"/>
            <a:ext cx="5849257" cy="18868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9" name="TextBox 38"/>
          <p:cNvSpPr txBox="1"/>
          <p:nvPr/>
        </p:nvSpPr>
        <p:spPr>
          <a:xfrm>
            <a:off x="6667309" y="4749118"/>
            <a:ext cx="5015481" cy="461665"/>
          </a:xfrm>
          <a:prstGeom prst="rect">
            <a:avLst/>
          </a:prstGeom>
          <a:noFill/>
        </p:spPr>
        <p:txBody>
          <a:bodyPr wrap="square" rtlCol="0">
            <a:spAutoFit/>
          </a:bodyPr>
          <a:lstStyle/>
          <a:p>
            <a:pPr algn="ctr" fontAlgn="auto">
              <a:spcBef>
                <a:spcPts val="0"/>
              </a:spcBef>
              <a:spcAft>
                <a:spcPts val="0"/>
              </a:spcAft>
            </a:pPr>
            <a:r>
              <a:rPr lang="ar-EG" sz="2400" b="1" dirty="0"/>
              <a:t>إتاحة الفرصة للطلاب بطيئي التعلم</a:t>
            </a:r>
            <a:endParaRPr lang="en-US" sz="2400" b="1" dirty="0">
              <a:solidFill>
                <a:srgbClr val="17406D">
                  <a:lumMod val="50000"/>
                </a:srgbClr>
              </a:solidFill>
              <a:latin typeface="Bebas Neue" panose="020B0606020202050201" pitchFamily="34" charset="0"/>
            </a:endParaRPr>
          </a:p>
        </p:txBody>
      </p:sp>
      <p:sp>
        <p:nvSpPr>
          <p:cNvPr id="40" name="Oval 39"/>
          <p:cNvSpPr/>
          <p:nvPr/>
        </p:nvSpPr>
        <p:spPr>
          <a:xfrm>
            <a:off x="5722429" y="4798857"/>
            <a:ext cx="731520" cy="73152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2" name="Picture 4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943600" y="3038048"/>
            <a:ext cx="304800" cy="304800"/>
          </a:xfrm>
          <a:prstGeom prst="rect">
            <a:avLst/>
          </a:prstGeom>
        </p:spPr>
      </p:pic>
      <p:pic>
        <p:nvPicPr>
          <p:cNvPr id="43" name="Picture 4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35789" y="4026624"/>
            <a:ext cx="304800" cy="304800"/>
          </a:xfrm>
          <a:prstGeom prst="rect">
            <a:avLst/>
          </a:prstGeom>
        </p:spPr>
      </p:pic>
      <p:pic>
        <p:nvPicPr>
          <p:cNvPr id="44" name="Picture 4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935789" y="5029689"/>
            <a:ext cx="304800" cy="304800"/>
          </a:xfrm>
          <a:prstGeom prst="rect">
            <a:avLst/>
          </a:prstGeom>
        </p:spPr>
      </p:pic>
      <p:sp>
        <p:nvSpPr>
          <p:cNvPr id="1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173678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0-#ppt_w/2"/>
                                          </p:val>
                                        </p:tav>
                                        <p:tav tm="100000">
                                          <p:val>
                                            <p:strVal val="#ppt_x"/>
                                          </p:val>
                                        </p:tav>
                                      </p:tavLst>
                                    </p:anim>
                                    <p:anim calcmode="lin" valueType="num">
                                      <p:cBhvr additive="base">
                                        <p:cTn id="13" dur="500" fill="hold"/>
                                        <p:tgtEl>
                                          <p:spTgt spid="26"/>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additive="base">
                                        <p:cTn id="17" dur="500" fill="hold"/>
                                        <p:tgtEl>
                                          <p:spTgt spid="30"/>
                                        </p:tgtEl>
                                        <p:attrNameLst>
                                          <p:attrName>ppt_x</p:attrName>
                                        </p:attrNameLst>
                                      </p:cBhvr>
                                      <p:tavLst>
                                        <p:tav tm="0">
                                          <p:val>
                                            <p:strVal val="0-#ppt_w/2"/>
                                          </p:val>
                                        </p:tav>
                                        <p:tav tm="100000">
                                          <p:val>
                                            <p:strVal val="#ppt_x"/>
                                          </p:val>
                                        </p:tav>
                                      </p:tavLst>
                                    </p:anim>
                                    <p:anim calcmode="lin" valueType="num">
                                      <p:cBhvr additive="base">
                                        <p:cTn id="18" dur="500" fill="hold"/>
                                        <p:tgtEl>
                                          <p:spTgt spid="30"/>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fill="hold" nodeType="afterEffect">
                                  <p:stCondLst>
                                    <p:cond delay="0"/>
                                  </p:stCondLst>
                                  <p:childTnLst>
                                    <p:set>
                                      <p:cBhvr>
                                        <p:cTn id="21" dur="1" fill="hold">
                                          <p:stCondLst>
                                            <p:cond delay="0"/>
                                          </p:stCondLst>
                                        </p:cTn>
                                        <p:tgtEl>
                                          <p:spTgt spid="42"/>
                                        </p:tgtEl>
                                        <p:attrNameLst>
                                          <p:attrName>style.visibility</p:attrName>
                                        </p:attrNameLst>
                                      </p:cBhvr>
                                      <p:to>
                                        <p:strVal val="visible"/>
                                      </p:to>
                                    </p:set>
                                    <p:anim calcmode="lin" valueType="num">
                                      <p:cBhvr additive="base">
                                        <p:cTn id="22" dur="500" fill="hold"/>
                                        <p:tgtEl>
                                          <p:spTgt spid="42"/>
                                        </p:tgtEl>
                                        <p:attrNameLst>
                                          <p:attrName>ppt_x</p:attrName>
                                        </p:attrNameLst>
                                      </p:cBhvr>
                                      <p:tavLst>
                                        <p:tav tm="0">
                                          <p:val>
                                            <p:strVal val="0-#ppt_w/2"/>
                                          </p:val>
                                        </p:tav>
                                        <p:tav tm="100000">
                                          <p:val>
                                            <p:strVal val="#ppt_x"/>
                                          </p:val>
                                        </p:tav>
                                      </p:tavLst>
                                    </p:anim>
                                    <p:anim calcmode="lin" valueType="num">
                                      <p:cBhvr additive="base">
                                        <p:cTn id="23" dur="500" fill="hold"/>
                                        <p:tgtEl>
                                          <p:spTgt spid="42"/>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8" fill="hold" grpId="0" nodeType="afterEffect">
                                  <p:stCondLst>
                                    <p:cond delay="0"/>
                                  </p:stCondLst>
                                  <p:childTnLst>
                                    <p:set>
                                      <p:cBhvr>
                                        <p:cTn id="26" dur="1" fill="hold">
                                          <p:stCondLst>
                                            <p:cond delay="0"/>
                                          </p:stCondLst>
                                        </p:cTn>
                                        <p:tgtEl>
                                          <p:spTgt spid="35"/>
                                        </p:tgtEl>
                                        <p:attrNameLst>
                                          <p:attrName>style.visibility</p:attrName>
                                        </p:attrNameLst>
                                      </p:cBhvr>
                                      <p:to>
                                        <p:strVal val="visible"/>
                                      </p:to>
                                    </p:set>
                                    <p:anim calcmode="lin" valueType="num">
                                      <p:cBhvr additive="base">
                                        <p:cTn id="27" dur="500" fill="hold"/>
                                        <p:tgtEl>
                                          <p:spTgt spid="35"/>
                                        </p:tgtEl>
                                        <p:attrNameLst>
                                          <p:attrName>ppt_x</p:attrName>
                                        </p:attrNameLst>
                                      </p:cBhvr>
                                      <p:tavLst>
                                        <p:tav tm="0">
                                          <p:val>
                                            <p:strVal val="0-#ppt_w/2"/>
                                          </p:val>
                                        </p:tav>
                                        <p:tav tm="100000">
                                          <p:val>
                                            <p:strVal val="#ppt_x"/>
                                          </p:val>
                                        </p:tav>
                                      </p:tavLst>
                                    </p:anim>
                                    <p:anim calcmode="lin" valueType="num">
                                      <p:cBhvr additive="base">
                                        <p:cTn id="28" dur="500" fill="hold"/>
                                        <p:tgtEl>
                                          <p:spTgt spid="35"/>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fill="hold" nodeType="afterEffect">
                                  <p:stCondLst>
                                    <p:cond delay="0"/>
                                  </p:stCondLst>
                                  <p:childTnLst>
                                    <p:set>
                                      <p:cBhvr>
                                        <p:cTn id="31" dur="1" fill="hold">
                                          <p:stCondLst>
                                            <p:cond delay="0"/>
                                          </p:stCondLst>
                                        </p:cTn>
                                        <p:tgtEl>
                                          <p:spTgt spid="43"/>
                                        </p:tgtEl>
                                        <p:attrNameLst>
                                          <p:attrName>style.visibility</p:attrName>
                                        </p:attrNameLst>
                                      </p:cBhvr>
                                      <p:to>
                                        <p:strVal val="visible"/>
                                      </p:to>
                                    </p:set>
                                    <p:anim calcmode="lin" valueType="num">
                                      <p:cBhvr additive="base">
                                        <p:cTn id="32" dur="500" fill="hold"/>
                                        <p:tgtEl>
                                          <p:spTgt spid="43"/>
                                        </p:tgtEl>
                                        <p:attrNameLst>
                                          <p:attrName>ppt_x</p:attrName>
                                        </p:attrNameLst>
                                      </p:cBhvr>
                                      <p:tavLst>
                                        <p:tav tm="0">
                                          <p:val>
                                            <p:strVal val="0-#ppt_w/2"/>
                                          </p:val>
                                        </p:tav>
                                        <p:tav tm="100000">
                                          <p:val>
                                            <p:strVal val="#ppt_x"/>
                                          </p:val>
                                        </p:tav>
                                      </p:tavLst>
                                    </p:anim>
                                    <p:anim calcmode="lin" valueType="num">
                                      <p:cBhvr additive="base">
                                        <p:cTn id="33" dur="500" fill="hold"/>
                                        <p:tgtEl>
                                          <p:spTgt spid="43"/>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8" fill="hold" grpId="0" nodeType="afterEffect">
                                  <p:stCondLst>
                                    <p:cond delay="0"/>
                                  </p:stCondLst>
                                  <p:childTnLst>
                                    <p:set>
                                      <p:cBhvr>
                                        <p:cTn id="36" dur="1" fill="hold">
                                          <p:stCondLst>
                                            <p:cond delay="0"/>
                                          </p:stCondLst>
                                        </p:cTn>
                                        <p:tgtEl>
                                          <p:spTgt spid="40"/>
                                        </p:tgtEl>
                                        <p:attrNameLst>
                                          <p:attrName>style.visibility</p:attrName>
                                        </p:attrNameLst>
                                      </p:cBhvr>
                                      <p:to>
                                        <p:strVal val="visible"/>
                                      </p:to>
                                    </p:set>
                                    <p:anim calcmode="lin" valueType="num">
                                      <p:cBhvr additive="base">
                                        <p:cTn id="37" dur="500" fill="hold"/>
                                        <p:tgtEl>
                                          <p:spTgt spid="40"/>
                                        </p:tgtEl>
                                        <p:attrNameLst>
                                          <p:attrName>ppt_x</p:attrName>
                                        </p:attrNameLst>
                                      </p:cBhvr>
                                      <p:tavLst>
                                        <p:tav tm="0">
                                          <p:val>
                                            <p:strVal val="0-#ppt_w/2"/>
                                          </p:val>
                                        </p:tav>
                                        <p:tav tm="100000">
                                          <p:val>
                                            <p:strVal val="#ppt_x"/>
                                          </p:val>
                                        </p:tav>
                                      </p:tavLst>
                                    </p:anim>
                                    <p:anim calcmode="lin" valueType="num">
                                      <p:cBhvr additive="base">
                                        <p:cTn id="38" dur="500" fill="hold"/>
                                        <p:tgtEl>
                                          <p:spTgt spid="40"/>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8" fill="hold" nodeType="afterEffect">
                                  <p:stCondLst>
                                    <p:cond delay="0"/>
                                  </p:stCondLst>
                                  <p:childTnLst>
                                    <p:set>
                                      <p:cBhvr>
                                        <p:cTn id="41" dur="1" fill="hold">
                                          <p:stCondLst>
                                            <p:cond delay="0"/>
                                          </p:stCondLst>
                                        </p:cTn>
                                        <p:tgtEl>
                                          <p:spTgt spid="44"/>
                                        </p:tgtEl>
                                        <p:attrNameLst>
                                          <p:attrName>style.visibility</p:attrName>
                                        </p:attrNameLst>
                                      </p:cBhvr>
                                      <p:to>
                                        <p:strVal val="visible"/>
                                      </p:to>
                                    </p:set>
                                    <p:anim calcmode="lin" valueType="num">
                                      <p:cBhvr additive="base">
                                        <p:cTn id="42" dur="500" fill="hold"/>
                                        <p:tgtEl>
                                          <p:spTgt spid="44"/>
                                        </p:tgtEl>
                                        <p:attrNameLst>
                                          <p:attrName>ppt_x</p:attrName>
                                        </p:attrNameLst>
                                      </p:cBhvr>
                                      <p:tavLst>
                                        <p:tav tm="0">
                                          <p:val>
                                            <p:strVal val="0-#ppt_w/2"/>
                                          </p:val>
                                        </p:tav>
                                        <p:tav tm="100000">
                                          <p:val>
                                            <p:strVal val="#ppt_x"/>
                                          </p:val>
                                        </p:tav>
                                      </p:tavLst>
                                    </p:anim>
                                    <p:anim calcmode="lin" valueType="num">
                                      <p:cBhvr additive="base">
                                        <p:cTn id="43" dur="500" fill="hold"/>
                                        <p:tgtEl>
                                          <p:spTgt spid="44"/>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2" presetClass="entr" presetSubtype="8" fill="hold" grpId="0" nodeType="afterEffect">
                                  <p:stCondLst>
                                    <p:cond delay="0"/>
                                  </p:stCondLst>
                                  <p:childTnLst>
                                    <p:set>
                                      <p:cBhvr>
                                        <p:cTn id="46" dur="1" fill="hold">
                                          <p:stCondLst>
                                            <p:cond delay="0"/>
                                          </p:stCondLst>
                                        </p:cTn>
                                        <p:tgtEl>
                                          <p:spTgt spid="37"/>
                                        </p:tgtEl>
                                        <p:attrNameLst>
                                          <p:attrName>style.visibility</p:attrName>
                                        </p:attrNameLst>
                                      </p:cBhvr>
                                      <p:to>
                                        <p:strVal val="visible"/>
                                      </p:to>
                                    </p:set>
                                    <p:anim calcmode="lin" valueType="num">
                                      <p:cBhvr additive="base">
                                        <p:cTn id="47" dur="500" fill="hold"/>
                                        <p:tgtEl>
                                          <p:spTgt spid="37"/>
                                        </p:tgtEl>
                                        <p:attrNameLst>
                                          <p:attrName>ppt_x</p:attrName>
                                        </p:attrNameLst>
                                      </p:cBhvr>
                                      <p:tavLst>
                                        <p:tav tm="0">
                                          <p:val>
                                            <p:strVal val="0-#ppt_w/2"/>
                                          </p:val>
                                        </p:tav>
                                        <p:tav tm="100000">
                                          <p:val>
                                            <p:strVal val="#ppt_x"/>
                                          </p:val>
                                        </p:tav>
                                      </p:tavLst>
                                    </p:anim>
                                    <p:anim calcmode="lin" valueType="num">
                                      <p:cBhvr additive="base">
                                        <p:cTn id="48" dur="500" fill="hold"/>
                                        <p:tgtEl>
                                          <p:spTgt spid="37"/>
                                        </p:tgtEl>
                                        <p:attrNameLst>
                                          <p:attrName>ppt_y</p:attrName>
                                        </p:attrNameLst>
                                      </p:cBhvr>
                                      <p:tavLst>
                                        <p:tav tm="0">
                                          <p:val>
                                            <p:strVal val="#ppt_y"/>
                                          </p:val>
                                        </p:tav>
                                        <p:tav tm="100000">
                                          <p:val>
                                            <p:strVal val="#ppt_y"/>
                                          </p:val>
                                        </p:tav>
                                      </p:tavLst>
                                    </p:anim>
                                  </p:childTnLst>
                                </p:cTn>
                              </p:par>
                            </p:childTnLst>
                          </p:cTn>
                        </p:par>
                        <p:par>
                          <p:cTn id="49" fill="hold">
                            <p:stCondLst>
                              <p:cond delay="4500"/>
                            </p:stCondLst>
                            <p:childTnLst>
                              <p:par>
                                <p:cTn id="50" presetID="2" presetClass="entr" presetSubtype="8" fill="hold" grpId="0" nodeType="afterEffect">
                                  <p:stCondLst>
                                    <p:cond delay="0"/>
                                  </p:stCondLst>
                                  <p:childTnLst>
                                    <p:set>
                                      <p:cBhvr>
                                        <p:cTn id="51" dur="1" fill="hold">
                                          <p:stCondLst>
                                            <p:cond delay="0"/>
                                          </p:stCondLst>
                                        </p:cTn>
                                        <p:tgtEl>
                                          <p:spTgt spid="32"/>
                                        </p:tgtEl>
                                        <p:attrNameLst>
                                          <p:attrName>style.visibility</p:attrName>
                                        </p:attrNameLst>
                                      </p:cBhvr>
                                      <p:to>
                                        <p:strVal val="visible"/>
                                      </p:to>
                                    </p:set>
                                    <p:anim calcmode="lin" valueType="num">
                                      <p:cBhvr additive="base">
                                        <p:cTn id="52" dur="500" fill="hold"/>
                                        <p:tgtEl>
                                          <p:spTgt spid="32"/>
                                        </p:tgtEl>
                                        <p:attrNameLst>
                                          <p:attrName>ppt_x</p:attrName>
                                        </p:attrNameLst>
                                      </p:cBhvr>
                                      <p:tavLst>
                                        <p:tav tm="0">
                                          <p:val>
                                            <p:strVal val="0-#ppt_w/2"/>
                                          </p:val>
                                        </p:tav>
                                        <p:tav tm="100000">
                                          <p:val>
                                            <p:strVal val="#ppt_x"/>
                                          </p:val>
                                        </p:tav>
                                      </p:tavLst>
                                    </p:anim>
                                    <p:anim calcmode="lin" valueType="num">
                                      <p:cBhvr additive="base">
                                        <p:cTn id="53" dur="500" fill="hold"/>
                                        <p:tgtEl>
                                          <p:spTgt spid="32"/>
                                        </p:tgtEl>
                                        <p:attrNameLst>
                                          <p:attrName>ppt_y</p:attrName>
                                        </p:attrNameLst>
                                      </p:cBhvr>
                                      <p:tavLst>
                                        <p:tav tm="0">
                                          <p:val>
                                            <p:strVal val="#ppt_y"/>
                                          </p:val>
                                        </p:tav>
                                        <p:tav tm="100000">
                                          <p:val>
                                            <p:strVal val="#ppt_y"/>
                                          </p:val>
                                        </p:tav>
                                      </p:tavLst>
                                    </p:anim>
                                  </p:childTnLst>
                                </p:cTn>
                              </p:par>
                            </p:childTnLst>
                          </p:cTn>
                        </p:par>
                        <p:par>
                          <p:cTn id="54" fill="hold">
                            <p:stCondLst>
                              <p:cond delay="5000"/>
                            </p:stCondLst>
                            <p:childTnLst>
                              <p:par>
                                <p:cTn id="55" presetID="2" presetClass="entr" presetSubtype="8" fill="hold" grpId="0" nodeType="afterEffect">
                                  <p:stCondLst>
                                    <p:cond delay="0"/>
                                  </p:stCondLst>
                                  <p:childTnLst>
                                    <p:set>
                                      <p:cBhvr>
                                        <p:cTn id="56" dur="1" fill="hold">
                                          <p:stCondLst>
                                            <p:cond delay="0"/>
                                          </p:stCondLst>
                                        </p:cTn>
                                        <p:tgtEl>
                                          <p:spTgt spid="27"/>
                                        </p:tgtEl>
                                        <p:attrNameLst>
                                          <p:attrName>style.visibility</p:attrName>
                                        </p:attrNameLst>
                                      </p:cBhvr>
                                      <p:to>
                                        <p:strVal val="visible"/>
                                      </p:to>
                                    </p:set>
                                    <p:anim calcmode="lin" valueType="num">
                                      <p:cBhvr additive="base">
                                        <p:cTn id="57" dur="500" fill="hold"/>
                                        <p:tgtEl>
                                          <p:spTgt spid="27"/>
                                        </p:tgtEl>
                                        <p:attrNameLst>
                                          <p:attrName>ppt_x</p:attrName>
                                        </p:attrNameLst>
                                      </p:cBhvr>
                                      <p:tavLst>
                                        <p:tav tm="0">
                                          <p:val>
                                            <p:strVal val="0-#ppt_w/2"/>
                                          </p:val>
                                        </p:tav>
                                        <p:tav tm="100000">
                                          <p:val>
                                            <p:strVal val="#ppt_x"/>
                                          </p:val>
                                        </p:tav>
                                      </p:tavLst>
                                    </p:anim>
                                    <p:anim calcmode="lin" valueType="num">
                                      <p:cBhvr additive="base">
                                        <p:cTn id="58" dur="500" fill="hold"/>
                                        <p:tgtEl>
                                          <p:spTgt spid="27"/>
                                        </p:tgtEl>
                                        <p:attrNameLst>
                                          <p:attrName>ppt_y</p:attrName>
                                        </p:attrNameLst>
                                      </p:cBhvr>
                                      <p:tavLst>
                                        <p:tav tm="0">
                                          <p:val>
                                            <p:strVal val="#ppt_y"/>
                                          </p:val>
                                        </p:tav>
                                        <p:tav tm="100000">
                                          <p:val>
                                            <p:strVal val="#ppt_y"/>
                                          </p:val>
                                        </p:tav>
                                      </p:tavLst>
                                    </p:anim>
                                  </p:childTnLst>
                                </p:cTn>
                              </p:par>
                            </p:childTnLst>
                          </p:cTn>
                        </p:par>
                        <p:par>
                          <p:cTn id="59" fill="hold">
                            <p:stCondLst>
                              <p:cond delay="5500"/>
                            </p:stCondLst>
                            <p:childTnLst>
                              <p:par>
                                <p:cTn id="60" presetID="2" presetClass="entr" presetSubtype="8" fill="hold" grpId="0" nodeType="afterEffect">
                                  <p:stCondLst>
                                    <p:cond delay="0"/>
                                  </p:stCondLst>
                                  <p:childTnLst>
                                    <p:set>
                                      <p:cBhvr>
                                        <p:cTn id="61" dur="1" fill="hold">
                                          <p:stCondLst>
                                            <p:cond delay="0"/>
                                          </p:stCondLst>
                                        </p:cTn>
                                        <p:tgtEl>
                                          <p:spTgt spid="21"/>
                                        </p:tgtEl>
                                        <p:attrNameLst>
                                          <p:attrName>style.visibility</p:attrName>
                                        </p:attrNameLst>
                                      </p:cBhvr>
                                      <p:to>
                                        <p:strVal val="visible"/>
                                      </p:to>
                                    </p:set>
                                    <p:anim calcmode="lin" valueType="num">
                                      <p:cBhvr additive="base">
                                        <p:cTn id="62" dur="500" fill="hold"/>
                                        <p:tgtEl>
                                          <p:spTgt spid="21"/>
                                        </p:tgtEl>
                                        <p:attrNameLst>
                                          <p:attrName>ppt_x</p:attrName>
                                        </p:attrNameLst>
                                      </p:cBhvr>
                                      <p:tavLst>
                                        <p:tav tm="0">
                                          <p:val>
                                            <p:strVal val="0-#ppt_w/2"/>
                                          </p:val>
                                        </p:tav>
                                        <p:tav tm="100000">
                                          <p:val>
                                            <p:strVal val="#ppt_x"/>
                                          </p:val>
                                        </p:tav>
                                      </p:tavLst>
                                    </p:anim>
                                    <p:anim calcmode="lin" valueType="num">
                                      <p:cBhvr additive="base">
                                        <p:cTn id="63" dur="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5" grpId="0" animBg="1"/>
      <p:bldP spid="27" grpId="0" animBg="1"/>
      <p:bldP spid="30" grpId="0" animBg="1"/>
      <p:bldP spid="32" grpId="0" animBg="1"/>
      <p:bldP spid="35" grpId="0" animBg="1"/>
      <p:bldP spid="37" grpId="0" animBg="1"/>
      <p:bldP spid="40"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0" y="481128"/>
            <a:ext cx="12192000" cy="646331"/>
          </a:xfrm>
          <a:prstGeom prst="rect">
            <a:avLst/>
          </a:prstGeom>
          <a:noFill/>
        </p:spPr>
        <p:txBody>
          <a:bodyPr wrap="square" rtlCol="0">
            <a:spAutoFit/>
          </a:bodyPr>
          <a:lstStyle/>
          <a:p>
            <a:pPr algn="ctr" rtl="1"/>
            <a:r>
              <a:rPr lang="ar-SA" sz="3600" b="1" u="sng" dirty="0" smtClean="0">
                <a:solidFill>
                  <a:srgbClr val="000000"/>
                </a:solidFill>
              </a:rPr>
              <a:t>ج- </a:t>
            </a:r>
            <a:r>
              <a:rPr lang="ar-JO" sz="3600" b="1" u="sng" dirty="0"/>
              <a:t>خصائص نمط الألعاب التعليمية</a:t>
            </a:r>
            <a:r>
              <a:rPr lang="ar-JO" sz="3600" b="1" u="sng" dirty="0" smtClean="0"/>
              <a:t>:</a:t>
            </a:r>
            <a:endParaRPr lang="en-US" sz="3600" u="sng" dirty="0">
              <a:solidFill>
                <a:srgbClr val="000000"/>
              </a:solidFill>
            </a:endParaRPr>
          </a:p>
        </p:txBody>
      </p:sp>
      <p:sp>
        <p:nvSpPr>
          <p:cNvPr id="21" name="Rectangle 20"/>
          <p:cNvSpPr/>
          <p:nvPr/>
        </p:nvSpPr>
        <p:spPr>
          <a:xfrm>
            <a:off x="0" y="2317563"/>
            <a:ext cx="5849257" cy="1886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TextBox 22"/>
          <p:cNvSpPr txBox="1"/>
          <p:nvPr/>
        </p:nvSpPr>
        <p:spPr>
          <a:xfrm>
            <a:off x="6499699" y="1993691"/>
            <a:ext cx="5518129" cy="830997"/>
          </a:xfrm>
          <a:prstGeom prst="rect">
            <a:avLst/>
          </a:prstGeom>
          <a:noFill/>
        </p:spPr>
        <p:txBody>
          <a:bodyPr wrap="square" rtlCol="0">
            <a:spAutoFit/>
          </a:bodyPr>
          <a:lstStyle/>
          <a:p>
            <a:pPr algn="ctr" rtl="1" fontAlgn="auto">
              <a:spcBef>
                <a:spcPts val="0"/>
              </a:spcBef>
              <a:spcAft>
                <a:spcPts val="0"/>
              </a:spcAft>
            </a:pPr>
            <a:r>
              <a:rPr lang="ar-SA" sz="2400" b="1" dirty="0"/>
              <a:t>تشجع المتعلم على مواصلة</a:t>
            </a:r>
            <a:r>
              <a:rPr lang="en-US" sz="2400" b="1" dirty="0"/>
              <a:t> </a:t>
            </a:r>
            <a:r>
              <a:rPr lang="ar-SA" sz="2400" b="1" dirty="0"/>
              <a:t>العمل في البرنامج من خلال تحفيز الدوافع الداخلية لديه </a:t>
            </a:r>
            <a:endParaRPr lang="en-US" sz="2400" b="1" dirty="0">
              <a:solidFill>
                <a:srgbClr val="17406D">
                  <a:lumMod val="50000"/>
                </a:srgbClr>
              </a:solidFill>
              <a:latin typeface="Bebas Neue" panose="020B0606020202050201" pitchFamily="34" charset="0"/>
            </a:endParaRPr>
          </a:p>
        </p:txBody>
      </p:sp>
      <p:sp>
        <p:nvSpPr>
          <p:cNvPr id="25" name="Oval 24"/>
          <p:cNvSpPr/>
          <p:nvPr/>
        </p:nvSpPr>
        <p:spPr>
          <a:xfrm>
            <a:off x="5722429" y="2043430"/>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6" name="Picture 2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943600" y="2256790"/>
            <a:ext cx="304800" cy="304800"/>
          </a:xfrm>
          <a:prstGeom prst="rect">
            <a:avLst/>
          </a:prstGeom>
        </p:spPr>
      </p:pic>
      <p:sp>
        <p:nvSpPr>
          <p:cNvPr id="27" name="Rectangle 26"/>
          <p:cNvSpPr/>
          <p:nvPr/>
        </p:nvSpPr>
        <p:spPr>
          <a:xfrm>
            <a:off x="0" y="3305620"/>
            <a:ext cx="5849257" cy="18868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9" name="TextBox 28"/>
          <p:cNvSpPr txBox="1"/>
          <p:nvPr/>
        </p:nvSpPr>
        <p:spPr>
          <a:xfrm>
            <a:off x="6469571" y="3068622"/>
            <a:ext cx="5565047" cy="830997"/>
          </a:xfrm>
          <a:prstGeom prst="rect">
            <a:avLst/>
          </a:prstGeom>
          <a:noFill/>
        </p:spPr>
        <p:txBody>
          <a:bodyPr wrap="square" rtlCol="0">
            <a:spAutoFit/>
          </a:bodyPr>
          <a:lstStyle/>
          <a:p>
            <a:pPr algn="ctr" fontAlgn="auto">
              <a:spcBef>
                <a:spcPts val="0"/>
              </a:spcBef>
              <a:spcAft>
                <a:spcPts val="0"/>
              </a:spcAft>
            </a:pPr>
            <a:r>
              <a:rPr lang="en-US" sz="2400" b="1" dirty="0"/>
              <a:t> </a:t>
            </a:r>
            <a:r>
              <a:rPr lang="ar-SA" sz="2400" b="1" dirty="0"/>
              <a:t>مساعدة المتعلم على التغلب على الملل والرتابة أثناء العمل في البرنامج </a:t>
            </a:r>
            <a:endParaRPr lang="en-US" sz="2400" b="1" dirty="0">
              <a:solidFill>
                <a:srgbClr val="17406D">
                  <a:lumMod val="50000"/>
                </a:srgbClr>
              </a:solidFill>
              <a:latin typeface="Bebas Neue" panose="020B0606020202050201" pitchFamily="34" charset="0"/>
            </a:endParaRPr>
          </a:p>
        </p:txBody>
      </p:sp>
      <p:sp>
        <p:nvSpPr>
          <p:cNvPr id="30" name="Oval 29"/>
          <p:cNvSpPr/>
          <p:nvPr/>
        </p:nvSpPr>
        <p:spPr>
          <a:xfrm>
            <a:off x="5722429" y="3031487"/>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2" name="Rectangle 31"/>
          <p:cNvSpPr/>
          <p:nvPr/>
        </p:nvSpPr>
        <p:spPr>
          <a:xfrm>
            <a:off x="0" y="4294196"/>
            <a:ext cx="5849257" cy="1886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4" name="TextBox 33"/>
          <p:cNvSpPr txBox="1"/>
          <p:nvPr/>
        </p:nvSpPr>
        <p:spPr>
          <a:xfrm>
            <a:off x="6647755" y="4020063"/>
            <a:ext cx="5370073" cy="830997"/>
          </a:xfrm>
          <a:prstGeom prst="rect">
            <a:avLst/>
          </a:prstGeom>
          <a:noFill/>
        </p:spPr>
        <p:txBody>
          <a:bodyPr wrap="square" rtlCol="0">
            <a:spAutoFit/>
          </a:bodyPr>
          <a:lstStyle/>
          <a:p>
            <a:pPr algn="ctr" fontAlgn="auto">
              <a:spcBef>
                <a:spcPts val="0"/>
              </a:spcBef>
              <a:spcAft>
                <a:spcPts val="0"/>
              </a:spcAft>
            </a:pPr>
            <a:r>
              <a:rPr lang="en-US" sz="2400" b="1" dirty="0"/>
              <a:t> </a:t>
            </a:r>
            <a:r>
              <a:rPr lang="ar-SA" sz="2400" b="1" dirty="0"/>
              <a:t>تساعد على تكوين اتجاه إيجابي من قبل المتعلم نحو الحاسب</a:t>
            </a:r>
            <a:endParaRPr lang="en-US" sz="2400" b="1" dirty="0">
              <a:solidFill>
                <a:srgbClr val="17406D">
                  <a:lumMod val="50000"/>
                </a:srgbClr>
              </a:solidFill>
              <a:latin typeface="Bebas Neue" panose="020B0606020202050201" pitchFamily="34" charset="0"/>
            </a:endParaRPr>
          </a:p>
        </p:txBody>
      </p:sp>
      <p:sp>
        <p:nvSpPr>
          <p:cNvPr id="35" name="Oval 34"/>
          <p:cNvSpPr/>
          <p:nvPr/>
        </p:nvSpPr>
        <p:spPr>
          <a:xfrm>
            <a:off x="5722429" y="4020063"/>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2" name="Picture 4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943600" y="3244847"/>
            <a:ext cx="304800" cy="304800"/>
          </a:xfrm>
          <a:prstGeom prst="rect">
            <a:avLst/>
          </a:prstGeom>
        </p:spPr>
      </p:pic>
      <p:pic>
        <p:nvPicPr>
          <p:cNvPr id="43" name="Picture 4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35789" y="4233423"/>
            <a:ext cx="304800" cy="304800"/>
          </a:xfrm>
          <a:prstGeom prst="rect">
            <a:avLst/>
          </a:prstGeom>
        </p:spPr>
      </p:pic>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494093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0-#ppt_w/2"/>
                                          </p:val>
                                        </p:tav>
                                        <p:tav tm="100000">
                                          <p:val>
                                            <p:strVal val="#ppt_x"/>
                                          </p:val>
                                        </p:tav>
                                      </p:tavLst>
                                    </p:anim>
                                    <p:anim calcmode="lin" valueType="num">
                                      <p:cBhvr additive="base">
                                        <p:cTn id="13" dur="500" fill="hold"/>
                                        <p:tgtEl>
                                          <p:spTgt spid="26"/>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additive="base">
                                        <p:cTn id="17" dur="500" fill="hold"/>
                                        <p:tgtEl>
                                          <p:spTgt spid="30"/>
                                        </p:tgtEl>
                                        <p:attrNameLst>
                                          <p:attrName>ppt_x</p:attrName>
                                        </p:attrNameLst>
                                      </p:cBhvr>
                                      <p:tavLst>
                                        <p:tav tm="0">
                                          <p:val>
                                            <p:strVal val="0-#ppt_w/2"/>
                                          </p:val>
                                        </p:tav>
                                        <p:tav tm="100000">
                                          <p:val>
                                            <p:strVal val="#ppt_x"/>
                                          </p:val>
                                        </p:tav>
                                      </p:tavLst>
                                    </p:anim>
                                    <p:anim calcmode="lin" valueType="num">
                                      <p:cBhvr additive="base">
                                        <p:cTn id="18" dur="500" fill="hold"/>
                                        <p:tgtEl>
                                          <p:spTgt spid="30"/>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fill="hold" nodeType="afterEffect">
                                  <p:stCondLst>
                                    <p:cond delay="0"/>
                                  </p:stCondLst>
                                  <p:childTnLst>
                                    <p:set>
                                      <p:cBhvr>
                                        <p:cTn id="21" dur="1" fill="hold">
                                          <p:stCondLst>
                                            <p:cond delay="0"/>
                                          </p:stCondLst>
                                        </p:cTn>
                                        <p:tgtEl>
                                          <p:spTgt spid="42"/>
                                        </p:tgtEl>
                                        <p:attrNameLst>
                                          <p:attrName>style.visibility</p:attrName>
                                        </p:attrNameLst>
                                      </p:cBhvr>
                                      <p:to>
                                        <p:strVal val="visible"/>
                                      </p:to>
                                    </p:set>
                                    <p:anim calcmode="lin" valueType="num">
                                      <p:cBhvr additive="base">
                                        <p:cTn id="22" dur="500" fill="hold"/>
                                        <p:tgtEl>
                                          <p:spTgt spid="42"/>
                                        </p:tgtEl>
                                        <p:attrNameLst>
                                          <p:attrName>ppt_x</p:attrName>
                                        </p:attrNameLst>
                                      </p:cBhvr>
                                      <p:tavLst>
                                        <p:tav tm="0">
                                          <p:val>
                                            <p:strVal val="0-#ppt_w/2"/>
                                          </p:val>
                                        </p:tav>
                                        <p:tav tm="100000">
                                          <p:val>
                                            <p:strVal val="#ppt_x"/>
                                          </p:val>
                                        </p:tav>
                                      </p:tavLst>
                                    </p:anim>
                                    <p:anim calcmode="lin" valueType="num">
                                      <p:cBhvr additive="base">
                                        <p:cTn id="23" dur="500" fill="hold"/>
                                        <p:tgtEl>
                                          <p:spTgt spid="42"/>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8" fill="hold" grpId="0" nodeType="afterEffect">
                                  <p:stCondLst>
                                    <p:cond delay="0"/>
                                  </p:stCondLst>
                                  <p:childTnLst>
                                    <p:set>
                                      <p:cBhvr>
                                        <p:cTn id="26" dur="1" fill="hold">
                                          <p:stCondLst>
                                            <p:cond delay="0"/>
                                          </p:stCondLst>
                                        </p:cTn>
                                        <p:tgtEl>
                                          <p:spTgt spid="35"/>
                                        </p:tgtEl>
                                        <p:attrNameLst>
                                          <p:attrName>style.visibility</p:attrName>
                                        </p:attrNameLst>
                                      </p:cBhvr>
                                      <p:to>
                                        <p:strVal val="visible"/>
                                      </p:to>
                                    </p:set>
                                    <p:anim calcmode="lin" valueType="num">
                                      <p:cBhvr additive="base">
                                        <p:cTn id="27" dur="500" fill="hold"/>
                                        <p:tgtEl>
                                          <p:spTgt spid="35"/>
                                        </p:tgtEl>
                                        <p:attrNameLst>
                                          <p:attrName>ppt_x</p:attrName>
                                        </p:attrNameLst>
                                      </p:cBhvr>
                                      <p:tavLst>
                                        <p:tav tm="0">
                                          <p:val>
                                            <p:strVal val="0-#ppt_w/2"/>
                                          </p:val>
                                        </p:tav>
                                        <p:tav tm="100000">
                                          <p:val>
                                            <p:strVal val="#ppt_x"/>
                                          </p:val>
                                        </p:tav>
                                      </p:tavLst>
                                    </p:anim>
                                    <p:anim calcmode="lin" valueType="num">
                                      <p:cBhvr additive="base">
                                        <p:cTn id="28" dur="500" fill="hold"/>
                                        <p:tgtEl>
                                          <p:spTgt spid="35"/>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fill="hold" nodeType="afterEffect">
                                  <p:stCondLst>
                                    <p:cond delay="0"/>
                                  </p:stCondLst>
                                  <p:childTnLst>
                                    <p:set>
                                      <p:cBhvr>
                                        <p:cTn id="31" dur="1" fill="hold">
                                          <p:stCondLst>
                                            <p:cond delay="0"/>
                                          </p:stCondLst>
                                        </p:cTn>
                                        <p:tgtEl>
                                          <p:spTgt spid="43"/>
                                        </p:tgtEl>
                                        <p:attrNameLst>
                                          <p:attrName>style.visibility</p:attrName>
                                        </p:attrNameLst>
                                      </p:cBhvr>
                                      <p:to>
                                        <p:strVal val="visible"/>
                                      </p:to>
                                    </p:set>
                                    <p:anim calcmode="lin" valueType="num">
                                      <p:cBhvr additive="base">
                                        <p:cTn id="32" dur="500" fill="hold"/>
                                        <p:tgtEl>
                                          <p:spTgt spid="43"/>
                                        </p:tgtEl>
                                        <p:attrNameLst>
                                          <p:attrName>ppt_x</p:attrName>
                                        </p:attrNameLst>
                                      </p:cBhvr>
                                      <p:tavLst>
                                        <p:tav tm="0">
                                          <p:val>
                                            <p:strVal val="0-#ppt_w/2"/>
                                          </p:val>
                                        </p:tav>
                                        <p:tav tm="100000">
                                          <p:val>
                                            <p:strVal val="#ppt_x"/>
                                          </p:val>
                                        </p:tav>
                                      </p:tavLst>
                                    </p:anim>
                                    <p:anim calcmode="lin" valueType="num">
                                      <p:cBhvr additive="base">
                                        <p:cTn id="33" dur="500" fill="hold"/>
                                        <p:tgtEl>
                                          <p:spTgt spid="43"/>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8" fill="hold" grpId="0" nodeType="afterEffect">
                                  <p:stCondLst>
                                    <p:cond delay="0"/>
                                  </p:stCondLst>
                                  <p:childTnLst>
                                    <p:set>
                                      <p:cBhvr>
                                        <p:cTn id="36" dur="1" fill="hold">
                                          <p:stCondLst>
                                            <p:cond delay="0"/>
                                          </p:stCondLst>
                                        </p:cTn>
                                        <p:tgtEl>
                                          <p:spTgt spid="32"/>
                                        </p:tgtEl>
                                        <p:attrNameLst>
                                          <p:attrName>style.visibility</p:attrName>
                                        </p:attrNameLst>
                                      </p:cBhvr>
                                      <p:to>
                                        <p:strVal val="visible"/>
                                      </p:to>
                                    </p:set>
                                    <p:anim calcmode="lin" valueType="num">
                                      <p:cBhvr additive="base">
                                        <p:cTn id="37" dur="500" fill="hold"/>
                                        <p:tgtEl>
                                          <p:spTgt spid="32"/>
                                        </p:tgtEl>
                                        <p:attrNameLst>
                                          <p:attrName>ppt_x</p:attrName>
                                        </p:attrNameLst>
                                      </p:cBhvr>
                                      <p:tavLst>
                                        <p:tav tm="0">
                                          <p:val>
                                            <p:strVal val="0-#ppt_w/2"/>
                                          </p:val>
                                        </p:tav>
                                        <p:tav tm="100000">
                                          <p:val>
                                            <p:strVal val="#ppt_x"/>
                                          </p:val>
                                        </p:tav>
                                      </p:tavLst>
                                    </p:anim>
                                    <p:anim calcmode="lin" valueType="num">
                                      <p:cBhvr additive="base">
                                        <p:cTn id="38" dur="500" fill="hold"/>
                                        <p:tgtEl>
                                          <p:spTgt spid="32"/>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8" fill="hold" grpId="0" nodeType="afterEffect">
                                  <p:stCondLst>
                                    <p:cond delay="0"/>
                                  </p:stCondLst>
                                  <p:childTnLst>
                                    <p:set>
                                      <p:cBhvr>
                                        <p:cTn id="41" dur="1" fill="hold">
                                          <p:stCondLst>
                                            <p:cond delay="0"/>
                                          </p:stCondLst>
                                        </p:cTn>
                                        <p:tgtEl>
                                          <p:spTgt spid="27"/>
                                        </p:tgtEl>
                                        <p:attrNameLst>
                                          <p:attrName>style.visibility</p:attrName>
                                        </p:attrNameLst>
                                      </p:cBhvr>
                                      <p:to>
                                        <p:strVal val="visible"/>
                                      </p:to>
                                    </p:set>
                                    <p:anim calcmode="lin" valueType="num">
                                      <p:cBhvr additive="base">
                                        <p:cTn id="42" dur="500" fill="hold"/>
                                        <p:tgtEl>
                                          <p:spTgt spid="27"/>
                                        </p:tgtEl>
                                        <p:attrNameLst>
                                          <p:attrName>ppt_x</p:attrName>
                                        </p:attrNameLst>
                                      </p:cBhvr>
                                      <p:tavLst>
                                        <p:tav tm="0">
                                          <p:val>
                                            <p:strVal val="0-#ppt_w/2"/>
                                          </p:val>
                                        </p:tav>
                                        <p:tav tm="100000">
                                          <p:val>
                                            <p:strVal val="#ppt_x"/>
                                          </p:val>
                                        </p:tav>
                                      </p:tavLst>
                                    </p:anim>
                                    <p:anim calcmode="lin" valueType="num">
                                      <p:cBhvr additive="base">
                                        <p:cTn id="43" dur="500" fill="hold"/>
                                        <p:tgtEl>
                                          <p:spTgt spid="27"/>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2" presetClass="entr" presetSubtype="8"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500" fill="hold"/>
                                        <p:tgtEl>
                                          <p:spTgt spid="21"/>
                                        </p:tgtEl>
                                        <p:attrNameLst>
                                          <p:attrName>ppt_x</p:attrName>
                                        </p:attrNameLst>
                                      </p:cBhvr>
                                      <p:tavLst>
                                        <p:tav tm="0">
                                          <p:val>
                                            <p:strVal val="0-#ppt_w/2"/>
                                          </p:val>
                                        </p:tav>
                                        <p:tav tm="100000">
                                          <p:val>
                                            <p:strVal val="#ppt_x"/>
                                          </p:val>
                                        </p:tav>
                                      </p:tavLst>
                                    </p:anim>
                                    <p:anim calcmode="lin" valueType="num">
                                      <p:cBhvr additive="base">
                                        <p:cTn id="48" dur="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5" grpId="0" animBg="1"/>
      <p:bldP spid="27" grpId="0" animBg="1"/>
      <p:bldP spid="30" grpId="0" animBg="1"/>
      <p:bldP spid="32" grpId="0" animBg="1"/>
      <p:bldP spid="35"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0" y="481128"/>
            <a:ext cx="12192000" cy="646331"/>
          </a:xfrm>
          <a:prstGeom prst="rect">
            <a:avLst/>
          </a:prstGeom>
          <a:noFill/>
        </p:spPr>
        <p:txBody>
          <a:bodyPr wrap="square" rtlCol="0">
            <a:spAutoFit/>
          </a:bodyPr>
          <a:lstStyle/>
          <a:p>
            <a:pPr algn="ctr" rtl="1"/>
            <a:r>
              <a:rPr lang="ar-SA" sz="3600" b="1" u="sng" dirty="0" smtClean="0">
                <a:solidFill>
                  <a:srgbClr val="000000"/>
                </a:solidFill>
              </a:rPr>
              <a:t>د- </a:t>
            </a:r>
            <a:r>
              <a:rPr lang="ar-JO" sz="3600" b="1" u="sng" dirty="0"/>
              <a:t>عيوب</a:t>
            </a:r>
            <a:r>
              <a:rPr lang="ar-SA" sz="3600" b="1" u="sng" dirty="0"/>
              <a:t> نمط الألعاب التعليمية</a:t>
            </a:r>
            <a:endParaRPr lang="en-US" sz="3600" u="sng" dirty="0">
              <a:solidFill>
                <a:srgbClr val="000000"/>
              </a:solidFill>
            </a:endParaRPr>
          </a:p>
        </p:txBody>
      </p:sp>
      <p:sp>
        <p:nvSpPr>
          <p:cNvPr id="21" name="Rectangle 20"/>
          <p:cNvSpPr/>
          <p:nvPr/>
        </p:nvSpPr>
        <p:spPr>
          <a:xfrm>
            <a:off x="0" y="2317563"/>
            <a:ext cx="5849257" cy="1886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3" name="TextBox 22"/>
          <p:cNvSpPr txBox="1"/>
          <p:nvPr/>
        </p:nvSpPr>
        <p:spPr>
          <a:xfrm>
            <a:off x="6499699" y="1906084"/>
            <a:ext cx="5518129" cy="1200329"/>
          </a:xfrm>
          <a:prstGeom prst="rect">
            <a:avLst/>
          </a:prstGeom>
          <a:noFill/>
        </p:spPr>
        <p:txBody>
          <a:bodyPr wrap="square" rtlCol="0">
            <a:spAutoFit/>
          </a:bodyPr>
          <a:lstStyle/>
          <a:p>
            <a:pPr algn="ctr" rtl="1" fontAlgn="auto">
              <a:spcBef>
                <a:spcPts val="0"/>
              </a:spcBef>
              <a:spcAft>
                <a:spcPts val="0"/>
              </a:spcAft>
            </a:pPr>
            <a:r>
              <a:rPr lang="en-US" sz="2400" b="1" dirty="0"/>
              <a:t> </a:t>
            </a:r>
            <a:r>
              <a:rPr lang="ar-SA" sz="2400" b="1" dirty="0"/>
              <a:t>تنمى برمجية الألعاب التعليمية جزءاً صغيراً أو قدراً قليلاً من المهارات مقارنة بكم المعلومات والإجراءات الكبيرة التي تعطيها </a:t>
            </a:r>
            <a:endParaRPr lang="en-US" sz="2400" b="1" dirty="0">
              <a:solidFill>
                <a:srgbClr val="17406D">
                  <a:lumMod val="50000"/>
                </a:srgbClr>
              </a:solidFill>
              <a:latin typeface="Bebas Neue" panose="020B0606020202050201" pitchFamily="34" charset="0"/>
            </a:endParaRPr>
          </a:p>
        </p:txBody>
      </p:sp>
      <p:sp>
        <p:nvSpPr>
          <p:cNvPr id="25" name="Oval 24"/>
          <p:cNvSpPr/>
          <p:nvPr/>
        </p:nvSpPr>
        <p:spPr>
          <a:xfrm>
            <a:off x="5722429" y="2043430"/>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26" name="Picture 2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943600" y="2256790"/>
            <a:ext cx="304800" cy="304800"/>
          </a:xfrm>
          <a:prstGeom prst="rect">
            <a:avLst/>
          </a:prstGeom>
        </p:spPr>
      </p:pic>
      <p:sp>
        <p:nvSpPr>
          <p:cNvPr id="27" name="Rectangle 26"/>
          <p:cNvSpPr/>
          <p:nvPr/>
        </p:nvSpPr>
        <p:spPr>
          <a:xfrm>
            <a:off x="0" y="3305620"/>
            <a:ext cx="5849257" cy="18868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9" name="TextBox 28"/>
          <p:cNvSpPr txBox="1"/>
          <p:nvPr/>
        </p:nvSpPr>
        <p:spPr>
          <a:xfrm>
            <a:off x="6452781" y="3166414"/>
            <a:ext cx="5565047" cy="461665"/>
          </a:xfrm>
          <a:prstGeom prst="rect">
            <a:avLst/>
          </a:prstGeom>
          <a:noFill/>
        </p:spPr>
        <p:txBody>
          <a:bodyPr wrap="square" rtlCol="0">
            <a:spAutoFit/>
          </a:bodyPr>
          <a:lstStyle/>
          <a:p>
            <a:pPr lvl="0" algn="ctr" rtl="1"/>
            <a:r>
              <a:rPr lang="ar-SA" sz="2400" b="1" dirty="0"/>
              <a:t> تحتاج إلى وقت وجهد كبير في الإعداد </a:t>
            </a:r>
            <a:r>
              <a:rPr lang="ar-SA" sz="2400" b="1" dirty="0" smtClean="0"/>
              <a:t>والبرمجة</a:t>
            </a:r>
            <a:r>
              <a:rPr lang="en-US" sz="2400" b="1" dirty="0" smtClean="0"/>
              <a:t> </a:t>
            </a:r>
            <a:endParaRPr lang="en-US" sz="2400" b="1" dirty="0"/>
          </a:p>
        </p:txBody>
      </p:sp>
      <p:sp>
        <p:nvSpPr>
          <p:cNvPr id="30" name="Oval 29"/>
          <p:cNvSpPr/>
          <p:nvPr/>
        </p:nvSpPr>
        <p:spPr>
          <a:xfrm>
            <a:off x="5722429" y="3031487"/>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2" name="Rectangle 31"/>
          <p:cNvSpPr/>
          <p:nvPr/>
        </p:nvSpPr>
        <p:spPr>
          <a:xfrm>
            <a:off x="0" y="4294196"/>
            <a:ext cx="5849257" cy="1886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4" name="TextBox 33"/>
          <p:cNvSpPr txBox="1"/>
          <p:nvPr/>
        </p:nvSpPr>
        <p:spPr>
          <a:xfrm>
            <a:off x="6647755" y="4020063"/>
            <a:ext cx="5370073" cy="830997"/>
          </a:xfrm>
          <a:prstGeom prst="rect">
            <a:avLst/>
          </a:prstGeom>
          <a:noFill/>
        </p:spPr>
        <p:txBody>
          <a:bodyPr wrap="square" rtlCol="0">
            <a:spAutoFit/>
          </a:bodyPr>
          <a:lstStyle/>
          <a:p>
            <a:pPr algn="ctr" fontAlgn="auto">
              <a:spcBef>
                <a:spcPts val="0"/>
              </a:spcBef>
              <a:spcAft>
                <a:spcPts val="0"/>
              </a:spcAft>
            </a:pPr>
            <a:r>
              <a:rPr lang="en-US" sz="2400" b="1" dirty="0"/>
              <a:t> </a:t>
            </a:r>
            <a:r>
              <a:rPr lang="ar-SA" sz="2400" b="1" dirty="0"/>
              <a:t>تناسب المراحل الأولى من التعليم  أكثر من غيرها من المراحل الأخرى</a:t>
            </a:r>
            <a:endParaRPr lang="en-US" sz="2400" b="1" dirty="0">
              <a:solidFill>
                <a:srgbClr val="17406D">
                  <a:lumMod val="50000"/>
                </a:srgbClr>
              </a:solidFill>
              <a:latin typeface="Bebas Neue" panose="020B0606020202050201" pitchFamily="34" charset="0"/>
            </a:endParaRPr>
          </a:p>
        </p:txBody>
      </p:sp>
      <p:sp>
        <p:nvSpPr>
          <p:cNvPr id="35" name="Oval 34"/>
          <p:cNvSpPr/>
          <p:nvPr/>
        </p:nvSpPr>
        <p:spPr>
          <a:xfrm>
            <a:off x="5722429" y="4020063"/>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pic>
        <p:nvPicPr>
          <p:cNvPr id="42" name="Picture 4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943600" y="3244847"/>
            <a:ext cx="304800" cy="304800"/>
          </a:xfrm>
          <a:prstGeom prst="rect">
            <a:avLst/>
          </a:prstGeom>
        </p:spPr>
      </p:pic>
      <p:pic>
        <p:nvPicPr>
          <p:cNvPr id="43" name="Picture 4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35789" y="4233423"/>
            <a:ext cx="304800" cy="304800"/>
          </a:xfrm>
          <a:prstGeom prst="rect">
            <a:avLst/>
          </a:prstGeom>
        </p:spPr>
      </p:pic>
      <p:sp>
        <p:nvSpPr>
          <p:cNvPr id="1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008494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0-#ppt_w/2"/>
                                          </p:val>
                                        </p:tav>
                                        <p:tav tm="100000">
                                          <p:val>
                                            <p:strVal val="#ppt_x"/>
                                          </p:val>
                                        </p:tav>
                                      </p:tavLst>
                                    </p:anim>
                                    <p:anim calcmode="lin" valueType="num">
                                      <p:cBhvr additive="base">
                                        <p:cTn id="13" dur="500" fill="hold"/>
                                        <p:tgtEl>
                                          <p:spTgt spid="26"/>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additive="base">
                                        <p:cTn id="17" dur="500" fill="hold"/>
                                        <p:tgtEl>
                                          <p:spTgt spid="30"/>
                                        </p:tgtEl>
                                        <p:attrNameLst>
                                          <p:attrName>ppt_x</p:attrName>
                                        </p:attrNameLst>
                                      </p:cBhvr>
                                      <p:tavLst>
                                        <p:tav tm="0">
                                          <p:val>
                                            <p:strVal val="0-#ppt_w/2"/>
                                          </p:val>
                                        </p:tav>
                                        <p:tav tm="100000">
                                          <p:val>
                                            <p:strVal val="#ppt_x"/>
                                          </p:val>
                                        </p:tav>
                                      </p:tavLst>
                                    </p:anim>
                                    <p:anim calcmode="lin" valueType="num">
                                      <p:cBhvr additive="base">
                                        <p:cTn id="18" dur="500" fill="hold"/>
                                        <p:tgtEl>
                                          <p:spTgt spid="30"/>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fill="hold" nodeType="afterEffect">
                                  <p:stCondLst>
                                    <p:cond delay="0"/>
                                  </p:stCondLst>
                                  <p:childTnLst>
                                    <p:set>
                                      <p:cBhvr>
                                        <p:cTn id="21" dur="1" fill="hold">
                                          <p:stCondLst>
                                            <p:cond delay="0"/>
                                          </p:stCondLst>
                                        </p:cTn>
                                        <p:tgtEl>
                                          <p:spTgt spid="42"/>
                                        </p:tgtEl>
                                        <p:attrNameLst>
                                          <p:attrName>style.visibility</p:attrName>
                                        </p:attrNameLst>
                                      </p:cBhvr>
                                      <p:to>
                                        <p:strVal val="visible"/>
                                      </p:to>
                                    </p:set>
                                    <p:anim calcmode="lin" valueType="num">
                                      <p:cBhvr additive="base">
                                        <p:cTn id="22" dur="500" fill="hold"/>
                                        <p:tgtEl>
                                          <p:spTgt spid="42"/>
                                        </p:tgtEl>
                                        <p:attrNameLst>
                                          <p:attrName>ppt_x</p:attrName>
                                        </p:attrNameLst>
                                      </p:cBhvr>
                                      <p:tavLst>
                                        <p:tav tm="0">
                                          <p:val>
                                            <p:strVal val="0-#ppt_w/2"/>
                                          </p:val>
                                        </p:tav>
                                        <p:tav tm="100000">
                                          <p:val>
                                            <p:strVal val="#ppt_x"/>
                                          </p:val>
                                        </p:tav>
                                      </p:tavLst>
                                    </p:anim>
                                    <p:anim calcmode="lin" valueType="num">
                                      <p:cBhvr additive="base">
                                        <p:cTn id="23" dur="500" fill="hold"/>
                                        <p:tgtEl>
                                          <p:spTgt spid="42"/>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8" fill="hold" grpId="0" nodeType="afterEffect">
                                  <p:stCondLst>
                                    <p:cond delay="0"/>
                                  </p:stCondLst>
                                  <p:childTnLst>
                                    <p:set>
                                      <p:cBhvr>
                                        <p:cTn id="26" dur="1" fill="hold">
                                          <p:stCondLst>
                                            <p:cond delay="0"/>
                                          </p:stCondLst>
                                        </p:cTn>
                                        <p:tgtEl>
                                          <p:spTgt spid="35"/>
                                        </p:tgtEl>
                                        <p:attrNameLst>
                                          <p:attrName>style.visibility</p:attrName>
                                        </p:attrNameLst>
                                      </p:cBhvr>
                                      <p:to>
                                        <p:strVal val="visible"/>
                                      </p:to>
                                    </p:set>
                                    <p:anim calcmode="lin" valueType="num">
                                      <p:cBhvr additive="base">
                                        <p:cTn id="27" dur="500" fill="hold"/>
                                        <p:tgtEl>
                                          <p:spTgt spid="35"/>
                                        </p:tgtEl>
                                        <p:attrNameLst>
                                          <p:attrName>ppt_x</p:attrName>
                                        </p:attrNameLst>
                                      </p:cBhvr>
                                      <p:tavLst>
                                        <p:tav tm="0">
                                          <p:val>
                                            <p:strVal val="0-#ppt_w/2"/>
                                          </p:val>
                                        </p:tav>
                                        <p:tav tm="100000">
                                          <p:val>
                                            <p:strVal val="#ppt_x"/>
                                          </p:val>
                                        </p:tav>
                                      </p:tavLst>
                                    </p:anim>
                                    <p:anim calcmode="lin" valueType="num">
                                      <p:cBhvr additive="base">
                                        <p:cTn id="28" dur="500" fill="hold"/>
                                        <p:tgtEl>
                                          <p:spTgt spid="35"/>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fill="hold" nodeType="afterEffect">
                                  <p:stCondLst>
                                    <p:cond delay="0"/>
                                  </p:stCondLst>
                                  <p:childTnLst>
                                    <p:set>
                                      <p:cBhvr>
                                        <p:cTn id="31" dur="1" fill="hold">
                                          <p:stCondLst>
                                            <p:cond delay="0"/>
                                          </p:stCondLst>
                                        </p:cTn>
                                        <p:tgtEl>
                                          <p:spTgt spid="43"/>
                                        </p:tgtEl>
                                        <p:attrNameLst>
                                          <p:attrName>style.visibility</p:attrName>
                                        </p:attrNameLst>
                                      </p:cBhvr>
                                      <p:to>
                                        <p:strVal val="visible"/>
                                      </p:to>
                                    </p:set>
                                    <p:anim calcmode="lin" valueType="num">
                                      <p:cBhvr additive="base">
                                        <p:cTn id="32" dur="500" fill="hold"/>
                                        <p:tgtEl>
                                          <p:spTgt spid="43"/>
                                        </p:tgtEl>
                                        <p:attrNameLst>
                                          <p:attrName>ppt_x</p:attrName>
                                        </p:attrNameLst>
                                      </p:cBhvr>
                                      <p:tavLst>
                                        <p:tav tm="0">
                                          <p:val>
                                            <p:strVal val="0-#ppt_w/2"/>
                                          </p:val>
                                        </p:tav>
                                        <p:tav tm="100000">
                                          <p:val>
                                            <p:strVal val="#ppt_x"/>
                                          </p:val>
                                        </p:tav>
                                      </p:tavLst>
                                    </p:anim>
                                    <p:anim calcmode="lin" valueType="num">
                                      <p:cBhvr additive="base">
                                        <p:cTn id="33" dur="500" fill="hold"/>
                                        <p:tgtEl>
                                          <p:spTgt spid="43"/>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8" fill="hold" grpId="0" nodeType="afterEffect">
                                  <p:stCondLst>
                                    <p:cond delay="0"/>
                                  </p:stCondLst>
                                  <p:childTnLst>
                                    <p:set>
                                      <p:cBhvr>
                                        <p:cTn id="36" dur="1" fill="hold">
                                          <p:stCondLst>
                                            <p:cond delay="0"/>
                                          </p:stCondLst>
                                        </p:cTn>
                                        <p:tgtEl>
                                          <p:spTgt spid="32"/>
                                        </p:tgtEl>
                                        <p:attrNameLst>
                                          <p:attrName>style.visibility</p:attrName>
                                        </p:attrNameLst>
                                      </p:cBhvr>
                                      <p:to>
                                        <p:strVal val="visible"/>
                                      </p:to>
                                    </p:set>
                                    <p:anim calcmode="lin" valueType="num">
                                      <p:cBhvr additive="base">
                                        <p:cTn id="37" dur="500" fill="hold"/>
                                        <p:tgtEl>
                                          <p:spTgt spid="32"/>
                                        </p:tgtEl>
                                        <p:attrNameLst>
                                          <p:attrName>ppt_x</p:attrName>
                                        </p:attrNameLst>
                                      </p:cBhvr>
                                      <p:tavLst>
                                        <p:tav tm="0">
                                          <p:val>
                                            <p:strVal val="0-#ppt_w/2"/>
                                          </p:val>
                                        </p:tav>
                                        <p:tav tm="100000">
                                          <p:val>
                                            <p:strVal val="#ppt_x"/>
                                          </p:val>
                                        </p:tav>
                                      </p:tavLst>
                                    </p:anim>
                                    <p:anim calcmode="lin" valueType="num">
                                      <p:cBhvr additive="base">
                                        <p:cTn id="38" dur="500" fill="hold"/>
                                        <p:tgtEl>
                                          <p:spTgt spid="32"/>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8" fill="hold" grpId="0" nodeType="afterEffect">
                                  <p:stCondLst>
                                    <p:cond delay="0"/>
                                  </p:stCondLst>
                                  <p:childTnLst>
                                    <p:set>
                                      <p:cBhvr>
                                        <p:cTn id="41" dur="1" fill="hold">
                                          <p:stCondLst>
                                            <p:cond delay="0"/>
                                          </p:stCondLst>
                                        </p:cTn>
                                        <p:tgtEl>
                                          <p:spTgt spid="27"/>
                                        </p:tgtEl>
                                        <p:attrNameLst>
                                          <p:attrName>style.visibility</p:attrName>
                                        </p:attrNameLst>
                                      </p:cBhvr>
                                      <p:to>
                                        <p:strVal val="visible"/>
                                      </p:to>
                                    </p:set>
                                    <p:anim calcmode="lin" valueType="num">
                                      <p:cBhvr additive="base">
                                        <p:cTn id="42" dur="500" fill="hold"/>
                                        <p:tgtEl>
                                          <p:spTgt spid="27"/>
                                        </p:tgtEl>
                                        <p:attrNameLst>
                                          <p:attrName>ppt_x</p:attrName>
                                        </p:attrNameLst>
                                      </p:cBhvr>
                                      <p:tavLst>
                                        <p:tav tm="0">
                                          <p:val>
                                            <p:strVal val="0-#ppt_w/2"/>
                                          </p:val>
                                        </p:tav>
                                        <p:tav tm="100000">
                                          <p:val>
                                            <p:strVal val="#ppt_x"/>
                                          </p:val>
                                        </p:tav>
                                      </p:tavLst>
                                    </p:anim>
                                    <p:anim calcmode="lin" valueType="num">
                                      <p:cBhvr additive="base">
                                        <p:cTn id="43" dur="500" fill="hold"/>
                                        <p:tgtEl>
                                          <p:spTgt spid="27"/>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2" presetClass="entr" presetSubtype="8"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500" fill="hold"/>
                                        <p:tgtEl>
                                          <p:spTgt spid="21"/>
                                        </p:tgtEl>
                                        <p:attrNameLst>
                                          <p:attrName>ppt_x</p:attrName>
                                        </p:attrNameLst>
                                      </p:cBhvr>
                                      <p:tavLst>
                                        <p:tav tm="0">
                                          <p:val>
                                            <p:strVal val="0-#ppt_w/2"/>
                                          </p:val>
                                        </p:tav>
                                        <p:tav tm="100000">
                                          <p:val>
                                            <p:strVal val="#ppt_x"/>
                                          </p:val>
                                        </p:tav>
                                      </p:tavLst>
                                    </p:anim>
                                    <p:anim calcmode="lin" valueType="num">
                                      <p:cBhvr additive="base">
                                        <p:cTn id="48" dur="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5" grpId="0" animBg="1"/>
      <p:bldP spid="27" grpId="0" animBg="1"/>
      <p:bldP spid="30" grpId="0" animBg="1"/>
      <p:bldP spid="32" grpId="0" animBg="1"/>
      <p:bldP spid="35"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21" name="Group 3220"/>
          <p:cNvGrpSpPr/>
          <p:nvPr/>
        </p:nvGrpSpPr>
        <p:grpSpPr>
          <a:xfrm>
            <a:off x="8026959" y="1353046"/>
            <a:ext cx="3265488" cy="5226050"/>
            <a:chOff x="4314825" y="843456"/>
            <a:chExt cx="3265488" cy="5226050"/>
          </a:xfrm>
        </p:grpSpPr>
        <p:sp>
          <p:nvSpPr>
            <p:cNvPr id="3192" name="Freeform 150"/>
            <p:cNvSpPr>
              <a:spLocks/>
            </p:cNvSpPr>
            <p:nvPr/>
          </p:nvSpPr>
          <p:spPr bwMode="auto">
            <a:xfrm>
              <a:off x="6057900" y="2889744"/>
              <a:ext cx="928688" cy="1362075"/>
            </a:xfrm>
            <a:custGeom>
              <a:avLst/>
              <a:gdLst>
                <a:gd name="T0" fmla="*/ 293 w 433"/>
                <a:gd name="T1" fmla="*/ 94 h 635"/>
                <a:gd name="T2" fmla="*/ 334 w 433"/>
                <a:gd name="T3" fmla="*/ 80 h 635"/>
                <a:gd name="T4" fmla="*/ 401 w 433"/>
                <a:gd name="T5" fmla="*/ 118 h 635"/>
                <a:gd name="T6" fmla="*/ 433 w 433"/>
                <a:gd name="T7" fmla="*/ 118 h 635"/>
                <a:gd name="T8" fmla="*/ 433 w 433"/>
                <a:gd name="T9" fmla="*/ 0 h 635"/>
                <a:gd name="T10" fmla="*/ 0 w 433"/>
                <a:gd name="T11" fmla="*/ 0 h 635"/>
                <a:gd name="T12" fmla="*/ 0 w 433"/>
                <a:gd name="T13" fmla="*/ 463 h 635"/>
                <a:gd name="T14" fmla="*/ 158 w 433"/>
                <a:gd name="T15" fmla="*/ 463 h 635"/>
                <a:gd name="T16" fmla="*/ 169 w 433"/>
                <a:gd name="T17" fmla="*/ 474 h 635"/>
                <a:gd name="T18" fmla="*/ 169 w 433"/>
                <a:gd name="T19" fmla="*/ 528 h 635"/>
                <a:gd name="T20" fmla="*/ 165 w 433"/>
                <a:gd name="T21" fmla="*/ 537 h 635"/>
                <a:gd name="T22" fmla="*/ 129 w 433"/>
                <a:gd name="T23" fmla="*/ 586 h 635"/>
                <a:gd name="T24" fmla="*/ 141 w 433"/>
                <a:gd name="T25" fmla="*/ 619 h 635"/>
                <a:gd name="T26" fmla="*/ 183 w 433"/>
                <a:gd name="T27" fmla="*/ 635 h 635"/>
                <a:gd name="T28" fmla="*/ 250 w 433"/>
                <a:gd name="T29" fmla="*/ 594 h 635"/>
                <a:gd name="T30" fmla="*/ 210 w 433"/>
                <a:gd name="T31" fmla="*/ 533 h 635"/>
                <a:gd name="T32" fmla="*/ 204 w 433"/>
                <a:gd name="T33" fmla="*/ 524 h 635"/>
                <a:gd name="T34" fmla="*/ 204 w 433"/>
                <a:gd name="T35" fmla="*/ 471 h 635"/>
                <a:gd name="T36" fmla="*/ 215 w 433"/>
                <a:gd name="T37" fmla="*/ 460 h 635"/>
                <a:gd name="T38" fmla="*/ 433 w 433"/>
                <a:gd name="T39" fmla="*/ 460 h 635"/>
                <a:gd name="T40" fmla="*/ 433 w 433"/>
                <a:gd name="T41" fmla="*/ 199 h 635"/>
                <a:gd name="T42" fmla="*/ 410 w 433"/>
                <a:gd name="T43" fmla="*/ 199 h 635"/>
                <a:gd name="T44" fmla="*/ 338 w 433"/>
                <a:gd name="T45" fmla="*/ 243 h 635"/>
                <a:gd name="T46" fmla="*/ 270 w 433"/>
                <a:gd name="T47" fmla="*/ 161 h 635"/>
                <a:gd name="T48" fmla="*/ 293 w 433"/>
                <a:gd name="T49" fmla="*/ 94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3" h="635">
                  <a:moveTo>
                    <a:pt x="293" y="94"/>
                  </a:moveTo>
                  <a:cubicBezTo>
                    <a:pt x="304" y="84"/>
                    <a:pt x="318" y="79"/>
                    <a:pt x="334" y="80"/>
                  </a:cubicBezTo>
                  <a:cubicBezTo>
                    <a:pt x="360" y="81"/>
                    <a:pt x="391" y="108"/>
                    <a:pt x="401" y="118"/>
                  </a:cubicBezTo>
                  <a:cubicBezTo>
                    <a:pt x="433" y="118"/>
                    <a:pt x="433" y="118"/>
                    <a:pt x="433" y="118"/>
                  </a:cubicBezTo>
                  <a:cubicBezTo>
                    <a:pt x="433" y="0"/>
                    <a:pt x="433" y="0"/>
                    <a:pt x="433" y="0"/>
                  </a:cubicBezTo>
                  <a:cubicBezTo>
                    <a:pt x="0" y="0"/>
                    <a:pt x="0" y="0"/>
                    <a:pt x="0" y="0"/>
                  </a:cubicBezTo>
                  <a:cubicBezTo>
                    <a:pt x="0" y="463"/>
                    <a:pt x="0" y="463"/>
                    <a:pt x="0" y="463"/>
                  </a:cubicBezTo>
                  <a:cubicBezTo>
                    <a:pt x="158" y="463"/>
                    <a:pt x="158" y="463"/>
                    <a:pt x="158" y="463"/>
                  </a:cubicBezTo>
                  <a:cubicBezTo>
                    <a:pt x="164" y="463"/>
                    <a:pt x="169" y="468"/>
                    <a:pt x="169" y="474"/>
                  </a:cubicBezTo>
                  <a:cubicBezTo>
                    <a:pt x="169" y="528"/>
                    <a:pt x="169" y="528"/>
                    <a:pt x="169" y="528"/>
                  </a:cubicBezTo>
                  <a:cubicBezTo>
                    <a:pt x="169" y="532"/>
                    <a:pt x="168" y="535"/>
                    <a:pt x="165" y="537"/>
                  </a:cubicBezTo>
                  <a:cubicBezTo>
                    <a:pt x="156" y="544"/>
                    <a:pt x="130" y="568"/>
                    <a:pt x="129" y="586"/>
                  </a:cubicBezTo>
                  <a:cubicBezTo>
                    <a:pt x="129" y="598"/>
                    <a:pt x="133" y="611"/>
                    <a:pt x="141" y="619"/>
                  </a:cubicBezTo>
                  <a:cubicBezTo>
                    <a:pt x="151" y="630"/>
                    <a:pt x="166" y="635"/>
                    <a:pt x="183" y="635"/>
                  </a:cubicBezTo>
                  <a:cubicBezTo>
                    <a:pt x="207" y="635"/>
                    <a:pt x="248" y="630"/>
                    <a:pt x="250" y="594"/>
                  </a:cubicBezTo>
                  <a:cubicBezTo>
                    <a:pt x="253" y="560"/>
                    <a:pt x="210" y="533"/>
                    <a:pt x="210" y="533"/>
                  </a:cubicBezTo>
                  <a:cubicBezTo>
                    <a:pt x="206" y="531"/>
                    <a:pt x="204" y="527"/>
                    <a:pt x="204" y="524"/>
                  </a:cubicBezTo>
                  <a:cubicBezTo>
                    <a:pt x="204" y="471"/>
                    <a:pt x="204" y="471"/>
                    <a:pt x="204" y="471"/>
                  </a:cubicBezTo>
                  <a:cubicBezTo>
                    <a:pt x="204" y="465"/>
                    <a:pt x="209" y="460"/>
                    <a:pt x="215" y="460"/>
                  </a:cubicBezTo>
                  <a:cubicBezTo>
                    <a:pt x="433" y="460"/>
                    <a:pt x="433" y="460"/>
                    <a:pt x="433" y="460"/>
                  </a:cubicBezTo>
                  <a:cubicBezTo>
                    <a:pt x="433" y="199"/>
                    <a:pt x="433" y="199"/>
                    <a:pt x="433" y="199"/>
                  </a:cubicBezTo>
                  <a:cubicBezTo>
                    <a:pt x="410" y="199"/>
                    <a:pt x="410" y="199"/>
                    <a:pt x="410" y="199"/>
                  </a:cubicBezTo>
                  <a:cubicBezTo>
                    <a:pt x="399" y="211"/>
                    <a:pt x="368" y="243"/>
                    <a:pt x="338" y="243"/>
                  </a:cubicBezTo>
                  <a:cubicBezTo>
                    <a:pt x="305" y="243"/>
                    <a:pt x="270" y="222"/>
                    <a:pt x="270" y="161"/>
                  </a:cubicBezTo>
                  <a:cubicBezTo>
                    <a:pt x="270" y="124"/>
                    <a:pt x="282" y="104"/>
                    <a:pt x="293" y="9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3" name="Freeform 151"/>
            <p:cNvSpPr>
              <a:spLocks/>
            </p:cNvSpPr>
            <p:nvPr/>
          </p:nvSpPr>
          <p:spPr bwMode="auto">
            <a:xfrm>
              <a:off x="5078413" y="2889744"/>
              <a:ext cx="931863" cy="992188"/>
            </a:xfrm>
            <a:custGeom>
              <a:avLst/>
              <a:gdLst>
                <a:gd name="T0" fmla="*/ 435 w 435"/>
                <a:gd name="T1" fmla="*/ 0 h 463"/>
                <a:gd name="T2" fmla="*/ 2 w 435"/>
                <a:gd name="T3" fmla="*/ 0 h 463"/>
                <a:gd name="T4" fmla="*/ 2 w 435"/>
                <a:gd name="T5" fmla="*/ 113 h 463"/>
                <a:gd name="T6" fmla="*/ 32 w 435"/>
                <a:gd name="T7" fmla="*/ 113 h 463"/>
                <a:gd name="T8" fmla="*/ 104 w 435"/>
                <a:gd name="T9" fmla="*/ 70 h 463"/>
                <a:gd name="T10" fmla="*/ 166 w 435"/>
                <a:gd name="T11" fmla="*/ 154 h 463"/>
                <a:gd name="T12" fmla="*/ 145 w 435"/>
                <a:gd name="T13" fmla="*/ 219 h 463"/>
                <a:gd name="T14" fmla="*/ 100 w 435"/>
                <a:gd name="T15" fmla="*/ 234 h 463"/>
                <a:gd name="T16" fmla="*/ 34 w 435"/>
                <a:gd name="T17" fmla="*/ 192 h 463"/>
                <a:gd name="T18" fmla="*/ 0 w 435"/>
                <a:gd name="T19" fmla="*/ 192 h 463"/>
                <a:gd name="T20" fmla="*/ 0 w 435"/>
                <a:gd name="T21" fmla="*/ 442 h 463"/>
                <a:gd name="T22" fmla="*/ 9 w 435"/>
                <a:gd name="T23" fmla="*/ 463 h 463"/>
                <a:gd name="T24" fmla="*/ 435 w 435"/>
                <a:gd name="T25" fmla="*/ 463 h 463"/>
                <a:gd name="T26" fmla="*/ 435 w 435"/>
                <a:gd name="T2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5" h="463">
                  <a:moveTo>
                    <a:pt x="435" y="0"/>
                  </a:moveTo>
                  <a:cubicBezTo>
                    <a:pt x="2" y="0"/>
                    <a:pt x="2" y="0"/>
                    <a:pt x="2" y="0"/>
                  </a:cubicBezTo>
                  <a:cubicBezTo>
                    <a:pt x="2" y="113"/>
                    <a:pt x="2" y="113"/>
                    <a:pt x="2" y="113"/>
                  </a:cubicBezTo>
                  <a:cubicBezTo>
                    <a:pt x="32" y="113"/>
                    <a:pt x="32" y="113"/>
                    <a:pt x="32" y="113"/>
                  </a:cubicBezTo>
                  <a:cubicBezTo>
                    <a:pt x="40" y="99"/>
                    <a:pt x="61" y="69"/>
                    <a:pt x="104" y="70"/>
                  </a:cubicBezTo>
                  <a:cubicBezTo>
                    <a:pt x="166" y="72"/>
                    <a:pt x="166" y="134"/>
                    <a:pt x="166" y="154"/>
                  </a:cubicBezTo>
                  <a:cubicBezTo>
                    <a:pt x="166" y="184"/>
                    <a:pt x="159" y="205"/>
                    <a:pt x="145" y="219"/>
                  </a:cubicBezTo>
                  <a:cubicBezTo>
                    <a:pt x="134" y="229"/>
                    <a:pt x="119" y="234"/>
                    <a:pt x="100" y="234"/>
                  </a:cubicBezTo>
                  <a:cubicBezTo>
                    <a:pt x="63" y="233"/>
                    <a:pt x="42" y="209"/>
                    <a:pt x="34" y="192"/>
                  </a:cubicBezTo>
                  <a:cubicBezTo>
                    <a:pt x="0" y="192"/>
                    <a:pt x="0" y="192"/>
                    <a:pt x="0" y="192"/>
                  </a:cubicBezTo>
                  <a:cubicBezTo>
                    <a:pt x="0" y="442"/>
                    <a:pt x="0" y="442"/>
                    <a:pt x="0" y="442"/>
                  </a:cubicBezTo>
                  <a:cubicBezTo>
                    <a:pt x="4" y="449"/>
                    <a:pt x="7" y="456"/>
                    <a:pt x="9" y="463"/>
                  </a:cubicBezTo>
                  <a:cubicBezTo>
                    <a:pt x="435" y="463"/>
                    <a:pt x="435" y="463"/>
                    <a:pt x="435" y="463"/>
                  </a:cubicBezTo>
                  <a:lnTo>
                    <a:pt x="435"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4" name="Freeform 152"/>
            <p:cNvSpPr>
              <a:spLocks/>
            </p:cNvSpPr>
            <p:nvPr/>
          </p:nvSpPr>
          <p:spPr bwMode="auto">
            <a:xfrm>
              <a:off x="5081588" y="843456"/>
              <a:ext cx="2389188" cy="1320800"/>
            </a:xfrm>
            <a:custGeom>
              <a:avLst/>
              <a:gdLst>
                <a:gd name="T0" fmla="*/ 0 w 1114"/>
                <a:gd name="T1" fmla="*/ 445 h 616"/>
                <a:gd name="T2" fmla="*/ 186 w 1114"/>
                <a:gd name="T3" fmla="*/ 445 h 616"/>
                <a:gd name="T4" fmla="*/ 197 w 1114"/>
                <a:gd name="T5" fmla="*/ 456 h 616"/>
                <a:gd name="T6" fmla="*/ 197 w 1114"/>
                <a:gd name="T7" fmla="*/ 511 h 616"/>
                <a:gd name="T8" fmla="*/ 192 w 1114"/>
                <a:gd name="T9" fmla="*/ 521 h 616"/>
                <a:gd name="T10" fmla="*/ 161 w 1114"/>
                <a:gd name="T11" fmla="*/ 565 h 616"/>
                <a:gd name="T12" fmla="*/ 213 w 1114"/>
                <a:gd name="T13" fmla="*/ 616 h 616"/>
                <a:gd name="T14" fmla="*/ 279 w 1114"/>
                <a:gd name="T15" fmla="*/ 571 h 616"/>
                <a:gd name="T16" fmla="*/ 240 w 1114"/>
                <a:gd name="T17" fmla="*/ 519 h 616"/>
                <a:gd name="T18" fmla="*/ 233 w 1114"/>
                <a:gd name="T19" fmla="*/ 508 h 616"/>
                <a:gd name="T20" fmla="*/ 234 w 1114"/>
                <a:gd name="T21" fmla="*/ 458 h 616"/>
                <a:gd name="T22" fmla="*/ 245 w 1114"/>
                <a:gd name="T23" fmla="*/ 448 h 616"/>
                <a:gd name="T24" fmla="*/ 647 w 1114"/>
                <a:gd name="T25" fmla="*/ 448 h 616"/>
                <a:gd name="T26" fmla="*/ 647 w 1114"/>
                <a:gd name="T27" fmla="*/ 412 h 616"/>
                <a:gd name="T28" fmla="*/ 605 w 1114"/>
                <a:gd name="T29" fmla="*/ 339 h 616"/>
                <a:gd name="T30" fmla="*/ 683 w 1114"/>
                <a:gd name="T31" fmla="*/ 279 h 616"/>
                <a:gd name="T32" fmla="*/ 767 w 1114"/>
                <a:gd name="T33" fmla="*/ 338 h 616"/>
                <a:gd name="T34" fmla="*/ 728 w 1114"/>
                <a:gd name="T35" fmla="*/ 413 h 616"/>
                <a:gd name="T36" fmla="*/ 728 w 1114"/>
                <a:gd name="T37" fmla="*/ 446 h 616"/>
                <a:gd name="T38" fmla="*/ 1114 w 1114"/>
                <a:gd name="T39" fmla="*/ 446 h 616"/>
                <a:gd name="T40" fmla="*/ 952 w 1114"/>
                <a:gd name="T41" fmla="*/ 204 h 616"/>
                <a:gd name="T42" fmla="*/ 460 w 1114"/>
                <a:gd name="T43" fmla="*/ 2 h 616"/>
                <a:gd name="T44" fmla="*/ 0 w 1114"/>
                <a:gd name="T45" fmla="*/ 148 h 616"/>
                <a:gd name="T46" fmla="*/ 0 w 1114"/>
                <a:gd name="T47" fmla="*/ 445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4" h="616">
                  <a:moveTo>
                    <a:pt x="0" y="445"/>
                  </a:moveTo>
                  <a:cubicBezTo>
                    <a:pt x="186" y="445"/>
                    <a:pt x="186" y="445"/>
                    <a:pt x="186" y="445"/>
                  </a:cubicBezTo>
                  <a:cubicBezTo>
                    <a:pt x="192" y="445"/>
                    <a:pt x="197" y="449"/>
                    <a:pt x="197" y="456"/>
                  </a:cubicBezTo>
                  <a:cubicBezTo>
                    <a:pt x="197" y="511"/>
                    <a:pt x="197" y="511"/>
                    <a:pt x="197" y="511"/>
                  </a:cubicBezTo>
                  <a:cubicBezTo>
                    <a:pt x="197" y="515"/>
                    <a:pt x="196" y="519"/>
                    <a:pt x="192" y="521"/>
                  </a:cubicBezTo>
                  <a:cubicBezTo>
                    <a:pt x="184" y="526"/>
                    <a:pt x="161" y="546"/>
                    <a:pt x="161" y="565"/>
                  </a:cubicBezTo>
                  <a:cubicBezTo>
                    <a:pt x="161" y="591"/>
                    <a:pt x="179" y="616"/>
                    <a:pt x="213" y="616"/>
                  </a:cubicBezTo>
                  <a:cubicBezTo>
                    <a:pt x="249" y="616"/>
                    <a:pt x="278" y="597"/>
                    <a:pt x="279" y="571"/>
                  </a:cubicBezTo>
                  <a:cubicBezTo>
                    <a:pt x="280" y="534"/>
                    <a:pt x="240" y="519"/>
                    <a:pt x="240" y="519"/>
                  </a:cubicBezTo>
                  <a:cubicBezTo>
                    <a:pt x="235" y="517"/>
                    <a:pt x="232" y="513"/>
                    <a:pt x="233" y="508"/>
                  </a:cubicBezTo>
                  <a:cubicBezTo>
                    <a:pt x="234" y="458"/>
                    <a:pt x="234" y="458"/>
                    <a:pt x="234" y="458"/>
                  </a:cubicBezTo>
                  <a:cubicBezTo>
                    <a:pt x="234" y="452"/>
                    <a:pt x="239" y="448"/>
                    <a:pt x="245" y="448"/>
                  </a:cubicBezTo>
                  <a:cubicBezTo>
                    <a:pt x="647" y="448"/>
                    <a:pt x="647" y="448"/>
                    <a:pt x="647" y="448"/>
                  </a:cubicBezTo>
                  <a:cubicBezTo>
                    <a:pt x="647" y="412"/>
                    <a:pt x="647" y="412"/>
                    <a:pt x="647" y="412"/>
                  </a:cubicBezTo>
                  <a:cubicBezTo>
                    <a:pt x="634" y="404"/>
                    <a:pt x="605" y="380"/>
                    <a:pt x="605" y="339"/>
                  </a:cubicBezTo>
                  <a:cubicBezTo>
                    <a:pt x="605" y="298"/>
                    <a:pt x="646" y="279"/>
                    <a:pt x="683" y="279"/>
                  </a:cubicBezTo>
                  <a:cubicBezTo>
                    <a:pt x="722" y="279"/>
                    <a:pt x="767" y="294"/>
                    <a:pt x="767" y="338"/>
                  </a:cubicBezTo>
                  <a:cubicBezTo>
                    <a:pt x="767" y="378"/>
                    <a:pt x="739" y="404"/>
                    <a:pt x="728" y="413"/>
                  </a:cubicBezTo>
                  <a:cubicBezTo>
                    <a:pt x="728" y="446"/>
                    <a:pt x="728" y="446"/>
                    <a:pt x="728" y="446"/>
                  </a:cubicBezTo>
                  <a:cubicBezTo>
                    <a:pt x="1114" y="446"/>
                    <a:pt x="1114" y="446"/>
                    <a:pt x="1114" y="446"/>
                  </a:cubicBezTo>
                  <a:cubicBezTo>
                    <a:pt x="1078" y="356"/>
                    <a:pt x="1025" y="265"/>
                    <a:pt x="952" y="204"/>
                  </a:cubicBezTo>
                  <a:cubicBezTo>
                    <a:pt x="809" y="83"/>
                    <a:pt x="677" y="5"/>
                    <a:pt x="460" y="2"/>
                  </a:cubicBezTo>
                  <a:cubicBezTo>
                    <a:pt x="326" y="0"/>
                    <a:pt x="149" y="37"/>
                    <a:pt x="0" y="148"/>
                  </a:cubicBezTo>
                  <a:lnTo>
                    <a:pt x="0" y="44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5" name="Freeform 153"/>
            <p:cNvSpPr>
              <a:spLocks/>
            </p:cNvSpPr>
            <p:nvPr/>
          </p:nvSpPr>
          <p:spPr bwMode="auto">
            <a:xfrm>
              <a:off x="6057900" y="1489569"/>
              <a:ext cx="1281113" cy="1352550"/>
            </a:xfrm>
            <a:custGeom>
              <a:avLst/>
              <a:gdLst>
                <a:gd name="T0" fmla="*/ 433 w 597"/>
                <a:gd name="T1" fmla="*/ 422 h 631"/>
                <a:gd name="T2" fmla="*/ 445 w 597"/>
                <a:gd name="T3" fmla="*/ 411 h 631"/>
                <a:gd name="T4" fmla="*/ 492 w 597"/>
                <a:gd name="T5" fmla="*/ 411 h 631"/>
                <a:gd name="T6" fmla="*/ 501 w 597"/>
                <a:gd name="T7" fmla="*/ 415 h 631"/>
                <a:gd name="T8" fmla="*/ 556 w 597"/>
                <a:gd name="T9" fmla="*/ 451 h 631"/>
                <a:gd name="T10" fmla="*/ 597 w 597"/>
                <a:gd name="T11" fmla="*/ 389 h 631"/>
                <a:gd name="T12" fmla="*/ 557 w 597"/>
                <a:gd name="T13" fmla="*/ 334 h 631"/>
                <a:gd name="T14" fmla="*/ 499 w 597"/>
                <a:gd name="T15" fmla="*/ 374 h 631"/>
                <a:gd name="T16" fmla="*/ 491 w 597"/>
                <a:gd name="T17" fmla="*/ 377 h 631"/>
                <a:gd name="T18" fmla="*/ 441 w 597"/>
                <a:gd name="T19" fmla="*/ 377 h 631"/>
                <a:gd name="T20" fmla="*/ 430 w 597"/>
                <a:gd name="T21" fmla="*/ 366 h 631"/>
                <a:gd name="T22" fmla="*/ 430 w 597"/>
                <a:gd name="T23" fmla="*/ 167 h 631"/>
                <a:gd name="T24" fmla="*/ 261 w 597"/>
                <a:gd name="T25" fmla="*/ 167 h 631"/>
                <a:gd name="T26" fmla="*/ 250 w 597"/>
                <a:gd name="T27" fmla="*/ 156 h 631"/>
                <a:gd name="T28" fmla="*/ 250 w 597"/>
                <a:gd name="T29" fmla="*/ 107 h 631"/>
                <a:gd name="T30" fmla="*/ 256 w 597"/>
                <a:gd name="T31" fmla="*/ 98 h 631"/>
                <a:gd name="T32" fmla="*/ 290 w 597"/>
                <a:gd name="T33" fmla="*/ 37 h 631"/>
                <a:gd name="T34" fmla="*/ 228 w 597"/>
                <a:gd name="T35" fmla="*/ 0 h 631"/>
                <a:gd name="T36" fmla="*/ 172 w 597"/>
                <a:gd name="T37" fmla="*/ 38 h 631"/>
                <a:gd name="T38" fmla="*/ 208 w 597"/>
                <a:gd name="T39" fmla="*/ 96 h 631"/>
                <a:gd name="T40" fmla="*/ 214 w 597"/>
                <a:gd name="T41" fmla="*/ 105 h 631"/>
                <a:gd name="T42" fmla="*/ 214 w 597"/>
                <a:gd name="T43" fmla="*/ 158 h 631"/>
                <a:gd name="T44" fmla="*/ 203 w 597"/>
                <a:gd name="T45" fmla="*/ 169 h 631"/>
                <a:gd name="T46" fmla="*/ 0 w 597"/>
                <a:gd name="T47" fmla="*/ 169 h 631"/>
                <a:gd name="T48" fmla="*/ 0 w 597"/>
                <a:gd name="T49" fmla="*/ 631 h 631"/>
                <a:gd name="T50" fmla="*/ 433 w 597"/>
                <a:gd name="T51" fmla="*/ 631 h 631"/>
                <a:gd name="T52" fmla="*/ 433 w 597"/>
                <a:gd name="T53" fmla="*/ 422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7" h="631">
                  <a:moveTo>
                    <a:pt x="433" y="422"/>
                  </a:moveTo>
                  <a:cubicBezTo>
                    <a:pt x="433" y="416"/>
                    <a:pt x="438" y="411"/>
                    <a:pt x="445" y="411"/>
                  </a:cubicBezTo>
                  <a:cubicBezTo>
                    <a:pt x="492" y="411"/>
                    <a:pt x="492" y="411"/>
                    <a:pt x="492" y="411"/>
                  </a:cubicBezTo>
                  <a:cubicBezTo>
                    <a:pt x="496" y="411"/>
                    <a:pt x="499" y="413"/>
                    <a:pt x="501" y="415"/>
                  </a:cubicBezTo>
                  <a:cubicBezTo>
                    <a:pt x="509" y="425"/>
                    <a:pt x="533" y="451"/>
                    <a:pt x="556" y="451"/>
                  </a:cubicBezTo>
                  <a:cubicBezTo>
                    <a:pt x="587" y="451"/>
                    <a:pt x="597" y="419"/>
                    <a:pt x="597" y="389"/>
                  </a:cubicBezTo>
                  <a:cubicBezTo>
                    <a:pt x="597" y="356"/>
                    <a:pt x="583" y="336"/>
                    <a:pt x="557" y="334"/>
                  </a:cubicBezTo>
                  <a:cubicBezTo>
                    <a:pt x="540" y="333"/>
                    <a:pt x="513" y="358"/>
                    <a:pt x="499" y="374"/>
                  </a:cubicBezTo>
                  <a:cubicBezTo>
                    <a:pt x="497" y="376"/>
                    <a:pt x="494" y="377"/>
                    <a:pt x="491" y="377"/>
                  </a:cubicBezTo>
                  <a:cubicBezTo>
                    <a:pt x="441" y="377"/>
                    <a:pt x="441" y="377"/>
                    <a:pt x="441" y="377"/>
                  </a:cubicBezTo>
                  <a:cubicBezTo>
                    <a:pt x="435" y="377"/>
                    <a:pt x="430" y="372"/>
                    <a:pt x="430" y="366"/>
                  </a:cubicBezTo>
                  <a:cubicBezTo>
                    <a:pt x="430" y="167"/>
                    <a:pt x="430" y="167"/>
                    <a:pt x="430" y="167"/>
                  </a:cubicBezTo>
                  <a:cubicBezTo>
                    <a:pt x="261" y="167"/>
                    <a:pt x="261" y="167"/>
                    <a:pt x="261" y="167"/>
                  </a:cubicBezTo>
                  <a:cubicBezTo>
                    <a:pt x="255" y="167"/>
                    <a:pt x="250" y="162"/>
                    <a:pt x="250" y="156"/>
                  </a:cubicBezTo>
                  <a:cubicBezTo>
                    <a:pt x="250" y="107"/>
                    <a:pt x="250" y="107"/>
                    <a:pt x="250" y="107"/>
                  </a:cubicBezTo>
                  <a:cubicBezTo>
                    <a:pt x="250" y="103"/>
                    <a:pt x="252" y="100"/>
                    <a:pt x="256" y="98"/>
                  </a:cubicBezTo>
                  <a:cubicBezTo>
                    <a:pt x="256" y="97"/>
                    <a:pt x="290" y="75"/>
                    <a:pt x="290" y="37"/>
                  </a:cubicBezTo>
                  <a:cubicBezTo>
                    <a:pt x="290" y="2"/>
                    <a:pt x="238" y="0"/>
                    <a:pt x="228" y="0"/>
                  </a:cubicBezTo>
                  <a:cubicBezTo>
                    <a:pt x="207" y="0"/>
                    <a:pt x="172" y="8"/>
                    <a:pt x="172" y="38"/>
                  </a:cubicBezTo>
                  <a:cubicBezTo>
                    <a:pt x="172" y="76"/>
                    <a:pt x="206" y="95"/>
                    <a:pt x="208" y="96"/>
                  </a:cubicBezTo>
                  <a:cubicBezTo>
                    <a:pt x="211" y="97"/>
                    <a:pt x="214" y="101"/>
                    <a:pt x="214" y="105"/>
                  </a:cubicBezTo>
                  <a:cubicBezTo>
                    <a:pt x="214" y="158"/>
                    <a:pt x="214" y="158"/>
                    <a:pt x="214" y="158"/>
                  </a:cubicBezTo>
                  <a:cubicBezTo>
                    <a:pt x="214" y="164"/>
                    <a:pt x="209" y="169"/>
                    <a:pt x="203" y="169"/>
                  </a:cubicBezTo>
                  <a:cubicBezTo>
                    <a:pt x="0" y="169"/>
                    <a:pt x="0" y="169"/>
                    <a:pt x="0" y="169"/>
                  </a:cubicBezTo>
                  <a:cubicBezTo>
                    <a:pt x="0" y="631"/>
                    <a:pt x="0" y="631"/>
                    <a:pt x="0" y="631"/>
                  </a:cubicBezTo>
                  <a:cubicBezTo>
                    <a:pt x="433" y="631"/>
                    <a:pt x="433" y="631"/>
                    <a:pt x="433" y="631"/>
                  </a:cubicBezTo>
                  <a:lnTo>
                    <a:pt x="433" y="42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6" name="Freeform 154"/>
            <p:cNvSpPr>
              <a:spLocks/>
            </p:cNvSpPr>
            <p:nvPr/>
          </p:nvSpPr>
          <p:spPr bwMode="auto">
            <a:xfrm>
              <a:off x="6684963" y="1851519"/>
              <a:ext cx="895350" cy="1943100"/>
            </a:xfrm>
            <a:custGeom>
              <a:avLst/>
              <a:gdLst>
                <a:gd name="T0" fmla="*/ 160 w 418"/>
                <a:gd name="T1" fmla="*/ 0 h 906"/>
                <a:gd name="T2" fmla="*/ 160 w 418"/>
                <a:gd name="T3" fmla="*/ 186 h 906"/>
                <a:gd name="T4" fmla="*/ 194 w 418"/>
                <a:gd name="T5" fmla="*/ 186 h 906"/>
                <a:gd name="T6" fmla="*/ 266 w 418"/>
                <a:gd name="T7" fmla="*/ 143 h 906"/>
                <a:gd name="T8" fmla="*/ 328 w 418"/>
                <a:gd name="T9" fmla="*/ 220 h 906"/>
                <a:gd name="T10" fmla="*/ 264 w 418"/>
                <a:gd name="T11" fmla="*/ 304 h 906"/>
                <a:gd name="T12" fmla="*/ 195 w 418"/>
                <a:gd name="T13" fmla="*/ 264 h 906"/>
                <a:gd name="T14" fmla="*/ 164 w 418"/>
                <a:gd name="T15" fmla="*/ 264 h 906"/>
                <a:gd name="T16" fmla="*/ 164 w 418"/>
                <a:gd name="T17" fmla="*/ 613 h 906"/>
                <a:gd name="T18" fmla="*/ 153 w 418"/>
                <a:gd name="T19" fmla="*/ 624 h 906"/>
                <a:gd name="T20" fmla="*/ 105 w 418"/>
                <a:gd name="T21" fmla="*/ 624 h 906"/>
                <a:gd name="T22" fmla="*/ 97 w 418"/>
                <a:gd name="T23" fmla="*/ 621 h 906"/>
                <a:gd name="T24" fmla="*/ 40 w 418"/>
                <a:gd name="T25" fmla="*/ 586 h 906"/>
                <a:gd name="T26" fmla="*/ 16 w 418"/>
                <a:gd name="T27" fmla="*/ 594 h 906"/>
                <a:gd name="T28" fmla="*/ 0 w 418"/>
                <a:gd name="T29" fmla="*/ 645 h 906"/>
                <a:gd name="T30" fmla="*/ 46 w 418"/>
                <a:gd name="T31" fmla="*/ 705 h 906"/>
                <a:gd name="T32" fmla="*/ 104 w 418"/>
                <a:gd name="T33" fmla="*/ 665 h 906"/>
                <a:gd name="T34" fmla="*/ 113 w 418"/>
                <a:gd name="T35" fmla="*/ 661 h 906"/>
                <a:gd name="T36" fmla="*/ 153 w 418"/>
                <a:gd name="T37" fmla="*/ 661 h 906"/>
                <a:gd name="T38" fmla="*/ 164 w 418"/>
                <a:gd name="T39" fmla="*/ 672 h 906"/>
                <a:gd name="T40" fmla="*/ 164 w 418"/>
                <a:gd name="T41" fmla="*/ 906 h 906"/>
                <a:gd name="T42" fmla="*/ 318 w 418"/>
                <a:gd name="T43" fmla="*/ 573 h 906"/>
                <a:gd name="T44" fmla="*/ 418 w 418"/>
                <a:gd name="T45" fmla="*/ 210 h 906"/>
                <a:gd name="T46" fmla="*/ 376 w 418"/>
                <a:gd name="T47" fmla="*/ 0 h 906"/>
                <a:gd name="T48" fmla="*/ 160 w 418"/>
                <a:gd name="T49" fmla="*/ 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8" h="906">
                  <a:moveTo>
                    <a:pt x="160" y="0"/>
                  </a:moveTo>
                  <a:cubicBezTo>
                    <a:pt x="160" y="186"/>
                    <a:pt x="160" y="186"/>
                    <a:pt x="160" y="186"/>
                  </a:cubicBezTo>
                  <a:cubicBezTo>
                    <a:pt x="194" y="186"/>
                    <a:pt x="194" y="186"/>
                    <a:pt x="194" y="186"/>
                  </a:cubicBezTo>
                  <a:cubicBezTo>
                    <a:pt x="205" y="174"/>
                    <a:pt x="238" y="142"/>
                    <a:pt x="266" y="143"/>
                  </a:cubicBezTo>
                  <a:cubicBezTo>
                    <a:pt x="296" y="145"/>
                    <a:pt x="328" y="166"/>
                    <a:pt x="328" y="220"/>
                  </a:cubicBezTo>
                  <a:cubicBezTo>
                    <a:pt x="328" y="271"/>
                    <a:pt x="303" y="304"/>
                    <a:pt x="264" y="304"/>
                  </a:cubicBezTo>
                  <a:cubicBezTo>
                    <a:pt x="232" y="304"/>
                    <a:pt x="205" y="275"/>
                    <a:pt x="195" y="264"/>
                  </a:cubicBezTo>
                  <a:cubicBezTo>
                    <a:pt x="164" y="264"/>
                    <a:pt x="164" y="264"/>
                    <a:pt x="164" y="264"/>
                  </a:cubicBezTo>
                  <a:cubicBezTo>
                    <a:pt x="164" y="613"/>
                    <a:pt x="164" y="613"/>
                    <a:pt x="164" y="613"/>
                  </a:cubicBezTo>
                  <a:cubicBezTo>
                    <a:pt x="164" y="619"/>
                    <a:pt x="159" y="624"/>
                    <a:pt x="153" y="624"/>
                  </a:cubicBezTo>
                  <a:cubicBezTo>
                    <a:pt x="105" y="624"/>
                    <a:pt x="105" y="624"/>
                    <a:pt x="105" y="624"/>
                  </a:cubicBezTo>
                  <a:cubicBezTo>
                    <a:pt x="102" y="624"/>
                    <a:pt x="99" y="623"/>
                    <a:pt x="97" y="621"/>
                  </a:cubicBezTo>
                  <a:cubicBezTo>
                    <a:pt x="88" y="611"/>
                    <a:pt x="59" y="587"/>
                    <a:pt x="40" y="586"/>
                  </a:cubicBezTo>
                  <a:cubicBezTo>
                    <a:pt x="31" y="585"/>
                    <a:pt x="22" y="588"/>
                    <a:pt x="16" y="594"/>
                  </a:cubicBezTo>
                  <a:cubicBezTo>
                    <a:pt x="5" y="604"/>
                    <a:pt x="0" y="622"/>
                    <a:pt x="0" y="645"/>
                  </a:cubicBezTo>
                  <a:cubicBezTo>
                    <a:pt x="0" y="683"/>
                    <a:pt x="16" y="705"/>
                    <a:pt x="46" y="705"/>
                  </a:cubicBezTo>
                  <a:cubicBezTo>
                    <a:pt x="66" y="705"/>
                    <a:pt x="96" y="675"/>
                    <a:pt x="104" y="665"/>
                  </a:cubicBezTo>
                  <a:cubicBezTo>
                    <a:pt x="106" y="662"/>
                    <a:pt x="109" y="661"/>
                    <a:pt x="113" y="661"/>
                  </a:cubicBezTo>
                  <a:cubicBezTo>
                    <a:pt x="153" y="661"/>
                    <a:pt x="153" y="661"/>
                    <a:pt x="153" y="661"/>
                  </a:cubicBezTo>
                  <a:cubicBezTo>
                    <a:pt x="159" y="661"/>
                    <a:pt x="164" y="666"/>
                    <a:pt x="164" y="672"/>
                  </a:cubicBezTo>
                  <a:cubicBezTo>
                    <a:pt x="164" y="906"/>
                    <a:pt x="164" y="906"/>
                    <a:pt x="164" y="906"/>
                  </a:cubicBezTo>
                  <a:cubicBezTo>
                    <a:pt x="207" y="808"/>
                    <a:pt x="270" y="669"/>
                    <a:pt x="318" y="573"/>
                  </a:cubicBezTo>
                  <a:cubicBezTo>
                    <a:pt x="393" y="422"/>
                    <a:pt x="418" y="329"/>
                    <a:pt x="418" y="210"/>
                  </a:cubicBezTo>
                  <a:cubicBezTo>
                    <a:pt x="418" y="156"/>
                    <a:pt x="404" y="79"/>
                    <a:pt x="376" y="0"/>
                  </a:cubicBezTo>
                  <a:lnTo>
                    <a:pt x="16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7" name="Freeform 155"/>
            <p:cNvSpPr>
              <a:spLocks/>
            </p:cNvSpPr>
            <p:nvPr/>
          </p:nvSpPr>
          <p:spPr bwMode="auto">
            <a:xfrm>
              <a:off x="5116513" y="3923206"/>
              <a:ext cx="1862138" cy="768350"/>
            </a:xfrm>
            <a:custGeom>
              <a:avLst/>
              <a:gdLst>
                <a:gd name="T0" fmla="*/ 665 w 868"/>
                <a:gd name="T1" fmla="*/ 0 h 358"/>
                <a:gd name="T2" fmla="*/ 665 w 868"/>
                <a:gd name="T3" fmla="*/ 36 h 358"/>
                <a:gd name="T4" fmla="*/ 712 w 868"/>
                <a:gd name="T5" fmla="*/ 114 h 358"/>
                <a:gd name="T6" fmla="*/ 622 w 868"/>
                <a:gd name="T7" fmla="*/ 175 h 358"/>
                <a:gd name="T8" fmla="*/ 564 w 868"/>
                <a:gd name="T9" fmla="*/ 153 h 358"/>
                <a:gd name="T10" fmla="*/ 546 w 868"/>
                <a:gd name="T11" fmla="*/ 103 h 358"/>
                <a:gd name="T12" fmla="*/ 586 w 868"/>
                <a:gd name="T13" fmla="*/ 41 h 358"/>
                <a:gd name="T14" fmla="*/ 586 w 868"/>
                <a:gd name="T15" fmla="*/ 3 h 358"/>
                <a:gd name="T16" fmla="*/ 0 w 868"/>
                <a:gd name="T17" fmla="*/ 3 h 358"/>
                <a:gd name="T18" fmla="*/ 26 w 868"/>
                <a:gd name="T19" fmla="*/ 104 h 358"/>
                <a:gd name="T20" fmla="*/ 167 w 868"/>
                <a:gd name="T21" fmla="*/ 358 h 358"/>
                <a:gd name="T22" fmla="*/ 700 w 868"/>
                <a:gd name="T23" fmla="*/ 358 h 358"/>
                <a:gd name="T24" fmla="*/ 821 w 868"/>
                <a:gd name="T25" fmla="*/ 241 h 358"/>
                <a:gd name="T26" fmla="*/ 845 w 868"/>
                <a:gd name="T27" fmla="*/ 51 h 358"/>
                <a:gd name="T28" fmla="*/ 868 w 868"/>
                <a:gd name="T29" fmla="*/ 0 h 358"/>
                <a:gd name="T30" fmla="*/ 665 w 868"/>
                <a:gd name="T31" fmla="*/ 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8" h="358">
                  <a:moveTo>
                    <a:pt x="665" y="0"/>
                  </a:moveTo>
                  <a:cubicBezTo>
                    <a:pt x="665" y="36"/>
                    <a:pt x="665" y="36"/>
                    <a:pt x="665" y="36"/>
                  </a:cubicBezTo>
                  <a:cubicBezTo>
                    <a:pt x="679" y="46"/>
                    <a:pt x="715" y="75"/>
                    <a:pt x="712" y="114"/>
                  </a:cubicBezTo>
                  <a:cubicBezTo>
                    <a:pt x="709" y="152"/>
                    <a:pt x="675" y="175"/>
                    <a:pt x="622" y="175"/>
                  </a:cubicBezTo>
                  <a:cubicBezTo>
                    <a:pt x="592" y="175"/>
                    <a:pt x="574" y="163"/>
                    <a:pt x="564" y="153"/>
                  </a:cubicBezTo>
                  <a:cubicBezTo>
                    <a:pt x="552" y="139"/>
                    <a:pt x="545" y="121"/>
                    <a:pt x="546" y="103"/>
                  </a:cubicBezTo>
                  <a:cubicBezTo>
                    <a:pt x="548" y="77"/>
                    <a:pt x="575" y="51"/>
                    <a:pt x="586" y="41"/>
                  </a:cubicBezTo>
                  <a:cubicBezTo>
                    <a:pt x="586" y="3"/>
                    <a:pt x="586" y="3"/>
                    <a:pt x="586" y="3"/>
                  </a:cubicBezTo>
                  <a:cubicBezTo>
                    <a:pt x="0" y="3"/>
                    <a:pt x="0" y="3"/>
                    <a:pt x="0" y="3"/>
                  </a:cubicBezTo>
                  <a:cubicBezTo>
                    <a:pt x="16" y="45"/>
                    <a:pt x="26" y="81"/>
                    <a:pt x="26" y="104"/>
                  </a:cubicBezTo>
                  <a:cubicBezTo>
                    <a:pt x="18" y="303"/>
                    <a:pt x="126" y="358"/>
                    <a:pt x="167" y="358"/>
                  </a:cubicBezTo>
                  <a:cubicBezTo>
                    <a:pt x="315" y="358"/>
                    <a:pt x="651" y="358"/>
                    <a:pt x="700" y="358"/>
                  </a:cubicBezTo>
                  <a:cubicBezTo>
                    <a:pt x="750" y="358"/>
                    <a:pt x="799" y="291"/>
                    <a:pt x="821" y="241"/>
                  </a:cubicBezTo>
                  <a:cubicBezTo>
                    <a:pt x="844" y="190"/>
                    <a:pt x="829" y="88"/>
                    <a:pt x="845" y="51"/>
                  </a:cubicBezTo>
                  <a:cubicBezTo>
                    <a:pt x="849" y="43"/>
                    <a:pt x="857" y="25"/>
                    <a:pt x="868" y="0"/>
                  </a:cubicBezTo>
                  <a:lnTo>
                    <a:pt x="665"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8" name="Freeform 156"/>
            <p:cNvSpPr>
              <a:spLocks/>
            </p:cNvSpPr>
            <p:nvPr/>
          </p:nvSpPr>
          <p:spPr bwMode="auto">
            <a:xfrm>
              <a:off x="4314825" y="1197469"/>
              <a:ext cx="1071563" cy="2535238"/>
            </a:xfrm>
            <a:custGeom>
              <a:avLst/>
              <a:gdLst>
                <a:gd name="T0" fmla="*/ 334 w 500"/>
                <a:gd name="T1" fmla="*/ 970 h 1182"/>
                <a:gd name="T2" fmla="*/ 345 w 500"/>
                <a:gd name="T3" fmla="*/ 959 h 1182"/>
                <a:gd name="T4" fmla="*/ 398 w 500"/>
                <a:gd name="T5" fmla="*/ 959 h 1182"/>
                <a:gd name="T6" fmla="*/ 409 w 500"/>
                <a:gd name="T7" fmla="*/ 967 h 1182"/>
                <a:gd name="T8" fmla="*/ 457 w 500"/>
                <a:gd name="T9" fmla="*/ 1001 h 1182"/>
                <a:gd name="T10" fmla="*/ 486 w 500"/>
                <a:gd name="T11" fmla="*/ 992 h 1182"/>
                <a:gd name="T12" fmla="*/ 500 w 500"/>
                <a:gd name="T13" fmla="*/ 943 h 1182"/>
                <a:gd name="T14" fmla="*/ 460 w 500"/>
                <a:gd name="T15" fmla="*/ 881 h 1182"/>
                <a:gd name="T16" fmla="*/ 405 w 500"/>
                <a:gd name="T17" fmla="*/ 917 h 1182"/>
                <a:gd name="T18" fmla="*/ 395 w 500"/>
                <a:gd name="T19" fmla="*/ 924 h 1182"/>
                <a:gd name="T20" fmla="*/ 347 w 500"/>
                <a:gd name="T21" fmla="*/ 924 h 1182"/>
                <a:gd name="T22" fmla="*/ 336 w 500"/>
                <a:gd name="T23" fmla="*/ 913 h 1182"/>
                <a:gd name="T24" fmla="*/ 336 w 500"/>
                <a:gd name="T25" fmla="*/ 783 h 1182"/>
                <a:gd name="T26" fmla="*/ 334 w 500"/>
                <a:gd name="T27" fmla="*/ 778 h 1182"/>
                <a:gd name="T28" fmla="*/ 336 w 500"/>
                <a:gd name="T29" fmla="*/ 772 h 1182"/>
                <a:gd name="T30" fmla="*/ 336 w 500"/>
                <a:gd name="T31" fmla="*/ 0 h 1182"/>
                <a:gd name="T32" fmla="*/ 134 w 500"/>
                <a:gd name="T33" fmla="*/ 281 h 1182"/>
                <a:gd name="T34" fmla="*/ 221 w 500"/>
                <a:gd name="T35" fmla="*/ 959 h 1182"/>
                <a:gd name="T36" fmla="*/ 334 w 500"/>
                <a:gd name="T37" fmla="*/ 1182 h 1182"/>
                <a:gd name="T38" fmla="*/ 334 w 500"/>
                <a:gd name="T39" fmla="*/ 970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0" h="1182">
                  <a:moveTo>
                    <a:pt x="334" y="970"/>
                  </a:moveTo>
                  <a:cubicBezTo>
                    <a:pt x="334" y="964"/>
                    <a:pt x="339" y="959"/>
                    <a:pt x="345" y="959"/>
                  </a:cubicBezTo>
                  <a:cubicBezTo>
                    <a:pt x="398" y="959"/>
                    <a:pt x="398" y="959"/>
                    <a:pt x="398" y="959"/>
                  </a:cubicBezTo>
                  <a:cubicBezTo>
                    <a:pt x="403" y="959"/>
                    <a:pt x="407" y="963"/>
                    <a:pt x="409" y="967"/>
                  </a:cubicBezTo>
                  <a:cubicBezTo>
                    <a:pt x="409" y="969"/>
                    <a:pt x="418" y="999"/>
                    <a:pt x="457" y="1001"/>
                  </a:cubicBezTo>
                  <a:cubicBezTo>
                    <a:pt x="470" y="1001"/>
                    <a:pt x="479" y="998"/>
                    <a:pt x="486" y="992"/>
                  </a:cubicBezTo>
                  <a:cubicBezTo>
                    <a:pt x="495" y="983"/>
                    <a:pt x="500" y="966"/>
                    <a:pt x="500" y="943"/>
                  </a:cubicBezTo>
                  <a:cubicBezTo>
                    <a:pt x="500" y="907"/>
                    <a:pt x="493" y="882"/>
                    <a:pt x="460" y="881"/>
                  </a:cubicBezTo>
                  <a:cubicBezTo>
                    <a:pt x="420" y="880"/>
                    <a:pt x="406" y="916"/>
                    <a:pt x="405" y="917"/>
                  </a:cubicBezTo>
                  <a:cubicBezTo>
                    <a:pt x="403" y="921"/>
                    <a:pt x="399" y="924"/>
                    <a:pt x="395" y="924"/>
                  </a:cubicBezTo>
                  <a:cubicBezTo>
                    <a:pt x="347" y="924"/>
                    <a:pt x="347" y="924"/>
                    <a:pt x="347" y="924"/>
                  </a:cubicBezTo>
                  <a:cubicBezTo>
                    <a:pt x="341" y="924"/>
                    <a:pt x="336" y="919"/>
                    <a:pt x="336" y="913"/>
                  </a:cubicBezTo>
                  <a:cubicBezTo>
                    <a:pt x="336" y="783"/>
                    <a:pt x="336" y="783"/>
                    <a:pt x="336" y="783"/>
                  </a:cubicBezTo>
                  <a:cubicBezTo>
                    <a:pt x="335" y="782"/>
                    <a:pt x="334" y="780"/>
                    <a:pt x="334" y="778"/>
                  </a:cubicBezTo>
                  <a:cubicBezTo>
                    <a:pt x="334" y="776"/>
                    <a:pt x="335" y="774"/>
                    <a:pt x="336" y="772"/>
                  </a:cubicBezTo>
                  <a:cubicBezTo>
                    <a:pt x="336" y="0"/>
                    <a:pt x="336" y="0"/>
                    <a:pt x="336" y="0"/>
                  </a:cubicBezTo>
                  <a:cubicBezTo>
                    <a:pt x="254" y="67"/>
                    <a:pt x="182" y="159"/>
                    <a:pt x="134" y="281"/>
                  </a:cubicBezTo>
                  <a:cubicBezTo>
                    <a:pt x="0" y="619"/>
                    <a:pt x="191" y="899"/>
                    <a:pt x="221" y="959"/>
                  </a:cubicBezTo>
                  <a:cubicBezTo>
                    <a:pt x="238" y="992"/>
                    <a:pt x="290" y="1088"/>
                    <a:pt x="334" y="1182"/>
                  </a:cubicBezTo>
                  <a:lnTo>
                    <a:pt x="334" y="97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199" name="Freeform 157"/>
            <p:cNvSpPr>
              <a:spLocks/>
            </p:cNvSpPr>
            <p:nvPr/>
          </p:nvSpPr>
          <p:spPr bwMode="auto">
            <a:xfrm>
              <a:off x="5081588" y="1845169"/>
              <a:ext cx="928688" cy="996950"/>
            </a:xfrm>
            <a:custGeom>
              <a:avLst/>
              <a:gdLst>
                <a:gd name="T0" fmla="*/ 433 w 433"/>
                <a:gd name="T1" fmla="*/ 3 h 465"/>
                <a:gd name="T2" fmla="*/ 256 w 433"/>
                <a:gd name="T3" fmla="*/ 3 h 465"/>
                <a:gd name="T4" fmla="*/ 255 w 433"/>
                <a:gd name="T5" fmla="*/ 34 h 465"/>
                <a:gd name="T6" fmla="*/ 301 w 433"/>
                <a:gd name="T7" fmla="*/ 105 h 465"/>
                <a:gd name="T8" fmla="*/ 213 w 433"/>
                <a:gd name="T9" fmla="*/ 172 h 465"/>
                <a:gd name="T10" fmla="*/ 139 w 433"/>
                <a:gd name="T11" fmla="*/ 98 h 465"/>
                <a:gd name="T12" fmla="*/ 175 w 433"/>
                <a:gd name="T13" fmla="*/ 39 h 465"/>
                <a:gd name="T14" fmla="*/ 175 w 433"/>
                <a:gd name="T15" fmla="*/ 0 h 465"/>
                <a:gd name="T16" fmla="*/ 0 w 433"/>
                <a:gd name="T17" fmla="*/ 0 h 465"/>
                <a:gd name="T18" fmla="*/ 0 w 433"/>
                <a:gd name="T19" fmla="*/ 465 h 465"/>
                <a:gd name="T20" fmla="*/ 433 w 433"/>
                <a:gd name="T21" fmla="*/ 465 h 465"/>
                <a:gd name="T22" fmla="*/ 433 w 433"/>
                <a:gd name="T23" fmla="*/ 3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3" h="465">
                  <a:moveTo>
                    <a:pt x="433" y="3"/>
                  </a:moveTo>
                  <a:cubicBezTo>
                    <a:pt x="256" y="3"/>
                    <a:pt x="256" y="3"/>
                    <a:pt x="256" y="3"/>
                  </a:cubicBezTo>
                  <a:cubicBezTo>
                    <a:pt x="255" y="34"/>
                    <a:pt x="255" y="34"/>
                    <a:pt x="255" y="34"/>
                  </a:cubicBezTo>
                  <a:cubicBezTo>
                    <a:pt x="270" y="42"/>
                    <a:pt x="302" y="63"/>
                    <a:pt x="301" y="105"/>
                  </a:cubicBezTo>
                  <a:cubicBezTo>
                    <a:pt x="300" y="142"/>
                    <a:pt x="261" y="172"/>
                    <a:pt x="213" y="172"/>
                  </a:cubicBezTo>
                  <a:cubicBezTo>
                    <a:pt x="165" y="172"/>
                    <a:pt x="139" y="134"/>
                    <a:pt x="139" y="98"/>
                  </a:cubicBezTo>
                  <a:cubicBezTo>
                    <a:pt x="139" y="70"/>
                    <a:pt x="164" y="47"/>
                    <a:pt x="175" y="39"/>
                  </a:cubicBezTo>
                  <a:cubicBezTo>
                    <a:pt x="175" y="0"/>
                    <a:pt x="175" y="0"/>
                    <a:pt x="175" y="0"/>
                  </a:cubicBezTo>
                  <a:cubicBezTo>
                    <a:pt x="0" y="0"/>
                    <a:pt x="0" y="0"/>
                    <a:pt x="0" y="0"/>
                  </a:cubicBezTo>
                  <a:cubicBezTo>
                    <a:pt x="0" y="465"/>
                    <a:pt x="0" y="465"/>
                    <a:pt x="0" y="465"/>
                  </a:cubicBezTo>
                  <a:cubicBezTo>
                    <a:pt x="433" y="465"/>
                    <a:pt x="433" y="465"/>
                    <a:pt x="433" y="465"/>
                  </a:cubicBezTo>
                  <a:lnTo>
                    <a:pt x="433" y="3"/>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211" name="Freeform 169"/>
            <p:cNvSpPr>
              <a:spLocks/>
            </p:cNvSpPr>
            <p:nvPr/>
          </p:nvSpPr>
          <p:spPr bwMode="auto">
            <a:xfrm>
              <a:off x="5348288" y="4691556"/>
              <a:ext cx="1376363" cy="1262063"/>
            </a:xfrm>
            <a:custGeom>
              <a:avLst/>
              <a:gdLst>
                <a:gd name="T0" fmla="*/ 7 w 642"/>
                <a:gd name="T1" fmla="*/ 0 h 589"/>
                <a:gd name="T2" fmla="*/ 627 w 642"/>
                <a:gd name="T3" fmla="*/ 0 h 589"/>
                <a:gd name="T4" fmla="*/ 627 w 642"/>
                <a:gd name="T5" fmla="*/ 51 h 589"/>
                <a:gd name="T6" fmla="*/ 642 w 642"/>
                <a:gd name="T7" fmla="*/ 82 h 589"/>
                <a:gd name="T8" fmla="*/ 612 w 642"/>
                <a:gd name="T9" fmla="*/ 129 h 589"/>
                <a:gd name="T10" fmla="*/ 637 w 642"/>
                <a:gd name="T11" fmla="*/ 171 h 589"/>
                <a:gd name="T12" fmla="*/ 612 w 642"/>
                <a:gd name="T13" fmla="*/ 225 h 589"/>
                <a:gd name="T14" fmla="*/ 635 w 642"/>
                <a:gd name="T15" fmla="*/ 261 h 589"/>
                <a:gd name="T16" fmla="*/ 612 w 642"/>
                <a:gd name="T17" fmla="*/ 306 h 589"/>
                <a:gd name="T18" fmla="*/ 635 w 642"/>
                <a:gd name="T19" fmla="*/ 347 h 589"/>
                <a:gd name="T20" fmla="*/ 610 w 642"/>
                <a:gd name="T21" fmla="*/ 394 h 589"/>
                <a:gd name="T22" fmla="*/ 626 w 642"/>
                <a:gd name="T23" fmla="*/ 424 h 589"/>
                <a:gd name="T24" fmla="*/ 575 w 642"/>
                <a:gd name="T25" fmla="*/ 495 h 589"/>
                <a:gd name="T26" fmla="*/ 467 w 642"/>
                <a:gd name="T27" fmla="*/ 589 h 589"/>
                <a:gd name="T28" fmla="*/ 174 w 642"/>
                <a:gd name="T29" fmla="*/ 589 h 589"/>
                <a:gd name="T30" fmla="*/ 39 w 642"/>
                <a:gd name="T31" fmla="*/ 476 h 589"/>
                <a:gd name="T32" fmla="*/ 32 w 642"/>
                <a:gd name="T33" fmla="*/ 429 h 589"/>
                <a:gd name="T34" fmla="*/ 2 w 642"/>
                <a:gd name="T35" fmla="*/ 389 h 589"/>
                <a:gd name="T36" fmla="*/ 26 w 642"/>
                <a:gd name="T37" fmla="*/ 355 h 589"/>
                <a:gd name="T38" fmla="*/ 2 w 642"/>
                <a:gd name="T39" fmla="*/ 295 h 589"/>
                <a:gd name="T40" fmla="*/ 23 w 642"/>
                <a:gd name="T41" fmla="*/ 258 h 589"/>
                <a:gd name="T42" fmla="*/ 5 w 642"/>
                <a:gd name="T43" fmla="*/ 214 h 589"/>
                <a:gd name="T44" fmla="*/ 24 w 642"/>
                <a:gd name="T45" fmla="*/ 168 h 589"/>
                <a:gd name="T46" fmla="*/ 2 w 642"/>
                <a:gd name="T47" fmla="*/ 120 h 589"/>
                <a:gd name="T48" fmla="*/ 7 w 642"/>
                <a:gd name="T49" fmla="*/ 0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2" h="589">
                  <a:moveTo>
                    <a:pt x="7" y="0"/>
                  </a:moveTo>
                  <a:cubicBezTo>
                    <a:pt x="627" y="0"/>
                    <a:pt x="627" y="0"/>
                    <a:pt x="627" y="0"/>
                  </a:cubicBezTo>
                  <a:cubicBezTo>
                    <a:pt x="627" y="51"/>
                    <a:pt x="627" y="51"/>
                    <a:pt x="627" y="51"/>
                  </a:cubicBezTo>
                  <a:cubicBezTo>
                    <a:pt x="627" y="51"/>
                    <a:pt x="642" y="62"/>
                    <a:pt x="642" y="82"/>
                  </a:cubicBezTo>
                  <a:cubicBezTo>
                    <a:pt x="642" y="101"/>
                    <a:pt x="612" y="115"/>
                    <a:pt x="612" y="129"/>
                  </a:cubicBezTo>
                  <a:cubicBezTo>
                    <a:pt x="612" y="144"/>
                    <a:pt x="637" y="152"/>
                    <a:pt x="637" y="171"/>
                  </a:cubicBezTo>
                  <a:cubicBezTo>
                    <a:pt x="637" y="190"/>
                    <a:pt x="610" y="206"/>
                    <a:pt x="612" y="225"/>
                  </a:cubicBezTo>
                  <a:cubicBezTo>
                    <a:pt x="613" y="244"/>
                    <a:pt x="637" y="246"/>
                    <a:pt x="635" y="261"/>
                  </a:cubicBezTo>
                  <a:cubicBezTo>
                    <a:pt x="634" y="277"/>
                    <a:pt x="612" y="292"/>
                    <a:pt x="612" y="306"/>
                  </a:cubicBezTo>
                  <a:cubicBezTo>
                    <a:pt x="612" y="320"/>
                    <a:pt x="635" y="331"/>
                    <a:pt x="635" y="347"/>
                  </a:cubicBezTo>
                  <a:cubicBezTo>
                    <a:pt x="635" y="363"/>
                    <a:pt x="612" y="378"/>
                    <a:pt x="610" y="394"/>
                  </a:cubicBezTo>
                  <a:cubicBezTo>
                    <a:pt x="608" y="409"/>
                    <a:pt x="626" y="413"/>
                    <a:pt x="626" y="424"/>
                  </a:cubicBezTo>
                  <a:cubicBezTo>
                    <a:pt x="626" y="435"/>
                    <a:pt x="618" y="459"/>
                    <a:pt x="575" y="495"/>
                  </a:cubicBezTo>
                  <a:cubicBezTo>
                    <a:pt x="532" y="532"/>
                    <a:pt x="467" y="589"/>
                    <a:pt x="467" y="589"/>
                  </a:cubicBezTo>
                  <a:cubicBezTo>
                    <a:pt x="174" y="589"/>
                    <a:pt x="174" y="589"/>
                    <a:pt x="174" y="589"/>
                  </a:cubicBezTo>
                  <a:cubicBezTo>
                    <a:pt x="39" y="476"/>
                    <a:pt x="39" y="476"/>
                    <a:pt x="39" y="476"/>
                  </a:cubicBezTo>
                  <a:cubicBezTo>
                    <a:pt x="35" y="462"/>
                    <a:pt x="35" y="438"/>
                    <a:pt x="32" y="429"/>
                  </a:cubicBezTo>
                  <a:cubicBezTo>
                    <a:pt x="29" y="419"/>
                    <a:pt x="2" y="405"/>
                    <a:pt x="2" y="389"/>
                  </a:cubicBezTo>
                  <a:cubicBezTo>
                    <a:pt x="2" y="373"/>
                    <a:pt x="26" y="366"/>
                    <a:pt x="26" y="355"/>
                  </a:cubicBezTo>
                  <a:cubicBezTo>
                    <a:pt x="26" y="344"/>
                    <a:pt x="0" y="316"/>
                    <a:pt x="2" y="295"/>
                  </a:cubicBezTo>
                  <a:cubicBezTo>
                    <a:pt x="3" y="274"/>
                    <a:pt x="21" y="269"/>
                    <a:pt x="23" y="258"/>
                  </a:cubicBezTo>
                  <a:cubicBezTo>
                    <a:pt x="24" y="247"/>
                    <a:pt x="5" y="230"/>
                    <a:pt x="5" y="214"/>
                  </a:cubicBezTo>
                  <a:cubicBezTo>
                    <a:pt x="5" y="198"/>
                    <a:pt x="24" y="182"/>
                    <a:pt x="24" y="168"/>
                  </a:cubicBezTo>
                  <a:cubicBezTo>
                    <a:pt x="24" y="153"/>
                    <a:pt x="3" y="144"/>
                    <a:pt x="2" y="120"/>
                  </a:cubicBezTo>
                  <a:cubicBezTo>
                    <a:pt x="0" y="96"/>
                    <a:pt x="7" y="0"/>
                    <a:pt x="7" y="0"/>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3212" name="Freeform 170"/>
            <p:cNvSpPr>
              <a:spLocks/>
            </p:cNvSpPr>
            <p:nvPr/>
          </p:nvSpPr>
          <p:spPr bwMode="auto">
            <a:xfrm>
              <a:off x="5734050" y="5993306"/>
              <a:ext cx="569913" cy="76200"/>
            </a:xfrm>
            <a:custGeom>
              <a:avLst/>
              <a:gdLst>
                <a:gd name="T0" fmla="*/ 0 w 266"/>
                <a:gd name="T1" fmla="*/ 0 h 36"/>
                <a:gd name="T2" fmla="*/ 266 w 266"/>
                <a:gd name="T3" fmla="*/ 0 h 36"/>
                <a:gd name="T4" fmla="*/ 223 w 266"/>
                <a:gd name="T5" fmla="*/ 36 h 36"/>
                <a:gd name="T6" fmla="*/ 50 w 266"/>
                <a:gd name="T7" fmla="*/ 36 h 36"/>
                <a:gd name="T8" fmla="*/ 0 w 266"/>
                <a:gd name="T9" fmla="*/ 0 h 36"/>
              </a:gdLst>
              <a:ahLst/>
              <a:cxnLst>
                <a:cxn ang="0">
                  <a:pos x="T0" y="T1"/>
                </a:cxn>
                <a:cxn ang="0">
                  <a:pos x="T2" y="T3"/>
                </a:cxn>
                <a:cxn ang="0">
                  <a:pos x="T4" y="T5"/>
                </a:cxn>
                <a:cxn ang="0">
                  <a:pos x="T6" y="T7"/>
                </a:cxn>
                <a:cxn ang="0">
                  <a:pos x="T8" y="T9"/>
                </a:cxn>
              </a:cxnLst>
              <a:rect l="0" t="0" r="r" b="b"/>
              <a:pathLst>
                <a:path w="266" h="36">
                  <a:moveTo>
                    <a:pt x="0" y="0"/>
                  </a:moveTo>
                  <a:cubicBezTo>
                    <a:pt x="266" y="0"/>
                    <a:pt x="266" y="0"/>
                    <a:pt x="266" y="0"/>
                  </a:cubicBezTo>
                  <a:cubicBezTo>
                    <a:pt x="266" y="0"/>
                    <a:pt x="237" y="36"/>
                    <a:pt x="223" y="36"/>
                  </a:cubicBezTo>
                  <a:cubicBezTo>
                    <a:pt x="209" y="36"/>
                    <a:pt x="62" y="36"/>
                    <a:pt x="50" y="36"/>
                  </a:cubicBezTo>
                  <a:cubicBezTo>
                    <a:pt x="37" y="36"/>
                    <a:pt x="0" y="0"/>
                    <a:pt x="0" y="0"/>
                  </a:cubicBez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grpSp>
      <p:sp>
        <p:nvSpPr>
          <p:cNvPr id="13" name="TextBox 12"/>
          <p:cNvSpPr txBox="1"/>
          <p:nvPr/>
        </p:nvSpPr>
        <p:spPr>
          <a:xfrm>
            <a:off x="8026959" y="4198287"/>
            <a:ext cx="88012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4" name="TextBox 13"/>
          <p:cNvSpPr txBox="1"/>
          <p:nvPr/>
        </p:nvSpPr>
        <p:spPr>
          <a:xfrm>
            <a:off x="8017293"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6" name="TextBox 15"/>
          <p:cNvSpPr txBox="1"/>
          <p:nvPr/>
        </p:nvSpPr>
        <p:spPr>
          <a:xfrm>
            <a:off x="8691980" y="3478398"/>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7" name="TextBox 16"/>
          <p:cNvSpPr txBox="1"/>
          <p:nvPr/>
        </p:nvSpPr>
        <p:spPr>
          <a:xfrm>
            <a:off x="8691980"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8" name="TextBox 17"/>
          <p:cNvSpPr txBox="1"/>
          <p:nvPr/>
        </p:nvSpPr>
        <p:spPr>
          <a:xfrm>
            <a:off x="7906501" y="2371986"/>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19" name="TextBox 18"/>
          <p:cNvSpPr txBox="1"/>
          <p:nvPr/>
        </p:nvSpPr>
        <p:spPr>
          <a:xfrm>
            <a:off x="7906501" y="1316975"/>
            <a:ext cx="623888" cy="630942"/>
          </a:xfrm>
          <a:prstGeom prst="rect">
            <a:avLst/>
          </a:prstGeom>
          <a:noFill/>
          <a:ln>
            <a:noFill/>
          </a:ln>
        </p:spPr>
        <p:txBody>
          <a:bodyPr wrap="square" rtlCol="0">
            <a:spAutoFit/>
          </a:bodyPr>
          <a:lstStyle/>
          <a:p>
            <a:pPr algn="ctr" fontAlgn="auto">
              <a:spcBef>
                <a:spcPts val="0"/>
              </a:spcBef>
              <a:spcAft>
                <a:spcPts val="0"/>
              </a:spcAft>
            </a:pPr>
            <a:r>
              <a:rPr lang="en-US" sz="3500" dirty="0" smtClean="0">
                <a:solidFill>
                  <a:prstClr val="white"/>
                </a:solidFill>
                <a:latin typeface="FontAwesome" pitchFamily="2" charset="0"/>
              </a:rPr>
              <a:t></a:t>
            </a:r>
            <a:endParaRPr lang="en-US" sz="3500" dirty="0">
              <a:solidFill>
                <a:prstClr val="white"/>
              </a:solidFill>
              <a:latin typeface="Calibri Light" panose="020F0302020204030204"/>
            </a:endParaRPr>
          </a:p>
        </p:txBody>
      </p:sp>
      <p:sp>
        <p:nvSpPr>
          <p:cNvPr id="20" name="TextBox 19"/>
          <p:cNvSpPr txBox="1"/>
          <p:nvPr/>
        </p:nvSpPr>
        <p:spPr>
          <a:xfrm>
            <a:off x="7093702" y="2230671"/>
            <a:ext cx="623888" cy="477054"/>
          </a:xfrm>
          <a:prstGeom prst="rect">
            <a:avLst/>
          </a:prstGeom>
          <a:noFill/>
          <a:ln>
            <a:noFill/>
          </a:ln>
        </p:spPr>
        <p:txBody>
          <a:bodyPr wrap="square" rtlCol="0">
            <a:spAutoFit/>
          </a:bodyPr>
          <a:lstStyle/>
          <a:p>
            <a:pPr algn="ctr" fontAlgn="auto">
              <a:spcBef>
                <a:spcPts val="0"/>
              </a:spcBef>
              <a:spcAft>
                <a:spcPts val="0"/>
              </a:spcAft>
            </a:pPr>
            <a:r>
              <a:rPr lang="en-US" sz="2500" dirty="0" smtClean="0">
                <a:solidFill>
                  <a:prstClr val="white"/>
                </a:solidFill>
                <a:latin typeface="FontAwesome" pitchFamily="2" charset="0"/>
              </a:rPr>
              <a:t></a:t>
            </a:r>
            <a:endParaRPr lang="en-US" sz="2500" dirty="0">
              <a:solidFill>
                <a:prstClr val="white"/>
              </a:solidFill>
              <a:latin typeface="Calibri Light" panose="020F0302020204030204"/>
            </a:endParaRPr>
          </a:p>
        </p:txBody>
      </p:sp>
      <p:sp>
        <p:nvSpPr>
          <p:cNvPr id="23" name="TextBox 22"/>
          <p:cNvSpPr txBox="1"/>
          <p:nvPr/>
        </p:nvSpPr>
        <p:spPr>
          <a:xfrm>
            <a:off x="278003" y="1879491"/>
            <a:ext cx="7843957" cy="4031873"/>
          </a:xfrm>
          <a:prstGeom prst="rect">
            <a:avLst/>
          </a:prstGeom>
          <a:noFill/>
        </p:spPr>
        <p:txBody>
          <a:bodyPr wrap="square" rtlCol="0">
            <a:spAutoFit/>
          </a:bodyPr>
          <a:lstStyle/>
          <a:p>
            <a:pPr algn="ctr" rtl="1"/>
            <a:r>
              <a:rPr lang="ar-EG" sz="3200" b="1" dirty="0"/>
              <a:t>يعرف الموسى (2008: 82) نمط المحاكاة في التعليم على أنه "عملية تمثيل أو إنشاء مجموعة من المواقف تمثيلاً أو تقليدًا لأحداث من واقع الحياة حتى يتيسر عرضها والتعمق فيها, واكتشاف أسرارها, والتعرف على نتائجها المحتملة عن قرب, وتنشأ الحاجة إلى هذا النوع من البرامج عندما يصعب تجسيد حدث معين في الحقيقة نظرًا لتكلفته, أو حاجته إلى إجراء العديد من العمليات المعقدة, مثل: تعليم الطيران, والانفجارات النووية". </a:t>
            </a:r>
            <a:endParaRPr lang="en-US" sz="3200" b="1" dirty="0">
              <a:solidFill>
                <a:prstClr val="black"/>
              </a:solidFill>
            </a:endParaRPr>
          </a:p>
        </p:txBody>
      </p:sp>
      <p:sp>
        <p:nvSpPr>
          <p:cNvPr id="30" name="Title 2"/>
          <p:cNvSpPr txBox="1">
            <a:spLocks/>
          </p:cNvSpPr>
          <p:nvPr/>
        </p:nvSpPr>
        <p:spPr>
          <a:xfrm>
            <a:off x="1104900" y="201126"/>
            <a:ext cx="10670333" cy="830923"/>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marL="1657350" lvl="2" indent="-742950" rtl="1">
              <a:buFont typeface="+mj-lt"/>
              <a:buAutoNum type="arabicPeriod" startAt="5"/>
            </a:pPr>
            <a:r>
              <a:rPr lang="ar-SA" sz="4000" b="1" u="sng" dirty="0" smtClean="0"/>
              <a:t>نمط </a:t>
            </a:r>
            <a:r>
              <a:rPr lang="ar-SA" sz="4000" b="1" u="sng" dirty="0"/>
              <a:t>المحاكاة في التعليم Simulation Instructional </a:t>
            </a:r>
            <a:endParaRPr lang="en-US" sz="4000" u="sng" dirty="0"/>
          </a:p>
        </p:txBody>
      </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extLst>
      <p:ext uri="{BB962C8B-B14F-4D97-AF65-F5344CB8AC3E}">
        <p14:creationId xmlns:p14="http://schemas.microsoft.com/office/powerpoint/2010/main" val="16059497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221"/>
                                        </p:tgtEl>
                                        <p:attrNameLst>
                                          <p:attrName>style.visibility</p:attrName>
                                        </p:attrNameLst>
                                      </p:cBhvr>
                                      <p:to>
                                        <p:strVal val="visible"/>
                                      </p:to>
                                    </p:set>
                                    <p:animEffect transition="in" filter="fade">
                                      <p:cBhvr>
                                        <p:cTn id="11" dur="500"/>
                                        <p:tgtEl>
                                          <p:spTgt spid="32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Conector recto 6"/>
          <p:cNvCxnSpPr/>
          <p:nvPr/>
        </p:nvCxnSpPr>
        <p:spPr>
          <a:xfrm>
            <a:off x="889685" y="3874853"/>
            <a:ext cx="10574215" cy="0"/>
          </a:xfrm>
          <a:prstGeom prst="line">
            <a:avLst/>
          </a:prstGeom>
          <a:ln w="38100">
            <a:solidFill>
              <a:srgbClr val="95A5A5"/>
            </a:solidFill>
            <a:prstDash val="sysDot"/>
            <a:headEnd type="diamond"/>
          </a:ln>
        </p:spPr>
        <p:style>
          <a:lnRef idx="1">
            <a:schemeClr val="accent1"/>
          </a:lnRef>
          <a:fillRef idx="0">
            <a:schemeClr val="accent1"/>
          </a:fillRef>
          <a:effectRef idx="0">
            <a:schemeClr val="accent1"/>
          </a:effectRef>
          <a:fontRef idx="minor">
            <a:schemeClr val="tx1"/>
          </a:fontRef>
        </p:style>
      </p:cxnSp>
      <p:sp>
        <p:nvSpPr>
          <p:cNvPr id="15" name="Triángulo isósceles 17"/>
          <p:cNvSpPr/>
          <p:nvPr/>
        </p:nvSpPr>
        <p:spPr>
          <a:xfrm>
            <a:off x="4928206" y="4015132"/>
            <a:ext cx="491287" cy="717452"/>
          </a:xfrm>
          <a:prstGeom prst="triangle">
            <a:avLst/>
          </a:prstGeom>
          <a:solidFill>
            <a:srgbClr val="FF8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white"/>
              </a:solidFill>
            </a:endParaRPr>
          </a:p>
        </p:txBody>
      </p:sp>
      <p:sp>
        <p:nvSpPr>
          <p:cNvPr id="16" name="Elipse 18"/>
          <p:cNvSpPr/>
          <p:nvPr/>
        </p:nvSpPr>
        <p:spPr>
          <a:xfrm>
            <a:off x="4815122" y="4634110"/>
            <a:ext cx="717453" cy="717453"/>
          </a:xfrm>
          <a:prstGeom prst="ellipse">
            <a:avLst/>
          </a:prstGeom>
          <a:solidFill>
            <a:srgbClr val="FF8A0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white"/>
              </a:solidFill>
            </a:endParaRPr>
          </a:p>
        </p:txBody>
      </p:sp>
      <p:sp>
        <p:nvSpPr>
          <p:cNvPr id="18" name="CuadroTexto 20"/>
          <p:cNvSpPr txBox="1"/>
          <p:nvPr/>
        </p:nvSpPr>
        <p:spPr>
          <a:xfrm>
            <a:off x="4063794" y="2780698"/>
            <a:ext cx="2483132" cy="584775"/>
          </a:xfrm>
          <a:prstGeom prst="rect">
            <a:avLst/>
          </a:prstGeom>
          <a:noFill/>
        </p:spPr>
        <p:txBody>
          <a:bodyPr wrap="square" rtlCol="0">
            <a:spAutoFit/>
          </a:bodyPr>
          <a:lstStyle/>
          <a:p>
            <a:pPr algn="ctr" rtl="1"/>
            <a:r>
              <a:rPr lang="ar-JO" sz="3200" b="1" dirty="0" smtClean="0"/>
              <a:t> </a:t>
            </a:r>
            <a:r>
              <a:rPr lang="ar-JO" sz="3200" b="1" dirty="0"/>
              <a:t>النظرية المعرفية</a:t>
            </a:r>
            <a:endParaRPr lang="en-US" sz="3200" dirty="0"/>
          </a:p>
        </p:txBody>
      </p:sp>
      <p:sp>
        <p:nvSpPr>
          <p:cNvPr id="19" name="CuadroTexto 22"/>
          <p:cNvSpPr txBox="1"/>
          <p:nvPr/>
        </p:nvSpPr>
        <p:spPr>
          <a:xfrm>
            <a:off x="4815122" y="3385159"/>
            <a:ext cx="759444" cy="523220"/>
          </a:xfrm>
          <a:prstGeom prst="rect">
            <a:avLst/>
          </a:prstGeom>
          <a:noFill/>
        </p:spPr>
        <p:txBody>
          <a:bodyPr wrap="square" rtlCol="0">
            <a:spAutoFit/>
          </a:bodyPr>
          <a:lstStyle/>
          <a:p>
            <a:pPr algn="ctr" fontAlgn="auto">
              <a:spcBef>
                <a:spcPts val="0"/>
              </a:spcBef>
              <a:spcAft>
                <a:spcPts val="0"/>
              </a:spcAft>
            </a:pPr>
            <a:r>
              <a:rPr lang="es-MX" sz="2800" b="1" dirty="0" smtClean="0">
                <a:solidFill>
                  <a:srgbClr val="95A5A5"/>
                </a:solidFill>
                <a:latin typeface="Open Sans Extrabold" pitchFamily="34" charset="0"/>
                <a:ea typeface="Open Sans Extrabold" pitchFamily="34" charset="0"/>
                <a:cs typeface="Open Sans Extrabold" pitchFamily="34" charset="0"/>
              </a:rPr>
              <a:t>2</a:t>
            </a:r>
            <a:endParaRPr lang="es-MX" sz="2800" b="1" dirty="0">
              <a:solidFill>
                <a:srgbClr val="95A5A5"/>
              </a:solidFill>
              <a:latin typeface="Open Sans Extrabold" pitchFamily="34" charset="0"/>
              <a:ea typeface="Open Sans Extrabold" pitchFamily="34" charset="0"/>
              <a:cs typeface="Open Sans Extrabold" pitchFamily="34" charset="0"/>
            </a:endParaRPr>
          </a:p>
        </p:txBody>
      </p:sp>
      <p:sp>
        <p:nvSpPr>
          <p:cNvPr id="20" name="Triángulo isósceles 23"/>
          <p:cNvSpPr/>
          <p:nvPr/>
        </p:nvSpPr>
        <p:spPr>
          <a:xfrm>
            <a:off x="9526715" y="3994034"/>
            <a:ext cx="491287" cy="717452"/>
          </a:xfrm>
          <a:prstGeom prst="triangle">
            <a:avLst/>
          </a:prstGeom>
          <a:solidFill>
            <a:srgbClr val="88C1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white"/>
              </a:solidFill>
            </a:endParaRPr>
          </a:p>
        </p:txBody>
      </p:sp>
      <p:sp>
        <p:nvSpPr>
          <p:cNvPr id="21" name="Elipse 24"/>
          <p:cNvSpPr/>
          <p:nvPr/>
        </p:nvSpPr>
        <p:spPr>
          <a:xfrm>
            <a:off x="9413631" y="4613012"/>
            <a:ext cx="717453" cy="717453"/>
          </a:xfrm>
          <a:prstGeom prst="ellipse">
            <a:avLst/>
          </a:prstGeom>
          <a:solidFill>
            <a:srgbClr val="88C10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white"/>
              </a:solidFill>
            </a:endParaRPr>
          </a:p>
        </p:txBody>
      </p:sp>
      <p:sp>
        <p:nvSpPr>
          <p:cNvPr id="23" name="CuadroTexto 26"/>
          <p:cNvSpPr txBox="1"/>
          <p:nvPr/>
        </p:nvSpPr>
        <p:spPr>
          <a:xfrm>
            <a:off x="8832842" y="2816818"/>
            <a:ext cx="2386843" cy="523220"/>
          </a:xfrm>
          <a:prstGeom prst="rect">
            <a:avLst/>
          </a:prstGeom>
          <a:noFill/>
        </p:spPr>
        <p:txBody>
          <a:bodyPr wrap="square" rtlCol="0">
            <a:spAutoFit/>
          </a:bodyPr>
          <a:lstStyle/>
          <a:p>
            <a:pPr fontAlgn="auto">
              <a:spcBef>
                <a:spcPts val="0"/>
              </a:spcBef>
              <a:spcAft>
                <a:spcPts val="0"/>
              </a:spcAft>
            </a:pPr>
            <a:r>
              <a:rPr lang="ar-JO" sz="2800" b="1" dirty="0"/>
              <a:t>النظرية التوسعية</a:t>
            </a:r>
            <a:endParaRPr lang="es-MX" sz="2800" b="1" dirty="0">
              <a:solidFill>
                <a:srgbClr val="95A5A5"/>
              </a:solidFill>
              <a:latin typeface="Open Sans Extrabold" pitchFamily="34" charset="0"/>
              <a:ea typeface="Open Sans Extrabold" pitchFamily="34" charset="0"/>
              <a:cs typeface="Open Sans Extrabold" pitchFamily="34" charset="0"/>
            </a:endParaRPr>
          </a:p>
        </p:txBody>
      </p:sp>
      <p:sp>
        <p:nvSpPr>
          <p:cNvPr id="24" name="CuadroTexto 28"/>
          <p:cNvSpPr txBox="1"/>
          <p:nvPr/>
        </p:nvSpPr>
        <p:spPr>
          <a:xfrm>
            <a:off x="9394863" y="3344205"/>
            <a:ext cx="759444" cy="523220"/>
          </a:xfrm>
          <a:prstGeom prst="rect">
            <a:avLst/>
          </a:prstGeom>
          <a:noFill/>
        </p:spPr>
        <p:txBody>
          <a:bodyPr wrap="square" rtlCol="0">
            <a:spAutoFit/>
          </a:bodyPr>
          <a:lstStyle/>
          <a:p>
            <a:pPr algn="ctr" fontAlgn="auto">
              <a:spcBef>
                <a:spcPts val="0"/>
              </a:spcBef>
              <a:spcAft>
                <a:spcPts val="0"/>
              </a:spcAft>
            </a:pPr>
            <a:r>
              <a:rPr lang="es-MX" sz="2800" b="1" dirty="0" smtClean="0">
                <a:solidFill>
                  <a:srgbClr val="95A5A5"/>
                </a:solidFill>
                <a:latin typeface="Open Sans Extrabold" pitchFamily="34" charset="0"/>
                <a:ea typeface="Open Sans Extrabold" pitchFamily="34" charset="0"/>
                <a:cs typeface="Open Sans Extrabold" pitchFamily="34" charset="0"/>
              </a:rPr>
              <a:t>4</a:t>
            </a:r>
            <a:endParaRPr lang="es-MX" sz="2800" b="1" dirty="0">
              <a:solidFill>
                <a:srgbClr val="95A5A5"/>
              </a:solidFill>
              <a:latin typeface="Open Sans Extrabold" pitchFamily="34" charset="0"/>
              <a:ea typeface="Open Sans Extrabold" pitchFamily="34" charset="0"/>
              <a:cs typeface="Open Sans Extrabold" pitchFamily="34" charset="0"/>
            </a:endParaRPr>
          </a:p>
        </p:txBody>
      </p:sp>
      <p:sp>
        <p:nvSpPr>
          <p:cNvPr id="25" name="Triángulo isósceles 29"/>
          <p:cNvSpPr/>
          <p:nvPr/>
        </p:nvSpPr>
        <p:spPr>
          <a:xfrm rot="10800000">
            <a:off x="2449634" y="2603974"/>
            <a:ext cx="491287" cy="717452"/>
          </a:xfrm>
          <a:prstGeom prst="triangle">
            <a:avLst/>
          </a:prstGeom>
          <a:solidFill>
            <a:srgbClr val="FABF2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white"/>
              </a:solidFill>
            </a:endParaRPr>
          </a:p>
        </p:txBody>
      </p:sp>
      <p:sp>
        <p:nvSpPr>
          <p:cNvPr id="26" name="Elipse 30"/>
          <p:cNvSpPr/>
          <p:nvPr/>
        </p:nvSpPr>
        <p:spPr>
          <a:xfrm rot="10800000">
            <a:off x="2336552" y="1972480"/>
            <a:ext cx="717453" cy="717453"/>
          </a:xfrm>
          <a:prstGeom prst="ellipse">
            <a:avLst/>
          </a:prstGeom>
          <a:solidFill>
            <a:srgbClr val="FABF2D"/>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white"/>
              </a:solidFill>
            </a:endParaRPr>
          </a:p>
        </p:txBody>
      </p:sp>
      <p:sp>
        <p:nvSpPr>
          <p:cNvPr id="27" name="CuadroTexto 32"/>
          <p:cNvSpPr txBox="1"/>
          <p:nvPr/>
        </p:nvSpPr>
        <p:spPr>
          <a:xfrm>
            <a:off x="2310978" y="3324464"/>
            <a:ext cx="759444" cy="584775"/>
          </a:xfrm>
          <a:prstGeom prst="rect">
            <a:avLst/>
          </a:prstGeom>
          <a:noFill/>
        </p:spPr>
        <p:txBody>
          <a:bodyPr wrap="square" rtlCol="0">
            <a:spAutoFit/>
          </a:bodyPr>
          <a:lstStyle/>
          <a:p>
            <a:pPr algn="ctr" fontAlgn="auto">
              <a:spcBef>
                <a:spcPts val="0"/>
              </a:spcBef>
              <a:spcAft>
                <a:spcPts val="0"/>
              </a:spcAft>
            </a:pPr>
            <a:r>
              <a:rPr lang="es-MX" sz="3200" b="1" dirty="0" smtClean="0">
                <a:solidFill>
                  <a:srgbClr val="95A5A5"/>
                </a:solidFill>
                <a:latin typeface="Open Sans Extrabold" pitchFamily="34" charset="0"/>
                <a:ea typeface="Open Sans Extrabold" pitchFamily="34" charset="0"/>
                <a:cs typeface="Open Sans Extrabold" pitchFamily="34" charset="0"/>
              </a:rPr>
              <a:t>1</a:t>
            </a:r>
            <a:endParaRPr lang="es-MX" sz="3200" b="1" dirty="0">
              <a:solidFill>
                <a:srgbClr val="95A5A5"/>
              </a:solidFill>
              <a:latin typeface="Open Sans Extrabold" pitchFamily="34" charset="0"/>
              <a:ea typeface="Open Sans Extrabold" pitchFamily="34" charset="0"/>
              <a:cs typeface="Open Sans Extrabold" pitchFamily="34" charset="0"/>
            </a:endParaRPr>
          </a:p>
        </p:txBody>
      </p:sp>
      <p:sp>
        <p:nvSpPr>
          <p:cNvPr id="29" name="CuadroTexto 34"/>
          <p:cNvSpPr txBox="1"/>
          <p:nvPr/>
        </p:nvSpPr>
        <p:spPr>
          <a:xfrm>
            <a:off x="1263714" y="4169397"/>
            <a:ext cx="2800080" cy="584775"/>
          </a:xfrm>
          <a:prstGeom prst="rect">
            <a:avLst/>
          </a:prstGeom>
          <a:noFill/>
        </p:spPr>
        <p:txBody>
          <a:bodyPr wrap="square" rtlCol="0">
            <a:spAutoFit/>
          </a:bodyPr>
          <a:lstStyle/>
          <a:p>
            <a:pPr algn="ctr" fontAlgn="auto">
              <a:spcBef>
                <a:spcPts val="0"/>
              </a:spcBef>
              <a:spcAft>
                <a:spcPts val="0"/>
              </a:spcAft>
            </a:pPr>
            <a:r>
              <a:rPr lang="ar-EG" sz="3200" b="1" dirty="0"/>
              <a:t>النظرية السلوكية</a:t>
            </a:r>
            <a:endParaRPr lang="es-MX" sz="3200" b="1" dirty="0">
              <a:solidFill>
                <a:srgbClr val="95A5A5"/>
              </a:solidFill>
              <a:latin typeface="Open Sans Extrabold" pitchFamily="34" charset="0"/>
              <a:ea typeface="Open Sans Extrabold" pitchFamily="34" charset="0"/>
              <a:cs typeface="Open Sans Extrabold" pitchFamily="34" charset="0"/>
            </a:endParaRPr>
          </a:p>
        </p:txBody>
      </p:sp>
      <p:sp>
        <p:nvSpPr>
          <p:cNvPr id="30" name="Triángulo isósceles 35"/>
          <p:cNvSpPr/>
          <p:nvPr/>
        </p:nvSpPr>
        <p:spPr>
          <a:xfrm rot="10800000">
            <a:off x="7411111" y="2587986"/>
            <a:ext cx="491287" cy="717452"/>
          </a:xfrm>
          <a:prstGeom prst="triangle">
            <a:avLst/>
          </a:prstGeom>
          <a:solidFill>
            <a:srgbClr val="FF02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white"/>
              </a:solidFill>
            </a:endParaRPr>
          </a:p>
        </p:txBody>
      </p:sp>
      <p:sp>
        <p:nvSpPr>
          <p:cNvPr id="31" name="Elipse 36"/>
          <p:cNvSpPr/>
          <p:nvPr/>
        </p:nvSpPr>
        <p:spPr>
          <a:xfrm rot="10800000">
            <a:off x="7298029" y="1956492"/>
            <a:ext cx="717453" cy="717453"/>
          </a:xfrm>
          <a:prstGeom prst="ellipse">
            <a:avLst/>
          </a:prstGeom>
          <a:solidFill>
            <a:srgbClr val="FF023D"/>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MX">
              <a:solidFill>
                <a:prstClr val="white"/>
              </a:solidFill>
            </a:endParaRPr>
          </a:p>
        </p:txBody>
      </p:sp>
      <p:sp>
        <p:nvSpPr>
          <p:cNvPr id="32" name="CuadroTexto 38"/>
          <p:cNvSpPr txBox="1"/>
          <p:nvPr/>
        </p:nvSpPr>
        <p:spPr>
          <a:xfrm>
            <a:off x="7290504" y="3351633"/>
            <a:ext cx="759444" cy="523220"/>
          </a:xfrm>
          <a:prstGeom prst="rect">
            <a:avLst/>
          </a:prstGeom>
          <a:noFill/>
        </p:spPr>
        <p:txBody>
          <a:bodyPr wrap="square" rtlCol="0">
            <a:spAutoFit/>
          </a:bodyPr>
          <a:lstStyle/>
          <a:p>
            <a:pPr algn="ctr" fontAlgn="auto">
              <a:spcBef>
                <a:spcPts val="0"/>
              </a:spcBef>
              <a:spcAft>
                <a:spcPts val="0"/>
              </a:spcAft>
            </a:pPr>
            <a:r>
              <a:rPr lang="es-MX" sz="2800" b="1" dirty="0" smtClean="0">
                <a:solidFill>
                  <a:srgbClr val="95A5A5"/>
                </a:solidFill>
                <a:latin typeface="Open Sans Extrabold" pitchFamily="34" charset="0"/>
                <a:ea typeface="Open Sans Extrabold" pitchFamily="34" charset="0"/>
                <a:cs typeface="Open Sans Extrabold" pitchFamily="34" charset="0"/>
              </a:rPr>
              <a:t>3</a:t>
            </a:r>
            <a:endParaRPr lang="es-MX" sz="2800" b="1" dirty="0">
              <a:solidFill>
                <a:srgbClr val="95A5A5"/>
              </a:solidFill>
              <a:latin typeface="Open Sans Extrabold" pitchFamily="34" charset="0"/>
              <a:ea typeface="Open Sans Extrabold" pitchFamily="34" charset="0"/>
              <a:cs typeface="Open Sans Extrabold" pitchFamily="34" charset="0"/>
            </a:endParaRPr>
          </a:p>
        </p:txBody>
      </p:sp>
      <p:sp>
        <p:nvSpPr>
          <p:cNvPr id="34" name="CuadroTexto 40"/>
          <p:cNvSpPr txBox="1"/>
          <p:nvPr/>
        </p:nvSpPr>
        <p:spPr>
          <a:xfrm>
            <a:off x="6391666" y="4155918"/>
            <a:ext cx="2673187" cy="523220"/>
          </a:xfrm>
          <a:prstGeom prst="rect">
            <a:avLst/>
          </a:prstGeom>
          <a:noFill/>
        </p:spPr>
        <p:txBody>
          <a:bodyPr wrap="square" rtlCol="0">
            <a:spAutoFit/>
          </a:bodyPr>
          <a:lstStyle/>
          <a:p>
            <a:pPr algn="ctr" fontAlgn="auto">
              <a:spcBef>
                <a:spcPts val="0"/>
              </a:spcBef>
              <a:spcAft>
                <a:spcPts val="0"/>
              </a:spcAft>
            </a:pPr>
            <a:r>
              <a:rPr lang="ar-JO" sz="2800" b="1" dirty="0"/>
              <a:t>النظرية البنائية</a:t>
            </a:r>
            <a:endParaRPr lang="es-MX" sz="2800" b="1" dirty="0">
              <a:solidFill>
                <a:srgbClr val="95A5A5"/>
              </a:solidFill>
              <a:latin typeface="Open Sans Extrabold" pitchFamily="34" charset="0"/>
              <a:ea typeface="Open Sans Extrabold" pitchFamily="34" charset="0"/>
              <a:cs typeface="Open Sans Extrabold" pitchFamily="34" charset="0"/>
            </a:endParaRPr>
          </a:p>
        </p:txBody>
      </p:sp>
      <p:sp>
        <p:nvSpPr>
          <p:cNvPr id="36" name="CuadroTexto 37"/>
          <p:cNvSpPr txBox="1"/>
          <p:nvPr/>
        </p:nvSpPr>
        <p:spPr>
          <a:xfrm>
            <a:off x="9533821" y="4762003"/>
            <a:ext cx="492443" cy="461665"/>
          </a:xfrm>
          <a:prstGeom prst="rect">
            <a:avLst/>
          </a:prstGeom>
          <a:noFill/>
        </p:spPr>
        <p:txBody>
          <a:bodyPr wrap="none" rtlCol="0">
            <a:spAutoFit/>
          </a:bodyPr>
          <a:lstStyle/>
          <a:p>
            <a:pPr fontAlgn="auto">
              <a:spcBef>
                <a:spcPts val="0"/>
              </a:spcBef>
              <a:spcAft>
                <a:spcPts val="0"/>
              </a:spcAft>
            </a:pPr>
            <a:r>
              <a:rPr lang="es-MX" sz="2400" dirty="0" smtClean="0">
                <a:solidFill>
                  <a:prstClr val="white"/>
                </a:solidFill>
                <a:latin typeface="FontAwesome" pitchFamily="50" charset="0"/>
              </a:rPr>
              <a:t></a:t>
            </a:r>
            <a:endParaRPr lang="es-MX" sz="2400" dirty="0">
              <a:solidFill>
                <a:prstClr val="white"/>
              </a:solidFill>
              <a:latin typeface="Open Sans Light"/>
            </a:endParaRPr>
          </a:p>
        </p:txBody>
      </p:sp>
      <p:sp>
        <p:nvSpPr>
          <p:cNvPr id="37" name="CuadroTexto 41"/>
          <p:cNvSpPr txBox="1"/>
          <p:nvPr/>
        </p:nvSpPr>
        <p:spPr>
          <a:xfrm>
            <a:off x="4970331" y="4754172"/>
            <a:ext cx="449162" cy="461665"/>
          </a:xfrm>
          <a:prstGeom prst="rect">
            <a:avLst/>
          </a:prstGeom>
          <a:noFill/>
        </p:spPr>
        <p:txBody>
          <a:bodyPr wrap="none" rtlCol="0">
            <a:spAutoFit/>
          </a:bodyPr>
          <a:lstStyle/>
          <a:p>
            <a:pPr fontAlgn="auto">
              <a:spcBef>
                <a:spcPts val="0"/>
              </a:spcBef>
              <a:spcAft>
                <a:spcPts val="0"/>
              </a:spcAft>
            </a:pPr>
            <a:r>
              <a:rPr lang="es-MX" sz="2400" dirty="0" smtClean="0">
                <a:solidFill>
                  <a:prstClr val="white"/>
                </a:solidFill>
                <a:latin typeface="FontAwesome" pitchFamily="50" charset="0"/>
              </a:rPr>
              <a:t></a:t>
            </a:r>
            <a:endParaRPr lang="es-MX" sz="2400" dirty="0">
              <a:solidFill>
                <a:prstClr val="white"/>
              </a:solidFill>
              <a:latin typeface="Open Sans Light"/>
            </a:endParaRPr>
          </a:p>
        </p:txBody>
      </p:sp>
      <p:sp>
        <p:nvSpPr>
          <p:cNvPr id="38" name="CuadroTexto 42"/>
          <p:cNvSpPr txBox="1"/>
          <p:nvPr/>
        </p:nvSpPr>
        <p:spPr>
          <a:xfrm>
            <a:off x="2469205" y="2100116"/>
            <a:ext cx="426720" cy="461665"/>
          </a:xfrm>
          <a:prstGeom prst="rect">
            <a:avLst/>
          </a:prstGeom>
          <a:noFill/>
        </p:spPr>
        <p:txBody>
          <a:bodyPr wrap="none" rtlCol="0">
            <a:spAutoFit/>
          </a:bodyPr>
          <a:lstStyle/>
          <a:p>
            <a:pPr fontAlgn="auto">
              <a:spcBef>
                <a:spcPts val="0"/>
              </a:spcBef>
              <a:spcAft>
                <a:spcPts val="0"/>
              </a:spcAft>
            </a:pPr>
            <a:r>
              <a:rPr lang="es-MX" sz="2400" dirty="0" smtClean="0">
                <a:solidFill>
                  <a:prstClr val="white"/>
                </a:solidFill>
                <a:latin typeface="FontAwesome" pitchFamily="50" charset="0"/>
              </a:rPr>
              <a:t></a:t>
            </a:r>
            <a:endParaRPr lang="es-MX" sz="2400" dirty="0">
              <a:solidFill>
                <a:prstClr val="white"/>
              </a:solidFill>
              <a:latin typeface="Open Sans Light"/>
            </a:endParaRPr>
          </a:p>
        </p:txBody>
      </p:sp>
      <p:sp>
        <p:nvSpPr>
          <p:cNvPr id="39" name="CuadroTexto 43"/>
          <p:cNvSpPr txBox="1"/>
          <p:nvPr/>
        </p:nvSpPr>
        <p:spPr>
          <a:xfrm>
            <a:off x="7434476" y="2100690"/>
            <a:ext cx="470000" cy="461665"/>
          </a:xfrm>
          <a:prstGeom prst="rect">
            <a:avLst/>
          </a:prstGeom>
          <a:noFill/>
        </p:spPr>
        <p:txBody>
          <a:bodyPr wrap="none" rtlCol="0">
            <a:spAutoFit/>
          </a:bodyPr>
          <a:lstStyle/>
          <a:p>
            <a:pPr fontAlgn="auto">
              <a:spcBef>
                <a:spcPts val="0"/>
              </a:spcBef>
              <a:spcAft>
                <a:spcPts val="0"/>
              </a:spcAft>
            </a:pPr>
            <a:r>
              <a:rPr lang="es-MX" sz="2400" dirty="0" smtClean="0">
                <a:solidFill>
                  <a:prstClr val="white"/>
                </a:solidFill>
                <a:latin typeface="FontAwesome" pitchFamily="50" charset="0"/>
              </a:rPr>
              <a:t></a:t>
            </a:r>
            <a:endParaRPr lang="es-MX" sz="2400" dirty="0">
              <a:solidFill>
                <a:prstClr val="white"/>
              </a:solidFill>
              <a:latin typeface="Open Sans Light"/>
            </a:endParaRPr>
          </a:p>
        </p:txBody>
      </p:sp>
      <p:sp>
        <p:nvSpPr>
          <p:cNvPr id="41"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algn="ctr" fontAlgn="auto">
              <a:spcAft>
                <a:spcPts val="0"/>
              </a:spcAft>
              <a:defRPr/>
            </a:pPr>
            <a:r>
              <a:rPr lang="ar-SA" sz="3600" b="1" u="sng" dirty="0" smtClean="0"/>
              <a:t>أ- المحاكاة </a:t>
            </a:r>
            <a:r>
              <a:rPr lang="ar-SA" sz="3600" b="1" u="sng" dirty="0"/>
              <a:t>ونظريات </a:t>
            </a:r>
            <a:r>
              <a:rPr lang="ar-SA" sz="3600" b="1" u="sng" dirty="0" smtClean="0"/>
              <a:t>التعلم</a:t>
            </a:r>
            <a:endParaRPr lang="en-US" sz="3600" u="sng" dirty="0">
              <a:solidFill>
                <a:prstClr val="black"/>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2" name="Rectangle 41"/>
          <p:cNvSpPr/>
          <p:nvPr/>
        </p:nvSpPr>
        <p:spPr>
          <a:xfrm>
            <a:off x="2077943" y="952713"/>
            <a:ext cx="7462760" cy="523220"/>
          </a:xfrm>
          <a:prstGeom prst="rect">
            <a:avLst/>
          </a:prstGeom>
        </p:spPr>
        <p:txBody>
          <a:bodyPr wrap="square">
            <a:spAutoFit/>
          </a:bodyPr>
          <a:lstStyle/>
          <a:p>
            <a:pPr algn="ctr" rtl="1"/>
            <a:r>
              <a:rPr lang="ar-SA" sz="2800" dirty="0"/>
              <a:t>تتضح علاقة المحاكاة بنظريات التعلم من الآتي:</a:t>
            </a:r>
            <a:endParaRPr lang="en-US" sz="2800" dirty="0"/>
          </a:p>
        </p:txBody>
      </p:sp>
      <p:sp>
        <p:nvSpPr>
          <p:cNvPr id="2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1431079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fade">
                                      <p:cBhvr>
                                        <p:cTn id="11" dur="500"/>
                                        <p:tgtEl>
                                          <p:spTgt spid="2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fade">
                                      <p:cBhvr>
                                        <p:cTn id="15" dur="500"/>
                                        <p:tgtEl>
                                          <p:spTgt spid="27"/>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fade">
                                      <p:cBhvr>
                                        <p:cTn id="23" dur="500"/>
                                        <p:tgtEl>
                                          <p:spTgt spid="16"/>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500"/>
                                        <p:tgtEl>
                                          <p:spTgt spid="18"/>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31"/>
                                        </p:tgtEl>
                                        <p:attrNameLst>
                                          <p:attrName>style.visibility</p:attrName>
                                        </p:attrNameLst>
                                      </p:cBhvr>
                                      <p:to>
                                        <p:strVal val="visible"/>
                                      </p:to>
                                    </p:set>
                                    <p:animEffect transition="in" filter="fade">
                                      <p:cBhvr>
                                        <p:cTn id="39" dur="500"/>
                                        <p:tgtEl>
                                          <p:spTgt spid="31"/>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30"/>
                                        </p:tgtEl>
                                        <p:attrNameLst>
                                          <p:attrName>style.visibility</p:attrName>
                                        </p:attrNameLst>
                                      </p:cBhvr>
                                      <p:to>
                                        <p:strVal val="visible"/>
                                      </p:to>
                                    </p:set>
                                    <p:animEffect transition="in" filter="fade">
                                      <p:cBhvr>
                                        <p:cTn id="43" dur="500"/>
                                        <p:tgtEl>
                                          <p:spTgt spid="30"/>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32"/>
                                        </p:tgtEl>
                                        <p:attrNameLst>
                                          <p:attrName>style.visibility</p:attrName>
                                        </p:attrNameLst>
                                      </p:cBhvr>
                                      <p:to>
                                        <p:strVal val="visible"/>
                                      </p:to>
                                    </p:set>
                                    <p:animEffect transition="in" filter="fade">
                                      <p:cBhvr>
                                        <p:cTn id="47" dur="500"/>
                                        <p:tgtEl>
                                          <p:spTgt spid="32"/>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34"/>
                                        </p:tgtEl>
                                        <p:attrNameLst>
                                          <p:attrName>style.visibility</p:attrName>
                                        </p:attrNameLst>
                                      </p:cBhvr>
                                      <p:to>
                                        <p:strVal val="visible"/>
                                      </p:to>
                                    </p:set>
                                    <p:animEffect transition="in" filter="fade">
                                      <p:cBhvr>
                                        <p:cTn id="51" dur="500"/>
                                        <p:tgtEl>
                                          <p:spTgt spid="34"/>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par>
                          <p:cTn id="56" fill="hold">
                            <p:stCondLst>
                              <p:cond delay="6500"/>
                            </p:stCondLst>
                            <p:childTnLst>
                              <p:par>
                                <p:cTn id="57" presetID="10" presetClass="entr" presetSubtype="0" fill="hold" grpId="0" nodeType="afterEffect">
                                  <p:stCondLst>
                                    <p:cond delay="0"/>
                                  </p:stCondLst>
                                  <p:childTnLst>
                                    <p:set>
                                      <p:cBhvr>
                                        <p:cTn id="58" dur="1" fill="hold">
                                          <p:stCondLst>
                                            <p:cond delay="0"/>
                                          </p:stCondLst>
                                        </p:cTn>
                                        <p:tgtEl>
                                          <p:spTgt spid="20"/>
                                        </p:tgtEl>
                                        <p:attrNameLst>
                                          <p:attrName>style.visibility</p:attrName>
                                        </p:attrNameLst>
                                      </p:cBhvr>
                                      <p:to>
                                        <p:strVal val="visible"/>
                                      </p:to>
                                    </p:set>
                                    <p:animEffect transition="in" filter="fade">
                                      <p:cBhvr>
                                        <p:cTn id="59" dur="500"/>
                                        <p:tgtEl>
                                          <p:spTgt spid="20"/>
                                        </p:tgtEl>
                                      </p:cBhvr>
                                    </p:animEffect>
                                  </p:childTnLst>
                                </p:cTn>
                              </p:par>
                            </p:childTnLst>
                          </p:cTn>
                        </p:par>
                        <p:par>
                          <p:cTn id="60" fill="hold">
                            <p:stCondLst>
                              <p:cond delay="7000"/>
                            </p:stCondLst>
                            <p:childTnLst>
                              <p:par>
                                <p:cTn id="61" presetID="10" presetClass="entr" presetSubtype="0" fill="hold" grpId="0" nodeType="afterEffect">
                                  <p:stCondLst>
                                    <p:cond delay="0"/>
                                  </p:stCondLst>
                                  <p:childTnLst>
                                    <p:set>
                                      <p:cBhvr>
                                        <p:cTn id="62" dur="1" fill="hold">
                                          <p:stCondLst>
                                            <p:cond delay="0"/>
                                          </p:stCondLst>
                                        </p:cTn>
                                        <p:tgtEl>
                                          <p:spTgt spid="24"/>
                                        </p:tgtEl>
                                        <p:attrNameLst>
                                          <p:attrName>style.visibility</p:attrName>
                                        </p:attrNameLst>
                                      </p:cBhvr>
                                      <p:to>
                                        <p:strVal val="visible"/>
                                      </p:to>
                                    </p:set>
                                    <p:animEffect transition="in" filter="fade">
                                      <p:cBhvr>
                                        <p:cTn id="63" dur="500"/>
                                        <p:tgtEl>
                                          <p:spTgt spid="24"/>
                                        </p:tgtEl>
                                      </p:cBhvr>
                                    </p:animEffect>
                                  </p:childTnLst>
                                </p:cTn>
                              </p:par>
                            </p:childTnLst>
                          </p:cTn>
                        </p:par>
                        <p:par>
                          <p:cTn id="64" fill="hold">
                            <p:stCondLst>
                              <p:cond delay="7500"/>
                            </p:stCondLst>
                            <p:childTnLst>
                              <p:par>
                                <p:cTn id="65" presetID="10" presetClass="entr" presetSubtype="0" fill="hold" grpId="0" nodeType="afterEffect">
                                  <p:stCondLst>
                                    <p:cond delay="0"/>
                                  </p:stCondLst>
                                  <p:childTnLst>
                                    <p:set>
                                      <p:cBhvr>
                                        <p:cTn id="66" dur="1" fill="hold">
                                          <p:stCondLst>
                                            <p:cond delay="0"/>
                                          </p:stCondLst>
                                        </p:cTn>
                                        <p:tgtEl>
                                          <p:spTgt spid="23"/>
                                        </p:tgtEl>
                                        <p:attrNameLst>
                                          <p:attrName>style.visibility</p:attrName>
                                        </p:attrNameLst>
                                      </p:cBhvr>
                                      <p:to>
                                        <p:strVal val="visible"/>
                                      </p:to>
                                    </p:set>
                                    <p:animEffect transition="in" filter="fade">
                                      <p:cBhvr>
                                        <p:cTn id="6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8" grpId="0"/>
      <p:bldP spid="19" grpId="0"/>
      <p:bldP spid="20" grpId="0" animBg="1"/>
      <p:bldP spid="21" grpId="0" animBg="1"/>
      <p:bldP spid="23" grpId="0"/>
      <p:bldP spid="24" grpId="0"/>
      <p:bldP spid="25" grpId="0" animBg="1"/>
      <p:bldP spid="26" grpId="0" animBg="1"/>
      <p:bldP spid="27" grpId="0"/>
      <p:bldP spid="29" grpId="0"/>
      <p:bldP spid="30" grpId="0" animBg="1"/>
      <p:bldP spid="31" grpId="0" animBg="1"/>
      <p:bldP spid="32" grpId="0"/>
      <p:bldP spid="34"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p:cNvGrpSpPr/>
          <p:nvPr/>
        </p:nvGrpSpPr>
        <p:grpSpPr>
          <a:xfrm>
            <a:off x="5246786" y="3283601"/>
            <a:ext cx="371598" cy="2493235"/>
            <a:chOff x="5246786" y="3283601"/>
            <a:chExt cx="371598" cy="2493235"/>
          </a:xfrm>
        </p:grpSpPr>
        <p:sp>
          <p:nvSpPr>
            <p:cNvPr id="3" name="Rectangle 2"/>
            <p:cNvSpPr/>
            <p:nvPr/>
          </p:nvSpPr>
          <p:spPr>
            <a:xfrm>
              <a:off x="5246786" y="3750697"/>
              <a:ext cx="176950" cy="20261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1" name="Rectangle 40"/>
            <p:cNvSpPr/>
            <p:nvPr/>
          </p:nvSpPr>
          <p:spPr>
            <a:xfrm>
              <a:off x="5423735" y="3283601"/>
              <a:ext cx="194649" cy="2493235"/>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0" name="Group 9"/>
          <p:cNvGrpSpPr/>
          <p:nvPr/>
        </p:nvGrpSpPr>
        <p:grpSpPr>
          <a:xfrm>
            <a:off x="5614336" y="1618973"/>
            <a:ext cx="360449" cy="4159317"/>
            <a:chOff x="5614336" y="1618973"/>
            <a:chExt cx="360449" cy="4159317"/>
          </a:xfrm>
        </p:grpSpPr>
        <p:sp>
          <p:nvSpPr>
            <p:cNvPr id="42" name="Rectangle 41"/>
            <p:cNvSpPr/>
            <p:nvPr/>
          </p:nvSpPr>
          <p:spPr>
            <a:xfrm>
              <a:off x="5614336" y="1618973"/>
              <a:ext cx="191264" cy="4159317"/>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3" name="Rectangle 42"/>
            <p:cNvSpPr/>
            <p:nvPr/>
          </p:nvSpPr>
          <p:spPr>
            <a:xfrm>
              <a:off x="5797895" y="1618973"/>
              <a:ext cx="176890" cy="4159317"/>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9" name="Group 8"/>
          <p:cNvGrpSpPr/>
          <p:nvPr/>
        </p:nvGrpSpPr>
        <p:grpSpPr>
          <a:xfrm>
            <a:off x="5974083" y="2444589"/>
            <a:ext cx="338727" cy="3333058"/>
            <a:chOff x="5974083" y="2444589"/>
            <a:chExt cx="338727" cy="3333058"/>
          </a:xfrm>
        </p:grpSpPr>
        <p:sp>
          <p:nvSpPr>
            <p:cNvPr id="44" name="Rectangle 43"/>
            <p:cNvSpPr/>
            <p:nvPr/>
          </p:nvSpPr>
          <p:spPr>
            <a:xfrm>
              <a:off x="5974083" y="2444589"/>
              <a:ext cx="161777" cy="333305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5" name="Rectangle 44"/>
            <p:cNvSpPr/>
            <p:nvPr/>
          </p:nvSpPr>
          <p:spPr>
            <a:xfrm>
              <a:off x="6134853" y="2457173"/>
              <a:ext cx="177957" cy="3319663"/>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8" name="Group 7"/>
          <p:cNvGrpSpPr/>
          <p:nvPr/>
        </p:nvGrpSpPr>
        <p:grpSpPr>
          <a:xfrm>
            <a:off x="6311751" y="4121800"/>
            <a:ext cx="331400" cy="1655035"/>
            <a:chOff x="6311751" y="4121800"/>
            <a:chExt cx="331400" cy="1655035"/>
          </a:xfrm>
        </p:grpSpPr>
        <p:sp>
          <p:nvSpPr>
            <p:cNvPr id="46" name="Rectangle 45"/>
            <p:cNvSpPr/>
            <p:nvPr/>
          </p:nvSpPr>
          <p:spPr>
            <a:xfrm>
              <a:off x="6311751" y="4121800"/>
              <a:ext cx="166051" cy="1655035"/>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7" name="Rectangle 46"/>
            <p:cNvSpPr/>
            <p:nvPr/>
          </p:nvSpPr>
          <p:spPr>
            <a:xfrm>
              <a:off x="6477802" y="4133095"/>
              <a:ext cx="165349" cy="1643739"/>
            </a:xfrm>
            <a:prstGeom prst="rect">
              <a:avLst/>
            </a:prstGeom>
            <a:solidFill>
              <a:srgbClr val="A12F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5" name="Group 14"/>
          <p:cNvGrpSpPr/>
          <p:nvPr/>
        </p:nvGrpSpPr>
        <p:grpSpPr>
          <a:xfrm>
            <a:off x="942730" y="1625288"/>
            <a:ext cx="4732180" cy="1169502"/>
            <a:chOff x="1064953" y="1618974"/>
            <a:chExt cx="4732180" cy="894285"/>
          </a:xfrm>
        </p:grpSpPr>
        <p:sp>
          <p:nvSpPr>
            <p:cNvPr id="48" name="Round Same Side Corner Rectangle 47"/>
            <p:cNvSpPr/>
            <p:nvPr/>
          </p:nvSpPr>
          <p:spPr>
            <a:xfrm rot="16200000">
              <a:off x="3011943" y="-328016"/>
              <a:ext cx="838200" cy="4732180"/>
            </a:xfrm>
            <a:prstGeom prst="round2SameRect">
              <a:avLst>
                <a:gd name="adj1" fmla="val 50000"/>
                <a:gd name="adj2" fmla="val 0"/>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1" name="TextBox 10"/>
            <p:cNvSpPr txBox="1"/>
            <p:nvPr/>
          </p:nvSpPr>
          <p:spPr>
            <a:xfrm>
              <a:off x="1096605" y="1682262"/>
              <a:ext cx="4487947" cy="830997"/>
            </a:xfrm>
            <a:prstGeom prst="rect">
              <a:avLst/>
            </a:prstGeom>
            <a:noFill/>
          </p:spPr>
          <p:txBody>
            <a:bodyPr wrap="square" rtlCol="0">
              <a:spAutoFit/>
            </a:bodyPr>
            <a:lstStyle/>
            <a:p>
              <a:pPr algn="ctr" fontAlgn="auto">
                <a:spcBef>
                  <a:spcPts val="0"/>
                </a:spcBef>
                <a:spcAft>
                  <a:spcPts val="0"/>
                </a:spcAft>
              </a:pPr>
              <a:r>
                <a:rPr lang="en-US" sz="2400" b="1" dirty="0">
                  <a:solidFill>
                    <a:schemeClr val="bg1"/>
                  </a:solidFill>
                  <a:latin typeface="FontAwesome" pitchFamily="2" charset="0"/>
                </a:rPr>
                <a:t> </a:t>
              </a:r>
              <a:r>
                <a:rPr lang="en-US" sz="2400" b="1" dirty="0" smtClean="0">
                  <a:solidFill>
                    <a:schemeClr val="bg1"/>
                  </a:solidFill>
                  <a:latin typeface="Lato Black" panose="020F0A02020204030203" pitchFamily="34" charset="0"/>
                </a:rPr>
                <a:t> </a:t>
              </a:r>
              <a:r>
                <a:rPr lang="ar-SA" sz="2400" b="1" dirty="0">
                  <a:solidFill>
                    <a:schemeClr val="bg1"/>
                  </a:solidFill>
                </a:rPr>
                <a:t> تتيح الفرصة للمتعلم للارتكاب أخطاء لا تترتب عليها نتائج سيئة</a:t>
              </a:r>
              <a:endParaRPr lang="ru-RU" sz="2400" b="1" dirty="0">
                <a:solidFill>
                  <a:schemeClr val="bg1"/>
                </a:solidFill>
                <a:latin typeface="Calibri" panose="020F0502020204030204"/>
              </a:endParaRPr>
            </a:p>
          </p:txBody>
        </p:sp>
      </p:grpSp>
      <p:grpSp>
        <p:nvGrpSpPr>
          <p:cNvPr id="16" name="Group 15"/>
          <p:cNvGrpSpPr/>
          <p:nvPr/>
        </p:nvGrpSpPr>
        <p:grpSpPr>
          <a:xfrm>
            <a:off x="537633" y="3283601"/>
            <a:ext cx="5083312" cy="864091"/>
            <a:chOff x="537633" y="3283601"/>
            <a:chExt cx="5083312" cy="864091"/>
          </a:xfrm>
        </p:grpSpPr>
        <p:sp>
          <p:nvSpPr>
            <p:cNvPr id="5" name="Round Same Side Corner Rectangle 4"/>
            <p:cNvSpPr/>
            <p:nvPr/>
          </p:nvSpPr>
          <p:spPr>
            <a:xfrm rot="16200000">
              <a:off x="2639603" y="1336611"/>
              <a:ext cx="838200" cy="4732180"/>
            </a:xfrm>
            <a:prstGeom prst="round2SameRect">
              <a:avLst>
                <a:gd name="adj1" fmla="val 50000"/>
                <a:gd name="adj2"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1" name="TextBox 50"/>
            <p:cNvSpPr txBox="1"/>
            <p:nvPr/>
          </p:nvSpPr>
          <p:spPr>
            <a:xfrm>
              <a:off x="537633" y="3316695"/>
              <a:ext cx="5083312" cy="830997"/>
            </a:xfrm>
            <a:prstGeom prst="rect">
              <a:avLst/>
            </a:prstGeom>
            <a:noFill/>
          </p:spPr>
          <p:txBody>
            <a:bodyPr wrap="square" rtlCol="0">
              <a:spAutoFit/>
            </a:bodyPr>
            <a:lstStyle/>
            <a:p>
              <a:pPr algn="ctr" fontAlgn="auto">
                <a:spcBef>
                  <a:spcPts val="0"/>
                </a:spcBef>
                <a:spcAft>
                  <a:spcPts val="0"/>
                </a:spcAft>
              </a:pPr>
              <a:r>
                <a:rPr lang="en-US" sz="2400" b="1" dirty="0">
                  <a:solidFill>
                    <a:schemeClr val="bg1"/>
                  </a:solidFill>
                  <a:latin typeface="FontAwesome" pitchFamily="2" charset="0"/>
                </a:rPr>
                <a:t> </a:t>
              </a:r>
              <a:r>
                <a:rPr lang="en-US" sz="2400" b="1" dirty="0" smtClean="0">
                  <a:solidFill>
                    <a:schemeClr val="bg1"/>
                  </a:solidFill>
                  <a:latin typeface="Lato Black" panose="020F0A02020204030203" pitchFamily="34" charset="0"/>
                </a:rPr>
                <a:t> </a:t>
              </a:r>
              <a:r>
                <a:rPr lang="ar-SA" sz="2400" b="1" dirty="0">
                  <a:solidFill>
                    <a:schemeClr val="bg1"/>
                  </a:solidFill>
                </a:rPr>
                <a:t>تسمح باستخدام العمليات والإجراءات التي يصعب دراستها في الواقع بالطرق العادية</a:t>
              </a:r>
              <a:endParaRPr lang="ru-RU" sz="2400" b="1" dirty="0">
                <a:solidFill>
                  <a:schemeClr val="bg1"/>
                </a:solidFill>
                <a:latin typeface="Calibri" panose="020F0502020204030204"/>
              </a:endParaRPr>
            </a:p>
          </p:txBody>
        </p:sp>
      </p:grpSp>
      <p:grpSp>
        <p:nvGrpSpPr>
          <p:cNvPr id="14" name="Group 13"/>
          <p:cNvGrpSpPr/>
          <p:nvPr/>
        </p:nvGrpSpPr>
        <p:grpSpPr>
          <a:xfrm>
            <a:off x="6040606" y="2444590"/>
            <a:ext cx="4766860" cy="883653"/>
            <a:chOff x="6040606" y="2444590"/>
            <a:chExt cx="4766860" cy="883653"/>
          </a:xfrm>
        </p:grpSpPr>
        <p:sp>
          <p:nvSpPr>
            <p:cNvPr id="49" name="Round Same Side Corner Rectangle 48"/>
            <p:cNvSpPr/>
            <p:nvPr/>
          </p:nvSpPr>
          <p:spPr>
            <a:xfrm rot="5400000">
              <a:off x="8022276" y="497600"/>
              <a:ext cx="838200" cy="4732180"/>
            </a:xfrm>
            <a:prstGeom prst="round2SameRect">
              <a:avLst>
                <a:gd name="adj1" fmla="val 50000"/>
                <a:gd name="adj2" fmla="val 0"/>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2" name="TextBox 51"/>
            <p:cNvSpPr txBox="1"/>
            <p:nvPr/>
          </p:nvSpPr>
          <p:spPr>
            <a:xfrm>
              <a:off x="6040606" y="2497246"/>
              <a:ext cx="4517238" cy="830997"/>
            </a:xfrm>
            <a:prstGeom prst="rect">
              <a:avLst/>
            </a:prstGeom>
            <a:noFill/>
          </p:spPr>
          <p:txBody>
            <a:bodyPr wrap="square" rtlCol="0">
              <a:spAutoFit/>
            </a:bodyPr>
            <a:lstStyle/>
            <a:p>
              <a:pPr algn="ctr" fontAlgn="auto">
                <a:spcBef>
                  <a:spcPts val="0"/>
                </a:spcBef>
                <a:spcAft>
                  <a:spcPts val="0"/>
                </a:spcAft>
              </a:pPr>
              <a:r>
                <a:rPr lang="en-US" sz="2400" b="1" dirty="0" smtClean="0">
                  <a:solidFill>
                    <a:schemeClr val="bg1"/>
                  </a:solidFill>
                  <a:latin typeface="Lato Black" panose="020F0A02020204030203" pitchFamily="34" charset="0"/>
                </a:rPr>
                <a:t> </a:t>
              </a:r>
              <a:r>
                <a:rPr lang="ar-SA" sz="2400" b="1" dirty="0">
                  <a:solidFill>
                    <a:schemeClr val="bg1"/>
                  </a:solidFill>
                </a:rPr>
                <a:t>تسمح للمتعلم بممارسة شيء من الحرية في عملية التعلم</a:t>
              </a:r>
              <a:endParaRPr lang="ru-RU" sz="2400" b="1" dirty="0">
                <a:solidFill>
                  <a:schemeClr val="bg1"/>
                </a:solidFill>
                <a:latin typeface="Calibri" panose="020F0502020204030204"/>
              </a:endParaRPr>
            </a:p>
          </p:txBody>
        </p:sp>
      </p:grpSp>
      <p:grpSp>
        <p:nvGrpSpPr>
          <p:cNvPr id="13" name="Group 12"/>
          <p:cNvGrpSpPr/>
          <p:nvPr/>
        </p:nvGrpSpPr>
        <p:grpSpPr>
          <a:xfrm>
            <a:off x="6311752" y="4121801"/>
            <a:ext cx="4732180" cy="838200"/>
            <a:chOff x="6311752" y="4121801"/>
            <a:chExt cx="4732180" cy="838200"/>
          </a:xfrm>
        </p:grpSpPr>
        <p:sp>
          <p:nvSpPr>
            <p:cNvPr id="50" name="Round Same Side Corner Rectangle 49"/>
            <p:cNvSpPr/>
            <p:nvPr/>
          </p:nvSpPr>
          <p:spPr>
            <a:xfrm rot="5400000">
              <a:off x="8258742" y="2174811"/>
              <a:ext cx="838200" cy="4732180"/>
            </a:xfrm>
            <a:prstGeom prst="round2SameRect">
              <a:avLst>
                <a:gd name="adj1" fmla="val 50000"/>
                <a:gd name="adj2" fmla="val 0"/>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3" name="TextBox 52"/>
            <p:cNvSpPr txBox="1"/>
            <p:nvPr/>
          </p:nvSpPr>
          <p:spPr>
            <a:xfrm>
              <a:off x="6411415" y="4248513"/>
              <a:ext cx="4297446" cy="461665"/>
            </a:xfrm>
            <a:prstGeom prst="rect">
              <a:avLst/>
            </a:prstGeom>
            <a:noFill/>
          </p:spPr>
          <p:txBody>
            <a:bodyPr wrap="square" rtlCol="0">
              <a:spAutoFit/>
            </a:bodyPr>
            <a:lstStyle/>
            <a:p>
              <a:pPr algn="ctr" fontAlgn="auto">
                <a:spcBef>
                  <a:spcPts val="0"/>
                </a:spcBef>
                <a:spcAft>
                  <a:spcPts val="0"/>
                </a:spcAft>
              </a:pPr>
              <a:r>
                <a:rPr lang="en-US" sz="2400" b="1" dirty="0" smtClean="0">
                  <a:solidFill>
                    <a:schemeClr val="bg1"/>
                  </a:solidFill>
                  <a:latin typeface="Lato Black" panose="020F0A02020204030203" pitchFamily="34" charset="0"/>
                </a:rPr>
                <a:t> </a:t>
              </a:r>
              <a:r>
                <a:rPr lang="ar-SA" sz="2400" b="1" dirty="0">
                  <a:solidFill>
                    <a:schemeClr val="bg1"/>
                  </a:solidFill>
                </a:rPr>
                <a:t> توفر للمتعلم تدريبا حقيقياً</a:t>
              </a:r>
              <a:endParaRPr lang="ru-RU" sz="2400" b="1" dirty="0">
                <a:solidFill>
                  <a:schemeClr val="bg1"/>
                </a:solidFill>
                <a:latin typeface="Calibri" panose="020F0502020204030204"/>
              </a:endParaRPr>
            </a:p>
          </p:txBody>
        </p:sp>
      </p:grpSp>
      <p:grpSp>
        <p:nvGrpSpPr>
          <p:cNvPr id="4" name="Group 3"/>
          <p:cNvGrpSpPr/>
          <p:nvPr/>
        </p:nvGrpSpPr>
        <p:grpSpPr>
          <a:xfrm>
            <a:off x="5240967" y="5777647"/>
            <a:ext cx="1402184" cy="757238"/>
            <a:chOff x="5240967" y="5777647"/>
            <a:chExt cx="1402184" cy="757238"/>
          </a:xfrm>
        </p:grpSpPr>
        <p:sp>
          <p:nvSpPr>
            <p:cNvPr id="2" name="Isosceles Triangle 1"/>
            <p:cNvSpPr/>
            <p:nvPr/>
          </p:nvSpPr>
          <p:spPr>
            <a:xfrm rot="10800000">
              <a:off x="5240967" y="5777647"/>
              <a:ext cx="1402184" cy="757237"/>
            </a:xfrm>
            <a:prstGeom prst="triangl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0" name="Isosceles Triangle 39"/>
            <p:cNvSpPr/>
            <p:nvPr/>
          </p:nvSpPr>
          <p:spPr>
            <a:xfrm rot="10800000">
              <a:off x="5766123" y="6338357"/>
              <a:ext cx="351870" cy="196528"/>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54" name="Title 2"/>
          <p:cNvSpPr txBox="1">
            <a:spLocks/>
          </p:cNvSpPr>
          <p:nvPr/>
        </p:nvSpPr>
        <p:spPr>
          <a:xfrm>
            <a:off x="1668047" y="399902"/>
            <a:ext cx="9486735" cy="476759"/>
          </a:xfrm>
          <a:prstGeom prst="rect">
            <a:avLst/>
          </a:prstGeom>
        </p:spPr>
        <p:txBody>
          <a:bodyPr vert="horz" lIns="91440" tIns="45720" rIns="91440" bIns="45720" rtlCol="0" anchor="ctr">
            <a:noAutofit/>
          </a:bodyPr>
          <a:lstStyle/>
          <a:p>
            <a:pPr marL="0" marR="0" lvl="4" indent="0" algn="ctr" defTabSz="914400" rtl="1" eaLnBrk="1" fontAlgn="auto" latinLnBrk="0" hangingPunct="1">
              <a:lnSpc>
                <a:spcPct val="100000"/>
              </a:lnSpc>
              <a:spcBef>
                <a:spcPts val="0"/>
              </a:spcBef>
              <a:spcAft>
                <a:spcPts val="0"/>
              </a:spcAft>
              <a:buClrTx/>
              <a:buSzTx/>
              <a:buFontTx/>
              <a:buNone/>
              <a:tabLst/>
              <a:defRPr/>
            </a:pPr>
            <a:r>
              <a:rPr kumimoji="0" lang="ar-SA" sz="3600" b="1" i="0" u="sng" strike="noStrike" kern="0" cap="none" spc="0" normalizeH="0" baseline="0" noProof="0" dirty="0" smtClean="0">
                <a:ln>
                  <a:noFill/>
                </a:ln>
                <a:solidFill>
                  <a:prstClr val="black"/>
                </a:solidFill>
                <a:effectLst/>
                <a:uLnTx/>
                <a:uFillTx/>
              </a:rPr>
              <a:t>ب- خصائص نمط المحاكاة التعليمية وبرامجها:</a:t>
            </a:r>
            <a:endParaRPr kumimoji="0" lang="en-US" sz="3600" b="0" i="0" u="sng" strike="noStrike" kern="0" cap="none" spc="0" normalizeH="0" baseline="0" noProof="0" dirty="0" smtClean="0">
              <a:ln>
                <a:noFill/>
              </a:ln>
              <a:solidFill>
                <a:prstClr val="black"/>
              </a:solidFill>
              <a:effectLst/>
              <a:uLnTx/>
              <a:uFillTx/>
            </a:endParaRPr>
          </a:p>
        </p:txBody>
      </p:sp>
      <p:sp>
        <p:nvSpPr>
          <p:cNvPr id="3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40330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ipe(down)">
                                      <p:cBhvr>
                                        <p:cTn id="11" dur="500"/>
                                        <p:tgtEl>
                                          <p:spTgt spid="8"/>
                                        </p:tgtEl>
                                      </p:cBhvr>
                                    </p:animEffect>
                                  </p:childTnLst>
                                </p:cTn>
                              </p:par>
                              <p:par>
                                <p:cTn id="12" presetID="22" presetClass="entr" presetSubtype="8" fill="hold" nodeType="withEffect">
                                  <p:stCondLst>
                                    <p:cond delay="500"/>
                                  </p:stCondLst>
                                  <p:childTnLst>
                                    <p:set>
                                      <p:cBhvr>
                                        <p:cTn id="13" dur="1" fill="hold">
                                          <p:stCondLst>
                                            <p:cond delay="0"/>
                                          </p:stCondLst>
                                        </p:cTn>
                                        <p:tgtEl>
                                          <p:spTgt spid="13"/>
                                        </p:tgtEl>
                                        <p:attrNameLst>
                                          <p:attrName>style.visibility</p:attrName>
                                        </p:attrNameLst>
                                      </p:cBhvr>
                                      <p:to>
                                        <p:strVal val="visible"/>
                                      </p:to>
                                    </p:set>
                                    <p:animEffect transition="in" filter="wipe(left)">
                                      <p:cBhvr>
                                        <p:cTn id="14" dur="500"/>
                                        <p:tgtEl>
                                          <p:spTgt spid="13"/>
                                        </p:tgtEl>
                                      </p:cBhvr>
                                    </p:animEffect>
                                  </p:childTnLst>
                                </p:cTn>
                              </p:par>
                              <p:par>
                                <p:cTn id="15" presetID="22" presetClass="entr" presetSubtype="4"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down)">
                                      <p:cBhvr>
                                        <p:cTn id="17" dur="500"/>
                                        <p:tgtEl>
                                          <p:spTgt spid="9"/>
                                        </p:tgtEl>
                                      </p:cBhvr>
                                    </p:animEffect>
                                  </p:childTnLst>
                                </p:cTn>
                              </p:par>
                              <p:par>
                                <p:cTn id="18" presetID="22" presetClass="entr" presetSubtype="8" fill="hold" nodeType="withEffect">
                                  <p:stCondLst>
                                    <p:cond delay="500"/>
                                  </p:stCondLst>
                                  <p:childTnLst>
                                    <p:set>
                                      <p:cBhvr>
                                        <p:cTn id="19" dur="1" fill="hold">
                                          <p:stCondLst>
                                            <p:cond delay="0"/>
                                          </p:stCondLst>
                                        </p:cTn>
                                        <p:tgtEl>
                                          <p:spTgt spid="14"/>
                                        </p:tgtEl>
                                        <p:attrNameLst>
                                          <p:attrName>style.visibility</p:attrName>
                                        </p:attrNameLst>
                                      </p:cBhvr>
                                      <p:to>
                                        <p:strVal val="visible"/>
                                      </p:to>
                                    </p:set>
                                    <p:animEffect transition="in" filter="wipe(left)">
                                      <p:cBhvr>
                                        <p:cTn id="20" dur="500"/>
                                        <p:tgtEl>
                                          <p:spTgt spid="14"/>
                                        </p:tgtEl>
                                      </p:cBhvr>
                                    </p:animEffect>
                                  </p:childTnLst>
                                </p:cTn>
                              </p:par>
                              <p:par>
                                <p:cTn id="21" presetID="22" presetClass="entr" presetSubtype="4"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wipe(down)">
                                      <p:cBhvr>
                                        <p:cTn id="23" dur="500"/>
                                        <p:tgtEl>
                                          <p:spTgt spid="10"/>
                                        </p:tgtEl>
                                      </p:cBhvr>
                                    </p:animEffect>
                                  </p:childTnLst>
                                </p:cTn>
                              </p:par>
                              <p:par>
                                <p:cTn id="24" presetID="22" presetClass="entr" presetSubtype="2" fill="hold" nodeType="withEffect">
                                  <p:stCondLst>
                                    <p:cond delay="500"/>
                                  </p:stCondLst>
                                  <p:childTnLst>
                                    <p:set>
                                      <p:cBhvr>
                                        <p:cTn id="25" dur="1" fill="hold">
                                          <p:stCondLst>
                                            <p:cond delay="0"/>
                                          </p:stCondLst>
                                        </p:cTn>
                                        <p:tgtEl>
                                          <p:spTgt spid="15"/>
                                        </p:tgtEl>
                                        <p:attrNameLst>
                                          <p:attrName>style.visibility</p:attrName>
                                        </p:attrNameLst>
                                      </p:cBhvr>
                                      <p:to>
                                        <p:strVal val="visible"/>
                                      </p:to>
                                    </p:set>
                                    <p:animEffect transition="in" filter="wipe(right)">
                                      <p:cBhvr>
                                        <p:cTn id="26" dur="500"/>
                                        <p:tgtEl>
                                          <p:spTgt spid="15"/>
                                        </p:tgtEl>
                                      </p:cBhvr>
                                    </p:animEffect>
                                  </p:childTnLst>
                                </p:cTn>
                              </p:par>
                              <p:par>
                                <p:cTn id="27" presetID="22" presetClass="entr" presetSubtype="4" fill="hold" nodeType="withEffect">
                                  <p:stCondLst>
                                    <p:cond delay="0"/>
                                  </p:stCondLst>
                                  <p:childTnLst>
                                    <p:set>
                                      <p:cBhvr>
                                        <p:cTn id="28" dur="1" fill="hold">
                                          <p:stCondLst>
                                            <p:cond delay="0"/>
                                          </p:stCondLst>
                                        </p:cTn>
                                        <p:tgtEl>
                                          <p:spTgt spid="12"/>
                                        </p:tgtEl>
                                        <p:attrNameLst>
                                          <p:attrName>style.visibility</p:attrName>
                                        </p:attrNameLst>
                                      </p:cBhvr>
                                      <p:to>
                                        <p:strVal val="visible"/>
                                      </p:to>
                                    </p:set>
                                    <p:animEffect transition="in" filter="wipe(down)">
                                      <p:cBhvr>
                                        <p:cTn id="29" dur="500"/>
                                        <p:tgtEl>
                                          <p:spTgt spid="12"/>
                                        </p:tgtEl>
                                      </p:cBhvr>
                                    </p:animEffect>
                                  </p:childTnLst>
                                </p:cTn>
                              </p:par>
                              <p:par>
                                <p:cTn id="30" presetID="22" presetClass="entr" presetSubtype="2" fill="hold" nodeType="withEffect">
                                  <p:stCondLst>
                                    <p:cond delay="500"/>
                                  </p:stCondLst>
                                  <p:childTnLst>
                                    <p:set>
                                      <p:cBhvr>
                                        <p:cTn id="31" dur="1" fill="hold">
                                          <p:stCondLst>
                                            <p:cond delay="0"/>
                                          </p:stCondLst>
                                        </p:cTn>
                                        <p:tgtEl>
                                          <p:spTgt spid="16"/>
                                        </p:tgtEl>
                                        <p:attrNameLst>
                                          <p:attrName>style.visibility</p:attrName>
                                        </p:attrNameLst>
                                      </p:cBhvr>
                                      <p:to>
                                        <p:strVal val="visible"/>
                                      </p:to>
                                    </p:set>
                                    <p:animEffect transition="in" filter="wipe(right)">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93"/>
          <p:cNvSpPr>
            <a:spLocks noChangeArrowheads="1"/>
          </p:cNvSpPr>
          <p:nvPr/>
        </p:nvSpPr>
        <p:spPr bwMode="auto">
          <a:xfrm>
            <a:off x="0" y="5238896"/>
            <a:ext cx="12192000" cy="1645465"/>
          </a:xfrm>
          <a:prstGeom prst="rect">
            <a:avLst/>
          </a:prstGeom>
          <a:gradFill rotWithShape="1">
            <a:gsLst>
              <a:gs pos="0">
                <a:srgbClr val="BFBFBF"/>
              </a:gs>
              <a:gs pos="25999">
                <a:srgbClr val="F2F2F2"/>
              </a:gs>
              <a:gs pos="50000">
                <a:srgbClr val="FFFFFF"/>
              </a:gs>
              <a:gs pos="100000">
                <a:srgbClr val="FFFFFF"/>
              </a:gs>
            </a:gsLst>
            <a:lin ang="5400000"/>
          </a:gra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en-US" altLang="id-ID">
              <a:solidFill>
                <a:srgbClr val="FFFFFF"/>
              </a:solidFill>
            </a:endParaRPr>
          </a:p>
        </p:txBody>
      </p:sp>
      <p:cxnSp>
        <p:nvCxnSpPr>
          <p:cNvPr id="21" name="Straight Connector 20"/>
          <p:cNvCxnSpPr>
            <a:cxnSpLocks noChangeShapeType="1"/>
          </p:cNvCxnSpPr>
          <p:nvPr/>
        </p:nvCxnSpPr>
        <p:spPr bwMode="auto">
          <a:xfrm>
            <a:off x="7319472" y="5467086"/>
            <a:ext cx="1143074" cy="1588"/>
          </a:xfrm>
          <a:prstGeom prst="line">
            <a:avLst/>
          </a:prstGeom>
          <a:noFill/>
          <a:ln w="25400">
            <a:solidFill>
              <a:schemeClr val="bg1">
                <a:lumMod val="65000"/>
              </a:schemeClr>
            </a:solidFill>
            <a:round/>
            <a:headEnd/>
            <a:tailEnd/>
          </a:ln>
          <a:effectLst/>
          <a:extLst>
            <a:ext uri="{909E8E84-426E-40DD-AFC4-6F175D3DCCD1}">
              <a14:hiddenFill xmlns:a14="http://schemas.microsoft.com/office/drawing/2010/main">
                <a:noFill/>
              </a14:hiddenFill>
            </a:ext>
          </a:extLst>
        </p:spPr>
      </p:cxnSp>
      <p:cxnSp>
        <p:nvCxnSpPr>
          <p:cNvPr id="22" name="Straight Connector 21"/>
          <p:cNvCxnSpPr>
            <a:cxnSpLocks noChangeShapeType="1"/>
          </p:cNvCxnSpPr>
          <p:nvPr/>
        </p:nvCxnSpPr>
        <p:spPr bwMode="auto">
          <a:xfrm>
            <a:off x="6557422" y="1924286"/>
            <a:ext cx="1143074" cy="1588"/>
          </a:xfrm>
          <a:prstGeom prst="line">
            <a:avLst/>
          </a:prstGeom>
          <a:noFill/>
          <a:ln w="25400">
            <a:solidFill>
              <a:schemeClr val="bg1">
                <a:lumMod val="65000"/>
              </a:schemeClr>
            </a:solidFill>
            <a:round/>
            <a:headEnd/>
            <a:tailEnd/>
          </a:ln>
          <a:effectLst/>
          <a:extLst>
            <a:ext uri="{909E8E84-426E-40DD-AFC4-6F175D3DCCD1}">
              <a14:hiddenFill xmlns:a14="http://schemas.microsoft.com/office/drawing/2010/main">
                <a:noFill/>
              </a14:hiddenFill>
            </a:ext>
          </a:extLst>
        </p:spPr>
      </p:cxnSp>
      <p:grpSp>
        <p:nvGrpSpPr>
          <p:cNvPr id="5" name="Group 4"/>
          <p:cNvGrpSpPr/>
          <p:nvPr/>
        </p:nvGrpSpPr>
        <p:grpSpPr>
          <a:xfrm>
            <a:off x="6139503" y="4859013"/>
            <a:ext cx="1192668" cy="1135509"/>
            <a:chOff x="6139503" y="4859013"/>
            <a:chExt cx="1192668" cy="1135509"/>
          </a:xfrm>
        </p:grpSpPr>
        <p:sp>
          <p:nvSpPr>
            <p:cNvPr id="25" name="Rounded Rectangle 24"/>
            <p:cNvSpPr>
              <a:spLocks noChangeArrowheads="1"/>
            </p:cNvSpPr>
            <p:nvPr/>
          </p:nvSpPr>
          <p:spPr bwMode="auto">
            <a:xfrm>
              <a:off x="6139503" y="4871969"/>
              <a:ext cx="1192668" cy="1122553"/>
            </a:xfrm>
            <a:prstGeom prst="roundRect">
              <a:avLst>
                <a:gd name="adj" fmla="val 9375"/>
              </a:avLst>
            </a:prstGeom>
            <a:solidFill>
              <a:schemeClr val="accent6"/>
            </a:solidFill>
            <a:ln w="9525">
              <a:noFill/>
              <a:round/>
              <a:headEnd/>
              <a:tailEnd/>
            </a:ln>
            <a:effectLst>
              <a:outerShdw blurRad="40000" dist="23000" dir="5400000" rotWithShape="0">
                <a:srgbClr val="808080">
                  <a:alpha val="34999"/>
                </a:srgbClr>
              </a:outerShdw>
            </a:effec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42" name="TextBox 21"/>
            <p:cNvSpPr txBox="1">
              <a:spLocks noChangeArrowheads="1"/>
            </p:cNvSpPr>
            <p:nvPr/>
          </p:nvSpPr>
          <p:spPr bwMode="auto">
            <a:xfrm>
              <a:off x="6420131" y="4859013"/>
              <a:ext cx="771727" cy="1108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fontAlgn="auto">
                <a:spcBef>
                  <a:spcPts val="0"/>
                </a:spcBef>
                <a:spcAft>
                  <a:spcPts val="0"/>
                </a:spcAft>
              </a:pPr>
              <a:r>
                <a:rPr lang="nb-NO" altLang="id-ID" sz="6600">
                  <a:solidFill>
                    <a:prstClr val="white">
                      <a:lumMod val="95000"/>
                    </a:prstClr>
                  </a:solidFill>
                </a:rPr>
                <a:t>1</a:t>
              </a:r>
            </a:p>
          </p:txBody>
        </p:sp>
      </p:grpSp>
      <p:grpSp>
        <p:nvGrpSpPr>
          <p:cNvPr id="6" name="Group 5"/>
          <p:cNvGrpSpPr/>
          <p:nvPr/>
        </p:nvGrpSpPr>
        <p:grpSpPr>
          <a:xfrm>
            <a:off x="6420131" y="3715897"/>
            <a:ext cx="1192668" cy="1156073"/>
            <a:chOff x="6420131" y="3715897"/>
            <a:chExt cx="1192668" cy="1156073"/>
          </a:xfrm>
        </p:grpSpPr>
        <p:sp>
          <p:nvSpPr>
            <p:cNvPr id="27" name="Rounded Rectangle 26"/>
            <p:cNvSpPr>
              <a:spLocks noChangeArrowheads="1"/>
            </p:cNvSpPr>
            <p:nvPr/>
          </p:nvSpPr>
          <p:spPr bwMode="auto">
            <a:xfrm>
              <a:off x="6420131" y="3749417"/>
              <a:ext cx="1192668" cy="1122553"/>
            </a:xfrm>
            <a:prstGeom prst="roundRect">
              <a:avLst>
                <a:gd name="adj" fmla="val 9375"/>
              </a:avLst>
            </a:prstGeom>
            <a:solidFill>
              <a:schemeClr val="accent4"/>
            </a:solidFill>
            <a:ln w="9525">
              <a:noFill/>
              <a:round/>
              <a:headEnd/>
              <a:tailEnd/>
            </a:ln>
            <a:effectLst>
              <a:outerShdw blurRad="40000" dist="23000" dir="5400000" rotWithShape="0">
                <a:srgbClr val="808080">
                  <a:alpha val="34999"/>
                </a:srgbClr>
              </a:outerShdw>
            </a:effec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43" name="TextBox 22"/>
            <p:cNvSpPr txBox="1">
              <a:spLocks noChangeArrowheads="1"/>
            </p:cNvSpPr>
            <p:nvPr/>
          </p:nvSpPr>
          <p:spPr bwMode="auto">
            <a:xfrm>
              <a:off x="6700154" y="3715897"/>
              <a:ext cx="771727" cy="1108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fontAlgn="auto">
                <a:spcBef>
                  <a:spcPts val="0"/>
                </a:spcBef>
                <a:spcAft>
                  <a:spcPts val="0"/>
                </a:spcAft>
              </a:pPr>
              <a:r>
                <a:rPr lang="nb-NO" altLang="id-ID" sz="6600">
                  <a:solidFill>
                    <a:prstClr val="white">
                      <a:lumMod val="95000"/>
                    </a:prstClr>
                  </a:solidFill>
                </a:rPr>
                <a:t>2</a:t>
              </a:r>
            </a:p>
          </p:txBody>
        </p:sp>
      </p:grpSp>
      <p:grpSp>
        <p:nvGrpSpPr>
          <p:cNvPr id="7" name="Group 6"/>
          <p:cNvGrpSpPr/>
          <p:nvPr/>
        </p:nvGrpSpPr>
        <p:grpSpPr>
          <a:xfrm>
            <a:off x="5999190" y="2626865"/>
            <a:ext cx="1192668" cy="1122553"/>
            <a:chOff x="5999190" y="2626865"/>
            <a:chExt cx="1192668" cy="1122553"/>
          </a:xfrm>
        </p:grpSpPr>
        <p:sp>
          <p:nvSpPr>
            <p:cNvPr id="26" name="Rounded Rectangle 25"/>
            <p:cNvSpPr>
              <a:spLocks noChangeArrowheads="1"/>
            </p:cNvSpPr>
            <p:nvPr/>
          </p:nvSpPr>
          <p:spPr bwMode="auto">
            <a:xfrm>
              <a:off x="5999190" y="2626865"/>
              <a:ext cx="1192668" cy="1122553"/>
            </a:xfrm>
            <a:prstGeom prst="roundRect">
              <a:avLst>
                <a:gd name="adj" fmla="val 9375"/>
              </a:avLst>
            </a:prstGeom>
            <a:solidFill>
              <a:schemeClr val="accent1"/>
            </a:solidFill>
            <a:ln w="9525">
              <a:noFill/>
              <a:round/>
              <a:headEnd/>
              <a:tailEnd/>
            </a:ln>
            <a:effectLst>
              <a:outerShdw blurRad="40000" dist="23000" dir="5400000" rotWithShape="0">
                <a:srgbClr val="808080">
                  <a:alpha val="34999"/>
                </a:srgbClr>
              </a:outerShdw>
            </a:effec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44" name="TextBox 23"/>
            <p:cNvSpPr txBox="1">
              <a:spLocks noChangeArrowheads="1"/>
            </p:cNvSpPr>
            <p:nvPr/>
          </p:nvSpPr>
          <p:spPr bwMode="auto">
            <a:xfrm>
              <a:off x="6319130" y="2641309"/>
              <a:ext cx="771727" cy="1108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fontAlgn="auto">
                <a:spcBef>
                  <a:spcPts val="0"/>
                </a:spcBef>
                <a:spcAft>
                  <a:spcPts val="0"/>
                </a:spcAft>
              </a:pPr>
              <a:r>
                <a:rPr lang="nb-NO" altLang="id-ID" sz="6600">
                  <a:solidFill>
                    <a:prstClr val="white">
                      <a:lumMod val="95000"/>
                    </a:prstClr>
                  </a:solidFill>
                </a:rPr>
                <a:t>3</a:t>
              </a:r>
            </a:p>
          </p:txBody>
        </p:sp>
      </p:grpSp>
      <p:grpSp>
        <p:nvGrpSpPr>
          <p:cNvPr id="8" name="Group 7"/>
          <p:cNvGrpSpPr/>
          <p:nvPr/>
        </p:nvGrpSpPr>
        <p:grpSpPr>
          <a:xfrm>
            <a:off x="5402860" y="1511902"/>
            <a:ext cx="1192668" cy="1177520"/>
            <a:chOff x="5402860" y="1511902"/>
            <a:chExt cx="1192668" cy="1177520"/>
          </a:xfrm>
        </p:grpSpPr>
        <p:sp>
          <p:nvSpPr>
            <p:cNvPr id="28" name="Rounded Rectangle 27"/>
            <p:cNvSpPr>
              <a:spLocks noChangeArrowheads="1"/>
            </p:cNvSpPr>
            <p:nvPr/>
          </p:nvSpPr>
          <p:spPr bwMode="auto">
            <a:xfrm rot="20684149">
              <a:off x="5402860" y="1566869"/>
              <a:ext cx="1192668" cy="1122553"/>
            </a:xfrm>
            <a:prstGeom prst="roundRect">
              <a:avLst>
                <a:gd name="adj" fmla="val 9375"/>
              </a:avLst>
            </a:prstGeom>
            <a:solidFill>
              <a:schemeClr val="accent5"/>
            </a:solidFill>
            <a:ln w="9525">
              <a:noFill/>
              <a:round/>
              <a:headEnd/>
              <a:tailEnd/>
            </a:ln>
            <a:effectLst>
              <a:outerShdw blurRad="40000" dist="23000" dir="5400000" rotWithShape="0">
                <a:srgbClr val="808080">
                  <a:alpha val="34999"/>
                </a:srgbClr>
              </a:outerShdw>
            </a:effec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47" name="TextBox 24"/>
            <p:cNvSpPr txBox="1">
              <a:spLocks noChangeArrowheads="1"/>
            </p:cNvSpPr>
            <p:nvPr/>
          </p:nvSpPr>
          <p:spPr bwMode="auto">
            <a:xfrm rot="20681241">
              <a:off x="5692174" y="1511902"/>
              <a:ext cx="771727" cy="1108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fontAlgn="auto">
                <a:spcBef>
                  <a:spcPts val="0"/>
                </a:spcBef>
                <a:spcAft>
                  <a:spcPts val="0"/>
                </a:spcAft>
              </a:pPr>
              <a:r>
                <a:rPr lang="nb-NO" altLang="id-ID" sz="6600" dirty="0">
                  <a:solidFill>
                    <a:prstClr val="white">
                      <a:lumMod val="95000"/>
                    </a:prstClr>
                  </a:solidFill>
                </a:rPr>
                <a:t>4</a:t>
              </a:r>
            </a:p>
          </p:txBody>
        </p:sp>
      </p:grpSp>
      <p:grpSp>
        <p:nvGrpSpPr>
          <p:cNvPr id="12" name="Group 11"/>
          <p:cNvGrpSpPr/>
          <p:nvPr/>
        </p:nvGrpSpPr>
        <p:grpSpPr>
          <a:xfrm>
            <a:off x="3560664" y="2230705"/>
            <a:ext cx="2529883" cy="4198799"/>
            <a:chOff x="3560664" y="2230705"/>
            <a:chExt cx="2529883" cy="4198799"/>
          </a:xfrm>
        </p:grpSpPr>
        <p:sp>
          <p:nvSpPr>
            <p:cNvPr id="29" name="Ellipse 98"/>
            <p:cNvSpPr/>
            <p:nvPr/>
          </p:nvSpPr>
          <p:spPr bwMode="auto">
            <a:xfrm>
              <a:off x="3560664" y="6107180"/>
              <a:ext cx="1713938" cy="322324"/>
            </a:xfrm>
            <a:prstGeom prst="ellipse">
              <a:avLst/>
            </a:prstGeom>
            <a:gradFill flip="none" rotWithShape="1">
              <a:gsLst>
                <a:gs pos="100000">
                  <a:srgbClr val="FFFFFF">
                    <a:alpha val="0"/>
                  </a:srgbClr>
                </a:gs>
                <a:gs pos="0">
                  <a:srgbClr val="E6E6E6">
                    <a:lumMod val="10000"/>
                    <a:alpha val="76000"/>
                  </a:srgbClr>
                </a:gs>
              </a:gsLst>
              <a:path path="shape">
                <a:fillToRect l="50000" t="50000" r="50000" b="50000"/>
              </a:path>
              <a:tileRect/>
            </a:gradFill>
            <a:ln w="9525" cap="flat" cmpd="sng" algn="ctr">
              <a:noFill/>
              <a:prstDash val="solid"/>
            </a:ln>
            <a:effec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en-US" altLang="id-ID">
                <a:solidFill>
                  <a:srgbClr val="FFFFFF"/>
                </a:solidFill>
              </a:endParaRPr>
            </a:p>
          </p:txBody>
        </p:sp>
        <p:grpSp>
          <p:nvGrpSpPr>
            <p:cNvPr id="3" name="Group 2"/>
            <p:cNvGrpSpPr/>
            <p:nvPr/>
          </p:nvGrpSpPr>
          <p:grpSpPr>
            <a:xfrm>
              <a:off x="4158559" y="2230705"/>
              <a:ext cx="1931988" cy="3981365"/>
              <a:chOff x="1879600" y="2427657"/>
              <a:chExt cx="1931988" cy="3981365"/>
            </a:xfrm>
            <a:solidFill>
              <a:schemeClr val="accent1">
                <a:lumMod val="75000"/>
              </a:schemeClr>
            </a:solidFill>
          </p:grpSpPr>
          <p:sp>
            <p:nvSpPr>
              <p:cNvPr id="24" name="Rounded Rectangle 23"/>
              <p:cNvSpPr/>
              <p:nvPr/>
            </p:nvSpPr>
            <p:spPr bwMode="auto">
              <a:xfrm rot="3296091" flipH="1">
                <a:off x="2526506" y="2275966"/>
                <a:ext cx="333375" cy="1627188"/>
              </a:xfrm>
              <a:prstGeom prst="roundRect">
                <a:avLst>
                  <a:gd name="adj" fmla="val 50000"/>
                </a:avLst>
              </a:prstGeom>
              <a:solidFill>
                <a:schemeClr val="accent6">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30" name="Oval 29"/>
              <p:cNvSpPr>
                <a:spLocks noChangeArrowheads="1"/>
              </p:cNvSpPr>
              <p:nvPr/>
            </p:nvSpPr>
            <p:spPr bwMode="auto">
              <a:xfrm>
                <a:off x="1879938" y="2427657"/>
                <a:ext cx="823038" cy="823069"/>
              </a:xfrm>
              <a:prstGeom prst="ellipse">
                <a:avLst/>
              </a:prstGeom>
              <a:solidFill>
                <a:schemeClr val="accent6">
                  <a:lumMod val="75000"/>
                </a:schemeClr>
              </a:solid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31" name="Rounded Rectangle 30"/>
              <p:cNvSpPr/>
              <p:nvPr/>
            </p:nvSpPr>
            <p:spPr bwMode="auto">
              <a:xfrm>
                <a:off x="1954213" y="3305460"/>
                <a:ext cx="674687" cy="1408112"/>
              </a:xfrm>
              <a:prstGeom prst="roundRect">
                <a:avLst>
                  <a:gd name="adj" fmla="val 29870"/>
                </a:avLst>
              </a:prstGeom>
              <a:solidFill>
                <a:schemeClr val="accent6">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32" name="Rounded Rectangle 31"/>
              <p:cNvSpPr/>
              <p:nvPr/>
            </p:nvSpPr>
            <p:spPr bwMode="auto">
              <a:xfrm>
                <a:off x="1954213" y="4408772"/>
                <a:ext cx="373062" cy="2000250"/>
              </a:xfrm>
              <a:prstGeom prst="roundRect">
                <a:avLst>
                  <a:gd name="adj" fmla="val 50000"/>
                </a:avLst>
              </a:prstGeom>
              <a:solidFill>
                <a:schemeClr val="accent6">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33" name="Rounded Rectangle 32"/>
              <p:cNvSpPr/>
              <p:nvPr/>
            </p:nvSpPr>
            <p:spPr bwMode="auto">
              <a:xfrm rot="20452300">
                <a:off x="2325688" y="4429410"/>
                <a:ext cx="371475" cy="774700"/>
              </a:xfrm>
              <a:prstGeom prst="roundRect">
                <a:avLst>
                  <a:gd name="adj" fmla="val 40463"/>
                </a:avLst>
              </a:prstGeom>
              <a:solidFill>
                <a:schemeClr val="accent6">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41" name="Rounded Rectangle 40"/>
              <p:cNvSpPr/>
              <p:nvPr/>
            </p:nvSpPr>
            <p:spPr bwMode="auto">
              <a:xfrm rot="14513746">
                <a:off x="2885282" y="2583941"/>
                <a:ext cx="350837" cy="1501775"/>
              </a:xfrm>
              <a:prstGeom prst="roundRect">
                <a:avLst>
                  <a:gd name="adj" fmla="val 50000"/>
                </a:avLst>
              </a:prstGeom>
              <a:solidFill>
                <a:schemeClr val="accent6">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48" name="Rounded Rectangle 47"/>
              <p:cNvSpPr/>
              <p:nvPr/>
            </p:nvSpPr>
            <p:spPr bwMode="auto">
              <a:xfrm>
                <a:off x="2413000" y="4916772"/>
                <a:ext cx="373063" cy="1423988"/>
              </a:xfrm>
              <a:prstGeom prst="roundRect">
                <a:avLst>
                  <a:gd name="adj" fmla="val 42456"/>
                </a:avLst>
              </a:prstGeom>
              <a:solidFill>
                <a:schemeClr val="accent6">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grpSp>
      </p:grpSp>
      <p:cxnSp>
        <p:nvCxnSpPr>
          <p:cNvPr id="51" name="Straight Connector 50"/>
          <p:cNvCxnSpPr>
            <a:cxnSpLocks noChangeShapeType="1"/>
          </p:cNvCxnSpPr>
          <p:nvPr/>
        </p:nvCxnSpPr>
        <p:spPr bwMode="auto">
          <a:xfrm>
            <a:off x="7612800" y="4311118"/>
            <a:ext cx="1143074" cy="1588"/>
          </a:xfrm>
          <a:prstGeom prst="line">
            <a:avLst/>
          </a:prstGeom>
          <a:noFill/>
          <a:ln w="25400">
            <a:solidFill>
              <a:schemeClr val="bg1">
                <a:lumMod val="65000"/>
              </a:schemeClr>
            </a:solidFill>
            <a:round/>
            <a:headEnd/>
            <a:tailEnd/>
          </a:ln>
          <a:effectLst/>
          <a:extLst>
            <a:ext uri="{909E8E84-426E-40DD-AFC4-6F175D3DCCD1}">
              <a14:hiddenFill xmlns:a14="http://schemas.microsoft.com/office/drawing/2010/main">
                <a:noFill/>
              </a14:hiddenFill>
            </a:ext>
          </a:extLst>
        </p:spPr>
      </p:cxnSp>
      <p:cxnSp>
        <p:nvCxnSpPr>
          <p:cNvPr id="53" name="Straight Connector 52"/>
          <p:cNvCxnSpPr>
            <a:cxnSpLocks noChangeShapeType="1"/>
          </p:cNvCxnSpPr>
          <p:nvPr/>
        </p:nvCxnSpPr>
        <p:spPr bwMode="auto">
          <a:xfrm>
            <a:off x="7191858" y="3218401"/>
            <a:ext cx="1143074" cy="1588"/>
          </a:xfrm>
          <a:prstGeom prst="line">
            <a:avLst/>
          </a:prstGeom>
          <a:noFill/>
          <a:ln w="25400">
            <a:solidFill>
              <a:schemeClr val="bg1">
                <a:lumMod val="65000"/>
              </a:schemeClr>
            </a:solidFill>
            <a:round/>
            <a:headEnd/>
            <a:tailEnd/>
          </a:ln>
          <a:effectLst/>
          <a:extLst>
            <a:ext uri="{909E8E84-426E-40DD-AFC4-6F175D3DCCD1}">
              <a14:hiddenFill xmlns:a14="http://schemas.microsoft.com/office/drawing/2010/main">
                <a:noFill/>
              </a14:hiddenFill>
            </a:ext>
          </a:extLst>
        </p:spPr>
      </p:cxnSp>
      <p:sp>
        <p:nvSpPr>
          <p:cNvPr id="55" name="Content Placeholder 2"/>
          <p:cNvSpPr txBox="1">
            <a:spLocks/>
          </p:cNvSpPr>
          <p:nvPr/>
        </p:nvSpPr>
        <p:spPr>
          <a:xfrm>
            <a:off x="8556812" y="5289422"/>
            <a:ext cx="3367710" cy="9379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ar-SA" sz="2400" b="1" dirty="0">
                <a:solidFill>
                  <a:schemeClr val="tx1"/>
                </a:solidFill>
              </a:rPr>
              <a:t> تتطلب وقت وجهد كبير وتكلفة مالية عالية</a:t>
            </a:r>
            <a:endParaRPr lang="en-US" sz="2400" b="1" dirty="0">
              <a:solidFill>
                <a:schemeClr val="tx1"/>
              </a:solidFill>
            </a:endParaRPr>
          </a:p>
        </p:txBody>
      </p:sp>
      <p:sp>
        <p:nvSpPr>
          <p:cNvPr id="56" name="Content Placeholder 2"/>
          <p:cNvSpPr txBox="1">
            <a:spLocks/>
          </p:cNvSpPr>
          <p:nvPr/>
        </p:nvSpPr>
        <p:spPr>
          <a:xfrm>
            <a:off x="8462546" y="3937738"/>
            <a:ext cx="3721527" cy="9379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en-US" sz="2400" b="1" dirty="0">
                <a:solidFill>
                  <a:schemeClr val="tx1"/>
                </a:solidFill>
              </a:rPr>
              <a:t> </a:t>
            </a:r>
            <a:r>
              <a:rPr lang="ar-SA" sz="2400" b="1" dirty="0">
                <a:solidFill>
                  <a:schemeClr val="tx1"/>
                </a:solidFill>
              </a:rPr>
              <a:t>تحتاج إلى فريق عمل كبير من معلمين وخبراء مناهج ومبرمجين</a:t>
            </a:r>
            <a:endParaRPr lang="en-US" sz="2400" b="1" dirty="0">
              <a:solidFill>
                <a:schemeClr val="tx1"/>
              </a:solidFill>
            </a:endParaRPr>
          </a:p>
        </p:txBody>
      </p:sp>
      <p:sp>
        <p:nvSpPr>
          <p:cNvPr id="57" name="Content Placeholder 2"/>
          <p:cNvSpPr txBox="1">
            <a:spLocks/>
          </p:cNvSpPr>
          <p:nvPr/>
        </p:nvSpPr>
        <p:spPr>
          <a:xfrm>
            <a:off x="8334932" y="2833963"/>
            <a:ext cx="3535495" cy="9379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ar-SA" sz="2400" b="1" dirty="0">
                <a:solidFill>
                  <a:schemeClr val="tx1"/>
                </a:solidFill>
              </a:rPr>
              <a:t> تحتاج إلى أجهزة حاسوب ومعدات ذات مواصفات خاصة</a:t>
            </a:r>
            <a:endParaRPr lang="en-US" sz="2400" b="1" dirty="0">
              <a:solidFill>
                <a:schemeClr val="tx1"/>
              </a:solidFill>
            </a:endParaRPr>
          </a:p>
        </p:txBody>
      </p:sp>
      <p:sp>
        <p:nvSpPr>
          <p:cNvPr id="58" name="Content Placeholder 2"/>
          <p:cNvSpPr txBox="1">
            <a:spLocks/>
          </p:cNvSpPr>
          <p:nvPr/>
        </p:nvSpPr>
        <p:spPr>
          <a:xfrm>
            <a:off x="7785275" y="1540616"/>
            <a:ext cx="4085152" cy="9379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ar-SA" sz="2400" b="1" dirty="0">
                <a:solidFill>
                  <a:schemeClr val="tx1"/>
                </a:solidFill>
              </a:rPr>
              <a:t>تتطلب قدراً كبيراً من التخطيط والبرمجة لكي تكون برامجها فعالة وشبيهة بالواقع</a:t>
            </a:r>
            <a:endParaRPr lang="en-US" sz="2400" b="1" dirty="0">
              <a:solidFill>
                <a:schemeClr val="tx1"/>
              </a:solidFill>
            </a:endParaRPr>
          </a:p>
        </p:txBody>
      </p:sp>
      <p:sp>
        <p:nvSpPr>
          <p:cNvPr id="49" name="Title 2"/>
          <p:cNvSpPr txBox="1">
            <a:spLocks/>
          </p:cNvSpPr>
          <p:nvPr/>
        </p:nvSpPr>
        <p:spPr>
          <a:xfrm>
            <a:off x="1668047" y="399902"/>
            <a:ext cx="9486735" cy="476759"/>
          </a:xfrm>
          <a:prstGeom prst="rect">
            <a:avLst/>
          </a:prstGeom>
        </p:spPr>
        <p:txBody>
          <a:bodyPr vert="horz" lIns="91440" tIns="45720" rIns="91440" bIns="45720" rtlCol="0" anchor="ctr">
            <a:noAutofit/>
          </a:bodyPr>
          <a:lstStyle/>
          <a:p>
            <a:pPr marL="0" marR="0" lvl="4" indent="0" algn="ctr" defTabSz="914400" rtl="1" eaLnBrk="1" fontAlgn="auto" latinLnBrk="0" hangingPunct="1">
              <a:lnSpc>
                <a:spcPct val="100000"/>
              </a:lnSpc>
              <a:spcBef>
                <a:spcPts val="0"/>
              </a:spcBef>
              <a:spcAft>
                <a:spcPts val="0"/>
              </a:spcAft>
              <a:buClrTx/>
              <a:buSzTx/>
              <a:buFontTx/>
              <a:buNone/>
              <a:tabLst/>
              <a:defRPr/>
            </a:pPr>
            <a:r>
              <a:rPr kumimoji="0" lang="ar-SA" sz="3600" b="1" i="0" u="sng" strike="noStrike" kern="0" cap="none" spc="0" normalizeH="0" baseline="0" noProof="0" dirty="0" smtClean="0">
                <a:ln>
                  <a:noFill/>
                </a:ln>
                <a:solidFill>
                  <a:prstClr val="black"/>
                </a:solidFill>
                <a:effectLst/>
                <a:uLnTx/>
                <a:uFillTx/>
              </a:rPr>
              <a:t>ج- </a:t>
            </a:r>
            <a:r>
              <a:rPr lang="ar-SA" sz="3600" b="1" u="sng" dirty="0"/>
              <a:t>عيوب نمط وبرامج المحاكاة </a:t>
            </a:r>
            <a:r>
              <a:rPr lang="ar-SA" sz="3600" b="1" u="sng" dirty="0" smtClean="0"/>
              <a:t>التعليمية</a:t>
            </a:r>
            <a:r>
              <a:rPr kumimoji="0" lang="ar-SA" sz="3600" b="1" i="0" u="sng" strike="noStrike" kern="0" cap="none" spc="0" normalizeH="0" baseline="0" noProof="0" dirty="0" smtClean="0">
                <a:ln>
                  <a:noFill/>
                </a:ln>
                <a:solidFill>
                  <a:prstClr val="black"/>
                </a:solidFill>
                <a:effectLst/>
                <a:uLnTx/>
                <a:uFillTx/>
              </a:rPr>
              <a:t>:</a:t>
            </a:r>
            <a:endParaRPr kumimoji="0" lang="en-US" sz="3600" b="0" i="0" u="sng" strike="noStrike" kern="0" cap="none" spc="0" normalizeH="0" baseline="0" noProof="0" dirty="0" smtClean="0">
              <a:ln>
                <a:noFill/>
              </a:ln>
              <a:solidFill>
                <a:prstClr val="black"/>
              </a:solidFill>
              <a:effectLst/>
              <a:uLnTx/>
              <a:uFillTx/>
            </a:endParaRPr>
          </a:p>
        </p:txBody>
      </p:sp>
      <p:sp>
        <p:nvSpPr>
          <p:cNvPr id="3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0555079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ppt_x"/>
                                          </p:val>
                                        </p:tav>
                                        <p:tav tm="100000">
                                          <p:val>
                                            <p:strVal val="#ppt_x"/>
                                          </p:val>
                                        </p:tav>
                                      </p:tavLst>
                                    </p:anim>
                                    <p:anim calcmode="lin" valueType="num">
                                      <p:cBhvr additive="base">
                                        <p:cTn id="8" dur="500" fill="hold"/>
                                        <p:tgtEl>
                                          <p:spTgt spid="19"/>
                                        </p:tgtEl>
                                        <p:attrNameLst>
                                          <p:attrName>ppt_y</p:attrName>
                                        </p:attrNameLst>
                                      </p:cBhvr>
                                      <p:tavLst>
                                        <p:tav tm="0">
                                          <p:val>
                                            <p:strVal val="1+#ppt_h/2"/>
                                          </p:val>
                                        </p:tav>
                                        <p:tav tm="100000">
                                          <p:val>
                                            <p:strVal val="#ppt_y"/>
                                          </p:val>
                                        </p:tav>
                                      </p:tavLst>
                                    </p:anim>
                                  </p:childTnLst>
                                </p:cTn>
                              </p:par>
                              <p:par>
                                <p:cTn id="9" presetID="2" presetClass="entr" presetSubtype="1" fill="hold" nodeType="withEffect">
                                  <p:stCondLst>
                                    <p:cond delay="5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10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ppt_x"/>
                                          </p:val>
                                        </p:tav>
                                        <p:tav tm="100000">
                                          <p:val>
                                            <p:strVal val="#ppt_x"/>
                                          </p:val>
                                        </p:tav>
                                      </p:tavLst>
                                    </p:anim>
                                    <p:anim calcmode="lin" valueType="num">
                                      <p:cBhvr additive="base">
                                        <p:cTn id="16" dur="500" fill="hold"/>
                                        <p:tgtEl>
                                          <p:spTgt spid="6"/>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150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200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500" fill="hold"/>
                                        <p:tgtEl>
                                          <p:spTgt spid="8"/>
                                        </p:tgtEl>
                                        <p:attrNameLst>
                                          <p:attrName>ppt_x</p:attrName>
                                        </p:attrNameLst>
                                      </p:cBhvr>
                                      <p:tavLst>
                                        <p:tav tm="0">
                                          <p:val>
                                            <p:strVal val="#ppt_x"/>
                                          </p:val>
                                        </p:tav>
                                        <p:tav tm="100000">
                                          <p:val>
                                            <p:strVal val="#ppt_x"/>
                                          </p:val>
                                        </p:tav>
                                      </p:tavLst>
                                    </p:anim>
                                    <p:anim calcmode="lin" valueType="num">
                                      <p:cBhvr additive="base">
                                        <p:cTn id="24" dur="500" fill="hold"/>
                                        <p:tgtEl>
                                          <p:spTgt spid="8"/>
                                        </p:tgtEl>
                                        <p:attrNameLst>
                                          <p:attrName>ppt_y</p:attrName>
                                        </p:attrNameLst>
                                      </p:cBhvr>
                                      <p:tavLst>
                                        <p:tav tm="0">
                                          <p:val>
                                            <p:strVal val="0-#ppt_h/2"/>
                                          </p:val>
                                        </p:tav>
                                        <p:tav tm="100000">
                                          <p:val>
                                            <p:strVal val="#ppt_y"/>
                                          </p:val>
                                        </p:tav>
                                      </p:tavLst>
                                    </p:anim>
                                  </p:childTnLst>
                                </p:cTn>
                              </p:par>
                              <p:par>
                                <p:cTn id="25" presetID="2" presetClass="entr" presetSubtype="12" fill="hold" nodeType="withEffect">
                                  <p:stCondLst>
                                    <p:cond delay="200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500" fill="hold"/>
                                        <p:tgtEl>
                                          <p:spTgt spid="12"/>
                                        </p:tgtEl>
                                        <p:attrNameLst>
                                          <p:attrName>ppt_x</p:attrName>
                                        </p:attrNameLst>
                                      </p:cBhvr>
                                      <p:tavLst>
                                        <p:tav tm="0">
                                          <p:val>
                                            <p:strVal val="0-#ppt_w/2"/>
                                          </p:val>
                                        </p:tav>
                                        <p:tav tm="100000">
                                          <p:val>
                                            <p:strVal val="#ppt_x"/>
                                          </p:val>
                                        </p:tav>
                                      </p:tavLst>
                                    </p:anim>
                                    <p:anim calcmode="lin" valueType="num">
                                      <p:cBhvr additive="base">
                                        <p:cTn id="28" dur="500" fill="hold"/>
                                        <p:tgtEl>
                                          <p:spTgt spid="12"/>
                                        </p:tgtEl>
                                        <p:attrNameLst>
                                          <p:attrName>ppt_y</p:attrName>
                                        </p:attrNameLst>
                                      </p:cBhvr>
                                      <p:tavLst>
                                        <p:tav tm="0">
                                          <p:val>
                                            <p:strVal val="1+#ppt_h/2"/>
                                          </p:val>
                                        </p:tav>
                                        <p:tav tm="100000">
                                          <p:val>
                                            <p:strVal val="#ppt_y"/>
                                          </p:val>
                                        </p:tav>
                                      </p:tavLst>
                                    </p:anim>
                                  </p:childTnLst>
                                </p:cTn>
                              </p:par>
                              <p:par>
                                <p:cTn id="29" presetID="22" presetClass="entr" presetSubtype="8" fill="hold" nodeType="withEffect">
                                  <p:stCondLst>
                                    <p:cond delay="2500"/>
                                  </p:stCondLst>
                                  <p:childTnLst>
                                    <p:set>
                                      <p:cBhvr>
                                        <p:cTn id="30" dur="1" fill="hold">
                                          <p:stCondLst>
                                            <p:cond delay="0"/>
                                          </p:stCondLst>
                                        </p:cTn>
                                        <p:tgtEl>
                                          <p:spTgt spid="22"/>
                                        </p:tgtEl>
                                        <p:attrNameLst>
                                          <p:attrName>style.visibility</p:attrName>
                                        </p:attrNameLst>
                                      </p:cBhvr>
                                      <p:to>
                                        <p:strVal val="visible"/>
                                      </p:to>
                                    </p:set>
                                    <p:animEffect transition="in" filter="wipe(left)">
                                      <p:cBhvr>
                                        <p:cTn id="31" dur="500"/>
                                        <p:tgtEl>
                                          <p:spTgt spid="22"/>
                                        </p:tgtEl>
                                      </p:cBhvr>
                                    </p:animEffect>
                                  </p:childTnLst>
                                </p:cTn>
                              </p:par>
                              <p:par>
                                <p:cTn id="32" presetID="22" presetClass="entr" presetSubtype="8" fill="hold" nodeType="withEffect">
                                  <p:stCondLst>
                                    <p:cond delay="2500"/>
                                  </p:stCondLst>
                                  <p:childTnLst>
                                    <p:set>
                                      <p:cBhvr>
                                        <p:cTn id="33" dur="1" fill="hold">
                                          <p:stCondLst>
                                            <p:cond delay="0"/>
                                          </p:stCondLst>
                                        </p:cTn>
                                        <p:tgtEl>
                                          <p:spTgt spid="53"/>
                                        </p:tgtEl>
                                        <p:attrNameLst>
                                          <p:attrName>style.visibility</p:attrName>
                                        </p:attrNameLst>
                                      </p:cBhvr>
                                      <p:to>
                                        <p:strVal val="visible"/>
                                      </p:to>
                                    </p:set>
                                    <p:animEffect transition="in" filter="wipe(left)">
                                      <p:cBhvr>
                                        <p:cTn id="34" dur="500"/>
                                        <p:tgtEl>
                                          <p:spTgt spid="53"/>
                                        </p:tgtEl>
                                      </p:cBhvr>
                                    </p:animEffect>
                                  </p:childTnLst>
                                </p:cTn>
                              </p:par>
                              <p:par>
                                <p:cTn id="35" presetID="22" presetClass="entr" presetSubtype="8" fill="hold" nodeType="withEffect">
                                  <p:stCondLst>
                                    <p:cond delay="2500"/>
                                  </p:stCondLst>
                                  <p:childTnLst>
                                    <p:set>
                                      <p:cBhvr>
                                        <p:cTn id="36" dur="1" fill="hold">
                                          <p:stCondLst>
                                            <p:cond delay="0"/>
                                          </p:stCondLst>
                                        </p:cTn>
                                        <p:tgtEl>
                                          <p:spTgt spid="51"/>
                                        </p:tgtEl>
                                        <p:attrNameLst>
                                          <p:attrName>style.visibility</p:attrName>
                                        </p:attrNameLst>
                                      </p:cBhvr>
                                      <p:to>
                                        <p:strVal val="visible"/>
                                      </p:to>
                                    </p:set>
                                    <p:animEffect transition="in" filter="wipe(left)">
                                      <p:cBhvr>
                                        <p:cTn id="37" dur="500"/>
                                        <p:tgtEl>
                                          <p:spTgt spid="51"/>
                                        </p:tgtEl>
                                      </p:cBhvr>
                                    </p:animEffect>
                                  </p:childTnLst>
                                </p:cTn>
                              </p:par>
                              <p:par>
                                <p:cTn id="38" presetID="22" presetClass="entr" presetSubtype="8" fill="hold" nodeType="withEffect">
                                  <p:stCondLst>
                                    <p:cond delay="2500"/>
                                  </p:stCondLst>
                                  <p:childTnLst>
                                    <p:set>
                                      <p:cBhvr>
                                        <p:cTn id="39" dur="1" fill="hold">
                                          <p:stCondLst>
                                            <p:cond delay="0"/>
                                          </p:stCondLst>
                                        </p:cTn>
                                        <p:tgtEl>
                                          <p:spTgt spid="21"/>
                                        </p:tgtEl>
                                        <p:attrNameLst>
                                          <p:attrName>style.visibility</p:attrName>
                                        </p:attrNameLst>
                                      </p:cBhvr>
                                      <p:to>
                                        <p:strVal val="visible"/>
                                      </p:to>
                                    </p:set>
                                    <p:animEffect transition="in" filter="wipe(left)">
                                      <p:cBhvr>
                                        <p:cTn id="40" dur="500"/>
                                        <p:tgtEl>
                                          <p:spTgt spid="21"/>
                                        </p:tgtEl>
                                      </p:cBhvr>
                                    </p:animEffect>
                                  </p:childTnLst>
                                </p:cTn>
                              </p:par>
                            </p:childTnLst>
                          </p:cTn>
                        </p:par>
                        <p:par>
                          <p:cTn id="41" fill="hold">
                            <p:stCondLst>
                              <p:cond delay="3000"/>
                            </p:stCondLst>
                            <p:childTnLst>
                              <p:par>
                                <p:cTn id="42" presetID="10" presetClass="entr" presetSubtype="0" fill="hold" grpId="0" nodeType="afterEffect">
                                  <p:stCondLst>
                                    <p:cond delay="0"/>
                                  </p:stCondLst>
                                  <p:childTnLst>
                                    <p:set>
                                      <p:cBhvr>
                                        <p:cTn id="43" dur="1" fill="hold">
                                          <p:stCondLst>
                                            <p:cond delay="0"/>
                                          </p:stCondLst>
                                        </p:cTn>
                                        <p:tgtEl>
                                          <p:spTgt spid="55"/>
                                        </p:tgtEl>
                                        <p:attrNameLst>
                                          <p:attrName>style.visibility</p:attrName>
                                        </p:attrNameLst>
                                      </p:cBhvr>
                                      <p:to>
                                        <p:strVal val="visible"/>
                                      </p:to>
                                    </p:set>
                                    <p:animEffect transition="in" filter="fade">
                                      <p:cBhvr>
                                        <p:cTn id="44" dur="500"/>
                                        <p:tgtEl>
                                          <p:spTgt spid="55"/>
                                        </p:tgtEl>
                                      </p:cBhvr>
                                    </p:animEffect>
                                  </p:childTnLst>
                                </p:cTn>
                              </p:par>
                            </p:childTnLst>
                          </p:cTn>
                        </p:par>
                        <p:par>
                          <p:cTn id="45" fill="hold">
                            <p:stCondLst>
                              <p:cond delay="3500"/>
                            </p:stCondLst>
                            <p:childTnLst>
                              <p:par>
                                <p:cTn id="46" presetID="10" presetClass="entr" presetSubtype="0" fill="hold" grpId="0" nodeType="afterEffect">
                                  <p:stCondLst>
                                    <p:cond delay="0"/>
                                  </p:stCondLst>
                                  <p:childTnLst>
                                    <p:set>
                                      <p:cBhvr>
                                        <p:cTn id="47" dur="1" fill="hold">
                                          <p:stCondLst>
                                            <p:cond delay="0"/>
                                          </p:stCondLst>
                                        </p:cTn>
                                        <p:tgtEl>
                                          <p:spTgt spid="56"/>
                                        </p:tgtEl>
                                        <p:attrNameLst>
                                          <p:attrName>style.visibility</p:attrName>
                                        </p:attrNameLst>
                                      </p:cBhvr>
                                      <p:to>
                                        <p:strVal val="visible"/>
                                      </p:to>
                                    </p:set>
                                    <p:animEffect transition="in" filter="fade">
                                      <p:cBhvr>
                                        <p:cTn id="48" dur="500"/>
                                        <p:tgtEl>
                                          <p:spTgt spid="56"/>
                                        </p:tgtEl>
                                      </p:cBhvr>
                                    </p:animEffect>
                                  </p:childTnLst>
                                </p:cTn>
                              </p:par>
                            </p:childTnLst>
                          </p:cTn>
                        </p:par>
                        <p:par>
                          <p:cTn id="49" fill="hold">
                            <p:stCondLst>
                              <p:cond delay="4000"/>
                            </p:stCondLst>
                            <p:childTnLst>
                              <p:par>
                                <p:cTn id="50" presetID="10" presetClass="entr" presetSubtype="0" fill="hold" grpId="0" nodeType="afterEffect">
                                  <p:stCondLst>
                                    <p:cond delay="0"/>
                                  </p:stCondLst>
                                  <p:childTnLst>
                                    <p:set>
                                      <p:cBhvr>
                                        <p:cTn id="51" dur="1" fill="hold">
                                          <p:stCondLst>
                                            <p:cond delay="0"/>
                                          </p:stCondLst>
                                        </p:cTn>
                                        <p:tgtEl>
                                          <p:spTgt spid="57"/>
                                        </p:tgtEl>
                                        <p:attrNameLst>
                                          <p:attrName>style.visibility</p:attrName>
                                        </p:attrNameLst>
                                      </p:cBhvr>
                                      <p:to>
                                        <p:strVal val="visible"/>
                                      </p:to>
                                    </p:set>
                                    <p:animEffect transition="in" filter="fade">
                                      <p:cBhvr>
                                        <p:cTn id="52" dur="500"/>
                                        <p:tgtEl>
                                          <p:spTgt spid="57"/>
                                        </p:tgtEl>
                                      </p:cBhvr>
                                    </p:animEffect>
                                  </p:childTnLst>
                                </p:cTn>
                              </p:par>
                            </p:childTnLst>
                          </p:cTn>
                        </p:par>
                        <p:par>
                          <p:cTn id="53" fill="hold">
                            <p:stCondLst>
                              <p:cond delay="4500"/>
                            </p:stCondLst>
                            <p:childTnLst>
                              <p:par>
                                <p:cTn id="54" presetID="10" presetClass="entr" presetSubtype="0" fill="hold" grpId="0" nodeType="afterEffect">
                                  <p:stCondLst>
                                    <p:cond delay="0"/>
                                  </p:stCondLst>
                                  <p:childTnLst>
                                    <p:set>
                                      <p:cBhvr>
                                        <p:cTn id="55" dur="1" fill="hold">
                                          <p:stCondLst>
                                            <p:cond delay="0"/>
                                          </p:stCondLst>
                                        </p:cTn>
                                        <p:tgtEl>
                                          <p:spTgt spid="58"/>
                                        </p:tgtEl>
                                        <p:attrNameLst>
                                          <p:attrName>style.visibility</p:attrName>
                                        </p:attrNameLst>
                                      </p:cBhvr>
                                      <p:to>
                                        <p:strVal val="visible"/>
                                      </p:to>
                                    </p:set>
                                    <p:animEffect transition="in" filter="fade">
                                      <p:cBhvr>
                                        <p:cTn id="56"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55" grpId="0"/>
      <p:bldP spid="56" grpId="0"/>
      <p:bldP spid="57" grpId="0"/>
      <p:bldP spid="58"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a:grpSpLocks/>
          </p:cNvGrpSpPr>
          <p:nvPr/>
        </p:nvGrpSpPr>
        <p:grpSpPr bwMode="auto">
          <a:xfrm>
            <a:off x="3257550" y="2928891"/>
            <a:ext cx="8707438" cy="1520875"/>
            <a:chOff x="7680543" y="5756619"/>
            <a:chExt cx="15211970" cy="3042980"/>
          </a:xfrm>
        </p:grpSpPr>
        <p:sp>
          <p:nvSpPr>
            <p:cNvPr id="4" name="Rectangle 3"/>
            <p:cNvSpPr/>
            <p:nvPr/>
          </p:nvSpPr>
          <p:spPr>
            <a:xfrm>
              <a:off x="7680543" y="5756619"/>
              <a:ext cx="15211970" cy="1601045"/>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a:r>
                <a:rPr lang="ar-SA" sz="4400" b="1" u="sng" dirty="0">
                  <a:solidFill>
                    <a:srgbClr val="5B9BD5"/>
                  </a:solidFill>
                </a:rPr>
                <a:t>التعليم الإلكتروني والتعليم عن بعد</a:t>
              </a:r>
              <a:endParaRPr lang="en-US" sz="4400" u="sng" dirty="0">
                <a:solidFill>
                  <a:srgbClr val="5B9BD5"/>
                </a:solidFill>
              </a:endParaRPr>
            </a:p>
          </p:txBody>
        </p:sp>
        <p:sp>
          <p:nvSpPr>
            <p:cNvPr id="5" name="Rectangle 4"/>
            <p:cNvSpPr/>
            <p:nvPr/>
          </p:nvSpPr>
          <p:spPr>
            <a:xfrm>
              <a:off x="7680543" y="7322626"/>
              <a:ext cx="15211970" cy="1476973"/>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eaLnBrk="0" hangingPunct="0">
                <a:defRPr/>
              </a:pPr>
              <a:r>
                <a:rPr lang="ar-SA" sz="4000" b="1" u="sng" dirty="0">
                  <a:solidFill>
                    <a:srgbClr val="F58F20"/>
                  </a:solidFill>
                </a:rPr>
                <a:t>الفصل الخامس</a:t>
              </a:r>
              <a:endParaRPr lang="en-US" sz="4000" u="sng" dirty="0">
                <a:solidFill>
                  <a:srgbClr val="F58F20"/>
                </a:solidFill>
              </a:endParaRPr>
            </a:p>
          </p:txBody>
        </p:sp>
      </p:grpSp>
      <p:cxnSp>
        <p:nvCxnSpPr>
          <p:cNvPr id="6" name="Straight Connector 5"/>
          <p:cNvCxnSpPr/>
          <p:nvPr/>
        </p:nvCxnSpPr>
        <p:spPr>
          <a:xfrm>
            <a:off x="3025775" y="2841625"/>
            <a:ext cx="0" cy="1474788"/>
          </a:xfrm>
          <a:prstGeom prst="line">
            <a:avLst/>
          </a:prstGeom>
          <a:ln w="57150" cmpd="sng">
            <a:solidFill>
              <a:srgbClr val="F58F20"/>
            </a:solidFill>
          </a:ln>
        </p:spPr>
        <p:style>
          <a:lnRef idx="2">
            <a:schemeClr val="accent1"/>
          </a:lnRef>
          <a:fillRef idx="0">
            <a:schemeClr val="accent1"/>
          </a:fillRef>
          <a:effectRef idx="1">
            <a:schemeClr val="accent1"/>
          </a:effectRef>
          <a:fontRef idx="minor">
            <a:schemeClr val="tx1"/>
          </a:fontRef>
        </p:style>
      </p:cxnSp>
      <p:sp>
        <p:nvSpPr>
          <p:cNvPr id="7" name="Freeform 178"/>
          <p:cNvSpPr>
            <a:spLocks noEditPoints="1"/>
          </p:cNvSpPr>
          <p:nvPr/>
        </p:nvSpPr>
        <p:spPr bwMode="auto">
          <a:xfrm>
            <a:off x="1389063" y="3009900"/>
            <a:ext cx="1347787" cy="1016000"/>
          </a:xfrm>
          <a:custGeom>
            <a:avLst/>
            <a:gdLst>
              <a:gd name="T0" fmla="*/ 1347787 w 158"/>
              <a:gd name="T1" fmla="*/ 1016000 h 119"/>
              <a:gd name="T2" fmla="*/ 0 w 158"/>
              <a:gd name="T3" fmla="*/ 1016000 h 119"/>
              <a:gd name="T4" fmla="*/ 0 w 158"/>
              <a:gd name="T5" fmla="*/ 0 h 119"/>
              <a:gd name="T6" fmla="*/ 76773 w 158"/>
              <a:gd name="T7" fmla="*/ 0 h 119"/>
              <a:gd name="T8" fmla="*/ 76773 w 158"/>
              <a:gd name="T9" fmla="*/ 922084 h 119"/>
              <a:gd name="T10" fmla="*/ 1347787 w 158"/>
              <a:gd name="T11" fmla="*/ 922084 h 119"/>
              <a:gd name="T12" fmla="*/ 1347787 w 158"/>
              <a:gd name="T13" fmla="*/ 1016000 h 119"/>
              <a:gd name="T14" fmla="*/ 426515 w 158"/>
              <a:gd name="T15" fmla="*/ 845244 h 119"/>
              <a:gd name="T16" fmla="*/ 247379 w 158"/>
              <a:gd name="T17" fmla="*/ 845244 h 119"/>
              <a:gd name="T18" fmla="*/ 247379 w 158"/>
              <a:gd name="T19" fmla="*/ 512269 h 119"/>
              <a:gd name="T20" fmla="*/ 426515 w 158"/>
              <a:gd name="T21" fmla="*/ 512269 h 119"/>
              <a:gd name="T22" fmla="*/ 426515 w 158"/>
              <a:gd name="T23" fmla="*/ 845244 h 119"/>
              <a:gd name="T24" fmla="*/ 665363 w 158"/>
              <a:gd name="T25" fmla="*/ 845244 h 119"/>
              <a:gd name="T26" fmla="*/ 503287 w 158"/>
              <a:gd name="T27" fmla="*/ 845244 h 119"/>
              <a:gd name="T28" fmla="*/ 503287 w 158"/>
              <a:gd name="T29" fmla="*/ 162219 h 119"/>
              <a:gd name="T30" fmla="*/ 665363 w 158"/>
              <a:gd name="T31" fmla="*/ 162219 h 119"/>
              <a:gd name="T32" fmla="*/ 665363 w 158"/>
              <a:gd name="T33" fmla="*/ 845244 h 119"/>
              <a:gd name="T34" fmla="*/ 929802 w 158"/>
              <a:gd name="T35" fmla="*/ 845244 h 119"/>
              <a:gd name="T36" fmla="*/ 759196 w 158"/>
              <a:gd name="T37" fmla="*/ 845244 h 119"/>
              <a:gd name="T38" fmla="*/ 759196 w 158"/>
              <a:gd name="T39" fmla="*/ 332975 h 119"/>
              <a:gd name="T40" fmla="*/ 929802 w 158"/>
              <a:gd name="T41" fmla="*/ 332975 h 119"/>
              <a:gd name="T42" fmla="*/ 929802 w 158"/>
              <a:gd name="T43" fmla="*/ 845244 h 119"/>
              <a:gd name="T44" fmla="*/ 1185711 w 158"/>
              <a:gd name="T45" fmla="*/ 845244 h 119"/>
              <a:gd name="T46" fmla="*/ 1015105 w 158"/>
              <a:gd name="T47" fmla="*/ 845244 h 119"/>
              <a:gd name="T48" fmla="*/ 1015105 w 158"/>
              <a:gd name="T49" fmla="*/ 93916 h 119"/>
              <a:gd name="T50" fmla="*/ 1185711 w 158"/>
              <a:gd name="T51" fmla="*/ 93916 h 119"/>
              <a:gd name="T52" fmla="*/ 1185711 w 158"/>
              <a:gd name="T53" fmla="*/ 845244 h 1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8"/>
              <a:gd name="T82" fmla="*/ 0 h 119"/>
              <a:gd name="T83" fmla="*/ 158 w 158"/>
              <a:gd name="T84" fmla="*/ 119 h 11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accent1"/>
          </a:solidFill>
          <a:ln w="9525">
            <a:noFill/>
            <a:round/>
            <a:headEnd/>
            <a:tailEnd/>
          </a:ln>
        </p:spPr>
        <p:txBody>
          <a:bodyPr lIns="45720" tIns="22860" rIns="45720" bIns="22860"/>
          <a:lstStyle/>
          <a:p>
            <a:pPr eaLnBrk="0" hangingPunct="0"/>
            <a:endParaRPr lang="el-GR">
              <a:solidFill>
                <a:prstClr val="black"/>
              </a:solidFill>
            </a:endParaRPr>
          </a:p>
        </p:txBody>
      </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extLst>
      <p:ext uri="{BB962C8B-B14F-4D97-AF65-F5344CB8AC3E}">
        <p14:creationId xmlns:p14="http://schemas.microsoft.com/office/powerpoint/2010/main" val="13980161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249"/>
                                          </p:stCondLst>
                                        </p:cTn>
                                        <p:tgtEl>
                                          <p:spTgt spid="7"/>
                                        </p:tgtEl>
                                        <p:attrNameLst>
                                          <p:attrName>style.visibility</p:attrName>
                                        </p:attrNameLst>
                                      </p:cBhvr>
                                      <p:to>
                                        <p:strVal val="visible"/>
                                      </p:to>
                                    </p:set>
                                  </p:childTnLst>
                                </p:cTn>
                              </p:par>
                            </p:childTnLst>
                          </p:cTn>
                        </p:par>
                        <p:par>
                          <p:cTn id="7" fill="hold">
                            <p:stCondLst>
                              <p:cond delay="250"/>
                            </p:stCondLst>
                            <p:childTnLst>
                              <p:par>
                                <p:cTn id="8" presetID="22" presetClass="entr" presetSubtype="1" fill="hold" nodeType="after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up)">
                                      <p:cBhvr>
                                        <p:cTn id="10" dur="500"/>
                                        <p:tgtEl>
                                          <p:spTgt spid="6"/>
                                        </p:tgtEl>
                                      </p:cBhvr>
                                    </p:animEffect>
                                  </p:childTnLst>
                                </p:cTn>
                              </p:par>
                            </p:childTnLst>
                          </p:cTn>
                        </p:par>
                        <p:par>
                          <p:cTn id="11" fill="hold">
                            <p:stCondLst>
                              <p:cond delay="750"/>
                            </p:stCondLst>
                            <p:childTnLst>
                              <p:par>
                                <p:cTn id="12" presetID="22" presetClass="entr" presetSubtype="2" fill="hold" nodeType="afterEffect">
                                  <p:stCondLst>
                                    <p:cond delay="250"/>
                                  </p:stCondLst>
                                  <p:childTnLst>
                                    <p:set>
                                      <p:cBhvr>
                                        <p:cTn id="13" dur="1" fill="hold">
                                          <p:stCondLst>
                                            <p:cond delay="0"/>
                                          </p:stCondLst>
                                        </p:cTn>
                                        <p:tgtEl>
                                          <p:spTgt spid="3"/>
                                        </p:tgtEl>
                                        <p:attrNameLst>
                                          <p:attrName>style.visibility</p:attrName>
                                        </p:attrNameLst>
                                      </p:cBhvr>
                                      <p:to>
                                        <p:strVal val="visible"/>
                                      </p:to>
                                    </p:set>
                                    <p:animEffect transition="in" filter="wipe(right)">
                                      <p:cBhvr>
                                        <p:cTn id="14" dur="7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 name="Rectangle 312"/>
          <p:cNvSpPr/>
          <p:nvPr/>
        </p:nvSpPr>
        <p:spPr>
          <a:xfrm>
            <a:off x="0" y="0"/>
            <a:ext cx="12192000" cy="6857999"/>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 name="Rectangle 4"/>
          <p:cNvSpPr/>
          <p:nvPr/>
        </p:nvSpPr>
        <p:spPr>
          <a:xfrm>
            <a:off x="0" y="0"/>
            <a:ext cx="12192000" cy="6857999"/>
          </a:xfrm>
          <a:prstGeom prst="rect">
            <a:avLst/>
          </a:prstGeom>
          <a:solidFill>
            <a:srgbClr val="232C3C">
              <a:alpha val="9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5338348" y="1918759"/>
            <a:ext cx="6241904" cy="584775"/>
          </a:xfrm>
          <a:prstGeom prst="rect">
            <a:avLst/>
          </a:prstGeom>
          <a:noFill/>
          <a:ln>
            <a:noFill/>
          </a:ln>
        </p:spPr>
        <p:txBody>
          <a:bodyPr wrap="square" rtlCol="0">
            <a:spAutoFit/>
          </a:bodyPr>
          <a:lstStyle/>
          <a:p>
            <a:pPr algn="ctr" rtl="1"/>
            <a:r>
              <a:rPr lang="ar-JO" sz="3200" b="1" dirty="0" smtClean="0">
                <a:solidFill>
                  <a:srgbClr val="FFFF00"/>
                </a:solidFill>
              </a:rPr>
              <a:t>1- </a:t>
            </a:r>
            <a:r>
              <a:rPr lang="ar-JO" sz="3200" b="1" dirty="0">
                <a:solidFill>
                  <a:srgbClr val="FFFF00"/>
                </a:solidFill>
              </a:rPr>
              <a:t>التعليم الإلكتروني </a:t>
            </a:r>
            <a:r>
              <a:rPr lang="en-US" sz="3200" b="1" dirty="0">
                <a:solidFill>
                  <a:srgbClr val="FFFF00"/>
                </a:solidFill>
              </a:rPr>
              <a:t>E- Learning</a:t>
            </a:r>
            <a:endParaRPr lang="en-US" sz="3200" dirty="0">
              <a:solidFill>
                <a:srgbClr val="FFFF00"/>
              </a:solidFill>
            </a:endParaRPr>
          </a:p>
        </p:txBody>
      </p:sp>
      <p:sp>
        <p:nvSpPr>
          <p:cNvPr id="9" name="TextBox 8"/>
          <p:cNvSpPr txBox="1"/>
          <p:nvPr/>
        </p:nvSpPr>
        <p:spPr>
          <a:xfrm>
            <a:off x="4566454" y="2726348"/>
            <a:ext cx="7449306" cy="3046988"/>
          </a:xfrm>
          <a:prstGeom prst="rect">
            <a:avLst/>
          </a:prstGeom>
          <a:noFill/>
          <a:ln>
            <a:noFill/>
          </a:ln>
        </p:spPr>
        <p:txBody>
          <a:bodyPr wrap="square" rtlCol="0">
            <a:spAutoFit/>
          </a:bodyPr>
          <a:lstStyle>
            <a:defPPr>
              <a:defRPr lang="en-US"/>
            </a:defPPr>
            <a:lvl1pPr>
              <a:defRPr sz="1100">
                <a:solidFill>
                  <a:schemeClr val="tx1">
                    <a:lumMod val="50000"/>
                    <a:lumOff val="50000"/>
                  </a:schemeClr>
                </a:solidFill>
                <a:latin typeface="+mj-lt"/>
              </a:defRPr>
            </a:lvl1pPr>
          </a:lstStyle>
          <a:p>
            <a:pPr algn="ctr" rtl="1"/>
            <a:r>
              <a:rPr lang="ar-SA" sz="3200" b="1" dirty="0">
                <a:solidFill>
                  <a:schemeClr val="bg1"/>
                </a:solidFill>
              </a:rPr>
              <a:t>فقد عرفه غلوم (2003) على أنه "نظام تعليمي يستخدم تقنيات المعلومات وشبكات الحاسب الآلي في تدعيم وتوسيع نطاق العملية التعليمية من خلال مجموعة من الوسائل منها: أجهزه الحاسب الآلي، الشبكة العالمية للمعلومات والبرامج الإلكترونية المعدّة إما من قبل المختصين في الوزارة أو الشركات".</a:t>
            </a:r>
            <a:endParaRPr lang="en-US" sz="3200" b="1" dirty="0">
              <a:solidFill>
                <a:schemeClr val="bg1"/>
              </a:solidFill>
            </a:endParaRPr>
          </a:p>
        </p:txBody>
      </p:sp>
      <p:grpSp>
        <p:nvGrpSpPr>
          <p:cNvPr id="312" name="Group 311"/>
          <p:cNvGrpSpPr/>
          <p:nvPr/>
        </p:nvGrpSpPr>
        <p:grpSpPr>
          <a:xfrm>
            <a:off x="474964" y="1588585"/>
            <a:ext cx="3935326" cy="3440060"/>
            <a:chOff x="1104900" y="2205037"/>
            <a:chExt cx="2800351" cy="2447925"/>
          </a:xfrm>
        </p:grpSpPr>
        <p:sp>
          <p:nvSpPr>
            <p:cNvPr id="194" name="Freeform 88"/>
            <p:cNvSpPr>
              <a:spLocks noEditPoints="1"/>
            </p:cNvSpPr>
            <p:nvPr/>
          </p:nvSpPr>
          <p:spPr bwMode="auto">
            <a:xfrm>
              <a:off x="1311275" y="3003550"/>
              <a:ext cx="631825" cy="631825"/>
            </a:xfrm>
            <a:custGeom>
              <a:avLst/>
              <a:gdLst>
                <a:gd name="T0" fmla="*/ 147 w 295"/>
                <a:gd name="T1" fmla="*/ 20 h 295"/>
                <a:gd name="T2" fmla="*/ 161 w 295"/>
                <a:gd name="T3" fmla="*/ 21 h 295"/>
                <a:gd name="T4" fmla="*/ 168 w 295"/>
                <a:gd name="T5" fmla="*/ 0 h 295"/>
                <a:gd name="T6" fmla="*/ 212 w 295"/>
                <a:gd name="T7" fmla="*/ 14 h 295"/>
                <a:gd name="T8" fmla="*/ 206 w 295"/>
                <a:gd name="T9" fmla="*/ 35 h 295"/>
                <a:gd name="T10" fmla="*/ 247 w 295"/>
                <a:gd name="T11" fmla="*/ 68 h 295"/>
                <a:gd name="T12" fmla="*/ 266 w 295"/>
                <a:gd name="T13" fmla="*/ 58 h 295"/>
                <a:gd name="T14" fmla="*/ 288 w 295"/>
                <a:gd name="T15" fmla="*/ 99 h 295"/>
                <a:gd name="T16" fmla="*/ 269 w 295"/>
                <a:gd name="T17" fmla="*/ 109 h 295"/>
                <a:gd name="T18" fmla="*/ 274 w 295"/>
                <a:gd name="T19" fmla="*/ 162 h 295"/>
                <a:gd name="T20" fmla="*/ 295 w 295"/>
                <a:gd name="T21" fmla="*/ 168 h 295"/>
                <a:gd name="T22" fmla="*/ 281 w 295"/>
                <a:gd name="T23" fmla="*/ 212 h 295"/>
                <a:gd name="T24" fmla="*/ 260 w 295"/>
                <a:gd name="T25" fmla="*/ 206 h 295"/>
                <a:gd name="T26" fmla="*/ 227 w 295"/>
                <a:gd name="T27" fmla="*/ 247 h 295"/>
                <a:gd name="T28" fmla="*/ 237 w 295"/>
                <a:gd name="T29" fmla="*/ 266 h 295"/>
                <a:gd name="T30" fmla="*/ 196 w 295"/>
                <a:gd name="T31" fmla="*/ 288 h 295"/>
                <a:gd name="T32" fmla="*/ 186 w 295"/>
                <a:gd name="T33" fmla="*/ 269 h 295"/>
                <a:gd name="T34" fmla="*/ 147 w 295"/>
                <a:gd name="T35" fmla="*/ 275 h 295"/>
                <a:gd name="T36" fmla="*/ 147 w 295"/>
                <a:gd name="T37" fmla="*/ 241 h 295"/>
                <a:gd name="T38" fmla="*/ 237 w 295"/>
                <a:gd name="T39" fmla="*/ 175 h 295"/>
                <a:gd name="T40" fmla="*/ 175 w 295"/>
                <a:gd name="T41" fmla="*/ 58 h 295"/>
                <a:gd name="T42" fmla="*/ 147 w 295"/>
                <a:gd name="T43" fmla="*/ 54 h 295"/>
                <a:gd name="T44" fmla="*/ 147 w 295"/>
                <a:gd name="T45" fmla="*/ 20 h 295"/>
                <a:gd name="T46" fmla="*/ 68 w 295"/>
                <a:gd name="T47" fmla="*/ 48 h 295"/>
                <a:gd name="T48" fmla="*/ 58 w 295"/>
                <a:gd name="T49" fmla="*/ 29 h 295"/>
                <a:gd name="T50" fmla="*/ 99 w 295"/>
                <a:gd name="T51" fmla="*/ 7 h 295"/>
                <a:gd name="T52" fmla="*/ 109 w 295"/>
                <a:gd name="T53" fmla="*/ 26 h 295"/>
                <a:gd name="T54" fmla="*/ 147 w 295"/>
                <a:gd name="T55" fmla="*/ 20 h 295"/>
                <a:gd name="T56" fmla="*/ 147 w 295"/>
                <a:gd name="T57" fmla="*/ 54 h 295"/>
                <a:gd name="T58" fmla="*/ 57 w 295"/>
                <a:gd name="T59" fmla="*/ 120 h 295"/>
                <a:gd name="T60" fmla="*/ 120 w 295"/>
                <a:gd name="T61" fmla="*/ 237 h 295"/>
                <a:gd name="T62" fmla="*/ 120 w 295"/>
                <a:gd name="T63" fmla="*/ 237 h 295"/>
                <a:gd name="T64" fmla="*/ 147 w 295"/>
                <a:gd name="T65" fmla="*/ 241 h 295"/>
                <a:gd name="T66" fmla="*/ 147 w 295"/>
                <a:gd name="T67" fmla="*/ 275 h 295"/>
                <a:gd name="T68" fmla="*/ 133 w 295"/>
                <a:gd name="T69" fmla="*/ 274 h 295"/>
                <a:gd name="T70" fmla="*/ 127 w 295"/>
                <a:gd name="T71" fmla="*/ 295 h 295"/>
                <a:gd name="T72" fmla="*/ 82 w 295"/>
                <a:gd name="T73" fmla="*/ 281 h 295"/>
                <a:gd name="T74" fmla="*/ 89 w 295"/>
                <a:gd name="T75" fmla="*/ 260 h 295"/>
                <a:gd name="T76" fmla="*/ 48 w 295"/>
                <a:gd name="T77" fmla="*/ 227 h 295"/>
                <a:gd name="T78" fmla="*/ 29 w 295"/>
                <a:gd name="T79" fmla="*/ 237 h 295"/>
                <a:gd name="T80" fmla="*/ 7 w 295"/>
                <a:gd name="T81" fmla="*/ 196 h 295"/>
                <a:gd name="T82" fmla="*/ 26 w 295"/>
                <a:gd name="T83" fmla="*/ 186 h 295"/>
                <a:gd name="T84" fmla="*/ 21 w 295"/>
                <a:gd name="T85" fmla="*/ 133 h 295"/>
                <a:gd name="T86" fmla="*/ 0 w 295"/>
                <a:gd name="T87" fmla="*/ 127 h 295"/>
                <a:gd name="T88" fmla="*/ 13 w 295"/>
                <a:gd name="T89" fmla="*/ 83 h 295"/>
                <a:gd name="T90" fmla="*/ 34 w 295"/>
                <a:gd name="T91" fmla="*/ 89 h 295"/>
                <a:gd name="T92" fmla="*/ 68 w 295"/>
                <a:gd name="T93" fmla="*/ 4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5" h="295">
                  <a:moveTo>
                    <a:pt x="147" y="20"/>
                  </a:moveTo>
                  <a:cubicBezTo>
                    <a:pt x="152" y="20"/>
                    <a:pt x="157" y="21"/>
                    <a:pt x="161" y="21"/>
                  </a:cubicBezTo>
                  <a:cubicBezTo>
                    <a:pt x="168" y="0"/>
                    <a:pt x="168" y="0"/>
                    <a:pt x="168" y="0"/>
                  </a:cubicBezTo>
                  <a:cubicBezTo>
                    <a:pt x="212" y="14"/>
                    <a:pt x="212" y="14"/>
                    <a:pt x="212" y="14"/>
                  </a:cubicBezTo>
                  <a:cubicBezTo>
                    <a:pt x="206" y="35"/>
                    <a:pt x="206" y="35"/>
                    <a:pt x="206" y="35"/>
                  </a:cubicBezTo>
                  <a:cubicBezTo>
                    <a:pt x="222" y="43"/>
                    <a:pt x="236" y="55"/>
                    <a:pt x="247" y="68"/>
                  </a:cubicBezTo>
                  <a:cubicBezTo>
                    <a:pt x="266" y="58"/>
                    <a:pt x="266" y="58"/>
                    <a:pt x="266" y="58"/>
                  </a:cubicBezTo>
                  <a:cubicBezTo>
                    <a:pt x="288" y="99"/>
                    <a:pt x="288" y="99"/>
                    <a:pt x="288" y="99"/>
                  </a:cubicBezTo>
                  <a:cubicBezTo>
                    <a:pt x="269" y="109"/>
                    <a:pt x="269" y="109"/>
                    <a:pt x="269" y="109"/>
                  </a:cubicBezTo>
                  <a:cubicBezTo>
                    <a:pt x="274" y="126"/>
                    <a:pt x="276" y="144"/>
                    <a:pt x="274" y="162"/>
                  </a:cubicBezTo>
                  <a:cubicBezTo>
                    <a:pt x="295" y="168"/>
                    <a:pt x="295" y="168"/>
                    <a:pt x="295" y="168"/>
                  </a:cubicBezTo>
                  <a:cubicBezTo>
                    <a:pt x="281" y="212"/>
                    <a:pt x="281" y="212"/>
                    <a:pt x="281" y="212"/>
                  </a:cubicBezTo>
                  <a:cubicBezTo>
                    <a:pt x="260" y="206"/>
                    <a:pt x="260" y="206"/>
                    <a:pt x="260" y="206"/>
                  </a:cubicBezTo>
                  <a:cubicBezTo>
                    <a:pt x="252" y="222"/>
                    <a:pt x="240" y="236"/>
                    <a:pt x="227" y="247"/>
                  </a:cubicBezTo>
                  <a:cubicBezTo>
                    <a:pt x="237" y="266"/>
                    <a:pt x="237" y="266"/>
                    <a:pt x="237" y="266"/>
                  </a:cubicBezTo>
                  <a:cubicBezTo>
                    <a:pt x="196" y="288"/>
                    <a:pt x="196" y="288"/>
                    <a:pt x="196" y="288"/>
                  </a:cubicBezTo>
                  <a:cubicBezTo>
                    <a:pt x="186" y="269"/>
                    <a:pt x="186" y="269"/>
                    <a:pt x="186" y="269"/>
                  </a:cubicBezTo>
                  <a:cubicBezTo>
                    <a:pt x="173" y="273"/>
                    <a:pt x="160" y="275"/>
                    <a:pt x="147" y="275"/>
                  </a:cubicBezTo>
                  <a:cubicBezTo>
                    <a:pt x="147" y="241"/>
                    <a:pt x="147" y="241"/>
                    <a:pt x="147" y="241"/>
                  </a:cubicBezTo>
                  <a:cubicBezTo>
                    <a:pt x="188" y="241"/>
                    <a:pt x="225" y="215"/>
                    <a:pt x="237" y="175"/>
                  </a:cubicBezTo>
                  <a:cubicBezTo>
                    <a:pt x="252" y="125"/>
                    <a:pt x="224" y="73"/>
                    <a:pt x="175" y="58"/>
                  </a:cubicBezTo>
                  <a:cubicBezTo>
                    <a:pt x="166" y="55"/>
                    <a:pt x="156" y="54"/>
                    <a:pt x="147" y="54"/>
                  </a:cubicBezTo>
                  <a:lnTo>
                    <a:pt x="147" y="20"/>
                  </a:lnTo>
                  <a:close/>
                  <a:moveTo>
                    <a:pt x="68" y="48"/>
                  </a:moveTo>
                  <a:cubicBezTo>
                    <a:pt x="58" y="29"/>
                    <a:pt x="58" y="29"/>
                    <a:pt x="58" y="29"/>
                  </a:cubicBezTo>
                  <a:cubicBezTo>
                    <a:pt x="99" y="7"/>
                    <a:pt x="99" y="7"/>
                    <a:pt x="99" y="7"/>
                  </a:cubicBezTo>
                  <a:cubicBezTo>
                    <a:pt x="109" y="26"/>
                    <a:pt x="109" y="26"/>
                    <a:pt x="109" y="26"/>
                  </a:cubicBezTo>
                  <a:cubicBezTo>
                    <a:pt x="121" y="22"/>
                    <a:pt x="134" y="20"/>
                    <a:pt x="147" y="20"/>
                  </a:cubicBezTo>
                  <a:cubicBezTo>
                    <a:pt x="147" y="54"/>
                    <a:pt x="147" y="54"/>
                    <a:pt x="147" y="54"/>
                  </a:cubicBezTo>
                  <a:cubicBezTo>
                    <a:pt x="107" y="54"/>
                    <a:pt x="70" y="80"/>
                    <a:pt x="57" y="120"/>
                  </a:cubicBezTo>
                  <a:cubicBezTo>
                    <a:pt x="42" y="170"/>
                    <a:pt x="70" y="222"/>
                    <a:pt x="120" y="237"/>
                  </a:cubicBezTo>
                  <a:cubicBezTo>
                    <a:pt x="120" y="237"/>
                    <a:pt x="120" y="237"/>
                    <a:pt x="120" y="237"/>
                  </a:cubicBezTo>
                  <a:cubicBezTo>
                    <a:pt x="129" y="240"/>
                    <a:pt x="138" y="241"/>
                    <a:pt x="147" y="241"/>
                  </a:cubicBezTo>
                  <a:cubicBezTo>
                    <a:pt x="147" y="275"/>
                    <a:pt x="147" y="275"/>
                    <a:pt x="147" y="275"/>
                  </a:cubicBezTo>
                  <a:cubicBezTo>
                    <a:pt x="143" y="275"/>
                    <a:pt x="138" y="274"/>
                    <a:pt x="133" y="274"/>
                  </a:cubicBezTo>
                  <a:cubicBezTo>
                    <a:pt x="127" y="295"/>
                    <a:pt x="127" y="295"/>
                    <a:pt x="127" y="295"/>
                  </a:cubicBezTo>
                  <a:cubicBezTo>
                    <a:pt x="82" y="281"/>
                    <a:pt x="82" y="281"/>
                    <a:pt x="82" y="281"/>
                  </a:cubicBezTo>
                  <a:cubicBezTo>
                    <a:pt x="89" y="260"/>
                    <a:pt x="89" y="260"/>
                    <a:pt x="89" y="260"/>
                  </a:cubicBezTo>
                  <a:cubicBezTo>
                    <a:pt x="73" y="252"/>
                    <a:pt x="59" y="241"/>
                    <a:pt x="48" y="227"/>
                  </a:cubicBezTo>
                  <a:cubicBezTo>
                    <a:pt x="29" y="237"/>
                    <a:pt x="29" y="237"/>
                    <a:pt x="29" y="237"/>
                  </a:cubicBezTo>
                  <a:cubicBezTo>
                    <a:pt x="7" y="196"/>
                    <a:pt x="7" y="196"/>
                    <a:pt x="7" y="196"/>
                  </a:cubicBezTo>
                  <a:cubicBezTo>
                    <a:pt x="26" y="186"/>
                    <a:pt x="26" y="186"/>
                    <a:pt x="26" y="186"/>
                  </a:cubicBezTo>
                  <a:cubicBezTo>
                    <a:pt x="21" y="169"/>
                    <a:pt x="19" y="151"/>
                    <a:pt x="21" y="133"/>
                  </a:cubicBezTo>
                  <a:cubicBezTo>
                    <a:pt x="0" y="127"/>
                    <a:pt x="0" y="127"/>
                    <a:pt x="0" y="127"/>
                  </a:cubicBezTo>
                  <a:cubicBezTo>
                    <a:pt x="13" y="83"/>
                    <a:pt x="13" y="83"/>
                    <a:pt x="13" y="83"/>
                  </a:cubicBezTo>
                  <a:cubicBezTo>
                    <a:pt x="34" y="89"/>
                    <a:pt x="34" y="89"/>
                    <a:pt x="34" y="89"/>
                  </a:cubicBezTo>
                  <a:cubicBezTo>
                    <a:pt x="43" y="73"/>
                    <a:pt x="54" y="59"/>
                    <a:pt x="68" y="48"/>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5" name="Freeform 89"/>
            <p:cNvSpPr>
              <a:spLocks noEditPoints="1"/>
            </p:cNvSpPr>
            <p:nvPr/>
          </p:nvSpPr>
          <p:spPr bwMode="auto">
            <a:xfrm>
              <a:off x="3046413" y="3505200"/>
              <a:ext cx="858838" cy="858838"/>
            </a:xfrm>
            <a:custGeom>
              <a:avLst/>
              <a:gdLst>
                <a:gd name="T0" fmla="*/ 200 w 401"/>
                <a:gd name="T1" fmla="*/ 27 h 401"/>
                <a:gd name="T2" fmla="*/ 219 w 401"/>
                <a:gd name="T3" fmla="*/ 28 h 401"/>
                <a:gd name="T4" fmla="*/ 228 w 401"/>
                <a:gd name="T5" fmla="*/ 0 h 401"/>
                <a:gd name="T6" fmla="*/ 289 w 401"/>
                <a:gd name="T7" fmla="*/ 18 h 401"/>
                <a:gd name="T8" fmla="*/ 280 w 401"/>
                <a:gd name="T9" fmla="*/ 47 h 401"/>
                <a:gd name="T10" fmla="*/ 335 w 401"/>
                <a:gd name="T11" fmla="*/ 92 h 401"/>
                <a:gd name="T12" fmla="*/ 362 w 401"/>
                <a:gd name="T13" fmla="*/ 78 h 401"/>
                <a:gd name="T14" fmla="*/ 392 w 401"/>
                <a:gd name="T15" fmla="*/ 134 h 401"/>
                <a:gd name="T16" fmla="*/ 365 w 401"/>
                <a:gd name="T17" fmla="*/ 148 h 401"/>
                <a:gd name="T18" fmla="*/ 372 w 401"/>
                <a:gd name="T19" fmla="*/ 219 h 401"/>
                <a:gd name="T20" fmla="*/ 401 w 401"/>
                <a:gd name="T21" fmla="*/ 228 h 401"/>
                <a:gd name="T22" fmla="*/ 382 w 401"/>
                <a:gd name="T23" fmla="*/ 289 h 401"/>
                <a:gd name="T24" fmla="*/ 354 w 401"/>
                <a:gd name="T25" fmla="*/ 280 h 401"/>
                <a:gd name="T26" fmla="*/ 308 w 401"/>
                <a:gd name="T27" fmla="*/ 335 h 401"/>
                <a:gd name="T28" fmla="*/ 322 w 401"/>
                <a:gd name="T29" fmla="*/ 362 h 401"/>
                <a:gd name="T30" fmla="*/ 267 w 401"/>
                <a:gd name="T31" fmla="*/ 392 h 401"/>
                <a:gd name="T32" fmla="*/ 252 w 401"/>
                <a:gd name="T33" fmla="*/ 365 h 401"/>
                <a:gd name="T34" fmla="*/ 200 w 401"/>
                <a:gd name="T35" fmla="*/ 373 h 401"/>
                <a:gd name="T36" fmla="*/ 200 w 401"/>
                <a:gd name="T37" fmla="*/ 328 h 401"/>
                <a:gd name="T38" fmla="*/ 322 w 401"/>
                <a:gd name="T39" fmla="*/ 237 h 401"/>
                <a:gd name="T40" fmla="*/ 237 w 401"/>
                <a:gd name="T41" fmla="*/ 78 h 401"/>
                <a:gd name="T42" fmla="*/ 200 w 401"/>
                <a:gd name="T43" fmla="*/ 72 h 401"/>
                <a:gd name="T44" fmla="*/ 200 w 401"/>
                <a:gd name="T45" fmla="*/ 27 h 401"/>
                <a:gd name="T46" fmla="*/ 92 w 401"/>
                <a:gd name="T47" fmla="*/ 65 h 401"/>
                <a:gd name="T48" fmla="*/ 78 w 401"/>
                <a:gd name="T49" fmla="*/ 39 h 401"/>
                <a:gd name="T50" fmla="*/ 134 w 401"/>
                <a:gd name="T51" fmla="*/ 9 h 401"/>
                <a:gd name="T52" fmla="*/ 148 w 401"/>
                <a:gd name="T53" fmla="*/ 35 h 401"/>
                <a:gd name="T54" fmla="*/ 200 w 401"/>
                <a:gd name="T55" fmla="*/ 27 h 401"/>
                <a:gd name="T56" fmla="*/ 200 w 401"/>
                <a:gd name="T57" fmla="*/ 72 h 401"/>
                <a:gd name="T58" fmla="*/ 78 w 401"/>
                <a:gd name="T59" fmla="*/ 163 h 401"/>
                <a:gd name="T60" fmla="*/ 163 w 401"/>
                <a:gd name="T61" fmla="*/ 322 h 401"/>
                <a:gd name="T62" fmla="*/ 163 w 401"/>
                <a:gd name="T63" fmla="*/ 322 h 401"/>
                <a:gd name="T64" fmla="*/ 200 w 401"/>
                <a:gd name="T65" fmla="*/ 328 h 401"/>
                <a:gd name="T66" fmla="*/ 200 w 401"/>
                <a:gd name="T67" fmla="*/ 373 h 401"/>
                <a:gd name="T68" fmla="*/ 181 w 401"/>
                <a:gd name="T69" fmla="*/ 372 h 401"/>
                <a:gd name="T70" fmla="*/ 172 w 401"/>
                <a:gd name="T71" fmla="*/ 401 h 401"/>
                <a:gd name="T72" fmla="*/ 112 w 401"/>
                <a:gd name="T73" fmla="*/ 382 h 401"/>
                <a:gd name="T74" fmla="*/ 120 w 401"/>
                <a:gd name="T75" fmla="*/ 354 h 401"/>
                <a:gd name="T76" fmla="*/ 65 w 401"/>
                <a:gd name="T77" fmla="*/ 308 h 401"/>
                <a:gd name="T78" fmla="*/ 39 w 401"/>
                <a:gd name="T79" fmla="*/ 322 h 401"/>
                <a:gd name="T80" fmla="*/ 9 w 401"/>
                <a:gd name="T81" fmla="*/ 267 h 401"/>
                <a:gd name="T82" fmla="*/ 35 w 401"/>
                <a:gd name="T83" fmla="*/ 252 h 401"/>
                <a:gd name="T84" fmla="*/ 28 w 401"/>
                <a:gd name="T85" fmla="*/ 181 h 401"/>
                <a:gd name="T86" fmla="*/ 0 w 401"/>
                <a:gd name="T87" fmla="*/ 172 h 401"/>
                <a:gd name="T88" fmla="*/ 18 w 401"/>
                <a:gd name="T89" fmla="*/ 112 h 401"/>
                <a:gd name="T90" fmla="*/ 47 w 401"/>
                <a:gd name="T91" fmla="*/ 121 h 401"/>
                <a:gd name="T92" fmla="*/ 92 w 401"/>
                <a:gd name="T93" fmla="*/ 65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1" h="401">
                  <a:moveTo>
                    <a:pt x="200" y="27"/>
                  </a:moveTo>
                  <a:cubicBezTo>
                    <a:pt x="207" y="27"/>
                    <a:pt x="213" y="28"/>
                    <a:pt x="219" y="28"/>
                  </a:cubicBezTo>
                  <a:cubicBezTo>
                    <a:pt x="228" y="0"/>
                    <a:pt x="228" y="0"/>
                    <a:pt x="228" y="0"/>
                  </a:cubicBezTo>
                  <a:cubicBezTo>
                    <a:pt x="289" y="18"/>
                    <a:pt x="289" y="18"/>
                    <a:pt x="289" y="18"/>
                  </a:cubicBezTo>
                  <a:cubicBezTo>
                    <a:pt x="280" y="47"/>
                    <a:pt x="280" y="47"/>
                    <a:pt x="280" y="47"/>
                  </a:cubicBezTo>
                  <a:cubicBezTo>
                    <a:pt x="302" y="58"/>
                    <a:pt x="321" y="74"/>
                    <a:pt x="335" y="92"/>
                  </a:cubicBezTo>
                  <a:cubicBezTo>
                    <a:pt x="362" y="78"/>
                    <a:pt x="362" y="78"/>
                    <a:pt x="362" y="78"/>
                  </a:cubicBezTo>
                  <a:cubicBezTo>
                    <a:pt x="392" y="134"/>
                    <a:pt x="392" y="134"/>
                    <a:pt x="392" y="134"/>
                  </a:cubicBezTo>
                  <a:cubicBezTo>
                    <a:pt x="365" y="148"/>
                    <a:pt x="365" y="148"/>
                    <a:pt x="365" y="148"/>
                  </a:cubicBezTo>
                  <a:cubicBezTo>
                    <a:pt x="372" y="171"/>
                    <a:pt x="375" y="195"/>
                    <a:pt x="372" y="219"/>
                  </a:cubicBezTo>
                  <a:cubicBezTo>
                    <a:pt x="401" y="228"/>
                    <a:pt x="401" y="228"/>
                    <a:pt x="401" y="228"/>
                  </a:cubicBezTo>
                  <a:cubicBezTo>
                    <a:pt x="382" y="289"/>
                    <a:pt x="382" y="289"/>
                    <a:pt x="382" y="289"/>
                  </a:cubicBezTo>
                  <a:cubicBezTo>
                    <a:pt x="354" y="280"/>
                    <a:pt x="354" y="280"/>
                    <a:pt x="354" y="280"/>
                  </a:cubicBezTo>
                  <a:cubicBezTo>
                    <a:pt x="342" y="302"/>
                    <a:pt x="327" y="321"/>
                    <a:pt x="308" y="335"/>
                  </a:cubicBezTo>
                  <a:cubicBezTo>
                    <a:pt x="322" y="362"/>
                    <a:pt x="322" y="362"/>
                    <a:pt x="322" y="362"/>
                  </a:cubicBezTo>
                  <a:cubicBezTo>
                    <a:pt x="267" y="392"/>
                    <a:pt x="267" y="392"/>
                    <a:pt x="267" y="392"/>
                  </a:cubicBezTo>
                  <a:cubicBezTo>
                    <a:pt x="252" y="365"/>
                    <a:pt x="252" y="365"/>
                    <a:pt x="252" y="365"/>
                  </a:cubicBezTo>
                  <a:cubicBezTo>
                    <a:pt x="236" y="370"/>
                    <a:pt x="218" y="373"/>
                    <a:pt x="200" y="373"/>
                  </a:cubicBezTo>
                  <a:cubicBezTo>
                    <a:pt x="200" y="328"/>
                    <a:pt x="200" y="328"/>
                    <a:pt x="200" y="328"/>
                  </a:cubicBezTo>
                  <a:cubicBezTo>
                    <a:pt x="255" y="328"/>
                    <a:pt x="306" y="293"/>
                    <a:pt x="322" y="237"/>
                  </a:cubicBezTo>
                  <a:cubicBezTo>
                    <a:pt x="343" y="170"/>
                    <a:pt x="305" y="98"/>
                    <a:pt x="237" y="78"/>
                  </a:cubicBezTo>
                  <a:cubicBezTo>
                    <a:pt x="225" y="74"/>
                    <a:pt x="212" y="72"/>
                    <a:pt x="200" y="72"/>
                  </a:cubicBezTo>
                  <a:lnTo>
                    <a:pt x="200" y="27"/>
                  </a:lnTo>
                  <a:close/>
                  <a:moveTo>
                    <a:pt x="92" y="65"/>
                  </a:moveTo>
                  <a:cubicBezTo>
                    <a:pt x="78" y="39"/>
                    <a:pt x="78" y="39"/>
                    <a:pt x="78" y="39"/>
                  </a:cubicBezTo>
                  <a:cubicBezTo>
                    <a:pt x="134" y="9"/>
                    <a:pt x="134" y="9"/>
                    <a:pt x="134" y="9"/>
                  </a:cubicBezTo>
                  <a:cubicBezTo>
                    <a:pt x="148" y="35"/>
                    <a:pt x="148" y="35"/>
                    <a:pt x="148" y="35"/>
                  </a:cubicBezTo>
                  <a:cubicBezTo>
                    <a:pt x="165" y="30"/>
                    <a:pt x="182" y="27"/>
                    <a:pt x="200" y="27"/>
                  </a:cubicBezTo>
                  <a:cubicBezTo>
                    <a:pt x="200" y="72"/>
                    <a:pt x="200" y="72"/>
                    <a:pt x="200" y="72"/>
                  </a:cubicBezTo>
                  <a:cubicBezTo>
                    <a:pt x="145" y="72"/>
                    <a:pt x="95" y="108"/>
                    <a:pt x="78" y="163"/>
                  </a:cubicBezTo>
                  <a:cubicBezTo>
                    <a:pt x="57" y="231"/>
                    <a:pt x="95" y="302"/>
                    <a:pt x="163" y="322"/>
                  </a:cubicBezTo>
                  <a:cubicBezTo>
                    <a:pt x="163" y="322"/>
                    <a:pt x="163" y="322"/>
                    <a:pt x="163" y="322"/>
                  </a:cubicBezTo>
                  <a:cubicBezTo>
                    <a:pt x="175" y="326"/>
                    <a:pt x="188" y="328"/>
                    <a:pt x="200" y="328"/>
                  </a:cubicBezTo>
                  <a:cubicBezTo>
                    <a:pt x="200" y="373"/>
                    <a:pt x="200" y="373"/>
                    <a:pt x="200" y="373"/>
                  </a:cubicBezTo>
                  <a:cubicBezTo>
                    <a:pt x="194" y="373"/>
                    <a:pt x="187" y="373"/>
                    <a:pt x="181" y="372"/>
                  </a:cubicBezTo>
                  <a:cubicBezTo>
                    <a:pt x="172" y="401"/>
                    <a:pt x="172" y="401"/>
                    <a:pt x="172" y="401"/>
                  </a:cubicBezTo>
                  <a:cubicBezTo>
                    <a:pt x="112" y="382"/>
                    <a:pt x="112" y="382"/>
                    <a:pt x="112" y="382"/>
                  </a:cubicBezTo>
                  <a:cubicBezTo>
                    <a:pt x="120" y="354"/>
                    <a:pt x="120" y="354"/>
                    <a:pt x="120" y="354"/>
                  </a:cubicBezTo>
                  <a:cubicBezTo>
                    <a:pt x="99" y="342"/>
                    <a:pt x="80" y="327"/>
                    <a:pt x="65" y="308"/>
                  </a:cubicBezTo>
                  <a:cubicBezTo>
                    <a:pt x="39" y="322"/>
                    <a:pt x="39" y="322"/>
                    <a:pt x="39" y="322"/>
                  </a:cubicBezTo>
                  <a:cubicBezTo>
                    <a:pt x="9" y="267"/>
                    <a:pt x="9" y="267"/>
                    <a:pt x="9" y="267"/>
                  </a:cubicBezTo>
                  <a:cubicBezTo>
                    <a:pt x="35" y="252"/>
                    <a:pt x="35" y="252"/>
                    <a:pt x="35" y="252"/>
                  </a:cubicBezTo>
                  <a:cubicBezTo>
                    <a:pt x="28" y="230"/>
                    <a:pt x="25" y="205"/>
                    <a:pt x="28" y="181"/>
                  </a:cubicBezTo>
                  <a:cubicBezTo>
                    <a:pt x="0" y="172"/>
                    <a:pt x="0" y="172"/>
                    <a:pt x="0" y="172"/>
                  </a:cubicBezTo>
                  <a:cubicBezTo>
                    <a:pt x="18" y="112"/>
                    <a:pt x="18" y="112"/>
                    <a:pt x="18" y="112"/>
                  </a:cubicBezTo>
                  <a:cubicBezTo>
                    <a:pt x="47" y="121"/>
                    <a:pt x="47" y="121"/>
                    <a:pt x="47" y="121"/>
                  </a:cubicBezTo>
                  <a:cubicBezTo>
                    <a:pt x="58" y="99"/>
                    <a:pt x="74" y="80"/>
                    <a:pt x="92" y="65"/>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6" name="Freeform 90"/>
            <p:cNvSpPr>
              <a:spLocks/>
            </p:cNvSpPr>
            <p:nvPr/>
          </p:nvSpPr>
          <p:spPr bwMode="auto">
            <a:xfrm>
              <a:off x="1546225" y="3252787"/>
              <a:ext cx="1806575" cy="1189038"/>
            </a:xfrm>
            <a:custGeom>
              <a:avLst/>
              <a:gdLst>
                <a:gd name="T0" fmla="*/ 29 w 843"/>
                <a:gd name="T1" fmla="*/ 0 h 555"/>
                <a:gd name="T2" fmla="*/ 814 w 843"/>
                <a:gd name="T3" fmla="*/ 0 h 555"/>
                <a:gd name="T4" fmla="*/ 843 w 843"/>
                <a:gd name="T5" fmla="*/ 29 h 555"/>
                <a:gd name="T6" fmla="*/ 843 w 843"/>
                <a:gd name="T7" fmla="*/ 525 h 555"/>
                <a:gd name="T8" fmla="*/ 814 w 843"/>
                <a:gd name="T9" fmla="*/ 555 h 555"/>
                <a:gd name="T10" fmla="*/ 29 w 843"/>
                <a:gd name="T11" fmla="*/ 555 h 555"/>
                <a:gd name="T12" fmla="*/ 0 w 843"/>
                <a:gd name="T13" fmla="*/ 525 h 555"/>
                <a:gd name="T14" fmla="*/ 0 w 843"/>
                <a:gd name="T15" fmla="*/ 29 h 555"/>
                <a:gd name="T16" fmla="*/ 29 w 843"/>
                <a:gd name="T17"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3" h="555">
                  <a:moveTo>
                    <a:pt x="29" y="0"/>
                  </a:moveTo>
                  <a:cubicBezTo>
                    <a:pt x="814" y="0"/>
                    <a:pt x="814" y="0"/>
                    <a:pt x="814" y="0"/>
                  </a:cubicBezTo>
                  <a:cubicBezTo>
                    <a:pt x="830" y="0"/>
                    <a:pt x="843" y="13"/>
                    <a:pt x="843" y="29"/>
                  </a:cubicBezTo>
                  <a:cubicBezTo>
                    <a:pt x="843" y="525"/>
                    <a:pt x="843" y="525"/>
                    <a:pt x="843" y="525"/>
                  </a:cubicBezTo>
                  <a:cubicBezTo>
                    <a:pt x="843" y="541"/>
                    <a:pt x="830" y="555"/>
                    <a:pt x="814" y="555"/>
                  </a:cubicBezTo>
                  <a:cubicBezTo>
                    <a:pt x="29" y="555"/>
                    <a:pt x="29" y="555"/>
                    <a:pt x="29" y="555"/>
                  </a:cubicBezTo>
                  <a:cubicBezTo>
                    <a:pt x="13" y="555"/>
                    <a:pt x="0" y="541"/>
                    <a:pt x="0" y="525"/>
                  </a:cubicBezTo>
                  <a:cubicBezTo>
                    <a:pt x="0" y="29"/>
                    <a:pt x="0" y="29"/>
                    <a:pt x="0" y="29"/>
                  </a:cubicBezTo>
                  <a:cubicBezTo>
                    <a:pt x="0" y="13"/>
                    <a:pt x="13" y="0"/>
                    <a:pt x="29" y="0"/>
                  </a:cubicBez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7" name="Rectangle 91"/>
            <p:cNvSpPr>
              <a:spLocks noChangeArrowheads="1"/>
            </p:cNvSpPr>
            <p:nvPr/>
          </p:nvSpPr>
          <p:spPr bwMode="auto">
            <a:xfrm>
              <a:off x="1641475" y="3376612"/>
              <a:ext cx="1619250" cy="869950"/>
            </a:xfrm>
            <a:prstGeom prst="rect">
              <a:avLst/>
            </a:prstGeom>
            <a:solidFill>
              <a:srgbClr val="F0635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8" name="Oval 92"/>
            <p:cNvSpPr>
              <a:spLocks noChangeArrowheads="1"/>
            </p:cNvSpPr>
            <p:nvPr/>
          </p:nvSpPr>
          <p:spPr bwMode="auto">
            <a:xfrm>
              <a:off x="2427288" y="3292475"/>
              <a:ext cx="46038" cy="47625"/>
            </a:xfrm>
            <a:prstGeom prst="ellipse">
              <a:avLst/>
            </a:prstGeom>
            <a:solidFill>
              <a:srgbClr val="6A75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99" name="Rectangle 93"/>
            <p:cNvSpPr>
              <a:spLocks noChangeArrowheads="1"/>
            </p:cNvSpPr>
            <p:nvPr/>
          </p:nvSpPr>
          <p:spPr bwMode="auto">
            <a:xfrm>
              <a:off x="2413000" y="4300537"/>
              <a:ext cx="76200" cy="76200"/>
            </a:xfrm>
            <a:prstGeom prst="rect">
              <a:avLst/>
            </a:prstGeom>
            <a:solidFill>
              <a:srgbClr val="6A75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0" name="Freeform 94"/>
            <p:cNvSpPr>
              <a:spLocks/>
            </p:cNvSpPr>
            <p:nvPr/>
          </p:nvSpPr>
          <p:spPr bwMode="auto">
            <a:xfrm>
              <a:off x="1231900" y="4441825"/>
              <a:ext cx="2436813" cy="131763"/>
            </a:xfrm>
            <a:custGeom>
              <a:avLst/>
              <a:gdLst>
                <a:gd name="T0" fmla="*/ 198 w 1535"/>
                <a:gd name="T1" fmla="*/ 0 h 83"/>
                <a:gd name="T2" fmla="*/ 1336 w 1535"/>
                <a:gd name="T3" fmla="*/ 0 h 83"/>
                <a:gd name="T4" fmla="*/ 1535 w 1535"/>
                <a:gd name="T5" fmla="*/ 83 h 83"/>
                <a:gd name="T6" fmla="*/ 0 w 1535"/>
                <a:gd name="T7" fmla="*/ 83 h 83"/>
                <a:gd name="T8" fmla="*/ 198 w 1535"/>
                <a:gd name="T9" fmla="*/ 0 h 83"/>
              </a:gdLst>
              <a:ahLst/>
              <a:cxnLst>
                <a:cxn ang="0">
                  <a:pos x="T0" y="T1"/>
                </a:cxn>
                <a:cxn ang="0">
                  <a:pos x="T2" y="T3"/>
                </a:cxn>
                <a:cxn ang="0">
                  <a:pos x="T4" y="T5"/>
                </a:cxn>
                <a:cxn ang="0">
                  <a:pos x="T6" y="T7"/>
                </a:cxn>
                <a:cxn ang="0">
                  <a:pos x="T8" y="T9"/>
                </a:cxn>
              </a:cxnLst>
              <a:rect l="0" t="0" r="r" b="b"/>
              <a:pathLst>
                <a:path w="1535" h="83">
                  <a:moveTo>
                    <a:pt x="198" y="0"/>
                  </a:moveTo>
                  <a:lnTo>
                    <a:pt x="1336" y="0"/>
                  </a:lnTo>
                  <a:lnTo>
                    <a:pt x="1535" y="83"/>
                  </a:lnTo>
                  <a:lnTo>
                    <a:pt x="0" y="83"/>
                  </a:lnTo>
                  <a:lnTo>
                    <a:pt x="198" y="0"/>
                  </a:lnTo>
                  <a:close/>
                </a:path>
              </a:pathLst>
            </a:custGeom>
            <a:solidFill>
              <a:srgbClr val="6A75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1" name="Freeform 95"/>
            <p:cNvSpPr>
              <a:spLocks/>
            </p:cNvSpPr>
            <p:nvPr/>
          </p:nvSpPr>
          <p:spPr bwMode="auto">
            <a:xfrm>
              <a:off x="1231900" y="4573587"/>
              <a:ext cx="2436813" cy="79375"/>
            </a:xfrm>
            <a:custGeom>
              <a:avLst/>
              <a:gdLst>
                <a:gd name="T0" fmla="*/ 0 w 1137"/>
                <a:gd name="T1" fmla="*/ 0 h 37"/>
                <a:gd name="T2" fmla="*/ 1137 w 1137"/>
                <a:gd name="T3" fmla="*/ 0 h 37"/>
                <a:gd name="T4" fmla="*/ 1137 w 1137"/>
                <a:gd name="T5" fmla="*/ 16 h 37"/>
                <a:gd name="T6" fmla="*/ 1116 w 1137"/>
                <a:gd name="T7" fmla="*/ 37 h 37"/>
                <a:gd name="T8" fmla="*/ 21 w 1137"/>
                <a:gd name="T9" fmla="*/ 37 h 37"/>
                <a:gd name="T10" fmla="*/ 0 w 1137"/>
                <a:gd name="T11" fmla="*/ 16 h 37"/>
                <a:gd name="T12" fmla="*/ 0 w 1137"/>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137" h="37">
                  <a:moveTo>
                    <a:pt x="0" y="0"/>
                  </a:moveTo>
                  <a:cubicBezTo>
                    <a:pt x="1137" y="0"/>
                    <a:pt x="1137" y="0"/>
                    <a:pt x="1137" y="0"/>
                  </a:cubicBezTo>
                  <a:cubicBezTo>
                    <a:pt x="1137" y="16"/>
                    <a:pt x="1137" y="16"/>
                    <a:pt x="1137" y="16"/>
                  </a:cubicBezTo>
                  <a:cubicBezTo>
                    <a:pt x="1137" y="28"/>
                    <a:pt x="1127" y="37"/>
                    <a:pt x="1116" y="37"/>
                  </a:cubicBezTo>
                  <a:cubicBezTo>
                    <a:pt x="21" y="37"/>
                    <a:pt x="21" y="37"/>
                    <a:pt x="21" y="37"/>
                  </a:cubicBezTo>
                  <a:cubicBezTo>
                    <a:pt x="10" y="37"/>
                    <a:pt x="0" y="28"/>
                    <a:pt x="0" y="16"/>
                  </a:cubicBezTo>
                  <a:lnTo>
                    <a:pt x="0" y="0"/>
                  </a:lnTo>
                  <a:close/>
                </a:path>
              </a:pathLst>
            </a:custGeom>
            <a:solidFill>
              <a:srgbClr val="013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2" name="Rectangle 96"/>
            <p:cNvSpPr>
              <a:spLocks noChangeArrowheads="1"/>
            </p:cNvSpPr>
            <p:nvPr/>
          </p:nvSpPr>
          <p:spPr bwMode="auto">
            <a:xfrm>
              <a:off x="2205038" y="4597400"/>
              <a:ext cx="490538" cy="31750"/>
            </a:xfrm>
            <a:prstGeom prst="rect">
              <a:avLst/>
            </a:prstGeom>
            <a:solidFill>
              <a:srgbClr val="F0635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3" name="Freeform 97"/>
            <p:cNvSpPr>
              <a:spLocks/>
            </p:cNvSpPr>
            <p:nvPr/>
          </p:nvSpPr>
          <p:spPr bwMode="auto">
            <a:xfrm>
              <a:off x="1557338" y="4451350"/>
              <a:ext cx="201613" cy="15875"/>
            </a:xfrm>
            <a:custGeom>
              <a:avLst/>
              <a:gdLst>
                <a:gd name="T0" fmla="*/ 15 w 94"/>
                <a:gd name="T1" fmla="*/ 0 h 7"/>
                <a:gd name="T2" fmla="*/ 94 w 94"/>
                <a:gd name="T3" fmla="*/ 0 h 7"/>
                <a:gd name="T4" fmla="*/ 82 w 94"/>
                <a:gd name="T5" fmla="*/ 7 h 7"/>
                <a:gd name="T6" fmla="*/ 0 w 94"/>
                <a:gd name="T7" fmla="*/ 7 h 7"/>
                <a:gd name="T8" fmla="*/ 15 w 94"/>
                <a:gd name="T9" fmla="*/ 0 h 7"/>
              </a:gdLst>
              <a:ahLst/>
              <a:cxnLst>
                <a:cxn ang="0">
                  <a:pos x="T0" y="T1"/>
                </a:cxn>
                <a:cxn ang="0">
                  <a:pos x="T2" y="T3"/>
                </a:cxn>
                <a:cxn ang="0">
                  <a:pos x="T4" y="T5"/>
                </a:cxn>
                <a:cxn ang="0">
                  <a:pos x="T6" y="T7"/>
                </a:cxn>
                <a:cxn ang="0">
                  <a:pos x="T8" y="T9"/>
                </a:cxn>
              </a:cxnLst>
              <a:rect l="0" t="0" r="r" b="b"/>
              <a:pathLst>
                <a:path w="94" h="7">
                  <a:moveTo>
                    <a:pt x="15" y="0"/>
                  </a:moveTo>
                  <a:cubicBezTo>
                    <a:pt x="41" y="0"/>
                    <a:pt x="68" y="0"/>
                    <a:pt x="94" y="0"/>
                  </a:cubicBezTo>
                  <a:cubicBezTo>
                    <a:pt x="90" y="2"/>
                    <a:pt x="86" y="4"/>
                    <a:pt x="82" y="7"/>
                  </a:cubicBezTo>
                  <a:cubicBezTo>
                    <a:pt x="55" y="7"/>
                    <a:pt x="27" y="7"/>
                    <a:pt x="0" y="7"/>
                  </a:cubicBezTo>
                  <a:cubicBezTo>
                    <a:pt x="5" y="4"/>
                    <a:pt x="10" y="2"/>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4" name="Freeform 98"/>
            <p:cNvSpPr>
              <a:spLocks/>
            </p:cNvSpPr>
            <p:nvPr/>
          </p:nvSpPr>
          <p:spPr bwMode="auto">
            <a:xfrm>
              <a:off x="1879600" y="4451350"/>
              <a:ext cx="187325" cy="15875"/>
            </a:xfrm>
            <a:custGeom>
              <a:avLst/>
              <a:gdLst>
                <a:gd name="T0" fmla="*/ 10 w 88"/>
                <a:gd name="T1" fmla="*/ 0 h 7"/>
                <a:gd name="T2" fmla="*/ 88 w 88"/>
                <a:gd name="T3" fmla="*/ 0 h 7"/>
                <a:gd name="T4" fmla="*/ 82 w 88"/>
                <a:gd name="T5" fmla="*/ 7 h 7"/>
                <a:gd name="T6" fmla="*/ 0 w 88"/>
                <a:gd name="T7" fmla="*/ 7 h 7"/>
                <a:gd name="T8" fmla="*/ 10 w 88"/>
                <a:gd name="T9" fmla="*/ 0 h 7"/>
              </a:gdLst>
              <a:ahLst/>
              <a:cxnLst>
                <a:cxn ang="0">
                  <a:pos x="T0" y="T1"/>
                </a:cxn>
                <a:cxn ang="0">
                  <a:pos x="T2" y="T3"/>
                </a:cxn>
                <a:cxn ang="0">
                  <a:pos x="T4" y="T5"/>
                </a:cxn>
                <a:cxn ang="0">
                  <a:pos x="T6" y="T7"/>
                </a:cxn>
                <a:cxn ang="0">
                  <a:pos x="T8" y="T9"/>
                </a:cxn>
              </a:cxnLst>
              <a:rect l="0" t="0" r="r" b="b"/>
              <a:pathLst>
                <a:path w="88" h="7">
                  <a:moveTo>
                    <a:pt x="10" y="0"/>
                  </a:moveTo>
                  <a:cubicBezTo>
                    <a:pt x="36" y="0"/>
                    <a:pt x="62" y="0"/>
                    <a:pt x="88" y="0"/>
                  </a:cubicBezTo>
                  <a:cubicBezTo>
                    <a:pt x="86" y="2"/>
                    <a:pt x="84" y="4"/>
                    <a:pt x="82" y="7"/>
                  </a:cubicBezTo>
                  <a:cubicBezTo>
                    <a:pt x="55" y="7"/>
                    <a:pt x="27" y="7"/>
                    <a:pt x="0" y="7"/>
                  </a:cubicBezTo>
                  <a:cubicBezTo>
                    <a:pt x="3" y="4"/>
                    <a:pt x="6" y="2"/>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5" name="Freeform 99"/>
            <p:cNvSpPr>
              <a:spLocks/>
            </p:cNvSpPr>
            <p:nvPr/>
          </p:nvSpPr>
          <p:spPr bwMode="auto">
            <a:xfrm>
              <a:off x="2200275" y="4451350"/>
              <a:ext cx="177800" cy="15875"/>
            </a:xfrm>
            <a:custGeom>
              <a:avLst/>
              <a:gdLst>
                <a:gd name="T0" fmla="*/ 4 w 83"/>
                <a:gd name="T1" fmla="*/ 0 h 7"/>
                <a:gd name="T2" fmla="*/ 83 w 83"/>
                <a:gd name="T3" fmla="*/ 0 h 7"/>
                <a:gd name="T4" fmla="*/ 82 w 83"/>
                <a:gd name="T5" fmla="*/ 7 h 7"/>
                <a:gd name="T6" fmla="*/ 0 w 83"/>
                <a:gd name="T7" fmla="*/ 7 h 7"/>
                <a:gd name="T8" fmla="*/ 4 w 83"/>
                <a:gd name="T9" fmla="*/ 0 h 7"/>
              </a:gdLst>
              <a:ahLst/>
              <a:cxnLst>
                <a:cxn ang="0">
                  <a:pos x="T0" y="T1"/>
                </a:cxn>
                <a:cxn ang="0">
                  <a:pos x="T2" y="T3"/>
                </a:cxn>
                <a:cxn ang="0">
                  <a:pos x="T4" y="T5"/>
                </a:cxn>
                <a:cxn ang="0">
                  <a:pos x="T6" y="T7"/>
                </a:cxn>
                <a:cxn ang="0">
                  <a:pos x="T8" y="T9"/>
                </a:cxn>
              </a:cxnLst>
              <a:rect l="0" t="0" r="r" b="b"/>
              <a:pathLst>
                <a:path w="83" h="7">
                  <a:moveTo>
                    <a:pt x="4" y="0"/>
                  </a:moveTo>
                  <a:cubicBezTo>
                    <a:pt x="31" y="0"/>
                    <a:pt x="57" y="0"/>
                    <a:pt x="83" y="0"/>
                  </a:cubicBezTo>
                  <a:cubicBezTo>
                    <a:pt x="83" y="2"/>
                    <a:pt x="82" y="4"/>
                    <a:pt x="82" y="7"/>
                  </a:cubicBezTo>
                  <a:cubicBezTo>
                    <a:pt x="55" y="7"/>
                    <a:pt x="27" y="7"/>
                    <a:pt x="0" y="7"/>
                  </a:cubicBezTo>
                  <a:cubicBezTo>
                    <a:pt x="2" y="4"/>
                    <a:pt x="3" y="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6" name="Freeform 100"/>
            <p:cNvSpPr>
              <a:spLocks/>
            </p:cNvSpPr>
            <p:nvPr/>
          </p:nvSpPr>
          <p:spPr bwMode="auto">
            <a:xfrm>
              <a:off x="2519363" y="4451350"/>
              <a:ext cx="177800" cy="15875"/>
            </a:xfrm>
            <a:custGeom>
              <a:avLst/>
              <a:gdLst>
                <a:gd name="T0" fmla="*/ 0 w 83"/>
                <a:gd name="T1" fmla="*/ 0 h 7"/>
                <a:gd name="T2" fmla="*/ 79 w 83"/>
                <a:gd name="T3" fmla="*/ 0 h 7"/>
                <a:gd name="T4" fmla="*/ 83 w 83"/>
                <a:gd name="T5" fmla="*/ 7 h 7"/>
                <a:gd name="T6" fmla="*/ 1 w 83"/>
                <a:gd name="T7" fmla="*/ 7 h 7"/>
                <a:gd name="T8" fmla="*/ 0 w 83"/>
                <a:gd name="T9" fmla="*/ 0 h 7"/>
              </a:gdLst>
              <a:ahLst/>
              <a:cxnLst>
                <a:cxn ang="0">
                  <a:pos x="T0" y="T1"/>
                </a:cxn>
                <a:cxn ang="0">
                  <a:pos x="T2" y="T3"/>
                </a:cxn>
                <a:cxn ang="0">
                  <a:pos x="T4" y="T5"/>
                </a:cxn>
                <a:cxn ang="0">
                  <a:pos x="T6" y="T7"/>
                </a:cxn>
                <a:cxn ang="0">
                  <a:pos x="T8" y="T9"/>
                </a:cxn>
              </a:cxnLst>
              <a:rect l="0" t="0" r="r" b="b"/>
              <a:pathLst>
                <a:path w="83" h="7">
                  <a:moveTo>
                    <a:pt x="0" y="0"/>
                  </a:moveTo>
                  <a:cubicBezTo>
                    <a:pt x="26" y="0"/>
                    <a:pt x="53" y="0"/>
                    <a:pt x="79" y="0"/>
                  </a:cubicBezTo>
                  <a:cubicBezTo>
                    <a:pt x="80" y="2"/>
                    <a:pt x="82" y="4"/>
                    <a:pt x="83" y="7"/>
                  </a:cubicBezTo>
                  <a:cubicBezTo>
                    <a:pt x="56" y="7"/>
                    <a:pt x="28" y="7"/>
                    <a:pt x="1" y="7"/>
                  </a:cubicBezTo>
                  <a:cubicBezTo>
                    <a:pt x="1" y="4"/>
                    <a:pt x="0"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7" name="Freeform 101"/>
            <p:cNvSpPr>
              <a:spLocks/>
            </p:cNvSpPr>
            <p:nvPr/>
          </p:nvSpPr>
          <p:spPr bwMode="auto">
            <a:xfrm>
              <a:off x="2830513" y="4451350"/>
              <a:ext cx="188913" cy="15875"/>
            </a:xfrm>
            <a:custGeom>
              <a:avLst/>
              <a:gdLst>
                <a:gd name="T0" fmla="*/ 0 w 88"/>
                <a:gd name="T1" fmla="*/ 0 h 7"/>
                <a:gd name="T2" fmla="*/ 78 w 88"/>
                <a:gd name="T3" fmla="*/ 0 h 7"/>
                <a:gd name="T4" fmla="*/ 88 w 88"/>
                <a:gd name="T5" fmla="*/ 7 h 7"/>
                <a:gd name="T6" fmla="*/ 6 w 88"/>
                <a:gd name="T7" fmla="*/ 7 h 7"/>
                <a:gd name="T8" fmla="*/ 0 w 88"/>
                <a:gd name="T9" fmla="*/ 0 h 7"/>
              </a:gdLst>
              <a:ahLst/>
              <a:cxnLst>
                <a:cxn ang="0">
                  <a:pos x="T0" y="T1"/>
                </a:cxn>
                <a:cxn ang="0">
                  <a:pos x="T2" y="T3"/>
                </a:cxn>
                <a:cxn ang="0">
                  <a:pos x="T4" y="T5"/>
                </a:cxn>
                <a:cxn ang="0">
                  <a:pos x="T6" y="T7"/>
                </a:cxn>
                <a:cxn ang="0">
                  <a:pos x="T8" y="T9"/>
                </a:cxn>
              </a:cxnLst>
              <a:rect l="0" t="0" r="r" b="b"/>
              <a:pathLst>
                <a:path w="88" h="7">
                  <a:moveTo>
                    <a:pt x="0" y="0"/>
                  </a:moveTo>
                  <a:cubicBezTo>
                    <a:pt x="26" y="0"/>
                    <a:pt x="52" y="0"/>
                    <a:pt x="78" y="0"/>
                  </a:cubicBezTo>
                  <a:cubicBezTo>
                    <a:pt x="82" y="2"/>
                    <a:pt x="85" y="4"/>
                    <a:pt x="88" y="7"/>
                  </a:cubicBezTo>
                  <a:cubicBezTo>
                    <a:pt x="61" y="7"/>
                    <a:pt x="33" y="7"/>
                    <a:pt x="6" y="7"/>
                  </a:cubicBezTo>
                  <a:cubicBezTo>
                    <a:pt x="4" y="4"/>
                    <a:pt x="2"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8" name="Freeform 102"/>
            <p:cNvSpPr>
              <a:spLocks/>
            </p:cNvSpPr>
            <p:nvPr/>
          </p:nvSpPr>
          <p:spPr bwMode="auto">
            <a:xfrm>
              <a:off x="3138488" y="4451350"/>
              <a:ext cx="201613" cy="15875"/>
            </a:xfrm>
            <a:custGeom>
              <a:avLst/>
              <a:gdLst>
                <a:gd name="T0" fmla="*/ 0 w 94"/>
                <a:gd name="T1" fmla="*/ 0 h 7"/>
                <a:gd name="T2" fmla="*/ 79 w 94"/>
                <a:gd name="T3" fmla="*/ 0 h 7"/>
                <a:gd name="T4" fmla="*/ 94 w 94"/>
                <a:gd name="T5" fmla="*/ 7 h 7"/>
                <a:gd name="T6" fmla="*/ 12 w 94"/>
                <a:gd name="T7" fmla="*/ 7 h 7"/>
                <a:gd name="T8" fmla="*/ 0 w 94"/>
                <a:gd name="T9" fmla="*/ 0 h 7"/>
              </a:gdLst>
              <a:ahLst/>
              <a:cxnLst>
                <a:cxn ang="0">
                  <a:pos x="T0" y="T1"/>
                </a:cxn>
                <a:cxn ang="0">
                  <a:pos x="T2" y="T3"/>
                </a:cxn>
                <a:cxn ang="0">
                  <a:pos x="T4" y="T5"/>
                </a:cxn>
                <a:cxn ang="0">
                  <a:pos x="T6" y="T7"/>
                </a:cxn>
                <a:cxn ang="0">
                  <a:pos x="T8" y="T9"/>
                </a:cxn>
              </a:cxnLst>
              <a:rect l="0" t="0" r="r" b="b"/>
              <a:pathLst>
                <a:path w="94" h="7">
                  <a:moveTo>
                    <a:pt x="0" y="0"/>
                  </a:moveTo>
                  <a:cubicBezTo>
                    <a:pt x="27" y="0"/>
                    <a:pt x="53" y="0"/>
                    <a:pt x="79" y="0"/>
                  </a:cubicBezTo>
                  <a:cubicBezTo>
                    <a:pt x="84" y="2"/>
                    <a:pt x="89" y="4"/>
                    <a:pt x="94" y="7"/>
                  </a:cubicBezTo>
                  <a:cubicBezTo>
                    <a:pt x="67" y="7"/>
                    <a:pt x="40" y="7"/>
                    <a:pt x="12" y="7"/>
                  </a:cubicBezTo>
                  <a:cubicBezTo>
                    <a:pt x="8" y="4"/>
                    <a:pt x="4"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09" name="Freeform 103"/>
            <p:cNvSpPr>
              <a:spLocks/>
            </p:cNvSpPr>
            <p:nvPr/>
          </p:nvSpPr>
          <p:spPr bwMode="auto">
            <a:xfrm>
              <a:off x="1504950" y="4478337"/>
              <a:ext cx="209550" cy="14288"/>
            </a:xfrm>
            <a:custGeom>
              <a:avLst/>
              <a:gdLst>
                <a:gd name="T0" fmla="*/ 15 w 98"/>
                <a:gd name="T1" fmla="*/ 0 h 7"/>
                <a:gd name="T2" fmla="*/ 98 w 98"/>
                <a:gd name="T3" fmla="*/ 0 h 7"/>
                <a:gd name="T4" fmla="*/ 87 w 98"/>
                <a:gd name="T5" fmla="*/ 7 h 7"/>
                <a:gd name="T6" fmla="*/ 0 w 98"/>
                <a:gd name="T7" fmla="*/ 7 h 7"/>
                <a:gd name="T8" fmla="*/ 15 w 98"/>
                <a:gd name="T9" fmla="*/ 0 h 7"/>
              </a:gdLst>
              <a:ahLst/>
              <a:cxnLst>
                <a:cxn ang="0">
                  <a:pos x="T0" y="T1"/>
                </a:cxn>
                <a:cxn ang="0">
                  <a:pos x="T2" y="T3"/>
                </a:cxn>
                <a:cxn ang="0">
                  <a:pos x="T4" y="T5"/>
                </a:cxn>
                <a:cxn ang="0">
                  <a:pos x="T6" y="T7"/>
                </a:cxn>
                <a:cxn ang="0">
                  <a:pos x="T8" y="T9"/>
                </a:cxn>
              </a:cxnLst>
              <a:rect l="0" t="0" r="r" b="b"/>
              <a:pathLst>
                <a:path w="98" h="7">
                  <a:moveTo>
                    <a:pt x="15" y="0"/>
                  </a:moveTo>
                  <a:cubicBezTo>
                    <a:pt x="43" y="0"/>
                    <a:pt x="70" y="0"/>
                    <a:pt x="98" y="0"/>
                  </a:cubicBezTo>
                  <a:cubicBezTo>
                    <a:pt x="95" y="2"/>
                    <a:pt x="91" y="5"/>
                    <a:pt x="87" y="7"/>
                  </a:cubicBezTo>
                  <a:cubicBezTo>
                    <a:pt x="58" y="7"/>
                    <a:pt x="29" y="7"/>
                    <a:pt x="0" y="7"/>
                  </a:cubicBezTo>
                  <a:cubicBezTo>
                    <a:pt x="5" y="5"/>
                    <a:pt x="10" y="2"/>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0" name="Freeform 104"/>
            <p:cNvSpPr>
              <a:spLocks/>
            </p:cNvSpPr>
            <p:nvPr/>
          </p:nvSpPr>
          <p:spPr bwMode="auto">
            <a:xfrm>
              <a:off x="1844675" y="4478337"/>
              <a:ext cx="200025" cy="14288"/>
            </a:xfrm>
            <a:custGeom>
              <a:avLst/>
              <a:gdLst>
                <a:gd name="T0" fmla="*/ 9 w 93"/>
                <a:gd name="T1" fmla="*/ 0 h 7"/>
                <a:gd name="T2" fmla="*/ 93 w 93"/>
                <a:gd name="T3" fmla="*/ 0 h 7"/>
                <a:gd name="T4" fmla="*/ 87 w 93"/>
                <a:gd name="T5" fmla="*/ 7 h 7"/>
                <a:gd name="T6" fmla="*/ 0 w 93"/>
                <a:gd name="T7" fmla="*/ 7 h 7"/>
                <a:gd name="T8" fmla="*/ 9 w 93"/>
                <a:gd name="T9" fmla="*/ 0 h 7"/>
              </a:gdLst>
              <a:ahLst/>
              <a:cxnLst>
                <a:cxn ang="0">
                  <a:pos x="T0" y="T1"/>
                </a:cxn>
                <a:cxn ang="0">
                  <a:pos x="T2" y="T3"/>
                </a:cxn>
                <a:cxn ang="0">
                  <a:pos x="T4" y="T5"/>
                </a:cxn>
                <a:cxn ang="0">
                  <a:pos x="T6" y="T7"/>
                </a:cxn>
                <a:cxn ang="0">
                  <a:pos x="T8" y="T9"/>
                </a:cxn>
              </a:cxnLst>
              <a:rect l="0" t="0" r="r" b="b"/>
              <a:pathLst>
                <a:path w="93" h="7">
                  <a:moveTo>
                    <a:pt x="9" y="0"/>
                  </a:moveTo>
                  <a:cubicBezTo>
                    <a:pt x="37" y="0"/>
                    <a:pt x="65" y="0"/>
                    <a:pt x="93" y="0"/>
                  </a:cubicBezTo>
                  <a:cubicBezTo>
                    <a:pt x="91" y="2"/>
                    <a:pt x="89" y="5"/>
                    <a:pt x="87" y="7"/>
                  </a:cubicBezTo>
                  <a:cubicBezTo>
                    <a:pt x="58" y="7"/>
                    <a:pt x="29" y="7"/>
                    <a:pt x="0" y="7"/>
                  </a:cubicBezTo>
                  <a:cubicBezTo>
                    <a:pt x="3" y="5"/>
                    <a:pt x="6" y="2"/>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1" name="Freeform 105"/>
            <p:cNvSpPr>
              <a:spLocks/>
            </p:cNvSpPr>
            <p:nvPr/>
          </p:nvSpPr>
          <p:spPr bwMode="auto">
            <a:xfrm>
              <a:off x="2185988" y="4478337"/>
              <a:ext cx="187325" cy="14288"/>
            </a:xfrm>
            <a:custGeom>
              <a:avLst/>
              <a:gdLst>
                <a:gd name="T0" fmla="*/ 4 w 88"/>
                <a:gd name="T1" fmla="*/ 0 h 7"/>
                <a:gd name="T2" fmla="*/ 88 w 88"/>
                <a:gd name="T3" fmla="*/ 0 h 7"/>
                <a:gd name="T4" fmla="*/ 87 w 88"/>
                <a:gd name="T5" fmla="*/ 7 h 7"/>
                <a:gd name="T6" fmla="*/ 0 w 88"/>
                <a:gd name="T7" fmla="*/ 7 h 7"/>
                <a:gd name="T8" fmla="*/ 4 w 88"/>
                <a:gd name="T9" fmla="*/ 0 h 7"/>
              </a:gdLst>
              <a:ahLst/>
              <a:cxnLst>
                <a:cxn ang="0">
                  <a:pos x="T0" y="T1"/>
                </a:cxn>
                <a:cxn ang="0">
                  <a:pos x="T2" y="T3"/>
                </a:cxn>
                <a:cxn ang="0">
                  <a:pos x="T4" y="T5"/>
                </a:cxn>
                <a:cxn ang="0">
                  <a:pos x="T6" y="T7"/>
                </a:cxn>
                <a:cxn ang="0">
                  <a:pos x="T8" y="T9"/>
                </a:cxn>
              </a:cxnLst>
              <a:rect l="0" t="0" r="r" b="b"/>
              <a:pathLst>
                <a:path w="88" h="7">
                  <a:moveTo>
                    <a:pt x="4" y="0"/>
                  </a:moveTo>
                  <a:cubicBezTo>
                    <a:pt x="32" y="0"/>
                    <a:pt x="60" y="0"/>
                    <a:pt x="88" y="0"/>
                  </a:cubicBezTo>
                  <a:cubicBezTo>
                    <a:pt x="88" y="2"/>
                    <a:pt x="87" y="5"/>
                    <a:pt x="87" y="7"/>
                  </a:cubicBezTo>
                  <a:cubicBezTo>
                    <a:pt x="58" y="7"/>
                    <a:pt x="29" y="7"/>
                    <a:pt x="0" y="7"/>
                  </a:cubicBezTo>
                  <a:cubicBezTo>
                    <a:pt x="2" y="5"/>
                    <a:pt x="3" y="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2" name="Freeform 106"/>
            <p:cNvSpPr>
              <a:spLocks/>
            </p:cNvSpPr>
            <p:nvPr/>
          </p:nvSpPr>
          <p:spPr bwMode="auto">
            <a:xfrm>
              <a:off x="2524125" y="4478337"/>
              <a:ext cx="188913" cy="14288"/>
            </a:xfrm>
            <a:custGeom>
              <a:avLst/>
              <a:gdLst>
                <a:gd name="T0" fmla="*/ 0 w 88"/>
                <a:gd name="T1" fmla="*/ 0 h 7"/>
                <a:gd name="T2" fmla="*/ 84 w 88"/>
                <a:gd name="T3" fmla="*/ 0 h 7"/>
                <a:gd name="T4" fmla="*/ 88 w 88"/>
                <a:gd name="T5" fmla="*/ 7 h 7"/>
                <a:gd name="T6" fmla="*/ 1 w 88"/>
                <a:gd name="T7" fmla="*/ 7 h 7"/>
                <a:gd name="T8" fmla="*/ 0 w 88"/>
                <a:gd name="T9" fmla="*/ 0 h 7"/>
              </a:gdLst>
              <a:ahLst/>
              <a:cxnLst>
                <a:cxn ang="0">
                  <a:pos x="T0" y="T1"/>
                </a:cxn>
                <a:cxn ang="0">
                  <a:pos x="T2" y="T3"/>
                </a:cxn>
                <a:cxn ang="0">
                  <a:pos x="T4" y="T5"/>
                </a:cxn>
                <a:cxn ang="0">
                  <a:pos x="T6" y="T7"/>
                </a:cxn>
                <a:cxn ang="0">
                  <a:pos x="T8" y="T9"/>
                </a:cxn>
              </a:cxnLst>
              <a:rect l="0" t="0" r="r" b="b"/>
              <a:pathLst>
                <a:path w="88" h="7">
                  <a:moveTo>
                    <a:pt x="0" y="0"/>
                  </a:moveTo>
                  <a:cubicBezTo>
                    <a:pt x="28" y="0"/>
                    <a:pt x="56" y="0"/>
                    <a:pt x="84" y="0"/>
                  </a:cubicBezTo>
                  <a:cubicBezTo>
                    <a:pt x="86" y="2"/>
                    <a:pt x="87" y="5"/>
                    <a:pt x="88" y="7"/>
                  </a:cubicBezTo>
                  <a:cubicBezTo>
                    <a:pt x="59" y="7"/>
                    <a:pt x="30" y="7"/>
                    <a:pt x="1" y="7"/>
                  </a:cubicBezTo>
                  <a:cubicBezTo>
                    <a:pt x="1" y="5"/>
                    <a:pt x="1"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3" name="Freeform 107"/>
            <p:cNvSpPr>
              <a:spLocks/>
            </p:cNvSpPr>
            <p:nvPr/>
          </p:nvSpPr>
          <p:spPr bwMode="auto">
            <a:xfrm>
              <a:off x="2854325" y="4478337"/>
              <a:ext cx="201613" cy="14288"/>
            </a:xfrm>
            <a:custGeom>
              <a:avLst/>
              <a:gdLst>
                <a:gd name="T0" fmla="*/ 0 w 94"/>
                <a:gd name="T1" fmla="*/ 0 h 7"/>
                <a:gd name="T2" fmla="*/ 84 w 94"/>
                <a:gd name="T3" fmla="*/ 0 h 7"/>
                <a:gd name="T4" fmla="*/ 94 w 94"/>
                <a:gd name="T5" fmla="*/ 7 h 7"/>
                <a:gd name="T6" fmla="*/ 7 w 94"/>
                <a:gd name="T7" fmla="*/ 7 h 7"/>
                <a:gd name="T8" fmla="*/ 0 w 94"/>
                <a:gd name="T9" fmla="*/ 0 h 7"/>
              </a:gdLst>
              <a:ahLst/>
              <a:cxnLst>
                <a:cxn ang="0">
                  <a:pos x="T0" y="T1"/>
                </a:cxn>
                <a:cxn ang="0">
                  <a:pos x="T2" y="T3"/>
                </a:cxn>
                <a:cxn ang="0">
                  <a:pos x="T4" y="T5"/>
                </a:cxn>
                <a:cxn ang="0">
                  <a:pos x="T6" y="T7"/>
                </a:cxn>
                <a:cxn ang="0">
                  <a:pos x="T8" y="T9"/>
                </a:cxn>
              </a:cxnLst>
              <a:rect l="0" t="0" r="r" b="b"/>
              <a:pathLst>
                <a:path w="94" h="7">
                  <a:moveTo>
                    <a:pt x="0" y="0"/>
                  </a:moveTo>
                  <a:cubicBezTo>
                    <a:pt x="28" y="0"/>
                    <a:pt x="56" y="0"/>
                    <a:pt x="84" y="0"/>
                  </a:cubicBezTo>
                  <a:cubicBezTo>
                    <a:pt x="87" y="2"/>
                    <a:pt x="90" y="5"/>
                    <a:pt x="94" y="7"/>
                  </a:cubicBezTo>
                  <a:cubicBezTo>
                    <a:pt x="65" y="7"/>
                    <a:pt x="36" y="7"/>
                    <a:pt x="7" y="7"/>
                  </a:cubicBezTo>
                  <a:cubicBezTo>
                    <a:pt x="5" y="5"/>
                    <a:pt x="2"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4" name="Freeform 108"/>
            <p:cNvSpPr>
              <a:spLocks/>
            </p:cNvSpPr>
            <p:nvPr/>
          </p:nvSpPr>
          <p:spPr bwMode="auto">
            <a:xfrm>
              <a:off x="3184525" y="4478337"/>
              <a:ext cx="211138" cy="14288"/>
            </a:xfrm>
            <a:custGeom>
              <a:avLst/>
              <a:gdLst>
                <a:gd name="T0" fmla="*/ 0 w 99"/>
                <a:gd name="T1" fmla="*/ 0 h 7"/>
                <a:gd name="T2" fmla="*/ 84 w 99"/>
                <a:gd name="T3" fmla="*/ 0 h 7"/>
                <a:gd name="T4" fmla="*/ 99 w 99"/>
                <a:gd name="T5" fmla="*/ 7 h 7"/>
                <a:gd name="T6" fmla="*/ 12 w 99"/>
                <a:gd name="T7" fmla="*/ 7 h 7"/>
                <a:gd name="T8" fmla="*/ 0 w 99"/>
                <a:gd name="T9" fmla="*/ 0 h 7"/>
              </a:gdLst>
              <a:ahLst/>
              <a:cxnLst>
                <a:cxn ang="0">
                  <a:pos x="T0" y="T1"/>
                </a:cxn>
                <a:cxn ang="0">
                  <a:pos x="T2" y="T3"/>
                </a:cxn>
                <a:cxn ang="0">
                  <a:pos x="T4" y="T5"/>
                </a:cxn>
                <a:cxn ang="0">
                  <a:pos x="T6" y="T7"/>
                </a:cxn>
                <a:cxn ang="0">
                  <a:pos x="T8" y="T9"/>
                </a:cxn>
              </a:cxnLst>
              <a:rect l="0" t="0" r="r" b="b"/>
              <a:pathLst>
                <a:path w="99" h="7">
                  <a:moveTo>
                    <a:pt x="0" y="0"/>
                  </a:moveTo>
                  <a:cubicBezTo>
                    <a:pt x="28" y="0"/>
                    <a:pt x="56" y="0"/>
                    <a:pt x="84" y="0"/>
                  </a:cubicBezTo>
                  <a:cubicBezTo>
                    <a:pt x="89" y="2"/>
                    <a:pt x="94" y="5"/>
                    <a:pt x="99" y="7"/>
                  </a:cubicBezTo>
                  <a:cubicBezTo>
                    <a:pt x="70" y="7"/>
                    <a:pt x="41" y="7"/>
                    <a:pt x="12" y="7"/>
                  </a:cubicBezTo>
                  <a:cubicBezTo>
                    <a:pt x="8" y="5"/>
                    <a:pt x="4"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5" name="Freeform 109"/>
            <p:cNvSpPr>
              <a:spLocks/>
            </p:cNvSpPr>
            <p:nvPr/>
          </p:nvSpPr>
          <p:spPr bwMode="auto">
            <a:xfrm>
              <a:off x="1447800" y="4505325"/>
              <a:ext cx="223838" cy="15875"/>
            </a:xfrm>
            <a:custGeom>
              <a:avLst/>
              <a:gdLst>
                <a:gd name="T0" fmla="*/ 15 w 104"/>
                <a:gd name="T1" fmla="*/ 0 h 7"/>
                <a:gd name="T2" fmla="*/ 104 w 104"/>
                <a:gd name="T3" fmla="*/ 0 h 7"/>
                <a:gd name="T4" fmla="*/ 92 w 104"/>
                <a:gd name="T5" fmla="*/ 7 h 7"/>
                <a:gd name="T6" fmla="*/ 0 w 104"/>
                <a:gd name="T7" fmla="*/ 7 h 7"/>
                <a:gd name="T8" fmla="*/ 15 w 104"/>
                <a:gd name="T9" fmla="*/ 0 h 7"/>
              </a:gdLst>
              <a:ahLst/>
              <a:cxnLst>
                <a:cxn ang="0">
                  <a:pos x="T0" y="T1"/>
                </a:cxn>
                <a:cxn ang="0">
                  <a:pos x="T2" y="T3"/>
                </a:cxn>
                <a:cxn ang="0">
                  <a:pos x="T4" y="T5"/>
                </a:cxn>
                <a:cxn ang="0">
                  <a:pos x="T6" y="T7"/>
                </a:cxn>
                <a:cxn ang="0">
                  <a:pos x="T8" y="T9"/>
                </a:cxn>
              </a:cxnLst>
              <a:rect l="0" t="0" r="r" b="b"/>
              <a:pathLst>
                <a:path w="104" h="7">
                  <a:moveTo>
                    <a:pt x="15" y="0"/>
                  </a:moveTo>
                  <a:cubicBezTo>
                    <a:pt x="45" y="0"/>
                    <a:pt x="74" y="0"/>
                    <a:pt x="104" y="0"/>
                  </a:cubicBezTo>
                  <a:cubicBezTo>
                    <a:pt x="100" y="2"/>
                    <a:pt x="96" y="4"/>
                    <a:pt x="92" y="7"/>
                  </a:cubicBezTo>
                  <a:cubicBezTo>
                    <a:pt x="61" y="7"/>
                    <a:pt x="31" y="7"/>
                    <a:pt x="0" y="7"/>
                  </a:cubicBezTo>
                  <a:cubicBezTo>
                    <a:pt x="5" y="4"/>
                    <a:pt x="10" y="2"/>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6" name="Freeform 110"/>
            <p:cNvSpPr>
              <a:spLocks/>
            </p:cNvSpPr>
            <p:nvPr/>
          </p:nvSpPr>
          <p:spPr bwMode="auto">
            <a:xfrm>
              <a:off x="1809750" y="4505325"/>
              <a:ext cx="211138" cy="15875"/>
            </a:xfrm>
            <a:custGeom>
              <a:avLst/>
              <a:gdLst>
                <a:gd name="T0" fmla="*/ 9 w 98"/>
                <a:gd name="T1" fmla="*/ 0 h 7"/>
                <a:gd name="T2" fmla="*/ 98 w 98"/>
                <a:gd name="T3" fmla="*/ 0 h 7"/>
                <a:gd name="T4" fmla="*/ 92 w 98"/>
                <a:gd name="T5" fmla="*/ 7 h 7"/>
                <a:gd name="T6" fmla="*/ 0 w 98"/>
                <a:gd name="T7" fmla="*/ 7 h 7"/>
                <a:gd name="T8" fmla="*/ 9 w 98"/>
                <a:gd name="T9" fmla="*/ 0 h 7"/>
              </a:gdLst>
              <a:ahLst/>
              <a:cxnLst>
                <a:cxn ang="0">
                  <a:pos x="T0" y="T1"/>
                </a:cxn>
                <a:cxn ang="0">
                  <a:pos x="T2" y="T3"/>
                </a:cxn>
                <a:cxn ang="0">
                  <a:pos x="T4" y="T5"/>
                </a:cxn>
                <a:cxn ang="0">
                  <a:pos x="T6" y="T7"/>
                </a:cxn>
                <a:cxn ang="0">
                  <a:pos x="T8" y="T9"/>
                </a:cxn>
              </a:cxnLst>
              <a:rect l="0" t="0" r="r" b="b"/>
              <a:pathLst>
                <a:path w="98" h="7">
                  <a:moveTo>
                    <a:pt x="9" y="0"/>
                  </a:moveTo>
                  <a:cubicBezTo>
                    <a:pt x="39" y="0"/>
                    <a:pt x="68" y="0"/>
                    <a:pt x="98" y="0"/>
                  </a:cubicBezTo>
                  <a:cubicBezTo>
                    <a:pt x="96" y="2"/>
                    <a:pt x="94" y="4"/>
                    <a:pt x="92" y="7"/>
                  </a:cubicBezTo>
                  <a:cubicBezTo>
                    <a:pt x="61" y="7"/>
                    <a:pt x="30" y="7"/>
                    <a:pt x="0" y="7"/>
                  </a:cubicBezTo>
                  <a:cubicBezTo>
                    <a:pt x="3" y="4"/>
                    <a:pt x="6" y="2"/>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7" name="Freeform 111"/>
            <p:cNvSpPr>
              <a:spLocks/>
            </p:cNvSpPr>
            <p:nvPr/>
          </p:nvSpPr>
          <p:spPr bwMode="auto">
            <a:xfrm>
              <a:off x="2170113" y="4505325"/>
              <a:ext cx="200025" cy="15875"/>
            </a:xfrm>
            <a:custGeom>
              <a:avLst/>
              <a:gdLst>
                <a:gd name="T0" fmla="*/ 4 w 93"/>
                <a:gd name="T1" fmla="*/ 0 h 7"/>
                <a:gd name="T2" fmla="*/ 93 w 93"/>
                <a:gd name="T3" fmla="*/ 0 h 7"/>
                <a:gd name="T4" fmla="*/ 92 w 93"/>
                <a:gd name="T5" fmla="*/ 7 h 7"/>
                <a:gd name="T6" fmla="*/ 0 w 93"/>
                <a:gd name="T7" fmla="*/ 7 h 7"/>
                <a:gd name="T8" fmla="*/ 4 w 93"/>
                <a:gd name="T9" fmla="*/ 0 h 7"/>
              </a:gdLst>
              <a:ahLst/>
              <a:cxnLst>
                <a:cxn ang="0">
                  <a:pos x="T0" y="T1"/>
                </a:cxn>
                <a:cxn ang="0">
                  <a:pos x="T2" y="T3"/>
                </a:cxn>
                <a:cxn ang="0">
                  <a:pos x="T4" y="T5"/>
                </a:cxn>
                <a:cxn ang="0">
                  <a:pos x="T6" y="T7"/>
                </a:cxn>
                <a:cxn ang="0">
                  <a:pos x="T8" y="T9"/>
                </a:cxn>
              </a:cxnLst>
              <a:rect l="0" t="0" r="r" b="b"/>
              <a:pathLst>
                <a:path w="93" h="7">
                  <a:moveTo>
                    <a:pt x="4" y="0"/>
                  </a:moveTo>
                  <a:cubicBezTo>
                    <a:pt x="34" y="0"/>
                    <a:pt x="64" y="0"/>
                    <a:pt x="93" y="0"/>
                  </a:cubicBezTo>
                  <a:cubicBezTo>
                    <a:pt x="93" y="2"/>
                    <a:pt x="93" y="4"/>
                    <a:pt x="92" y="7"/>
                  </a:cubicBezTo>
                  <a:cubicBezTo>
                    <a:pt x="61" y="7"/>
                    <a:pt x="31" y="7"/>
                    <a:pt x="0" y="7"/>
                  </a:cubicBezTo>
                  <a:cubicBezTo>
                    <a:pt x="2" y="4"/>
                    <a:pt x="3" y="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8" name="Freeform 112"/>
            <p:cNvSpPr>
              <a:spLocks/>
            </p:cNvSpPr>
            <p:nvPr/>
          </p:nvSpPr>
          <p:spPr bwMode="auto">
            <a:xfrm>
              <a:off x="2528888" y="4505325"/>
              <a:ext cx="200025" cy="15875"/>
            </a:xfrm>
            <a:custGeom>
              <a:avLst/>
              <a:gdLst>
                <a:gd name="T0" fmla="*/ 0 w 94"/>
                <a:gd name="T1" fmla="*/ 0 h 7"/>
                <a:gd name="T2" fmla="*/ 89 w 94"/>
                <a:gd name="T3" fmla="*/ 0 h 7"/>
                <a:gd name="T4" fmla="*/ 94 w 94"/>
                <a:gd name="T5" fmla="*/ 7 h 7"/>
                <a:gd name="T6" fmla="*/ 2 w 94"/>
                <a:gd name="T7" fmla="*/ 7 h 7"/>
                <a:gd name="T8" fmla="*/ 0 w 94"/>
                <a:gd name="T9" fmla="*/ 0 h 7"/>
              </a:gdLst>
              <a:ahLst/>
              <a:cxnLst>
                <a:cxn ang="0">
                  <a:pos x="T0" y="T1"/>
                </a:cxn>
                <a:cxn ang="0">
                  <a:pos x="T2" y="T3"/>
                </a:cxn>
                <a:cxn ang="0">
                  <a:pos x="T4" y="T5"/>
                </a:cxn>
                <a:cxn ang="0">
                  <a:pos x="T6" y="T7"/>
                </a:cxn>
                <a:cxn ang="0">
                  <a:pos x="T8" y="T9"/>
                </a:cxn>
              </a:cxnLst>
              <a:rect l="0" t="0" r="r" b="b"/>
              <a:pathLst>
                <a:path w="94" h="7">
                  <a:moveTo>
                    <a:pt x="0" y="0"/>
                  </a:moveTo>
                  <a:cubicBezTo>
                    <a:pt x="30" y="0"/>
                    <a:pt x="60" y="0"/>
                    <a:pt x="89" y="0"/>
                  </a:cubicBezTo>
                  <a:cubicBezTo>
                    <a:pt x="91" y="2"/>
                    <a:pt x="92" y="4"/>
                    <a:pt x="94" y="7"/>
                  </a:cubicBezTo>
                  <a:cubicBezTo>
                    <a:pt x="63" y="7"/>
                    <a:pt x="32" y="7"/>
                    <a:pt x="2" y="7"/>
                  </a:cubicBezTo>
                  <a:cubicBezTo>
                    <a:pt x="1" y="4"/>
                    <a:pt x="1"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19" name="Freeform 113"/>
            <p:cNvSpPr>
              <a:spLocks/>
            </p:cNvSpPr>
            <p:nvPr/>
          </p:nvSpPr>
          <p:spPr bwMode="auto">
            <a:xfrm>
              <a:off x="2879725" y="4505325"/>
              <a:ext cx="209550" cy="15875"/>
            </a:xfrm>
            <a:custGeom>
              <a:avLst/>
              <a:gdLst>
                <a:gd name="T0" fmla="*/ 0 w 98"/>
                <a:gd name="T1" fmla="*/ 0 h 7"/>
                <a:gd name="T2" fmla="*/ 89 w 98"/>
                <a:gd name="T3" fmla="*/ 0 h 7"/>
                <a:gd name="T4" fmla="*/ 98 w 98"/>
                <a:gd name="T5" fmla="*/ 7 h 7"/>
                <a:gd name="T6" fmla="*/ 6 w 98"/>
                <a:gd name="T7" fmla="*/ 7 h 7"/>
                <a:gd name="T8" fmla="*/ 0 w 98"/>
                <a:gd name="T9" fmla="*/ 0 h 7"/>
              </a:gdLst>
              <a:ahLst/>
              <a:cxnLst>
                <a:cxn ang="0">
                  <a:pos x="T0" y="T1"/>
                </a:cxn>
                <a:cxn ang="0">
                  <a:pos x="T2" y="T3"/>
                </a:cxn>
                <a:cxn ang="0">
                  <a:pos x="T4" y="T5"/>
                </a:cxn>
                <a:cxn ang="0">
                  <a:pos x="T6" y="T7"/>
                </a:cxn>
                <a:cxn ang="0">
                  <a:pos x="T8" y="T9"/>
                </a:cxn>
              </a:cxnLst>
              <a:rect l="0" t="0" r="r" b="b"/>
              <a:pathLst>
                <a:path w="98" h="7">
                  <a:moveTo>
                    <a:pt x="0" y="0"/>
                  </a:moveTo>
                  <a:cubicBezTo>
                    <a:pt x="29" y="0"/>
                    <a:pt x="59" y="0"/>
                    <a:pt x="89" y="0"/>
                  </a:cubicBezTo>
                  <a:cubicBezTo>
                    <a:pt x="92" y="2"/>
                    <a:pt x="95" y="4"/>
                    <a:pt x="98" y="7"/>
                  </a:cubicBezTo>
                  <a:cubicBezTo>
                    <a:pt x="67" y="7"/>
                    <a:pt x="37" y="7"/>
                    <a:pt x="6" y="7"/>
                  </a:cubicBezTo>
                  <a:cubicBezTo>
                    <a:pt x="4" y="4"/>
                    <a:pt x="2"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0" name="Freeform 114"/>
            <p:cNvSpPr>
              <a:spLocks/>
            </p:cNvSpPr>
            <p:nvPr/>
          </p:nvSpPr>
          <p:spPr bwMode="auto">
            <a:xfrm>
              <a:off x="3228975" y="4505325"/>
              <a:ext cx="222250" cy="15875"/>
            </a:xfrm>
            <a:custGeom>
              <a:avLst/>
              <a:gdLst>
                <a:gd name="T0" fmla="*/ 0 w 104"/>
                <a:gd name="T1" fmla="*/ 0 h 7"/>
                <a:gd name="T2" fmla="*/ 89 w 104"/>
                <a:gd name="T3" fmla="*/ 0 h 7"/>
                <a:gd name="T4" fmla="*/ 104 w 104"/>
                <a:gd name="T5" fmla="*/ 7 h 7"/>
                <a:gd name="T6" fmla="*/ 12 w 104"/>
                <a:gd name="T7" fmla="*/ 7 h 7"/>
                <a:gd name="T8" fmla="*/ 0 w 104"/>
                <a:gd name="T9" fmla="*/ 0 h 7"/>
              </a:gdLst>
              <a:ahLst/>
              <a:cxnLst>
                <a:cxn ang="0">
                  <a:pos x="T0" y="T1"/>
                </a:cxn>
                <a:cxn ang="0">
                  <a:pos x="T2" y="T3"/>
                </a:cxn>
                <a:cxn ang="0">
                  <a:pos x="T4" y="T5"/>
                </a:cxn>
                <a:cxn ang="0">
                  <a:pos x="T6" y="T7"/>
                </a:cxn>
                <a:cxn ang="0">
                  <a:pos x="T8" y="T9"/>
                </a:cxn>
              </a:cxnLst>
              <a:rect l="0" t="0" r="r" b="b"/>
              <a:pathLst>
                <a:path w="104" h="7">
                  <a:moveTo>
                    <a:pt x="0" y="0"/>
                  </a:moveTo>
                  <a:cubicBezTo>
                    <a:pt x="29" y="0"/>
                    <a:pt x="59" y="0"/>
                    <a:pt x="89" y="0"/>
                  </a:cubicBezTo>
                  <a:cubicBezTo>
                    <a:pt x="94" y="2"/>
                    <a:pt x="99" y="4"/>
                    <a:pt x="104" y="7"/>
                  </a:cubicBezTo>
                  <a:cubicBezTo>
                    <a:pt x="73" y="7"/>
                    <a:pt x="42" y="7"/>
                    <a:pt x="12" y="7"/>
                  </a:cubicBezTo>
                  <a:cubicBezTo>
                    <a:pt x="8" y="4"/>
                    <a:pt x="4"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1" name="Freeform 115"/>
            <p:cNvSpPr>
              <a:spLocks/>
            </p:cNvSpPr>
            <p:nvPr/>
          </p:nvSpPr>
          <p:spPr bwMode="auto">
            <a:xfrm>
              <a:off x="1395413" y="4530725"/>
              <a:ext cx="2109788" cy="15875"/>
            </a:xfrm>
            <a:custGeom>
              <a:avLst/>
              <a:gdLst>
                <a:gd name="T0" fmla="*/ 15 w 985"/>
                <a:gd name="T1" fmla="*/ 0 h 7"/>
                <a:gd name="T2" fmla="*/ 492 w 985"/>
                <a:gd name="T3" fmla="*/ 0 h 7"/>
                <a:gd name="T4" fmla="*/ 970 w 985"/>
                <a:gd name="T5" fmla="*/ 0 h 7"/>
                <a:gd name="T6" fmla="*/ 985 w 985"/>
                <a:gd name="T7" fmla="*/ 7 h 7"/>
                <a:gd name="T8" fmla="*/ 492 w 985"/>
                <a:gd name="T9" fmla="*/ 7 h 7"/>
                <a:gd name="T10" fmla="*/ 0 w 985"/>
                <a:gd name="T11" fmla="*/ 7 h 7"/>
                <a:gd name="T12" fmla="*/ 15 w 98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985" h="7">
                  <a:moveTo>
                    <a:pt x="15" y="0"/>
                  </a:moveTo>
                  <a:cubicBezTo>
                    <a:pt x="174" y="0"/>
                    <a:pt x="333" y="0"/>
                    <a:pt x="492" y="0"/>
                  </a:cubicBezTo>
                  <a:cubicBezTo>
                    <a:pt x="652" y="0"/>
                    <a:pt x="811" y="0"/>
                    <a:pt x="970" y="0"/>
                  </a:cubicBezTo>
                  <a:cubicBezTo>
                    <a:pt x="976" y="2"/>
                    <a:pt x="980" y="5"/>
                    <a:pt x="985" y="7"/>
                  </a:cubicBezTo>
                  <a:cubicBezTo>
                    <a:pt x="821" y="7"/>
                    <a:pt x="657" y="7"/>
                    <a:pt x="492" y="7"/>
                  </a:cubicBezTo>
                  <a:cubicBezTo>
                    <a:pt x="328" y="7"/>
                    <a:pt x="164" y="7"/>
                    <a:pt x="0" y="7"/>
                  </a:cubicBezTo>
                  <a:cubicBezTo>
                    <a:pt x="5" y="5"/>
                    <a:pt x="10" y="2"/>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2" name="Freeform 116"/>
            <p:cNvSpPr>
              <a:spLocks/>
            </p:cNvSpPr>
            <p:nvPr/>
          </p:nvSpPr>
          <p:spPr bwMode="auto">
            <a:xfrm>
              <a:off x="1641475" y="3376612"/>
              <a:ext cx="1619250" cy="869950"/>
            </a:xfrm>
            <a:custGeom>
              <a:avLst/>
              <a:gdLst>
                <a:gd name="T0" fmla="*/ 1020 w 1020"/>
                <a:gd name="T1" fmla="*/ 0 h 548"/>
                <a:gd name="T2" fmla="*/ 0 w 1020"/>
                <a:gd name="T3" fmla="*/ 548 h 548"/>
                <a:gd name="T4" fmla="*/ 1020 w 1020"/>
                <a:gd name="T5" fmla="*/ 548 h 548"/>
                <a:gd name="T6" fmla="*/ 1020 w 1020"/>
                <a:gd name="T7" fmla="*/ 0 h 548"/>
              </a:gdLst>
              <a:ahLst/>
              <a:cxnLst>
                <a:cxn ang="0">
                  <a:pos x="T0" y="T1"/>
                </a:cxn>
                <a:cxn ang="0">
                  <a:pos x="T2" y="T3"/>
                </a:cxn>
                <a:cxn ang="0">
                  <a:pos x="T4" y="T5"/>
                </a:cxn>
                <a:cxn ang="0">
                  <a:pos x="T6" y="T7"/>
                </a:cxn>
              </a:cxnLst>
              <a:rect l="0" t="0" r="r" b="b"/>
              <a:pathLst>
                <a:path w="1020" h="548">
                  <a:moveTo>
                    <a:pt x="1020" y="0"/>
                  </a:moveTo>
                  <a:lnTo>
                    <a:pt x="0" y="548"/>
                  </a:lnTo>
                  <a:lnTo>
                    <a:pt x="1020" y="548"/>
                  </a:lnTo>
                  <a:lnTo>
                    <a:pt x="1020" y="0"/>
                  </a:lnTo>
                  <a:close/>
                </a:path>
              </a:pathLst>
            </a:custGeom>
            <a:solidFill>
              <a:srgbClr val="EE4E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3" name="Freeform 117"/>
            <p:cNvSpPr>
              <a:spLocks noEditPoints="1"/>
            </p:cNvSpPr>
            <p:nvPr/>
          </p:nvSpPr>
          <p:spPr bwMode="auto">
            <a:xfrm>
              <a:off x="2027238" y="2890837"/>
              <a:ext cx="858838" cy="858838"/>
            </a:xfrm>
            <a:custGeom>
              <a:avLst/>
              <a:gdLst>
                <a:gd name="T0" fmla="*/ 200 w 401"/>
                <a:gd name="T1" fmla="*/ 27 h 401"/>
                <a:gd name="T2" fmla="*/ 220 w 401"/>
                <a:gd name="T3" fmla="*/ 28 h 401"/>
                <a:gd name="T4" fmla="*/ 228 w 401"/>
                <a:gd name="T5" fmla="*/ 0 h 401"/>
                <a:gd name="T6" fmla="*/ 289 w 401"/>
                <a:gd name="T7" fmla="*/ 18 h 401"/>
                <a:gd name="T8" fmla="*/ 280 w 401"/>
                <a:gd name="T9" fmla="*/ 47 h 401"/>
                <a:gd name="T10" fmla="*/ 336 w 401"/>
                <a:gd name="T11" fmla="*/ 92 h 401"/>
                <a:gd name="T12" fmla="*/ 362 w 401"/>
                <a:gd name="T13" fmla="*/ 78 h 401"/>
                <a:gd name="T14" fmla="*/ 392 w 401"/>
                <a:gd name="T15" fmla="*/ 134 h 401"/>
                <a:gd name="T16" fmla="*/ 365 w 401"/>
                <a:gd name="T17" fmla="*/ 148 h 401"/>
                <a:gd name="T18" fmla="*/ 372 w 401"/>
                <a:gd name="T19" fmla="*/ 219 h 401"/>
                <a:gd name="T20" fmla="*/ 401 w 401"/>
                <a:gd name="T21" fmla="*/ 228 h 401"/>
                <a:gd name="T22" fmla="*/ 383 w 401"/>
                <a:gd name="T23" fmla="*/ 289 h 401"/>
                <a:gd name="T24" fmla="*/ 354 w 401"/>
                <a:gd name="T25" fmla="*/ 280 h 401"/>
                <a:gd name="T26" fmla="*/ 308 w 401"/>
                <a:gd name="T27" fmla="*/ 335 h 401"/>
                <a:gd name="T28" fmla="*/ 323 w 401"/>
                <a:gd name="T29" fmla="*/ 362 h 401"/>
                <a:gd name="T30" fmla="*/ 267 w 401"/>
                <a:gd name="T31" fmla="*/ 392 h 401"/>
                <a:gd name="T32" fmla="*/ 253 w 401"/>
                <a:gd name="T33" fmla="*/ 365 h 401"/>
                <a:gd name="T34" fmla="*/ 200 w 401"/>
                <a:gd name="T35" fmla="*/ 373 h 401"/>
                <a:gd name="T36" fmla="*/ 200 w 401"/>
                <a:gd name="T37" fmla="*/ 328 h 401"/>
                <a:gd name="T38" fmla="*/ 323 w 401"/>
                <a:gd name="T39" fmla="*/ 237 h 401"/>
                <a:gd name="T40" fmla="*/ 238 w 401"/>
                <a:gd name="T41" fmla="*/ 78 h 401"/>
                <a:gd name="T42" fmla="*/ 200 w 401"/>
                <a:gd name="T43" fmla="*/ 72 h 401"/>
                <a:gd name="T44" fmla="*/ 200 w 401"/>
                <a:gd name="T45" fmla="*/ 27 h 401"/>
                <a:gd name="T46" fmla="*/ 93 w 401"/>
                <a:gd name="T47" fmla="*/ 65 h 401"/>
                <a:gd name="T48" fmla="*/ 78 w 401"/>
                <a:gd name="T49" fmla="*/ 39 h 401"/>
                <a:gd name="T50" fmla="*/ 134 w 401"/>
                <a:gd name="T51" fmla="*/ 9 h 401"/>
                <a:gd name="T52" fmla="*/ 148 w 401"/>
                <a:gd name="T53" fmla="*/ 35 h 401"/>
                <a:gd name="T54" fmla="*/ 200 w 401"/>
                <a:gd name="T55" fmla="*/ 27 h 401"/>
                <a:gd name="T56" fmla="*/ 200 w 401"/>
                <a:gd name="T57" fmla="*/ 72 h 401"/>
                <a:gd name="T58" fmla="*/ 78 w 401"/>
                <a:gd name="T59" fmla="*/ 163 h 401"/>
                <a:gd name="T60" fmla="*/ 163 w 401"/>
                <a:gd name="T61" fmla="*/ 322 h 401"/>
                <a:gd name="T62" fmla="*/ 163 w 401"/>
                <a:gd name="T63" fmla="*/ 322 h 401"/>
                <a:gd name="T64" fmla="*/ 200 w 401"/>
                <a:gd name="T65" fmla="*/ 328 h 401"/>
                <a:gd name="T66" fmla="*/ 200 w 401"/>
                <a:gd name="T67" fmla="*/ 373 h 401"/>
                <a:gd name="T68" fmla="*/ 181 w 401"/>
                <a:gd name="T69" fmla="*/ 372 h 401"/>
                <a:gd name="T70" fmla="*/ 173 w 401"/>
                <a:gd name="T71" fmla="*/ 401 h 401"/>
                <a:gd name="T72" fmla="*/ 112 w 401"/>
                <a:gd name="T73" fmla="*/ 382 h 401"/>
                <a:gd name="T74" fmla="*/ 121 w 401"/>
                <a:gd name="T75" fmla="*/ 354 h 401"/>
                <a:gd name="T76" fmla="*/ 65 w 401"/>
                <a:gd name="T77" fmla="*/ 308 h 401"/>
                <a:gd name="T78" fmla="*/ 39 w 401"/>
                <a:gd name="T79" fmla="*/ 322 h 401"/>
                <a:gd name="T80" fmla="*/ 9 w 401"/>
                <a:gd name="T81" fmla="*/ 267 h 401"/>
                <a:gd name="T82" fmla="*/ 36 w 401"/>
                <a:gd name="T83" fmla="*/ 252 h 401"/>
                <a:gd name="T84" fmla="*/ 29 w 401"/>
                <a:gd name="T85" fmla="*/ 181 h 401"/>
                <a:gd name="T86" fmla="*/ 0 w 401"/>
                <a:gd name="T87" fmla="*/ 172 h 401"/>
                <a:gd name="T88" fmla="*/ 18 w 401"/>
                <a:gd name="T89" fmla="*/ 112 h 401"/>
                <a:gd name="T90" fmla="*/ 47 w 401"/>
                <a:gd name="T91" fmla="*/ 120 h 401"/>
                <a:gd name="T92" fmla="*/ 93 w 401"/>
                <a:gd name="T93" fmla="*/ 65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1" h="401">
                  <a:moveTo>
                    <a:pt x="200" y="27"/>
                  </a:moveTo>
                  <a:cubicBezTo>
                    <a:pt x="207" y="27"/>
                    <a:pt x="213" y="28"/>
                    <a:pt x="220" y="28"/>
                  </a:cubicBezTo>
                  <a:cubicBezTo>
                    <a:pt x="228" y="0"/>
                    <a:pt x="228" y="0"/>
                    <a:pt x="228" y="0"/>
                  </a:cubicBezTo>
                  <a:cubicBezTo>
                    <a:pt x="289" y="18"/>
                    <a:pt x="289" y="18"/>
                    <a:pt x="289" y="18"/>
                  </a:cubicBezTo>
                  <a:cubicBezTo>
                    <a:pt x="280" y="47"/>
                    <a:pt x="280" y="47"/>
                    <a:pt x="280" y="47"/>
                  </a:cubicBezTo>
                  <a:cubicBezTo>
                    <a:pt x="302" y="58"/>
                    <a:pt x="321" y="74"/>
                    <a:pt x="336" y="92"/>
                  </a:cubicBezTo>
                  <a:cubicBezTo>
                    <a:pt x="362" y="78"/>
                    <a:pt x="362" y="78"/>
                    <a:pt x="362" y="78"/>
                  </a:cubicBezTo>
                  <a:cubicBezTo>
                    <a:pt x="392" y="134"/>
                    <a:pt x="392" y="134"/>
                    <a:pt x="392" y="134"/>
                  </a:cubicBezTo>
                  <a:cubicBezTo>
                    <a:pt x="365" y="148"/>
                    <a:pt x="365" y="148"/>
                    <a:pt x="365" y="148"/>
                  </a:cubicBezTo>
                  <a:cubicBezTo>
                    <a:pt x="373" y="171"/>
                    <a:pt x="375" y="195"/>
                    <a:pt x="372" y="219"/>
                  </a:cubicBezTo>
                  <a:cubicBezTo>
                    <a:pt x="401" y="228"/>
                    <a:pt x="401" y="228"/>
                    <a:pt x="401" y="228"/>
                  </a:cubicBezTo>
                  <a:cubicBezTo>
                    <a:pt x="383" y="289"/>
                    <a:pt x="383" y="289"/>
                    <a:pt x="383" y="289"/>
                  </a:cubicBezTo>
                  <a:cubicBezTo>
                    <a:pt x="354" y="280"/>
                    <a:pt x="354" y="280"/>
                    <a:pt x="354" y="280"/>
                  </a:cubicBezTo>
                  <a:cubicBezTo>
                    <a:pt x="343" y="302"/>
                    <a:pt x="327" y="321"/>
                    <a:pt x="308" y="335"/>
                  </a:cubicBezTo>
                  <a:cubicBezTo>
                    <a:pt x="323" y="362"/>
                    <a:pt x="323" y="362"/>
                    <a:pt x="323" y="362"/>
                  </a:cubicBezTo>
                  <a:cubicBezTo>
                    <a:pt x="267" y="392"/>
                    <a:pt x="267" y="392"/>
                    <a:pt x="267" y="392"/>
                  </a:cubicBezTo>
                  <a:cubicBezTo>
                    <a:pt x="253" y="365"/>
                    <a:pt x="253" y="365"/>
                    <a:pt x="253" y="365"/>
                  </a:cubicBezTo>
                  <a:cubicBezTo>
                    <a:pt x="236" y="370"/>
                    <a:pt x="218" y="373"/>
                    <a:pt x="200" y="373"/>
                  </a:cubicBezTo>
                  <a:cubicBezTo>
                    <a:pt x="200" y="328"/>
                    <a:pt x="200" y="328"/>
                    <a:pt x="200" y="328"/>
                  </a:cubicBezTo>
                  <a:cubicBezTo>
                    <a:pt x="255" y="328"/>
                    <a:pt x="306" y="292"/>
                    <a:pt x="323" y="237"/>
                  </a:cubicBezTo>
                  <a:cubicBezTo>
                    <a:pt x="343" y="170"/>
                    <a:pt x="305" y="98"/>
                    <a:pt x="238" y="78"/>
                  </a:cubicBezTo>
                  <a:cubicBezTo>
                    <a:pt x="225" y="74"/>
                    <a:pt x="213" y="72"/>
                    <a:pt x="200" y="72"/>
                  </a:cubicBezTo>
                  <a:lnTo>
                    <a:pt x="200" y="27"/>
                  </a:lnTo>
                  <a:close/>
                  <a:moveTo>
                    <a:pt x="93" y="65"/>
                  </a:moveTo>
                  <a:cubicBezTo>
                    <a:pt x="78" y="39"/>
                    <a:pt x="78" y="39"/>
                    <a:pt x="78" y="39"/>
                  </a:cubicBezTo>
                  <a:cubicBezTo>
                    <a:pt x="134" y="9"/>
                    <a:pt x="134" y="9"/>
                    <a:pt x="134" y="9"/>
                  </a:cubicBezTo>
                  <a:cubicBezTo>
                    <a:pt x="148" y="35"/>
                    <a:pt x="148" y="35"/>
                    <a:pt x="148" y="35"/>
                  </a:cubicBezTo>
                  <a:cubicBezTo>
                    <a:pt x="165" y="30"/>
                    <a:pt x="183" y="27"/>
                    <a:pt x="200" y="27"/>
                  </a:cubicBezTo>
                  <a:cubicBezTo>
                    <a:pt x="200" y="72"/>
                    <a:pt x="200" y="72"/>
                    <a:pt x="200" y="72"/>
                  </a:cubicBezTo>
                  <a:cubicBezTo>
                    <a:pt x="146" y="72"/>
                    <a:pt x="95" y="108"/>
                    <a:pt x="78" y="163"/>
                  </a:cubicBezTo>
                  <a:cubicBezTo>
                    <a:pt x="58" y="231"/>
                    <a:pt x="96" y="302"/>
                    <a:pt x="163" y="322"/>
                  </a:cubicBezTo>
                  <a:cubicBezTo>
                    <a:pt x="163" y="322"/>
                    <a:pt x="163" y="322"/>
                    <a:pt x="163" y="322"/>
                  </a:cubicBezTo>
                  <a:cubicBezTo>
                    <a:pt x="176" y="326"/>
                    <a:pt x="188" y="328"/>
                    <a:pt x="200" y="328"/>
                  </a:cubicBezTo>
                  <a:cubicBezTo>
                    <a:pt x="200" y="373"/>
                    <a:pt x="200" y="373"/>
                    <a:pt x="200" y="373"/>
                  </a:cubicBezTo>
                  <a:cubicBezTo>
                    <a:pt x="194" y="373"/>
                    <a:pt x="188" y="373"/>
                    <a:pt x="181" y="372"/>
                  </a:cubicBezTo>
                  <a:cubicBezTo>
                    <a:pt x="173" y="401"/>
                    <a:pt x="173" y="401"/>
                    <a:pt x="173" y="401"/>
                  </a:cubicBezTo>
                  <a:cubicBezTo>
                    <a:pt x="112" y="382"/>
                    <a:pt x="112" y="382"/>
                    <a:pt x="112" y="382"/>
                  </a:cubicBezTo>
                  <a:cubicBezTo>
                    <a:pt x="121" y="354"/>
                    <a:pt x="121" y="354"/>
                    <a:pt x="121" y="354"/>
                  </a:cubicBezTo>
                  <a:cubicBezTo>
                    <a:pt x="99" y="342"/>
                    <a:pt x="80" y="327"/>
                    <a:pt x="65" y="308"/>
                  </a:cubicBezTo>
                  <a:cubicBezTo>
                    <a:pt x="39" y="322"/>
                    <a:pt x="39" y="322"/>
                    <a:pt x="39" y="322"/>
                  </a:cubicBezTo>
                  <a:cubicBezTo>
                    <a:pt x="9" y="267"/>
                    <a:pt x="9" y="267"/>
                    <a:pt x="9" y="267"/>
                  </a:cubicBezTo>
                  <a:cubicBezTo>
                    <a:pt x="36" y="252"/>
                    <a:pt x="36" y="252"/>
                    <a:pt x="36" y="252"/>
                  </a:cubicBezTo>
                  <a:cubicBezTo>
                    <a:pt x="28" y="230"/>
                    <a:pt x="26" y="205"/>
                    <a:pt x="29" y="181"/>
                  </a:cubicBezTo>
                  <a:cubicBezTo>
                    <a:pt x="0" y="172"/>
                    <a:pt x="0" y="172"/>
                    <a:pt x="0" y="172"/>
                  </a:cubicBezTo>
                  <a:cubicBezTo>
                    <a:pt x="18" y="112"/>
                    <a:pt x="18" y="112"/>
                    <a:pt x="18" y="112"/>
                  </a:cubicBezTo>
                  <a:cubicBezTo>
                    <a:pt x="47" y="120"/>
                    <a:pt x="47" y="120"/>
                    <a:pt x="47" y="120"/>
                  </a:cubicBezTo>
                  <a:cubicBezTo>
                    <a:pt x="58" y="99"/>
                    <a:pt x="74" y="80"/>
                    <a:pt x="93" y="6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4" name="Freeform 118"/>
            <p:cNvSpPr>
              <a:spLocks noEditPoints="1"/>
            </p:cNvSpPr>
            <p:nvPr/>
          </p:nvSpPr>
          <p:spPr bwMode="auto">
            <a:xfrm>
              <a:off x="1652588" y="3573462"/>
              <a:ext cx="588963" cy="588963"/>
            </a:xfrm>
            <a:custGeom>
              <a:avLst/>
              <a:gdLst>
                <a:gd name="T0" fmla="*/ 242 w 275"/>
                <a:gd name="T1" fmla="*/ 193 h 275"/>
                <a:gd name="T2" fmla="*/ 257 w 275"/>
                <a:gd name="T3" fmla="*/ 206 h 275"/>
                <a:gd name="T4" fmla="*/ 225 w 275"/>
                <a:gd name="T5" fmla="*/ 245 h 275"/>
                <a:gd name="T6" fmla="*/ 209 w 275"/>
                <a:gd name="T7" fmla="*/ 231 h 275"/>
                <a:gd name="T8" fmla="*/ 172 w 275"/>
                <a:gd name="T9" fmla="*/ 251 h 275"/>
                <a:gd name="T10" fmla="*/ 174 w 275"/>
                <a:gd name="T11" fmla="*/ 271 h 275"/>
                <a:gd name="T12" fmla="*/ 137 w 275"/>
                <a:gd name="T13" fmla="*/ 274 h 275"/>
                <a:gd name="T14" fmla="*/ 137 w 275"/>
                <a:gd name="T15" fmla="*/ 217 h 275"/>
                <a:gd name="T16" fmla="*/ 198 w 275"/>
                <a:gd name="T17" fmla="*/ 189 h 275"/>
                <a:gd name="T18" fmla="*/ 188 w 275"/>
                <a:gd name="T19" fmla="*/ 77 h 275"/>
                <a:gd name="T20" fmla="*/ 188 w 275"/>
                <a:gd name="T21" fmla="*/ 77 h 275"/>
                <a:gd name="T22" fmla="*/ 160 w 275"/>
                <a:gd name="T23" fmla="*/ 62 h 275"/>
                <a:gd name="T24" fmla="*/ 137 w 275"/>
                <a:gd name="T25" fmla="*/ 59 h 275"/>
                <a:gd name="T26" fmla="*/ 137 w 275"/>
                <a:gd name="T27" fmla="*/ 2 h 275"/>
                <a:gd name="T28" fmla="*/ 151 w 275"/>
                <a:gd name="T29" fmla="*/ 0 h 275"/>
                <a:gd name="T30" fmla="*/ 152 w 275"/>
                <a:gd name="T31" fmla="*/ 21 h 275"/>
                <a:gd name="T32" fmla="*/ 192 w 275"/>
                <a:gd name="T33" fmla="*/ 33 h 275"/>
                <a:gd name="T34" fmla="*/ 205 w 275"/>
                <a:gd name="T35" fmla="*/ 18 h 275"/>
                <a:gd name="T36" fmla="*/ 244 w 275"/>
                <a:gd name="T37" fmla="*/ 50 h 275"/>
                <a:gd name="T38" fmla="*/ 231 w 275"/>
                <a:gd name="T39" fmla="*/ 66 h 275"/>
                <a:gd name="T40" fmla="*/ 250 w 275"/>
                <a:gd name="T41" fmla="*/ 103 h 275"/>
                <a:gd name="T42" fmla="*/ 270 w 275"/>
                <a:gd name="T43" fmla="*/ 101 h 275"/>
                <a:gd name="T44" fmla="*/ 275 w 275"/>
                <a:gd name="T45" fmla="*/ 151 h 275"/>
                <a:gd name="T46" fmla="*/ 254 w 275"/>
                <a:gd name="T47" fmla="*/ 153 h 275"/>
                <a:gd name="T48" fmla="*/ 242 w 275"/>
                <a:gd name="T49" fmla="*/ 193 h 275"/>
                <a:gd name="T50" fmla="*/ 137 w 275"/>
                <a:gd name="T51" fmla="*/ 274 h 275"/>
                <a:gd name="T52" fmla="*/ 124 w 275"/>
                <a:gd name="T53" fmla="*/ 275 h 275"/>
                <a:gd name="T54" fmla="*/ 122 w 275"/>
                <a:gd name="T55" fmla="*/ 255 h 275"/>
                <a:gd name="T56" fmla="*/ 82 w 275"/>
                <a:gd name="T57" fmla="*/ 242 h 275"/>
                <a:gd name="T58" fmla="*/ 69 w 275"/>
                <a:gd name="T59" fmla="*/ 258 h 275"/>
                <a:gd name="T60" fmla="*/ 30 w 275"/>
                <a:gd name="T61" fmla="*/ 226 h 275"/>
                <a:gd name="T62" fmla="*/ 44 w 275"/>
                <a:gd name="T63" fmla="*/ 210 h 275"/>
                <a:gd name="T64" fmla="*/ 24 w 275"/>
                <a:gd name="T65" fmla="*/ 173 h 275"/>
                <a:gd name="T66" fmla="*/ 4 w 275"/>
                <a:gd name="T67" fmla="*/ 175 h 275"/>
                <a:gd name="T68" fmla="*/ 0 w 275"/>
                <a:gd name="T69" fmla="*/ 124 h 275"/>
                <a:gd name="T70" fmla="*/ 20 w 275"/>
                <a:gd name="T71" fmla="*/ 123 h 275"/>
                <a:gd name="T72" fmla="*/ 33 w 275"/>
                <a:gd name="T73" fmla="*/ 83 h 275"/>
                <a:gd name="T74" fmla="*/ 17 w 275"/>
                <a:gd name="T75" fmla="*/ 70 h 275"/>
                <a:gd name="T76" fmla="*/ 49 w 275"/>
                <a:gd name="T77" fmla="*/ 31 h 275"/>
                <a:gd name="T78" fmla="*/ 65 w 275"/>
                <a:gd name="T79" fmla="*/ 44 h 275"/>
                <a:gd name="T80" fmla="*/ 102 w 275"/>
                <a:gd name="T81" fmla="*/ 25 h 275"/>
                <a:gd name="T82" fmla="*/ 100 w 275"/>
                <a:gd name="T83" fmla="*/ 5 h 275"/>
                <a:gd name="T84" fmla="*/ 137 w 275"/>
                <a:gd name="T85" fmla="*/ 2 h 275"/>
                <a:gd name="T86" fmla="*/ 137 w 275"/>
                <a:gd name="T87" fmla="*/ 59 h 275"/>
                <a:gd name="T88" fmla="*/ 77 w 275"/>
                <a:gd name="T89" fmla="*/ 87 h 275"/>
                <a:gd name="T90" fmla="*/ 86 w 275"/>
                <a:gd name="T91" fmla="*/ 198 h 275"/>
                <a:gd name="T92" fmla="*/ 114 w 275"/>
                <a:gd name="T93" fmla="*/ 214 h 275"/>
                <a:gd name="T94" fmla="*/ 137 w 275"/>
                <a:gd name="T95" fmla="*/ 217 h 275"/>
                <a:gd name="T96" fmla="*/ 137 w 275"/>
                <a:gd name="T97" fmla="*/ 274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275">
                  <a:moveTo>
                    <a:pt x="242" y="193"/>
                  </a:moveTo>
                  <a:cubicBezTo>
                    <a:pt x="257" y="206"/>
                    <a:pt x="257" y="206"/>
                    <a:pt x="257" y="206"/>
                  </a:cubicBezTo>
                  <a:cubicBezTo>
                    <a:pt x="225" y="245"/>
                    <a:pt x="225" y="245"/>
                    <a:pt x="225" y="245"/>
                  </a:cubicBezTo>
                  <a:cubicBezTo>
                    <a:pt x="209" y="231"/>
                    <a:pt x="209" y="231"/>
                    <a:pt x="209" y="231"/>
                  </a:cubicBezTo>
                  <a:cubicBezTo>
                    <a:pt x="198" y="240"/>
                    <a:pt x="186" y="246"/>
                    <a:pt x="172" y="251"/>
                  </a:cubicBezTo>
                  <a:cubicBezTo>
                    <a:pt x="174" y="271"/>
                    <a:pt x="174" y="271"/>
                    <a:pt x="174" y="271"/>
                  </a:cubicBezTo>
                  <a:cubicBezTo>
                    <a:pt x="137" y="274"/>
                    <a:pt x="137" y="274"/>
                    <a:pt x="137" y="274"/>
                  </a:cubicBezTo>
                  <a:cubicBezTo>
                    <a:pt x="137" y="217"/>
                    <a:pt x="137" y="217"/>
                    <a:pt x="137" y="217"/>
                  </a:cubicBezTo>
                  <a:cubicBezTo>
                    <a:pt x="160" y="217"/>
                    <a:pt x="182" y="207"/>
                    <a:pt x="198" y="189"/>
                  </a:cubicBezTo>
                  <a:cubicBezTo>
                    <a:pt x="226" y="155"/>
                    <a:pt x="221" y="105"/>
                    <a:pt x="188" y="77"/>
                  </a:cubicBezTo>
                  <a:cubicBezTo>
                    <a:pt x="188" y="77"/>
                    <a:pt x="188" y="77"/>
                    <a:pt x="188" y="77"/>
                  </a:cubicBezTo>
                  <a:cubicBezTo>
                    <a:pt x="180" y="70"/>
                    <a:pt x="170" y="65"/>
                    <a:pt x="160" y="62"/>
                  </a:cubicBezTo>
                  <a:cubicBezTo>
                    <a:pt x="153" y="60"/>
                    <a:pt x="145" y="59"/>
                    <a:pt x="137" y="59"/>
                  </a:cubicBezTo>
                  <a:cubicBezTo>
                    <a:pt x="137" y="2"/>
                    <a:pt x="137" y="2"/>
                    <a:pt x="137" y="2"/>
                  </a:cubicBezTo>
                  <a:cubicBezTo>
                    <a:pt x="151" y="0"/>
                    <a:pt x="151" y="0"/>
                    <a:pt x="151" y="0"/>
                  </a:cubicBezTo>
                  <a:cubicBezTo>
                    <a:pt x="152" y="21"/>
                    <a:pt x="152" y="21"/>
                    <a:pt x="152" y="21"/>
                  </a:cubicBezTo>
                  <a:cubicBezTo>
                    <a:pt x="166" y="23"/>
                    <a:pt x="180" y="27"/>
                    <a:pt x="192" y="33"/>
                  </a:cubicBezTo>
                  <a:cubicBezTo>
                    <a:pt x="205" y="18"/>
                    <a:pt x="205" y="18"/>
                    <a:pt x="205" y="18"/>
                  </a:cubicBezTo>
                  <a:cubicBezTo>
                    <a:pt x="244" y="50"/>
                    <a:pt x="244" y="50"/>
                    <a:pt x="244" y="50"/>
                  </a:cubicBezTo>
                  <a:cubicBezTo>
                    <a:pt x="231" y="66"/>
                    <a:pt x="231" y="66"/>
                    <a:pt x="231" y="66"/>
                  </a:cubicBezTo>
                  <a:cubicBezTo>
                    <a:pt x="239" y="77"/>
                    <a:pt x="246" y="89"/>
                    <a:pt x="250" y="103"/>
                  </a:cubicBezTo>
                  <a:cubicBezTo>
                    <a:pt x="270" y="101"/>
                    <a:pt x="270" y="101"/>
                    <a:pt x="270" y="101"/>
                  </a:cubicBezTo>
                  <a:cubicBezTo>
                    <a:pt x="275" y="151"/>
                    <a:pt x="275" y="151"/>
                    <a:pt x="275" y="151"/>
                  </a:cubicBezTo>
                  <a:cubicBezTo>
                    <a:pt x="254" y="153"/>
                    <a:pt x="254" y="153"/>
                    <a:pt x="254" y="153"/>
                  </a:cubicBezTo>
                  <a:cubicBezTo>
                    <a:pt x="252" y="167"/>
                    <a:pt x="248" y="180"/>
                    <a:pt x="242" y="193"/>
                  </a:cubicBezTo>
                  <a:close/>
                  <a:moveTo>
                    <a:pt x="137" y="274"/>
                  </a:moveTo>
                  <a:cubicBezTo>
                    <a:pt x="124" y="275"/>
                    <a:pt x="124" y="275"/>
                    <a:pt x="124" y="275"/>
                  </a:cubicBezTo>
                  <a:cubicBezTo>
                    <a:pt x="122" y="255"/>
                    <a:pt x="122" y="255"/>
                    <a:pt x="122" y="255"/>
                  </a:cubicBezTo>
                  <a:cubicBezTo>
                    <a:pt x="108" y="253"/>
                    <a:pt x="95" y="249"/>
                    <a:pt x="82" y="242"/>
                  </a:cubicBezTo>
                  <a:cubicBezTo>
                    <a:pt x="69" y="258"/>
                    <a:pt x="69" y="258"/>
                    <a:pt x="69" y="258"/>
                  </a:cubicBezTo>
                  <a:cubicBezTo>
                    <a:pt x="30" y="226"/>
                    <a:pt x="30" y="226"/>
                    <a:pt x="30" y="226"/>
                  </a:cubicBezTo>
                  <a:cubicBezTo>
                    <a:pt x="44" y="210"/>
                    <a:pt x="44" y="210"/>
                    <a:pt x="44" y="210"/>
                  </a:cubicBezTo>
                  <a:cubicBezTo>
                    <a:pt x="35" y="199"/>
                    <a:pt x="29" y="186"/>
                    <a:pt x="24" y="173"/>
                  </a:cubicBezTo>
                  <a:cubicBezTo>
                    <a:pt x="4" y="175"/>
                    <a:pt x="4" y="175"/>
                    <a:pt x="4" y="175"/>
                  </a:cubicBezTo>
                  <a:cubicBezTo>
                    <a:pt x="0" y="124"/>
                    <a:pt x="0" y="124"/>
                    <a:pt x="0" y="124"/>
                  </a:cubicBezTo>
                  <a:cubicBezTo>
                    <a:pt x="20" y="123"/>
                    <a:pt x="20" y="123"/>
                    <a:pt x="20" y="123"/>
                  </a:cubicBezTo>
                  <a:cubicBezTo>
                    <a:pt x="22" y="109"/>
                    <a:pt x="26" y="96"/>
                    <a:pt x="33" y="83"/>
                  </a:cubicBezTo>
                  <a:cubicBezTo>
                    <a:pt x="17" y="70"/>
                    <a:pt x="17" y="70"/>
                    <a:pt x="17" y="70"/>
                  </a:cubicBezTo>
                  <a:cubicBezTo>
                    <a:pt x="49" y="31"/>
                    <a:pt x="49" y="31"/>
                    <a:pt x="49" y="31"/>
                  </a:cubicBezTo>
                  <a:cubicBezTo>
                    <a:pt x="65" y="44"/>
                    <a:pt x="65" y="44"/>
                    <a:pt x="65" y="44"/>
                  </a:cubicBezTo>
                  <a:cubicBezTo>
                    <a:pt x="76" y="36"/>
                    <a:pt x="89" y="29"/>
                    <a:pt x="102" y="25"/>
                  </a:cubicBezTo>
                  <a:cubicBezTo>
                    <a:pt x="100" y="5"/>
                    <a:pt x="100" y="5"/>
                    <a:pt x="100" y="5"/>
                  </a:cubicBezTo>
                  <a:cubicBezTo>
                    <a:pt x="137" y="2"/>
                    <a:pt x="137" y="2"/>
                    <a:pt x="137" y="2"/>
                  </a:cubicBezTo>
                  <a:cubicBezTo>
                    <a:pt x="137" y="59"/>
                    <a:pt x="137" y="59"/>
                    <a:pt x="137" y="59"/>
                  </a:cubicBezTo>
                  <a:cubicBezTo>
                    <a:pt x="114" y="59"/>
                    <a:pt x="92" y="69"/>
                    <a:pt x="77" y="87"/>
                  </a:cubicBezTo>
                  <a:cubicBezTo>
                    <a:pt x="48" y="120"/>
                    <a:pt x="53" y="170"/>
                    <a:pt x="86" y="198"/>
                  </a:cubicBezTo>
                  <a:cubicBezTo>
                    <a:pt x="95" y="205"/>
                    <a:pt x="104" y="210"/>
                    <a:pt x="114" y="214"/>
                  </a:cubicBezTo>
                  <a:cubicBezTo>
                    <a:pt x="122" y="216"/>
                    <a:pt x="129" y="217"/>
                    <a:pt x="137" y="217"/>
                  </a:cubicBezTo>
                  <a:lnTo>
                    <a:pt x="137" y="27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5" name="Oval 119"/>
            <p:cNvSpPr>
              <a:spLocks noChangeArrowheads="1"/>
            </p:cNvSpPr>
            <p:nvPr/>
          </p:nvSpPr>
          <p:spPr bwMode="auto">
            <a:xfrm>
              <a:off x="2851150" y="3830637"/>
              <a:ext cx="346075" cy="347663"/>
            </a:xfrm>
            <a:prstGeom prst="ellipse">
              <a:avLst/>
            </a:prstGeom>
            <a:solidFill>
              <a:srgbClr val="FFFFFF"/>
            </a:solidFill>
            <a:ln w="4763"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6" name="Freeform 120"/>
            <p:cNvSpPr>
              <a:spLocks noEditPoints="1"/>
            </p:cNvSpPr>
            <p:nvPr/>
          </p:nvSpPr>
          <p:spPr bwMode="auto">
            <a:xfrm>
              <a:off x="2832100" y="3811587"/>
              <a:ext cx="384175" cy="385763"/>
            </a:xfrm>
            <a:custGeom>
              <a:avLst/>
              <a:gdLst>
                <a:gd name="T0" fmla="*/ 89 w 179"/>
                <a:gd name="T1" fmla="*/ 17 h 180"/>
                <a:gd name="T2" fmla="*/ 162 w 179"/>
                <a:gd name="T3" fmla="*/ 90 h 180"/>
                <a:gd name="T4" fmla="*/ 89 w 179"/>
                <a:gd name="T5" fmla="*/ 163 h 180"/>
                <a:gd name="T6" fmla="*/ 89 w 179"/>
                <a:gd name="T7" fmla="*/ 180 h 180"/>
                <a:gd name="T8" fmla="*/ 179 w 179"/>
                <a:gd name="T9" fmla="*/ 90 h 180"/>
                <a:gd name="T10" fmla="*/ 89 w 179"/>
                <a:gd name="T11" fmla="*/ 0 h 180"/>
                <a:gd name="T12" fmla="*/ 89 w 179"/>
                <a:gd name="T13" fmla="*/ 17 h 180"/>
                <a:gd name="T14" fmla="*/ 89 w 179"/>
                <a:gd name="T15" fmla="*/ 17 h 180"/>
                <a:gd name="T16" fmla="*/ 89 w 179"/>
                <a:gd name="T17" fmla="*/ 17 h 180"/>
                <a:gd name="T18" fmla="*/ 89 w 179"/>
                <a:gd name="T19" fmla="*/ 0 h 180"/>
                <a:gd name="T20" fmla="*/ 89 w 179"/>
                <a:gd name="T21" fmla="*/ 0 h 180"/>
                <a:gd name="T22" fmla="*/ 0 w 179"/>
                <a:gd name="T23" fmla="*/ 90 h 180"/>
                <a:gd name="T24" fmla="*/ 89 w 179"/>
                <a:gd name="T25" fmla="*/ 180 h 180"/>
                <a:gd name="T26" fmla="*/ 89 w 179"/>
                <a:gd name="T27" fmla="*/ 180 h 180"/>
                <a:gd name="T28" fmla="*/ 89 w 179"/>
                <a:gd name="T29" fmla="*/ 163 h 180"/>
                <a:gd name="T30" fmla="*/ 89 w 179"/>
                <a:gd name="T31" fmla="*/ 163 h 180"/>
                <a:gd name="T32" fmla="*/ 16 w 179"/>
                <a:gd name="T33" fmla="*/ 90 h 180"/>
                <a:gd name="T34" fmla="*/ 89 w 179"/>
                <a:gd name="T35" fmla="*/ 1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9" h="180">
                  <a:moveTo>
                    <a:pt x="89" y="17"/>
                  </a:moveTo>
                  <a:cubicBezTo>
                    <a:pt x="130" y="17"/>
                    <a:pt x="162" y="49"/>
                    <a:pt x="162" y="90"/>
                  </a:cubicBezTo>
                  <a:cubicBezTo>
                    <a:pt x="162" y="130"/>
                    <a:pt x="130" y="163"/>
                    <a:pt x="89" y="163"/>
                  </a:cubicBezTo>
                  <a:cubicBezTo>
                    <a:pt x="89" y="180"/>
                    <a:pt x="89" y="180"/>
                    <a:pt x="89" y="180"/>
                  </a:cubicBezTo>
                  <a:cubicBezTo>
                    <a:pt x="139" y="180"/>
                    <a:pt x="179" y="139"/>
                    <a:pt x="179" y="90"/>
                  </a:cubicBezTo>
                  <a:cubicBezTo>
                    <a:pt x="179" y="40"/>
                    <a:pt x="139" y="0"/>
                    <a:pt x="89" y="0"/>
                  </a:cubicBezTo>
                  <a:lnTo>
                    <a:pt x="89" y="17"/>
                  </a:lnTo>
                  <a:close/>
                  <a:moveTo>
                    <a:pt x="89" y="17"/>
                  </a:moveTo>
                  <a:cubicBezTo>
                    <a:pt x="89" y="17"/>
                    <a:pt x="89" y="17"/>
                    <a:pt x="89" y="17"/>
                  </a:cubicBezTo>
                  <a:cubicBezTo>
                    <a:pt x="89" y="0"/>
                    <a:pt x="89" y="0"/>
                    <a:pt x="89" y="0"/>
                  </a:cubicBezTo>
                  <a:cubicBezTo>
                    <a:pt x="89" y="0"/>
                    <a:pt x="89" y="0"/>
                    <a:pt x="89" y="0"/>
                  </a:cubicBezTo>
                  <a:cubicBezTo>
                    <a:pt x="40" y="0"/>
                    <a:pt x="0" y="40"/>
                    <a:pt x="0" y="90"/>
                  </a:cubicBezTo>
                  <a:cubicBezTo>
                    <a:pt x="0" y="139"/>
                    <a:pt x="40" y="180"/>
                    <a:pt x="89" y="180"/>
                  </a:cubicBezTo>
                  <a:cubicBezTo>
                    <a:pt x="89" y="180"/>
                    <a:pt x="89" y="180"/>
                    <a:pt x="89" y="180"/>
                  </a:cubicBezTo>
                  <a:cubicBezTo>
                    <a:pt x="89" y="163"/>
                    <a:pt x="89" y="163"/>
                    <a:pt x="89" y="163"/>
                  </a:cubicBezTo>
                  <a:cubicBezTo>
                    <a:pt x="89" y="163"/>
                    <a:pt x="89" y="163"/>
                    <a:pt x="89" y="163"/>
                  </a:cubicBezTo>
                  <a:cubicBezTo>
                    <a:pt x="49" y="163"/>
                    <a:pt x="16" y="130"/>
                    <a:pt x="16" y="90"/>
                  </a:cubicBezTo>
                  <a:cubicBezTo>
                    <a:pt x="16" y="49"/>
                    <a:pt x="49" y="17"/>
                    <a:pt x="89" y="17"/>
                  </a:cubicBezTo>
                  <a:close/>
                </a:path>
              </a:pathLst>
            </a:cu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7" name="Freeform 121"/>
            <p:cNvSpPr>
              <a:spLocks/>
            </p:cNvSpPr>
            <p:nvPr/>
          </p:nvSpPr>
          <p:spPr bwMode="auto">
            <a:xfrm>
              <a:off x="3014663" y="3890962"/>
              <a:ext cx="19050" cy="112713"/>
            </a:xfrm>
            <a:custGeom>
              <a:avLst/>
              <a:gdLst>
                <a:gd name="T0" fmla="*/ 4 w 9"/>
                <a:gd name="T1" fmla="*/ 0 h 53"/>
                <a:gd name="T2" fmla="*/ 4 w 9"/>
                <a:gd name="T3" fmla="*/ 0 h 53"/>
                <a:gd name="T4" fmla="*/ 9 w 9"/>
                <a:gd name="T5" fmla="*/ 4 h 53"/>
                <a:gd name="T6" fmla="*/ 9 w 9"/>
                <a:gd name="T7" fmla="*/ 49 h 53"/>
                <a:gd name="T8" fmla="*/ 4 w 9"/>
                <a:gd name="T9" fmla="*/ 53 h 53"/>
                <a:gd name="T10" fmla="*/ 4 w 9"/>
                <a:gd name="T11" fmla="*/ 53 h 53"/>
                <a:gd name="T12" fmla="*/ 0 w 9"/>
                <a:gd name="T13" fmla="*/ 49 h 53"/>
                <a:gd name="T14" fmla="*/ 0 w 9"/>
                <a:gd name="T15" fmla="*/ 4 h 53"/>
                <a:gd name="T16" fmla="*/ 4 w 9"/>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3">
                  <a:moveTo>
                    <a:pt x="4" y="0"/>
                  </a:moveTo>
                  <a:cubicBezTo>
                    <a:pt x="4" y="0"/>
                    <a:pt x="4" y="0"/>
                    <a:pt x="4" y="0"/>
                  </a:cubicBezTo>
                  <a:cubicBezTo>
                    <a:pt x="7" y="0"/>
                    <a:pt x="9" y="1"/>
                    <a:pt x="9" y="4"/>
                  </a:cubicBezTo>
                  <a:cubicBezTo>
                    <a:pt x="9" y="49"/>
                    <a:pt x="9" y="49"/>
                    <a:pt x="9" y="49"/>
                  </a:cubicBezTo>
                  <a:cubicBezTo>
                    <a:pt x="9" y="51"/>
                    <a:pt x="7" y="53"/>
                    <a:pt x="4" y="53"/>
                  </a:cubicBezTo>
                  <a:cubicBezTo>
                    <a:pt x="4" y="53"/>
                    <a:pt x="4" y="53"/>
                    <a:pt x="4" y="53"/>
                  </a:cubicBezTo>
                  <a:cubicBezTo>
                    <a:pt x="2" y="53"/>
                    <a:pt x="0" y="51"/>
                    <a:pt x="0" y="49"/>
                  </a:cubicBezTo>
                  <a:cubicBezTo>
                    <a:pt x="0" y="4"/>
                    <a:pt x="0" y="4"/>
                    <a:pt x="0" y="4"/>
                  </a:cubicBezTo>
                  <a:cubicBezTo>
                    <a:pt x="0" y="1"/>
                    <a:pt x="2" y="0"/>
                    <a:pt x="4" y="0"/>
                  </a:cubicBezTo>
                  <a:close/>
                </a:path>
              </a:pathLst>
            </a:cu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8" name="Freeform 122"/>
            <p:cNvSpPr>
              <a:spLocks/>
            </p:cNvSpPr>
            <p:nvPr/>
          </p:nvSpPr>
          <p:spPr bwMode="auto">
            <a:xfrm>
              <a:off x="2947988" y="3935412"/>
              <a:ext cx="79375" cy="73025"/>
            </a:xfrm>
            <a:custGeom>
              <a:avLst/>
              <a:gdLst>
                <a:gd name="T0" fmla="*/ 2 w 37"/>
                <a:gd name="T1" fmla="*/ 2 h 34"/>
                <a:gd name="T2" fmla="*/ 2 w 37"/>
                <a:gd name="T3" fmla="*/ 2 h 34"/>
                <a:gd name="T4" fmla="*/ 8 w 37"/>
                <a:gd name="T5" fmla="*/ 2 h 34"/>
                <a:gd name="T6" fmla="*/ 35 w 37"/>
                <a:gd name="T7" fmla="*/ 26 h 34"/>
                <a:gd name="T8" fmla="*/ 35 w 37"/>
                <a:gd name="T9" fmla="*/ 32 h 34"/>
                <a:gd name="T10" fmla="*/ 35 w 37"/>
                <a:gd name="T11" fmla="*/ 32 h 34"/>
                <a:gd name="T12" fmla="*/ 29 w 37"/>
                <a:gd name="T13" fmla="*/ 32 h 34"/>
                <a:gd name="T14" fmla="*/ 2 w 37"/>
                <a:gd name="T15" fmla="*/ 8 h 34"/>
                <a:gd name="T16" fmla="*/ 2 w 37"/>
                <a:gd name="T17"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4">
                  <a:moveTo>
                    <a:pt x="2" y="2"/>
                  </a:moveTo>
                  <a:cubicBezTo>
                    <a:pt x="2" y="2"/>
                    <a:pt x="2" y="2"/>
                    <a:pt x="2" y="2"/>
                  </a:cubicBezTo>
                  <a:cubicBezTo>
                    <a:pt x="3" y="0"/>
                    <a:pt x="6" y="0"/>
                    <a:pt x="8" y="2"/>
                  </a:cubicBezTo>
                  <a:cubicBezTo>
                    <a:pt x="35" y="26"/>
                    <a:pt x="35" y="26"/>
                    <a:pt x="35" y="26"/>
                  </a:cubicBezTo>
                  <a:cubicBezTo>
                    <a:pt x="37" y="27"/>
                    <a:pt x="37" y="30"/>
                    <a:pt x="35" y="32"/>
                  </a:cubicBezTo>
                  <a:cubicBezTo>
                    <a:pt x="35" y="32"/>
                    <a:pt x="35" y="32"/>
                    <a:pt x="35" y="32"/>
                  </a:cubicBezTo>
                  <a:cubicBezTo>
                    <a:pt x="34" y="34"/>
                    <a:pt x="31" y="34"/>
                    <a:pt x="29" y="32"/>
                  </a:cubicBezTo>
                  <a:cubicBezTo>
                    <a:pt x="2" y="8"/>
                    <a:pt x="2" y="8"/>
                    <a:pt x="2" y="8"/>
                  </a:cubicBezTo>
                  <a:cubicBezTo>
                    <a:pt x="0" y="6"/>
                    <a:pt x="0" y="4"/>
                    <a:pt x="2" y="2"/>
                  </a:cubicBezTo>
                  <a:close/>
                </a:path>
              </a:pathLst>
            </a:cu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29" name="Oval 123"/>
            <p:cNvSpPr>
              <a:spLocks noChangeArrowheads="1"/>
            </p:cNvSpPr>
            <p:nvPr/>
          </p:nvSpPr>
          <p:spPr bwMode="auto">
            <a:xfrm>
              <a:off x="3014663" y="3860800"/>
              <a:ext cx="19050" cy="19050"/>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0" name="Oval 124"/>
            <p:cNvSpPr>
              <a:spLocks noChangeArrowheads="1"/>
            </p:cNvSpPr>
            <p:nvPr/>
          </p:nvSpPr>
          <p:spPr bwMode="auto">
            <a:xfrm>
              <a:off x="3151188" y="3997325"/>
              <a:ext cx="22225" cy="19050"/>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1" name="Oval 125"/>
            <p:cNvSpPr>
              <a:spLocks noChangeArrowheads="1"/>
            </p:cNvSpPr>
            <p:nvPr/>
          </p:nvSpPr>
          <p:spPr bwMode="auto">
            <a:xfrm>
              <a:off x="3014663" y="4137025"/>
              <a:ext cx="20638" cy="19050"/>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2" name="Oval 126"/>
            <p:cNvSpPr>
              <a:spLocks noChangeArrowheads="1"/>
            </p:cNvSpPr>
            <p:nvPr/>
          </p:nvSpPr>
          <p:spPr bwMode="auto">
            <a:xfrm>
              <a:off x="2878138" y="4000500"/>
              <a:ext cx="19050" cy="19050"/>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3" name="Oval 127"/>
            <p:cNvSpPr>
              <a:spLocks noChangeArrowheads="1"/>
            </p:cNvSpPr>
            <p:nvPr/>
          </p:nvSpPr>
          <p:spPr bwMode="auto">
            <a:xfrm>
              <a:off x="3001963" y="3979862"/>
              <a:ext cx="44450" cy="47625"/>
            </a:xfrm>
            <a:prstGeom prst="ellipse">
              <a:avLst/>
            </a:prstGeom>
            <a:solidFill>
              <a:srgbClr val="FFA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4" name="Freeform 128"/>
            <p:cNvSpPr>
              <a:spLocks/>
            </p:cNvSpPr>
            <p:nvPr/>
          </p:nvSpPr>
          <p:spPr bwMode="auto">
            <a:xfrm>
              <a:off x="2716213" y="2476500"/>
              <a:ext cx="576263" cy="400050"/>
            </a:xfrm>
            <a:custGeom>
              <a:avLst/>
              <a:gdLst>
                <a:gd name="T0" fmla="*/ 213 w 269"/>
                <a:gd name="T1" fmla="*/ 68 h 187"/>
                <a:gd name="T2" fmla="*/ 269 w 269"/>
                <a:gd name="T3" fmla="*/ 127 h 187"/>
                <a:gd name="T4" fmla="*/ 269 w 269"/>
                <a:gd name="T5" fmla="*/ 127 h 187"/>
                <a:gd name="T6" fmla="*/ 211 w 269"/>
                <a:gd name="T7" fmla="*/ 187 h 187"/>
                <a:gd name="T8" fmla="*/ 63 w 269"/>
                <a:gd name="T9" fmla="*/ 187 h 187"/>
                <a:gd name="T10" fmla="*/ 0 w 269"/>
                <a:gd name="T11" fmla="*/ 127 h 187"/>
                <a:gd name="T12" fmla="*/ 0 w 269"/>
                <a:gd name="T13" fmla="*/ 127 h 187"/>
                <a:gd name="T14" fmla="*/ 55 w 269"/>
                <a:gd name="T15" fmla="*/ 68 h 187"/>
                <a:gd name="T16" fmla="*/ 55 w 269"/>
                <a:gd name="T17" fmla="*/ 66 h 187"/>
                <a:gd name="T18" fmla="*/ 134 w 269"/>
                <a:gd name="T19" fmla="*/ 0 h 187"/>
                <a:gd name="T20" fmla="*/ 213 w 269"/>
                <a:gd name="T21" fmla="*/ 66 h 187"/>
                <a:gd name="T22" fmla="*/ 213 w 269"/>
                <a:gd name="T23" fmla="*/ 6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87">
                  <a:moveTo>
                    <a:pt x="213" y="68"/>
                  </a:moveTo>
                  <a:cubicBezTo>
                    <a:pt x="245" y="75"/>
                    <a:pt x="269" y="99"/>
                    <a:pt x="269" y="127"/>
                  </a:cubicBezTo>
                  <a:cubicBezTo>
                    <a:pt x="269" y="127"/>
                    <a:pt x="269" y="127"/>
                    <a:pt x="269" y="127"/>
                  </a:cubicBezTo>
                  <a:cubicBezTo>
                    <a:pt x="269" y="157"/>
                    <a:pt x="244" y="187"/>
                    <a:pt x="211" y="187"/>
                  </a:cubicBezTo>
                  <a:cubicBezTo>
                    <a:pt x="63" y="187"/>
                    <a:pt x="63" y="187"/>
                    <a:pt x="63" y="187"/>
                  </a:cubicBezTo>
                  <a:cubicBezTo>
                    <a:pt x="27" y="187"/>
                    <a:pt x="0" y="158"/>
                    <a:pt x="0" y="127"/>
                  </a:cubicBezTo>
                  <a:cubicBezTo>
                    <a:pt x="0" y="127"/>
                    <a:pt x="0" y="127"/>
                    <a:pt x="0" y="127"/>
                  </a:cubicBezTo>
                  <a:cubicBezTo>
                    <a:pt x="0" y="99"/>
                    <a:pt x="23" y="75"/>
                    <a:pt x="55" y="68"/>
                  </a:cubicBezTo>
                  <a:cubicBezTo>
                    <a:pt x="55" y="68"/>
                    <a:pt x="55" y="67"/>
                    <a:pt x="55" y="66"/>
                  </a:cubicBezTo>
                  <a:cubicBezTo>
                    <a:pt x="55" y="30"/>
                    <a:pt x="91" y="0"/>
                    <a:pt x="134" y="0"/>
                  </a:cubicBezTo>
                  <a:cubicBezTo>
                    <a:pt x="178" y="0"/>
                    <a:pt x="213" y="30"/>
                    <a:pt x="213" y="66"/>
                  </a:cubicBezTo>
                  <a:cubicBezTo>
                    <a:pt x="213" y="67"/>
                    <a:pt x="213" y="68"/>
                    <a:pt x="213" y="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5" name="Freeform 129"/>
            <p:cNvSpPr>
              <a:spLocks/>
            </p:cNvSpPr>
            <p:nvPr/>
          </p:nvSpPr>
          <p:spPr bwMode="auto">
            <a:xfrm>
              <a:off x="2600325" y="2468562"/>
              <a:ext cx="403225" cy="279400"/>
            </a:xfrm>
            <a:custGeom>
              <a:avLst/>
              <a:gdLst>
                <a:gd name="T0" fmla="*/ 149 w 188"/>
                <a:gd name="T1" fmla="*/ 48 h 131"/>
                <a:gd name="T2" fmla="*/ 188 w 188"/>
                <a:gd name="T3" fmla="*/ 89 h 131"/>
                <a:gd name="T4" fmla="*/ 188 w 188"/>
                <a:gd name="T5" fmla="*/ 89 h 131"/>
                <a:gd name="T6" fmla="*/ 147 w 188"/>
                <a:gd name="T7" fmla="*/ 131 h 131"/>
                <a:gd name="T8" fmla="*/ 44 w 188"/>
                <a:gd name="T9" fmla="*/ 131 h 131"/>
                <a:gd name="T10" fmla="*/ 0 w 188"/>
                <a:gd name="T11" fmla="*/ 89 h 131"/>
                <a:gd name="T12" fmla="*/ 0 w 188"/>
                <a:gd name="T13" fmla="*/ 89 h 131"/>
                <a:gd name="T14" fmla="*/ 39 w 188"/>
                <a:gd name="T15" fmla="*/ 48 h 131"/>
                <a:gd name="T16" fmla="*/ 39 w 188"/>
                <a:gd name="T17" fmla="*/ 47 h 131"/>
                <a:gd name="T18" fmla="*/ 94 w 188"/>
                <a:gd name="T19" fmla="*/ 0 h 131"/>
                <a:gd name="T20" fmla="*/ 149 w 188"/>
                <a:gd name="T21" fmla="*/ 47 h 131"/>
                <a:gd name="T22" fmla="*/ 149 w 188"/>
                <a:gd name="T23" fmla="*/ 4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8" h="131">
                  <a:moveTo>
                    <a:pt x="149" y="48"/>
                  </a:moveTo>
                  <a:cubicBezTo>
                    <a:pt x="171" y="52"/>
                    <a:pt x="188" y="69"/>
                    <a:pt x="188" y="89"/>
                  </a:cubicBezTo>
                  <a:cubicBezTo>
                    <a:pt x="188" y="89"/>
                    <a:pt x="188" y="89"/>
                    <a:pt x="188" y="89"/>
                  </a:cubicBezTo>
                  <a:cubicBezTo>
                    <a:pt x="188" y="110"/>
                    <a:pt x="171" y="131"/>
                    <a:pt x="147" y="131"/>
                  </a:cubicBezTo>
                  <a:cubicBezTo>
                    <a:pt x="44" y="131"/>
                    <a:pt x="44" y="131"/>
                    <a:pt x="44" y="131"/>
                  </a:cubicBezTo>
                  <a:cubicBezTo>
                    <a:pt x="19" y="131"/>
                    <a:pt x="0" y="111"/>
                    <a:pt x="0" y="89"/>
                  </a:cubicBezTo>
                  <a:cubicBezTo>
                    <a:pt x="0" y="89"/>
                    <a:pt x="0" y="89"/>
                    <a:pt x="0" y="89"/>
                  </a:cubicBezTo>
                  <a:cubicBezTo>
                    <a:pt x="0" y="69"/>
                    <a:pt x="17" y="52"/>
                    <a:pt x="39" y="48"/>
                  </a:cubicBezTo>
                  <a:cubicBezTo>
                    <a:pt x="39" y="48"/>
                    <a:pt x="39" y="47"/>
                    <a:pt x="39" y="47"/>
                  </a:cubicBezTo>
                  <a:cubicBezTo>
                    <a:pt x="39" y="21"/>
                    <a:pt x="64" y="0"/>
                    <a:pt x="94" y="0"/>
                  </a:cubicBezTo>
                  <a:cubicBezTo>
                    <a:pt x="125" y="0"/>
                    <a:pt x="149" y="21"/>
                    <a:pt x="149" y="47"/>
                  </a:cubicBezTo>
                  <a:cubicBezTo>
                    <a:pt x="149" y="47"/>
                    <a:pt x="149" y="48"/>
                    <a:pt x="149" y="4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6" name="Freeform 130"/>
            <p:cNvSpPr>
              <a:spLocks noEditPoints="1"/>
            </p:cNvSpPr>
            <p:nvPr/>
          </p:nvSpPr>
          <p:spPr bwMode="auto">
            <a:xfrm>
              <a:off x="1104900" y="3581400"/>
              <a:ext cx="384175" cy="384175"/>
            </a:xfrm>
            <a:custGeom>
              <a:avLst/>
              <a:gdLst>
                <a:gd name="T0" fmla="*/ 90 w 179"/>
                <a:gd name="T1" fmla="*/ 12 h 179"/>
                <a:gd name="T2" fmla="*/ 98 w 179"/>
                <a:gd name="T3" fmla="*/ 13 h 179"/>
                <a:gd name="T4" fmla="*/ 102 w 179"/>
                <a:gd name="T5" fmla="*/ 0 h 179"/>
                <a:gd name="T6" fmla="*/ 129 w 179"/>
                <a:gd name="T7" fmla="*/ 8 h 179"/>
                <a:gd name="T8" fmla="*/ 125 w 179"/>
                <a:gd name="T9" fmla="*/ 21 h 179"/>
                <a:gd name="T10" fmla="*/ 150 w 179"/>
                <a:gd name="T11" fmla="*/ 41 h 179"/>
                <a:gd name="T12" fmla="*/ 162 w 179"/>
                <a:gd name="T13" fmla="*/ 35 h 179"/>
                <a:gd name="T14" fmla="*/ 175 w 179"/>
                <a:gd name="T15" fmla="*/ 60 h 179"/>
                <a:gd name="T16" fmla="*/ 163 w 179"/>
                <a:gd name="T17" fmla="*/ 66 h 179"/>
                <a:gd name="T18" fmla="*/ 167 w 179"/>
                <a:gd name="T19" fmla="*/ 98 h 179"/>
                <a:gd name="T20" fmla="*/ 179 w 179"/>
                <a:gd name="T21" fmla="*/ 102 h 179"/>
                <a:gd name="T22" fmla="*/ 171 w 179"/>
                <a:gd name="T23" fmla="*/ 129 h 179"/>
                <a:gd name="T24" fmla="*/ 158 w 179"/>
                <a:gd name="T25" fmla="*/ 125 h 179"/>
                <a:gd name="T26" fmla="*/ 138 w 179"/>
                <a:gd name="T27" fmla="*/ 150 h 179"/>
                <a:gd name="T28" fmla="*/ 144 w 179"/>
                <a:gd name="T29" fmla="*/ 162 h 179"/>
                <a:gd name="T30" fmla="*/ 119 w 179"/>
                <a:gd name="T31" fmla="*/ 175 h 179"/>
                <a:gd name="T32" fmla="*/ 113 w 179"/>
                <a:gd name="T33" fmla="*/ 163 h 179"/>
                <a:gd name="T34" fmla="*/ 90 w 179"/>
                <a:gd name="T35" fmla="*/ 167 h 179"/>
                <a:gd name="T36" fmla="*/ 90 w 179"/>
                <a:gd name="T37" fmla="*/ 146 h 179"/>
                <a:gd name="T38" fmla="*/ 144 w 179"/>
                <a:gd name="T39" fmla="*/ 106 h 179"/>
                <a:gd name="T40" fmla="*/ 106 w 179"/>
                <a:gd name="T41" fmla="*/ 35 h 179"/>
                <a:gd name="T42" fmla="*/ 90 w 179"/>
                <a:gd name="T43" fmla="*/ 33 h 179"/>
                <a:gd name="T44" fmla="*/ 90 w 179"/>
                <a:gd name="T45" fmla="*/ 12 h 179"/>
                <a:gd name="T46" fmla="*/ 42 w 179"/>
                <a:gd name="T47" fmla="*/ 29 h 179"/>
                <a:gd name="T48" fmla="*/ 35 w 179"/>
                <a:gd name="T49" fmla="*/ 17 h 179"/>
                <a:gd name="T50" fmla="*/ 60 w 179"/>
                <a:gd name="T51" fmla="*/ 4 h 179"/>
                <a:gd name="T52" fmla="*/ 67 w 179"/>
                <a:gd name="T53" fmla="*/ 16 h 179"/>
                <a:gd name="T54" fmla="*/ 90 w 179"/>
                <a:gd name="T55" fmla="*/ 12 h 179"/>
                <a:gd name="T56" fmla="*/ 90 w 179"/>
                <a:gd name="T57" fmla="*/ 33 h 179"/>
                <a:gd name="T58" fmla="*/ 35 w 179"/>
                <a:gd name="T59" fmla="*/ 73 h 179"/>
                <a:gd name="T60" fmla="*/ 73 w 179"/>
                <a:gd name="T61" fmla="*/ 144 h 179"/>
                <a:gd name="T62" fmla="*/ 73 w 179"/>
                <a:gd name="T63" fmla="*/ 144 h 179"/>
                <a:gd name="T64" fmla="*/ 90 w 179"/>
                <a:gd name="T65" fmla="*/ 146 h 179"/>
                <a:gd name="T66" fmla="*/ 90 w 179"/>
                <a:gd name="T67" fmla="*/ 167 h 179"/>
                <a:gd name="T68" fmla="*/ 81 w 179"/>
                <a:gd name="T69" fmla="*/ 166 h 179"/>
                <a:gd name="T70" fmla="*/ 77 w 179"/>
                <a:gd name="T71" fmla="*/ 179 h 179"/>
                <a:gd name="T72" fmla="*/ 50 w 179"/>
                <a:gd name="T73" fmla="*/ 171 h 179"/>
                <a:gd name="T74" fmla="*/ 54 w 179"/>
                <a:gd name="T75" fmla="*/ 158 h 179"/>
                <a:gd name="T76" fmla="*/ 30 w 179"/>
                <a:gd name="T77" fmla="*/ 138 h 179"/>
                <a:gd name="T78" fmla="*/ 18 w 179"/>
                <a:gd name="T79" fmla="*/ 144 h 179"/>
                <a:gd name="T80" fmla="*/ 5 w 179"/>
                <a:gd name="T81" fmla="*/ 119 h 179"/>
                <a:gd name="T82" fmla="*/ 16 w 179"/>
                <a:gd name="T83" fmla="*/ 113 h 179"/>
                <a:gd name="T84" fmla="*/ 13 w 179"/>
                <a:gd name="T85" fmla="*/ 81 h 179"/>
                <a:gd name="T86" fmla="*/ 0 w 179"/>
                <a:gd name="T87" fmla="*/ 77 h 179"/>
                <a:gd name="T88" fmla="*/ 9 w 179"/>
                <a:gd name="T89" fmla="*/ 50 h 179"/>
                <a:gd name="T90" fmla="*/ 21 w 179"/>
                <a:gd name="T91" fmla="*/ 54 h 179"/>
                <a:gd name="T92" fmla="*/ 42 w 179"/>
                <a:gd name="T93" fmla="*/ 2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9" h="179">
                  <a:moveTo>
                    <a:pt x="90" y="12"/>
                  </a:moveTo>
                  <a:cubicBezTo>
                    <a:pt x="93" y="12"/>
                    <a:pt x="96" y="13"/>
                    <a:pt x="98" y="13"/>
                  </a:cubicBezTo>
                  <a:cubicBezTo>
                    <a:pt x="102" y="0"/>
                    <a:pt x="102" y="0"/>
                    <a:pt x="102" y="0"/>
                  </a:cubicBezTo>
                  <a:cubicBezTo>
                    <a:pt x="129" y="8"/>
                    <a:pt x="129" y="8"/>
                    <a:pt x="129" y="8"/>
                  </a:cubicBezTo>
                  <a:cubicBezTo>
                    <a:pt x="125" y="21"/>
                    <a:pt x="125" y="21"/>
                    <a:pt x="125" y="21"/>
                  </a:cubicBezTo>
                  <a:cubicBezTo>
                    <a:pt x="135" y="26"/>
                    <a:pt x="144" y="33"/>
                    <a:pt x="150" y="41"/>
                  </a:cubicBezTo>
                  <a:cubicBezTo>
                    <a:pt x="162" y="35"/>
                    <a:pt x="162" y="35"/>
                    <a:pt x="162" y="35"/>
                  </a:cubicBezTo>
                  <a:cubicBezTo>
                    <a:pt x="175" y="60"/>
                    <a:pt x="175" y="60"/>
                    <a:pt x="175" y="60"/>
                  </a:cubicBezTo>
                  <a:cubicBezTo>
                    <a:pt x="163" y="66"/>
                    <a:pt x="163" y="66"/>
                    <a:pt x="163" y="66"/>
                  </a:cubicBezTo>
                  <a:cubicBezTo>
                    <a:pt x="167" y="76"/>
                    <a:pt x="168" y="87"/>
                    <a:pt x="167" y="98"/>
                  </a:cubicBezTo>
                  <a:cubicBezTo>
                    <a:pt x="179" y="102"/>
                    <a:pt x="179" y="102"/>
                    <a:pt x="179" y="102"/>
                  </a:cubicBezTo>
                  <a:cubicBezTo>
                    <a:pt x="171" y="129"/>
                    <a:pt x="171" y="129"/>
                    <a:pt x="171" y="129"/>
                  </a:cubicBezTo>
                  <a:cubicBezTo>
                    <a:pt x="158" y="125"/>
                    <a:pt x="158" y="125"/>
                    <a:pt x="158" y="125"/>
                  </a:cubicBezTo>
                  <a:cubicBezTo>
                    <a:pt x="153" y="135"/>
                    <a:pt x="146" y="143"/>
                    <a:pt x="138" y="150"/>
                  </a:cubicBezTo>
                  <a:cubicBezTo>
                    <a:pt x="144" y="162"/>
                    <a:pt x="144" y="162"/>
                    <a:pt x="144" y="162"/>
                  </a:cubicBezTo>
                  <a:cubicBezTo>
                    <a:pt x="119" y="175"/>
                    <a:pt x="119" y="175"/>
                    <a:pt x="119" y="175"/>
                  </a:cubicBezTo>
                  <a:cubicBezTo>
                    <a:pt x="113" y="163"/>
                    <a:pt x="113" y="163"/>
                    <a:pt x="113" y="163"/>
                  </a:cubicBezTo>
                  <a:cubicBezTo>
                    <a:pt x="106" y="165"/>
                    <a:pt x="98" y="167"/>
                    <a:pt x="90" y="167"/>
                  </a:cubicBezTo>
                  <a:cubicBezTo>
                    <a:pt x="90" y="146"/>
                    <a:pt x="90" y="146"/>
                    <a:pt x="90" y="146"/>
                  </a:cubicBezTo>
                  <a:cubicBezTo>
                    <a:pt x="114" y="146"/>
                    <a:pt x="137" y="131"/>
                    <a:pt x="144" y="106"/>
                  </a:cubicBezTo>
                  <a:cubicBezTo>
                    <a:pt x="154" y="76"/>
                    <a:pt x="137" y="44"/>
                    <a:pt x="106" y="35"/>
                  </a:cubicBezTo>
                  <a:cubicBezTo>
                    <a:pt x="101" y="33"/>
                    <a:pt x="95" y="33"/>
                    <a:pt x="90" y="33"/>
                  </a:cubicBezTo>
                  <a:lnTo>
                    <a:pt x="90" y="12"/>
                  </a:lnTo>
                  <a:close/>
                  <a:moveTo>
                    <a:pt x="42" y="29"/>
                  </a:moveTo>
                  <a:cubicBezTo>
                    <a:pt x="35" y="17"/>
                    <a:pt x="35" y="17"/>
                    <a:pt x="35" y="17"/>
                  </a:cubicBezTo>
                  <a:cubicBezTo>
                    <a:pt x="60" y="4"/>
                    <a:pt x="60" y="4"/>
                    <a:pt x="60" y="4"/>
                  </a:cubicBezTo>
                  <a:cubicBezTo>
                    <a:pt x="67" y="16"/>
                    <a:pt x="67" y="16"/>
                    <a:pt x="67" y="16"/>
                  </a:cubicBezTo>
                  <a:cubicBezTo>
                    <a:pt x="74" y="14"/>
                    <a:pt x="82" y="12"/>
                    <a:pt x="90" y="12"/>
                  </a:cubicBezTo>
                  <a:cubicBezTo>
                    <a:pt x="90" y="33"/>
                    <a:pt x="90" y="33"/>
                    <a:pt x="90" y="33"/>
                  </a:cubicBezTo>
                  <a:cubicBezTo>
                    <a:pt x="65" y="33"/>
                    <a:pt x="43" y="48"/>
                    <a:pt x="35" y="73"/>
                  </a:cubicBezTo>
                  <a:cubicBezTo>
                    <a:pt x="26" y="103"/>
                    <a:pt x="43" y="135"/>
                    <a:pt x="73" y="144"/>
                  </a:cubicBezTo>
                  <a:cubicBezTo>
                    <a:pt x="73" y="144"/>
                    <a:pt x="73" y="144"/>
                    <a:pt x="73" y="144"/>
                  </a:cubicBezTo>
                  <a:cubicBezTo>
                    <a:pt x="79" y="146"/>
                    <a:pt x="84" y="146"/>
                    <a:pt x="90" y="146"/>
                  </a:cubicBezTo>
                  <a:cubicBezTo>
                    <a:pt x="90" y="167"/>
                    <a:pt x="90" y="167"/>
                    <a:pt x="90" y="167"/>
                  </a:cubicBezTo>
                  <a:cubicBezTo>
                    <a:pt x="87" y="167"/>
                    <a:pt x="84" y="166"/>
                    <a:pt x="81" y="166"/>
                  </a:cubicBezTo>
                  <a:cubicBezTo>
                    <a:pt x="77" y="179"/>
                    <a:pt x="77" y="179"/>
                    <a:pt x="77" y="179"/>
                  </a:cubicBezTo>
                  <a:cubicBezTo>
                    <a:pt x="50" y="171"/>
                    <a:pt x="50" y="171"/>
                    <a:pt x="50" y="171"/>
                  </a:cubicBezTo>
                  <a:cubicBezTo>
                    <a:pt x="54" y="158"/>
                    <a:pt x="54" y="158"/>
                    <a:pt x="54" y="158"/>
                  </a:cubicBezTo>
                  <a:cubicBezTo>
                    <a:pt x="45" y="153"/>
                    <a:pt x="36" y="146"/>
                    <a:pt x="30" y="138"/>
                  </a:cubicBezTo>
                  <a:cubicBezTo>
                    <a:pt x="18" y="144"/>
                    <a:pt x="18" y="144"/>
                    <a:pt x="18" y="144"/>
                  </a:cubicBezTo>
                  <a:cubicBezTo>
                    <a:pt x="5" y="119"/>
                    <a:pt x="5" y="119"/>
                    <a:pt x="5" y="119"/>
                  </a:cubicBezTo>
                  <a:cubicBezTo>
                    <a:pt x="16" y="113"/>
                    <a:pt x="16" y="113"/>
                    <a:pt x="16" y="113"/>
                  </a:cubicBezTo>
                  <a:cubicBezTo>
                    <a:pt x="13" y="103"/>
                    <a:pt x="12" y="92"/>
                    <a:pt x="13" y="81"/>
                  </a:cubicBezTo>
                  <a:cubicBezTo>
                    <a:pt x="0" y="77"/>
                    <a:pt x="0" y="77"/>
                    <a:pt x="0" y="77"/>
                  </a:cubicBezTo>
                  <a:cubicBezTo>
                    <a:pt x="9" y="50"/>
                    <a:pt x="9" y="50"/>
                    <a:pt x="9" y="50"/>
                  </a:cubicBezTo>
                  <a:cubicBezTo>
                    <a:pt x="21" y="54"/>
                    <a:pt x="21" y="54"/>
                    <a:pt x="21" y="54"/>
                  </a:cubicBezTo>
                  <a:cubicBezTo>
                    <a:pt x="27" y="44"/>
                    <a:pt x="33" y="36"/>
                    <a:pt x="42" y="29"/>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7" name="Freeform 131"/>
            <p:cNvSpPr>
              <a:spLocks/>
            </p:cNvSpPr>
            <p:nvPr/>
          </p:nvSpPr>
          <p:spPr bwMode="auto">
            <a:xfrm>
              <a:off x="2555875" y="3887787"/>
              <a:ext cx="55563" cy="26988"/>
            </a:xfrm>
            <a:custGeom>
              <a:avLst/>
              <a:gdLst>
                <a:gd name="T0" fmla="*/ 19 w 26"/>
                <a:gd name="T1" fmla="*/ 11 h 12"/>
                <a:gd name="T2" fmla="*/ 21 w 26"/>
                <a:gd name="T3" fmla="*/ 10 h 12"/>
                <a:gd name="T4" fmla="*/ 18 w 26"/>
                <a:gd name="T5" fmla="*/ 0 h 12"/>
                <a:gd name="T6" fmla="*/ 17 w 26"/>
                <a:gd name="T7" fmla="*/ 0 h 12"/>
                <a:gd name="T8" fmla="*/ 15 w 26"/>
                <a:gd name="T9" fmla="*/ 0 h 12"/>
                <a:gd name="T10" fmla="*/ 13 w 26"/>
                <a:gd name="T11" fmla="*/ 0 h 12"/>
                <a:gd name="T12" fmla="*/ 11 w 26"/>
                <a:gd name="T13" fmla="*/ 0 h 12"/>
                <a:gd name="T14" fmla="*/ 9 w 26"/>
                <a:gd name="T15" fmla="*/ 1 h 12"/>
                <a:gd name="T16" fmla="*/ 7 w 26"/>
                <a:gd name="T17" fmla="*/ 1 h 12"/>
                <a:gd name="T18" fmla="*/ 4 w 26"/>
                <a:gd name="T19" fmla="*/ 2 h 12"/>
                <a:gd name="T20" fmla="*/ 7 w 26"/>
                <a:gd name="T21" fmla="*/ 12 h 12"/>
                <a:gd name="T22" fmla="*/ 9 w 26"/>
                <a:gd name="T23" fmla="*/ 11 h 12"/>
                <a:gd name="T24" fmla="*/ 11 w 26"/>
                <a:gd name="T25" fmla="*/ 11 h 12"/>
                <a:gd name="T26" fmla="*/ 14 w 26"/>
                <a:gd name="T27" fmla="*/ 11 h 12"/>
                <a:gd name="T28" fmla="*/ 16 w 26"/>
                <a:gd name="T29" fmla="*/ 11 h 12"/>
                <a:gd name="T30" fmla="*/ 18 w 26"/>
                <a:gd name="T31" fmla="*/ 11 h 12"/>
                <a:gd name="T32" fmla="*/ 19 w 26"/>
                <a:gd name="T3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12">
                  <a:moveTo>
                    <a:pt x="19" y="11"/>
                  </a:moveTo>
                  <a:cubicBezTo>
                    <a:pt x="20" y="11"/>
                    <a:pt x="20" y="11"/>
                    <a:pt x="21" y="10"/>
                  </a:cubicBezTo>
                  <a:cubicBezTo>
                    <a:pt x="26" y="7"/>
                    <a:pt x="23" y="0"/>
                    <a:pt x="18" y="0"/>
                  </a:cubicBezTo>
                  <a:cubicBezTo>
                    <a:pt x="17" y="0"/>
                    <a:pt x="17" y="0"/>
                    <a:pt x="17" y="0"/>
                  </a:cubicBezTo>
                  <a:cubicBezTo>
                    <a:pt x="15" y="0"/>
                    <a:pt x="15" y="0"/>
                    <a:pt x="15" y="0"/>
                  </a:cubicBezTo>
                  <a:cubicBezTo>
                    <a:pt x="13" y="0"/>
                    <a:pt x="13" y="0"/>
                    <a:pt x="13" y="0"/>
                  </a:cubicBezTo>
                  <a:cubicBezTo>
                    <a:pt x="11" y="0"/>
                    <a:pt x="11" y="0"/>
                    <a:pt x="11" y="0"/>
                  </a:cubicBezTo>
                  <a:cubicBezTo>
                    <a:pt x="9" y="1"/>
                    <a:pt x="9" y="1"/>
                    <a:pt x="9" y="1"/>
                  </a:cubicBezTo>
                  <a:cubicBezTo>
                    <a:pt x="7" y="1"/>
                    <a:pt x="7" y="1"/>
                    <a:pt x="7" y="1"/>
                  </a:cubicBezTo>
                  <a:cubicBezTo>
                    <a:pt x="6" y="1"/>
                    <a:pt x="5" y="1"/>
                    <a:pt x="4" y="2"/>
                  </a:cubicBezTo>
                  <a:cubicBezTo>
                    <a:pt x="0" y="5"/>
                    <a:pt x="2" y="12"/>
                    <a:pt x="7" y="12"/>
                  </a:cubicBezTo>
                  <a:cubicBezTo>
                    <a:pt x="9" y="11"/>
                    <a:pt x="9" y="11"/>
                    <a:pt x="9" y="11"/>
                  </a:cubicBezTo>
                  <a:cubicBezTo>
                    <a:pt x="11" y="11"/>
                    <a:pt x="11" y="11"/>
                    <a:pt x="11" y="11"/>
                  </a:cubicBezTo>
                  <a:cubicBezTo>
                    <a:pt x="14" y="11"/>
                    <a:pt x="14" y="11"/>
                    <a:pt x="14" y="11"/>
                  </a:cubicBezTo>
                  <a:cubicBezTo>
                    <a:pt x="16" y="11"/>
                    <a:pt x="16" y="11"/>
                    <a:pt x="16" y="11"/>
                  </a:cubicBezTo>
                  <a:cubicBezTo>
                    <a:pt x="18" y="11"/>
                    <a:pt x="18" y="11"/>
                    <a:pt x="18" y="11"/>
                  </a:cubicBezTo>
                  <a:lnTo>
                    <a:pt x="19"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8" name="Freeform 132"/>
            <p:cNvSpPr>
              <a:spLocks/>
            </p:cNvSpPr>
            <p:nvPr/>
          </p:nvSpPr>
          <p:spPr bwMode="auto">
            <a:xfrm>
              <a:off x="2693988" y="3856037"/>
              <a:ext cx="52388" cy="31750"/>
            </a:xfrm>
            <a:custGeom>
              <a:avLst/>
              <a:gdLst>
                <a:gd name="T0" fmla="*/ 20 w 25"/>
                <a:gd name="T1" fmla="*/ 11 h 15"/>
                <a:gd name="T2" fmla="*/ 18 w 25"/>
                <a:gd name="T3" fmla="*/ 0 h 15"/>
                <a:gd name="T4" fmla="*/ 16 w 25"/>
                <a:gd name="T5" fmla="*/ 0 h 15"/>
                <a:gd name="T6" fmla="*/ 15 w 25"/>
                <a:gd name="T7" fmla="*/ 1 h 15"/>
                <a:gd name="T8" fmla="*/ 12 w 25"/>
                <a:gd name="T9" fmla="*/ 2 h 15"/>
                <a:gd name="T10" fmla="*/ 9 w 25"/>
                <a:gd name="T11" fmla="*/ 3 h 15"/>
                <a:gd name="T12" fmla="*/ 7 w 25"/>
                <a:gd name="T13" fmla="*/ 4 h 15"/>
                <a:gd name="T14" fmla="*/ 6 w 25"/>
                <a:gd name="T15" fmla="*/ 4 h 15"/>
                <a:gd name="T16" fmla="*/ 7 w 25"/>
                <a:gd name="T17" fmla="*/ 14 h 15"/>
                <a:gd name="T18" fmla="*/ 9 w 25"/>
                <a:gd name="T19" fmla="*/ 14 h 15"/>
                <a:gd name="T20" fmla="*/ 10 w 25"/>
                <a:gd name="T21" fmla="*/ 14 h 15"/>
                <a:gd name="T22" fmla="*/ 13 w 25"/>
                <a:gd name="T23" fmla="*/ 13 h 15"/>
                <a:gd name="T24" fmla="*/ 16 w 25"/>
                <a:gd name="T25" fmla="*/ 12 h 15"/>
                <a:gd name="T26" fmla="*/ 18 w 25"/>
                <a:gd name="T27" fmla="*/ 11 h 15"/>
                <a:gd name="T28" fmla="*/ 20 w 25"/>
                <a:gd name="T29"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5">
                  <a:moveTo>
                    <a:pt x="20" y="11"/>
                  </a:moveTo>
                  <a:cubicBezTo>
                    <a:pt x="25" y="9"/>
                    <a:pt x="24" y="0"/>
                    <a:pt x="18" y="0"/>
                  </a:cubicBezTo>
                  <a:cubicBezTo>
                    <a:pt x="17" y="0"/>
                    <a:pt x="17" y="0"/>
                    <a:pt x="16" y="0"/>
                  </a:cubicBezTo>
                  <a:cubicBezTo>
                    <a:pt x="15" y="1"/>
                    <a:pt x="15" y="1"/>
                    <a:pt x="15" y="1"/>
                  </a:cubicBezTo>
                  <a:cubicBezTo>
                    <a:pt x="12" y="2"/>
                    <a:pt x="12" y="2"/>
                    <a:pt x="12" y="2"/>
                  </a:cubicBezTo>
                  <a:cubicBezTo>
                    <a:pt x="9" y="3"/>
                    <a:pt x="9" y="3"/>
                    <a:pt x="9" y="3"/>
                  </a:cubicBezTo>
                  <a:cubicBezTo>
                    <a:pt x="7" y="4"/>
                    <a:pt x="7" y="4"/>
                    <a:pt x="7" y="4"/>
                  </a:cubicBezTo>
                  <a:cubicBezTo>
                    <a:pt x="6" y="4"/>
                    <a:pt x="6" y="4"/>
                    <a:pt x="6" y="4"/>
                  </a:cubicBezTo>
                  <a:cubicBezTo>
                    <a:pt x="0" y="6"/>
                    <a:pt x="1" y="14"/>
                    <a:pt x="7" y="14"/>
                  </a:cubicBezTo>
                  <a:cubicBezTo>
                    <a:pt x="8" y="15"/>
                    <a:pt x="8" y="14"/>
                    <a:pt x="9" y="14"/>
                  </a:cubicBezTo>
                  <a:cubicBezTo>
                    <a:pt x="10" y="14"/>
                    <a:pt x="10" y="14"/>
                    <a:pt x="10" y="14"/>
                  </a:cubicBezTo>
                  <a:cubicBezTo>
                    <a:pt x="13" y="13"/>
                    <a:pt x="13" y="13"/>
                    <a:pt x="13" y="13"/>
                  </a:cubicBezTo>
                  <a:cubicBezTo>
                    <a:pt x="16" y="12"/>
                    <a:pt x="16" y="12"/>
                    <a:pt x="16" y="12"/>
                  </a:cubicBezTo>
                  <a:cubicBezTo>
                    <a:pt x="18" y="11"/>
                    <a:pt x="18" y="11"/>
                    <a:pt x="18" y="11"/>
                  </a:cubicBezTo>
                  <a:lnTo>
                    <a:pt x="20"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39" name="Freeform 133"/>
            <p:cNvSpPr>
              <a:spLocks/>
            </p:cNvSpPr>
            <p:nvPr/>
          </p:nvSpPr>
          <p:spPr bwMode="auto">
            <a:xfrm>
              <a:off x="2820988" y="3798887"/>
              <a:ext cx="57150" cy="36513"/>
            </a:xfrm>
            <a:custGeom>
              <a:avLst/>
              <a:gdLst>
                <a:gd name="T0" fmla="*/ 20 w 26"/>
                <a:gd name="T1" fmla="*/ 11 h 17"/>
                <a:gd name="T2" fmla="*/ 17 w 26"/>
                <a:gd name="T3" fmla="*/ 1 h 17"/>
                <a:gd name="T4" fmla="*/ 16 w 26"/>
                <a:gd name="T5" fmla="*/ 2 h 17"/>
                <a:gd name="T6" fmla="*/ 13 w 26"/>
                <a:gd name="T7" fmla="*/ 3 h 17"/>
                <a:gd name="T8" fmla="*/ 10 w 26"/>
                <a:gd name="T9" fmla="*/ 4 h 17"/>
                <a:gd name="T10" fmla="*/ 7 w 26"/>
                <a:gd name="T11" fmla="*/ 6 h 17"/>
                <a:gd name="T12" fmla="*/ 6 w 26"/>
                <a:gd name="T13" fmla="*/ 6 h 17"/>
                <a:gd name="T14" fmla="*/ 9 w 26"/>
                <a:gd name="T15" fmla="*/ 17 h 17"/>
                <a:gd name="T16" fmla="*/ 11 w 26"/>
                <a:gd name="T17" fmla="*/ 16 h 17"/>
                <a:gd name="T18" fmla="*/ 12 w 26"/>
                <a:gd name="T19" fmla="*/ 16 h 17"/>
                <a:gd name="T20" fmla="*/ 15 w 26"/>
                <a:gd name="T21" fmla="*/ 14 h 17"/>
                <a:gd name="T22" fmla="*/ 18 w 26"/>
                <a:gd name="T23" fmla="*/ 13 h 17"/>
                <a:gd name="T24" fmla="*/ 20 w 26"/>
                <a:gd name="T2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7">
                  <a:moveTo>
                    <a:pt x="20" y="11"/>
                  </a:moveTo>
                  <a:cubicBezTo>
                    <a:pt x="26" y="8"/>
                    <a:pt x="23" y="0"/>
                    <a:pt x="17" y="1"/>
                  </a:cubicBezTo>
                  <a:cubicBezTo>
                    <a:pt x="16" y="1"/>
                    <a:pt x="16" y="1"/>
                    <a:pt x="16" y="2"/>
                  </a:cubicBezTo>
                  <a:cubicBezTo>
                    <a:pt x="13" y="3"/>
                    <a:pt x="13" y="3"/>
                    <a:pt x="13" y="3"/>
                  </a:cubicBezTo>
                  <a:cubicBezTo>
                    <a:pt x="10" y="4"/>
                    <a:pt x="10" y="4"/>
                    <a:pt x="10" y="4"/>
                  </a:cubicBezTo>
                  <a:cubicBezTo>
                    <a:pt x="7" y="6"/>
                    <a:pt x="7" y="6"/>
                    <a:pt x="7" y="6"/>
                  </a:cubicBezTo>
                  <a:cubicBezTo>
                    <a:pt x="6" y="6"/>
                    <a:pt x="6" y="6"/>
                    <a:pt x="6" y="6"/>
                  </a:cubicBezTo>
                  <a:cubicBezTo>
                    <a:pt x="0" y="9"/>
                    <a:pt x="3" y="17"/>
                    <a:pt x="9" y="17"/>
                  </a:cubicBezTo>
                  <a:cubicBezTo>
                    <a:pt x="9" y="17"/>
                    <a:pt x="10" y="17"/>
                    <a:pt x="11" y="16"/>
                  </a:cubicBezTo>
                  <a:cubicBezTo>
                    <a:pt x="12" y="16"/>
                    <a:pt x="12" y="16"/>
                    <a:pt x="12" y="16"/>
                  </a:cubicBezTo>
                  <a:cubicBezTo>
                    <a:pt x="15" y="14"/>
                    <a:pt x="15" y="14"/>
                    <a:pt x="15" y="14"/>
                  </a:cubicBezTo>
                  <a:cubicBezTo>
                    <a:pt x="18" y="13"/>
                    <a:pt x="18" y="13"/>
                    <a:pt x="18" y="13"/>
                  </a:cubicBezTo>
                  <a:lnTo>
                    <a:pt x="20"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0" name="Freeform 134"/>
            <p:cNvSpPr>
              <a:spLocks/>
            </p:cNvSpPr>
            <p:nvPr/>
          </p:nvSpPr>
          <p:spPr bwMode="auto">
            <a:xfrm>
              <a:off x="2943225" y="3730625"/>
              <a:ext cx="57150" cy="39688"/>
            </a:xfrm>
            <a:custGeom>
              <a:avLst/>
              <a:gdLst>
                <a:gd name="T0" fmla="*/ 21 w 26"/>
                <a:gd name="T1" fmla="*/ 11 h 19"/>
                <a:gd name="T2" fmla="*/ 17 w 26"/>
                <a:gd name="T3" fmla="*/ 1 h 19"/>
                <a:gd name="T4" fmla="*/ 15 w 26"/>
                <a:gd name="T5" fmla="*/ 1 h 19"/>
                <a:gd name="T6" fmla="*/ 13 w 26"/>
                <a:gd name="T7" fmla="*/ 3 h 19"/>
                <a:gd name="T8" fmla="*/ 10 w 26"/>
                <a:gd name="T9" fmla="*/ 5 h 19"/>
                <a:gd name="T10" fmla="*/ 7 w 26"/>
                <a:gd name="T11" fmla="*/ 7 h 19"/>
                <a:gd name="T12" fmla="*/ 6 w 26"/>
                <a:gd name="T13" fmla="*/ 7 h 19"/>
                <a:gd name="T14" fmla="*/ 10 w 26"/>
                <a:gd name="T15" fmla="*/ 17 h 19"/>
                <a:gd name="T16" fmla="*/ 11 w 26"/>
                <a:gd name="T17" fmla="*/ 17 h 19"/>
                <a:gd name="T18" fmla="*/ 13 w 26"/>
                <a:gd name="T19" fmla="*/ 16 h 19"/>
                <a:gd name="T20" fmla="*/ 16 w 26"/>
                <a:gd name="T21" fmla="*/ 14 h 19"/>
                <a:gd name="T22" fmla="*/ 19 w 26"/>
                <a:gd name="T23" fmla="*/ 12 h 19"/>
                <a:gd name="T24" fmla="*/ 21 w 26"/>
                <a:gd name="T25"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9">
                  <a:moveTo>
                    <a:pt x="21" y="11"/>
                  </a:moveTo>
                  <a:cubicBezTo>
                    <a:pt x="26" y="8"/>
                    <a:pt x="23" y="0"/>
                    <a:pt x="17" y="1"/>
                  </a:cubicBezTo>
                  <a:cubicBezTo>
                    <a:pt x="16" y="1"/>
                    <a:pt x="16" y="1"/>
                    <a:pt x="15" y="1"/>
                  </a:cubicBezTo>
                  <a:cubicBezTo>
                    <a:pt x="13" y="3"/>
                    <a:pt x="13" y="3"/>
                    <a:pt x="13" y="3"/>
                  </a:cubicBezTo>
                  <a:cubicBezTo>
                    <a:pt x="10" y="5"/>
                    <a:pt x="10" y="5"/>
                    <a:pt x="10" y="5"/>
                  </a:cubicBezTo>
                  <a:cubicBezTo>
                    <a:pt x="7" y="7"/>
                    <a:pt x="7" y="7"/>
                    <a:pt x="7" y="7"/>
                  </a:cubicBezTo>
                  <a:cubicBezTo>
                    <a:pt x="6" y="7"/>
                    <a:pt x="6" y="7"/>
                    <a:pt x="6" y="7"/>
                  </a:cubicBezTo>
                  <a:cubicBezTo>
                    <a:pt x="0" y="10"/>
                    <a:pt x="4" y="19"/>
                    <a:pt x="10" y="17"/>
                  </a:cubicBezTo>
                  <a:cubicBezTo>
                    <a:pt x="11" y="17"/>
                    <a:pt x="11" y="17"/>
                    <a:pt x="11" y="17"/>
                  </a:cubicBezTo>
                  <a:cubicBezTo>
                    <a:pt x="13" y="16"/>
                    <a:pt x="13" y="16"/>
                    <a:pt x="13" y="16"/>
                  </a:cubicBezTo>
                  <a:cubicBezTo>
                    <a:pt x="16" y="14"/>
                    <a:pt x="16" y="14"/>
                    <a:pt x="16" y="14"/>
                  </a:cubicBezTo>
                  <a:cubicBezTo>
                    <a:pt x="19" y="12"/>
                    <a:pt x="19" y="12"/>
                    <a:pt x="19" y="12"/>
                  </a:cubicBezTo>
                  <a:lnTo>
                    <a:pt x="21"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1" name="Freeform 135"/>
            <p:cNvSpPr>
              <a:spLocks/>
            </p:cNvSpPr>
            <p:nvPr/>
          </p:nvSpPr>
          <p:spPr bwMode="auto">
            <a:xfrm>
              <a:off x="3062288" y="3648075"/>
              <a:ext cx="49213" cy="42863"/>
            </a:xfrm>
            <a:custGeom>
              <a:avLst/>
              <a:gdLst>
                <a:gd name="T0" fmla="*/ 20 w 23"/>
                <a:gd name="T1" fmla="*/ 11 h 20"/>
                <a:gd name="T2" fmla="*/ 22 w 23"/>
                <a:gd name="T3" fmla="*/ 5 h 20"/>
                <a:gd name="T4" fmla="*/ 14 w 23"/>
                <a:gd name="T5" fmla="*/ 3 h 20"/>
                <a:gd name="T6" fmla="*/ 11 w 23"/>
                <a:gd name="T7" fmla="*/ 5 h 20"/>
                <a:gd name="T8" fmla="*/ 8 w 23"/>
                <a:gd name="T9" fmla="*/ 7 h 20"/>
                <a:gd name="T10" fmla="*/ 5 w 23"/>
                <a:gd name="T11" fmla="*/ 9 h 20"/>
                <a:gd name="T12" fmla="*/ 9 w 23"/>
                <a:gd name="T13" fmla="*/ 19 h 20"/>
                <a:gd name="T14" fmla="*/ 11 w 23"/>
                <a:gd name="T15" fmla="*/ 18 h 20"/>
                <a:gd name="T16" fmla="*/ 14 w 23"/>
                <a:gd name="T17" fmla="*/ 16 h 20"/>
                <a:gd name="T18" fmla="*/ 17 w 23"/>
                <a:gd name="T19" fmla="*/ 14 h 20"/>
                <a:gd name="T20" fmla="*/ 20 w 23"/>
                <a:gd name="T21"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0">
                  <a:moveTo>
                    <a:pt x="20" y="11"/>
                  </a:moveTo>
                  <a:cubicBezTo>
                    <a:pt x="22" y="10"/>
                    <a:pt x="23" y="8"/>
                    <a:pt x="22" y="5"/>
                  </a:cubicBezTo>
                  <a:cubicBezTo>
                    <a:pt x="21" y="2"/>
                    <a:pt x="17" y="0"/>
                    <a:pt x="14" y="3"/>
                  </a:cubicBezTo>
                  <a:cubicBezTo>
                    <a:pt x="11" y="5"/>
                    <a:pt x="11" y="5"/>
                    <a:pt x="11" y="5"/>
                  </a:cubicBezTo>
                  <a:cubicBezTo>
                    <a:pt x="8" y="7"/>
                    <a:pt x="8" y="7"/>
                    <a:pt x="8" y="7"/>
                  </a:cubicBezTo>
                  <a:cubicBezTo>
                    <a:pt x="5" y="9"/>
                    <a:pt x="5" y="9"/>
                    <a:pt x="5" y="9"/>
                  </a:cubicBezTo>
                  <a:cubicBezTo>
                    <a:pt x="0" y="12"/>
                    <a:pt x="3" y="20"/>
                    <a:pt x="9" y="19"/>
                  </a:cubicBezTo>
                  <a:cubicBezTo>
                    <a:pt x="10" y="19"/>
                    <a:pt x="11" y="18"/>
                    <a:pt x="11" y="18"/>
                  </a:cubicBezTo>
                  <a:cubicBezTo>
                    <a:pt x="14" y="16"/>
                    <a:pt x="14" y="16"/>
                    <a:pt x="14" y="16"/>
                  </a:cubicBezTo>
                  <a:cubicBezTo>
                    <a:pt x="17" y="14"/>
                    <a:pt x="17" y="14"/>
                    <a:pt x="17" y="14"/>
                  </a:cubicBezTo>
                  <a:lnTo>
                    <a:pt x="20"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2" name="Freeform 136"/>
            <p:cNvSpPr>
              <a:spLocks/>
            </p:cNvSpPr>
            <p:nvPr/>
          </p:nvSpPr>
          <p:spPr bwMode="auto">
            <a:xfrm>
              <a:off x="3173413" y="3559175"/>
              <a:ext cx="53975" cy="46038"/>
            </a:xfrm>
            <a:custGeom>
              <a:avLst/>
              <a:gdLst>
                <a:gd name="T0" fmla="*/ 20 w 25"/>
                <a:gd name="T1" fmla="*/ 12 h 22"/>
                <a:gd name="T2" fmla="*/ 14 w 25"/>
                <a:gd name="T3" fmla="*/ 3 h 22"/>
                <a:gd name="T4" fmla="*/ 13 w 25"/>
                <a:gd name="T5" fmla="*/ 4 h 22"/>
                <a:gd name="T6" fmla="*/ 12 w 25"/>
                <a:gd name="T7" fmla="*/ 5 h 22"/>
                <a:gd name="T8" fmla="*/ 8 w 25"/>
                <a:gd name="T9" fmla="*/ 8 h 22"/>
                <a:gd name="T10" fmla="*/ 5 w 25"/>
                <a:gd name="T11" fmla="*/ 10 h 22"/>
                <a:gd name="T12" fmla="*/ 4 w 25"/>
                <a:gd name="T13" fmla="*/ 11 h 22"/>
                <a:gd name="T14" fmla="*/ 10 w 25"/>
                <a:gd name="T15" fmla="*/ 20 h 22"/>
                <a:gd name="T16" fmla="*/ 11 w 25"/>
                <a:gd name="T17" fmla="*/ 19 h 22"/>
                <a:gd name="T18" fmla="*/ 12 w 25"/>
                <a:gd name="T19" fmla="*/ 19 h 22"/>
                <a:gd name="T20" fmla="*/ 15 w 25"/>
                <a:gd name="T21" fmla="*/ 16 h 22"/>
                <a:gd name="T22" fmla="*/ 19 w 25"/>
                <a:gd name="T23" fmla="*/ 13 h 22"/>
                <a:gd name="T24" fmla="*/ 20 w 25"/>
                <a:gd name="T25"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2">
                  <a:moveTo>
                    <a:pt x="20" y="12"/>
                  </a:moveTo>
                  <a:cubicBezTo>
                    <a:pt x="25" y="8"/>
                    <a:pt x="20" y="0"/>
                    <a:pt x="14" y="3"/>
                  </a:cubicBezTo>
                  <a:cubicBezTo>
                    <a:pt x="13" y="3"/>
                    <a:pt x="13" y="4"/>
                    <a:pt x="13" y="4"/>
                  </a:cubicBezTo>
                  <a:cubicBezTo>
                    <a:pt x="12" y="5"/>
                    <a:pt x="12" y="5"/>
                    <a:pt x="12" y="5"/>
                  </a:cubicBezTo>
                  <a:cubicBezTo>
                    <a:pt x="8" y="8"/>
                    <a:pt x="8" y="8"/>
                    <a:pt x="8" y="8"/>
                  </a:cubicBezTo>
                  <a:cubicBezTo>
                    <a:pt x="5" y="10"/>
                    <a:pt x="5" y="10"/>
                    <a:pt x="5" y="10"/>
                  </a:cubicBezTo>
                  <a:cubicBezTo>
                    <a:pt x="4" y="11"/>
                    <a:pt x="4" y="11"/>
                    <a:pt x="4" y="11"/>
                  </a:cubicBezTo>
                  <a:cubicBezTo>
                    <a:pt x="0" y="15"/>
                    <a:pt x="4" y="22"/>
                    <a:pt x="10" y="20"/>
                  </a:cubicBezTo>
                  <a:cubicBezTo>
                    <a:pt x="10" y="20"/>
                    <a:pt x="11" y="20"/>
                    <a:pt x="11" y="19"/>
                  </a:cubicBezTo>
                  <a:cubicBezTo>
                    <a:pt x="12" y="19"/>
                    <a:pt x="12" y="19"/>
                    <a:pt x="12" y="19"/>
                  </a:cubicBezTo>
                  <a:cubicBezTo>
                    <a:pt x="15" y="16"/>
                    <a:pt x="15" y="16"/>
                    <a:pt x="15" y="16"/>
                  </a:cubicBezTo>
                  <a:cubicBezTo>
                    <a:pt x="19" y="13"/>
                    <a:pt x="19" y="13"/>
                    <a:pt x="19" y="13"/>
                  </a:cubicBezTo>
                  <a:lnTo>
                    <a:pt x="20"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3" name="Freeform 137"/>
            <p:cNvSpPr>
              <a:spLocks/>
            </p:cNvSpPr>
            <p:nvPr/>
          </p:nvSpPr>
          <p:spPr bwMode="auto">
            <a:xfrm>
              <a:off x="3282950" y="3463925"/>
              <a:ext cx="46038" cy="47625"/>
            </a:xfrm>
            <a:custGeom>
              <a:avLst/>
              <a:gdLst>
                <a:gd name="T0" fmla="*/ 17 w 22"/>
                <a:gd name="T1" fmla="*/ 12 h 22"/>
                <a:gd name="T2" fmla="*/ 11 w 22"/>
                <a:gd name="T3" fmla="*/ 3 h 22"/>
                <a:gd name="T4" fmla="*/ 10 w 22"/>
                <a:gd name="T5" fmla="*/ 4 h 22"/>
                <a:gd name="T6" fmla="*/ 9 w 22"/>
                <a:gd name="T7" fmla="*/ 4 h 22"/>
                <a:gd name="T8" fmla="*/ 6 w 22"/>
                <a:gd name="T9" fmla="*/ 7 h 22"/>
                <a:gd name="T10" fmla="*/ 3 w 22"/>
                <a:gd name="T11" fmla="*/ 11 h 22"/>
                <a:gd name="T12" fmla="*/ 2 w 22"/>
                <a:gd name="T13" fmla="*/ 11 h 22"/>
                <a:gd name="T14" fmla="*/ 1 w 22"/>
                <a:gd name="T15" fmla="*/ 17 h 22"/>
                <a:gd name="T16" fmla="*/ 9 w 22"/>
                <a:gd name="T17" fmla="*/ 19 h 22"/>
                <a:gd name="T18" fmla="*/ 10 w 22"/>
                <a:gd name="T19" fmla="*/ 18 h 22"/>
                <a:gd name="T20" fmla="*/ 14 w 22"/>
                <a:gd name="T21" fmla="*/ 15 h 22"/>
                <a:gd name="T22" fmla="*/ 17 w 22"/>
                <a:gd name="T23"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2">
                  <a:moveTo>
                    <a:pt x="17" y="12"/>
                  </a:moveTo>
                  <a:cubicBezTo>
                    <a:pt x="22" y="7"/>
                    <a:pt x="16" y="0"/>
                    <a:pt x="11" y="3"/>
                  </a:cubicBezTo>
                  <a:cubicBezTo>
                    <a:pt x="10" y="3"/>
                    <a:pt x="10" y="3"/>
                    <a:pt x="10" y="4"/>
                  </a:cubicBezTo>
                  <a:cubicBezTo>
                    <a:pt x="9" y="4"/>
                    <a:pt x="9" y="4"/>
                    <a:pt x="9" y="4"/>
                  </a:cubicBezTo>
                  <a:cubicBezTo>
                    <a:pt x="6" y="7"/>
                    <a:pt x="6" y="7"/>
                    <a:pt x="6" y="7"/>
                  </a:cubicBezTo>
                  <a:cubicBezTo>
                    <a:pt x="3" y="11"/>
                    <a:pt x="3" y="11"/>
                    <a:pt x="3" y="11"/>
                  </a:cubicBezTo>
                  <a:cubicBezTo>
                    <a:pt x="2" y="11"/>
                    <a:pt x="2" y="11"/>
                    <a:pt x="2" y="11"/>
                  </a:cubicBezTo>
                  <a:cubicBezTo>
                    <a:pt x="0" y="13"/>
                    <a:pt x="0" y="15"/>
                    <a:pt x="1" y="17"/>
                  </a:cubicBezTo>
                  <a:cubicBezTo>
                    <a:pt x="2" y="21"/>
                    <a:pt x="7" y="22"/>
                    <a:pt x="9" y="19"/>
                  </a:cubicBezTo>
                  <a:cubicBezTo>
                    <a:pt x="10" y="18"/>
                    <a:pt x="10" y="18"/>
                    <a:pt x="10" y="18"/>
                  </a:cubicBezTo>
                  <a:cubicBezTo>
                    <a:pt x="14" y="15"/>
                    <a:pt x="14" y="15"/>
                    <a:pt x="14" y="15"/>
                  </a:cubicBezTo>
                  <a:cubicBezTo>
                    <a:pt x="17" y="12"/>
                    <a:pt x="17" y="12"/>
                    <a:pt x="17" y="12"/>
                  </a:cubicBez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4" name="Freeform 138"/>
            <p:cNvSpPr>
              <a:spLocks/>
            </p:cNvSpPr>
            <p:nvPr/>
          </p:nvSpPr>
          <p:spPr bwMode="auto">
            <a:xfrm>
              <a:off x="3375025" y="3363912"/>
              <a:ext cx="44450" cy="49213"/>
            </a:xfrm>
            <a:custGeom>
              <a:avLst/>
              <a:gdLst>
                <a:gd name="T0" fmla="*/ 20 w 21"/>
                <a:gd name="T1" fmla="*/ 11 h 23"/>
                <a:gd name="T2" fmla="*/ 21 w 21"/>
                <a:gd name="T3" fmla="*/ 7 h 23"/>
                <a:gd name="T4" fmla="*/ 11 w 21"/>
                <a:gd name="T5" fmla="*/ 3 h 23"/>
                <a:gd name="T6" fmla="*/ 10 w 21"/>
                <a:gd name="T7" fmla="*/ 5 h 23"/>
                <a:gd name="T8" fmla="*/ 7 w 21"/>
                <a:gd name="T9" fmla="*/ 9 h 23"/>
                <a:gd name="T10" fmla="*/ 4 w 21"/>
                <a:gd name="T11" fmla="*/ 12 h 23"/>
                <a:gd name="T12" fmla="*/ 11 w 21"/>
                <a:gd name="T13" fmla="*/ 20 h 23"/>
                <a:gd name="T14" fmla="*/ 12 w 21"/>
                <a:gd name="T15" fmla="*/ 19 h 23"/>
                <a:gd name="T16" fmla="*/ 15 w 21"/>
                <a:gd name="T17" fmla="*/ 16 h 23"/>
                <a:gd name="T18" fmla="*/ 18 w 21"/>
                <a:gd name="T19" fmla="*/ 13 h 23"/>
                <a:gd name="T20" fmla="*/ 20 w 21"/>
                <a:gd name="T21"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3">
                  <a:moveTo>
                    <a:pt x="20" y="11"/>
                  </a:moveTo>
                  <a:cubicBezTo>
                    <a:pt x="21" y="10"/>
                    <a:pt x="21" y="8"/>
                    <a:pt x="21" y="7"/>
                  </a:cubicBezTo>
                  <a:cubicBezTo>
                    <a:pt x="21" y="2"/>
                    <a:pt x="15" y="0"/>
                    <a:pt x="11" y="3"/>
                  </a:cubicBezTo>
                  <a:cubicBezTo>
                    <a:pt x="10" y="5"/>
                    <a:pt x="10" y="5"/>
                    <a:pt x="10" y="5"/>
                  </a:cubicBezTo>
                  <a:cubicBezTo>
                    <a:pt x="7" y="9"/>
                    <a:pt x="7" y="9"/>
                    <a:pt x="7" y="9"/>
                  </a:cubicBezTo>
                  <a:cubicBezTo>
                    <a:pt x="4" y="12"/>
                    <a:pt x="4" y="12"/>
                    <a:pt x="4" y="12"/>
                  </a:cubicBezTo>
                  <a:cubicBezTo>
                    <a:pt x="0" y="16"/>
                    <a:pt x="5" y="23"/>
                    <a:pt x="11" y="20"/>
                  </a:cubicBezTo>
                  <a:cubicBezTo>
                    <a:pt x="11" y="20"/>
                    <a:pt x="12" y="19"/>
                    <a:pt x="12" y="19"/>
                  </a:cubicBezTo>
                  <a:cubicBezTo>
                    <a:pt x="15" y="16"/>
                    <a:pt x="15" y="16"/>
                    <a:pt x="15" y="16"/>
                  </a:cubicBezTo>
                  <a:cubicBezTo>
                    <a:pt x="18" y="13"/>
                    <a:pt x="18" y="13"/>
                    <a:pt x="18" y="13"/>
                  </a:cubicBezTo>
                  <a:lnTo>
                    <a:pt x="20"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5" name="Freeform 139"/>
            <p:cNvSpPr>
              <a:spLocks/>
            </p:cNvSpPr>
            <p:nvPr/>
          </p:nvSpPr>
          <p:spPr bwMode="auto">
            <a:xfrm>
              <a:off x="3463925" y="3252787"/>
              <a:ext cx="49213" cy="52388"/>
            </a:xfrm>
            <a:custGeom>
              <a:avLst/>
              <a:gdLst>
                <a:gd name="T0" fmla="*/ 19 w 23"/>
                <a:gd name="T1" fmla="*/ 12 h 25"/>
                <a:gd name="T2" fmla="*/ 12 w 23"/>
                <a:gd name="T3" fmla="*/ 4 h 25"/>
                <a:gd name="T4" fmla="*/ 11 w 23"/>
                <a:gd name="T5" fmla="*/ 5 h 25"/>
                <a:gd name="T6" fmla="*/ 9 w 23"/>
                <a:gd name="T7" fmla="*/ 8 h 25"/>
                <a:gd name="T8" fmla="*/ 6 w 23"/>
                <a:gd name="T9" fmla="*/ 11 h 25"/>
                <a:gd name="T10" fmla="*/ 4 w 23"/>
                <a:gd name="T11" fmla="*/ 14 h 25"/>
                <a:gd name="T12" fmla="*/ 11 w 23"/>
                <a:gd name="T13" fmla="*/ 22 h 25"/>
                <a:gd name="T14" fmla="*/ 13 w 23"/>
                <a:gd name="T15" fmla="*/ 20 h 25"/>
                <a:gd name="T16" fmla="*/ 15 w 23"/>
                <a:gd name="T17" fmla="*/ 18 h 25"/>
                <a:gd name="T18" fmla="*/ 17 w 23"/>
                <a:gd name="T19" fmla="*/ 14 h 25"/>
                <a:gd name="T20" fmla="*/ 19 w 23"/>
                <a:gd name="T21"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19" y="12"/>
                  </a:moveTo>
                  <a:cubicBezTo>
                    <a:pt x="23" y="7"/>
                    <a:pt x="17" y="0"/>
                    <a:pt x="12" y="4"/>
                  </a:cubicBezTo>
                  <a:cubicBezTo>
                    <a:pt x="12" y="4"/>
                    <a:pt x="11" y="4"/>
                    <a:pt x="11" y="5"/>
                  </a:cubicBezTo>
                  <a:cubicBezTo>
                    <a:pt x="9" y="8"/>
                    <a:pt x="9" y="8"/>
                    <a:pt x="9" y="8"/>
                  </a:cubicBezTo>
                  <a:cubicBezTo>
                    <a:pt x="6" y="11"/>
                    <a:pt x="6" y="11"/>
                    <a:pt x="6" y="11"/>
                  </a:cubicBezTo>
                  <a:cubicBezTo>
                    <a:pt x="4" y="14"/>
                    <a:pt x="4" y="14"/>
                    <a:pt x="4" y="14"/>
                  </a:cubicBezTo>
                  <a:cubicBezTo>
                    <a:pt x="0" y="19"/>
                    <a:pt x="6" y="25"/>
                    <a:pt x="11" y="22"/>
                  </a:cubicBezTo>
                  <a:cubicBezTo>
                    <a:pt x="12" y="21"/>
                    <a:pt x="12" y="21"/>
                    <a:pt x="13" y="20"/>
                  </a:cubicBezTo>
                  <a:cubicBezTo>
                    <a:pt x="15" y="18"/>
                    <a:pt x="15" y="18"/>
                    <a:pt x="15" y="18"/>
                  </a:cubicBezTo>
                  <a:cubicBezTo>
                    <a:pt x="17" y="14"/>
                    <a:pt x="17" y="14"/>
                    <a:pt x="17" y="14"/>
                  </a:cubicBezTo>
                  <a:lnTo>
                    <a:pt x="19"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6" name="Freeform 140"/>
            <p:cNvSpPr>
              <a:spLocks/>
            </p:cNvSpPr>
            <p:nvPr/>
          </p:nvSpPr>
          <p:spPr bwMode="auto">
            <a:xfrm>
              <a:off x="3552825" y="3140075"/>
              <a:ext cx="38100" cy="47625"/>
            </a:xfrm>
            <a:custGeom>
              <a:avLst/>
              <a:gdLst>
                <a:gd name="T0" fmla="*/ 16 w 18"/>
                <a:gd name="T1" fmla="*/ 9 h 22"/>
                <a:gd name="T2" fmla="*/ 15 w 18"/>
                <a:gd name="T3" fmla="*/ 2 h 22"/>
                <a:gd name="T4" fmla="*/ 7 w 18"/>
                <a:gd name="T5" fmla="*/ 3 h 22"/>
                <a:gd name="T6" fmla="*/ 5 w 18"/>
                <a:gd name="T7" fmla="*/ 6 h 22"/>
                <a:gd name="T8" fmla="*/ 2 w 18"/>
                <a:gd name="T9" fmla="*/ 10 h 22"/>
                <a:gd name="T10" fmla="*/ 1 w 18"/>
                <a:gd name="T11" fmla="*/ 13 h 22"/>
                <a:gd name="T12" fmla="*/ 0 w 18"/>
                <a:gd name="T13" fmla="*/ 17 h 22"/>
                <a:gd name="T14" fmla="*/ 10 w 18"/>
                <a:gd name="T15" fmla="*/ 19 h 22"/>
                <a:gd name="T16" fmla="*/ 12 w 18"/>
                <a:gd name="T17" fmla="*/ 16 h 22"/>
                <a:gd name="T18" fmla="*/ 14 w 18"/>
                <a:gd name="T19" fmla="*/ 12 h 22"/>
                <a:gd name="T20" fmla="*/ 16 w 18"/>
                <a:gd name="T2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2">
                  <a:moveTo>
                    <a:pt x="16" y="9"/>
                  </a:moveTo>
                  <a:cubicBezTo>
                    <a:pt x="18" y="7"/>
                    <a:pt x="17" y="4"/>
                    <a:pt x="15" y="2"/>
                  </a:cubicBezTo>
                  <a:cubicBezTo>
                    <a:pt x="12" y="0"/>
                    <a:pt x="9" y="1"/>
                    <a:pt x="7" y="3"/>
                  </a:cubicBezTo>
                  <a:cubicBezTo>
                    <a:pt x="5" y="6"/>
                    <a:pt x="5" y="6"/>
                    <a:pt x="5" y="6"/>
                  </a:cubicBezTo>
                  <a:cubicBezTo>
                    <a:pt x="2" y="10"/>
                    <a:pt x="2" y="10"/>
                    <a:pt x="2" y="10"/>
                  </a:cubicBezTo>
                  <a:cubicBezTo>
                    <a:pt x="1" y="13"/>
                    <a:pt x="1" y="13"/>
                    <a:pt x="1" y="13"/>
                  </a:cubicBezTo>
                  <a:cubicBezTo>
                    <a:pt x="0" y="14"/>
                    <a:pt x="0" y="16"/>
                    <a:pt x="0" y="17"/>
                  </a:cubicBezTo>
                  <a:cubicBezTo>
                    <a:pt x="2" y="22"/>
                    <a:pt x="7" y="22"/>
                    <a:pt x="10" y="19"/>
                  </a:cubicBezTo>
                  <a:cubicBezTo>
                    <a:pt x="12" y="16"/>
                    <a:pt x="12" y="16"/>
                    <a:pt x="12" y="16"/>
                  </a:cubicBezTo>
                  <a:cubicBezTo>
                    <a:pt x="14" y="12"/>
                    <a:pt x="14" y="12"/>
                    <a:pt x="14" y="12"/>
                  </a:cubicBezTo>
                  <a:lnTo>
                    <a:pt x="16"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7" name="Freeform 141"/>
            <p:cNvSpPr>
              <a:spLocks/>
            </p:cNvSpPr>
            <p:nvPr/>
          </p:nvSpPr>
          <p:spPr bwMode="auto">
            <a:xfrm>
              <a:off x="3621088" y="3014662"/>
              <a:ext cx="42863" cy="55563"/>
            </a:xfrm>
            <a:custGeom>
              <a:avLst/>
              <a:gdLst>
                <a:gd name="T0" fmla="*/ 17 w 20"/>
                <a:gd name="T1" fmla="*/ 11 h 26"/>
                <a:gd name="T2" fmla="*/ 9 w 20"/>
                <a:gd name="T3" fmla="*/ 5 h 26"/>
                <a:gd name="T4" fmla="*/ 7 w 20"/>
                <a:gd name="T5" fmla="*/ 6 h 26"/>
                <a:gd name="T6" fmla="*/ 6 w 20"/>
                <a:gd name="T7" fmla="*/ 9 h 26"/>
                <a:gd name="T8" fmla="*/ 4 w 20"/>
                <a:gd name="T9" fmla="*/ 13 h 26"/>
                <a:gd name="T10" fmla="*/ 2 w 20"/>
                <a:gd name="T11" fmla="*/ 16 h 26"/>
                <a:gd name="T12" fmla="*/ 10 w 20"/>
                <a:gd name="T13" fmla="*/ 23 h 26"/>
                <a:gd name="T14" fmla="*/ 12 w 20"/>
                <a:gd name="T15" fmla="*/ 21 h 26"/>
                <a:gd name="T16" fmla="*/ 13 w 20"/>
                <a:gd name="T17" fmla="*/ 18 h 26"/>
                <a:gd name="T18" fmla="*/ 16 w 20"/>
                <a:gd name="T19" fmla="*/ 14 h 26"/>
                <a:gd name="T20" fmla="*/ 17 w 20"/>
                <a:gd name="T2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6">
                  <a:moveTo>
                    <a:pt x="17" y="11"/>
                  </a:moveTo>
                  <a:cubicBezTo>
                    <a:pt x="20" y="6"/>
                    <a:pt x="13" y="0"/>
                    <a:pt x="9" y="5"/>
                  </a:cubicBezTo>
                  <a:cubicBezTo>
                    <a:pt x="8" y="5"/>
                    <a:pt x="8" y="6"/>
                    <a:pt x="7" y="6"/>
                  </a:cubicBezTo>
                  <a:cubicBezTo>
                    <a:pt x="6" y="9"/>
                    <a:pt x="6" y="9"/>
                    <a:pt x="6" y="9"/>
                  </a:cubicBezTo>
                  <a:cubicBezTo>
                    <a:pt x="4" y="13"/>
                    <a:pt x="4" y="13"/>
                    <a:pt x="4" y="13"/>
                  </a:cubicBezTo>
                  <a:cubicBezTo>
                    <a:pt x="2" y="16"/>
                    <a:pt x="2" y="16"/>
                    <a:pt x="2" y="16"/>
                  </a:cubicBezTo>
                  <a:cubicBezTo>
                    <a:pt x="0" y="21"/>
                    <a:pt x="6" y="26"/>
                    <a:pt x="10" y="23"/>
                  </a:cubicBezTo>
                  <a:cubicBezTo>
                    <a:pt x="11" y="22"/>
                    <a:pt x="12" y="22"/>
                    <a:pt x="12" y="21"/>
                  </a:cubicBezTo>
                  <a:cubicBezTo>
                    <a:pt x="13" y="18"/>
                    <a:pt x="13" y="18"/>
                    <a:pt x="13" y="18"/>
                  </a:cubicBezTo>
                  <a:cubicBezTo>
                    <a:pt x="16" y="14"/>
                    <a:pt x="16" y="14"/>
                    <a:pt x="16" y="14"/>
                  </a:cubicBezTo>
                  <a:lnTo>
                    <a:pt x="17"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8" name="Freeform 142"/>
            <p:cNvSpPr>
              <a:spLocks/>
            </p:cNvSpPr>
            <p:nvPr/>
          </p:nvSpPr>
          <p:spPr bwMode="auto">
            <a:xfrm>
              <a:off x="3681413" y="2892425"/>
              <a:ext cx="38100" cy="50800"/>
            </a:xfrm>
            <a:custGeom>
              <a:avLst/>
              <a:gdLst>
                <a:gd name="T0" fmla="*/ 17 w 18"/>
                <a:gd name="T1" fmla="*/ 8 h 24"/>
                <a:gd name="T2" fmla="*/ 13 w 18"/>
                <a:gd name="T3" fmla="*/ 1 h 24"/>
                <a:gd name="T4" fmla="*/ 7 w 18"/>
                <a:gd name="T5" fmla="*/ 4 h 24"/>
                <a:gd name="T6" fmla="*/ 5 w 18"/>
                <a:gd name="T7" fmla="*/ 7 h 24"/>
                <a:gd name="T8" fmla="*/ 4 w 18"/>
                <a:gd name="T9" fmla="*/ 11 h 24"/>
                <a:gd name="T10" fmla="*/ 2 w 18"/>
                <a:gd name="T11" fmla="*/ 14 h 24"/>
                <a:gd name="T12" fmla="*/ 11 w 18"/>
                <a:gd name="T13" fmla="*/ 20 h 24"/>
                <a:gd name="T14" fmla="*/ 12 w 18"/>
                <a:gd name="T15" fmla="*/ 18 h 24"/>
                <a:gd name="T16" fmla="*/ 14 w 18"/>
                <a:gd name="T17" fmla="*/ 15 h 24"/>
                <a:gd name="T18" fmla="*/ 16 w 18"/>
                <a:gd name="T19" fmla="*/ 11 h 24"/>
                <a:gd name="T20" fmla="*/ 17 w 18"/>
                <a:gd name="T21"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4">
                  <a:moveTo>
                    <a:pt x="17" y="8"/>
                  </a:moveTo>
                  <a:cubicBezTo>
                    <a:pt x="18" y="5"/>
                    <a:pt x="16" y="1"/>
                    <a:pt x="13" y="1"/>
                  </a:cubicBezTo>
                  <a:cubicBezTo>
                    <a:pt x="10" y="0"/>
                    <a:pt x="7" y="2"/>
                    <a:pt x="7" y="4"/>
                  </a:cubicBezTo>
                  <a:cubicBezTo>
                    <a:pt x="5" y="7"/>
                    <a:pt x="5" y="7"/>
                    <a:pt x="5" y="7"/>
                  </a:cubicBezTo>
                  <a:cubicBezTo>
                    <a:pt x="4" y="11"/>
                    <a:pt x="4" y="11"/>
                    <a:pt x="4" y="11"/>
                  </a:cubicBezTo>
                  <a:cubicBezTo>
                    <a:pt x="2" y="14"/>
                    <a:pt x="2" y="14"/>
                    <a:pt x="2" y="14"/>
                  </a:cubicBezTo>
                  <a:cubicBezTo>
                    <a:pt x="0" y="19"/>
                    <a:pt x="7" y="24"/>
                    <a:pt x="11" y="20"/>
                  </a:cubicBezTo>
                  <a:cubicBezTo>
                    <a:pt x="12" y="20"/>
                    <a:pt x="12" y="19"/>
                    <a:pt x="12" y="18"/>
                  </a:cubicBezTo>
                  <a:cubicBezTo>
                    <a:pt x="14" y="15"/>
                    <a:pt x="14" y="15"/>
                    <a:pt x="14" y="15"/>
                  </a:cubicBezTo>
                  <a:cubicBezTo>
                    <a:pt x="16" y="11"/>
                    <a:pt x="16" y="11"/>
                    <a:pt x="16" y="11"/>
                  </a:cubicBezTo>
                  <a:lnTo>
                    <a:pt x="17" y="8"/>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49" name="Freeform 143"/>
            <p:cNvSpPr>
              <a:spLocks/>
            </p:cNvSpPr>
            <p:nvPr/>
          </p:nvSpPr>
          <p:spPr bwMode="auto">
            <a:xfrm>
              <a:off x="3730625" y="2755900"/>
              <a:ext cx="36513" cy="57150"/>
            </a:xfrm>
            <a:custGeom>
              <a:avLst/>
              <a:gdLst>
                <a:gd name="T0" fmla="*/ 15 w 17"/>
                <a:gd name="T1" fmla="*/ 9 h 27"/>
                <a:gd name="T2" fmla="*/ 5 w 17"/>
                <a:gd name="T3" fmla="*/ 5 h 27"/>
                <a:gd name="T4" fmla="*/ 4 w 17"/>
                <a:gd name="T5" fmla="*/ 6 h 27"/>
                <a:gd name="T6" fmla="*/ 4 w 17"/>
                <a:gd name="T7" fmla="*/ 9 h 27"/>
                <a:gd name="T8" fmla="*/ 2 w 17"/>
                <a:gd name="T9" fmla="*/ 13 h 27"/>
                <a:gd name="T10" fmla="*/ 1 w 17"/>
                <a:gd name="T11" fmla="*/ 17 h 27"/>
                <a:gd name="T12" fmla="*/ 11 w 17"/>
                <a:gd name="T13" fmla="*/ 22 h 27"/>
                <a:gd name="T14" fmla="*/ 12 w 17"/>
                <a:gd name="T15" fmla="*/ 20 h 27"/>
                <a:gd name="T16" fmla="*/ 13 w 17"/>
                <a:gd name="T17" fmla="*/ 16 h 27"/>
                <a:gd name="T18" fmla="*/ 14 w 17"/>
                <a:gd name="T19" fmla="*/ 12 h 27"/>
                <a:gd name="T20" fmla="*/ 15 w 17"/>
                <a:gd name="T21"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7">
                  <a:moveTo>
                    <a:pt x="15" y="9"/>
                  </a:moveTo>
                  <a:cubicBezTo>
                    <a:pt x="17" y="3"/>
                    <a:pt x="8" y="0"/>
                    <a:pt x="5" y="5"/>
                  </a:cubicBezTo>
                  <a:cubicBezTo>
                    <a:pt x="5" y="6"/>
                    <a:pt x="5" y="6"/>
                    <a:pt x="4" y="6"/>
                  </a:cubicBezTo>
                  <a:cubicBezTo>
                    <a:pt x="4" y="9"/>
                    <a:pt x="4" y="9"/>
                    <a:pt x="4" y="9"/>
                  </a:cubicBezTo>
                  <a:cubicBezTo>
                    <a:pt x="2" y="13"/>
                    <a:pt x="2" y="13"/>
                    <a:pt x="2" y="13"/>
                  </a:cubicBezTo>
                  <a:cubicBezTo>
                    <a:pt x="1" y="17"/>
                    <a:pt x="1" y="17"/>
                    <a:pt x="1" y="17"/>
                  </a:cubicBezTo>
                  <a:cubicBezTo>
                    <a:pt x="0" y="22"/>
                    <a:pt x="7" y="27"/>
                    <a:pt x="11" y="22"/>
                  </a:cubicBezTo>
                  <a:cubicBezTo>
                    <a:pt x="11" y="21"/>
                    <a:pt x="12" y="21"/>
                    <a:pt x="12" y="20"/>
                  </a:cubicBezTo>
                  <a:cubicBezTo>
                    <a:pt x="13" y="16"/>
                    <a:pt x="13" y="16"/>
                    <a:pt x="13" y="16"/>
                  </a:cubicBezTo>
                  <a:cubicBezTo>
                    <a:pt x="14" y="12"/>
                    <a:pt x="14" y="12"/>
                    <a:pt x="14" y="12"/>
                  </a:cubicBezTo>
                  <a:lnTo>
                    <a:pt x="15"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0" name="Freeform 144"/>
            <p:cNvSpPr>
              <a:spLocks/>
            </p:cNvSpPr>
            <p:nvPr/>
          </p:nvSpPr>
          <p:spPr bwMode="auto">
            <a:xfrm>
              <a:off x="3762375" y="2617787"/>
              <a:ext cx="31750" cy="58738"/>
            </a:xfrm>
            <a:custGeom>
              <a:avLst/>
              <a:gdLst>
                <a:gd name="T0" fmla="*/ 14 w 15"/>
                <a:gd name="T1" fmla="*/ 9 h 27"/>
                <a:gd name="T2" fmla="*/ 4 w 15"/>
                <a:gd name="T3" fmla="*/ 5 h 27"/>
                <a:gd name="T4" fmla="*/ 3 w 15"/>
                <a:gd name="T5" fmla="*/ 7 h 27"/>
                <a:gd name="T6" fmla="*/ 3 w 15"/>
                <a:gd name="T7" fmla="*/ 8 h 27"/>
                <a:gd name="T8" fmla="*/ 2 w 15"/>
                <a:gd name="T9" fmla="*/ 13 h 27"/>
                <a:gd name="T10" fmla="*/ 1 w 15"/>
                <a:gd name="T11" fmla="*/ 18 h 27"/>
                <a:gd name="T12" fmla="*/ 12 w 15"/>
                <a:gd name="T13" fmla="*/ 21 h 27"/>
                <a:gd name="T14" fmla="*/ 12 w 15"/>
                <a:gd name="T15" fmla="*/ 20 h 27"/>
                <a:gd name="T16" fmla="*/ 13 w 15"/>
                <a:gd name="T17" fmla="*/ 15 h 27"/>
                <a:gd name="T18" fmla="*/ 14 w 15"/>
                <a:gd name="T19" fmla="*/ 10 h 27"/>
                <a:gd name="T20" fmla="*/ 14 w 15"/>
                <a:gd name="T21"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27">
                  <a:moveTo>
                    <a:pt x="14" y="9"/>
                  </a:moveTo>
                  <a:cubicBezTo>
                    <a:pt x="15" y="3"/>
                    <a:pt x="8" y="0"/>
                    <a:pt x="4" y="5"/>
                  </a:cubicBezTo>
                  <a:cubicBezTo>
                    <a:pt x="4" y="6"/>
                    <a:pt x="3" y="6"/>
                    <a:pt x="3" y="7"/>
                  </a:cubicBezTo>
                  <a:cubicBezTo>
                    <a:pt x="3" y="8"/>
                    <a:pt x="3" y="8"/>
                    <a:pt x="3" y="8"/>
                  </a:cubicBezTo>
                  <a:cubicBezTo>
                    <a:pt x="2" y="13"/>
                    <a:pt x="2" y="13"/>
                    <a:pt x="2" y="13"/>
                  </a:cubicBezTo>
                  <a:cubicBezTo>
                    <a:pt x="1" y="18"/>
                    <a:pt x="1" y="18"/>
                    <a:pt x="1" y="18"/>
                  </a:cubicBezTo>
                  <a:cubicBezTo>
                    <a:pt x="0" y="24"/>
                    <a:pt x="9" y="27"/>
                    <a:pt x="12" y="21"/>
                  </a:cubicBezTo>
                  <a:cubicBezTo>
                    <a:pt x="12" y="21"/>
                    <a:pt x="12" y="20"/>
                    <a:pt x="12" y="20"/>
                  </a:cubicBezTo>
                  <a:cubicBezTo>
                    <a:pt x="13" y="15"/>
                    <a:pt x="13" y="15"/>
                    <a:pt x="13" y="15"/>
                  </a:cubicBezTo>
                  <a:cubicBezTo>
                    <a:pt x="14" y="10"/>
                    <a:pt x="14" y="10"/>
                    <a:pt x="14" y="10"/>
                  </a:cubicBezTo>
                  <a:lnTo>
                    <a:pt x="14"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1" name="Freeform 145"/>
            <p:cNvSpPr>
              <a:spLocks/>
            </p:cNvSpPr>
            <p:nvPr/>
          </p:nvSpPr>
          <p:spPr bwMode="auto">
            <a:xfrm>
              <a:off x="3695700" y="2439987"/>
              <a:ext cx="177800" cy="176213"/>
            </a:xfrm>
            <a:custGeom>
              <a:avLst/>
              <a:gdLst>
                <a:gd name="T0" fmla="*/ 0 w 112"/>
                <a:gd name="T1" fmla="*/ 96 h 111"/>
                <a:gd name="T2" fmla="*/ 69 w 112"/>
                <a:gd name="T3" fmla="*/ 0 h 111"/>
                <a:gd name="T4" fmla="*/ 112 w 112"/>
                <a:gd name="T5" fmla="*/ 111 h 111"/>
                <a:gd name="T6" fmla="*/ 0 w 112"/>
                <a:gd name="T7" fmla="*/ 96 h 111"/>
              </a:gdLst>
              <a:ahLst/>
              <a:cxnLst>
                <a:cxn ang="0">
                  <a:pos x="T0" y="T1"/>
                </a:cxn>
                <a:cxn ang="0">
                  <a:pos x="T2" y="T3"/>
                </a:cxn>
                <a:cxn ang="0">
                  <a:pos x="T4" y="T5"/>
                </a:cxn>
                <a:cxn ang="0">
                  <a:pos x="T6" y="T7"/>
                </a:cxn>
              </a:cxnLst>
              <a:rect l="0" t="0" r="r" b="b"/>
              <a:pathLst>
                <a:path w="112" h="111">
                  <a:moveTo>
                    <a:pt x="0" y="96"/>
                  </a:moveTo>
                  <a:lnTo>
                    <a:pt x="69" y="0"/>
                  </a:lnTo>
                  <a:lnTo>
                    <a:pt x="112" y="111"/>
                  </a:lnTo>
                  <a:lnTo>
                    <a:pt x="0" y="96"/>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2" name="Freeform 146"/>
            <p:cNvSpPr>
              <a:spLocks/>
            </p:cNvSpPr>
            <p:nvPr/>
          </p:nvSpPr>
          <p:spPr bwMode="auto">
            <a:xfrm>
              <a:off x="2438400" y="3830637"/>
              <a:ext cx="41275" cy="50800"/>
            </a:xfrm>
            <a:custGeom>
              <a:avLst/>
              <a:gdLst>
                <a:gd name="T0" fmla="*/ 10 w 19"/>
                <a:gd name="T1" fmla="*/ 5 h 24"/>
                <a:gd name="T2" fmla="*/ 0 w 19"/>
                <a:gd name="T3" fmla="*/ 8 h 24"/>
                <a:gd name="T4" fmla="*/ 1 w 19"/>
                <a:gd name="T5" fmla="*/ 10 h 24"/>
                <a:gd name="T6" fmla="*/ 2 w 19"/>
                <a:gd name="T7" fmla="*/ 11 h 24"/>
                <a:gd name="T8" fmla="*/ 2 w 19"/>
                <a:gd name="T9" fmla="*/ 13 h 24"/>
                <a:gd name="T10" fmla="*/ 3 w 19"/>
                <a:gd name="T11" fmla="*/ 14 h 24"/>
                <a:gd name="T12" fmla="*/ 4 w 19"/>
                <a:gd name="T13" fmla="*/ 16 h 24"/>
                <a:gd name="T14" fmla="*/ 5 w 19"/>
                <a:gd name="T15" fmla="*/ 17 h 24"/>
                <a:gd name="T16" fmla="*/ 6 w 19"/>
                <a:gd name="T17" fmla="*/ 18 h 24"/>
                <a:gd name="T18" fmla="*/ 8 w 19"/>
                <a:gd name="T19" fmla="*/ 20 h 24"/>
                <a:gd name="T20" fmla="*/ 8 w 19"/>
                <a:gd name="T21" fmla="*/ 20 h 24"/>
                <a:gd name="T22" fmla="*/ 17 w 19"/>
                <a:gd name="T23" fmla="*/ 14 h 24"/>
                <a:gd name="T24" fmla="*/ 16 w 19"/>
                <a:gd name="T25" fmla="*/ 13 h 24"/>
                <a:gd name="T26" fmla="*/ 16 w 19"/>
                <a:gd name="T27" fmla="*/ 12 h 24"/>
                <a:gd name="T28" fmla="*/ 15 w 19"/>
                <a:gd name="T29" fmla="*/ 11 h 24"/>
                <a:gd name="T30" fmla="*/ 14 w 19"/>
                <a:gd name="T31" fmla="*/ 10 h 24"/>
                <a:gd name="T32" fmla="*/ 13 w 19"/>
                <a:gd name="T33" fmla="*/ 9 h 24"/>
                <a:gd name="T34" fmla="*/ 12 w 19"/>
                <a:gd name="T35" fmla="*/ 8 h 24"/>
                <a:gd name="T36" fmla="*/ 12 w 19"/>
                <a:gd name="T37" fmla="*/ 7 h 24"/>
                <a:gd name="T38" fmla="*/ 11 w 19"/>
                <a:gd name="T39" fmla="*/ 6 h 24"/>
                <a:gd name="T40" fmla="*/ 10 w 19"/>
                <a:gd name="T41"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24">
                  <a:moveTo>
                    <a:pt x="10" y="5"/>
                  </a:moveTo>
                  <a:cubicBezTo>
                    <a:pt x="8" y="0"/>
                    <a:pt x="0" y="2"/>
                    <a:pt x="0" y="8"/>
                  </a:cubicBezTo>
                  <a:cubicBezTo>
                    <a:pt x="0" y="8"/>
                    <a:pt x="0" y="9"/>
                    <a:pt x="1" y="10"/>
                  </a:cubicBezTo>
                  <a:cubicBezTo>
                    <a:pt x="2" y="11"/>
                    <a:pt x="2" y="11"/>
                    <a:pt x="2" y="11"/>
                  </a:cubicBezTo>
                  <a:cubicBezTo>
                    <a:pt x="2" y="13"/>
                    <a:pt x="2" y="13"/>
                    <a:pt x="2" y="13"/>
                  </a:cubicBezTo>
                  <a:cubicBezTo>
                    <a:pt x="3" y="14"/>
                    <a:pt x="3" y="14"/>
                    <a:pt x="3" y="14"/>
                  </a:cubicBezTo>
                  <a:cubicBezTo>
                    <a:pt x="4" y="16"/>
                    <a:pt x="4" y="16"/>
                    <a:pt x="4" y="16"/>
                  </a:cubicBezTo>
                  <a:cubicBezTo>
                    <a:pt x="5" y="17"/>
                    <a:pt x="5" y="17"/>
                    <a:pt x="5" y="17"/>
                  </a:cubicBezTo>
                  <a:cubicBezTo>
                    <a:pt x="6" y="18"/>
                    <a:pt x="6" y="18"/>
                    <a:pt x="6" y="18"/>
                  </a:cubicBezTo>
                  <a:cubicBezTo>
                    <a:pt x="8" y="20"/>
                    <a:pt x="8" y="20"/>
                    <a:pt x="8" y="20"/>
                  </a:cubicBezTo>
                  <a:cubicBezTo>
                    <a:pt x="8" y="20"/>
                    <a:pt x="8" y="20"/>
                    <a:pt x="8" y="20"/>
                  </a:cubicBezTo>
                  <a:cubicBezTo>
                    <a:pt x="12" y="24"/>
                    <a:pt x="19" y="20"/>
                    <a:pt x="17" y="14"/>
                  </a:cubicBezTo>
                  <a:cubicBezTo>
                    <a:pt x="17" y="14"/>
                    <a:pt x="16" y="13"/>
                    <a:pt x="16" y="13"/>
                  </a:cubicBezTo>
                  <a:cubicBezTo>
                    <a:pt x="16" y="12"/>
                    <a:pt x="16" y="12"/>
                    <a:pt x="16" y="12"/>
                  </a:cubicBezTo>
                  <a:cubicBezTo>
                    <a:pt x="15" y="11"/>
                    <a:pt x="15" y="11"/>
                    <a:pt x="15" y="11"/>
                  </a:cubicBezTo>
                  <a:cubicBezTo>
                    <a:pt x="14" y="10"/>
                    <a:pt x="14" y="10"/>
                    <a:pt x="14" y="10"/>
                  </a:cubicBezTo>
                  <a:cubicBezTo>
                    <a:pt x="13" y="9"/>
                    <a:pt x="13" y="9"/>
                    <a:pt x="13" y="9"/>
                  </a:cubicBezTo>
                  <a:cubicBezTo>
                    <a:pt x="12" y="8"/>
                    <a:pt x="12" y="8"/>
                    <a:pt x="12" y="8"/>
                  </a:cubicBezTo>
                  <a:cubicBezTo>
                    <a:pt x="12" y="7"/>
                    <a:pt x="12" y="7"/>
                    <a:pt x="12" y="7"/>
                  </a:cubicBezTo>
                  <a:cubicBezTo>
                    <a:pt x="11" y="6"/>
                    <a:pt x="11" y="6"/>
                    <a:pt x="11" y="6"/>
                  </a:cubicBezTo>
                  <a:lnTo>
                    <a:pt x="10" y="5"/>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3" name="Freeform 147"/>
            <p:cNvSpPr>
              <a:spLocks/>
            </p:cNvSpPr>
            <p:nvPr/>
          </p:nvSpPr>
          <p:spPr bwMode="auto">
            <a:xfrm>
              <a:off x="2573338" y="3825875"/>
              <a:ext cx="53975" cy="30163"/>
            </a:xfrm>
            <a:custGeom>
              <a:avLst/>
              <a:gdLst>
                <a:gd name="T0" fmla="*/ 19 w 25"/>
                <a:gd name="T1" fmla="*/ 11 h 14"/>
                <a:gd name="T2" fmla="*/ 18 w 25"/>
                <a:gd name="T3" fmla="*/ 0 h 14"/>
                <a:gd name="T4" fmla="*/ 17 w 25"/>
                <a:gd name="T5" fmla="*/ 0 h 14"/>
                <a:gd name="T6" fmla="*/ 14 w 25"/>
                <a:gd name="T7" fmla="*/ 1 h 14"/>
                <a:gd name="T8" fmla="*/ 12 w 25"/>
                <a:gd name="T9" fmla="*/ 2 h 14"/>
                <a:gd name="T10" fmla="*/ 9 w 25"/>
                <a:gd name="T11" fmla="*/ 2 h 14"/>
                <a:gd name="T12" fmla="*/ 7 w 25"/>
                <a:gd name="T13" fmla="*/ 3 h 14"/>
                <a:gd name="T14" fmla="*/ 6 w 25"/>
                <a:gd name="T15" fmla="*/ 3 h 14"/>
                <a:gd name="T16" fmla="*/ 7 w 25"/>
                <a:gd name="T17" fmla="*/ 14 h 14"/>
                <a:gd name="T18" fmla="*/ 9 w 25"/>
                <a:gd name="T19" fmla="*/ 14 h 14"/>
                <a:gd name="T20" fmla="*/ 9 w 25"/>
                <a:gd name="T21" fmla="*/ 14 h 14"/>
                <a:gd name="T22" fmla="*/ 12 w 25"/>
                <a:gd name="T23" fmla="*/ 13 h 14"/>
                <a:gd name="T24" fmla="*/ 14 w 25"/>
                <a:gd name="T25" fmla="*/ 12 h 14"/>
                <a:gd name="T26" fmla="*/ 17 w 25"/>
                <a:gd name="T27" fmla="*/ 12 h 14"/>
                <a:gd name="T28" fmla="*/ 19 w 25"/>
                <a:gd name="T29"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4">
                  <a:moveTo>
                    <a:pt x="19" y="11"/>
                  </a:moveTo>
                  <a:cubicBezTo>
                    <a:pt x="25" y="9"/>
                    <a:pt x="25" y="1"/>
                    <a:pt x="18" y="0"/>
                  </a:cubicBezTo>
                  <a:cubicBezTo>
                    <a:pt x="18" y="0"/>
                    <a:pt x="17" y="0"/>
                    <a:pt x="17" y="0"/>
                  </a:cubicBezTo>
                  <a:cubicBezTo>
                    <a:pt x="14" y="1"/>
                    <a:pt x="14" y="1"/>
                    <a:pt x="14" y="1"/>
                  </a:cubicBezTo>
                  <a:cubicBezTo>
                    <a:pt x="12" y="2"/>
                    <a:pt x="12" y="2"/>
                    <a:pt x="12" y="2"/>
                  </a:cubicBezTo>
                  <a:cubicBezTo>
                    <a:pt x="9" y="2"/>
                    <a:pt x="9" y="2"/>
                    <a:pt x="9" y="2"/>
                  </a:cubicBezTo>
                  <a:cubicBezTo>
                    <a:pt x="7" y="3"/>
                    <a:pt x="7" y="3"/>
                    <a:pt x="7" y="3"/>
                  </a:cubicBezTo>
                  <a:cubicBezTo>
                    <a:pt x="6" y="3"/>
                    <a:pt x="6" y="3"/>
                    <a:pt x="6" y="3"/>
                  </a:cubicBezTo>
                  <a:cubicBezTo>
                    <a:pt x="0" y="4"/>
                    <a:pt x="1" y="13"/>
                    <a:pt x="7" y="14"/>
                  </a:cubicBezTo>
                  <a:cubicBezTo>
                    <a:pt x="8" y="14"/>
                    <a:pt x="8" y="14"/>
                    <a:pt x="9" y="14"/>
                  </a:cubicBezTo>
                  <a:cubicBezTo>
                    <a:pt x="9" y="14"/>
                    <a:pt x="9" y="14"/>
                    <a:pt x="9" y="14"/>
                  </a:cubicBezTo>
                  <a:cubicBezTo>
                    <a:pt x="12" y="13"/>
                    <a:pt x="12" y="13"/>
                    <a:pt x="12" y="13"/>
                  </a:cubicBezTo>
                  <a:cubicBezTo>
                    <a:pt x="14" y="12"/>
                    <a:pt x="14" y="12"/>
                    <a:pt x="14" y="12"/>
                  </a:cubicBezTo>
                  <a:cubicBezTo>
                    <a:pt x="17" y="12"/>
                    <a:pt x="17" y="12"/>
                    <a:pt x="17" y="12"/>
                  </a:cubicBezTo>
                  <a:lnTo>
                    <a:pt x="19"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4" name="Freeform 148"/>
            <p:cNvSpPr>
              <a:spLocks/>
            </p:cNvSpPr>
            <p:nvPr/>
          </p:nvSpPr>
          <p:spPr bwMode="auto">
            <a:xfrm>
              <a:off x="2703513" y="3770312"/>
              <a:ext cx="55563" cy="38100"/>
            </a:xfrm>
            <a:custGeom>
              <a:avLst/>
              <a:gdLst>
                <a:gd name="T0" fmla="*/ 20 w 26"/>
                <a:gd name="T1" fmla="*/ 12 h 18"/>
                <a:gd name="T2" fmla="*/ 16 w 26"/>
                <a:gd name="T3" fmla="*/ 2 h 18"/>
                <a:gd name="T4" fmla="*/ 15 w 26"/>
                <a:gd name="T5" fmla="*/ 2 h 18"/>
                <a:gd name="T6" fmla="*/ 13 w 26"/>
                <a:gd name="T7" fmla="*/ 3 h 18"/>
                <a:gd name="T8" fmla="*/ 11 w 26"/>
                <a:gd name="T9" fmla="*/ 4 h 18"/>
                <a:gd name="T10" fmla="*/ 8 w 26"/>
                <a:gd name="T11" fmla="*/ 6 h 18"/>
                <a:gd name="T12" fmla="*/ 6 w 26"/>
                <a:gd name="T13" fmla="*/ 7 h 18"/>
                <a:gd name="T14" fmla="*/ 8 w 26"/>
                <a:gd name="T15" fmla="*/ 17 h 18"/>
                <a:gd name="T16" fmla="*/ 10 w 26"/>
                <a:gd name="T17" fmla="*/ 17 h 18"/>
                <a:gd name="T18" fmla="*/ 13 w 26"/>
                <a:gd name="T19" fmla="*/ 16 h 18"/>
                <a:gd name="T20" fmla="*/ 15 w 26"/>
                <a:gd name="T21" fmla="*/ 14 h 18"/>
                <a:gd name="T22" fmla="*/ 18 w 26"/>
                <a:gd name="T23" fmla="*/ 13 h 18"/>
                <a:gd name="T24" fmla="*/ 20 w 26"/>
                <a:gd name="T25"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8">
                  <a:moveTo>
                    <a:pt x="20" y="12"/>
                  </a:moveTo>
                  <a:cubicBezTo>
                    <a:pt x="26" y="9"/>
                    <a:pt x="23" y="0"/>
                    <a:pt x="16" y="2"/>
                  </a:cubicBezTo>
                  <a:cubicBezTo>
                    <a:pt x="16" y="2"/>
                    <a:pt x="16" y="2"/>
                    <a:pt x="15" y="2"/>
                  </a:cubicBezTo>
                  <a:cubicBezTo>
                    <a:pt x="13" y="3"/>
                    <a:pt x="13" y="3"/>
                    <a:pt x="13" y="3"/>
                  </a:cubicBezTo>
                  <a:cubicBezTo>
                    <a:pt x="11" y="4"/>
                    <a:pt x="11" y="4"/>
                    <a:pt x="11" y="4"/>
                  </a:cubicBezTo>
                  <a:cubicBezTo>
                    <a:pt x="8" y="6"/>
                    <a:pt x="8" y="6"/>
                    <a:pt x="8" y="6"/>
                  </a:cubicBezTo>
                  <a:cubicBezTo>
                    <a:pt x="6" y="7"/>
                    <a:pt x="6" y="7"/>
                    <a:pt x="6" y="7"/>
                  </a:cubicBezTo>
                  <a:cubicBezTo>
                    <a:pt x="0" y="9"/>
                    <a:pt x="2" y="18"/>
                    <a:pt x="8" y="17"/>
                  </a:cubicBezTo>
                  <a:cubicBezTo>
                    <a:pt x="9" y="17"/>
                    <a:pt x="10" y="17"/>
                    <a:pt x="10" y="17"/>
                  </a:cubicBezTo>
                  <a:cubicBezTo>
                    <a:pt x="13" y="16"/>
                    <a:pt x="13" y="16"/>
                    <a:pt x="13" y="16"/>
                  </a:cubicBezTo>
                  <a:cubicBezTo>
                    <a:pt x="15" y="14"/>
                    <a:pt x="15" y="14"/>
                    <a:pt x="15" y="14"/>
                  </a:cubicBezTo>
                  <a:cubicBezTo>
                    <a:pt x="18" y="13"/>
                    <a:pt x="18" y="13"/>
                    <a:pt x="18" y="13"/>
                  </a:cubicBezTo>
                  <a:lnTo>
                    <a:pt x="20"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5" name="Freeform 149"/>
            <p:cNvSpPr>
              <a:spLocks/>
            </p:cNvSpPr>
            <p:nvPr/>
          </p:nvSpPr>
          <p:spPr bwMode="auto">
            <a:xfrm>
              <a:off x="2825750" y="3702050"/>
              <a:ext cx="53975" cy="38100"/>
            </a:xfrm>
            <a:custGeom>
              <a:avLst/>
              <a:gdLst>
                <a:gd name="T0" fmla="*/ 20 w 25"/>
                <a:gd name="T1" fmla="*/ 10 h 18"/>
                <a:gd name="T2" fmla="*/ 17 w 25"/>
                <a:gd name="T3" fmla="*/ 0 h 18"/>
                <a:gd name="T4" fmla="*/ 14 w 25"/>
                <a:gd name="T5" fmla="*/ 1 h 18"/>
                <a:gd name="T6" fmla="*/ 13 w 25"/>
                <a:gd name="T7" fmla="*/ 2 h 18"/>
                <a:gd name="T8" fmla="*/ 10 w 25"/>
                <a:gd name="T9" fmla="*/ 4 h 18"/>
                <a:gd name="T10" fmla="*/ 7 w 25"/>
                <a:gd name="T11" fmla="*/ 6 h 18"/>
                <a:gd name="T12" fmla="*/ 5 w 25"/>
                <a:gd name="T13" fmla="*/ 7 h 18"/>
                <a:gd name="T14" fmla="*/ 9 w 25"/>
                <a:gd name="T15" fmla="*/ 17 h 18"/>
                <a:gd name="T16" fmla="*/ 11 w 25"/>
                <a:gd name="T17" fmla="*/ 16 h 18"/>
                <a:gd name="T18" fmla="*/ 13 w 25"/>
                <a:gd name="T19" fmla="*/ 15 h 18"/>
                <a:gd name="T20" fmla="*/ 16 w 25"/>
                <a:gd name="T21" fmla="*/ 13 h 18"/>
                <a:gd name="T22" fmla="*/ 19 w 25"/>
                <a:gd name="T23" fmla="*/ 11 h 18"/>
                <a:gd name="T24" fmla="*/ 20 w 25"/>
                <a:gd name="T25"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8">
                  <a:moveTo>
                    <a:pt x="20" y="10"/>
                  </a:moveTo>
                  <a:cubicBezTo>
                    <a:pt x="25" y="7"/>
                    <a:pt x="22" y="0"/>
                    <a:pt x="17" y="0"/>
                  </a:cubicBezTo>
                  <a:cubicBezTo>
                    <a:pt x="16" y="0"/>
                    <a:pt x="15" y="0"/>
                    <a:pt x="14" y="1"/>
                  </a:cubicBezTo>
                  <a:cubicBezTo>
                    <a:pt x="13" y="2"/>
                    <a:pt x="13" y="2"/>
                    <a:pt x="13" y="2"/>
                  </a:cubicBezTo>
                  <a:cubicBezTo>
                    <a:pt x="10" y="4"/>
                    <a:pt x="10" y="4"/>
                    <a:pt x="10" y="4"/>
                  </a:cubicBezTo>
                  <a:cubicBezTo>
                    <a:pt x="7" y="6"/>
                    <a:pt x="7" y="6"/>
                    <a:pt x="7" y="6"/>
                  </a:cubicBezTo>
                  <a:cubicBezTo>
                    <a:pt x="5" y="7"/>
                    <a:pt x="5" y="7"/>
                    <a:pt x="5" y="7"/>
                  </a:cubicBezTo>
                  <a:cubicBezTo>
                    <a:pt x="0" y="10"/>
                    <a:pt x="3" y="18"/>
                    <a:pt x="9" y="17"/>
                  </a:cubicBezTo>
                  <a:cubicBezTo>
                    <a:pt x="9" y="17"/>
                    <a:pt x="10" y="17"/>
                    <a:pt x="11" y="16"/>
                  </a:cubicBezTo>
                  <a:cubicBezTo>
                    <a:pt x="13" y="15"/>
                    <a:pt x="13" y="15"/>
                    <a:pt x="13" y="15"/>
                  </a:cubicBezTo>
                  <a:cubicBezTo>
                    <a:pt x="16" y="13"/>
                    <a:pt x="16" y="13"/>
                    <a:pt x="16" y="13"/>
                  </a:cubicBezTo>
                  <a:cubicBezTo>
                    <a:pt x="19" y="11"/>
                    <a:pt x="19" y="11"/>
                    <a:pt x="19" y="11"/>
                  </a:cubicBezTo>
                  <a:lnTo>
                    <a:pt x="20" y="10"/>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6" name="Freeform 150"/>
            <p:cNvSpPr>
              <a:spLocks/>
            </p:cNvSpPr>
            <p:nvPr/>
          </p:nvSpPr>
          <p:spPr bwMode="auto">
            <a:xfrm>
              <a:off x="2940050" y="3614737"/>
              <a:ext cx="46038" cy="44450"/>
            </a:xfrm>
            <a:custGeom>
              <a:avLst/>
              <a:gdLst>
                <a:gd name="T0" fmla="*/ 20 w 22"/>
                <a:gd name="T1" fmla="*/ 12 h 21"/>
                <a:gd name="T2" fmla="*/ 22 w 22"/>
                <a:gd name="T3" fmla="*/ 6 h 21"/>
                <a:gd name="T4" fmla="*/ 13 w 22"/>
                <a:gd name="T5" fmla="*/ 3 h 21"/>
                <a:gd name="T6" fmla="*/ 12 w 22"/>
                <a:gd name="T7" fmla="*/ 4 h 21"/>
                <a:gd name="T8" fmla="*/ 9 w 22"/>
                <a:gd name="T9" fmla="*/ 6 h 21"/>
                <a:gd name="T10" fmla="*/ 6 w 22"/>
                <a:gd name="T11" fmla="*/ 9 h 21"/>
                <a:gd name="T12" fmla="*/ 5 w 22"/>
                <a:gd name="T13" fmla="*/ 10 h 21"/>
                <a:gd name="T14" fmla="*/ 10 w 22"/>
                <a:gd name="T15" fmla="*/ 19 h 21"/>
                <a:gd name="T16" fmla="*/ 11 w 22"/>
                <a:gd name="T17" fmla="*/ 18 h 21"/>
                <a:gd name="T18" fmla="*/ 13 w 22"/>
                <a:gd name="T19" fmla="*/ 17 h 21"/>
                <a:gd name="T20" fmla="*/ 16 w 22"/>
                <a:gd name="T21" fmla="*/ 15 h 21"/>
                <a:gd name="T22" fmla="*/ 19 w 22"/>
                <a:gd name="T23" fmla="*/ 12 h 21"/>
                <a:gd name="T24" fmla="*/ 20 w 22"/>
                <a:gd name="T2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21">
                  <a:moveTo>
                    <a:pt x="20" y="12"/>
                  </a:moveTo>
                  <a:cubicBezTo>
                    <a:pt x="22" y="10"/>
                    <a:pt x="22" y="8"/>
                    <a:pt x="22" y="6"/>
                  </a:cubicBezTo>
                  <a:cubicBezTo>
                    <a:pt x="21" y="2"/>
                    <a:pt x="16" y="0"/>
                    <a:pt x="13" y="3"/>
                  </a:cubicBezTo>
                  <a:cubicBezTo>
                    <a:pt x="12" y="4"/>
                    <a:pt x="12" y="4"/>
                    <a:pt x="12" y="4"/>
                  </a:cubicBezTo>
                  <a:cubicBezTo>
                    <a:pt x="9" y="6"/>
                    <a:pt x="9" y="6"/>
                    <a:pt x="9" y="6"/>
                  </a:cubicBezTo>
                  <a:cubicBezTo>
                    <a:pt x="6" y="9"/>
                    <a:pt x="6" y="9"/>
                    <a:pt x="6" y="9"/>
                  </a:cubicBezTo>
                  <a:cubicBezTo>
                    <a:pt x="5" y="10"/>
                    <a:pt x="5" y="10"/>
                    <a:pt x="5" y="10"/>
                  </a:cubicBezTo>
                  <a:cubicBezTo>
                    <a:pt x="0" y="14"/>
                    <a:pt x="4" y="21"/>
                    <a:pt x="10" y="19"/>
                  </a:cubicBezTo>
                  <a:cubicBezTo>
                    <a:pt x="11" y="19"/>
                    <a:pt x="11" y="19"/>
                    <a:pt x="11" y="18"/>
                  </a:cubicBezTo>
                  <a:cubicBezTo>
                    <a:pt x="13" y="17"/>
                    <a:pt x="13" y="17"/>
                    <a:pt x="13" y="17"/>
                  </a:cubicBezTo>
                  <a:cubicBezTo>
                    <a:pt x="16" y="15"/>
                    <a:pt x="16" y="15"/>
                    <a:pt x="16" y="15"/>
                  </a:cubicBezTo>
                  <a:cubicBezTo>
                    <a:pt x="19" y="12"/>
                    <a:pt x="19" y="12"/>
                    <a:pt x="19" y="12"/>
                  </a:cubicBezTo>
                  <a:lnTo>
                    <a:pt x="20"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7" name="Freeform 151"/>
            <p:cNvSpPr>
              <a:spLocks/>
            </p:cNvSpPr>
            <p:nvPr/>
          </p:nvSpPr>
          <p:spPr bwMode="auto">
            <a:xfrm>
              <a:off x="3046413" y="3522662"/>
              <a:ext cx="49213" cy="44450"/>
            </a:xfrm>
            <a:custGeom>
              <a:avLst/>
              <a:gdLst>
                <a:gd name="T0" fmla="*/ 19 w 23"/>
                <a:gd name="T1" fmla="*/ 11 h 21"/>
                <a:gd name="T2" fmla="*/ 15 w 23"/>
                <a:gd name="T3" fmla="*/ 2 h 21"/>
                <a:gd name="T4" fmla="*/ 12 w 23"/>
                <a:gd name="T5" fmla="*/ 3 h 21"/>
                <a:gd name="T6" fmla="*/ 11 w 23"/>
                <a:gd name="T7" fmla="*/ 4 h 21"/>
                <a:gd name="T8" fmla="*/ 8 w 23"/>
                <a:gd name="T9" fmla="*/ 7 h 21"/>
                <a:gd name="T10" fmla="*/ 5 w 23"/>
                <a:gd name="T11" fmla="*/ 10 h 21"/>
                <a:gd name="T12" fmla="*/ 4 w 23"/>
                <a:gd name="T13" fmla="*/ 10 h 21"/>
                <a:gd name="T14" fmla="*/ 10 w 23"/>
                <a:gd name="T15" fmla="*/ 19 h 21"/>
                <a:gd name="T16" fmla="*/ 11 w 23"/>
                <a:gd name="T17" fmla="*/ 18 h 21"/>
                <a:gd name="T18" fmla="*/ 12 w 23"/>
                <a:gd name="T19" fmla="*/ 17 h 21"/>
                <a:gd name="T20" fmla="*/ 15 w 23"/>
                <a:gd name="T21" fmla="*/ 15 h 21"/>
                <a:gd name="T22" fmla="*/ 19 w 23"/>
                <a:gd name="T23" fmla="*/ 12 h 21"/>
                <a:gd name="T24" fmla="*/ 19 w 23"/>
                <a:gd name="T25"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21">
                  <a:moveTo>
                    <a:pt x="19" y="11"/>
                  </a:moveTo>
                  <a:cubicBezTo>
                    <a:pt x="23" y="7"/>
                    <a:pt x="20" y="0"/>
                    <a:pt x="15" y="2"/>
                  </a:cubicBezTo>
                  <a:cubicBezTo>
                    <a:pt x="14" y="2"/>
                    <a:pt x="13" y="2"/>
                    <a:pt x="12" y="3"/>
                  </a:cubicBezTo>
                  <a:cubicBezTo>
                    <a:pt x="11" y="4"/>
                    <a:pt x="11" y="4"/>
                    <a:pt x="11" y="4"/>
                  </a:cubicBezTo>
                  <a:cubicBezTo>
                    <a:pt x="8" y="7"/>
                    <a:pt x="8" y="7"/>
                    <a:pt x="8" y="7"/>
                  </a:cubicBezTo>
                  <a:cubicBezTo>
                    <a:pt x="5" y="10"/>
                    <a:pt x="5" y="10"/>
                    <a:pt x="5" y="10"/>
                  </a:cubicBezTo>
                  <a:cubicBezTo>
                    <a:pt x="4" y="10"/>
                    <a:pt x="4" y="10"/>
                    <a:pt x="4" y="10"/>
                  </a:cubicBezTo>
                  <a:cubicBezTo>
                    <a:pt x="0" y="14"/>
                    <a:pt x="4" y="21"/>
                    <a:pt x="10" y="19"/>
                  </a:cubicBezTo>
                  <a:cubicBezTo>
                    <a:pt x="10" y="19"/>
                    <a:pt x="11" y="19"/>
                    <a:pt x="11" y="18"/>
                  </a:cubicBezTo>
                  <a:cubicBezTo>
                    <a:pt x="12" y="17"/>
                    <a:pt x="12" y="17"/>
                    <a:pt x="12" y="17"/>
                  </a:cubicBezTo>
                  <a:cubicBezTo>
                    <a:pt x="15" y="15"/>
                    <a:pt x="15" y="15"/>
                    <a:pt x="15" y="15"/>
                  </a:cubicBezTo>
                  <a:cubicBezTo>
                    <a:pt x="19" y="12"/>
                    <a:pt x="19" y="12"/>
                    <a:pt x="19" y="12"/>
                  </a:cubicBezTo>
                  <a:lnTo>
                    <a:pt x="19"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8" name="Freeform 152"/>
            <p:cNvSpPr>
              <a:spLocks/>
            </p:cNvSpPr>
            <p:nvPr/>
          </p:nvSpPr>
          <p:spPr bwMode="auto">
            <a:xfrm>
              <a:off x="3144838" y="3419475"/>
              <a:ext cx="52388" cy="49213"/>
            </a:xfrm>
            <a:custGeom>
              <a:avLst/>
              <a:gdLst>
                <a:gd name="T0" fmla="*/ 19 w 24"/>
                <a:gd name="T1" fmla="*/ 12 h 23"/>
                <a:gd name="T2" fmla="*/ 13 w 24"/>
                <a:gd name="T3" fmla="*/ 3 h 23"/>
                <a:gd name="T4" fmla="*/ 11 w 24"/>
                <a:gd name="T5" fmla="*/ 4 h 23"/>
                <a:gd name="T6" fmla="*/ 9 w 24"/>
                <a:gd name="T7" fmla="*/ 6 h 23"/>
                <a:gd name="T8" fmla="*/ 6 w 24"/>
                <a:gd name="T9" fmla="*/ 10 h 23"/>
                <a:gd name="T10" fmla="*/ 4 w 24"/>
                <a:gd name="T11" fmla="*/ 12 h 23"/>
                <a:gd name="T12" fmla="*/ 10 w 24"/>
                <a:gd name="T13" fmla="*/ 21 h 23"/>
                <a:gd name="T14" fmla="*/ 12 w 24"/>
                <a:gd name="T15" fmla="*/ 20 h 23"/>
                <a:gd name="T16" fmla="*/ 15 w 24"/>
                <a:gd name="T17" fmla="*/ 17 h 23"/>
                <a:gd name="T18" fmla="*/ 17 w 24"/>
                <a:gd name="T19" fmla="*/ 14 h 23"/>
                <a:gd name="T20" fmla="*/ 19 w 24"/>
                <a:gd name="T2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3">
                  <a:moveTo>
                    <a:pt x="19" y="12"/>
                  </a:moveTo>
                  <a:cubicBezTo>
                    <a:pt x="24" y="7"/>
                    <a:pt x="18" y="0"/>
                    <a:pt x="13" y="3"/>
                  </a:cubicBezTo>
                  <a:cubicBezTo>
                    <a:pt x="12" y="3"/>
                    <a:pt x="12" y="4"/>
                    <a:pt x="11" y="4"/>
                  </a:cubicBezTo>
                  <a:cubicBezTo>
                    <a:pt x="9" y="6"/>
                    <a:pt x="9" y="6"/>
                    <a:pt x="9" y="6"/>
                  </a:cubicBezTo>
                  <a:cubicBezTo>
                    <a:pt x="6" y="10"/>
                    <a:pt x="6" y="10"/>
                    <a:pt x="6" y="10"/>
                  </a:cubicBezTo>
                  <a:cubicBezTo>
                    <a:pt x="4" y="12"/>
                    <a:pt x="4" y="12"/>
                    <a:pt x="4" y="12"/>
                  </a:cubicBezTo>
                  <a:cubicBezTo>
                    <a:pt x="0" y="17"/>
                    <a:pt x="5" y="23"/>
                    <a:pt x="10" y="21"/>
                  </a:cubicBezTo>
                  <a:cubicBezTo>
                    <a:pt x="11" y="21"/>
                    <a:pt x="12" y="20"/>
                    <a:pt x="12" y="20"/>
                  </a:cubicBezTo>
                  <a:cubicBezTo>
                    <a:pt x="15" y="17"/>
                    <a:pt x="15" y="17"/>
                    <a:pt x="15" y="17"/>
                  </a:cubicBezTo>
                  <a:cubicBezTo>
                    <a:pt x="17" y="14"/>
                    <a:pt x="17" y="14"/>
                    <a:pt x="17" y="14"/>
                  </a:cubicBezTo>
                  <a:lnTo>
                    <a:pt x="19" y="12"/>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59" name="Freeform 153"/>
            <p:cNvSpPr>
              <a:spLocks/>
            </p:cNvSpPr>
            <p:nvPr/>
          </p:nvSpPr>
          <p:spPr bwMode="auto">
            <a:xfrm>
              <a:off x="3236913" y="3316287"/>
              <a:ext cx="47625" cy="47625"/>
            </a:xfrm>
            <a:custGeom>
              <a:avLst/>
              <a:gdLst>
                <a:gd name="T0" fmla="*/ 19 w 22"/>
                <a:gd name="T1" fmla="*/ 9 h 22"/>
                <a:gd name="T2" fmla="*/ 14 w 22"/>
                <a:gd name="T3" fmla="*/ 0 h 22"/>
                <a:gd name="T4" fmla="*/ 10 w 22"/>
                <a:gd name="T5" fmla="*/ 2 h 22"/>
                <a:gd name="T6" fmla="*/ 8 w 22"/>
                <a:gd name="T7" fmla="*/ 5 h 22"/>
                <a:gd name="T8" fmla="*/ 6 w 22"/>
                <a:gd name="T9" fmla="*/ 8 h 22"/>
                <a:gd name="T10" fmla="*/ 4 w 22"/>
                <a:gd name="T11" fmla="*/ 11 h 22"/>
                <a:gd name="T12" fmla="*/ 11 w 22"/>
                <a:gd name="T13" fmla="*/ 19 h 22"/>
                <a:gd name="T14" fmla="*/ 12 w 22"/>
                <a:gd name="T15" fmla="*/ 18 h 22"/>
                <a:gd name="T16" fmla="*/ 14 w 22"/>
                <a:gd name="T17" fmla="*/ 15 h 22"/>
                <a:gd name="T18" fmla="*/ 17 w 22"/>
                <a:gd name="T19" fmla="*/ 12 h 22"/>
                <a:gd name="T20" fmla="*/ 19 w 22"/>
                <a:gd name="T2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2">
                  <a:moveTo>
                    <a:pt x="19" y="9"/>
                  </a:moveTo>
                  <a:cubicBezTo>
                    <a:pt x="22" y="5"/>
                    <a:pt x="19" y="0"/>
                    <a:pt x="14" y="0"/>
                  </a:cubicBezTo>
                  <a:cubicBezTo>
                    <a:pt x="12" y="0"/>
                    <a:pt x="11" y="1"/>
                    <a:pt x="10" y="2"/>
                  </a:cubicBezTo>
                  <a:cubicBezTo>
                    <a:pt x="8" y="5"/>
                    <a:pt x="8" y="5"/>
                    <a:pt x="8" y="5"/>
                  </a:cubicBezTo>
                  <a:cubicBezTo>
                    <a:pt x="6" y="8"/>
                    <a:pt x="6" y="8"/>
                    <a:pt x="6" y="8"/>
                  </a:cubicBezTo>
                  <a:cubicBezTo>
                    <a:pt x="4" y="11"/>
                    <a:pt x="4" y="11"/>
                    <a:pt x="4" y="11"/>
                  </a:cubicBezTo>
                  <a:cubicBezTo>
                    <a:pt x="0" y="16"/>
                    <a:pt x="6" y="22"/>
                    <a:pt x="11" y="19"/>
                  </a:cubicBezTo>
                  <a:cubicBezTo>
                    <a:pt x="11" y="18"/>
                    <a:pt x="12" y="18"/>
                    <a:pt x="12" y="18"/>
                  </a:cubicBezTo>
                  <a:cubicBezTo>
                    <a:pt x="14" y="15"/>
                    <a:pt x="14" y="15"/>
                    <a:pt x="14" y="15"/>
                  </a:cubicBezTo>
                  <a:cubicBezTo>
                    <a:pt x="17" y="12"/>
                    <a:pt x="17" y="12"/>
                    <a:pt x="17" y="12"/>
                  </a:cubicBezTo>
                  <a:lnTo>
                    <a:pt x="19"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0" name="Freeform 154"/>
            <p:cNvSpPr>
              <a:spLocks/>
            </p:cNvSpPr>
            <p:nvPr/>
          </p:nvSpPr>
          <p:spPr bwMode="auto">
            <a:xfrm>
              <a:off x="3321050" y="3200400"/>
              <a:ext cx="42863" cy="49213"/>
            </a:xfrm>
            <a:custGeom>
              <a:avLst/>
              <a:gdLst>
                <a:gd name="T0" fmla="*/ 18 w 20"/>
                <a:gd name="T1" fmla="*/ 9 h 23"/>
                <a:gd name="T2" fmla="*/ 19 w 20"/>
                <a:gd name="T3" fmla="*/ 4 h 23"/>
                <a:gd name="T4" fmla="*/ 9 w 20"/>
                <a:gd name="T5" fmla="*/ 3 h 23"/>
                <a:gd name="T6" fmla="*/ 8 w 20"/>
                <a:gd name="T7" fmla="*/ 6 h 23"/>
                <a:gd name="T8" fmla="*/ 5 w 20"/>
                <a:gd name="T9" fmla="*/ 9 h 23"/>
                <a:gd name="T10" fmla="*/ 3 w 20"/>
                <a:gd name="T11" fmla="*/ 12 h 23"/>
                <a:gd name="T12" fmla="*/ 11 w 20"/>
                <a:gd name="T13" fmla="*/ 20 h 23"/>
                <a:gd name="T14" fmla="*/ 12 w 20"/>
                <a:gd name="T15" fmla="*/ 18 h 23"/>
                <a:gd name="T16" fmla="*/ 14 w 20"/>
                <a:gd name="T17" fmla="*/ 16 h 23"/>
                <a:gd name="T18" fmla="*/ 17 w 20"/>
                <a:gd name="T19" fmla="*/ 12 h 23"/>
                <a:gd name="T20" fmla="*/ 18 w 20"/>
                <a:gd name="T21"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3">
                  <a:moveTo>
                    <a:pt x="18" y="9"/>
                  </a:moveTo>
                  <a:cubicBezTo>
                    <a:pt x="20" y="8"/>
                    <a:pt x="20" y="6"/>
                    <a:pt x="19" y="4"/>
                  </a:cubicBezTo>
                  <a:cubicBezTo>
                    <a:pt x="17" y="0"/>
                    <a:pt x="12" y="0"/>
                    <a:pt x="9" y="3"/>
                  </a:cubicBezTo>
                  <a:cubicBezTo>
                    <a:pt x="8" y="6"/>
                    <a:pt x="8" y="6"/>
                    <a:pt x="8" y="6"/>
                  </a:cubicBezTo>
                  <a:cubicBezTo>
                    <a:pt x="5" y="9"/>
                    <a:pt x="5" y="9"/>
                    <a:pt x="5" y="9"/>
                  </a:cubicBezTo>
                  <a:cubicBezTo>
                    <a:pt x="3" y="12"/>
                    <a:pt x="3" y="12"/>
                    <a:pt x="3" y="12"/>
                  </a:cubicBezTo>
                  <a:cubicBezTo>
                    <a:pt x="0" y="17"/>
                    <a:pt x="6" y="23"/>
                    <a:pt x="11" y="20"/>
                  </a:cubicBezTo>
                  <a:cubicBezTo>
                    <a:pt x="11" y="19"/>
                    <a:pt x="12" y="19"/>
                    <a:pt x="12" y="18"/>
                  </a:cubicBezTo>
                  <a:cubicBezTo>
                    <a:pt x="14" y="16"/>
                    <a:pt x="14" y="16"/>
                    <a:pt x="14" y="16"/>
                  </a:cubicBezTo>
                  <a:cubicBezTo>
                    <a:pt x="17" y="12"/>
                    <a:pt x="17" y="12"/>
                    <a:pt x="17" y="12"/>
                  </a:cubicBezTo>
                  <a:lnTo>
                    <a:pt x="18"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1" name="Freeform 155"/>
            <p:cNvSpPr>
              <a:spLocks/>
            </p:cNvSpPr>
            <p:nvPr/>
          </p:nvSpPr>
          <p:spPr bwMode="auto">
            <a:xfrm>
              <a:off x="3395663" y="3076575"/>
              <a:ext cx="42863" cy="53975"/>
            </a:xfrm>
            <a:custGeom>
              <a:avLst/>
              <a:gdLst>
                <a:gd name="T0" fmla="*/ 17 w 20"/>
                <a:gd name="T1" fmla="*/ 11 h 25"/>
                <a:gd name="T2" fmla="*/ 9 w 20"/>
                <a:gd name="T3" fmla="*/ 4 h 25"/>
                <a:gd name="T4" fmla="*/ 8 w 20"/>
                <a:gd name="T5" fmla="*/ 5 h 25"/>
                <a:gd name="T6" fmla="*/ 6 w 20"/>
                <a:gd name="T7" fmla="*/ 8 h 25"/>
                <a:gd name="T8" fmla="*/ 4 w 20"/>
                <a:gd name="T9" fmla="*/ 12 h 25"/>
                <a:gd name="T10" fmla="*/ 2 w 20"/>
                <a:gd name="T11" fmla="*/ 15 h 25"/>
                <a:gd name="T12" fmla="*/ 10 w 20"/>
                <a:gd name="T13" fmla="*/ 22 h 25"/>
                <a:gd name="T14" fmla="*/ 12 w 20"/>
                <a:gd name="T15" fmla="*/ 20 h 25"/>
                <a:gd name="T16" fmla="*/ 14 w 20"/>
                <a:gd name="T17" fmla="*/ 17 h 25"/>
                <a:gd name="T18" fmla="*/ 16 w 20"/>
                <a:gd name="T19" fmla="*/ 13 h 25"/>
                <a:gd name="T20" fmla="*/ 17 w 20"/>
                <a:gd name="T2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5">
                  <a:moveTo>
                    <a:pt x="17" y="11"/>
                  </a:moveTo>
                  <a:cubicBezTo>
                    <a:pt x="20" y="5"/>
                    <a:pt x="14" y="0"/>
                    <a:pt x="9" y="4"/>
                  </a:cubicBezTo>
                  <a:cubicBezTo>
                    <a:pt x="8" y="4"/>
                    <a:pt x="8" y="5"/>
                    <a:pt x="8" y="5"/>
                  </a:cubicBezTo>
                  <a:cubicBezTo>
                    <a:pt x="6" y="8"/>
                    <a:pt x="6" y="8"/>
                    <a:pt x="6" y="8"/>
                  </a:cubicBezTo>
                  <a:cubicBezTo>
                    <a:pt x="4" y="12"/>
                    <a:pt x="4" y="12"/>
                    <a:pt x="4" y="12"/>
                  </a:cubicBezTo>
                  <a:cubicBezTo>
                    <a:pt x="2" y="15"/>
                    <a:pt x="2" y="15"/>
                    <a:pt x="2" y="15"/>
                  </a:cubicBezTo>
                  <a:cubicBezTo>
                    <a:pt x="0" y="20"/>
                    <a:pt x="5" y="25"/>
                    <a:pt x="10" y="22"/>
                  </a:cubicBezTo>
                  <a:cubicBezTo>
                    <a:pt x="11" y="22"/>
                    <a:pt x="12" y="21"/>
                    <a:pt x="12" y="20"/>
                  </a:cubicBezTo>
                  <a:cubicBezTo>
                    <a:pt x="14" y="17"/>
                    <a:pt x="14" y="17"/>
                    <a:pt x="14" y="17"/>
                  </a:cubicBezTo>
                  <a:cubicBezTo>
                    <a:pt x="16" y="13"/>
                    <a:pt x="16" y="13"/>
                    <a:pt x="16" y="13"/>
                  </a:cubicBezTo>
                  <a:lnTo>
                    <a:pt x="17" y="1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2" name="Freeform 156"/>
            <p:cNvSpPr>
              <a:spLocks/>
            </p:cNvSpPr>
            <p:nvPr/>
          </p:nvSpPr>
          <p:spPr bwMode="auto">
            <a:xfrm>
              <a:off x="3460750" y="2949575"/>
              <a:ext cx="38100" cy="52388"/>
            </a:xfrm>
            <a:custGeom>
              <a:avLst/>
              <a:gdLst>
                <a:gd name="T0" fmla="*/ 16 w 18"/>
                <a:gd name="T1" fmla="*/ 10 h 24"/>
                <a:gd name="T2" fmla="*/ 7 w 18"/>
                <a:gd name="T3" fmla="*/ 4 h 24"/>
                <a:gd name="T4" fmla="*/ 6 w 18"/>
                <a:gd name="T5" fmla="*/ 6 h 24"/>
                <a:gd name="T6" fmla="*/ 4 w 18"/>
                <a:gd name="T7" fmla="*/ 9 h 24"/>
                <a:gd name="T8" fmla="*/ 3 w 18"/>
                <a:gd name="T9" fmla="*/ 13 h 24"/>
                <a:gd name="T10" fmla="*/ 1 w 18"/>
                <a:gd name="T11" fmla="*/ 16 h 24"/>
                <a:gd name="T12" fmla="*/ 3 w 18"/>
                <a:gd name="T13" fmla="*/ 22 h 24"/>
                <a:gd name="T14" fmla="*/ 11 w 18"/>
                <a:gd name="T15" fmla="*/ 20 h 24"/>
                <a:gd name="T16" fmla="*/ 13 w 18"/>
                <a:gd name="T17" fmla="*/ 17 h 24"/>
                <a:gd name="T18" fmla="*/ 14 w 18"/>
                <a:gd name="T19" fmla="*/ 13 h 24"/>
                <a:gd name="T20" fmla="*/ 16 w 18"/>
                <a:gd name="T21"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4">
                  <a:moveTo>
                    <a:pt x="16" y="10"/>
                  </a:moveTo>
                  <a:cubicBezTo>
                    <a:pt x="18" y="5"/>
                    <a:pt x="11" y="0"/>
                    <a:pt x="7" y="4"/>
                  </a:cubicBezTo>
                  <a:cubicBezTo>
                    <a:pt x="6" y="5"/>
                    <a:pt x="6" y="5"/>
                    <a:pt x="6" y="6"/>
                  </a:cubicBezTo>
                  <a:cubicBezTo>
                    <a:pt x="4" y="9"/>
                    <a:pt x="4" y="9"/>
                    <a:pt x="4" y="9"/>
                  </a:cubicBezTo>
                  <a:cubicBezTo>
                    <a:pt x="3" y="13"/>
                    <a:pt x="3" y="13"/>
                    <a:pt x="3" y="13"/>
                  </a:cubicBezTo>
                  <a:cubicBezTo>
                    <a:pt x="1" y="16"/>
                    <a:pt x="1" y="16"/>
                    <a:pt x="1" y="16"/>
                  </a:cubicBezTo>
                  <a:cubicBezTo>
                    <a:pt x="0" y="18"/>
                    <a:pt x="1" y="21"/>
                    <a:pt x="3" y="22"/>
                  </a:cubicBezTo>
                  <a:cubicBezTo>
                    <a:pt x="6" y="24"/>
                    <a:pt x="10" y="23"/>
                    <a:pt x="11" y="20"/>
                  </a:cubicBezTo>
                  <a:cubicBezTo>
                    <a:pt x="13" y="17"/>
                    <a:pt x="13" y="17"/>
                    <a:pt x="13" y="17"/>
                  </a:cubicBezTo>
                  <a:cubicBezTo>
                    <a:pt x="14" y="13"/>
                    <a:pt x="14" y="13"/>
                    <a:pt x="14" y="13"/>
                  </a:cubicBezTo>
                  <a:lnTo>
                    <a:pt x="16" y="10"/>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3" name="Freeform 157"/>
            <p:cNvSpPr>
              <a:spLocks/>
            </p:cNvSpPr>
            <p:nvPr/>
          </p:nvSpPr>
          <p:spPr bwMode="auto">
            <a:xfrm>
              <a:off x="3506788" y="2817812"/>
              <a:ext cx="36513" cy="57150"/>
            </a:xfrm>
            <a:custGeom>
              <a:avLst/>
              <a:gdLst>
                <a:gd name="T0" fmla="*/ 16 w 17"/>
                <a:gd name="T1" fmla="*/ 9 h 27"/>
                <a:gd name="T2" fmla="*/ 6 w 17"/>
                <a:gd name="T3" fmla="*/ 5 h 27"/>
                <a:gd name="T4" fmla="*/ 5 w 17"/>
                <a:gd name="T5" fmla="*/ 7 h 27"/>
                <a:gd name="T6" fmla="*/ 5 w 17"/>
                <a:gd name="T7" fmla="*/ 8 h 27"/>
                <a:gd name="T8" fmla="*/ 3 w 17"/>
                <a:gd name="T9" fmla="*/ 12 h 27"/>
                <a:gd name="T10" fmla="*/ 2 w 17"/>
                <a:gd name="T11" fmla="*/ 16 h 27"/>
                <a:gd name="T12" fmla="*/ 2 w 17"/>
                <a:gd name="T13" fmla="*/ 17 h 27"/>
                <a:gd name="T14" fmla="*/ 12 w 17"/>
                <a:gd name="T15" fmla="*/ 22 h 27"/>
                <a:gd name="T16" fmla="*/ 12 w 17"/>
                <a:gd name="T17" fmla="*/ 20 h 27"/>
                <a:gd name="T18" fmla="*/ 13 w 17"/>
                <a:gd name="T19" fmla="*/ 19 h 27"/>
                <a:gd name="T20" fmla="*/ 14 w 17"/>
                <a:gd name="T21" fmla="*/ 15 h 27"/>
                <a:gd name="T22" fmla="*/ 15 w 17"/>
                <a:gd name="T23" fmla="*/ 11 h 27"/>
                <a:gd name="T24" fmla="*/ 16 w 17"/>
                <a:gd name="T25"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7">
                  <a:moveTo>
                    <a:pt x="16" y="9"/>
                  </a:moveTo>
                  <a:cubicBezTo>
                    <a:pt x="17" y="4"/>
                    <a:pt x="10" y="0"/>
                    <a:pt x="6" y="5"/>
                  </a:cubicBezTo>
                  <a:cubicBezTo>
                    <a:pt x="6" y="5"/>
                    <a:pt x="5" y="6"/>
                    <a:pt x="5" y="7"/>
                  </a:cubicBezTo>
                  <a:cubicBezTo>
                    <a:pt x="5" y="8"/>
                    <a:pt x="5" y="8"/>
                    <a:pt x="5" y="8"/>
                  </a:cubicBezTo>
                  <a:cubicBezTo>
                    <a:pt x="3" y="12"/>
                    <a:pt x="3" y="12"/>
                    <a:pt x="3" y="12"/>
                  </a:cubicBezTo>
                  <a:cubicBezTo>
                    <a:pt x="2" y="16"/>
                    <a:pt x="2" y="16"/>
                    <a:pt x="2" y="16"/>
                  </a:cubicBezTo>
                  <a:cubicBezTo>
                    <a:pt x="2" y="17"/>
                    <a:pt x="2" y="17"/>
                    <a:pt x="2" y="17"/>
                  </a:cubicBezTo>
                  <a:cubicBezTo>
                    <a:pt x="0" y="23"/>
                    <a:pt x="8" y="27"/>
                    <a:pt x="12" y="22"/>
                  </a:cubicBezTo>
                  <a:cubicBezTo>
                    <a:pt x="12" y="21"/>
                    <a:pt x="12" y="21"/>
                    <a:pt x="12" y="20"/>
                  </a:cubicBezTo>
                  <a:cubicBezTo>
                    <a:pt x="13" y="19"/>
                    <a:pt x="13" y="19"/>
                    <a:pt x="13" y="19"/>
                  </a:cubicBezTo>
                  <a:cubicBezTo>
                    <a:pt x="14" y="15"/>
                    <a:pt x="14" y="15"/>
                    <a:pt x="14" y="15"/>
                  </a:cubicBezTo>
                  <a:cubicBezTo>
                    <a:pt x="15" y="11"/>
                    <a:pt x="15" y="11"/>
                    <a:pt x="15" y="11"/>
                  </a:cubicBezTo>
                  <a:lnTo>
                    <a:pt x="16"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4" name="Freeform 158"/>
            <p:cNvSpPr>
              <a:spLocks/>
            </p:cNvSpPr>
            <p:nvPr/>
          </p:nvSpPr>
          <p:spPr bwMode="auto">
            <a:xfrm>
              <a:off x="3541713" y="2679700"/>
              <a:ext cx="30163" cy="58738"/>
            </a:xfrm>
            <a:custGeom>
              <a:avLst/>
              <a:gdLst>
                <a:gd name="T0" fmla="*/ 13 w 14"/>
                <a:gd name="T1" fmla="*/ 9 h 27"/>
                <a:gd name="T2" fmla="*/ 3 w 14"/>
                <a:gd name="T3" fmla="*/ 5 h 27"/>
                <a:gd name="T4" fmla="*/ 2 w 14"/>
                <a:gd name="T5" fmla="*/ 7 h 27"/>
                <a:gd name="T6" fmla="*/ 2 w 14"/>
                <a:gd name="T7" fmla="*/ 8 h 27"/>
                <a:gd name="T8" fmla="*/ 1 w 14"/>
                <a:gd name="T9" fmla="*/ 12 h 27"/>
                <a:gd name="T10" fmla="*/ 1 w 14"/>
                <a:gd name="T11" fmla="*/ 16 h 27"/>
                <a:gd name="T12" fmla="*/ 0 w 14"/>
                <a:gd name="T13" fmla="*/ 18 h 27"/>
                <a:gd name="T14" fmla="*/ 11 w 14"/>
                <a:gd name="T15" fmla="*/ 21 h 27"/>
                <a:gd name="T16" fmla="*/ 11 w 14"/>
                <a:gd name="T17" fmla="*/ 19 h 27"/>
                <a:gd name="T18" fmla="*/ 12 w 14"/>
                <a:gd name="T19" fmla="*/ 18 h 27"/>
                <a:gd name="T20" fmla="*/ 12 w 14"/>
                <a:gd name="T21" fmla="*/ 14 h 27"/>
                <a:gd name="T22" fmla="*/ 13 w 14"/>
                <a:gd name="T23" fmla="*/ 10 h 27"/>
                <a:gd name="T24" fmla="*/ 13 w 14"/>
                <a:gd name="T25"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7">
                  <a:moveTo>
                    <a:pt x="13" y="9"/>
                  </a:moveTo>
                  <a:cubicBezTo>
                    <a:pt x="14" y="3"/>
                    <a:pt x="6" y="0"/>
                    <a:pt x="3" y="5"/>
                  </a:cubicBezTo>
                  <a:cubicBezTo>
                    <a:pt x="2" y="6"/>
                    <a:pt x="2" y="6"/>
                    <a:pt x="2" y="7"/>
                  </a:cubicBezTo>
                  <a:cubicBezTo>
                    <a:pt x="2" y="8"/>
                    <a:pt x="2" y="8"/>
                    <a:pt x="2" y="8"/>
                  </a:cubicBezTo>
                  <a:cubicBezTo>
                    <a:pt x="1" y="12"/>
                    <a:pt x="1" y="12"/>
                    <a:pt x="1" y="12"/>
                  </a:cubicBezTo>
                  <a:cubicBezTo>
                    <a:pt x="1" y="16"/>
                    <a:pt x="1" y="16"/>
                    <a:pt x="1" y="16"/>
                  </a:cubicBezTo>
                  <a:cubicBezTo>
                    <a:pt x="0" y="18"/>
                    <a:pt x="0" y="18"/>
                    <a:pt x="0" y="18"/>
                  </a:cubicBezTo>
                  <a:cubicBezTo>
                    <a:pt x="0" y="24"/>
                    <a:pt x="7" y="27"/>
                    <a:pt x="11" y="21"/>
                  </a:cubicBezTo>
                  <a:cubicBezTo>
                    <a:pt x="11" y="21"/>
                    <a:pt x="11" y="20"/>
                    <a:pt x="11" y="19"/>
                  </a:cubicBezTo>
                  <a:cubicBezTo>
                    <a:pt x="12" y="18"/>
                    <a:pt x="12" y="18"/>
                    <a:pt x="12" y="18"/>
                  </a:cubicBezTo>
                  <a:cubicBezTo>
                    <a:pt x="12" y="14"/>
                    <a:pt x="12" y="14"/>
                    <a:pt x="12" y="14"/>
                  </a:cubicBezTo>
                  <a:cubicBezTo>
                    <a:pt x="13" y="10"/>
                    <a:pt x="13" y="10"/>
                    <a:pt x="13" y="10"/>
                  </a:cubicBezTo>
                  <a:lnTo>
                    <a:pt x="13" y="9"/>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5" name="Freeform 159"/>
            <p:cNvSpPr>
              <a:spLocks/>
            </p:cNvSpPr>
            <p:nvPr/>
          </p:nvSpPr>
          <p:spPr bwMode="auto">
            <a:xfrm>
              <a:off x="3552825" y="2541587"/>
              <a:ext cx="23813" cy="55563"/>
            </a:xfrm>
            <a:custGeom>
              <a:avLst/>
              <a:gdLst>
                <a:gd name="T0" fmla="*/ 11 w 11"/>
                <a:gd name="T1" fmla="*/ 7 h 26"/>
                <a:gd name="T2" fmla="*/ 0 w 11"/>
                <a:gd name="T3" fmla="*/ 5 h 26"/>
                <a:gd name="T4" fmla="*/ 0 w 11"/>
                <a:gd name="T5" fmla="*/ 8 h 26"/>
                <a:gd name="T6" fmla="*/ 0 w 11"/>
                <a:gd name="T7" fmla="*/ 10 h 26"/>
                <a:gd name="T8" fmla="*/ 0 w 11"/>
                <a:gd name="T9" fmla="*/ 14 h 26"/>
                <a:gd name="T10" fmla="*/ 0 w 11"/>
                <a:gd name="T11" fmla="*/ 18 h 26"/>
                <a:gd name="T12" fmla="*/ 0 w 11"/>
                <a:gd name="T13" fmla="*/ 18 h 26"/>
                <a:gd name="T14" fmla="*/ 1 w 11"/>
                <a:gd name="T15" fmla="*/ 22 h 26"/>
                <a:gd name="T16" fmla="*/ 11 w 11"/>
                <a:gd name="T17" fmla="*/ 18 h 26"/>
                <a:gd name="T18" fmla="*/ 11 w 11"/>
                <a:gd name="T19" fmla="*/ 17 h 26"/>
                <a:gd name="T20" fmla="*/ 11 w 11"/>
                <a:gd name="T21" fmla="*/ 13 h 26"/>
                <a:gd name="T22" fmla="*/ 11 w 11"/>
                <a:gd name="T23" fmla="*/ 9 h 26"/>
                <a:gd name="T24" fmla="*/ 11 w 11"/>
                <a:gd name="T25"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6">
                  <a:moveTo>
                    <a:pt x="11" y="7"/>
                  </a:moveTo>
                  <a:cubicBezTo>
                    <a:pt x="11" y="2"/>
                    <a:pt x="3" y="0"/>
                    <a:pt x="0" y="5"/>
                  </a:cubicBezTo>
                  <a:cubicBezTo>
                    <a:pt x="0" y="6"/>
                    <a:pt x="0" y="7"/>
                    <a:pt x="0" y="8"/>
                  </a:cubicBezTo>
                  <a:cubicBezTo>
                    <a:pt x="0" y="10"/>
                    <a:pt x="0" y="10"/>
                    <a:pt x="0" y="10"/>
                  </a:cubicBezTo>
                  <a:cubicBezTo>
                    <a:pt x="0" y="14"/>
                    <a:pt x="0" y="14"/>
                    <a:pt x="0" y="14"/>
                  </a:cubicBezTo>
                  <a:cubicBezTo>
                    <a:pt x="0" y="18"/>
                    <a:pt x="0" y="18"/>
                    <a:pt x="0" y="18"/>
                  </a:cubicBezTo>
                  <a:cubicBezTo>
                    <a:pt x="0" y="18"/>
                    <a:pt x="0" y="18"/>
                    <a:pt x="0" y="18"/>
                  </a:cubicBezTo>
                  <a:cubicBezTo>
                    <a:pt x="0" y="20"/>
                    <a:pt x="1" y="21"/>
                    <a:pt x="1" y="22"/>
                  </a:cubicBezTo>
                  <a:cubicBezTo>
                    <a:pt x="5" y="26"/>
                    <a:pt x="11" y="23"/>
                    <a:pt x="11" y="18"/>
                  </a:cubicBezTo>
                  <a:cubicBezTo>
                    <a:pt x="11" y="17"/>
                    <a:pt x="11" y="17"/>
                    <a:pt x="11" y="17"/>
                  </a:cubicBezTo>
                  <a:cubicBezTo>
                    <a:pt x="11" y="13"/>
                    <a:pt x="11" y="13"/>
                    <a:pt x="11" y="13"/>
                  </a:cubicBezTo>
                  <a:cubicBezTo>
                    <a:pt x="11" y="9"/>
                    <a:pt x="11" y="9"/>
                    <a:pt x="11" y="9"/>
                  </a:cubicBezTo>
                  <a:lnTo>
                    <a:pt x="11" y="7"/>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6" name="Freeform 160"/>
            <p:cNvSpPr>
              <a:spLocks/>
            </p:cNvSpPr>
            <p:nvPr/>
          </p:nvSpPr>
          <p:spPr bwMode="auto">
            <a:xfrm>
              <a:off x="3530600" y="2403475"/>
              <a:ext cx="30163" cy="49213"/>
            </a:xfrm>
            <a:custGeom>
              <a:avLst/>
              <a:gdLst>
                <a:gd name="T0" fmla="*/ 11 w 14"/>
                <a:gd name="T1" fmla="*/ 5 h 23"/>
                <a:gd name="T2" fmla="*/ 0 w 14"/>
                <a:gd name="T3" fmla="*/ 6 h 23"/>
                <a:gd name="T4" fmla="*/ 1 w 14"/>
                <a:gd name="T5" fmla="*/ 8 h 23"/>
                <a:gd name="T6" fmla="*/ 1 w 14"/>
                <a:gd name="T7" fmla="*/ 11 h 23"/>
                <a:gd name="T8" fmla="*/ 2 w 14"/>
                <a:gd name="T9" fmla="*/ 15 h 23"/>
                <a:gd name="T10" fmla="*/ 3 w 14"/>
                <a:gd name="T11" fmla="*/ 18 h 23"/>
                <a:gd name="T12" fmla="*/ 8 w 14"/>
                <a:gd name="T13" fmla="*/ 23 h 23"/>
                <a:gd name="T14" fmla="*/ 14 w 14"/>
                <a:gd name="T15" fmla="*/ 16 h 23"/>
                <a:gd name="T16" fmla="*/ 13 w 14"/>
                <a:gd name="T17" fmla="*/ 12 h 23"/>
                <a:gd name="T18" fmla="*/ 12 w 14"/>
                <a:gd name="T19" fmla="*/ 8 h 23"/>
                <a:gd name="T20" fmla="*/ 11 w 14"/>
                <a:gd name="T21"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3">
                  <a:moveTo>
                    <a:pt x="11" y="5"/>
                  </a:moveTo>
                  <a:cubicBezTo>
                    <a:pt x="10" y="0"/>
                    <a:pt x="2" y="0"/>
                    <a:pt x="0" y="6"/>
                  </a:cubicBezTo>
                  <a:cubicBezTo>
                    <a:pt x="0" y="6"/>
                    <a:pt x="0" y="7"/>
                    <a:pt x="1" y="8"/>
                  </a:cubicBezTo>
                  <a:cubicBezTo>
                    <a:pt x="1" y="11"/>
                    <a:pt x="1" y="11"/>
                    <a:pt x="1" y="11"/>
                  </a:cubicBezTo>
                  <a:cubicBezTo>
                    <a:pt x="2" y="15"/>
                    <a:pt x="2" y="15"/>
                    <a:pt x="2" y="15"/>
                  </a:cubicBezTo>
                  <a:cubicBezTo>
                    <a:pt x="3" y="18"/>
                    <a:pt x="3" y="18"/>
                    <a:pt x="3" y="18"/>
                  </a:cubicBezTo>
                  <a:cubicBezTo>
                    <a:pt x="3" y="21"/>
                    <a:pt x="6" y="23"/>
                    <a:pt x="8" y="23"/>
                  </a:cubicBezTo>
                  <a:cubicBezTo>
                    <a:pt x="12" y="23"/>
                    <a:pt x="14" y="20"/>
                    <a:pt x="14" y="16"/>
                  </a:cubicBezTo>
                  <a:cubicBezTo>
                    <a:pt x="13" y="12"/>
                    <a:pt x="13" y="12"/>
                    <a:pt x="13" y="12"/>
                  </a:cubicBezTo>
                  <a:cubicBezTo>
                    <a:pt x="12" y="8"/>
                    <a:pt x="12" y="8"/>
                    <a:pt x="12" y="8"/>
                  </a:cubicBezTo>
                  <a:lnTo>
                    <a:pt x="11" y="5"/>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7" name="Freeform 161"/>
            <p:cNvSpPr>
              <a:spLocks/>
            </p:cNvSpPr>
            <p:nvPr/>
          </p:nvSpPr>
          <p:spPr bwMode="auto">
            <a:xfrm>
              <a:off x="3432175" y="2205037"/>
              <a:ext cx="173038" cy="192088"/>
            </a:xfrm>
            <a:custGeom>
              <a:avLst/>
              <a:gdLst>
                <a:gd name="T0" fmla="*/ 0 w 109"/>
                <a:gd name="T1" fmla="*/ 121 h 121"/>
                <a:gd name="T2" fmla="*/ 16 w 109"/>
                <a:gd name="T3" fmla="*/ 0 h 121"/>
                <a:gd name="T4" fmla="*/ 109 w 109"/>
                <a:gd name="T5" fmla="*/ 78 h 121"/>
                <a:gd name="T6" fmla="*/ 0 w 109"/>
                <a:gd name="T7" fmla="*/ 121 h 121"/>
              </a:gdLst>
              <a:ahLst/>
              <a:cxnLst>
                <a:cxn ang="0">
                  <a:pos x="T0" y="T1"/>
                </a:cxn>
                <a:cxn ang="0">
                  <a:pos x="T2" y="T3"/>
                </a:cxn>
                <a:cxn ang="0">
                  <a:pos x="T4" y="T5"/>
                </a:cxn>
                <a:cxn ang="0">
                  <a:pos x="T6" y="T7"/>
                </a:cxn>
              </a:cxnLst>
              <a:rect l="0" t="0" r="r" b="b"/>
              <a:pathLst>
                <a:path w="109" h="121">
                  <a:moveTo>
                    <a:pt x="0" y="121"/>
                  </a:moveTo>
                  <a:lnTo>
                    <a:pt x="16" y="0"/>
                  </a:lnTo>
                  <a:lnTo>
                    <a:pt x="109" y="78"/>
                  </a:lnTo>
                  <a:lnTo>
                    <a:pt x="0" y="121"/>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268" name="Freeform 162"/>
            <p:cNvSpPr>
              <a:spLocks/>
            </p:cNvSpPr>
            <p:nvPr/>
          </p:nvSpPr>
          <p:spPr bwMode="auto">
            <a:xfrm>
              <a:off x="2436813" y="3835400"/>
              <a:ext cx="50800" cy="26988"/>
            </a:xfrm>
            <a:custGeom>
              <a:avLst/>
              <a:gdLst>
                <a:gd name="T0" fmla="*/ 8 w 24"/>
                <a:gd name="T1" fmla="*/ 0 h 13"/>
                <a:gd name="T2" fmla="*/ 4 w 24"/>
                <a:gd name="T3" fmla="*/ 1 h 13"/>
                <a:gd name="T4" fmla="*/ 5 w 24"/>
                <a:gd name="T5" fmla="*/ 11 h 13"/>
                <a:gd name="T6" fmla="*/ 7 w 24"/>
                <a:gd name="T7" fmla="*/ 11 h 13"/>
                <a:gd name="T8" fmla="*/ 9 w 24"/>
                <a:gd name="T9" fmla="*/ 12 h 13"/>
                <a:gd name="T10" fmla="*/ 11 w 24"/>
                <a:gd name="T11" fmla="*/ 12 h 13"/>
                <a:gd name="T12" fmla="*/ 13 w 24"/>
                <a:gd name="T13" fmla="*/ 13 h 13"/>
                <a:gd name="T14" fmla="*/ 15 w 24"/>
                <a:gd name="T15" fmla="*/ 13 h 13"/>
                <a:gd name="T16" fmla="*/ 16 w 24"/>
                <a:gd name="T17" fmla="*/ 13 h 13"/>
                <a:gd name="T18" fmla="*/ 21 w 24"/>
                <a:gd name="T19" fmla="*/ 11 h 13"/>
                <a:gd name="T20" fmla="*/ 18 w 24"/>
                <a:gd name="T21" fmla="*/ 2 h 13"/>
                <a:gd name="T22" fmla="*/ 17 w 24"/>
                <a:gd name="T23" fmla="*/ 2 h 13"/>
                <a:gd name="T24" fmla="*/ 15 w 24"/>
                <a:gd name="T25" fmla="*/ 2 h 13"/>
                <a:gd name="T26" fmla="*/ 14 w 24"/>
                <a:gd name="T27" fmla="*/ 1 h 13"/>
                <a:gd name="T28" fmla="*/ 12 w 24"/>
                <a:gd name="T29" fmla="*/ 1 h 13"/>
                <a:gd name="T30" fmla="*/ 10 w 24"/>
                <a:gd name="T31" fmla="*/ 1 h 13"/>
                <a:gd name="T32" fmla="*/ 8 w 24"/>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3">
                  <a:moveTo>
                    <a:pt x="8" y="0"/>
                  </a:moveTo>
                  <a:cubicBezTo>
                    <a:pt x="7" y="0"/>
                    <a:pt x="5" y="0"/>
                    <a:pt x="4" y="1"/>
                  </a:cubicBezTo>
                  <a:cubicBezTo>
                    <a:pt x="0" y="3"/>
                    <a:pt x="0" y="9"/>
                    <a:pt x="5" y="11"/>
                  </a:cubicBezTo>
                  <a:cubicBezTo>
                    <a:pt x="7" y="11"/>
                    <a:pt x="7" y="11"/>
                    <a:pt x="7" y="11"/>
                  </a:cubicBezTo>
                  <a:cubicBezTo>
                    <a:pt x="9" y="12"/>
                    <a:pt x="9" y="12"/>
                    <a:pt x="9" y="12"/>
                  </a:cubicBezTo>
                  <a:cubicBezTo>
                    <a:pt x="11" y="12"/>
                    <a:pt x="11" y="12"/>
                    <a:pt x="11" y="12"/>
                  </a:cubicBezTo>
                  <a:cubicBezTo>
                    <a:pt x="13" y="13"/>
                    <a:pt x="13" y="13"/>
                    <a:pt x="13" y="13"/>
                  </a:cubicBezTo>
                  <a:cubicBezTo>
                    <a:pt x="15" y="13"/>
                    <a:pt x="15" y="13"/>
                    <a:pt x="15" y="13"/>
                  </a:cubicBezTo>
                  <a:cubicBezTo>
                    <a:pt x="16" y="13"/>
                    <a:pt x="16" y="13"/>
                    <a:pt x="16" y="13"/>
                  </a:cubicBezTo>
                  <a:cubicBezTo>
                    <a:pt x="18" y="13"/>
                    <a:pt x="20" y="13"/>
                    <a:pt x="21" y="11"/>
                  </a:cubicBezTo>
                  <a:cubicBezTo>
                    <a:pt x="24" y="8"/>
                    <a:pt x="22" y="3"/>
                    <a:pt x="18" y="2"/>
                  </a:cubicBezTo>
                  <a:cubicBezTo>
                    <a:pt x="17" y="2"/>
                    <a:pt x="17" y="2"/>
                    <a:pt x="17" y="2"/>
                  </a:cubicBezTo>
                  <a:cubicBezTo>
                    <a:pt x="15" y="2"/>
                    <a:pt x="15" y="2"/>
                    <a:pt x="15" y="2"/>
                  </a:cubicBezTo>
                  <a:cubicBezTo>
                    <a:pt x="14" y="1"/>
                    <a:pt x="14" y="1"/>
                    <a:pt x="14" y="1"/>
                  </a:cubicBezTo>
                  <a:cubicBezTo>
                    <a:pt x="12" y="1"/>
                    <a:pt x="12" y="1"/>
                    <a:pt x="12" y="1"/>
                  </a:cubicBezTo>
                  <a:cubicBezTo>
                    <a:pt x="10" y="1"/>
                    <a:pt x="10" y="1"/>
                    <a:pt x="10" y="1"/>
                  </a:cubicBezTo>
                  <a:lnTo>
                    <a:pt x="8" y="0"/>
                  </a:lnTo>
                  <a:close/>
                </a:path>
              </a:pathLst>
            </a:custGeom>
            <a:solidFill>
              <a:srgbClr val="CAE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grpSp>
      <p:sp>
        <p:nvSpPr>
          <p:cNvPr id="8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4617868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p:cNvSpPr txBox="1"/>
          <p:nvPr/>
        </p:nvSpPr>
        <p:spPr>
          <a:xfrm>
            <a:off x="3676261" y="477558"/>
            <a:ext cx="7410045" cy="698071"/>
          </a:xfrm>
          <a:prstGeom prst="rect">
            <a:avLst/>
          </a:prstGeom>
          <a:noFill/>
        </p:spPr>
        <p:txBody>
          <a:bodyPr wrap="square" rIns="144000" bIns="36000" numCol="1" spcCol="360000" rtlCol="0">
            <a:spAutoFit/>
          </a:bodyPr>
          <a:lstStyle/>
          <a:p>
            <a:pPr lvl="1" algn="ctr" rtl="1"/>
            <a:r>
              <a:rPr lang="ar-SA" sz="4000" b="1" u="sng" dirty="0" smtClean="0"/>
              <a:t>أ- </a:t>
            </a:r>
            <a:r>
              <a:rPr lang="ar-JO" sz="4000" b="1" u="sng" dirty="0" smtClean="0"/>
              <a:t>مراحل </a:t>
            </a:r>
            <a:r>
              <a:rPr lang="ar-JO" sz="4000" b="1" u="sng" dirty="0"/>
              <a:t>تطور التعليم الإلكتروني</a:t>
            </a:r>
            <a:endParaRPr lang="en-US" sz="4000" u="sng" dirty="0"/>
          </a:p>
        </p:txBody>
      </p:sp>
      <p:grpSp>
        <p:nvGrpSpPr>
          <p:cNvPr id="64" name="Group 10"/>
          <p:cNvGrpSpPr>
            <a:grpSpLocks/>
          </p:cNvGrpSpPr>
          <p:nvPr/>
        </p:nvGrpSpPr>
        <p:grpSpPr bwMode="auto">
          <a:xfrm rot="6300000">
            <a:off x="2135172" y="2282199"/>
            <a:ext cx="716033" cy="1200733"/>
            <a:chOff x="2761515" y="2286000"/>
            <a:chExt cx="1645174" cy="2760228"/>
          </a:xfrm>
          <a:solidFill>
            <a:schemeClr val="accent6"/>
          </a:solidFill>
        </p:grpSpPr>
        <p:sp>
          <p:nvSpPr>
            <p:cNvPr id="72" name="Oval 71"/>
            <p:cNvSpPr>
              <a:spLocks noChangeArrowheads="1"/>
            </p:cNvSpPr>
            <p:nvPr/>
          </p:nvSpPr>
          <p:spPr bwMode="auto">
            <a:xfrm rot="-733528">
              <a:off x="3352800" y="2286000"/>
              <a:ext cx="304800" cy="38100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3" name="Oval 72"/>
            <p:cNvSpPr>
              <a:spLocks noChangeArrowheads="1"/>
            </p:cNvSpPr>
            <p:nvPr/>
          </p:nvSpPr>
          <p:spPr bwMode="auto">
            <a:xfrm rot="-733528">
              <a:off x="3151531" y="2515499"/>
              <a:ext cx="213632" cy="25804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4" name="Oval 73"/>
            <p:cNvSpPr>
              <a:spLocks noChangeArrowheads="1"/>
            </p:cNvSpPr>
            <p:nvPr/>
          </p:nvSpPr>
          <p:spPr bwMode="auto">
            <a:xfrm rot="-733528">
              <a:off x="2992344" y="2729550"/>
              <a:ext cx="186338" cy="225072"/>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5" name="Oval 74"/>
            <p:cNvSpPr>
              <a:spLocks noChangeArrowheads="1"/>
            </p:cNvSpPr>
            <p:nvPr/>
          </p:nvSpPr>
          <p:spPr bwMode="auto">
            <a:xfrm rot="-733528">
              <a:off x="2879347" y="292135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6" name="Oval 75"/>
            <p:cNvSpPr>
              <a:spLocks noChangeArrowheads="1"/>
            </p:cNvSpPr>
            <p:nvPr/>
          </p:nvSpPr>
          <p:spPr bwMode="auto">
            <a:xfrm rot="-733528">
              <a:off x="2761515" y="313797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7" name="Freeform 76"/>
            <p:cNvSpPr>
              <a:spLocks noChangeArrowheads="1"/>
            </p:cNvSpPr>
            <p:nvPr/>
          </p:nvSpPr>
          <p:spPr bwMode="auto">
            <a:xfrm>
              <a:off x="2939384" y="2737153"/>
              <a:ext cx="1467305" cy="2309075"/>
            </a:xfrm>
            <a:custGeom>
              <a:avLst/>
              <a:gdLst>
                <a:gd name="T0" fmla="*/ 631801 w 1467305"/>
                <a:gd name="T1" fmla="*/ 891166 h 2309075"/>
                <a:gd name="T2" fmla="*/ 669995 w 1467305"/>
                <a:gd name="T3" fmla="*/ 757491 h 2309075"/>
                <a:gd name="T4" fmla="*/ 860968 w 1467305"/>
                <a:gd name="T5" fmla="*/ 547430 h 2309075"/>
                <a:gd name="T6" fmla="*/ 899162 w 1467305"/>
                <a:gd name="T7" fmla="*/ 289629 h 2309075"/>
                <a:gd name="T8" fmla="*/ 794128 w 1467305"/>
                <a:gd name="T9" fmla="*/ 89116 h 2309075"/>
                <a:gd name="T10" fmla="*/ 555412 w 1467305"/>
                <a:gd name="T11" fmla="*/ 60472 h 2309075"/>
                <a:gd name="T12" fmla="*/ 106627 w 1467305"/>
                <a:gd name="T13" fmla="*/ 451948 h 2309075"/>
                <a:gd name="T14" fmla="*/ 20689 w 1467305"/>
                <a:gd name="T15" fmla="*/ 805232 h 2309075"/>
                <a:gd name="T16" fmla="*/ 230759 w 1467305"/>
                <a:gd name="T17" fmla="*/ 1320835 h 2309075"/>
                <a:gd name="T18" fmla="*/ 679544 w 1467305"/>
                <a:gd name="T19" fmla="*/ 2017854 h 2309075"/>
                <a:gd name="T20" fmla="*/ 946906 w 1467305"/>
                <a:gd name="T21" fmla="*/ 2266108 h 2309075"/>
                <a:gd name="T22" fmla="*/ 1204718 w 1467305"/>
                <a:gd name="T23" fmla="*/ 2275656 h 2309075"/>
                <a:gd name="T24" fmla="*/ 1405239 w 1467305"/>
                <a:gd name="T25" fmla="*/ 2103788 h 2309075"/>
                <a:gd name="T26" fmla="*/ 1462531 w 1467305"/>
                <a:gd name="T27" fmla="*/ 1884179 h 2309075"/>
                <a:gd name="T28" fmla="*/ 1376594 w 1467305"/>
                <a:gd name="T29" fmla="*/ 1655022 h 2309075"/>
                <a:gd name="T30" fmla="*/ 1166524 w 1467305"/>
                <a:gd name="T31" fmla="*/ 1530896 h 2309075"/>
                <a:gd name="T32" fmla="*/ 946906 w 1467305"/>
                <a:gd name="T33" fmla="*/ 1483155 h 2309075"/>
                <a:gd name="T34" fmla="*/ 765482 w 1467305"/>
                <a:gd name="T35" fmla="*/ 1349480 h 2309075"/>
                <a:gd name="T36" fmla="*/ 631801 w 1467305"/>
                <a:gd name="T37" fmla="*/ 1063034 h 2309075"/>
                <a:gd name="T38" fmla="*/ 631801 w 1467305"/>
                <a:gd name="T39" fmla="*/ 891166 h 23090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7305"/>
                <a:gd name="T61" fmla="*/ 0 h 2309075"/>
                <a:gd name="T62" fmla="*/ 1467305 w 1467305"/>
                <a:gd name="T63" fmla="*/ 2309075 h 23090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7305" h="2309075">
                  <a:moveTo>
                    <a:pt x="631801" y="891166"/>
                  </a:moveTo>
                  <a:cubicBezTo>
                    <a:pt x="641342" y="827542"/>
                    <a:pt x="644500" y="814780"/>
                    <a:pt x="669995" y="757491"/>
                  </a:cubicBezTo>
                  <a:cubicBezTo>
                    <a:pt x="708190" y="700202"/>
                    <a:pt x="822774" y="625407"/>
                    <a:pt x="860968" y="547430"/>
                  </a:cubicBezTo>
                  <a:cubicBezTo>
                    <a:pt x="899162" y="469453"/>
                    <a:pt x="910302" y="366015"/>
                    <a:pt x="899162" y="289629"/>
                  </a:cubicBezTo>
                  <a:cubicBezTo>
                    <a:pt x="888022" y="213243"/>
                    <a:pt x="851420" y="127309"/>
                    <a:pt x="794128" y="89116"/>
                  </a:cubicBezTo>
                  <a:cubicBezTo>
                    <a:pt x="736836" y="50923"/>
                    <a:pt x="669995" y="0"/>
                    <a:pt x="555412" y="60472"/>
                  </a:cubicBezTo>
                  <a:cubicBezTo>
                    <a:pt x="440829" y="120944"/>
                    <a:pt x="195748" y="327821"/>
                    <a:pt x="106627" y="451948"/>
                  </a:cubicBezTo>
                  <a:cubicBezTo>
                    <a:pt x="17507" y="576075"/>
                    <a:pt x="0" y="660418"/>
                    <a:pt x="20689" y="805232"/>
                  </a:cubicBezTo>
                  <a:cubicBezTo>
                    <a:pt x="41378" y="950046"/>
                    <a:pt x="120950" y="1118731"/>
                    <a:pt x="230759" y="1320835"/>
                  </a:cubicBezTo>
                  <a:cubicBezTo>
                    <a:pt x="340568" y="1522939"/>
                    <a:pt x="560186" y="1860309"/>
                    <a:pt x="679544" y="2017854"/>
                  </a:cubicBezTo>
                  <a:cubicBezTo>
                    <a:pt x="798902" y="2175399"/>
                    <a:pt x="859377" y="2223141"/>
                    <a:pt x="946906" y="2266108"/>
                  </a:cubicBezTo>
                  <a:cubicBezTo>
                    <a:pt x="1034435" y="2309075"/>
                    <a:pt x="1128329" y="2302709"/>
                    <a:pt x="1204718" y="2275656"/>
                  </a:cubicBezTo>
                  <a:cubicBezTo>
                    <a:pt x="1281107" y="2248603"/>
                    <a:pt x="1362270" y="2169034"/>
                    <a:pt x="1405239" y="2103788"/>
                  </a:cubicBezTo>
                  <a:cubicBezTo>
                    <a:pt x="1448208" y="2038542"/>
                    <a:pt x="1467305" y="1958973"/>
                    <a:pt x="1462531" y="1884179"/>
                  </a:cubicBezTo>
                  <a:cubicBezTo>
                    <a:pt x="1457757" y="1809385"/>
                    <a:pt x="1425928" y="1713902"/>
                    <a:pt x="1376594" y="1655022"/>
                  </a:cubicBezTo>
                  <a:cubicBezTo>
                    <a:pt x="1327260" y="1596142"/>
                    <a:pt x="1238139" y="1559541"/>
                    <a:pt x="1166524" y="1530896"/>
                  </a:cubicBezTo>
                  <a:cubicBezTo>
                    <a:pt x="1094909" y="1502251"/>
                    <a:pt x="1013746" y="1513391"/>
                    <a:pt x="946906" y="1483155"/>
                  </a:cubicBezTo>
                  <a:cubicBezTo>
                    <a:pt x="880066" y="1452919"/>
                    <a:pt x="817999" y="1419500"/>
                    <a:pt x="765482" y="1349480"/>
                  </a:cubicBezTo>
                  <a:cubicBezTo>
                    <a:pt x="712965" y="1279460"/>
                    <a:pt x="654081" y="1139420"/>
                    <a:pt x="631801" y="1063034"/>
                  </a:cubicBezTo>
                  <a:cubicBezTo>
                    <a:pt x="615871" y="945373"/>
                    <a:pt x="625435" y="942090"/>
                    <a:pt x="631801" y="891166"/>
                  </a:cubicBezTo>
                  <a:close/>
                </a:path>
              </a:pathLst>
            </a:cu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grpSp>
      <p:grpSp>
        <p:nvGrpSpPr>
          <p:cNvPr id="65" name="Group 11"/>
          <p:cNvGrpSpPr>
            <a:grpSpLocks/>
          </p:cNvGrpSpPr>
          <p:nvPr/>
        </p:nvGrpSpPr>
        <p:grpSpPr bwMode="auto">
          <a:xfrm rot="15300000" flipV="1">
            <a:off x="4459132" y="3951711"/>
            <a:ext cx="716033" cy="1200733"/>
            <a:chOff x="2761515" y="2286000"/>
            <a:chExt cx="1645174" cy="2760228"/>
          </a:xfrm>
          <a:solidFill>
            <a:schemeClr val="accent2">
              <a:lumMod val="75000"/>
            </a:schemeClr>
          </a:solidFill>
        </p:grpSpPr>
        <p:sp>
          <p:nvSpPr>
            <p:cNvPr id="66" name="Oval 65"/>
            <p:cNvSpPr>
              <a:spLocks noChangeArrowheads="1"/>
            </p:cNvSpPr>
            <p:nvPr/>
          </p:nvSpPr>
          <p:spPr bwMode="auto">
            <a:xfrm rot="-733528">
              <a:off x="3352800" y="2286000"/>
              <a:ext cx="304800" cy="38100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67" name="Oval 66"/>
            <p:cNvSpPr>
              <a:spLocks noChangeArrowheads="1"/>
            </p:cNvSpPr>
            <p:nvPr/>
          </p:nvSpPr>
          <p:spPr bwMode="auto">
            <a:xfrm rot="-733528">
              <a:off x="3151531" y="2515499"/>
              <a:ext cx="213632" cy="25804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68" name="Oval 67"/>
            <p:cNvSpPr>
              <a:spLocks noChangeArrowheads="1"/>
            </p:cNvSpPr>
            <p:nvPr/>
          </p:nvSpPr>
          <p:spPr bwMode="auto">
            <a:xfrm rot="-733528">
              <a:off x="2992344" y="2729550"/>
              <a:ext cx="186338" cy="225072"/>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69" name="Oval 68"/>
            <p:cNvSpPr>
              <a:spLocks noChangeArrowheads="1"/>
            </p:cNvSpPr>
            <p:nvPr/>
          </p:nvSpPr>
          <p:spPr bwMode="auto">
            <a:xfrm rot="-733528">
              <a:off x="2879347" y="292135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0" name="Oval 69"/>
            <p:cNvSpPr>
              <a:spLocks noChangeArrowheads="1"/>
            </p:cNvSpPr>
            <p:nvPr/>
          </p:nvSpPr>
          <p:spPr bwMode="auto">
            <a:xfrm rot="-733528">
              <a:off x="2761515" y="313797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71" name="Freeform 70"/>
            <p:cNvSpPr>
              <a:spLocks noChangeArrowheads="1"/>
            </p:cNvSpPr>
            <p:nvPr/>
          </p:nvSpPr>
          <p:spPr bwMode="auto">
            <a:xfrm>
              <a:off x="2939384" y="2737153"/>
              <a:ext cx="1467305" cy="2309075"/>
            </a:xfrm>
            <a:custGeom>
              <a:avLst/>
              <a:gdLst>
                <a:gd name="T0" fmla="*/ 631801 w 1467305"/>
                <a:gd name="T1" fmla="*/ 891166 h 2309075"/>
                <a:gd name="T2" fmla="*/ 669995 w 1467305"/>
                <a:gd name="T3" fmla="*/ 757491 h 2309075"/>
                <a:gd name="T4" fmla="*/ 860968 w 1467305"/>
                <a:gd name="T5" fmla="*/ 547430 h 2309075"/>
                <a:gd name="T6" fmla="*/ 899162 w 1467305"/>
                <a:gd name="T7" fmla="*/ 289629 h 2309075"/>
                <a:gd name="T8" fmla="*/ 794128 w 1467305"/>
                <a:gd name="T9" fmla="*/ 89116 h 2309075"/>
                <a:gd name="T10" fmla="*/ 555412 w 1467305"/>
                <a:gd name="T11" fmla="*/ 60472 h 2309075"/>
                <a:gd name="T12" fmla="*/ 106627 w 1467305"/>
                <a:gd name="T13" fmla="*/ 451948 h 2309075"/>
                <a:gd name="T14" fmla="*/ 20689 w 1467305"/>
                <a:gd name="T15" fmla="*/ 805232 h 2309075"/>
                <a:gd name="T16" fmla="*/ 230759 w 1467305"/>
                <a:gd name="T17" fmla="*/ 1320835 h 2309075"/>
                <a:gd name="T18" fmla="*/ 679544 w 1467305"/>
                <a:gd name="T19" fmla="*/ 2017854 h 2309075"/>
                <a:gd name="T20" fmla="*/ 946906 w 1467305"/>
                <a:gd name="T21" fmla="*/ 2266108 h 2309075"/>
                <a:gd name="T22" fmla="*/ 1204718 w 1467305"/>
                <a:gd name="T23" fmla="*/ 2275656 h 2309075"/>
                <a:gd name="T24" fmla="*/ 1405239 w 1467305"/>
                <a:gd name="T25" fmla="*/ 2103788 h 2309075"/>
                <a:gd name="T26" fmla="*/ 1462531 w 1467305"/>
                <a:gd name="T27" fmla="*/ 1884179 h 2309075"/>
                <a:gd name="T28" fmla="*/ 1376594 w 1467305"/>
                <a:gd name="T29" fmla="*/ 1655022 h 2309075"/>
                <a:gd name="T30" fmla="*/ 1166524 w 1467305"/>
                <a:gd name="T31" fmla="*/ 1530896 h 2309075"/>
                <a:gd name="T32" fmla="*/ 946906 w 1467305"/>
                <a:gd name="T33" fmla="*/ 1483155 h 2309075"/>
                <a:gd name="T34" fmla="*/ 765482 w 1467305"/>
                <a:gd name="T35" fmla="*/ 1349480 h 2309075"/>
                <a:gd name="T36" fmla="*/ 631801 w 1467305"/>
                <a:gd name="T37" fmla="*/ 1063034 h 2309075"/>
                <a:gd name="T38" fmla="*/ 631801 w 1467305"/>
                <a:gd name="T39" fmla="*/ 891166 h 23090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7305"/>
                <a:gd name="T61" fmla="*/ 0 h 2309075"/>
                <a:gd name="T62" fmla="*/ 1467305 w 1467305"/>
                <a:gd name="T63" fmla="*/ 2309075 h 23090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7305" h="2309075">
                  <a:moveTo>
                    <a:pt x="631801" y="891166"/>
                  </a:moveTo>
                  <a:cubicBezTo>
                    <a:pt x="641342" y="827542"/>
                    <a:pt x="644500" y="814780"/>
                    <a:pt x="669995" y="757491"/>
                  </a:cubicBezTo>
                  <a:cubicBezTo>
                    <a:pt x="708190" y="700202"/>
                    <a:pt x="822774" y="625407"/>
                    <a:pt x="860968" y="547430"/>
                  </a:cubicBezTo>
                  <a:cubicBezTo>
                    <a:pt x="899162" y="469453"/>
                    <a:pt x="910302" y="366015"/>
                    <a:pt x="899162" y="289629"/>
                  </a:cubicBezTo>
                  <a:cubicBezTo>
                    <a:pt x="888022" y="213243"/>
                    <a:pt x="851420" y="127309"/>
                    <a:pt x="794128" y="89116"/>
                  </a:cubicBezTo>
                  <a:cubicBezTo>
                    <a:pt x="736836" y="50923"/>
                    <a:pt x="669995" y="0"/>
                    <a:pt x="555412" y="60472"/>
                  </a:cubicBezTo>
                  <a:cubicBezTo>
                    <a:pt x="440829" y="120944"/>
                    <a:pt x="195748" y="327821"/>
                    <a:pt x="106627" y="451948"/>
                  </a:cubicBezTo>
                  <a:cubicBezTo>
                    <a:pt x="17507" y="576075"/>
                    <a:pt x="0" y="660418"/>
                    <a:pt x="20689" y="805232"/>
                  </a:cubicBezTo>
                  <a:cubicBezTo>
                    <a:pt x="41378" y="950046"/>
                    <a:pt x="120950" y="1118731"/>
                    <a:pt x="230759" y="1320835"/>
                  </a:cubicBezTo>
                  <a:cubicBezTo>
                    <a:pt x="340568" y="1522939"/>
                    <a:pt x="560186" y="1860309"/>
                    <a:pt x="679544" y="2017854"/>
                  </a:cubicBezTo>
                  <a:cubicBezTo>
                    <a:pt x="798902" y="2175399"/>
                    <a:pt x="859377" y="2223141"/>
                    <a:pt x="946906" y="2266108"/>
                  </a:cubicBezTo>
                  <a:cubicBezTo>
                    <a:pt x="1034435" y="2309075"/>
                    <a:pt x="1128329" y="2302709"/>
                    <a:pt x="1204718" y="2275656"/>
                  </a:cubicBezTo>
                  <a:cubicBezTo>
                    <a:pt x="1281107" y="2248603"/>
                    <a:pt x="1362270" y="2169034"/>
                    <a:pt x="1405239" y="2103788"/>
                  </a:cubicBezTo>
                  <a:cubicBezTo>
                    <a:pt x="1448208" y="2038542"/>
                    <a:pt x="1467305" y="1958973"/>
                    <a:pt x="1462531" y="1884179"/>
                  </a:cubicBezTo>
                  <a:cubicBezTo>
                    <a:pt x="1457757" y="1809385"/>
                    <a:pt x="1425928" y="1713902"/>
                    <a:pt x="1376594" y="1655022"/>
                  </a:cubicBezTo>
                  <a:cubicBezTo>
                    <a:pt x="1327260" y="1596142"/>
                    <a:pt x="1238139" y="1559541"/>
                    <a:pt x="1166524" y="1530896"/>
                  </a:cubicBezTo>
                  <a:cubicBezTo>
                    <a:pt x="1094909" y="1502251"/>
                    <a:pt x="1013746" y="1513391"/>
                    <a:pt x="946906" y="1483155"/>
                  </a:cubicBezTo>
                  <a:cubicBezTo>
                    <a:pt x="880066" y="1452919"/>
                    <a:pt x="817999" y="1419500"/>
                    <a:pt x="765482" y="1349480"/>
                  </a:cubicBezTo>
                  <a:cubicBezTo>
                    <a:pt x="712965" y="1279460"/>
                    <a:pt x="654081" y="1139420"/>
                    <a:pt x="631801" y="1063034"/>
                  </a:cubicBezTo>
                  <a:cubicBezTo>
                    <a:pt x="615871" y="945373"/>
                    <a:pt x="625435" y="942090"/>
                    <a:pt x="631801" y="891166"/>
                  </a:cubicBezTo>
                  <a:close/>
                </a:path>
              </a:pathLst>
            </a:cu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grpSp>
      <p:grpSp>
        <p:nvGrpSpPr>
          <p:cNvPr id="79" name="Group 78"/>
          <p:cNvGrpSpPr>
            <a:grpSpLocks/>
          </p:cNvGrpSpPr>
          <p:nvPr/>
        </p:nvGrpSpPr>
        <p:grpSpPr bwMode="auto">
          <a:xfrm rot="6300000">
            <a:off x="6906247" y="1943846"/>
            <a:ext cx="780878" cy="1310084"/>
            <a:chOff x="2761515" y="2286000"/>
            <a:chExt cx="1645174" cy="2760228"/>
          </a:xfrm>
          <a:solidFill>
            <a:schemeClr val="accent1"/>
          </a:solidFill>
        </p:grpSpPr>
        <p:sp>
          <p:nvSpPr>
            <p:cNvPr id="87" name="Oval 86"/>
            <p:cNvSpPr>
              <a:spLocks noChangeArrowheads="1"/>
            </p:cNvSpPr>
            <p:nvPr/>
          </p:nvSpPr>
          <p:spPr bwMode="auto">
            <a:xfrm rot="-733528">
              <a:off x="3352800" y="2286000"/>
              <a:ext cx="304800" cy="38100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8" name="Oval 87"/>
            <p:cNvSpPr>
              <a:spLocks noChangeArrowheads="1"/>
            </p:cNvSpPr>
            <p:nvPr/>
          </p:nvSpPr>
          <p:spPr bwMode="auto">
            <a:xfrm rot="-733528">
              <a:off x="3151531" y="2515499"/>
              <a:ext cx="213632" cy="25804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9" name="Oval 88"/>
            <p:cNvSpPr>
              <a:spLocks noChangeArrowheads="1"/>
            </p:cNvSpPr>
            <p:nvPr/>
          </p:nvSpPr>
          <p:spPr bwMode="auto">
            <a:xfrm rot="-733528">
              <a:off x="2992344" y="2729550"/>
              <a:ext cx="186338" cy="225072"/>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90" name="Oval 89"/>
            <p:cNvSpPr>
              <a:spLocks noChangeArrowheads="1"/>
            </p:cNvSpPr>
            <p:nvPr/>
          </p:nvSpPr>
          <p:spPr bwMode="auto">
            <a:xfrm rot="-733528">
              <a:off x="2879347" y="292135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91" name="Oval 90"/>
            <p:cNvSpPr>
              <a:spLocks noChangeArrowheads="1"/>
            </p:cNvSpPr>
            <p:nvPr/>
          </p:nvSpPr>
          <p:spPr bwMode="auto">
            <a:xfrm rot="-733528">
              <a:off x="2761515" y="313797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92" name="Freeform 91"/>
            <p:cNvSpPr>
              <a:spLocks noChangeArrowheads="1"/>
            </p:cNvSpPr>
            <p:nvPr/>
          </p:nvSpPr>
          <p:spPr bwMode="auto">
            <a:xfrm>
              <a:off x="2939384" y="2737153"/>
              <a:ext cx="1467305" cy="2309075"/>
            </a:xfrm>
            <a:custGeom>
              <a:avLst/>
              <a:gdLst>
                <a:gd name="T0" fmla="*/ 631801 w 1467305"/>
                <a:gd name="T1" fmla="*/ 891166 h 2309075"/>
                <a:gd name="T2" fmla="*/ 669995 w 1467305"/>
                <a:gd name="T3" fmla="*/ 757491 h 2309075"/>
                <a:gd name="T4" fmla="*/ 860968 w 1467305"/>
                <a:gd name="T5" fmla="*/ 547430 h 2309075"/>
                <a:gd name="T6" fmla="*/ 899162 w 1467305"/>
                <a:gd name="T7" fmla="*/ 289629 h 2309075"/>
                <a:gd name="T8" fmla="*/ 794128 w 1467305"/>
                <a:gd name="T9" fmla="*/ 89116 h 2309075"/>
                <a:gd name="T10" fmla="*/ 555412 w 1467305"/>
                <a:gd name="T11" fmla="*/ 60472 h 2309075"/>
                <a:gd name="T12" fmla="*/ 106627 w 1467305"/>
                <a:gd name="T13" fmla="*/ 451948 h 2309075"/>
                <a:gd name="T14" fmla="*/ 20689 w 1467305"/>
                <a:gd name="T15" fmla="*/ 805232 h 2309075"/>
                <a:gd name="T16" fmla="*/ 230759 w 1467305"/>
                <a:gd name="T17" fmla="*/ 1320835 h 2309075"/>
                <a:gd name="T18" fmla="*/ 679544 w 1467305"/>
                <a:gd name="T19" fmla="*/ 2017854 h 2309075"/>
                <a:gd name="T20" fmla="*/ 946906 w 1467305"/>
                <a:gd name="T21" fmla="*/ 2266108 h 2309075"/>
                <a:gd name="T22" fmla="*/ 1204718 w 1467305"/>
                <a:gd name="T23" fmla="*/ 2275656 h 2309075"/>
                <a:gd name="T24" fmla="*/ 1405239 w 1467305"/>
                <a:gd name="T25" fmla="*/ 2103788 h 2309075"/>
                <a:gd name="T26" fmla="*/ 1462531 w 1467305"/>
                <a:gd name="T27" fmla="*/ 1884179 h 2309075"/>
                <a:gd name="T28" fmla="*/ 1376594 w 1467305"/>
                <a:gd name="T29" fmla="*/ 1655022 h 2309075"/>
                <a:gd name="T30" fmla="*/ 1166524 w 1467305"/>
                <a:gd name="T31" fmla="*/ 1530896 h 2309075"/>
                <a:gd name="T32" fmla="*/ 946906 w 1467305"/>
                <a:gd name="T33" fmla="*/ 1483155 h 2309075"/>
                <a:gd name="T34" fmla="*/ 765482 w 1467305"/>
                <a:gd name="T35" fmla="*/ 1349480 h 2309075"/>
                <a:gd name="T36" fmla="*/ 631801 w 1467305"/>
                <a:gd name="T37" fmla="*/ 1063034 h 2309075"/>
                <a:gd name="T38" fmla="*/ 631801 w 1467305"/>
                <a:gd name="T39" fmla="*/ 891166 h 23090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7305"/>
                <a:gd name="T61" fmla="*/ 0 h 2309075"/>
                <a:gd name="T62" fmla="*/ 1467305 w 1467305"/>
                <a:gd name="T63" fmla="*/ 2309075 h 23090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7305" h="2309075">
                  <a:moveTo>
                    <a:pt x="631801" y="891166"/>
                  </a:moveTo>
                  <a:cubicBezTo>
                    <a:pt x="641342" y="827542"/>
                    <a:pt x="644500" y="814780"/>
                    <a:pt x="669995" y="757491"/>
                  </a:cubicBezTo>
                  <a:cubicBezTo>
                    <a:pt x="708190" y="700202"/>
                    <a:pt x="822774" y="625407"/>
                    <a:pt x="860968" y="547430"/>
                  </a:cubicBezTo>
                  <a:cubicBezTo>
                    <a:pt x="899162" y="469453"/>
                    <a:pt x="910302" y="366015"/>
                    <a:pt x="899162" y="289629"/>
                  </a:cubicBezTo>
                  <a:cubicBezTo>
                    <a:pt x="888022" y="213243"/>
                    <a:pt x="851420" y="127309"/>
                    <a:pt x="794128" y="89116"/>
                  </a:cubicBezTo>
                  <a:cubicBezTo>
                    <a:pt x="736836" y="50923"/>
                    <a:pt x="669995" y="0"/>
                    <a:pt x="555412" y="60472"/>
                  </a:cubicBezTo>
                  <a:cubicBezTo>
                    <a:pt x="440829" y="120944"/>
                    <a:pt x="195748" y="327821"/>
                    <a:pt x="106627" y="451948"/>
                  </a:cubicBezTo>
                  <a:cubicBezTo>
                    <a:pt x="17507" y="576075"/>
                    <a:pt x="0" y="660418"/>
                    <a:pt x="20689" y="805232"/>
                  </a:cubicBezTo>
                  <a:cubicBezTo>
                    <a:pt x="41378" y="950046"/>
                    <a:pt x="120950" y="1118731"/>
                    <a:pt x="230759" y="1320835"/>
                  </a:cubicBezTo>
                  <a:cubicBezTo>
                    <a:pt x="340568" y="1522939"/>
                    <a:pt x="560186" y="1860309"/>
                    <a:pt x="679544" y="2017854"/>
                  </a:cubicBezTo>
                  <a:cubicBezTo>
                    <a:pt x="798902" y="2175399"/>
                    <a:pt x="859377" y="2223141"/>
                    <a:pt x="946906" y="2266108"/>
                  </a:cubicBezTo>
                  <a:cubicBezTo>
                    <a:pt x="1034435" y="2309075"/>
                    <a:pt x="1128329" y="2302709"/>
                    <a:pt x="1204718" y="2275656"/>
                  </a:cubicBezTo>
                  <a:cubicBezTo>
                    <a:pt x="1281107" y="2248603"/>
                    <a:pt x="1362270" y="2169034"/>
                    <a:pt x="1405239" y="2103788"/>
                  </a:cubicBezTo>
                  <a:cubicBezTo>
                    <a:pt x="1448208" y="2038542"/>
                    <a:pt x="1467305" y="1958973"/>
                    <a:pt x="1462531" y="1884179"/>
                  </a:cubicBezTo>
                  <a:cubicBezTo>
                    <a:pt x="1457757" y="1809385"/>
                    <a:pt x="1425928" y="1713902"/>
                    <a:pt x="1376594" y="1655022"/>
                  </a:cubicBezTo>
                  <a:cubicBezTo>
                    <a:pt x="1327260" y="1596142"/>
                    <a:pt x="1238139" y="1559541"/>
                    <a:pt x="1166524" y="1530896"/>
                  </a:cubicBezTo>
                  <a:cubicBezTo>
                    <a:pt x="1094909" y="1502251"/>
                    <a:pt x="1013746" y="1513391"/>
                    <a:pt x="946906" y="1483155"/>
                  </a:cubicBezTo>
                  <a:cubicBezTo>
                    <a:pt x="880066" y="1452919"/>
                    <a:pt x="817999" y="1419500"/>
                    <a:pt x="765482" y="1349480"/>
                  </a:cubicBezTo>
                  <a:cubicBezTo>
                    <a:pt x="712965" y="1279460"/>
                    <a:pt x="654081" y="1139420"/>
                    <a:pt x="631801" y="1063034"/>
                  </a:cubicBezTo>
                  <a:cubicBezTo>
                    <a:pt x="615871" y="945373"/>
                    <a:pt x="625435" y="942090"/>
                    <a:pt x="631801" y="891166"/>
                  </a:cubicBezTo>
                  <a:close/>
                </a:path>
              </a:pathLst>
            </a:cu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grpSp>
      <p:grpSp>
        <p:nvGrpSpPr>
          <p:cNvPr id="80" name="Group 25"/>
          <p:cNvGrpSpPr>
            <a:grpSpLocks/>
          </p:cNvGrpSpPr>
          <p:nvPr/>
        </p:nvGrpSpPr>
        <p:grpSpPr bwMode="auto">
          <a:xfrm rot="15300000" flipV="1">
            <a:off x="9313733" y="3938382"/>
            <a:ext cx="780878" cy="1310084"/>
            <a:chOff x="2761515" y="2286000"/>
            <a:chExt cx="1645174" cy="2760228"/>
          </a:xfrm>
          <a:solidFill>
            <a:schemeClr val="accent4"/>
          </a:solidFill>
        </p:grpSpPr>
        <p:sp>
          <p:nvSpPr>
            <p:cNvPr id="81" name="Oval 80"/>
            <p:cNvSpPr>
              <a:spLocks noChangeArrowheads="1"/>
            </p:cNvSpPr>
            <p:nvPr/>
          </p:nvSpPr>
          <p:spPr bwMode="auto">
            <a:xfrm rot="-733528">
              <a:off x="3352800" y="2286000"/>
              <a:ext cx="304800" cy="38100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2" name="Oval 81"/>
            <p:cNvSpPr>
              <a:spLocks noChangeArrowheads="1"/>
            </p:cNvSpPr>
            <p:nvPr/>
          </p:nvSpPr>
          <p:spPr bwMode="auto">
            <a:xfrm rot="-733528">
              <a:off x="3151531" y="2515499"/>
              <a:ext cx="213632" cy="258040"/>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3" name="Oval 82"/>
            <p:cNvSpPr>
              <a:spLocks noChangeArrowheads="1"/>
            </p:cNvSpPr>
            <p:nvPr/>
          </p:nvSpPr>
          <p:spPr bwMode="auto">
            <a:xfrm rot="-733528">
              <a:off x="2992344" y="2729550"/>
              <a:ext cx="186338" cy="225072"/>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4" name="Oval 83"/>
            <p:cNvSpPr>
              <a:spLocks noChangeArrowheads="1"/>
            </p:cNvSpPr>
            <p:nvPr/>
          </p:nvSpPr>
          <p:spPr bwMode="auto">
            <a:xfrm rot="-733528">
              <a:off x="2879347" y="292135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5" name="Oval 84"/>
            <p:cNvSpPr>
              <a:spLocks noChangeArrowheads="1"/>
            </p:cNvSpPr>
            <p:nvPr/>
          </p:nvSpPr>
          <p:spPr bwMode="auto">
            <a:xfrm rot="-733528">
              <a:off x="2761515" y="3137975"/>
              <a:ext cx="150338" cy="189071"/>
            </a:xfrm>
            <a:prstGeom prst="ellipse">
              <a:avLst/>
            </a:pr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sp>
          <p:nvSpPr>
            <p:cNvPr id="86" name="Freeform 85"/>
            <p:cNvSpPr>
              <a:spLocks noChangeArrowheads="1"/>
            </p:cNvSpPr>
            <p:nvPr/>
          </p:nvSpPr>
          <p:spPr bwMode="auto">
            <a:xfrm>
              <a:off x="2939384" y="2737153"/>
              <a:ext cx="1467305" cy="2309075"/>
            </a:xfrm>
            <a:custGeom>
              <a:avLst/>
              <a:gdLst>
                <a:gd name="T0" fmla="*/ 631801 w 1467305"/>
                <a:gd name="T1" fmla="*/ 891166 h 2309075"/>
                <a:gd name="T2" fmla="*/ 669995 w 1467305"/>
                <a:gd name="T3" fmla="*/ 757491 h 2309075"/>
                <a:gd name="T4" fmla="*/ 860968 w 1467305"/>
                <a:gd name="T5" fmla="*/ 547430 h 2309075"/>
                <a:gd name="T6" fmla="*/ 899162 w 1467305"/>
                <a:gd name="T7" fmla="*/ 289629 h 2309075"/>
                <a:gd name="T8" fmla="*/ 794128 w 1467305"/>
                <a:gd name="T9" fmla="*/ 89116 h 2309075"/>
                <a:gd name="T10" fmla="*/ 555412 w 1467305"/>
                <a:gd name="T11" fmla="*/ 60472 h 2309075"/>
                <a:gd name="T12" fmla="*/ 106627 w 1467305"/>
                <a:gd name="T13" fmla="*/ 451948 h 2309075"/>
                <a:gd name="T14" fmla="*/ 20689 w 1467305"/>
                <a:gd name="T15" fmla="*/ 805232 h 2309075"/>
                <a:gd name="T16" fmla="*/ 230759 w 1467305"/>
                <a:gd name="T17" fmla="*/ 1320835 h 2309075"/>
                <a:gd name="T18" fmla="*/ 679544 w 1467305"/>
                <a:gd name="T19" fmla="*/ 2017854 h 2309075"/>
                <a:gd name="T20" fmla="*/ 946906 w 1467305"/>
                <a:gd name="T21" fmla="*/ 2266108 h 2309075"/>
                <a:gd name="T22" fmla="*/ 1204718 w 1467305"/>
                <a:gd name="T23" fmla="*/ 2275656 h 2309075"/>
                <a:gd name="T24" fmla="*/ 1405239 w 1467305"/>
                <a:gd name="T25" fmla="*/ 2103788 h 2309075"/>
                <a:gd name="T26" fmla="*/ 1462531 w 1467305"/>
                <a:gd name="T27" fmla="*/ 1884179 h 2309075"/>
                <a:gd name="T28" fmla="*/ 1376594 w 1467305"/>
                <a:gd name="T29" fmla="*/ 1655022 h 2309075"/>
                <a:gd name="T30" fmla="*/ 1166524 w 1467305"/>
                <a:gd name="T31" fmla="*/ 1530896 h 2309075"/>
                <a:gd name="T32" fmla="*/ 946906 w 1467305"/>
                <a:gd name="T33" fmla="*/ 1483155 h 2309075"/>
                <a:gd name="T34" fmla="*/ 765482 w 1467305"/>
                <a:gd name="T35" fmla="*/ 1349480 h 2309075"/>
                <a:gd name="T36" fmla="*/ 631801 w 1467305"/>
                <a:gd name="T37" fmla="*/ 1063034 h 2309075"/>
                <a:gd name="T38" fmla="*/ 631801 w 1467305"/>
                <a:gd name="T39" fmla="*/ 891166 h 23090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7305"/>
                <a:gd name="T61" fmla="*/ 0 h 2309075"/>
                <a:gd name="T62" fmla="*/ 1467305 w 1467305"/>
                <a:gd name="T63" fmla="*/ 2309075 h 23090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7305" h="2309075">
                  <a:moveTo>
                    <a:pt x="631801" y="891166"/>
                  </a:moveTo>
                  <a:cubicBezTo>
                    <a:pt x="641342" y="827542"/>
                    <a:pt x="644500" y="814780"/>
                    <a:pt x="669995" y="757491"/>
                  </a:cubicBezTo>
                  <a:cubicBezTo>
                    <a:pt x="708190" y="700202"/>
                    <a:pt x="822774" y="625407"/>
                    <a:pt x="860968" y="547430"/>
                  </a:cubicBezTo>
                  <a:cubicBezTo>
                    <a:pt x="899162" y="469453"/>
                    <a:pt x="910302" y="366015"/>
                    <a:pt x="899162" y="289629"/>
                  </a:cubicBezTo>
                  <a:cubicBezTo>
                    <a:pt x="888022" y="213243"/>
                    <a:pt x="851420" y="127309"/>
                    <a:pt x="794128" y="89116"/>
                  </a:cubicBezTo>
                  <a:cubicBezTo>
                    <a:pt x="736836" y="50923"/>
                    <a:pt x="669995" y="0"/>
                    <a:pt x="555412" y="60472"/>
                  </a:cubicBezTo>
                  <a:cubicBezTo>
                    <a:pt x="440829" y="120944"/>
                    <a:pt x="195748" y="327821"/>
                    <a:pt x="106627" y="451948"/>
                  </a:cubicBezTo>
                  <a:cubicBezTo>
                    <a:pt x="17507" y="576075"/>
                    <a:pt x="0" y="660418"/>
                    <a:pt x="20689" y="805232"/>
                  </a:cubicBezTo>
                  <a:cubicBezTo>
                    <a:pt x="41378" y="950046"/>
                    <a:pt x="120950" y="1118731"/>
                    <a:pt x="230759" y="1320835"/>
                  </a:cubicBezTo>
                  <a:cubicBezTo>
                    <a:pt x="340568" y="1522939"/>
                    <a:pt x="560186" y="1860309"/>
                    <a:pt x="679544" y="2017854"/>
                  </a:cubicBezTo>
                  <a:cubicBezTo>
                    <a:pt x="798902" y="2175399"/>
                    <a:pt x="859377" y="2223141"/>
                    <a:pt x="946906" y="2266108"/>
                  </a:cubicBezTo>
                  <a:cubicBezTo>
                    <a:pt x="1034435" y="2309075"/>
                    <a:pt x="1128329" y="2302709"/>
                    <a:pt x="1204718" y="2275656"/>
                  </a:cubicBezTo>
                  <a:cubicBezTo>
                    <a:pt x="1281107" y="2248603"/>
                    <a:pt x="1362270" y="2169034"/>
                    <a:pt x="1405239" y="2103788"/>
                  </a:cubicBezTo>
                  <a:cubicBezTo>
                    <a:pt x="1448208" y="2038542"/>
                    <a:pt x="1467305" y="1958973"/>
                    <a:pt x="1462531" y="1884179"/>
                  </a:cubicBezTo>
                  <a:cubicBezTo>
                    <a:pt x="1457757" y="1809385"/>
                    <a:pt x="1425928" y="1713902"/>
                    <a:pt x="1376594" y="1655022"/>
                  </a:cubicBezTo>
                  <a:cubicBezTo>
                    <a:pt x="1327260" y="1596142"/>
                    <a:pt x="1238139" y="1559541"/>
                    <a:pt x="1166524" y="1530896"/>
                  </a:cubicBezTo>
                  <a:cubicBezTo>
                    <a:pt x="1094909" y="1502251"/>
                    <a:pt x="1013746" y="1513391"/>
                    <a:pt x="946906" y="1483155"/>
                  </a:cubicBezTo>
                  <a:cubicBezTo>
                    <a:pt x="880066" y="1452919"/>
                    <a:pt x="817999" y="1419500"/>
                    <a:pt x="765482" y="1349480"/>
                  </a:cubicBezTo>
                  <a:cubicBezTo>
                    <a:pt x="712965" y="1279460"/>
                    <a:pt x="654081" y="1139420"/>
                    <a:pt x="631801" y="1063034"/>
                  </a:cubicBezTo>
                  <a:cubicBezTo>
                    <a:pt x="615871" y="945373"/>
                    <a:pt x="625435" y="942090"/>
                    <a:pt x="631801" y="891166"/>
                  </a:cubicBezTo>
                  <a:close/>
                </a:path>
              </a:pathLst>
            </a:custGeom>
            <a:grp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fontAlgn="auto">
                <a:spcBef>
                  <a:spcPts val="0"/>
                </a:spcBef>
                <a:spcAft>
                  <a:spcPts val="0"/>
                </a:spcAft>
              </a:pPr>
              <a:endParaRPr lang="id-ID" altLang="id-ID">
                <a:solidFill>
                  <a:srgbClr val="FFFFFF"/>
                </a:solidFill>
              </a:endParaRPr>
            </a:p>
          </p:txBody>
        </p:sp>
      </p:grpSp>
      <p:grpSp>
        <p:nvGrpSpPr>
          <p:cNvPr id="123" name="Group 122"/>
          <p:cNvGrpSpPr/>
          <p:nvPr/>
        </p:nvGrpSpPr>
        <p:grpSpPr>
          <a:xfrm>
            <a:off x="3215320" y="4876132"/>
            <a:ext cx="3372718" cy="1038258"/>
            <a:chOff x="-197042" y="2876550"/>
            <a:chExt cx="3372718" cy="1038258"/>
          </a:xfrm>
        </p:grpSpPr>
        <p:cxnSp>
          <p:nvCxnSpPr>
            <p:cNvPr id="124" name="Straight Connector 123"/>
            <p:cNvCxnSpPr/>
            <p:nvPr/>
          </p:nvCxnSpPr>
          <p:spPr>
            <a:xfrm>
              <a:off x="1447800" y="2876550"/>
              <a:ext cx="0" cy="609600"/>
            </a:xfrm>
            <a:prstGeom prst="line">
              <a:avLst/>
            </a:prstGeom>
            <a:ln w="12700">
              <a:solidFill>
                <a:schemeClr val="tx1">
                  <a:lumMod val="40000"/>
                  <a:lumOff val="6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sp>
          <p:nvSpPr>
            <p:cNvPr id="125" name="Rectangle 1436"/>
            <p:cNvSpPr>
              <a:spLocks noChangeArrowheads="1"/>
            </p:cNvSpPr>
            <p:nvPr/>
          </p:nvSpPr>
          <p:spPr bwMode="auto">
            <a:xfrm>
              <a:off x="-197042" y="3545476"/>
              <a:ext cx="33727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a:r>
                <a:rPr lang="ar-SA" sz="2400" b="1" dirty="0" smtClean="0">
                  <a:solidFill>
                    <a:srgbClr val="C55A11"/>
                  </a:solidFill>
                </a:rPr>
                <a:t>المرحلة </a:t>
              </a:r>
              <a:r>
                <a:rPr lang="ar-SA" sz="2400" b="1" dirty="0">
                  <a:solidFill>
                    <a:srgbClr val="C55A11"/>
                  </a:solidFill>
                </a:rPr>
                <a:t>الثانية (1984 - 1993)</a:t>
              </a:r>
              <a:endParaRPr lang="en-US" sz="2400" b="1" u="sng" dirty="0" smtClean="0">
                <a:solidFill>
                  <a:srgbClr val="C55A11"/>
                </a:solidFill>
                <a:latin typeface="Calibri" panose="020F0502020204030204"/>
                <a:cs typeface="Arial" pitchFamily="34" charset="0"/>
              </a:endParaRPr>
            </a:p>
          </p:txBody>
        </p:sp>
      </p:grpSp>
      <p:grpSp>
        <p:nvGrpSpPr>
          <p:cNvPr id="126" name="Group 125"/>
          <p:cNvGrpSpPr/>
          <p:nvPr/>
        </p:nvGrpSpPr>
        <p:grpSpPr>
          <a:xfrm>
            <a:off x="832986" y="1605008"/>
            <a:ext cx="3258905" cy="877798"/>
            <a:chOff x="377802" y="1389152"/>
            <a:chExt cx="3258905" cy="877798"/>
          </a:xfrm>
        </p:grpSpPr>
        <p:cxnSp>
          <p:nvCxnSpPr>
            <p:cNvPr id="127" name="Straight Connector 126"/>
            <p:cNvCxnSpPr/>
            <p:nvPr/>
          </p:nvCxnSpPr>
          <p:spPr>
            <a:xfrm flipV="1">
              <a:off x="1919654" y="1757797"/>
              <a:ext cx="0" cy="509153"/>
            </a:xfrm>
            <a:prstGeom prst="line">
              <a:avLst/>
            </a:prstGeom>
            <a:ln w="12700">
              <a:solidFill>
                <a:schemeClr val="tx1">
                  <a:lumMod val="40000"/>
                  <a:lumOff val="6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sp>
          <p:nvSpPr>
            <p:cNvPr id="128" name="Rectangle 1436"/>
            <p:cNvSpPr>
              <a:spLocks noChangeArrowheads="1"/>
            </p:cNvSpPr>
            <p:nvPr/>
          </p:nvSpPr>
          <p:spPr bwMode="auto">
            <a:xfrm>
              <a:off x="377802" y="1389152"/>
              <a:ext cx="32589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a:r>
                <a:rPr lang="ar-SA" sz="2400" b="1" dirty="0">
                  <a:solidFill>
                    <a:srgbClr val="C00000"/>
                  </a:solidFill>
                </a:rPr>
                <a:t>المرحلة الأولى (قبل عام 1983)</a:t>
              </a:r>
              <a:endParaRPr lang="en-US" sz="2400" b="1" u="sng" dirty="0" smtClean="0">
                <a:solidFill>
                  <a:srgbClr val="C00000"/>
                </a:solidFill>
                <a:latin typeface="Calibri" panose="020F0502020204030204"/>
                <a:cs typeface="Arial" pitchFamily="34" charset="0"/>
              </a:endParaRPr>
            </a:p>
          </p:txBody>
        </p:sp>
      </p:grpSp>
      <p:grpSp>
        <p:nvGrpSpPr>
          <p:cNvPr id="168" name="Group 167"/>
          <p:cNvGrpSpPr/>
          <p:nvPr/>
        </p:nvGrpSpPr>
        <p:grpSpPr>
          <a:xfrm>
            <a:off x="7956634" y="5004586"/>
            <a:ext cx="3872856" cy="1009705"/>
            <a:chOff x="-315074" y="2960958"/>
            <a:chExt cx="3872856" cy="1009705"/>
          </a:xfrm>
        </p:grpSpPr>
        <p:cxnSp>
          <p:nvCxnSpPr>
            <p:cNvPr id="169" name="Straight Connector 168"/>
            <p:cNvCxnSpPr/>
            <p:nvPr/>
          </p:nvCxnSpPr>
          <p:spPr>
            <a:xfrm>
              <a:off x="1447800" y="2960958"/>
              <a:ext cx="0" cy="540000"/>
            </a:xfrm>
            <a:prstGeom prst="line">
              <a:avLst/>
            </a:prstGeom>
            <a:ln w="12700">
              <a:solidFill>
                <a:schemeClr val="tx1">
                  <a:lumMod val="40000"/>
                  <a:lumOff val="6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sp>
          <p:nvSpPr>
            <p:cNvPr id="170" name="Rectangle 1436"/>
            <p:cNvSpPr>
              <a:spLocks noChangeArrowheads="1"/>
            </p:cNvSpPr>
            <p:nvPr/>
          </p:nvSpPr>
          <p:spPr bwMode="auto">
            <a:xfrm>
              <a:off x="-315074" y="3601331"/>
              <a:ext cx="3872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rtl="1"/>
              <a:r>
                <a:rPr lang="ar-SA" sz="2400" b="1" dirty="0">
                  <a:solidFill>
                    <a:srgbClr val="FFC000"/>
                  </a:solidFill>
                </a:rPr>
                <a:t>المرحلة الرابعة (2001 وحتى تاريخه)</a:t>
              </a:r>
              <a:endParaRPr lang="en-US" sz="2400" b="1" u="sng" dirty="0" smtClean="0">
                <a:solidFill>
                  <a:srgbClr val="FFC000"/>
                </a:solidFill>
                <a:latin typeface="Calibri" panose="020F0502020204030204"/>
                <a:cs typeface="Arial" pitchFamily="34" charset="0"/>
              </a:endParaRPr>
            </a:p>
          </p:txBody>
        </p:sp>
      </p:grpSp>
      <p:grpSp>
        <p:nvGrpSpPr>
          <p:cNvPr id="171" name="Group 170"/>
          <p:cNvGrpSpPr/>
          <p:nvPr/>
        </p:nvGrpSpPr>
        <p:grpSpPr>
          <a:xfrm>
            <a:off x="5601754" y="1457955"/>
            <a:ext cx="3549049" cy="745410"/>
            <a:chOff x="145133" y="1521540"/>
            <a:chExt cx="3549049" cy="745410"/>
          </a:xfrm>
        </p:grpSpPr>
        <p:cxnSp>
          <p:nvCxnSpPr>
            <p:cNvPr id="172" name="Straight Connector 171"/>
            <p:cNvCxnSpPr/>
            <p:nvPr/>
          </p:nvCxnSpPr>
          <p:spPr>
            <a:xfrm flipV="1">
              <a:off x="1919654" y="1757797"/>
              <a:ext cx="0" cy="509153"/>
            </a:xfrm>
            <a:prstGeom prst="line">
              <a:avLst/>
            </a:prstGeom>
            <a:ln w="12700">
              <a:solidFill>
                <a:schemeClr val="tx1">
                  <a:lumMod val="40000"/>
                  <a:lumOff val="6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sp>
          <p:nvSpPr>
            <p:cNvPr id="173" name="Rectangle 1436"/>
            <p:cNvSpPr>
              <a:spLocks noChangeArrowheads="1"/>
            </p:cNvSpPr>
            <p:nvPr/>
          </p:nvSpPr>
          <p:spPr bwMode="auto">
            <a:xfrm>
              <a:off x="145133" y="1521540"/>
              <a:ext cx="35490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a:r>
                <a:rPr lang="ar-SA" sz="2400" b="1" dirty="0" smtClean="0">
                  <a:solidFill>
                    <a:schemeClr val="accent1"/>
                  </a:solidFill>
                </a:rPr>
                <a:t> </a:t>
              </a:r>
              <a:r>
                <a:rPr lang="ar-SA" sz="2400" b="1" dirty="0">
                  <a:solidFill>
                    <a:schemeClr val="accent1"/>
                  </a:solidFill>
                </a:rPr>
                <a:t>المرحلة الثالثة (1994 - 2000)</a:t>
              </a:r>
              <a:endParaRPr lang="en-US" sz="2400" b="1" u="sng" dirty="0" smtClean="0">
                <a:solidFill>
                  <a:schemeClr val="accent1"/>
                </a:solidFill>
                <a:latin typeface="Calibri" panose="020F0502020204030204"/>
                <a:cs typeface="Arial" pitchFamily="34" charset="0"/>
              </a:endParaRPr>
            </a:p>
          </p:txBody>
        </p:sp>
      </p:grpSp>
      <p:sp>
        <p:nvSpPr>
          <p:cNvPr id="129" name="Rectangle 1436"/>
          <p:cNvSpPr>
            <a:spLocks noChangeArrowheads="1"/>
          </p:cNvSpPr>
          <p:nvPr/>
        </p:nvSpPr>
        <p:spPr bwMode="auto">
          <a:xfrm>
            <a:off x="495732" y="3222085"/>
            <a:ext cx="2871600"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algn="ctr"/>
            <a:r>
              <a:rPr lang="ar-SA" sz="2800" dirty="0"/>
              <a:t>وتمثل عصر المدرس التقليدي</a:t>
            </a:r>
            <a:endParaRPr lang="en-US" sz="2800" b="1" dirty="0" smtClean="0">
              <a:solidFill>
                <a:prstClr val="white">
                  <a:lumMod val="75000"/>
                </a:prstClr>
              </a:solidFill>
              <a:latin typeface="Calibri" panose="020F0502020204030204"/>
              <a:cs typeface="Arial" pitchFamily="34" charset="0"/>
            </a:endParaRPr>
          </a:p>
        </p:txBody>
      </p:sp>
      <p:sp>
        <p:nvSpPr>
          <p:cNvPr id="130" name="Rectangle 1436"/>
          <p:cNvSpPr>
            <a:spLocks noChangeArrowheads="1"/>
          </p:cNvSpPr>
          <p:nvPr/>
        </p:nvSpPr>
        <p:spPr bwMode="auto">
          <a:xfrm>
            <a:off x="3694926" y="3536915"/>
            <a:ext cx="205399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algn="ctr"/>
            <a:r>
              <a:rPr lang="ar-SA" sz="2400" b="1" dirty="0"/>
              <a:t>وتمثل عصر الوسائط المتعددة</a:t>
            </a:r>
            <a:endParaRPr lang="en-US" sz="2400" b="1" dirty="0" smtClean="0">
              <a:solidFill>
                <a:prstClr val="white">
                  <a:lumMod val="75000"/>
                </a:prstClr>
              </a:solidFill>
              <a:latin typeface="Calibri" panose="020F0502020204030204"/>
              <a:cs typeface="Arial" pitchFamily="34" charset="0"/>
            </a:endParaRPr>
          </a:p>
        </p:txBody>
      </p:sp>
      <p:sp>
        <p:nvSpPr>
          <p:cNvPr id="131" name="Rectangle 1436"/>
          <p:cNvSpPr>
            <a:spLocks noChangeArrowheads="1"/>
          </p:cNvSpPr>
          <p:nvPr/>
        </p:nvSpPr>
        <p:spPr bwMode="auto">
          <a:xfrm rot="10800000" flipV="1">
            <a:off x="5781705" y="3075414"/>
            <a:ext cx="2730782"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algn="ctr" rtl="1"/>
            <a:r>
              <a:rPr lang="ar-SA" sz="2400" b="1" dirty="0"/>
              <a:t>وبدأت بظهور الشبكة العنكبوتية للمعلومات (الإنترنت)</a:t>
            </a:r>
            <a:endParaRPr lang="en-US" sz="2400" b="1" dirty="0" smtClean="0">
              <a:solidFill>
                <a:prstClr val="white">
                  <a:lumMod val="75000"/>
                </a:prstClr>
              </a:solidFill>
              <a:latin typeface="Calibri" panose="020F0502020204030204"/>
              <a:cs typeface="Arial" pitchFamily="34" charset="0"/>
            </a:endParaRPr>
          </a:p>
        </p:txBody>
      </p:sp>
      <p:sp>
        <p:nvSpPr>
          <p:cNvPr id="132" name="Rectangle 1436"/>
          <p:cNvSpPr>
            <a:spLocks noChangeArrowheads="1"/>
          </p:cNvSpPr>
          <p:nvPr/>
        </p:nvSpPr>
        <p:spPr bwMode="auto">
          <a:xfrm>
            <a:off x="8487130" y="3185300"/>
            <a:ext cx="2505370"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algn="ctr"/>
            <a:r>
              <a:rPr lang="ar-SA" sz="2400" b="1" dirty="0"/>
              <a:t>وقد شهدت هذه المرحلة ظهور الجيل الثاني للشبكة العنكبوتية </a:t>
            </a:r>
            <a:endParaRPr lang="en-US" sz="2400" b="1" dirty="0" smtClean="0">
              <a:solidFill>
                <a:prstClr val="white">
                  <a:lumMod val="75000"/>
                </a:prstClr>
              </a:solidFill>
              <a:latin typeface="Calibri" panose="020F0502020204030204"/>
              <a:cs typeface="Arial" pitchFamily="34" charset="0"/>
            </a:endParaRPr>
          </a:p>
        </p:txBody>
      </p:sp>
      <p:sp>
        <p:nvSpPr>
          <p:cNvPr id="4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1021637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1+#ppt_w/2"/>
                                          </p:val>
                                        </p:tav>
                                        <p:tav tm="100000">
                                          <p:val>
                                            <p:strVal val="#ppt_x"/>
                                          </p:val>
                                        </p:tav>
                                      </p:tavLst>
                                    </p:anim>
                                    <p:anim calcmode="lin" valueType="num">
                                      <p:cBhvr additive="base">
                                        <p:cTn id="8" dur="500" fill="hold"/>
                                        <p:tgtEl>
                                          <p:spTgt spid="1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64"/>
                                        </p:tgtEl>
                                        <p:attrNameLst>
                                          <p:attrName>style.visibility</p:attrName>
                                        </p:attrNameLst>
                                      </p:cBhvr>
                                      <p:to>
                                        <p:strVal val="visible"/>
                                      </p:to>
                                    </p:set>
                                    <p:animEffect transition="in" filter="fade">
                                      <p:cBhvr>
                                        <p:cTn id="12" dur="500"/>
                                        <p:tgtEl>
                                          <p:spTgt spid="64"/>
                                        </p:tgtEl>
                                      </p:cBhvr>
                                    </p:animEffect>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126"/>
                                        </p:tgtEl>
                                        <p:attrNameLst>
                                          <p:attrName>style.visibility</p:attrName>
                                        </p:attrNameLst>
                                      </p:cBhvr>
                                      <p:to>
                                        <p:strVal val="visible"/>
                                      </p:to>
                                    </p:set>
                                    <p:animEffect transition="in" filter="fade">
                                      <p:cBhvr>
                                        <p:cTn id="16" dur="500"/>
                                        <p:tgtEl>
                                          <p:spTgt spid="126"/>
                                        </p:tgtEl>
                                      </p:cBhvr>
                                    </p:animEffect>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129"/>
                                        </p:tgtEl>
                                        <p:attrNameLst>
                                          <p:attrName>style.visibility</p:attrName>
                                        </p:attrNameLst>
                                      </p:cBhvr>
                                      <p:to>
                                        <p:strVal val="visible"/>
                                      </p:to>
                                    </p:set>
                                    <p:animEffect transition="in" filter="fade">
                                      <p:cBhvr>
                                        <p:cTn id="20" dur="500"/>
                                        <p:tgtEl>
                                          <p:spTgt spid="129"/>
                                        </p:tgtEl>
                                      </p:cBhvr>
                                    </p:animEffect>
                                  </p:childTnLst>
                                </p:cTn>
                              </p:par>
                            </p:childTnLst>
                          </p:cTn>
                        </p:par>
                        <p:par>
                          <p:cTn id="21" fill="hold">
                            <p:stCondLst>
                              <p:cond delay="2000"/>
                            </p:stCondLst>
                            <p:childTnLst>
                              <p:par>
                                <p:cTn id="22" presetID="10" presetClass="entr" presetSubtype="0" fill="hold" nodeType="afterEffect">
                                  <p:stCondLst>
                                    <p:cond delay="0"/>
                                  </p:stCondLst>
                                  <p:childTnLst>
                                    <p:set>
                                      <p:cBhvr>
                                        <p:cTn id="23" dur="1" fill="hold">
                                          <p:stCondLst>
                                            <p:cond delay="0"/>
                                          </p:stCondLst>
                                        </p:cTn>
                                        <p:tgtEl>
                                          <p:spTgt spid="65"/>
                                        </p:tgtEl>
                                        <p:attrNameLst>
                                          <p:attrName>style.visibility</p:attrName>
                                        </p:attrNameLst>
                                      </p:cBhvr>
                                      <p:to>
                                        <p:strVal val="visible"/>
                                      </p:to>
                                    </p:set>
                                    <p:animEffect transition="in" filter="fade">
                                      <p:cBhvr>
                                        <p:cTn id="24" dur="500"/>
                                        <p:tgtEl>
                                          <p:spTgt spid="65"/>
                                        </p:tgtEl>
                                      </p:cBhvr>
                                    </p:animEffect>
                                  </p:childTnLst>
                                </p:cTn>
                              </p:par>
                            </p:childTnLst>
                          </p:cTn>
                        </p:par>
                        <p:par>
                          <p:cTn id="25" fill="hold">
                            <p:stCondLst>
                              <p:cond delay="2500"/>
                            </p:stCondLst>
                            <p:childTnLst>
                              <p:par>
                                <p:cTn id="26" presetID="10" presetClass="entr" presetSubtype="0" fill="hold" nodeType="afterEffect">
                                  <p:stCondLst>
                                    <p:cond delay="0"/>
                                  </p:stCondLst>
                                  <p:childTnLst>
                                    <p:set>
                                      <p:cBhvr>
                                        <p:cTn id="27" dur="1" fill="hold">
                                          <p:stCondLst>
                                            <p:cond delay="0"/>
                                          </p:stCondLst>
                                        </p:cTn>
                                        <p:tgtEl>
                                          <p:spTgt spid="123"/>
                                        </p:tgtEl>
                                        <p:attrNameLst>
                                          <p:attrName>style.visibility</p:attrName>
                                        </p:attrNameLst>
                                      </p:cBhvr>
                                      <p:to>
                                        <p:strVal val="visible"/>
                                      </p:to>
                                    </p:set>
                                    <p:animEffect transition="in" filter="fade">
                                      <p:cBhvr>
                                        <p:cTn id="28" dur="500"/>
                                        <p:tgtEl>
                                          <p:spTgt spid="123"/>
                                        </p:tgtEl>
                                      </p:cBhvr>
                                    </p:animEffect>
                                  </p:childTnLst>
                                </p:cTn>
                              </p:par>
                            </p:childTnLst>
                          </p:cTn>
                        </p:par>
                        <p:par>
                          <p:cTn id="29" fill="hold">
                            <p:stCondLst>
                              <p:cond delay="3000"/>
                            </p:stCondLst>
                            <p:childTnLst>
                              <p:par>
                                <p:cTn id="30" presetID="10" presetClass="entr" presetSubtype="0" fill="hold" grpId="0" nodeType="afterEffect">
                                  <p:stCondLst>
                                    <p:cond delay="0"/>
                                  </p:stCondLst>
                                  <p:childTnLst>
                                    <p:set>
                                      <p:cBhvr>
                                        <p:cTn id="31" dur="1" fill="hold">
                                          <p:stCondLst>
                                            <p:cond delay="0"/>
                                          </p:stCondLst>
                                        </p:cTn>
                                        <p:tgtEl>
                                          <p:spTgt spid="130"/>
                                        </p:tgtEl>
                                        <p:attrNameLst>
                                          <p:attrName>style.visibility</p:attrName>
                                        </p:attrNameLst>
                                      </p:cBhvr>
                                      <p:to>
                                        <p:strVal val="visible"/>
                                      </p:to>
                                    </p:set>
                                    <p:animEffect transition="in" filter="fade">
                                      <p:cBhvr>
                                        <p:cTn id="32" dur="500"/>
                                        <p:tgtEl>
                                          <p:spTgt spid="130"/>
                                        </p:tgtEl>
                                      </p:cBhvr>
                                    </p:animEffect>
                                  </p:childTnLst>
                                </p:cTn>
                              </p:par>
                            </p:childTnLst>
                          </p:cTn>
                        </p:par>
                        <p:par>
                          <p:cTn id="33" fill="hold">
                            <p:stCondLst>
                              <p:cond delay="3500"/>
                            </p:stCondLst>
                            <p:childTnLst>
                              <p:par>
                                <p:cTn id="34" presetID="10" presetClass="entr" presetSubtype="0" fill="hold" nodeType="afterEffect">
                                  <p:stCondLst>
                                    <p:cond delay="0"/>
                                  </p:stCondLst>
                                  <p:childTnLst>
                                    <p:set>
                                      <p:cBhvr>
                                        <p:cTn id="35" dur="1" fill="hold">
                                          <p:stCondLst>
                                            <p:cond delay="0"/>
                                          </p:stCondLst>
                                        </p:cTn>
                                        <p:tgtEl>
                                          <p:spTgt spid="79"/>
                                        </p:tgtEl>
                                        <p:attrNameLst>
                                          <p:attrName>style.visibility</p:attrName>
                                        </p:attrNameLst>
                                      </p:cBhvr>
                                      <p:to>
                                        <p:strVal val="visible"/>
                                      </p:to>
                                    </p:set>
                                    <p:animEffect transition="in" filter="fade">
                                      <p:cBhvr>
                                        <p:cTn id="36" dur="500"/>
                                        <p:tgtEl>
                                          <p:spTgt spid="79"/>
                                        </p:tgtEl>
                                      </p:cBhvr>
                                    </p:animEffect>
                                  </p:childTnLst>
                                </p:cTn>
                              </p:par>
                            </p:childTnLst>
                          </p:cTn>
                        </p:par>
                        <p:par>
                          <p:cTn id="37" fill="hold">
                            <p:stCondLst>
                              <p:cond delay="4000"/>
                            </p:stCondLst>
                            <p:childTnLst>
                              <p:par>
                                <p:cTn id="38" presetID="10" presetClass="entr" presetSubtype="0" fill="hold" nodeType="afterEffect">
                                  <p:stCondLst>
                                    <p:cond delay="0"/>
                                  </p:stCondLst>
                                  <p:childTnLst>
                                    <p:set>
                                      <p:cBhvr>
                                        <p:cTn id="39" dur="1" fill="hold">
                                          <p:stCondLst>
                                            <p:cond delay="0"/>
                                          </p:stCondLst>
                                        </p:cTn>
                                        <p:tgtEl>
                                          <p:spTgt spid="171"/>
                                        </p:tgtEl>
                                        <p:attrNameLst>
                                          <p:attrName>style.visibility</p:attrName>
                                        </p:attrNameLst>
                                      </p:cBhvr>
                                      <p:to>
                                        <p:strVal val="visible"/>
                                      </p:to>
                                    </p:set>
                                    <p:animEffect transition="in" filter="fade">
                                      <p:cBhvr>
                                        <p:cTn id="40" dur="500"/>
                                        <p:tgtEl>
                                          <p:spTgt spid="171"/>
                                        </p:tgtEl>
                                      </p:cBhvr>
                                    </p:animEffect>
                                  </p:childTnLst>
                                </p:cTn>
                              </p:par>
                            </p:childTnLst>
                          </p:cTn>
                        </p:par>
                        <p:par>
                          <p:cTn id="41" fill="hold">
                            <p:stCondLst>
                              <p:cond delay="4500"/>
                            </p:stCondLst>
                            <p:childTnLst>
                              <p:par>
                                <p:cTn id="42" presetID="10" presetClass="entr" presetSubtype="0" fill="hold" grpId="0" nodeType="afterEffect">
                                  <p:stCondLst>
                                    <p:cond delay="0"/>
                                  </p:stCondLst>
                                  <p:childTnLst>
                                    <p:set>
                                      <p:cBhvr>
                                        <p:cTn id="43" dur="1" fill="hold">
                                          <p:stCondLst>
                                            <p:cond delay="0"/>
                                          </p:stCondLst>
                                        </p:cTn>
                                        <p:tgtEl>
                                          <p:spTgt spid="131"/>
                                        </p:tgtEl>
                                        <p:attrNameLst>
                                          <p:attrName>style.visibility</p:attrName>
                                        </p:attrNameLst>
                                      </p:cBhvr>
                                      <p:to>
                                        <p:strVal val="visible"/>
                                      </p:to>
                                    </p:set>
                                    <p:animEffect transition="in" filter="fade">
                                      <p:cBhvr>
                                        <p:cTn id="44" dur="500"/>
                                        <p:tgtEl>
                                          <p:spTgt spid="131"/>
                                        </p:tgtEl>
                                      </p:cBhvr>
                                    </p:animEffect>
                                  </p:childTnLst>
                                </p:cTn>
                              </p:par>
                            </p:childTnLst>
                          </p:cTn>
                        </p:par>
                        <p:par>
                          <p:cTn id="45" fill="hold">
                            <p:stCondLst>
                              <p:cond delay="5000"/>
                            </p:stCondLst>
                            <p:childTnLst>
                              <p:par>
                                <p:cTn id="46" presetID="10" presetClass="entr" presetSubtype="0" fill="hold" nodeType="afterEffect">
                                  <p:stCondLst>
                                    <p:cond delay="0"/>
                                  </p:stCondLst>
                                  <p:childTnLst>
                                    <p:set>
                                      <p:cBhvr>
                                        <p:cTn id="47" dur="1" fill="hold">
                                          <p:stCondLst>
                                            <p:cond delay="0"/>
                                          </p:stCondLst>
                                        </p:cTn>
                                        <p:tgtEl>
                                          <p:spTgt spid="80"/>
                                        </p:tgtEl>
                                        <p:attrNameLst>
                                          <p:attrName>style.visibility</p:attrName>
                                        </p:attrNameLst>
                                      </p:cBhvr>
                                      <p:to>
                                        <p:strVal val="visible"/>
                                      </p:to>
                                    </p:set>
                                    <p:animEffect transition="in" filter="fade">
                                      <p:cBhvr>
                                        <p:cTn id="48" dur="500"/>
                                        <p:tgtEl>
                                          <p:spTgt spid="80"/>
                                        </p:tgtEl>
                                      </p:cBhvr>
                                    </p:animEffect>
                                  </p:childTnLst>
                                </p:cTn>
                              </p:par>
                            </p:childTnLst>
                          </p:cTn>
                        </p:par>
                        <p:par>
                          <p:cTn id="49" fill="hold">
                            <p:stCondLst>
                              <p:cond delay="5500"/>
                            </p:stCondLst>
                            <p:childTnLst>
                              <p:par>
                                <p:cTn id="50" presetID="10" presetClass="entr" presetSubtype="0" fill="hold" nodeType="afterEffect">
                                  <p:stCondLst>
                                    <p:cond delay="0"/>
                                  </p:stCondLst>
                                  <p:childTnLst>
                                    <p:set>
                                      <p:cBhvr>
                                        <p:cTn id="51" dur="1" fill="hold">
                                          <p:stCondLst>
                                            <p:cond delay="0"/>
                                          </p:stCondLst>
                                        </p:cTn>
                                        <p:tgtEl>
                                          <p:spTgt spid="168"/>
                                        </p:tgtEl>
                                        <p:attrNameLst>
                                          <p:attrName>style.visibility</p:attrName>
                                        </p:attrNameLst>
                                      </p:cBhvr>
                                      <p:to>
                                        <p:strVal val="visible"/>
                                      </p:to>
                                    </p:set>
                                    <p:animEffect transition="in" filter="fade">
                                      <p:cBhvr>
                                        <p:cTn id="52" dur="500"/>
                                        <p:tgtEl>
                                          <p:spTgt spid="168"/>
                                        </p:tgtEl>
                                      </p:cBhvr>
                                    </p:animEffect>
                                  </p:childTnLst>
                                </p:cTn>
                              </p:par>
                            </p:childTnLst>
                          </p:cTn>
                        </p:par>
                        <p:par>
                          <p:cTn id="53" fill="hold">
                            <p:stCondLst>
                              <p:cond delay="6000"/>
                            </p:stCondLst>
                            <p:childTnLst>
                              <p:par>
                                <p:cTn id="54" presetID="10" presetClass="entr" presetSubtype="0" fill="hold" grpId="0" nodeType="afterEffect">
                                  <p:stCondLst>
                                    <p:cond delay="0"/>
                                  </p:stCondLst>
                                  <p:childTnLst>
                                    <p:set>
                                      <p:cBhvr>
                                        <p:cTn id="55" dur="1" fill="hold">
                                          <p:stCondLst>
                                            <p:cond delay="0"/>
                                          </p:stCondLst>
                                        </p:cTn>
                                        <p:tgtEl>
                                          <p:spTgt spid="132"/>
                                        </p:tgtEl>
                                        <p:attrNameLst>
                                          <p:attrName>style.visibility</p:attrName>
                                        </p:attrNameLst>
                                      </p:cBhvr>
                                      <p:to>
                                        <p:strVal val="visible"/>
                                      </p:to>
                                    </p:set>
                                    <p:animEffect transition="in" filter="fade">
                                      <p:cBhvr>
                                        <p:cTn id="56" dur="500"/>
                                        <p:tgtEl>
                                          <p:spTgt spid="1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29" grpId="0"/>
      <p:bldP spid="130" grpId="0"/>
      <p:bldP spid="131" grpId="0"/>
      <p:bldP spid="132"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 name="Freeform 27"/>
          <p:cNvSpPr>
            <a:spLocks/>
          </p:cNvSpPr>
          <p:nvPr/>
        </p:nvSpPr>
        <p:spPr bwMode="auto">
          <a:xfrm>
            <a:off x="3117814" y="2054714"/>
            <a:ext cx="804555" cy="2077133"/>
          </a:xfrm>
          <a:custGeom>
            <a:avLst/>
            <a:gdLst>
              <a:gd name="T0" fmla="*/ 0 w 361"/>
              <a:gd name="T1" fmla="*/ 0 h 932"/>
              <a:gd name="T2" fmla="*/ 290 w 361"/>
              <a:gd name="T3" fmla="*/ 932 h 932"/>
              <a:gd name="T4" fmla="*/ 361 w 361"/>
              <a:gd name="T5" fmla="*/ 399 h 932"/>
              <a:gd name="T6" fmla="*/ 0 w 361"/>
              <a:gd name="T7" fmla="*/ 0 h 932"/>
            </a:gdLst>
            <a:ahLst/>
            <a:cxnLst>
              <a:cxn ang="0">
                <a:pos x="T0" y="T1"/>
              </a:cxn>
              <a:cxn ang="0">
                <a:pos x="T2" y="T3"/>
              </a:cxn>
              <a:cxn ang="0">
                <a:pos x="T4" y="T5"/>
              </a:cxn>
              <a:cxn ang="0">
                <a:pos x="T6" y="T7"/>
              </a:cxn>
            </a:cxnLst>
            <a:rect l="0" t="0" r="r" b="b"/>
            <a:pathLst>
              <a:path w="361" h="932">
                <a:moveTo>
                  <a:pt x="0" y="0"/>
                </a:moveTo>
                <a:lnTo>
                  <a:pt x="290" y="932"/>
                </a:lnTo>
                <a:lnTo>
                  <a:pt x="361" y="399"/>
                </a:lnTo>
                <a:lnTo>
                  <a:pt x="0" y="0"/>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2" name="Freeform 27"/>
          <p:cNvSpPr>
            <a:spLocks/>
          </p:cNvSpPr>
          <p:nvPr/>
        </p:nvSpPr>
        <p:spPr bwMode="auto">
          <a:xfrm>
            <a:off x="1710095" y="2886228"/>
            <a:ext cx="680556" cy="1757003"/>
          </a:xfrm>
          <a:custGeom>
            <a:avLst/>
            <a:gdLst>
              <a:gd name="T0" fmla="*/ 0 w 361"/>
              <a:gd name="T1" fmla="*/ 0 h 932"/>
              <a:gd name="T2" fmla="*/ 290 w 361"/>
              <a:gd name="T3" fmla="*/ 932 h 932"/>
              <a:gd name="T4" fmla="*/ 361 w 361"/>
              <a:gd name="T5" fmla="*/ 399 h 932"/>
              <a:gd name="T6" fmla="*/ 0 w 361"/>
              <a:gd name="T7" fmla="*/ 0 h 932"/>
            </a:gdLst>
            <a:ahLst/>
            <a:cxnLst>
              <a:cxn ang="0">
                <a:pos x="T0" y="T1"/>
              </a:cxn>
              <a:cxn ang="0">
                <a:pos x="T2" y="T3"/>
              </a:cxn>
              <a:cxn ang="0">
                <a:pos x="T4" y="T5"/>
              </a:cxn>
              <a:cxn ang="0">
                <a:pos x="T6" y="T7"/>
              </a:cxn>
            </a:cxnLst>
            <a:rect l="0" t="0" r="r" b="b"/>
            <a:pathLst>
              <a:path w="361" h="932">
                <a:moveTo>
                  <a:pt x="0" y="0"/>
                </a:moveTo>
                <a:lnTo>
                  <a:pt x="290" y="932"/>
                </a:lnTo>
                <a:lnTo>
                  <a:pt x="361" y="399"/>
                </a:lnTo>
                <a:lnTo>
                  <a:pt x="0" y="0"/>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6" name="Freeform 27"/>
          <p:cNvSpPr>
            <a:spLocks/>
          </p:cNvSpPr>
          <p:nvPr/>
        </p:nvSpPr>
        <p:spPr bwMode="auto">
          <a:xfrm>
            <a:off x="527423" y="3538613"/>
            <a:ext cx="526153" cy="1358378"/>
          </a:xfrm>
          <a:custGeom>
            <a:avLst/>
            <a:gdLst>
              <a:gd name="T0" fmla="*/ 0 w 361"/>
              <a:gd name="T1" fmla="*/ 0 h 932"/>
              <a:gd name="T2" fmla="*/ 290 w 361"/>
              <a:gd name="T3" fmla="*/ 932 h 932"/>
              <a:gd name="T4" fmla="*/ 361 w 361"/>
              <a:gd name="T5" fmla="*/ 399 h 932"/>
              <a:gd name="T6" fmla="*/ 0 w 361"/>
              <a:gd name="T7" fmla="*/ 0 h 932"/>
            </a:gdLst>
            <a:ahLst/>
            <a:cxnLst>
              <a:cxn ang="0">
                <a:pos x="T0" y="T1"/>
              </a:cxn>
              <a:cxn ang="0">
                <a:pos x="T2" y="T3"/>
              </a:cxn>
              <a:cxn ang="0">
                <a:pos x="T4" y="T5"/>
              </a:cxn>
              <a:cxn ang="0">
                <a:pos x="T6" y="T7"/>
              </a:cxn>
            </a:cxnLst>
            <a:rect l="0" t="0" r="r" b="b"/>
            <a:pathLst>
              <a:path w="361" h="932">
                <a:moveTo>
                  <a:pt x="0" y="0"/>
                </a:moveTo>
                <a:lnTo>
                  <a:pt x="290" y="932"/>
                </a:lnTo>
                <a:lnTo>
                  <a:pt x="361" y="399"/>
                </a:lnTo>
                <a:lnTo>
                  <a:pt x="0" y="0"/>
                </a:lnTo>
                <a:close/>
              </a:path>
            </a:pathLst>
          </a:custGeom>
          <a:gradFill flip="none" rotWithShape="1">
            <a:gsLst>
              <a:gs pos="0">
                <a:srgbClr val="F26649">
                  <a:shade val="30000"/>
                  <a:satMod val="115000"/>
                </a:srgbClr>
              </a:gs>
              <a:gs pos="50000">
                <a:srgbClr val="F26649">
                  <a:shade val="67500"/>
                  <a:satMod val="115000"/>
                </a:srgbClr>
              </a:gs>
              <a:gs pos="100000">
                <a:srgbClr val="F26649">
                  <a:shade val="100000"/>
                  <a:satMod val="115000"/>
                </a:srgbClr>
              </a:gs>
            </a:gsLst>
            <a:lin ang="2700000" scaled="1"/>
            <a:tileRect/>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6" name="Freeform 45"/>
          <p:cNvSpPr/>
          <p:nvPr/>
        </p:nvSpPr>
        <p:spPr>
          <a:xfrm rot="3928191">
            <a:off x="1787096" y="177254"/>
            <a:ext cx="7568228" cy="11082791"/>
          </a:xfrm>
          <a:custGeom>
            <a:avLst/>
            <a:gdLst>
              <a:gd name="connsiteX0" fmla="*/ 22359 w 7583510"/>
              <a:gd name="connsiteY0" fmla="*/ 3332396 h 11093375"/>
              <a:gd name="connsiteX1" fmla="*/ 7506926 w 7583510"/>
              <a:gd name="connsiteY1" fmla="*/ 33753 h 11093375"/>
              <a:gd name="connsiteX2" fmla="*/ 7579100 w 7583510"/>
              <a:gd name="connsiteY2" fmla="*/ 1790 h 11093375"/>
              <a:gd name="connsiteX3" fmla="*/ 7579012 w 7583510"/>
              <a:gd name="connsiteY3" fmla="*/ 1983 h 11093375"/>
              <a:gd name="connsiteX4" fmla="*/ 7583510 w 7583510"/>
              <a:gd name="connsiteY4" fmla="*/ 0 h 11093375"/>
              <a:gd name="connsiteX5" fmla="*/ 3047374 w 7583510"/>
              <a:gd name="connsiteY5" fmla="*/ 9973781 h 11093375"/>
              <a:gd name="connsiteX6" fmla="*/ 3028263 w 7583510"/>
              <a:gd name="connsiteY6" fmla="*/ 9973781 h 11093375"/>
              <a:gd name="connsiteX7" fmla="*/ 2517323 w 7583510"/>
              <a:gd name="connsiteY7" fmla="*/ 11093375 h 11093375"/>
              <a:gd name="connsiteX8" fmla="*/ 64019 w 7583510"/>
              <a:gd name="connsiteY8" fmla="*/ 9973781 h 11093375"/>
              <a:gd name="connsiteX9" fmla="*/ 22359 w 7583510"/>
              <a:gd name="connsiteY9" fmla="*/ 9973781 h 11093375"/>
              <a:gd name="connsiteX10" fmla="*/ 22359 w 7583510"/>
              <a:gd name="connsiteY10" fmla="*/ 9954769 h 11093375"/>
              <a:gd name="connsiteX11" fmla="*/ 0 w 7583510"/>
              <a:gd name="connsiteY11" fmla="*/ 9944565 h 11093375"/>
              <a:gd name="connsiteX12" fmla="*/ 22359 w 7583510"/>
              <a:gd name="connsiteY12" fmla="*/ 9903584 h 11093375"/>
              <a:gd name="connsiteX0" fmla="*/ 22359 w 7579100"/>
              <a:gd name="connsiteY0" fmla="*/ 3330606 h 11091585"/>
              <a:gd name="connsiteX1" fmla="*/ 7506926 w 7579100"/>
              <a:gd name="connsiteY1" fmla="*/ 31963 h 11091585"/>
              <a:gd name="connsiteX2" fmla="*/ 7579100 w 7579100"/>
              <a:gd name="connsiteY2" fmla="*/ 0 h 11091585"/>
              <a:gd name="connsiteX3" fmla="*/ 7579012 w 7579100"/>
              <a:gd name="connsiteY3" fmla="*/ 193 h 11091585"/>
              <a:gd name="connsiteX4" fmla="*/ 7577933 w 7579100"/>
              <a:gd name="connsiteY4" fmla="*/ 534355 h 11091585"/>
              <a:gd name="connsiteX5" fmla="*/ 3047374 w 7579100"/>
              <a:gd name="connsiteY5" fmla="*/ 9971991 h 11091585"/>
              <a:gd name="connsiteX6" fmla="*/ 3028263 w 7579100"/>
              <a:gd name="connsiteY6" fmla="*/ 9971991 h 11091585"/>
              <a:gd name="connsiteX7" fmla="*/ 2517323 w 7579100"/>
              <a:gd name="connsiteY7" fmla="*/ 11091585 h 11091585"/>
              <a:gd name="connsiteX8" fmla="*/ 64019 w 7579100"/>
              <a:gd name="connsiteY8" fmla="*/ 9971991 h 11091585"/>
              <a:gd name="connsiteX9" fmla="*/ 22359 w 7579100"/>
              <a:gd name="connsiteY9" fmla="*/ 9971991 h 11091585"/>
              <a:gd name="connsiteX10" fmla="*/ 22359 w 7579100"/>
              <a:gd name="connsiteY10" fmla="*/ 9952979 h 11091585"/>
              <a:gd name="connsiteX11" fmla="*/ 0 w 7579100"/>
              <a:gd name="connsiteY11" fmla="*/ 9942775 h 11091585"/>
              <a:gd name="connsiteX12" fmla="*/ 22359 w 7579100"/>
              <a:gd name="connsiteY12" fmla="*/ 9901794 h 11091585"/>
              <a:gd name="connsiteX13" fmla="*/ 22359 w 7579100"/>
              <a:gd name="connsiteY13" fmla="*/ 3330606 h 11091585"/>
              <a:gd name="connsiteX0" fmla="*/ 22359 w 7579100"/>
              <a:gd name="connsiteY0" fmla="*/ 3330606 h 11091585"/>
              <a:gd name="connsiteX1" fmla="*/ 7506926 w 7579100"/>
              <a:gd name="connsiteY1" fmla="*/ 31963 h 11091585"/>
              <a:gd name="connsiteX2" fmla="*/ 7579100 w 7579100"/>
              <a:gd name="connsiteY2" fmla="*/ 0 h 11091585"/>
              <a:gd name="connsiteX3" fmla="*/ 7386790 w 7579100"/>
              <a:gd name="connsiteY3" fmla="*/ 255729 h 11091585"/>
              <a:gd name="connsiteX4" fmla="*/ 7577933 w 7579100"/>
              <a:gd name="connsiteY4" fmla="*/ 534355 h 11091585"/>
              <a:gd name="connsiteX5" fmla="*/ 3047374 w 7579100"/>
              <a:gd name="connsiteY5" fmla="*/ 9971991 h 11091585"/>
              <a:gd name="connsiteX6" fmla="*/ 3028263 w 7579100"/>
              <a:gd name="connsiteY6" fmla="*/ 9971991 h 11091585"/>
              <a:gd name="connsiteX7" fmla="*/ 2517323 w 7579100"/>
              <a:gd name="connsiteY7" fmla="*/ 11091585 h 11091585"/>
              <a:gd name="connsiteX8" fmla="*/ 64019 w 7579100"/>
              <a:gd name="connsiteY8" fmla="*/ 9971991 h 11091585"/>
              <a:gd name="connsiteX9" fmla="*/ 22359 w 7579100"/>
              <a:gd name="connsiteY9" fmla="*/ 9971991 h 11091585"/>
              <a:gd name="connsiteX10" fmla="*/ 22359 w 7579100"/>
              <a:gd name="connsiteY10" fmla="*/ 9952979 h 11091585"/>
              <a:gd name="connsiteX11" fmla="*/ 0 w 7579100"/>
              <a:gd name="connsiteY11" fmla="*/ 9942775 h 11091585"/>
              <a:gd name="connsiteX12" fmla="*/ 22359 w 7579100"/>
              <a:gd name="connsiteY12" fmla="*/ 9901794 h 11091585"/>
              <a:gd name="connsiteX13" fmla="*/ 22359 w 7579100"/>
              <a:gd name="connsiteY13" fmla="*/ 3330606 h 11091585"/>
              <a:gd name="connsiteX0" fmla="*/ 22359 w 7577933"/>
              <a:gd name="connsiteY0" fmla="*/ 3298643 h 11059622"/>
              <a:gd name="connsiteX1" fmla="*/ 7506926 w 7577933"/>
              <a:gd name="connsiteY1" fmla="*/ 0 h 11059622"/>
              <a:gd name="connsiteX2" fmla="*/ 7386790 w 7577933"/>
              <a:gd name="connsiteY2" fmla="*/ 223766 h 11059622"/>
              <a:gd name="connsiteX3" fmla="*/ 7577933 w 7577933"/>
              <a:gd name="connsiteY3" fmla="*/ 502392 h 11059622"/>
              <a:gd name="connsiteX4" fmla="*/ 3047374 w 7577933"/>
              <a:gd name="connsiteY4" fmla="*/ 9940028 h 11059622"/>
              <a:gd name="connsiteX5" fmla="*/ 3028263 w 7577933"/>
              <a:gd name="connsiteY5" fmla="*/ 9940028 h 11059622"/>
              <a:gd name="connsiteX6" fmla="*/ 2517323 w 7577933"/>
              <a:gd name="connsiteY6" fmla="*/ 11059622 h 11059622"/>
              <a:gd name="connsiteX7" fmla="*/ 64019 w 7577933"/>
              <a:gd name="connsiteY7" fmla="*/ 9940028 h 11059622"/>
              <a:gd name="connsiteX8" fmla="*/ 22359 w 7577933"/>
              <a:gd name="connsiteY8" fmla="*/ 9940028 h 11059622"/>
              <a:gd name="connsiteX9" fmla="*/ 22359 w 7577933"/>
              <a:gd name="connsiteY9" fmla="*/ 9921016 h 11059622"/>
              <a:gd name="connsiteX10" fmla="*/ 0 w 7577933"/>
              <a:gd name="connsiteY10" fmla="*/ 9910812 h 11059622"/>
              <a:gd name="connsiteX11" fmla="*/ 22359 w 7577933"/>
              <a:gd name="connsiteY11" fmla="*/ 9869831 h 11059622"/>
              <a:gd name="connsiteX12" fmla="*/ 22359 w 7577933"/>
              <a:gd name="connsiteY12" fmla="*/ 3298643 h 11059622"/>
              <a:gd name="connsiteX0" fmla="*/ 22359 w 7577933"/>
              <a:gd name="connsiteY0" fmla="*/ 3074877 h 10835856"/>
              <a:gd name="connsiteX1" fmla="*/ 7386790 w 7577933"/>
              <a:gd name="connsiteY1" fmla="*/ 0 h 10835856"/>
              <a:gd name="connsiteX2" fmla="*/ 7577933 w 7577933"/>
              <a:gd name="connsiteY2" fmla="*/ 278626 h 10835856"/>
              <a:gd name="connsiteX3" fmla="*/ 3047374 w 7577933"/>
              <a:gd name="connsiteY3" fmla="*/ 9716262 h 10835856"/>
              <a:gd name="connsiteX4" fmla="*/ 3028263 w 7577933"/>
              <a:gd name="connsiteY4" fmla="*/ 9716262 h 10835856"/>
              <a:gd name="connsiteX5" fmla="*/ 2517323 w 7577933"/>
              <a:gd name="connsiteY5" fmla="*/ 10835856 h 10835856"/>
              <a:gd name="connsiteX6" fmla="*/ 64019 w 7577933"/>
              <a:gd name="connsiteY6" fmla="*/ 9716262 h 10835856"/>
              <a:gd name="connsiteX7" fmla="*/ 22359 w 7577933"/>
              <a:gd name="connsiteY7" fmla="*/ 9716262 h 10835856"/>
              <a:gd name="connsiteX8" fmla="*/ 22359 w 7577933"/>
              <a:gd name="connsiteY8" fmla="*/ 9697250 h 10835856"/>
              <a:gd name="connsiteX9" fmla="*/ 0 w 7577933"/>
              <a:gd name="connsiteY9" fmla="*/ 9687046 h 10835856"/>
              <a:gd name="connsiteX10" fmla="*/ 22359 w 7577933"/>
              <a:gd name="connsiteY10" fmla="*/ 9646065 h 10835856"/>
              <a:gd name="connsiteX11" fmla="*/ 22359 w 7577933"/>
              <a:gd name="connsiteY11" fmla="*/ 3074877 h 10835856"/>
              <a:gd name="connsiteX0" fmla="*/ 22359 w 7577933"/>
              <a:gd name="connsiteY0" fmla="*/ 2979516 h 10740495"/>
              <a:gd name="connsiteX1" fmla="*/ 7208485 w 7577933"/>
              <a:gd name="connsiteY1" fmla="*/ 0 h 10740495"/>
              <a:gd name="connsiteX2" fmla="*/ 7577933 w 7577933"/>
              <a:gd name="connsiteY2" fmla="*/ 183265 h 10740495"/>
              <a:gd name="connsiteX3" fmla="*/ 3047374 w 7577933"/>
              <a:gd name="connsiteY3" fmla="*/ 9620901 h 10740495"/>
              <a:gd name="connsiteX4" fmla="*/ 3028263 w 7577933"/>
              <a:gd name="connsiteY4" fmla="*/ 9620901 h 10740495"/>
              <a:gd name="connsiteX5" fmla="*/ 2517323 w 7577933"/>
              <a:gd name="connsiteY5" fmla="*/ 10740495 h 10740495"/>
              <a:gd name="connsiteX6" fmla="*/ 64019 w 7577933"/>
              <a:gd name="connsiteY6" fmla="*/ 9620901 h 10740495"/>
              <a:gd name="connsiteX7" fmla="*/ 22359 w 7577933"/>
              <a:gd name="connsiteY7" fmla="*/ 9620901 h 10740495"/>
              <a:gd name="connsiteX8" fmla="*/ 22359 w 7577933"/>
              <a:gd name="connsiteY8" fmla="*/ 9601889 h 10740495"/>
              <a:gd name="connsiteX9" fmla="*/ 0 w 7577933"/>
              <a:gd name="connsiteY9" fmla="*/ 9591685 h 10740495"/>
              <a:gd name="connsiteX10" fmla="*/ 22359 w 7577933"/>
              <a:gd name="connsiteY10" fmla="*/ 9550704 h 10740495"/>
              <a:gd name="connsiteX11" fmla="*/ 22359 w 7577933"/>
              <a:gd name="connsiteY11" fmla="*/ 2979516 h 10740495"/>
              <a:gd name="connsiteX0" fmla="*/ 22359 w 7577933"/>
              <a:gd name="connsiteY0" fmla="*/ 2796251 h 10557230"/>
              <a:gd name="connsiteX1" fmla="*/ 7577933 w 7577933"/>
              <a:gd name="connsiteY1" fmla="*/ 0 h 10557230"/>
              <a:gd name="connsiteX2" fmla="*/ 3047374 w 7577933"/>
              <a:gd name="connsiteY2" fmla="*/ 9437636 h 10557230"/>
              <a:gd name="connsiteX3" fmla="*/ 3028263 w 7577933"/>
              <a:gd name="connsiteY3" fmla="*/ 9437636 h 10557230"/>
              <a:gd name="connsiteX4" fmla="*/ 2517323 w 7577933"/>
              <a:gd name="connsiteY4" fmla="*/ 10557230 h 10557230"/>
              <a:gd name="connsiteX5" fmla="*/ 64019 w 7577933"/>
              <a:gd name="connsiteY5" fmla="*/ 9437636 h 10557230"/>
              <a:gd name="connsiteX6" fmla="*/ 22359 w 7577933"/>
              <a:gd name="connsiteY6" fmla="*/ 9437636 h 10557230"/>
              <a:gd name="connsiteX7" fmla="*/ 22359 w 7577933"/>
              <a:gd name="connsiteY7" fmla="*/ 9418624 h 10557230"/>
              <a:gd name="connsiteX8" fmla="*/ 0 w 7577933"/>
              <a:gd name="connsiteY8" fmla="*/ 9408420 h 10557230"/>
              <a:gd name="connsiteX9" fmla="*/ 22359 w 7577933"/>
              <a:gd name="connsiteY9" fmla="*/ 9367439 h 10557230"/>
              <a:gd name="connsiteX10" fmla="*/ 22359 w 7577933"/>
              <a:gd name="connsiteY10" fmla="*/ 2796251 h 10557230"/>
              <a:gd name="connsiteX0" fmla="*/ 22359 w 7577933"/>
              <a:gd name="connsiteY0" fmla="*/ 2796251 h 10557230"/>
              <a:gd name="connsiteX1" fmla="*/ 7577933 w 7577933"/>
              <a:gd name="connsiteY1" fmla="*/ 0 h 10557230"/>
              <a:gd name="connsiteX2" fmla="*/ 3047374 w 7577933"/>
              <a:gd name="connsiteY2" fmla="*/ 9437636 h 10557230"/>
              <a:gd name="connsiteX3" fmla="*/ 2517323 w 7577933"/>
              <a:gd name="connsiteY3" fmla="*/ 10557230 h 10557230"/>
              <a:gd name="connsiteX4" fmla="*/ 64019 w 7577933"/>
              <a:gd name="connsiteY4" fmla="*/ 9437636 h 10557230"/>
              <a:gd name="connsiteX5" fmla="*/ 22359 w 7577933"/>
              <a:gd name="connsiteY5" fmla="*/ 9437636 h 10557230"/>
              <a:gd name="connsiteX6" fmla="*/ 22359 w 7577933"/>
              <a:gd name="connsiteY6" fmla="*/ 9418624 h 10557230"/>
              <a:gd name="connsiteX7" fmla="*/ 0 w 7577933"/>
              <a:gd name="connsiteY7" fmla="*/ 9408420 h 10557230"/>
              <a:gd name="connsiteX8" fmla="*/ 22359 w 7577933"/>
              <a:gd name="connsiteY8" fmla="*/ 9367439 h 10557230"/>
              <a:gd name="connsiteX9" fmla="*/ 22359 w 7577933"/>
              <a:gd name="connsiteY9" fmla="*/ 2796251 h 10557230"/>
              <a:gd name="connsiteX0" fmla="*/ 22359 w 7577933"/>
              <a:gd name="connsiteY0" fmla="*/ 2796251 h 10557230"/>
              <a:gd name="connsiteX1" fmla="*/ 7577933 w 7577933"/>
              <a:gd name="connsiteY1" fmla="*/ 0 h 10557230"/>
              <a:gd name="connsiteX2" fmla="*/ 2517323 w 7577933"/>
              <a:gd name="connsiteY2" fmla="*/ 10557230 h 10557230"/>
              <a:gd name="connsiteX3" fmla="*/ 64019 w 7577933"/>
              <a:gd name="connsiteY3" fmla="*/ 9437636 h 10557230"/>
              <a:gd name="connsiteX4" fmla="*/ 22359 w 7577933"/>
              <a:gd name="connsiteY4" fmla="*/ 9437636 h 10557230"/>
              <a:gd name="connsiteX5" fmla="*/ 22359 w 7577933"/>
              <a:gd name="connsiteY5" fmla="*/ 9418624 h 10557230"/>
              <a:gd name="connsiteX6" fmla="*/ 0 w 7577933"/>
              <a:gd name="connsiteY6" fmla="*/ 9408420 h 10557230"/>
              <a:gd name="connsiteX7" fmla="*/ 22359 w 7577933"/>
              <a:gd name="connsiteY7" fmla="*/ 9367439 h 10557230"/>
              <a:gd name="connsiteX8" fmla="*/ 22359 w 7577933"/>
              <a:gd name="connsiteY8" fmla="*/ 2796251 h 10557230"/>
              <a:gd name="connsiteX0" fmla="*/ 36362 w 7591936"/>
              <a:gd name="connsiteY0" fmla="*/ 2796251 h 10557230"/>
              <a:gd name="connsiteX1" fmla="*/ 7591936 w 7591936"/>
              <a:gd name="connsiteY1" fmla="*/ 0 h 10557230"/>
              <a:gd name="connsiteX2" fmla="*/ 2531326 w 7591936"/>
              <a:gd name="connsiteY2" fmla="*/ 10557230 h 10557230"/>
              <a:gd name="connsiteX3" fmla="*/ 78022 w 7591936"/>
              <a:gd name="connsiteY3" fmla="*/ 9437636 h 10557230"/>
              <a:gd name="connsiteX4" fmla="*/ 36362 w 7591936"/>
              <a:gd name="connsiteY4" fmla="*/ 9437636 h 10557230"/>
              <a:gd name="connsiteX5" fmla="*/ 36362 w 7591936"/>
              <a:gd name="connsiteY5" fmla="*/ 9418624 h 10557230"/>
              <a:gd name="connsiteX6" fmla="*/ 0 w 7591936"/>
              <a:gd name="connsiteY6" fmla="*/ 9490100 h 10557230"/>
              <a:gd name="connsiteX7" fmla="*/ 36362 w 7591936"/>
              <a:gd name="connsiteY7" fmla="*/ 9367439 h 10557230"/>
              <a:gd name="connsiteX8" fmla="*/ 36362 w 7591936"/>
              <a:gd name="connsiteY8" fmla="*/ 2796251 h 10557230"/>
              <a:gd name="connsiteX0" fmla="*/ 0 w 7555574"/>
              <a:gd name="connsiteY0" fmla="*/ 2796251 h 10557230"/>
              <a:gd name="connsiteX1" fmla="*/ 7555574 w 7555574"/>
              <a:gd name="connsiteY1" fmla="*/ 0 h 10557230"/>
              <a:gd name="connsiteX2" fmla="*/ 2494964 w 7555574"/>
              <a:gd name="connsiteY2" fmla="*/ 10557230 h 10557230"/>
              <a:gd name="connsiteX3" fmla="*/ 41660 w 7555574"/>
              <a:gd name="connsiteY3" fmla="*/ 9437636 h 10557230"/>
              <a:gd name="connsiteX4" fmla="*/ 0 w 7555574"/>
              <a:gd name="connsiteY4" fmla="*/ 9437636 h 10557230"/>
              <a:gd name="connsiteX5" fmla="*/ 0 w 7555574"/>
              <a:gd name="connsiteY5" fmla="*/ 9418624 h 10557230"/>
              <a:gd name="connsiteX6" fmla="*/ 0 w 7555574"/>
              <a:gd name="connsiteY6" fmla="*/ 9367439 h 10557230"/>
              <a:gd name="connsiteX7" fmla="*/ 0 w 7555574"/>
              <a:gd name="connsiteY7" fmla="*/ 2796251 h 10557230"/>
              <a:gd name="connsiteX0" fmla="*/ 0 w 7555574"/>
              <a:gd name="connsiteY0" fmla="*/ 2796251 h 10557230"/>
              <a:gd name="connsiteX1" fmla="*/ 7555574 w 7555574"/>
              <a:gd name="connsiteY1" fmla="*/ 0 h 10557230"/>
              <a:gd name="connsiteX2" fmla="*/ 2494964 w 7555574"/>
              <a:gd name="connsiteY2" fmla="*/ 10557230 h 10557230"/>
              <a:gd name="connsiteX3" fmla="*/ 41660 w 7555574"/>
              <a:gd name="connsiteY3" fmla="*/ 9437636 h 10557230"/>
              <a:gd name="connsiteX4" fmla="*/ 0 w 7555574"/>
              <a:gd name="connsiteY4" fmla="*/ 9437636 h 10557230"/>
              <a:gd name="connsiteX5" fmla="*/ 0 w 7555574"/>
              <a:gd name="connsiteY5" fmla="*/ 9367439 h 10557230"/>
              <a:gd name="connsiteX6" fmla="*/ 0 w 7555574"/>
              <a:gd name="connsiteY6" fmla="*/ 2796251 h 10557230"/>
              <a:gd name="connsiteX0" fmla="*/ 0 w 7555574"/>
              <a:gd name="connsiteY0" fmla="*/ 2796251 h 10557230"/>
              <a:gd name="connsiteX1" fmla="*/ 7555574 w 7555574"/>
              <a:gd name="connsiteY1" fmla="*/ 0 h 10557230"/>
              <a:gd name="connsiteX2" fmla="*/ 2494964 w 7555574"/>
              <a:gd name="connsiteY2" fmla="*/ 10557230 h 10557230"/>
              <a:gd name="connsiteX3" fmla="*/ 41660 w 7555574"/>
              <a:gd name="connsiteY3" fmla="*/ 9437636 h 10557230"/>
              <a:gd name="connsiteX4" fmla="*/ 0 w 7555574"/>
              <a:gd name="connsiteY4" fmla="*/ 9437636 h 10557230"/>
              <a:gd name="connsiteX5" fmla="*/ 0 w 7555574"/>
              <a:gd name="connsiteY5" fmla="*/ 2796251 h 10557230"/>
              <a:gd name="connsiteX0" fmla="*/ 0 w 7555574"/>
              <a:gd name="connsiteY0" fmla="*/ 2796251 h 10557230"/>
              <a:gd name="connsiteX1" fmla="*/ 7555574 w 7555574"/>
              <a:gd name="connsiteY1" fmla="*/ 0 h 10557230"/>
              <a:gd name="connsiteX2" fmla="*/ 2494964 w 7555574"/>
              <a:gd name="connsiteY2" fmla="*/ 10557230 h 10557230"/>
              <a:gd name="connsiteX3" fmla="*/ 0 w 7555574"/>
              <a:gd name="connsiteY3" fmla="*/ 9437636 h 10557230"/>
              <a:gd name="connsiteX4" fmla="*/ 0 w 7555574"/>
              <a:gd name="connsiteY4" fmla="*/ 2796251 h 10557230"/>
              <a:gd name="connsiteX0" fmla="*/ 12654 w 7568228"/>
              <a:gd name="connsiteY0" fmla="*/ 2796251 h 10557230"/>
              <a:gd name="connsiteX1" fmla="*/ 7568228 w 7568228"/>
              <a:gd name="connsiteY1" fmla="*/ 0 h 10557230"/>
              <a:gd name="connsiteX2" fmla="*/ 2507618 w 7568228"/>
              <a:gd name="connsiteY2" fmla="*/ 10557230 h 10557230"/>
              <a:gd name="connsiteX3" fmla="*/ 0 w 7568228"/>
              <a:gd name="connsiteY3" fmla="*/ 9464050 h 10557230"/>
              <a:gd name="connsiteX4" fmla="*/ 12654 w 7568228"/>
              <a:gd name="connsiteY4" fmla="*/ 2796251 h 1055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68228" h="10557230">
                <a:moveTo>
                  <a:pt x="12654" y="2796251"/>
                </a:moveTo>
                <a:lnTo>
                  <a:pt x="7568228" y="0"/>
                </a:lnTo>
                <a:lnTo>
                  <a:pt x="2507618" y="10557230"/>
                </a:lnTo>
                <a:lnTo>
                  <a:pt x="0" y="9464050"/>
                </a:lnTo>
                <a:lnTo>
                  <a:pt x="12654" y="279625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IN">
              <a:solidFill>
                <a:prstClr val="white"/>
              </a:solidFill>
            </a:endParaRPr>
          </a:p>
        </p:txBody>
      </p:sp>
      <p:grpSp>
        <p:nvGrpSpPr>
          <p:cNvPr id="26" name="Group 25"/>
          <p:cNvGrpSpPr/>
          <p:nvPr/>
        </p:nvGrpSpPr>
        <p:grpSpPr>
          <a:xfrm>
            <a:off x="527423" y="3292608"/>
            <a:ext cx="1617811" cy="1539107"/>
            <a:chOff x="224640" y="3393230"/>
            <a:chExt cx="1617811" cy="1539107"/>
          </a:xfrm>
        </p:grpSpPr>
        <p:sp>
          <p:nvSpPr>
            <p:cNvPr id="54" name="Freeform 25"/>
            <p:cNvSpPr>
              <a:spLocks/>
            </p:cNvSpPr>
            <p:nvPr/>
          </p:nvSpPr>
          <p:spPr bwMode="auto">
            <a:xfrm>
              <a:off x="224640" y="3393230"/>
              <a:ext cx="1507042" cy="1224289"/>
            </a:xfrm>
            <a:custGeom>
              <a:avLst/>
              <a:gdLst>
                <a:gd name="T0" fmla="*/ 0 w 1034"/>
                <a:gd name="T1" fmla="*/ 174 h 840"/>
                <a:gd name="T2" fmla="*/ 385 w 1034"/>
                <a:gd name="T3" fmla="*/ 0 h 840"/>
                <a:gd name="T4" fmla="*/ 1034 w 1034"/>
                <a:gd name="T5" fmla="*/ 568 h 840"/>
                <a:gd name="T6" fmla="*/ 604 w 1034"/>
                <a:gd name="T7" fmla="*/ 840 h 840"/>
                <a:gd name="T8" fmla="*/ 0 w 1034"/>
                <a:gd name="T9" fmla="*/ 174 h 840"/>
              </a:gdLst>
              <a:ahLst/>
              <a:cxnLst>
                <a:cxn ang="0">
                  <a:pos x="T0" y="T1"/>
                </a:cxn>
                <a:cxn ang="0">
                  <a:pos x="T2" y="T3"/>
                </a:cxn>
                <a:cxn ang="0">
                  <a:pos x="T4" y="T5"/>
                </a:cxn>
                <a:cxn ang="0">
                  <a:pos x="T6" y="T7"/>
                </a:cxn>
                <a:cxn ang="0">
                  <a:pos x="T8" y="T9"/>
                </a:cxn>
              </a:cxnLst>
              <a:rect l="0" t="0" r="r" b="b"/>
              <a:pathLst>
                <a:path w="1034" h="840">
                  <a:moveTo>
                    <a:pt x="0" y="174"/>
                  </a:moveTo>
                  <a:lnTo>
                    <a:pt x="385" y="0"/>
                  </a:lnTo>
                  <a:lnTo>
                    <a:pt x="1034" y="568"/>
                  </a:lnTo>
                  <a:lnTo>
                    <a:pt x="604" y="840"/>
                  </a:lnTo>
                  <a:lnTo>
                    <a:pt x="0" y="174"/>
                  </a:lnTo>
                  <a:close/>
                </a:path>
              </a:pathLst>
            </a:custGeom>
            <a:gradFill flip="none" rotWithShape="1">
              <a:gsLst>
                <a:gs pos="0">
                  <a:srgbClr val="F26649">
                    <a:shade val="30000"/>
                    <a:satMod val="115000"/>
                  </a:srgbClr>
                </a:gs>
                <a:gs pos="50000">
                  <a:srgbClr val="F26649">
                    <a:shade val="67500"/>
                    <a:satMod val="115000"/>
                  </a:srgbClr>
                </a:gs>
                <a:gs pos="100000">
                  <a:srgbClr val="F26649">
                    <a:shade val="100000"/>
                    <a:satMod val="115000"/>
                  </a:srgbClr>
                </a:gs>
              </a:gsLst>
              <a:lin ang="189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5" name="Freeform 26"/>
            <p:cNvSpPr>
              <a:spLocks/>
            </p:cNvSpPr>
            <p:nvPr/>
          </p:nvSpPr>
          <p:spPr bwMode="auto">
            <a:xfrm>
              <a:off x="1354193" y="4384321"/>
              <a:ext cx="488258" cy="548015"/>
            </a:xfrm>
            <a:custGeom>
              <a:avLst/>
              <a:gdLst>
                <a:gd name="T0" fmla="*/ 0 w 335"/>
                <a:gd name="T1" fmla="*/ 31 h 376"/>
                <a:gd name="T2" fmla="*/ 42 w 335"/>
                <a:gd name="T3" fmla="*/ 0 h 376"/>
                <a:gd name="T4" fmla="*/ 335 w 335"/>
                <a:gd name="T5" fmla="*/ 376 h 376"/>
                <a:gd name="T6" fmla="*/ 0 w 335"/>
                <a:gd name="T7" fmla="*/ 31 h 376"/>
              </a:gdLst>
              <a:ahLst/>
              <a:cxnLst>
                <a:cxn ang="0">
                  <a:pos x="T0" y="T1"/>
                </a:cxn>
                <a:cxn ang="0">
                  <a:pos x="T2" y="T3"/>
                </a:cxn>
                <a:cxn ang="0">
                  <a:pos x="T4" y="T5"/>
                </a:cxn>
                <a:cxn ang="0">
                  <a:pos x="T6" y="T7"/>
                </a:cxn>
              </a:cxnLst>
              <a:rect l="0" t="0" r="r" b="b"/>
              <a:pathLst>
                <a:path w="335" h="376">
                  <a:moveTo>
                    <a:pt x="0" y="31"/>
                  </a:moveTo>
                  <a:lnTo>
                    <a:pt x="42" y="0"/>
                  </a:lnTo>
                  <a:lnTo>
                    <a:pt x="335" y="376"/>
                  </a:lnTo>
                  <a:lnTo>
                    <a:pt x="0" y="31"/>
                  </a:lnTo>
                  <a:close/>
                </a:path>
              </a:pathLst>
            </a:custGeom>
            <a:solidFill>
              <a:srgbClr val="B729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7" name="Freeform 28"/>
            <p:cNvSpPr>
              <a:spLocks/>
            </p:cNvSpPr>
            <p:nvPr/>
          </p:nvSpPr>
          <p:spPr bwMode="auto">
            <a:xfrm>
              <a:off x="1415407" y="4097196"/>
              <a:ext cx="427044" cy="835140"/>
            </a:xfrm>
            <a:custGeom>
              <a:avLst/>
              <a:gdLst>
                <a:gd name="T0" fmla="*/ 0 w 293"/>
                <a:gd name="T1" fmla="*/ 197 h 573"/>
                <a:gd name="T2" fmla="*/ 262 w 293"/>
                <a:gd name="T3" fmla="*/ 0 h 573"/>
                <a:gd name="T4" fmla="*/ 293 w 293"/>
                <a:gd name="T5" fmla="*/ 573 h 573"/>
                <a:gd name="T6" fmla="*/ 0 w 293"/>
                <a:gd name="T7" fmla="*/ 197 h 573"/>
              </a:gdLst>
              <a:ahLst/>
              <a:cxnLst>
                <a:cxn ang="0">
                  <a:pos x="T0" y="T1"/>
                </a:cxn>
                <a:cxn ang="0">
                  <a:pos x="T2" y="T3"/>
                </a:cxn>
                <a:cxn ang="0">
                  <a:pos x="T4" y="T5"/>
                </a:cxn>
                <a:cxn ang="0">
                  <a:pos x="T6" y="T7"/>
                </a:cxn>
              </a:cxnLst>
              <a:rect l="0" t="0" r="r" b="b"/>
              <a:pathLst>
                <a:path w="293" h="573">
                  <a:moveTo>
                    <a:pt x="0" y="197"/>
                  </a:moveTo>
                  <a:lnTo>
                    <a:pt x="262" y="0"/>
                  </a:lnTo>
                  <a:lnTo>
                    <a:pt x="293" y="573"/>
                  </a:lnTo>
                  <a:lnTo>
                    <a:pt x="0" y="197"/>
                  </a:lnTo>
                  <a:close/>
                </a:path>
              </a:pathLst>
            </a:custGeom>
            <a:gradFill flip="none" rotWithShape="1">
              <a:gsLst>
                <a:gs pos="0">
                  <a:srgbClr val="F26649">
                    <a:shade val="30000"/>
                    <a:satMod val="115000"/>
                  </a:srgbClr>
                </a:gs>
                <a:gs pos="50000">
                  <a:srgbClr val="F26649">
                    <a:shade val="67500"/>
                    <a:satMod val="115000"/>
                  </a:srgbClr>
                </a:gs>
                <a:gs pos="100000">
                  <a:srgbClr val="F26649">
                    <a:shade val="100000"/>
                    <a:satMod val="115000"/>
                  </a:srgbClr>
                </a:gs>
              </a:gsLst>
              <a:lin ang="135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8" name="Freeform 29"/>
            <p:cNvSpPr>
              <a:spLocks/>
            </p:cNvSpPr>
            <p:nvPr/>
          </p:nvSpPr>
          <p:spPr bwMode="auto">
            <a:xfrm>
              <a:off x="989821" y="4429504"/>
              <a:ext cx="852630" cy="502833"/>
            </a:xfrm>
            <a:custGeom>
              <a:avLst/>
              <a:gdLst>
                <a:gd name="T0" fmla="*/ 0 w 585"/>
                <a:gd name="T1" fmla="*/ 188 h 345"/>
                <a:gd name="T2" fmla="*/ 250 w 585"/>
                <a:gd name="T3" fmla="*/ 0 h 345"/>
                <a:gd name="T4" fmla="*/ 585 w 585"/>
                <a:gd name="T5" fmla="*/ 345 h 345"/>
                <a:gd name="T6" fmla="*/ 0 w 585"/>
                <a:gd name="T7" fmla="*/ 188 h 345"/>
              </a:gdLst>
              <a:ahLst/>
              <a:cxnLst>
                <a:cxn ang="0">
                  <a:pos x="T0" y="T1"/>
                </a:cxn>
                <a:cxn ang="0">
                  <a:pos x="T2" y="T3"/>
                </a:cxn>
                <a:cxn ang="0">
                  <a:pos x="T4" y="T5"/>
                </a:cxn>
                <a:cxn ang="0">
                  <a:pos x="T6" y="T7"/>
                </a:cxn>
              </a:cxnLst>
              <a:rect l="0" t="0" r="r" b="b"/>
              <a:pathLst>
                <a:path w="585" h="345">
                  <a:moveTo>
                    <a:pt x="0" y="188"/>
                  </a:moveTo>
                  <a:lnTo>
                    <a:pt x="250" y="0"/>
                  </a:lnTo>
                  <a:lnTo>
                    <a:pt x="585" y="345"/>
                  </a:lnTo>
                  <a:lnTo>
                    <a:pt x="0" y="188"/>
                  </a:lnTo>
                  <a:close/>
                </a:path>
              </a:pathLst>
            </a:custGeom>
            <a:gradFill flip="none" rotWithShape="1">
              <a:gsLst>
                <a:gs pos="0">
                  <a:srgbClr val="F26649">
                    <a:shade val="30000"/>
                    <a:satMod val="115000"/>
                  </a:srgbClr>
                </a:gs>
                <a:gs pos="50000">
                  <a:srgbClr val="F26649">
                    <a:shade val="67500"/>
                    <a:satMod val="115000"/>
                  </a:srgbClr>
                </a:gs>
                <a:gs pos="100000">
                  <a:srgbClr val="F26649">
                    <a:shade val="100000"/>
                    <a:satMod val="115000"/>
                  </a:srgbClr>
                </a:gs>
              </a:gsLst>
              <a:lin ang="135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grpSp>
        <p:nvGrpSpPr>
          <p:cNvPr id="63" name="Group 62"/>
          <p:cNvGrpSpPr/>
          <p:nvPr/>
        </p:nvGrpSpPr>
        <p:grpSpPr>
          <a:xfrm>
            <a:off x="1703706" y="2552231"/>
            <a:ext cx="2092568" cy="1990768"/>
            <a:chOff x="224640" y="3393230"/>
            <a:chExt cx="1617811" cy="1539107"/>
          </a:xfrm>
        </p:grpSpPr>
        <p:sp>
          <p:nvSpPr>
            <p:cNvPr id="64" name="Freeform 25"/>
            <p:cNvSpPr>
              <a:spLocks/>
            </p:cNvSpPr>
            <p:nvPr/>
          </p:nvSpPr>
          <p:spPr bwMode="auto">
            <a:xfrm>
              <a:off x="224640" y="3393230"/>
              <a:ext cx="1507042" cy="1224289"/>
            </a:xfrm>
            <a:custGeom>
              <a:avLst/>
              <a:gdLst>
                <a:gd name="T0" fmla="*/ 0 w 1034"/>
                <a:gd name="T1" fmla="*/ 174 h 840"/>
                <a:gd name="T2" fmla="*/ 385 w 1034"/>
                <a:gd name="T3" fmla="*/ 0 h 840"/>
                <a:gd name="T4" fmla="*/ 1034 w 1034"/>
                <a:gd name="T5" fmla="*/ 568 h 840"/>
                <a:gd name="T6" fmla="*/ 604 w 1034"/>
                <a:gd name="T7" fmla="*/ 840 h 840"/>
                <a:gd name="T8" fmla="*/ 0 w 1034"/>
                <a:gd name="T9" fmla="*/ 174 h 840"/>
              </a:gdLst>
              <a:ahLst/>
              <a:cxnLst>
                <a:cxn ang="0">
                  <a:pos x="T0" y="T1"/>
                </a:cxn>
                <a:cxn ang="0">
                  <a:pos x="T2" y="T3"/>
                </a:cxn>
                <a:cxn ang="0">
                  <a:pos x="T4" y="T5"/>
                </a:cxn>
                <a:cxn ang="0">
                  <a:pos x="T6" y="T7"/>
                </a:cxn>
                <a:cxn ang="0">
                  <a:pos x="T8" y="T9"/>
                </a:cxn>
              </a:cxnLst>
              <a:rect l="0" t="0" r="r" b="b"/>
              <a:pathLst>
                <a:path w="1034" h="840">
                  <a:moveTo>
                    <a:pt x="0" y="174"/>
                  </a:moveTo>
                  <a:lnTo>
                    <a:pt x="385" y="0"/>
                  </a:lnTo>
                  <a:lnTo>
                    <a:pt x="1034" y="568"/>
                  </a:lnTo>
                  <a:lnTo>
                    <a:pt x="604" y="840"/>
                  </a:lnTo>
                  <a:lnTo>
                    <a:pt x="0" y="174"/>
                  </a:lnTo>
                  <a:close/>
                </a:path>
              </a:pathLst>
            </a:custGeom>
            <a:gradFill flip="none" rotWithShape="1">
              <a:gsLst>
                <a:gs pos="0">
                  <a:schemeClr val="tx2">
                    <a:shade val="30000"/>
                    <a:satMod val="115000"/>
                  </a:schemeClr>
                </a:gs>
                <a:gs pos="50000">
                  <a:schemeClr val="tx2">
                    <a:shade val="67500"/>
                    <a:satMod val="115000"/>
                  </a:schemeClr>
                </a:gs>
                <a:gs pos="100000">
                  <a:schemeClr val="tx2">
                    <a:shade val="100000"/>
                    <a:satMod val="115000"/>
                  </a:schemeClr>
                </a:gs>
              </a:gsLst>
              <a:lin ang="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5" name="Freeform 26"/>
            <p:cNvSpPr>
              <a:spLocks/>
            </p:cNvSpPr>
            <p:nvPr/>
          </p:nvSpPr>
          <p:spPr bwMode="auto">
            <a:xfrm>
              <a:off x="1354193" y="4384321"/>
              <a:ext cx="488258" cy="548015"/>
            </a:xfrm>
            <a:custGeom>
              <a:avLst/>
              <a:gdLst>
                <a:gd name="T0" fmla="*/ 0 w 335"/>
                <a:gd name="T1" fmla="*/ 31 h 376"/>
                <a:gd name="T2" fmla="*/ 42 w 335"/>
                <a:gd name="T3" fmla="*/ 0 h 376"/>
                <a:gd name="T4" fmla="*/ 335 w 335"/>
                <a:gd name="T5" fmla="*/ 376 h 376"/>
                <a:gd name="T6" fmla="*/ 0 w 335"/>
                <a:gd name="T7" fmla="*/ 31 h 376"/>
              </a:gdLst>
              <a:ahLst/>
              <a:cxnLst>
                <a:cxn ang="0">
                  <a:pos x="T0" y="T1"/>
                </a:cxn>
                <a:cxn ang="0">
                  <a:pos x="T2" y="T3"/>
                </a:cxn>
                <a:cxn ang="0">
                  <a:pos x="T4" y="T5"/>
                </a:cxn>
                <a:cxn ang="0">
                  <a:pos x="T6" y="T7"/>
                </a:cxn>
              </a:cxnLst>
              <a:rect l="0" t="0" r="r" b="b"/>
              <a:pathLst>
                <a:path w="335" h="376">
                  <a:moveTo>
                    <a:pt x="0" y="31"/>
                  </a:moveTo>
                  <a:lnTo>
                    <a:pt x="42" y="0"/>
                  </a:lnTo>
                  <a:lnTo>
                    <a:pt x="335" y="376"/>
                  </a:lnTo>
                  <a:lnTo>
                    <a:pt x="0" y="31"/>
                  </a:lnTo>
                  <a:close/>
                </a:path>
              </a:pathLst>
            </a:custGeom>
            <a:solidFill>
              <a:schemeClr val="tx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6" name="Freeform 28"/>
            <p:cNvSpPr>
              <a:spLocks/>
            </p:cNvSpPr>
            <p:nvPr/>
          </p:nvSpPr>
          <p:spPr bwMode="auto">
            <a:xfrm>
              <a:off x="1415407" y="4097196"/>
              <a:ext cx="427044" cy="835140"/>
            </a:xfrm>
            <a:custGeom>
              <a:avLst/>
              <a:gdLst>
                <a:gd name="T0" fmla="*/ 0 w 293"/>
                <a:gd name="T1" fmla="*/ 197 h 573"/>
                <a:gd name="T2" fmla="*/ 262 w 293"/>
                <a:gd name="T3" fmla="*/ 0 h 573"/>
                <a:gd name="T4" fmla="*/ 293 w 293"/>
                <a:gd name="T5" fmla="*/ 573 h 573"/>
                <a:gd name="T6" fmla="*/ 0 w 293"/>
                <a:gd name="T7" fmla="*/ 197 h 573"/>
              </a:gdLst>
              <a:ahLst/>
              <a:cxnLst>
                <a:cxn ang="0">
                  <a:pos x="T0" y="T1"/>
                </a:cxn>
                <a:cxn ang="0">
                  <a:pos x="T2" y="T3"/>
                </a:cxn>
                <a:cxn ang="0">
                  <a:pos x="T4" y="T5"/>
                </a:cxn>
                <a:cxn ang="0">
                  <a:pos x="T6" y="T7"/>
                </a:cxn>
              </a:cxnLst>
              <a:rect l="0" t="0" r="r" b="b"/>
              <a:pathLst>
                <a:path w="293" h="573">
                  <a:moveTo>
                    <a:pt x="0" y="197"/>
                  </a:moveTo>
                  <a:lnTo>
                    <a:pt x="262" y="0"/>
                  </a:lnTo>
                  <a:lnTo>
                    <a:pt x="293" y="573"/>
                  </a:lnTo>
                  <a:lnTo>
                    <a:pt x="0" y="197"/>
                  </a:lnTo>
                  <a:close/>
                </a:path>
              </a:pathLst>
            </a:custGeom>
            <a:gradFill flip="none" rotWithShape="1">
              <a:gsLst>
                <a:gs pos="0">
                  <a:schemeClr val="tx2">
                    <a:shade val="30000"/>
                    <a:satMod val="115000"/>
                  </a:schemeClr>
                </a:gs>
                <a:gs pos="50000">
                  <a:schemeClr val="tx2">
                    <a:shade val="67500"/>
                    <a:satMod val="115000"/>
                  </a:schemeClr>
                </a:gs>
                <a:gs pos="100000">
                  <a:schemeClr val="tx2">
                    <a:shade val="100000"/>
                    <a:satMod val="115000"/>
                  </a:schemeClr>
                </a:gs>
              </a:gsLst>
              <a:lin ang="135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7" name="Freeform 29"/>
            <p:cNvSpPr>
              <a:spLocks/>
            </p:cNvSpPr>
            <p:nvPr/>
          </p:nvSpPr>
          <p:spPr bwMode="auto">
            <a:xfrm>
              <a:off x="989821" y="4429504"/>
              <a:ext cx="852630" cy="502833"/>
            </a:xfrm>
            <a:custGeom>
              <a:avLst/>
              <a:gdLst>
                <a:gd name="T0" fmla="*/ 0 w 585"/>
                <a:gd name="T1" fmla="*/ 188 h 345"/>
                <a:gd name="T2" fmla="*/ 250 w 585"/>
                <a:gd name="T3" fmla="*/ 0 h 345"/>
                <a:gd name="T4" fmla="*/ 585 w 585"/>
                <a:gd name="T5" fmla="*/ 345 h 345"/>
                <a:gd name="T6" fmla="*/ 0 w 585"/>
                <a:gd name="T7" fmla="*/ 188 h 345"/>
              </a:gdLst>
              <a:ahLst/>
              <a:cxnLst>
                <a:cxn ang="0">
                  <a:pos x="T0" y="T1"/>
                </a:cxn>
                <a:cxn ang="0">
                  <a:pos x="T2" y="T3"/>
                </a:cxn>
                <a:cxn ang="0">
                  <a:pos x="T4" y="T5"/>
                </a:cxn>
                <a:cxn ang="0">
                  <a:pos x="T6" y="T7"/>
                </a:cxn>
              </a:cxnLst>
              <a:rect l="0" t="0" r="r" b="b"/>
              <a:pathLst>
                <a:path w="585" h="345">
                  <a:moveTo>
                    <a:pt x="0" y="188"/>
                  </a:moveTo>
                  <a:lnTo>
                    <a:pt x="250" y="0"/>
                  </a:lnTo>
                  <a:lnTo>
                    <a:pt x="585" y="345"/>
                  </a:lnTo>
                  <a:lnTo>
                    <a:pt x="0" y="188"/>
                  </a:lnTo>
                  <a:close/>
                </a:path>
              </a:pathLst>
            </a:custGeom>
            <a:gradFill flip="none" rotWithShape="1">
              <a:gsLst>
                <a:gs pos="0">
                  <a:schemeClr val="tx2">
                    <a:shade val="30000"/>
                    <a:satMod val="115000"/>
                  </a:schemeClr>
                </a:gs>
                <a:gs pos="50000">
                  <a:schemeClr val="tx2">
                    <a:shade val="67500"/>
                    <a:satMod val="115000"/>
                  </a:schemeClr>
                </a:gs>
                <a:gs pos="100000">
                  <a:schemeClr val="tx2">
                    <a:shade val="100000"/>
                    <a:satMod val="115000"/>
                  </a:schemeClr>
                </a:gs>
              </a:gsLst>
              <a:lin ang="135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grpSp>
        <p:nvGrpSpPr>
          <p:cNvPr id="69" name="Group 68"/>
          <p:cNvGrpSpPr/>
          <p:nvPr/>
        </p:nvGrpSpPr>
        <p:grpSpPr>
          <a:xfrm>
            <a:off x="3100027" y="1663126"/>
            <a:ext cx="2473840" cy="2353492"/>
            <a:chOff x="224640" y="3393230"/>
            <a:chExt cx="1617811" cy="1539107"/>
          </a:xfrm>
        </p:grpSpPr>
        <p:sp>
          <p:nvSpPr>
            <p:cNvPr id="70" name="Freeform 25"/>
            <p:cNvSpPr>
              <a:spLocks/>
            </p:cNvSpPr>
            <p:nvPr/>
          </p:nvSpPr>
          <p:spPr bwMode="auto">
            <a:xfrm>
              <a:off x="224640" y="3393230"/>
              <a:ext cx="1507042" cy="1224289"/>
            </a:xfrm>
            <a:custGeom>
              <a:avLst/>
              <a:gdLst>
                <a:gd name="T0" fmla="*/ 0 w 1034"/>
                <a:gd name="T1" fmla="*/ 174 h 840"/>
                <a:gd name="T2" fmla="*/ 385 w 1034"/>
                <a:gd name="T3" fmla="*/ 0 h 840"/>
                <a:gd name="T4" fmla="*/ 1034 w 1034"/>
                <a:gd name="T5" fmla="*/ 568 h 840"/>
                <a:gd name="T6" fmla="*/ 604 w 1034"/>
                <a:gd name="T7" fmla="*/ 840 h 840"/>
                <a:gd name="T8" fmla="*/ 0 w 1034"/>
                <a:gd name="T9" fmla="*/ 174 h 840"/>
              </a:gdLst>
              <a:ahLst/>
              <a:cxnLst>
                <a:cxn ang="0">
                  <a:pos x="T0" y="T1"/>
                </a:cxn>
                <a:cxn ang="0">
                  <a:pos x="T2" y="T3"/>
                </a:cxn>
                <a:cxn ang="0">
                  <a:pos x="T4" y="T5"/>
                </a:cxn>
                <a:cxn ang="0">
                  <a:pos x="T6" y="T7"/>
                </a:cxn>
                <a:cxn ang="0">
                  <a:pos x="T8" y="T9"/>
                </a:cxn>
              </a:cxnLst>
              <a:rect l="0" t="0" r="r" b="b"/>
              <a:pathLst>
                <a:path w="1034" h="840">
                  <a:moveTo>
                    <a:pt x="0" y="174"/>
                  </a:moveTo>
                  <a:lnTo>
                    <a:pt x="385" y="0"/>
                  </a:lnTo>
                  <a:lnTo>
                    <a:pt x="1034" y="568"/>
                  </a:lnTo>
                  <a:lnTo>
                    <a:pt x="604" y="840"/>
                  </a:lnTo>
                  <a:lnTo>
                    <a:pt x="0" y="174"/>
                  </a:lnTo>
                  <a:close/>
                </a:path>
              </a:pathLst>
            </a:custGeom>
            <a:gradFill flip="none" rotWithShape="1">
              <a:gsLst>
                <a:gs pos="0">
                  <a:schemeClr val="accent4">
                    <a:lumMod val="75000"/>
                    <a:shade val="30000"/>
                    <a:satMod val="115000"/>
                  </a:schemeClr>
                </a:gs>
                <a:gs pos="50000">
                  <a:schemeClr val="accent4">
                    <a:lumMod val="75000"/>
                    <a:shade val="67500"/>
                    <a:satMod val="115000"/>
                  </a:schemeClr>
                </a:gs>
                <a:gs pos="100000">
                  <a:schemeClr val="accent4">
                    <a:lumMod val="75000"/>
                    <a:shade val="100000"/>
                    <a:satMod val="115000"/>
                  </a:schemeClr>
                </a:gs>
              </a:gsLst>
              <a:lin ang="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1" name="Freeform 26"/>
            <p:cNvSpPr>
              <a:spLocks/>
            </p:cNvSpPr>
            <p:nvPr/>
          </p:nvSpPr>
          <p:spPr bwMode="auto">
            <a:xfrm>
              <a:off x="1354193" y="4384321"/>
              <a:ext cx="488258" cy="548015"/>
            </a:xfrm>
            <a:custGeom>
              <a:avLst/>
              <a:gdLst>
                <a:gd name="T0" fmla="*/ 0 w 335"/>
                <a:gd name="T1" fmla="*/ 31 h 376"/>
                <a:gd name="T2" fmla="*/ 42 w 335"/>
                <a:gd name="T3" fmla="*/ 0 h 376"/>
                <a:gd name="T4" fmla="*/ 335 w 335"/>
                <a:gd name="T5" fmla="*/ 376 h 376"/>
                <a:gd name="T6" fmla="*/ 0 w 335"/>
                <a:gd name="T7" fmla="*/ 31 h 376"/>
              </a:gdLst>
              <a:ahLst/>
              <a:cxnLst>
                <a:cxn ang="0">
                  <a:pos x="T0" y="T1"/>
                </a:cxn>
                <a:cxn ang="0">
                  <a:pos x="T2" y="T3"/>
                </a:cxn>
                <a:cxn ang="0">
                  <a:pos x="T4" y="T5"/>
                </a:cxn>
                <a:cxn ang="0">
                  <a:pos x="T6" y="T7"/>
                </a:cxn>
              </a:cxnLst>
              <a:rect l="0" t="0" r="r" b="b"/>
              <a:pathLst>
                <a:path w="335" h="376">
                  <a:moveTo>
                    <a:pt x="0" y="31"/>
                  </a:moveTo>
                  <a:lnTo>
                    <a:pt x="42" y="0"/>
                  </a:lnTo>
                  <a:lnTo>
                    <a:pt x="335" y="376"/>
                  </a:lnTo>
                  <a:lnTo>
                    <a:pt x="0" y="31"/>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2" name="Freeform 28"/>
            <p:cNvSpPr>
              <a:spLocks/>
            </p:cNvSpPr>
            <p:nvPr/>
          </p:nvSpPr>
          <p:spPr bwMode="auto">
            <a:xfrm>
              <a:off x="1415407" y="4097196"/>
              <a:ext cx="427044" cy="835140"/>
            </a:xfrm>
            <a:custGeom>
              <a:avLst/>
              <a:gdLst>
                <a:gd name="T0" fmla="*/ 0 w 293"/>
                <a:gd name="T1" fmla="*/ 197 h 573"/>
                <a:gd name="T2" fmla="*/ 262 w 293"/>
                <a:gd name="T3" fmla="*/ 0 h 573"/>
                <a:gd name="T4" fmla="*/ 293 w 293"/>
                <a:gd name="T5" fmla="*/ 573 h 573"/>
                <a:gd name="T6" fmla="*/ 0 w 293"/>
                <a:gd name="T7" fmla="*/ 197 h 573"/>
              </a:gdLst>
              <a:ahLst/>
              <a:cxnLst>
                <a:cxn ang="0">
                  <a:pos x="T0" y="T1"/>
                </a:cxn>
                <a:cxn ang="0">
                  <a:pos x="T2" y="T3"/>
                </a:cxn>
                <a:cxn ang="0">
                  <a:pos x="T4" y="T5"/>
                </a:cxn>
                <a:cxn ang="0">
                  <a:pos x="T6" y="T7"/>
                </a:cxn>
              </a:cxnLst>
              <a:rect l="0" t="0" r="r" b="b"/>
              <a:pathLst>
                <a:path w="293" h="573">
                  <a:moveTo>
                    <a:pt x="0" y="197"/>
                  </a:moveTo>
                  <a:lnTo>
                    <a:pt x="262" y="0"/>
                  </a:lnTo>
                  <a:lnTo>
                    <a:pt x="293" y="573"/>
                  </a:lnTo>
                  <a:lnTo>
                    <a:pt x="0" y="197"/>
                  </a:lnTo>
                  <a:close/>
                </a:path>
              </a:pathLst>
            </a:custGeom>
            <a:gradFill flip="none" rotWithShape="1">
              <a:gsLst>
                <a:gs pos="0">
                  <a:schemeClr val="accent4">
                    <a:lumMod val="75000"/>
                    <a:shade val="30000"/>
                    <a:satMod val="115000"/>
                  </a:schemeClr>
                </a:gs>
                <a:gs pos="50000">
                  <a:schemeClr val="accent4">
                    <a:lumMod val="75000"/>
                    <a:shade val="67500"/>
                    <a:satMod val="115000"/>
                  </a:schemeClr>
                </a:gs>
                <a:gs pos="100000">
                  <a:schemeClr val="accent4">
                    <a:lumMod val="75000"/>
                    <a:shade val="100000"/>
                    <a:satMod val="115000"/>
                  </a:schemeClr>
                </a:gs>
              </a:gsLst>
              <a:lin ang="135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3" name="Freeform 29"/>
            <p:cNvSpPr>
              <a:spLocks/>
            </p:cNvSpPr>
            <p:nvPr/>
          </p:nvSpPr>
          <p:spPr bwMode="auto">
            <a:xfrm>
              <a:off x="989821" y="4429504"/>
              <a:ext cx="852630" cy="502833"/>
            </a:xfrm>
            <a:custGeom>
              <a:avLst/>
              <a:gdLst>
                <a:gd name="T0" fmla="*/ 0 w 585"/>
                <a:gd name="T1" fmla="*/ 188 h 345"/>
                <a:gd name="T2" fmla="*/ 250 w 585"/>
                <a:gd name="T3" fmla="*/ 0 h 345"/>
                <a:gd name="T4" fmla="*/ 585 w 585"/>
                <a:gd name="T5" fmla="*/ 345 h 345"/>
                <a:gd name="T6" fmla="*/ 0 w 585"/>
                <a:gd name="T7" fmla="*/ 188 h 345"/>
              </a:gdLst>
              <a:ahLst/>
              <a:cxnLst>
                <a:cxn ang="0">
                  <a:pos x="T0" y="T1"/>
                </a:cxn>
                <a:cxn ang="0">
                  <a:pos x="T2" y="T3"/>
                </a:cxn>
                <a:cxn ang="0">
                  <a:pos x="T4" y="T5"/>
                </a:cxn>
                <a:cxn ang="0">
                  <a:pos x="T6" y="T7"/>
                </a:cxn>
              </a:cxnLst>
              <a:rect l="0" t="0" r="r" b="b"/>
              <a:pathLst>
                <a:path w="585" h="345">
                  <a:moveTo>
                    <a:pt x="0" y="188"/>
                  </a:moveTo>
                  <a:lnTo>
                    <a:pt x="250" y="0"/>
                  </a:lnTo>
                  <a:lnTo>
                    <a:pt x="585" y="345"/>
                  </a:lnTo>
                  <a:lnTo>
                    <a:pt x="0" y="188"/>
                  </a:lnTo>
                  <a:close/>
                </a:path>
              </a:pathLst>
            </a:custGeom>
            <a:gradFill flip="none" rotWithShape="1">
              <a:gsLst>
                <a:gs pos="0">
                  <a:schemeClr val="accent4">
                    <a:lumMod val="75000"/>
                    <a:shade val="30000"/>
                    <a:satMod val="115000"/>
                  </a:schemeClr>
                </a:gs>
                <a:gs pos="50000">
                  <a:schemeClr val="accent4">
                    <a:lumMod val="75000"/>
                    <a:shade val="67500"/>
                    <a:satMod val="115000"/>
                  </a:schemeClr>
                </a:gs>
                <a:gs pos="100000">
                  <a:schemeClr val="accent4">
                    <a:lumMod val="75000"/>
                    <a:shade val="100000"/>
                    <a:satMod val="115000"/>
                  </a:schemeClr>
                </a:gs>
              </a:gsLst>
              <a:lin ang="135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83" name="TextBox 82"/>
          <p:cNvSpPr txBox="1"/>
          <p:nvPr/>
        </p:nvSpPr>
        <p:spPr>
          <a:xfrm>
            <a:off x="860053" y="4963448"/>
            <a:ext cx="2149948" cy="523220"/>
          </a:xfrm>
          <a:prstGeom prst="rect">
            <a:avLst/>
          </a:prstGeom>
          <a:noFill/>
        </p:spPr>
        <p:txBody>
          <a:bodyPr wrap="none" rtlCol="0">
            <a:spAutoFit/>
          </a:bodyPr>
          <a:lstStyle/>
          <a:p>
            <a:pPr fontAlgn="auto">
              <a:spcBef>
                <a:spcPts val="0"/>
              </a:spcBef>
              <a:spcAft>
                <a:spcPts val="0"/>
              </a:spcAft>
            </a:pPr>
            <a:r>
              <a:rPr lang="ar-SA" sz="2800" b="1" dirty="0">
                <a:solidFill>
                  <a:schemeClr val="bg1"/>
                </a:solidFill>
              </a:rPr>
              <a:t>المرونة والفعالية</a:t>
            </a:r>
            <a:endParaRPr lang="en-IN" sz="28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3" name="TextBox 92"/>
          <p:cNvSpPr txBox="1"/>
          <p:nvPr/>
        </p:nvSpPr>
        <p:spPr>
          <a:xfrm>
            <a:off x="2875159" y="4686611"/>
            <a:ext cx="2529328" cy="523220"/>
          </a:xfrm>
          <a:prstGeom prst="rect">
            <a:avLst/>
          </a:prstGeom>
          <a:noFill/>
        </p:spPr>
        <p:txBody>
          <a:bodyPr wrap="square" rtlCol="0">
            <a:spAutoFit/>
          </a:bodyPr>
          <a:lstStyle/>
          <a:p>
            <a:pPr algn="ctr" fontAlgn="auto">
              <a:spcBef>
                <a:spcPts val="0"/>
              </a:spcBef>
              <a:spcAft>
                <a:spcPts val="0"/>
              </a:spcAft>
            </a:pPr>
            <a:r>
              <a:rPr lang="ar-SA" sz="2800" b="1" dirty="0">
                <a:solidFill>
                  <a:schemeClr val="bg1"/>
                </a:solidFill>
              </a:rPr>
              <a:t>فرصة التعليم للجميع</a:t>
            </a:r>
            <a:endParaRPr lang="en-IN" sz="28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6" name="TextBox 95"/>
          <p:cNvSpPr txBox="1"/>
          <p:nvPr/>
        </p:nvSpPr>
        <p:spPr>
          <a:xfrm>
            <a:off x="4556621" y="4123856"/>
            <a:ext cx="4043094" cy="523220"/>
          </a:xfrm>
          <a:prstGeom prst="rect">
            <a:avLst/>
          </a:prstGeom>
          <a:noFill/>
        </p:spPr>
        <p:txBody>
          <a:bodyPr wrap="none" rtlCol="0">
            <a:spAutoFit/>
          </a:bodyPr>
          <a:lstStyle/>
          <a:p>
            <a:pPr algn="ctr" fontAlgn="auto">
              <a:spcBef>
                <a:spcPts val="0"/>
              </a:spcBef>
              <a:spcAft>
                <a:spcPts val="0"/>
              </a:spcAft>
            </a:pPr>
            <a:r>
              <a:rPr lang="ar-SA" sz="2800" b="1" dirty="0">
                <a:solidFill>
                  <a:schemeClr val="bg1"/>
                </a:solidFill>
              </a:rPr>
              <a:t>ترسيخ وتثبيت المعرفة والمعلومة</a:t>
            </a:r>
            <a:endParaRPr lang="en-IN" sz="28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7" name="Oval 26"/>
          <p:cNvSpPr/>
          <p:nvPr/>
        </p:nvSpPr>
        <p:spPr>
          <a:xfrm>
            <a:off x="2050373" y="5753577"/>
            <a:ext cx="404746" cy="404746"/>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spcBef>
                <a:spcPts val="0"/>
              </a:spcBef>
              <a:spcAft>
                <a:spcPts val="0"/>
              </a:spcAft>
            </a:pPr>
            <a:r>
              <a:rPr lang="en-GB" sz="1600"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01</a:t>
            </a:r>
            <a:endParaRPr lang="en-IN" sz="16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1" name="Oval 100"/>
          <p:cNvSpPr/>
          <p:nvPr/>
        </p:nvSpPr>
        <p:spPr>
          <a:xfrm>
            <a:off x="4151875" y="5340529"/>
            <a:ext cx="404746" cy="404746"/>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spcBef>
                <a:spcPts val="0"/>
              </a:spcBef>
              <a:spcAft>
                <a:spcPts val="0"/>
              </a:spcAft>
            </a:pPr>
            <a:r>
              <a:rPr lang="en-GB" sz="1600"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02</a:t>
            </a:r>
            <a:endParaRPr lang="en-IN" sz="16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2" name="Oval 101"/>
          <p:cNvSpPr/>
          <p:nvPr/>
        </p:nvSpPr>
        <p:spPr>
          <a:xfrm>
            <a:off x="6027304" y="4896991"/>
            <a:ext cx="404746" cy="404746"/>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spcBef>
                <a:spcPts val="0"/>
              </a:spcBef>
              <a:spcAft>
                <a:spcPts val="0"/>
              </a:spcAft>
            </a:pPr>
            <a:r>
              <a:rPr lang="en-GB" sz="1600"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03</a:t>
            </a:r>
            <a:endParaRPr lang="en-IN" sz="16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4" name="TextBox 103"/>
          <p:cNvSpPr txBox="1"/>
          <p:nvPr/>
        </p:nvSpPr>
        <p:spPr>
          <a:xfrm>
            <a:off x="5448078" y="164680"/>
            <a:ext cx="6552630" cy="707886"/>
          </a:xfrm>
          <a:prstGeom prst="rect">
            <a:avLst/>
          </a:prstGeom>
          <a:noFill/>
        </p:spPr>
        <p:txBody>
          <a:bodyPr wrap="square" rtlCol="0">
            <a:spAutoFit/>
          </a:bodyPr>
          <a:lstStyle/>
          <a:p>
            <a:pPr algn="ctr" fontAlgn="auto">
              <a:spcBef>
                <a:spcPts val="0"/>
              </a:spcBef>
              <a:spcAft>
                <a:spcPts val="0"/>
              </a:spcAft>
            </a:pPr>
            <a:r>
              <a:rPr lang="ar-SA" sz="4000" b="1" u="sng" dirty="0" smtClean="0"/>
              <a:t>ب- </a:t>
            </a:r>
            <a:r>
              <a:rPr lang="ar-JO" sz="4000" b="1" u="sng" dirty="0" smtClean="0"/>
              <a:t>مزايا </a:t>
            </a:r>
            <a:r>
              <a:rPr lang="ar-JO" sz="4000" b="1" u="sng" dirty="0"/>
              <a:t>وخصائص التعليم الإلكتروني</a:t>
            </a:r>
            <a:endParaRPr lang="en-IN" sz="4000" u="sng" dirty="0">
              <a:solidFill>
                <a:srgbClr val="262626"/>
              </a:solidFill>
              <a:latin typeface="Economica" panose="02000506040000020004" pitchFamily="50" charset="0"/>
            </a:endParaRPr>
          </a:p>
        </p:txBody>
      </p:sp>
      <p:sp>
        <p:nvSpPr>
          <p:cNvPr id="2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5400095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4"/>
                                        </p:tgtEl>
                                        <p:attrNameLst>
                                          <p:attrName>style.visibility</p:attrName>
                                        </p:attrNameLst>
                                      </p:cBhvr>
                                      <p:to>
                                        <p:strVal val="visible"/>
                                      </p:to>
                                    </p:set>
                                    <p:animEffect transition="in" filter="fade">
                                      <p:cBhvr>
                                        <p:cTn id="7" dur="500"/>
                                        <p:tgtEl>
                                          <p:spTgt spid="104"/>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6"/>
                                        </p:tgtEl>
                                        <p:attrNameLst>
                                          <p:attrName>style.visibility</p:attrName>
                                        </p:attrNameLst>
                                      </p:cBhvr>
                                      <p:to>
                                        <p:strVal val="visible"/>
                                      </p:to>
                                    </p:set>
                                    <p:animEffect transition="in" filter="wipe(down)">
                                      <p:cBhvr>
                                        <p:cTn id="11" dur="500"/>
                                        <p:tgtEl>
                                          <p:spTgt spid="46"/>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56"/>
                                        </p:tgtEl>
                                        <p:attrNameLst>
                                          <p:attrName>style.visibility</p:attrName>
                                        </p:attrNameLst>
                                      </p:cBhvr>
                                      <p:to>
                                        <p:strVal val="visible"/>
                                      </p:to>
                                    </p:set>
                                    <p:animEffect transition="in" filter="fade">
                                      <p:cBhvr>
                                        <p:cTn id="19" dur="500"/>
                                        <p:tgtEl>
                                          <p:spTgt spid="56"/>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63"/>
                                        </p:tgtEl>
                                        <p:attrNameLst>
                                          <p:attrName>style.visibility</p:attrName>
                                        </p:attrNameLst>
                                      </p:cBhvr>
                                      <p:to>
                                        <p:strVal val="visible"/>
                                      </p:to>
                                    </p:set>
                                    <p:animEffect transition="in" filter="fade">
                                      <p:cBhvr>
                                        <p:cTn id="23" dur="500"/>
                                        <p:tgtEl>
                                          <p:spTgt spid="6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62"/>
                                        </p:tgtEl>
                                        <p:attrNameLst>
                                          <p:attrName>style.visibility</p:attrName>
                                        </p:attrNameLst>
                                      </p:cBhvr>
                                      <p:to>
                                        <p:strVal val="visible"/>
                                      </p:to>
                                    </p:set>
                                    <p:animEffect transition="in" filter="fade">
                                      <p:cBhvr>
                                        <p:cTn id="27" dur="500"/>
                                        <p:tgtEl>
                                          <p:spTgt spid="62"/>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69"/>
                                        </p:tgtEl>
                                        <p:attrNameLst>
                                          <p:attrName>style.visibility</p:attrName>
                                        </p:attrNameLst>
                                      </p:cBhvr>
                                      <p:to>
                                        <p:strVal val="visible"/>
                                      </p:to>
                                    </p:set>
                                    <p:animEffect transition="in" filter="fade">
                                      <p:cBhvr>
                                        <p:cTn id="31" dur="500"/>
                                        <p:tgtEl>
                                          <p:spTgt spid="69"/>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68"/>
                                        </p:tgtEl>
                                        <p:attrNameLst>
                                          <p:attrName>style.visibility</p:attrName>
                                        </p:attrNameLst>
                                      </p:cBhvr>
                                      <p:to>
                                        <p:strVal val="visible"/>
                                      </p:to>
                                    </p:set>
                                    <p:animEffect transition="in" filter="fade">
                                      <p:cBhvr>
                                        <p:cTn id="35" dur="500"/>
                                        <p:tgtEl>
                                          <p:spTgt spid="68"/>
                                        </p:tgtEl>
                                      </p:cBhvr>
                                    </p:animEffect>
                                  </p:childTnLst>
                                </p:cTn>
                              </p:par>
                            </p:childTnLst>
                          </p:cTn>
                        </p:par>
                        <p:par>
                          <p:cTn id="36" fill="hold">
                            <p:stCondLst>
                              <p:cond delay="4000"/>
                            </p:stCondLst>
                            <p:childTnLst>
                              <p:par>
                                <p:cTn id="37" presetID="42" presetClass="entr" presetSubtype="0" fill="hold" grpId="0" nodeType="afterEffect">
                                  <p:stCondLst>
                                    <p:cond delay="0"/>
                                  </p:stCondLst>
                                  <p:childTnLst>
                                    <p:set>
                                      <p:cBhvr>
                                        <p:cTn id="38" dur="1" fill="hold">
                                          <p:stCondLst>
                                            <p:cond delay="0"/>
                                          </p:stCondLst>
                                        </p:cTn>
                                        <p:tgtEl>
                                          <p:spTgt spid="27"/>
                                        </p:tgtEl>
                                        <p:attrNameLst>
                                          <p:attrName>style.visibility</p:attrName>
                                        </p:attrNameLst>
                                      </p:cBhvr>
                                      <p:to>
                                        <p:strVal val="visible"/>
                                      </p:to>
                                    </p:set>
                                    <p:animEffect transition="in" filter="fade">
                                      <p:cBhvr>
                                        <p:cTn id="39" dur="500"/>
                                        <p:tgtEl>
                                          <p:spTgt spid="27"/>
                                        </p:tgtEl>
                                      </p:cBhvr>
                                    </p:animEffect>
                                    <p:anim calcmode="lin" valueType="num">
                                      <p:cBhvr>
                                        <p:cTn id="40" dur="500" fill="hold"/>
                                        <p:tgtEl>
                                          <p:spTgt spid="27"/>
                                        </p:tgtEl>
                                        <p:attrNameLst>
                                          <p:attrName>ppt_x</p:attrName>
                                        </p:attrNameLst>
                                      </p:cBhvr>
                                      <p:tavLst>
                                        <p:tav tm="0">
                                          <p:val>
                                            <p:strVal val="#ppt_x"/>
                                          </p:val>
                                        </p:tav>
                                        <p:tav tm="100000">
                                          <p:val>
                                            <p:strVal val="#ppt_x"/>
                                          </p:val>
                                        </p:tav>
                                      </p:tavLst>
                                    </p:anim>
                                    <p:anim calcmode="lin" valueType="num">
                                      <p:cBhvr>
                                        <p:cTn id="41" dur="500" fill="hold"/>
                                        <p:tgtEl>
                                          <p:spTgt spid="27"/>
                                        </p:tgtEl>
                                        <p:attrNameLst>
                                          <p:attrName>ppt_y</p:attrName>
                                        </p:attrNameLst>
                                      </p:cBhvr>
                                      <p:tavLst>
                                        <p:tav tm="0">
                                          <p:val>
                                            <p:strVal val="#ppt_y+.1"/>
                                          </p:val>
                                        </p:tav>
                                        <p:tav tm="100000">
                                          <p:val>
                                            <p:strVal val="#ppt_y"/>
                                          </p:val>
                                        </p:tav>
                                      </p:tavLst>
                                    </p:anim>
                                  </p:childTnLst>
                                </p:cTn>
                              </p:par>
                            </p:childTnLst>
                          </p:cTn>
                        </p:par>
                        <p:par>
                          <p:cTn id="42" fill="hold">
                            <p:stCondLst>
                              <p:cond delay="4500"/>
                            </p:stCondLst>
                            <p:childTnLst>
                              <p:par>
                                <p:cTn id="43" presetID="10" presetClass="entr" presetSubtype="0" fill="hold" grpId="0" nodeType="afterEffect">
                                  <p:stCondLst>
                                    <p:cond delay="0"/>
                                  </p:stCondLst>
                                  <p:childTnLst>
                                    <p:set>
                                      <p:cBhvr>
                                        <p:cTn id="44" dur="1" fill="hold">
                                          <p:stCondLst>
                                            <p:cond delay="0"/>
                                          </p:stCondLst>
                                        </p:cTn>
                                        <p:tgtEl>
                                          <p:spTgt spid="83"/>
                                        </p:tgtEl>
                                        <p:attrNameLst>
                                          <p:attrName>style.visibility</p:attrName>
                                        </p:attrNameLst>
                                      </p:cBhvr>
                                      <p:to>
                                        <p:strVal val="visible"/>
                                      </p:to>
                                    </p:set>
                                    <p:animEffect transition="in" filter="fade">
                                      <p:cBhvr>
                                        <p:cTn id="45" dur="500"/>
                                        <p:tgtEl>
                                          <p:spTgt spid="83"/>
                                        </p:tgtEl>
                                      </p:cBhvr>
                                    </p:animEffect>
                                  </p:childTnLst>
                                </p:cTn>
                              </p:par>
                            </p:childTnLst>
                          </p:cTn>
                        </p:par>
                        <p:par>
                          <p:cTn id="46" fill="hold">
                            <p:stCondLst>
                              <p:cond delay="5000"/>
                            </p:stCondLst>
                            <p:childTnLst>
                              <p:par>
                                <p:cTn id="47" presetID="42" presetClass="entr" presetSubtype="0" fill="hold" grpId="0" nodeType="afterEffect">
                                  <p:stCondLst>
                                    <p:cond delay="0"/>
                                  </p:stCondLst>
                                  <p:childTnLst>
                                    <p:set>
                                      <p:cBhvr>
                                        <p:cTn id="48" dur="1" fill="hold">
                                          <p:stCondLst>
                                            <p:cond delay="0"/>
                                          </p:stCondLst>
                                        </p:cTn>
                                        <p:tgtEl>
                                          <p:spTgt spid="101"/>
                                        </p:tgtEl>
                                        <p:attrNameLst>
                                          <p:attrName>style.visibility</p:attrName>
                                        </p:attrNameLst>
                                      </p:cBhvr>
                                      <p:to>
                                        <p:strVal val="visible"/>
                                      </p:to>
                                    </p:set>
                                    <p:animEffect transition="in" filter="fade">
                                      <p:cBhvr>
                                        <p:cTn id="49" dur="500"/>
                                        <p:tgtEl>
                                          <p:spTgt spid="101"/>
                                        </p:tgtEl>
                                      </p:cBhvr>
                                    </p:animEffect>
                                    <p:anim calcmode="lin" valueType="num">
                                      <p:cBhvr>
                                        <p:cTn id="50" dur="500" fill="hold"/>
                                        <p:tgtEl>
                                          <p:spTgt spid="101"/>
                                        </p:tgtEl>
                                        <p:attrNameLst>
                                          <p:attrName>ppt_x</p:attrName>
                                        </p:attrNameLst>
                                      </p:cBhvr>
                                      <p:tavLst>
                                        <p:tav tm="0">
                                          <p:val>
                                            <p:strVal val="#ppt_x"/>
                                          </p:val>
                                        </p:tav>
                                        <p:tav tm="100000">
                                          <p:val>
                                            <p:strVal val="#ppt_x"/>
                                          </p:val>
                                        </p:tav>
                                      </p:tavLst>
                                    </p:anim>
                                    <p:anim calcmode="lin" valueType="num">
                                      <p:cBhvr>
                                        <p:cTn id="51" dur="500" fill="hold"/>
                                        <p:tgtEl>
                                          <p:spTgt spid="101"/>
                                        </p:tgtEl>
                                        <p:attrNameLst>
                                          <p:attrName>ppt_y</p:attrName>
                                        </p:attrNameLst>
                                      </p:cBhvr>
                                      <p:tavLst>
                                        <p:tav tm="0">
                                          <p:val>
                                            <p:strVal val="#ppt_y+.1"/>
                                          </p:val>
                                        </p:tav>
                                        <p:tav tm="100000">
                                          <p:val>
                                            <p:strVal val="#ppt_y"/>
                                          </p:val>
                                        </p:tav>
                                      </p:tavLst>
                                    </p:anim>
                                  </p:childTnLst>
                                </p:cTn>
                              </p:par>
                            </p:childTnLst>
                          </p:cTn>
                        </p:par>
                        <p:par>
                          <p:cTn id="52" fill="hold">
                            <p:stCondLst>
                              <p:cond delay="5500"/>
                            </p:stCondLst>
                            <p:childTnLst>
                              <p:par>
                                <p:cTn id="53" presetID="10" presetClass="entr" presetSubtype="0" fill="hold" grpId="0" nodeType="afterEffect">
                                  <p:stCondLst>
                                    <p:cond delay="0"/>
                                  </p:stCondLst>
                                  <p:childTnLst>
                                    <p:set>
                                      <p:cBhvr>
                                        <p:cTn id="54" dur="1" fill="hold">
                                          <p:stCondLst>
                                            <p:cond delay="0"/>
                                          </p:stCondLst>
                                        </p:cTn>
                                        <p:tgtEl>
                                          <p:spTgt spid="93"/>
                                        </p:tgtEl>
                                        <p:attrNameLst>
                                          <p:attrName>style.visibility</p:attrName>
                                        </p:attrNameLst>
                                      </p:cBhvr>
                                      <p:to>
                                        <p:strVal val="visible"/>
                                      </p:to>
                                    </p:set>
                                    <p:animEffect transition="in" filter="fade">
                                      <p:cBhvr>
                                        <p:cTn id="55" dur="500"/>
                                        <p:tgtEl>
                                          <p:spTgt spid="93"/>
                                        </p:tgtEl>
                                      </p:cBhvr>
                                    </p:animEffect>
                                  </p:childTnLst>
                                </p:cTn>
                              </p:par>
                            </p:childTnLst>
                          </p:cTn>
                        </p:par>
                        <p:par>
                          <p:cTn id="56" fill="hold">
                            <p:stCondLst>
                              <p:cond delay="6000"/>
                            </p:stCondLst>
                            <p:childTnLst>
                              <p:par>
                                <p:cTn id="57" presetID="42" presetClass="entr" presetSubtype="0" fill="hold" grpId="0" nodeType="afterEffect">
                                  <p:stCondLst>
                                    <p:cond delay="0"/>
                                  </p:stCondLst>
                                  <p:childTnLst>
                                    <p:set>
                                      <p:cBhvr>
                                        <p:cTn id="58" dur="1" fill="hold">
                                          <p:stCondLst>
                                            <p:cond delay="0"/>
                                          </p:stCondLst>
                                        </p:cTn>
                                        <p:tgtEl>
                                          <p:spTgt spid="102"/>
                                        </p:tgtEl>
                                        <p:attrNameLst>
                                          <p:attrName>style.visibility</p:attrName>
                                        </p:attrNameLst>
                                      </p:cBhvr>
                                      <p:to>
                                        <p:strVal val="visible"/>
                                      </p:to>
                                    </p:set>
                                    <p:animEffect transition="in" filter="fade">
                                      <p:cBhvr>
                                        <p:cTn id="59" dur="500"/>
                                        <p:tgtEl>
                                          <p:spTgt spid="102"/>
                                        </p:tgtEl>
                                      </p:cBhvr>
                                    </p:animEffect>
                                    <p:anim calcmode="lin" valueType="num">
                                      <p:cBhvr>
                                        <p:cTn id="60" dur="500" fill="hold"/>
                                        <p:tgtEl>
                                          <p:spTgt spid="102"/>
                                        </p:tgtEl>
                                        <p:attrNameLst>
                                          <p:attrName>ppt_x</p:attrName>
                                        </p:attrNameLst>
                                      </p:cBhvr>
                                      <p:tavLst>
                                        <p:tav tm="0">
                                          <p:val>
                                            <p:strVal val="#ppt_x"/>
                                          </p:val>
                                        </p:tav>
                                        <p:tav tm="100000">
                                          <p:val>
                                            <p:strVal val="#ppt_x"/>
                                          </p:val>
                                        </p:tav>
                                      </p:tavLst>
                                    </p:anim>
                                    <p:anim calcmode="lin" valueType="num">
                                      <p:cBhvr>
                                        <p:cTn id="61" dur="500" fill="hold"/>
                                        <p:tgtEl>
                                          <p:spTgt spid="102"/>
                                        </p:tgtEl>
                                        <p:attrNameLst>
                                          <p:attrName>ppt_y</p:attrName>
                                        </p:attrNameLst>
                                      </p:cBhvr>
                                      <p:tavLst>
                                        <p:tav tm="0">
                                          <p:val>
                                            <p:strVal val="#ppt_y+.1"/>
                                          </p:val>
                                        </p:tav>
                                        <p:tav tm="100000">
                                          <p:val>
                                            <p:strVal val="#ppt_y"/>
                                          </p:val>
                                        </p:tav>
                                      </p:tavLst>
                                    </p:anim>
                                  </p:childTnLst>
                                </p:cTn>
                              </p:par>
                            </p:childTnLst>
                          </p:cTn>
                        </p:par>
                        <p:par>
                          <p:cTn id="62" fill="hold">
                            <p:stCondLst>
                              <p:cond delay="6500"/>
                            </p:stCondLst>
                            <p:childTnLst>
                              <p:par>
                                <p:cTn id="63" presetID="10" presetClass="entr" presetSubtype="0" fill="hold" grpId="0" nodeType="afterEffect">
                                  <p:stCondLst>
                                    <p:cond delay="0"/>
                                  </p:stCondLst>
                                  <p:childTnLst>
                                    <p:set>
                                      <p:cBhvr>
                                        <p:cTn id="64" dur="1" fill="hold">
                                          <p:stCondLst>
                                            <p:cond delay="0"/>
                                          </p:stCondLst>
                                        </p:cTn>
                                        <p:tgtEl>
                                          <p:spTgt spid="96"/>
                                        </p:tgtEl>
                                        <p:attrNameLst>
                                          <p:attrName>style.visibility</p:attrName>
                                        </p:attrNameLst>
                                      </p:cBhvr>
                                      <p:to>
                                        <p:strVal val="visible"/>
                                      </p:to>
                                    </p:set>
                                    <p:animEffect transition="in" filter="fade">
                                      <p:cBhvr>
                                        <p:cTn id="65" dur="500"/>
                                        <p:tgtEl>
                                          <p:spTgt spid="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62" grpId="0" animBg="1"/>
      <p:bldP spid="56" grpId="0" animBg="1"/>
      <p:bldP spid="46" grpId="0" animBg="1"/>
      <p:bldP spid="83" grpId="0"/>
      <p:bldP spid="93" grpId="0"/>
      <p:bldP spid="96" grpId="0"/>
      <p:bldP spid="27" grpId="0" animBg="1"/>
      <p:bldP spid="101" grpId="0" animBg="1"/>
      <p:bldP spid="102" grpId="0" animBg="1"/>
      <p:bldP spid="104"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Freeform 27"/>
          <p:cNvSpPr>
            <a:spLocks/>
          </p:cNvSpPr>
          <p:nvPr/>
        </p:nvSpPr>
        <p:spPr bwMode="auto">
          <a:xfrm>
            <a:off x="4488965" y="1310294"/>
            <a:ext cx="977557" cy="2523775"/>
          </a:xfrm>
          <a:custGeom>
            <a:avLst/>
            <a:gdLst>
              <a:gd name="T0" fmla="*/ 0 w 361"/>
              <a:gd name="T1" fmla="*/ 0 h 932"/>
              <a:gd name="T2" fmla="*/ 290 w 361"/>
              <a:gd name="T3" fmla="*/ 932 h 932"/>
              <a:gd name="T4" fmla="*/ 361 w 361"/>
              <a:gd name="T5" fmla="*/ 399 h 932"/>
              <a:gd name="T6" fmla="*/ 0 w 361"/>
              <a:gd name="T7" fmla="*/ 0 h 932"/>
            </a:gdLst>
            <a:ahLst/>
            <a:cxnLst>
              <a:cxn ang="0">
                <a:pos x="T0" y="T1"/>
              </a:cxn>
              <a:cxn ang="0">
                <a:pos x="T2" y="T3"/>
              </a:cxn>
              <a:cxn ang="0">
                <a:pos x="T4" y="T5"/>
              </a:cxn>
              <a:cxn ang="0">
                <a:pos x="T6" y="T7"/>
              </a:cxn>
            </a:cxnLst>
            <a:rect l="0" t="0" r="r" b="b"/>
            <a:pathLst>
              <a:path w="361" h="932">
                <a:moveTo>
                  <a:pt x="0" y="0"/>
                </a:moveTo>
                <a:lnTo>
                  <a:pt x="290" y="932"/>
                </a:lnTo>
                <a:lnTo>
                  <a:pt x="361" y="399"/>
                </a:lnTo>
                <a:lnTo>
                  <a:pt x="0" y="0"/>
                </a:lnTo>
                <a:close/>
              </a:path>
            </a:pathLst>
          </a:custGeom>
          <a:solidFill>
            <a:srgbClr val="002060"/>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8" name="Freeform 27"/>
          <p:cNvSpPr>
            <a:spLocks/>
          </p:cNvSpPr>
          <p:nvPr/>
        </p:nvSpPr>
        <p:spPr bwMode="auto">
          <a:xfrm>
            <a:off x="2804672" y="2146955"/>
            <a:ext cx="804555" cy="2077133"/>
          </a:xfrm>
          <a:custGeom>
            <a:avLst/>
            <a:gdLst>
              <a:gd name="T0" fmla="*/ 0 w 361"/>
              <a:gd name="T1" fmla="*/ 0 h 932"/>
              <a:gd name="T2" fmla="*/ 290 w 361"/>
              <a:gd name="T3" fmla="*/ 932 h 932"/>
              <a:gd name="T4" fmla="*/ 361 w 361"/>
              <a:gd name="T5" fmla="*/ 399 h 932"/>
              <a:gd name="T6" fmla="*/ 0 w 361"/>
              <a:gd name="T7" fmla="*/ 0 h 932"/>
            </a:gdLst>
            <a:ahLst/>
            <a:cxnLst>
              <a:cxn ang="0">
                <a:pos x="T0" y="T1"/>
              </a:cxn>
              <a:cxn ang="0">
                <a:pos x="T2" y="T3"/>
              </a:cxn>
              <a:cxn ang="0">
                <a:pos x="T4" y="T5"/>
              </a:cxn>
              <a:cxn ang="0">
                <a:pos x="T6" y="T7"/>
              </a:cxn>
            </a:cxnLst>
            <a:rect l="0" t="0" r="r" b="b"/>
            <a:pathLst>
              <a:path w="361" h="932">
                <a:moveTo>
                  <a:pt x="0" y="0"/>
                </a:moveTo>
                <a:lnTo>
                  <a:pt x="290" y="932"/>
                </a:lnTo>
                <a:lnTo>
                  <a:pt x="361" y="399"/>
                </a:lnTo>
                <a:lnTo>
                  <a:pt x="0" y="0"/>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2" name="Freeform 27"/>
          <p:cNvSpPr>
            <a:spLocks/>
          </p:cNvSpPr>
          <p:nvPr/>
        </p:nvSpPr>
        <p:spPr bwMode="auto">
          <a:xfrm>
            <a:off x="1407312" y="2986460"/>
            <a:ext cx="680556" cy="1757003"/>
          </a:xfrm>
          <a:custGeom>
            <a:avLst/>
            <a:gdLst>
              <a:gd name="T0" fmla="*/ 0 w 361"/>
              <a:gd name="T1" fmla="*/ 0 h 932"/>
              <a:gd name="T2" fmla="*/ 290 w 361"/>
              <a:gd name="T3" fmla="*/ 932 h 932"/>
              <a:gd name="T4" fmla="*/ 361 w 361"/>
              <a:gd name="T5" fmla="*/ 399 h 932"/>
              <a:gd name="T6" fmla="*/ 0 w 361"/>
              <a:gd name="T7" fmla="*/ 0 h 932"/>
            </a:gdLst>
            <a:ahLst/>
            <a:cxnLst>
              <a:cxn ang="0">
                <a:pos x="T0" y="T1"/>
              </a:cxn>
              <a:cxn ang="0">
                <a:pos x="T2" y="T3"/>
              </a:cxn>
              <a:cxn ang="0">
                <a:pos x="T4" y="T5"/>
              </a:cxn>
              <a:cxn ang="0">
                <a:pos x="T6" y="T7"/>
              </a:cxn>
            </a:cxnLst>
            <a:rect l="0" t="0" r="r" b="b"/>
            <a:pathLst>
              <a:path w="361" h="932">
                <a:moveTo>
                  <a:pt x="0" y="0"/>
                </a:moveTo>
                <a:lnTo>
                  <a:pt x="290" y="932"/>
                </a:lnTo>
                <a:lnTo>
                  <a:pt x="361" y="399"/>
                </a:lnTo>
                <a:lnTo>
                  <a:pt x="0" y="0"/>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6" name="Freeform 27"/>
          <p:cNvSpPr>
            <a:spLocks/>
          </p:cNvSpPr>
          <p:nvPr/>
        </p:nvSpPr>
        <p:spPr bwMode="auto">
          <a:xfrm>
            <a:off x="224640" y="3638845"/>
            <a:ext cx="526153" cy="1358378"/>
          </a:xfrm>
          <a:custGeom>
            <a:avLst/>
            <a:gdLst>
              <a:gd name="T0" fmla="*/ 0 w 361"/>
              <a:gd name="T1" fmla="*/ 0 h 932"/>
              <a:gd name="T2" fmla="*/ 290 w 361"/>
              <a:gd name="T3" fmla="*/ 932 h 932"/>
              <a:gd name="T4" fmla="*/ 361 w 361"/>
              <a:gd name="T5" fmla="*/ 399 h 932"/>
              <a:gd name="T6" fmla="*/ 0 w 361"/>
              <a:gd name="T7" fmla="*/ 0 h 932"/>
            </a:gdLst>
            <a:ahLst/>
            <a:cxnLst>
              <a:cxn ang="0">
                <a:pos x="T0" y="T1"/>
              </a:cxn>
              <a:cxn ang="0">
                <a:pos x="T2" y="T3"/>
              </a:cxn>
              <a:cxn ang="0">
                <a:pos x="T4" y="T5"/>
              </a:cxn>
              <a:cxn ang="0">
                <a:pos x="T6" y="T7"/>
              </a:cxn>
            </a:cxnLst>
            <a:rect l="0" t="0" r="r" b="b"/>
            <a:pathLst>
              <a:path w="361" h="932">
                <a:moveTo>
                  <a:pt x="0" y="0"/>
                </a:moveTo>
                <a:lnTo>
                  <a:pt x="290" y="932"/>
                </a:lnTo>
                <a:lnTo>
                  <a:pt x="361" y="399"/>
                </a:lnTo>
                <a:lnTo>
                  <a:pt x="0" y="0"/>
                </a:lnTo>
                <a:close/>
              </a:path>
            </a:pathLst>
          </a:custGeom>
          <a:gradFill flip="none" rotWithShape="1">
            <a:gsLst>
              <a:gs pos="0">
                <a:srgbClr val="F26649">
                  <a:shade val="30000"/>
                  <a:satMod val="115000"/>
                </a:srgbClr>
              </a:gs>
              <a:gs pos="50000">
                <a:srgbClr val="F26649">
                  <a:shade val="67500"/>
                  <a:satMod val="115000"/>
                </a:srgbClr>
              </a:gs>
              <a:gs pos="100000">
                <a:srgbClr val="F26649">
                  <a:shade val="100000"/>
                  <a:satMod val="115000"/>
                </a:srgbClr>
              </a:gs>
            </a:gsLst>
            <a:lin ang="2700000" scaled="1"/>
            <a:tileRect/>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46" name="Freeform 45"/>
          <p:cNvSpPr/>
          <p:nvPr/>
        </p:nvSpPr>
        <p:spPr>
          <a:xfrm rot="3928191">
            <a:off x="1787096" y="177254"/>
            <a:ext cx="7568228" cy="11082791"/>
          </a:xfrm>
          <a:custGeom>
            <a:avLst/>
            <a:gdLst>
              <a:gd name="connsiteX0" fmla="*/ 22359 w 7583510"/>
              <a:gd name="connsiteY0" fmla="*/ 3332396 h 11093375"/>
              <a:gd name="connsiteX1" fmla="*/ 7506926 w 7583510"/>
              <a:gd name="connsiteY1" fmla="*/ 33753 h 11093375"/>
              <a:gd name="connsiteX2" fmla="*/ 7579100 w 7583510"/>
              <a:gd name="connsiteY2" fmla="*/ 1790 h 11093375"/>
              <a:gd name="connsiteX3" fmla="*/ 7579012 w 7583510"/>
              <a:gd name="connsiteY3" fmla="*/ 1983 h 11093375"/>
              <a:gd name="connsiteX4" fmla="*/ 7583510 w 7583510"/>
              <a:gd name="connsiteY4" fmla="*/ 0 h 11093375"/>
              <a:gd name="connsiteX5" fmla="*/ 3047374 w 7583510"/>
              <a:gd name="connsiteY5" fmla="*/ 9973781 h 11093375"/>
              <a:gd name="connsiteX6" fmla="*/ 3028263 w 7583510"/>
              <a:gd name="connsiteY6" fmla="*/ 9973781 h 11093375"/>
              <a:gd name="connsiteX7" fmla="*/ 2517323 w 7583510"/>
              <a:gd name="connsiteY7" fmla="*/ 11093375 h 11093375"/>
              <a:gd name="connsiteX8" fmla="*/ 64019 w 7583510"/>
              <a:gd name="connsiteY8" fmla="*/ 9973781 h 11093375"/>
              <a:gd name="connsiteX9" fmla="*/ 22359 w 7583510"/>
              <a:gd name="connsiteY9" fmla="*/ 9973781 h 11093375"/>
              <a:gd name="connsiteX10" fmla="*/ 22359 w 7583510"/>
              <a:gd name="connsiteY10" fmla="*/ 9954769 h 11093375"/>
              <a:gd name="connsiteX11" fmla="*/ 0 w 7583510"/>
              <a:gd name="connsiteY11" fmla="*/ 9944565 h 11093375"/>
              <a:gd name="connsiteX12" fmla="*/ 22359 w 7583510"/>
              <a:gd name="connsiteY12" fmla="*/ 9903584 h 11093375"/>
              <a:gd name="connsiteX0" fmla="*/ 22359 w 7579100"/>
              <a:gd name="connsiteY0" fmla="*/ 3330606 h 11091585"/>
              <a:gd name="connsiteX1" fmla="*/ 7506926 w 7579100"/>
              <a:gd name="connsiteY1" fmla="*/ 31963 h 11091585"/>
              <a:gd name="connsiteX2" fmla="*/ 7579100 w 7579100"/>
              <a:gd name="connsiteY2" fmla="*/ 0 h 11091585"/>
              <a:gd name="connsiteX3" fmla="*/ 7579012 w 7579100"/>
              <a:gd name="connsiteY3" fmla="*/ 193 h 11091585"/>
              <a:gd name="connsiteX4" fmla="*/ 7577933 w 7579100"/>
              <a:gd name="connsiteY4" fmla="*/ 534355 h 11091585"/>
              <a:gd name="connsiteX5" fmla="*/ 3047374 w 7579100"/>
              <a:gd name="connsiteY5" fmla="*/ 9971991 h 11091585"/>
              <a:gd name="connsiteX6" fmla="*/ 3028263 w 7579100"/>
              <a:gd name="connsiteY6" fmla="*/ 9971991 h 11091585"/>
              <a:gd name="connsiteX7" fmla="*/ 2517323 w 7579100"/>
              <a:gd name="connsiteY7" fmla="*/ 11091585 h 11091585"/>
              <a:gd name="connsiteX8" fmla="*/ 64019 w 7579100"/>
              <a:gd name="connsiteY8" fmla="*/ 9971991 h 11091585"/>
              <a:gd name="connsiteX9" fmla="*/ 22359 w 7579100"/>
              <a:gd name="connsiteY9" fmla="*/ 9971991 h 11091585"/>
              <a:gd name="connsiteX10" fmla="*/ 22359 w 7579100"/>
              <a:gd name="connsiteY10" fmla="*/ 9952979 h 11091585"/>
              <a:gd name="connsiteX11" fmla="*/ 0 w 7579100"/>
              <a:gd name="connsiteY11" fmla="*/ 9942775 h 11091585"/>
              <a:gd name="connsiteX12" fmla="*/ 22359 w 7579100"/>
              <a:gd name="connsiteY12" fmla="*/ 9901794 h 11091585"/>
              <a:gd name="connsiteX13" fmla="*/ 22359 w 7579100"/>
              <a:gd name="connsiteY13" fmla="*/ 3330606 h 11091585"/>
              <a:gd name="connsiteX0" fmla="*/ 22359 w 7579100"/>
              <a:gd name="connsiteY0" fmla="*/ 3330606 h 11091585"/>
              <a:gd name="connsiteX1" fmla="*/ 7506926 w 7579100"/>
              <a:gd name="connsiteY1" fmla="*/ 31963 h 11091585"/>
              <a:gd name="connsiteX2" fmla="*/ 7579100 w 7579100"/>
              <a:gd name="connsiteY2" fmla="*/ 0 h 11091585"/>
              <a:gd name="connsiteX3" fmla="*/ 7386790 w 7579100"/>
              <a:gd name="connsiteY3" fmla="*/ 255729 h 11091585"/>
              <a:gd name="connsiteX4" fmla="*/ 7577933 w 7579100"/>
              <a:gd name="connsiteY4" fmla="*/ 534355 h 11091585"/>
              <a:gd name="connsiteX5" fmla="*/ 3047374 w 7579100"/>
              <a:gd name="connsiteY5" fmla="*/ 9971991 h 11091585"/>
              <a:gd name="connsiteX6" fmla="*/ 3028263 w 7579100"/>
              <a:gd name="connsiteY6" fmla="*/ 9971991 h 11091585"/>
              <a:gd name="connsiteX7" fmla="*/ 2517323 w 7579100"/>
              <a:gd name="connsiteY7" fmla="*/ 11091585 h 11091585"/>
              <a:gd name="connsiteX8" fmla="*/ 64019 w 7579100"/>
              <a:gd name="connsiteY8" fmla="*/ 9971991 h 11091585"/>
              <a:gd name="connsiteX9" fmla="*/ 22359 w 7579100"/>
              <a:gd name="connsiteY9" fmla="*/ 9971991 h 11091585"/>
              <a:gd name="connsiteX10" fmla="*/ 22359 w 7579100"/>
              <a:gd name="connsiteY10" fmla="*/ 9952979 h 11091585"/>
              <a:gd name="connsiteX11" fmla="*/ 0 w 7579100"/>
              <a:gd name="connsiteY11" fmla="*/ 9942775 h 11091585"/>
              <a:gd name="connsiteX12" fmla="*/ 22359 w 7579100"/>
              <a:gd name="connsiteY12" fmla="*/ 9901794 h 11091585"/>
              <a:gd name="connsiteX13" fmla="*/ 22359 w 7579100"/>
              <a:gd name="connsiteY13" fmla="*/ 3330606 h 11091585"/>
              <a:gd name="connsiteX0" fmla="*/ 22359 w 7577933"/>
              <a:gd name="connsiteY0" fmla="*/ 3298643 h 11059622"/>
              <a:gd name="connsiteX1" fmla="*/ 7506926 w 7577933"/>
              <a:gd name="connsiteY1" fmla="*/ 0 h 11059622"/>
              <a:gd name="connsiteX2" fmla="*/ 7386790 w 7577933"/>
              <a:gd name="connsiteY2" fmla="*/ 223766 h 11059622"/>
              <a:gd name="connsiteX3" fmla="*/ 7577933 w 7577933"/>
              <a:gd name="connsiteY3" fmla="*/ 502392 h 11059622"/>
              <a:gd name="connsiteX4" fmla="*/ 3047374 w 7577933"/>
              <a:gd name="connsiteY4" fmla="*/ 9940028 h 11059622"/>
              <a:gd name="connsiteX5" fmla="*/ 3028263 w 7577933"/>
              <a:gd name="connsiteY5" fmla="*/ 9940028 h 11059622"/>
              <a:gd name="connsiteX6" fmla="*/ 2517323 w 7577933"/>
              <a:gd name="connsiteY6" fmla="*/ 11059622 h 11059622"/>
              <a:gd name="connsiteX7" fmla="*/ 64019 w 7577933"/>
              <a:gd name="connsiteY7" fmla="*/ 9940028 h 11059622"/>
              <a:gd name="connsiteX8" fmla="*/ 22359 w 7577933"/>
              <a:gd name="connsiteY8" fmla="*/ 9940028 h 11059622"/>
              <a:gd name="connsiteX9" fmla="*/ 22359 w 7577933"/>
              <a:gd name="connsiteY9" fmla="*/ 9921016 h 11059622"/>
              <a:gd name="connsiteX10" fmla="*/ 0 w 7577933"/>
              <a:gd name="connsiteY10" fmla="*/ 9910812 h 11059622"/>
              <a:gd name="connsiteX11" fmla="*/ 22359 w 7577933"/>
              <a:gd name="connsiteY11" fmla="*/ 9869831 h 11059622"/>
              <a:gd name="connsiteX12" fmla="*/ 22359 w 7577933"/>
              <a:gd name="connsiteY12" fmla="*/ 3298643 h 11059622"/>
              <a:gd name="connsiteX0" fmla="*/ 22359 w 7577933"/>
              <a:gd name="connsiteY0" fmla="*/ 3074877 h 10835856"/>
              <a:gd name="connsiteX1" fmla="*/ 7386790 w 7577933"/>
              <a:gd name="connsiteY1" fmla="*/ 0 h 10835856"/>
              <a:gd name="connsiteX2" fmla="*/ 7577933 w 7577933"/>
              <a:gd name="connsiteY2" fmla="*/ 278626 h 10835856"/>
              <a:gd name="connsiteX3" fmla="*/ 3047374 w 7577933"/>
              <a:gd name="connsiteY3" fmla="*/ 9716262 h 10835856"/>
              <a:gd name="connsiteX4" fmla="*/ 3028263 w 7577933"/>
              <a:gd name="connsiteY4" fmla="*/ 9716262 h 10835856"/>
              <a:gd name="connsiteX5" fmla="*/ 2517323 w 7577933"/>
              <a:gd name="connsiteY5" fmla="*/ 10835856 h 10835856"/>
              <a:gd name="connsiteX6" fmla="*/ 64019 w 7577933"/>
              <a:gd name="connsiteY6" fmla="*/ 9716262 h 10835856"/>
              <a:gd name="connsiteX7" fmla="*/ 22359 w 7577933"/>
              <a:gd name="connsiteY7" fmla="*/ 9716262 h 10835856"/>
              <a:gd name="connsiteX8" fmla="*/ 22359 w 7577933"/>
              <a:gd name="connsiteY8" fmla="*/ 9697250 h 10835856"/>
              <a:gd name="connsiteX9" fmla="*/ 0 w 7577933"/>
              <a:gd name="connsiteY9" fmla="*/ 9687046 h 10835856"/>
              <a:gd name="connsiteX10" fmla="*/ 22359 w 7577933"/>
              <a:gd name="connsiteY10" fmla="*/ 9646065 h 10835856"/>
              <a:gd name="connsiteX11" fmla="*/ 22359 w 7577933"/>
              <a:gd name="connsiteY11" fmla="*/ 3074877 h 10835856"/>
              <a:gd name="connsiteX0" fmla="*/ 22359 w 7577933"/>
              <a:gd name="connsiteY0" fmla="*/ 2979516 h 10740495"/>
              <a:gd name="connsiteX1" fmla="*/ 7208485 w 7577933"/>
              <a:gd name="connsiteY1" fmla="*/ 0 h 10740495"/>
              <a:gd name="connsiteX2" fmla="*/ 7577933 w 7577933"/>
              <a:gd name="connsiteY2" fmla="*/ 183265 h 10740495"/>
              <a:gd name="connsiteX3" fmla="*/ 3047374 w 7577933"/>
              <a:gd name="connsiteY3" fmla="*/ 9620901 h 10740495"/>
              <a:gd name="connsiteX4" fmla="*/ 3028263 w 7577933"/>
              <a:gd name="connsiteY4" fmla="*/ 9620901 h 10740495"/>
              <a:gd name="connsiteX5" fmla="*/ 2517323 w 7577933"/>
              <a:gd name="connsiteY5" fmla="*/ 10740495 h 10740495"/>
              <a:gd name="connsiteX6" fmla="*/ 64019 w 7577933"/>
              <a:gd name="connsiteY6" fmla="*/ 9620901 h 10740495"/>
              <a:gd name="connsiteX7" fmla="*/ 22359 w 7577933"/>
              <a:gd name="connsiteY7" fmla="*/ 9620901 h 10740495"/>
              <a:gd name="connsiteX8" fmla="*/ 22359 w 7577933"/>
              <a:gd name="connsiteY8" fmla="*/ 9601889 h 10740495"/>
              <a:gd name="connsiteX9" fmla="*/ 0 w 7577933"/>
              <a:gd name="connsiteY9" fmla="*/ 9591685 h 10740495"/>
              <a:gd name="connsiteX10" fmla="*/ 22359 w 7577933"/>
              <a:gd name="connsiteY10" fmla="*/ 9550704 h 10740495"/>
              <a:gd name="connsiteX11" fmla="*/ 22359 w 7577933"/>
              <a:gd name="connsiteY11" fmla="*/ 2979516 h 10740495"/>
              <a:gd name="connsiteX0" fmla="*/ 22359 w 7577933"/>
              <a:gd name="connsiteY0" fmla="*/ 2796251 h 10557230"/>
              <a:gd name="connsiteX1" fmla="*/ 7577933 w 7577933"/>
              <a:gd name="connsiteY1" fmla="*/ 0 h 10557230"/>
              <a:gd name="connsiteX2" fmla="*/ 3047374 w 7577933"/>
              <a:gd name="connsiteY2" fmla="*/ 9437636 h 10557230"/>
              <a:gd name="connsiteX3" fmla="*/ 3028263 w 7577933"/>
              <a:gd name="connsiteY3" fmla="*/ 9437636 h 10557230"/>
              <a:gd name="connsiteX4" fmla="*/ 2517323 w 7577933"/>
              <a:gd name="connsiteY4" fmla="*/ 10557230 h 10557230"/>
              <a:gd name="connsiteX5" fmla="*/ 64019 w 7577933"/>
              <a:gd name="connsiteY5" fmla="*/ 9437636 h 10557230"/>
              <a:gd name="connsiteX6" fmla="*/ 22359 w 7577933"/>
              <a:gd name="connsiteY6" fmla="*/ 9437636 h 10557230"/>
              <a:gd name="connsiteX7" fmla="*/ 22359 w 7577933"/>
              <a:gd name="connsiteY7" fmla="*/ 9418624 h 10557230"/>
              <a:gd name="connsiteX8" fmla="*/ 0 w 7577933"/>
              <a:gd name="connsiteY8" fmla="*/ 9408420 h 10557230"/>
              <a:gd name="connsiteX9" fmla="*/ 22359 w 7577933"/>
              <a:gd name="connsiteY9" fmla="*/ 9367439 h 10557230"/>
              <a:gd name="connsiteX10" fmla="*/ 22359 w 7577933"/>
              <a:gd name="connsiteY10" fmla="*/ 2796251 h 10557230"/>
              <a:gd name="connsiteX0" fmla="*/ 22359 w 7577933"/>
              <a:gd name="connsiteY0" fmla="*/ 2796251 h 10557230"/>
              <a:gd name="connsiteX1" fmla="*/ 7577933 w 7577933"/>
              <a:gd name="connsiteY1" fmla="*/ 0 h 10557230"/>
              <a:gd name="connsiteX2" fmla="*/ 3047374 w 7577933"/>
              <a:gd name="connsiteY2" fmla="*/ 9437636 h 10557230"/>
              <a:gd name="connsiteX3" fmla="*/ 2517323 w 7577933"/>
              <a:gd name="connsiteY3" fmla="*/ 10557230 h 10557230"/>
              <a:gd name="connsiteX4" fmla="*/ 64019 w 7577933"/>
              <a:gd name="connsiteY4" fmla="*/ 9437636 h 10557230"/>
              <a:gd name="connsiteX5" fmla="*/ 22359 w 7577933"/>
              <a:gd name="connsiteY5" fmla="*/ 9437636 h 10557230"/>
              <a:gd name="connsiteX6" fmla="*/ 22359 w 7577933"/>
              <a:gd name="connsiteY6" fmla="*/ 9418624 h 10557230"/>
              <a:gd name="connsiteX7" fmla="*/ 0 w 7577933"/>
              <a:gd name="connsiteY7" fmla="*/ 9408420 h 10557230"/>
              <a:gd name="connsiteX8" fmla="*/ 22359 w 7577933"/>
              <a:gd name="connsiteY8" fmla="*/ 9367439 h 10557230"/>
              <a:gd name="connsiteX9" fmla="*/ 22359 w 7577933"/>
              <a:gd name="connsiteY9" fmla="*/ 2796251 h 10557230"/>
              <a:gd name="connsiteX0" fmla="*/ 22359 w 7577933"/>
              <a:gd name="connsiteY0" fmla="*/ 2796251 h 10557230"/>
              <a:gd name="connsiteX1" fmla="*/ 7577933 w 7577933"/>
              <a:gd name="connsiteY1" fmla="*/ 0 h 10557230"/>
              <a:gd name="connsiteX2" fmla="*/ 2517323 w 7577933"/>
              <a:gd name="connsiteY2" fmla="*/ 10557230 h 10557230"/>
              <a:gd name="connsiteX3" fmla="*/ 64019 w 7577933"/>
              <a:gd name="connsiteY3" fmla="*/ 9437636 h 10557230"/>
              <a:gd name="connsiteX4" fmla="*/ 22359 w 7577933"/>
              <a:gd name="connsiteY4" fmla="*/ 9437636 h 10557230"/>
              <a:gd name="connsiteX5" fmla="*/ 22359 w 7577933"/>
              <a:gd name="connsiteY5" fmla="*/ 9418624 h 10557230"/>
              <a:gd name="connsiteX6" fmla="*/ 0 w 7577933"/>
              <a:gd name="connsiteY6" fmla="*/ 9408420 h 10557230"/>
              <a:gd name="connsiteX7" fmla="*/ 22359 w 7577933"/>
              <a:gd name="connsiteY7" fmla="*/ 9367439 h 10557230"/>
              <a:gd name="connsiteX8" fmla="*/ 22359 w 7577933"/>
              <a:gd name="connsiteY8" fmla="*/ 2796251 h 10557230"/>
              <a:gd name="connsiteX0" fmla="*/ 36362 w 7591936"/>
              <a:gd name="connsiteY0" fmla="*/ 2796251 h 10557230"/>
              <a:gd name="connsiteX1" fmla="*/ 7591936 w 7591936"/>
              <a:gd name="connsiteY1" fmla="*/ 0 h 10557230"/>
              <a:gd name="connsiteX2" fmla="*/ 2531326 w 7591936"/>
              <a:gd name="connsiteY2" fmla="*/ 10557230 h 10557230"/>
              <a:gd name="connsiteX3" fmla="*/ 78022 w 7591936"/>
              <a:gd name="connsiteY3" fmla="*/ 9437636 h 10557230"/>
              <a:gd name="connsiteX4" fmla="*/ 36362 w 7591936"/>
              <a:gd name="connsiteY4" fmla="*/ 9437636 h 10557230"/>
              <a:gd name="connsiteX5" fmla="*/ 36362 w 7591936"/>
              <a:gd name="connsiteY5" fmla="*/ 9418624 h 10557230"/>
              <a:gd name="connsiteX6" fmla="*/ 0 w 7591936"/>
              <a:gd name="connsiteY6" fmla="*/ 9490100 h 10557230"/>
              <a:gd name="connsiteX7" fmla="*/ 36362 w 7591936"/>
              <a:gd name="connsiteY7" fmla="*/ 9367439 h 10557230"/>
              <a:gd name="connsiteX8" fmla="*/ 36362 w 7591936"/>
              <a:gd name="connsiteY8" fmla="*/ 2796251 h 10557230"/>
              <a:gd name="connsiteX0" fmla="*/ 0 w 7555574"/>
              <a:gd name="connsiteY0" fmla="*/ 2796251 h 10557230"/>
              <a:gd name="connsiteX1" fmla="*/ 7555574 w 7555574"/>
              <a:gd name="connsiteY1" fmla="*/ 0 h 10557230"/>
              <a:gd name="connsiteX2" fmla="*/ 2494964 w 7555574"/>
              <a:gd name="connsiteY2" fmla="*/ 10557230 h 10557230"/>
              <a:gd name="connsiteX3" fmla="*/ 41660 w 7555574"/>
              <a:gd name="connsiteY3" fmla="*/ 9437636 h 10557230"/>
              <a:gd name="connsiteX4" fmla="*/ 0 w 7555574"/>
              <a:gd name="connsiteY4" fmla="*/ 9437636 h 10557230"/>
              <a:gd name="connsiteX5" fmla="*/ 0 w 7555574"/>
              <a:gd name="connsiteY5" fmla="*/ 9418624 h 10557230"/>
              <a:gd name="connsiteX6" fmla="*/ 0 w 7555574"/>
              <a:gd name="connsiteY6" fmla="*/ 9367439 h 10557230"/>
              <a:gd name="connsiteX7" fmla="*/ 0 w 7555574"/>
              <a:gd name="connsiteY7" fmla="*/ 2796251 h 10557230"/>
              <a:gd name="connsiteX0" fmla="*/ 0 w 7555574"/>
              <a:gd name="connsiteY0" fmla="*/ 2796251 h 10557230"/>
              <a:gd name="connsiteX1" fmla="*/ 7555574 w 7555574"/>
              <a:gd name="connsiteY1" fmla="*/ 0 h 10557230"/>
              <a:gd name="connsiteX2" fmla="*/ 2494964 w 7555574"/>
              <a:gd name="connsiteY2" fmla="*/ 10557230 h 10557230"/>
              <a:gd name="connsiteX3" fmla="*/ 41660 w 7555574"/>
              <a:gd name="connsiteY3" fmla="*/ 9437636 h 10557230"/>
              <a:gd name="connsiteX4" fmla="*/ 0 w 7555574"/>
              <a:gd name="connsiteY4" fmla="*/ 9437636 h 10557230"/>
              <a:gd name="connsiteX5" fmla="*/ 0 w 7555574"/>
              <a:gd name="connsiteY5" fmla="*/ 9367439 h 10557230"/>
              <a:gd name="connsiteX6" fmla="*/ 0 w 7555574"/>
              <a:gd name="connsiteY6" fmla="*/ 2796251 h 10557230"/>
              <a:gd name="connsiteX0" fmla="*/ 0 w 7555574"/>
              <a:gd name="connsiteY0" fmla="*/ 2796251 h 10557230"/>
              <a:gd name="connsiteX1" fmla="*/ 7555574 w 7555574"/>
              <a:gd name="connsiteY1" fmla="*/ 0 h 10557230"/>
              <a:gd name="connsiteX2" fmla="*/ 2494964 w 7555574"/>
              <a:gd name="connsiteY2" fmla="*/ 10557230 h 10557230"/>
              <a:gd name="connsiteX3" fmla="*/ 41660 w 7555574"/>
              <a:gd name="connsiteY3" fmla="*/ 9437636 h 10557230"/>
              <a:gd name="connsiteX4" fmla="*/ 0 w 7555574"/>
              <a:gd name="connsiteY4" fmla="*/ 9437636 h 10557230"/>
              <a:gd name="connsiteX5" fmla="*/ 0 w 7555574"/>
              <a:gd name="connsiteY5" fmla="*/ 2796251 h 10557230"/>
              <a:gd name="connsiteX0" fmla="*/ 0 w 7555574"/>
              <a:gd name="connsiteY0" fmla="*/ 2796251 h 10557230"/>
              <a:gd name="connsiteX1" fmla="*/ 7555574 w 7555574"/>
              <a:gd name="connsiteY1" fmla="*/ 0 h 10557230"/>
              <a:gd name="connsiteX2" fmla="*/ 2494964 w 7555574"/>
              <a:gd name="connsiteY2" fmla="*/ 10557230 h 10557230"/>
              <a:gd name="connsiteX3" fmla="*/ 0 w 7555574"/>
              <a:gd name="connsiteY3" fmla="*/ 9437636 h 10557230"/>
              <a:gd name="connsiteX4" fmla="*/ 0 w 7555574"/>
              <a:gd name="connsiteY4" fmla="*/ 2796251 h 10557230"/>
              <a:gd name="connsiteX0" fmla="*/ 12654 w 7568228"/>
              <a:gd name="connsiteY0" fmla="*/ 2796251 h 10557230"/>
              <a:gd name="connsiteX1" fmla="*/ 7568228 w 7568228"/>
              <a:gd name="connsiteY1" fmla="*/ 0 h 10557230"/>
              <a:gd name="connsiteX2" fmla="*/ 2507618 w 7568228"/>
              <a:gd name="connsiteY2" fmla="*/ 10557230 h 10557230"/>
              <a:gd name="connsiteX3" fmla="*/ 0 w 7568228"/>
              <a:gd name="connsiteY3" fmla="*/ 9464050 h 10557230"/>
              <a:gd name="connsiteX4" fmla="*/ 12654 w 7568228"/>
              <a:gd name="connsiteY4" fmla="*/ 2796251 h 1055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68228" h="10557230">
                <a:moveTo>
                  <a:pt x="12654" y="2796251"/>
                </a:moveTo>
                <a:lnTo>
                  <a:pt x="7568228" y="0"/>
                </a:lnTo>
                <a:lnTo>
                  <a:pt x="2507618" y="10557230"/>
                </a:lnTo>
                <a:lnTo>
                  <a:pt x="0" y="9464050"/>
                </a:lnTo>
                <a:lnTo>
                  <a:pt x="12654" y="279625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IN">
              <a:solidFill>
                <a:prstClr val="white"/>
              </a:solidFill>
            </a:endParaRPr>
          </a:p>
        </p:txBody>
      </p:sp>
      <p:grpSp>
        <p:nvGrpSpPr>
          <p:cNvPr id="26" name="Group 25"/>
          <p:cNvGrpSpPr/>
          <p:nvPr/>
        </p:nvGrpSpPr>
        <p:grpSpPr>
          <a:xfrm>
            <a:off x="224640" y="3392840"/>
            <a:ext cx="1617811" cy="1539107"/>
            <a:chOff x="224640" y="3393230"/>
            <a:chExt cx="1617811" cy="1539107"/>
          </a:xfrm>
        </p:grpSpPr>
        <p:sp>
          <p:nvSpPr>
            <p:cNvPr id="54" name="Freeform 25"/>
            <p:cNvSpPr>
              <a:spLocks/>
            </p:cNvSpPr>
            <p:nvPr/>
          </p:nvSpPr>
          <p:spPr bwMode="auto">
            <a:xfrm>
              <a:off x="224640" y="3393230"/>
              <a:ext cx="1507042" cy="1224289"/>
            </a:xfrm>
            <a:custGeom>
              <a:avLst/>
              <a:gdLst>
                <a:gd name="T0" fmla="*/ 0 w 1034"/>
                <a:gd name="T1" fmla="*/ 174 h 840"/>
                <a:gd name="T2" fmla="*/ 385 w 1034"/>
                <a:gd name="T3" fmla="*/ 0 h 840"/>
                <a:gd name="T4" fmla="*/ 1034 w 1034"/>
                <a:gd name="T5" fmla="*/ 568 h 840"/>
                <a:gd name="T6" fmla="*/ 604 w 1034"/>
                <a:gd name="T7" fmla="*/ 840 h 840"/>
                <a:gd name="T8" fmla="*/ 0 w 1034"/>
                <a:gd name="T9" fmla="*/ 174 h 840"/>
              </a:gdLst>
              <a:ahLst/>
              <a:cxnLst>
                <a:cxn ang="0">
                  <a:pos x="T0" y="T1"/>
                </a:cxn>
                <a:cxn ang="0">
                  <a:pos x="T2" y="T3"/>
                </a:cxn>
                <a:cxn ang="0">
                  <a:pos x="T4" y="T5"/>
                </a:cxn>
                <a:cxn ang="0">
                  <a:pos x="T6" y="T7"/>
                </a:cxn>
                <a:cxn ang="0">
                  <a:pos x="T8" y="T9"/>
                </a:cxn>
              </a:cxnLst>
              <a:rect l="0" t="0" r="r" b="b"/>
              <a:pathLst>
                <a:path w="1034" h="840">
                  <a:moveTo>
                    <a:pt x="0" y="174"/>
                  </a:moveTo>
                  <a:lnTo>
                    <a:pt x="385" y="0"/>
                  </a:lnTo>
                  <a:lnTo>
                    <a:pt x="1034" y="568"/>
                  </a:lnTo>
                  <a:lnTo>
                    <a:pt x="604" y="840"/>
                  </a:lnTo>
                  <a:lnTo>
                    <a:pt x="0" y="174"/>
                  </a:lnTo>
                  <a:close/>
                </a:path>
              </a:pathLst>
            </a:custGeom>
            <a:gradFill flip="none" rotWithShape="1">
              <a:gsLst>
                <a:gs pos="0">
                  <a:srgbClr val="F26649">
                    <a:shade val="30000"/>
                    <a:satMod val="115000"/>
                  </a:srgbClr>
                </a:gs>
                <a:gs pos="50000">
                  <a:srgbClr val="F26649">
                    <a:shade val="67500"/>
                    <a:satMod val="115000"/>
                  </a:srgbClr>
                </a:gs>
                <a:gs pos="100000">
                  <a:srgbClr val="F26649">
                    <a:shade val="100000"/>
                    <a:satMod val="115000"/>
                  </a:srgbClr>
                </a:gs>
              </a:gsLst>
              <a:lin ang="189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5" name="Freeform 26"/>
            <p:cNvSpPr>
              <a:spLocks/>
            </p:cNvSpPr>
            <p:nvPr/>
          </p:nvSpPr>
          <p:spPr bwMode="auto">
            <a:xfrm>
              <a:off x="1354193" y="4384321"/>
              <a:ext cx="488258" cy="548015"/>
            </a:xfrm>
            <a:custGeom>
              <a:avLst/>
              <a:gdLst>
                <a:gd name="T0" fmla="*/ 0 w 335"/>
                <a:gd name="T1" fmla="*/ 31 h 376"/>
                <a:gd name="T2" fmla="*/ 42 w 335"/>
                <a:gd name="T3" fmla="*/ 0 h 376"/>
                <a:gd name="T4" fmla="*/ 335 w 335"/>
                <a:gd name="T5" fmla="*/ 376 h 376"/>
                <a:gd name="T6" fmla="*/ 0 w 335"/>
                <a:gd name="T7" fmla="*/ 31 h 376"/>
              </a:gdLst>
              <a:ahLst/>
              <a:cxnLst>
                <a:cxn ang="0">
                  <a:pos x="T0" y="T1"/>
                </a:cxn>
                <a:cxn ang="0">
                  <a:pos x="T2" y="T3"/>
                </a:cxn>
                <a:cxn ang="0">
                  <a:pos x="T4" y="T5"/>
                </a:cxn>
                <a:cxn ang="0">
                  <a:pos x="T6" y="T7"/>
                </a:cxn>
              </a:cxnLst>
              <a:rect l="0" t="0" r="r" b="b"/>
              <a:pathLst>
                <a:path w="335" h="376">
                  <a:moveTo>
                    <a:pt x="0" y="31"/>
                  </a:moveTo>
                  <a:lnTo>
                    <a:pt x="42" y="0"/>
                  </a:lnTo>
                  <a:lnTo>
                    <a:pt x="335" y="376"/>
                  </a:lnTo>
                  <a:lnTo>
                    <a:pt x="0" y="31"/>
                  </a:lnTo>
                  <a:close/>
                </a:path>
              </a:pathLst>
            </a:custGeom>
            <a:solidFill>
              <a:srgbClr val="B729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7" name="Freeform 28"/>
            <p:cNvSpPr>
              <a:spLocks/>
            </p:cNvSpPr>
            <p:nvPr/>
          </p:nvSpPr>
          <p:spPr bwMode="auto">
            <a:xfrm>
              <a:off x="1415407" y="4097196"/>
              <a:ext cx="427044" cy="835140"/>
            </a:xfrm>
            <a:custGeom>
              <a:avLst/>
              <a:gdLst>
                <a:gd name="T0" fmla="*/ 0 w 293"/>
                <a:gd name="T1" fmla="*/ 197 h 573"/>
                <a:gd name="T2" fmla="*/ 262 w 293"/>
                <a:gd name="T3" fmla="*/ 0 h 573"/>
                <a:gd name="T4" fmla="*/ 293 w 293"/>
                <a:gd name="T5" fmla="*/ 573 h 573"/>
                <a:gd name="T6" fmla="*/ 0 w 293"/>
                <a:gd name="T7" fmla="*/ 197 h 573"/>
              </a:gdLst>
              <a:ahLst/>
              <a:cxnLst>
                <a:cxn ang="0">
                  <a:pos x="T0" y="T1"/>
                </a:cxn>
                <a:cxn ang="0">
                  <a:pos x="T2" y="T3"/>
                </a:cxn>
                <a:cxn ang="0">
                  <a:pos x="T4" y="T5"/>
                </a:cxn>
                <a:cxn ang="0">
                  <a:pos x="T6" y="T7"/>
                </a:cxn>
              </a:cxnLst>
              <a:rect l="0" t="0" r="r" b="b"/>
              <a:pathLst>
                <a:path w="293" h="573">
                  <a:moveTo>
                    <a:pt x="0" y="197"/>
                  </a:moveTo>
                  <a:lnTo>
                    <a:pt x="262" y="0"/>
                  </a:lnTo>
                  <a:lnTo>
                    <a:pt x="293" y="573"/>
                  </a:lnTo>
                  <a:lnTo>
                    <a:pt x="0" y="197"/>
                  </a:lnTo>
                  <a:close/>
                </a:path>
              </a:pathLst>
            </a:custGeom>
            <a:gradFill flip="none" rotWithShape="1">
              <a:gsLst>
                <a:gs pos="0">
                  <a:srgbClr val="F26649">
                    <a:shade val="30000"/>
                    <a:satMod val="115000"/>
                  </a:srgbClr>
                </a:gs>
                <a:gs pos="50000">
                  <a:srgbClr val="F26649">
                    <a:shade val="67500"/>
                    <a:satMod val="115000"/>
                  </a:srgbClr>
                </a:gs>
                <a:gs pos="100000">
                  <a:srgbClr val="F26649">
                    <a:shade val="100000"/>
                    <a:satMod val="115000"/>
                  </a:srgbClr>
                </a:gs>
              </a:gsLst>
              <a:lin ang="135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58" name="Freeform 29"/>
            <p:cNvSpPr>
              <a:spLocks/>
            </p:cNvSpPr>
            <p:nvPr/>
          </p:nvSpPr>
          <p:spPr bwMode="auto">
            <a:xfrm>
              <a:off x="989821" y="4429504"/>
              <a:ext cx="852630" cy="502833"/>
            </a:xfrm>
            <a:custGeom>
              <a:avLst/>
              <a:gdLst>
                <a:gd name="T0" fmla="*/ 0 w 585"/>
                <a:gd name="T1" fmla="*/ 188 h 345"/>
                <a:gd name="T2" fmla="*/ 250 w 585"/>
                <a:gd name="T3" fmla="*/ 0 h 345"/>
                <a:gd name="T4" fmla="*/ 585 w 585"/>
                <a:gd name="T5" fmla="*/ 345 h 345"/>
                <a:gd name="T6" fmla="*/ 0 w 585"/>
                <a:gd name="T7" fmla="*/ 188 h 345"/>
              </a:gdLst>
              <a:ahLst/>
              <a:cxnLst>
                <a:cxn ang="0">
                  <a:pos x="T0" y="T1"/>
                </a:cxn>
                <a:cxn ang="0">
                  <a:pos x="T2" y="T3"/>
                </a:cxn>
                <a:cxn ang="0">
                  <a:pos x="T4" y="T5"/>
                </a:cxn>
                <a:cxn ang="0">
                  <a:pos x="T6" y="T7"/>
                </a:cxn>
              </a:cxnLst>
              <a:rect l="0" t="0" r="r" b="b"/>
              <a:pathLst>
                <a:path w="585" h="345">
                  <a:moveTo>
                    <a:pt x="0" y="188"/>
                  </a:moveTo>
                  <a:lnTo>
                    <a:pt x="250" y="0"/>
                  </a:lnTo>
                  <a:lnTo>
                    <a:pt x="585" y="345"/>
                  </a:lnTo>
                  <a:lnTo>
                    <a:pt x="0" y="188"/>
                  </a:lnTo>
                  <a:close/>
                </a:path>
              </a:pathLst>
            </a:custGeom>
            <a:gradFill flip="none" rotWithShape="1">
              <a:gsLst>
                <a:gs pos="0">
                  <a:srgbClr val="F26649">
                    <a:shade val="30000"/>
                    <a:satMod val="115000"/>
                  </a:srgbClr>
                </a:gs>
                <a:gs pos="50000">
                  <a:srgbClr val="F26649">
                    <a:shade val="67500"/>
                    <a:satMod val="115000"/>
                  </a:srgbClr>
                </a:gs>
                <a:gs pos="100000">
                  <a:srgbClr val="F26649">
                    <a:shade val="100000"/>
                    <a:satMod val="115000"/>
                  </a:srgbClr>
                </a:gs>
              </a:gsLst>
              <a:lin ang="135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grpSp>
        <p:nvGrpSpPr>
          <p:cNvPr id="63" name="Group 62"/>
          <p:cNvGrpSpPr/>
          <p:nvPr/>
        </p:nvGrpSpPr>
        <p:grpSpPr>
          <a:xfrm>
            <a:off x="1400923" y="2652463"/>
            <a:ext cx="2092568" cy="1990768"/>
            <a:chOff x="224640" y="3393230"/>
            <a:chExt cx="1617811" cy="1539107"/>
          </a:xfrm>
        </p:grpSpPr>
        <p:sp>
          <p:nvSpPr>
            <p:cNvPr id="64" name="Freeform 25"/>
            <p:cNvSpPr>
              <a:spLocks/>
            </p:cNvSpPr>
            <p:nvPr/>
          </p:nvSpPr>
          <p:spPr bwMode="auto">
            <a:xfrm>
              <a:off x="224640" y="3393230"/>
              <a:ext cx="1507042" cy="1224289"/>
            </a:xfrm>
            <a:custGeom>
              <a:avLst/>
              <a:gdLst>
                <a:gd name="T0" fmla="*/ 0 w 1034"/>
                <a:gd name="T1" fmla="*/ 174 h 840"/>
                <a:gd name="T2" fmla="*/ 385 w 1034"/>
                <a:gd name="T3" fmla="*/ 0 h 840"/>
                <a:gd name="T4" fmla="*/ 1034 w 1034"/>
                <a:gd name="T5" fmla="*/ 568 h 840"/>
                <a:gd name="T6" fmla="*/ 604 w 1034"/>
                <a:gd name="T7" fmla="*/ 840 h 840"/>
                <a:gd name="T8" fmla="*/ 0 w 1034"/>
                <a:gd name="T9" fmla="*/ 174 h 840"/>
              </a:gdLst>
              <a:ahLst/>
              <a:cxnLst>
                <a:cxn ang="0">
                  <a:pos x="T0" y="T1"/>
                </a:cxn>
                <a:cxn ang="0">
                  <a:pos x="T2" y="T3"/>
                </a:cxn>
                <a:cxn ang="0">
                  <a:pos x="T4" y="T5"/>
                </a:cxn>
                <a:cxn ang="0">
                  <a:pos x="T6" y="T7"/>
                </a:cxn>
                <a:cxn ang="0">
                  <a:pos x="T8" y="T9"/>
                </a:cxn>
              </a:cxnLst>
              <a:rect l="0" t="0" r="r" b="b"/>
              <a:pathLst>
                <a:path w="1034" h="840">
                  <a:moveTo>
                    <a:pt x="0" y="174"/>
                  </a:moveTo>
                  <a:lnTo>
                    <a:pt x="385" y="0"/>
                  </a:lnTo>
                  <a:lnTo>
                    <a:pt x="1034" y="568"/>
                  </a:lnTo>
                  <a:lnTo>
                    <a:pt x="604" y="840"/>
                  </a:lnTo>
                  <a:lnTo>
                    <a:pt x="0" y="174"/>
                  </a:lnTo>
                  <a:close/>
                </a:path>
              </a:pathLst>
            </a:custGeom>
            <a:gradFill flip="none" rotWithShape="1">
              <a:gsLst>
                <a:gs pos="0">
                  <a:schemeClr val="tx2">
                    <a:shade val="30000"/>
                    <a:satMod val="115000"/>
                  </a:schemeClr>
                </a:gs>
                <a:gs pos="50000">
                  <a:schemeClr val="tx2">
                    <a:shade val="67500"/>
                    <a:satMod val="115000"/>
                  </a:schemeClr>
                </a:gs>
                <a:gs pos="100000">
                  <a:schemeClr val="tx2">
                    <a:shade val="100000"/>
                    <a:satMod val="115000"/>
                  </a:schemeClr>
                </a:gs>
              </a:gsLst>
              <a:lin ang="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5" name="Freeform 26"/>
            <p:cNvSpPr>
              <a:spLocks/>
            </p:cNvSpPr>
            <p:nvPr/>
          </p:nvSpPr>
          <p:spPr bwMode="auto">
            <a:xfrm>
              <a:off x="1354193" y="4384321"/>
              <a:ext cx="488258" cy="548015"/>
            </a:xfrm>
            <a:custGeom>
              <a:avLst/>
              <a:gdLst>
                <a:gd name="T0" fmla="*/ 0 w 335"/>
                <a:gd name="T1" fmla="*/ 31 h 376"/>
                <a:gd name="T2" fmla="*/ 42 w 335"/>
                <a:gd name="T3" fmla="*/ 0 h 376"/>
                <a:gd name="T4" fmla="*/ 335 w 335"/>
                <a:gd name="T5" fmla="*/ 376 h 376"/>
                <a:gd name="T6" fmla="*/ 0 w 335"/>
                <a:gd name="T7" fmla="*/ 31 h 376"/>
              </a:gdLst>
              <a:ahLst/>
              <a:cxnLst>
                <a:cxn ang="0">
                  <a:pos x="T0" y="T1"/>
                </a:cxn>
                <a:cxn ang="0">
                  <a:pos x="T2" y="T3"/>
                </a:cxn>
                <a:cxn ang="0">
                  <a:pos x="T4" y="T5"/>
                </a:cxn>
                <a:cxn ang="0">
                  <a:pos x="T6" y="T7"/>
                </a:cxn>
              </a:cxnLst>
              <a:rect l="0" t="0" r="r" b="b"/>
              <a:pathLst>
                <a:path w="335" h="376">
                  <a:moveTo>
                    <a:pt x="0" y="31"/>
                  </a:moveTo>
                  <a:lnTo>
                    <a:pt x="42" y="0"/>
                  </a:lnTo>
                  <a:lnTo>
                    <a:pt x="335" y="376"/>
                  </a:lnTo>
                  <a:lnTo>
                    <a:pt x="0" y="31"/>
                  </a:lnTo>
                  <a:close/>
                </a:path>
              </a:pathLst>
            </a:custGeom>
            <a:solidFill>
              <a:schemeClr val="tx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6" name="Freeform 28"/>
            <p:cNvSpPr>
              <a:spLocks/>
            </p:cNvSpPr>
            <p:nvPr/>
          </p:nvSpPr>
          <p:spPr bwMode="auto">
            <a:xfrm>
              <a:off x="1415407" y="4097196"/>
              <a:ext cx="427044" cy="835140"/>
            </a:xfrm>
            <a:custGeom>
              <a:avLst/>
              <a:gdLst>
                <a:gd name="T0" fmla="*/ 0 w 293"/>
                <a:gd name="T1" fmla="*/ 197 h 573"/>
                <a:gd name="T2" fmla="*/ 262 w 293"/>
                <a:gd name="T3" fmla="*/ 0 h 573"/>
                <a:gd name="T4" fmla="*/ 293 w 293"/>
                <a:gd name="T5" fmla="*/ 573 h 573"/>
                <a:gd name="T6" fmla="*/ 0 w 293"/>
                <a:gd name="T7" fmla="*/ 197 h 573"/>
              </a:gdLst>
              <a:ahLst/>
              <a:cxnLst>
                <a:cxn ang="0">
                  <a:pos x="T0" y="T1"/>
                </a:cxn>
                <a:cxn ang="0">
                  <a:pos x="T2" y="T3"/>
                </a:cxn>
                <a:cxn ang="0">
                  <a:pos x="T4" y="T5"/>
                </a:cxn>
                <a:cxn ang="0">
                  <a:pos x="T6" y="T7"/>
                </a:cxn>
              </a:cxnLst>
              <a:rect l="0" t="0" r="r" b="b"/>
              <a:pathLst>
                <a:path w="293" h="573">
                  <a:moveTo>
                    <a:pt x="0" y="197"/>
                  </a:moveTo>
                  <a:lnTo>
                    <a:pt x="262" y="0"/>
                  </a:lnTo>
                  <a:lnTo>
                    <a:pt x="293" y="573"/>
                  </a:lnTo>
                  <a:lnTo>
                    <a:pt x="0" y="197"/>
                  </a:lnTo>
                  <a:close/>
                </a:path>
              </a:pathLst>
            </a:custGeom>
            <a:gradFill flip="none" rotWithShape="1">
              <a:gsLst>
                <a:gs pos="0">
                  <a:schemeClr val="tx2">
                    <a:shade val="30000"/>
                    <a:satMod val="115000"/>
                  </a:schemeClr>
                </a:gs>
                <a:gs pos="50000">
                  <a:schemeClr val="tx2">
                    <a:shade val="67500"/>
                    <a:satMod val="115000"/>
                  </a:schemeClr>
                </a:gs>
                <a:gs pos="100000">
                  <a:schemeClr val="tx2">
                    <a:shade val="100000"/>
                    <a:satMod val="115000"/>
                  </a:schemeClr>
                </a:gs>
              </a:gsLst>
              <a:lin ang="135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67" name="Freeform 29"/>
            <p:cNvSpPr>
              <a:spLocks/>
            </p:cNvSpPr>
            <p:nvPr/>
          </p:nvSpPr>
          <p:spPr bwMode="auto">
            <a:xfrm>
              <a:off x="989821" y="4429504"/>
              <a:ext cx="852630" cy="502833"/>
            </a:xfrm>
            <a:custGeom>
              <a:avLst/>
              <a:gdLst>
                <a:gd name="T0" fmla="*/ 0 w 585"/>
                <a:gd name="T1" fmla="*/ 188 h 345"/>
                <a:gd name="T2" fmla="*/ 250 w 585"/>
                <a:gd name="T3" fmla="*/ 0 h 345"/>
                <a:gd name="T4" fmla="*/ 585 w 585"/>
                <a:gd name="T5" fmla="*/ 345 h 345"/>
                <a:gd name="T6" fmla="*/ 0 w 585"/>
                <a:gd name="T7" fmla="*/ 188 h 345"/>
              </a:gdLst>
              <a:ahLst/>
              <a:cxnLst>
                <a:cxn ang="0">
                  <a:pos x="T0" y="T1"/>
                </a:cxn>
                <a:cxn ang="0">
                  <a:pos x="T2" y="T3"/>
                </a:cxn>
                <a:cxn ang="0">
                  <a:pos x="T4" y="T5"/>
                </a:cxn>
                <a:cxn ang="0">
                  <a:pos x="T6" y="T7"/>
                </a:cxn>
              </a:cxnLst>
              <a:rect l="0" t="0" r="r" b="b"/>
              <a:pathLst>
                <a:path w="585" h="345">
                  <a:moveTo>
                    <a:pt x="0" y="188"/>
                  </a:moveTo>
                  <a:lnTo>
                    <a:pt x="250" y="0"/>
                  </a:lnTo>
                  <a:lnTo>
                    <a:pt x="585" y="345"/>
                  </a:lnTo>
                  <a:lnTo>
                    <a:pt x="0" y="188"/>
                  </a:lnTo>
                  <a:close/>
                </a:path>
              </a:pathLst>
            </a:custGeom>
            <a:gradFill flip="none" rotWithShape="1">
              <a:gsLst>
                <a:gs pos="0">
                  <a:schemeClr val="tx2">
                    <a:shade val="30000"/>
                    <a:satMod val="115000"/>
                  </a:schemeClr>
                </a:gs>
                <a:gs pos="50000">
                  <a:schemeClr val="tx2">
                    <a:shade val="67500"/>
                    <a:satMod val="115000"/>
                  </a:schemeClr>
                </a:gs>
                <a:gs pos="100000">
                  <a:schemeClr val="tx2">
                    <a:shade val="100000"/>
                    <a:satMod val="115000"/>
                  </a:schemeClr>
                </a:gs>
              </a:gsLst>
              <a:lin ang="135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grpSp>
        <p:nvGrpSpPr>
          <p:cNvPr id="69" name="Group 68"/>
          <p:cNvGrpSpPr/>
          <p:nvPr/>
        </p:nvGrpSpPr>
        <p:grpSpPr>
          <a:xfrm>
            <a:off x="2797244" y="1763358"/>
            <a:ext cx="2473840" cy="2353492"/>
            <a:chOff x="224640" y="3393230"/>
            <a:chExt cx="1617811" cy="1539107"/>
          </a:xfrm>
        </p:grpSpPr>
        <p:sp>
          <p:nvSpPr>
            <p:cNvPr id="70" name="Freeform 25"/>
            <p:cNvSpPr>
              <a:spLocks/>
            </p:cNvSpPr>
            <p:nvPr/>
          </p:nvSpPr>
          <p:spPr bwMode="auto">
            <a:xfrm>
              <a:off x="224640" y="3393230"/>
              <a:ext cx="1507042" cy="1224289"/>
            </a:xfrm>
            <a:custGeom>
              <a:avLst/>
              <a:gdLst>
                <a:gd name="T0" fmla="*/ 0 w 1034"/>
                <a:gd name="T1" fmla="*/ 174 h 840"/>
                <a:gd name="T2" fmla="*/ 385 w 1034"/>
                <a:gd name="T3" fmla="*/ 0 h 840"/>
                <a:gd name="T4" fmla="*/ 1034 w 1034"/>
                <a:gd name="T5" fmla="*/ 568 h 840"/>
                <a:gd name="T6" fmla="*/ 604 w 1034"/>
                <a:gd name="T7" fmla="*/ 840 h 840"/>
                <a:gd name="T8" fmla="*/ 0 w 1034"/>
                <a:gd name="T9" fmla="*/ 174 h 840"/>
              </a:gdLst>
              <a:ahLst/>
              <a:cxnLst>
                <a:cxn ang="0">
                  <a:pos x="T0" y="T1"/>
                </a:cxn>
                <a:cxn ang="0">
                  <a:pos x="T2" y="T3"/>
                </a:cxn>
                <a:cxn ang="0">
                  <a:pos x="T4" y="T5"/>
                </a:cxn>
                <a:cxn ang="0">
                  <a:pos x="T6" y="T7"/>
                </a:cxn>
                <a:cxn ang="0">
                  <a:pos x="T8" y="T9"/>
                </a:cxn>
              </a:cxnLst>
              <a:rect l="0" t="0" r="r" b="b"/>
              <a:pathLst>
                <a:path w="1034" h="840">
                  <a:moveTo>
                    <a:pt x="0" y="174"/>
                  </a:moveTo>
                  <a:lnTo>
                    <a:pt x="385" y="0"/>
                  </a:lnTo>
                  <a:lnTo>
                    <a:pt x="1034" y="568"/>
                  </a:lnTo>
                  <a:lnTo>
                    <a:pt x="604" y="840"/>
                  </a:lnTo>
                  <a:lnTo>
                    <a:pt x="0" y="174"/>
                  </a:lnTo>
                  <a:close/>
                </a:path>
              </a:pathLst>
            </a:custGeom>
            <a:gradFill flip="none" rotWithShape="1">
              <a:gsLst>
                <a:gs pos="0">
                  <a:schemeClr val="accent4">
                    <a:lumMod val="75000"/>
                    <a:shade val="30000"/>
                    <a:satMod val="115000"/>
                  </a:schemeClr>
                </a:gs>
                <a:gs pos="50000">
                  <a:schemeClr val="accent4">
                    <a:lumMod val="75000"/>
                    <a:shade val="67500"/>
                    <a:satMod val="115000"/>
                  </a:schemeClr>
                </a:gs>
                <a:gs pos="100000">
                  <a:schemeClr val="accent4">
                    <a:lumMod val="75000"/>
                    <a:shade val="100000"/>
                    <a:satMod val="115000"/>
                  </a:schemeClr>
                </a:gs>
              </a:gsLst>
              <a:lin ang="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1" name="Freeform 26"/>
            <p:cNvSpPr>
              <a:spLocks/>
            </p:cNvSpPr>
            <p:nvPr/>
          </p:nvSpPr>
          <p:spPr bwMode="auto">
            <a:xfrm>
              <a:off x="1354193" y="4384321"/>
              <a:ext cx="488258" cy="548015"/>
            </a:xfrm>
            <a:custGeom>
              <a:avLst/>
              <a:gdLst>
                <a:gd name="T0" fmla="*/ 0 w 335"/>
                <a:gd name="T1" fmla="*/ 31 h 376"/>
                <a:gd name="T2" fmla="*/ 42 w 335"/>
                <a:gd name="T3" fmla="*/ 0 h 376"/>
                <a:gd name="T4" fmla="*/ 335 w 335"/>
                <a:gd name="T5" fmla="*/ 376 h 376"/>
                <a:gd name="T6" fmla="*/ 0 w 335"/>
                <a:gd name="T7" fmla="*/ 31 h 376"/>
              </a:gdLst>
              <a:ahLst/>
              <a:cxnLst>
                <a:cxn ang="0">
                  <a:pos x="T0" y="T1"/>
                </a:cxn>
                <a:cxn ang="0">
                  <a:pos x="T2" y="T3"/>
                </a:cxn>
                <a:cxn ang="0">
                  <a:pos x="T4" y="T5"/>
                </a:cxn>
                <a:cxn ang="0">
                  <a:pos x="T6" y="T7"/>
                </a:cxn>
              </a:cxnLst>
              <a:rect l="0" t="0" r="r" b="b"/>
              <a:pathLst>
                <a:path w="335" h="376">
                  <a:moveTo>
                    <a:pt x="0" y="31"/>
                  </a:moveTo>
                  <a:lnTo>
                    <a:pt x="42" y="0"/>
                  </a:lnTo>
                  <a:lnTo>
                    <a:pt x="335" y="376"/>
                  </a:lnTo>
                  <a:lnTo>
                    <a:pt x="0" y="31"/>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2" name="Freeform 28"/>
            <p:cNvSpPr>
              <a:spLocks/>
            </p:cNvSpPr>
            <p:nvPr/>
          </p:nvSpPr>
          <p:spPr bwMode="auto">
            <a:xfrm>
              <a:off x="1415407" y="4097196"/>
              <a:ext cx="427044" cy="835140"/>
            </a:xfrm>
            <a:custGeom>
              <a:avLst/>
              <a:gdLst>
                <a:gd name="T0" fmla="*/ 0 w 293"/>
                <a:gd name="T1" fmla="*/ 197 h 573"/>
                <a:gd name="T2" fmla="*/ 262 w 293"/>
                <a:gd name="T3" fmla="*/ 0 h 573"/>
                <a:gd name="T4" fmla="*/ 293 w 293"/>
                <a:gd name="T5" fmla="*/ 573 h 573"/>
                <a:gd name="T6" fmla="*/ 0 w 293"/>
                <a:gd name="T7" fmla="*/ 197 h 573"/>
              </a:gdLst>
              <a:ahLst/>
              <a:cxnLst>
                <a:cxn ang="0">
                  <a:pos x="T0" y="T1"/>
                </a:cxn>
                <a:cxn ang="0">
                  <a:pos x="T2" y="T3"/>
                </a:cxn>
                <a:cxn ang="0">
                  <a:pos x="T4" y="T5"/>
                </a:cxn>
                <a:cxn ang="0">
                  <a:pos x="T6" y="T7"/>
                </a:cxn>
              </a:cxnLst>
              <a:rect l="0" t="0" r="r" b="b"/>
              <a:pathLst>
                <a:path w="293" h="573">
                  <a:moveTo>
                    <a:pt x="0" y="197"/>
                  </a:moveTo>
                  <a:lnTo>
                    <a:pt x="262" y="0"/>
                  </a:lnTo>
                  <a:lnTo>
                    <a:pt x="293" y="573"/>
                  </a:lnTo>
                  <a:lnTo>
                    <a:pt x="0" y="197"/>
                  </a:lnTo>
                  <a:close/>
                </a:path>
              </a:pathLst>
            </a:custGeom>
            <a:gradFill flip="none" rotWithShape="1">
              <a:gsLst>
                <a:gs pos="0">
                  <a:schemeClr val="accent4">
                    <a:lumMod val="75000"/>
                    <a:shade val="30000"/>
                    <a:satMod val="115000"/>
                  </a:schemeClr>
                </a:gs>
                <a:gs pos="50000">
                  <a:schemeClr val="accent4">
                    <a:lumMod val="75000"/>
                    <a:shade val="67500"/>
                    <a:satMod val="115000"/>
                  </a:schemeClr>
                </a:gs>
                <a:gs pos="100000">
                  <a:schemeClr val="accent4">
                    <a:lumMod val="75000"/>
                    <a:shade val="100000"/>
                    <a:satMod val="115000"/>
                  </a:schemeClr>
                </a:gs>
              </a:gsLst>
              <a:lin ang="135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3" name="Freeform 29"/>
            <p:cNvSpPr>
              <a:spLocks/>
            </p:cNvSpPr>
            <p:nvPr/>
          </p:nvSpPr>
          <p:spPr bwMode="auto">
            <a:xfrm>
              <a:off x="989821" y="4429504"/>
              <a:ext cx="852630" cy="502833"/>
            </a:xfrm>
            <a:custGeom>
              <a:avLst/>
              <a:gdLst>
                <a:gd name="T0" fmla="*/ 0 w 585"/>
                <a:gd name="T1" fmla="*/ 188 h 345"/>
                <a:gd name="T2" fmla="*/ 250 w 585"/>
                <a:gd name="T3" fmla="*/ 0 h 345"/>
                <a:gd name="T4" fmla="*/ 585 w 585"/>
                <a:gd name="T5" fmla="*/ 345 h 345"/>
                <a:gd name="T6" fmla="*/ 0 w 585"/>
                <a:gd name="T7" fmla="*/ 188 h 345"/>
              </a:gdLst>
              <a:ahLst/>
              <a:cxnLst>
                <a:cxn ang="0">
                  <a:pos x="T0" y="T1"/>
                </a:cxn>
                <a:cxn ang="0">
                  <a:pos x="T2" y="T3"/>
                </a:cxn>
                <a:cxn ang="0">
                  <a:pos x="T4" y="T5"/>
                </a:cxn>
                <a:cxn ang="0">
                  <a:pos x="T6" y="T7"/>
                </a:cxn>
              </a:cxnLst>
              <a:rect l="0" t="0" r="r" b="b"/>
              <a:pathLst>
                <a:path w="585" h="345">
                  <a:moveTo>
                    <a:pt x="0" y="188"/>
                  </a:moveTo>
                  <a:lnTo>
                    <a:pt x="250" y="0"/>
                  </a:lnTo>
                  <a:lnTo>
                    <a:pt x="585" y="345"/>
                  </a:lnTo>
                  <a:lnTo>
                    <a:pt x="0" y="188"/>
                  </a:lnTo>
                  <a:close/>
                </a:path>
              </a:pathLst>
            </a:custGeom>
            <a:gradFill flip="none" rotWithShape="1">
              <a:gsLst>
                <a:gs pos="0">
                  <a:schemeClr val="accent4">
                    <a:lumMod val="75000"/>
                    <a:shade val="30000"/>
                    <a:satMod val="115000"/>
                  </a:schemeClr>
                </a:gs>
                <a:gs pos="50000">
                  <a:schemeClr val="accent4">
                    <a:lumMod val="75000"/>
                    <a:shade val="67500"/>
                    <a:satMod val="115000"/>
                  </a:schemeClr>
                </a:gs>
                <a:gs pos="100000">
                  <a:schemeClr val="accent4">
                    <a:lumMod val="75000"/>
                    <a:shade val="100000"/>
                    <a:satMod val="115000"/>
                  </a:schemeClr>
                </a:gs>
              </a:gsLst>
              <a:lin ang="135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grpSp>
        <p:nvGrpSpPr>
          <p:cNvPr id="75" name="Group 74"/>
          <p:cNvGrpSpPr/>
          <p:nvPr/>
        </p:nvGrpSpPr>
        <p:grpSpPr>
          <a:xfrm>
            <a:off x="4480581" y="850903"/>
            <a:ext cx="3005784" cy="2859558"/>
            <a:chOff x="224640" y="3393230"/>
            <a:chExt cx="1617811" cy="1539107"/>
          </a:xfrm>
        </p:grpSpPr>
        <p:sp>
          <p:nvSpPr>
            <p:cNvPr id="76" name="Freeform 25"/>
            <p:cNvSpPr>
              <a:spLocks/>
            </p:cNvSpPr>
            <p:nvPr/>
          </p:nvSpPr>
          <p:spPr bwMode="auto">
            <a:xfrm>
              <a:off x="224640" y="3393230"/>
              <a:ext cx="1507042" cy="1224289"/>
            </a:xfrm>
            <a:custGeom>
              <a:avLst/>
              <a:gdLst>
                <a:gd name="T0" fmla="*/ 0 w 1034"/>
                <a:gd name="T1" fmla="*/ 174 h 840"/>
                <a:gd name="T2" fmla="*/ 385 w 1034"/>
                <a:gd name="T3" fmla="*/ 0 h 840"/>
                <a:gd name="T4" fmla="*/ 1034 w 1034"/>
                <a:gd name="T5" fmla="*/ 568 h 840"/>
                <a:gd name="T6" fmla="*/ 604 w 1034"/>
                <a:gd name="T7" fmla="*/ 840 h 840"/>
                <a:gd name="T8" fmla="*/ 0 w 1034"/>
                <a:gd name="T9" fmla="*/ 174 h 840"/>
              </a:gdLst>
              <a:ahLst/>
              <a:cxnLst>
                <a:cxn ang="0">
                  <a:pos x="T0" y="T1"/>
                </a:cxn>
                <a:cxn ang="0">
                  <a:pos x="T2" y="T3"/>
                </a:cxn>
                <a:cxn ang="0">
                  <a:pos x="T4" y="T5"/>
                </a:cxn>
                <a:cxn ang="0">
                  <a:pos x="T6" y="T7"/>
                </a:cxn>
                <a:cxn ang="0">
                  <a:pos x="T8" y="T9"/>
                </a:cxn>
              </a:cxnLst>
              <a:rect l="0" t="0" r="r" b="b"/>
              <a:pathLst>
                <a:path w="1034" h="840">
                  <a:moveTo>
                    <a:pt x="0" y="174"/>
                  </a:moveTo>
                  <a:lnTo>
                    <a:pt x="385" y="0"/>
                  </a:lnTo>
                  <a:lnTo>
                    <a:pt x="1034" y="568"/>
                  </a:lnTo>
                  <a:lnTo>
                    <a:pt x="604" y="840"/>
                  </a:lnTo>
                  <a:lnTo>
                    <a:pt x="0" y="174"/>
                  </a:lnTo>
                  <a:close/>
                </a:path>
              </a:pathLst>
            </a:custGeom>
            <a:gradFill flip="none" rotWithShape="1">
              <a:gsLst>
                <a:gs pos="0">
                  <a:schemeClr val="accent6">
                    <a:lumMod val="50000"/>
                    <a:shade val="30000"/>
                    <a:satMod val="115000"/>
                  </a:schemeClr>
                </a:gs>
                <a:gs pos="50000">
                  <a:schemeClr val="accent6">
                    <a:lumMod val="50000"/>
                    <a:shade val="67500"/>
                    <a:satMod val="115000"/>
                  </a:schemeClr>
                </a:gs>
                <a:gs pos="100000">
                  <a:schemeClr val="accent6">
                    <a:lumMod val="50000"/>
                    <a:shade val="100000"/>
                    <a:satMod val="115000"/>
                  </a:schemeClr>
                </a:gs>
              </a:gsLst>
              <a:lin ang="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7" name="Freeform 26"/>
            <p:cNvSpPr>
              <a:spLocks/>
            </p:cNvSpPr>
            <p:nvPr/>
          </p:nvSpPr>
          <p:spPr bwMode="auto">
            <a:xfrm>
              <a:off x="1354193" y="4384321"/>
              <a:ext cx="488258" cy="548015"/>
            </a:xfrm>
            <a:custGeom>
              <a:avLst/>
              <a:gdLst>
                <a:gd name="T0" fmla="*/ 0 w 335"/>
                <a:gd name="T1" fmla="*/ 31 h 376"/>
                <a:gd name="T2" fmla="*/ 42 w 335"/>
                <a:gd name="T3" fmla="*/ 0 h 376"/>
                <a:gd name="T4" fmla="*/ 335 w 335"/>
                <a:gd name="T5" fmla="*/ 376 h 376"/>
                <a:gd name="T6" fmla="*/ 0 w 335"/>
                <a:gd name="T7" fmla="*/ 31 h 376"/>
              </a:gdLst>
              <a:ahLst/>
              <a:cxnLst>
                <a:cxn ang="0">
                  <a:pos x="T0" y="T1"/>
                </a:cxn>
                <a:cxn ang="0">
                  <a:pos x="T2" y="T3"/>
                </a:cxn>
                <a:cxn ang="0">
                  <a:pos x="T4" y="T5"/>
                </a:cxn>
                <a:cxn ang="0">
                  <a:pos x="T6" y="T7"/>
                </a:cxn>
              </a:cxnLst>
              <a:rect l="0" t="0" r="r" b="b"/>
              <a:pathLst>
                <a:path w="335" h="376">
                  <a:moveTo>
                    <a:pt x="0" y="31"/>
                  </a:moveTo>
                  <a:lnTo>
                    <a:pt x="42" y="0"/>
                  </a:lnTo>
                  <a:lnTo>
                    <a:pt x="335" y="376"/>
                  </a:lnTo>
                  <a:lnTo>
                    <a:pt x="0" y="31"/>
                  </a:lnTo>
                  <a:close/>
                </a:path>
              </a:pathLst>
            </a:custGeom>
            <a:solidFill>
              <a:srgbClr val="0020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8" name="Freeform 28"/>
            <p:cNvSpPr>
              <a:spLocks/>
            </p:cNvSpPr>
            <p:nvPr/>
          </p:nvSpPr>
          <p:spPr bwMode="auto">
            <a:xfrm>
              <a:off x="1415407" y="4097196"/>
              <a:ext cx="427044" cy="835140"/>
            </a:xfrm>
            <a:custGeom>
              <a:avLst/>
              <a:gdLst>
                <a:gd name="T0" fmla="*/ 0 w 293"/>
                <a:gd name="T1" fmla="*/ 197 h 573"/>
                <a:gd name="T2" fmla="*/ 262 w 293"/>
                <a:gd name="T3" fmla="*/ 0 h 573"/>
                <a:gd name="T4" fmla="*/ 293 w 293"/>
                <a:gd name="T5" fmla="*/ 573 h 573"/>
                <a:gd name="T6" fmla="*/ 0 w 293"/>
                <a:gd name="T7" fmla="*/ 197 h 573"/>
              </a:gdLst>
              <a:ahLst/>
              <a:cxnLst>
                <a:cxn ang="0">
                  <a:pos x="T0" y="T1"/>
                </a:cxn>
                <a:cxn ang="0">
                  <a:pos x="T2" y="T3"/>
                </a:cxn>
                <a:cxn ang="0">
                  <a:pos x="T4" y="T5"/>
                </a:cxn>
                <a:cxn ang="0">
                  <a:pos x="T6" y="T7"/>
                </a:cxn>
              </a:cxnLst>
              <a:rect l="0" t="0" r="r" b="b"/>
              <a:pathLst>
                <a:path w="293" h="573">
                  <a:moveTo>
                    <a:pt x="0" y="197"/>
                  </a:moveTo>
                  <a:lnTo>
                    <a:pt x="262" y="0"/>
                  </a:lnTo>
                  <a:lnTo>
                    <a:pt x="293" y="573"/>
                  </a:lnTo>
                  <a:lnTo>
                    <a:pt x="0" y="197"/>
                  </a:lnTo>
                  <a:close/>
                </a:path>
              </a:pathLst>
            </a:custGeom>
            <a:gradFill flip="none" rotWithShape="1">
              <a:gsLst>
                <a:gs pos="0">
                  <a:schemeClr val="accent6">
                    <a:lumMod val="50000"/>
                    <a:shade val="30000"/>
                    <a:satMod val="115000"/>
                  </a:schemeClr>
                </a:gs>
                <a:gs pos="50000">
                  <a:schemeClr val="accent6">
                    <a:lumMod val="50000"/>
                    <a:shade val="67500"/>
                    <a:satMod val="115000"/>
                  </a:schemeClr>
                </a:gs>
                <a:gs pos="100000">
                  <a:schemeClr val="accent6">
                    <a:lumMod val="50000"/>
                    <a:shade val="100000"/>
                    <a:satMod val="115000"/>
                  </a:schemeClr>
                </a:gs>
              </a:gsLst>
              <a:lin ang="135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79" name="Freeform 29"/>
            <p:cNvSpPr>
              <a:spLocks/>
            </p:cNvSpPr>
            <p:nvPr/>
          </p:nvSpPr>
          <p:spPr bwMode="auto">
            <a:xfrm>
              <a:off x="989821" y="4429504"/>
              <a:ext cx="852630" cy="502833"/>
            </a:xfrm>
            <a:custGeom>
              <a:avLst/>
              <a:gdLst>
                <a:gd name="T0" fmla="*/ 0 w 585"/>
                <a:gd name="T1" fmla="*/ 188 h 345"/>
                <a:gd name="T2" fmla="*/ 250 w 585"/>
                <a:gd name="T3" fmla="*/ 0 h 345"/>
                <a:gd name="T4" fmla="*/ 585 w 585"/>
                <a:gd name="T5" fmla="*/ 345 h 345"/>
                <a:gd name="T6" fmla="*/ 0 w 585"/>
                <a:gd name="T7" fmla="*/ 188 h 345"/>
              </a:gdLst>
              <a:ahLst/>
              <a:cxnLst>
                <a:cxn ang="0">
                  <a:pos x="T0" y="T1"/>
                </a:cxn>
                <a:cxn ang="0">
                  <a:pos x="T2" y="T3"/>
                </a:cxn>
                <a:cxn ang="0">
                  <a:pos x="T4" y="T5"/>
                </a:cxn>
                <a:cxn ang="0">
                  <a:pos x="T6" y="T7"/>
                </a:cxn>
              </a:cxnLst>
              <a:rect l="0" t="0" r="r" b="b"/>
              <a:pathLst>
                <a:path w="585" h="345">
                  <a:moveTo>
                    <a:pt x="0" y="188"/>
                  </a:moveTo>
                  <a:lnTo>
                    <a:pt x="250" y="0"/>
                  </a:lnTo>
                  <a:lnTo>
                    <a:pt x="585" y="345"/>
                  </a:lnTo>
                  <a:lnTo>
                    <a:pt x="0" y="188"/>
                  </a:lnTo>
                  <a:close/>
                </a:path>
              </a:pathLst>
            </a:custGeom>
            <a:gradFill flip="none" rotWithShape="1">
              <a:gsLst>
                <a:gs pos="0">
                  <a:schemeClr val="accent6">
                    <a:lumMod val="50000"/>
                    <a:shade val="30000"/>
                    <a:satMod val="115000"/>
                  </a:schemeClr>
                </a:gs>
                <a:gs pos="50000">
                  <a:schemeClr val="accent6">
                    <a:lumMod val="50000"/>
                    <a:shade val="67500"/>
                    <a:satMod val="115000"/>
                  </a:schemeClr>
                </a:gs>
                <a:gs pos="100000">
                  <a:schemeClr val="accent6">
                    <a:lumMod val="50000"/>
                    <a:shade val="100000"/>
                    <a:satMod val="115000"/>
                  </a:schemeClr>
                </a:gs>
              </a:gsLst>
              <a:lin ang="135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83" name="TextBox 82"/>
          <p:cNvSpPr txBox="1"/>
          <p:nvPr/>
        </p:nvSpPr>
        <p:spPr>
          <a:xfrm>
            <a:off x="249141" y="5063680"/>
            <a:ext cx="2501716" cy="830997"/>
          </a:xfrm>
          <a:prstGeom prst="rect">
            <a:avLst/>
          </a:prstGeom>
          <a:noFill/>
        </p:spPr>
        <p:txBody>
          <a:bodyPr wrap="square" rtlCol="0">
            <a:spAutoFit/>
          </a:bodyPr>
          <a:lstStyle/>
          <a:p>
            <a:pPr algn="ctr" fontAlgn="auto">
              <a:spcBef>
                <a:spcPts val="0"/>
              </a:spcBef>
              <a:spcAft>
                <a:spcPts val="0"/>
              </a:spcAft>
            </a:pPr>
            <a:r>
              <a:rPr lang="ar-SA" sz="2400" b="1" dirty="0">
                <a:solidFill>
                  <a:schemeClr val="bg1"/>
                </a:solidFill>
              </a:rPr>
              <a:t>اختصار الوقت وتوفير الجهد والمال</a:t>
            </a:r>
            <a:endParaRPr lang="en-IN" sz="2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3" name="TextBox 92"/>
          <p:cNvSpPr txBox="1"/>
          <p:nvPr/>
        </p:nvSpPr>
        <p:spPr>
          <a:xfrm>
            <a:off x="2572375" y="4709133"/>
            <a:ext cx="1916589" cy="830997"/>
          </a:xfrm>
          <a:prstGeom prst="rect">
            <a:avLst/>
          </a:prstGeom>
          <a:noFill/>
        </p:spPr>
        <p:txBody>
          <a:bodyPr wrap="square" rtlCol="0">
            <a:spAutoFit/>
          </a:bodyPr>
          <a:lstStyle/>
          <a:p>
            <a:pPr algn="ctr" fontAlgn="auto">
              <a:spcBef>
                <a:spcPts val="0"/>
              </a:spcBef>
              <a:spcAft>
                <a:spcPts val="0"/>
              </a:spcAft>
            </a:pPr>
            <a:r>
              <a:rPr lang="ar-SA" sz="2400" b="1" dirty="0">
                <a:solidFill>
                  <a:schemeClr val="bg1"/>
                </a:solidFill>
              </a:rPr>
              <a:t>تقييم أداء المتعلم باستمرار</a:t>
            </a:r>
            <a:endParaRPr lang="en-IN" sz="2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6" name="TextBox 95"/>
          <p:cNvSpPr txBox="1"/>
          <p:nvPr/>
        </p:nvSpPr>
        <p:spPr>
          <a:xfrm>
            <a:off x="4348953" y="4280341"/>
            <a:ext cx="1915909" cy="461665"/>
          </a:xfrm>
          <a:prstGeom prst="rect">
            <a:avLst/>
          </a:prstGeom>
          <a:noFill/>
        </p:spPr>
        <p:txBody>
          <a:bodyPr wrap="none" rtlCol="0">
            <a:spAutoFit/>
          </a:bodyPr>
          <a:lstStyle/>
          <a:p>
            <a:pPr algn="ctr" fontAlgn="auto">
              <a:spcBef>
                <a:spcPts val="0"/>
              </a:spcBef>
              <a:spcAft>
                <a:spcPts val="0"/>
              </a:spcAft>
            </a:pPr>
            <a:r>
              <a:rPr lang="ar-SA" sz="2400" b="1" dirty="0">
                <a:solidFill>
                  <a:schemeClr val="bg1"/>
                </a:solidFill>
              </a:rPr>
              <a:t>الحفاظ على البيئة</a:t>
            </a:r>
            <a:endParaRPr lang="en-IN" sz="2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8" name="TextBox 97"/>
          <p:cNvSpPr txBox="1"/>
          <p:nvPr/>
        </p:nvSpPr>
        <p:spPr>
          <a:xfrm>
            <a:off x="6513494" y="3962448"/>
            <a:ext cx="2247731" cy="461665"/>
          </a:xfrm>
          <a:prstGeom prst="rect">
            <a:avLst/>
          </a:prstGeom>
          <a:noFill/>
        </p:spPr>
        <p:txBody>
          <a:bodyPr wrap="none" rtlCol="0">
            <a:spAutoFit/>
          </a:bodyPr>
          <a:lstStyle/>
          <a:p>
            <a:pPr algn="ctr" fontAlgn="auto">
              <a:spcBef>
                <a:spcPts val="0"/>
              </a:spcBef>
              <a:spcAft>
                <a:spcPts val="0"/>
              </a:spcAft>
            </a:pPr>
            <a:r>
              <a:rPr lang="ar-SA" sz="2400" b="1" dirty="0">
                <a:solidFill>
                  <a:schemeClr val="bg1"/>
                </a:solidFill>
              </a:rPr>
              <a:t>جودة المادة التعليمية</a:t>
            </a:r>
            <a:endParaRPr lang="en-IN" sz="2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7" name="Oval 26"/>
          <p:cNvSpPr/>
          <p:nvPr/>
        </p:nvSpPr>
        <p:spPr>
          <a:xfrm>
            <a:off x="1747590" y="5853809"/>
            <a:ext cx="404746" cy="404746"/>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spcBef>
                <a:spcPts val="0"/>
              </a:spcBef>
              <a:spcAft>
                <a:spcPts val="0"/>
              </a:spcAft>
            </a:pPr>
            <a:r>
              <a:rPr lang="el-GR" sz="1600"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04</a:t>
            </a:r>
            <a:endParaRPr lang="en-IN" sz="16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1" name="Oval 100"/>
          <p:cNvSpPr/>
          <p:nvPr/>
        </p:nvSpPr>
        <p:spPr>
          <a:xfrm>
            <a:off x="3556574" y="5515031"/>
            <a:ext cx="404746" cy="404746"/>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spcBef>
                <a:spcPts val="0"/>
              </a:spcBef>
              <a:spcAft>
                <a:spcPts val="0"/>
              </a:spcAft>
            </a:pPr>
            <a:r>
              <a:rPr lang="el-GR" sz="1600"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05</a:t>
            </a:r>
            <a:endParaRPr lang="en-IN" sz="16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2" name="Oval 101"/>
          <p:cNvSpPr/>
          <p:nvPr/>
        </p:nvSpPr>
        <p:spPr>
          <a:xfrm>
            <a:off x="5226138" y="5206577"/>
            <a:ext cx="404746" cy="404746"/>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spcBef>
                <a:spcPts val="0"/>
              </a:spcBef>
              <a:spcAft>
                <a:spcPts val="0"/>
              </a:spcAft>
            </a:pPr>
            <a:r>
              <a:rPr lang="el-GR" sz="1600"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06</a:t>
            </a:r>
            <a:endParaRPr lang="en-IN" sz="16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3" name="Oval 102"/>
          <p:cNvSpPr/>
          <p:nvPr/>
        </p:nvSpPr>
        <p:spPr>
          <a:xfrm>
            <a:off x="7298731" y="4755834"/>
            <a:ext cx="404746" cy="404746"/>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fontAlgn="auto">
              <a:spcBef>
                <a:spcPts val="0"/>
              </a:spcBef>
              <a:spcAft>
                <a:spcPts val="0"/>
              </a:spcAft>
            </a:pPr>
            <a:r>
              <a:rPr lang="el-GR" sz="1600"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07</a:t>
            </a:r>
            <a:endParaRPr lang="en-IN" sz="16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4" name="TextBox 103"/>
          <p:cNvSpPr txBox="1"/>
          <p:nvPr/>
        </p:nvSpPr>
        <p:spPr>
          <a:xfrm>
            <a:off x="5448078" y="164680"/>
            <a:ext cx="6552630" cy="707886"/>
          </a:xfrm>
          <a:prstGeom prst="rect">
            <a:avLst/>
          </a:prstGeom>
          <a:noFill/>
        </p:spPr>
        <p:txBody>
          <a:bodyPr wrap="square" rtlCol="0">
            <a:spAutoFit/>
          </a:bodyPr>
          <a:lstStyle/>
          <a:p>
            <a:pPr algn="ctr" fontAlgn="auto">
              <a:spcBef>
                <a:spcPts val="0"/>
              </a:spcBef>
              <a:spcAft>
                <a:spcPts val="0"/>
              </a:spcAft>
            </a:pPr>
            <a:r>
              <a:rPr lang="ar-SA" sz="4000" b="1" u="sng" dirty="0" smtClean="0"/>
              <a:t>ب- </a:t>
            </a:r>
            <a:r>
              <a:rPr lang="ar-JO" sz="4000" b="1" u="sng" dirty="0" smtClean="0"/>
              <a:t>مزايا </a:t>
            </a:r>
            <a:r>
              <a:rPr lang="ar-JO" sz="4000" b="1" u="sng" dirty="0"/>
              <a:t>وخصائص التعليم الإلكتروني</a:t>
            </a:r>
            <a:endParaRPr lang="en-IN" sz="4000" u="sng" dirty="0">
              <a:solidFill>
                <a:srgbClr val="262626"/>
              </a:solidFill>
              <a:latin typeface="Economica" panose="02000506040000020004" pitchFamily="50" charset="0"/>
            </a:endParaRPr>
          </a:p>
        </p:txBody>
      </p:sp>
      <p:sp>
        <p:nvSpPr>
          <p:cNvPr id="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1217552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4"/>
                                        </p:tgtEl>
                                        <p:attrNameLst>
                                          <p:attrName>style.visibility</p:attrName>
                                        </p:attrNameLst>
                                      </p:cBhvr>
                                      <p:to>
                                        <p:strVal val="visible"/>
                                      </p:to>
                                    </p:set>
                                    <p:animEffect transition="in" filter="fade">
                                      <p:cBhvr>
                                        <p:cTn id="7" dur="500"/>
                                        <p:tgtEl>
                                          <p:spTgt spid="104"/>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6"/>
                                        </p:tgtEl>
                                        <p:attrNameLst>
                                          <p:attrName>style.visibility</p:attrName>
                                        </p:attrNameLst>
                                      </p:cBhvr>
                                      <p:to>
                                        <p:strVal val="visible"/>
                                      </p:to>
                                    </p:set>
                                    <p:animEffect transition="in" filter="wipe(down)">
                                      <p:cBhvr>
                                        <p:cTn id="11" dur="500"/>
                                        <p:tgtEl>
                                          <p:spTgt spid="46"/>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56"/>
                                        </p:tgtEl>
                                        <p:attrNameLst>
                                          <p:attrName>style.visibility</p:attrName>
                                        </p:attrNameLst>
                                      </p:cBhvr>
                                      <p:to>
                                        <p:strVal val="visible"/>
                                      </p:to>
                                    </p:set>
                                    <p:animEffect transition="in" filter="fade">
                                      <p:cBhvr>
                                        <p:cTn id="19" dur="500"/>
                                        <p:tgtEl>
                                          <p:spTgt spid="56"/>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63"/>
                                        </p:tgtEl>
                                        <p:attrNameLst>
                                          <p:attrName>style.visibility</p:attrName>
                                        </p:attrNameLst>
                                      </p:cBhvr>
                                      <p:to>
                                        <p:strVal val="visible"/>
                                      </p:to>
                                    </p:set>
                                    <p:animEffect transition="in" filter="fade">
                                      <p:cBhvr>
                                        <p:cTn id="23" dur="500"/>
                                        <p:tgtEl>
                                          <p:spTgt spid="6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62"/>
                                        </p:tgtEl>
                                        <p:attrNameLst>
                                          <p:attrName>style.visibility</p:attrName>
                                        </p:attrNameLst>
                                      </p:cBhvr>
                                      <p:to>
                                        <p:strVal val="visible"/>
                                      </p:to>
                                    </p:set>
                                    <p:animEffect transition="in" filter="fade">
                                      <p:cBhvr>
                                        <p:cTn id="27" dur="500"/>
                                        <p:tgtEl>
                                          <p:spTgt spid="62"/>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69"/>
                                        </p:tgtEl>
                                        <p:attrNameLst>
                                          <p:attrName>style.visibility</p:attrName>
                                        </p:attrNameLst>
                                      </p:cBhvr>
                                      <p:to>
                                        <p:strVal val="visible"/>
                                      </p:to>
                                    </p:set>
                                    <p:animEffect transition="in" filter="fade">
                                      <p:cBhvr>
                                        <p:cTn id="31" dur="500"/>
                                        <p:tgtEl>
                                          <p:spTgt spid="69"/>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68"/>
                                        </p:tgtEl>
                                        <p:attrNameLst>
                                          <p:attrName>style.visibility</p:attrName>
                                        </p:attrNameLst>
                                      </p:cBhvr>
                                      <p:to>
                                        <p:strVal val="visible"/>
                                      </p:to>
                                    </p:set>
                                    <p:animEffect transition="in" filter="fade">
                                      <p:cBhvr>
                                        <p:cTn id="35" dur="500"/>
                                        <p:tgtEl>
                                          <p:spTgt spid="68"/>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75"/>
                                        </p:tgtEl>
                                        <p:attrNameLst>
                                          <p:attrName>style.visibility</p:attrName>
                                        </p:attrNameLst>
                                      </p:cBhvr>
                                      <p:to>
                                        <p:strVal val="visible"/>
                                      </p:to>
                                    </p:set>
                                    <p:animEffect transition="in" filter="fade">
                                      <p:cBhvr>
                                        <p:cTn id="39" dur="500"/>
                                        <p:tgtEl>
                                          <p:spTgt spid="75"/>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74"/>
                                        </p:tgtEl>
                                        <p:attrNameLst>
                                          <p:attrName>style.visibility</p:attrName>
                                        </p:attrNameLst>
                                      </p:cBhvr>
                                      <p:to>
                                        <p:strVal val="visible"/>
                                      </p:to>
                                    </p:set>
                                    <p:animEffect transition="in" filter="fade">
                                      <p:cBhvr>
                                        <p:cTn id="43" dur="500"/>
                                        <p:tgtEl>
                                          <p:spTgt spid="74"/>
                                        </p:tgtEl>
                                      </p:cBhvr>
                                    </p:animEffect>
                                  </p:childTnLst>
                                </p:cTn>
                              </p:par>
                            </p:childTnLst>
                          </p:cTn>
                        </p:par>
                        <p:par>
                          <p:cTn id="44" fill="hold">
                            <p:stCondLst>
                              <p:cond delay="5000"/>
                            </p:stCondLst>
                            <p:childTnLst>
                              <p:par>
                                <p:cTn id="45" presetID="42" presetClass="entr" presetSubtype="0" fill="hold" grpId="0" nodeType="afterEffect">
                                  <p:stCondLst>
                                    <p:cond delay="0"/>
                                  </p:stCondLst>
                                  <p:childTnLst>
                                    <p:set>
                                      <p:cBhvr>
                                        <p:cTn id="46" dur="1" fill="hold">
                                          <p:stCondLst>
                                            <p:cond delay="0"/>
                                          </p:stCondLst>
                                        </p:cTn>
                                        <p:tgtEl>
                                          <p:spTgt spid="27"/>
                                        </p:tgtEl>
                                        <p:attrNameLst>
                                          <p:attrName>style.visibility</p:attrName>
                                        </p:attrNameLst>
                                      </p:cBhvr>
                                      <p:to>
                                        <p:strVal val="visible"/>
                                      </p:to>
                                    </p:set>
                                    <p:animEffect transition="in" filter="fade">
                                      <p:cBhvr>
                                        <p:cTn id="47" dur="500"/>
                                        <p:tgtEl>
                                          <p:spTgt spid="27"/>
                                        </p:tgtEl>
                                      </p:cBhvr>
                                    </p:animEffect>
                                    <p:anim calcmode="lin" valueType="num">
                                      <p:cBhvr>
                                        <p:cTn id="48" dur="500" fill="hold"/>
                                        <p:tgtEl>
                                          <p:spTgt spid="27"/>
                                        </p:tgtEl>
                                        <p:attrNameLst>
                                          <p:attrName>ppt_x</p:attrName>
                                        </p:attrNameLst>
                                      </p:cBhvr>
                                      <p:tavLst>
                                        <p:tav tm="0">
                                          <p:val>
                                            <p:strVal val="#ppt_x"/>
                                          </p:val>
                                        </p:tav>
                                        <p:tav tm="100000">
                                          <p:val>
                                            <p:strVal val="#ppt_x"/>
                                          </p:val>
                                        </p:tav>
                                      </p:tavLst>
                                    </p:anim>
                                    <p:anim calcmode="lin" valueType="num">
                                      <p:cBhvr>
                                        <p:cTn id="49" dur="500" fill="hold"/>
                                        <p:tgtEl>
                                          <p:spTgt spid="27"/>
                                        </p:tgtEl>
                                        <p:attrNameLst>
                                          <p:attrName>ppt_y</p:attrName>
                                        </p:attrNameLst>
                                      </p:cBhvr>
                                      <p:tavLst>
                                        <p:tav tm="0">
                                          <p:val>
                                            <p:strVal val="#ppt_y+.1"/>
                                          </p:val>
                                        </p:tav>
                                        <p:tav tm="100000">
                                          <p:val>
                                            <p:strVal val="#ppt_y"/>
                                          </p:val>
                                        </p:tav>
                                      </p:tavLst>
                                    </p:anim>
                                  </p:childTnLst>
                                </p:cTn>
                              </p:par>
                            </p:childTnLst>
                          </p:cTn>
                        </p:par>
                        <p:par>
                          <p:cTn id="50" fill="hold">
                            <p:stCondLst>
                              <p:cond delay="5500"/>
                            </p:stCondLst>
                            <p:childTnLst>
                              <p:par>
                                <p:cTn id="51" presetID="10" presetClass="entr" presetSubtype="0" fill="hold" grpId="0" nodeType="afterEffect">
                                  <p:stCondLst>
                                    <p:cond delay="0"/>
                                  </p:stCondLst>
                                  <p:childTnLst>
                                    <p:set>
                                      <p:cBhvr>
                                        <p:cTn id="52" dur="1" fill="hold">
                                          <p:stCondLst>
                                            <p:cond delay="0"/>
                                          </p:stCondLst>
                                        </p:cTn>
                                        <p:tgtEl>
                                          <p:spTgt spid="83"/>
                                        </p:tgtEl>
                                        <p:attrNameLst>
                                          <p:attrName>style.visibility</p:attrName>
                                        </p:attrNameLst>
                                      </p:cBhvr>
                                      <p:to>
                                        <p:strVal val="visible"/>
                                      </p:to>
                                    </p:set>
                                    <p:animEffect transition="in" filter="fade">
                                      <p:cBhvr>
                                        <p:cTn id="53" dur="500"/>
                                        <p:tgtEl>
                                          <p:spTgt spid="83"/>
                                        </p:tgtEl>
                                      </p:cBhvr>
                                    </p:animEffect>
                                  </p:childTnLst>
                                </p:cTn>
                              </p:par>
                            </p:childTnLst>
                          </p:cTn>
                        </p:par>
                        <p:par>
                          <p:cTn id="54" fill="hold">
                            <p:stCondLst>
                              <p:cond delay="6000"/>
                            </p:stCondLst>
                            <p:childTnLst>
                              <p:par>
                                <p:cTn id="55" presetID="42" presetClass="entr" presetSubtype="0" fill="hold" grpId="0" nodeType="afterEffect">
                                  <p:stCondLst>
                                    <p:cond delay="0"/>
                                  </p:stCondLst>
                                  <p:childTnLst>
                                    <p:set>
                                      <p:cBhvr>
                                        <p:cTn id="56" dur="1" fill="hold">
                                          <p:stCondLst>
                                            <p:cond delay="0"/>
                                          </p:stCondLst>
                                        </p:cTn>
                                        <p:tgtEl>
                                          <p:spTgt spid="101"/>
                                        </p:tgtEl>
                                        <p:attrNameLst>
                                          <p:attrName>style.visibility</p:attrName>
                                        </p:attrNameLst>
                                      </p:cBhvr>
                                      <p:to>
                                        <p:strVal val="visible"/>
                                      </p:to>
                                    </p:set>
                                    <p:animEffect transition="in" filter="fade">
                                      <p:cBhvr>
                                        <p:cTn id="57" dur="500"/>
                                        <p:tgtEl>
                                          <p:spTgt spid="101"/>
                                        </p:tgtEl>
                                      </p:cBhvr>
                                    </p:animEffect>
                                    <p:anim calcmode="lin" valueType="num">
                                      <p:cBhvr>
                                        <p:cTn id="58" dur="500" fill="hold"/>
                                        <p:tgtEl>
                                          <p:spTgt spid="101"/>
                                        </p:tgtEl>
                                        <p:attrNameLst>
                                          <p:attrName>ppt_x</p:attrName>
                                        </p:attrNameLst>
                                      </p:cBhvr>
                                      <p:tavLst>
                                        <p:tav tm="0">
                                          <p:val>
                                            <p:strVal val="#ppt_x"/>
                                          </p:val>
                                        </p:tav>
                                        <p:tav tm="100000">
                                          <p:val>
                                            <p:strVal val="#ppt_x"/>
                                          </p:val>
                                        </p:tav>
                                      </p:tavLst>
                                    </p:anim>
                                    <p:anim calcmode="lin" valueType="num">
                                      <p:cBhvr>
                                        <p:cTn id="59" dur="500" fill="hold"/>
                                        <p:tgtEl>
                                          <p:spTgt spid="101"/>
                                        </p:tgtEl>
                                        <p:attrNameLst>
                                          <p:attrName>ppt_y</p:attrName>
                                        </p:attrNameLst>
                                      </p:cBhvr>
                                      <p:tavLst>
                                        <p:tav tm="0">
                                          <p:val>
                                            <p:strVal val="#ppt_y+.1"/>
                                          </p:val>
                                        </p:tav>
                                        <p:tav tm="100000">
                                          <p:val>
                                            <p:strVal val="#ppt_y"/>
                                          </p:val>
                                        </p:tav>
                                      </p:tavLst>
                                    </p:anim>
                                  </p:childTnLst>
                                </p:cTn>
                              </p:par>
                            </p:childTnLst>
                          </p:cTn>
                        </p:par>
                        <p:par>
                          <p:cTn id="60" fill="hold">
                            <p:stCondLst>
                              <p:cond delay="6500"/>
                            </p:stCondLst>
                            <p:childTnLst>
                              <p:par>
                                <p:cTn id="61" presetID="10" presetClass="entr" presetSubtype="0" fill="hold" grpId="0" nodeType="afterEffect">
                                  <p:stCondLst>
                                    <p:cond delay="0"/>
                                  </p:stCondLst>
                                  <p:childTnLst>
                                    <p:set>
                                      <p:cBhvr>
                                        <p:cTn id="62" dur="1" fill="hold">
                                          <p:stCondLst>
                                            <p:cond delay="0"/>
                                          </p:stCondLst>
                                        </p:cTn>
                                        <p:tgtEl>
                                          <p:spTgt spid="93"/>
                                        </p:tgtEl>
                                        <p:attrNameLst>
                                          <p:attrName>style.visibility</p:attrName>
                                        </p:attrNameLst>
                                      </p:cBhvr>
                                      <p:to>
                                        <p:strVal val="visible"/>
                                      </p:to>
                                    </p:set>
                                    <p:animEffect transition="in" filter="fade">
                                      <p:cBhvr>
                                        <p:cTn id="63" dur="500"/>
                                        <p:tgtEl>
                                          <p:spTgt spid="93"/>
                                        </p:tgtEl>
                                      </p:cBhvr>
                                    </p:animEffect>
                                  </p:childTnLst>
                                </p:cTn>
                              </p:par>
                            </p:childTnLst>
                          </p:cTn>
                        </p:par>
                        <p:par>
                          <p:cTn id="64" fill="hold">
                            <p:stCondLst>
                              <p:cond delay="7000"/>
                            </p:stCondLst>
                            <p:childTnLst>
                              <p:par>
                                <p:cTn id="65" presetID="42" presetClass="entr" presetSubtype="0" fill="hold" grpId="0" nodeType="afterEffect">
                                  <p:stCondLst>
                                    <p:cond delay="0"/>
                                  </p:stCondLst>
                                  <p:childTnLst>
                                    <p:set>
                                      <p:cBhvr>
                                        <p:cTn id="66" dur="1" fill="hold">
                                          <p:stCondLst>
                                            <p:cond delay="0"/>
                                          </p:stCondLst>
                                        </p:cTn>
                                        <p:tgtEl>
                                          <p:spTgt spid="102"/>
                                        </p:tgtEl>
                                        <p:attrNameLst>
                                          <p:attrName>style.visibility</p:attrName>
                                        </p:attrNameLst>
                                      </p:cBhvr>
                                      <p:to>
                                        <p:strVal val="visible"/>
                                      </p:to>
                                    </p:set>
                                    <p:animEffect transition="in" filter="fade">
                                      <p:cBhvr>
                                        <p:cTn id="67" dur="500"/>
                                        <p:tgtEl>
                                          <p:spTgt spid="102"/>
                                        </p:tgtEl>
                                      </p:cBhvr>
                                    </p:animEffect>
                                    <p:anim calcmode="lin" valueType="num">
                                      <p:cBhvr>
                                        <p:cTn id="68" dur="500" fill="hold"/>
                                        <p:tgtEl>
                                          <p:spTgt spid="102"/>
                                        </p:tgtEl>
                                        <p:attrNameLst>
                                          <p:attrName>ppt_x</p:attrName>
                                        </p:attrNameLst>
                                      </p:cBhvr>
                                      <p:tavLst>
                                        <p:tav tm="0">
                                          <p:val>
                                            <p:strVal val="#ppt_x"/>
                                          </p:val>
                                        </p:tav>
                                        <p:tav tm="100000">
                                          <p:val>
                                            <p:strVal val="#ppt_x"/>
                                          </p:val>
                                        </p:tav>
                                      </p:tavLst>
                                    </p:anim>
                                    <p:anim calcmode="lin" valueType="num">
                                      <p:cBhvr>
                                        <p:cTn id="69" dur="500" fill="hold"/>
                                        <p:tgtEl>
                                          <p:spTgt spid="102"/>
                                        </p:tgtEl>
                                        <p:attrNameLst>
                                          <p:attrName>ppt_y</p:attrName>
                                        </p:attrNameLst>
                                      </p:cBhvr>
                                      <p:tavLst>
                                        <p:tav tm="0">
                                          <p:val>
                                            <p:strVal val="#ppt_y+.1"/>
                                          </p:val>
                                        </p:tav>
                                        <p:tav tm="100000">
                                          <p:val>
                                            <p:strVal val="#ppt_y"/>
                                          </p:val>
                                        </p:tav>
                                      </p:tavLst>
                                    </p:anim>
                                  </p:childTnLst>
                                </p:cTn>
                              </p:par>
                            </p:childTnLst>
                          </p:cTn>
                        </p:par>
                        <p:par>
                          <p:cTn id="70" fill="hold">
                            <p:stCondLst>
                              <p:cond delay="7500"/>
                            </p:stCondLst>
                            <p:childTnLst>
                              <p:par>
                                <p:cTn id="71" presetID="10" presetClass="entr" presetSubtype="0" fill="hold" grpId="0" nodeType="afterEffect">
                                  <p:stCondLst>
                                    <p:cond delay="0"/>
                                  </p:stCondLst>
                                  <p:childTnLst>
                                    <p:set>
                                      <p:cBhvr>
                                        <p:cTn id="72" dur="1" fill="hold">
                                          <p:stCondLst>
                                            <p:cond delay="0"/>
                                          </p:stCondLst>
                                        </p:cTn>
                                        <p:tgtEl>
                                          <p:spTgt spid="96"/>
                                        </p:tgtEl>
                                        <p:attrNameLst>
                                          <p:attrName>style.visibility</p:attrName>
                                        </p:attrNameLst>
                                      </p:cBhvr>
                                      <p:to>
                                        <p:strVal val="visible"/>
                                      </p:to>
                                    </p:set>
                                    <p:animEffect transition="in" filter="fade">
                                      <p:cBhvr>
                                        <p:cTn id="73" dur="500"/>
                                        <p:tgtEl>
                                          <p:spTgt spid="96"/>
                                        </p:tgtEl>
                                      </p:cBhvr>
                                    </p:animEffect>
                                  </p:childTnLst>
                                </p:cTn>
                              </p:par>
                            </p:childTnLst>
                          </p:cTn>
                        </p:par>
                        <p:par>
                          <p:cTn id="74" fill="hold">
                            <p:stCondLst>
                              <p:cond delay="8000"/>
                            </p:stCondLst>
                            <p:childTnLst>
                              <p:par>
                                <p:cTn id="75" presetID="42" presetClass="entr" presetSubtype="0" fill="hold" grpId="0" nodeType="afterEffect">
                                  <p:stCondLst>
                                    <p:cond delay="0"/>
                                  </p:stCondLst>
                                  <p:childTnLst>
                                    <p:set>
                                      <p:cBhvr>
                                        <p:cTn id="76" dur="1" fill="hold">
                                          <p:stCondLst>
                                            <p:cond delay="0"/>
                                          </p:stCondLst>
                                        </p:cTn>
                                        <p:tgtEl>
                                          <p:spTgt spid="103"/>
                                        </p:tgtEl>
                                        <p:attrNameLst>
                                          <p:attrName>style.visibility</p:attrName>
                                        </p:attrNameLst>
                                      </p:cBhvr>
                                      <p:to>
                                        <p:strVal val="visible"/>
                                      </p:to>
                                    </p:set>
                                    <p:animEffect transition="in" filter="fade">
                                      <p:cBhvr>
                                        <p:cTn id="77" dur="500"/>
                                        <p:tgtEl>
                                          <p:spTgt spid="103"/>
                                        </p:tgtEl>
                                      </p:cBhvr>
                                    </p:animEffect>
                                    <p:anim calcmode="lin" valueType="num">
                                      <p:cBhvr>
                                        <p:cTn id="78" dur="500" fill="hold"/>
                                        <p:tgtEl>
                                          <p:spTgt spid="103"/>
                                        </p:tgtEl>
                                        <p:attrNameLst>
                                          <p:attrName>ppt_x</p:attrName>
                                        </p:attrNameLst>
                                      </p:cBhvr>
                                      <p:tavLst>
                                        <p:tav tm="0">
                                          <p:val>
                                            <p:strVal val="#ppt_x"/>
                                          </p:val>
                                        </p:tav>
                                        <p:tav tm="100000">
                                          <p:val>
                                            <p:strVal val="#ppt_x"/>
                                          </p:val>
                                        </p:tav>
                                      </p:tavLst>
                                    </p:anim>
                                    <p:anim calcmode="lin" valueType="num">
                                      <p:cBhvr>
                                        <p:cTn id="79" dur="500" fill="hold"/>
                                        <p:tgtEl>
                                          <p:spTgt spid="103"/>
                                        </p:tgtEl>
                                        <p:attrNameLst>
                                          <p:attrName>ppt_y</p:attrName>
                                        </p:attrNameLst>
                                      </p:cBhvr>
                                      <p:tavLst>
                                        <p:tav tm="0">
                                          <p:val>
                                            <p:strVal val="#ppt_y+.1"/>
                                          </p:val>
                                        </p:tav>
                                        <p:tav tm="100000">
                                          <p:val>
                                            <p:strVal val="#ppt_y"/>
                                          </p:val>
                                        </p:tav>
                                      </p:tavLst>
                                    </p:anim>
                                  </p:childTnLst>
                                </p:cTn>
                              </p:par>
                            </p:childTnLst>
                          </p:cTn>
                        </p:par>
                        <p:par>
                          <p:cTn id="80" fill="hold">
                            <p:stCondLst>
                              <p:cond delay="8500"/>
                            </p:stCondLst>
                            <p:childTnLst>
                              <p:par>
                                <p:cTn id="81" presetID="10" presetClass="entr" presetSubtype="0" fill="hold" grpId="0" nodeType="afterEffect">
                                  <p:stCondLst>
                                    <p:cond delay="0"/>
                                  </p:stCondLst>
                                  <p:childTnLst>
                                    <p:set>
                                      <p:cBhvr>
                                        <p:cTn id="82" dur="1" fill="hold">
                                          <p:stCondLst>
                                            <p:cond delay="0"/>
                                          </p:stCondLst>
                                        </p:cTn>
                                        <p:tgtEl>
                                          <p:spTgt spid="98"/>
                                        </p:tgtEl>
                                        <p:attrNameLst>
                                          <p:attrName>style.visibility</p:attrName>
                                        </p:attrNameLst>
                                      </p:cBhvr>
                                      <p:to>
                                        <p:strVal val="visible"/>
                                      </p:to>
                                    </p:set>
                                    <p:animEffect transition="in" filter="fade">
                                      <p:cBhvr>
                                        <p:cTn id="83"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68" grpId="0" animBg="1"/>
      <p:bldP spid="62" grpId="0" animBg="1"/>
      <p:bldP spid="56" grpId="0" animBg="1"/>
      <p:bldP spid="46" grpId="0" animBg="1"/>
      <p:bldP spid="83" grpId="0"/>
      <p:bldP spid="93" grpId="0"/>
      <p:bldP spid="96" grpId="0"/>
      <p:bldP spid="98" grpId="0"/>
      <p:bldP spid="27" grpId="0" animBg="1"/>
      <p:bldP spid="101" grpId="0" animBg="1"/>
      <p:bldP spid="102" grpId="0" animBg="1"/>
      <p:bldP spid="103" grpId="0" animBg="1"/>
      <p:bldP spid="104"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p:cNvCxnSpPr>
            <a:cxnSpLocks noChangeAspect="1"/>
          </p:cNvCxnSpPr>
          <p:nvPr/>
        </p:nvCxnSpPr>
        <p:spPr>
          <a:xfrm>
            <a:off x="1158875" y="3602038"/>
            <a:ext cx="9928225" cy="0"/>
          </a:xfrm>
          <a:prstGeom prst="line">
            <a:avLst/>
          </a:prstGeom>
          <a:ln w="28575">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17" name="Group 16"/>
          <p:cNvGrpSpPr>
            <a:grpSpLocks noChangeAspect="1"/>
          </p:cNvGrpSpPr>
          <p:nvPr/>
        </p:nvGrpSpPr>
        <p:grpSpPr bwMode="auto">
          <a:xfrm>
            <a:off x="3361413" y="2223421"/>
            <a:ext cx="5775325" cy="3088354"/>
            <a:chOff x="-187161" y="1754220"/>
            <a:chExt cx="5090507" cy="2722530"/>
          </a:xfrm>
        </p:grpSpPr>
        <p:grpSp>
          <p:nvGrpSpPr>
            <p:cNvPr id="18" name="Group 17"/>
            <p:cNvGrpSpPr/>
            <p:nvPr/>
          </p:nvGrpSpPr>
          <p:grpSpPr>
            <a:xfrm flipV="1">
              <a:off x="1903612" y="2986144"/>
              <a:ext cx="990600" cy="1490606"/>
              <a:chOff x="1180764" y="1293047"/>
              <a:chExt cx="990600" cy="1490606"/>
            </a:xfrm>
            <a:solidFill>
              <a:schemeClr val="accent4"/>
            </a:solidFill>
          </p:grpSpPr>
          <p:sp>
            <p:nvSpPr>
              <p:cNvPr id="21" name="Oval 20"/>
              <p:cNvSpPr/>
              <p:nvPr/>
            </p:nvSpPr>
            <p:spPr>
              <a:xfrm>
                <a:off x="1180764" y="1293047"/>
                <a:ext cx="990600" cy="9906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22" name="Isosceles Triangle 21"/>
              <p:cNvSpPr/>
              <p:nvPr/>
            </p:nvSpPr>
            <p:spPr>
              <a:xfrm flipV="1">
                <a:off x="1568733" y="2215149"/>
                <a:ext cx="214662" cy="203559"/>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23" name="Straight Connector 22"/>
              <p:cNvCxnSpPr/>
              <p:nvPr/>
            </p:nvCxnSpPr>
            <p:spPr>
              <a:xfrm>
                <a:off x="1676064" y="2368550"/>
                <a:ext cx="0" cy="415103"/>
              </a:xfrm>
              <a:prstGeom prst="line">
                <a:avLst/>
              </a:prstGeom>
              <a:grpFill/>
              <a:ln>
                <a:solidFill>
                  <a:schemeClr val="accent4"/>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55" name="Content Placeholder 2"/>
            <p:cNvSpPr txBox="1">
              <a:spLocks/>
            </p:cNvSpPr>
            <p:nvPr/>
          </p:nvSpPr>
          <p:spPr bwMode="auto">
            <a:xfrm>
              <a:off x="-187161" y="1754220"/>
              <a:ext cx="5090507" cy="1536078"/>
            </a:xfrm>
            <a:prstGeom prst="rect">
              <a:avLst/>
            </a:prstGeom>
            <a:noFill/>
            <a:ln w="9525">
              <a:noFill/>
              <a:miter lim="800000"/>
              <a:headEnd/>
              <a:tailEnd/>
            </a:ln>
          </p:spPr>
          <p:txBody>
            <a:bodyPr/>
            <a:lstStyle/>
            <a:p>
              <a:pPr algn="ctr">
                <a:spcBef>
                  <a:spcPct val="20000"/>
                </a:spcBef>
                <a:buFont typeface="Arial" charset="0"/>
                <a:buNone/>
              </a:pPr>
              <a:r>
                <a:rPr lang="ar-SA" sz="2800" b="1" dirty="0" smtClean="0"/>
                <a:t>المرونة </a:t>
              </a:r>
              <a:r>
                <a:rPr lang="ar-SA" sz="2800" b="1" dirty="0"/>
                <a:t>الشديدة، فهو يقدم خيارات للمتعلم من حيث وقت ومكان التعلم</a:t>
              </a:r>
              <a:endParaRPr lang="en-US" sz="2800" b="1" dirty="0">
                <a:solidFill>
                  <a:prstClr val="black"/>
                </a:solidFill>
              </a:endParaRPr>
            </a:p>
          </p:txBody>
        </p:sp>
        <p:sp>
          <p:nvSpPr>
            <p:cNvPr id="496656" name="Freeform 16"/>
            <p:cNvSpPr>
              <a:spLocks noEditPoints="1"/>
            </p:cNvSpPr>
            <p:nvPr/>
          </p:nvSpPr>
          <p:spPr bwMode="auto">
            <a:xfrm>
              <a:off x="2206179" y="3788938"/>
              <a:ext cx="385465" cy="385025"/>
            </a:xfrm>
            <a:custGeom>
              <a:avLst/>
              <a:gdLst>
                <a:gd name="T0" fmla="*/ 197548215 w 371"/>
                <a:gd name="T1" fmla="*/ 1083273 h 370"/>
                <a:gd name="T2" fmla="*/ 2159020 w 371"/>
                <a:gd name="T3" fmla="*/ 202496092 h 370"/>
                <a:gd name="T4" fmla="*/ 202945762 w 371"/>
                <a:gd name="T5" fmla="*/ 399576862 h 370"/>
                <a:gd name="T6" fmla="*/ 399414468 w 371"/>
                <a:gd name="T7" fmla="*/ 197081810 h 370"/>
                <a:gd name="T8" fmla="*/ 197548215 w 371"/>
                <a:gd name="T9" fmla="*/ 1083273 h 370"/>
                <a:gd name="T10" fmla="*/ 198627724 w 371"/>
                <a:gd name="T11" fmla="*/ 27071419 h 370"/>
                <a:gd name="T12" fmla="*/ 280669468 w 371"/>
                <a:gd name="T13" fmla="*/ 46563051 h 370"/>
                <a:gd name="T14" fmla="*/ 253681667 w 371"/>
                <a:gd name="T15" fmla="*/ 90960598 h 370"/>
                <a:gd name="T16" fmla="*/ 200786743 w 371"/>
                <a:gd name="T17" fmla="*/ 79048761 h 370"/>
                <a:gd name="T18" fmla="*/ 147891820 w 371"/>
                <a:gd name="T19" fmla="*/ 90960598 h 370"/>
                <a:gd name="T20" fmla="*/ 120904051 w 371"/>
                <a:gd name="T21" fmla="*/ 46563051 h 370"/>
                <a:gd name="T22" fmla="*/ 198627724 w 371"/>
                <a:gd name="T23" fmla="*/ 27071419 h 370"/>
                <a:gd name="T24" fmla="*/ 91757296 w 371"/>
                <a:gd name="T25" fmla="*/ 253390137 h 370"/>
                <a:gd name="T26" fmla="*/ 47498432 w 371"/>
                <a:gd name="T27" fmla="*/ 280462654 h 370"/>
                <a:gd name="T28" fmla="*/ 28067254 w 371"/>
                <a:gd name="T29" fmla="*/ 202496092 h 370"/>
                <a:gd name="T30" fmla="*/ 47498432 w 371"/>
                <a:gd name="T31" fmla="*/ 120197514 h 370"/>
                <a:gd name="T32" fmla="*/ 91757296 w 371"/>
                <a:gd name="T33" fmla="*/ 147269998 h 370"/>
                <a:gd name="T34" fmla="*/ 79882692 w 371"/>
                <a:gd name="T35" fmla="*/ 200330588 h 370"/>
                <a:gd name="T36" fmla="*/ 91757296 w 371"/>
                <a:gd name="T37" fmla="*/ 253390137 h 370"/>
                <a:gd name="T38" fmla="*/ 202945762 w 371"/>
                <a:gd name="T39" fmla="*/ 373588724 h 370"/>
                <a:gd name="T40" fmla="*/ 120904051 w 371"/>
                <a:gd name="T41" fmla="*/ 354097100 h 370"/>
                <a:gd name="T42" fmla="*/ 147891820 w 371"/>
                <a:gd name="T43" fmla="*/ 309699569 h 370"/>
                <a:gd name="T44" fmla="*/ 200786743 w 371"/>
                <a:gd name="T45" fmla="*/ 321611406 h 370"/>
                <a:gd name="T46" fmla="*/ 253681667 w 371"/>
                <a:gd name="T47" fmla="*/ 309699569 h 370"/>
                <a:gd name="T48" fmla="*/ 280669468 w 371"/>
                <a:gd name="T49" fmla="*/ 354097100 h 370"/>
                <a:gd name="T50" fmla="*/ 202945762 w 371"/>
                <a:gd name="T51" fmla="*/ 373588724 h 370"/>
                <a:gd name="T52" fmla="*/ 200786743 w 371"/>
                <a:gd name="T53" fmla="*/ 295622228 h 370"/>
                <a:gd name="T54" fmla="*/ 105790919 w 371"/>
                <a:gd name="T55" fmla="*/ 200330588 h 370"/>
                <a:gd name="T56" fmla="*/ 200786743 w 371"/>
                <a:gd name="T57" fmla="*/ 105037940 h 370"/>
                <a:gd name="T58" fmla="*/ 295782600 w 371"/>
                <a:gd name="T59" fmla="*/ 200330588 h 370"/>
                <a:gd name="T60" fmla="*/ 200786743 w 371"/>
                <a:gd name="T61" fmla="*/ 295622228 h 370"/>
                <a:gd name="T62" fmla="*/ 308736714 w 371"/>
                <a:gd name="T63" fmla="*/ 253390137 h 370"/>
                <a:gd name="T64" fmla="*/ 321690827 w 371"/>
                <a:gd name="T65" fmla="*/ 200330588 h 370"/>
                <a:gd name="T66" fmla="*/ 308736714 w 371"/>
                <a:gd name="T67" fmla="*/ 147269998 h 370"/>
                <a:gd name="T68" fmla="*/ 354075071 w 371"/>
                <a:gd name="T69" fmla="*/ 120197514 h 370"/>
                <a:gd name="T70" fmla="*/ 373506241 w 371"/>
                <a:gd name="T71" fmla="*/ 198164042 h 370"/>
                <a:gd name="T72" fmla="*/ 354075071 w 371"/>
                <a:gd name="T73" fmla="*/ 280462654 h 370"/>
                <a:gd name="T74" fmla="*/ 308736714 w 371"/>
                <a:gd name="T75" fmla="*/ 253390137 h 3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1"/>
                <a:gd name="T115" fmla="*/ 0 h 370"/>
                <a:gd name="T116" fmla="*/ 371 w 371"/>
                <a:gd name="T117" fmla="*/ 370 h 37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2" name="Group 31"/>
          <p:cNvGrpSpPr>
            <a:grpSpLocks noChangeAspect="1"/>
          </p:cNvGrpSpPr>
          <p:nvPr/>
        </p:nvGrpSpPr>
        <p:grpSpPr bwMode="auto">
          <a:xfrm>
            <a:off x="263403" y="2146300"/>
            <a:ext cx="5064125" cy="3393638"/>
            <a:chOff x="-274342" y="1492065"/>
            <a:chExt cx="4464204" cy="2990957"/>
          </a:xfrm>
        </p:grpSpPr>
        <p:grpSp>
          <p:nvGrpSpPr>
            <p:cNvPr id="496648" name="Group 32"/>
            <p:cNvGrpSpPr>
              <a:grpSpLocks/>
            </p:cNvGrpSpPr>
            <p:nvPr/>
          </p:nvGrpSpPr>
          <p:grpSpPr bwMode="auto">
            <a:xfrm>
              <a:off x="1029249" y="1492065"/>
              <a:ext cx="990600" cy="1490606"/>
              <a:chOff x="1180764" y="1293047"/>
              <a:chExt cx="990600" cy="1490606"/>
            </a:xfrm>
          </p:grpSpPr>
          <p:sp>
            <p:nvSpPr>
              <p:cNvPr id="36" name="Oval 35"/>
              <p:cNvSpPr/>
              <p:nvPr/>
            </p:nvSpPr>
            <p:spPr>
              <a:xfrm>
                <a:off x="1180158" y="1293047"/>
                <a:ext cx="990801" cy="99058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37" name="Isosceles Triangle 36"/>
              <p:cNvSpPr/>
              <p:nvPr/>
            </p:nvSpPr>
            <p:spPr>
              <a:xfrm flipV="1">
                <a:off x="1567801" y="2215075"/>
                <a:ext cx="215513" cy="202874"/>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38" name="Straight Connector 37"/>
              <p:cNvCxnSpPr/>
              <p:nvPr/>
            </p:nvCxnSpPr>
            <p:spPr>
              <a:xfrm>
                <a:off x="1662963" y="2367580"/>
                <a:ext cx="0" cy="415542"/>
              </a:xfrm>
              <a:prstGeom prst="line">
                <a:avLst/>
              </a:prstGeom>
              <a:ln>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9" name="Content Placeholder 2"/>
            <p:cNvSpPr txBox="1">
              <a:spLocks/>
            </p:cNvSpPr>
            <p:nvPr/>
          </p:nvSpPr>
          <p:spPr bwMode="auto">
            <a:xfrm>
              <a:off x="-274342" y="3095756"/>
              <a:ext cx="4464204" cy="1387266"/>
            </a:xfrm>
            <a:prstGeom prst="rect">
              <a:avLst/>
            </a:prstGeom>
            <a:noFill/>
            <a:ln w="9525">
              <a:noFill/>
              <a:miter lim="800000"/>
              <a:headEnd/>
              <a:tailEnd/>
            </a:ln>
          </p:spPr>
          <p:txBody>
            <a:bodyPr/>
            <a:lstStyle/>
            <a:p>
              <a:pPr algn="ctr">
                <a:spcBef>
                  <a:spcPct val="20000"/>
                </a:spcBef>
                <a:buFont typeface="Arial" charset="0"/>
                <a:buNone/>
              </a:pPr>
              <a:r>
                <a:rPr lang="ar-SA" sz="2800" b="1" dirty="0"/>
                <a:t>التعليم الإلكتروني شأنه في ذلك شأن أي تقانة جديدة له مدخلاته وعملياته ومخرجاته</a:t>
              </a:r>
              <a:endParaRPr lang="en-US" sz="2800" b="1" dirty="0">
                <a:solidFill>
                  <a:prstClr val="black"/>
                </a:solidFill>
              </a:endParaRPr>
            </a:p>
          </p:txBody>
        </p:sp>
        <p:sp>
          <p:nvSpPr>
            <p:cNvPr id="496650" name="Freeform 6"/>
            <p:cNvSpPr>
              <a:spLocks noEditPoints="1"/>
            </p:cNvSpPr>
            <p:nvPr/>
          </p:nvSpPr>
          <p:spPr bwMode="auto">
            <a:xfrm>
              <a:off x="1352369" y="1801547"/>
              <a:ext cx="337851" cy="371636"/>
            </a:xfrm>
            <a:custGeom>
              <a:avLst/>
              <a:gdLst>
                <a:gd name="T0" fmla="*/ 280158470 w 376"/>
                <a:gd name="T1" fmla="*/ 277446075 h 376"/>
                <a:gd name="T2" fmla="*/ 280158470 w 376"/>
                <a:gd name="T3" fmla="*/ 232507724 h 376"/>
                <a:gd name="T4" fmla="*/ 224449857 w 376"/>
                <a:gd name="T5" fmla="*/ 165100290 h 376"/>
                <a:gd name="T6" fmla="*/ 192154547 w 376"/>
                <a:gd name="T7" fmla="*/ 165100290 h 376"/>
                <a:gd name="T8" fmla="*/ 167126625 w 376"/>
                <a:gd name="T9" fmla="*/ 144584210 h 376"/>
                <a:gd name="T10" fmla="*/ 167126625 w 376"/>
                <a:gd name="T11" fmla="*/ 89876610 h 376"/>
                <a:gd name="T12" fmla="*/ 190539871 w 376"/>
                <a:gd name="T13" fmla="*/ 46892359 h 376"/>
                <a:gd name="T14" fmla="*/ 151786757 w 376"/>
                <a:gd name="T15" fmla="*/ 0 h 376"/>
                <a:gd name="T16" fmla="*/ 113032716 w 376"/>
                <a:gd name="T17" fmla="*/ 46892359 h 376"/>
                <a:gd name="T18" fmla="*/ 136445990 w 376"/>
                <a:gd name="T19" fmla="*/ 89876610 h 376"/>
                <a:gd name="T20" fmla="*/ 136445990 w 376"/>
                <a:gd name="T21" fmla="*/ 144584210 h 376"/>
                <a:gd name="T22" fmla="*/ 111418040 w 376"/>
                <a:gd name="T23" fmla="*/ 165100290 h 376"/>
                <a:gd name="T24" fmla="*/ 79122730 w 376"/>
                <a:gd name="T25" fmla="*/ 165100290 h 376"/>
                <a:gd name="T26" fmla="*/ 23414152 w 376"/>
                <a:gd name="T27" fmla="*/ 232507724 h 376"/>
                <a:gd name="T28" fmla="*/ 23414152 w 376"/>
                <a:gd name="T29" fmla="*/ 277446075 h 376"/>
                <a:gd name="T30" fmla="*/ 0 w 376"/>
                <a:gd name="T31" fmla="*/ 320430311 h 376"/>
                <a:gd name="T32" fmla="*/ 38754027 w 376"/>
                <a:gd name="T33" fmla="*/ 367322655 h 376"/>
                <a:gd name="T34" fmla="*/ 77508054 w 376"/>
                <a:gd name="T35" fmla="*/ 320430311 h 376"/>
                <a:gd name="T36" fmla="*/ 54093895 w 376"/>
                <a:gd name="T37" fmla="*/ 277446075 h 376"/>
                <a:gd name="T38" fmla="*/ 54093895 w 376"/>
                <a:gd name="T39" fmla="*/ 232507724 h 376"/>
                <a:gd name="T40" fmla="*/ 79122730 w 376"/>
                <a:gd name="T41" fmla="*/ 202222365 h 376"/>
                <a:gd name="T42" fmla="*/ 111418040 w 376"/>
                <a:gd name="T43" fmla="*/ 202222365 h 376"/>
                <a:gd name="T44" fmla="*/ 136445990 w 376"/>
                <a:gd name="T45" fmla="*/ 197338714 h 376"/>
                <a:gd name="T46" fmla="*/ 136445990 w 376"/>
                <a:gd name="T47" fmla="*/ 277446075 h 376"/>
                <a:gd name="T48" fmla="*/ 113032716 w 376"/>
                <a:gd name="T49" fmla="*/ 320430311 h 376"/>
                <a:gd name="T50" fmla="*/ 151786757 w 376"/>
                <a:gd name="T51" fmla="*/ 367322655 h 376"/>
                <a:gd name="T52" fmla="*/ 190539871 w 376"/>
                <a:gd name="T53" fmla="*/ 320430311 h 376"/>
                <a:gd name="T54" fmla="*/ 167126625 w 376"/>
                <a:gd name="T55" fmla="*/ 277446075 h 376"/>
                <a:gd name="T56" fmla="*/ 167126625 w 376"/>
                <a:gd name="T57" fmla="*/ 197338714 h 376"/>
                <a:gd name="T58" fmla="*/ 192154547 w 376"/>
                <a:gd name="T59" fmla="*/ 202222365 h 376"/>
                <a:gd name="T60" fmla="*/ 224449857 w 376"/>
                <a:gd name="T61" fmla="*/ 202222365 h 376"/>
                <a:gd name="T62" fmla="*/ 249478734 w 376"/>
                <a:gd name="T63" fmla="*/ 232507724 h 376"/>
                <a:gd name="T64" fmla="*/ 249478734 w 376"/>
                <a:gd name="T65" fmla="*/ 277446075 h 376"/>
                <a:gd name="T66" fmla="*/ 226064533 w 376"/>
                <a:gd name="T67" fmla="*/ 320430311 h 376"/>
                <a:gd name="T68" fmla="*/ 264818602 w 376"/>
                <a:gd name="T69" fmla="*/ 367322655 h 376"/>
                <a:gd name="T70" fmla="*/ 303572615 w 376"/>
                <a:gd name="T71" fmla="*/ 320430311 h 376"/>
                <a:gd name="T72" fmla="*/ 280158470 w 376"/>
                <a:gd name="T73" fmla="*/ 277446075 h 376"/>
                <a:gd name="T74" fmla="*/ 60552612 w 376"/>
                <a:gd name="T75" fmla="*/ 320430311 h 376"/>
                <a:gd name="T76" fmla="*/ 38754027 w 376"/>
                <a:gd name="T77" fmla="*/ 347784096 h 376"/>
                <a:gd name="T78" fmla="*/ 16147662 w 376"/>
                <a:gd name="T79" fmla="*/ 320430311 h 376"/>
                <a:gd name="T80" fmla="*/ 38754027 w 376"/>
                <a:gd name="T81" fmla="*/ 293076527 h 376"/>
                <a:gd name="T82" fmla="*/ 60552612 w 376"/>
                <a:gd name="T83" fmla="*/ 320430311 h 376"/>
                <a:gd name="T84" fmla="*/ 129179501 w 376"/>
                <a:gd name="T85" fmla="*/ 46892359 h 376"/>
                <a:gd name="T86" fmla="*/ 151786757 w 376"/>
                <a:gd name="T87" fmla="*/ 19538566 h 376"/>
                <a:gd name="T88" fmla="*/ 173585328 w 376"/>
                <a:gd name="T89" fmla="*/ 46892359 h 376"/>
                <a:gd name="T90" fmla="*/ 151786757 w 376"/>
                <a:gd name="T91" fmla="*/ 74246159 h 376"/>
                <a:gd name="T92" fmla="*/ 129179501 w 376"/>
                <a:gd name="T93" fmla="*/ 46892359 h 376"/>
                <a:gd name="T94" fmla="*/ 173585328 w 376"/>
                <a:gd name="T95" fmla="*/ 320430311 h 376"/>
                <a:gd name="T96" fmla="*/ 151786757 w 376"/>
                <a:gd name="T97" fmla="*/ 347784096 h 376"/>
                <a:gd name="T98" fmla="*/ 129179501 w 376"/>
                <a:gd name="T99" fmla="*/ 320430311 h 376"/>
                <a:gd name="T100" fmla="*/ 151786757 w 376"/>
                <a:gd name="T101" fmla="*/ 293076527 h 376"/>
                <a:gd name="T102" fmla="*/ 173585328 w 376"/>
                <a:gd name="T103" fmla="*/ 320430311 h 376"/>
                <a:gd name="T104" fmla="*/ 264818602 w 376"/>
                <a:gd name="T105" fmla="*/ 347784096 h 376"/>
                <a:gd name="T106" fmla="*/ 242212244 w 376"/>
                <a:gd name="T107" fmla="*/ 320430311 h 376"/>
                <a:gd name="T108" fmla="*/ 264818602 w 376"/>
                <a:gd name="T109" fmla="*/ 293076527 h 376"/>
                <a:gd name="T110" fmla="*/ 286618072 w 376"/>
                <a:gd name="T111" fmla="*/ 320430311 h 376"/>
                <a:gd name="T112" fmla="*/ 264818602 w 376"/>
                <a:gd name="T113" fmla="*/ 347784096 h 3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6"/>
                <a:gd name="T172" fmla="*/ 0 h 376"/>
                <a:gd name="T173" fmla="*/ 376 w 376"/>
                <a:gd name="T174" fmla="*/ 376 h 3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9" name="Group 38"/>
          <p:cNvGrpSpPr>
            <a:grpSpLocks noChangeAspect="1"/>
          </p:cNvGrpSpPr>
          <p:nvPr/>
        </p:nvGrpSpPr>
        <p:grpSpPr bwMode="auto">
          <a:xfrm>
            <a:off x="7263243" y="1833563"/>
            <a:ext cx="5737225" cy="5143607"/>
            <a:chOff x="1608842" y="1492065"/>
            <a:chExt cx="5057333" cy="4533108"/>
          </a:xfrm>
        </p:grpSpPr>
        <p:grpSp>
          <p:nvGrpSpPr>
            <p:cNvPr id="41" name="Group 40"/>
            <p:cNvGrpSpPr/>
            <p:nvPr/>
          </p:nvGrpSpPr>
          <p:grpSpPr>
            <a:xfrm>
              <a:off x="3504691" y="1492065"/>
              <a:ext cx="990600" cy="1490606"/>
              <a:chOff x="1180764" y="1293047"/>
              <a:chExt cx="990600" cy="1490606"/>
            </a:xfrm>
            <a:solidFill>
              <a:schemeClr val="accent2"/>
            </a:solidFill>
          </p:grpSpPr>
          <p:sp>
            <p:nvSpPr>
              <p:cNvPr id="44" name="Oval 43"/>
              <p:cNvSpPr/>
              <p:nvPr/>
            </p:nvSpPr>
            <p:spPr>
              <a:xfrm>
                <a:off x="1180764" y="1293047"/>
                <a:ext cx="990600" cy="9906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45" name="Isosceles Triangle 44"/>
              <p:cNvSpPr/>
              <p:nvPr/>
            </p:nvSpPr>
            <p:spPr>
              <a:xfrm flipV="1">
                <a:off x="1568733" y="2215149"/>
                <a:ext cx="214662" cy="203559"/>
              </a:xfrm>
              <a:prstGeom prs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46" name="Straight Connector 45"/>
              <p:cNvCxnSpPr/>
              <p:nvPr/>
            </p:nvCxnSpPr>
            <p:spPr>
              <a:xfrm>
                <a:off x="1663272" y="2368550"/>
                <a:ext cx="0" cy="415103"/>
              </a:xfrm>
              <a:prstGeom prst="line">
                <a:avLst/>
              </a:prstGeom>
              <a:grpFill/>
              <a:ln>
                <a:solidFill>
                  <a:srgbClr val="FF0000"/>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6" name="Content Placeholder 2"/>
            <p:cNvSpPr txBox="1">
              <a:spLocks/>
            </p:cNvSpPr>
            <p:nvPr/>
          </p:nvSpPr>
          <p:spPr bwMode="auto">
            <a:xfrm>
              <a:off x="1608842" y="3482233"/>
              <a:ext cx="5057333" cy="2542940"/>
            </a:xfrm>
            <a:prstGeom prst="rect">
              <a:avLst/>
            </a:prstGeom>
            <a:noFill/>
            <a:ln w="9525">
              <a:noFill/>
              <a:miter lim="800000"/>
              <a:headEnd/>
              <a:tailEnd/>
            </a:ln>
          </p:spPr>
          <p:txBody>
            <a:bodyPr/>
            <a:lstStyle/>
            <a:p>
              <a:pPr lvl="2" algn="ctr" rtl="1">
                <a:spcBef>
                  <a:spcPct val="20000"/>
                </a:spcBef>
                <a:buFont typeface="Arial" charset="0"/>
                <a:buNone/>
              </a:pPr>
              <a:r>
                <a:rPr lang="ar-SA" sz="2800" b="1" dirty="0"/>
                <a:t>لا يقتصر دوره فقط على تقديم المحتوى ولكنه يهتم بجميع عناصر المنهج </a:t>
              </a:r>
              <a:endParaRPr lang="en-US" sz="2800" b="1" dirty="0">
                <a:solidFill>
                  <a:prstClr val="black"/>
                </a:solidFill>
              </a:endParaRPr>
            </a:p>
          </p:txBody>
        </p:sp>
        <p:sp>
          <p:nvSpPr>
            <p:cNvPr id="496647" name="Freeform 11"/>
            <p:cNvSpPr>
              <a:spLocks/>
            </p:cNvSpPr>
            <p:nvPr/>
          </p:nvSpPr>
          <p:spPr bwMode="auto">
            <a:xfrm>
              <a:off x="3796978" y="1851913"/>
              <a:ext cx="416706" cy="270903"/>
            </a:xfrm>
            <a:custGeom>
              <a:avLst/>
              <a:gdLst>
                <a:gd name="T0" fmla="*/ 329923880 w 400"/>
                <a:gd name="T1" fmla="*/ 79250584 h 260"/>
                <a:gd name="T2" fmla="*/ 312558704 w 400"/>
                <a:gd name="T3" fmla="*/ 80336279 h 260"/>
                <a:gd name="T4" fmla="*/ 201860724 w 400"/>
                <a:gd name="T5" fmla="*/ 0 h 260"/>
                <a:gd name="T6" fmla="*/ 86821743 w 400"/>
                <a:gd name="T7" fmla="*/ 112905056 h 260"/>
                <a:gd name="T8" fmla="*/ 87907262 w 400"/>
                <a:gd name="T9" fmla="*/ 129189445 h 260"/>
                <a:gd name="T10" fmla="*/ 78139676 w 400"/>
                <a:gd name="T11" fmla="*/ 128103750 h 260"/>
                <a:gd name="T12" fmla="*/ 0 w 400"/>
                <a:gd name="T13" fmla="*/ 205183985 h 260"/>
                <a:gd name="T14" fmla="*/ 78139676 w 400"/>
                <a:gd name="T15" fmla="*/ 282263211 h 260"/>
                <a:gd name="T16" fmla="*/ 186667628 w 400"/>
                <a:gd name="T17" fmla="*/ 282263211 h 260"/>
                <a:gd name="T18" fmla="*/ 186667628 w 400"/>
                <a:gd name="T19" fmla="*/ 199755508 h 260"/>
                <a:gd name="T20" fmla="*/ 141085214 w 400"/>
                <a:gd name="T21" fmla="*/ 199755508 h 260"/>
                <a:gd name="T22" fmla="*/ 217054862 w 400"/>
                <a:gd name="T23" fmla="*/ 99877754 h 260"/>
                <a:gd name="T24" fmla="*/ 293024575 w 400"/>
                <a:gd name="T25" fmla="*/ 199755508 h 260"/>
                <a:gd name="T26" fmla="*/ 247442096 w 400"/>
                <a:gd name="T27" fmla="*/ 199755508 h 260"/>
                <a:gd name="T28" fmla="*/ 247442096 w 400"/>
                <a:gd name="T29" fmla="*/ 282263211 h 260"/>
                <a:gd name="T30" fmla="*/ 329923880 w 400"/>
                <a:gd name="T31" fmla="*/ 282263211 h 260"/>
                <a:gd name="T32" fmla="*/ 434109724 w 400"/>
                <a:gd name="T33" fmla="*/ 180214034 h 260"/>
                <a:gd name="T34" fmla="*/ 329923880 w 400"/>
                <a:gd name="T35" fmla="*/ 79250584 h 2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0"/>
                <a:gd name="T55" fmla="*/ 0 h 260"/>
                <a:gd name="T56" fmla="*/ 400 w 400"/>
                <a:gd name="T57" fmla="*/ 260 h 2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2" name="Rectangle 1"/>
          <p:cNvSpPr/>
          <p:nvPr/>
        </p:nvSpPr>
        <p:spPr>
          <a:xfrm>
            <a:off x="655628" y="377146"/>
            <a:ext cx="11274240" cy="584775"/>
          </a:xfrm>
          <a:prstGeom prst="rect">
            <a:avLst/>
          </a:prstGeom>
        </p:spPr>
        <p:txBody>
          <a:bodyPr wrap="none">
            <a:spAutoFit/>
          </a:bodyPr>
          <a:lstStyle/>
          <a:p>
            <a:pPr marL="0" marR="0" indent="457200" algn="justLow" rtl="1">
              <a:spcBef>
                <a:spcPts val="0"/>
              </a:spcBef>
              <a:spcAft>
                <a:spcPts val="0"/>
              </a:spcAft>
            </a:pPr>
            <a:r>
              <a:rPr lang="ar-SA" sz="3200" b="1" dirty="0">
                <a:solidFill>
                  <a:srgbClr val="000000"/>
                </a:solidFill>
                <a:latin typeface="Times New Roman" panose="02020603050405020304" pitchFamily="18" charset="0"/>
                <a:ea typeface="Arial Unicode MS" panose="020B0604020202020204" pitchFamily="34" charset="-128"/>
                <a:cs typeface="Simplified Arabic" panose="02020603050405020304" pitchFamily="18" charset="-78"/>
              </a:rPr>
              <a:t>أما عن خصائص التعليم الإلكتروني، فيحددها (السفياني، 1429هـ: 13) بالآتي:</a:t>
            </a:r>
            <a:endParaRPr lang="en-US" sz="3200" b="1" dirty="0">
              <a:effectLst/>
              <a:latin typeface="Times New Roman" panose="02020603050405020304" pitchFamily="18" charset="0"/>
              <a:ea typeface="Arial Unicode MS" panose="020B0604020202020204" pitchFamily="34" charset="-128"/>
            </a:endParaRPr>
          </a:p>
        </p:txBody>
      </p:sp>
      <p:sp>
        <p:nvSpPr>
          <p:cNvPr id="3" name="Footer Placeholder 2"/>
          <p:cNvSpPr>
            <a:spLocks noGrp="1"/>
          </p:cNvSpPr>
          <p:nvPr>
            <p:ph type="ftr" sz="quarter" idx="11"/>
          </p:nvPr>
        </p:nvSpPr>
        <p:spPr/>
        <p:txBody>
          <a:bodyPr/>
          <a:lstStyle/>
          <a:p>
            <a:pPr>
              <a:defRPr/>
            </a:pPr>
            <a:r>
              <a:rPr lang="ar-SA" smtClean="0"/>
              <a:t>موسوعة تكنولوجيا التعليم</a:t>
            </a:r>
            <a:endParaRPr lang="id-ID"/>
          </a:p>
        </p:txBody>
      </p:sp>
    </p:spTree>
    <p:extLst>
      <p:ext uri="{BB962C8B-B14F-4D97-AF65-F5344CB8AC3E}">
        <p14:creationId xmlns:p14="http://schemas.microsoft.com/office/powerpoint/2010/main" val="19676179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par>
                          <p:cTn id="7" fill="hold">
                            <p:stCondLst>
                              <p:cond delay="0"/>
                            </p:stCondLst>
                            <p:childTnLst>
                              <p:par>
                                <p:cTn id="8" presetID="16" presetClass="entr" presetSubtype="37" fill="hold" nodeType="after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barn(outVertical)">
                                      <p:cBhvr>
                                        <p:cTn id="10" dur="500"/>
                                        <p:tgtEl>
                                          <p:spTgt spid="16"/>
                                        </p:tgtEl>
                                      </p:cBhvr>
                                    </p:animEffect>
                                  </p:childTnLst>
                                </p:cTn>
                              </p:par>
                            </p:childTnLst>
                          </p:cTn>
                        </p:par>
                        <p:par>
                          <p:cTn id="11" fill="hold">
                            <p:stCondLst>
                              <p:cond delay="500"/>
                            </p:stCondLst>
                            <p:childTnLst>
                              <p:par>
                                <p:cTn id="12" presetID="16" presetClass="entr" presetSubtype="42" fill="hold" nodeType="afterEffect">
                                  <p:stCondLst>
                                    <p:cond delay="0"/>
                                  </p:stCondLst>
                                  <p:childTnLst>
                                    <p:set>
                                      <p:cBhvr>
                                        <p:cTn id="13" dur="1" fill="hold">
                                          <p:stCondLst>
                                            <p:cond delay="0"/>
                                          </p:stCondLst>
                                        </p:cTn>
                                        <p:tgtEl>
                                          <p:spTgt spid="32"/>
                                        </p:tgtEl>
                                        <p:attrNameLst>
                                          <p:attrName>style.visibility</p:attrName>
                                        </p:attrNameLst>
                                      </p:cBhvr>
                                      <p:to>
                                        <p:strVal val="visible"/>
                                      </p:to>
                                    </p:set>
                                    <p:animEffect transition="in" filter="barn(outHorizontal)">
                                      <p:cBhvr>
                                        <p:cTn id="14" dur="500"/>
                                        <p:tgtEl>
                                          <p:spTgt spid="32"/>
                                        </p:tgtEl>
                                      </p:cBhvr>
                                    </p:animEffect>
                                  </p:childTnLst>
                                </p:cTn>
                              </p:par>
                            </p:childTnLst>
                          </p:cTn>
                        </p:par>
                        <p:par>
                          <p:cTn id="15" fill="hold">
                            <p:stCondLst>
                              <p:cond delay="1000"/>
                            </p:stCondLst>
                            <p:childTnLst>
                              <p:par>
                                <p:cTn id="16" presetID="16" presetClass="entr" presetSubtype="42" fill="hold" nodeType="after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barn(outHorizontal)">
                                      <p:cBhvr>
                                        <p:cTn id="18" dur="500"/>
                                        <p:tgtEl>
                                          <p:spTgt spid="17"/>
                                        </p:tgtEl>
                                      </p:cBhvr>
                                    </p:animEffect>
                                  </p:childTnLst>
                                </p:cTn>
                              </p:par>
                            </p:childTnLst>
                          </p:cTn>
                        </p:par>
                        <p:par>
                          <p:cTn id="19" fill="hold">
                            <p:stCondLst>
                              <p:cond delay="1500"/>
                            </p:stCondLst>
                            <p:childTnLst>
                              <p:par>
                                <p:cTn id="20" presetID="16" presetClass="entr" presetSubtype="42" fill="hold" nodeType="afterEffect">
                                  <p:stCondLst>
                                    <p:cond delay="0"/>
                                  </p:stCondLst>
                                  <p:childTnLst>
                                    <p:set>
                                      <p:cBhvr>
                                        <p:cTn id="21" dur="1" fill="hold">
                                          <p:stCondLst>
                                            <p:cond delay="0"/>
                                          </p:stCondLst>
                                        </p:cTn>
                                        <p:tgtEl>
                                          <p:spTgt spid="39"/>
                                        </p:tgtEl>
                                        <p:attrNameLst>
                                          <p:attrName>style.visibility</p:attrName>
                                        </p:attrNameLst>
                                      </p:cBhvr>
                                      <p:to>
                                        <p:strVal val="visible"/>
                                      </p:to>
                                    </p:set>
                                    <p:animEffect transition="in" filter="barn(outHorizontal)">
                                      <p:cBhvr>
                                        <p:cTn id="2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p:cNvCxnSpPr>
            <a:cxnSpLocks noChangeAspect="1"/>
          </p:cNvCxnSpPr>
          <p:nvPr/>
        </p:nvCxnSpPr>
        <p:spPr>
          <a:xfrm>
            <a:off x="1158875" y="3602038"/>
            <a:ext cx="9928225" cy="0"/>
          </a:xfrm>
          <a:prstGeom prst="line">
            <a:avLst/>
          </a:prstGeom>
          <a:ln w="28575">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32" name="Group 31"/>
          <p:cNvGrpSpPr>
            <a:grpSpLocks noChangeAspect="1"/>
          </p:cNvGrpSpPr>
          <p:nvPr/>
        </p:nvGrpSpPr>
        <p:grpSpPr bwMode="auto">
          <a:xfrm>
            <a:off x="634482" y="1833621"/>
            <a:ext cx="5225142" cy="3706317"/>
            <a:chOff x="52777" y="1216488"/>
            <a:chExt cx="4606146" cy="3266534"/>
          </a:xfrm>
        </p:grpSpPr>
        <p:grpSp>
          <p:nvGrpSpPr>
            <p:cNvPr id="496648" name="Group 32"/>
            <p:cNvGrpSpPr>
              <a:grpSpLocks/>
            </p:cNvGrpSpPr>
            <p:nvPr/>
          </p:nvGrpSpPr>
          <p:grpSpPr bwMode="auto">
            <a:xfrm>
              <a:off x="2044736" y="1216488"/>
              <a:ext cx="990801" cy="1490074"/>
              <a:chOff x="2196251" y="1017470"/>
              <a:chExt cx="990801" cy="1490074"/>
            </a:xfrm>
          </p:grpSpPr>
          <p:sp>
            <p:nvSpPr>
              <p:cNvPr id="36" name="Oval 35"/>
              <p:cNvSpPr/>
              <p:nvPr/>
            </p:nvSpPr>
            <p:spPr>
              <a:xfrm>
                <a:off x="2196251" y="1017470"/>
                <a:ext cx="990801" cy="99058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37" name="Isosceles Triangle 36"/>
              <p:cNvSpPr/>
              <p:nvPr/>
            </p:nvSpPr>
            <p:spPr>
              <a:xfrm flipV="1">
                <a:off x="2581144" y="1965524"/>
                <a:ext cx="215513" cy="202874"/>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38" name="Straight Connector 37"/>
              <p:cNvCxnSpPr/>
              <p:nvPr/>
            </p:nvCxnSpPr>
            <p:spPr>
              <a:xfrm>
                <a:off x="2679055" y="2092002"/>
                <a:ext cx="0" cy="415542"/>
              </a:xfrm>
              <a:prstGeom prst="line">
                <a:avLst/>
              </a:prstGeom>
              <a:ln>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9" name="Content Placeholder 2"/>
            <p:cNvSpPr txBox="1">
              <a:spLocks/>
            </p:cNvSpPr>
            <p:nvPr/>
          </p:nvSpPr>
          <p:spPr bwMode="auto">
            <a:xfrm>
              <a:off x="52777" y="3095756"/>
              <a:ext cx="4606146" cy="1387266"/>
            </a:xfrm>
            <a:prstGeom prst="rect">
              <a:avLst/>
            </a:prstGeom>
            <a:noFill/>
            <a:ln w="9525">
              <a:noFill/>
              <a:miter lim="800000"/>
              <a:headEnd/>
              <a:tailEnd/>
            </a:ln>
          </p:spPr>
          <p:txBody>
            <a:bodyPr/>
            <a:lstStyle/>
            <a:p>
              <a:pPr algn="ctr">
                <a:spcBef>
                  <a:spcPct val="20000"/>
                </a:spcBef>
                <a:buFont typeface="Arial" charset="0"/>
                <a:buNone/>
              </a:pPr>
              <a:r>
                <a:rPr lang="ar-SA" sz="2800" b="1" dirty="0"/>
                <a:t>. يقدم التعليم الإلكتروني المادة التعليمية بالعديد من الأشكال مثل الملفات الصوتية والفيديو والنصوص المكتوبة والأشكال التوضيحية</a:t>
              </a:r>
              <a:endParaRPr lang="en-US" sz="2800" b="1" dirty="0">
                <a:solidFill>
                  <a:prstClr val="black"/>
                </a:solidFill>
              </a:endParaRPr>
            </a:p>
          </p:txBody>
        </p:sp>
        <p:sp>
          <p:nvSpPr>
            <p:cNvPr id="496650" name="Freeform 6"/>
            <p:cNvSpPr>
              <a:spLocks noEditPoints="1"/>
            </p:cNvSpPr>
            <p:nvPr/>
          </p:nvSpPr>
          <p:spPr bwMode="auto">
            <a:xfrm>
              <a:off x="2368461" y="1525970"/>
              <a:ext cx="337851" cy="371636"/>
            </a:xfrm>
            <a:custGeom>
              <a:avLst/>
              <a:gdLst>
                <a:gd name="T0" fmla="*/ 280158470 w 376"/>
                <a:gd name="T1" fmla="*/ 277446075 h 376"/>
                <a:gd name="T2" fmla="*/ 280158470 w 376"/>
                <a:gd name="T3" fmla="*/ 232507724 h 376"/>
                <a:gd name="T4" fmla="*/ 224449857 w 376"/>
                <a:gd name="T5" fmla="*/ 165100290 h 376"/>
                <a:gd name="T6" fmla="*/ 192154547 w 376"/>
                <a:gd name="T7" fmla="*/ 165100290 h 376"/>
                <a:gd name="T8" fmla="*/ 167126625 w 376"/>
                <a:gd name="T9" fmla="*/ 144584210 h 376"/>
                <a:gd name="T10" fmla="*/ 167126625 w 376"/>
                <a:gd name="T11" fmla="*/ 89876610 h 376"/>
                <a:gd name="T12" fmla="*/ 190539871 w 376"/>
                <a:gd name="T13" fmla="*/ 46892359 h 376"/>
                <a:gd name="T14" fmla="*/ 151786757 w 376"/>
                <a:gd name="T15" fmla="*/ 0 h 376"/>
                <a:gd name="T16" fmla="*/ 113032716 w 376"/>
                <a:gd name="T17" fmla="*/ 46892359 h 376"/>
                <a:gd name="T18" fmla="*/ 136445990 w 376"/>
                <a:gd name="T19" fmla="*/ 89876610 h 376"/>
                <a:gd name="T20" fmla="*/ 136445990 w 376"/>
                <a:gd name="T21" fmla="*/ 144584210 h 376"/>
                <a:gd name="T22" fmla="*/ 111418040 w 376"/>
                <a:gd name="T23" fmla="*/ 165100290 h 376"/>
                <a:gd name="T24" fmla="*/ 79122730 w 376"/>
                <a:gd name="T25" fmla="*/ 165100290 h 376"/>
                <a:gd name="T26" fmla="*/ 23414152 w 376"/>
                <a:gd name="T27" fmla="*/ 232507724 h 376"/>
                <a:gd name="T28" fmla="*/ 23414152 w 376"/>
                <a:gd name="T29" fmla="*/ 277446075 h 376"/>
                <a:gd name="T30" fmla="*/ 0 w 376"/>
                <a:gd name="T31" fmla="*/ 320430311 h 376"/>
                <a:gd name="T32" fmla="*/ 38754027 w 376"/>
                <a:gd name="T33" fmla="*/ 367322655 h 376"/>
                <a:gd name="T34" fmla="*/ 77508054 w 376"/>
                <a:gd name="T35" fmla="*/ 320430311 h 376"/>
                <a:gd name="T36" fmla="*/ 54093895 w 376"/>
                <a:gd name="T37" fmla="*/ 277446075 h 376"/>
                <a:gd name="T38" fmla="*/ 54093895 w 376"/>
                <a:gd name="T39" fmla="*/ 232507724 h 376"/>
                <a:gd name="T40" fmla="*/ 79122730 w 376"/>
                <a:gd name="T41" fmla="*/ 202222365 h 376"/>
                <a:gd name="T42" fmla="*/ 111418040 w 376"/>
                <a:gd name="T43" fmla="*/ 202222365 h 376"/>
                <a:gd name="T44" fmla="*/ 136445990 w 376"/>
                <a:gd name="T45" fmla="*/ 197338714 h 376"/>
                <a:gd name="T46" fmla="*/ 136445990 w 376"/>
                <a:gd name="T47" fmla="*/ 277446075 h 376"/>
                <a:gd name="T48" fmla="*/ 113032716 w 376"/>
                <a:gd name="T49" fmla="*/ 320430311 h 376"/>
                <a:gd name="T50" fmla="*/ 151786757 w 376"/>
                <a:gd name="T51" fmla="*/ 367322655 h 376"/>
                <a:gd name="T52" fmla="*/ 190539871 w 376"/>
                <a:gd name="T53" fmla="*/ 320430311 h 376"/>
                <a:gd name="T54" fmla="*/ 167126625 w 376"/>
                <a:gd name="T55" fmla="*/ 277446075 h 376"/>
                <a:gd name="T56" fmla="*/ 167126625 w 376"/>
                <a:gd name="T57" fmla="*/ 197338714 h 376"/>
                <a:gd name="T58" fmla="*/ 192154547 w 376"/>
                <a:gd name="T59" fmla="*/ 202222365 h 376"/>
                <a:gd name="T60" fmla="*/ 224449857 w 376"/>
                <a:gd name="T61" fmla="*/ 202222365 h 376"/>
                <a:gd name="T62" fmla="*/ 249478734 w 376"/>
                <a:gd name="T63" fmla="*/ 232507724 h 376"/>
                <a:gd name="T64" fmla="*/ 249478734 w 376"/>
                <a:gd name="T65" fmla="*/ 277446075 h 376"/>
                <a:gd name="T66" fmla="*/ 226064533 w 376"/>
                <a:gd name="T67" fmla="*/ 320430311 h 376"/>
                <a:gd name="T68" fmla="*/ 264818602 w 376"/>
                <a:gd name="T69" fmla="*/ 367322655 h 376"/>
                <a:gd name="T70" fmla="*/ 303572615 w 376"/>
                <a:gd name="T71" fmla="*/ 320430311 h 376"/>
                <a:gd name="T72" fmla="*/ 280158470 w 376"/>
                <a:gd name="T73" fmla="*/ 277446075 h 376"/>
                <a:gd name="T74" fmla="*/ 60552612 w 376"/>
                <a:gd name="T75" fmla="*/ 320430311 h 376"/>
                <a:gd name="T76" fmla="*/ 38754027 w 376"/>
                <a:gd name="T77" fmla="*/ 347784096 h 376"/>
                <a:gd name="T78" fmla="*/ 16147662 w 376"/>
                <a:gd name="T79" fmla="*/ 320430311 h 376"/>
                <a:gd name="T80" fmla="*/ 38754027 w 376"/>
                <a:gd name="T81" fmla="*/ 293076527 h 376"/>
                <a:gd name="T82" fmla="*/ 60552612 w 376"/>
                <a:gd name="T83" fmla="*/ 320430311 h 376"/>
                <a:gd name="T84" fmla="*/ 129179501 w 376"/>
                <a:gd name="T85" fmla="*/ 46892359 h 376"/>
                <a:gd name="T86" fmla="*/ 151786757 w 376"/>
                <a:gd name="T87" fmla="*/ 19538566 h 376"/>
                <a:gd name="T88" fmla="*/ 173585328 w 376"/>
                <a:gd name="T89" fmla="*/ 46892359 h 376"/>
                <a:gd name="T90" fmla="*/ 151786757 w 376"/>
                <a:gd name="T91" fmla="*/ 74246159 h 376"/>
                <a:gd name="T92" fmla="*/ 129179501 w 376"/>
                <a:gd name="T93" fmla="*/ 46892359 h 376"/>
                <a:gd name="T94" fmla="*/ 173585328 w 376"/>
                <a:gd name="T95" fmla="*/ 320430311 h 376"/>
                <a:gd name="T96" fmla="*/ 151786757 w 376"/>
                <a:gd name="T97" fmla="*/ 347784096 h 376"/>
                <a:gd name="T98" fmla="*/ 129179501 w 376"/>
                <a:gd name="T99" fmla="*/ 320430311 h 376"/>
                <a:gd name="T100" fmla="*/ 151786757 w 376"/>
                <a:gd name="T101" fmla="*/ 293076527 h 376"/>
                <a:gd name="T102" fmla="*/ 173585328 w 376"/>
                <a:gd name="T103" fmla="*/ 320430311 h 376"/>
                <a:gd name="T104" fmla="*/ 264818602 w 376"/>
                <a:gd name="T105" fmla="*/ 347784096 h 376"/>
                <a:gd name="T106" fmla="*/ 242212244 w 376"/>
                <a:gd name="T107" fmla="*/ 320430311 h 376"/>
                <a:gd name="T108" fmla="*/ 264818602 w 376"/>
                <a:gd name="T109" fmla="*/ 293076527 h 376"/>
                <a:gd name="T110" fmla="*/ 286618072 w 376"/>
                <a:gd name="T111" fmla="*/ 320430311 h 376"/>
                <a:gd name="T112" fmla="*/ 264818602 w 376"/>
                <a:gd name="T113" fmla="*/ 347784096 h 3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6"/>
                <a:gd name="T172" fmla="*/ 0 h 376"/>
                <a:gd name="T173" fmla="*/ 376 w 376"/>
                <a:gd name="T174" fmla="*/ 376 h 3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9" name="Group 38"/>
          <p:cNvGrpSpPr>
            <a:grpSpLocks noChangeAspect="1"/>
          </p:cNvGrpSpPr>
          <p:nvPr/>
        </p:nvGrpSpPr>
        <p:grpSpPr bwMode="auto">
          <a:xfrm>
            <a:off x="7611956" y="1833563"/>
            <a:ext cx="4484269" cy="3354256"/>
            <a:chOff x="1916230" y="1492065"/>
            <a:chExt cx="3952859" cy="2956137"/>
          </a:xfrm>
        </p:grpSpPr>
        <p:grpSp>
          <p:nvGrpSpPr>
            <p:cNvPr id="41" name="Group 40"/>
            <p:cNvGrpSpPr/>
            <p:nvPr/>
          </p:nvGrpSpPr>
          <p:grpSpPr>
            <a:xfrm>
              <a:off x="3504691" y="1492065"/>
              <a:ext cx="990600" cy="1490606"/>
              <a:chOff x="1180764" y="1293047"/>
              <a:chExt cx="990600" cy="1490606"/>
            </a:xfrm>
            <a:solidFill>
              <a:schemeClr val="accent2"/>
            </a:solidFill>
          </p:grpSpPr>
          <p:sp>
            <p:nvSpPr>
              <p:cNvPr id="44" name="Oval 43"/>
              <p:cNvSpPr/>
              <p:nvPr/>
            </p:nvSpPr>
            <p:spPr>
              <a:xfrm>
                <a:off x="1180764" y="1293047"/>
                <a:ext cx="990600" cy="9906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45" name="Isosceles Triangle 44"/>
              <p:cNvSpPr/>
              <p:nvPr/>
            </p:nvSpPr>
            <p:spPr>
              <a:xfrm flipV="1">
                <a:off x="1568733" y="2215149"/>
                <a:ext cx="214662" cy="203559"/>
              </a:xfrm>
              <a:prstGeom prs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46" name="Straight Connector 45"/>
              <p:cNvCxnSpPr/>
              <p:nvPr/>
            </p:nvCxnSpPr>
            <p:spPr>
              <a:xfrm>
                <a:off x="1663272" y="2368550"/>
                <a:ext cx="0" cy="415103"/>
              </a:xfrm>
              <a:prstGeom prst="line">
                <a:avLst/>
              </a:prstGeom>
              <a:grpFill/>
              <a:ln>
                <a:solidFill>
                  <a:srgbClr val="FF0000"/>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6" name="Content Placeholder 2"/>
            <p:cNvSpPr txBox="1">
              <a:spLocks/>
            </p:cNvSpPr>
            <p:nvPr/>
          </p:nvSpPr>
          <p:spPr bwMode="auto">
            <a:xfrm>
              <a:off x="1916230" y="3482233"/>
              <a:ext cx="3952859" cy="965969"/>
            </a:xfrm>
            <a:prstGeom prst="rect">
              <a:avLst/>
            </a:prstGeom>
            <a:noFill/>
            <a:ln w="9525">
              <a:noFill/>
              <a:miter lim="800000"/>
              <a:headEnd/>
              <a:tailEnd/>
            </a:ln>
          </p:spPr>
          <p:txBody>
            <a:bodyPr/>
            <a:lstStyle/>
            <a:p>
              <a:pPr lvl="2" algn="ctr" rtl="1">
                <a:spcBef>
                  <a:spcPct val="20000"/>
                </a:spcBef>
                <a:buFont typeface="Arial" charset="0"/>
                <a:buNone/>
              </a:pPr>
              <a:r>
                <a:rPr lang="ar-SA" sz="2800" b="1" dirty="0"/>
                <a:t>ليس شرطاً أن يكون التعليم الإلكتروني عن بعد</a:t>
              </a:r>
              <a:endParaRPr lang="en-US" sz="2800" b="1" dirty="0">
                <a:solidFill>
                  <a:prstClr val="black"/>
                </a:solidFill>
              </a:endParaRPr>
            </a:p>
          </p:txBody>
        </p:sp>
        <p:sp>
          <p:nvSpPr>
            <p:cNvPr id="496647" name="Freeform 11"/>
            <p:cNvSpPr>
              <a:spLocks/>
            </p:cNvSpPr>
            <p:nvPr/>
          </p:nvSpPr>
          <p:spPr bwMode="auto">
            <a:xfrm>
              <a:off x="3796978" y="1851913"/>
              <a:ext cx="416706" cy="270903"/>
            </a:xfrm>
            <a:custGeom>
              <a:avLst/>
              <a:gdLst>
                <a:gd name="T0" fmla="*/ 329923880 w 400"/>
                <a:gd name="T1" fmla="*/ 79250584 h 260"/>
                <a:gd name="T2" fmla="*/ 312558704 w 400"/>
                <a:gd name="T3" fmla="*/ 80336279 h 260"/>
                <a:gd name="T4" fmla="*/ 201860724 w 400"/>
                <a:gd name="T5" fmla="*/ 0 h 260"/>
                <a:gd name="T6" fmla="*/ 86821743 w 400"/>
                <a:gd name="T7" fmla="*/ 112905056 h 260"/>
                <a:gd name="T8" fmla="*/ 87907262 w 400"/>
                <a:gd name="T9" fmla="*/ 129189445 h 260"/>
                <a:gd name="T10" fmla="*/ 78139676 w 400"/>
                <a:gd name="T11" fmla="*/ 128103750 h 260"/>
                <a:gd name="T12" fmla="*/ 0 w 400"/>
                <a:gd name="T13" fmla="*/ 205183985 h 260"/>
                <a:gd name="T14" fmla="*/ 78139676 w 400"/>
                <a:gd name="T15" fmla="*/ 282263211 h 260"/>
                <a:gd name="T16" fmla="*/ 186667628 w 400"/>
                <a:gd name="T17" fmla="*/ 282263211 h 260"/>
                <a:gd name="T18" fmla="*/ 186667628 w 400"/>
                <a:gd name="T19" fmla="*/ 199755508 h 260"/>
                <a:gd name="T20" fmla="*/ 141085214 w 400"/>
                <a:gd name="T21" fmla="*/ 199755508 h 260"/>
                <a:gd name="T22" fmla="*/ 217054862 w 400"/>
                <a:gd name="T23" fmla="*/ 99877754 h 260"/>
                <a:gd name="T24" fmla="*/ 293024575 w 400"/>
                <a:gd name="T25" fmla="*/ 199755508 h 260"/>
                <a:gd name="T26" fmla="*/ 247442096 w 400"/>
                <a:gd name="T27" fmla="*/ 199755508 h 260"/>
                <a:gd name="T28" fmla="*/ 247442096 w 400"/>
                <a:gd name="T29" fmla="*/ 282263211 h 260"/>
                <a:gd name="T30" fmla="*/ 329923880 w 400"/>
                <a:gd name="T31" fmla="*/ 282263211 h 260"/>
                <a:gd name="T32" fmla="*/ 434109724 w 400"/>
                <a:gd name="T33" fmla="*/ 180214034 h 260"/>
                <a:gd name="T34" fmla="*/ 329923880 w 400"/>
                <a:gd name="T35" fmla="*/ 79250584 h 2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0"/>
                <a:gd name="T55" fmla="*/ 0 h 260"/>
                <a:gd name="T56" fmla="*/ 400 w 400"/>
                <a:gd name="T57" fmla="*/ 260 h 2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extLst>
      <p:ext uri="{BB962C8B-B14F-4D97-AF65-F5344CB8AC3E}">
        <p14:creationId xmlns:p14="http://schemas.microsoft.com/office/powerpoint/2010/main" val="22805023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barn(outVertical)">
                                      <p:cBhvr>
                                        <p:cTn id="7" dur="500"/>
                                        <p:tgtEl>
                                          <p:spTgt spid="16"/>
                                        </p:tgtEl>
                                      </p:cBhvr>
                                    </p:animEffect>
                                  </p:childTnLst>
                                </p:cTn>
                              </p:par>
                            </p:childTnLst>
                          </p:cTn>
                        </p:par>
                        <p:par>
                          <p:cTn id="8" fill="hold">
                            <p:stCondLst>
                              <p:cond delay="500"/>
                            </p:stCondLst>
                            <p:childTnLst>
                              <p:par>
                                <p:cTn id="9" presetID="16" presetClass="entr" presetSubtype="42"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barn(outHorizontal)">
                                      <p:cBhvr>
                                        <p:cTn id="11" dur="500"/>
                                        <p:tgtEl>
                                          <p:spTgt spid="32"/>
                                        </p:tgtEl>
                                      </p:cBhvr>
                                    </p:animEffect>
                                  </p:childTnLst>
                                </p:cTn>
                              </p:par>
                            </p:childTnLst>
                          </p:cTn>
                        </p:par>
                        <p:par>
                          <p:cTn id="12" fill="hold">
                            <p:stCondLst>
                              <p:cond delay="1000"/>
                            </p:stCondLst>
                            <p:childTnLst>
                              <p:par>
                                <p:cTn id="13" presetID="16" presetClass="entr" presetSubtype="42" fill="hold" nodeType="afterEffect">
                                  <p:stCondLst>
                                    <p:cond delay="0"/>
                                  </p:stCondLst>
                                  <p:childTnLst>
                                    <p:set>
                                      <p:cBhvr>
                                        <p:cTn id="14" dur="1" fill="hold">
                                          <p:stCondLst>
                                            <p:cond delay="0"/>
                                          </p:stCondLst>
                                        </p:cTn>
                                        <p:tgtEl>
                                          <p:spTgt spid="39"/>
                                        </p:tgtEl>
                                        <p:attrNameLst>
                                          <p:attrName>style.visibility</p:attrName>
                                        </p:attrNameLst>
                                      </p:cBhvr>
                                      <p:to>
                                        <p:strVal val="visible"/>
                                      </p:to>
                                    </p:set>
                                    <p:animEffect transition="in" filter="barn(outHorizontal)">
                                      <p:cBhvr>
                                        <p:cTn id="15"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p:cNvCxnSpPr>
            <a:cxnSpLocks noChangeAspect="1"/>
          </p:cNvCxnSpPr>
          <p:nvPr/>
        </p:nvCxnSpPr>
        <p:spPr>
          <a:xfrm>
            <a:off x="1158875" y="3602038"/>
            <a:ext cx="9928225" cy="0"/>
          </a:xfrm>
          <a:prstGeom prst="line">
            <a:avLst/>
          </a:prstGeom>
          <a:ln w="28575">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17" name="Group 16"/>
          <p:cNvGrpSpPr>
            <a:grpSpLocks noChangeAspect="1"/>
          </p:cNvGrpSpPr>
          <p:nvPr/>
        </p:nvGrpSpPr>
        <p:grpSpPr bwMode="auto">
          <a:xfrm>
            <a:off x="3361413" y="2223421"/>
            <a:ext cx="5775325" cy="3088354"/>
            <a:chOff x="-187161" y="1754220"/>
            <a:chExt cx="5090507" cy="2722530"/>
          </a:xfrm>
        </p:grpSpPr>
        <p:grpSp>
          <p:nvGrpSpPr>
            <p:cNvPr id="18" name="Group 17"/>
            <p:cNvGrpSpPr/>
            <p:nvPr/>
          </p:nvGrpSpPr>
          <p:grpSpPr>
            <a:xfrm flipV="1">
              <a:off x="1903612" y="2986144"/>
              <a:ext cx="990600" cy="1490606"/>
              <a:chOff x="1180764" y="1293047"/>
              <a:chExt cx="990600" cy="1490606"/>
            </a:xfrm>
            <a:solidFill>
              <a:schemeClr val="accent4"/>
            </a:solidFill>
          </p:grpSpPr>
          <p:sp>
            <p:nvSpPr>
              <p:cNvPr id="21" name="Oval 20"/>
              <p:cNvSpPr/>
              <p:nvPr/>
            </p:nvSpPr>
            <p:spPr>
              <a:xfrm>
                <a:off x="1180764" y="1293047"/>
                <a:ext cx="990600" cy="9906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22" name="Isosceles Triangle 21"/>
              <p:cNvSpPr/>
              <p:nvPr/>
            </p:nvSpPr>
            <p:spPr>
              <a:xfrm flipV="1">
                <a:off x="1568733" y="2215149"/>
                <a:ext cx="214662" cy="203559"/>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23" name="Straight Connector 22"/>
              <p:cNvCxnSpPr/>
              <p:nvPr/>
            </p:nvCxnSpPr>
            <p:spPr>
              <a:xfrm>
                <a:off x="1676064" y="2368550"/>
                <a:ext cx="0" cy="415103"/>
              </a:xfrm>
              <a:prstGeom prst="line">
                <a:avLst/>
              </a:prstGeom>
              <a:grpFill/>
              <a:ln>
                <a:solidFill>
                  <a:schemeClr val="accent4"/>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55" name="Content Placeholder 2"/>
            <p:cNvSpPr txBox="1">
              <a:spLocks/>
            </p:cNvSpPr>
            <p:nvPr/>
          </p:nvSpPr>
          <p:spPr bwMode="auto">
            <a:xfrm>
              <a:off x="-187161" y="1754220"/>
              <a:ext cx="5090507" cy="1536078"/>
            </a:xfrm>
            <a:prstGeom prst="rect">
              <a:avLst/>
            </a:prstGeom>
            <a:noFill/>
            <a:ln w="9525">
              <a:noFill/>
              <a:miter lim="800000"/>
              <a:headEnd/>
              <a:tailEnd/>
            </a:ln>
          </p:spPr>
          <p:txBody>
            <a:bodyPr/>
            <a:lstStyle/>
            <a:p>
              <a:pPr algn="ctr">
                <a:spcBef>
                  <a:spcPct val="20000"/>
                </a:spcBef>
                <a:buFont typeface="Arial" charset="0"/>
                <a:buNone/>
              </a:pPr>
              <a:r>
                <a:rPr lang="ar-SA" sz="2800" b="1" dirty="0"/>
                <a:t>التعليم الإلكتروني لا يلغي دور المعلم</a:t>
              </a:r>
              <a:endParaRPr lang="en-US" sz="2800" b="1" dirty="0">
                <a:solidFill>
                  <a:prstClr val="black"/>
                </a:solidFill>
              </a:endParaRPr>
            </a:p>
          </p:txBody>
        </p:sp>
        <p:sp>
          <p:nvSpPr>
            <p:cNvPr id="496656" name="Freeform 16"/>
            <p:cNvSpPr>
              <a:spLocks noEditPoints="1"/>
            </p:cNvSpPr>
            <p:nvPr/>
          </p:nvSpPr>
          <p:spPr bwMode="auto">
            <a:xfrm>
              <a:off x="2206179" y="3788938"/>
              <a:ext cx="385465" cy="385025"/>
            </a:xfrm>
            <a:custGeom>
              <a:avLst/>
              <a:gdLst>
                <a:gd name="T0" fmla="*/ 197548215 w 371"/>
                <a:gd name="T1" fmla="*/ 1083273 h 370"/>
                <a:gd name="T2" fmla="*/ 2159020 w 371"/>
                <a:gd name="T3" fmla="*/ 202496092 h 370"/>
                <a:gd name="T4" fmla="*/ 202945762 w 371"/>
                <a:gd name="T5" fmla="*/ 399576862 h 370"/>
                <a:gd name="T6" fmla="*/ 399414468 w 371"/>
                <a:gd name="T7" fmla="*/ 197081810 h 370"/>
                <a:gd name="T8" fmla="*/ 197548215 w 371"/>
                <a:gd name="T9" fmla="*/ 1083273 h 370"/>
                <a:gd name="T10" fmla="*/ 198627724 w 371"/>
                <a:gd name="T11" fmla="*/ 27071419 h 370"/>
                <a:gd name="T12" fmla="*/ 280669468 w 371"/>
                <a:gd name="T13" fmla="*/ 46563051 h 370"/>
                <a:gd name="T14" fmla="*/ 253681667 w 371"/>
                <a:gd name="T15" fmla="*/ 90960598 h 370"/>
                <a:gd name="T16" fmla="*/ 200786743 w 371"/>
                <a:gd name="T17" fmla="*/ 79048761 h 370"/>
                <a:gd name="T18" fmla="*/ 147891820 w 371"/>
                <a:gd name="T19" fmla="*/ 90960598 h 370"/>
                <a:gd name="T20" fmla="*/ 120904051 w 371"/>
                <a:gd name="T21" fmla="*/ 46563051 h 370"/>
                <a:gd name="T22" fmla="*/ 198627724 w 371"/>
                <a:gd name="T23" fmla="*/ 27071419 h 370"/>
                <a:gd name="T24" fmla="*/ 91757296 w 371"/>
                <a:gd name="T25" fmla="*/ 253390137 h 370"/>
                <a:gd name="T26" fmla="*/ 47498432 w 371"/>
                <a:gd name="T27" fmla="*/ 280462654 h 370"/>
                <a:gd name="T28" fmla="*/ 28067254 w 371"/>
                <a:gd name="T29" fmla="*/ 202496092 h 370"/>
                <a:gd name="T30" fmla="*/ 47498432 w 371"/>
                <a:gd name="T31" fmla="*/ 120197514 h 370"/>
                <a:gd name="T32" fmla="*/ 91757296 w 371"/>
                <a:gd name="T33" fmla="*/ 147269998 h 370"/>
                <a:gd name="T34" fmla="*/ 79882692 w 371"/>
                <a:gd name="T35" fmla="*/ 200330588 h 370"/>
                <a:gd name="T36" fmla="*/ 91757296 w 371"/>
                <a:gd name="T37" fmla="*/ 253390137 h 370"/>
                <a:gd name="T38" fmla="*/ 202945762 w 371"/>
                <a:gd name="T39" fmla="*/ 373588724 h 370"/>
                <a:gd name="T40" fmla="*/ 120904051 w 371"/>
                <a:gd name="T41" fmla="*/ 354097100 h 370"/>
                <a:gd name="T42" fmla="*/ 147891820 w 371"/>
                <a:gd name="T43" fmla="*/ 309699569 h 370"/>
                <a:gd name="T44" fmla="*/ 200786743 w 371"/>
                <a:gd name="T45" fmla="*/ 321611406 h 370"/>
                <a:gd name="T46" fmla="*/ 253681667 w 371"/>
                <a:gd name="T47" fmla="*/ 309699569 h 370"/>
                <a:gd name="T48" fmla="*/ 280669468 w 371"/>
                <a:gd name="T49" fmla="*/ 354097100 h 370"/>
                <a:gd name="T50" fmla="*/ 202945762 w 371"/>
                <a:gd name="T51" fmla="*/ 373588724 h 370"/>
                <a:gd name="T52" fmla="*/ 200786743 w 371"/>
                <a:gd name="T53" fmla="*/ 295622228 h 370"/>
                <a:gd name="T54" fmla="*/ 105790919 w 371"/>
                <a:gd name="T55" fmla="*/ 200330588 h 370"/>
                <a:gd name="T56" fmla="*/ 200786743 w 371"/>
                <a:gd name="T57" fmla="*/ 105037940 h 370"/>
                <a:gd name="T58" fmla="*/ 295782600 w 371"/>
                <a:gd name="T59" fmla="*/ 200330588 h 370"/>
                <a:gd name="T60" fmla="*/ 200786743 w 371"/>
                <a:gd name="T61" fmla="*/ 295622228 h 370"/>
                <a:gd name="T62" fmla="*/ 308736714 w 371"/>
                <a:gd name="T63" fmla="*/ 253390137 h 370"/>
                <a:gd name="T64" fmla="*/ 321690827 w 371"/>
                <a:gd name="T65" fmla="*/ 200330588 h 370"/>
                <a:gd name="T66" fmla="*/ 308736714 w 371"/>
                <a:gd name="T67" fmla="*/ 147269998 h 370"/>
                <a:gd name="T68" fmla="*/ 354075071 w 371"/>
                <a:gd name="T69" fmla="*/ 120197514 h 370"/>
                <a:gd name="T70" fmla="*/ 373506241 w 371"/>
                <a:gd name="T71" fmla="*/ 198164042 h 370"/>
                <a:gd name="T72" fmla="*/ 354075071 w 371"/>
                <a:gd name="T73" fmla="*/ 280462654 h 370"/>
                <a:gd name="T74" fmla="*/ 308736714 w 371"/>
                <a:gd name="T75" fmla="*/ 253390137 h 3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1"/>
                <a:gd name="T115" fmla="*/ 0 h 370"/>
                <a:gd name="T116" fmla="*/ 371 w 371"/>
                <a:gd name="T117" fmla="*/ 370 h 37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2" name="Group 31"/>
          <p:cNvGrpSpPr>
            <a:grpSpLocks noChangeAspect="1"/>
          </p:cNvGrpSpPr>
          <p:nvPr/>
        </p:nvGrpSpPr>
        <p:grpSpPr bwMode="auto">
          <a:xfrm>
            <a:off x="263403" y="2146300"/>
            <a:ext cx="5064125" cy="3393638"/>
            <a:chOff x="-274342" y="1492065"/>
            <a:chExt cx="4464204" cy="2990957"/>
          </a:xfrm>
        </p:grpSpPr>
        <p:grpSp>
          <p:nvGrpSpPr>
            <p:cNvPr id="496648" name="Group 32"/>
            <p:cNvGrpSpPr>
              <a:grpSpLocks/>
            </p:cNvGrpSpPr>
            <p:nvPr/>
          </p:nvGrpSpPr>
          <p:grpSpPr bwMode="auto">
            <a:xfrm>
              <a:off x="1029249" y="1492065"/>
              <a:ext cx="990600" cy="1490606"/>
              <a:chOff x="1180764" y="1293047"/>
              <a:chExt cx="990600" cy="1490606"/>
            </a:xfrm>
          </p:grpSpPr>
          <p:sp>
            <p:nvSpPr>
              <p:cNvPr id="36" name="Oval 35"/>
              <p:cNvSpPr/>
              <p:nvPr/>
            </p:nvSpPr>
            <p:spPr>
              <a:xfrm>
                <a:off x="1180158" y="1293047"/>
                <a:ext cx="990801" cy="99058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37" name="Isosceles Triangle 36"/>
              <p:cNvSpPr/>
              <p:nvPr/>
            </p:nvSpPr>
            <p:spPr>
              <a:xfrm flipV="1">
                <a:off x="1567801" y="2215075"/>
                <a:ext cx="215513" cy="202874"/>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38" name="Straight Connector 37"/>
              <p:cNvCxnSpPr/>
              <p:nvPr/>
            </p:nvCxnSpPr>
            <p:spPr>
              <a:xfrm>
                <a:off x="1662963" y="2367580"/>
                <a:ext cx="0" cy="415542"/>
              </a:xfrm>
              <a:prstGeom prst="line">
                <a:avLst/>
              </a:prstGeom>
              <a:ln>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9" name="Content Placeholder 2"/>
            <p:cNvSpPr txBox="1">
              <a:spLocks/>
            </p:cNvSpPr>
            <p:nvPr/>
          </p:nvSpPr>
          <p:spPr bwMode="auto">
            <a:xfrm>
              <a:off x="-274342" y="3095756"/>
              <a:ext cx="4464204" cy="1387266"/>
            </a:xfrm>
            <a:prstGeom prst="rect">
              <a:avLst/>
            </a:prstGeom>
            <a:noFill/>
            <a:ln w="9525">
              <a:noFill/>
              <a:miter lim="800000"/>
              <a:headEnd/>
              <a:tailEnd/>
            </a:ln>
          </p:spPr>
          <p:txBody>
            <a:bodyPr/>
            <a:lstStyle/>
            <a:p>
              <a:pPr algn="ctr">
                <a:spcBef>
                  <a:spcPct val="20000"/>
                </a:spcBef>
                <a:buFont typeface="Arial" charset="0"/>
                <a:buNone/>
              </a:pPr>
              <a:r>
                <a:rPr lang="ar-SA" sz="2800" b="1" dirty="0"/>
                <a:t>يوفر التعليم الإلكتروني جميع وسائل التفاعل الحي بين المعلم والمتعلم</a:t>
              </a:r>
              <a:endParaRPr lang="en-US" sz="2800" b="1" dirty="0">
                <a:solidFill>
                  <a:prstClr val="black"/>
                </a:solidFill>
              </a:endParaRPr>
            </a:p>
          </p:txBody>
        </p:sp>
        <p:sp>
          <p:nvSpPr>
            <p:cNvPr id="496650" name="Freeform 6"/>
            <p:cNvSpPr>
              <a:spLocks noEditPoints="1"/>
            </p:cNvSpPr>
            <p:nvPr/>
          </p:nvSpPr>
          <p:spPr bwMode="auto">
            <a:xfrm>
              <a:off x="1352369" y="1801547"/>
              <a:ext cx="337851" cy="371636"/>
            </a:xfrm>
            <a:custGeom>
              <a:avLst/>
              <a:gdLst>
                <a:gd name="T0" fmla="*/ 280158470 w 376"/>
                <a:gd name="T1" fmla="*/ 277446075 h 376"/>
                <a:gd name="T2" fmla="*/ 280158470 w 376"/>
                <a:gd name="T3" fmla="*/ 232507724 h 376"/>
                <a:gd name="T4" fmla="*/ 224449857 w 376"/>
                <a:gd name="T5" fmla="*/ 165100290 h 376"/>
                <a:gd name="T6" fmla="*/ 192154547 w 376"/>
                <a:gd name="T7" fmla="*/ 165100290 h 376"/>
                <a:gd name="T8" fmla="*/ 167126625 w 376"/>
                <a:gd name="T9" fmla="*/ 144584210 h 376"/>
                <a:gd name="T10" fmla="*/ 167126625 w 376"/>
                <a:gd name="T11" fmla="*/ 89876610 h 376"/>
                <a:gd name="T12" fmla="*/ 190539871 w 376"/>
                <a:gd name="T13" fmla="*/ 46892359 h 376"/>
                <a:gd name="T14" fmla="*/ 151786757 w 376"/>
                <a:gd name="T15" fmla="*/ 0 h 376"/>
                <a:gd name="T16" fmla="*/ 113032716 w 376"/>
                <a:gd name="T17" fmla="*/ 46892359 h 376"/>
                <a:gd name="T18" fmla="*/ 136445990 w 376"/>
                <a:gd name="T19" fmla="*/ 89876610 h 376"/>
                <a:gd name="T20" fmla="*/ 136445990 w 376"/>
                <a:gd name="T21" fmla="*/ 144584210 h 376"/>
                <a:gd name="T22" fmla="*/ 111418040 w 376"/>
                <a:gd name="T23" fmla="*/ 165100290 h 376"/>
                <a:gd name="T24" fmla="*/ 79122730 w 376"/>
                <a:gd name="T25" fmla="*/ 165100290 h 376"/>
                <a:gd name="T26" fmla="*/ 23414152 w 376"/>
                <a:gd name="T27" fmla="*/ 232507724 h 376"/>
                <a:gd name="T28" fmla="*/ 23414152 w 376"/>
                <a:gd name="T29" fmla="*/ 277446075 h 376"/>
                <a:gd name="T30" fmla="*/ 0 w 376"/>
                <a:gd name="T31" fmla="*/ 320430311 h 376"/>
                <a:gd name="T32" fmla="*/ 38754027 w 376"/>
                <a:gd name="T33" fmla="*/ 367322655 h 376"/>
                <a:gd name="T34" fmla="*/ 77508054 w 376"/>
                <a:gd name="T35" fmla="*/ 320430311 h 376"/>
                <a:gd name="T36" fmla="*/ 54093895 w 376"/>
                <a:gd name="T37" fmla="*/ 277446075 h 376"/>
                <a:gd name="T38" fmla="*/ 54093895 w 376"/>
                <a:gd name="T39" fmla="*/ 232507724 h 376"/>
                <a:gd name="T40" fmla="*/ 79122730 w 376"/>
                <a:gd name="T41" fmla="*/ 202222365 h 376"/>
                <a:gd name="T42" fmla="*/ 111418040 w 376"/>
                <a:gd name="T43" fmla="*/ 202222365 h 376"/>
                <a:gd name="T44" fmla="*/ 136445990 w 376"/>
                <a:gd name="T45" fmla="*/ 197338714 h 376"/>
                <a:gd name="T46" fmla="*/ 136445990 w 376"/>
                <a:gd name="T47" fmla="*/ 277446075 h 376"/>
                <a:gd name="T48" fmla="*/ 113032716 w 376"/>
                <a:gd name="T49" fmla="*/ 320430311 h 376"/>
                <a:gd name="T50" fmla="*/ 151786757 w 376"/>
                <a:gd name="T51" fmla="*/ 367322655 h 376"/>
                <a:gd name="T52" fmla="*/ 190539871 w 376"/>
                <a:gd name="T53" fmla="*/ 320430311 h 376"/>
                <a:gd name="T54" fmla="*/ 167126625 w 376"/>
                <a:gd name="T55" fmla="*/ 277446075 h 376"/>
                <a:gd name="T56" fmla="*/ 167126625 w 376"/>
                <a:gd name="T57" fmla="*/ 197338714 h 376"/>
                <a:gd name="T58" fmla="*/ 192154547 w 376"/>
                <a:gd name="T59" fmla="*/ 202222365 h 376"/>
                <a:gd name="T60" fmla="*/ 224449857 w 376"/>
                <a:gd name="T61" fmla="*/ 202222365 h 376"/>
                <a:gd name="T62" fmla="*/ 249478734 w 376"/>
                <a:gd name="T63" fmla="*/ 232507724 h 376"/>
                <a:gd name="T64" fmla="*/ 249478734 w 376"/>
                <a:gd name="T65" fmla="*/ 277446075 h 376"/>
                <a:gd name="T66" fmla="*/ 226064533 w 376"/>
                <a:gd name="T67" fmla="*/ 320430311 h 376"/>
                <a:gd name="T68" fmla="*/ 264818602 w 376"/>
                <a:gd name="T69" fmla="*/ 367322655 h 376"/>
                <a:gd name="T70" fmla="*/ 303572615 w 376"/>
                <a:gd name="T71" fmla="*/ 320430311 h 376"/>
                <a:gd name="T72" fmla="*/ 280158470 w 376"/>
                <a:gd name="T73" fmla="*/ 277446075 h 376"/>
                <a:gd name="T74" fmla="*/ 60552612 w 376"/>
                <a:gd name="T75" fmla="*/ 320430311 h 376"/>
                <a:gd name="T76" fmla="*/ 38754027 w 376"/>
                <a:gd name="T77" fmla="*/ 347784096 h 376"/>
                <a:gd name="T78" fmla="*/ 16147662 w 376"/>
                <a:gd name="T79" fmla="*/ 320430311 h 376"/>
                <a:gd name="T80" fmla="*/ 38754027 w 376"/>
                <a:gd name="T81" fmla="*/ 293076527 h 376"/>
                <a:gd name="T82" fmla="*/ 60552612 w 376"/>
                <a:gd name="T83" fmla="*/ 320430311 h 376"/>
                <a:gd name="T84" fmla="*/ 129179501 w 376"/>
                <a:gd name="T85" fmla="*/ 46892359 h 376"/>
                <a:gd name="T86" fmla="*/ 151786757 w 376"/>
                <a:gd name="T87" fmla="*/ 19538566 h 376"/>
                <a:gd name="T88" fmla="*/ 173585328 w 376"/>
                <a:gd name="T89" fmla="*/ 46892359 h 376"/>
                <a:gd name="T90" fmla="*/ 151786757 w 376"/>
                <a:gd name="T91" fmla="*/ 74246159 h 376"/>
                <a:gd name="T92" fmla="*/ 129179501 w 376"/>
                <a:gd name="T93" fmla="*/ 46892359 h 376"/>
                <a:gd name="T94" fmla="*/ 173585328 w 376"/>
                <a:gd name="T95" fmla="*/ 320430311 h 376"/>
                <a:gd name="T96" fmla="*/ 151786757 w 376"/>
                <a:gd name="T97" fmla="*/ 347784096 h 376"/>
                <a:gd name="T98" fmla="*/ 129179501 w 376"/>
                <a:gd name="T99" fmla="*/ 320430311 h 376"/>
                <a:gd name="T100" fmla="*/ 151786757 w 376"/>
                <a:gd name="T101" fmla="*/ 293076527 h 376"/>
                <a:gd name="T102" fmla="*/ 173585328 w 376"/>
                <a:gd name="T103" fmla="*/ 320430311 h 376"/>
                <a:gd name="T104" fmla="*/ 264818602 w 376"/>
                <a:gd name="T105" fmla="*/ 347784096 h 376"/>
                <a:gd name="T106" fmla="*/ 242212244 w 376"/>
                <a:gd name="T107" fmla="*/ 320430311 h 376"/>
                <a:gd name="T108" fmla="*/ 264818602 w 376"/>
                <a:gd name="T109" fmla="*/ 293076527 h 376"/>
                <a:gd name="T110" fmla="*/ 286618072 w 376"/>
                <a:gd name="T111" fmla="*/ 320430311 h 376"/>
                <a:gd name="T112" fmla="*/ 264818602 w 376"/>
                <a:gd name="T113" fmla="*/ 347784096 h 3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6"/>
                <a:gd name="T172" fmla="*/ 0 h 376"/>
                <a:gd name="T173" fmla="*/ 376 w 376"/>
                <a:gd name="T174" fmla="*/ 376 h 3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39" name="Group 38"/>
          <p:cNvGrpSpPr>
            <a:grpSpLocks noChangeAspect="1"/>
          </p:cNvGrpSpPr>
          <p:nvPr/>
        </p:nvGrpSpPr>
        <p:grpSpPr bwMode="auto">
          <a:xfrm>
            <a:off x="7263243" y="1833563"/>
            <a:ext cx="5737225" cy="5143607"/>
            <a:chOff x="1608842" y="1492065"/>
            <a:chExt cx="5057333" cy="4533108"/>
          </a:xfrm>
        </p:grpSpPr>
        <p:grpSp>
          <p:nvGrpSpPr>
            <p:cNvPr id="41" name="Group 40"/>
            <p:cNvGrpSpPr/>
            <p:nvPr/>
          </p:nvGrpSpPr>
          <p:grpSpPr>
            <a:xfrm>
              <a:off x="3504691" y="1492065"/>
              <a:ext cx="990600" cy="1490606"/>
              <a:chOff x="1180764" y="1293047"/>
              <a:chExt cx="990600" cy="1490606"/>
            </a:xfrm>
            <a:solidFill>
              <a:schemeClr val="accent2"/>
            </a:solidFill>
          </p:grpSpPr>
          <p:sp>
            <p:nvSpPr>
              <p:cNvPr id="44" name="Oval 43"/>
              <p:cNvSpPr/>
              <p:nvPr/>
            </p:nvSpPr>
            <p:spPr>
              <a:xfrm>
                <a:off x="1180764" y="1293047"/>
                <a:ext cx="990600" cy="9906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45" name="Isosceles Triangle 44"/>
              <p:cNvSpPr/>
              <p:nvPr/>
            </p:nvSpPr>
            <p:spPr>
              <a:xfrm flipV="1">
                <a:off x="1568733" y="2215149"/>
                <a:ext cx="214662" cy="203559"/>
              </a:xfrm>
              <a:prstGeom prs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46" name="Straight Connector 45"/>
              <p:cNvCxnSpPr/>
              <p:nvPr/>
            </p:nvCxnSpPr>
            <p:spPr>
              <a:xfrm>
                <a:off x="1663272" y="2368550"/>
                <a:ext cx="0" cy="415103"/>
              </a:xfrm>
              <a:prstGeom prst="line">
                <a:avLst/>
              </a:prstGeom>
              <a:grpFill/>
              <a:ln>
                <a:solidFill>
                  <a:srgbClr val="FF0000"/>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6" name="Content Placeholder 2"/>
            <p:cNvSpPr txBox="1">
              <a:spLocks/>
            </p:cNvSpPr>
            <p:nvPr/>
          </p:nvSpPr>
          <p:spPr bwMode="auto">
            <a:xfrm>
              <a:off x="1608842" y="3482233"/>
              <a:ext cx="5057333" cy="2542940"/>
            </a:xfrm>
            <a:prstGeom prst="rect">
              <a:avLst/>
            </a:prstGeom>
            <a:noFill/>
            <a:ln w="9525">
              <a:noFill/>
              <a:miter lim="800000"/>
              <a:headEnd/>
              <a:tailEnd/>
            </a:ln>
          </p:spPr>
          <p:txBody>
            <a:bodyPr/>
            <a:lstStyle/>
            <a:p>
              <a:pPr lvl="2" algn="ctr" rtl="1">
                <a:spcBef>
                  <a:spcPct val="20000"/>
                </a:spcBef>
                <a:buFont typeface="Arial" charset="0"/>
                <a:buNone/>
              </a:pPr>
              <a:r>
                <a:rPr lang="ar-SA" sz="2800" b="1" dirty="0"/>
                <a:t>يتطلب التعليم الإلكتروني وجود إدارة إلكترونية</a:t>
              </a:r>
              <a:endParaRPr lang="en-US" sz="2800" b="1" dirty="0">
                <a:solidFill>
                  <a:prstClr val="black"/>
                </a:solidFill>
              </a:endParaRPr>
            </a:p>
          </p:txBody>
        </p:sp>
        <p:sp>
          <p:nvSpPr>
            <p:cNvPr id="496647" name="Freeform 11"/>
            <p:cNvSpPr>
              <a:spLocks/>
            </p:cNvSpPr>
            <p:nvPr/>
          </p:nvSpPr>
          <p:spPr bwMode="auto">
            <a:xfrm>
              <a:off x="3796978" y="1851913"/>
              <a:ext cx="416706" cy="270903"/>
            </a:xfrm>
            <a:custGeom>
              <a:avLst/>
              <a:gdLst>
                <a:gd name="T0" fmla="*/ 329923880 w 400"/>
                <a:gd name="T1" fmla="*/ 79250584 h 260"/>
                <a:gd name="T2" fmla="*/ 312558704 w 400"/>
                <a:gd name="T3" fmla="*/ 80336279 h 260"/>
                <a:gd name="T4" fmla="*/ 201860724 w 400"/>
                <a:gd name="T5" fmla="*/ 0 h 260"/>
                <a:gd name="T6" fmla="*/ 86821743 w 400"/>
                <a:gd name="T7" fmla="*/ 112905056 h 260"/>
                <a:gd name="T8" fmla="*/ 87907262 w 400"/>
                <a:gd name="T9" fmla="*/ 129189445 h 260"/>
                <a:gd name="T10" fmla="*/ 78139676 w 400"/>
                <a:gd name="T11" fmla="*/ 128103750 h 260"/>
                <a:gd name="T12" fmla="*/ 0 w 400"/>
                <a:gd name="T13" fmla="*/ 205183985 h 260"/>
                <a:gd name="T14" fmla="*/ 78139676 w 400"/>
                <a:gd name="T15" fmla="*/ 282263211 h 260"/>
                <a:gd name="T16" fmla="*/ 186667628 w 400"/>
                <a:gd name="T17" fmla="*/ 282263211 h 260"/>
                <a:gd name="T18" fmla="*/ 186667628 w 400"/>
                <a:gd name="T19" fmla="*/ 199755508 h 260"/>
                <a:gd name="T20" fmla="*/ 141085214 w 400"/>
                <a:gd name="T21" fmla="*/ 199755508 h 260"/>
                <a:gd name="T22" fmla="*/ 217054862 w 400"/>
                <a:gd name="T23" fmla="*/ 99877754 h 260"/>
                <a:gd name="T24" fmla="*/ 293024575 w 400"/>
                <a:gd name="T25" fmla="*/ 199755508 h 260"/>
                <a:gd name="T26" fmla="*/ 247442096 w 400"/>
                <a:gd name="T27" fmla="*/ 199755508 h 260"/>
                <a:gd name="T28" fmla="*/ 247442096 w 400"/>
                <a:gd name="T29" fmla="*/ 282263211 h 260"/>
                <a:gd name="T30" fmla="*/ 329923880 w 400"/>
                <a:gd name="T31" fmla="*/ 282263211 h 260"/>
                <a:gd name="T32" fmla="*/ 434109724 w 400"/>
                <a:gd name="T33" fmla="*/ 180214034 h 260"/>
                <a:gd name="T34" fmla="*/ 329923880 w 400"/>
                <a:gd name="T35" fmla="*/ 79250584 h 2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0"/>
                <a:gd name="T55" fmla="*/ 0 h 260"/>
                <a:gd name="T56" fmla="*/ 400 w 400"/>
                <a:gd name="T57" fmla="*/ 260 h 2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2" name="Rectangle 1"/>
          <p:cNvSpPr/>
          <p:nvPr/>
        </p:nvSpPr>
        <p:spPr>
          <a:xfrm>
            <a:off x="655628" y="377146"/>
            <a:ext cx="11274240" cy="584775"/>
          </a:xfrm>
          <a:prstGeom prst="rect">
            <a:avLst/>
          </a:prstGeom>
        </p:spPr>
        <p:txBody>
          <a:bodyPr wrap="none">
            <a:spAutoFit/>
          </a:bodyPr>
          <a:lstStyle/>
          <a:p>
            <a:pPr marL="0" marR="0" indent="457200" algn="justLow" rtl="1">
              <a:spcBef>
                <a:spcPts val="0"/>
              </a:spcBef>
              <a:spcAft>
                <a:spcPts val="0"/>
              </a:spcAft>
            </a:pPr>
            <a:r>
              <a:rPr lang="ar-SA" sz="3200" b="1" dirty="0">
                <a:solidFill>
                  <a:srgbClr val="000000"/>
                </a:solidFill>
                <a:latin typeface="Times New Roman" panose="02020603050405020304" pitchFamily="18" charset="0"/>
                <a:ea typeface="Arial Unicode MS" panose="020B0604020202020204" pitchFamily="34" charset="-128"/>
                <a:cs typeface="Simplified Arabic" panose="02020603050405020304" pitchFamily="18" charset="-78"/>
              </a:rPr>
              <a:t>أما عن خصائص التعليم الإلكتروني، فيحددها (السفياني، 1429هـ: 13) بالآتي:</a:t>
            </a:r>
            <a:endParaRPr lang="en-US" sz="3200" b="1" dirty="0">
              <a:effectLst/>
              <a:latin typeface="Times New Roman" panose="02020603050405020304" pitchFamily="18" charset="0"/>
              <a:ea typeface="Arial Unicode MS" panose="020B0604020202020204" pitchFamily="34" charset="-128"/>
            </a:endParaRPr>
          </a:p>
        </p:txBody>
      </p:sp>
      <p:sp>
        <p:nvSpPr>
          <p:cNvPr id="3" name="Footer Placeholder 2"/>
          <p:cNvSpPr>
            <a:spLocks noGrp="1"/>
          </p:cNvSpPr>
          <p:nvPr>
            <p:ph type="ftr" sz="quarter" idx="11"/>
          </p:nvPr>
        </p:nvSpPr>
        <p:spPr/>
        <p:txBody>
          <a:bodyPr/>
          <a:lstStyle/>
          <a:p>
            <a:pPr>
              <a:defRPr/>
            </a:pPr>
            <a:r>
              <a:rPr lang="ar-SA" smtClean="0"/>
              <a:t>موسوعة تكنولوجيا التعليم</a:t>
            </a:r>
            <a:endParaRPr lang="id-ID"/>
          </a:p>
        </p:txBody>
      </p:sp>
    </p:spTree>
    <p:extLst>
      <p:ext uri="{BB962C8B-B14F-4D97-AF65-F5344CB8AC3E}">
        <p14:creationId xmlns:p14="http://schemas.microsoft.com/office/powerpoint/2010/main" val="22730859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par>
                          <p:cTn id="7" fill="hold">
                            <p:stCondLst>
                              <p:cond delay="0"/>
                            </p:stCondLst>
                            <p:childTnLst>
                              <p:par>
                                <p:cTn id="8" presetID="16" presetClass="entr" presetSubtype="37" fill="hold" nodeType="after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barn(outVertical)">
                                      <p:cBhvr>
                                        <p:cTn id="10" dur="500"/>
                                        <p:tgtEl>
                                          <p:spTgt spid="16"/>
                                        </p:tgtEl>
                                      </p:cBhvr>
                                    </p:animEffect>
                                  </p:childTnLst>
                                </p:cTn>
                              </p:par>
                            </p:childTnLst>
                          </p:cTn>
                        </p:par>
                        <p:par>
                          <p:cTn id="11" fill="hold">
                            <p:stCondLst>
                              <p:cond delay="500"/>
                            </p:stCondLst>
                            <p:childTnLst>
                              <p:par>
                                <p:cTn id="12" presetID="16" presetClass="entr" presetSubtype="42" fill="hold" nodeType="afterEffect">
                                  <p:stCondLst>
                                    <p:cond delay="0"/>
                                  </p:stCondLst>
                                  <p:childTnLst>
                                    <p:set>
                                      <p:cBhvr>
                                        <p:cTn id="13" dur="1" fill="hold">
                                          <p:stCondLst>
                                            <p:cond delay="0"/>
                                          </p:stCondLst>
                                        </p:cTn>
                                        <p:tgtEl>
                                          <p:spTgt spid="32"/>
                                        </p:tgtEl>
                                        <p:attrNameLst>
                                          <p:attrName>style.visibility</p:attrName>
                                        </p:attrNameLst>
                                      </p:cBhvr>
                                      <p:to>
                                        <p:strVal val="visible"/>
                                      </p:to>
                                    </p:set>
                                    <p:animEffect transition="in" filter="barn(outHorizontal)">
                                      <p:cBhvr>
                                        <p:cTn id="14" dur="500"/>
                                        <p:tgtEl>
                                          <p:spTgt spid="32"/>
                                        </p:tgtEl>
                                      </p:cBhvr>
                                    </p:animEffect>
                                  </p:childTnLst>
                                </p:cTn>
                              </p:par>
                            </p:childTnLst>
                          </p:cTn>
                        </p:par>
                        <p:par>
                          <p:cTn id="15" fill="hold">
                            <p:stCondLst>
                              <p:cond delay="1000"/>
                            </p:stCondLst>
                            <p:childTnLst>
                              <p:par>
                                <p:cTn id="16" presetID="16" presetClass="entr" presetSubtype="42" fill="hold" nodeType="after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barn(outHorizontal)">
                                      <p:cBhvr>
                                        <p:cTn id="18" dur="500"/>
                                        <p:tgtEl>
                                          <p:spTgt spid="17"/>
                                        </p:tgtEl>
                                      </p:cBhvr>
                                    </p:animEffect>
                                  </p:childTnLst>
                                </p:cTn>
                              </p:par>
                            </p:childTnLst>
                          </p:cTn>
                        </p:par>
                        <p:par>
                          <p:cTn id="19" fill="hold">
                            <p:stCondLst>
                              <p:cond delay="1500"/>
                            </p:stCondLst>
                            <p:childTnLst>
                              <p:par>
                                <p:cTn id="20" presetID="16" presetClass="entr" presetSubtype="42" fill="hold" nodeType="afterEffect">
                                  <p:stCondLst>
                                    <p:cond delay="0"/>
                                  </p:stCondLst>
                                  <p:childTnLst>
                                    <p:set>
                                      <p:cBhvr>
                                        <p:cTn id="21" dur="1" fill="hold">
                                          <p:stCondLst>
                                            <p:cond delay="0"/>
                                          </p:stCondLst>
                                        </p:cTn>
                                        <p:tgtEl>
                                          <p:spTgt spid="39"/>
                                        </p:tgtEl>
                                        <p:attrNameLst>
                                          <p:attrName>style.visibility</p:attrName>
                                        </p:attrNameLst>
                                      </p:cBhvr>
                                      <p:to>
                                        <p:strVal val="visible"/>
                                      </p:to>
                                    </p:set>
                                    <p:animEffect transition="in" filter="barn(outHorizontal)">
                                      <p:cBhvr>
                                        <p:cTn id="2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 name="Group 100"/>
          <p:cNvGrpSpPr/>
          <p:nvPr/>
        </p:nvGrpSpPr>
        <p:grpSpPr>
          <a:xfrm>
            <a:off x="3966460" y="2743201"/>
            <a:ext cx="4386080" cy="3756826"/>
            <a:chOff x="3383755" y="1836571"/>
            <a:chExt cx="5588001" cy="4786313"/>
          </a:xfrm>
        </p:grpSpPr>
        <p:sp>
          <p:nvSpPr>
            <p:cNvPr id="40" name="Freeform 37"/>
            <p:cNvSpPr>
              <a:spLocks/>
            </p:cNvSpPr>
            <p:nvPr/>
          </p:nvSpPr>
          <p:spPr bwMode="auto">
            <a:xfrm>
              <a:off x="6201568" y="6418096"/>
              <a:ext cx="496888" cy="204788"/>
            </a:xfrm>
            <a:custGeom>
              <a:avLst/>
              <a:gdLst>
                <a:gd name="T0" fmla="*/ 5 w 232"/>
                <a:gd name="T1" fmla="*/ 29 h 96"/>
                <a:gd name="T2" fmla="*/ 10 w 232"/>
                <a:gd name="T3" fmla="*/ 73 h 96"/>
                <a:gd name="T4" fmla="*/ 54 w 232"/>
                <a:gd name="T5" fmla="*/ 80 h 96"/>
                <a:gd name="T6" fmla="*/ 80 w 232"/>
                <a:gd name="T7" fmla="*/ 77 h 96"/>
                <a:gd name="T8" fmla="*/ 96 w 232"/>
                <a:gd name="T9" fmla="*/ 89 h 96"/>
                <a:gd name="T10" fmla="*/ 185 w 232"/>
                <a:gd name="T11" fmla="*/ 94 h 96"/>
                <a:gd name="T12" fmla="*/ 226 w 232"/>
                <a:gd name="T13" fmla="*/ 79 h 96"/>
                <a:gd name="T14" fmla="*/ 220 w 232"/>
                <a:gd name="T15" fmla="*/ 56 h 96"/>
                <a:gd name="T16" fmla="*/ 191 w 232"/>
                <a:gd name="T17" fmla="*/ 45 h 96"/>
                <a:gd name="T18" fmla="*/ 150 w 232"/>
                <a:gd name="T19" fmla="*/ 0 h 96"/>
                <a:gd name="T20" fmla="*/ 5 w 232"/>
                <a:gd name="T21" fmla="*/ 2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2" h="96">
                  <a:moveTo>
                    <a:pt x="5" y="29"/>
                  </a:moveTo>
                  <a:cubicBezTo>
                    <a:pt x="0" y="1"/>
                    <a:pt x="6" y="71"/>
                    <a:pt x="10" y="73"/>
                  </a:cubicBezTo>
                  <a:cubicBezTo>
                    <a:pt x="14" y="75"/>
                    <a:pt x="50" y="80"/>
                    <a:pt x="54" y="80"/>
                  </a:cubicBezTo>
                  <a:cubicBezTo>
                    <a:pt x="57" y="80"/>
                    <a:pt x="76" y="78"/>
                    <a:pt x="80" y="77"/>
                  </a:cubicBezTo>
                  <a:cubicBezTo>
                    <a:pt x="83" y="76"/>
                    <a:pt x="81" y="85"/>
                    <a:pt x="96" y="89"/>
                  </a:cubicBezTo>
                  <a:cubicBezTo>
                    <a:pt x="111" y="94"/>
                    <a:pt x="164" y="96"/>
                    <a:pt x="185" y="94"/>
                  </a:cubicBezTo>
                  <a:cubicBezTo>
                    <a:pt x="207" y="92"/>
                    <a:pt x="226" y="87"/>
                    <a:pt x="226" y="79"/>
                  </a:cubicBezTo>
                  <a:cubicBezTo>
                    <a:pt x="229" y="70"/>
                    <a:pt x="232" y="59"/>
                    <a:pt x="220" y="56"/>
                  </a:cubicBezTo>
                  <a:cubicBezTo>
                    <a:pt x="208" y="54"/>
                    <a:pt x="198" y="53"/>
                    <a:pt x="191" y="45"/>
                  </a:cubicBezTo>
                  <a:cubicBezTo>
                    <a:pt x="184" y="37"/>
                    <a:pt x="156" y="10"/>
                    <a:pt x="150" y="0"/>
                  </a:cubicBezTo>
                  <a:lnTo>
                    <a:pt x="5" y="29"/>
                  </a:lnTo>
                  <a:close/>
                </a:path>
              </a:pathLst>
            </a:custGeom>
            <a:solidFill>
              <a:srgbClr val="4746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1" name="Freeform 38"/>
            <p:cNvSpPr>
              <a:spLocks/>
            </p:cNvSpPr>
            <p:nvPr/>
          </p:nvSpPr>
          <p:spPr bwMode="auto">
            <a:xfrm>
              <a:off x="5307805" y="6383171"/>
              <a:ext cx="539750" cy="239713"/>
            </a:xfrm>
            <a:custGeom>
              <a:avLst/>
              <a:gdLst>
                <a:gd name="T0" fmla="*/ 109 w 252"/>
                <a:gd name="T1" fmla="*/ 0 h 112"/>
                <a:gd name="T2" fmla="*/ 54 w 252"/>
                <a:gd name="T3" fmla="*/ 58 h 112"/>
                <a:gd name="T4" fmla="*/ 30 w 252"/>
                <a:gd name="T5" fmla="*/ 71 h 112"/>
                <a:gd name="T6" fmla="*/ 3 w 252"/>
                <a:gd name="T7" fmla="*/ 85 h 112"/>
                <a:gd name="T8" fmla="*/ 7 w 252"/>
                <a:gd name="T9" fmla="*/ 100 h 112"/>
                <a:gd name="T10" fmla="*/ 85 w 252"/>
                <a:gd name="T11" fmla="*/ 112 h 112"/>
                <a:gd name="T12" fmla="*/ 149 w 252"/>
                <a:gd name="T13" fmla="*/ 104 h 112"/>
                <a:gd name="T14" fmla="*/ 165 w 252"/>
                <a:gd name="T15" fmla="*/ 92 h 112"/>
                <a:gd name="T16" fmla="*/ 199 w 252"/>
                <a:gd name="T17" fmla="*/ 96 h 112"/>
                <a:gd name="T18" fmla="*/ 242 w 252"/>
                <a:gd name="T19" fmla="*/ 91 h 112"/>
                <a:gd name="T20" fmla="*/ 249 w 252"/>
                <a:gd name="T21" fmla="*/ 86 h 112"/>
                <a:gd name="T22" fmla="*/ 249 w 252"/>
                <a:gd name="T23" fmla="*/ 65 h 112"/>
                <a:gd name="T24" fmla="*/ 252 w 252"/>
                <a:gd name="T25" fmla="*/ 58 h 112"/>
                <a:gd name="T26" fmla="*/ 109 w 252"/>
                <a:gd name="T2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2" h="112">
                  <a:moveTo>
                    <a:pt x="109" y="0"/>
                  </a:moveTo>
                  <a:cubicBezTo>
                    <a:pt x="109" y="0"/>
                    <a:pt x="60" y="54"/>
                    <a:pt x="54" y="58"/>
                  </a:cubicBezTo>
                  <a:cubicBezTo>
                    <a:pt x="48" y="63"/>
                    <a:pt x="30" y="71"/>
                    <a:pt x="30" y="71"/>
                  </a:cubicBezTo>
                  <a:cubicBezTo>
                    <a:pt x="30" y="71"/>
                    <a:pt x="6" y="66"/>
                    <a:pt x="3" y="85"/>
                  </a:cubicBezTo>
                  <a:cubicBezTo>
                    <a:pt x="0" y="104"/>
                    <a:pt x="7" y="100"/>
                    <a:pt x="7" y="100"/>
                  </a:cubicBezTo>
                  <a:cubicBezTo>
                    <a:pt x="7" y="100"/>
                    <a:pt x="48" y="112"/>
                    <a:pt x="85" y="112"/>
                  </a:cubicBezTo>
                  <a:cubicBezTo>
                    <a:pt x="122" y="112"/>
                    <a:pt x="149" y="104"/>
                    <a:pt x="149" y="104"/>
                  </a:cubicBezTo>
                  <a:cubicBezTo>
                    <a:pt x="149" y="104"/>
                    <a:pt x="164" y="93"/>
                    <a:pt x="165" y="92"/>
                  </a:cubicBezTo>
                  <a:cubicBezTo>
                    <a:pt x="166" y="91"/>
                    <a:pt x="199" y="96"/>
                    <a:pt x="199" y="96"/>
                  </a:cubicBezTo>
                  <a:cubicBezTo>
                    <a:pt x="242" y="91"/>
                    <a:pt x="242" y="91"/>
                    <a:pt x="242" y="91"/>
                  </a:cubicBezTo>
                  <a:cubicBezTo>
                    <a:pt x="242" y="91"/>
                    <a:pt x="249" y="90"/>
                    <a:pt x="249" y="86"/>
                  </a:cubicBezTo>
                  <a:cubicBezTo>
                    <a:pt x="248" y="81"/>
                    <a:pt x="249" y="65"/>
                    <a:pt x="249" y="65"/>
                  </a:cubicBezTo>
                  <a:cubicBezTo>
                    <a:pt x="249" y="65"/>
                    <a:pt x="251" y="63"/>
                    <a:pt x="252" y="58"/>
                  </a:cubicBezTo>
                  <a:lnTo>
                    <a:pt x="109" y="0"/>
                  </a:lnTo>
                  <a:close/>
                </a:path>
              </a:pathLst>
            </a:custGeom>
            <a:solidFill>
              <a:srgbClr val="4746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2" name="Freeform 39"/>
            <p:cNvSpPr>
              <a:spLocks/>
            </p:cNvSpPr>
            <p:nvPr/>
          </p:nvSpPr>
          <p:spPr bwMode="auto">
            <a:xfrm>
              <a:off x="7744618" y="4314659"/>
              <a:ext cx="168275" cy="255588"/>
            </a:xfrm>
            <a:custGeom>
              <a:avLst/>
              <a:gdLst>
                <a:gd name="T0" fmla="*/ 72 w 79"/>
                <a:gd name="T1" fmla="*/ 31 h 120"/>
                <a:gd name="T2" fmla="*/ 62 w 79"/>
                <a:gd name="T3" fmla="*/ 3 h 120"/>
                <a:gd name="T4" fmla="*/ 0 w 79"/>
                <a:gd name="T5" fmla="*/ 8 h 120"/>
                <a:gd name="T6" fmla="*/ 1 w 79"/>
                <a:gd name="T7" fmla="*/ 11 h 120"/>
                <a:gd name="T8" fmla="*/ 3 w 79"/>
                <a:gd name="T9" fmla="*/ 21 h 120"/>
                <a:gd name="T10" fmla="*/ 3 w 79"/>
                <a:gd name="T11" fmla="*/ 42 h 120"/>
                <a:gd name="T12" fmla="*/ 8 w 79"/>
                <a:gd name="T13" fmla="*/ 68 h 120"/>
                <a:gd name="T14" fmla="*/ 18 w 79"/>
                <a:gd name="T15" fmla="*/ 90 h 120"/>
                <a:gd name="T16" fmla="*/ 29 w 79"/>
                <a:gd name="T17" fmla="*/ 99 h 120"/>
                <a:gd name="T18" fmla="*/ 44 w 79"/>
                <a:gd name="T19" fmla="*/ 110 h 120"/>
                <a:gd name="T20" fmla="*/ 55 w 79"/>
                <a:gd name="T21" fmla="*/ 117 h 120"/>
                <a:gd name="T22" fmla="*/ 61 w 79"/>
                <a:gd name="T23" fmla="*/ 119 h 120"/>
                <a:gd name="T24" fmla="*/ 65 w 79"/>
                <a:gd name="T25" fmla="*/ 107 h 120"/>
                <a:gd name="T26" fmla="*/ 72 w 79"/>
                <a:gd name="T27" fmla="*/ 102 h 120"/>
                <a:gd name="T28" fmla="*/ 63 w 79"/>
                <a:gd name="T29" fmla="*/ 84 h 120"/>
                <a:gd name="T30" fmla="*/ 57 w 79"/>
                <a:gd name="T31" fmla="*/ 68 h 120"/>
                <a:gd name="T32" fmla="*/ 72 w 79"/>
                <a:gd name="T33" fmla="*/ 71 h 120"/>
                <a:gd name="T34" fmla="*/ 75 w 79"/>
                <a:gd name="T35" fmla="*/ 54 h 120"/>
                <a:gd name="T36" fmla="*/ 72 w 79"/>
                <a:gd name="T37" fmla="*/ 3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 h="120">
                  <a:moveTo>
                    <a:pt x="72" y="31"/>
                  </a:moveTo>
                  <a:cubicBezTo>
                    <a:pt x="71" y="21"/>
                    <a:pt x="62" y="3"/>
                    <a:pt x="62" y="3"/>
                  </a:cubicBezTo>
                  <a:cubicBezTo>
                    <a:pt x="29" y="0"/>
                    <a:pt x="0" y="8"/>
                    <a:pt x="0" y="8"/>
                  </a:cubicBezTo>
                  <a:cubicBezTo>
                    <a:pt x="0" y="8"/>
                    <a:pt x="1" y="9"/>
                    <a:pt x="1" y="11"/>
                  </a:cubicBezTo>
                  <a:cubicBezTo>
                    <a:pt x="1" y="14"/>
                    <a:pt x="2" y="18"/>
                    <a:pt x="3" y="21"/>
                  </a:cubicBezTo>
                  <a:cubicBezTo>
                    <a:pt x="4" y="25"/>
                    <a:pt x="3" y="36"/>
                    <a:pt x="3" y="42"/>
                  </a:cubicBezTo>
                  <a:cubicBezTo>
                    <a:pt x="3" y="47"/>
                    <a:pt x="7" y="65"/>
                    <a:pt x="8" y="68"/>
                  </a:cubicBezTo>
                  <a:cubicBezTo>
                    <a:pt x="10" y="71"/>
                    <a:pt x="15" y="85"/>
                    <a:pt x="18" y="90"/>
                  </a:cubicBezTo>
                  <a:cubicBezTo>
                    <a:pt x="20" y="93"/>
                    <a:pt x="25" y="96"/>
                    <a:pt x="29" y="99"/>
                  </a:cubicBezTo>
                  <a:cubicBezTo>
                    <a:pt x="36" y="104"/>
                    <a:pt x="42" y="108"/>
                    <a:pt x="44" y="110"/>
                  </a:cubicBezTo>
                  <a:cubicBezTo>
                    <a:pt x="47" y="114"/>
                    <a:pt x="55" y="117"/>
                    <a:pt x="55" y="117"/>
                  </a:cubicBezTo>
                  <a:cubicBezTo>
                    <a:pt x="55" y="117"/>
                    <a:pt x="57" y="120"/>
                    <a:pt x="61" y="119"/>
                  </a:cubicBezTo>
                  <a:cubicBezTo>
                    <a:pt x="66" y="118"/>
                    <a:pt x="65" y="107"/>
                    <a:pt x="65" y="107"/>
                  </a:cubicBezTo>
                  <a:cubicBezTo>
                    <a:pt x="65" y="107"/>
                    <a:pt x="71" y="108"/>
                    <a:pt x="72" y="102"/>
                  </a:cubicBezTo>
                  <a:cubicBezTo>
                    <a:pt x="74" y="96"/>
                    <a:pt x="68" y="89"/>
                    <a:pt x="63" y="84"/>
                  </a:cubicBezTo>
                  <a:cubicBezTo>
                    <a:pt x="58" y="79"/>
                    <a:pt x="57" y="68"/>
                    <a:pt x="57" y="68"/>
                  </a:cubicBezTo>
                  <a:cubicBezTo>
                    <a:pt x="57" y="68"/>
                    <a:pt x="64" y="74"/>
                    <a:pt x="72" y="71"/>
                  </a:cubicBezTo>
                  <a:cubicBezTo>
                    <a:pt x="79" y="69"/>
                    <a:pt x="76" y="58"/>
                    <a:pt x="75" y="54"/>
                  </a:cubicBezTo>
                  <a:cubicBezTo>
                    <a:pt x="75" y="50"/>
                    <a:pt x="72" y="40"/>
                    <a:pt x="72" y="31"/>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3" name="Freeform 40"/>
            <p:cNvSpPr>
              <a:spLocks/>
            </p:cNvSpPr>
            <p:nvPr/>
          </p:nvSpPr>
          <p:spPr bwMode="auto">
            <a:xfrm>
              <a:off x="8076405" y="3012909"/>
              <a:ext cx="219075" cy="255588"/>
            </a:xfrm>
            <a:custGeom>
              <a:avLst/>
              <a:gdLst>
                <a:gd name="T0" fmla="*/ 97 w 102"/>
                <a:gd name="T1" fmla="*/ 18 h 119"/>
                <a:gd name="T2" fmla="*/ 28 w 102"/>
                <a:gd name="T3" fmla="*/ 26 h 119"/>
                <a:gd name="T4" fmla="*/ 0 w 102"/>
                <a:gd name="T5" fmla="*/ 0 h 119"/>
                <a:gd name="T6" fmla="*/ 0 w 102"/>
                <a:gd name="T7" fmla="*/ 35 h 119"/>
                <a:gd name="T8" fmla="*/ 35 w 102"/>
                <a:gd name="T9" fmla="*/ 89 h 119"/>
                <a:gd name="T10" fmla="*/ 36 w 102"/>
                <a:gd name="T11" fmla="*/ 90 h 119"/>
                <a:gd name="T12" fmla="*/ 41 w 102"/>
                <a:gd name="T13" fmla="*/ 96 h 119"/>
                <a:gd name="T14" fmla="*/ 62 w 102"/>
                <a:gd name="T15" fmla="*/ 119 h 119"/>
                <a:gd name="T16" fmla="*/ 80 w 102"/>
                <a:gd name="T17" fmla="*/ 94 h 119"/>
                <a:gd name="T18" fmla="*/ 86 w 102"/>
                <a:gd name="T19" fmla="*/ 85 h 119"/>
                <a:gd name="T20" fmla="*/ 87 w 102"/>
                <a:gd name="T21" fmla="*/ 82 h 119"/>
                <a:gd name="T22" fmla="*/ 101 w 102"/>
                <a:gd name="T23" fmla="*/ 39 h 119"/>
                <a:gd name="T24" fmla="*/ 102 w 102"/>
                <a:gd name="T25" fmla="*/ 12 h 119"/>
                <a:gd name="T26" fmla="*/ 97 w 102"/>
                <a:gd name="T27" fmla="*/ 1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 h="119">
                  <a:moveTo>
                    <a:pt x="97" y="18"/>
                  </a:moveTo>
                  <a:cubicBezTo>
                    <a:pt x="85" y="29"/>
                    <a:pt x="65" y="39"/>
                    <a:pt x="28" y="26"/>
                  </a:cubicBezTo>
                  <a:cubicBezTo>
                    <a:pt x="15" y="21"/>
                    <a:pt x="6" y="11"/>
                    <a:pt x="0" y="0"/>
                  </a:cubicBezTo>
                  <a:cubicBezTo>
                    <a:pt x="0" y="35"/>
                    <a:pt x="0" y="35"/>
                    <a:pt x="0" y="35"/>
                  </a:cubicBezTo>
                  <a:cubicBezTo>
                    <a:pt x="7" y="39"/>
                    <a:pt x="27" y="79"/>
                    <a:pt x="35" y="89"/>
                  </a:cubicBezTo>
                  <a:cubicBezTo>
                    <a:pt x="36" y="89"/>
                    <a:pt x="36" y="90"/>
                    <a:pt x="36" y="90"/>
                  </a:cubicBezTo>
                  <a:cubicBezTo>
                    <a:pt x="38" y="92"/>
                    <a:pt x="39" y="94"/>
                    <a:pt x="41" y="96"/>
                  </a:cubicBezTo>
                  <a:cubicBezTo>
                    <a:pt x="48" y="105"/>
                    <a:pt x="57" y="119"/>
                    <a:pt x="62" y="119"/>
                  </a:cubicBezTo>
                  <a:cubicBezTo>
                    <a:pt x="67" y="119"/>
                    <a:pt x="74" y="105"/>
                    <a:pt x="80" y="94"/>
                  </a:cubicBezTo>
                  <a:cubicBezTo>
                    <a:pt x="82" y="90"/>
                    <a:pt x="84" y="87"/>
                    <a:pt x="86" y="85"/>
                  </a:cubicBezTo>
                  <a:cubicBezTo>
                    <a:pt x="86" y="84"/>
                    <a:pt x="87" y="83"/>
                    <a:pt x="87" y="82"/>
                  </a:cubicBezTo>
                  <a:cubicBezTo>
                    <a:pt x="93" y="75"/>
                    <a:pt x="98" y="69"/>
                    <a:pt x="101" y="39"/>
                  </a:cubicBezTo>
                  <a:cubicBezTo>
                    <a:pt x="102" y="12"/>
                    <a:pt x="102" y="12"/>
                    <a:pt x="102" y="12"/>
                  </a:cubicBezTo>
                  <a:cubicBezTo>
                    <a:pt x="100" y="15"/>
                    <a:pt x="98" y="17"/>
                    <a:pt x="97" y="18"/>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4" name="Freeform 41"/>
            <p:cNvSpPr>
              <a:spLocks/>
            </p:cNvSpPr>
            <p:nvPr/>
          </p:nvSpPr>
          <p:spPr bwMode="auto">
            <a:xfrm>
              <a:off x="8733630" y="5838659"/>
              <a:ext cx="190500" cy="133350"/>
            </a:xfrm>
            <a:custGeom>
              <a:avLst/>
              <a:gdLst>
                <a:gd name="T0" fmla="*/ 75 w 89"/>
                <a:gd name="T1" fmla="*/ 33 h 62"/>
                <a:gd name="T2" fmla="*/ 60 w 89"/>
                <a:gd name="T3" fmla="*/ 0 h 62"/>
                <a:gd name="T4" fmla="*/ 59 w 89"/>
                <a:gd name="T5" fmla="*/ 3 h 62"/>
                <a:gd name="T6" fmla="*/ 13 w 89"/>
                <a:gd name="T7" fmla="*/ 11 h 62"/>
                <a:gd name="T8" fmla="*/ 0 w 89"/>
                <a:gd name="T9" fmla="*/ 14 h 62"/>
                <a:gd name="T10" fmla="*/ 17 w 89"/>
                <a:gd name="T11" fmla="*/ 37 h 62"/>
                <a:gd name="T12" fmla="*/ 17 w 89"/>
                <a:gd name="T13" fmla="*/ 40 h 62"/>
                <a:gd name="T14" fmla="*/ 22 w 89"/>
                <a:gd name="T15" fmla="*/ 62 h 62"/>
                <a:gd name="T16" fmla="*/ 27 w 89"/>
                <a:gd name="T17" fmla="*/ 58 h 62"/>
                <a:gd name="T18" fmla="*/ 86 w 89"/>
                <a:gd name="T19" fmla="*/ 50 h 62"/>
                <a:gd name="T20" fmla="*/ 89 w 89"/>
                <a:gd name="T21" fmla="*/ 51 h 62"/>
                <a:gd name="T22" fmla="*/ 75 w 89"/>
                <a:gd name="T23" fmla="*/ 3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62">
                  <a:moveTo>
                    <a:pt x="75" y="33"/>
                  </a:moveTo>
                  <a:cubicBezTo>
                    <a:pt x="67" y="27"/>
                    <a:pt x="62" y="7"/>
                    <a:pt x="60" y="0"/>
                  </a:cubicBezTo>
                  <a:cubicBezTo>
                    <a:pt x="60" y="2"/>
                    <a:pt x="59" y="3"/>
                    <a:pt x="59" y="3"/>
                  </a:cubicBezTo>
                  <a:cubicBezTo>
                    <a:pt x="13" y="11"/>
                    <a:pt x="13" y="11"/>
                    <a:pt x="13" y="11"/>
                  </a:cubicBezTo>
                  <a:cubicBezTo>
                    <a:pt x="0" y="14"/>
                    <a:pt x="0" y="14"/>
                    <a:pt x="0" y="14"/>
                  </a:cubicBezTo>
                  <a:cubicBezTo>
                    <a:pt x="6" y="19"/>
                    <a:pt x="16" y="30"/>
                    <a:pt x="17" y="37"/>
                  </a:cubicBezTo>
                  <a:cubicBezTo>
                    <a:pt x="17" y="38"/>
                    <a:pt x="17" y="39"/>
                    <a:pt x="17" y="40"/>
                  </a:cubicBezTo>
                  <a:cubicBezTo>
                    <a:pt x="19" y="50"/>
                    <a:pt x="22" y="62"/>
                    <a:pt x="22" y="62"/>
                  </a:cubicBezTo>
                  <a:cubicBezTo>
                    <a:pt x="22" y="62"/>
                    <a:pt x="24" y="60"/>
                    <a:pt x="27" y="58"/>
                  </a:cubicBezTo>
                  <a:cubicBezTo>
                    <a:pt x="41" y="47"/>
                    <a:pt x="69" y="48"/>
                    <a:pt x="86" y="50"/>
                  </a:cubicBezTo>
                  <a:cubicBezTo>
                    <a:pt x="87" y="51"/>
                    <a:pt x="88" y="51"/>
                    <a:pt x="89" y="51"/>
                  </a:cubicBezTo>
                  <a:cubicBezTo>
                    <a:pt x="87" y="48"/>
                    <a:pt x="83" y="40"/>
                    <a:pt x="75" y="33"/>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5" name="Freeform 42"/>
            <p:cNvSpPr>
              <a:spLocks/>
            </p:cNvSpPr>
            <p:nvPr/>
          </p:nvSpPr>
          <p:spPr bwMode="auto">
            <a:xfrm>
              <a:off x="8066880" y="5903746"/>
              <a:ext cx="138113" cy="66675"/>
            </a:xfrm>
            <a:custGeom>
              <a:avLst/>
              <a:gdLst>
                <a:gd name="T0" fmla="*/ 40 w 64"/>
                <a:gd name="T1" fmla="*/ 7 h 31"/>
                <a:gd name="T2" fmla="*/ 4 w 64"/>
                <a:gd name="T3" fmla="*/ 1 h 31"/>
                <a:gd name="T4" fmla="*/ 4 w 64"/>
                <a:gd name="T5" fmla="*/ 9 h 31"/>
                <a:gd name="T6" fmla="*/ 0 w 64"/>
                <a:gd name="T7" fmla="*/ 31 h 31"/>
                <a:gd name="T8" fmla="*/ 64 w 64"/>
                <a:gd name="T9" fmla="*/ 27 h 31"/>
                <a:gd name="T10" fmla="*/ 63 w 64"/>
                <a:gd name="T11" fmla="*/ 0 h 31"/>
                <a:gd name="T12" fmla="*/ 40 w 6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64" h="31">
                  <a:moveTo>
                    <a:pt x="40" y="7"/>
                  </a:moveTo>
                  <a:cubicBezTo>
                    <a:pt x="31" y="7"/>
                    <a:pt x="17" y="4"/>
                    <a:pt x="4" y="1"/>
                  </a:cubicBezTo>
                  <a:cubicBezTo>
                    <a:pt x="4" y="9"/>
                    <a:pt x="4" y="9"/>
                    <a:pt x="4" y="9"/>
                  </a:cubicBezTo>
                  <a:cubicBezTo>
                    <a:pt x="4" y="13"/>
                    <a:pt x="0" y="27"/>
                    <a:pt x="0" y="31"/>
                  </a:cubicBezTo>
                  <a:cubicBezTo>
                    <a:pt x="64" y="27"/>
                    <a:pt x="64" y="27"/>
                    <a:pt x="64" y="27"/>
                  </a:cubicBezTo>
                  <a:cubicBezTo>
                    <a:pt x="64" y="25"/>
                    <a:pt x="63" y="10"/>
                    <a:pt x="63" y="0"/>
                  </a:cubicBezTo>
                  <a:cubicBezTo>
                    <a:pt x="58" y="4"/>
                    <a:pt x="50" y="7"/>
                    <a:pt x="40" y="7"/>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6" name="Freeform 43"/>
            <p:cNvSpPr>
              <a:spLocks/>
            </p:cNvSpPr>
            <p:nvPr/>
          </p:nvSpPr>
          <p:spPr bwMode="auto">
            <a:xfrm>
              <a:off x="8519318" y="4287671"/>
              <a:ext cx="188913" cy="249238"/>
            </a:xfrm>
            <a:custGeom>
              <a:avLst/>
              <a:gdLst>
                <a:gd name="T0" fmla="*/ 77 w 88"/>
                <a:gd name="T1" fmla="*/ 12 h 116"/>
                <a:gd name="T2" fmla="*/ 23 w 88"/>
                <a:gd name="T3" fmla="*/ 9 h 116"/>
                <a:gd name="T4" fmla="*/ 21 w 88"/>
                <a:gd name="T5" fmla="*/ 31 h 116"/>
                <a:gd name="T6" fmla="*/ 25 w 88"/>
                <a:gd name="T7" fmla="*/ 70 h 116"/>
                <a:gd name="T8" fmla="*/ 39 w 88"/>
                <a:gd name="T9" fmla="*/ 70 h 116"/>
                <a:gd name="T10" fmla="*/ 45 w 88"/>
                <a:gd name="T11" fmla="*/ 43 h 116"/>
                <a:gd name="T12" fmla="*/ 53 w 88"/>
                <a:gd name="T13" fmla="*/ 44 h 116"/>
                <a:gd name="T14" fmla="*/ 53 w 88"/>
                <a:gd name="T15" fmla="*/ 50 h 116"/>
                <a:gd name="T16" fmla="*/ 53 w 88"/>
                <a:gd name="T17" fmla="*/ 54 h 116"/>
                <a:gd name="T18" fmla="*/ 46 w 88"/>
                <a:gd name="T19" fmla="*/ 76 h 116"/>
                <a:gd name="T20" fmla="*/ 30 w 88"/>
                <a:gd name="T21" fmla="*/ 80 h 116"/>
                <a:gd name="T22" fmla="*/ 8 w 88"/>
                <a:gd name="T23" fmla="*/ 88 h 116"/>
                <a:gd name="T24" fmla="*/ 9 w 88"/>
                <a:gd name="T25" fmla="*/ 100 h 116"/>
                <a:gd name="T26" fmla="*/ 18 w 88"/>
                <a:gd name="T27" fmla="*/ 99 h 116"/>
                <a:gd name="T28" fmla="*/ 37 w 88"/>
                <a:gd name="T29" fmla="*/ 98 h 116"/>
                <a:gd name="T30" fmla="*/ 24 w 88"/>
                <a:gd name="T31" fmla="*/ 106 h 116"/>
                <a:gd name="T32" fmla="*/ 26 w 88"/>
                <a:gd name="T33" fmla="*/ 115 h 116"/>
                <a:gd name="T34" fmla="*/ 38 w 88"/>
                <a:gd name="T35" fmla="*/ 115 h 116"/>
                <a:gd name="T36" fmla="*/ 53 w 88"/>
                <a:gd name="T37" fmla="*/ 104 h 116"/>
                <a:gd name="T38" fmla="*/ 58 w 88"/>
                <a:gd name="T39" fmla="*/ 100 h 116"/>
                <a:gd name="T40" fmla="*/ 64 w 88"/>
                <a:gd name="T41" fmla="*/ 96 h 116"/>
                <a:gd name="T42" fmla="*/ 79 w 88"/>
                <a:gd name="T43" fmla="*/ 61 h 116"/>
                <a:gd name="T44" fmla="*/ 85 w 88"/>
                <a:gd name="T45" fmla="*/ 51 h 116"/>
                <a:gd name="T46" fmla="*/ 86 w 88"/>
                <a:gd name="T47" fmla="*/ 33 h 116"/>
                <a:gd name="T48" fmla="*/ 77 w 88"/>
                <a:gd name="T49" fmla="*/ 1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8" h="116">
                  <a:moveTo>
                    <a:pt x="77" y="12"/>
                  </a:moveTo>
                  <a:cubicBezTo>
                    <a:pt x="37" y="0"/>
                    <a:pt x="23" y="9"/>
                    <a:pt x="23" y="9"/>
                  </a:cubicBezTo>
                  <a:cubicBezTo>
                    <a:pt x="23" y="9"/>
                    <a:pt x="22" y="24"/>
                    <a:pt x="21" y="31"/>
                  </a:cubicBezTo>
                  <a:cubicBezTo>
                    <a:pt x="21" y="38"/>
                    <a:pt x="21" y="64"/>
                    <a:pt x="25" y="70"/>
                  </a:cubicBezTo>
                  <a:cubicBezTo>
                    <a:pt x="29" y="77"/>
                    <a:pt x="34" y="76"/>
                    <a:pt x="39" y="70"/>
                  </a:cubicBezTo>
                  <a:cubicBezTo>
                    <a:pt x="43" y="64"/>
                    <a:pt x="45" y="43"/>
                    <a:pt x="45" y="43"/>
                  </a:cubicBezTo>
                  <a:cubicBezTo>
                    <a:pt x="53" y="44"/>
                    <a:pt x="53" y="44"/>
                    <a:pt x="53" y="44"/>
                  </a:cubicBezTo>
                  <a:cubicBezTo>
                    <a:pt x="53" y="44"/>
                    <a:pt x="53" y="47"/>
                    <a:pt x="53" y="50"/>
                  </a:cubicBezTo>
                  <a:cubicBezTo>
                    <a:pt x="54" y="52"/>
                    <a:pt x="54" y="54"/>
                    <a:pt x="53" y="54"/>
                  </a:cubicBezTo>
                  <a:cubicBezTo>
                    <a:pt x="53" y="56"/>
                    <a:pt x="46" y="76"/>
                    <a:pt x="46" y="76"/>
                  </a:cubicBezTo>
                  <a:cubicBezTo>
                    <a:pt x="46" y="76"/>
                    <a:pt x="37" y="80"/>
                    <a:pt x="30" y="80"/>
                  </a:cubicBezTo>
                  <a:cubicBezTo>
                    <a:pt x="24" y="80"/>
                    <a:pt x="16" y="85"/>
                    <a:pt x="8" y="88"/>
                  </a:cubicBezTo>
                  <a:cubicBezTo>
                    <a:pt x="0" y="90"/>
                    <a:pt x="9" y="100"/>
                    <a:pt x="9" y="100"/>
                  </a:cubicBezTo>
                  <a:cubicBezTo>
                    <a:pt x="18" y="99"/>
                    <a:pt x="18" y="99"/>
                    <a:pt x="18" y="99"/>
                  </a:cubicBezTo>
                  <a:cubicBezTo>
                    <a:pt x="37" y="98"/>
                    <a:pt x="37" y="98"/>
                    <a:pt x="37" y="98"/>
                  </a:cubicBezTo>
                  <a:cubicBezTo>
                    <a:pt x="37" y="98"/>
                    <a:pt x="29" y="102"/>
                    <a:pt x="24" y="106"/>
                  </a:cubicBezTo>
                  <a:cubicBezTo>
                    <a:pt x="19" y="109"/>
                    <a:pt x="26" y="115"/>
                    <a:pt x="26" y="115"/>
                  </a:cubicBezTo>
                  <a:cubicBezTo>
                    <a:pt x="26" y="115"/>
                    <a:pt x="36" y="114"/>
                    <a:pt x="38" y="115"/>
                  </a:cubicBezTo>
                  <a:cubicBezTo>
                    <a:pt x="40" y="116"/>
                    <a:pt x="48" y="110"/>
                    <a:pt x="53" y="104"/>
                  </a:cubicBezTo>
                  <a:cubicBezTo>
                    <a:pt x="55" y="103"/>
                    <a:pt x="57" y="101"/>
                    <a:pt x="58" y="100"/>
                  </a:cubicBezTo>
                  <a:cubicBezTo>
                    <a:pt x="60" y="97"/>
                    <a:pt x="58" y="100"/>
                    <a:pt x="64" y="96"/>
                  </a:cubicBezTo>
                  <a:cubicBezTo>
                    <a:pt x="71" y="91"/>
                    <a:pt x="79" y="64"/>
                    <a:pt x="79" y="61"/>
                  </a:cubicBezTo>
                  <a:cubicBezTo>
                    <a:pt x="80" y="59"/>
                    <a:pt x="84" y="56"/>
                    <a:pt x="85" y="51"/>
                  </a:cubicBezTo>
                  <a:cubicBezTo>
                    <a:pt x="86" y="48"/>
                    <a:pt x="88" y="43"/>
                    <a:pt x="86" y="33"/>
                  </a:cubicBezTo>
                  <a:cubicBezTo>
                    <a:pt x="84" y="28"/>
                    <a:pt x="82" y="21"/>
                    <a:pt x="77" y="12"/>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7" name="Freeform 44"/>
            <p:cNvSpPr>
              <a:spLocks noEditPoints="1"/>
            </p:cNvSpPr>
            <p:nvPr/>
          </p:nvSpPr>
          <p:spPr bwMode="auto">
            <a:xfrm>
              <a:off x="7690643" y="2546184"/>
              <a:ext cx="1177925" cy="3460750"/>
            </a:xfrm>
            <a:custGeom>
              <a:avLst/>
              <a:gdLst>
                <a:gd name="T0" fmla="*/ 546 w 550"/>
                <a:gd name="T1" fmla="*/ 1540 h 1615"/>
                <a:gd name="T2" fmla="*/ 523 w 550"/>
                <a:gd name="T3" fmla="*/ 1340 h 1615"/>
                <a:gd name="T4" fmla="*/ 471 w 550"/>
                <a:gd name="T5" fmla="*/ 1108 h 1615"/>
                <a:gd name="T6" fmla="*/ 439 w 550"/>
                <a:gd name="T7" fmla="*/ 972 h 1615"/>
                <a:gd name="T8" fmla="*/ 413 w 550"/>
                <a:gd name="T9" fmla="*/ 928 h 1615"/>
                <a:gd name="T10" fmla="*/ 405 w 550"/>
                <a:gd name="T11" fmla="*/ 912 h 1615"/>
                <a:gd name="T12" fmla="*/ 417 w 550"/>
                <a:gd name="T13" fmla="*/ 893 h 1615"/>
                <a:gd name="T14" fmla="*/ 440 w 550"/>
                <a:gd name="T15" fmla="*/ 863 h 1615"/>
                <a:gd name="T16" fmla="*/ 426 w 550"/>
                <a:gd name="T17" fmla="*/ 883 h 1615"/>
                <a:gd name="T18" fmla="*/ 410 w 550"/>
                <a:gd name="T19" fmla="*/ 822 h 1615"/>
                <a:gd name="T20" fmla="*/ 477 w 550"/>
                <a:gd name="T21" fmla="*/ 834 h 1615"/>
                <a:gd name="T22" fmla="*/ 452 w 550"/>
                <a:gd name="T23" fmla="*/ 483 h 1615"/>
                <a:gd name="T24" fmla="*/ 403 w 550"/>
                <a:gd name="T25" fmla="*/ 331 h 1615"/>
                <a:gd name="T26" fmla="*/ 349 w 550"/>
                <a:gd name="T27" fmla="*/ 283 h 1615"/>
                <a:gd name="T28" fmla="*/ 349 w 550"/>
                <a:gd name="T29" fmla="*/ 193 h 1615"/>
                <a:gd name="T30" fmla="*/ 214 w 550"/>
                <a:gd name="T31" fmla="*/ 19 h 1615"/>
                <a:gd name="T32" fmla="*/ 116 w 550"/>
                <a:gd name="T33" fmla="*/ 213 h 1615"/>
                <a:gd name="T34" fmla="*/ 136 w 550"/>
                <a:gd name="T35" fmla="*/ 293 h 1615"/>
                <a:gd name="T36" fmla="*/ 26 w 550"/>
                <a:gd name="T37" fmla="*/ 358 h 1615"/>
                <a:gd name="T38" fmla="*/ 14 w 550"/>
                <a:gd name="T39" fmla="*/ 828 h 1615"/>
                <a:gd name="T40" fmla="*/ 29 w 550"/>
                <a:gd name="T41" fmla="*/ 836 h 1615"/>
                <a:gd name="T42" fmla="*/ 99 w 550"/>
                <a:gd name="T43" fmla="*/ 879 h 1615"/>
                <a:gd name="T44" fmla="*/ 87 w 550"/>
                <a:gd name="T45" fmla="*/ 906 h 1615"/>
                <a:gd name="T46" fmla="*/ 86 w 550"/>
                <a:gd name="T47" fmla="*/ 939 h 1615"/>
                <a:gd name="T48" fmla="*/ 56 w 550"/>
                <a:gd name="T49" fmla="*/ 921 h 1615"/>
                <a:gd name="T50" fmla="*/ 110 w 550"/>
                <a:gd name="T51" fmla="*/ 1289 h 1615"/>
                <a:gd name="T52" fmla="*/ 141 w 550"/>
                <a:gd name="T53" fmla="*/ 1558 h 1615"/>
                <a:gd name="T54" fmla="*/ 239 w 550"/>
                <a:gd name="T55" fmla="*/ 1567 h 1615"/>
                <a:gd name="T56" fmla="*/ 231 w 550"/>
                <a:gd name="T57" fmla="*/ 1431 h 1615"/>
                <a:gd name="T58" fmla="*/ 222 w 550"/>
                <a:gd name="T59" fmla="*/ 1186 h 1615"/>
                <a:gd name="T60" fmla="*/ 285 w 550"/>
                <a:gd name="T61" fmla="*/ 1088 h 1615"/>
                <a:gd name="T62" fmla="*/ 411 w 550"/>
                <a:gd name="T63" fmla="*/ 1520 h 1615"/>
                <a:gd name="T64" fmla="*/ 484 w 550"/>
                <a:gd name="T65" fmla="*/ 1573 h 1615"/>
                <a:gd name="T66" fmla="*/ 496 w 550"/>
                <a:gd name="T67" fmla="*/ 1585 h 1615"/>
                <a:gd name="T68" fmla="*/ 504 w 550"/>
                <a:gd name="T69" fmla="*/ 1574 h 1615"/>
                <a:gd name="T70" fmla="*/ 302 w 550"/>
                <a:gd name="T71" fmla="*/ 177 h 1615"/>
                <a:gd name="T72" fmla="*/ 281 w 550"/>
                <a:gd name="T73" fmla="*/ 256 h 1615"/>
                <a:gd name="T74" fmla="*/ 297 w 550"/>
                <a:gd name="T75" fmla="*/ 300 h 1615"/>
                <a:gd name="T76" fmla="*/ 289 w 550"/>
                <a:gd name="T77" fmla="*/ 336 h 1615"/>
                <a:gd name="T78" fmla="*/ 224 w 550"/>
                <a:gd name="T79" fmla="*/ 425 h 1615"/>
                <a:gd name="T80" fmla="*/ 179 w 550"/>
                <a:gd name="T81" fmla="*/ 323 h 1615"/>
                <a:gd name="T82" fmla="*/ 171 w 550"/>
                <a:gd name="T83" fmla="*/ 270 h 1615"/>
                <a:gd name="T84" fmla="*/ 180 w 550"/>
                <a:gd name="T85" fmla="*/ 218 h 1615"/>
                <a:gd name="T86" fmla="*/ 149 w 550"/>
                <a:gd name="T87" fmla="*/ 149 h 1615"/>
                <a:gd name="T88" fmla="*/ 204 w 550"/>
                <a:gd name="T89" fmla="*/ 51 h 1615"/>
                <a:gd name="T90" fmla="*/ 314 w 550"/>
                <a:gd name="T91" fmla="*/ 145 h 1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50" h="1615">
                  <a:moveTo>
                    <a:pt x="487" y="1551"/>
                  </a:moveTo>
                  <a:cubicBezTo>
                    <a:pt x="500" y="1548"/>
                    <a:pt x="500" y="1548"/>
                    <a:pt x="500" y="1548"/>
                  </a:cubicBezTo>
                  <a:cubicBezTo>
                    <a:pt x="546" y="1540"/>
                    <a:pt x="546" y="1540"/>
                    <a:pt x="546" y="1540"/>
                  </a:cubicBezTo>
                  <a:cubicBezTo>
                    <a:pt x="546" y="1540"/>
                    <a:pt x="547" y="1539"/>
                    <a:pt x="547" y="1537"/>
                  </a:cubicBezTo>
                  <a:cubicBezTo>
                    <a:pt x="548" y="1525"/>
                    <a:pt x="550" y="1490"/>
                    <a:pt x="548" y="1478"/>
                  </a:cubicBezTo>
                  <a:cubicBezTo>
                    <a:pt x="545" y="1463"/>
                    <a:pt x="529" y="1369"/>
                    <a:pt x="523" y="1340"/>
                  </a:cubicBezTo>
                  <a:cubicBezTo>
                    <a:pt x="517" y="1311"/>
                    <a:pt x="500" y="1223"/>
                    <a:pt x="491" y="1206"/>
                  </a:cubicBezTo>
                  <a:cubicBezTo>
                    <a:pt x="482" y="1188"/>
                    <a:pt x="480" y="1186"/>
                    <a:pt x="480" y="1170"/>
                  </a:cubicBezTo>
                  <a:cubicBezTo>
                    <a:pt x="480" y="1154"/>
                    <a:pt x="484" y="1126"/>
                    <a:pt x="471" y="1108"/>
                  </a:cubicBezTo>
                  <a:cubicBezTo>
                    <a:pt x="458" y="1091"/>
                    <a:pt x="453" y="1085"/>
                    <a:pt x="453" y="1075"/>
                  </a:cubicBezTo>
                  <a:cubicBezTo>
                    <a:pt x="453" y="1065"/>
                    <a:pt x="455" y="1036"/>
                    <a:pt x="449" y="1015"/>
                  </a:cubicBezTo>
                  <a:cubicBezTo>
                    <a:pt x="443" y="995"/>
                    <a:pt x="440" y="992"/>
                    <a:pt x="439" y="972"/>
                  </a:cubicBezTo>
                  <a:cubicBezTo>
                    <a:pt x="438" y="961"/>
                    <a:pt x="439" y="939"/>
                    <a:pt x="440" y="917"/>
                  </a:cubicBezTo>
                  <a:cubicBezTo>
                    <a:pt x="435" y="923"/>
                    <a:pt x="427" y="929"/>
                    <a:pt x="425" y="928"/>
                  </a:cubicBezTo>
                  <a:cubicBezTo>
                    <a:pt x="423" y="927"/>
                    <a:pt x="413" y="928"/>
                    <a:pt x="413" y="928"/>
                  </a:cubicBezTo>
                  <a:cubicBezTo>
                    <a:pt x="413" y="928"/>
                    <a:pt x="406" y="922"/>
                    <a:pt x="411" y="919"/>
                  </a:cubicBezTo>
                  <a:cubicBezTo>
                    <a:pt x="416" y="915"/>
                    <a:pt x="424" y="911"/>
                    <a:pt x="424" y="911"/>
                  </a:cubicBezTo>
                  <a:cubicBezTo>
                    <a:pt x="405" y="912"/>
                    <a:pt x="405" y="912"/>
                    <a:pt x="405" y="912"/>
                  </a:cubicBezTo>
                  <a:cubicBezTo>
                    <a:pt x="396" y="913"/>
                    <a:pt x="396" y="913"/>
                    <a:pt x="396" y="913"/>
                  </a:cubicBezTo>
                  <a:cubicBezTo>
                    <a:pt x="396" y="913"/>
                    <a:pt x="387" y="903"/>
                    <a:pt x="395" y="901"/>
                  </a:cubicBezTo>
                  <a:cubicBezTo>
                    <a:pt x="403" y="898"/>
                    <a:pt x="411" y="893"/>
                    <a:pt x="417" y="893"/>
                  </a:cubicBezTo>
                  <a:cubicBezTo>
                    <a:pt x="424" y="893"/>
                    <a:pt x="433" y="889"/>
                    <a:pt x="433" y="889"/>
                  </a:cubicBezTo>
                  <a:cubicBezTo>
                    <a:pt x="433" y="889"/>
                    <a:pt x="440" y="869"/>
                    <a:pt x="440" y="867"/>
                  </a:cubicBezTo>
                  <a:cubicBezTo>
                    <a:pt x="440" y="866"/>
                    <a:pt x="440" y="864"/>
                    <a:pt x="440" y="863"/>
                  </a:cubicBezTo>
                  <a:cubicBezTo>
                    <a:pt x="440" y="860"/>
                    <a:pt x="440" y="857"/>
                    <a:pt x="440" y="857"/>
                  </a:cubicBezTo>
                  <a:cubicBezTo>
                    <a:pt x="432" y="856"/>
                    <a:pt x="432" y="856"/>
                    <a:pt x="432" y="856"/>
                  </a:cubicBezTo>
                  <a:cubicBezTo>
                    <a:pt x="432" y="856"/>
                    <a:pt x="430" y="877"/>
                    <a:pt x="426" y="883"/>
                  </a:cubicBezTo>
                  <a:cubicBezTo>
                    <a:pt x="421" y="889"/>
                    <a:pt x="416" y="890"/>
                    <a:pt x="412" y="883"/>
                  </a:cubicBezTo>
                  <a:cubicBezTo>
                    <a:pt x="408" y="877"/>
                    <a:pt x="408" y="851"/>
                    <a:pt x="408" y="844"/>
                  </a:cubicBezTo>
                  <a:cubicBezTo>
                    <a:pt x="409" y="837"/>
                    <a:pt x="410" y="822"/>
                    <a:pt x="410" y="822"/>
                  </a:cubicBezTo>
                  <a:cubicBezTo>
                    <a:pt x="410" y="822"/>
                    <a:pt x="424" y="813"/>
                    <a:pt x="464" y="825"/>
                  </a:cubicBezTo>
                  <a:cubicBezTo>
                    <a:pt x="469" y="834"/>
                    <a:pt x="471" y="841"/>
                    <a:pt x="473" y="846"/>
                  </a:cubicBezTo>
                  <a:cubicBezTo>
                    <a:pt x="475" y="843"/>
                    <a:pt x="477" y="840"/>
                    <a:pt x="477" y="834"/>
                  </a:cubicBezTo>
                  <a:cubicBezTo>
                    <a:pt x="477" y="805"/>
                    <a:pt x="474" y="739"/>
                    <a:pt x="474" y="704"/>
                  </a:cubicBezTo>
                  <a:cubicBezTo>
                    <a:pt x="474" y="670"/>
                    <a:pt x="464" y="566"/>
                    <a:pt x="458" y="540"/>
                  </a:cubicBezTo>
                  <a:cubicBezTo>
                    <a:pt x="452" y="514"/>
                    <a:pt x="453" y="497"/>
                    <a:pt x="452" y="483"/>
                  </a:cubicBezTo>
                  <a:cubicBezTo>
                    <a:pt x="450" y="470"/>
                    <a:pt x="432" y="405"/>
                    <a:pt x="430" y="389"/>
                  </a:cubicBezTo>
                  <a:cubicBezTo>
                    <a:pt x="429" y="373"/>
                    <a:pt x="421" y="347"/>
                    <a:pt x="419" y="342"/>
                  </a:cubicBezTo>
                  <a:cubicBezTo>
                    <a:pt x="416" y="338"/>
                    <a:pt x="408" y="329"/>
                    <a:pt x="403" y="331"/>
                  </a:cubicBezTo>
                  <a:cubicBezTo>
                    <a:pt x="397" y="332"/>
                    <a:pt x="372" y="319"/>
                    <a:pt x="357" y="312"/>
                  </a:cubicBezTo>
                  <a:cubicBezTo>
                    <a:pt x="353" y="310"/>
                    <a:pt x="348" y="307"/>
                    <a:pt x="343" y="305"/>
                  </a:cubicBezTo>
                  <a:cubicBezTo>
                    <a:pt x="344" y="299"/>
                    <a:pt x="347" y="288"/>
                    <a:pt x="349" y="283"/>
                  </a:cubicBezTo>
                  <a:cubicBezTo>
                    <a:pt x="352" y="276"/>
                    <a:pt x="354" y="261"/>
                    <a:pt x="353" y="248"/>
                  </a:cubicBezTo>
                  <a:cubicBezTo>
                    <a:pt x="352" y="235"/>
                    <a:pt x="351" y="226"/>
                    <a:pt x="352" y="220"/>
                  </a:cubicBezTo>
                  <a:cubicBezTo>
                    <a:pt x="354" y="215"/>
                    <a:pt x="349" y="203"/>
                    <a:pt x="349" y="193"/>
                  </a:cubicBezTo>
                  <a:cubicBezTo>
                    <a:pt x="349" y="184"/>
                    <a:pt x="347" y="163"/>
                    <a:pt x="345" y="133"/>
                  </a:cubicBezTo>
                  <a:cubicBezTo>
                    <a:pt x="343" y="103"/>
                    <a:pt x="316" y="45"/>
                    <a:pt x="283" y="23"/>
                  </a:cubicBezTo>
                  <a:cubicBezTo>
                    <a:pt x="249" y="0"/>
                    <a:pt x="214" y="19"/>
                    <a:pt x="214" y="19"/>
                  </a:cubicBezTo>
                  <a:cubicBezTo>
                    <a:pt x="161" y="10"/>
                    <a:pt x="129" y="118"/>
                    <a:pt x="129" y="125"/>
                  </a:cubicBezTo>
                  <a:cubicBezTo>
                    <a:pt x="128" y="132"/>
                    <a:pt x="120" y="149"/>
                    <a:pt x="116" y="163"/>
                  </a:cubicBezTo>
                  <a:cubicBezTo>
                    <a:pt x="113" y="177"/>
                    <a:pt x="114" y="199"/>
                    <a:pt x="116" y="213"/>
                  </a:cubicBezTo>
                  <a:cubicBezTo>
                    <a:pt x="118" y="228"/>
                    <a:pt x="123" y="254"/>
                    <a:pt x="123" y="261"/>
                  </a:cubicBezTo>
                  <a:cubicBezTo>
                    <a:pt x="123" y="268"/>
                    <a:pt x="131" y="281"/>
                    <a:pt x="134" y="287"/>
                  </a:cubicBezTo>
                  <a:cubicBezTo>
                    <a:pt x="135" y="288"/>
                    <a:pt x="136" y="291"/>
                    <a:pt x="136" y="293"/>
                  </a:cubicBezTo>
                  <a:cubicBezTo>
                    <a:pt x="134" y="295"/>
                    <a:pt x="132" y="297"/>
                    <a:pt x="131" y="297"/>
                  </a:cubicBezTo>
                  <a:cubicBezTo>
                    <a:pt x="126" y="300"/>
                    <a:pt x="100" y="308"/>
                    <a:pt x="81" y="315"/>
                  </a:cubicBezTo>
                  <a:cubicBezTo>
                    <a:pt x="62" y="322"/>
                    <a:pt x="36" y="321"/>
                    <a:pt x="26" y="358"/>
                  </a:cubicBezTo>
                  <a:cubicBezTo>
                    <a:pt x="16" y="396"/>
                    <a:pt x="0" y="587"/>
                    <a:pt x="0" y="600"/>
                  </a:cubicBezTo>
                  <a:cubicBezTo>
                    <a:pt x="0" y="613"/>
                    <a:pt x="4" y="731"/>
                    <a:pt x="4" y="755"/>
                  </a:cubicBezTo>
                  <a:cubicBezTo>
                    <a:pt x="4" y="780"/>
                    <a:pt x="13" y="824"/>
                    <a:pt x="14" y="828"/>
                  </a:cubicBezTo>
                  <a:cubicBezTo>
                    <a:pt x="16" y="832"/>
                    <a:pt x="19" y="841"/>
                    <a:pt x="19" y="841"/>
                  </a:cubicBezTo>
                  <a:cubicBezTo>
                    <a:pt x="29" y="839"/>
                    <a:pt x="29" y="839"/>
                    <a:pt x="29" y="839"/>
                  </a:cubicBezTo>
                  <a:cubicBezTo>
                    <a:pt x="29" y="837"/>
                    <a:pt x="29" y="836"/>
                    <a:pt x="29" y="836"/>
                  </a:cubicBezTo>
                  <a:cubicBezTo>
                    <a:pt x="29" y="836"/>
                    <a:pt x="56" y="828"/>
                    <a:pt x="86" y="831"/>
                  </a:cubicBezTo>
                  <a:cubicBezTo>
                    <a:pt x="86" y="831"/>
                    <a:pt x="94" y="848"/>
                    <a:pt x="95" y="857"/>
                  </a:cubicBezTo>
                  <a:cubicBezTo>
                    <a:pt x="96" y="866"/>
                    <a:pt x="98" y="875"/>
                    <a:pt x="99" y="879"/>
                  </a:cubicBezTo>
                  <a:cubicBezTo>
                    <a:pt x="99" y="882"/>
                    <a:pt x="102" y="893"/>
                    <a:pt x="95" y="895"/>
                  </a:cubicBezTo>
                  <a:cubicBezTo>
                    <a:pt x="88" y="897"/>
                    <a:pt x="81" y="891"/>
                    <a:pt x="81" y="891"/>
                  </a:cubicBezTo>
                  <a:cubicBezTo>
                    <a:pt x="81" y="891"/>
                    <a:pt x="83" y="902"/>
                    <a:pt x="87" y="906"/>
                  </a:cubicBezTo>
                  <a:cubicBezTo>
                    <a:pt x="91" y="911"/>
                    <a:pt x="97" y="917"/>
                    <a:pt x="96" y="923"/>
                  </a:cubicBezTo>
                  <a:cubicBezTo>
                    <a:pt x="94" y="929"/>
                    <a:pt x="89" y="928"/>
                    <a:pt x="89" y="928"/>
                  </a:cubicBezTo>
                  <a:cubicBezTo>
                    <a:pt x="89" y="928"/>
                    <a:pt x="90" y="938"/>
                    <a:pt x="86" y="939"/>
                  </a:cubicBezTo>
                  <a:cubicBezTo>
                    <a:pt x="81" y="940"/>
                    <a:pt x="80" y="937"/>
                    <a:pt x="80" y="937"/>
                  </a:cubicBezTo>
                  <a:cubicBezTo>
                    <a:pt x="80" y="937"/>
                    <a:pt x="73" y="935"/>
                    <a:pt x="70" y="931"/>
                  </a:cubicBezTo>
                  <a:cubicBezTo>
                    <a:pt x="68" y="929"/>
                    <a:pt x="62" y="925"/>
                    <a:pt x="56" y="921"/>
                  </a:cubicBezTo>
                  <a:cubicBezTo>
                    <a:pt x="58" y="955"/>
                    <a:pt x="61" y="989"/>
                    <a:pt x="62" y="1002"/>
                  </a:cubicBezTo>
                  <a:cubicBezTo>
                    <a:pt x="65" y="1033"/>
                    <a:pt x="87" y="1149"/>
                    <a:pt x="93" y="1174"/>
                  </a:cubicBezTo>
                  <a:cubicBezTo>
                    <a:pt x="99" y="1199"/>
                    <a:pt x="109" y="1258"/>
                    <a:pt x="110" y="1289"/>
                  </a:cubicBezTo>
                  <a:cubicBezTo>
                    <a:pt x="112" y="1319"/>
                    <a:pt x="125" y="1427"/>
                    <a:pt x="126" y="1453"/>
                  </a:cubicBezTo>
                  <a:cubicBezTo>
                    <a:pt x="128" y="1479"/>
                    <a:pt x="137" y="1524"/>
                    <a:pt x="138" y="1529"/>
                  </a:cubicBezTo>
                  <a:cubicBezTo>
                    <a:pt x="139" y="1533"/>
                    <a:pt x="141" y="1558"/>
                    <a:pt x="141" y="1558"/>
                  </a:cubicBezTo>
                  <a:cubicBezTo>
                    <a:pt x="141" y="1558"/>
                    <a:pt x="160" y="1563"/>
                    <a:pt x="180" y="1568"/>
                  </a:cubicBezTo>
                  <a:cubicBezTo>
                    <a:pt x="193" y="1571"/>
                    <a:pt x="207" y="1574"/>
                    <a:pt x="216" y="1574"/>
                  </a:cubicBezTo>
                  <a:cubicBezTo>
                    <a:pt x="226" y="1574"/>
                    <a:pt x="234" y="1571"/>
                    <a:pt x="239" y="1567"/>
                  </a:cubicBezTo>
                  <a:cubicBezTo>
                    <a:pt x="246" y="1563"/>
                    <a:pt x="248" y="1556"/>
                    <a:pt x="248" y="1552"/>
                  </a:cubicBezTo>
                  <a:cubicBezTo>
                    <a:pt x="248" y="1545"/>
                    <a:pt x="254" y="1508"/>
                    <a:pt x="251" y="1488"/>
                  </a:cubicBezTo>
                  <a:cubicBezTo>
                    <a:pt x="248" y="1468"/>
                    <a:pt x="232" y="1457"/>
                    <a:pt x="231" y="1431"/>
                  </a:cubicBezTo>
                  <a:cubicBezTo>
                    <a:pt x="230" y="1405"/>
                    <a:pt x="240" y="1337"/>
                    <a:pt x="238" y="1321"/>
                  </a:cubicBezTo>
                  <a:cubicBezTo>
                    <a:pt x="237" y="1305"/>
                    <a:pt x="234" y="1260"/>
                    <a:pt x="228" y="1231"/>
                  </a:cubicBezTo>
                  <a:cubicBezTo>
                    <a:pt x="222" y="1202"/>
                    <a:pt x="222" y="1199"/>
                    <a:pt x="222" y="1186"/>
                  </a:cubicBezTo>
                  <a:cubicBezTo>
                    <a:pt x="222" y="1172"/>
                    <a:pt x="230" y="1027"/>
                    <a:pt x="230" y="1005"/>
                  </a:cubicBezTo>
                  <a:cubicBezTo>
                    <a:pt x="230" y="983"/>
                    <a:pt x="233" y="889"/>
                    <a:pt x="233" y="889"/>
                  </a:cubicBezTo>
                  <a:cubicBezTo>
                    <a:pt x="233" y="889"/>
                    <a:pt x="279" y="1066"/>
                    <a:pt x="285" y="1088"/>
                  </a:cubicBezTo>
                  <a:cubicBezTo>
                    <a:pt x="291" y="1110"/>
                    <a:pt x="331" y="1251"/>
                    <a:pt x="333" y="1279"/>
                  </a:cubicBezTo>
                  <a:cubicBezTo>
                    <a:pt x="334" y="1306"/>
                    <a:pt x="382" y="1417"/>
                    <a:pt x="384" y="1434"/>
                  </a:cubicBezTo>
                  <a:cubicBezTo>
                    <a:pt x="385" y="1452"/>
                    <a:pt x="410" y="1514"/>
                    <a:pt x="411" y="1520"/>
                  </a:cubicBezTo>
                  <a:cubicBezTo>
                    <a:pt x="413" y="1526"/>
                    <a:pt x="424" y="1562"/>
                    <a:pt x="424" y="1562"/>
                  </a:cubicBezTo>
                  <a:cubicBezTo>
                    <a:pt x="471" y="1554"/>
                    <a:pt x="471" y="1554"/>
                    <a:pt x="471" y="1554"/>
                  </a:cubicBezTo>
                  <a:cubicBezTo>
                    <a:pt x="476" y="1560"/>
                    <a:pt x="483" y="1569"/>
                    <a:pt x="484" y="1573"/>
                  </a:cubicBezTo>
                  <a:cubicBezTo>
                    <a:pt x="486" y="1580"/>
                    <a:pt x="486" y="1614"/>
                    <a:pt x="486" y="1614"/>
                  </a:cubicBezTo>
                  <a:cubicBezTo>
                    <a:pt x="495" y="1615"/>
                    <a:pt x="495" y="1615"/>
                    <a:pt x="495" y="1615"/>
                  </a:cubicBezTo>
                  <a:cubicBezTo>
                    <a:pt x="495" y="1615"/>
                    <a:pt x="495" y="1588"/>
                    <a:pt x="496" y="1585"/>
                  </a:cubicBezTo>
                  <a:cubicBezTo>
                    <a:pt x="497" y="1581"/>
                    <a:pt x="496" y="1575"/>
                    <a:pt x="501" y="1577"/>
                  </a:cubicBezTo>
                  <a:cubicBezTo>
                    <a:pt x="502" y="1577"/>
                    <a:pt x="503" y="1577"/>
                    <a:pt x="504" y="1577"/>
                  </a:cubicBezTo>
                  <a:cubicBezTo>
                    <a:pt x="504" y="1576"/>
                    <a:pt x="504" y="1575"/>
                    <a:pt x="504" y="1574"/>
                  </a:cubicBezTo>
                  <a:cubicBezTo>
                    <a:pt x="503" y="1567"/>
                    <a:pt x="493" y="1556"/>
                    <a:pt x="487" y="1551"/>
                  </a:cubicBezTo>
                  <a:moveTo>
                    <a:pt x="315" y="170"/>
                  </a:moveTo>
                  <a:cubicBezTo>
                    <a:pt x="309" y="186"/>
                    <a:pt x="302" y="177"/>
                    <a:pt x="302" y="177"/>
                  </a:cubicBezTo>
                  <a:cubicBezTo>
                    <a:pt x="302" y="177"/>
                    <a:pt x="292" y="213"/>
                    <a:pt x="282" y="230"/>
                  </a:cubicBezTo>
                  <a:cubicBezTo>
                    <a:pt x="281" y="257"/>
                    <a:pt x="281" y="257"/>
                    <a:pt x="281" y="257"/>
                  </a:cubicBezTo>
                  <a:cubicBezTo>
                    <a:pt x="281" y="257"/>
                    <a:pt x="281" y="256"/>
                    <a:pt x="281" y="256"/>
                  </a:cubicBezTo>
                  <a:cubicBezTo>
                    <a:pt x="281" y="256"/>
                    <a:pt x="289" y="251"/>
                    <a:pt x="294" y="276"/>
                  </a:cubicBezTo>
                  <a:cubicBezTo>
                    <a:pt x="294" y="277"/>
                    <a:pt x="294" y="277"/>
                    <a:pt x="294" y="277"/>
                  </a:cubicBezTo>
                  <a:cubicBezTo>
                    <a:pt x="296" y="283"/>
                    <a:pt x="296" y="291"/>
                    <a:pt x="297" y="300"/>
                  </a:cubicBezTo>
                  <a:cubicBezTo>
                    <a:pt x="297" y="303"/>
                    <a:pt x="297" y="306"/>
                    <a:pt x="297" y="310"/>
                  </a:cubicBezTo>
                  <a:cubicBezTo>
                    <a:pt x="298" y="327"/>
                    <a:pt x="297" y="344"/>
                    <a:pt x="297" y="344"/>
                  </a:cubicBezTo>
                  <a:cubicBezTo>
                    <a:pt x="297" y="344"/>
                    <a:pt x="294" y="339"/>
                    <a:pt x="289" y="336"/>
                  </a:cubicBezTo>
                  <a:cubicBezTo>
                    <a:pt x="286" y="385"/>
                    <a:pt x="282" y="447"/>
                    <a:pt x="279" y="456"/>
                  </a:cubicBezTo>
                  <a:cubicBezTo>
                    <a:pt x="273" y="470"/>
                    <a:pt x="262" y="523"/>
                    <a:pt x="262" y="523"/>
                  </a:cubicBezTo>
                  <a:cubicBezTo>
                    <a:pt x="262" y="523"/>
                    <a:pt x="228" y="446"/>
                    <a:pt x="224" y="425"/>
                  </a:cubicBezTo>
                  <a:cubicBezTo>
                    <a:pt x="221" y="411"/>
                    <a:pt x="205" y="364"/>
                    <a:pt x="194" y="333"/>
                  </a:cubicBezTo>
                  <a:cubicBezTo>
                    <a:pt x="192" y="332"/>
                    <a:pt x="190" y="333"/>
                    <a:pt x="189" y="337"/>
                  </a:cubicBezTo>
                  <a:cubicBezTo>
                    <a:pt x="187" y="344"/>
                    <a:pt x="183" y="335"/>
                    <a:pt x="179" y="323"/>
                  </a:cubicBezTo>
                  <a:cubicBezTo>
                    <a:pt x="179" y="320"/>
                    <a:pt x="178" y="318"/>
                    <a:pt x="177" y="316"/>
                  </a:cubicBezTo>
                  <a:cubicBezTo>
                    <a:pt x="173" y="302"/>
                    <a:pt x="170" y="288"/>
                    <a:pt x="169" y="284"/>
                  </a:cubicBezTo>
                  <a:cubicBezTo>
                    <a:pt x="168" y="281"/>
                    <a:pt x="169" y="275"/>
                    <a:pt x="171" y="270"/>
                  </a:cubicBezTo>
                  <a:cubicBezTo>
                    <a:pt x="173" y="263"/>
                    <a:pt x="176" y="256"/>
                    <a:pt x="179" y="253"/>
                  </a:cubicBezTo>
                  <a:cubicBezTo>
                    <a:pt x="179" y="253"/>
                    <a:pt x="180" y="253"/>
                    <a:pt x="180" y="253"/>
                  </a:cubicBezTo>
                  <a:cubicBezTo>
                    <a:pt x="180" y="218"/>
                    <a:pt x="180" y="218"/>
                    <a:pt x="180" y="218"/>
                  </a:cubicBezTo>
                  <a:cubicBezTo>
                    <a:pt x="169" y="198"/>
                    <a:pt x="168" y="175"/>
                    <a:pt x="167" y="177"/>
                  </a:cubicBezTo>
                  <a:cubicBezTo>
                    <a:pt x="163" y="183"/>
                    <a:pt x="155" y="174"/>
                    <a:pt x="154" y="170"/>
                  </a:cubicBezTo>
                  <a:cubicBezTo>
                    <a:pt x="153" y="167"/>
                    <a:pt x="151" y="165"/>
                    <a:pt x="149" y="149"/>
                  </a:cubicBezTo>
                  <a:cubicBezTo>
                    <a:pt x="156" y="144"/>
                    <a:pt x="166" y="136"/>
                    <a:pt x="171" y="127"/>
                  </a:cubicBezTo>
                  <a:cubicBezTo>
                    <a:pt x="177" y="114"/>
                    <a:pt x="176" y="86"/>
                    <a:pt x="182" y="79"/>
                  </a:cubicBezTo>
                  <a:cubicBezTo>
                    <a:pt x="187" y="74"/>
                    <a:pt x="198" y="61"/>
                    <a:pt x="204" y="51"/>
                  </a:cubicBezTo>
                  <a:cubicBezTo>
                    <a:pt x="206" y="51"/>
                    <a:pt x="208" y="50"/>
                    <a:pt x="210" y="49"/>
                  </a:cubicBezTo>
                  <a:cubicBezTo>
                    <a:pt x="222" y="65"/>
                    <a:pt x="258" y="111"/>
                    <a:pt x="278" y="124"/>
                  </a:cubicBezTo>
                  <a:cubicBezTo>
                    <a:pt x="301" y="140"/>
                    <a:pt x="314" y="145"/>
                    <a:pt x="314" y="145"/>
                  </a:cubicBezTo>
                  <a:cubicBezTo>
                    <a:pt x="314" y="145"/>
                    <a:pt x="318" y="161"/>
                    <a:pt x="315" y="170"/>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8" name="Freeform 45"/>
            <p:cNvSpPr>
              <a:spLocks/>
            </p:cNvSpPr>
            <p:nvPr/>
          </p:nvSpPr>
          <p:spPr bwMode="auto">
            <a:xfrm>
              <a:off x="8770143" y="5940259"/>
              <a:ext cx="201613" cy="87313"/>
            </a:xfrm>
            <a:custGeom>
              <a:avLst/>
              <a:gdLst>
                <a:gd name="T0" fmla="*/ 72 w 94"/>
                <a:gd name="T1" fmla="*/ 4 h 41"/>
                <a:gd name="T2" fmla="*/ 69 w 94"/>
                <a:gd name="T3" fmla="*/ 3 h 41"/>
                <a:gd name="T4" fmla="*/ 10 w 94"/>
                <a:gd name="T5" fmla="*/ 11 h 41"/>
                <a:gd name="T6" fmla="*/ 4 w 94"/>
                <a:gd name="T7" fmla="*/ 18 h 41"/>
                <a:gd name="T8" fmla="*/ 11 w 94"/>
                <a:gd name="T9" fmla="*/ 34 h 41"/>
                <a:gd name="T10" fmla="*/ 71 w 94"/>
                <a:gd name="T11" fmla="*/ 41 h 41"/>
                <a:gd name="T12" fmla="*/ 94 w 94"/>
                <a:gd name="T13" fmla="*/ 39 h 41"/>
                <a:gd name="T14" fmla="*/ 72 w 94"/>
                <a:gd name="T15" fmla="*/ 4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41">
                  <a:moveTo>
                    <a:pt x="72" y="4"/>
                  </a:moveTo>
                  <a:cubicBezTo>
                    <a:pt x="71" y="4"/>
                    <a:pt x="70" y="4"/>
                    <a:pt x="69" y="3"/>
                  </a:cubicBezTo>
                  <a:cubicBezTo>
                    <a:pt x="52" y="1"/>
                    <a:pt x="24" y="0"/>
                    <a:pt x="10" y="11"/>
                  </a:cubicBezTo>
                  <a:cubicBezTo>
                    <a:pt x="7" y="13"/>
                    <a:pt x="5" y="15"/>
                    <a:pt x="4" y="18"/>
                  </a:cubicBezTo>
                  <a:cubicBezTo>
                    <a:pt x="0" y="34"/>
                    <a:pt x="11" y="34"/>
                    <a:pt x="11" y="34"/>
                  </a:cubicBezTo>
                  <a:cubicBezTo>
                    <a:pt x="11" y="34"/>
                    <a:pt x="55" y="41"/>
                    <a:pt x="71" y="41"/>
                  </a:cubicBezTo>
                  <a:cubicBezTo>
                    <a:pt x="88" y="41"/>
                    <a:pt x="94" y="39"/>
                    <a:pt x="94" y="39"/>
                  </a:cubicBezTo>
                  <a:cubicBezTo>
                    <a:pt x="94" y="39"/>
                    <a:pt x="89" y="10"/>
                    <a:pt x="72" y="4"/>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9" name="Freeform 46"/>
            <p:cNvSpPr>
              <a:spLocks/>
            </p:cNvSpPr>
            <p:nvPr/>
          </p:nvSpPr>
          <p:spPr bwMode="auto">
            <a:xfrm>
              <a:off x="8054180" y="5960896"/>
              <a:ext cx="168275" cy="90488"/>
            </a:xfrm>
            <a:custGeom>
              <a:avLst/>
              <a:gdLst>
                <a:gd name="T0" fmla="*/ 70 w 78"/>
                <a:gd name="T1" fmla="*/ 0 h 42"/>
                <a:gd name="T2" fmla="*/ 6 w 78"/>
                <a:gd name="T3" fmla="*/ 4 h 42"/>
                <a:gd name="T4" fmla="*/ 4 w 78"/>
                <a:gd name="T5" fmla="*/ 4 h 42"/>
                <a:gd name="T6" fmla="*/ 4 w 78"/>
                <a:gd name="T7" fmla="*/ 28 h 42"/>
                <a:gd name="T8" fmla="*/ 18 w 78"/>
                <a:gd name="T9" fmla="*/ 37 h 42"/>
                <a:gd name="T10" fmla="*/ 73 w 78"/>
                <a:gd name="T11" fmla="*/ 31 h 42"/>
                <a:gd name="T12" fmla="*/ 76 w 78"/>
                <a:gd name="T13" fmla="*/ 8 h 42"/>
                <a:gd name="T14" fmla="*/ 70 w 78"/>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42">
                  <a:moveTo>
                    <a:pt x="70" y="0"/>
                  </a:moveTo>
                  <a:cubicBezTo>
                    <a:pt x="6" y="4"/>
                    <a:pt x="6" y="4"/>
                    <a:pt x="6" y="4"/>
                  </a:cubicBezTo>
                  <a:cubicBezTo>
                    <a:pt x="4" y="4"/>
                    <a:pt x="4" y="4"/>
                    <a:pt x="4" y="4"/>
                  </a:cubicBezTo>
                  <a:cubicBezTo>
                    <a:pt x="4" y="4"/>
                    <a:pt x="0" y="13"/>
                    <a:pt x="4" y="28"/>
                  </a:cubicBezTo>
                  <a:cubicBezTo>
                    <a:pt x="7" y="42"/>
                    <a:pt x="18" y="37"/>
                    <a:pt x="18" y="37"/>
                  </a:cubicBezTo>
                  <a:cubicBezTo>
                    <a:pt x="20" y="37"/>
                    <a:pt x="70" y="38"/>
                    <a:pt x="73" y="31"/>
                  </a:cubicBezTo>
                  <a:cubicBezTo>
                    <a:pt x="76" y="23"/>
                    <a:pt x="78" y="12"/>
                    <a:pt x="76" y="8"/>
                  </a:cubicBezTo>
                  <a:cubicBezTo>
                    <a:pt x="75" y="4"/>
                    <a:pt x="70" y="0"/>
                    <a:pt x="70" y="0"/>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0" name="Freeform 47"/>
            <p:cNvSpPr>
              <a:spLocks/>
            </p:cNvSpPr>
            <p:nvPr/>
          </p:nvSpPr>
          <p:spPr bwMode="auto">
            <a:xfrm>
              <a:off x="8051005" y="3084346"/>
              <a:ext cx="277813" cy="582613"/>
            </a:xfrm>
            <a:custGeom>
              <a:avLst/>
              <a:gdLst>
                <a:gd name="T0" fmla="*/ 129 w 130"/>
                <a:gd name="T1" fmla="*/ 59 h 272"/>
                <a:gd name="T2" fmla="*/ 129 w 130"/>
                <a:gd name="T3" fmla="*/ 49 h 272"/>
                <a:gd name="T4" fmla="*/ 126 w 130"/>
                <a:gd name="T5" fmla="*/ 26 h 272"/>
                <a:gd name="T6" fmla="*/ 126 w 130"/>
                <a:gd name="T7" fmla="*/ 25 h 272"/>
                <a:gd name="T8" fmla="*/ 113 w 130"/>
                <a:gd name="T9" fmla="*/ 5 h 272"/>
                <a:gd name="T10" fmla="*/ 113 w 130"/>
                <a:gd name="T11" fmla="*/ 6 h 272"/>
                <a:gd name="T12" fmla="*/ 99 w 130"/>
                <a:gd name="T13" fmla="*/ 49 h 272"/>
                <a:gd name="T14" fmla="*/ 98 w 130"/>
                <a:gd name="T15" fmla="*/ 52 h 272"/>
                <a:gd name="T16" fmla="*/ 92 w 130"/>
                <a:gd name="T17" fmla="*/ 61 h 272"/>
                <a:gd name="T18" fmla="*/ 74 w 130"/>
                <a:gd name="T19" fmla="*/ 86 h 272"/>
                <a:gd name="T20" fmla="*/ 53 w 130"/>
                <a:gd name="T21" fmla="*/ 63 h 272"/>
                <a:gd name="T22" fmla="*/ 48 w 130"/>
                <a:gd name="T23" fmla="*/ 57 h 272"/>
                <a:gd name="T24" fmla="*/ 47 w 130"/>
                <a:gd name="T25" fmla="*/ 56 h 272"/>
                <a:gd name="T26" fmla="*/ 12 w 130"/>
                <a:gd name="T27" fmla="*/ 2 h 272"/>
                <a:gd name="T28" fmla="*/ 11 w 130"/>
                <a:gd name="T29" fmla="*/ 2 h 272"/>
                <a:gd name="T30" fmla="*/ 3 w 130"/>
                <a:gd name="T31" fmla="*/ 19 h 272"/>
                <a:gd name="T32" fmla="*/ 1 w 130"/>
                <a:gd name="T33" fmla="*/ 33 h 272"/>
                <a:gd name="T34" fmla="*/ 9 w 130"/>
                <a:gd name="T35" fmla="*/ 65 h 272"/>
                <a:gd name="T36" fmla="*/ 11 w 130"/>
                <a:gd name="T37" fmla="*/ 72 h 272"/>
                <a:gd name="T38" fmla="*/ 21 w 130"/>
                <a:gd name="T39" fmla="*/ 86 h 272"/>
                <a:gd name="T40" fmla="*/ 26 w 130"/>
                <a:gd name="T41" fmla="*/ 82 h 272"/>
                <a:gd name="T42" fmla="*/ 56 w 130"/>
                <a:gd name="T43" fmla="*/ 174 h 272"/>
                <a:gd name="T44" fmla="*/ 94 w 130"/>
                <a:gd name="T45" fmla="*/ 272 h 272"/>
                <a:gd name="T46" fmla="*/ 111 w 130"/>
                <a:gd name="T47" fmla="*/ 205 h 272"/>
                <a:gd name="T48" fmla="*/ 121 w 130"/>
                <a:gd name="T49" fmla="*/ 85 h 272"/>
                <a:gd name="T50" fmla="*/ 129 w 130"/>
                <a:gd name="T51" fmla="*/ 93 h 272"/>
                <a:gd name="T52" fmla="*/ 129 w 130"/>
                <a:gd name="T53" fmla="*/ 59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0" h="272">
                  <a:moveTo>
                    <a:pt x="129" y="59"/>
                  </a:moveTo>
                  <a:cubicBezTo>
                    <a:pt x="129" y="55"/>
                    <a:pt x="129" y="52"/>
                    <a:pt x="129" y="49"/>
                  </a:cubicBezTo>
                  <a:cubicBezTo>
                    <a:pt x="128" y="40"/>
                    <a:pt x="128" y="32"/>
                    <a:pt x="126" y="26"/>
                  </a:cubicBezTo>
                  <a:cubicBezTo>
                    <a:pt x="126" y="26"/>
                    <a:pt x="126" y="26"/>
                    <a:pt x="126" y="25"/>
                  </a:cubicBezTo>
                  <a:cubicBezTo>
                    <a:pt x="121" y="0"/>
                    <a:pt x="113" y="5"/>
                    <a:pt x="113" y="5"/>
                  </a:cubicBezTo>
                  <a:cubicBezTo>
                    <a:pt x="113" y="5"/>
                    <a:pt x="113" y="6"/>
                    <a:pt x="113" y="6"/>
                  </a:cubicBezTo>
                  <a:cubicBezTo>
                    <a:pt x="110" y="36"/>
                    <a:pt x="105" y="42"/>
                    <a:pt x="99" y="49"/>
                  </a:cubicBezTo>
                  <a:cubicBezTo>
                    <a:pt x="99" y="50"/>
                    <a:pt x="98" y="51"/>
                    <a:pt x="98" y="52"/>
                  </a:cubicBezTo>
                  <a:cubicBezTo>
                    <a:pt x="96" y="54"/>
                    <a:pt x="94" y="57"/>
                    <a:pt x="92" y="61"/>
                  </a:cubicBezTo>
                  <a:cubicBezTo>
                    <a:pt x="86" y="72"/>
                    <a:pt x="79" y="86"/>
                    <a:pt x="74" y="86"/>
                  </a:cubicBezTo>
                  <a:cubicBezTo>
                    <a:pt x="69" y="86"/>
                    <a:pt x="60" y="72"/>
                    <a:pt x="53" y="63"/>
                  </a:cubicBezTo>
                  <a:cubicBezTo>
                    <a:pt x="51" y="61"/>
                    <a:pt x="50" y="59"/>
                    <a:pt x="48" y="57"/>
                  </a:cubicBezTo>
                  <a:cubicBezTo>
                    <a:pt x="48" y="57"/>
                    <a:pt x="48" y="56"/>
                    <a:pt x="47" y="56"/>
                  </a:cubicBezTo>
                  <a:cubicBezTo>
                    <a:pt x="39" y="46"/>
                    <a:pt x="19" y="6"/>
                    <a:pt x="12" y="2"/>
                  </a:cubicBezTo>
                  <a:cubicBezTo>
                    <a:pt x="12" y="2"/>
                    <a:pt x="11" y="2"/>
                    <a:pt x="11" y="2"/>
                  </a:cubicBezTo>
                  <a:cubicBezTo>
                    <a:pt x="8" y="5"/>
                    <a:pt x="5" y="12"/>
                    <a:pt x="3" y="19"/>
                  </a:cubicBezTo>
                  <a:cubicBezTo>
                    <a:pt x="1" y="24"/>
                    <a:pt x="0" y="30"/>
                    <a:pt x="1" y="33"/>
                  </a:cubicBezTo>
                  <a:cubicBezTo>
                    <a:pt x="2" y="37"/>
                    <a:pt x="5" y="51"/>
                    <a:pt x="9" y="65"/>
                  </a:cubicBezTo>
                  <a:cubicBezTo>
                    <a:pt x="10" y="67"/>
                    <a:pt x="11" y="69"/>
                    <a:pt x="11" y="72"/>
                  </a:cubicBezTo>
                  <a:cubicBezTo>
                    <a:pt x="15" y="84"/>
                    <a:pt x="19" y="93"/>
                    <a:pt x="21" y="86"/>
                  </a:cubicBezTo>
                  <a:cubicBezTo>
                    <a:pt x="22" y="82"/>
                    <a:pt x="24" y="81"/>
                    <a:pt x="26" y="82"/>
                  </a:cubicBezTo>
                  <a:cubicBezTo>
                    <a:pt x="37" y="113"/>
                    <a:pt x="53" y="160"/>
                    <a:pt x="56" y="174"/>
                  </a:cubicBezTo>
                  <a:cubicBezTo>
                    <a:pt x="60" y="195"/>
                    <a:pt x="94" y="272"/>
                    <a:pt x="94" y="272"/>
                  </a:cubicBezTo>
                  <a:cubicBezTo>
                    <a:pt x="94" y="272"/>
                    <a:pt x="105" y="219"/>
                    <a:pt x="111" y="205"/>
                  </a:cubicBezTo>
                  <a:cubicBezTo>
                    <a:pt x="114" y="196"/>
                    <a:pt x="118" y="134"/>
                    <a:pt x="121" y="85"/>
                  </a:cubicBezTo>
                  <a:cubicBezTo>
                    <a:pt x="126" y="88"/>
                    <a:pt x="129" y="93"/>
                    <a:pt x="129" y="93"/>
                  </a:cubicBezTo>
                  <a:cubicBezTo>
                    <a:pt x="129" y="93"/>
                    <a:pt x="130" y="76"/>
                    <a:pt x="129" y="59"/>
                  </a:cubicBez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1" name="Freeform 48"/>
            <p:cNvSpPr>
              <a:spLocks/>
            </p:cNvSpPr>
            <p:nvPr/>
          </p:nvSpPr>
          <p:spPr bwMode="auto">
            <a:xfrm>
              <a:off x="8008143" y="2650817"/>
              <a:ext cx="365124" cy="449263"/>
            </a:xfrm>
            <a:custGeom>
              <a:avLst/>
              <a:gdLst>
                <a:gd name="T0" fmla="*/ 130 w 171"/>
                <a:gd name="T1" fmla="*/ 75 h 210"/>
                <a:gd name="T2" fmla="*/ 62 w 171"/>
                <a:gd name="T3" fmla="*/ 0 h 210"/>
                <a:gd name="T4" fmla="*/ 55 w 171"/>
                <a:gd name="T5" fmla="*/ 2 h 210"/>
                <a:gd name="T6" fmla="*/ 34 w 171"/>
                <a:gd name="T7" fmla="*/ 31 h 210"/>
                <a:gd name="T8" fmla="*/ 22 w 171"/>
                <a:gd name="T9" fmla="*/ 79 h 210"/>
                <a:gd name="T10" fmla="*/ 0 w 171"/>
                <a:gd name="T11" fmla="*/ 101 h 210"/>
                <a:gd name="T12" fmla="*/ 5 w 171"/>
                <a:gd name="T13" fmla="*/ 122 h 210"/>
                <a:gd name="T14" fmla="*/ 19 w 171"/>
                <a:gd name="T15" fmla="*/ 129 h 210"/>
                <a:gd name="T16" fmla="*/ 32 w 171"/>
                <a:gd name="T17" fmla="*/ 171 h 210"/>
                <a:gd name="T18" fmla="*/ 59 w 171"/>
                <a:gd name="T19" fmla="*/ 197 h 210"/>
                <a:gd name="T20" fmla="*/ 129 w 171"/>
                <a:gd name="T21" fmla="*/ 189 h 210"/>
                <a:gd name="T22" fmla="*/ 134 w 171"/>
                <a:gd name="T23" fmla="*/ 183 h 210"/>
                <a:gd name="T24" fmla="*/ 155 w 171"/>
                <a:gd name="T25" fmla="*/ 129 h 210"/>
                <a:gd name="T26" fmla="*/ 167 w 171"/>
                <a:gd name="T27" fmla="*/ 122 h 210"/>
                <a:gd name="T28" fmla="*/ 167 w 171"/>
                <a:gd name="T29" fmla="*/ 97 h 210"/>
                <a:gd name="T30" fmla="*/ 130 w 171"/>
                <a:gd name="T31" fmla="*/ 7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1" h="210">
                  <a:moveTo>
                    <a:pt x="130" y="75"/>
                  </a:moveTo>
                  <a:cubicBezTo>
                    <a:pt x="110" y="62"/>
                    <a:pt x="74" y="16"/>
                    <a:pt x="62" y="0"/>
                  </a:cubicBezTo>
                  <a:cubicBezTo>
                    <a:pt x="60" y="1"/>
                    <a:pt x="57" y="2"/>
                    <a:pt x="55" y="2"/>
                  </a:cubicBezTo>
                  <a:cubicBezTo>
                    <a:pt x="50" y="12"/>
                    <a:pt x="38" y="26"/>
                    <a:pt x="34" y="31"/>
                  </a:cubicBezTo>
                  <a:cubicBezTo>
                    <a:pt x="28" y="37"/>
                    <a:pt x="29" y="66"/>
                    <a:pt x="22" y="79"/>
                  </a:cubicBezTo>
                  <a:cubicBezTo>
                    <a:pt x="18" y="88"/>
                    <a:pt x="7" y="96"/>
                    <a:pt x="0" y="101"/>
                  </a:cubicBezTo>
                  <a:cubicBezTo>
                    <a:pt x="2" y="117"/>
                    <a:pt x="5" y="120"/>
                    <a:pt x="5" y="122"/>
                  </a:cubicBezTo>
                  <a:cubicBezTo>
                    <a:pt x="6" y="126"/>
                    <a:pt x="14" y="136"/>
                    <a:pt x="19" y="129"/>
                  </a:cubicBezTo>
                  <a:cubicBezTo>
                    <a:pt x="20" y="127"/>
                    <a:pt x="21" y="150"/>
                    <a:pt x="32" y="171"/>
                  </a:cubicBezTo>
                  <a:cubicBezTo>
                    <a:pt x="38" y="182"/>
                    <a:pt x="46" y="192"/>
                    <a:pt x="59" y="197"/>
                  </a:cubicBezTo>
                  <a:cubicBezTo>
                    <a:pt x="97" y="210"/>
                    <a:pt x="117" y="200"/>
                    <a:pt x="129" y="189"/>
                  </a:cubicBezTo>
                  <a:cubicBezTo>
                    <a:pt x="131" y="188"/>
                    <a:pt x="132" y="186"/>
                    <a:pt x="134" y="183"/>
                  </a:cubicBezTo>
                  <a:cubicBezTo>
                    <a:pt x="144" y="166"/>
                    <a:pt x="155" y="129"/>
                    <a:pt x="155" y="129"/>
                  </a:cubicBezTo>
                  <a:cubicBezTo>
                    <a:pt x="155" y="129"/>
                    <a:pt x="162" y="138"/>
                    <a:pt x="167" y="122"/>
                  </a:cubicBezTo>
                  <a:cubicBezTo>
                    <a:pt x="171" y="113"/>
                    <a:pt x="167" y="97"/>
                    <a:pt x="167" y="97"/>
                  </a:cubicBezTo>
                  <a:cubicBezTo>
                    <a:pt x="167" y="97"/>
                    <a:pt x="154" y="92"/>
                    <a:pt x="130" y="75"/>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2" name="Freeform 49"/>
            <p:cNvSpPr>
              <a:spLocks/>
            </p:cNvSpPr>
            <p:nvPr/>
          </p:nvSpPr>
          <p:spPr bwMode="auto">
            <a:xfrm>
              <a:off x="3445668" y="5886284"/>
              <a:ext cx="330200" cy="160338"/>
            </a:xfrm>
            <a:custGeom>
              <a:avLst/>
              <a:gdLst>
                <a:gd name="T0" fmla="*/ 154 w 154"/>
                <a:gd name="T1" fmla="*/ 4 h 75"/>
                <a:gd name="T2" fmla="*/ 89 w 154"/>
                <a:gd name="T3" fmla="*/ 3 h 75"/>
                <a:gd name="T4" fmla="*/ 40 w 154"/>
                <a:gd name="T5" fmla="*/ 0 h 75"/>
                <a:gd name="T6" fmla="*/ 17 w 154"/>
                <a:gd name="T7" fmla="*/ 35 h 75"/>
                <a:gd name="T8" fmla="*/ 7 w 154"/>
                <a:gd name="T9" fmla="*/ 58 h 75"/>
                <a:gd name="T10" fmla="*/ 9 w 154"/>
                <a:gd name="T11" fmla="*/ 71 h 75"/>
                <a:gd name="T12" fmla="*/ 55 w 154"/>
                <a:gd name="T13" fmla="*/ 75 h 75"/>
                <a:gd name="T14" fmla="*/ 111 w 154"/>
                <a:gd name="T15" fmla="*/ 60 h 75"/>
                <a:gd name="T16" fmla="*/ 126 w 154"/>
                <a:gd name="T17" fmla="*/ 60 h 75"/>
                <a:gd name="T18" fmla="*/ 144 w 154"/>
                <a:gd name="T19" fmla="*/ 52 h 75"/>
                <a:gd name="T20" fmla="*/ 154 w 154"/>
                <a:gd name="T21"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75">
                  <a:moveTo>
                    <a:pt x="154" y="4"/>
                  </a:moveTo>
                  <a:cubicBezTo>
                    <a:pt x="154" y="4"/>
                    <a:pt x="119" y="3"/>
                    <a:pt x="89" y="3"/>
                  </a:cubicBezTo>
                  <a:cubicBezTo>
                    <a:pt x="59" y="3"/>
                    <a:pt x="40" y="0"/>
                    <a:pt x="40" y="0"/>
                  </a:cubicBezTo>
                  <a:cubicBezTo>
                    <a:pt x="17" y="35"/>
                    <a:pt x="17" y="35"/>
                    <a:pt x="17" y="35"/>
                  </a:cubicBezTo>
                  <a:cubicBezTo>
                    <a:pt x="17" y="35"/>
                    <a:pt x="13" y="52"/>
                    <a:pt x="7" y="58"/>
                  </a:cubicBezTo>
                  <a:cubicBezTo>
                    <a:pt x="0" y="64"/>
                    <a:pt x="9" y="71"/>
                    <a:pt x="9" y="71"/>
                  </a:cubicBezTo>
                  <a:cubicBezTo>
                    <a:pt x="9" y="71"/>
                    <a:pt x="34" y="75"/>
                    <a:pt x="55" y="75"/>
                  </a:cubicBezTo>
                  <a:cubicBezTo>
                    <a:pt x="75" y="75"/>
                    <a:pt x="111" y="60"/>
                    <a:pt x="111" y="60"/>
                  </a:cubicBezTo>
                  <a:cubicBezTo>
                    <a:pt x="126" y="60"/>
                    <a:pt x="126" y="60"/>
                    <a:pt x="126" y="60"/>
                  </a:cubicBezTo>
                  <a:cubicBezTo>
                    <a:pt x="144" y="52"/>
                    <a:pt x="144" y="52"/>
                    <a:pt x="144" y="52"/>
                  </a:cubicBezTo>
                  <a:cubicBezTo>
                    <a:pt x="151" y="37"/>
                    <a:pt x="154" y="4"/>
                    <a:pt x="154" y="4"/>
                  </a:cubicBezTo>
                </a:path>
              </a:pathLst>
            </a:custGeom>
            <a:solidFill>
              <a:srgbClr val="4746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3" name="Freeform 50"/>
            <p:cNvSpPr>
              <a:spLocks/>
            </p:cNvSpPr>
            <p:nvPr/>
          </p:nvSpPr>
          <p:spPr bwMode="auto">
            <a:xfrm>
              <a:off x="4123530" y="5881521"/>
              <a:ext cx="280988" cy="168275"/>
            </a:xfrm>
            <a:custGeom>
              <a:avLst/>
              <a:gdLst>
                <a:gd name="T0" fmla="*/ 95 w 131"/>
                <a:gd name="T1" fmla="*/ 5 h 78"/>
                <a:gd name="T2" fmla="*/ 37 w 131"/>
                <a:gd name="T3" fmla="*/ 1 h 78"/>
                <a:gd name="T4" fmla="*/ 2 w 131"/>
                <a:gd name="T5" fmla="*/ 17 h 78"/>
                <a:gd name="T6" fmla="*/ 0 w 131"/>
                <a:gd name="T7" fmla="*/ 37 h 78"/>
                <a:gd name="T8" fmla="*/ 2 w 131"/>
                <a:gd name="T9" fmla="*/ 50 h 78"/>
                <a:gd name="T10" fmla="*/ 25 w 131"/>
                <a:gd name="T11" fmla="*/ 55 h 78"/>
                <a:gd name="T12" fmla="*/ 39 w 131"/>
                <a:gd name="T13" fmla="*/ 58 h 78"/>
                <a:gd name="T14" fmla="*/ 81 w 131"/>
                <a:gd name="T15" fmla="*/ 77 h 78"/>
                <a:gd name="T16" fmla="*/ 129 w 131"/>
                <a:gd name="T17" fmla="*/ 71 h 78"/>
                <a:gd name="T18" fmla="*/ 128 w 131"/>
                <a:gd name="T19" fmla="*/ 59 h 78"/>
                <a:gd name="T20" fmla="*/ 120 w 131"/>
                <a:gd name="T21" fmla="*/ 41 h 78"/>
                <a:gd name="T22" fmla="*/ 99 w 131"/>
                <a:gd name="T23" fmla="*/ 10 h 78"/>
                <a:gd name="T24" fmla="*/ 95 w 131"/>
                <a:gd name="T25" fmla="*/ 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78">
                  <a:moveTo>
                    <a:pt x="95" y="5"/>
                  </a:moveTo>
                  <a:cubicBezTo>
                    <a:pt x="95" y="5"/>
                    <a:pt x="55" y="0"/>
                    <a:pt x="37" y="1"/>
                  </a:cubicBezTo>
                  <a:cubicBezTo>
                    <a:pt x="19" y="2"/>
                    <a:pt x="2" y="17"/>
                    <a:pt x="2" y="17"/>
                  </a:cubicBezTo>
                  <a:cubicBezTo>
                    <a:pt x="0" y="21"/>
                    <a:pt x="0" y="37"/>
                    <a:pt x="0" y="37"/>
                  </a:cubicBezTo>
                  <a:cubicBezTo>
                    <a:pt x="2" y="50"/>
                    <a:pt x="2" y="50"/>
                    <a:pt x="2" y="50"/>
                  </a:cubicBezTo>
                  <a:cubicBezTo>
                    <a:pt x="2" y="50"/>
                    <a:pt x="15" y="55"/>
                    <a:pt x="25" y="55"/>
                  </a:cubicBezTo>
                  <a:cubicBezTo>
                    <a:pt x="34" y="55"/>
                    <a:pt x="34" y="54"/>
                    <a:pt x="39" y="58"/>
                  </a:cubicBezTo>
                  <a:cubicBezTo>
                    <a:pt x="44" y="62"/>
                    <a:pt x="60" y="76"/>
                    <a:pt x="81" y="77"/>
                  </a:cubicBezTo>
                  <a:cubicBezTo>
                    <a:pt x="102" y="78"/>
                    <a:pt x="127" y="74"/>
                    <a:pt x="129" y="71"/>
                  </a:cubicBezTo>
                  <a:cubicBezTo>
                    <a:pt x="131" y="67"/>
                    <a:pt x="131" y="65"/>
                    <a:pt x="128" y="59"/>
                  </a:cubicBezTo>
                  <a:cubicBezTo>
                    <a:pt x="125" y="53"/>
                    <a:pt x="126" y="49"/>
                    <a:pt x="120" y="41"/>
                  </a:cubicBezTo>
                  <a:cubicBezTo>
                    <a:pt x="113" y="34"/>
                    <a:pt x="103" y="15"/>
                    <a:pt x="99" y="10"/>
                  </a:cubicBezTo>
                  <a:cubicBezTo>
                    <a:pt x="95" y="5"/>
                    <a:pt x="100" y="11"/>
                    <a:pt x="95" y="5"/>
                  </a:cubicBezTo>
                </a:path>
              </a:pathLst>
            </a:custGeom>
            <a:solidFill>
              <a:srgbClr val="4746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4" name="Freeform 51"/>
            <p:cNvSpPr>
              <a:spLocks/>
            </p:cNvSpPr>
            <p:nvPr/>
          </p:nvSpPr>
          <p:spPr bwMode="auto">
            <a:xfrm>
              <a:off x="3917155" y="3152609"/>
              <a:ext cx="125413" cy="442913"/>
            </a:xfrm>
            <a:custGeom>
              <a:avLst/>
              <a:gdLst>
                <a:gd name="T0" fmla="*/ 53 w 58"/>
                <a:gd name="T1" fmla="*/ 25 h 207"/>
                <a:gd name="T2" fmla="*/ 41 w 58"/>
                <a:gd name="T3" fmla="*/ 14 h 207"/>
                <a:gd name="T4" fmla="*/ 32 w 58"/>
                <a:gd name="T5" fmla="*/ 6 h 207"/>
                <a:gd name="T6" fmla="*/ 24 w 58"/>
                <a:gd name="T7" fmla="*/ 0 h 207"/>
                <a:gd name="T8" fmla="*/ 16 w 58"/>
                <a:gd name="T9" fmla="*/ 7 h 207"/>
                <a:gd name="T10" fmla="*/ 14 w 58"/>
                <a:gd name="T11" fmla="*/ 9 h 207"/>
                <a:gd name="T12" fmla="*/ 4 w 58"/>
                <a:gd name="T13" fmla="*/ 22 h 207"/>
                <a:gd name="T14" fmla="*/ 22 w 58"/>
                <a:gd name="T15" fmla="*/ 41 h 207"/>
                <a:gd name="T16" fmla="*/ 0 w 58"/>
                <a:gd name="T17" fmla="*/ 104 h 207"/>
                <a:gd name="T18" fmla="*/ 12 w 58"/>
                <a:gd name="T19" fmla="*/ 155 h 207"/>
                <a:gd name="T20" fmla="*/ 24 w 58"/>
                <a:gd name="T21" fmla="*/ 207 h 207"/>
                <a:gd name="T22" fmla="*/ 29 w 58"/>
                <a:gd name="T23" fmla="*/ 190 h 207"/>
                <a:gd name="T24" fmla="*/ 58 w 58"/>
                <a:gd name="T25" fmla="*/ 85 h 207"/>
                <a:gd name="T26" fmla="*/ 40 w 58"/>
                <a:gd name="T27" fmla="*/ 37 h 207"/>
                <a:gd name="T28" fmla="*/ 53 w 58"/>
                <a:gd name="T29" fmla="*/ 2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207">
                  <a:moveTo>
                    <a:pt x="53" y="25"/>
                  </a:moveTo>
                  <a:cubicBezTo>
                    <a:pt x="49" y="21"/>
                    <a:pt x="45" y="17"/>
                    <a:pt x="41" y="14"/>
                  </a:cubicBezTo>
                  <a:cubicBezTo>
                    <a:pt x="38" y="11"/>
                    <a:pt x="35" y="8"/>
                    <a:pt x="32" y="6"/>
                  </a:cubicBezTo>
                  <a:cubicBezTo>
                    <a:pt x="29" y="4"/>
                    <a:pt x="26" y="2"/>
                    <a:pt x="24" y="0"/>
                  </a:cubicBezTo>
                  <a:cubicBezTo>
                    <a:pt x="22" y="2"/>
                    <a:pt x="19" y="4"/>
                    <a:pt x="16" y="7"/>
                  </a:cubicBezTo>
                  <a:cubicBezTo>
                    <a:pt x="16" y="8"/>
                    <a:pt x="15" y="8"/>
                    <a:pt x="14" y="9"/>
                  </a:cubicBezTo>
                  <a:cubicBezTo>
                    <a:pt x="11" y="13"/>
                    <a:pt x="7" y="18"/>
                    <a:pt x="4" y="22"/>
                  </a:cubicBezTo>
                  <a:cubicBezTo>
                    <a:pt x="22" y="41"/>
                    <a:pt x="22" y="41"/>
                    <a:pt x="22" y="41"/>
                  </a:cubicBezTo>
                  <a:cubicBezTo>
                    <a:pt x="0" y="104"/>
                    <a:pt x="0" y="104"/>
                    <a:pt x="0" y="104"/>
                  </a:cubicBezTo>
                  <a:cubicBezTo>
                    <a:pt x="12" y="155"/>
                    <a:pt x="12" y="155"/>
                    <a:pt x="12" y="155"/>
                  </a:cubicBezTo>
                  <a:cubicBezTo>
                    <a:pt x="24" y="207"/>
                    <a:pt x="24" y="207"/>
                    <a:pt x="24" y="207"/>
                  </a:cubicBezTo>
                  <a:cubicBezTo>
                    <a:pt x="24" y="207"/>
                    <a:pt x="26" y="200"/>
                    <a:pt x="29" y="190"/>
                  </a:cubicBezTo>
                  <a:cubicBezTo>
                    <a:pt x="35" y="167"/>
                    <a:pt x="47" y="126"/>
                    <a:pt x="58" y="85"/>
                  </a:cubicBezTo>
                  <a:cubicBezTo>
                    <a:pt x="40" y="37"/>
                    <a:pt x="40" y="37"/>
                    <a:pt x="40" y="37"/>
                  </a:cubicBezTo>
                  <a:lnTo>
                    <a:pt x="53" y="2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5" name="Freeform 52"/>
            <p:cNvSpPr>
              <a:spLocks/>
            </p:cNvSpPr>
            <p:nvPr/>
          </p:nvSpPr>
          <p:spPr bwMode="auto">
            <a:xfrm>
              <a:off x="3852068" y="2943059"/>
              <a:ext cx="223838" cy="207963"/>
            </a:xfrm>
            <a:custGeom>
              <a:avLst/>
              <a:gdLst>
                <a:gd name="T0" fmla="*/ 105 w 105"/>
                <a:gd name="T1" fmla="*/ 45 h 97"/>
                <a:gd name="T2" fmla="*/ 101 w 105"/>
                <a:gd name="T3" fmla="*/ 0 h 97"/>
                <a:gd name="T4" fmla="*/ 89 w 105"/>
                <a:gd name="T5" fmla="*/ 38 h 97"/>
                <a:gd name="T6" fmla="*/ 29 w 105"/>
                <a:gd name="T7" fmla="*/ 61 h 97"/>
                <a:gd name="T8" fmla="*/ 0 w 105"/>
                <a:gd name="T9" fmla="*/ 43 h 97"/>
                <a:gd name="T10" fmla="*/ 0 w 105"/>
                <a:gd name="T11" fmla="*/ 60 h 97"/>
                <a:gd name="T12" fmla="*/ 0 w 105"/>
                <a:gd name="T13" fmla="*/ 59 h 97"/>
                <a:gd name="T14" fmla="*/ 56 w 105"/>
                <a:gd name="T15" fmla="*/ 96 h 97"/>
                <a:gd name="T16" fmla="*/ 105 w 105"/>
                <a:gd name="T17" fmla="*/ 4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97">
                  <a:moveTo>
                    <a:pt x="105" y="45"/>
                  </a:moveTo>
                  <a:cubicBezTo>
                    <a:pt x="101" y="0"/>
                    <a:pt x="101" y="0"/>
                    <a:pt x="101" y="0"/>
                  </a:cubicBezTo>
                  <a:cubicBezTo>
                    <a:pt x="99" y="11"/>
                    <a:pt x="94" y="28"/>
                    <a:pt x="89" y="38"/>
                  </a:cubicBezTo>
                  <a:cubicBezTo>
                    <a:pt x="80" y="53"/>
                    <a:pt x="45" y="64"/>
                    <a:pt x="29" y="61"/>
                  </a:cubicBezTo>
                  <a:cubicBezTo>
                    <a:pt x="13" y="59"/>
                    <a:pt x="3" y="48"/>
                    <a:pt x="0" y="43"/>
                  </a:cubicBezTo>
                  <a:cubicBezTo>
                    <a:pt x="0" y="60"/>
                    <a:pt x="0" y="60"/>
                    <a:pt x="0" y="60"/>
                  </a:cubicBezTo>
                  <a:cubicBezTo>
                    <a:pt x="0" y="59"/>
                    <a:pt x="0" y="59"/>
                    <a:pt x="0" y="59"/>
                  </a:cubicBezTo>
                  <a:cubicBezTo>
                    <a:pt x="0" y="59"/>
                    <a:pt x="29" y="97"/>
                    <a:pt x="56" y="96"/>
                  </a:cubicBezTo>
                  <a:cubicBezTo>
                    <a:pt x="83" y="96"/>
                    <a:pt x="102" y="56"/>
                    <a:pt x="105" y="45"/>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6" name="Freeform 53"/>
            <p:cNvSpPr>
              <a:spLocks/>
            </p:cNvSpPr>
            <p:nvPr/>
          </p:nvSpPr>
          <p:spPr bwMode="auto">
            <a:xfrm>
              <a:off x="3940968" y="3871746"/>
              <a:ext cx="322263" cy="206375"/>
            </a:xfrm>
            <a:custGeom>
              <a:avLst/>
              <a:gdLst>
                <a:gd name="T0" fmla="*/ 106 w 150"/>
                <a:gd name="T1" fmla="*/ 2 h 96"/>
                <a:gd name="T2" fmla="*/ 91 w 150"/>
                <a:gd name="T3" fmla="*/ 2 h 96"/>
                <a:gd name="T4" fmla="*/ 63 w 150"/>
                <a:gd name="T5" fmla="*/ 7 h 96"/>
                <a:gd name="T6" fmla="*/ 49 w 150"/>
                <a:gd name="T7" fmla="*/ 14 h 96"/>
                <a:gd name="T8" fmla="*/ 31 w 150"/>
                <a:gd name="T9" fmla="*/ 22 h 96"/>
                <a:gd name="T10" fmla="*/ 13 w 150"/>
                <a:gd name="T11" fmla="*/ 23 h 96"/>
                <a:gd name="T12" fmla="*/ 7 w 150"/>
                <a:gd name="T13" fmla="*/ 32 h 96"/>
                <a:gd name="T14" fmla="*/ 4 w 150"/>
                <a:gd name="T15" fmla="*/ 32 h 96"/>
                <a:gd name="T16" fmla="*/ 0 w 150"/>
                <a:gd name="T17" fmla="*/ 37 h 96"/>
                <a:gd name="T18" fmla="*/ 10 w 150"/>
                <a:gd name="T19" fmla="*/ 44 h 96"/>
                <a:gd name="T20" fmla="*/ 12 w 150"/>
                <a:gd name="T21" fmla="*/ 47 h 96"/>
                <a:gd name="T22" fmla="*/ 13 w 150"/>
                <a:gd name="T23" fmla="*/ 49 h 96"/>
                <a:gd name="T24" fmla="*/ 15 w 150"/>
                <a:gd name="T25" fmla="*/ 52 h 96"/>
                <a:gd name="T26" fmla="*/ 18 w 150"/>
                <a:gd name="T27" fmla="*/ 57 h 96"/>
                <a:gd name="T28" fmla="*/ 29 w 150"/>
                <a:gd name="T29" fmla="*/ 60 h 96"/>
                <a:gd name="T30" fmla="*/ 30 w 150"/>
                <a:gd name="T31" fmla="*/ 64 h 96"/>
                <a:gd name="T32" fmla="*/ 35 w 150"/>
                <a:gd name="T33" fmla="*/ 69 h 96"/>
                <a:gd name="T34" fmla="*/ 39 w 150"/>
                <a:gd name="T35" fmla="*/ 76 h 96"/>
                <a:gd name="T36" fmla="*/ 46 w 150"/>
                <a:gd name="T37" fmla="*/ 87 h 96"/>
                <a:gd name="T38" fmla="*/ 63 w 150"/>
                <a:gd name="T39" fmla="*/ 95 h 96"/>
                <a:gd name="T40" fmla="*/ 101 w 150"/>
                <a:gd name="T41" fmla="*/ 90 h 96"/>
                <a:gd name="T42" fmla="*/ 136 w 150"/>
                <a:gd name="T43" fmla="*/ 60 h 96"/>
                <a:gd name="T44" fmla="*/ 148 w 150"/>
                <a:gd name="T45" fmla="*/ 55 h 96"/>
                <a:gd name="T46" fmla="*/ 134 w 150"/>
                <a:gd name="T47" fmla="*/ 0 h 96"/>
                <a:gd name="T48" fmla="*/ 106 w 150"/>
                <a:gd name="T49" fmla="*/ 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0" h="96">
                  <a:moveTo>
                    <a:pt x="106" y="2"/>
                  </a:moveTo>
                  <a:cubicBezTo>
                    <a:pt x="97" y="2"/>
                    <a:pt x="96" y="2"/>
                    <a:pt x="91" y="2"/>
                  </a:cubicBezTo>
                  <a:cubicBezTo>
                    <a:pt x="85" y="2"/>
                    <a:pt x="66" y="6"/>
                    <a:pt x="63" y="7"/>
                  </a:cubicBezTo>
                  <a:cubicBezTo>
                    <a:pt x="60" y="8"/>
                    <a:pt x="53" y="14"/>
                    <a:pt x="49" y="14"/>
                  </a:cubicBezTo>
                  <a:cubicBezTo>
                    <a:pt x="45" y="14"/>
                    <a:pt x="35" y="20"/>
                    <a:pt x="31" y="22"/>
                  </a:cubicBezTo>
                  <a:cubicBezTo>
                    <a:pt x="26" y="24"/>
                    <a:pt x="20" y="24"/>
                    <a:pt x="13" y="23"/>
                  </a:cubicBezTo>
                  <a:cubicBezTo>
                    <a:pt x="6" y="22"/>
                    <a:pt x="7" y="32"/>
                    <a:pt x="7" y="32"/>
                  </a:cubicBezTo>
                  <a:cubicBezTo>
                    <a:pt x="4" y="32"/>
                    <a:pt x="4" y="32"/>
                    <a:pt x="4" y="32"/>
                  </a:cubicBezTo>
                  <a:cubicBezTo>
                    <a:pt x="1" y="32"/>
                    <a:pt x="0" y="34"/>
                    <a:pt x="0" y="37"/>
                  </a:cubicBezTo>
                  <a:cubicBezTo>
                    <a:pt x="0" y="40"/>
                    <a:pt x="9" y="42"/>
                    <a:pt x="10" y="44"/>
                  </a:cubicBezTo>
                  <a:cubicBezTo>
                    <a:pt x="10" y="45"/>
                    <a:pt x="11" y="46"/>
                    <a:pt x="12" y="47"/>
                  </a:cubicBezTo>
                  <a:cubicBezTo>
                    <a:pt x="12" y="47"/>
                    <a:pt x="13" y="48"/>
                    <a:pt x="13" y="49"/>
                  </a:cubicBezTo>
                  <a:cubicBezTo>
                    <a:pt x="14" y="50"/>
                    <a:pt x="15" y="51"/>
                    <a:pt x="15" y="52"/>
                  </a:cubicBezTo>
                  <a:cubicBezTo>
                    <a:pt x="15" y="54"/>
                    <a:pt x="17" y="57"/>
                    <a:pt x="18" y="57"/>
                  </a:cubicBezTo>
                  <a:cubicBezTo>
                    <a:pt x="20" y="58"/>
                    <a:pt x="29" y="60"/>
                    <a:pt x="29" y="60"/>
                  </a:cubicBezTo>
                  <a:cubicBezTo>
                    <a:pt x="29" y="60"/>
                    <a:pt x="30" y="63"/>
                    <a:pt x="30" y="64"/>
                  </a:cubicBezTo>
                  <a:cubicBezTo>
                    <a:pt x="31" y="66"/>
                    <a:pt x="33" y="68"/>
                    <a:pt x="35" y="69"/>
                  </a:cubicBezTo>
                  <a:cubicBezTo>
                    <a:pt x="36" y="71"/>
                    <a:pt x="39" y="76"/>
                    <a:pt x="39" y="76"/>
                  </a:cubicBezTo>
                  <a:cubicBezTo>
                    <a:pt x="39" y="76"/>
                    <a:pt x="44" y="85"/>
                    <a:pt x="46" y="87"/>
                  </a:cubicBezTo>
                  <a:cubicBezTo>
                    <a:pt x="47" y="90"/>
                    <a:pt x="52" y="94"/>
                    <a:pt x="63" y="95"/>
                  </a:cubicBezTo>
                  <a:cubicBezTo>
                    <a:pt x="74" y="96"/>
                    <a:pt x="89" y="95"/>
                    <a:pt x="101" y="90"/>
                  </a:cubicBezTo>
                  <a:cubicBezTo>
                    <a:pt x="113" y="86"/>
                    <a:pt x="136" y="60"/>
                    <a:pt x="136" y="60"/>
                  </a:cubicBezTo>
                  <a:cubicBezTo>
                    <a:pt x="136" y="60"/>
                    <a:pt x="146" y="60"/>
                    <a:pt x="148" y="55"/>
                  </a:cubicBezTo>
                  <a:cubicBezTo>
                    <a:pt x="150" y="49"/>
                    <a:pt x="134" y="0"/>
                    <a:pt x="134" y="0"/>
                  </a:cubicBezTo>
                  <a:cubicBezTo>
                    <a:pt x="134" y="0"/>
                    <a:pt x="115" y="2"/>
                    <a:pt x="106" y="2"/>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7" name="Freeform 54"/>
            <p:cNvSpPr>
              <a:spLocks/>
            </p:cNvSpPr>
            <p:nvPr/>
          </p:nvSpPr>
          <p:spPr bwMode="auto">
            <a:xfrm>
              <a:off x="3699668" y="3901909"/>
              <a:ext cx="276225" cy="212725"/>
            </a:xfrm>
            <a:custGeom>
              <a:avLst/>
              <a:gdLst>
                <a:gd name="T0" fmla="*/ 126 w 129"/>
                <a:gd name="T1" fmla="*/ 35 h 99"/>
                <a:gd name="T2" fmla="*/ 125 w 129"/>
                <a:gd name="T3" fmla="*/ 33 h 99"/>
                <a:gd name="T4" fmla="*/ 113 w 129"/>
                <a:gd name="T5" fmla="*/ 25 h 99"/>
                <a:gd name="T6" fmla="*/ 115 w 129"/>
                <a:gd name="T7" fmla="*/ 14 h 99"/>
                <a:gd name="T8" fmla="*/ 97 w 129"/>
                <a:gd name="T9" fmla="*/ 7 h 99"/>
                <a:gd name="T10" fmla="*/ 88 w 129"/>
                <a:gd name="T11" fmla="*/ 4 h 99"/>
                <a:gd name="T12" fmla="*/ 70 w 129"/>
                <a:gd name="T13" fmla="*/ 2 h 99"/>
                <a:gd name="T14" fmla="*/ 51 w 129"/>
                <a:gd name="T15" fmla="*/ 1 h 99"/>
                <a:gd name="T16" fmla="*/ 26 w 129"/>
                <a:gd name="T17" fmla="*/ 8 h 99"/>
                <a:gd name="T18" fmla="*/ 0 w 129"/>
                <a:gd name="T19" fmla="*/ 56 h 99"/>
                <a:gd name="T20" fmla="*/ 17 w 129"/>
                <a:gd name="T21" fmla="*/ 72 h 99"/>
                <a:gd name="T22" fmla="*/ 31 w 129"/>
                <a:gd name="T23" fmla="*/ 81 h 99"/>
                <a:gd name="T24" fmla="*/ 50 w 129"/>
                <a:gd name="T25" fmla="*/ 90 h 99"/>
                <a:gd name="T26" fmla="*/ 72 w 129"/>
                <a:gd name="T27" fmla="*/ 99 h 99"/>
                <a:gd name="T28" fmla="*/ 91 w 129"/>
                <a:gd name="T29" fmla="*/ 96 h 99"/>
                <a:gd name="T30" fmla="*/ 98 w 129"/>
                <a:gd name="T31" fmla="*/ 89 h 99"/>
                <a:gd name="T32" fmla="*/ 101 w 129"/>
                <a:gd name="T33" fmla="*/ 80 h 99"/>
                <a:gd name="T34" fmla="*/ 113 w 129"/>
                <a:gd name="T35" fmla="*/ 68 h 99"/>
                <a:gd name="T36" fmla="*/ 121 w 129"/>
                <a:gd name="T37" fmla="*/ 52 h 99"/>
                <a:gd name="T38" fmla="*/ 127 w 129"/>
                <a:gd name="T39" fmla="*/ 35 h 99"/>
                <a:gd name="T40" fmla="*/ 126 w 129"/>
                <a:gd name="T41" fmla="*/ 3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 h="99">
                  <a:moveTo>
                    <a:pt x="126" y="35"/>
                  </a:moveTo>
                  <a:cubicBezTo>
                    <a:pt x="126" y="34"/>
                    <a:pt x="125" y="33"/>
                    <a:pt x="125" y="33"/>
                  </a:cubicBezTo>
                  <a:cubicBezTo>
                    <a:pt x="122" y="30"/>
                    <a:pt x="117" y="27"/>
                    <a:pt x="113" y="25"/>
                  </a:cubicBezTo>
                  <a:cubicBezTo>
                    <a:pt x="109" y="22"/>
                    <a:pt x="115" y="14"/>
                    <a:pt x="115" y="14"/>
                  </a:cubicBezTo>
                  <a:cubicBezTo>
                    <a:pt x="115" y="14"/>
                    <a:pt x="100" y="9"/>
                    <a:pt x="97" y="7"/>
                  </a:cubicBezTo>
                  <a:cubicBezTo>
                    <a:pt x="94" y="4"/>
                    <a:pt x="90" y="4"/>
                    <a:pt x="88" y="4"/>
                  </a:cubicBezTo>
                  <a:cubicBezTo>
                    <a:pt x="85" y="3"/>
                    <a:pt x="76" y="2"/>
                    <a:pt x="70" y="2"/>
                  </a:cubicBezTo>
                  <a:cubicBezTo>
                    <a:pt x="64" y="1"/>
                    <a:pt x="54" y="1"/>
                    <a:pt x="51" y="1"/>
                  </a:cubicBezTo>
                  <a:cubicBezTo>
                    <a:pt x="48" y="1"/>
                    <a:pt x="45" y="0"/>
                    <a:pt x="26" y="8"/>
                  </a:cubicBezTo>
                  <a:cubicBezTo>
                    <a:pt x="6" y="15"/>
                    <a:pt x="0" y="56"/>
                    <a:pt x="0" y="56"/>
                  </a:cubicBezTo>
                  <a:cubicBezTo>
                    <a:pt x="0" y="56"/>
                    <a:pt x="14" y="69"/>
                    <a:pt x="17" y="72"/>
                  </a:cubicBezTo>
                  <a:cubicBezTo>
                    <a:pt x="20" y="76"/>
                    <a:pt x="26" y="80"/>
                    <a:pt x="31" y="81"/>
                  </a:cubicBezTo>
                  <a:cubicBezTo>
                    <a:pt x="37" y="81"/>
                    <a:pt x="44" y="86"/>
                    <a:pt x="50" y="90"/>
                  </a:cubicBezTo>
                  <a:cubicBezTo>
                    <a:pt x="55" y="94"/>
                    <a:pt x="61" y="99"/>
                    <a:pt x="72" y="99"/>
                  </a:cubicBezTo>
                  <a:cubicBezTo>
                    <a:pt x="82" y="99"/>
                    <a:pt x="88" y="99"/>
                    <a:pt x="91" y="96"/>
                  </a:cubicBezTo>
                  <a:cubicBezTo>
                    <a:pt x="94" y="94"/>
                    <a:pt x="93" y="92"/>
                    <a:pt x="98" y="89"/>
                  </a:cubicBezTo>
                  <a:cubicBezTo>
                    <a:pt x="103" y="87"/>
                    <a:pt x="97" y="81"/>
                    <a:pt x="101" y="80"/>
                  </a:cubicBezTo>
                  <a:cubicBezTo>
                    <a:pt x="105" y="79"/>
                    <a:pt x="112" y="78"/>
                    <a:pt x="113" y="68"/>
                  </a:cubicBezTo>
                  <a:cubicBezTo>
                    <a:pt x="118" y="68"/>
                    <a:pt x="120" y="58"/>
                    <a:pt x="121" y="52"/>
                  </a:cubicBezTo>
                  <a:cubicBezTo>
                    <a:pt x="129" y="51"/>
                    <a:pt x="128" y="39"/>
                    <a:pt x="127" y="35"/>
                  </a:cubicBezTo>
                  <a:cubicBezTo>
                    <a:pt x="127" y="35"/>
                    <a:pt x="126" y="35"/>
                    <a:pt x="126" y="35"/>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8" name="Freeform 55"/>
            <p:cNvSpPr>
              <a:spLocks/>
            </p:cNvSpPr>
            <p:nvPr/>
          </p:nvSpPr>
          <p:spPr bwMode="auto">
            <a:xfrm>
              <a:off x="3763168" y="2730334"/>
              <a:ext cx="354013" cy="365125"/>
            </a:xfrm>
            <a:custGeom>
              <a:avLst/>
              <a:gdLst>
                <a:gd name="T0" fmla="*/ 154 w 165"/>
                <a:gd name="T1" fmla="*/ 36 h 170"/>
                <a:gd name="T2" fmla="*/ 153 w 165"/>
                <a:gd name="T3" fmla="*/ 43 h 170"/>
                <a:gd name="T4" fmla="*/ 146 w 165"/>
                <a:gd name="T5" fmla="*/ 59 h 170"/>
                <a:gd name="T6" fmla="*/ 138 w 165"/>
                <a:gd name="T7" fmla="*/ 65 h 170"/>
                <a:gd name="T8" fmla="*/ 136 w 165"/>
                <a:gd name="T9" fmla="*/ 48 h 170"/>
                <a:gd name="T10" fmla="*/ 127 w 165"/>
                <a:gd name="T11" fmla="*/ 28 h 170"/>
                <a:gd name="T12" fmla="*/ 118 w 165"/>
                <a:gd name="T13" fmla="*/ 1 h 170"/>
                <a:gd name="T14" fmla="*/ 82 w 165"/>
                <a:gd name="T15" fmla="*/ 2 h 170"/>
                <a:gd name="T16" fmla="*/ 38 w 165"/>
                <a:gd name="T17" fmla="*/ 4 h 170"/>
                <a:gd name="T18" fmla="*/ 16 w 165"/>
                <a:gd name="T19" fmla="*/ 0 h 170"/>
                <a:gd name="T20" fmla="*/ 12 w 165"/>
                <a:gd name="T21" fmla="*/ 21 h 170"/>
                <a:gd name="T22" fmla="*/ 12 w 165"/>
                <a:gd name="T23" fmla="*/ 53 h 170"/>
                <a:gd name="T24" fmla="*/ 15 w 165"/>
                <a:gd name="T25" fmla="*/ 77 h 170"/>
                <a:gd name="T26" fmla="*/ 7 w 165"/>
                <a:gd name="T27" fmla="*/ 76 h 170"/>
                <a:gd name="T28" fmla="*/ 1 w 165"/>
                <a:gd name="T29" fmla="*/ 66 h 170"/>
                <a:gd name="T30" fmla="*/ 0 w 165"/>
                <a:gd name="T31" fmla="*/ 69 h 170"/>
                <a:gd name="T32" fmla="*/ 4 w 165"/>
                <a:gd name="T33" fmla="*/ 86 h 170"/>
                <a:gd name="T34" fmla="*/ 13 w 165"/>
                <a:gd name="T35" fmla="*/ 110 h 170"/>
                <a:gd name="T36" fmla="*/ 22 w 165"/>
                <a:gd name="T37" fmla="*/ 117 h 170"/>
                <a:gd name="T38" fmla="*/ 39 w 165"/>
                <a:gd name="T39" fmla="*/ 146 h 170"/>
                <a:gd name="T40" fmla="*/ 39 w 165"/>
                <a:gd name="T41" fmla="*/ 147 h 170"/>
                <a:gd name="T42" fmla="*/ 69 w 165"/>
                <a:gd name="T43" fmla="*/ 167 h 170"/>
                <a:gd name="T44" fmla="*/ 133 w 165"/>
                <a:gd name="T45" fmla="*/ 142 h 170"/>
                <a:gd name="T46" fmla="*/ 146 w 165"/>
                <a:gd name="T47" fmla="*/ 102 h 170"/>
                <a:gd name="T48" fmla="*/ 148 w 165"/>
                <a:gd name="T49" fmla="*/ 93 h 170"/>
                <a:gd name="T50" fmla="*/ 164 w 165"/>
                <a:gd name="T51" fmla="*/ 82 h 170"/>
                <a:gd name="T52" fmla="*/ 165 w 165"/>
                <a:gd name="T53" fmla="*/ 46 h 170"/>
                <a:gd name="T54" fmla="*/ 154 w 165"/>
                <a:gd name="T55" fmla="*/ 3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5" h="170">
                  <a:moveTo>
                    <a:pt x="154" y="36"/>
                  </a:moveTo>
                  <a:cubicBezTo>
                    <a:pt x="153" y="39"/>
                    <a:pt x="153" y="42"/>
                    <a:pt x="153" y="43"/>
                  </a:cubicBezTo>
                  <a:cubicBezTo>
                    <a:pt x="151" y="47"/>
                    <a:pt x="151" y="50"/>
                    <a:pt x="146" y="59"/>
                  </a:cubicBezTo>
                  <a:cubicBezTo>
                    <a:pt x="141" y="68"/>
                    <a:pt x="138" y="65"/>
                    <a:pt x="138" y="65"/>
                  </a:cubicBezTo>
                  <a:cubicBezTo>
                    <a:pt x="138" y="65"/>
                    <a:pt x="137" y="51"/>
                    <a:pt x="136" y="48"/>
                  </a:cubicBezTo>
                  <a:cubicBezTo>
                    <a:pt x="136" y="45"/>
                    <a:pt x="129" y="35"/>
                    <a:pt x="127" y="28"/>
                  </a:cubicBezTo>
                  <a:cubicBezTo>
                    <a:pt x="125" y="22"/>
                    <a:pt x="120" y="1"/>
                    <a:pt x="118" y="1"/>
                  </a:cubicBezTo>
                  <a:cubicBezTo>
                    <a:pt x="116" y="0"/>
                    <a:pt x="92" y="2"/>
                    <a:pt x="82" y="2"/>
                  </a:cubicBezTo>
                  <a:cubicBezTo>
                    <a:pt x="71" y="2"/>
                    <a:pt x="55" y="4"/>
                    <a:pt x="38" y="4"/>
                  </a:cubicBezTo>
                  <a:cubicBezTo>
                    <a:pt x="21" y="3"/>
                    <a:pt x="16" y="0"/>
                    <a:pt x="16" y="0"/>
                  </a:cubicBezTo>
                  <a:cubicBezTo>
                    <a:pt x="16" y="0"/>
                    <a:pt x="13" y="17"/>
                    <a:pt x="12" y="21"/>
                  </a:cubicBezTo>
                  <a:cubicBezTo>
                    <a:pt x="12" y="25"/>
                    <a:pt x="11" y="46"/>
                    <a:pt x="12" y="53"/>
                  </a:cubicBezTo>
                  <a:cubicBezTo>
                    <a:pt x="12" y="60"/>
                    <a:pt x="15" y="77"/>
                    <a:pt x="15" y="77"/>
                  </a:cubicBezTo>
                  <a:cubicBezTo>
                    <a:pt x="15" y="77"/>
                    <a:pt x="10" y="79"/>
                    <a:pt x="7" y="76"/>
                  </a:cubicBezTo>
                  <a:cubicBezTo>
                    <a:pt x="6" y="75"/>
                    <a:pt x="4" y="71"/>
                    <a:pt x="1" y="66"/>
                  </a:cubicBezTo>
                  <a:cubicBezTo>
                    <a:pt x="1" y="66"/>
                    <a:pt x="0" y="67"/>
                    <a:pt x="0" y="69"/>
                  </a:cubicBezTo>
                  <a:cubicBezTo>
                    <a:pt x="0" y="69"/>
                    <a:pt x="2" y="77"/>
                    <a:pt x="4" y="86"/>
                  </a:cubicBezTo>
                  <a:cubicBezTo>
                    <a:pt x="6" y="94"/>
                    <a:pt x="12" y="108"/>
                    <a:pt x="13" y="110"/>
                  </a:cubicBezTo>
                  <a:cubicBezTo>
                    <a:pt x="15" y="113"/>
                    <a:pt x="20" y="119"/>
                    <a:pt x="22" y="117"/>
                  </a:cubicBezTo>
                  <a:cubicBezTo>
                    <a:pt x="24" y="116"/>
                    <a:pt x="37" y="142"/>
                    <a:pt x="39" y="146"/>
                  </a:cubicBezTo>
                  <a:cubicBezTo>
                    <a:pt x="39" y="147"/>
                    <a:pt x="39" y="147"/>
                    <a:pt x="39" y="147"/>
                  </a:cubicBezTo>
                  <a:cubicBezTo>
                    <a:pt x="42" y="153"/>
                    <a:pt x="52" y="164"/>
                    <a:pt x="69" y="167"/>
                  </a:cubicBezTo>
                  <a:cubicBezTo>
                    <a:pt x="87" y="170"/>
                    <a:pt x="124" y="158"/>
                    <a:pt x="133" y="142"/>
                  </a:cubicBezTo>
                  <a:cubicBezTo>
                    <a:pt x="139" y="132"/>
                    <a:pt x="144" y="113"/>
                    <a:pt x="146" y="102"/>
                  </a:cubicBezTo>
                  <a:cubicBezTo>
                    <a:pt x="147" y="97"/>
                    <a:pt x="148" y="93"/>
                    <a:pt x="148" y="93"/>
                  </a:cubicBezTo>
                  <a:cubicBezTo>
                    <a:pt x="148" y="93"/>
                    <a:pt x="163" y="92"/>
                    <a:pt x="164" y="82"/>
                  </a:cubicBezTo>
                  <a:cubicBezTo>
                    <a:pt x="165" y="72"/>
                    <a:pt x="165" y="48"/>
                    <a:pt x="165" y="46"/>
                  </a:cubicBezTo>
                  <a:cubicBezTo>
                    <a:pt x="165" y="44"/>
                    <a:pt x="162" y="33"/>
                    <a:pt x="154" y="36"/>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9" name="Freeform 56"/>
            <p:cNvSpPr>
              <a:spLocks/>
            </p:cNvSpPr>
            <p:nvPr/>
          </p:nvSpPr>
          <p:spPr bwMode="auto">
            <a:xfrm>
              <a:off x="3969543" y="3152609"/>
              <a:ext cx="95250" cy="98425"/>
            </a:xfrm>
            <a:custGeom>
              <a:avLst/>
              <a:gdLst>
                <a:gd name="T0" fmla="*/ 17 w 45"/>
                <a:gd name="T1" fmla="*/ 14 h 46"/>
                <a:gd name="T2" fmla="*/ 29 w 45"/>
                <a:gd name="T3" fmla="*/ 25 h 46"/>
                <a:gd name="T4" fmla="*/ 45 w 45"/>
                <a:gd name="T5" fmla="*/ 46 h 46"/>
                <a:gd name="T6" fmla="*/ 30 w 45"/>
                <a:gd name="T7" fmla="*/ 24 h 46"/>
                <a:gd name="T8" fmla="*/ 19 w 45"/>
                <a:gd name="T9" fmla="*/ 12 h 46"/>
                <a:gd name="T10" fmla="*/ 12 w 45"/>
                <a:gd name="T11" fmla="*/ 6 h 46"/>
                <a:gd name="T12" fmla="*/ 0 w 45"/>
                <a:gd name="T13" fmla="*/ 0 h 46"/>
                <a:gd name="T14" fmla="*/ 8 w 45"/>
                <a:gd name="T15" fmla="*/ 6 h 46"/>
                <a:gd name="T16" fmla="*/ 17 w 45"/>
                <a:gd name="T17" fmla="*/ 1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7" y="14"/>
                  </a:moveTo>
                  <a:cubicBezTo>
                    <a:pt x="21" y="17"/>
                    <a:pt x="25" y="21"/>
                    <a:pt x="29" y="25"/>
                  </a:cubicBezTo>
                  <a:cubicBezTo>
                    <a:pt x="36" y="32"/>
                    <a:pt x="42" y="39"/>
                    <a:pt x="45" y="46"/>
                  </a:cubicBezTo>
                  <a:cubicBezTo>
                    <a:pt x="43" y="41"/>
                    <a:pt x="37" y="33"/>
                    <a:pt x="30" y="24"/>
                  </a:cubicBezTo>
                  <a:cubicBezTo>
                    <a:pt x="26" y="20"/>
                    <a:pt x="22" y="15"/>
                    <a:pt x="19" y="12"/>
                  </a:cubicBezTo>
                  <a:cubicBezTo>
                    <a:pt x="16" y="9"/>
                    <a:pt x="14" y="7"/>
                    <a:pt x="12" y="6"/>
                  </a:cubicBezTo>
                  <a:cubicBezTo>
                    <a:pt x="7" y="2"/>
                    <a:pt x="3" y="0"/>
                    <a:pt x="0" y="0"/>
                  </a:cubicBezTo>
                  <a:cubicBezTo>
                    <a:pt x="2" y="2"/>
                    <a:pt x="5" y="4"/>
                    <a:pt x="8" y="6"/>
                  </a:cubicBezTo>
                  <a:cubicBezTo>
                    <a:pt x="11" y="8"/>
                    <a:pt x="14" y="11"/>
                    <a:pt x="17" y="14"/>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0" name="Freeform 57"/>
            <p:cNvSpPr>
              <a:spLocks noEditPoints="1"/>
            </p:cNvSpPr>
            <p:nvPr/>
          </p:nvSpPr>
          <p:spPr bwMode="auto">
            <a:xfrm>
              <a:off x="3383755" y="3060534"/>
              <a:ext cx="1150938" cy="2884488"/>
            </a:xfrm>
            <a:custGeom>
              <a:avLst/>
              <a:gdLst>
                <a:gd name="T0" fmla="*/ 87 w 537"/>
                <a:gd name="T1" fmla="*/ 1327 h 1346"/>
                <a:gd name="T2" fmla="*/ 181 w 537"/>
                <a:gd name="T3" fmla="*/ 1341 h 1346"/>
                <a:gd name="T4" fmla="*/ 203 w 537"/>
                <a:gd name="T5" fmla="*/ 1268 h 1346"/>
                <a:gd name="T6" fmla="*/ 239 w 537"/>
                <a:gd name="T7" fmla="*/ 944 h 1346"/>
                <a:gd name="T8" fmla="*/ 275 w 537"/>
                <a:gd name="T9" fmla="*/ 759 h 1346"/>
                <a:gd name="T10" fmla="*/ 309 w 537"/>
                <a:gd name="T11" fmla="*/ 1122 h 1346"/>
                <a:gd name="T12" fmla="*/ 335 w 537"/>
                <a:gd name="T13" fmla="*/ 1304 h 1346"/>
                <a:gd name="T14" fmla="*/ 406 w 537"/>
                <a:gd name="T15" fmla="*/ 1327 h 1346"/>
                <a:gd name="T16" fmla="*/ 441 w 537"/>
                <a:gd name="T17" fmla="*/ 1306 h 1346"/>
                <a:gd name="T18" fmla="*/ 443 w 537"/>
                <a:gd name="T19" fmla="*/ 1208 h 1346"/>
                <a:gd name="T20" fmla="*/ 439 w 537"/>
                <a:gd name="T21" fmla="*/ 1064 h 1346"/>
                <a:gd name="T22" fmla="*/ 437 w 537"/>
                <a:gd name="T23" fmla="*/ 687 h 1346"/>
                <a:gd name="T24" fmla="*/ 469 w 537"/>
                <a:gd name="T25" fmla="*/ 639 h 1346"/>
                <a:gd name="T26" fmla="*/ 479 w 537"/>
                <a:gd name="T27" fmla="*/ 433 h 1346"/>
                <a:gd name="T28" fmla="*/ 521 w 537"/>
                <a:gd name="T29" fmla="*/ 286 h 1346"/>
                <a:gd name="T30" fmla="*/ 403 w 537"/>
                <a:gd name="T31" fmla="*/ 28 h 1346"/>
                <a:gd name="T32" fmla="*/ 336 w 537"/>
                <a:gd name="T33" fmla="*/ 8 h 1346"/>
                <a:gd name="T34" fmla="*/ 330 w 537"/>
                <a:gd name="T35" fmla="*/ 54 h 1346"/>
                <a:gd name="T36" fmla="*/ 318 w 537"/>
                <a:gd name="T37" fmla="*/ 90 h 1346"/>
                <a:gd name="T38" fmla="*/ 318 w 537"/>
                <a:gd name="T39" fmla="*/ 90 h 1346"/>
                <a:gd name="T40" fmla="*/ 278 w 537"/>
                <a:gd name="T41" fmla="*/ 233 h 1346"/>
                <a:gd name="T42" fmla="*/ 261 w 537"/>
                <a:gd name="T43" fmla="*/ 198 h 1346"/>
                <a:gd name="T44" fmla="*/ 236 w 537"/>
                <a:gd name="T45" fmla="*/ 91 h 1346"/>
                <a:gd name="T46" fmla="*/ 263 w 537"/>
                <a:gd name="T47" fmla="*/ 52 h 1346"/>
                <a:gd name="T48" fmla="*/ 273 w 537"/>
                <a:gd name="T49" fmla="*/ 43 h 1346"/>
                <a:gd name="T50" fmla="*/ 262 w 537"/>
                <a:gd name="T51" fmla="*/ 51 h 1346"/>
                <a:gd name="T52" fmla="*/ 236 w 537"/>
                <a:gd name="T53" fmla="*/ 90 h 1346"/>
                <a:gd name="T54" fmla="*/ 224 w 537"/>
                <a:gd name="T55" fmla="*/ 59 h 1346"/>
                <a:gd name="T56" fmla="*/ 217 w 537"/>
                <a:gd name="T57" fmla="*/ 11 h 1346"/>
                <a:gd name="T58" fmla="*/ 155 w 537"/>
                <a:gd name="T59" fmla="*/ 48 h 1346"/>
                <a:gd name="T60" fmla="*/ 68 w 537"/>
                <a:gd name="T61" fmla="*/ 92 h 1346"/>
                <a:gd name="T62" fmla="*/ 60 w 537"/>
                <a:gd name="T63" fmla="*/ 140 h 1346"/>
                <a:gd name="T64" fmla="*/ 6 w 537"/>
                <a:gd name="T65" fmla="*/ 326 h 1346"/>
                <a:gd name="T66" fmla="*/ 46 w 537"/>
                <a:gd name="T67" fmla="*/ 425 h 1346"/>
                <a:gd name="T68" fmla="*/ 100 w 537"/>
                <a:gd name="T69" fmla="*/ 495 h 1346"/>
                <a:gd name="T70" fmla="*/ 92 w 537"/>
                <a:gd name="T71" fmla="*/ 649 h 1346"/>
                <a:gd name="T72" fmla="*/ 96 w 537"/>
                <a:gd name="T73" fmla="*/ 763 h 1346"/>
                <a:gd name="T74" fmla="*/ 72 w 537"/>
                <a:gd name="T75" fmla="*/ 1269 h 1346"/>
                <a:gd name="T76" fmla="*/ 408 w 537"/>
                <a:gd name="T77" fmla="*/ 434 h 1346"/>
                <a:gd name="T78" fmla="*/ 361 w 537"/>
                <a:gd name="T79" fmla="*/ 469 h 1346"/>
                <a:gd name="T80" fmla="*/ 306 w 537"/>
                <a:gd name="T81" fmla="*/ 466 h 1346"/>
                <a:gd name="T82" fmla="*/ 295 w 537"/>
                <a:gd name="T83" fmla="*/ 448 h 1346"/>
                <a:gd name="T84" fmla="*/ 289 w 537"/>
                <a:gd name="T85" fmla="*/ 439 h 1346"/>
                <a:gd name="T86" fmla="*/ 275 w 537"/>
                <a:gd name="T87" fmla="*/ 431 h 1346"/>
                <a:gd name="T88" fmla="*/ 274 w 537"/>
                <a:gd name="T89" fmla="*/ 428 h 1346"/>
                <a:gd name="T90" fmla="*/ 260 w 537"/>
                <a:gd name="T91" fmla="*/ 461 h 1346"/>
                <a:gd name="T92" fmla="*/ 245 w 537"/>
                <a:gd name="T93" fmla="*/ 482 h 1346"/>
                <a:gd name="T94" fmla="*/ 219 w 537"/>
                <a:gd name="T95" fmla="*/ 492 h 1346"/>
                <a:gd name="T96" fmla="*/ 178 w 537"/>
                <a:gd name="T97" fmla="*/ 474 h 1346"/>
                <a:gd name="T98" fmla="*/ 147 w 537"/>
                <a:gd name="T99" fmla="*/ 449 h 1346"/>
                <a:gd name="T100" fmla="*/ 198 w 537"/>
                <a:gd name="T101" fmla="*/ 394 h 1346"/>
                <a:gd name="T102" fmla="*/ 235 w 537"/>
                <a:gd name="T103" fmla="*/ 397 h 1346"/>
                <a:gd name="T104" fmla="*/ 262 w 537"/>
                <a:gd name="T105" fmla="*/ 407 h 1346"/>
                <a:gd name="T106" fmla="*/ 272 w 537"/>
                <a:gd name="T107" fmla="*/ 426 h 1346"/>
                <a:gd name="T108" fmla="*/ 260 w 537"/>
                <a:gd name="T109" fmla="*/ 416 h 1346"/>
                <a:gd name="T110" fmla="*/ 267 w 537"/>
                <a:gd name="T111" fmla="*/ 411 h 1346"/>
                <a:gd name="T112" fmla="*/ 291 w 537"/>
                <a:gd name="T113" fmla="*/ 401 h 1346"/>
                <a:gd name="T114" fmla="*/ 323 w 537"/>
                <a:gd name="T115" fmla="*/ 386 h 1346"/>
                <a:gd name="T116" fmla="*/ 366 w 537"/>
                <a:gd name="T117" fmla="*/ 381 h 1346"/>
                <a:gd name="T118" fmla="*/ 408 w 537"/>
                <a:gd name="T119" fmla="*/ 434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7" h="1346">
                  <a:moveTo>
                    <a:pt x="68" y="1316"/>
                  </a:moveTo>
                  <a:cubicBezTo>
                    <a:pt x="68" y="1330"/>
                    <a:pt x="77" y="1327"/>
                    <a:pt x="87" y="1327"/>
                  </a:cubicBezTo>
                  <a:cubicBezTo>
                    <a:pt x="96" y="1327"/>
                    <a:pt x="143" y="1329"/>
                    <a:pt x="159" y="1330"/>
                  </a:cubicBezTo>
                  <a:cubicBezTo>
                    <a:pt x="174" y="1330"/>
                    <a:pt x="181" y="1344"/>
                    <a:pt x="181" y="1341"/>
                  </a:cubicBezTo>
                  <a:cubicBezTo>
                    <a:pt x="181" y="1338"/>
                    <a:pt x="185" y="1322"/>
                    <a:pt x="193" y="1307"/>
                  </a:cubicBezTo>
                  <a:cubicBezTo>
                    <a:pt x="201" y="1291"/>
                    <a:pt x="203" y="1268"/>
                    <a:pt x="203" y="1268"/>
                  </a:cubicBezTo>
                  <a:cubicBezTo>
                    <a:pt x="207" y="1246"/>
                    <a:pt x="217" y="1202"/>
                    <a:pt x="221" y="1174"/>
                  </a:cubicBezTo>
                  <a:cubicBezTo>
                    <a:pt x="225" y="1146"/>
                    <a:pt x="239" y="968"/>
                    <a:pt x="239" y="944"/>
                  </a:cubicBezTo>
                  <a:cubicBezTo>
                    <a:pt x="239" y="921"/>
                    <a:pt x="265" y="709"/>
                    <a:pt x="265" y="709"/>
                  </a:cubicBezTo>
                  <a:cubicBezTo>
                    <a:pt x="265" y="709"/>
                    <a:pt x="275" y="743"/>
                    <a:pt x="275" y="759"/>
                  </a:cubicBezTo>
                  <a:cubicBezTo>
                    <a:pt x="275" y="775"/>
                    <a:pt x="295" y="911"/>
                    <a:pt x="295" y="925"/>
                  </a:cubicBezTo>
                  <a:cubicBezTo>
                    <a:pt x="295" y="938"/>
                    <a:pt x="309" y="1096"/>
                    <a:pt x="309" y="1122"/>
                  </a:cubicBezTo>
                  <a:cubicBezTo>
                    <a:pt x="309" y="1148"/>
                    <a:pt x="315" y="1238"/>
                    <a:pt x="319" y="1256"/>
                  </a:cubicBezTo>
                  <a:cubicBezTo>
                    <a:pt x="323" y="1274"/>
                    <a:pt x="335" y="1304"/>
                    <a:pt x="335" y="1304"/>
                  </a:cubicBezTo>
                  <a:cubicBezTo>
                    <a:pt x="336" y="1320"/>
                    <a:pt x="340" y="1346"/>
                    <a:pt x="350" y="1337"/>
                  </a:cubicBezTo>
                  <a:cubicBezTo>
                    <a:pt x="360" y="1329"/>
                    <a:pt x="389" y="1327"/>
                    <a:pt x="406" y="1327"/>
                  </a:cubicBezTo>
                  <a:cubicBezTo>
                    <a:pt x="422" y="1327"/>
                    <a:pt x="441" y="1324"/>
                    <a:pt x="441" y="1324"/>
                  </a:cubicBezTo>
                  <a:cubicBezTo>
                    <a:pt x="441" y="1306"/>
                    <a:pt x="441" y="1306"/>
                    <a:pt x="441" y="1306"/>
                  </a:cubicBezTo>
                  <a:cubicBezTo>
                    <a:pt x="441" y="1306"/>
                    <a:pt x="449" y="1282"/>
                    <a:pt x="451" y="1274"/>
                  </a:cubicBezTo>
                  <a:cubicBezTo>
                    <a:pt x="453" y="1266"/>
                    <a:pt x="443" y="1224"/>
                    <a:pt x="443" y="1208"/>
                  </a:cubicBezTo>
                  <a:cubicBezTo>
                    <a:pt x="443" y="1192"/>
                    <a:pt x="441" y="1180"/>
                    <a:pt x="441" y="1166"/>
                  </a:cubicBezTo>
                  <a:cubicBezTo>
                    <a:pt x="441" y="1152"/>
                    <a:pt x="439" y="1092"/>
                    <a:pt x="439" y="1064"/>
                  </a:cubicBezTo>
                  <a:cubicBezTo>
                    <a:pt x="439" y="859"/>
                    <a:pt x="439" y="859"/>
                    <a:pt x="439" y="859"/>
                  </a:cubicBezTo>
                  <a:cubicBezTo>
                    <a:pt x="439" y="853"/>
                    <a:pt x="437" y="687"/>
                    <a:pt x="437" y="687"/>
                  </a:cubicBezTo>
                  <a:cubicBezTo>
                    <a:pt x="471" y="681"/>
                    <a:pt x="471" y="681"/>
                    <a:pt x="471" y="681"/>
                  </a:cubicBezTo>
                  <a:cubicBezTo>
                    <a:pt x="471" y="681"/>
                    <a:pt x="469" y="647"/>
                    <a:pt x="469" y="639"/>
                  </a:cubicBezTo>
                  <a:cubicBezTo>
                    <a:pt x="469" y="631"/>
                    <a:pt x="453" y="451"/>
                    <a:pt x="453" y="451"/>
                  </a:cubicBezTo>
                  <a:cubicBezTo>
                    <a:pt x="453" y="451"/>
                    <a:pt x="469" y="437"/>
                    <a:pt x="479" y="433"/>
                  </a:cubicBezTo>
                  <a:cubicBezTo>
                    <a:pt x="489" y="429"/>
                    <a:pt x="537" y="386"/>
                    <a:pt x="537" y="378"/>
                  </a:cubicBezTo>
                  <a:cubicBezTo>
                    <a:pt x="537" y="370"/>
                    <a:pt x="525" y="308"/>
                    <a:pt x="521" y="286"/>
                  </a:cubicBezTo>
                  <a:cubicBezTo>
                    <a:pt x="517" y="264"/>
                    <a:pt x="493" y="60"/>
                    <a:pt x="493" y="60"/>
                  </a:cubicBezTo>
                  <a:cubicBezTo>
                    <a:pt x="493" y="60"/>
                    <a:pt x="465" y="38"/>
                    <a:pt x="403" y="28"/>
                  </a:cubicBezTo>
                  <a:cubicBezTo>
                    <a:pt x="341" y="18"/>
                    <a:pt x="335" y="0"/>
                    <a:pt x="335" y="0"/>
                  </a:cubicBezTo>
                  <a:cubicBezTo>
                    <a:pt x="335" y="0"/>
                    <a:pt x="336" y="4"/>
                    <a:pt x="336" y="8"/>
                  </a:cubicBezTo>
                  <a:cubicBezTo>
                    <a:pt x="336" y="11"/>
                    <a:pt x="335" y="22"/>
                    <a:pt x="335" y="29"/>
                  </a:cubicBezTo>
                  <a:cubicBezTo>
                    <a:pt x="335" y="32"/>
                    <a:pt x="333" y="42"/>
                    <a:pt x="330" y="54"/>
                  </a:cubicBezTo>
                  <a:cubicBezTo>
                    <a:pt x="327" y="65"/>
                    <a:pt x="323" y="78"/>
                    <a:pt x="319" y="87"/>
                  </a:cubicBezTo>
                  <a:cubicBezTo>
                    <a:pt x="319" y="88"/>
                    <a:pt x="319" y="89"/>
                    <a:pt x="318" y="90"/>
                  </a:cubicBezTo>
                  <a:cubicBezTo>
                    <a:pt x="318" y="90"/>
                    <a:pt x="318" y="90"/>
                    <a:pt x="318" y="90"/>
                  </a:cubicBezTo>
                  <a:cubicBezTo>
                    <a:pt x="318" y="90"/>
                    <a:pt x="318" y="90"/>
                    <a:pt x="318" y="90"/>
                  </a:cubicBezTo>
                  <a:cubicBezTo>
                    <a:pt x="315" y="102"/>
                    <a:pt x="311" y="115"/>
                    <a:pt x="307" y="128"/>
                  </a:cubicBezTo>
                  <a:cubicBezTo>
                    <a:pt x="296" y="169"/>
                    <a:pt x="284" y="210"/>
                    <a:pt x="278" y="233"/>
                  </a:cubicBezTo>
                  <a:cubicBezTo>
                    <a:pt x="275" y="243"/>
                    <a:pt x="273" y="250"/>
                    <a:pt x="273" y="250"/>
                  </a:cubicBezTo>
                  <a:cubicBezTo>
                    <a:pt x="261" y="198"/>
                    <a:pt x="261" y="198"/>
                    <a:pt x="261" y="198"/>
                  </a:cubicBezTo>
                  <a:cubicBezTo>
                    <a:pt x="249" y="147"/>
                    <a:pt x="249" y="147"/>
                    <a:pt x="249" y="147"/>
                  </a:cubicBezTo>
                  <a:cubicBezTo>
                    <a:pt x="236" y="91"/>
                    <a:pt x="236" y="91"/>
                    <a:pt x="236" y="91"/>
                  </a:cubicBezTo>
                  <a:cubicBezTo>
                    <a:pt x="239" y="85"/>
                    <a:pt x="246" y="75"/>
                    <a:pt x="253" y="65"/>
                  </a:cubicBezTo>
                  <a:cubicBezTo>
                    <a:pt x="256" y="61"/>
                    <a:pt x="260" y="56"/>
                    <a:pt x="263" y="52"/>
                  </a:cubicBezTo>
                  <a:cubicBezTo>
                    <a:pt x="264" y="51"/>
                    <a:pt x="265" y="51"/>
                    <a:pt x="265" y="50"/>
                  </a:cubicBezTo>
                  <a:cubicBezTo>
                    <a:pt x="268" y="47"/>
                    <a:pt x="271" y="45"/>
                    <a:pt x="273" y="43"/>
                  </a:cubicBezTo>
                  <a:cubicBezTo>
                    <a:pt x="270" y="43"/>
                    <a:pt x="267" y="46"/>
                    <a:pt x="263" y="50"/>
                  </a:cubicBezTo>
                  <a:cubicBezTo>
                    <a:pt x="263" y="50"/>
                    <a:pt x="262" y="51"/>
                    <a:pt x="262" y="51"/>
                  </a:cubicBezTo>
                  <a:cubicBezTo>
                    <a:pt x="259" y="55"/>
                    <a:pt x="255" y="60"/>
                    <a:pt x="252" y="65"/>
                  </a:cubicBezTo>
                  <a:cubicBezTo>
                    <a:pt x="245" y="74"/>
                    <a:pt x="239" y="84"/>
                    <a:pt x="236" y="90"/>
                  </a:cubicBezTo>
                  <a:cubicBezTo>
                    <a:pt x="234" y="93"/>
                    <a:pt x="233" y="95"/>
                    <a:pt x="233" y="95"/>
                  </a:cubicBezTo>
                  <a:cubicBezTo>
                    <a:pt x="230" y="92"/>
                    <a:pt x="227" y="76"/>
                    <a:pt x="224" y="59"/>
                  </a:cubicBezTo>
                  <a:cubicBezTo>
                    <a:pt x="220" y="37"/>
                    <a:pt x="218" y="13"/>
                    <a:pt x="217" y="11"/>
                  </a:cubicBezTo>
                  <a:cubicBezTo>
                    <a:pt x="217" y="11"/>
                    <a:pt x="217" y="11"/>
                    <a:pt x="217" y="11"/>
                  </a:cubicBezTo>
                  <a:cubicBezTo>
                    <a:pt x="197" y="28"/>
                    <a:pt x="197" y="28"/>
                    <a:pt x="197" y="28"/>
                  </a:cubicBezTo>
                  <a:cubicBezTo>
                    <a:pt x="197" y="28"/>
                    <a:pt x="167" y="46"/>
                    <a:pt x="155" y="48"/>
                  </a:cubicBezTo>
                  <a:cubicBezTo>
                    <a:pt x="143" y="50"/>
                    <a:pt x="102" y="70"/>
                    <a:pt x="84" y="74"/>
                  </a:cubicBezTo>
                  <a:cubicBezTo>
                    <a:pt x="66" y="78"/>
                    <a:pt x="68" y="92"/>
                    <a:pt x="68" y="92"/>
                  </a:cubicBezTo>
                  <a:cubicBezTo>
                    <a:pt x="68" y="112"/>
                    <a:pt x="68" y="112"/>
                    <a:pt x="68" y="112"/>
                  </a:cubicBezTo>
                  <a:cubicBezTo>
                    <a:pt x="68" y="120"/>
                    <a:pt x="66" y="124"/>
                    <a:pt x="60" y="140"/>
                  </a:cubicBezTo>
                  <a:cubicBezTo>
                    <a:pt x="54" y="156"/>
                    <a:pt x="40" y="210"/>
                    <a:pt x="36" y="232"/>
                  </a:cubicBezTo>
                  <a:cubicBezTo>
                    <a:pt x="32" y="254"/>
                    <a:pt x="12" y="316"/>
                    <a:pt x="6" y="326"/>
                  </a:cubicBezTo>
                  <a:cubicBezTo>
                    <a:pt x="0" y="336"/>
                    <a:pt x="0" y="348"/>
                    <a:pt x="4" y="362"/>
                  </a:cubicBezTo>
                  <a:cubicBezTo>
                    <a:pt x="8" y="376"/>
                    <a:pt x="32" y="417"/>
                    <a:pt x="46" y="425"/>
                  </a:cubicBezTo>
                  <a:cubicBezTo>
                    <a:pt x="60" y="433"/>
                    <a:pt x="102" y="473"/>
                    <a:pt x="102" y="473"/>
                  </a:cubicBezTo>
                  <a:cubicBezTo>
                    <a:pt x="102" y="473"/>
                    <a:pt x="100" y="483"/>
                    <a:pt x="100" y="495"/>
                  </a:cubicBezTo>
                  <a:cubicBezTo>
                    <a:pt x="100" y="507"/>
                    <a:pt x="104" y="511"/>
                    <a:pt x="104" y="511"/>
                  </a:cubicBezTo>
                  <a:cubicBezTo>
                    <a:pt x="92" y="649"/>
                    <a:pt x="92" y="649"/>
                    <a:pt x="92" y="649"/>
                  </a:cubicBezTo>
                  <a:cubicBezTo>
                    <a:pt x="98" y="703"/>
                    <a:pt x="98" y="703"/>
                    <a:pt x="98" y="703"/>
                  </a:cubicBezTo>
                  <a:cubicBezTo>
                    <a:pt x="98" y="703"/>
                    <a:pt x="96" y="739"/>
                    <a:pt x="96" y="763"/>
                  </a:cubicBezTo>
                  <a:cubicBezTo>
                    <a:pt x="96" y="787"/>
                    <a:pt x="96" y="1074"/>
                    <a:pt x="94" y="1104"/>
                  </a:cubicBezTo>
                  <a:cubicBezTo>
                    <a:pt x="92" y="1134"/>
                    <a:pt x="80" y="1251"/>
                    <a:pt x="72" y="1269"/>
                  </a:cubicBezTo>
                  <a:cubicBezTo>
                    <a:pt x="72" y="1269"/>
                    <a:pt x="68" y="1303"/>
                    <a:pt x="68" y="1316"/>
                  </a:cubicBezTo>
                  <a:moveTo>
                    <a:pt x="408" y="434"/>
                  </a:moveTo>
                  <a:cubicBezTo>
                    <a:pt x="406" y="439"/>
                    <a:pt x="396" y="439"/>
                    <a:pt x="396" y="439"/>
                  </a:cubicBezTo>
                  <a:cubicBezTo>
                    <a:pt x="396" y="439"/>
                    <a:pt x="373" y="465"/>
                    <a:pt x="361" y="469"/>
                  </a:cubicBezTo>
                  <a:cubicBezTo>
                    <a:pt x="349" y="474"/>
                    <a:pt x="334" y="475"/>
                    <a:pt x="323" y="474"/>
                  </a:cubicBezTo>
                  <a:cubicBezTo>
                    <a:pt x="312" y="473"/>
                    <a:pt x="307" y="469"/>
                    <a:pt x="306" y="466"/>
                  </a:cubicBezTo>
                  <a:cubicBezTo>
                    <a:pt x="304" y="464"/>
                    <a:pt x="299" y="455"/>
                    <a:pt x="299" y="455"/>
                  </a:cubicBezTo>
                  <a:cubicBezTo>
                    <a:pt x="299" y="455"/>
                    <a:pt x="296" y="450"/>
                    <a:pt x="295" y="448"/>
                  </a:cubicBezTo>
                  <a:cubicBezTo>
                    <a:pt x="293" y="447"/>
                    <a:pt x="291" y="445"/>
                    <a:pt x="290" y="443"/>
                  </a:cubicBezTo>
                  <a:cubicBezTo>
                    <a:pt x="290" y="442"/>
                    <a:pt x="289" y="439"/>
                    <a:pt x="289" y="439"/>
                  </a:cubicBezTo>
                  <a:cubicBezTo>
                    <a:pt x="289" y="439"/>
                    <a:pt x="280" y="437"/>
                    <a:pt x="278" y="436"/>
                  </a:cubicBezTo>
                  <a:cubicBezTo>
                    <a:pt x="277" y="436"/>
                    <a:pt x="275" y="433"/>
                    <a:pt x="275" y="431"/>
                  </a:cubicBezTo>
                  <a:cubicBezTo>
                    <a:pt x="275" y="430"/>
                    <a:pt x="274" y="429"/>
                    <a:pt x="273" y="428"/>
                  </a:cubicBezTo>
                  <a:cubicBezTo>
                    <a:pt x="273" y="428"/>
                    <a:pt x="274" y="428"/>
                    <a:pt x="274" y="428"/>
                  </a:cubicBezTo>
                  <a:cubicBezTo>
                    <a:pt x="275" y="432"/>
                    <a:pt x="276" y="444"/>
                    <a:pt x="268" y="445"/>
                  </a:cubicBezTo>
                  <a:cubicBezTo>
                    <a:pt x="267" y="451"/>
                    <a:pt x="265" y="461"/>
                    <a:pt x="260" y="461"/>
                  </a:cubicBezTo>
                  <a:cubicBezTo>
                    <a:pt x="259" y="471"/>
                    <a:pt x="252" y="472"/>
                    <a:pt x="248" y="473"/>
                  </a:cubicBezTo>
                  <a:cubicBezTo>
                    <a:pt x="244" y="474"/>
                    <a:pt x="250" y="480"/>
                    <a:pt x="245" y="482"/>
                  </a:cubicBezTo>
                  <a:cubicBezTo>
                    <a:pt x="240" y="485"/>
                    <a:pt x="241" y="487"/>
                    <a:pt x="238" y="489"/>
                  </a:cubicBezTo>
                  <a:cubicBezTo>
                    <a:pt x="235" y="492"/>
                    <a:pt x="229" y="492"/>
                    <a:pt x="219" y="492"/>
                  </a:cubicBezTo>
                  <a:cubicBezTo>
                    <a:pt x="208" y="492"/>
                    <a:pt x="202" y="487"/>
                    <a:pt x="197" y="483"/>
                  </a:cubicBezTo>
                  <a:cubicBezTo>
                    <a:pt x="191" y="479"/>
                    <a:pt x="184" y="474"/>
                    <a:pt x="178" y="474"/>
                  </a:cubicBezTo>
                  <a:cubicBezTo>
                    <a:pt x="173" y="473"/>
                    <a:pt x="167" y="469"/>
                    <a:pt x="164" y="465"/>
                  </a:cubicBezTo>
                  <a:cubicBezTo>
                    <a:pt x="161" y="462"/>
                    <a:pt x="147" y="449"/>
                    <a:pt x="147" y="449"/>
                  </a:cubicBezTo>
                  <a:cubicBezTo>
                    <a:pt x="147" y="449"/>
                    <a:pt x="153" y="408"/>
                    <a:pt x="173" y="401"/>
                  </a:cubicBezTo>
                  <a:cubicBezTo>
                    <a:pt x="192" y="393"/>
                    <a:pt x="195" y="394"/>
                    <a:pt x="198" y="394"/>
                  </a:cubicBezTo>
                  <a:cubicBezTo>
                    <a:pt x="201" y="394"/>
                    <a:pt x="211" y="394"/>
                    <a:pt x="217" y="395"/>
                  </a:cubicBezTo>
                  <a:cubicBezTo>
                    <a:pt x="223" y="395"/>
                    <a:pt x="232" y="396"/>
                    <a:pt x="235" y="397"/>
                  </a:cubicBezTo>
                  <a:cubicBezTo>
                    <a:pt x="237" y="397"/>
                    <a:pt x="241" y="397"/>
                    <a:pt x="244" y="400"/>
                  </a:cubicBezTo>
                  <a:cubicBezTo>
                    <a:pt x="247" y="402"/>
                    <a:pt x="262" y="407"/>
                    <a:pt x="262" y="407"/>
                  </a:cubicBezTo>
                  <a:cubicBezTo>
                    <a:pt x="262" y="407"/>
                    <a:pt x="256" y="415"/>
                    <a:pt x="260" y="418"/>
                  </a:cubicBezTo>
                  <a:cubicBezTo>
                    <a:pt x="264" y="420"/>
                    <a:pt x="269" y="423"/>
                    <a:pt x="272" y="426"/>
                  </a:cubicBezTo>
                  <a:cubicBezTo>
                    <a:pt x="271" y="425"/>
                    <a:pt x="270" y="424"/>
                    <a:pt x="270" y="423"/>
                  </a:cubicBezTo>
                  <a:cubicBezTo>
                    <a:pt x="269" y="421"/>
                    <a:pt x="260" y="419"/>
                    <a:pt x="260" y="416"/>
                  </a:cubicBezTo>
                  <a:cubicBezTo>
                    <a:pt x="260" y="413"/>
                    <a:pt x="261" y="411"/>
                    <a:pt x="264" y="411"/>
                  </a:cubicBezTo>
                  <a:cubicBezTo>
                    <a:pt x="267" y="411"/>
                    <a:pt x="267" y="411"/>
                    <a:pt x="267" y="411"/>
                  </a:cubicBezTo>
                  <a:cubicBezTo>
                    <a:pt x="267" y="411"/>
                    <a:pt x="266" y="401"/>
                    <a:pt x="273" y="402"/>
                  </a:cubicBezTo>
                  <a:cubicBezTo>
                    <a:pt x="280" y="403"/>
                    <a:pt x="286" y="403"/>
                    <a:pt x="291" y="401"/>
                  </a:cubicBezTo>
                  <a:cubicBezTo>
                    <a:pt x="295" y="399"/>
                    <a:pt x="305" y="393"/>
                    <a:pt x="309" y="393"/>
                  </a:cubicBezTo>
                  <a:cubicBezTo>
                    <a:pt x="313" y="393"/>
                    <a:pt x="320" y="387"/>
                    <a:pt x="323" y="386"/>
                  </a:cubicBezTo>
                  <a:cubicBezTo>
                    <a:pt x="326" y="385"/>
                    <a:pt x="345" y="381"/>
                    <a:pt x="351" y="381"/>
                  </a:cubicBezTo>
                  <a:cubicBezTo>
                    <a:pt x="356" y="381"/>
                    <a:pt x="357" y="381"/>
                    <a:pt x="366" y="381"/>
                  </a:cubicBezTo>
                  <a:cubicBezTo>
                    <a:pt x="375" y="381"/>
                    <a:pt x="394" y="379"/>
                    <a:pt x="394" y="379"/>
                  </a:cubicBezTo>
                  <a:cubicBezTo>
                    <a:pt x="394" y="379"/>
                    <a:pt x="410" y="428"/>
                    <a:pt x="408" y="434"/>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1" name="Freeform 58"/>
            <p:cNvSpPr>
              <a:spLocks/>
            </p:cNvSpPr>
            <p:nvPr/>
          </p:nvSpPr>
          <p:spPr bwMode="auto">
            <a:xfrm>
              <a:off x="3748880" y="2590634"/>
              <a:ext cx="344488" cy="309563"/>
            </a:xfrm>
            <a:custGeom>
              <a:avLst/>
              <a:gdLst>
                <a:gd name="T0" fmla="*/ 8 w 161"/>
                <a:gd name="T1" fmla="*/ 131 h 144"/>
                <a:gd name="T2" fmla="*/ 14 w 161"/>
                <a:gd name="T3" fmla="*/ 141 h 144"/>
                <a:gd name="T4" fmla="*/ 22 w 161"/>
                <a:gd name="T5" fmla="*/ 142 h 144"/>
                <a:gd name="T6" fmla="*/ 19 w 161"/>
                <a:gd name="T7" fmla="*/ 118 h 144"/>
                <a:gd name="T8" fmla="*/ 19 w 161"/>
                <a:gd name="T9" fmla="*/ 86 h 144"/>
                <a:gd name="T10" fmla="*/ 23 w 161"/>
                <a:gd name="T11" fmla="*/ 65 h 144"/>
                <a:gd name="T12" fmla="*/ 45 w 161"/>
                <a:gd name="T13" fmla="*/ 69 h 144"/>
                <a:gd name="T14" fmla="*/ 89 w 161"/>
                <a:gd name="T15" fmla="*/ 67 h 144"/>
                <a:gd name="T16" fmla="*/ 125 w 161"/>
                <a:gd name="T17" fmla="*/ 66 h 144"/>
                <a:gd name="T18" fmla="*/ 134 w 161"/>
                <a:gd name="T19" fmla="*/ 93 h 144"/>
                <a:gd name="T20" fmla="*/ 143 w 161"/>
                <a:gd name="T21" fmla="*/ 113 h 144"/>
                <a:gd name="T22" fmla="*/ 145 w 161"/>
                <a:gd name="T23" fmla="*/ 130 h 144"/>
                <a:gd name="T24" fmla="*/ 153 w 161"/>
                <a:gd name="T25" fmla="*/ 124 h 144"/>
                <a:gd name="T26" fmla="*/ 160 w 161"/>
                <a:gd name="T27" fmla="*/ 108 h 144"/>
                <a:gd name="T28" fmla="*/ 161 w 161"/>
                <a:gd name="T29" fmla="*/ 101 h 144"/>
                <a:gd name="T30" fmla="*/ 161 w 161"/>
                <a:gd name="T31" fmla="*/ 89 h 144"/>
                <a:gd name="T32" fmla="*/ 158 w 161"/>
                <a:gd name="T33" fmla="*/ 68 h 144"/>
                <a:gd name="T34" fmla="*/ 148 w 161"/>
                <a:gd name="T35" fmla="*/ 40 h 144"/>
                <a:gd name="T36" fmla="*/ 125 w 161"/>
                <a:gd name="T37" fmla="*/ 23 h 144"/>
                <a:gd name="T38" fmla="*/ 71 w 161"/>
                <a:gd name="T39" fmla="*/ 7 h 144"/>
                <a:gd name="T40" fmla="*/ 17 w 161"/>
                <a:gd name="T41" fmla="*/ 41 h 144"/>
                <a:gd name="T42" fmla="*/ 0 w 161"/>
                <a:gd name="T43" fmla="*/ 67 h 144"/>
                <a:gd name="T44" fmla="*/ 2 w 161"/>
                <a:gd name="T45" fmla="*/ 119 h 144"/>
                <a:gd name="T46" fmla="*/ 8 w 161"/>
                <a:gd name="T47" fmla="*/ 13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1" h="144">
                  <a:moveTo>
                    <a:pt x="8" y="131"/>
                  </a:moveTo>
                  <a:cubicBezTo>
                    <a:pt x="11" y="136"/>
                    <a:pt x="13" y="140"/>
                    <a:pt x="14" y="141"/>
                  </a:cubicBezTo>
                  <a:cubicBezTo>
                    <a:pt x="17" y="144"/>
                    <a:pt x="22" y="142"/>
                    <a:pt x="22" y="142"/>
                  </a:cubicBezTo>
                  <a:cubicBezTo>
                    <a:pt x="22" y="142"/>
                    <a:pt x="19" y="125"/>
                    <a:pt x="19" y="118"/>
                  </a:cubicBezTo>
                  <a:cubicBezTo>
                    <a:pt x="18" y="111"/>
                    <a:pt x="19" y="90"/>
                    <a:pt x="19" y="86"/>
                  </a:cubicBezTo>
                  <a:cubicBezTo>
                    <a:pt x="20" y="82"/>
                    <a:pt x="23" y="65"/>
                    <a:pt x="23" y="65"/>
                  </a:cubicBezTo>
                  <a:cubicBezTo>
                    <a:pt x="23" y="65"/>
                    <a:pt x="28" y="68"/>
                    <a:pt x="45" y="69"/>
                  </a:cubicBezTo>
                  <a:cubicBezTo>
                    <a:pt x="62" y="69"/>
                    <a:pt x="78" y="67"/>
                    <a:pt x="89" y="67"/>
                  </a:cubicBezTo>
                  <a:cubicBezTo>
                    <a:pt x="99" y="67"/>
                    <a:pt x="123" y="65"/>
                    <a:pt x="125" y="66"/>
                  </a:cubicBezTo>
                  <a:cubicBezTo>
                    <a:pt x="127" y="66"/>
                    <a:pt x="132" y="87"/>
                    <a:pt x="134" y="93"/>
                  </a:cubicBezTo>
                  <a:cubicBezTo>
                    <a:pt x="136" y="100"/>
                    <a:pt x="143" y="110"/>
                    <a:pt x="143" y="113"/>
                  </a:cubicBezTo>
                  <a:cubicBezTo>
                    <a:pt x="144" y="116"/>
                    <a:pt x="145" y="130"/>
                    <a:pt x="145" y="130"/>
                  </a:cubicBezTo>
                  <a:cubicBezTo>
                    <a:pt x="145" y="130"/>
                    <a:pt x="148" y="133"/>
                    <a:pt x="153" y="124"/>
                  </a:cubicBezTo>
                  <a:cubicBezTo>
                    <a:pt x="158" y="115"/>
                    <a:pt x="158" y="112"/>
                    <a:pt x="160" y="108"/>
                  </a:cubicBezTo>
                  <a:cubicBezTo>
                    <a:pt x="160" y="107"/>
                    <a:pt x="160" y="104"/>
                    <a:pt x="161" y="101"/>
                  </a:cubicBezTo>
                  <a:cubicBezTo>
                    <a:pt x="161" y="97"/>
                    <a:pt x="161" y="93"/>
                    <a:pt x="161" y="89"/>
                  </a:cubicBezTo>
                  <a:cubicBezTo>
                    <a:pt x="161" y="83"/>
                    <a:pt x="158" y="75"/>
                    <a:pt x="158" y="68"/>
                  </a:cubicBezTo>
                  <a:cubicBezTo>
                    <a:pt x="158" y="61"/>
                    <a:pt x="160" y="47"/>
                    <a:pt x="148" y="40"/>
                  </a:cubicBezTo>
                  <a:cubicBezTo>
                    <a:pt x="136" y="34"/>
                    <a:pt x="132" y="27"/>
                    <a:pt x="125" y="23"/>
                  </a:cubicBezTo>
                  <a:cubicBezTo>
                    <a:pt x="118" y="20"/>
                    <a:pt x="101" y="0"/>
                    <a:pt x="71" y="7"/>
                  </a:cubicBezTo>
                  <a:cubicBezTo>
                    <a:pt x="41" y="14"/>
                    <a:pt x="21" y="39"/>
                    <a:pt x="17" y="41"/>
                  </a:cubicBezTo>
                  <a:cubicBezTo>
                    <a:pt x="12" y="43"/>
                    <a:pt x="1" y="52"/>
                    <a:pt x="0" y="67"/>
                  </a:cubicBezTo>
                  <a:cubicBezTo>
                    <a:pt x="0" y="83"/>
                    <a:pt x="0" y="114"/>
                    <a:pt x="2" y="119"/>
                  </a:cubicBezTo>
                  <a:cubicBezTo>
                    <a:pt x="3" y="121"/>
                    <a:pt x="6" y="126"/>
                    <a:pt x="8" y="131"/>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2" name="Freeform 59"/>
            <p:cNvSpPr>
              <a:spLocks/>
            </p:cNvSpPr>
            <p:nvPr/>
          </p:nvSpPr>
          <p:spPr bwMode="auto">
            <a:xfrm>
              <a:off x="3890168" y="3200234"/>
              <a:ext cx="74613" cy="174625"/>
            </a:xfrm>
            <a:custGeom>
              <a:avLst/>
              <a:gdLst>
                <a:gd name="T0" fmla="*/ 0 w 35"/>
                <a:gd name="T1" fmla="*/ 26 h 82"/>
                <a:gd name="T2" fmla="*/ 13 w 35"/>
                <a:gd name="T3" fmla="*/ 82 h 82"/>
                <a:gd name="T4" fmla="*/ 35 w 35"/>
                <a:gd name="T5" fmla="*/ 19 h 82"/>
                <a:gd name="T6" fmla="*/ 17 w 35"/>
                <a:gd name="T7" fmla="*/ 0 h 82"/>
                <a:gd name="T8" fmla="*/ 0 w 35"/>
                <a:gd name="T9" fmla="*/ 26 h 82"/>
              </a:gdLst>
              <a:ahLst/>
              <a:cxnLst>
                <a:cxn ang="0">
                  <a:pos x="T0" y="T1"/>
                </a:cxn>
                <a:cxn ang="0">
                  <a:pos x="T2" y="T3"/>
                </a:cxn>
                <a:cxn ang="0">
                  <a:pos x="T4" y="T5"/>
                </a:cxn>
                <a:cxn ang="0">
                  <a:pos x="T6" y="T7"/>
                </a:cxn>
                <a:cxn ang="0">
                  <a:pos x="T8" y="T9"/>
                </a:cxn>
              </a:cxnLst>
              <a:rect l="0" t="0" r="r" b="b"/>
              <a:pathLst>
                <a:path w="35" h="82">
                  <a:moveTo>
                    <a:pt x="0" y="26"/>
                  </a:moveTo>
                  <a:cubicBezTo>
                    <a:pt x="13" y="82"/>
                    <a:pt x="13" y="82"/>
                    <a:pt x="13" y="82"/>
                  </a:cubicBezTo>
                  <a:cubicBezTo>
                    <a:pt x="35" y="19"/>
                    <a:pt x="35" y="19"/>
                    <a:pt x="35" y="19"/>
                  </a:cubicBezTo>
                  <a:cubicBezTo>
                    <a:pt x="17" y="0"/>
                    <a:pt x="17" y="0"/>
                    <a:pt x="17" y="0"/>
                  </a:cubicBezTo>
                  <a:cubicBezTo>
                    <a:pt x="10" y="10"/>
                    <a:pt x="3" y="20"/>
                    <a:pt x="0" y="26"/>
                  </a:cubicBezTo>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3" name="Freeform 60"/>
            <p:cNvSpPr>
              <a:spLocks/>
            </p:cNvSpPr>
            <p:nvPr/>
          </p:nvSpPr>
          <p:spPr bwMode="auto">
            <a:xfrm>
              <a:off x="3848893" y="3036721"/>
              <a:ext cx="255588" cy="298450"/>
            </a:xfrm>
            <a:custGeom>
              <a:avLst/>
              <a:gdLst>
                <a:gd name="T0" fmla="*/ 106 w 119"/>
                <a:gd name="T1" fmla="*/ 1 h 139"/>
                <a:gd name="T2" fmla="*/ 106 w 119"/>
                <a:gd name="T3" fmla="*/ 1 h 139"/>
                <a:gd name="T4" fmla="*/ 57 w 119"/>
                <a:gd name="T5" fmla="*/ 52 h 139"/>
                <a:gd name="T6" fmla="*/ 1 w 119"/>
                <a:gd name="T7" fmla="*/ 15 h 139"/>
                <a:gd name="T8" fmla="*/ 1 w 119"/>
                <a:gd name="T9" fmla="*/ 16 h 139"/>
                <a:gd name="T10" fmla="*/ 0 w 119"/>
                <a:gd name="T11" fmla="*/ 22 h 139"/>
                <a:gd name="T12" fmla="*/ 0 w 119"/>
                <a:gd name="T13" fmla="*/ 22 h 139"/>
                <a:gd name="T14" fmla="*/ 7 w 119"/>
                <a:gd name="T15" fmla="*/ 70 h 139"/>
                <a:gd name="T16" fmla="*/ 16 w 119"/>
                <a:gd name="T17" fmla="*/ 106 h 139"/>
                <a:gd name="T18" fmla="*/ 19 w 119"/>
                <a:gd name="T19" fmla="*/ 101 h 139"/>
                <a:gd name="T20" fmla="*/ 35 w 119"/>
                <a:gd name="T21" fmla="*/ 76 h 139"/>
                <a:gd name="T22" fmla="*/ 45 w 119"/>
                <a:gd name="T23" fmla="*/ 62 h 139"/>
                <a:gd name="T24" fmla="*/ 46 w 119"/>
                <a:gd name="T25" fmla="*/ 61 h 139"/>
                <a:gd name="T26" fmla="*/ 56 w 119"/>
                <a:gd name="T27" fmla="*/ 54 h 139"/>
                <a:gd name="T28" fmla="*/ 68 w 119"/>
                <a:gd name="T29" fmla="*/ 60 h 139"/>
                <a:gd name="T30" fmla="*/ 75 w 119"/>
                <a:gd name="T31" fmla="*/ 66 h 139"/>
                <a:gd name="T32" fmla="*/ 86 w 119"/>
                <a:gd name="T33" fmla="*/ 78 h 139"/>
                <a:gd name="T34" fmla="*/ 101 w 119"/>
                <a:gd name="T35" fmla="*/ 100 h 139"/>
                <a:gd name="T36" fmla="*/ 85 w 119"/>
                <a:gd name="T37" fmla="*/ 79 h 139"/>
                <a:gd name="T38" fmla="*/ 72 w 119"/>
                <a:gd name="T39" fmla="*/ 91 h 139"/>
                <a:gd name="T40" fmla="*/ 90 w 119"/>
                <a:gd name="T41" fmla="*/ 139 h 139"/>
                <a:gd name="T42" fmla="*/ 101 w 119"/>
                <a:gd name="T43" fmla="*/ 101 h 139"/>
                <a:gd name="T44" fmla="*/ 101 w 119"/>
                <a:gd name="T45" fmla="*/ 101 h 139"/>
                <a:gd name="T46" fmla="*/ 101 w 119"/>
                <a:gd name="T47" fmla="*/ 101 h 139"/>
                <a:gd name="T48" fmla="*/ 102 w 119"/>
                <a:gd name="T49" fmla="*/ 98 h 139"/>
                <a:gd name="T50" fmla="*/ 113 w 119"/>
                <a:gd name="T51" fmla="*/ 65 h 139"/>
                <a:gd name="T52" fmla="*/ 118 w 119"/>
                <a:gd name="T53" fmla="*/ 40 h 139"/>
                <a:gd name="T54" fmla="*/ 119 w 119"/>
                <a:gd name="T55" fmla="*/ 19 h 139"/>
                <a:gd name="T56" fmla="*/ 118 w 119"/>
                <a:gd name="T57" fmla="*/ 11 h 139"/>
                <a:gd name="T58" fmla="*/ 106 w 119"/>
                <a:gd name="T59" fmla="*/ 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9" h="139">
                  <a:moveTo>
                    <a:pt x="106" y="1"/>
                  </a:moveTo>
                  <a:cubicBezTo>
                    <a:pt x="106" y="1"/>
                    <a:pt x="106" y="1"/>
                    <a:pt x="106" y="1"/>
                  </a:cubicBezTo>
                  <a:cubicBezTo>
                    <a:pt x="103" y="12"/>
                    <a:pt x="84" y="52"/>
                    <a:pt x="57" y="52"/>
                  </a:cubicBezTo>
                  <a:cubicBezTo>
                    <a:pt x="30" y="53"/>
                    <a:pt x="1" y="15"/>
                    <a:pt x="1" y="15"/>
                  </a:cubicBezTo>
                  <a:cubicBezTo>
                    <a:pt x="1" y="15"/>
                    <a:pt x="1" y="15"/>
                    <a:pt x="1" y="16"/>
                  </a:cubicBezTo>
                  <a:cubicBezTo>
                    <a:pt x="0" y="17"/>
                    <a:pt x="0" y="19"/>
                    <a:pt x="0" y="22"/>
                  </a:cubicBezTo>
                  <a:cubicBezTo>
                    <a:pt x="0" y="22"/>
                    <a:pt x="0" y="22"/>
                    <a:pt x="0" y="22"/>
                  </a:cubicBezTo>
                  <a:cubicBezTo>
                    <a:pt x="1" y="24"/>
                    <a:pt x="3" y="48"/>
                    <a:pt x="7" y="70"/>
                  </a:cubicBezTo>
                  <a:cubicBezTo>
                    <a:pt x="10" y="87"/>
                    <a:pt x="13" y="103"/>
                    <a:pt x="16" y="106"/>
                  </a:cubicBezTo>
                  <a:cubicBezTo>
                    <a:pt x="16" y="106"/>
                    <a:pt x="17" y="104"/>
                    <a:pt x="19" y="101"/>
                  </a:cubicBezTo>
                  <a:cubicBezTo>
                    <a:pt x="22" y="95"/>
                    <a:pt x="28" y="85"/>
                    <a:pt x="35" y="76"/>
                  </a:cubicBezTo>
                  <a:cubicBezTo>
                    <a:pt x="38" y="71"/>
                    <a:pt x="42" y="66"/>
                    <a:pt x="45" y="62"/>
                  </a:cubicBezTo>
                  <a:cubicBezTo>
                    <a:pt x="45" y="62"/>
                    <a:pt x="46" y="61"/>
                    <a:pt x="46" y="61"/>
                  </a:cubicBezTo>
                  <a:cubicBezTo>
                    <a:pt x="50" y="57"/>
                    <a:pt x="53" y="54"/>
                    <a:pt x="56" y="54"/>
                  </a:cubicBezTo>
                  <a:cubicBezTo>
                    <a:pt x="59" y="54"/>
                    <a:pt x="63" y="56"/>
                    <a:pt x="68" y="60"/>
                  </a:cubicBezTo>
                  <a:cubicBezTo>
                    <a:pt x="70" y="61"/>
                    <a:pt x="72" y="63"/>
                    <a:pt x="75" y="66"/>
                  </a:cubicBezTo>
                  <a:cubicBezTo>
                    <a:pt x="78" y="69"/>
                    <a:pt x="82" y="74"/>
                    <a:pt x="86" y="78"/>
                  </a:cubicBezTo>
                  <a:cubicBezTo>
                    <a:pt x="93" y="87"/>
                    <a:pt x="99" y="95"/>
                    <a:pt x="101" y="100"/>
                  </a:cubicBezTo>
                  <a:cubicBezTo>
                    <a:pt x="98" y="93"/>
                    <a:pt x="92" y="86"/>
                    <a:pt x="85" y="79"/>
                  </a:cubicBezTo>
                  <a:cubicBezTo>
                    <a:pt x="72" y="91"/>
                    <a:pt x="72" y="91"/>
                    <a:pt x="72" y="91"/>
                  </a:cubicBezTo>
                  <a:cubicBezTo>
                    <a:pt x="90" y="139"/>
                    <a:pt x="90" y="139"/>
                    <a:pt x="90" y="139"/>
                  </a:cubicBezTo>
                  <a:cubicBezTo>
                    <a:pt x="94" y="126"/>
                    <a:pt x="98" y="113"/>
                    <a:pt x="101" y="101"/>
                  </a:cubicBezTo>
                  <a:cubicBezTo>
                    <a:pt x="101" y="101"/>
                    <a:pt x="101" y="101"/>
                    <a:pt x="101" y="101"/>
                  </a:cubicBezTo>
                  <a:cubicBezTo>
                    <a:pt x="101" y="101"/>
                    <a:pt x="101" y="101"/>
                    <a:pt x="101" y="101"/>
                  </a:cubicBezTo>
                  <a:cubicBezTo>
                    <a:pt x="102" y="100"/>
                    <a:pt x="102" y="99"/>
                    <a:pt x="102" y="98"/>
                  </a:cubicBezTo>
                  <a:cubicBezTo>
                    <a:pt x="106" y="89"/>
                    <a:pt x="110" y="76"/>
                    <a:pt x="113" y="65"/>
                  </a:cubicBezTo>
                  <a:cubicBezTo>
                    <a:pt x="116" y="53"/>
                    <a:pt x="118" y="43"/>
                    <a:pt x="118" y="40"/>
                  </a:cubicBezTo>
                  <a:cubicBezTo>
                    <a:pt x="118" y="33"/>
                    <a:pt x="119" y="22"/>
                    <a:pt x="119" y="19"/>
                  </a:cubicBezTo>
                  <a:cubicBezTo>
                    <a:pt x="119" y="15"/>
                    <a:pt x="118" y="11"/>
                    <a:pt x="118" y="11"/>
                  </a:cubicBezTo>
                  <a:cubicBezTo>
                    <a:pt x="118" y="11"/>
                    <a:pt x="115" y="0"/>
                    <a:pt x="106" y="1"/>
                  </a:cubicBezTo>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4" name="Freeform 61"/>
            <p:cNvSpPr>
              <a:spLocks/>
            </p:cNvSpPr>
            <p:nvPr/>
          </p:nvSpPr>
          <p:spPr bwMode="auto">
            <a:xfrm>
              <a:off x="4896643" y="3025609"/>
              <a:ext cx="257175" cy="504825"/>
            </a:xfrm>
            <a:custGeom>
              <a:avLst/>
              <a:gdLst>
                <a:gd name="T0" fmla="*/ 115 w 120"/>
                <a:gd name="T1" fmla="*/ 6 h 235"/>
                <a:gd name="T2" fmla="*/ 34 w 120"/>
                <a:gd name="T3" fmla="*/ 13 h 235"/>
                <a:gd name="T4" fmla="*/ 7 w 120"/>
                <a:gd name="T5" fmla="*/ 4 h 235"/>
                <a:gd name="T6" fmla="*/ 0 w 120"/>
                <a:gd name="T7" fmla="*/ 0 h 235"/>
                <a:gd name="T8" fmla="*/ 59 w 120"/>
                <a:gd name="T9" fmla="*/ 235 h 235"/>
                <a:gd name="T10" fmla="*/ 120 w 120"/>
                <a:gd name="T11" fmla="*/ 3 h 235"/>
                <a:gd name="T12" fmla="*/ 118 w 120"/>
                <a:gd name="T13" fmla="*/ 3 h 235"/>
                <a:gd name="T14" fmla="*/ 115 w 120"/>
                <a:gd name="T15" fmla="*/ 6 h 2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235">
                  <a:moveTo>
                    <a:pt x="115" y="6"/>
                  </a:moveTo>
                  <a:cubicBezTo>
                    <a:pt x="104" y="11"/>
                    <a:pt x="45" y="14"/>
                    <a:pt x="34" y="13"/>
                  </a:cubicBezTo>
                  <a:cubicBezTo>
                    <a:pt x="23" y="11"/>
                    <a:pt x="11" y="7"/>
                    <a:pt x="7" y="4"/>
                  </a:cubicBezTo>
                  <a:cubicBezTo>
                    <a:pt x="5" y="3"/>
                    <a:pt x="3" y="2"/>
                    <a:pt x="0" y="0"/>
                  </a:cubicBezTo>
                  <a:cubicBezTo>
                    <a:pt x="16" y="79"/>
                    <a:pt x="59" y="235"/>
                    <a:pt x="59" y="235"/>
                  </a:cubicBezTo>
                  <a:cubicBezTo>
                    <a:pt x="59" y="235"/>
                    <a:pt x="115" y="68"/>
                    <a:pt x="120" y="3"/>
                  </a:cubicBezTo>
                  <a:cubicBezTo>
                    <a:pt x="118" y="3"/>
                    <a:pt x="118" y="3"/>
                    <a:pt x="118" y="3"/>
                  </a:cubicBezTo>
                  <a:cubicBezTo>
                    <a:pt x="117" y="4"/>
                    <a:pt x="116" y="6"/>
                    <a:pt x="115" y="6"/>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5" name="Freeform 62"/>
            <p:cNvSpPr>
              <a:spLocks/>
            </p:cNvSpPr>
            <p:nvPr/>
          </p:nvSpPr>
          <p:spPr bwMode="auto">
            <a:xfrm>
              <a:off x="4877593" y="2728746"/>
              <a:ext cx="280988" cy="327025"/>
            </a:xfrm>
            <a:custGeom>
              <a:avLst/>
              <a:gdLst>
                <a:gd name="T0" fmla="*/ 124 w 131"/>
                <a:gd name="T1" fmla="*/ 51 h 153"/>
                <a:gd name="T2" fmla="*/ 122 w 131"/>
                <a:gd name="T3" fmla="*/ 46 h 153"/>
                <a:gd name="T4" fmla="*/ 126 w 131"/>
                <a:gd name="T5" fmla="*/ 2 h 153"/>
                <a:gd name="T6" fmla="*/ 109 w 131"/>
                <a:gd name="T7" fmla="*/ 22 h 153"/>
                <a:gd name="T8" fmla="*/ 74 w 131"/>
                <a:gd name="T9" fmla="*/ 35 h 153"/>
                <a:gd name="T10" fmla="*/ 33 w 131"/>
                <a:gd name="T11" fmla="*/ 11 h 153"/>
                <a:gd name="T12" fmla="*/ 23 w 131"/>
                <a:gd name="T13" fmla="*/ 0 h 153"/>
                <a:gd name="T14" fmla="*/ 19 w 131"/>
                <a:gd name="T15" fmla="*/ 42 h 153"/>
                <a:gd name="T16" fmla="*/ 19 w 131"/>
                <a:gd name="T17" fmla="*/ 43 h 153"/>
                <a:gd name="T18" fmla="*/ 18 w 131"/>
                <a:gd name="T19" fmla="*/ 46 h 153"/>
                <a:gd name="T20" fmla="*/ 2 w 131"/>
                <a:gd name="T21" fmla="*/ 99 h 153"/>
                <a:gd name="T22" fmla="*/ 3 w 131"/>
                <a:gd name="T23" fmla="*/ 105 h 153"/>
                <a:gd name="T24" fmla="*/ 8 w 131"/>
                <a:gd name="T25" fmla="*/ 135 h 153"/>
                <a:gd name="T26" fmla="*/ 9 w 131"/>
                <a:gd name="T27" fmla="*/ 139 h 153"/>
                <a:gd name="T28" fmla="*/ 16 w 131"/>
                <a:gd name="T29" fmla="*/ 143 h 153"/>
                <a:gd name="T30" fmla="*/ 43 w 131"/>
                <a:gd name="T31" fmla="*/ 152 h 153"/>
                <a:gd name="T32" fmla="*/ 124 w 131"/>
                <a:gd name="T33" fmla="*/ 145 h 153"/>
                <a:gd name="T34" fmla="*/ 127 w 131"/>
                <a:gd name="T35" fmla="*/ 142 h 153"/>
                <a:gd name="T36" fmla="*/ 129 w 131"/>
                <a:gd name="T37" fmla="*/ 138 h 153"/>
                <a:gd name="T38" fmla="*/ 129 w 131"/>
                <a:gd name="T39" fmla="*/ 135 h 153"/>
                <a:gd name="T40" fmla="*/ 122 w 131"/>
                <a:gd name="T41" fmla="*/ 50 h 153"/>
                <a:gd name="T42" fmla="*/ 124 w 131"/>
                <a:gd name="T43" fmla="*/ 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1" h="153">
                  <a:moveTo>
                    <a:pt x="124" y="51"/>
                  </a:moveTo>
                  <a:cubicBezTo>
                    <a:pt x="123" y="48"/>
                    <a:pt x="122" y="46"/>
                    <a:pt x="122" y="46"/>
                  </a:cubicBezTo>
                  <a:cubicBezTo>
                    <a:pt x="126" y="2"/>
                    <a:pt x="126" y="2"/>
                    <a:pt x="126" y="2"/>
                  </a:cubicBezTo>
                  <a:cubicBezTo>
                    <a:pt x="118" y="13"/>
                    <a:pt x="110" y="20"/>
                    <a:pt x="109" y="22"/>
                  </a:cubicBezTo>
                  <a:cubicBezTo>
                    <a:pt x="106" y="25"/>
                    <a:pt x="102" y="36"/>
                    <a:pt x="74" y="35"/>
                  </a:cubicBezTo>
                  <a:cubicBezTo>
                    <a:pt x="47" y="34"/>
                    <a:pt x="48" y="20"/>
                    <a:pt x="33" y="11"/>
                  </a:cubicBezTo>
                  <a:cubicBezTo>
                    <a:pt x="29" y="8"/>
                    <a:pt x="26" y="4"/>
                    <a:pt x="23" y="0"/>
                  </a:cubicBezTo>
                  <a:cubicBezTo>
                    <a:pt x="22" y="11"/>
                    <a:pt x="20" y="39"/>
                    <a:pt x="19" y="42"/>
                  </a:cubicBezTo>
                  <a:cubicBezTo>
                    <a:pt x="19" y="42"/>
                    <a:pt x="19" y="43"/>
                    <a:pt x="19" y="43"/>
                  </a:cubicBezTo>
                  <a:cubicBezTo>
                    <a:pt x="18" y="46"/>
                    <a:pt x="18" y="46"/>
                    <a:pt x="18" y="46"/>
                  </a:cubicBezTo>
                  <a:cubicBezTo>
                    <a:pt x="18" y="46"/>
                    <a:pt x="0" y="56"/>
                    <a:pt x="2" y="99"/>
                  </a:cubicBezTo>
                  <a:cubicBezTo>
                    <a:pt x="2" y="101"/>
                    <a:pt x="2" y="103"/>
                    <a:pt x="3" y="105"/>
                  </a:cubicBezTo>
                  <a:cubicBezTo>
                    <a:pt x="3" y="112"/>
                    <a:pt x="5" y="122"/>
                    <a:pt x="8" y="135"/>
                  </a:cubicBezTo>
                  <a:cubicBezTo>
                    <a:pt x="8" y="137"/>
                    <a:pt x="8" y="138"/>
                    <a:pt x="9" y="139"/>
                  </a:cubicBezTo>
                  <a:cubicBezTo>
                    <a:pt x="12" y="141"/>
                    <a:pt x="14" y="142"/>
                    <a:pt x="16" y="143"/>
                  </a:cubicBezTo>
                  <a:cubicBezTo>
                    <a:pt x="20" y="146"/>
                    <a:pt x="32" y="150"/>
                    <a:pt x="43" y="152"/>
                  </a:cubicBezTo>
                  <a:cubicBezTo>
                    <a:pt x="54" y="153"/>
                    <a:pt x="113" y="150"/>
                    <a:pt x="124" y="145"/>
                  </a:cubicBezTo>
                  <a:cubicBezTo>
                    <a:pt x="125" y="145"/>
                    <a:pt x="126" y="143"/>
                    <a:pt x="127" y="142"/>
                  </a:cubicBezTo>
                  <a:cubicBezTo>
                    <a:pt x="128" y="141"/>
                    <a:pt x="128" y="140"/>
                    <a:pt x="129" y="138"/>
                  </a:cubicBezTo>
                  <a:cubicBezTo>
                    <a:pt x="129" y="137"/>
                    <a:pt x="129" y="136"/>
                    <a:pt x="129" y="135"/>
                  </a:cubicBezTo>
                  <a:cubicBezTo>
                    <a:pt x="131" y="75"/>
                    <a:pt x="122" y="50"/>
                    <a:pt x="122" y="50"/>
                  </a:cubicBezTo>
                  <a:cubicBezTo>
                    <a:pt x="123" y="51"/>
                    <a:pt x="123" y="51"/>
                    <a:pt x="124" y="51"/>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6" name="Freeform 63"/>
            <p:cNvSpPr>
              <a:spLocks/>
            </p:cNvSpPr>
            <p:nvPr/>
          </p:nvSpPr>
          <p:spPr bwMode="auto">
            <a:xfrm>
              <a:off x="5263355" y="4011446"/>
              <a:ext cx="239713" cy="233363"/>
            </a:xfrm>
            <a:custGeom>
              <a:avLst/>
              <a:gdLst>
                <a:gd name="T0" fmla="*/ 82 w 112"/>
                <a:gd name="T1" fmla="*/ 0 h 109"/>
                <a:gd name="T2" fmla="*/ 67 w 112"/>
                <a:gd name="T3" fmla="*/ 9 h 109"/>
                <a:gd name="T4" fmla="*/ 46 w 112"/>
                <a:gd name="T5" fmla="*/ 9 h 109"/>
                <a:gd name="T6" fmla="*/ 28 w 112"/>
                <a:gd name="T7" fmla="*/ 21 h 109"/>
                <a:gd name="T8" fmla="*/ 2 w 112"/>
                <a:gd name="T9" fmla="*/ 35 h 109"/>
                <a:gd name="T10" fmla="*/ 21 w 112"/>
                <a:gd name="T11" fmla="*/ 45 h 109"/>
                <a:gd name="T12" fmla="*/ 43 w 112"/>
                <a:gd name="T13" fmla="*/ 38 h 109"/>
                <a:gd name="T14" fmla="*/ 61 w 112"/>
                <a:gd name="T15" fmla="*/ 66 h 109"/>
                <a:gd name="T16" fmla="*/ 68 w 112"/>
                <a:gd name="T17" fmla="*/ 106 h 109"/>
                <a:gd name="T18" fmla="*/ 68 w 112"/>
                <a:gd name="T19" fmla="*/ 109 h 109"/>
                <a:gd name="T20" fmla="*/ 88 w 112"/>
                <a:gd name="T21" fmla="*/ 89 h 109"/>
                <a:gd name="T22" fmla="*/ 106 w 112"/>
                <a:gd name="T23" fmla="*/ 60 h 109"/>
                <a:gd name="T24" fmla="*/ 112 w 112"/>
                <a:gd name="T25" fmla="*/ 39 h 109"/>
                <a:gd name="T26" fmla="*/ 110 w 112"/>
                <a:gd name="T27" fmla="*/ 17 h 109"/>
                <a:gd name="T28" fmla="*/ 82 w 112"/>
                <a:gd name="T2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09">
                  <a:moveTo>
                    <a:pt x="82" y="0"/>
                  </a:moveTo>
                  <a:cubicBezTo>
                    <a:pt x="82" y="0"/>
                    <a:pt x="73" y="9"/>
                    <a:pt x="67" y="9"/>
                  </a:cubicBezTo>
                  <a:cubicBezTo>
                    <a:pt x="46" y="9"/>
                    <a:pt x="46" y="9"/>
                    <a:pt x="46" y="9"/>
                  </a:cubicBezTo>
                  <a:cubicBezTo>
                    <a:pt x="38" y="9"/>
                    <a:pt x="38" y="17"/>
                    <a:pt x="28" y="21"/>
                  </a:cubicBezTo>
                  <a:cubicBezTo>
                    <a:pt x="17" y="26"/>
                    <a:pt x="3" y="30"/>
                    <a:pt x="2" y="35"/>
                  </a:cubicBezTo>
                  <a:cubicBezTo>
                    <a:pt x="0" y="39"/>
                    <a:pt x="9" y="45"/>
                    <a:pt x="21" y="45"/>
                  </a:cubicBezTo>
                  <a:cubicBezTo>
                    <a:pt x="34" y="45"/>
                    <a:pt x="43" y="38"/>
                    <a:pt x="43" y="38"/>
                  </a:cubicBezTo>
                  <a:cubicBezTo>
                    <a:pt x="43" y="38"/>
                    <a:pt x="55" y="54"/>
                    <a:pt x="61" y="66"/>
                  </a:cubicBezTo>
                  <a:cubicBezTo>
                    <a:pt x="66" y="76"/>
                    <a:pt x="68" y="99"/>
                    <a:pt x="68" y="106"/>
                  </a:cubicBezTo>
                  <a:cubicBezTo>
                    <a:pt x="68" y="108"/>
                    <a:pt x="68" y="109"/>
                    <a:pt x="68" y="109"/>
                  </a:cubicBezTo>
                  <a:cubicBezTo>
                    <a:pt x="68" y="109"/>
                    <a:pt x="80" y="95"/>
                    <a:pt x="88" y="89"/>
                  </a:cubicBezTo>
                  <a:cubicBezTo>
                    <a:pt x="95" y="83"/>
                    <a:pt x="97" y="69"/>
                    <a:pt x="106" y="60"/>
                  </a:cubicBezTo>
                  <a:cubicBezTo>
                    <a:pt x="110" y="56"/>
                    <a:pt x="112" y="48"/>
                    <a:pt x="112" y="39"/>
                  </a:cubicBezTo>
                  <a:cubicBezTo>
                    <a:pt x="112" y="29"/>
                    <a:pt x="111" y="20"/>
                    <a:pt x="110" y="17"/>
                  </a:cubicBezTo>
                  <a:cubicBezTo>
                    <a:pt x="109" y="11"/>
                    <a:pt x="82" y="0"/>
                    <a:pt x="82" y="0"/>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7" name="Freeform 64"/>
            <p:cNvSpPr>
              <a:spLocks/>
            </p:cNvSpPr>
            <p:nvPr/>
          </p:nvSpPr>
          <p:spPr bwMode="auto">
            <a:xfrm>
              <a:off x="4964905" y="6240296"/>
              <a:ext cx="188913" cy="152400"/>
            </a:xfrm>
            <a:custGeom>
              <a:avLst/>
              <a:gdLst>
                <a:gd name="T0" fmla="*/ 75 w 88"/>
                <a:gd name="T1" fmla="*/ 6 h 71"/>
                <a:gd name="T2" fmla="*/ 69 w 88"/>
                <a:gd name="T3" fmla="*/ 6 h 71"/>
                <a:gd name="T4" fmla="*/ 10 w 88"/>
                <a:gd name="T5" fmla="*/ 0 h 71"/>
                <a:gd name="T6" fmla="*/ 2 w 88"/>
                <a:gd name="T7" fmla="*/ 39 h 71"/>
                <a:gd name="T8" fmla="*/ 0 w 88"/>
                <a:gd name="T9" fmla="*/ 51 h 71"/>
                <a:gd name="T10" fmla="*/ 14 w 88"/>
                <a:gd name="T11" fmla="*/ 65 h 71"/>
                <a:gd name="T12" fmla="*/ 49 w 88"/>
                <a:gd name="T13" fmla="*/ 69 h 71"/>
                <a:gd name="T14" fmla="*/ 67 w 88"/>
                <a:gd name="T15" fmla="*/ 68 h 71"/>
                <a:gd name="T16" fmla="*/ 84 w 88"/>
                <a:gd name="T17" fmla="*/ 64 h 71"/>
                <a:gd name="T18" fmla="*/ 88 w 88"/>
                <a:gd name="T19" fmla="*/ 9 h 71"/>
                <a:gd name="T20" fmla="*/ 88 w 88"/>
                <a:gd name="T21" fmla="*/ 7 h 71"/>
                <a:gd name="T22" fmla="*/ 75 w 88"/>
                <a:gd name="T23" fmla="*/ 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 h="71">
                  <a:moveTo>
                    <a:pt x="75" y="6"/>
                  </a:moveTo>
                  <a:cubicBezTo>
                    <a:pt x="73" y="6"/>
                    <a:pt x="71" y="6"/>
                    <a:pt x="69" y="6"/>
                  </a:cubicBezTo>
                  <a:cubicBezTo>
                    <a:pt x="49" y="4"/>
                    <a:pt x="14" y="1"/>
                    <a:pt x="10" y="0"/>
                  </a:cubicBezTo>
                  <a:cubicBezTo>
                    <a:pt x="8" y="13"/>
                    <a:pt x="3" y="36"/>
                    <a:pt x="2" y="39"/>
                  </a:cubicBezTo>
                  <a:cubicBezTo>
                    <a:pt x="2" y="41"/>
                    <a:pt x="1" y="46"/>
                    <a:pt x="0" y="51"/>
                  </a:cubicBezTo>
                  <a:cubicBezTo>
                    <a:pt x="3" y="55"/>
                    <a:pt x="10" y="64"/>
                    <a:pt x="14" y="65"/>
                  </a:cubicBezTo>
                  <a:cubicBezTo>
                    <a:pt x="34" y="71"/>
                    <a:pt x="30" y="69"/>
                    <a:pt x="49" y="69"/>
                  </a:cubicBezTo>
                  <a:cubicBezTo>
                    <a:pt x="56" y="69"/>
                    <a:pt x="62" y="69"/>
                    <a:pt x="67" y="68"/>
                  </a:cubicBezTo>
                  <a:cubicBezTo>
                    <a:pt x="74" y="66"/>
                    <a:pt x="80" y="65"/>
                    <a:pt x="84" y="64"/>
                  </a:cubicBezTo>
                  <a:cubicBezTo>
                    <a:pt x="86" y="47"/>
                    <a:pt x="88" y="13"/>
                    <a:pt x="88" y="9"/>
                  </a:cubicBezTo>
                  <a:cubicBezTo>
                    <a:pt x="88" y="9"/>
                    <a:pt x="88" y="8"/>
                    <a:pt x="88" y="7"/>
                  </a:cubicBezTo>
                  <a:cubicBezTo>
                    <a:pt x="85" y="7"/>
                    <a:pt x="81" y="7"/>
                    <a:pt x="75" y="6"/>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8" name="Freeform 65"/>
            <p:cNvSpPr>
              <a:spLocks/>
            </p:cNvSpPr>
            <p:nvPr/>
          </p:nvSpPr>
          <p:spPr bwMode="auto">
            <a:xfrm>
              <a:off x="4369593" y="6229184"/>
              <a:ext cx="179388" cy="176213"/>
            </a:xfrm>
            <a:custGeom>
              <a:avLst/>
              <a:gdLst>
                <a:gd name="T0" fmla="*/ 12 w 84"/>
                <a:gd name="T1" fmla="*/ 1 h 82"/>
                <a:gd name="T2" fmla="*/ 11 w 84"/>
                <a:gd name="T3" fmla="*/ 0 h 82"/>
                <a:gd name="T4" fmla="*/ 0 w 84"/>
                <a:gd name="T5" fmla="*/ 77 h 82"/>
                <a:gd name="T6" fmla="*/ 21 w 84"/>
                <a:gd name="T7" fmla="*/ 81 h 82"/>
                <a:gd name="T8" fmla="*/ 71 w 84"/>
                <a:gd name="T9" fmla="*/ 82 h 82"/>
                <a:gd name="T10" fmla="*/ 77 w 84"/>
                <a:gd name="T11" fmla="*/ 40 h 82"/>
                <a:gd name="T12" fmla="*/ 84 w 84"/>
                <a:gd name="T13" fmla="*/ 8 h 82"/>
                <a:gd name="T14" fmla="*/ 12 w 84"/>
                <a:gd name="T15" fmla="*/ 1 h 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82">
                  <a:moveTo>
                    <a:pt x="12" y="1"/>
                  </a:moveTo>
                  <a:cubicBezTo>
                    <a:pt x="12" y="1"/>
                    <a:pt x="12" y="0"/>
                    <a:pt x="11" y="0"/>
                  </a:cubicBezTo>
                  <a:cubicBezTo>
                    <a:pt x="9" y="14"/>
                    <a:pt x="0" y="59"/>
                    <a:pt x="0" y="77"/>
                  </a:cubicBezTo>
                  <a:cubicBezTo>
                    <a:pt x="1" y="78"/>
                    <a:pt x="5" y="81"/>
                    <a:pt x="21" y="81"/>
                  </a:cubicBezTo>
                  <a:cubicBezTo>
                    <a:pt x="47" y="81"/>
                    <a:pt x="71" y="82"/>
                    <a:pt x="71" y="82"/>
                  </a:cubicBezTo>
                  <a:cubicBezTo>
                    <a:pt x="71" y="82"/>
                    <a:pt x="77" y="52"/>
                    <a:pt x="77" y="40"/>
                  </a:cubicBezTo>
                  <a:cubicBezTo>
                    <a:pt x="77" y="28"/>
                    <a:pt x="84" y="8"/>
                    <a:pt x="84" y="8"/>
                  </a:cubicBezTo>
                  <a:cubicBezTo>
                    <a:pt x="59" y="19"/>
                    <a:pt x="16" y="4"/>
                    <a:pt x="12" y="1"/>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9" name="Freeform 66"/>
            <p:cNvSpPr>
              <a:spLocks/>
            </p:cNvSpPr>
            <p:nvPr/>
          </p:nvSpPr>
          <p:spPr bwMode="auto">
            <a:xfrm>
              <a:off x="4726780" y="3966996"/>
              <a:ext cx="388938" cy="239713"/>
            </a:xfrm>
            <a:custGeom>
              <a:avLst/>
              <a:gdLst>
                <a:gd name="T0" fmla="*/ 130 w 181"/>
                <a:gd name="T1" fmla="*/ 98 h 112"/>
                <a:gd name="T2" fmla="*/ 142 w 181"/>
                <a:gd name="T3" fmla="*/ 83 h 112"/>
                <a:gd name="T4" fmla="*/ 152 w 181"/>
                <a:gd name="T5" fmla="*/ 60 h 112"/>
                <a:gd name="T6" fmla="*/ 154 w 181"/>
                <a:gd name="T7" fmla="*/ 36 h 112"/>
                <a:gd name="T8" fmla="*/ 180 w 181"/>
                <a:gd name="T9" fmla="*/ 23 h 112"/>
                <a:gd name="T10" fmla="*/ 145 w 181"/>
                <a:gd name="T11" fmla="*/ 9 h 112"/>
                <a:gd name="T12" fmla="*/ 119 w 181"/>
                <a:gd name="T13" fmla="*/ 3 h 112"/>
                <a:gd name="T14" fmla="*/ 97 w 181"/>
                <a:gd name="T15" fmla="*/ 1 h 112"/>
                <a:gd name="T16" fmla="*/ 62 w 181"/>
                <a:gd name="T17" fmla="*/ 11 h 112"/>
                <a:gd name="T18" fmla="*/ 38 w 181"/>
                <a:gd name="T19" fmla="*/ 3 h 112"/>
                <a:gd name="T20" fmla="*/ 0 w 181"/>
                <a:gd name="T21" fmla="*/ 51 h 112"/>
                <a:gd name="T22" fmla="*/ 63 w 181"/>
                <a:gd name="T23" fmla="*/ 102 h 112"/>
                <a:gd name="T24" fmla="*/ 110 w 181"/>
                <a:gd name="T25" fmla="*/ 112 h 112"/>
                <a:gd name="T26" fmla="*/ 130 w 181"/>
                <a:gd name="T27" fmla="*/ 9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1" h="112">
                  <a:moveTo>
                    <a:pt x="130" y="98"/>
                  </a:moveTo>
                  <a:cubicBezTo>
                    <a:pt x="125" y="96"/>
                    <a:pt x="142" y="90"/>
                    <a:pt x="142" y="83"/>
                  </a:cubicBezTo>
                  <a:cubicBezTo>
                    <a:pt x="152" y="77"/>
                    <a:pt x="158" y="62"/>
                    <a:pt x="152" y="60"/>
                  </a:cubicBezTo>
                  <a:cubicBezTo>
                    <a:pt x="158" y="53"/>
                    <a:pt x="158" y="39"/>
                    <a:pt x="154" y="36"/>
                  </a:cubicBezTo>
                  <a:cubicBezTo>
                    <a:pt x="149" y="33"/>
                    <a:pt x="178" y="36"/>
                    <a:pt x="180" y="23"/>
                  </a:cubicBezTo>
                  <a:cubicBezTo>
                    <a:pt x="181" y="9"/>
                    <a:pt x="149" y="9"/>
                    <a:pt x="145" y="9"/>
                  </a:cubicBezTo>
                  <a:cubicBezTo>
                    <a:pt x="140" y="9"/>
                    <a:pt x="124" y="4"/>
                    <a:pt x="119" y="3"/>
                  </a:cubicBezTo>
                  <a:cubicBezTo>
                    <a:pt x="115" y="1"/>
                    <a:pt x="107" y="0"/>
                    <a:pt x="97" y="1"/>
                  </a:cubicBezTo>
                  <a:cubicBezTo>
                    <a:pt x="86" y="3"/>
                    <a:pt x="73" y="11"/>
                    <a:pt x="62" y="11"/>
                  </a:cubicBezTo>
                  <a:cubicBezTo>
                    <a:pt x="51" y="11"/>
                    <a:pt x="44" y="6"/>
                    <a:pt x="38" y="3"/>
                  </a:cubicBezTo>
                  <a:cubicBezTo>
                    <a:pt x="32" y="0"/>
                    <a:pt x="6" y="12"/>
                    <a:pt x="0" y="51"/>
                  </a:cubicBezTo>
                  <a:cubicBezTo>
                    <a:pt x="0" y="51"/>
                    <a:pt x="48" y="95"/>
                    <a:pt x="63" y="102"/>
                  </a:cubicBezTo>
                  <a:cubicBezTo>
                    <a:pt x="79" y="110"/>
                    <a:pt x="98" y="112"/>
                    <a:pt x="110" y="112"/>
                  </a:cubicBezTo>
                  <a:cubicBezTo>
                    <a:pt x="122" y="112"/>
                    <a:pt x="134" y="99"/>
                    <a:pt x="130" y="98"/>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0" name="Freeform 67"/>
            <p:cNvSpPr>
              <a:spLocks noEditPoints="1"/>
            </p:cNvSpPr>
            <p:nvPr/>
          </p:nvSpPr>
          <p:spPr bwMode="auto">
            <a:xfrm>
              <a:off x="4326730" y="2625559"/>
              <a:ext cx="1193800" cy="3881438"/>
            </a:xfrm>
            <a:custGeom>
              <a:avLst/>
              <a:gdLst>
                <a:gd name="T0" fmla="*/ 520 w 557"/>
                <a:gd name="T1" fmla="*/ 350 h 1812"/>
                <a:gd name="T2" fmla="*/ 469 w 557"/>
                <a:gd name="T3" fmla="*/ 153 h 1812"/>
                <a:gd name="T4" fmla="*/ 423 w 557"/>
                <a:gd name="T5" fmla="*/ 15 h 1812"/>
                <a:gd name="T6" fmla="*/ 399 w 557"/>
                <a:gd name="T7" fmla="*/ 12 h 1812"/>
                <a:gd name="T8" fmla="*/ 381 w 557"/>
                <a:gd name="T9" fmla="*/ 99 h 1812"/>
                <a:gd name="T10" fmla="*/ 386 w 557"/>
                <a:gd name="T11" fmla="*/ 186 h 1812"/>
                <a:gd name="T12" fmla="*/ 325 w 557"/>
                <a:gd name="T13" fmla="*/ 422 h 1812"/>
                <a:gd name="T14" fmla="*/ 260 w 557"/>
                <a:gd name="T15" fmla="*/ 153 h 1812"/>
                <a:gd name="T16" fmla="*/ 276 w 557"/>
                <a:gd name="T17" fmla="*/ 91 h 1812"/>
                <a:gd name="T18" fmla="*/ 265 w 557"/>
                <a:gd name="T19" fmla="*/ 8 h 1812"/>
                <a:gd name="T20" fmla="*/ 235 w 557"/>
                <a:gd name="T21" fmla="*/ 78 h 1812"/>
                <a:gd name="T22" fmla="*/ 128 w 557"/>
                <a:gd name="T23" fmla="*/ 147 h 1812"/>
                <a:gd name="T24" fmla="*/ 29 w 557"/>
                <a:gd name="T25" fmla="*/ 453 h 1812"/>
                <a:gd name="T26" fmla="*/ 52 w 557"/>
                <a:gd name="T27" fmla="*/ 566 h 1812"/>
                <a:gd name="T28" fmla="*/ 130 w 557"/>
                <a:gd name="T29" fmla="*/ 703 h 1812"/>
                <a:gd name="T30" fmla="*/ 73 w 557"/>
                <a:gd name="T31" fmla="*/ 1107 h 1812"/>
                <a:gd name="T32" fmla="*/ 33 w 557"/>
                <a:gd name="T33" fmla="*/ 1444 h 1812"/>
                <a:gd name="T34" fmla="*/ 31 w 557"/>
                <a:gd name="T35" fmla="*/ 1682 h 1812"/>
                <a:gd name="T36" fmla="*/ 97 w 557"/>
                <a:gd name="T37" fmla="*/ 1722 h 1812"/>
                <a:gd name="T38" fmla="*/ 20 w 557"/>
                <a:gd name="T39" fmla="*/ 1759 h 1812"/>
                <a:gd name="T40" fmla="*/ 1 w 557"/>
                <a:gd name="T41" fmla="*/ 1793 h 1812"/>
                <a:gd name="T42" fmla="*/ 101 w 557"/>
                <a:gd name="T43" fmla="*/ 1758 h 1812"/>
                <a:gd name="T44" fmla="*/ 130 w 557"/>
                <a:gd name="T45" fmla="*/ 1671 h 1812"/>
                <a:gd name="T46" fmla="*/ 160 w 557"/>
                <a:gd name="T47" fmla="*/ 1363 h 1812"/>
                <a:gd name="T48" fmla="*/ 198 w 557"/>
                <a:gd name="T49" fmla="*/ 1194 h 1812"/>
                <a:gd name="T50" fmla="*/ 284 w 557"/>
                <a:gd name="T51" fmla="*/ 879 h 1812"/>
                <a:gd name="T52" fmla="*/ 341 w 557"/>
                <a:gd name="T53" fmla="*/ 1187 h 1812"/>
                <a:gd name="T54" fmla="*/ 338 w 557"/>
                <a:gd name="T55" fmla="*/ 1381 h 1812"/>
                <a:gd name="T56" fmla="*/ 306 w 557"/>
                <a:gd name="T57" fmla="*/ 1652 h 1812"/>
                <a:gd name="T58" fmla="*/ 367 w 557"/>
                <a:gd name="T59" fmla="*/ 1693 h 1812"/>
                <a:gd name="T60" fmla="*/ 386 w 557"/>
                <a:gd name="T61" fmla="*/ 1696 h 1812"/>
                <a:gd name="T62" fmla="*/ 347 w 557"/>
                <a:gd name="T63" fmla="*/ 1756 h 1812"/>
                <a:gd name="T64" fmla="*/ 296 w 557"/>
                <a:gd name="T65" fmla="*/ 1735 h 1812"/>
                <a:gd name="T66" fmla="*/ 322 w 557"/>
                <a:gd name="T67" fmla="*/ 1812 h 1812"/>
                <a:gd name="T68" fmla="*/ 386 w 557"/>
                <a:gd name="T69" fmla="*/ 1769 h 1812"/>
                <a:gd name="T70" fmla="*/ 424 w 557"/>
                <a:gd name="T71" fmla="*/ 1561 h 1812"/>
                <a:gd name="T72" fmla="*/ 460 w 557"/>
                <a:gd name="T73" fmla="*/ 1262 h 1812"/>
                <a:gd name="T74" fmla="*/ 498 w 557"/>
                <a:gd name="T75" fmla="*/ 885 h 1812"/>
                <a:gd name="T76" fmla="*/ 505 w 557"/>
                <a:gd name="T77" fmla="*/ 753 h 1812"/>
                <a:gd name="T78" fmla="*/ 458 w 557"/>
                <a:gd name="T79" fmla="*/ 692 h 1812"/>
                <a:gd name="T80" fmla="*/ 483 w 557"/>
                <a:gd name="T81" fmla="*/ 656 h 1812"/>
                <a:gd name="T82" fmla="*/ 547 w 557"/>
                <a:gd name="T83" fmla="*/ 664 h 1812"/>
                <a:gd name="T84" fmla="*/ 531 w 557"/>
                <a:gd name="T85" fmla="*/ 545 h 1812"/>
                <a:gd name="T86" fmla="*/ 329 w 557"/>
                <a:gd name="T87" fmla="*/ 709 h 1812"/>
                <a:gd name="T88" fmla="*/ 250 w 557"/>
                <a:gd name="T89" fmla="*/ 728 h 1812"/>
                <a:gd name="T90" fmla="*/ 249 w 557"/>
                <a:gd name="T91" fmla="*/ 637 h 1812"/>
                <a:gd name="T92" fmla="*/ 332 w 557"/>
                <a:gd name="T93" fmla="*/ 635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57" h="1812">
                  <a:moveTo>
                    <a:pt x="531" y="545"/>
                  </a:moveTo>
                  <a:cubicBezTo>
                    <a:pt x="531" y="525"/>
                    <a:pt x="529" y="492"/>
                    <a:pt x="529" y="483"/>
                  </a:cubicBezTo>
                  <a:cubicBezTo>
                    <a:pt x="529" y="474"/>
                    <a:pt x="520" y="370"/>
                    <a:pt x="520" y="350"/>
                  </a:cubicBezTo>
                  <a:cubicBezTo>
                    <a:pt x="520" y="331"/>
                    <a:pt x="525" y="252"/>
                    <a:pt x="525" y="243"/>
                  </a:cubicBezTo>
                  <a:cubicBezTo>
                    <a:pt x="525" y="234"/>
                    <a:pt x="516" y="166"/>
                    <a:pt x="499" y="162"/>
                  </a:cubicBezTo>
                  <a:cubicBezTo>
                    <a:pt x="483" y="157"/>
                    <a:pt x="483" y="156"/>
                    <a:pt x="469" y="153"/>
                  </a:cubicBezTo>
                  <a:cubicBezTo>
                    <a:pt x="461" y="151"/>
                    <a:pt x="449" y="147"/>
                    <a:pt x="441" y="143"/>
                  </a:cubicBezTo>
                  <a:cubicBezTo>
                    <a:pt x="435" y="124"/>
                    <a:pt x="425" y="98"/>
                    <a:pt x="424" y="81"/>
                  </a:cubicBezTo>
                  <a:cubicBezTo>
                    <a:pt x="422" y="55"/>
                    <a:pt x="423" y="26"/>
                    <a:pt x="423" y="15"/>
                  </a:cubicBezTo>
                  <a:cubicBezTo>
                    <a:pt x="423" y="10"/>
                    <a:pt x="421" y="5"/>
                    <a:pt x="419" y="0"/>
                  </a:cubicBezTo>
                  <a:cubicBezTo>
                    <a:pt x="418" y="2"/>
                    <a:pt x="418" y="3"/>
                    <a:pt x="418" y="5"/>
                  </a:cubicBezTo>
                  <a:cubicBezTo>
                    <a:pt x="416" y="15"/>
                    <a:pt x="405" y="16"/>
                    <a:pt x="399" y="12"/>
                  </a:cubicBezTo>
                  <a:cubicBezTo>
                    <a:pt x="398" y="26"/>
                    <a:pt x="390" y="40"/>
                    <a:pt x="383" y="50"/>
                  </a:cubicBezTo>
                  <a:cubicBezTo>
                    <a:pt x="379" y="94"/>
                    <a:pt x="379" y="94"/>
                    <a:pt x="379" y="94"/>
                  </a:cubicBezTo>
                  <a:cubicBezTo>
                    <a:pt x="379" y="94"/>
                    <a:pt x="380" y="96"/>
                    <a:pt x="381" y="99"/>
                  </a:cubicBezTo>
                  <a:cubicBezTo>
                    <a:pt x="380" y="99"/>
                    <a:pt x="380" y="99"/>
                    <a:pt x="379" y="98"/>
                  </a:cubicBezTo>
                  <a:cubicBezTo>
                    <a:pt x="379" y="98"/>
                    <a:pt x="388" y="123"/>
                    <a:pt x="386" y="183"/>
                  </a:cubicBezTo>
                  <a:cubicBezTo>
                    <a:pt x="386" y="184"/>
                    <a:pt x="386" y="185"/>
                    <a:pt x="386" y="186"/>
                  </a:cubicBezTo>
                  <a:cubicBezTo>
                    <a:pt x="386" y="186"/>
                    <a:pt x="386" y="186"/>
                    <a:pt x="386" y="186"/>
                  </a:cubicBezTo>
                  <a:cubicBezTo>
                    <a:pt x="386" y="187"/>
                    <a:pt x="386" y="188"/>
                    <a:pt x="386" y="190"/>
                  </a:cubicBezTo>
                  <a:cubicBezTo>
                    <a:pt x="381" y="255"/>
                    <a:pt x="325" y="422"/>
                    <a:pt x="325" y="422"/>
                  </a:cubicBezTo>
                  <a:cubicBezTo>
                    <a:pt x="325" y="422"/>
                    <a:pt x="282" y="266"/>
                    <a:pt x="266" y="187"/>
                  </a:cubicBezTo>
                  <a:cubicBezTo>
                    <a:pt x="265" y="186"/>
                    <a:pt x="265" y="185"/>
                    <a:pt x="265" y="183"/>
                  </a:cubicBezTo>
                  <a:cubicBezTo>
                    <a:pt x="262" y="170"/>
                    <a:pt x="260" y="160"/>
                    <a:pt x="260" y="153"/>
                  </a:cubicBezTo>
                  <a:cubicBezTo>
                    <a:pt x="259" y="151"/>
                    <a:pt x="259" y="149"/>
                    <a:pt x="259" y="147"/>
                  </a:cubicBezTo>
                  <a:cubicBezTo>
                    <a:pt x="257" y="104"/>
                    <a:pt x="275" y="94"/>
                    <a:pt x="275" y="94"/>
                  </a:cubicBezTo>
                  <a:cubicBezTo>
                    <a:pt x="276" y="91"/>
                    <a:pt x="276" y="91"/>
                    <a:pt x="276" y="91"/>
                  </a:cubicBezTo>
                  <a:cubicBezTo>
                    <a:pt x="276" y="91"/>
                    <a:pt x="276" y="90"/>
                    <a:pt x="276" y="90"/>
                  </a:cubicBezTo>
                  <a:cubicBezTo>
                    <a:pt x="277" y="87"/>
                    <a:pt x="279" y="59"/>
                    <a:pt x="280" y="48"/>
                  </a:cubicBezTo>
                  <a:cubicBezTo>
                    <a:pt x="271" y="35"/>
                    <a:pt x="267" y="18"/>
                    <a:pt x="265" y="8"/>
                  </a:cubicBezTo>
                  <a:cubicBezTo>
                    <a:pt x="256" y="10"/>
                    <a:pt x="251" y="6"/>
                    <a:pt x="249" y="0"/>
                  </a:cubicBezTo>
                  <a:cubicBezTo>
                    <a:pt x="249" y="13"/>
                    <a:pt x="248" y="25"/>
                    <a:pt x="245" y="33"/>
                  </a:cubicBezTo>
                  <a:cubicBezTo>
                    <a:pt x="236" y="58"/>
                    <a:pt x="235" y="64"/>
                    <a:pt x="235" y="78"/>
                  </a:cubicBezTo>
                  <a:cubicBezTo>
                    <a:pt x="235" y="85"/>
                    <a:pt x="233" y="99"/>
                    <a:pt x="232" y="111"/>
                  </a:cubicBezTo>
                  <a:cubicBezTo>
                    <a:pt x="226" y="116"/>
                    <a:pt x="221" y="119"/>
                    <a:pt x="217" y="121"/>
                  </a:cubicBezTo>
                  <a:cubicBezTo>
                    <a:pt x="204" y="127"/>
                    <a:pt x="140" y="132"/>
                    <a:pt x="128" y="147"/>
                  </a:cubicBezTo>
                  <a:cubicBezTo>
                    <a:pt x="113" y="145"/>
                    <a:pt x="106" y="159"/>
                    <a:pt x="97" y="193"/>
                  </a:cubicBezTo>
                  <a:cubicBezTo>
                    <a:pt x="88" y="228"/>
                    <a:pt x="47" y="383"/>
                    <a:pt x="45" y="397"/>
                  </a:cubicBezTo>
                  <a:cubicBezTo>
                    <a:pt x="44" y="410"/>
                    <a:pt x="32" y="444"/>
                    <a:pt x="29" y="453"/>
                  </a:cubicBezTo>
                  <a:cubicBezTo>
                    <a:pt x="26" y="462"/>
                    <a:pt x="23" y="474"/>
                    <a:pt x="26" y="483"/>
                  </a:cubicBezTo>
                  <a:cubicBezTo>
                    <a:pt x="29" y="492"/>
                    <a:pt x="27" y="504"/>
                    <a:pt x="29" y="516"/>
                  </a:cubicBezTo>
                  <a:cubicBezTo>
                    <a:pt x="30" y="528"/>
                    <a:pt x="44" y="555"/>
                    <a:pt x="52" y="566"/>
                  </a:cubicBezTo>
                  <a:cubicBezTo>
                    <a:pt x="59" y="576"/>
                    <a:pt x="80" y="612"/>
                    <a:pt x="89" y="620"/>
                  </a:cubicBezTo>
                  <a:cubicBezTo>
                    <a:pt x="98" y="627"/>
                    <a:pt x="118" y="650"/>
                    <a:pt x="118" y="650"/>
                  </a:cubicBezTo>
                  <a:cubicBezTo>
                    <a:pt x="118" y="650"/>
                    <a:pt x="130" y="688"/>
                    <a:pt x="130" y="703"/>
                  </a:cubicBezTo>
                  <a:cubicBezTo>
                    <a:pt x="130" y="718"/>
                    <a:pt x="107" y="769"/>
                    <a:pt x="104" y="784"/>
                  </a:cubicBezTo>
                  <a:cubicBezTo>
                    <a:pt x="101" y="799"/>
                    <a:pt x="92" y="917"/>
                    <a:pt x="91" y="953"/>
                  </a:cubicBezTo>
                  <a:cubicBezTo>
                    <a:pt x="89" y="989"/>
                    <a:pt x="73" y="1078"/>
                    <a:pt x="73" y="1107"/>
                  </a:cubicBezTo>
                  <a:cubicBezTo>
                    <a:pt x="73" y="1135"/>
                    <a:pt x="71" y="1173"/>
                    <a:pt x="71" y="1184"/>
                  </a:cubicBezTo>
                  <a:cubicBezTo>
                    <a:pt x="71" y="1194"/>
                    <a:pt x="58" y="1259"/>
                    <a:pt x="55" y="1294"/>
                  </a:cubicBezTo>
                  <a:cubicBezTo>
                    <a:pt x="52" y="1328"/>
                    <a:pt x="35" y="1417"/>
                    <a:pt x="33" y="1444"/>
                  </a:cubicBezTo>
                  <a:cubicBezTo>
                    <a:pt x="32" y="1472"/>
                    <a:pt x="24" y="1562"/>
                    <a:pt x="24" y="1589"/>
                  </a:cubicBezTo>
                  <a:cubicBezTo>
                    <a:pt x="24" y="1616"/>
                    <a:pt x="23" y="1618"/>
                    <a:pt x="21" y="1642"/>
                  </a:cubicBezTo>
                  <a:cubicBezTo>
                    <a:pt x="20" y="1665"/>
                    <a:pt x="27" y="1679"/>
                    <a:pt x="31" y="1682"/>
                  </a:cubicBezTo>
                  <a:cubicBezTo>
                    <a:pt x="32" y="1682"/>
                    <a:pt x="32" y="1683"/>
                    <a:pt x="32" y="1683"/>
                  </a:cubicBezTo>
                  <a:cubicBezTo>
                    <a:pt x="36" y="1686"/>
                    <a:pt x="79" y="1701"/>
                    <a:pt x="104" y="1690"/>
                  </a:cubicBezTo>
                  <a:cubicBezTo>
                    <a:pt x="104" y="1690"/>
                    <a:pt x="97" y="1710"/>
                    <a:pt x="97" y="1722"/>
                  </a:cubicBezTo>
                  <a:cubicBezTo>
                    <a:pt x="97" y="1734"/>
                    <a:pt x="91" y="1764"/>
                    <a:pt x="91" y="1764"/>
                  </a:cubicBezTo>
                  <a:cubicBezTo>
                    <a:pt x="91" y="1764"/>
                    <a:pt x="67" y="1763"/>
                    <a:pt x="41" y="1763"/>
                  </a:cubicBezTo>
                  <a:cubicBezTo>
                    <a:pt x="25" y="1763"/>
                    <a:pt x="21" y="1760"/>
                    <a:pt x="20" y="1759"/>
                  </a:cubicBezTo>
                  <a:cubicBezTo>
                    <a:pt x="20" y="1758"/>
                    <a:pt x="20" y="1757"/>
                    <a:pt x="20" y="1757"/>
                  </a:cubicBezTo>
                  <a:cubicBezTo>
                    <a:pt x="19" y="1759"/>
                    <a:pt x="14" y="1768"/>
                    <a:pt x="8" y="1776"/>
                  </a:cubicBezTo>
                  <a:cubicBezTo>
                    <a:pt x="0" y="1785"/>
                    <a:pt x="1" y="1785"/>
                    <a:pt x="1" y="1793"/>
                  </a:cubicBezTo>
                  <a:cubicBezTo>
                    <a:pt x="1" y="1800"/>
                    <a:pt x="12" y="1805"/>
                    <a:pt x="18" y="1806"/>
                  </a:cubicBezTo>
                  <a:cubicBezTo>
                    <a:pt x="24" y="1808"/>
                    <a:pt x="85" y="1805"/>
                    <a:pt x="95" y="1799"/>
                  </a:cubicBezTo>
                  <a:cubicBezTo>
                    <a:pt x="106" y="1793"/>
                    <a:pt x="97" y="1770"/>
                    <a:pt x="101" y="1758"/>
                  </a:cubicBezTo>
                  <a:cubicBezTo>
                    <a:pt x="106" y="1746"/>
                    <a:pt x="104" y="1732"/>
                    <a:pt x="112" y="1720"/>
                  </a:cubicBezTo>
                  <a:cubicBezTo>
                    <a:pt x="119" y="1708"/>
                    <a:pt x="122" y="1702"/>
                    <a:pt x="130" y="1690"/>
                  </a:cubicBezTo>
                  <a:cubicBezTo>
                    <a:pt x="134" y="1684"/>
                    <a:pt x="132" y="1676"/>
                    <a:pt x="130" y="1671"/>
                  </a:cubicBezTo>
                  <a:cubicBezTo>
                    <a:pt x="143" y="1657"/>
                    <a:pt x="153" y="1638"/>
                    <a:pt x="153" y="1627"/>
                  </a:cubicBezTo>
                  <a:cubicBezTo>
                    <a:pt x="153" y="1609"/>
                    <a:pt x="148" y="1571"/>
                    <a:pt x="148" y="1542"/>
                  </a:cubicBezTo>
                  <a:cubicBezTo>
                    <a:pt x="148" y="1514"/>
                    <a:pt x="159" y="1381"/>
                    <a:pt x="160" y="1363"/>
                  </a:cubicBezTo>
                  <a:cubicBezTo>
                    <a:pt x="162" y="1345"/>
                    <a:pt x="165" y="1303"/>
                    <a:pt x="166" y="1292"/>
                  </a:cubicBezTo>
                  <a:cubicBezTo>
                    <a:pt x="168" y="1282"/>
                    <a:pt x="174" y="1271"/>
                    <a:pt x="175" y="1256"/>
                  </a:cubicBezTo>
                  <a:cubicBezTo>
                    <a:pt x="177" y="1241"/>
                    <a:pt x="198" y="1220"/>
                    <a:pt x="198" y="1194"/>
                  </a:cubicBezTo>
                  <a:cubicBezTo>
                    <a:pt x="198" y="1169"/>
                    <a:pt x="199" y="1154"/>
                    <a:pt x="207" y="1131"/>
                  </a:cubicBezTo>
                  <a:cubicBezTo>
                    <a:pt x="214" y="1108"/>
                    <a:pt x="252" y="949"/>
                    <a:pt x="261" y="933"/>
                  </a:cubicBezTo>
                  <a:cubicBezTo>
                    <a:pt x="270" y="918"/>
                    <a:pt x="278" y="887"/>
                    <a:pt x="284" y="879"/>
                  </a:cubicBezTo>
                  <a:cubicBezTo>
                    <a:pt x="290" y="872"/>
                    <a:pt x="308" y="852"/>
                    <a:pt x="308" y="852"/>
                  </a:cubicBezTo>
                  <a:cubicBezTo>
                    <a:pt x="308" y="852"/>
                    <a:pt x="327" y="911"/>
                    <a:pt x="332" y="955"/>
                  </a:cubicBezTo>
                  <a:cubicBezTo>
                    <a:pt x="336" y="998"/>
                    <a:pt x="341" y="1160"/>
                    <a:pt x="341" y="1187"/>
                  </a:cubicBezTo>
                  <a:cubicBezTo>
                    <a:pt x="341" y="1214"/>
                    <a:pt x="339" y="1250"/>
                    <a:pt x="339" y="1268"/>
                  </a:cubicBezTo>
                  <a:cubicBezTo>
                    <a:pt x="339" y="1286"/>
                    <a:pt x="339" y="1300"/>
                    <a:pt x="341" y="1315"/>
                  </a:cubicBezTo>
                  <a:cubicBezTo>
                    <a:pt x="342" y="1330"/>
                    <a:pt x="339" y="1354"/>
                    <a:pt x="338" y="1381"/>
                  </a:cubicBezTo>
                  <a:cubicBezTo>
                    <a:pt x="336" y="1408"/>
                    <a:pt x="327" y="1457"/>
                    <a:pt x="326" y="1488"/>
                  </a:cubicBezTo>
                  <a:cubicBezTo>
                    <a:pt x="324" y="1520"/>
                    <a:pt x="315" y="1564"/>
                    <a:pt x="312" y="1589"/>
                  </a:cubicBezTo>
                  <a:cubicBezTo>
                    <a:pt x="309" y="1615"/>
                    <a:pt x="308" y="1637"/>
                    <a:pt x="306" y="1652"/>
                  </a:cubicBezTo>
                  <a:cubicBezTo>
                    <a:pt x="305" y="1668"/>
                    <a:pt x="308" y="1687"/>
                    <a:pt x="308" y="1687"/>
                  </a:cubicBezTo>
                  <a:cubicBezTo>
                    <a:pt x="308" y="1687"/>
                    <a:pt x="308" y="1687"/>
                    <a:pt x="308" y="1687"/>
                  </a:cubicBezTo>
                  <a:cubicBezTo>
                    <a:pt x="312" y="1688"/>
                    <a:pt x="347" y="1691"/>
                    <a:pt x="367" y="1693"/>
                  </a:cubicBezTo>
                  <a:cubicBezTo>
                    <a:pt x="369" y="1693"/>
                    <a:pt x="371" y="1693"/>
                    <a:pt x="373" y="1693"/>
                  </a:cubicBezTo>
                  <a:cubicBezTo>
                    <a:pt x="379" y="1694"/>
                    <a:pt x="383" y="1694"/>
                    <a:pt x="386" y="1694"/>
                  </a:cubicBezTo>
                  <a:cubicBezTo>
                    <a:pt x="386" y="1695"/>
                    <a:pt x="386" y="1696"/>
                    <a:pt x="386" y="1696"/>
                  </a:cubicBezTo>
                  <a:cubicBezTo>
                    <a:pt x="386" y="1700"/>
                    <a:pt x="384" y="1734"/>
                    <a:pt x="382" y="1751"/>
                  </a:cubicBezTo>
                  <a:cubicBezTo>
                    <a:pt x="378" y="1752"/>
                    <a:pt x="372" y="1753"/>
                    <a:pt x="365" y="1755"/>
                  </a:cubicBezTo>
                  <a:cubicBezTo>
                    <a:pt x="360" y="1756"/>
                    <a:pt x="354" y="1756"/>
                    <a:pt x="347" y="1756"/>
                  </a:cubicBezTo>
                  <a:cubicBezTo>
                    <a:pt x="328" y="1756"/>
                    <a:pt x="332" y="1758"/>
                    <a:pt x="312" y="1752"/>
                  </a:cubicBezTo>
                  <a:cubicBezTo>
                    <a:pt x="308" y="1751"/>
                    <a:pt x="301" y="1742"/>
                    <a:pt x="298" y="1738"/>
                  </a:cubicBezTo>
                  <a:cubicBezTo>
                    <a:pt x="296" y="1736"/>
                    <a:pt x="296" y="1735"/>
                    <a:pt x="296" y="1735"/>
                  </a:cubicBezTo>
                  <a:cubicBezTo>
                    <a:pt x="296" y="1735"/>
                    <a:pt x="284" y="1761"/>
                    <a:pt x="284" y="1775"/>
                  </a:cubicBezTo>
                  <a:cubicBezTo>
                    <a:pt x="284" y="1779"/>
                    <a:pt x="285" y="1794"/>
                    <a:pt x="293" y="1797"/>
                  </a:cubicBezTo>
                  <a:cubicBezTo>
                    <a:pt x="300" y="1800"/>
                    <a:pt x="311" y="1812"/>
                    <a:pt x="322" y="1812"/>
                  </a:cubicBezTo>
                  <a:cubicBezTo>
                    <a:pt x="332" y="1812"/>
                    <a:pt x="362" y="1802"/>
                    <a:pt x="368" y="1802"/>
                  </a:cubicBezTo>
                  <a:cubicBezTo>
                    <a:pt x="374" y="1802"/>
                    <a:pt x="383" y="1800"/>
                    <a:pt x="385" y="1793"/>
                  </a:cubicBezTo>
                  <a:cubicBezTo>
                    <a:pt x="386" y="1786"/>
                    <a:pt x="386" y="1771"/>
                    <a:pt x="386" y="1769"/>
                  </a:cubicBezTo>
                  <a:cubicBezTo>
                    <a:pt x="388" y="1756"/>
                    <a:pt x="390" y="1738"/>
                    <a:pt x="391" y="1735"/>
                  </a:cubicBezTo>
                  <a:cubicBezTo>
                    <a:pt x="392" y="1729"/>
                    <a:pt x="395" y="1689"/>
                    <a:pt x="395" y="1686"/>
                  </a:cubicBezTo>
                  <a:cubicBezTo>
                    <a:pt x="402" y="1660"/>
                    <a:pt x="424" y="1583"/>
                    <a:pt x="424" y="1561"/>
                  </a:cubicBezTo>
                  <a:cubicBezTo>
                    <a:pt x="424" y="1533"/>
                    <a:pt x="442" y="1437"/>
                    <a:pt x="448" y="1396"/>
                  </a:cubicBezTo>
                  <a:cubicBezTo>
                    <a:pt x="454" y="1356"/>
                    <a:pt x="460" y="1333"/>
                    <a:pt x="460" y="1316"/>
                  </a:cubicBezTo>
                  <a:cubicBezTo>
                    <a:pt x="460" y="1262"/>
                    <a:pt x="460" y="1262"/>
                    <a:pt x="460" y="1262"/>
                  </a:cubicBezTo>
                  <a:cubicBezTo>
                    <a:pt x="460" y="1241"/>
                    <a:pt x="463" y="1161"/>
                    <a:pt x="469" y="1129"/>
                  </a:cubicBezTo>
                  <a:cubicBezTo>
                    <a:pt x="475" y="1098"/>
                    <a:pt x="466" y="1027"/>
                    <a:pt x="475" y="994"/>
                  </a:cubicBezTo>
                  <a:cubicBezTo>
                    <a:pt x="484" y="961"/>
                    <a:pt x="496" y="900"/>
                    <a:pt x="498" y="885"/>
                  </a:cubicBezTo>
                  <a:cubicBezTo>
                    <a:pt x="499" y="870"/>
                    <a:pt x="510" y="837"/>
                    <a:pt x="510" y="819"/>
                  </a:cubicBezTo>
                  <a:cubicBezTo>
                    <a:pt x="510" y="801"/>
                    <a:pt x="508" y="768"/>
                    <a:pt x="505" y="756"/>
                  </a:cubicBezTo>
                  <a:cubicBezTo>
                    <a:pt x="505" y="755"/>
                    <a:pt x="505" y="754"/>
                    <a:pt x="505" y="753"/>
                  </a:cubicBezTo>
                  <a:cubicBezTo>
                    <a:pt x="505" y="746"/>
                    <a:pt x="503" y="723"/>
                    <a:pt x="498" y="713"/>
                  </a:cubicBezTo>
                  <a:cubicBezTo>
                    <a:pt x="492" y="701"/>
                    <a:pt x="480" y="685"/>
                    <a:pt x="480" y="685"/>
                  </a:cubicBezTo>
                  <a:cubicBezTo>
                    <a:pt x="480" y="685"/>
                    <a:pt x="471" y="692"/>
                    <a:pt x="458" y="692"/>
                  </a:cubicBezTo>
                  <a:cubicBezTo>
                    <a:pt x="446" y="692"/>
                    <a:pt x="437" y="686"/>
                    <a:pt x="439" y="682"/>
                  </a:cubicBezTo>
                  <a:cubicBezTo>
                    <a:pt x="440" y="677"/>
                    <a:pt x="454" y="673"/>
                    <a:pt x="465" y="668"/>
                  </a:cubicBezTo>
                  <a:cubicBezTo>
                    <a:pt x="475" y="664"/>
                    <a:pt x="475" y="656"/>
                    <a:pt x="483" y="656"/>
                  </a:cubicBezTo>
                  <a:cubicBezTo>
                    <a:pt x="504" y="656"/>
                    <a:pt x="504" y="656"/>
                    <a:pt x="504" y="656"/>
                  </a:cubicBezTo>
                  <a:cubicBezTo>
                    <a:pt x="510" y="656"/>
                    <a:pt x="519" y="647"/>
                    <a:pt x="519" y="647"/>
                  </a:cubicBezTo>
                  <a:cubicBezTo>
                    <a:pt x="519" y="647"/>
                    <a:pt x="546" y="658"/>
                    <a:pt x="547" y="664"/>
                  </a:cubicBezTo>
                  <a:cubicBezTo>
                    <a:pt x="548" y="667"/>
                    <a:pt x="549" y="676"/>
                    <a:pt x="549" y="686"/>
                  </a:cubicBezTo>
                  <a:cubicBezTo>
                    <a:pt x="554" y="676"/>
                    <a:pt x="557" y="665"/>
                    <a:pt x="556" y="659"/>
                  </a:cubicBezTo>
                  <a:cubicBezTo>
                    <a:pt x="555" y="644"/>
                    <a:pt x="531" y="564"/>
                    <a:pt x="531" y="545"/>
                  </a:cubicBezTo>
                  <a:moveTo>
                    <a:pt x="341" y="662"/>
                  </a:moveTo>
                  <a:cubicBezTo>
                    <a:pt x="345" y="665"/>
                    <a:pt x="345" y="679"/>
                    <a:pt x="339" y="686"/>
                  </a:cubicBezTo>
                  <a:cubicBezTo>
                    <a:pt x="345" y="688"/>
                    <a:pt x="339" y="703"/>
                    <a:pt x="329" y="709"/>
                  </a:cubicBezTo>
                  <a:cubicBezTo>
                    <a:pt x="329" y="716"/>
                    <a:pt x="312" y="722"/>
                    <a:pt x="317" y="724"/>
                  </a:cubicBezTo>
                  <a:cubicBezTo>
                    <a:pt x="321" y="725"/>
                    <a:pt x="309" y="738"/>
                    <a:pt x="297" y="738"/>
                  </a:cubicBezTo>
                  <a:cubicBezTo>
                    <a:pt x="285" y="738"/>
                    <a:pt x="266" y="736"/>
                    <a:pt x="250" y="728"/>
                  </a:cubicBezTo>
                  <a:cubicBezTo>
                    <a:pt x="235" y="721"/>
                    <a:pt x="187" y="677"/>
                    <a:pt x="187" y="677"/>
                  </a:cubicBezTo>
                  <a:cubicBezTo>
                    <a:pt x="193" y="638"/>
                    <a:pt x="219" y="626"/>
                    <a:pt x="225" y="629"/>
                  </a:cubicBezTo>
                  <a:cubicBezTo>
                    <a:pt x="231" y="632"/>
                    <a:pt x="238" y="637"/>
                    <a:pt x="249" y="637"/>
                  </a:cubicBezTo>
                  <a:cubicBezTo>
                    <a:pt x="260" y="637"/>
                    <a:pt x="273" y="629"/>
                    <a:pt x="284" y="627"/>
                  </a:cubicBezTo>
                  <a:cubicBezTo>
                    <a:pt x="294" y="626"/>
                    <a:pt x="302" y="627"/>
                    <a:pt x="306" y="629"/>
                  </a:cubicBezTo>
                  <a:cubicBezTo>
                    <a:pt x="311" y="630"/>
                    <a:pt x="327" y="635"/>
                    <a:pt x="332" y="635"/>
                  </a:cubicBezTo>
                  <a:cubicBezTo>
                    <a:pt x="336" y="635"/>
                    <a:pt x="368" y="635"/>
                    <a:pt x="367" y="649"/>
                  </a:cubicBezTo>
                  <a:cubicBezTo>
                    <a:pt x="365" y="662"/>
                    <a:pt x="336" y="659"/>
                    <a:pt x="341" y="662"/>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1" name="Freeform 68"/>
            <p:cNvSpPr>
              <a:spLocks/>
            </p:cNvSpPr>
            <p:nvPr/>
          </p:nvSpPr>
          <p:spPr bwMode="auto">
            <a:xfrm>
              <a:off x="4369593" y="6387934"/>
              <a:ext cx="0" cy="158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2" name="Freeform 69"/>
            <p:cNvSpPr>
              <a:spLocks/>
            </p:cNvSpPr>
            <p:nvPr/>
          </p:nvSpPr>
          <p:spPr bwMode="auto">
            <a:xfrm>
              <a:off x="4841080" y="2331871"/>
              <a:ext cx="404813" cy="493713"/>
            </a:xfrm>
            <a:custGeom>
              <a:avLst/>
              <a:gdLst>
                <a:gd name="T0" fmla="*/ 180 w 189"/>
                <a:gd name="T1" fmla="*/ 110 h 230"/>
                <a:gd name="T2" fmla="*/ 176 w 189"/>
                <a:gd name="T3" fmla="*/ 115 h 230"/>
                <a:gd name="T4" fmla="*/ 172 w 189"/>
                <a:gd name="T5" fmla="*/ 108 h 230"/>
                <a:gd name="T6" fmla="*/ 163 w 189"/>
                <a:gd name="T7" fmla="*/ 82 h 230"/>
                <a:gd name="T8" fmla="*/ 158 w 189"/>
                <a:gd name="T9" fmla="*/ 77 h 230"/>
                <a:gd name="T10" fmla="*/ 146 w 189"/>
                <a:gd name="T11" fmla="*/ 48 h 230"/>
                <a:gd name="T12" fmla="*/ 96 w 189"/>
                <a:gd name="T13" fmla="*/ 18 h 230"/>
                <a:gd name="T14" fmla="*/ 72 w 189"/>
                <a:gd name="T15" fmla="*/ 0 h 230"/>
                <a:gd name="T16" fmla="*/ 66 w 189"/>
                <a:gd name="T17" fmla="*/ 2 h 230"/>
                <a:gd name="T18" fmla="*/ 61 w 189"/>
                <a:gd name="T19" fmla="*/ 19 h 230"/>
                <a:gd name="T20" fmla="*/ 51 w 189"/>
                <a:gd name="T21" fmla="*/ 33 h 230"/>
                <a:gd name="T22" fmla="*/ 25 w 189"/>
                <a:gd name="T23" fmla="*/ 70 h 230"/>
                <a:gd name="T24" fmla="*/ 20 w 189"/>
                <a:gd name="T25" fmla="*/ 77 h 230"/>
                <a:gd name="T26" fmla="*/ 21 w 189"/>
                <a:gd name="T27" fmla="*/ 98 h 230"/>
                <a:gd name="T28" fmla="*/ 16 w 189"/>
                <a:gd name="T29" fmla="*/ 116 h 230"/>
                <a:gd name="T30" fmla="*/ 9 w 189"/>
                <a:gd name="T31" fmla="*/ 95 h 230"/>
                <a:gd name="T32" fmla="*/ 4 w 189"/>
                <a:gd name="T33" fmla="*/ 87 h 230"/>
                <a:gd name="T34" fmla="*/ 2 w 189"/>
                <a:gd name="T35" fmla="*/ 90 h 230"/>
                <a:gd name="T36" fmla="*/ 0 w 189"/>
                <a:gd name="T37" fmla="*/ 99 h 230"/>
                <a:gd name="T38" fmla="*/ 2 w 189"/>
                <a:gd name="T39" fmla="*/ 127 h 230"/>
                <a:gd name="T40" fmla="*/ 4 w 189"/>
                <a:gd name="T41" fmla="*/ 140 h 230"/>
                <a:gd name="T42" fmla="*/ 20 w 189"/>
                <a:gd name="T43" fmla="*/ 148 h 230"/>
                <a:gd name="T44" fmla="*/ 36 w 189"/>
                <a:gd name="T45" fmla="*/ 191 h 230"/>
                <a:gd name="T46" fmla="*/ 47 w 189"/>
                <a:gd name="T47" fmla="*/ 202 h 230"/>
                <a:gd name="T48" fmla="*/ 91 w 189"/>
                <a:gd name="T49" fmla="*/ 228 h 230"/>
                <a:gd name="T50" fmla="*/ 128 w 189"/>
                <a:gd name="T51" fmla="*/ 214 h 230"/>
                <a:gd name="T52" fmla="*/ 146 w 189"/>
                <a:gd name="T53" fmla="*/ 193 h 230"/>
                <a:gd name="T54" fmla="*/ 163 w 189"/>
                <a:gd name="T55" fmla="*/ 152 h 230"/>
                <a:gd name="T56" fmla="*/ 183 w 189"/>
                <a:gd name="T57" fmla="*/ 145 h 230"/>
                <a:gd name="T58" fmla="*/ 184 w 189"/>
                <a:gd name="T59" fmla="*/ 140 h 230"/>
                <a:gd name="T60" fmla="*/ 187 w 189"/>
                <a:gd name="T61" fmla="*/ 116 h 230"/>
                <a:gd name="T62" fmla="*/ 189 w 189"/>
                <a:gd name="T63" fmla="*/ 101 h 230"/>
                <a:gd name="T64" fmla="*/ 180 w 189"/>
                <a:gd name="T65" fmla="*/ 11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9" h="230">
                  <a:moveTo>
                    <a:pt x="180" y="110"/>
                  </a:moveTo>
                  <a:cubicBezTo>
                    <a:pt x="179" y="113"/>
                    <a:pt x="178" y="114"/>
                    <a:pt x="176" y="115"/>
                  </a:cubicBezTo>
                  <a:cubicBezTo>
                    <a:pt x="173" y="116"/>
                    <a:pt x="170" y="113"/>
                    <a:pt x="172" y="108"/>
                  </a:cubicBezTo>
                  <a:cubicBezTo>
                    <a:pt x="176" y="99"/>
                    <a:pt x="169" y="85"/>
                    <a:pt x="163" y="82"/>
                  </a:cubicBezTo>
                  <a:cubicBezTo>
                    <a:pt x="161" y="81"/>
                    <a:pt x="159" y="79"/>
                    <a:pt x="158" y="77"/>
                  </a:cubicBezTo>
                  <a:cubicBezTo>
                    <a:pt x="155" y="72"/>
                    <a:pt x="152" y="63"/>
                    <a:pt x="146" y="48"/>
                  </a:cubicBezTo>
                  <a:cubicBezTo>
                    <a:pt x="138" y="28"/>
                    <a:pt x="116" y="24"/>
                    <a:pt x="96" y="18"/>
                  </a:cubicBezTo>
                  <a:cubicBezTo>
                    <a:pt x="86" y="14"/>
                    <a:pt x="78" y="6"/>
                    <a:pt x="72" y="0"/>
                  </a:cubicBezTo>
                  <a:cubicBezTo>
                    <a:pt x="71" y="1"/>
                    <a:pt x="69" y="2"/>
                    <a:pt x="66" y="2"/>
                  </a:cubicBezTo>
                  <a:cubicBezTo>
                    <a:pt x="66" y="10"/>
                    <a:pt x="64" y="17"/>
                    <a:pt x="61" y="19"/>
                  </a:cubicBezTo>
                  <a:cubicBezTo>
                    <a:pt x="55" y="21"/>
                    <a:pt x="52" y="25"/>
                    <a:pt x="51" y="33"/>
                  </a:cubicBezTo>
                  <a:cubicBezTo>
                    <a:pt x="50" y="42"/>
                    <a:pt x="36" y="63"/>
                    <a:pt x="25" y="70"/>
                  </a:cubicBezTo>
                  <a:cubicBezTo>
                    <a:pt x="22" y="72"/>
                    <a:pt x="20" y="74"/>
                    <a:pt x="20" y="77"/>
                  </a:cubicBezTo>
                  <a:cubicBezTo>
                    <a:pt x="18" y="83"/>
                    <a:pt x="21" y="91"/>
                    <a:pt x="21" y="98"/>
                  </a:cubicBezTo>
                  <a:cubicBezTo>
                    <a:pt x="21" y="109"/>
                    <a:pt x="16" y="116"/>
                    <a:pt x="16" y="116"/>
                  </a:cubicBezTo>
                  <a:cubicBezTo>
                    <a:pt x="16" y="116"/>
                    <a:pt x="11" y="103"/>
                    <a:pt x="9" y="95"/>
                  </a:cubicBezTo>
                  <a:cubicBezTo>
                    <a:pt x="8" y="92"/>
                    <a:pt x="6" y="89"/>
                    <a:pt x="4" y="87"/>
                  </a:cubicBezTo>
                  <a:cubicBezTo>
                    <a:pt x="3" y="88"/>
                    <a:pt x="2" y="88"/>
                    <a:pt x="2" y="90"/>
                  </a:cubicBezTo>
                  <a:cubicBezTo>
                    <a:pt x="1" y="92"/>
                    <a:pt x="0" y="95"/>
                    <a:pt x="0" y="99"/>
                  </a:cubicBezTo>
                  <a:cubicBezTo>
                    <a:pt x="1" y="113"/>
                    <a:pt x="2" y="121"/>
                    <a:pt x="2" y="127"/>
                  </a:cubicBezTo>
                  <a:cubicBezTo>
                    <a:pt x="2" y="129"/>
                    <a:pt x="2" y="135"/>
                    <a:pt x="4" y="140"/>
                  </a:cubicBezTo>
                  <a:cubicBezTo>
                    <a:pt x="6" y="146"/>
                    <a:pt x="10" y="151"/>
                    <a:pt x="20" y="148"/>
                  </a:cubicBezTo>
                  <a:cubicBezTo>
                    <a:pt x="22" y="158"/>
                    <a:pt x="27" y="178"/>
                    <a:pt x="36" y="191"/>
                  </a:cubicBezTo>
                  <a:cubicBezTo>
                    <a:pt x="39" y="196"/>
                    <a:pt x="43" y="200"/>
                    <a:pt x="47" y="202"/>
                  </a:cubicBezTo>
                  <a:cubicBezTo>
                    <a:pt x="63" y="213"/>
                    <a:pt x="61" y="227"/>
                    <a:pt x="91" y="228"/>
                  </a:cubicBezTo>
                  <a:cubicBezTo>
                    <a:pt x="120" y="230"/>
                    <a:pt x="125" y="218"/>
                    <a:pt x="128" y="214"/>
                  </a:cubicBezTo>
                  <a:cubicBezTo>
                    <a:pt x="129" y="212"/>
                    <a:pt x="137" y="204"/>
                    <a:pt x="146" y="193"/>
                  </a:cubicBezTo>
                  <a:cubicBezTo>
                    <a:pt x="154" y="182"/>
                    <a:pt x="162" y="168"/>
                    <a:pt x="163" y="152"/>
                  </a:cubicBezTo>
                  <a:cubicBezTo>
                    <a:pt x="169" y="157"/>
                    <a:pt x="181" y="155"/>
                    <a:pt x="183" y="145"/>
                  </a:cubicBezTo>
                  <a:cubicBezTo>
                    <a:pt x="183" y="143"/>
                    <a:pt x="184" y="142"/>
                    <a:pt x="184" y="140"/>
                  </a:cubicBezTo>
                  <a:cubicBezTo>
                    <a:pt x="185" y="131"/>
                    <a:pt x="186" y="121"/>
                    <a:pt x="187" y="116"/>
                  </a:cubicBezTo>
                  <a:cubicBezTo>
                    <a:pt x="187" y="113"/>
                    <a:pt x="189" y="107"/>
                    <a:pt x="189" y="101"/>
                  </a:cubicBezTo>
                  <a:cubicBezTo>
                    <a:pt x="186" y="102"/>
                    <a:pt x="182" y="104"/>
                    <a:pt x="180" y="110"/>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3" name="Freeform 70"/>
            <p:cNvSpPr>
              <a:spLocks/>
            </p:cNvSpPr>
            <p:nvPr/>
          </p:nvSpPr>
          <p:spPr bwMode="auto">
            <a:xfrm>
              <a:off x="4833143" y="2244559"/>
              <a:ext cx="442913" cy="336550"/>
            </a:xfrm>
            <a:custGeom>
              <a:avLst/>
              <a:gdLst>
                <a:gd name="T0" fmla="*/ 5 w 207"/>
                <a:gd name="T1" fmla="*/ 125 h 157"/>
                <a:gd name="T2" fmla="*/ 6 w 207"/>
                <a:gd name="T3" fmla="*/ 131 h 157"/>
                <a:gd name="T4" fmla="*/ 8 w 207"/>
                <a:gd name="T5" fmla="*/ 128 h 157"/>
                <a:gd name="T6" fmla="*/ 13 w 207"/>
                <a:gd name="T7" fmla="*/ 136 h 157"/>
                <a:gd name="T8" fmla="*/ 20 w 207"/>
                <a:gd name="T9" fmla="*/ 157 h 157"/>
                <a:gd name="T10" fmla="*/ 25 w 207"/>
                <a:gd name="T11" fmla="*/ 139 h 157"/>
                <a:gd name="T12" fmla="*/ 24 w 207"/>
                <a:gd name="T13" fmla="*/ 118 h 157"/>
                <a:gd name="T14" fmla="*/ 29 w 207"/>
                <a:gd name="T15" fmla="*/ 111 h 157"/>
                <a:gd name="T16" fmla="*/ 55 w 207"/>
                <a:gd name="T17" fmla="*/ 74 h 157"/>
                <a:gd name="T18" fmla="*/ 65 w 207"/>
                <a:gd name="T19" fmla="*/ 60 h 157"/>
                <a:gd name="T20" fmla="*/ 70 w 207"/>
                <a:gd name="T21" fmla="*/ 43 h 157"/>
                <a:gd name="T22" fmla="*/ 70 w 207"/>
                <a:gd name="T23" fmla="*/ 31 h 157"/>
                <a:gd name="T24" fmla="*/ 76 w 207"/>
                <a:gd name="T25" fmla="*/ 41 h 157"/>
                <a:gd name="T26" fmla="*/ 100 w 207"/>
                <a:gd name="T27" fmla="*/ 59 h 157"/>
                <a:gd name="T28" fmla="*/ 150 w 207"/>
                <a:gd name="T29" fmla="*/ 89 h 157"/>
                <a:gd name="T30" fmla="*/ 162 w 207"/>
                <a:gd name="T31" fmla="*/ 118 h 157"/>
                <a:gd name="T32" fmla="*/ 167 w 207"/>
                <a:gd name="T33" fmla="*/ 123 h 157"/>
                <a:gd name="T34" fmla="*/ 176 w 207"/>
                <a:gd name="T35" fmla="*/ 149 h 157"/>
                <a:gd name="T36" fmla="*/ 180 w 207"/>
                <a:gd name="T37" fmla="*/ 156 h 157"/>
                <a:gd name="T38" fmla="*/ 184 w 207"/>
                <a:gd name="T39" fmla="*/ 151 h 157"/>
                <a:gd name="T40" fmla="*/ 193 w 207"/>
                <a:gd name="T41" fmla="*/ 142 h 157"/>
                <a:gd name="T42" fmla="*/ 195 w 207"/>
                <a:gd name="T43" fmla="*/ 142 h 157"/>
                <a:gd name="T44" fmla="*/ 201 w 207"/>
                <a:gd name="T45" fmla="*/ 99 h 157"/>
                <a:gd name="T46" fmla="*/ 191 w 207"/>
                <a:gd name="T47" fmla="*/ 59 h 157"/>
                <a:gd name="T48" fmla="*/ 164 w 207"/>
                <a:gd name="T49" fmla="*/ 22 h 157"/>
                <a:gd name="T50" fmla="*/ 135 w 207"/>
                <a:gd name="T51" fmla="*/ 6 h 157"/>
                <a:gd name="T52" fmla="*/ 102 w 207"/>
                <a:gd name="T53" fmla="*/ 1 h 157"/>
                <a:gd name="T54" fmla="*/ 75 w 207"/>
                <a:gd name="T55" fmla="*/ 13 h 157"/>
                <a:gd name="T56" fmla="*/ 52 w 207"/>
                <a:gd name="T57" fmla="*/ 9 h 157"/>
                <a:gd name="T58" fmla="*/ 16 w 207"/>
                <a:gd name="T59" fmla="*/ 44 h 157"/>
                <a:gd name="T60" fmla="*/ 5 w 207"/>
                <a:gd name="T61" fmla="*/ 91 h 157"/>
                <a:gd name="T62" fmla="*/ 1 w 207"/>
                <a:gd name="T63" fmla="*/ 118 h 157"/>
                <a:gd name="T64" fmla="*/ 5 w 207"/>
                <a:gd name="T65" fmla="*/ 12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 h="157">
                  <a:moveTo>
                    <a:pt x="5" y="125"/>
                  </a:moveTo>
                  <a:cubicBezTo>
                    <a:pt x="5" y="127"/>
                    <a:pt x="5" y="129"/>
                    <a:pt x="6" y="131"/>
                  </a:cubicBezTo>
                  <a:cubicBezTo>
                    <a:pt x="6" y="129"/>
                    <a:pt x="7" y="129"/>
                    <a:pt x="8" y="128"/>
                  </a:cubicBezTo>
                  <a:cubicBezTo>
                    <a:pt x="10" y="130"/>
                    <a:pt x="12" y="133"/>
                    <a:pt x="13" y="136"/>
                  </a:cubicBezTo>
                  <a:cubicBezTo>
                    <a:pt x="15" y="144"/>
                    <a:pt x="20" y="157"/>
                    <a:pt x="20" y="157"/>
                  </a:cubicBezTo>
                  <a:cubicBezTo>
                    <a:pt x="20" y="157"/>
                    <a:pt x="25" y="150"/>
                    <a:pt x="25" y="139"/>
                  </a:cubicBezTo>
                  <a:cubicBezTo>
                    <a:pt x="25" y="132"/>
                    <a:pt x="22" y="124"/>
                    <a:pt x="24" y="118"/>
                  </a:cubicBezTo>
                  <a:cubicBezTo>
                    <a:pt x="24" y="115"/>
                    <a:pt x="26" y="113"/>
                    <a:pt x="29" y="111"/>
                  </a:cubicBezTo>
                  <a:cubicBezTo>
                    <a:pt x="40" y="104"/>
                    <a:pt x="54" y="83"/>
                    <a:pt x="55" y="74"/>
                  </a:cubicBezTo>
                  <a:cubicBezTo>
                    <a:pt x="56" y="66"/>
                    <a:pt x="59" y="62"/>
                    <a:pt x="65" y="60"/>
                  </a:cubicBezTo>
                  <a:cubicBezTo>
                    <a:pt x="68" y="58"/>
                    <a:pt x="70" y="51"/>
                    <a:pt x="70" y="43"/>
                  </a:cubicBezTo>
                  <a:cubicBezTo>
                    <a:pt x="71" y="39"/>
                    <a:pt x="70" y="34"/>
                    <a:pt x="70" y="31"/>
                  </a:cubicBezTo>
                  <a:cubicBezTo>
                    <a:pt x="70" y="31"/>
                    <a:pt x="72" y="35"/>
                    <a:pt x="76" y="41"/>
                  </a:cubicBezTo>
                  <a:cubicBezTo>
                    <a:pt x="82" y="47"/>
                    <a:pt x="90" y="55"/>
                    <a:pt x="100" y="59"/>
                  </a:cubicBezTo>
                  <a:cubicBezTo>
                    <a:pt x="120" y="65"/>
                    <a:pt x="142" y="69"/>
                    <a:pt x="150" y="89"/>
                  </a:cubicBezTo>
                  <a:cubicBezTo>
                    <a:pt x="156" y="104"/>
                    <a:pt x="159" y="113"/>
                    <a:pt x="162" y="118"/>
                  </a:cubicBezTo>
                  <a:cubicBezTo>
                    <a:pt x="163" y="120"/>
                    <a:pt x="165" y="122"/>
                    <a:pt x="167" y="123"/>
                  </a:cubicBezTo>
                  <a:cubicBezTo>
                    <a:pt x="173" y="126"/>
                    <a:pt x="180" y="140"/>
                    <a:pt x="176" y="149"/>
                  </a:cubicBezTo>
                  <a:cubicBezTo>
                    <a:pt x="174" y="154"/>
                    <a:pt x="177" y="157"/>
                    <a:pt x="180" y="156"/>
                  </a:cubicBezTo>
                  <a:cubicBezTo>
                    <a:pt x="182" y="155"/>
                    <a:pt x="183" y="154"/>
                    <a:pt x="184" y="151"/>
                  </a:cubicBezTo>
                  <a:cubicBezTo>
                    <a:pt x="186" y="145"/>
                    <a:pt x="190" y="143"/>
                    <a:pt x="193" y="142"/>
                  </a:cubicBezTo>
                  <a:cubicBezTo>
                    <a:pt x="194" y="142"/>
                    <a:pt x="195" y="142"/>
                    <a:pt x="195" y="142"/>
                  </a:cubicBezTo>
                  <a:cubicBezTo>
                    <a:pt x="195" y="142"/>
                    <a:pt x="207" y="124"/>
                    <a:pt x="201" y="99"/>
                  </a:cubicBezTo>
                  <a:cubicBezTo>
                    <a:pt x="194" y="74"/>
                    <a:pt x="194" y="76"/>
                    <a:pt x="191" y="59"/>
                  </a:cubicBezTo>
                  <a:cubicBezTo>
                    <a:pt x="188" y="42"/>
                    <a:pt x="176" y="27"/>
                    <a:pt x="164" y="22"/>
                  </a:cubicBezTo>
                  <a:cubicBezTo>
                    <a:pt x="153" y="18"/>
                    <a:pt x="142" y="9"/>
                    <a:pt x="135" y="6"/>
                  </a:cubicBezTo>
                  <a:cubicBezTo>
                    <a:pt x="127" y="3"/>
                    <a:pt x="110" y="0"/>
                    <a:pt x="102" y="1"/>
                  </a:cubicBezTo>
                  <a:cubicBezTo>
                    <a:pt x="93" y="1"/>
                    <a:pt x="75" y="13"/>
                    <a:pt x="75" y="13"/>
                  </a:cubicBezTo>
                  <a:cubicBezTo>
                    <a:pt x="75" y="13"/>
                    <a:pt x="67" y="4"/>
                    <a:pt x="52" y="9"/>
                  </a:cubicBezTo>
                  <a:cubicBezTo>
                    <a:pt x="37" y="15"/>
                    <a:pt x="20" y="32"/>
                    <a:pt x="16" y="44"/>
                  </a:cubicBezTo>
                  <a:cubicBezTo>
                    <a:pt x="12" y="56"/>
                    <a:pt x="7" y="80"/>
                    <a:pt x="5" y="91"/>
                  </a:cubicBezTo>
                  <a:cubicBezTo>
                    <a:pt x="2" y="102"/>
                    <a:pt x="0" y="112"/>
                    <a:pt x="1" y="118"/>
                  </a:cubicBezTo>
                  <a:cubicBezTo>
                    <a:pt x="1" y="121"/>
                    <a:pt x="3" y="123"/>
                    <a:pt x="5" y="125"/>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4" name="Freeform 71"/>
            <p:cNvSpPr>
              <a:spLocks/>
            </p:cNvSpPr>
            <p:nvPr/>
          </p:nvSpPr>
          <p:spPr bwMode="auto">
            <a:xfrm>
              <a:off x="7090568" y="2739859"/>
              <a:ext cx="238125" cy="392113"/>
            </a:xfrm>
            <a:custGeom>
              <a:avLst/>
              <a:gdLst>
                <a:gd name="T0" fmla="*/ 1 w 111"/>
                <a:gd name="T1" fmla="*/ 76 h 183"/>
                <a:gd name="T2" fmla="*/ 3 w 111"/>
                <a:gd name="T3" fmla="*/ 112 h 183"/>
                <a:gd name="T4" fmla="*/ 17 w 111"/>
                <a:gd name="T5" fmla="*/ 123 h 183"/>
                <a:gd name="T6" fmla="*/ 51 w 111"/>
                <a:gd name="T7" fmla="*/ 183 h 183"/>
                <a:gd name="T8" fmla="*/ 82 w 111"/>
                <a:gd name="T9" fmla="*/ 133 h 183"/>
                <a:gd name="T10" fmla="*/ 106 w 111"/>
                <a:gd name="T11" fmla="*/ 106 h 183"/>
                <a:gd name="T12" fmla="*/ 110 w 111"/>
                <a:gd name="T13" fmla="*/ 69 h 183"/>
                <a:gd name="T14" fmla="*/ 111 w 111"/>
                <a:gd name="T15" fmla="*/ 49 h 183"/>
                <a:gd name="T16" fmla="*/ 111 w 111"/>
                <a:gd name="T17" fmla="*/ 16 h 183"/>
                <a:gd name="T18" fmla="*/ 111 w 111"/>
                <a:gd name="T19" fmla="*/ 16 h 183"/>
                <a:gd name="T20" fmla="*/ 111 w 111"/>
                <a:gd name="T21" fmla="*/ 16 h 183"/>
                <a:gd name="T22" fmla="*/ 111 w 111"/>
                <a:gd name="T23" fmla="*/ 0 h 183"/>
                <a:gd name="T24" fmla="*/ 106 w 111"/>
                <a:gd name="T25" fmla="*/ 9 h 183"/>
                <a:gd name="T26" fmla="*/ 62 w 111"/>
                <a:gd name="T27" fmla="*/ 44 h 183"/>
                <a:gd name="T28" fmla="*/ 30 w 111"/>
                <a:gd name="T29" fmla="*/ 34 h 183"/>
                <a:gd name="T30" fmla="*/ 11 w 111"/>
                <a:gd name="T31" fmla="*/ 16 h 183"/>
                <a:gd name="T32" fmla="*/ 2 w 111"/>
                <a:gd name="T33" fmla="*/ 4 h 183"/>
                <a:gd name="T34" fmla="*/ 0 w 111"/>
                <a:gd name="T35" fmla="*/ 30 h 183"/>
                <a:gd name="T36" fmla="*/ 1 w 111"/>
                <a:gd name="T37" fmla="*/ 62 h 183"/>
                <a:gd name="T38" fmla="*/ 1 w 111"/>
                <a:gd name="T39" fmla="*/ 7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83">
                  <a:moveTo>
                    <a:pt x="1" y="76"/>
                  </a:moveTo>
                  <a:cubicBezTo>
                    <a:pt x="2" y="92"/>
                    <a:pt x="3" y="112"/>
                    <a:pt x="3" y="112"/>
                  </a:cubicBezTo>
                  <a:cubicBezTo>
                    <a:pt x="3" y="112"/>
                    <a:pt x="11" y="116"/>
                    <a:pt x="17" y="123"/>
                  </a:cubicBezTo>
                  <a:cubicBezTo>
                    <a:pt x="24" y="129"/>
                    <a:pt x="51" y="183"/>
                    <a:pt x="51" y="183"/>
                  </a:cubicBezTo>
                  <a:cubicBezTo>
                    <a:pt x="51" y="183"/>
                    <a:pt x="74" y="149"/>
                    <a:pt x="82" y="133"/>
                  </a:cubicBezTo>
                  <a:cubicBezTo>
                    <a:pt x="90" y="117"/>
                    <a:pt x="104" y="115"/>
                    <a:pt x="106" y="106"/>
                  </a:cubicBezTo>
                  <a:cubicBezTo>
                    <a:pt x="108" y="99"/>
                    <a:pt x="109" y="84"/>
                    <a:pt x="110" y="69"/>
                  </a:cubicBezTo>
                  <a:cubicBezTo>
                    <a:pt x="111" y="62"/>
                    <a:pt x="111" y="55"/>
                    <a:pt x="111" y="49"/>
                  </a:cubicBezTo>
                  <a:cubicBezTo>
                    <a:pt x="111" y="30"/>
                    <a:pt x="111" y="18"/>
                    <a:pt x="111" y="16"/>
                  </a:cubicBezTo>
                  <a:cubicBezTo>
                    <a:pt x="111" y="16"/>
                    <a:pt x="111" y="16"/>
                    <a:pt x="111" y="16"/>
                  </a:cubicBezTo>
                  <a:cubicBezTo>
                    <a:pt x="111" y="16"/>
                    <a:pt x="111" y="16"/>
                    <a:pt x="111" y="16"/>
                  </a:cubicBezTo>
                  <a:cubicBezTo>
                    <a:pt x="111" y="0"/>
                    <a:pt x="111" y="0"/>
                    <a:pt x="111" y="0"/>
                  </a:cubicBezTo>
                  <a:cubicBezTo>
                    <a:pt x="109" y="3"/>
                    <a:pt x="107" y="6"/>
                    <a:pt x="106" y="9"/>
                  </a:cubicBezTo>
                  <a:cubicBezTo>
                    <a:pt x="89" y="33"/>
                    <a:pt x="67" y="44"/>
                    <a:pt x="62" y="44"/>
                  </a:cubicBezTo>
                  <a:cubicBezTo>
                    <a:pt x="55" y="44"/>
                    <a:pt x="39" y="43"/>
                    <a:pt x="30" y="34"/>
                  </a:cubicBezTo>
                  <a:cubicBezTo>
                    <a:pt x="20" y="25"/>
                    <a:pt x="12" y="19"/>
                    <a:pt x="11" y="16"/>
                  </a:cubicBezTo>
                  <a:cubicBezTo>
                    <a:pt x="7" y="12"/>
                    <a:pt x="4" y="8"/>
                    <a:pt x="2" y="4"/>
                  </a:cubicBezTo>
                  <a:cubicBezTo>
                    <a:pt x="1" y="12"/>
                    <a:pt x="1" y="21"/>
                    <a:pt x="0" y="30"/>
                  </a:cubicBezTo>
                  <a:cubicBezTo>
                    <a:pt x="0" y="39"/>
                    <a:pt x="1" y="53"/>
                    <a:pt x="1" y="62"/>
                  </a:cubicBezTo>
                  <a:cubicBezTo>
                    <a:pt x="1" y="65"/>
                    <a:pt x="1" y="70"/>
                    <a:pt x="1" y="76"/>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5" name="Freeform 72"/>
            <p:cNvSpPr>
              <a:spLocks/>
            </p:cNvSpPr>
            <p:nvPr/>
          </p:nvSpPr>
          <p:spPr bwMode="auto">
            <a:xfrm>
              <a:off x="7003255" y="4016209"/>
              <a:ext cx="273050" cy="238125"/>
            </a:xfrm>
            <a:custGeom>
              <a:avLst/>
              <a:gdLst>
                <a:gd name="T0" fmla="*/ 128 w 128"/>
                <a:gd name="T1" fmla="*/ 41 h 111"/>
                <a:gd name="T2" fmla="*/ 80 w 128"/>
                <a:gd name="T3" fmla="*/ 21 h 111"/>
                <a:gd name="T4" fmla="*/ 57 w 128"/>
                <a:gd name="T5" fmla="*/ 0 h 111"/>
                <a:gd name="T6" fmla="*/ 0 w 128"/>
                <a:gd name="T7" fmla="*/ 31 h 111"/>
                <a:gd name="T8" fmla="*/ 21 w 128"/>
                <a:gd name="T9" fmla="*/ 46 h 111"/>
                <a:gd name="T10" fmla="*/ 36 w 128"/>
                <a:gd name="T11" fmla="*/ 77 h 111"/>
                <a:gd name="T12" fmla="*/ 61 w 128"/>
                <a:gd name="T13" fmla="*/ 111 h 111"/>
                <a:gd name="T14" fmla="*/ 117 w 128"/>
                <a:gd name="T15" fmla="*/ 52 h 111"/>
                <a:gd name="T16" fmla="*/ 128 w 128"/>
                <a:gd name="T17" fmla="*/ 4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11">
                  <a:moveTo>
                    <a:pt x="128" y="41"/>
                  </a:moveTo>
                  <a:cubicBezTo>
                    <a:pt x="113" y="34"/>
                    <a:pt x="92" y="27"/>
                    <a:pt x="80" y="21"/>
                  </a:cubicBezTo>
                  <a:cubicBezTo>
                    <a:pt x="66" y="14"/>
                    <a:pt x="57" y="0"/>
                    <a:pt x="57" y="0"/>
                  </a:cubicBezTo>
                  <a:cubicBezTo>
                    <a:pt x="11" y="0"/>
                    <a:pt x="0" y="31"/>
                    <a:pt x="0" y="31"/>
                  </a:cubicBezTo>
                  <a:cubicBezTo>
                    <a:pt x="0" y="31"/>
                    <a:pt x="20" y="43"/>
                    <a:pt x="21" y="46"/>
                  </a:cubicBezTo>
                  <a:cubicBezTo>
                    <a:pt x="23" y="49"/>
                    <a:pt x="30" y="63"/>
                    <a:pt x="36" y="77"/>
                  </a:cubicBezTo>
                  <a:cubicBezTo>
                    <a:pt x="42" y="90"/>
                    <a:pt x="54" y="105"/>
                    <a:pt x="61" y="111"/>
                  </a:cubicBezTo>
                  <a:cubicBezTo>
                    <a:pt x="77" y="91"/>
                    <a:pt x="106" y="60"/>
                    <a:pt x="117" y="52"/>
                  </a:cubicBezTo>
                  <a:cubicBezTo>
                    <a:pt x="121" y="49"/>
                    <a:pt x="125" y="45"/>
                    <a:pt x="128" y="41"/>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6" name="Freeform 73"/>
            <p:cNvSpPr>
              <a:spLocks/>
            </p:cNvSpPr>
            <p:nvPr/>
          </p:nvSpPr>
          <p:spPr bwMode="auto">
            <a:xfrm>
              <a:off x="7257255" y="4214646"/>
              <a:ext cx="128588" cy="134938"/>
            </a:xfrm>
            <a:custGeom>
              <a:avLst/>
              <a:gdLst>
                <a:gd name="T0" fmla="*/ 2 w 60"/>
                <a:gd name="T1" fmla="*/ 58 h 63"/>
                <a:gd name="T2" fmla="*/ 0 w 60"/>
                <a:gd name="T3" fmla="*/ 61 h 63"/>
                <a:gd name="T4" fmla="*/ 10 w 60"/>
                <a:gd name="T5" fmla="*/ 63 h 63"/>
                <a:gd name="T6" fmla="*/ 21 w 60"/>
                <a:gd name="T7" fmla="*/ 51 h 63"/>
                <a:gd name="T8" fmla="*/ 32 w 60"/>
                <a:gd name="T9" fmla="*/ 36 h 63"/>
                <a:gd name="T10" fmla="*/ 46 w 60"/>
                <a:gd name="T11" fmla="*/ 20 h 63"/>
                <a:gd name="T12" fmla="*/ 58 w 60"/>
                <a:gd name="T13" fmla="*/ 13 h 63"/>
                <a:gd name="T14" fmla="*/ 52 w 60"/>
                <a:gd name="T15" fmla="*/ 0 h 63"/>
                <a:gd name="T16" fmla="*/ 2 w 60"/>
                <a:gd name="T17"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63">
                  <a:moveTo>
                    <a:pt x="2" y="58"/>
                  </a:moveTo>
                  <a:cubicBezTo>
                    <a:pt x="2" y="59"/>
                    <a:pt x="1" y="60"/>
                    <a:pt x="0" y="61"/>
                  </a:cubicBezTo>
                  <a:cubicBezTo>
                    <a:pt x="5" y="62"/>
                    <a:pt x="9" y="63"/>
                    <a:pt x="10" y="63"/>
                  </a:cubicBezTo>
                  <a:cubicBezTo>
                    <a:pt x="15" y="63"/>
                    <a:pt x="16" y="51"/>
                    <a:pt x="21" y="51"/>
                  </a:cubicBezTo>
                  <a:cubicBezTo>
                    <a:pt x="27" y="51"/>
                    <a:pt x="24" y="36"/>
                    <a:pt x="32" y="36"/>
                  </a:cubicBezTo>
                  <a:cubicBezTo>
                    <a:pt x="39" y="35"/>
                    <a:pt x="46" y="20"/>
                    <a:pt x="46" y="20"/>
                  </a:cubicBezTo>
                  <a:cubicBezTo>
                    <a:pt x="46" y="20"/>
                    <a:pt x="55" y="16"/>
                    <a:pt x="58" y="13"/>
                  </a:cubicBezTo>
                  <a:cubicBezTo>
                    <a:pt x="60" y="11"/>
                    <a:pt x="57" y="5"/>
                    <a:pt x="52" y="0"/>
                  </a:cubicBezTo>
                  <a:cubicBezTo>
                    <a:pt x="39" y="15"/>
                    <a:pt x="13" y="40"/>
                    <a:pt x="2" y="58"/>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7" name="Freeform 74"/>
            <p:cNvSpPr>
              <a:spLocks/>
            </p:cNvSpPr>
            <p:nvPr/>
          </p:nvSpPr>
          <p:spPr bwMode="auto">
            <a:xfrm>
              <a:off x="6906418" y="4990934"/>
              <a:ext cx="377825" cy="1465263"/>
            </a:xfrm>
            <a:custGeom>
              <a:avLst/>
              <a:gdLst>
                <a:gd name="T0" fmla="*/ 174 w 176"/>
                <a:gd name="T1" fmla="*/ 660 h 684"/>
                <a:gd name="T2" fmla="*/ 163 w 176"/>
                <a:gd name="T3" fmla="*/ 641 h 684"/>
                <a:gd name="T4" fmla="*/ 155 w 176"/>
                <a:gd name="T5" fmla="*/ 611 h 684"/>
                <a:gd name="T6" fmla="*/ 153 w 176"/>
                <a:gd name="T7" fmla="*/ 605 h 684"/>
                <a:gd name="T8" fmla="*/ 142 w 176"/>
                <a:gd name="T9" fmla="*/ 570 h 684"/>
                <a:gd name="T10" fmla="*/ 135 w 176"/>
                <a:gd name="T11" fmla="*/ 542 h 684"/>
                <a:gd name="T12" fmla="*/ 124 w 176"/>
                <a:gd name="T13" fmla="*/ 505 h 684"/>
                <a:gd name="T14" fmla="*/ 120 w 176"/>
                <a:gd name="T15" fmla="*/ 345 h 684"/>
                <a:gd name="T16" fmla="*/ 117 w 176"/>
                <a:gd name="T17" fmla="*/ 219 h 684"/>
                <a:gd name="T18" fmla="*/ 124 w 176"/>
                <a:gd name="T19" fmla="*/ 91 h 684"/>
                <a:gd name="T20" fmla="*/ 129 w 176"/>
                <a:gd name="T21" fmla="*/ 1 h 684"/>
                <a:gd name="T22" fmla="*/ 0 w 176"/>
                <a:gd name="T23" fmla="*/ 0 h 684"/>
                <a:gd name="T24" fmla="*/ 4 w 176"/>
                <a:gd name="T25" fmla="*/ 82 h 684"/>
                <a:gd name="T26" fmla="*/ 10 w 176"/>
                <a:gd name="T27" fmla="*/ 185 h 684"/>
                <a:gd name="T28" fmla="*/ 21 w 176"/>
                <a:gd name="T29" fmla="*/ 318 h 684"/>
                <a:gd name="T30" fmla="*/ 79 w 176"/>
                <a:gd name="T31" fmla="*/ 523 h 684"/>
                <a:gd name="T32" fmla="*/ 78 w 176"/>
                <a:gd name="T33" fmla="*/ 561 h 684"/>
                <a:gd name="T34" fmla="*/ 89 w 176"/>
                <a:gd name="T35" fmla="*/ 595 h 684"/>
                <a:gd name="T36" fmla="*/ 88 w 176"/>
                <a:gd name="T37" fmla="*/ 622 h 684"/>
                <a:gd name="T38" fmla="*/ 88 w 176"/>
                <a:gd name="T39" fmla="*/ 637 h 684"/>
                <a:gd name="T40" fmla="*/ 87 w 176"/>
                <a:gd name="T41" fmla="*/ 657 h 684"/>
                <a:gd name="T42" fmla="*/ 107 w 176"/>
                <a:gd name="T43" fmla="*/ 672 h 684"/>
                <a:gd name="T44" fmla="*/ 163 w 176"/>
                <a:gd name="T45" fmla="*/ 670 h 684"/>
                <a:gd name="T46" fmla="*/ 175 w 176"/>
                <a:gd name="T47" fmla="*/ 662 h 684"/>
                <a:gd name="T48" fmla="*/ 174 w 176"/>
                <a:gd name="T49" fmla="*/ 66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6" h="684">
                  <a:moveTo>
                    <a:pt x="174" y="660"/>
                  </a:moveTo>
                  <a:cubicBezTo>
                    <a:pt x="172" y="653"/>
                    <a:pt x="165" y="645"/>
                    <a:pt x="163" y="641"/>
                  </a:cubicBezTo>
                  <a:cubicBezTo>
                    <a:pt x="158" y="634"/>
                    <a:pt x="155" y="619"/>
                    <a:pt x="155" y="611"/>
                  </a:cubicBezTo>
                  <a:cubicBezTo>
                    <a:pt x="155" y="610"/>
                    <a:pt x="154" y="608"/>
                    <a:pt x="153" y="605"/>
                  </a:cubicBezTo>
                  <a:cubicBezTo>
                    <a:pt x="150" y="596"/>
                    <a:pt x="144" y="581"/>
                    <a:pt x="142" y="570"/>
                  </a:cubicBezTo>
                  <a:cubicBezTo>
                    <a:pt x="139" y="557"/>
                    <a:pt x="139" y="551"/>
                    <a:pt x="135" y="542"/>
                  </a:cubicBezTo>
                  <a:cubicBezTo>
                    <a:pt x="131" y="532"/>
                    <a:pt x="124" y="509"/>
                    <a:pt x="124" y="505"/>
                  </a:cubicBezTo>
                  <a:cubicBezTo>
                    <a:pt x="124" y="501"/>
                    <a:pt x="120" y="391"/>
                    <a:pt x="120" y="345"/>
                  </a:cubicBezTo>
                  <a:cubicBezTo>
                    <a:pt x="133" y="283"/>
                    <a:pt x="120" y="239"/>
                    <a:pt x="117" y="219"/>
                  </a:cubicBezTo>
                  <a:cubicBezTo>
                    <a:pt x="113" y="200"/>
                    <a:pt x="122" y="114"/>
                    <a:pt x="124" y="91"/>
                  </a:cubicBezTo>
                  <a:cubicBezTo>
                    <a:pt x="126" y="74"/>
                    <a:pt x="128" y="23"/>
                    <a:pt x="129" y="1"/>
                  </a:cubicBezTo>
                  <a:cubicBezTo>
                    <a:pt x="99" y="2"/>
                    <a:pt x="15" y="1"/>
                    <a:pt x="0" y="0"/>
                  </a:cubicBezTo>
                  <a:cubicBezTo>
                    <a:pt x="2" y="35"/>
                    <a:pt x="4" y="73"/>
                    <a:pt x="4" y="82"/>
                  </a:cubicBezTo>
                  <a:cubicBezTo>
                    <a:pt x="4" y="97"/>
                    <a:pt x="10" y="138"/>
                    <a:pt x="10" y="185"/>
                  </a:cubicBezTo>
                  <a:cubicBezTo>
                    <a:pt x="10" y="232"/>
                    <a:pt x="19" y="292"/>
                    <a:pt x="21" y="318"/>
                  </a:cubicBezTo>
                  <a:cubicBezTo>
                    <a:pt x="24" y="343"/>
                    <a:pt x="70" y="502"/>
                    <a:pt x="79" y="523"/>
                  </a:cubicBezTo>
                  <a:cubicBezTo>
                    <a:pt x="87" y="543"/>
                    <a:pt x="83" y="542"/>
                    <a:pt x="78" y="561"/>
                  </a:cubicBezTo>
                  <a:cubicBezTo>
                    <a:pt x="73" y="580"/>
                    <a:pt x="89" y="595"/>
                    <a:pt x="89" y="595"/>
                  </a:cubicBezTo>
                  <a:cubicBezTo>
                    <a:pt x="89" y="595"/>
                    <a:pt x="88" y="618"/>
                    <a:pt x="88" y="622"/>
                  </a:cubicBezTo>
                  <a:cubicBezTo>
                    <a:pt x="88" y="625"/>
                    <a:pt x="88" y="628"/>
                    <a:pt x="88" y="637"/>
                  </a:cubicBezTo>
                  <a:cubicBezTo>
                    <a:pt x="88" y="642"/>
                    <a:pt x="88" y="648"/>
                    <a:pt x="87" y="657"/>
                  </a:cubicBezTo>
                  <a:cubicBezTo>
                    <a:pt x="87" y="684"/>
                    <a:pt x="103" y="675"/>
                    <a:pt x="107" y="672"/>
                  </a:cubicBezTo>
                  <a:cubicBezTo>
                    <a:pt x="111" y="669"/>
                    <a:pt x="138" y="668"/>
                    <a:pt x="163" y="670"/>
                  </a:cubicBezTo>
                  <a:cubicBezTo>
                    <a:pt x="173" y="671"/>
                    <a:pt x="176" y="667"/>
                    <a:pt x="175" y="662"/>
                  </a:cubicBezTo>
                  <a:cubicBezTo>
                    <a:pt x="174" y="661"/>
                    <a:pt x="174" y="661"/>
                    <a:pt x="174" y="660"/>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8" name="Freeform 75"/>
            <p:cNvSpPr>
              <a:spLocks/>
            </p:cNvSpPr>
            <p:nvPr/>
          </p:nvSpPr>
          <p:spPr bwMode="auto">
            <a:xfrm>
              <a:off x="7382668" y="4986171"/>
              <a:ext cx="815975" cy="1493838"/>
            </a:xfrm>
            <a:custGeom>
              <a:avLst/>
              <a:gdLst>
                <a:gd name="T0" fmla="*/ 369 w 381"/>
                <a:gd name="T1" fmla="*/ 646 h 697"/>
                <a:gd name="T2" fmla="*/ 354 w 381"/>
                <a:gd name="T3" fmla="*/ 637 h 697"/>
                <a:gd name="T4" fmla="*/ 277 w 381"/>
                <a:gd name="T5" fmla="*/ 583 h 697"/>
                <a:gd name="T6" fmla="*/ 254 w 381"/>
                <a:gd name="T7" fmla="*/ 541 h 697"/>
                <a:gd name="T8" fmla="*/ 231 w 381"/>
                <a:gd name="T9" fmla="*/ 356 h 697"/>
                <a:gd name="T10" fmla="*/ 200 w 381"/>
                <a:gd name="T11" fmla="*/ 177 h 697"/>
                <a:gd name="T12" fmla="*/ 186 w 381"/>
                <a:gd name="T13" fmla="*/ 94 h 697"/>
                <a:gd name="T14" fmla="*/ 162 w 381"/>
                <a:gd name="T15" fmla="*/ 0 h 697"/>
                <a:gd name="T16" fmla="*/ 0 w 381"/>
                <a:gd name="T17" fmla="*/ 1 h 697"/>
                <a:gd name="T18" fmla="*/ 58 w 381"/>
                <a:gd name="T19" fmla="*/ 132 h 697"/>
                <a:gd name="T20" fmla="*/ 93 w 381"/>
                <a:gd name="T21" fmla="*/ 202 h 697"/>
                <a:gd name="T22" fmla="*/ 125 w 381"/>
                <a:gd name="T23" fmla="*/ 371 h 697"/>
                <a:gd name="T24" fmla="*/ 171 w 381"/>
                <a:gd name="T25" fmla="*/ 484 h 697"/>
                <a:gd name="T26" fmla="*/ 183 w 381"/>
                <a:gd name="T27" fmla="*/ 562 h 697"/>
                <a:gd name="T28" fmla="*/ 183 w 381"/>
                <a:gd name="T29" fmla="*/ 595 h 697"/>
                <a:gd name="T30" fmla="*/ 183 w 381"/>
                <a:gd name="T31" fmla="*/ 601 h 697"/>
                <a:gd name="T32" fmla="*/ 229 w 381"/>
                <a:gd name="T33" fmla="*/ 640 h 697"/>
                <a:gd name="T34" fmla="*/ 293 w 381"/>
                <a:gd name="T35" fmla="*/ 674 h 697"/>
                <a:gd name="T36" fmla="*/ 356 w 381"/>
                <a:gd name="T37" fmla="*/ 675 h 697"/>
                <a:gd name="T38" fmla="*/ 369 w 381"/>
                <a:gd name="T39" fmla="*/ 646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1" h="697">
                  <a:moveTo>
                    <a:pt x="369" y="646"/>
                  </a:moveTo>
                  <a:cubicBezTo>
                    <a:pt x="366" y="643"/>
                    <a:pt x="360" y="640"/>
                    <a:pt x="354" y="637"/>
                  </a:cubicBezTo>
                  <a:cubicBezTo>
                    <a:pt x="328" y="622"/>
                    <a:pt x="288" y="593"/>
                    <a:pt x="277" y="583"/>
                  </a:cubicBezTo>
                  <a:cubicBezTo>
                    <a:pt x="266" y="573"/>
                    <a:pt x="256" y="562"/>
                    <a:pt x="254" y="541"/>
                  </a:cubicBezTo>
                  <a:cubicBezTo>
                    <a:pt x="251" y="521"/>
                    <a:pt x="232" y="380"/>
                    <a:pt x="231" y="356"/>
                  </a:cubicBezTo>
                  <a:cubicBezTo>
                    <a:pt x="230" y="332"/>
                    <a:pt x="204" y="186"/>
                    <a:pt x="200" y="177"/>
                  </a:cubicBezTo>
                  <a:cubicBezTo>
                    <a:pt x="196" y="169"/>
                    <a:pt x="191" y="117"/>
                    <a:pt x="186" y="94"/>
                  </a:cubicBezTo>
                  <a:cubicBezTo>
                    <a:pt x="181" y="71"/>
                    <a:pt x="170" y="29"/>
                    <a:pt x="162" y="0"/>
                  </a:cubicBezTo>
                  <a:cubicBezTo>
                    <a:pt x="152" y="0"/>
                    <a:pt x="68" y="0"/>
                    <a:pt x="0" y="1"/>
                  </a:cubicBezTo>
                  <a:cubicBezTo>
                    <a:pt x="12" y="35"/>
                    <a:pt x="41" y="115"/>
                    <a:pt x="58" y="132"/>
                  </a:cubicBezTo>
                  <a:cubicBezTo>
                    <a:pt x="76" y="150"/>
                    <a:pt x="89" y="175"/>
                    <a:pt x="93" y="202"/>
                  </a:cubicBezTo>
                  <a:cubicBezTo>
                    <a:pt x="98" y="229"/>
                    <a:pt x="97" y="317"/>
                    <a:pt x="125" y="371"/>
                  </a:cubicBezTo>
                  <a:cubicBezTo>
                    <a:pt x="154" y="424"/>
                    <a:pt x="159" y="443"/>
                    <a:pt x="171" y="484"/>
                  </a:cubicBezTo>
                  <a:cubicBezTo>
                    <a:pt x="182" y="525"/>
                    <a:pt x="183" y="547"/>
                    <a:pt x="183" y="562"/>
                  </a:cubicBezTo>
                  <a:cubicBezTo>
                    <a:pt x="183" y="595"/>
                    <a:pt x="183" y="595"/>
                    <a:pt x="183" y="595"/>
                  </a:cubicBezTo>
                  <a:cubicBezTo>
                    <a:pt x="183" y="601"/>
                    <a:pt x="183" y="601"/>
                    <a:pt x="183" y="601"/>
                  </a:cubicBezTo>
                  <a:cubicBezTo>
                    <a:pt x="183" y="601"/>
                    <a:pt x="188" y="618"/>
                    <a:pt x="229" y="640"/>
                  </a:cubicBezTo>
                  <a:cubicBezTo>
                    <a:pt x="269" y="661"/>
                    <a:pt x="283" y="669"/>
                    <a:pt x="293" y="674"/>
                  </a:cubicBezTo>
                  <a:cubicBezTo>
                    <a:pt x="303" y="679"/>
                    <a:pt x="325" y="697"/>
                    <a:pt x="356" y="675"/>
                  </a:cubicBezTo>
                  <a:cubicBezTo>
                    <a:pt x="379" y="658"/>
                    <a:pt x="381" y="653"/>
                    <a:pt x="369" y="646"/>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9" name="Freeform 76"/>
            <p:cNvSpPr>
              <a:spLocks/>
            </p:cNvSpPr>
            <p:nvPr/>
          </p:nvSpPr>
          <p:spPr bwMode="auto">
            <a:xfrm>
              <a:off x="7079455" y="4036846"/>
              <a:ext cx="352425" cy="376238"/>
            </a:xfrm>
            <a:custGeom>
              <a:avLst/>
              <a:gdLst>
                <a:gd name="T0" fmla="*/ 164 w 164"/>
                <a:gd name="T1" fmla="*/ 28 h 175"/>
                <a:gd name="T2" fmla="*/ 111 w 164"/>
                <a:gd name="T3" fmla="*/ 1 h 175"/>
                <a:gd name="T4" fmla="*/ 92 w 164"/>
                <a:gd name="T5" fmla="*/ 31 h 175"/>
                <a:gd name="T6" fmla="*/ 81 w 164"/>
                <a:gd name="T7" fmla="*/ 42 h 175"/>
                <a:gd name="T8" fmla="*/ 25 w 164"/>
                <a:gd name="T9" fmla="*/ 101 h 175"/>
                <a:gd name="T10" fmla="*/ 14 w 164"/>
                <a:gd name="T11" fmla="*/ 116 h 175"/>
                <a:gd name="T12" fmla="*/ 6 w 164"/>
                <a:gd name="T13" fmla="*/ 161 h 175"/>
                <a:gd name="T14" fmla="*/ 20 w 164"/>
                <a:gd name="T15" fmla="*/ 152 h 175"/>
                <a:gd name="T16" fmla="*/ 22 w 164"/>
                <a:gd name="T17" fmla="*/ 171 h 175"/>
                <a:gd name="T18" fmla="*/ 41 w 164"/>
                <a:gd name="T19" fmla="*/ 153 h 175"/>
                <a:gd name="T20" fmla="*/ 46 w 164"/>
                <a:gd name="T21" fmla="*/ 142 h 175"/>
                <a:gd name="T22" fmla="*/ 49 w 164"/>
                <a:gd name="T23" fmla="*/ 171 h 175"/>
                <a:gd name="T24" fmla="*/ 64 w 164"/>
                <a:gd name="T25" fmla="*/ 151 h 175"/>
                <a:gd name="T26" fmla="*/ 83 w 164"/>
                <a:gd name="T27" fmla="*/ 144 h 175"/>
                <a:gd name="T28" fmla="*/ 85 w 164"/>
                <a:gd name="T29" fmla="*/ 141 h 175"/>
                <a:gd name="T30" fmla="*/ 135 w 164"/>
                <a:gd name="T31" fmla="*/ 83 h 175"/>
                <a:gd name="T32" fmla="*/ 143 w 164"/>
                <a:gd name="T33" fmla="*/ 72 h 175"/>
                <a:gd name="T34" fmla="*/ 164 w 164"/>
                <a:gd name="T35" fmla="*/ 28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4" h="175">
                  <a:moveTo>
                    <a:pt x="164" y="28"/>
                  </a:moveTo>
                  <a:cubicBezTo>
                    <a:pt x="164" y="28"/>
                    <a:pt x="118" y="0"/>
                    <a:pt x="111" y="1"/>
                  </a:cubicBezTo>
                  <a:cubicBezTo>
                    <a:pt x="111" y="1"/>
                    <a:pt x="103" y="17"/>
                    <a:pt x="92" y="31"/>
                  </a:cubicBezTo>
                  <a:cubicBezTo>
                    <a:pt x="89" y="35"/>
                    <a:pt x="85" y="39"/>
                    <a:pt x="81" y="42"/>
                  </a:cubicBezTo>
                  <a:cubicBezTo>
                    <a:pt x="70" y="50"/>
                    <a:pt x="41" y="81"/>
                    <a:pt x="25" y="101"/>
                  </a:cubicBezTo>
                  <a:cubicBezTo>
                    <a:pt x="19" y="108"/>
                    <a:pt x="15" y="114"/>
                    <a:pt x="14" y="116"/>
                  </a:cubicBezTo>
                  <a:cubicBezTo>
                    <a:pt x="11" y="127"/>
                    <a:pt x="0" y="160"/>
                    <a:pt x="6" y="161"/>
                  </a:cubicBezTo>
                  <a:cubicBezTo>
                    <a:pt x="11" y="163"/>
                    <a:pt x="20" y="152"/>
                    <a:pt x="20" y="152"/>
                  </a:cubicBezTo>
                  <a:cubicBezTo>
                    <a:pt x="20" y="152"/>
                    <a:pt x="12" y="168"/>
                    <a:pt x="22" y="171"/>
                  </a:cubicBezTo>
                  <a:cubicBezTo>
                    <a:pt x="31" y="175"/>
                    <a:pt x="36" y="164"/>
                    <a:pt x="41" y="153"/>
                  </a:cubicBezTo>
                  <a:cubicBezTo>
                    <a:pt x="46" y="142"/>
                    <a:pt x="46" y="142"/>
                    <a:pt x="46" y="142"/>
                  </a:cubicBezTo>
                  <a:cubicBezTo>
                    <a:pt x="46" y="142"/>
                    <a:pt x="37" y="171"/>
                    <a:pt x="49" y="171"/>
                  </a:cubicBezTo>
                  <a:cubicBezTo>
                    <a:pt x="61" y="170"/>
                    <a:pt x="64" y="151"/>
                    <a:pt x="64" y="151"/>
                  </a:cubicBezTo>
                  <a:cubicBezTo>
                    <a:pt x="64" y="151"/>
                    <a:pt x="70" y="163"/>
                    <a:pt x="83" y="144"/>
                  </a:cubicBezTo>
                  <a:cubicBezTo>
                    <a:pt x="84" y="143"/>
                    <a:pt x="85" y="142"/>
                    <a:pt x="85" y="141"/>
                  </a:cubicBezTo>
                  <a:cubicBezTo>
                    <a:pt x="96" y="123"/>
                    <a:pt x="122" y="98"/>
                    <a:pt x="135" y="83"/>
                  </a:cubicBezTo>
                  <a:cubicBezTo>
                    <a:pt x="140" y="78"/>
                    <a:pt x="143" y="74"/>
                    <a:pt x="143" y="72"/>
                  </a:cubicBezTo>
                  <a:cubicBezTo>
                    <a:pt x="145" y="64"/>
                    <a:pt x="164" y="28"/>
                    <a:pt x="164" y="28"/>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0" name="Freeform 77"/>
            <p:cNvSpPr>
              <a:spLocks/>
            </p:cNvSpPr>
            <p:nvPr/>
          </p:nvSpPr>
          <p:spPr bwMode="auto">
            <a:xfrm>
              <a:off x="7069930" y="6356184"/>
              <a:ext cx="230188" cy="161925"/>
            </a:xfrm>
            <a:custGeom>
              <a:avLst/>
              <a:gdLst>
                <a:gd name="T0" fmla="*/ 99 w 108"/>
                <a:gd name="T1" fmla="*/ 25 h 76"/>
                <a:gd name="T2" fmla="*/ 87 w 108"/>
                <a:gd name="T3" fmla="*/ 33 h 76"/>
                <a:gd name="T4" fmla="*/ 31 w 108"/>
                <a:gd name="T5" fmla="*/ 35 h 76"/>
                <a:gd name="T6" fmla="*/ 11 w 108"/>
                <a:gd name="T7" fmla="*/ 20 h 76"/>
                <a:gd name="T8" fmla="*/ 12 w 108"/>
                <a:gd name="T9" fmla="*/ 0 h 76"/>
                <a:gd name="T10" fmla="*/ 11 w 108"/>
                <a:gd name="T11" fmla="*/ 0 h 76"/>
                <a:gd name="T12" fmla="*/ 8 w 108"/>
                <a:gd name="T13" fmla="*/ 47 h 76"/>
                <a:gd name="T14" fmla="*/ 53 w 108"/>
                <a:gd name="T15" fmla="*/ 76 h 76"/>
                <a:gd name="T16" fmla="*/ 104 w 108"/>
                <a:gd name="T17" fmla="*/ 45 h 76"/>
                <a:gd name="T18" fmla="*/ 99 w 108"/>
                <a:gd name="T19" fmla="*/ 2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76">
                  <a:moveTo>
                    <a:pt x="99" y="25"/>
                  </a:moveTo>
                  <a:cubicBezTo>
                    <a:pt x="100" y="30"/>
                    <a:pt x="97" y="34"/>
                    <a:pt x="87" y="33"/>
                  </a:cubicBezTo>
                  <a:cubicBezTo>
                    <a:pt x="62" y="31"/>
                    <a:pt x="35" y="32"/>
                    <a:pt x="31" y="35"/>
                  </a:cubicBezTo>
                  <a:cubicBezTo>
                    <a:pt x="27" y="38"/>
                    <a:pt x="11" y="47"/>
                    <a:pt x="11" y="20"/>
                  </a:cubicBezTo>
                  <a:cubicBezTo>
                    <a:pt x="12" y="11"/>
                    <a:pt x="12" y="5"/>
                    <a:pt x="12" y="0"/>
                  </a:cubicBezTo>
                  <a:cubicBezTo>
                    <a:pt x="12" y="0"/>
                    <a:pt x="11" y="0"/>
                    <a:pt x="11" y="0"/>
                  </a:cubicBezTo>
                  <a:cubicBezTo>
                    <a:pt x="11" y="0"/>
                    <a:pt x="8" y="38"/>
                    <a:pt x="8" y="47"/>
                  </a:cubicBezTo>
                  <a:cubicBezTo>
                    <a:pt x="8" y="56"/>
                    <a:pt x="0" y="76"/>
                    <a:pt x="53" y="76"/>
                  </a:cubicBezTo>
                  <a:cubicBezTo>
                    <a:pt x="106" y="76"/>
                    <a:pt x="108" y="54"/>
                    <a:pt x="104" y="45"/>
                  </a:cubicBezTo>
                  <a:cubicBezTo>
                    <a:pt x="103" y="41"/>
                    <a:pt x="101" y="34"/>
                    <a:pt x="99" y="25"/>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1" name="Freeform 78"/>
            <p:cNvSpPr>
              <a:spLocks/>
            </p:cNvSpPr>
            <p:nvPr/>
          </p:nvSpPr>
          <p:spPr bwMode="auto">
            <a:xfrm>
              <a:off x="7233443" y="6284746"/>
              <a:ext cx="46038" cy="120650"/>
            </a:xfrm>
            <a:custGeom>
              <a:avLst/>
              <a:gdLst>
                <a:gd name="T0" fmla="*/ 21 w 21"/>
                <a:gd name="T1" fmla="*/ 56 h 56"/>
                <a:gd name="T2" fmla="*/ 13 w 21"/>
                <a:gd name="T3" fmla="*/ 25 h 56"/>
                <a:gd name="T4" fmla="*/ 1 w 21"/>
                <a:gd name="T5" fmla="*/ 0 h 56"/>
                <a:gd name="T6" fmla="*/ 0 w 21"/>
                <a:gd name="T7" fmla="*/ 1 h 56"/>
                <a:gd name="T8" fmla="*/ 2 w 21"/>
                <a:gd name="T9" fmla="*/ 7 h 56"/>
                <a:gd name="T10" fmla="*/ 10 w 21"/>
                <a:gd name="T11" fmla="*/ 37 h 56"/>
                <a:gd name="T12" fmla="*/ 21 w 21"/>
                <a:gd name="T13" fmla="*/ 56 h 56"/>
              </a:gdLst>
              <a:ahLst/>
              <a:cxnLst>
                <a:cxn ang="0">
                  <a:pos x="T0" y="T1"/>
                </a:cxn>
                <a:cxn ang="0">
                  <a:pos x="T2" y="T3"/>
                </a:cxn>
                <a:cxn ang="0">
                  <a:pos x="T4" y="T5"/>
                </a:cxn>
                <a:cxn ang="0">
                  <a:pos x="T6" y="T7"/>
                </a:cxn>
                <a:cxn ang="0">
                  <a:pos x="T8" y="T9"/>
                </a:cxn>
                <a:cxn ang="0">
                  <a:pos x="T10" y="T11"/>
                </a:cxn>
                <a:cxn ang="0">
                  <a:pos x="T12" y="T13"/>
                </a:cxn>
              </a:cxnLst>
              <a:rect l="0" t="0" r="r" b="b"/>
              <a:pathLst>
                <a:path w="21" h="56">
                  <a:moveTo>
                    <a:pt x="21" y="56"/>
                  </a:moveTo>
                  <a:cubicBezTo>
                    <a:pt x="17" y="42"/>
                    <a:pt x="13" y="27"/>
                    <a:pt x="13" y="25"/>
                  </a:cubicBezTo>
                  <a:cubicBezTo>
                    <a:pt x="12" y="22"/>
                    <a:pt x="1" y="0"/>
                    <a:pt x="1" y="0"/>
                  </a:cubicBezTo>
                  <a:cubicBezTo>
                    <a:pt x="1" y="0"/>
                    <a:pt x="1" y="0"/>
                    <a:pt x="0" y="1"/>
                  </a:cubicBezTo>
                  <a:cubicBezTo>
                    <a:pt x="1" y="4"/>
                    <a:pt x="2" y="6"/>
                    <a:pt x="2" y="7"/>
                  </a:cubicBezTo>
                  <a:cubicBezTo>
                    <a:pt x="2" y="15"/>
                    <a:pt x="5" y="30"/>
                    <a:pt x="10" y="37"/>
                  </a:cubicBezTo>
                  <a:cubicBezTo>
                    <a:pt x="12" y="41"/>
                    <a:pt x="19" y="49"/>
                    <a:pt x="21" y="56"/>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2" name="Freeform 79"/>
            <p:cNvSpPr>
              <a:spLocks/>
            </p:cNvSpPr>
            <p:nvPr/>
          </p:nvSpPr>
          <p:spPr bwMode="auto">
            <a:xfrm>
              <a:off x="7754143" y="6260934"/>
              <a:ext cx="566738" cy="263525"/>
            </a:xfrm>
            <a:custGeom>
              <a:avLst/>
              <a:gdLst>
                <a:gd name="T0" fmla="*/ 196 w 264"/>
                <a:gd name="T1" fmla="*/ 51 h 123"/>
                <a:gd name="T2" fmla="*/ 195 w 264"/>
                <a:gd name="T3" fmla="*/ 51 h 123"/>
                <a:gd name="T4" fmla="*/ 182 w 264"/>
                <a:gd name="T5" fmla="*/ 80 h 123"/>
                <a:gd name="T6" fmla="*/ 119 w 264"/>
                <a:gd name="T7" fmla="*/ 79 h 123"/>
                <a:gd name="T8" fmla="*/ 55 w 264"/>
                <a:gd name="T9" fmla="*/ 45 h 123"/>
                <a:gd name="T10" fmla="*/ 9 w 264"/>
                <a:gd name="T11" fmla="*/ 6 h 123"/>
                <a:gd name="T12" fmla="*/ 9 w 264"/>
                <a:gd name="T13" fmla="*/ 0 h 123"/>
                <a:gd name="T14" fmla="*/ 7 w 264"/>
                <a:gd name="T15" fmla="*/ 0 h 123"/>
                <a:gd name="T16" fmla="*/ 10 w 264"/>
                <a:gd name="T17" fmla="*/ 59 h 123"/>
                <a:gd name="T18" fmla="*/ 41 w 264"/>
                <a:gd name="T19" fmla="*/ 81 h 123"/>
                <a:gd name="T20" fmla="*/ 73 w 264"/>
                <a:gd name="T21" fmla="*/ 110 h 123"/>
                <a:gd name="T22" fmla="*/ 86 w 264"/>
                <a:gd name="T23" fmla="*/ 110 h 123"/>
                <a:gd name="T24" fmla="*/ 93 w 264"/>
                <a:gd name="T25" fmla="*/ 100 h 123"/>
                <a:gd name="T26" fmla="*/ 86 w 264"/>
                <a:gd name="T27" fmla="*/ 81 h 123"/>
                <a:gd name="T28" fmla="*/ 136 w 264"/>
                <a:gd name="T29" fmla="*/ 99 h 123"/>
                <a:gd name="T30" fmla="*/ 177 w 264"/>
                <a:gd name="T31" fmla="*/ 121 h 123"/>
                <a:gd name="T32" fmla="*/ 258 w 264"/>
                <a:gd name="T33" fmla="*/ 83 h 123"/>
                <a:gd name="T34" fmla="*/ 196 w 264"/>
                <a:gd name="T35" fmla="*/ 5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123">
                  <a:moveTo>
                    <a:pt x="196" y="51"/>
                  </a:moveTo>
                  <a:cubicBezTo>
                    <a:pt x="196" y="51"/>
                    <a:pt x="196" y="51"/>
                    <a:pt x="195" y="51"/>
                  </a:cubicBezTo>
                  <a:cubicBezTo>
                    <a:pt x="207" y="58"/>
                    <a:pt x="205" y="63"/>
                    <a:pt x="182" y="80"/>
                  </a:cubicBezTo>
                  <a:cubicBezTo>
                    <a:pt x="151" y="102"/>
                    <a:pt x="129" y="84"/>
                    <a:pt x="119" y="79"/>
                  </a:cubicBezTo>
                  <a:cubicBezTo>
                    <a:pt x="109" y="74"/>
                    <a:pt x="95" y="66"/>
                    <a:pt x="55" y="45"/>
                  </a:cubicBezTo>
                  <a:cubicBezTo>
                    <a:pt x="14" y="23"/>
                    <a:pt x="9" y="6"/>
                    <a:pt x="9" y="6"/>
                  </a:cubicBezTo>
                  <a:cubicBezTo>
                    <a:pt x="9" y="0"/>
                    <a:pt x="9" y="0"/>
                    <a:pt x="9" y="0"/>
                  </a:cubicBezTo>
                  <a:cubicBezTo>
                    <a:pt x="8" y="0"/>
                    <a:pt x="7" y="0"/>
                    <a:pt x="7" y="0"/>
                  </a:cubicBezTo>
                  <a:cubicBezTo>
                    <a:pt x="7" y="0"/>
                    <a:pt x="0" y="39"/>
                    <a:pt x="10" y="59"/>
                  </a:cubicBezTo>
                  <a:cubicBezTo>
                    <a:pt x="19" y="78"/>
                    <a:pt x="29" y="73"/>
                    <a:pt x="41" y="81"/>
                  </a:cubicBezTo>
                  <a:cubicBezTo>
                    <a:pt x="54" y="90"/>
                    <a:pt x="73" y="108"/>
                    <a:pt x="73" y="110"/>
                  </a:cubicBezTo>
                  <a:cubicBezTo>
                    <a:pt x="73" y="112"/>
                    <a:pt x="86" y="110"/>
                    <a:pt x="86" y="110"/>
                  </a:cubicBezTo>
                  <a:cubicBezTo>
                    <a:pt x="93" y="100"/>
                    <a:pt x="93" y="100"/>
                    <a:pt x="93" y="100"/>
                  </a:cubicBezTo>
                  <a:cubicBezTo>
                    <a:pt x="86" y="81"/>
                    <a:pt x="86" y="81"/>
                    <a:pt x="86" y="81"/>
                  </a:cubicBezTo>
                  <a:cubicBezTo>
                    <a:pt x="86" y="81"/>
                    <a:pt x="124" y="87"/>
                    <a:pt x="136" y="99"/>
                  </a:cubicBezTo>
                  <a:cubicBezTo>
                    <a:pt x="148" y="111"/>
                    <a:pt x="152" y="120"/>
                    <a:pt x="177" y="121"/>
                  </a:cubicBezTo>
                  <a:cubicBezTo>
                    <a:pt x="201" y="123"/>
                    <a:pt x="252" y="103"/>
                    <a:pt x="258" y="83"/>
                  </a:cubicBezTo>
                  <a:cubicBezTo>
                    <a:pt x="264" y="63"/>
                    <a:pt x="241" y="58"/>
                    <a:pt x="196" y="51"/>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3" name="Freeform 80"/>
            <p:cNvSpPr>
              <a:spLocks/>
            </p:cNvSpPr>
            <p:nvPr/>
          </p:nvSpPr>
          <p:spPr bwMode="auto">
            <a:xfrm>
              <a:off x="7328693" y="2663659"/>
              <a:ext cx="57150" cy="165100"/>
            </a:xfrm>
            <a:custGeom>
              <a:avLst/>
              <a:gdLst>
                <a:gd name="T0" fmla="*/ 0 w 27"/>
                <a:gd name="T1" fmla="*/ 35 h 77"/>
                <a:gd name="T2" fmla="*/ 0 w 27"/>
                <a:gd name="T3" fmla="*/ 51 h 77"/>
                <a:gd name="T4" fmla="*/ 27 w 27"/>
                <a:gd name="T5" fmla="*/ 77 h 77"/>
                <a:gd name="T6" fmla="*/ 18 w 27"/>
                <a:gd name="T7" fmla="*/ 43 h 77"/>
                <a:gd name="T8" fmla="*/ 12 w 27"/>
                <a:gd name="T9" fmla="*/ 0 h 77"/>
                <a:gd name="T10" fmla="*/ 0 w 27"/>
                <a:gd name="T11" fmla="*/ 35 h 77"/>
              </a:gdLst>
              <a:ahLst/>
              <a:cxnLst>
                <a:cxn ang="0">
                  <a:pos x="T0" y="T1"/>
                </a:cxn>
                <a:cxn ang="0">
                  <a:pos x="T2" y="T3"/>
                </a:cxn>
                <a:cxn ang="0">
                  <a:pos x="T4" y="T5"/>
                </a:cxn>
                <a:cxn ang="0">
                  <a:pos x="T6" y="T7"/>
                </a:cxn>
                <a:cxn ang="0">
                  <a:pos x="T8" y="T9"/>
                </a:cxn>
                <a:cxn ang="0">
                  <a:pos x="T10" y="T11"/>
                </a:cxn>
              </a:cxnLst>
              <a:rect l="0" t="0" r="r" b="b"/>
              <a:pathLst>
                <a:path w="27" h="77">
                  <a:moveTo>
                    <a:pt x="0" y="35"/>
                  </a:moveTo>
                  <a:cubicBezTo>
                    <a:pt x="0" y="51"/>
                    <a:pt x="0" y="51"/>
                    <a:pt x="0" y="51"/>
                  </a:cubicBezTo>
                  <a:cubicBezTo>
                    <a:pt x="0" y="51"/>
                    <a:pt x="13" y="63"/>
                    <a:pt x="27" y="77"/>
                  </a:cubicBezTo>
                  <a:cubicBezTo>
                    <a:pt x="25" y="70"/>
                    <a:pt x="23" y="59"/>
                    <a:pt x="18" y="43"/>
                  </a:cubicBezTo>
                  <a:cubicBezTo>
                    <a:pt x="13" y="22"/>
                    <a:pt x="12" y="8"/>
                    <a:pt x="12" y="0"/>
                  </a:cubicBezTo>
                  <a:cubicBezTo>
                    <a:pt x="10" y="13"/>
                    <a:pt x="6" y="25"/>
                    <a:pt x="0" y="35"/>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4" name="Freeform 81"/>
            <p:cNvSpPr>
              <a:spLocks noEditPoints="1"/>
            </p:cNvSpPr>
            <p:nvPr/>
          </p:nvSpPr>
          <p:spPr bwMode="auto">
            <a:xfrm>
              <a:off x="6650830" y="2897021"/>
              <a:ext cx="1109663" cy="2098675"/>
            </a:xfrm>
            <a:custGeom>
              <a:avLst/>
              <a:gdLst>
                <a:gd name="T0" fmla="*/ 513 w 518"/>
                <a:gd name="T1" fmla="*/ 237 h 979"/>
                <a:gd name="T2" fmla="*/ 458 w 518"/>
                <a:gd name="T3" fmla="*/ 22 h 979"/>
                <a:gd name="T4" fmla="*/ 390 w 518"/>
                <a:gd name="T5" fmla="*/ 13 h 979"/>
                <a:gd name="T6" fmla="*/ 366 w 518"/>
                <a:gd name="T7" fmla="*/ 24 h 979"/>
                <a:gd name="T8" fmla="*/ 329 w 518"/>
                <a:gd name="T9" fmla="*/ 45 h 979"/>
                <a:gd name="T10" fmla="*/ 307 w 518"/>
                <a:gd name="T11" fmla="*/ 83 h 979"/>
                <a:gd name="T12" fmla="*/ 266 w 518"/>
                <a:gd name="T13" fmla="*/ 273 h 979"/>
                <a:gd name="T14" fmla="*/ 225 w 518"/>
                <a:gd name="T15" fmla="*/ 131 h 979"/>
                <a:gd name="T16" fmla="*/ 171 w 518"/>
                <a:gd name="T17" fmla="*/ 41 h 979"/>
                <a:gd name="T18" fmla="*/ 128 w 518"/>
                <a:gd name="T19" fmla="*/ 37 h 979"/>
                <a:gd name="T20" fmla="*/ 140 w 518"/>
                <a:gd name="T21" fmla="*/ 17 h 979"/>
                <a:gd name="T22" fmla="*/ 0 w 518"/>
                <a:gd name="T23" fmla="*/ 338 h 979"/>
                <a:gd name="T24" fmla="*/ 65 w 518"/>
                <a:gd name="T25" fmla="*/ 626 h 979"/>
                <a:gd name="T26" fmla="*/ 116 w 518"/>
                <a:gd name="T27" fmla="*/ 977 h 979"/>
                <a:gd name="T28" fmla="*/ 248 w 518"/>
                <a:gd name="T29" fmla="*/ 978 h 979"/>
                <a:gd name="T30" fmla="*/ 341 w 518"/>
                <a:gd name="T31" fmla="*/ 976 h 979"/>
                <a:gd name="T32" fmla="*/ 504 w 518"/>
                <a:gd name="T33" fmla="*/ 975 h 979"/>
                <a:gd name="T34" fmla="*/ 480 w 518"/>
                <a:gd name="T35" fmla="*/ 838 h 979"/>
                <a:gd name="T36" fmla="*/ 456 w 518"/>
                <a:gd name="T37" fmla="*/ 697 h 979"/>
                <a:gd name="T38" fmla="*/ 435 w 518"/>
                <a:gd name="T39" fmla="*/ 616 h 979"/>
                <a:gd name="T40" fmla="*/ 437 w 518"/>
                <a:gd name="T41" fmla="*/ 557 h 979"/>
                <a:gd name="T42" fmla="*/ 487 w 518"/>
                <a:gd name="T43" fmla="*/ 460 h 979"/>
                <a:gd name="T44" fmla="*/ 343 w 518"/>
                <a:gd name="T45" fmla="*/ 604 h 979"/>
                <a:gd name="T46" fmla="*/ 341 w 518"/>
                <a:gd name="T47" fmla="*/ 628 h 979"/>
                <a:gd name="T48" fmla="*/ 315 w 518"/>
                <a:gd name="T49" fmla="*/ 651 h 979"/>
                <a:gd name="T50" fmla="*/ 293 w 518"/>
                <a:gd name="T51" fmla="*/ 678 h 979"/>
                <a:gd name="T52" fmla="*/ 264 w 518"/>
                <a:gd name="T53" fmla="*/ 683 h 979"/>
                <a:gd name="T54" fmla="*/ 246 w 518"/>
                <a:gd name="T55" fmla="*/ 674 h 979"/>
                <a:gd name="T56" fmla="*/ 222 w 518"/>
                <a:gd name="T57" fmla="*/ 703 h 979"/>
                <a:gd name="T58" fmla="*/ 206 w 518"/>
                <a:gd name="T59" fmla="*/ 693 h 979"/>
                <a:gd name="T60" fmla="*/ 225 w 518"/>
                <a:gd name="T61" fmla="*/ 633 h 979"/>
                <a:gd name="T62" fmla="*/ 185 w 518"/>
                <a:gd name="T63" fmla="*/ 568 h 979"/>
                <a:gd name="T64" fmla="*/ 221 w 518"/>
                <a:gd name="T65" fmla="*/ 522 h 979"/>
                <a:gd name="T66" fmla="*/ 292 w 518"/>
                <a:gd name="T67" fmla="*/ 563 h 979"/>
                <a:gd name="T68" fmla="*/ 364 w 518"/>
                <a:gd name="T69" fmla="*/ 560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8" h="979">
                  <a:moveTo>
                    <a:pt x="518" y="379"/>
                  </a:moveTo>
                  <a:cubicBezTo>
                    <a:pt x="518" y="361"/>
                    <a:pt x="515" y="251"/>
                    <a:pt x="513" y="237"/>
                  </a:cubicBezTo>
                  <a:cubicBezTo>
                    <a:pt x="511" y="223"/>
                    <a:pt x="492" y="99"/>
                    <a:pt x="486" y="75"/>
                  </a:cubicBezTo>
                  <a:cubicBezTo>
                    <a:pt x="480" y="51"/>
                    <a:pt x="477" y="19"/>
                    <a:pt x="458" y="22"/>
                  </a:cubicBezTo>
                  <a:cubicBezTo>
                    <a:pt x="438" y="9"/>
                    <a:pt x="382" y="1"/>
                    <a:pt x="377" y="0"/>
                  </a:cubicBezTo>
                  <a:cubicBezTo>
                    <a:pt x="384" y="7"/>
                    <a:pt x="389" y="12"/>
                    <a:pt x="390" y="13"/>
                  </a:cubicBezTo>
                  <a:cubicBezTo>
                    <a:pt x="409" y="24"/>
                    <a:pt x="404" y="27"/>
                    <a:pt x="404" y="27"/>
                  </a:cubicBezTo>
                  <a:cubicBezTo>
                    <a:pt x="402" y="27"/>
                    <a:pt x="386" y="31"/>
                    <a:pt x="366" y="24"/>
                  </a:cubicBezTo>
                  <a:cubicBezTo>
                    <a:pt x="345" y="16"/>
                    <a:pt x="340" y="23"/>
                    <a:pt x="343" y="28"/>
                  </a:cubicBezTo>
                  <a:cubicBezTo>
                    <a:pt x="345" y="33"/>
                    <a:pt x="336" y="41"/>
                    <a:pt x="329" y="45"/>
                  </a:cubicBezTo>
                  <a:cubicBezTo>
                    <a:pt x="323" y="49"/>
                    <a:pt x="320" y="57"/>
                    <a:pt x="318" y="65"/>
                  </a:cubicBezTo>
                  <a:cubicBezTo>
                    <a:pt x="317" y="73"/>
                    <a:pt x="313" y="76"/>
                    <a:pt x="307" y="83"/>
                  </a:cubicBezTo>
                  <a:cubicBezTo>
                    <a:pt x="302" y="90"/>
                    <a:pt x="285" y="159"/>
                    <a:pt x="282" y="177"/>
                  </a:cubicBezTo>
                  <a:cubicBezTo>
                    <a:pt x="280" y="194"/>
                    <a:pt x="266" y="273"/>
                    <a:pt x="266" y="273"/>
                  </a:cubicBezTo>
                  <a:cubicBezTo>
                    <a:pt x="266" y="273"/>
                    <a:pt x="256" y="238"/>
                    <a:pt x="255" y="235"/>
                  </a:cubicBezTo>
                  <a:cubicBezTo>
                    <a:pt x="253" y="231"/>
                    <a:pt x="226" y="143"/>
                    <a:pt x="225" y="131"/>
                  </a:cubicBezTo>
                  <a:cubicBezTo>
                    <a:pt x="223" y="120"/>
                    <a:pt x="210" y="76"/>
                    <a:pt x="210" y="76"/>
                  </a:cubicBezTo>
                  <a:cubicBezTo>
                    <a:pt x="210" y="76"/>
                    <a:pt x="183" y="46"/>
                    <a:pt x="171" y="41"/>
                  </a:cubicBezTo>
                  <a:cubicBezTo>
                    <a:pt x="159" y="35"/>
                    <a:pt x="176" y="23"/>
                    <a:pt x="176" y="23"/>
                  </a:cubicBezTo>
                  <a:cubicBezTo>
                    <a:pt x="176" y="23"/>
                    <a:pt x="141" y="37"/>
                    <a:pt x="128" y="37"/>
                  </a:cubicBezTo>
                  <a:cubicBezTo>
                    <a:pt x="114" y="37"/>
                    <a:pt x="120" y="36"/>
                    <a:pt x="120" y="36"/>
                  </a:cubicBezTo>
                  <a:cubicBezTo>
                    <a:pt x="120" y="36"/>
                    <a:pt x="132" y="24"/>
                    <a:pt x="140" y="17"/>
                  </a:cubicBezTo>
                  <a:cubicBezTo>
                    <a:pt x="106" y="35"/>
                    <a:pt x="56" y="71"/>
                    <a:pt x="45" y="84"/>
                  </a:cubicBezTo>
                  <a:cubicBezTo>
                    <a:pt x="32" y="99"/>
                    <a:pt x="0" y="288"/>
                    <a:pt x="0" y="338"/>
                  </a:cubicBezTo>
                  <a:cubicBezTo>
                    <a:pt x="0" y="388"/>
                    <a:pt x="91" y="528"/>
                    <a:pt x="91" y="528"/>
                  </a:cubicBezTo>
                  <a:cubicBezTo>
                    <a:pt x="65" y="626"/>
                    <a:pt x="65" y="626"/>
                    <a:pt x="65" y="626"/>
                  </a:cubicBezTo>
                  <a:cubicBezTo>
                    <a:pt x="58" y="665"/>
                    <a:pt x="85" y="780"/>
                    <a:pt x="96" y="824"/>
                  </a:cubicBezTo>
                  <a:cubicBezTo>
                    <a:pt x="106" y="867"/>
                    <a:pt x="116" y="977"/>
                    <a:pt x="116" y="977"/>
                  </a:cubicBezTo>
                  <a:cubicBezTo>
                    <a:pt x="116" y="977"/>
                    <a:pt x="117" y="977"/>
                    <a:pt x="119" y="977"/>
                  </a:cubicBezTo>
                  <a:cubicBezTo>
                    <a:pt x="134" y="978"/>
                    <a:pt x="218" y="979"/>
                    <a:pt x="248" y="978"/>
                  </a:cubicBezTo>
                  <a:cubicBezTo>
                    <a:pt x="249" y="977"/>
                    <a:pt x="251" y="977"/>
                    <a:pt x="252" y="977"/>
                  </a:cubicBezTo>
                  <a:cubicBezTo>
                    <a:pt x="262" y="977"/>
                    <a:pt x="299" y="976"/>
                    <a:pt x="341" y="976"/>
                  </a:cubicBezTo>
                  <a:cubicBezTo>
                    <a:pt x="409" y="975"/>
                    <a:pt x="493" y="975"/>
                    <a:pt x="503" y="975"/>
                  </a:cubicBezTo>
                  <a:cubicBezTo>
                    <a:pt x="503" y="975"/>
                    <a:pt x="504" y="975"/>
                    <a:pt x="504" y="975"/>
                  </a:cubicBezTo>
                  <a:cubicBezTo>
                    <a:pt x="504" y="975"/>
                    <a:pt x="496" y="925"/>
                    <a:pt x="496" y="915"/>
                  </a:cubicBezTo>
                  <a:cubicBezTo>
                    <a:pt x="496" y="906"/>
                    <a:pt x="482" y="859"/>
                    <a:pt x="480" y="838"/>
                  </a:cubicBezTo>
                  <a:cubicBezTo>
                    <a:pt x="479" y="818"/>
                    <a:pt x="465" y="763"/>
                    <a:pt x="465" y="740"/>
                  </a:cubicBezTo>
                  <a:cubicBezTo>
                    <a:pt x="465" y="717"/>
                    <a:pt x="463" y="710"/>
                    <a:pt x="456" y="697"/>
                  </a:cubicBezTo>
                  <a:cubicBezTo>
                    <a:pt x="449" y="684"/>
                    <a:pt x="451" y="682"/>
                    <a:pt x="451" y="660"/>
                  </a:cubicBezTo>
                  <a:cubicBezTo>
                    <a:pt x="451" y="638"/>
                    <a:pt x="435" y="616"/>
                    <a:pt x="435" y="616"/>
                  </a:cubicBezTo>
                  <a:cubicBezTo>
                    <a:pt x="438" y="605"/>
                    <a:pt x="435" y="577"/>
                    <a:pt x="428" y="572"/>
                  </a:cubicBezTo>
                  <a:cubicBezTo>
                    <a:pt x="430" y="569"/>
                    <a:pt x="437" y="557"/>
                    <a:pt x="437" y="557"/>
                  </a:cubicBezTo>
                  <a:cubicBezTo>
                    <a:pt x="435" y="539"/>
                    <a:pt x="435" y="539"/>
                    <a:pt x="435" y="539"/>
                  </a:cubicBezTo>
                  <a:cubicBezTo>
                    <a:pt x="435" y="539"/>
                    <a:pt x="477" y="475"/>
                    <a:pt x="487" y="460"/>
                  </a:cubicBezTo>
                  <a:cubicBezTo>
                    <a:pt x="496" y="446"/>
                    <a:pt x="518" y="397"/>
                    <a:pt x="518" y="379"/>
                  </a:cubicBezTo>
                  <a:moveTo>
                    <a:pt x="343" y="604"/>
                  </a:moveTo>
                  <a:cubicBezTo>
                    <a:pt x="343" y="606"/>
                    <a:pt x="340" y="610"/>
                    <a:pt x="335" y="615"/>
                  </a:cubicBezTo>
                  <a:cubicBezTo>
                    <a:pt x="340" y="620"/>
                    <a:pt x="343" y="626"/>
                    <a:pt x="341" y="628"/>
                  </a:cubicBezTo>
                  <a:cubicBezTo>
                    <a:pt x="338" y="631"/>
                    <a:pt x="329" y="635"/>
                    <a:pt x="329" y="635"/>
                  </a:cubicBezTo>
                  <a:cubicBezTo>
                    <a:pt x="329" y="635"/>
                    <a:pt x="322" y="650"/>
                    <a:pt x="315" y="651"/>
                  </a:cubicBezTo>
                  <a:cubicBezTo>
                    <a:pt x="307" y="651"/>
                    <a:pt x="310" y="666"/>
                    <a:pt x="304" y="666"/>
                  </a:cubicBezTo>
                  <a:cubicBezTo>
                    <a:pt x="299" y="666"/>
                    <a:pt x="298" y="678"/>
                    <a:pt x="293" y="678"/>
                  </a:cubicBezTo>
                  <a:cubicBezTo>
                    <a:pt x="292" y="678"/>
                    <a:pt x="288" y="677"/>
                    <a:pt x="283" y="676"/>
                  </a:cubicBezTo>
                  <a:cubicBezTo>
                    <a:pt x="270" y="695"/>
                    <a:pt x="264" y="683"/>
                    <a:pt x="264" y="683"/>
                  </a:cubicBezTo>
                  <a:cubicBezTo>
                    <a:pt x="264" y="683"/>
                    <a:pt x="261" y="702"/>
                    <a:pt x="249" y="703"/>
                  </a:cubicBezTo>
                  <a:cubicBezTo>
                    <a:pt x="237" y="703"/>
                    <a:pt x="246" y="674"/>
                    <a:pt x="246" y="674"/>
                  </a:cubicBezTo>
                  <a:cubicBezTo>
                    <a:pt x="241" y="685"/>
                    <a:pt x="241" y="685"/>
                    <a:pt x="241" y="685"/>
                  </a:cubicBezTo>
                  <a:cubicBezTo>
                    <a:pt x="236" y="696"/>
                    <a:pt x="231" y="707"/>
                    <a:pt x="222" y="703"/>
                  </a:cubicBezTo>
                  <a:cubicBezTo>
                    <a:pt x="212" y="700"/>
                    <a:pt x="220" y="684"/>
                    <a:pt x="220" y="684"/>
                  </a:cubicBezTo>
                  <a:cubicBezTo>
                    <a:pt x="220" y="684"/>
                    <a:pt x="211" y="695"/>
                    <a:pt x="206" y="693"/>
                  </a:cubicBezTo>
                  <a:cubicBezTo>
                    <a:pt x="200" y="692"/>
                    <a:pt x="211" y="659"/>
                    <a:pt x="214" y="648"/>
                  </a:cubicBezTo>
                  <a:cubicBezTo>
                    <a:pt x="215" y="646"/>
                    <a:pt x="219" y="640"/>
                    <a:pt x="225" y="633"/>
                  </a:cubicBezTo>
                  <a:cubicBezTo>
                    <a:pt x="218" y="627"/>
                    <a:pt x="206" y="612"/>
                    <a:pt x="200" y="599"/>
                  </a:cubicBezTo>
                  <a:cubicBezTo>
                    <a:pt x="194" y="585"/>
                    <a:pt x="187" y="571"/>
                    <a:pt x="185" y="568"/>
                  </a:cubicBezTo>
                  <a:cubicBezTo>
                    <a:pt x="184" y="565"/>
                    <a:pt x="164" y="553"/>
                    <a:pt x="164" y="553"/>
                  </a:cubicBezTo>
                  <a:cubicBezTo>
                    <a:pt x="164" y="553"/>
                    <a:pt x="175" y="522"/>
                    <a:pt x="221" y="522"/>
                  </a:cubicBezTo>
                  <a:cubicBezTo>
                    <a:pt x="221" y="522"/>
                    <a:pt x="230" y="536"/>
                    <a:pt x="244" y="543"/>
                  </a:cubicBezTo>
                  <a:cubicBezTo>
                    <a:pt x="256" y="549"/>
                    <a:pt x="277" y="556"/>
                    <a:pt x="292" y="563"/>
                  </a:cubicBezTo>
                  <a:cubicBezTo>
                    <a:pt x="303" y="549"/>
                    <a:pt x="311" y="533"/>
                    <a:pt x="311" y="533"/>
                  </a:cubicBezTo>
                  <a:cubicBezTo>
                    <a:pt x="318" y="532"/>
                    <a:pt x="364" y="560"/>
                    <a:pt x="364" y="560"/>
                  </a:cubicBezTo>
                  <a:cubicBezTo>
                    <a:pt x="364" y="560"/>
                    <a:pt x="345" y="596"/>
                    <a:pt x="343" y="604"/>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5" name="Freeform 82"/>
            <p:cNvSpPr>
              <a:spLocks/>
            </p:cNvSpPr>
            <p:nvPr/>
          </p:nvSpPr>
          <p:spPr bwMode="auto">
            <a:xfrm>
              <a:off x="6895305" y="2773196"/>
              <a:ext cx="631825" cy="709613"/>
            </a:xfrm>
            <a:custGeom>
              <a:avLst/>
              <a:gdLst>
                <a:gd name="T0" fmla="*/ 276 w 295"/>
                <a:gd name="T1" fmla="*/ 71 h 331"/>
                <a:gd name="T2" fmla="*/ 263 w 295"/>
                <a:gd name="T3" fmla="*/ 58 h 331"/>
                <a:gd name="T4" fmla="*/ 229 w 295"/>
                <a:gd name="T5" fmla="*/ 26 h 331"/>
                <a:gd name="T6" fmla="*/ 202 w 295"/>
                <a:gd name="T7" fmla="*/ 0 h 331"/>
                <a:gd name="T8" fmla="*/ 202 w 295"/>
                <a:gd name="T9" fmla="*/ 0 h 331"/>
                <a:gd name="T10" fmla="*/ 202 w 295"/>
                <a:gd name="T11" fmla="*/ 0 h 331"/>
                <a:gd name="T12" fmla="*/ 202 w 295"/>
                <a:gd name="T13" fmla="*/ 33 h 331"/>
                <a:gd name="T14" fmla="*/ 201 w 295"/>
                <a:gd name="T15" fmla="*/ 53 h 331"/>
                <a:gd name="T16" fmla="*/ 197 w 295"/>
                <a:gd name="T17" fmla="*/ 90 h 331"/>
                <a:gd name="T18" fmla="*/ 173 w 295"/>
                <a:gd name="T19" fmla="*/ 117 h 331"/>
                <a:gd name="T20" fmla="*/ 142 w 295"/>
                <a:gd name="T21" fmla="*/ 167 h 331"/>
                <a:gd name="T22" fmla="*/ 108 w 295"/>
                <a:gd name="T23" fmla="*/ 107 h 331"/>
                <a:gd name="T24" fmla="*/ 94 w 295"/>
                <a:gd name="T25" fmla="*/ 96 h 331"/>
                <a:gd name="T26" fmla="*/ 92 w 295"/>
                <a:gd name="T27" fmla="*/ 60 h 331"/>
                <a:gd name="T28" fmla="*/ 92 w 295"/>
                <a:gd name="T29" fmla="*/ 46 h 331"/>
                <a:gd name="T30" fmla="*/ 91 w 295"/>
                <a:gd name="T31" fmla="*/ 14 h 331"/>
                <a:gd name="T32" fmla="*/ 91 w 295"/>
                <a:gd name="T33" fmla="*/ 8 h 331"/>
                <a:gd name="T34" fmla="*/ 73 w 295"/>
                <a:gd name="T35" fmla="*/ 36 h 331"/>
                <a:gd name="T36" fmla="*/ 33 w 295"/>
                <a:gd name="T37" fmla="*/ 69 h 331"/>
                <a:gd name="T38" fmla="*/ 26 w 295"/>
                <a:gd name="T39" fmla="*/ 75 h 331"/>
                <a:gd name="T40" fmla="*/ 6 w 295"/>
                <a:gd name="T41" fmla="*/ 94 h 331"/>
                <a:gd name="T42" fmla="*/ 14 w 295"/>
                <a:gd name="T43" fmla="*/ 95 h 331"/>
                <a:gd name="T44" fmla="*/ 62 w 295"/>
                <a:gd name="T45" fmla="*/ 81 h 331"/>
                <a:gd name="T46" fmla="*/ 57 w 295"/>
                <a:gd name="T47" fmla="*/ 99 h 331"/>
                <a:gd name="T48" fmla="*/ 96 w 295"/>
                <a:gd name="T49" fmla="*/ 134 h 331"/>
                <a:gd name="T50" fmla="*/ 111 w 295"/>
                <a:gd name="T51" fmla="*/ 189 h 331"/>
                <a:gd name="T52" fmla="*/ 141 w 295"/>
                <a:gd name="T53" fmla="*/ 293 h 331"/>
                <a:gd name="T54" fmla="*/ 152 w 295"/>
                <a:gd name="T55" fmla="*/ 331 h 331"/>
                <a:gd name="T56" fmla="*/ 168 w 295"/>
                <a:gd name="T57" fmla="*/ 235 h 331"/>
                <a:gd name="T58" fmla="*/ 193 w 295"/>
                <a:gd name="T59" fmla="*/ 141 h 331"/>
                <a:gd name="T60" fmla="*/ 204 w 295"/>
                <a:gd name="T61" fmla="*/ 123 h 331"/>
                <a:gd name="T62" fmla="*/ 215 w 295"/>
                <a:gd name="T63" fmla="*/ 103 h 331"/>
                <a:gd name="T64" fmla="*/ 229 w 295"/>
                <a:gd name="T65" fmla="*/ 86 h 331"/>
                <a:gd name="T66" fmla="*/ 252 w 295"/>
                <a:gd name="T67" fmla="*/ 82 h 331"/>
                <a:gd name="T68" fmla="*/ 290 w 295"/>
                <a:gd name="T69" fmla="*/ 85 h 331"/>
                <a:gd name="T70" fmla="*/ 276 w 295"/>
                <a:gd name="T71" fmla="*/ 7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5" h="331">
                  <a:moveTo>
                    <a:pt x="276" y="71"/>
                  </a:moveTo>
                  <a:cubicBezTo>
                    <a:pt x="275" y="70"/>
                    <a:pt x="270" y="65"/>
                    <a:pt x="263" y="58"/>
                  </a:cubicBezTo>
                  <a:cubicBezTo>
                    <a:pt x="253" y="49"/>
                    <a:pt x="241" y="37"/>
                    <a:pt x="229" y="26"/>
                  </a:cubicBezTo>
                  <a:cubicBezTo>
                    <a:pt x="215" y="12"/>
                    <a:pt x="202" y="0"/>
                    <a:pt x="202" y="0"/>
                  </a:cubicBezTo>
                  <a:cubicBezTo>
                    <a:pt x="202" y="0"/>
                    <a:pt x="202" y="0"/>
                    <a:pt x="202" y="0"/>
                  </a:cubicBezTo>
                  <a:cubicBezTo>
                    <a:pt x="202" y="0"/>
                    <a:pt x="202" y="0"/>
                    <a:pt x="202" y="0"/>
                  </a:cubicBezTo>
                  <a:cubicBezTo>
                    <a:pt x="202" y="2"/>
                    <a:pt x="202" y="14"/>
                    <a:pt x="202" y="33"/>
                  </a:cubicBezTo>
                  <a:cubicBezTo>
                    <a:pt x="202" y="39"/>
                    <a:pt x="202" y="46"/>
                    <a:pt x="201" y="53"/>
                  </a:cubicBezTo>
                  <a:cubicBezTo>
                    <a:pt x="200" y="68"/>
                    <a:pt x="199" y="83"/>
                    <a:pt x="197" y="90"/>
                  </a:cubicBezTo>
                  <a:cubicBezTo>
                    <a:pt x="195" y="99"/>
                    <a:pt x="181" y="101"/>
                    <a:pt x="173" y="117"/>
                  </a:cubicBezTo>
                  <a:cubicBezTo>
                    <a:pt x="165" y="133"/>
                    <a:pt x="142" y="167"/>
                    <a:pt x="142" y="167"/>
                  </a:cubicBezTo>
                  <a:cubicBezTo>
                    <a:pt x="142" y="167"/>
                    <a:pt x="115" y="113"/>
                    <a:pt x="108" y="107"/>
                  </a:cubicBezTo>
                  <a:cubicBezTo>
                    <a:pt x="102" y="100"/>
                    <a:pt x="94" y="96"/>
                    <a:pt x="94" y="96"/>
                  </a:cubicBezTo>
                  <a:cubicBezTo>
                    <a:pt x="94" y="96"/>
                    <a:pt x="93" y="76"/>
                    <a:pt x="92" y="60"/>
                  </a:cubicBezTo>
                  <a:cubicBezTo>
                    <a:pt x="92" y="54"/>
                    <a:pt x="92" y="49"/>
                    <a:pt x="92" y="46"/>
                  </a:cubicBezTo>
                  <a:cubicBezTo>
                    <a:pt x="92" y="37"/>
                    <a:pt x="91" y="23"/>
                    <a:pt x="91" y="14"/>
                  </a:cubicBezTo>
                  <a:cubicBezTo>
                    <a:pt x="91" y="10"/>
                    <a:pt x="91" y="8"/>
                    <a:pt x="91" y="8"/>
                  </a:cubicBezTo>
                  <a:cubicBezTo>
                    <a:pt x="91" y="8"/>
                    <a:pt x="82" y="27"/>
                    <a:pt x="73" y="36"/>
                  </a:cubicBezTo>
                  <a:cubicBezTo>
                    <a:pt x="64" y="44"/>
                    <a:pt x="40" y="64"/>
                    <a:pt x="33" y="69"/>
                  </a:cubicBezTo>
                  <a:cubicBezTo>
                    <a:pt x="31" y="70"/>
                    <a:pt x="29" y="72"/>
                    <a:pt x="26" y="75"/>
                  </a:cubicBezTo>
                  <a:cubicBezTo>
                    <a:pt x="18" y="82"/>
                    <a:pt x="6" y="94"/>
                    <a:pt x="6" y="94"/>
                  </a:cubicBezTo>
                  <a:cubicBezTo>
                    <a:pt x="6" y="94"/>
                    <a:pt x="0" y="95"/>
                    <a:pt x="14" y="95"/>
                  </a:cubicBezTo>
                  <a:cubicBezTo>
                    <a:pt x="27" y="95"/>
                    <a:pt x="62" y="81"/>
                    <a:pt x="62" y="81"/>
                  </a:cubicBezTo>
                  <a:cubicBezTo>
                    <a:pt x="62" y="81"/>
                    <a:pt x="45" y="93"/>
                    <a:pt x="57" y="99"/>
                  </a:cubicBezTo>
                  <a:cubicBezTo>
                    <a:pt x="69" y="104"/>
                    <a:pt x="96" y="134"/>
                    <a:pt x="96" y="134"/>
                  </a:cubicBezTo>
                  <a:cubicBezTo>
                    <a:pt x="96" y="134"/>
                    <a:pt x="109" y="178"/>
                    <a:pt x="111" y="189"/>
                  </a:cubicBezTo>
                  <a:cubicBezTo>
                    <a:pt x="112" y="201"/>
                    <a:pt x="139" y="289"/>
                    <a:pt x="141" y="293"/>
                  </a:cubicBezTo>
                  <a:cubicBezTo>
                    <a:pt x="142" y="296"/>
                    <a:pt x="152" y="331"/>
                    <a:pt x="152" y="331"/>
                  </a:cubicBezTo>
                  <a:cubicBezTo>
                    <a:pt x="152" y="331"/>
                    <a:pt x="166" y="252"/>
                    <a:pt x="168" y="235"/>
                  </a:cubicBezTo>
                  <a:cubicBezTo>
                    <a:pt x="171" y="217"/>
                    <a:pt x="188" y="148"/>
                    <a:pt x="193" y="141"/>
                  </a:cubicBezTo>
                  <a:cubicBezTo>
                    <a:pt x="199" y="134"/>
                    <a:pt x="203" y="131"/>
                    <a:pt x="204" y="123"/>
                  </a:cubicBezTo>
                  <a:cubicBezTo>
                    <a:pt x="206" y="115"/>
                    <a:pt x="209" y="107"/>
                    <a:pt x="215" y="103"/>
                  </a:cubicBezTo>
                  <a:cubicBezTo>
                    <a:pt x="222" y="99"/>
                    <a:pt x="231" y="91"/>
                    <a:pt x="229" y="86"/>
                  </a:cubicBezTo>
                  <a:cubicBezTo>
                    <a:pt x="226" y="81"/>
                    <a:pt x="231" y="74"/>
                    <a:pt x="252" y="82"/>
                  </a:cubicBezTo>
                  <a:cubicBezTo>
                    <a:pt x="272" y="89"/>
                    <a:pt x="288" y="85"/>
                    <a:pt x="290" y="85"/>
                  </a:cubicBezTo>
                  <a:cubicBezTo>
                    <a:pt x="290" y="85"/>
                    <a:pt x="295" y="82"/>
                    <a:pt x="276" y="71"/>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6" name="Freeform 83"/>
            <p:cNvSpPr>
              <a:spLocks/>
            </p:cNvSpPr>
            <p:nvPr/>
          </p:nvSpPr>
          <p:spPr bwMode="auto">
            <a:xfrm>
              <a:off x="6985793" y="2341396"/>
              <a:ext cx="465138" cy="515938"/>
            </a:xfrm>
            <a:custGeom>
              <a:avLst/>
              <a:gdLst>
                <a:gd name="T0" fmla="*/ 24 w 217"/>
                <a:gd name="T1" fmla="*/ 135 h 241"/>
                <a:gd name="T2" fmla="*/ 31 w 217"/>
                <a:gd name="T3" fmla="*/ 140 h 241"/>
                <a:gd name="T4" fmla="*/ 46 w 217"/>
                <a:gd name="T5" fmla="*/ 198 h 241"/>
                <a:gd name="T6" fmla="*/ 56 w 217"/>
                <a:gd name="T7" fmla="*/ 210 h 241"/>
                <a:gd name="T8" fmla="*/ 77 w 217"/>
                <a:gd name="T9" fmla="*/ 230 h 241"/>
                <a:gd name="T10" fmla="*/ 111 w 217"/>
                <a:gd name="T11" fmla="*/ 241 h 241"/>
                <a:gd name="T12" fmla="*/ 158 w 217"/>
                <a:gd name="T13" fmla="*/ 203 h 241"/>
                <a:gd name="T14" fmla="*/ 164 w 217"/>
                <a:gd name="T15" fmla="*/ 193 h 241"/>
                <a:gd name="T16" fmla="*/ 177 w 217"/>
                <a:gd name="T17" fmla="*/ 155 h 241"/>
                <a:gd name="T18" fmla="*/ 179 w 217"/>
                <a:gd name="T19" fmla="*/ 145 h 241"/>
                <a:gd name="T20" fmla="*/ 201 w 217"/>
                <a:gd name="T21" fmla="*/ 120 h 241"/>
                <a:gd name="T22" fmla="*/ 207 w 217"/>
                <a:gd name="T23" fmla="*/ 80 h 241"/>
                <a:gd name="T24" fmla="*/ 198 w 217"/>
                <a:gd name="T25" fmla="*/ 81 h 241"/>
                <a:gd name="T26" fmla="*/ 175 w 217"/>
                <a:gd name="T27" fmla="*/ 108 h 241"/>
                <a:gd name="T28" fmla="*/ 184 w 217"/>
                <a:gd name="T29" fmla="*/ 45 h 241"/>
                <a:gd name="T30" fmla="*/ 152 w 217"/>
                <a:gd name="T31" fmla="*/ 32 h 241"/>
                <a:gd name="T32" fmla="*/ 82 w 217"/>
                <a:gd name="T33" fmla="*/ 0 h 241"/>
                <a:gd name="T34" fmla="*/ 45 w 217"/>
                <a:gd name="T35" fmla="*/ 25 h 241"/>
                <a:gd name="T36" fmla="*/ 31 w 217"/>
                <a:gd name="T37" fmla="*/ 72 h 241"/>
                <a:gd name="T38" fmla="*/ 30 w 217"/>
                <a:gd name="T39" fmla="*/ 105 h 241"/>
                <a:gd name="T40" fmla="*/ 15 w 217"/>
                <a:gd name="T41" fmla="*/ 79 h 241"/>
                <a:gd name="T42" fmla="*/ 8 w 217"/>
                <a:gd name="T43" fmla="*/ 102 h 241"/>
                <a:gd name="T44" fmla="*/ 24 w 217"/>
                <a:gd name="T45" fmla="*/ 13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7" h="241">
                  <a:moveTo>
                    <a:pt x="24" y="135"/>
                  </a:moveTo>
                  <a:cubicBezTo>
                    <a:pt x="27" y="136"/>
                    <a:pt x="31" y="140"/>
                    <a:pt x="31" y="140"/>
                  </a:cubicBezTo>
                  <a:cubicBezTo>
                    <a:pt x="31" y="140"/>
                    <a:pt x="30" y="171"/>
                    <a:pt x="46" y="198"/>
                  </a:cubicBezTo>
                  <a:cubicBezTo>
                    <a:pt x="49" y="202"/>
                    <a:pt x="52" y="206"/>
                    <a:pt x="56" y="210"/>
                  </a:cubicBezTo>
                  <a:cubicBezTo>
                    <a:pt x="58" y="213"/>
                    <a:pt x="66" y="220"/>
                    <a:pt x="77" y="230"/>
                  </a:cubicBezTo>
                  <a:cubicBezTo>
                    <a:pt x="87" y="239"/>
                    <a:pt x="103" y="241"/>
                    <a:pt x="111" y="241"/>
                  </a:cubicBezTo>
                  <a:cubicBezTo>
                    <a:pt x="116" y="241"/>
                    <a:pt x="140" y="229"/>
                    <a:pt x="158" y="203"/>
                  </a:cubicBezTo>
                  <a:cubicBezTo>
                    <a:pt x="160" y="200"/>
                    <a:pt x="162" y="196"/>
                    <a:pt x="164" y="193"/>
                  </a:cubicBezTo>
                  <a:cubicBezTo>
                    <a:pt x="170" y="182"/>
                    <a:pt x="175" y="170"/>
                    <a:pt x="177" y="155"/>
                  </a:cubicBezTo>
                  <a:cubicBezTo>
                    <a:pt x="178" y="152"/>
                    <a:pt x="178" y="149"/>
                    <a:pt x="179" y="145"/>
                  </a:cubicBezTo>
                  <a:cubicBezTo>
                    <a:pt x="199" y="131"/>
                    <a:pt x="198" y="125"/>
                    <a:pt x="201" y="120"/>
                  </a:cubicBezTo>
                  <a:cubicBezTo>
                    <a:pt x="203" y="114"/>
                    <a:pt x="217" y="84"/>
                    <a:pt x="207" y="80"/>
                  </a:cubicBezTo>
                  <a:cubicBezTo>
                    <a:pt x="204" y="79"/>
                    <a:pt x="201" y="80"/>
                    <a:pt x="198" y="81"/>
                  </a:cubicBezTo>
                  <a:cubicBezTo>
                    <a:pt x="196" y="89"/>
                    <a:pt x="175" y="111"/>
                    <a:pt x="175" y="108"/>
                  </a:cubicBezTo>
                  <a:cubicBezTo>
                    <a:pt x="174" y="106"/>
                    <a:pt x="189" y="71"/>
                    <a:pt x="184" y="45"/>
                  </a:cubicBezTo>
                  <a:cubicBezTo>
                    <a:pt x="183" y="41"/>
                    <a:pt x="168" y="36"/>
                    <a:pt x="152" y="32"/>
                  </a:cubicBezTo>
                  <a:cubicBezTo>
                    <a:pt x="137" y="28"/>
                    <a:pt x="82" y="0"/>
                    <a:pt x="82" y="0"/>
                  </a:cubicBezTo>
                  <a:cubicBezTo>
                    <a:pt x="66" y="10"/>
                    <a:pt x="48" y="17"/>
                    <a:pt x="45" y="25"/>
                  </a:cubicBezTo>
                  <a:cubicBezTo>
                    <a:pt x="42" y="33"/>
                    <a:pt x="33" y="63"/>
                    <a:pt x="31" y="72"/>
                  </a:cubicBezTo>
                  <a:cubicBezTo>
                    <a:pt x="30" y="81"/>
                    <a:pt x="31" y="89"/>
                    <a:pt x="30" y="105"/>
                  </a:cubicBezTo>
                  <a:cubicBezTo>
                    <a:pt x="30" y="109"/>
                    <a:pt x="18" y="92"/>
                    <a:pt x="15" y="79"/>
                  </a:cubicBezTo>
                  <a:cubicBezTo>
                    <a:pt x="12" y="79"/>
                    <a:pt x="0" y="80"/>
                    <a:pt x="8" y="102"/>
                  </a:cubicBezTo>
                  <a:cubicBezTo>
                    <a:pt x="17" y="135"/>
                    <a:pt x="21" y="133"/>
                    <a:pt x="24" y="135"/>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7" name="Freeform 84"/>
            <p:cNvSpPr>
              <a:spLocks/>
            </p:cNvSpPr>
            <p:nvPr/>
          </p:nvSpPr>
          <p:spPr bwMode="auto">
            <a:xfrm>
              <a:off x="6992143" y="2231859"/>
              <a:ext cx="434975" cy="346075"/>
            </a:xfrm>
            <a:custGeom>
              <a:avLst/>
              <a:gdLst>
                <a:gd name="T0" fmla="*/ 12 w 203"/>
                <a:gd name="T1" fmla="*/ 130 h 162"/>
                <a:gd name="T2" fmla="*/ 27 w 203"/>
                <a:gd name="T3" fmla="*/ 156 h 162"/>
                <a:gd name="T4" fmla="*/ 28 w 203"/>
                <a:gd name="T5" fmla="*/ 123 h 162"/>
                <a:gd name="T6" fmla="*/ 42 w 203"/>
                <a:gd name="T7" fmla="*/ 76 h 162"/>
                <a:gd name="T8" fmla="*/ 79 w 203"/>
                <a:gd name="T9" fmla="*/ 51 h 162"/>
                <a:gd name="T10" fmla="*/ 149 w 203"/>
                <a:gd name="T11" fmla="*/ 83 h 162"/>
                <a:gd name="T12" fmla="*/ 181 w 203"/>
                <a:gd name="T13" fmla="*/ 96 h 162"/>
                <a:gd name="T14" fmla="*/ 172 w 203"/>
                <a:gd name="T15" fmla="*/ 159 h 162"/>
                <a:gd name="T16" fmla="*/ 195 w 203"/>
                <a:gd name="T17" fmla="*/ 132 h 162"/>
                <a:gd name="T18" fmla="*/ 195 w 203"/>
                <a:gd name="T19" fmla="*/ 130 h 162"/>
                <a:gd name="T20" fmla="*/ 101 w 203"/>
                <a:gd name="T21" fmla="*/ 5 h 162"/>
                <a:gd name="T22" fmla="*/ 12 w 203"/>
                <a:gd name="T23" fmla="*/ 124 h 162"/>
                <a:gd name="T24" fmla="*/ 12 w 203"/>
                <a:gd name="T25" fmla="*/ 13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162">
                  <a:moveTo>
                    <a:pt x="12" y="130"/>
                  </a:moveTo>
                  <a:cubicBezTo>
                    <a:pt x="15" y="143"/>
                    <a:pt x="27" y="160"/>
                    <a:pt x="27" y="156"/>
                  </a:cubicBezTo>
                  <a:cubicBezTo>
                    <a:pt x="28" y="140"/>
                    <a:pt x="27" y="132"/>
                    <a:pt x="28" y="123"/>
                  </a:cubicBezTo>
                  <a:cubicBezTo>
                    <a:pt x="30" y="114"/>
                    <a:pt x="39" y="84"/>
                    <a:pt x="42" y="76"/>
                  </a:cubicBezTo>
                  <a:cubicBezTo>
                    <a:pt x="45" y="68"/>
                    <a:pt x="63" y="61"/>
                    <a:pt x="79" y="51"/>
                  </a:cubicBezTo>
                  <a:cubicBezTo>
                    <a:pt x="79" y="51"/>
                    <a:pt x="134" y="79"/>
                    <a:pt x="149" y="83"/>
                  </a:cubicBezTo>
                  <a:cubicBezTo>
                    <a:pt x="165" y="87"/>
                    <a:pt x="180" y="92"/>
                    <a:pt x="181" y="96"/>
                  </a:cubicBezTo>
                  <a:cubicBezTo>
                    <a:pt x="186" y="122"/>
                    <a:pt x="171" y="157"/>
                    <a:pt x="172" y="159"/>
                  </a:cubicBezTo>
                  <a:cubicBezTo>
                    <a:pt x="172" y="162"/>
                    <a:pt x="193" y="140"/>
                    <a:pt x="195" y="132"/>
                  </a:cubicBezTo>
                  <a:cubicBezTo>
                    <a:pt x="195" y="131"/>
                    <a:pt x="195" y="131"/>
                    <a:pt x="195" y="130"/>
                  </a:cubicBezTo>
                  <a:cubicBezTo>
                    <a:pt x="195" y="123"/>
                    <a:pt x="203" y="0"/>
                    <a:pt x="101" y="5"/>
                  </a:cubicBezTo>
                  <a:cubicBezTo>
                    <a:pt x="0" y="9"/>
                    <a:pt x="12" y="110"/>
                    <a:pt x="12" y="124"/>
                  </a:cubicBezTo>
                  <a:cubicBezTo>
                    <a:pt x="12" y="126"/>
                    <a:pt x="12" y="128"/>
                    <a:pt x="12" y="130"/>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8" name="Freeform 85"/>
            <p:cNvSpPr>
              <a:spLocks/>
            </p:cNvSpPr>
            <p:nvPr/>
          </p:nvSpPr>
          <p:spPr bwMode="auto">
            <a:xfrm>
              <a:off x="6034880" y="2670009"/>
              <a:ext cx="144463" cy="722313"/>
            </a:xfrm>
            <a:custGeom>
              <a:avLst/>
              <a:gdLst>
                <a:gd name="T0" fmla="*/ 66 w 68"/>
                <a:gd name="T1" fmla="*/ 146 h 337"/>
                <a:gd name="T2" fmla="*/ 48 w 68"/>
                <a:gd name="T3" fmla="*/ 53 h 337"/>
                <a:gd name="T4" fmla="*/ 50 w 68"/>
                <a:gd name="T5" fmla="*/ 45 h 337"/>
                <a:gd name="T6" fmla="*/ 63 w 68"/>
                <a:gd name="T7" fmla="*/ 23 h 337"/>
                <a:gd name="T8" fmla="*/ 50 w 68"/>
                <a:gd name="T9" fmla="*/ 8 h 337"/>
                <a:gd name="T10" fmla="*/ 40 w 68"/>
                <a:gd name="T11" fmla="*/ 0 h 337"/>
                <a:gd name="T12" fmla="*/ 39 w 68"/>
                <a:gd name="T13" fmla="*/ 0 h 337"/>
                <a:gd name="T14" fmla="*/ 39 w 68"/>
                <a:gd name="T15" fmla="*/ 0 h 337"/>
                <a:gd name="T16" fmla="*/ 34 w 68"/>
                <a:gd name="T17" fmla="*/ 0 h 337"/>
                <a:gd name="T18" fmla="*/ 33 w 68"/>
                <a:gd name="T19" fmla="*/ 1 h 337"/>
                <a:gd name="T20" fmla="*/ 32 w 68"/>
                <a:gd name="T21" fmla="*/ 1 h 337"/>
                <a:gd name="T22" fmla="*/ 32 w 68"/>
                <a:gd name="T23" fmla="*/ 1 h 337"/>
                <a:gd name="T24" fmla="*/ 22 w 68"/>
                <a:gd name="T25" fmla="*/ 9 h 337"/>
                <a:gd name="T26" fmla="*/ 9 w 68"/>
                <a:gd name="T27" fmla="*/ 23 h 337"/>
                <a:gd name="T28" fmla="*/ 22 w 68"/>
                <a:gd name="T29" fmla="*/ 48 h 337"/>
                <a:gd name="T30" fmla="*/ 0 w 68"/>
                <a:gd name="T31" fmla="*/ 172 h 337"/>
                <a:gd name="T32" fmla="*/ 0 w 68"/>
                <a:gd name="T33" fmla="*/ 174 h 337"/>
                <a:gd name="T34" fmla="*/ 27 w 68"/>
                <a:gd name="T35" fmla="*/ 337 h 337"/>
                <a:gd name="T36" fmla="*/ 68 w 68"/>
                <a:gd name="T37" fmla="*/ 152 h 337"/>
                <a:gd name="T38" fmla="*/ 66 w 68"/>
                <a:gd name="T39" fmla="*/ 146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8" h="337">
                  <a:moveTo>
                    <a:pt x="66" y="146"/>
                  </a:moveTo>
                  <a:cubicBezTo>
                    <a:pt x="62" y="127"/>
                    <a:pt x="47" y="60"/>
                    <a:pt x="48" y="53"/>
                  </a:cubicBezTo>
                  <a:cubicBezTo>
                    <a:pt x="50" y="45"/>
                    <a:pt x="50" y="45"/>
                    <a:pt x="50" y="45"/>
                  </a:cubicBezTo>
                  <a:cubicBezTo>
                    <a:pt x="63" y="23"/>
                    <a:pt x="63" y="23"/>
                    <a:pt x="63" y="23"/>
                  </a:cubicBezTo>
                  <a:cubicBezTo>
                    <a:pt x="59" y="18"/>
                    <a:pt x="54" y="12"/>
                    <a:pt x="50" y="8"/>
                  </a:cubicBezTo>
                  <a:cubicBezTo>
                    <a:pt x="46" y="4"/>
                    <a:pt x="42" y="1"/>
                    <a:pt x="40" y="0"/>
                  </a:cubicBezTo>
                  <a:cubicBezTo>
                    <a:pt x="40" y="0"/>
                    <a:pt x="39" y="0"/>
                    <a:pt x="39" y="0"/>
                  </a:cubicBezTo>
                  <a:cubicBezTo>
                    <a:pt x="39" y="0"/>
                    <a:pt x="39" y="0"/>
                    <a:pt x="39" y="0"/>
                  </a:cubicBezTo>
                  <a:cubicBezTo>
                    <a:pt x="38" y="0"/>
                    <a:pt x="36" y="0"/>
                    <a:pt x="34" y="0"/>
                  </a:cubicBezTo>
                  <a:cubicBezTo>
                    <a:pt x="34" y="0"/>
                    <a:pt x="33" y="1"/>
                    <a:pt x="33" y="1"/>
                  </a:cubicBezTo>
                  <a:cubicBezTo>
                    <a:pt x="32" y="1"/>
                    <a:pt x="32" y="1"/>
                    <a:pt x="32" y="1"/>
                  </a:cubicBezTo>
                  <a:cubicBezTo>
                    <a:pt x="32" y="1"/>
                    <a:pt x="32" y="1"/>
                    <a:pt x="32" y="1"/>
                  </a:cubicBezTo>
                  <a:cubicBezTo>
                    <a:pt x="29" y="3"/>
                    <a:pt x="26" y="5"/>
                    <a:pt x="22" y="9"/>
                  </a:cubicBezTo>
                  <a:cubicBezTo>
                    <a:pt x="18" y="13"/>
                    <a:pt x="13" y="18"/>
                    <a:pt x="9" y="23"/>
                  </a:cubicBezTo>
                  <a:cubicBezTo>
                    <a:pt x="22" y="48"/>
                    <a:pt x="22" y="48"/>
                    <a:pt x="22" y="48"/>
                  </a:cubicBezTo>
                  <a:cubicBezTo>
                    <a:pt x="0" y="172"/>
                    <a:pt x="0" y="172"/>
                    <a:pt x="0" y="172"/>
                  </a:cubicBezTo>
                  <a:cubicBezTo>
                    <a:pt x="0" y="174"/>
                    <a:pt x="0" y="174"/>
                    <a:pt x="0" y="174"/>
                  </a:cubicBezTo>
                  <a:cubicBezTo>
                    <a:pt x="27" y="337"/>
                    <a:pt x="27" y="337"/>
                    <a:pt x="27" y="337"/>
                  </a:cubicBezTo>
                  <a:cubicBezTo>
                    <a:pt x="68" y="152"/>
                    <a:pt x="68" y="152"/>
                    <a:pt x="68" y="152"/>
                  </a:cubicBezTo>
                  <a:cubicBezTo>
                    <a:pt x="68" y="152"/>
                    <a:pt x="67" y="150"/>
                    <a:pt x="66" y="146"/>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9" name="Oval 86"/>
            <p:cNvSpPr>
              <a:spLocks noChangeArrowheads="1"/>
            </p:cNvSpPr>
            <p:nvPr/>
          </p:nvSpPr>
          <p:spPr bwMode="auto">
            <a:xfrm>
              <a:off x="6120605" y="2670009"/>
              <a:ext cx="1588" cy="1588"/>
            </a:xfrm>
            <a:prstGeom prst="ellipse">
              <a:avLst/>
            </a:prstGeom>
            <a:solidFill>
              <a:srgbClr val="E248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0" name="Freeform 87"/>
            <p:cNvSpPr>
              <a:spLocks/>
            </p:cNvSpPr>
            <p:nvPr/>
          </p:nvSpPr>
          <p:spPr bwMode="auto">
            <a:xfrm>
              <a:off x="5945980" y="2417596"/>
              <a:ext cx="327025" cy="255588"/>
            </a:xfrm>
            <a:custGeom>
              <a:avLst/>
              <a:gdLst>
                <a:gd name="T0" fmla="*/ 151 w 152"/>
                <a:gd name="T1" fmla="*/ 6 h 119"/>
                <a:gd name="T2" fmla="*/ 101 w 152"/>
                <a:gd name="T3" fmla="*/ 45 h 119"/>
                <a:gd name="T4" fmla="*/ 48 w 152"/>
                <a:gd name="T5" fmla="*/ 42 h 119"/>
                <a:gd name="T6" fmla="*/ 0 w 152"/>
                <a:gd name="T7" fmla="*/ 0 h 119"/>
                <a:gd name="T8" fmla="*/ 0 w 152"/>
                <a:gd name="T9" fmla="*/ 12 h 119"/>
                <a:gd name="T10" fmla="*/ 0 w 152"/>
                <a:gd name="T11" fmla="*/ 32 h 119"/>
                <a:gd name="T12" fmla="*/ 0 w 152"/>
                <a:gd name="T13" fmla="*/ 33 h 119"/>
                <a:gd name="T14" fmla="*/ 57 w 152"/>
                <a:gd name="T15" fmla="*/ 104 h 119"/>
                <a:gd name="T16" fmla="*/ 61 w 152"/>
                <a:gd name="T17" fmla="*/ 107 h 119"/>
                <a:gd name="T18" fmla="*/ 73 w 152"/>
                <a:gd name="T19" fmla="*/ 119 h 119"/>
                <a:gd name="T20" fmla="*/ 74 w 152"/>
                <a:gd name="T21" fmla="*/ 119 h 119"/>
                <a:gd name="T22" fmla="*/ 74 w 152"/>
                <a:gd name="T23" fmla="*/ 119 h 119"/>
                <a:gd name="T24" fmla="*/ 75 w 152"/>
                <a:gd name="T25" fmla="*/ 118 h 119"/>
                <a:gd name="T26" fmla="*/ 80 w 152"/>
                <a:gd name="T27" fmla="*/ 118 h 119"/>
                <a:gd name="T28" fmla="*/ 80 w 152"/>
                <a:gd name="T29" fmla="*/ 118 h 119"/>
                <a:gd name="T30" fmla="*/ 80 w 152"/>
                <a:gd name="T31" fmla="*/ 118 h 119"/>
                <a:gd name="T32" fmla="*/ 80 w 152"/>
                <a:gd name="T33" fmla="*/ 118 h 119"/>
                <a:gd name="T34" fmla="*/ 91 w 152"/>
                <a:gd name="T35" fmla="*/ 106 h 119"/>
                <a:gd name="T36" fmla="*/ 147 w 152"/>
                <a:gd name="T37" fmla="*/ 38 h 119"/>
                <a:gd name="T38" fmla="*/ 147 w 152"/>
                <a:gd name="T39" fmla="*/ 37 h 119"/>
                <a:gd name="T40" fmla="*/ 150 w 152"/>
                <a:gd name="T41" fmla="*/ 32 h 119"/>
                <a:gd name="T42" fmla="*/ 151 w 152"/>
                <a:gd name="T43" fmla="*/ 31 h 119"/>
                <a:gd name="T44" fmla="*/ 151 w 152"/>
                <a:gd name="T45" fmla="*/ 8 h 119"/>
                <a:gd name="T46" fmla="*/ 151 w 152"/>
                <a:gd name="T47" fmla="*/ 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2" h="119">
                  <a:moveTo>
                    <a:pt x="151" y="6"/>
                  </a:moveTo>
                  <a:cubicBezTo>
                    <a:pt x="151" y="6"/>
                    <a:pt x="113" y="42"/>
                    <a:pt x="101" y="45"/>
                  </a:cubicBezTo>
                  <a:cubicBezTo>
                    <a:pt x="89" y="48"/>
                    <a:pt x="65" y="46"/>
                    <a:pt x="48" y="42"/>
                  </a:cubicBezTo>
                  <a:cubicBezTo>
                    <a:pt x="32" y="39"/>
                    <a:pt x="0" y="0"/>
                    <a:pt x="0" y="0"/>
                  </a:cubicBezTo>
                  <a:cubicBezTo>
                    <a:pt x="0" y="0"/>
                    <a:pt x="0" y="5"/>
                    <a:pt x="0" y="12"/>
                  </a:cubicBezTo>
                  <a:cubicBezTo>
                    <a:pt x="0" y="18"/>
                    <a:pt x="0" y="25"/>
                    <a:pt x="0" y="32"/>
                  </a:cubicBezTo>
                  <a:cubicBezTo>
                    <a:pt x="0" y="32"/>
                    <a:pt x="0" y="33"/>
                    <a:pt x="0" y="33"/>
                  </a:cubicBezTo>
                  <a:cubicBezTo>
                    <a:pt x="7" y="56"/>
                    <a:pt x="57" y="104"/>
                    <a:pt x="57" y="104"/>
                  </a:cubicBezTo>
                  <a:cubicBezTo>
                    <a:pt x="61" y="107"/>
                    <a:pt x="61" y="107"/>
                    <a:pt x="61" y="107"/>
                  </a:cubicBezTo>
                  <a:cubicBezTo>
                    <a:pt x="73" y="119"/>
                    <a:pt x="73" y="119"/>
                    <a:pt x="73" y="119"/>
                  </a:cubicBezTo>
                  <a:cubicBezTo>
                    <a:pt x="73" y="119"/>
                    <a:pt x="74" y="119"/>
                    <a:pt x="74" y="119"/>
                  </a:cubicBezTo>
                  <a:cubicBezTo>
                    <a:pt x="74" y="119"/>
                    <a:pt x="74" y="119"/>
                    <a:pt x="74" y="119"/>
                  </a:cubicBezTo>
                  <a:cubicBezTo>
                    <a:pt x="74" y="119"/>
                    <a:pt x="75" y="118"/>
                    <a:pt x="75" y="118"/>
                  </a:cubicBezTo>
                  <a:cubicBezTo>
                    <a:pt x="77" y="118"/>
                    <a:pt x="79" y="118"/>
                    <a:pt x="80" y="118"/>
                  </a:cubicBezTo>
                  <a:cubicBezTo>
                    <a:pt x="80" y="118"/>
                    <a:pt x="80" y="118"/>
                    <a:pt x="80" y="118"/>
                  </a:cubicBezTo>
                  <a:cubicBezTo>
                    <a:pt x="80" y="118"/>
                    <a:pt x="80" y="118"/>
                    <a:pt x="80" y="118"/>
                  </a:cubicBezTo>
                  <a:cubicBezTo>
                    <a:pt x="80" y="118"/>
                    <a:pt x="80" y="118"/>
                    <a:pt x="80" y="118"/>
                  </a:cubicBezTo>
                  <a:cubicBezTo>
                    <a:pt x="91" y="106"/>
                    <a:pt x="91" y="106"/>
                    <a:pt x="91" y="106"/>
                  </a:cubicBezTo>
                  <a:cubicBezTo>
                    <a:pt x="91" y="106"/>
                    <a:pt x="134" y="58"/>
                    <a:pt x="147" y="38"/>
                  </a:cubicBezTo>
                  <a:cubicBezTo>
                    <a:pt x="147" y="38"/>
                    <a:pt x="147" y="38"/>
                    <a:pt x="147" y="37"/>
                  </a:cubicBezTo>
                  <a:cubicBezTo>
                    <a:pt x="148" y="35"/>
                    <a:pt x="149" y="33"/>
                    <a:pt x="150" y="32"/>
                  </a:cubicBezTo>
                  <a:cubicBezTo>
                    <a:pt x="150" y="31"/>
                    <a:pt x="150" y="31"/>
                    <a:pt x="151" y="31"/>
                  </a:cubicBezTo>
                  <a:cubicBezTo>
                    <a:pt x="152" y="20"/>
                    <a:pt x="152" y="11"/>
                    <a:pt x="151" y="8"/>
                  </a:cubicBezTo>
                  <a:cubicBezTo>
                    <a:pt x="151" y="7"/>
                    <a:pt x="151" y="6"/>
                    <a:pt x="151" y="6"/>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1" name="Freeform 88"/>
            <p:cNvSpPr>
              <a:spLocks/>
            </p:cNvSpPr>
            <p:nvPr/>
          </p:nvSpPr>
          <p:spPr bwMode="auto">
            <a:xfrm>
              <a:off x="5887243" y="3917784"/>
              <a:ext cx="187325" cy="166688"/>
            </a:xfrm>
            <a:custGeom>
              <a:avLst/>
              <a:gdLst>
                <a:gd name="T0" fmla="*/ 45 w 88"/>
                <a:gd name="T1" fmla="*/ 0 h 78"/>
                <a:gd name="T2" fmla="*/ 0 w 88"/>
                <a:gd name="T3" fmla="*/ 47 h 78"/>
                <a:gd name="T4" fmla="*/ 19 w 88"/>
                <a:gd name="T5" fmla="*/ 78 h 78"/>
                <a:gd name="T6" fmla="*/ 39 w 88"/>
                <a:gd name="T7" fmla="*/ 70 h 78"/>
                <a:gd name="T8" fmla="*/ 86 w 88"/>
                <a:gd name="T9" fmla="*/ 33 h 78"/>
                <a:gd name="T10" fmla="*/ 88 w 88"/>
                <a:gd name="T11" fmla="*/ 5 h 78"/>
                <a:gd name="T12" fmla="*/ 60 w 88"/>
                <a:gd name="T13" fmla="*/ 3 h 78"/>
                <a:gd name="T14" fmla="*/ 45 w 88"/>
                <a:gd name="T15" fmla="*/ 0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78">
                  <a:moveTo>
                    <a:pt x="45" y="0"/>
                  </a:moveTo>
                  <a:cubicBezTo>
                    <a:pt x="33" y="12"/>
                    <a:pt x="0" y="44"/>
                    <a:pt x="0" y="47"/>
                  </a:cubicBezTo>
                  <a:cubicBezTo>
                    <a:pt x="0" y="50"/>
                    <a:pt x="8" y="72"/>
                    <a:pt x="19" y="78"/>
                  </a:cubicBezTo>
                  <a:cubicBezTo>
                    <a:pt x="23" y="75"/>
                    <a:pt x="31" y="74"/>
                    <a:pt x="39" y="70"/>
                  </a:cubicBezTo>
                  <a:cubicBezTo>
                    <a:pt x="50" y="64"/>
                    <a:pt x="83" y="37"/>
                    <a:pt x="86" y="33"/>
                  </a:cubicBezTo>
                  <a:cubicBezTo>
                    <a:pt x="88" y="28"/>
                    <a:pt x="88" y="5"/>
                    <a:pt x="88" y="5"/>
                  </a:cubicBezTo>
                  <a:cubicBezTo>
                    <a:pt x="88" y="5"/>
                    <a:pt x="74" y="3"/>
                    <a:pt x="60" y="3"/>
                  </a:cubicBezTo>
                  <a:cubicBezTo>
                    <a:pt x="56" y="3"/>
                    <a:pt x="51" y="2"/>
                    <a:pt x="45" y="0"/>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2" name="Freeform 89"/>
            <p:cNvSpPr>
              <a:spLocks/>
            </p:cNvSpPr>
            <p:nvPr/>
          </p:nvSpPr>
          <p:spPr bwMode="auto">
            <a:xfrm>
              <a:off x="5853905" y="1971509"/>
              <a:ext cx="523875" cy="554038"/>
            </a:xfrm>
            <a:custGeom>
              <a:avLst/>
              <a:gdLst>
                <a:gd name="T0" fmla="*/ 29 w 244"/>
                <a:gd name="T1" fmla="*/ 149 h 258"/>
                <a:gd name="T2" fmla="*/ 36 w 244"/>
                <a:gd name="T3" fmla="*/ 194 h 258"/>
                <a:gd name="T4" fmla="*/ 36 w 244"/>
                <a:gd name="T5" fmla="*/ 218 h 258"/>
                <a:gd name="T6" fmla="*/ 36 w 244"/>
                <a:gd name="T7" fmla="*/ 205 h 258"/>
                <a:gd name="T8" fmla="*/ 89 w 244"/>
                <a:gd name="T9" fmla="*/ 251 h 258"/>
                <a:gd name="T10" fmla="*/ 146 w 244"/>
                <a:gd name="T11" fmla="*/ 254 h 258"/>
                <a:gd name="T12" fmla="*/ 201 w 244"/>
                <a:gd name="T13" fmla="*/ 212 h 258"/>
                <a:gd name="T14" fmla="*/ 201 w 244"/>
                <a:gd name="T15" fmla="*/ 213 h 258"/>
                <a:gd name="T16" fmla="*/ 202 w 244"/>
                <a:gd name="T17" fmla="*/ 209 h 258"/>
                <a:gd name="T18" fmla="*/ 211 w 244"/>
                <a:gd name="T19" fmla="*/ 150 h 258"/>
                <a:gd name="T20" fmla="*/ 231 w 244"/>
                <a:gd name="T21" fmla="*/ 128 h 258"/>
                <a:gd name="T22" fmla="*/ 230 w 244"/>
                <a:gd name="T23" fmla="*/ 77 h 258"/>
                <a:gd name="T24" fmla="*/ 229 w 244"/>
                <a:gd name="T25" fmla="*/ 77 h 258"/>
                <a:gd name="T26" fmla="*/ 209 w 244"/>
                <a:gd name="T27" fmla="*/ 116 h 258"/>
                <a:gd name="T28" fmla="*/ 204 w 244"/>
                <a:gd name="T29" fmla="*/ 80 h 258"/>
                <a:gd name="T30" fmla="*/ 200 w 244"/>
                <a:gd name="T31" fmla="*/ 20 h 258"/>
                <a:gd name="T32" fmla="*/ 173 w 244"/>
                <a:gd name="T33" fmla="*/ 4 h 258"/>
                <a:gd name="T34" fmla="*/ 96 w 244"/>
                <a:gd name="T35" fmla="*/ 11 h 258"/>
                <a:gd name="T36" fmla="*/ 45 w 244"/>
                <a:gd name="T37" fmla="*/ 7 h 258"/>
                <a:gd name="T38" fmla="*/ 35 w 244"/>
                <a:gd name="T39" fmla="*/ 31 h 258"/>
                <a:gd name="T40" fmla="*/ 33 w 244"/>
                <a:gd name="T41" fmla="*/ 89 h 258"/>
                <a:gd name="T42" fmla="*/ 27 w 244"/>
                <a:gd name="T43" fmla="*/ 125 h 258"/>
                <a:gd name="T44" fmla="*/ 6 w 244"/>
                <a:gd name="T45" fmla="*/ 76 h 258"/>
                <a:gd name="T46" fmla="*/ 6 w 244"/>
                <a:gd name="T47" fmla="*/ 76 h 258"/>
                <a:gd name="T48" fmla="*/ 0 w 244"/>
                <a:gd name="T49" fmla="*/ 87 h 258"/>
                <a:gd name="T50" fmla="*/ 7 w 244"/>
                <a:gd name="T51" fmla="*/ 130 h 258"/>
                <a:gd name="T52" fmla="*/ 17 w 244"/>
                <a:gd name="T53" fmla="*/ 148 h 258"/>
                <a:gd name="T54" fmla="*/ 29 w 244"/>
                <a:gd name="T55" fmla="*/ 149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4" h="258">
                  <a:moveTo>
                    <a:pt x="29" y="149"/>
                  </a:moveTo>
                  <a:cubicBezTo>
                    <a:pt x="29" y="149"/>
                    <a:pt x="36" y="184"/>
                    <a:pt x="36" y="194"/>
                  </a:cubicBezTo>
                  <a:cubicBezTo>
                    <a:pt x="36" y="198"/>
                    <a:pt x="36" y="207"/>
                    <a:pt x="36" y="218"/>
                  </a:cubicBezTo>
                  <a:cubicBezTo>
                    <a:pt x="36" y="210"/>
                    <a:pt x="36" y="205"/>
                    <a:pt x="36" y="205"/>
                  </a:cubicBezTo>
                  <a:cubicBezTo>
                    <a:pt x="36" y="205"/>
                    <a:pt x="71" y="247"/>
                    <a:pt x="89" y="251"/>
                  </a:cubicBezTo>
                  <a:cubicBezTo>
                    <a:pt x="107" y="256"/>
                    <a:pt x="133" y="258"/>
                    <a:pt x="146" y="254"/>
                  </a:cubicBezTo>
                  <a:cubicBezTo>
                    <a:pt x="159" y="251"/>
                    <a:pt x="201" y="212"/>
                    <a:pt x="201" y="212"/>
                  </a:cubicBezTo>
                  <a:cubicBezTo>
                    <a:pt x="201" y="212"/>
                    <a:pt x="201" y="212"/>
                    <a:pt x="201" y="213"/>
                  </a:cubicBezTo>
                  <a:cubicBezTo>
                    <a:pt x="202" y="211"/>
                    <a:pt x="202" y="209"/>
                    <a:pt x="202" y="209"/>
                  </a:cubicBezTo>
                  <a:cubicBezTo>
                    <a:pt x="202" y="209"/>
                    <a:pt x="211" y="163"/>
                    <a:pt x="211" y="150"/>
                  </a:cubicBezTo>
                  <a:cubicBezTo>
                    <a:pt x="224" y="152"/>
                    <a:pt x="230" y="137"/>
                    <a:pt x="231" y="128"/>
                  </a:cubicBezTo>
                  <a:cubicBezTo>
                    <a:pt x="233" y="118"/>
                    <a:pt x="244" y="73"/>
                    <a:pt x="230" y="77"/>
                  </a:cubicBezTo>
                  <a:cubicBezTo>
                    <a:pt x="229" y="77"/>
                    <a:pt x="229" y="77"/>
                    <a:pt x="229" y="77"/>
                  </a:cubicBezTo>
                  <a:cubicBezTo>
                    <a:pt x="224" y="91"/>
                    <a:pt x="210" y="117"/>
                    <a:pt x="209" y="116"/>
                  </a:cubicBezTo>
                  <a:cubicBezTo>
                    <a:pt x="209" y="114"/>
                    <a:pt x="204" y="89"/>
                    <a:pt x="204" y="80"/>
                  </a:cubicBezTo>
                  <a:cubicBezTo>
                    <a:pt x="204" y="70"/>
                    <a:pt x="201" y="40"/>
                    <a:pt x="200" y="20"/>
                  </a:cubicBezTo>
                  <a:cubicBezTo>
                    <a:pt x="199" y="0"/>
                    <a:pt x="185" y="0"/>
                    <a:pt x="173" y="4"/>
                  </a:cubicBezTo>
                  <a:cubicBezTo>
                    <a:pt x="161" y="8"/>
                    <a:pt x="122" y="11"/>
                    <a:pt x="96" y="11"/>
                  </a:cubicBezTo>
                  <a:cubicBezTo>
                    <a:pt x="70" y="11"/>
                    <a:pt x="45" y="7"/>
                    <a:pt x="45" y="7"/>
                  </a:cubicBezTo>
                  <a:cubicBezTo>
                    <a:pt x="45" y="7"/>
                    <a:pt x="37" y="26"/>
                    <a:pt x="35" y="31"/>
                  </a:cubicBezTo>
                  <a:cubicBezTo>
                    <a:pt x="32" y="37"/>
                    <a:pt x="32" y="73"/>
                    <a:pt x="33" y="89"/>
                  </a:cubicBezTo>
                  <a:cubicBezTo>
                    <a:pt x="33" y="105"/>
                    <a:pt x="30" y="133"/>
                    <a:pt x="27" y="125"/>
                  </a:cubicBezTo>
                  <a:cubicBezTo>
                    <a:pt x="23" y="118"/>
                    <a:pt x="14" y="91"/>
                    <a:pt x="6" y="76"/>
                  </a:cubicBezTo>
                  <a:cubicBezTo>
                    <a:pt x="6" y="76"/>
                    <a:pt x="6" y="76"/>
                    <a:pt x="6" y="76"/>
                  </a:cubicBezTo>
                  <a:cubicBezTo>
                    <a:pt x="3" y="77"/>
                    <a:pt x="0" y="80"/>
                    <a:pt x="0" y="87"/>
                  </a:cubicBezTo>
                  <a:cubicBezTo>
                    <a:pt x="1" y="106"/>
                    <a:pt x="7" y="119"/>
                    <a:pt x="7" y="130"/>
                  </a:cubicBezTo>
                  <a:cubicBezTo>
                    <a:pt x="7" y="140"/>
                    <a:pt x="6" y="142"/>
                    <a:pt x="17" y="148"/>
                  </a:cubicBezTo>
                  <a:cubicBezTo>
                    <a:pt x="21" y="150"/>
                    <a:pt x="29" y="149"/>
                    <a:pt x="29" y="149"/>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3" name="Freeform 90"/>
            <p:cNvSpPr>
              <a:spLocks/>
            </p:cNvSpPr>
            <p:nvPr/>
          </p:nvSpPr>
          <p:spPr bwMode="auto">
            <a:xfrm>
              <a:off x="5920580" y="3820946"/>
              <a:ext cx="430213" cy="407988"/>
            </a:xfrm>
            <a:custGeom>
              <a:avLst/>
              <a:gdLst>
                <a:gd name="T0" fmla="*/ 145 w 201"/>
                <a:gd name="T1" fmla="*/ 24 h 190"/>
                <a:gd name="T2" fmla="*/ 108 w 201"/>
                <a:gd name="T3" fmla="*/ 18 h 190"/>
                <a:gd name="T4" fmla="*/ 76 w 201"/>
                <a:gd name="T5" fmla="*/ 14 h 190"/>
                <a:gd name="T6" fmla="*/ 33 w 201"/>
                <a:gd name="T7" fmla="*/ 16 h 190"/>
                <a:gd name="T8" fmla="*/ 2 w 201"/>
                <a:gd name="T9" fmla="*/ 18 h 190"/>
                <a:gd name="T10" fmla="*/ 29 w 201"/>
                <a:gd name="T11" fmla="*/ 45 h 190"/>
                <a:gd name="T12" fmla="*/ 44 w 201"/>
                <a:gd name="T13" fmla="*/ 48 h 190"/>
                <a:gd name="T14" fmla="*/ 72 w 201"/>
                <a:gd name="T15" fmla="*/ 50 h 190"/>
                <a:gd name="T16" fmla="*/ 70 w 201"/>
                <a:gd name="T17" fmla="*/ 78 h 190"/>
                <a:gd name="T18" fmla="*/ 23 w 201"/>
                <a:gd name="T19" fmla="*/ 115 h 190"/>
                <a:gd name="T20" fmla="*/ 3 w 201"/>
                <a:gd name="T21" fmla="*/ 123 h 190"/>
                <a:gd name="T22" fmla="*/ 1 w 201"/>
                <a:gd name="T23" fmla="*/ 133 h 190"/>
                <a:gd name="T24" fmla="*/ 14 w 201"/>
                <a:gd name="T25" fmla="*/ 146 h 190"/>
                <a:gd name="T26" fmla="*/ 33 w 201"/>
                <a:gd name="T27" fmla="*/ 167 h 190"/>
                <a:gd name="T28" fmla="*/ 68 w 201"/>
                <a:gd name="T29" fmla="*/ 182 h 190"/>
                <a:gd name="T30" fmla="*/ 104 w 201"/>
                <a:gd name="T31" fmla="*/ 183 h 190"/>
                <a:gd name="T32" fmla="*/ 138 w 201"/>
                <a:gd name="T33" fmla="*/ 155 h 190"/>
                <a:gd name="T34" fmla="*/ 170 w 201"/>
                <a:gd name="T35" fmla="*/ 126 h 190"/>
                <a:gd name="T36" fmla="*/ 187 w 201"/>
                <a:gd name="T37" fmla="*/ 100 h 190"/>
                <a:gd name="T38" fmla="*/ 201 w 201"/>
                <a:gd name="T39" fmla="*/ 89 h 190"/>
                <a:gd name="T40" fmla="*/ 145 w 201"/>
                <a:gd name="T41" fmla="*/ 24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1" h="190">
                  <a:moveTo>
                    <a:pt x="145" y="24"/>
                  </a:moveTo>
                  <a:cubicBezTo>
                    <a:pt x="145" y="24"/>
                    <a:pt x="122" y="20"/>
                    <a:pt x="108" y="18"/>
                  </a:cubicBezTo>
                  <a:cubicBezTo>
                    <a:pt x="95" y="15"/>
                    <a:pt x="89" y="8"/>
                    <a:pt x="76" y="14"/>
                  </a:cubicBezTo>
                  <a:cubicBezTo>
                    <a:pt x="63" y="20"/>
                    <a:pt x="41" y="16"/>
                    <a:pt x="33" y="16"/>
                  </a:cubicBezTo>
                  <a:cubicBezTo>
                    <a:pt x="25" y="16"/>
                    <a:pt x="0" y="0"/>
                    <a:pt x="2" y="18"/>
                  </a:cubicBezTo>
                  <a:cubicBezTo>
                    <a:pt x="4" y="31"/>
                    <a:pt x="17" y="41"/>
                    <a:pt x="29" y="45"/>
                  </a:cubicBezTo>
                  <a:cubicBezTo>
                    <a:pt x="35" y="47"/>
                    <a:pt x="40" y="48"/>
                    <a:pt x="44" y="48"/>
                  </a:cubicBezTo>
                  <a:cubicBezTo>
                    <a:pt x="58" y="48"/>
                    <a:pt x="72" y="50"/>
                    <a:pt x="72" y="50"/>
                  </a:cubicBezTo>
                  <a:cubicBezTo>
                    <a:pt x="72" y="50"/>
                    <a:pt x="72" y="73"/>
                    <a:pt x="70" y="78"/>
                  </a:cubicBezTo>
                  <a:cubicBezTo>
                    <a:pt x="67" y="82"/>
                    <a:pt x="34" y="109"/>
                    <a:pt x="23" y="115"/>
                  </a:cubicBezTo>
                  <a:cubicBezTo>
                    <a:pt x="15" y="119"/>
                    <a:pt x="7" y="120"/>
                    <a:pt x="3" y="123"/>
                  </a:cubicBezTo>
                  <a:cubicBezTo>
                    <a:pt x="1" y="125"/>
                    <a:pt x="0" y="128"/>
                    <a:pt x="1" y="133"/>
                  </a:cubicBezTo>
                  <a:cubicBezTo>
                    <a:pt x="5" y="145"/>
                    <a:pt x="14" y="146"/>
                    <a:pt x="14" y="146"/>
                  </a:cubicBezTo>
                  <a:cubicBezTo>
                    <a:pt x="14" y="146"/>
                    <a:pt x="18" y="166"/>
                    <a:pt x="33" y="167"/>
                  </a:cubicBezTo>
                  <a:cubicBezTo>
                    <a:pt x="41" y="175"/>
                    <a:pt x="64" y="182"/>
                    <a:pt x="68" y="182"/>
                  </a:cubicBezTo>
                  <a:cubicBezTo>
                    <a:pt x="77" y="188"/>
                    <a:pt x="92" y="190"/>
                    <a:pt x="104" y="183"/>
                  </a:cubicBezTo>
                  <a:cubicBezTo>
                    <a:pt x="116" y="176"/>
                    <a:pt x="125" y="162"/>
                    <a:pt x="138" y="155"/>
                  </a:cubicBezTo>
                  <a:cubicBezTo>
                    <a:pt x="152" y="149"/>
                    <a:pt x="166" y="133"/>
                    <a:pt x="170" y="126"/>
                  </a:cubicBezTo>
                  <a:cubicBezTo>
                    <a:pt x="174" y="119"/>
                    <a:pt x="179" y="106"/>
                    <a:pt x="187" y="100"/>
                  </a:cubicBezTo>
                  <a:cubicBezTo>
                    <a:pt x="194" y="93"/>
                    <a:pt x="201" y="89"/>
                    <a:pt x="201" y="89"/>
                  </a:cubicBezTo>
                  <a:cubicBezTo>
                    <a:pt x="201" y="89"/>
                    <a:pt x="181" y="34"/>
                    <a:pt x="145" y="24"/>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4" name="Freeform 91"/>
            <p:cNvSpPr>
              <a:spLocks noEditPoints="1"/>
            </p:cNvSpPr>
            <p:nvPr/>
          </p:nvSpPr>
          <p:spPr bwMode="auto">
            <a:xfrm>
              <a:off x="5382418" y="2485859"/>
              <a:ext cx="1427163" cy="4030663"/>
            </a:xfrm>
            <a:custGeom>
              <a:avLst/>
              <a:gdLst>
                <a:gd name="T0" fmla="*/ 148 w 666"/>
                <a:gd name="T1" fmla="*/ 1870 h 1881"/>
                <a:gd name="T2" fmla="*/ 244 w 666"/>
                <a:gd name="T3" fmla="*/ 1808 h 1881"/>
                <a:gd name="T4" fmla="*/ 205 w 666"/>
                <a:gd name="T5" fmla="*/ 1689 h 1881"/>
                <a:gd name="T6" fmla="*/ 236 w 666"/>
                <a:gd name="T7" fmla="*/ 1421 h 1881"/>
                <a:gd name="T8" fmla="*/ 309 w 666"/>
                <a:gd name="T9" fmla="*/ 991 h 1881"/>
                <a:gd name="T10" fmla="*/ 336 w 666"/>
                <a:gd name="T11" fmla="*/ 1041 h 1881"/>
                <a:gd name="T12" fmla="*/ 378 w 666"/>
                <a:gd name="T13" fmla="*/ 1382 h 1881"/>
                <a:gd name="T14" fmla="*/ 381 w 666"/>
                <a:gd name="T15" fmla="*/ 1482 h 1881"/>
                <a:gd name="T16" fmla="*/ 389 w 666"/>
                <a:gd name="T17" fmla="*/ 1739 h 1881"/>
                <a:gd name="T18" fmla="*/ 368 w 666"/>
                <a:gd name="T19" fmla="*/ 1824 h 1881"/>
                <a:gd name="T20" fmla="*/ 532 w 666"/>
                <a:gd name="T21" fmla="*/ 1835 h 1881"/>
                <a:gd name="T22" fmla="*/ 534 w 666"/>
                <a:gd name="T23" fmla="*/ 1717 h 1881"/>
                <a:gd name="T24" fmla="*/ 541 w 666"/>
                <a:gd name="T25" fmla="*/ 1387 h 1881"/>
                <a:gd name="T26" fmla="*/ 551 w 666"/>
                <a:gd name="T27" fmla="*/ 964 h 1881"/>
                <a:gd name="T28" fmla="*/ 553 w 666"/>
                <a:gd name="T29" fmla="*/ 828 h 1881"/>
                <a:gd name="T30" fmla="*/ 544 w 666"/>
                <a:gd name="T31" fmla="*/ 694 h 1881"/>
                <a:gd name="T32" fmla="*/ 656 w 666"/>
                <a:gd name="T33" fmla="*/ 508 h 1881"/>
                <a:gd name="T34" fmla="*/ 649 w 666"/>
                <a:gd name="T35" fmla="*/ 301 h 1881"/>
                <a:gd name="T36" fmla="*/ 619 w 666"/>
                <a:gd name="T37" fmla="*/ 182 h 1881"/>
                <a:gd name="T38" fmla="*/ 588 w 666"/>
                <a:gd name="T39" fmla="*/ 98 h 1881"/>
                <a:gd name="T40" fmla="*/ 417 w 666"/>
                <a:gd name="T41" fmla="*/ 10 h 1881"/>
                <a:gd name="T42" fmla="*/ 412 w 666"/>
                <a:gd name="T43" fmla="*/ 47 h 1881"/>
                <a:gd name="T44" fmla="*/ 357 w 666"/>
                <a:gd name="T45" fmla="*/ 92 h 1881"/>
                <a:gd name="T46" fmla="*/ 345 w 666"/>
                <a:gd name="T47" fmla="*/ 86 h 1881"/>
                <a:gd name="T48" fmla="*/ 343 w 666"/>
                <a:gd name="T49" fmla="*/ 86 h 1881"/>
                <a:gd name="T50" fmla="*/ 343 w 666"/>
                <a:gd name="T51" fmla="*/ 86 h 1881"/>
                <a:gd name="T52" fmla="*/ 367 w 666"/>
                <a:gd name="T53" fmla="*/ 109 h 1881"/>
                <a:gd name="T54" fmla="*/ 372 w 666"/>
                <a:gd name="T55" fmla="*/ 238 h 1881"/>
                <a:gd name="T56" fmla="*/ 304 w 666"/>
                <a:gd name="T57" fmla="*/ 258 h 1881"/>
                <a:gd name="T58" fmla="*/ 313 w 666"/>
                <a:gd name="T59" fmla="*/ 109 h 1881"/>
                <a:gd name="T60" fmla="*/ 336 w 666"/>
                <a:gd name="T61" fmla="*/ 87 h 1881"/>
                <a:gd name="T62" fmla="*/ 336 w 666"/>
                <a:gd name="T63" fmla="*/ 87 h 1881"/>
                <a:gd name="T64" fmla="*/ 282 w 666"/>
                <a:gd name="T65" fmla="*/ 147 h 1881"/>
                <a:gd name="T66" fmla="*/ 260 w 666"/>
                <a:gd name="T67" fmla="*/ 0 h 1881"/>
                <a:gd name="T68" fmla="*/ 216 w 666"/>
                <a:gd name="T69" fmla="*/ 35 h 1881"/>
                <a:gd name="T70" fmla="*/ 64 w 666"/>
                <a:gd name="T71" fmla="*/ 81 h 1881"/>
                <a:gd name="T72" fmla="*/ 14 w 666"/>
                <a:gd name="T73" fmla="*/ 252 h 1881"/>
                <a:gd name="T74" fmla="*/ 1 w 666"/>
                <a:gd name="T75" fmla="*/ 493 h 1881"/>
                <a:gd name="T76" fmla="*/ 105 w 666"/>
                <a:gd name="T77" fmla="*/ 671 h 1881"/>
                <a:gd name="T78" fmla="*/ 75 w 666"/>
                <a:gd name="T79" fmla="*/ 899 h 1881"/>
                <a:gd name="T80" fmla="*/ 82 w 666"/>
                <a:gd name="T81" fmla="*/ 1140 h 1881"/>
                <a:gd name="T82" fmla="*/ 82 w 666"/>
                <a:gd name="T83" fmla="*/ 1338 h 1881"/>
                <a:gd name="T84" fmla="*/ 72 w 666"/>
                <a:gd name="T85" fmla="*/ 1602 h 1881"/>
                <a:gd name="T86" fmla="*/ 84 w 666"/>
                <a:gd name="T87" fmla="*/ 1752 h 1881"/>
                <a:gd name="T88" fmla="*/ 67 w 666"/>
                <a:gd name="T89" fmla="*/ 1829 h 1881"/>
                <a:gd name="T90" fmla="*/ 389 w 666"/>
                <a:gd name="T91" fmla="*/ 778 h 1881"/>
                <a:gd name="T92" fmla="*/ 284 w 666"/>
                <a:gd name="T93" fmla="*/ 790 h 1881"/>
                <a:gd name="T94" fmla="*/ 254 w 666"/>
                <a:gd name="T95" fmla="*/ 746 h 1881"/>
                <a:gd name="T96" fmla="*/ 253 w 666"/>
                <a:gd name="T97" fmla="*/ 641 h 1881"/>
                <a:gd name="T98" fmla="*/ 359 w 666"/>
                <a:gd name="T99" fmla="*/ 641 h 1881"/>
                <a:gd name="T100" fmla="*/ 438 w 666"/>
                <a:gd name="T101" fmla="*/ 723 h 1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6" h="1881">
                  <a:moveTo>
                    <a:pt x="67" y="1829"/>
                  </a:moveTo>
                  <a:cubicBezTo>
                    <a:pt x="67" y="1829"/>
                    <a:pt x="78" y="1834"/>
                    <a:pt x="89" y="1836"/>
                  </a:cubicBezTo>
                  <a:cubicBezTo>
                    <a:pt x="100" y="1838"/>
                    <a:pt x="108" y="1863"/>
                    <a:pt x="148" y="1870"/>
                  </a:cubicBezTo>
                  <a:cubicBezTo>
                    <a:pt x="188" y="1877"/>
                    <a:pt x="218" y="1881"/>
                    <a:pt x="218" y="1881"/>
                  </a:cubicBezTo>
                  <a:cubicBezTo>
                    <a:pt x="218" y="1881"/>
                    <a:pt x="235" y="1855"/>
                    <a:pt x="242" y="1841"/>
                  </a:cubicBezTo>
                  <a:cubicBezTo>
                    <a:pt x="249" y="1827"/>
                    <a:pt x="244" y="1808"/>
                    <a:pt x="244" y="1808"/>
                  </a:cubicBezTo>
                  <a:cubicBezTo>
                    <a:pt x="240" y="1794"/>
                    <a:pt x="237" y="1790"/>
                    <a:pt x="237" y="1784"/>
                  </a:cubicBezTo>
                  <a:cubicBezTo>
                    <a:pt x="237" y="1777"/>
                    <a:pt x="231" y="1763"/>
                    <a:pt x="224" y="1741"/>
                  </a:cubicBezTo>
                  <a:cubicBezTo>
                    <a:pt x="217" y="1720"/>
                    <a:pt x="205" y="1689"/>
                    <a:pt x="205" y="1689"/>
                  </a:cubicBezTo>
                  <a:cubicBezTo>
                    <a:pt x="205" y="1689"/>
                    <a:pt x="226" y="1670"/>
                    <a:pt x="225" y="1638"/>
                  </a:cubicBezTo>
                  <a:cubicBezTo>
                    <a:pt x="224" y="1606"/>
                    <a:pt x="220" y="1536"/>
                    <a:pt x="224" y="1523"/>
                  </a:cubicBezTo>
                  <a:cubicBezTo>
                    <a:pt x="227" y="1511"/>
                    <a:pt x="237" y="1429"/>
                    <a:pt x="236" y="1421"/>
                  </a:cubicBezTo>
                  <a:cubicBezTo>
                    <a:pt x="234" y="1413"/>
                    <a:pt x="244" y="1374"/>
                    <a:pt x="243" y="1359"/>
                  </a:cubicBezTo>
                  <a:cubicBezTo>
                    <a:pt x="243" y="1359"/>
                    <a:pt x="270" y="1166"/>
                    <a:pt x="274" y="1146"/>
                  </a:cubicBezTo>
                  <a:cubicBezTo>
                    <a:pt x="278" y="1126"/>
                    <a:pt x="306" y="1000"/>
                    <a:pt x="309" y="991"/>
                  </a:cubicBezTo>
                  <a:cubicBezTo>
                    <a:pt x="312" y="983"/>
                    <a:pt x="317" y="974"/>
                    <a:pt x="317" y="974"/>
                  </a:cubicBezTo>
                  <a:cubicBezTo>
                    <a:pt x="317" y="974"/>
                    <a:pt x="324" y="972"/>
                    <a:pt x="328" y="987"/>
                  </a:cubicBezTo>
                  <a:cubicBezTo>
                    <a:pt x="332" y="1003"/>
                    <a:pt x="336" y="1017"/>
                    <a:pt x="336" y="1041"/>
                  </a:cubicBezTo>
                  <a:cubicBezTo>
                    <a:pt x="335" y="1065"/>
                    <a:pt x="350" y="1181"/>
                    <a:pt x="353" y="1218"/>
                  </a:cubicBezTo>
                  <a:cubicBezTo>
                    <a:pt x="356" y="1255"/>
                    <a:pt x="367" y="1350"/>
                    <a:pt x="371" y="1362"/>
                  </a:cubicBezTo>
                  <a:cubicBezTo>
                    <a:pt x="374" y="1374"/>
                    <a:pt x="377" y="1376"/>
                    <a:pt x="378" y="1382"/>
                  </a:cubicBezTo>
                  <a:cubicBezTo>
                    <a:pt x="378" y="1388"/>
                    <a:pt x="372" y="1399"/>
                    <a:pt x="376" y="1411"/>
                  </a:cubicBezTo>
                  <a:cubicBezTo>
                    <a:pt x="379" y="1422"/>
                    <a:pt x="380" y="1424"/>
                    <a:pt x="378" y="1434"/>
                  </a:cubicBezTo>
                  <a:cubicBezTo>
                    <a:pt x="376" y="1445"/>
                    <a:pt x="379" y="1466"/>
                    <a:pt x="381" y="1482"/>
                  </a:cubicBezTo>
                  <a:cubicBezTo>
                    <a:pt x="384" y="1497"/>
                    <a:pt x="379" y="1518"/>
                    <a:pt x="380" y="1533"/>
                  </a:cubicBezTo>
                  <a:cubicBezTo>
                    <a:pt x="381" y="1548"/>
                    <a:pt x="370" y="1642"/>
                    <a:pt x="375" y="1665"/>
                  </a:cubicBezTo>
                  <a:cubicBezTo>
                    <a:pt x="379" y="1689"/>
                    <a:pt x="378" y="1719"/>
                    <a:pt x="389" y="1739"/>
                  </a:cubicBezTo>
                  <a:cubicBezTo>
                    <a:pt x="401" y="1759"/>
                    <a:pt x="407" y="1759"/>
                    <a:pt x="399" y="1774"/>
                  </a:cubicBezTo>
                  <a:cubicBezTo>
                    <a:pt x="390" y="1790"/>
                    <a:pt x="391" y="1794"/>
                    <a:pt x="385" y="1798"/>
                  </a:cubicBezTo>
                  <a:cubicBezTo>
                    <a:pt x="380" y="1801"/>
                    <a:pt x="361" y="1804"/>
                    <a:pt x="368" y="1824"/>
                  </a:cubicBezTo>
                  <a:cubicBezTo>
                    <a:pt x="368" y="1824"/>
                    <a:pt x="381" y="1861"/>
                    <a:pt x="380" y="1866"/>
                  </a:cubicBezTo>
                  <a:cubicBezTo>
                    <a:pt x="379" y="1871"/>
                    <a:pt x="417" y="1872"/>
                    <a:pt x="455" y="1867"/>
                  </a:cubicBezTo>
                  <a:cubicBezTo>
                    <a:pt x="493" y="1862"/>
                    <a:pt x="530" y="1841"/>
                    <a:pt x="532" y="1835"/>
                  </a:cubicBezTo>
                  <a:cubicBezTo>
                    <a:pt x="534" y="1829"/>
                    <a:pt x="527" y="1802"/>
                    <a:pt x="527" y="1802"/>
                  </a:cubicBezTo>
                  <a:cubicBezTo>
                    <a:pt x="529" y="1785"/>
                    <a:pt x="533" y="1791"/>
                    <a:pt x="530" y="1774"/>
                  </a:cubicBezTo>
                  <a:cubicBezTo>
                    <a:pt x="526" y="1757"/>
                    <a:pt x="532" y="1744"/>
                    <a:pt x="534" y="1717"/>
                  </a:cubicBezTo>
                  <a:cubicBezTo>
                    <a:pt x="536" y="1690"/>
                    <a:pt x="534" y="1612"/>
                    <a:pt x="533" y="1605"/>
                  </a:cubicBezTo>
                  <a:cubicBezTo>
                    <a:pt x="533" y="1598"/>
                    <a:pt x="544" y="1508"/>
                    <a:pt x="544" y="1479"/>
                  </a:cubicBezTo>
                  <a:cubicBezTo>
                    <a:pt x="544" y="1450"/>
                    <a:pt x="543" y="1403"/>
                    <a:pt x="541" y="1387"/>
                  </a:cubicBezTo>
                  <a:cubicBezTo>
                    <a:pt x="539" y="1370"/>
                    <a:pt x="536" y="1223"/>
                    <a:pt x="536" y="1195"/>
                  </a:cubicBezTo>
                  <a:cubicBezTo>
                    <a:pt x="536" y="1168"/>
                    <a:pt x="547" y="1058"/>
                    <a:pt x="549" y="1036"/>
                  </a:cubicBezTo>
                  <a:cubicBezTo>
                    <a:pt x="550" y="1015"/>
                    <a:pt x="549" y="981"/>
                    <a:pt x="551" y="964"/>
                  </a:cubicBezTo>
                  <a:cubicBezTo>
                    <a:pt x="554" y="946"/>
                    <a:pt x="555" y="934"/>
                    <a:pt x="555" y="934"/>
                  </a:cubicBezTo>
                  <a:cubicBezTo>
                    <a:pt x="555" y="934"/>
                    <a:pt x="562" y="939"/>
                    <a:pt x="560" y="917"/>
                  </a:cubicBezTo>
                  <a:cubicBezTo>
                    <a:pt x="558" y="894"/>
                    <a:pt x="553" y="849"/>
                    <a:pt x="553" y="828"/>
                  </a:cubicBezTo>
                  <a:cubicBezTo>
                    <a:pt x="553" y="806"/>
                    <a:pt x="555" y="811"/>
                    <a:pt x="555" y="795"/>
                  </a:cubicBezTo>
                  <a:cubicBezTo>
                    <a:pt x="556" y="778"/>
                    <a:pt x="551" y="743"/>
                    <a:pt x="548" y="726"/>
                  </a:cubicBezTo>
                  <a:cubicBezTo>
                    <a:pt x="545" y="709"/>
                    <a:pt x="544" y="694"/>
                    <a:pt x="544" y="694"/>
                  </a:cubicBezTo>
                  <a:cubicBezTo>
                    <a:pt x="544" y="694"/>
                    <a:pt x="569" y="660"/>
                    <a:pt x="585" y="647"/>
                  </a:cubicBezTo>
                  <a:cubicBezTo>
                    <a:pt x="600" y="635"/>
                    <a:pt x="617" y="612"/>
                    <a:pt x="625" y="597"/>
                  </a:cubicBezTo>
                  <a:cubicBezTo>
                    <a:pt x="632" y="581"/>
                    <a:pt x="655" y="535"/>
                    <a:pt x="656" y="508"/>
                  </a:cubicBezTo>
                  <a:cubicBezTo>
                    <a:pt x="658" y="480"/>
                    <a:pt x="657" y="477"/>
                    <a:pt x="661" y="459"/>
                  </a:cubicBezTo>
                  <a:cubicBezTo>
                    <a:pt x="666" y="441"/>
                    <a:pt x="665" y="424"/>
                    <a:pt x="664" y="412"/>
                  </a:cubicBezTo>
                  <a:cubicBezTo>
                    <a:pt x="663" y="400"/>
                    <a:pt x="650" y="321"/>
                    <a:pt x="649" y="301"/>
                  </a:cubicBezTo>
                  <a:cubicBezTo>
                    <a:pt x="648" y="281"/>
                    <a:pt x="640" y="258"/>
                    <a:pt x="633" y="247"/>
                  </a:cubicBezTo>
                  <a:cubicBezTo>
                    <a:pt x="626" y="236"/>
                    <a:pt x="629" y="227"/>
                    <a:pt x="627" y="216"/>
                  </a:cubicBezTo>
                  <a:cubicBezTo>
                    <a:pt x="626" y="205"/>
                    <a:pt x="620" y="194"/>
                    <a:pt x="619" y="182"/>
                  </a:cubicBezTo>
                  <a:cubicBezTo>
                    <a:pt x="618" y="171"/>
                    <a:pt x="621" y="164"/>
                    <a:pt x="616" y="156"/>
                  </a:cubicBezTo>
                  <a:cubicBezTo>
                    <a:pt x="611" y="148"/>
                    <a:pt x="600" y="135"/>
                    <a:pt x="600" y="125"/>
                  </a:cubicBezTo>
                  <a:cubicBezTo>
                    <a:pt x="600" y="114"/>
                    <a:pt x="605" y="94"/>
                    <a:pt x="588" y="98"/>
                  </a:cubicBezTo>
                  <a:cubicBezTo>
                    <a:pt x="567" y="87"/>
                    <a:pt x="475" y="56"/>
                    <a:pt x="470" y="55"/>
                  </a:cubicBezTo>
                  <a:cubicBezTo>
                    <a:pt x="464" y="53"/>
                    <a:pt x="436" y="41"/>
                    <a:pt x="436" y="41"/>
                  </a:cubicBezTo>
                  <a:cubicBezTo>
                    <a:pt x="417" y="10"/>
                    <a:pt x="417" y="10"/>
                    <a:pt x="417" y="10"/>
                  </a:cubicBezTo>
                  <a:cubicBezTo>
                    <a:pt x="415" y="4"/>
                    <a:pt x="415" y="4"/>
                    <a:pt x="415" y="4"/>
                  </a:cubicBezTo>
                  <a:cubicBezTo>
                    <a:pt x="416" y="9"/>
                    <a:pt x="416" y="16"/>
                    <a:pt x="416" y="16"/>
                  </a:cubicBezTo>
                  <a:cubicBezTo>
                    <a:pt x="416" y="16"/>
                    <a:pt x="417" y="38"/>
                    <a:pt x="412" y="47"/>
                  </a:cubicBezTo>
                  <a:cubicBezTo>
                    <a:pt x="408" y="57"/>
                    <a:pt x="394" y="113"/>
                    <a:pt x="392" y="121"/>
                  </a:cubicBezTo>
                  <a:cubicBezTo>
                    <a:pt x="391" y="123"/>
                    <a:pt x="390" y="129"/>
                    <a:pt x="388" y="139"/>
                  </a:cubicBezTo>
                  <a:cubicBezTo>
                    <a:pt x="377" y="118"/>
                    <a:pt x="367" y="101"/>
                    <a:pt x="357" y="92"/>
                  </a:cubicBezTo>
                  <a:cubicBezTo>
                    <a:pt x="354" y="90"/>
                    <a:pt x="351" y="88"/>
                    <a:pt x="348" y="87"/>
                  </a:cubicBezTo>
                  <a:cubicBezTo>
                    <a:pt x="347" y="87"/>
                    <a:pt x="347" y="86"/>
                    <a:pt x="347" y="86"/>
                  </a:cubicBezTo>
                  <a:cubicBezTo>
                    <a:pt x="346" y="86"/>
                    <a:pt x="346" y="86"/>
                    <a:pt x="345" y="86"/>
                  </a:cubicBezTo>
                  <a:cubicBezTo>
                    <a:pt x="345" y="86"/>
                    <a:pt x="344" y="86"/>
                    <a:pt x="344" y="86"/>
                  </a:cubicBezTo>
                  <a:cubicBezTo>
                    <a:pt x="344" y="86"/>
                    <a:pt x="344" y="86"/>
                    <a:pt x="344" y="86"/>
                  </a:cubicBezTo>
                  <a:cubicBezTo>
                    <a:pt x="344" y="86"/>
                    <a:pt x="343" y="86"/>
                    <a:pt x="343" y="86"/>
                  </a:cubicBezTo>
                  <a:cubicBezTo>
                    <a:pt x="343" y="86"/>
                    <a:pt x="343" y="86"/>
                    <a:pt x="343" y="86"/>
                  </a:cubicBezTo>
                  <a:cubicBezTo>
                    <a:pt x="343" y="86"/>
                    <a:pt x="343" y="86"/>
                    <a:pt x="343" y="86"/>
                  </a:cubicBezTo>
                  <a:cubicBezTo>
                    <a:pt x="343" y="86"/>
                    <a:pt x="343" y="86"/>
                    <a:pt x="343" y="86"/>
                  </a:cubicBezTo>
                  <a:cubicBezTo>
                    <a:pt x="343" y="86"/>
                    <a:pt x="344" y="86"/>
                    <a:pt x="344" y="86"/>
                  </a:cubicBezTo>
                  <a:cubicBezTo>
                    <a:pt x="346" y="87"/>
                    <a:pt x="350" y="90"/>
                    <a:pt x="354" y="94"/>
                  </a:cubicBezTo>
                  <a:cubicBezTo>
                    <a:pt x="358" y="98"/>
                    <a:pt x="363" y="104"/>
                    <a:pt x="367" y="109"/>
                  </a:cubicBezTo>
                  <a:cubicBezTo>
                    <a:pt x="376" y="121"/>
                    <a:pt x="384" y="133"/>
                    <a:pt x="388" y="140"/>
                  </a:cubicBezTo>
                  <a:cubicBezTo>
                    <a:pt x="384" y="161"/>
                    <a:pt x="377" y="199"/>
                    <a:pt x="370" y="232"/>
                  </a:cubicBezTo>
                  <a:cubicBezTo>
                    <a:pt x="371" y="236"/>
                    <a:pt x="372" y="238"/>
                    <a:pt x="372" y="238"/>
                  </a:cubicBezTo>
                  <a:cubicBezTo>
                    <a:pt x="331" y="423"/>
                    <a:pt x="331" y="423"/>
                    <a:pt x="331" y="423"/>
                  </a:cubicBezTo>
                  <a:cubicBezTo>
                    <a:pt x="304" y="260"/>
                    <a:pt x="304" y="260"/>
                    <a:pt x="304" y="260"/>
                  </a:cubicBezTo>
                  <a:cubicBezTo>
                    <a:pt x="304" y="258"/>
                    <a:pt x="304" y="258"/>
                    <a:pt x="304" y="258"/>
                  </a:cubicBezTo>
                  <a:cubicBezTo>
                    <a:pt x="302" y="245"/>
                    <a:pt x="301" y="236"/>
                    <a:pt x="300" y="233"/>
                  </a:cubicBezTo>
                  <a:cubicBezTo>
                    <a:pt x="298" y="225"/>
                    <a:pt x="289" y="183"/>
                    <a:pt x="282" y="149"/>
                  </a:cubicBezTo>
                  <a:cubicBezTo>
                    <a:pt x="288" y="141"/>
                    <a:pt x="300" y="124"/>
                    <a:pt x="313" y="109"/>
                  </a:cubicBezTo>
                  <a:cubicBezTo>
                    <a:pt x="317" y="104"/>
                    <a:pt x="322" y="99"/>
                    <a:pt x="326" y="95"/>
                  </a:cubicBezTo>
                  <a:cubicBezTo>
                    <a:pt x="330" y="91"/>
                    <a:pt x="333" y="89"/>
                    <a:pt x="336" y="87"/>
                  </a:cubicBezTo>
                  <a:cubicBezTo>
                    <a:pt x="336" y="87"/>
                    <a:pt x="336" y="87"/>
                    <a:pt x="336" y="87"/>
                  </a:cubicBezTo>
                  <a:cubicBezTo>
                    <a:pt x="336" y="87"/>
                    <a:pt x="336" y="87"/>
                    <a:pt x="337" y="87"/>
                  </a:cubicBezTo>
                  <a:cubicBezTo>
                    <a:pt x="337" y="87"/>
                    <a:pt x="337" y="87"/>
                    <a:pt x="337" y="87"/>
                  </a:cubicBezTo>
                  <a:cubicBezTo>
                    <a:pt x="337" y="87"/>
                    <a:pt x="336" y="87"/>
                    <a:pt x="336" y="87"/>
                  </a:cubicBezTo>
                  <a:cubicBezTo>
                    <a:pt x="335" y="87"/>
                    <a:pt x="335" y="87"/>
                    <a:pt x="334" y="87"/>
                  </a:cubicBezTo>
                  <a:cubicBezTo>
                    <a:pt x="330" y="88"/>
                    <a:pt x="326" y="91"/>
                    <a:pt x="322" y="94"/>
                  </a:cubicBezTo>
                  <a:cubicBezTo>
                    <a:pt x="309" y="105"/>
                    <a:pt x="294" y="125"/>
                    <a:pt x="282" y="147"/>
                  </a:cubicBezTo>
                  <a:cubicBezTo>
                    <a:pt x="277" y="126"/>
                    <a:pt x="273" y="108"/>
                    <a:pt x="272" y="105"/>
                  </a:cubicBezTo>
                  <a:cubicBezTo>
                    <a:pt x="268" y="98"/>
                    <a:pt x="261" y="65"/>
                    <a:pt x="259" y="55"/>
                  </a:cubicBezTo>
                  <a:cubicBezTo>
                    <a:pt x="258" y="45"/>
                    <a:pt x="252" y="8"/>
                    <a:pt x="260" y="0"/>
                  </a:cubicBezTo>
                  <a:cubicBezTo>
                    <a:pt x="258" y="1"/>
                    <a:pt x="254" y="5"/>
                    <a:pt x="252" y="8"/>
                  </a:cubicBezTo>
                  <a:cubicBezTo>
                    <a:pt x="250" y="12"/>
                    <a:pt x="240" y="21"/>
                    <a:pt x="234" y="25"/>
                  </a:cubicBezTo>
                  <a:cubicBezTo>
                    <a:pt x="229" y="29"/>
                    <a:pt x="221" y="33"/>
                    <a:pt x="216" y="35"/>
                  </a:cubicBezTo>
                  <a:cubicBezTo>
                    <a:pt x="211" y="37"/>
                    <a:pt x="164" y="54"/>
                    <a:pt x="152" y="57"/>
                  </a:cubicBezTo>
                  <a:cubicBezTo>
                    <a:pt x="140" y="60"/>
                    <a:pt x="78" y="78"/>
                    <a:pt x="78" y="78"/>
                  </a:cubicBezTo>
                  <a:cubicBezTo>
                    <a:pt x="78" y="78"/>
                    <a:pt x="71" y="70"/>
                    <a:pt x="64" y="81"/>
                  </a:cubicBezTo>
                  <a:cubicBezTo>
                    <a:pt x="58" y="92"/>
                    <a:pt x="58" y="111"/>
                    <a:pt x="53" y="123"/>
                  </a:cubicBezTo>
                  <a:cubicBezTo>
                    <a:pt x="47" y="136"/>
                    <a:pt x="44" y="143"/>
                    <a:pt x="40" y="156"/>
                  </a:cubicBezTo>
                  <a:cubicBezTo>
                    <a:pt x="36" y="169"/>
                    <a:pt x="18" y="232"/>
                    <a:pt x="14" y="252"/>
                  </a:cubicBezTo>
                  <a:cubicBezTo>
                    <a:pt x="10" y="272"/>
                    <a:pt x="10" y="301"/>
                    <a:pt x="9" y="315"/>
                  </a:cubicBezTo>
                  <a:cubicBezTo>
                    <a:pt x="7" y="330"/>
                    <a:pt x="0" y="401"/>
                    <a:pt x="0" y="414"/>
                  </a:cubicBezTo>
                  <a:cubicBezTo>
                    <a:pt x="0" y="427"/>
                    <a:pt x="0" y="479"/>
                    <a:pt x="1" y="493"/>
                  </a:cubicBezTo>
                  <a:cubicBezTo>
                    <a:pt x="3" y="508"/>
                    <a:pt x="6" y="537"/>
                    <a:pt x="25" y="560"/>
                  </a:cubicBezTo>
                  <a:cubicBezTo>
                    <a:pt x="45" y="583"/>
                    <a:pt x="94" y="658"/>
                    <a:pt x="100" y="663"/>
                  </a:cubicBezTo>
                  <a:cubicBezTo>
                    <a:pt x="106" y="668"/>
                    <a:pt x="105" y="671"/>
                    <a:pt x="105" y="671"/>
                  </a:cubicBezTo>
                  <a:cubicBezTo>
                    <a:pt x="105" y="671"/>
                    <a:pt x="98" y="730"/>
                    <a:pt x="98" y="751"/>
                  </a:cubicBezTo>
                  <a:cubicBezTo>
                    <a:pt x="98" y="773"/>
                    <a:pt x="94" y="806"/>
                    <a:pt x="91" y="816"/>
                  </a:cubicBezTo>
                  <a:cubicBezTo>
                    <a:pt x="89" y="825"/>
                    <a:pt x="77" y="887"/>
                    <a:pt x="75" y="899"/>
                  </a:cubicBezTo>
                  <a:cubicBezTo>
                    <a:pt x="73" y="912"/>
                    <a:pt x="70" y="921"/>
                    <a:pt x="75" y="924"/>
                  </a:cubicBezTo>
                  <a:cubicBezTo>
                    <a:pt x="74" y="939"/>
                    <a:pt x="74" y="964"/>
                    <a:pt x="74" y="975"/>
                  </a:cubicBezTo>
                  <a:cubicBezTo>
                    <a:pt x="74" y="986"/>
                    <a:pt x="82" y="1117"/>
                    <a:pt x="82" y="1140"/>
                  </a:cubicBezTo>
                  <a:cubicBezTo>
                    <a:pt x="83" y="1163"/>
                    <a:pt x="85" y="1171"/>
                    <a:pt x="84" y="1190"/>
                  </a:cubicBezTo>
                  <a:cubicBezTo>
                    <a:pt x="83" y="1209"/>
                    <a:pt x="84" y="1229"/>
                    <a:pt x="83" y="1243"/>
                  </a:cubicBezTo>
                  <a:cubicBezTo>
                    <a:pt x="83" y="1257"/>
                    <a:pt x="83" y="1322"/>
                    <a:pt x="82" y="1338"/>
                  </a:cubicBezTo>
                  <a:cubicBezTo>
                    <a:pt x="81" y="1353"/>
                    <a:pt x="70" y="1409"/>
                    <a:pt x="70" y="1422"/>
                  </a:cubicBezTo>
                  <a:cubicBezTo>
                    <a:pt x="70" y="1434"/>
                    <a:pt x="66" y="1503"/>
                    <a:pt x="69" y="1524"/>
                  </a:cubicBezTo>
                  <a:cubicBezTo>
                    <a:pt x="71" y="1544"/>
                    <a:pt x="72" y="1593"/>
                    <a:pt x="72" y="1602"/>
                  </a:cubicBezTo>
                  <a:cubicBezTo>
                    <a:pt x="73" y="1611"/>
                    <a:pt x="72" y="1662"/>
                    <a:pt x="72" y="1673"/>
                  </a:cubicBezTo>
                  <a:cubicBezTo>
                    <a:pt x="72" y="1684"/>
                    <a:pt x="73" y="1728"/>
                    <a:pt x="73" y="1732"/>
                  </a:cubicBezTo>
                  <a:cubicBezTo>
                    <a:pt x="74" y="1736"/>
                    <a:pt x="80" y="1747"/>
                    <a:pt x="84" y="1752"/>
                  </a:cubicBezTo>
                  <a:cubicBezTo>
                    <a:pt x="89" y="1758"/>
                    <a:pt x="91" y="1763"/>
                    <a:pt x="91" y="1763"/>
                  </a:cubicBezTo>
                  <a:cubicBezTo>
                    <a:pt x="91" y="1763"/>
                    <a:pt x="88" y="1765"/>
                    <a:pt x="84" y="1768"/>
                  </a:cubicBezTo>
                  <a:cubicBezTo>
                    <a:pt x="66" y="1782"/>
                    <a:pt x="67" y="1829"/>
                    <a:pt x="67" y="1829"/>
                  </a:cubicBezTo>
                  <a:moveTo>
                    <a:pt x="438" y="723"/>
                  </a:moveTo>
                  <a:cubicBezTo>
                    <a:pt x="430" y="729"/>
                    <a:pt x="425" y="742"/>
                    <a:pt x="421" y="749"/>
                  </a:cubicBezTo>
                  <a:cubicBezTo>
                    <a:pt x="417" y="756"/>
                    <a:pt x="403" y="772"/>
                    <a:pt x="389" y="778"/>
                  </a:cubicBezTo>
                  <a:cubicBezTo>
                    <a:pt x="376" y="785"/>
                    <a:pt x="367" y="799"/>
                    <a:pt x="355" y="806"/>
                  </a:cubicBezTo>
                  <a:cubicBezTo>
                    <a:pt x="343" y="813"/>
                    <a:pt x="328" y="811"/>
                    <a:pt x="319" y="805"/>
                  </a:cubicBezTo>
                  <a:cubicBezTo>
                    <a:pt x="315" y="805"/>
                    <a:pt x="292" y="798"/>
                    <a:pt x="284" y="790"/>
                  </a:cubicBezTo>
                  <a:cubicBezTo>
                    <a:pt x="269" y="789"/>
                    <a:pt x="265" y="769"/>
                    <a:pt x="265" y="769"/>
                  </a:cubicBezTo>
                  <a:cubicBezTo>
                    <a:pt x="265" y="769"/>
                    <a:pt x="256" y="768"/>
                    <a:pt x="252" y="756"/>
                  </a:cubicBezTo>
                  <a:cubicBezTo>
                    <a:pt x="251" y="751"/>
                    <a:pt x="252" y="748"/>
                    <a:pt x="254" y="746"/>
                  </a:cubicBezTo>
                  <a:cubicBezTo>
                    <a:pt x="243" y="740"/>
                    <a:pt x="235" y="718"/>
                    <a:pt x="235" y="715"/>
                  </a:cubicBezTo>
                  <a:cubicBezTo>
                    <a:pt x="235" y="712"/>
                    <a:pt x="268" y="680"/>
                    <a:pt x="280" y="668"/>
                  </a:cubicBezTo>
                  <a:cubicBezTo>
                    <a:pt x="268" y="664"/>
                    <a:pt x="255" y="654"/>
                    <a:pt x="253" y="641"/>
                  </a:cubicBezTo>
                  <a:cubicBezTo>
                    <a:pt x="251" y="623"/>
                    <a:pt x="276" y="639"/>
                    <a:pt x="284" y="639"/>
                  </a:cubicBezTo>
                  <a:cubicBezTo>
                    <a:pt x="292" y="639"/>
                    <a:pt x="314" y="643"/>
                    <a:pt x="327" y="637"/>
                  </a:cubicBezTo>
                  <a:cubicBezTo>
                    <a:pt x="340" y="631"/>
                    <a:pt x="346" y="638"/>
                    <a:pt x="359" y="641"/>
                  </a:cubicBezTo>
                  <a:cubicBezTo>
                    <a:pt x="373" y="643"/>
                    <a:pt x="396" y="647"/>
                    <a:pt x="396" y="647"/>
                  </a:cubicBezTo>
                  <a:cubicBezTo>
                    <a:pt x="432" y="657"/>
                    <a:pt x="452" y="712"/>
                    <a:pt x="452" y="712"/>
                  </a:cubicBezTo>
                  <a:cubicBezTo>
                    <a:pt x="452" y="712"/>
                    <a:pt x="445" y="716"/>
                    <a:pt x="438" y="723"/>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5" name="Freeform 92"/>
            <p:cNvSpPr>
              <a:spLocks/>
            </p:cNvSpPr>
            <p:nvPr/>
          </p:nvSpPr>
          <p:spPr bwMode="auto">
            <a:xfrm>
              <a:off x="5852318" y="1836571"/>
              <a:ext cx="506413" cy="420688"/>
            </a:xfrm>
            <a:custGeom>
              <a:avLst/>
              <a:gdLst>
                <a:gd name="T0" fmla="*/ 7 w 236"/>
                <a:gd name="T1" fmla="*/ 139 h 196"/>
                <a:gd name="T2" fmla="*/ 28 w 236"/>
                <a:gd name="T3" fmla="*/ 188 h 196"/>
                <a:gd name="T4" fmla="*/ 34 w 236"/>
                <a:gd name="T5" fmla="*/ 152 h 196"/>
                <a:gd name="T6" fmla="*/ 36 w 236"/>
                <a:gd name="T7" fmla="*/ 94 h 196"/>
                <a:gd name="T8" fmla="*/ 46 w 236"/>
                <a:gd name="T9" fmla="*/ 70 h 196"/>
                <a:gd name="T10" fmla="*/ 97 w 236"/>
                <a:gd name="T11" fmla="*/ 74 h 196"/>
                <a:gd name="T12" fmla="*/ 174 w 236"/>
                <a:gd name="T13" fmla="*/ 67 h 196"/>
                <a:gd name="T14" fmla="*/ 201 w 236"/>
                <a:gd name="T15" fmla="*/ 83 h 196"/>
                <a:gd name="T16" fmla="*/ 205 w 236"/>
                <a:gd name="T17" fmla="*/ 143 h 196"/>
                <a:gd name="T18" fmla="*/ 210 w 236"/>
                <a:gd name="T19" fmla="*/ 179 h 196"/>
                <a:gd name="T20" fmla="*/ 230 w 236"/>
                <a:gd name="T21" fmla="*/ 140 h 196"/>
                <a:gd name="T22" fmla="*/ 231 w 236"/>
                <a:gd name="T23" fmla="*/ 138 h 196"/>
                <a:gd name="T24" fmla="*/ 222 w 236"/>
                <a:gd name="T25" fmla="*/ 73 h 196"/>
                <a:gd name="T26" fmla="*/ 200 w 236"/>
                <a:gd name="T27" fmla="*/ 47 h 196"/>
                <a:gd name="T28" fmla="*/ 153 w 236"/>
                <a:gd name="T29" fmla="*/ 5 h 196"/>
                <a:gd name="T30" fmla="*/ 34 w 236"/>
                <a:gd name="T31" fmla="*/ 40 h 196"/>
                <a:gd name="T32" fmla="*/ 5 w 236"/>
                <a:gd name="T33" fmla="*/ 95 h 196"/>
                <a:gd name="T34" fmla="*/ 7 w 236"/>
                <a:gd name="T35" fmla="*/ 139 h 196"/>
                <a:gd name="T36" fmla="*/ 7 w 236"/>
                <a:gd name="T37" fmla="*/ 139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196">
                  <a:moveTo>
                    <a:pt x="7" y="139"/>
                  </a:moveTo>
                  <a:cubicBezTo>
                    <a:pt x="15" y="154"/>
                    <a:pt x="24" y="181"/>
                    <a:pt x="28" y="188"/>
                  </a:cubicBezTo>
                  <a:cubicBezTo>
                    <a:pt x="31" y="196"/>
                    <a:pt x="34" y="168"/>
                    <a:pt x="34" y="152"/>
                  </a:cubicBezTo>
                  <a:cubicBezTo>
                    <a:pt x="33" y="136"/>
                    <a:pt x="33" y="100"/>
                    <a:pt x="36" y="94"/>
                  </a:cubicBezTo>
                  <a:cubicBezTo>
                    <a:pt x="38" y="89"/>
                    <a:pt x="46" y="70"/>
                    <a:pt x="46" y="70"/>
                  </a:cubicBezTo>
                  <a:cubicBezTo>
                    <a:pt x="46" y="70"/>
                    <a:pt x="71" y="74"/>
                    <a:pt x="97" y="74"/>
                  </a:cubicBezTo>
                  <a:cubicBezTo>
                    <a:pt x="123" y="74"/>
                    <a:pt x="162" y="71"/>
                    <a:pt x="174" y="67"/>
                  </a:cubicBezTo>
                  <a:cubicBezTo>
                    <a:pt x="186" y="63"/>
                    <a:pt x="200" y="63"/>
                    <a:pt x="201" y="83"/>
                  </a:cubicBezTo>
                  <a:cubicBezTo>
                    <a:pt x="202" y="103"/>
                    <a:pt x="205" y="133"/>
                    <a:pt x="205" y="143"/>
                  </a:cubicBezTo>
                  <a:cubicBezTo>
                    <a:pt x="205" y="152"/>
                    <a:pt x="210" y="177"/>
                    <a:pt x="210" y="179"/>
                  </a:cubicBezTo>
                  <a:cubicBezTo>
                    <a:pt x="211" y="180"/>
                    <a:pt x="225" y="154"/>
                    <a:pt x="230" y="140"/>
                  </a:cubicBezTo>
                  <a:cubicBezTo>
                    <a:pt x="231" y="140"/>
                    <a:pt x="231" y="139"/>
                    <a:pt x="231" y="138"/>
                  </a:cubicBezTo>
                  <a:cubicBezTo>
                    <a:pt x="236" y="125"/>
                    <a:pt x="234" y="95"/>
                    <a:pt x="222" y="73"/>
                  </a:cubicBezTo>
                  <a:cubicBezTo>
                    <a:pt x="210" y="50"/>
                    <a:pt x="200" y="47"/>
                    <a:pt x="200" y="47"/>
                  </a:cubicBezTo>
                  <a:cubicBezTo>
                    <a:pt x="200" y="47"/>
                    <a:pt x="198" y="10"/>
                    <a:pt x="153" y="5"/>
                  </a:cubicBezTo>
                  <a:cubicBezTo>
                    <a:pt x="109" y="0"/>
                    <a:pt x="49" y="7"/>
                    <a:pt x="34" y="40"/>
                  </a:cubicBezTo>
                  <a:cubicBezTo>
                    <a:pt x="19" y="72"/>
                    <a:pt x="7" y="76"/>
                    <a:pt x="5" y="95"/>
                  </a:cubicBezTo>
                  <a:cubicBezTo>
                    <a:pt x="3" y="113"/>
                    <a:pt x="0" y="124"/>
                    <a:pt x="7" y="139"/>
                  </a:cubicBezTo>
                  <a:cubicBezTo>
                    <a:pt x="7" y="139"/>
                    <a:pt x="7" y="139"/>
                    <a:pt x="7" y="139"/>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6" name="Freeform 93"/>
            <p:cNvSpPr>
              <a:spLocks/>
            </p:cNvSpPr>
            <p:nvPr/>
          </p:nvSpPr>
          <p:spPr bwMode="auto">
            <a:xfrm>
              <a:off x="6117430" y="2484271"/>
              <a:ext cx="158750" cy="300038"/>
            </a:xfrm>
            <a:custGeom>
              <a:avLst/>
              <a:gdLst>
                <a:gd name="T0" fmla="*/ 72 w 74"/>
                <a:gd name="T1" fmla="*/ 5 h 140"/>
                <a:gd name="T2" fmla="*/ 71 w 74"/>
                <a:gd name="T3" fmla="*/ 0 h 140"/>
                <a:gd name="T4" fmla="*/ 70 w 74"/>
                <a:gd name="T5" fmla="*/ 1 h 140"/>
                <a:gd name="T6" fmla="*/ 67 w 74"/>
                <a:gd name="T7" fmla="*/ 6 h 140"/>
                <a:gd name="T8" fmla="*/ 67 w 74"/>
                <a:gd name="T9" fmla="*/ 7 h 140"/>
                <a:gd name="T10" fmla="*/ 11 w 74"/>
                <a:gd name="T11" fmla="*/ 75 h 140"/>
                <a:gd name="T12" fmla="*/ 0 w 74"/>
                <a:gd name="T13" fmla="*/ 87 h 140"/>
                <a:gd name="T14" fmla="*/ 1 w 74"/>
                <a:gd name="T15" fmla="*/ 87 h 140"/>
                <a:gd name="T16" fmla="*/ 1 w 74"/>
                <a:gd name="T17" fmla="*/ 87 h 140"/>
                <a:gd name="T18" fmla="*/ 2 w 74"/>
                <a:gd name="T19" fmla="*/ 87 h 140"/>
                <a:gd name="T20" fmla="*/ 4 w 74"/>
                <a:gd name="T21" fmla="*/ 87 h 140"/>
                <a:gd name="T22" fmla="*/ 5 w 74"/>
                <a:gd name="T23" fmla="*/ 88 h 140"/>
                <a:gd name="T24" fmla="*/ 14 w 74"/>
                <a:gd name="T25" fmla="*/ 93 h 140"/>
                <a:gd name="T26" fmla="*/ 45 w 74"/>
                <a:gd name="T27" fmla="*/ 140 h 140"/>
                <a:gd name="T28" fmla="*/ 49 w 74"/>
                <a:gd name="T29" fmla="*/ 122 h 140"/>
                <a:gd name="T30" fmla="*/ 69 w 74"/>
                <a:gd name="T31" fmla="*/ 48 h 140"/>
                <a:gd name="T32" fmla="*/ 73 w 74"/>
                <a:gd name="T33" fmla="*/ 17 h 140"/>
                <a:gd name="T34" fmla="*/ 72 w 74"/>
                <a:gd name="T35" fmla="*/ 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140">
                  <a:moveTo>
                    <a:pt x="72" y="5"/>
                  </a:moveTo>
                  <a:cubicBezTo>
                    <a:pt x="72" y="2"/>
                    <a:pt x="71" y="0"/>
                    <a:pt x="71" y="0"/>
                  </a:cubicBezTo>
                  <a:cubicBezTo>
                    <a:pt x="70" y="0"/>
                    <a:pt x="70" y="0"/>
                    <a:pt x="70" y="1"/>
                  </a:cubicBezTo>
                  <a:cubicBezTo>
                    <a:pt x="69" y="2"/>
                    <a:pt x="68" y="4"/>
                    <a:pt x="67" y="6"/>
                  </a:cubicBezTo>
                  <a:cubicBezTo>
                    <a:pt x="67" y="7"/>
                    <a:pt x="67" y="7"/>
                    <a:pt x="67" y="7"/>
                  </a:cubicBezTo>
                  <a:cubicBezTo>
                    <a:pt x="54" y="27"/>
                    <a:pt x="11" y="75"/>
                    <a:pt x="11" y="75"/>
                  </a:cubicBezTo>
                  <a:cubicBezTo>
                    <a:pt x="0" y="87"/>
                    <a:pt x="0" y="87"/>
                    <a:pt x="0" y="87"/>
                  </a:cubicBezTo>
                  <a:cubicBezTo>
                    <a:pt x="0" y="87"/>
                    <a:pt x="1" y="87"/>
                    <a:pt x="1" y="87"/>
                  </a:cubicBezTo>
                  <a:cubicBezTo>
                    <a:pt x="1" y="87"/>
                    <a:pt x="1" y="87"/>
                    <a:pt x="1" y="87"/>
                  </a:cubicBezTo>
                  <a:cubicBezTo>
                    <a:pt x="1" y="87"/>
                    <a:pt x="2" y="87"/>
                    <a:pt x="2" y="87"/>
                  </a:cubicBezTo>
                  <a:cubicBezTo>
                    <a:pt x="3" y="87"/>
                    <a:pt x="3" y="87"/>
                    <a:pt x="4" y="87"/>
                  </a:cubicBezTo>
                  <a:cubicBezTo>
                    <a:pt x="4" y="87"/>
                    <a:pt x="4" y="88"/>
                    <a:pt x="5" y="88"/>
                  </a:cubicBezTo>
                  <a:cubicBezTo>
                    <a:pt x="8" y="89"/>
                    <a:pt x="11" y="91"/>
                    <a:pt x="14" y="93"/>
                  </a:cubicBezTo>
                  <a:cubicBezTo>
                    <a:pt x="24" y="102"/>
                    <a:pt x="34" y="119"/>
                    <a:pt x="45" y="140"/>
                  </a:cubicBezTo>
                  <a:cubicBezTo>
                    <a:pt x="47" y="130"/>
                    <a:pt x="48" y="124"/>
                    <a:pt x="49" y="122"/>
                  </a:cubicBezTo>
                  <a:cubicBezTo>
                    <a:pt x="51" y="114"/>
                    <a:pt x="65" y="58"/>
                    <a:pt x="69" y="48"/>
                  </a:cubicBezTo>
                  <a:cubicBezTo>
                    <a:pt x="74" y="39"/>
                    <a:pt x="73" y="17"/>
                    <a:pt x="73" y="17"/>
                  </a:cubicBezTo>
                  <a:cubicBezTo>
                    <a:pt x="73" y="17"/>
                    <a:pt x="73" y="10"/>
                    <a:pt x="72" y="5"/>
                  </a:cubicBezTo>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7" name="Freeform 94"/>
            <p:cNvSpPr>
              <a:spLocks/>
            </p:cNvSpPr>
            <p:nvPr/>
          </p:nvSpPr>
          <p:spPr bwMode="auto">
            <a:xfrm>
              <a:off x="6134893" y="2719221"/>
              <a:ext cx="79375" cy="263525"/>
            </a:xfrm>
            <a:custGeom>
              <a:avLst/>
              <a:gdLst>
                <a:gd name="T0" fmla="*/ 3 w 37"/>
                <a:gd name="T1" fmla="*/ 22 h 123"/>
                <a:gd name="T2" fmla="*/ 1 w 37"/>
                <a:gd name="T3" fmla="*/ 30 h 123"/>
                <a:gd name="T4" fmla="*/ 19 w 37"/>
                <a:gd name="T5" fmla="*/ 123 h 123"/>
                <a:gd name="T6" fmla="*/ 37 w 37"/>
                <a:gd name="T7" fmla="*/ 31 h 123"/>
                <a:gd name="T8" fmla="*/ 16 w 37"/>
                <a:gd name="T9" fmla="*/ 0 h 123"/>
                <a:gd name="T10" fmla="*/ 3 w 37"/>
                <a:gd name="T11" fmla="*/ 22 h 123"/>
              </a:gdLst>
              <a:ahLst/>
              <a:cxnLst>
                <a:cxn ang="0">
                  <a:pos x="T0" y="T1"/>
                </a:cxn>
                <a:cxn ang="0">
                  <a:pos x="T2" y="T3"/>
                </a:cxn>
                <a:cxn ang="0">
                  <a:pos x="T4" y="T5"/>
                </a:cxn>
                <a:cxn ang="0">
                  <a:pos x="T6" y="T7"/>
                </a:cxn>
                <a:cxn ang="0">
                  <a:pos x="T8" y="T9"/>
                </a:cxn>
                <a:cxn ang="0">
                  <a:pos x="T10" y="T11"/>
                </a:cxn>
              </a:cxnLst>
              <a:rect l="0" t="0" r="r" b="b"/>
              <a:pathLst>
                <a:path w="37" h="123">
                  <a:moveTo>
                    <a:pt x="3" y="22"/>
                  </a:moveTo>
                  <a:cubicBezTo>
                    <a:pt x="1" y="30"/>
                    <a:pt x="1" y="30"/>
                    <a:pt x="1" y="30"/>
                  </a:cubicBezTo>
                  <a:cubicBezTo>
                    <a:pt x="0" y="37"/>
                    <a:pt x="15" y="104"/>
                    <a:pt x="19" y="123"/>
                  </a:cubicBezTo>
                  <a:cubicBezTo>
                    <a:pt x="26" y="90"/>
                    <a:pt x="33" y="52"/>
                    <a:pt x="37" y="31"/>
                  </a:cubicBezTo>
                  <a:cubicBezTo>
                    <a:pt x="33" y="24"/>
                    <a:pt x="25" y="12"/>
                    <a:pt x="16" y="0"/>
                  </a:cubicBezTo>
                  <a:lnTo>
                    <a:pt x="3" y="22"/>
                  </a:lnTo>
                  <a:close/>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8" name="Freeform 95"/>
            <p:cNvSpPr>
              <a:spLocks/>
            </p:cNvSpPr>
            <p:nvPr/>
          </p:nvSpPr>
          <p:spPr bwMode="auto">
            <a:xfrm>
              <a:off x="5987255" y="2719221"/>
              <a:ext cx="93663" cy="320675"/>
            </a:xfrm>
            <a:custGeom>
              <a:avLst/>
              <a:gdLst>
                <a:gd name="T0" fmla="*/ 0 w 44"/>
                <a:gd name="T1" fmla="*/ 40 h 149"/>
                <a:gd name="T2" fmla="*/ 18 w 44"/>
                <a:gd name="T3" fmla="*/ 124 h 149"/>
                <a:gd name="T4" fmla="*/ 22 w 44"/>
                <a:gd name="T5" fmla="*/ 149 h 149"/>
                <a:gd name="T6" fmla="*/ 44 w 44"/>
                <a:gd name="T7" fmla="*/ 25 h 149"/>
                <a:gd name="T8" fmla="*/ 31 w 44"/>
                <a:gd name="T9" fmla="*/ 0 h 149"/>
                <a:gd name="T10" fmla="*/ 0 w 44"/>
                <a:gd name="T11" fmla="*/ 40 h 149"/>
              </a:gdLst>
              <a:ahLst/>
              <a:cxnLst>
                <a:cxn ang="0">
                  <a:pos x="T0" y="T1"/>
                </a:cxn>
                <a:cxn ang="0">
                  <a:pos x="T2" y="T3"/>
                </a:cxn>
                <a:cxn ang="0">
                  <a:pos x="T4" y="T5"/>
                </a:cxn>
                <a:cxn ang="0">
                  <a:pos x="T6" y="T7"/>
                </a:cxn>
                <a:cxn ang="0">
                  <a:pos x="T8" y="T9"/>
                </a:cxn>
                <a:cxn ang="0">
                  <a:pos x="T10" y="T11"/>
                </a:cxn>
              </a:cxnLst>
              <a:rect l="0" t="0" r="r" b="b"/>
              <a:pathLst>
                <a:path w="44" h="149">
                  <a:moveTo>
                    <a:pt x="0" y="40"/>
                  </a:moveTo>
                  <a:cubicBezTo>
                    <a:pt x="7" y="74"/>
                    <a:pt x="16" y="116"/>
                    <a:pt x="18" y="124"/>
                  </a:cubicBezTo>
                  <a:cubicBezTo>
                    <a:pt x="19" y="127"/>
                    <a:pt x="20" y="136"/>
                    <a:pt x="22" y="149"/>
                  </a:cubicBezTo>
                  <a:cubicBezTo>
                    <a:pt x="44" y="25"/>
                    <a:pt x="44" y="25"/>
                    <a:pt x="44" y="25"/>
                  </a:cubicBezTo>
                  <a:cubicBezTo>
                    <a:pt x="31" y="0"/>
                    <a:pt x="31" y="0"/>
                    <a:pt x="31" y="0"/>
                  </a:cubicBezTo>
                  <a:cubicBezTo>
                    <a:pt x="18" y="15"/>
                    <a:pt x="6" y="32"/>
                    <a:pt x="0" y="40"/>
                  </a:cubicBezTo>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9" name="Freeform 96"/>
            <p:cNvSpPr>
              <a:spLocks/>
            </p:cNvSpPr>
            <p:nvPr/>
          </p:nvSpPr>
          <p:spPr bwMode="auto">
            <a:xfrm>
              <a:off x="5923755" y="2482684"/>
              <a:ext cx="179388" cy="319088"/>
            </a:xfrm>
            <a:custGeom>
              <a:avLst/>
              <a:gdLst>
                <a:gd name="T0" fmla="*/ 68 w 84"/>
                <a:gd name="T1" fmla="*/ 74 h 149"/>
                <a:gd name="T2" fmla="*/ 11 w 84"/>
                <a:gd name="T3" fmla="*/ 3 h 149"/>
                <a:gd name="T4" fmla="*/ 11 w 84"/>
                <a:gd name="T5" fmla="*/ 2 h 149"/>
                <a:gd name="T6" fmla="*/ 11 w 84"/>
                <a:gd name="T7" fmla="*/ 0 h 149"/>
                <a:gd name="T8" fmla="*/ 9 w 84"/>
                <a:gd name="T9" fmla="*/ 1 h 149"/>
                <a:gd name="T10" fmla="*/ 8 w 84"/>
                <a:gd name="T11" fmla="*/ 1 h 149"/>
                <a:gd name="T12" fmla="*/ 8 w 84"/>
                <a:gd name="T13" fmla="*/ 2 h 149"/>
                <a:gd name="T14" fmla="*/ 7 w 84"/>
                <a:gd name="T15" fmla="*/ 57 h 149"/>
                <a:gd name="T16" fmla="*/ 20 w 84"/>
                <a:gd name="T17" fmla="*/ 107 h 149"/>
                <a:gd name="T18" fmla="*/ 30 w 84"/>
                <a:gd name="T19" fmla="*/ 149 h 149"/>
                <a:gd name="T20" fmla="*/ 70 w 84"/>
                <a:gd name="T21" fmla="*/ 96 h 149"/>
                <a:gd name="T22" fmla="*/ 82 w 84"/>
                <a:gd name="T23" fmla="*/ 89 h 149"/>
                <a:gd name="T24" fmla="*/ 84 w 84"/>
                <a:gd name="T25" fmla="*/ 89 h 149"/>
                <a:gd name="T26" fmla="*/ 72 w 84"/>
                <a:gd name="T27" fmla="*/ 77 h 149"/>
                <a:gd name="T28" fmla="*/ 68 w 84"/>
                <a:gd name="T29" fmla="*/ 7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49">
                  <a:moveTo>
                    <a:pt x="68" y="74"/>
                  </a:moveTo>
                  <a:cubicBezTo>
                    <a:pt x="68" y="74"/>
                    <a:pt x="18" y="26"/>
                    <a:pt x="11" y="3"/>
                  </a:cubicBezTo>
                  <a:cubicBezTo>
                    <a:pt x="11" y="3"/>
                    <a:pt x="11" y="2"/>
                    <a:pt x="11" y="2"/>
                  </a:cubicBezTo>
                  <a:cubicBezTo>
                    <a:pt x="11" y="1"/>
                    <a:pt x="11" y="1"/>
                    <a:pt x="11" y="0"/>
                  </a:cubicBezTo>
                  <a:cubicBezTo>
                    <a:pt x="9" y="1"/>
                    <a:pt x="9" y="1"/>
                    <a:pt x="9" y="1"/>
                  </a:cubicBezTo>
                  <a:cubicBezTo>
                    <a:pt x="8" y="1"/>
                    <a:pt x="8" y="1"/>
                    <a:pt x="8" y="1"/>
                  </a:cubicBezTo>
                  <a:cubicBezTo>
                    <a:pt x="8" y="2"/>
                    <a:pt x="8" y="2"/>
                    <a:pt x="8" y="2"/>
                  </a:cubicBezTo>
                  <a:cubicBezTo>
                    <a:pt x="0" y="10"/>
                    <a:pt x="6" y="47"/>
                    <a:pt x="7" y="57"/>
                  </a:cubicBezTo>
                  <a:cubicBezTo>
                    <a:pt x="9" y="67"/>
                    <a:pt x="16" y="100"/>
                    <a:pt x="20" y="107"/>
                  </a:cubicBezTo>
                  <a:cubicBezTo>
                    <a:pt x="21" y="110"/>
                    <a:pt x="25" y="128"/>
                    <a:pt x="30" y="149"/>
                  </a:cubicBezTo>
                  <a:cubicBezTo>
                    <a:pt x="42" y="127"/>
                    <a:pt x="57" y="107"/>
                    <a:pt x="70" y="96"/>
                  </a:cubicBezTo>
                  <a:cubicBezTo>
                    <a:pt x="74" y="93"/>
                    <a:pt x="78" y="90"/>
                    <a:pt x="82" y="89"/>
                  </a:cubicBezTo>
                  <a:cubicBezTo>
                    <a:pt x="83" y="89"/>
                    <a:pt x="83" y="89"/>
                    <a:pt x="84" y="89"/>
                  </a:cubicBezTo>
                  <a:cubicBezTo>
                    <a:pt x="72" y="77"/>
                    <a:pt x="72" y="77"/>
                    <a:pt x="72" y="77"/>
                  </a:cubicBezTo>
                  <a:lnTo>
                    <a:pt x="68" y="74"/>
                  </a:lnTo>
                  <a:close/>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00" name="Freeform 97"/>
            <p:cNvSpPr>
              <a:spLocks/>
            </p:cNvSpPr>
            <p:nvPr/>
          </p:nvSpPr>
          <p:spPr bwMode="auto">
            <a:xfrm>
              <a:off x="6117430" y="26700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grpSp>
      <p:cxnSp>
        <p:nvCxnSpPr>
          <p:cNvPr id="103" name="Straight Connector 102"/>
          <p:cNvCxnSpPr/>
          <p:nvPr/>
        </p:nvCxnSpPr>
        <p:spPr>
          <a:xfrm flipV="1">
            <a:off x="6090105" y="2321855"/>
            <a:ext cx="0" cy="324988"/>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104" name="TextBox 103"/>
          <p:cNvSpPr txBox="1"/>
          <p:nvPr/>
        </p:nvSpPr>
        <p:spPr>
          <a:xfrm>
            <a:off x="3412446" y="1331541"/>
            <a:ext cx="4556923" cy="523220"/>
          </a:xfrm>
          <a:prstGeom prst="rect">
            <a:avLst/>
          </a:prstGeom>
          <a:noFill/>
          <a:ln>
            <a:noFill/>
          </a:ln>
        </p:spPr>
        <p:txBody>
          <a:bodyPr wrap="square" rtlCol="0">
            <a:spAutoFit/>
          </a:bodyPr>
          <a:lstStyle>
            <a:defPPr>
              <a:defRPr lang="en-US"/>
            </a:defPPr>
            <a:lvl1pPr>
              <a:defRPr sz="1100">
                <a:solidFill>
                  <a:schemeClr val="tx1">
                    <a:lumMod val="50000"/>
                    <a:lumOff val="50000"/>
                  </a:schemeClr>
                </a:solidFill>
                <a:latin typeface="+mj-lt"/>
              </a:defRPr>
            </a:lvl1pPr>
          </a:lstStyle>
          <a:p>
            <a:pPr algn="ctr" fontAlgn="auto">
              <a:spcBef>
                <a:spcPts val="0"/>
              </a:spcBef>
              <a:spcAft>
                <a:spcPts val="0"/>
              </a:spcAft>
            </a:pPr>
            <a:r>
              <a:rPr lang="ar-SA" sz="2800" b="1" dirty="0">
                <a:solidFill>
                  <a:prstClr val="black"/>
                </a:solidFill>
              </a:rPr>
              <a:t>إمكانية تحوير طريقة التدريس</a:t>
            </a:r>
            <a:endParaRPr lang="en-US" sz="2800" b="1" dirty="0">
              <a:solidFill>
                <a:prstClr val="black"/>
              </a:solidFill>
            </a:endParaRPr>
          </a:p>
        </p:txBody>
      </p:sp>
      <p:sp>
        <p:nvSpPr>
          <p:cNvPr id="105" name="TextBox 104"/>
          <p:cNvSpPr txBox="1"/>
          <p:nvPr/>
        </p:nvSpPr>
        <p:spPr>
          <a:xfrm>
            <a:off x="4770703" y="1795827"/>
            <a:ext cx="2603501" cy="584775"/>
          </a:xfrm>
          <a:prstGeom prst="rect">
            <a:avLst/>
          </a:prstGeom>
          <a:noFill/>
          <a:ln>
            <a:noFill/>
          </a:ln>
        </p:spPr>
        <p:txBody>
          <a:bodyPr wrap="square" rtlCol="0">
            <a:spAutoFit/>
          </a:bodyPr>
          <a:lstStyle/>
          <a:p>
            <a:pPr algn="ctr" fontAlgn="auto">
              <a:spcBef>
                <a:spcPts val="0"/>
              </a:spcBef>
              <a:spcAft>
                <a:spcPts val="0"/>
              </a:spcAft>
            </a:pPr>
            <a:r>
              <a:rPr lang="el-GR" sz="3200" b="1" dirty="0">
                <a:solidFill>
                  <a:srgbClr val="4775E7"/>
                </a:solidFill>
                <a:latin typeface="Raleway" panose="020B0503030101060003" pitchFamily="34" charset="0"/>
              </a:rPr>
              <a:t>2</a:t>
            </a:r>
            <a:endParaRPr lang="en-US" sz="3200" b="1" dirty="0" smtClean="0">
              <a:solidFill>
                <a:srgbClr val="4775E7"/>
              </a:solidFill>
              <a:latin typeface="Raleway" panose="020B0503030101060003" pitchFamily="34" charset="0"/>
            </a:endParaRPr>
          </a:p>
        </p:txBody>
      </p:sp>
      <p:cxnSp>
        <p:nvCxnSpPr>
          <p:cNvPr id="121" name="Straight Connector 120"/>
          <p:cNvCxnSpPr/>
          <p:nvPr/>
        </p:nvCxnSpPr>
        <p:spPr>
          <a:xfrm flipH="1">
            <a:off x="3569568" y="4006581"/>
            <a:ext cx="396893" cy="0"/>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123" name="TextBox 122"/>
          <p:cNvSpPr txBox="1"/>
          <p:nvPr/>
        </p:nvSpPr>
        <p:spPr>
          <a:xfrm>
            <a:off x="95219" y="3362486"/>
            <a:ext cx="3131919" cy="2246769"/>
          </a:xfrm>
          <a:prstGeom prst="rect">
            <a:avLst/>
          </a:prstGeom>
          <a:noFill/>
          <a:ln>
            <a:noFill/>
          </a:ln>
        </p:spPr>
        <p:txBody>
          <a:bodyPr wrap="square" rtlCol="0">
            <a:spAutoFit/>
          </a:bodyPr>
          <a:lstStyle>
            <a:defPPr>
              <a:defRPr lang="en-US"/>
            </a:defPPr>
            <a:lvl1pPr>
              <a:defRPr sz="1100">
                <a:solidFill>
                  <a:schemeClr val="tx1">
                    <a:lumMod val="50000"/>
                    <a:lumOff val="50000"/>
                  </a:schemeClr>
                </a:solidFill>
                <a:latin typeface="+mj-lt"/>
              </a:defRPr>
            </a:lvl1pPr>
          </a:lstStyle>
          <a:p>
            <a:pPr algn="ctr" fontAlgn="auto">
              <a:spcBef>
                <a:spcPts val="0"/>
              </a:spcBef>
              <a:spcAft>
                <a:spcPts val="0"/>
              </a:spcAft>
            </a:pPr>
            <a:r>
              <a:rPr lang="ar-SA" sz="2800" b="1" dirty="0">
                <a:solidFill>
                  <a:prstClr val="black"/>
                </a:solidFill>
              </a:rPr>
              <a:t>سهولة وسرعة الاتصال والتواصل بين المعلم والمتعلم في أي وقت وأي مكان حتى خارج أوقات الدوام الرسمية</a:t>
            </a:r>
            <a:endParaRPr lang="en-US" sz="2800" b="1" dirty="0">
              <a:solidFill>
                <a:prstClr val="black"/>
              </a:solidFill>
            </a:endParaRPr>
          </a:p>
        </p:txBody>
      </p:sp>
      <p:sp>
        <p:nvSpPr>
          <p:cNvPr id="124" name="TextBox 123"/>
          <p:cNvSpPr txBox="1"/>
          <p:nvPr/>
        </p:nvSpPr>
        <p:spPr>
          <a:xfrm>
            <a:off x="2110696" y="3706828"/>
            <a:ext cx="2603501" cy="584775"/>
          </a:xfrm>
          <a:prstGeom prst="rect">
            <a:avLst/>
          </a:prstGeom>
          <a:noFill/>
          <a:ln>
            <a:noFill/>
          </a:ln>
        </p:spPr>
        <p:txBody>
          <a:bodyPr wrap="square" rtlCol="0">
            <a:spAutoFit/>
          </a:bodyPr>
          <a:lstStyle/>
          <a:p>
            <a:pPr algn="ctr" fontAlgn="auto">
              <a:spcBef>
                <a:spcPts val="0"/>
              </a:spcBef>
              <a:spcAft>
                <a:spcPts val="0"/>
              </a:spcAft>
            </a:pPr>
            <a:r>
              <a:rPr lang="en-US" sz="3200" b="1" dirty="0" smtClean="0">
                <a:solidFill>
                  <a:srgbClr val="E32D91"/>
                </a:solidFill>
                <a:latin typeface="Raleway" panose="020B0503030101060003" pitchFamily="34" charset="0"/>
              </a:rPr>
              <a:t>1</a:t>
            </a:r>
          </a:p>
        </p:txBody>
      </p:sp>
      <p:cxnSp>
        <p:nvCxnSpPr>
          <p:cNvPr id="134" name="Straight Connector 133"/>
          <p:cNvCxnSpPr/>
          <p:nvPr/>
        </p:nvCxnSpPr>
        <p:spPr>
          <a:xfrm>
            <a:off x="8183453" y="4006581"/>
            <a:ext cx="396893" cy="0"/>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135" name="TextBox 134"/>
          <p:cNvSpPr txBox="1"/>
          <p:nvPr/>
        </p:nvSpPr>
        <p:spPr>
          <a:xfrm flipH="1">
            <a:off x="9007552" y="3163789"/>
            <a:ext cx="3044690" cy="2677656"/>
          </a:xfrm>
          <a:prstGeom prst="rect">
            <a:avLst/>
          </a:prstGeom>
          <a:noFill/>
          <a:ln>
            <a:noFill/>
          </a:ln>
        </p:spPr>
        <p:txBody>
          <a:bodyPr wrap="square" rtlCol="0">
            <a:spAutoFit/>
          </a:bodyPr>
          <a:lstStyle>
            <a:defPPr>
              <a:defRPr lang="en-US"/>
            </a:defPPr>
            <a:lvl1pPr>
              <a:defRPr sz="1100">
                <a:solidFill>
                  <a:schemeClr val="tx1">
                    <a:lumMod val="50000"/>
                    <a:lumOff val="50000"/>
                  </a:schemeClr>
                </a:solidFill>
                <a:latin typeface="+mj-lt"/>
              </a:defRPr>
            </a:lvl1pPr>
          </a:lstStyle>
          <a:p>
            <a:pPr algn="ctr" fontAlgn="auto">
              <a:spcBef>
                <a:spcPts val="0"/>
              </a:spcBef>
              <a:spcAft>
                <a:spcPts val="0"/>
              </a:spcAft>
            </a:pPr>
            <a:r>
              <a:rPr lang="ar-SA" sz="2800" b="1" dirty="0">
                <a:solidFill>
                  <a:prstClr val="black"/>
                </a:solidFill>
              </a:rPr>
              <a:t>استعمال العديد من وسائل التعليم والإيضاح السمعية والبصرية كالصور والرسوم والفيديو لشرح المادة للطلاب</a:t>
            </a:r>
            <a:endParaRPr lang="en-US" sz="2800" b="1" dirty="0">
              <a:solidFill>
                <a:prstClr val="black"/>
              </a:solidFill>
            </a:endParaRPr>
          </a:p>
        </p:txBody>
      </p:sp>
      <p:sp>
        <p:nvSpPr>
          <p:cNvPr id="136" name="TextBox 135"/>
          <p:cNvSpPr txBox="1"/>
          <p:nvPr/>
        </p:nvSpPr>
        <p:spPr>
          <a:xfrm flipH="1">
            <a:off x="8624796" y="3635309"/>
            <a:ext cx="338306" cy="584775"/>
          </a:xfrm>
          <a:prstGeom prst="rect">
            <a:avLst/>
          </a:prstGeom>
          <a:noFill/>
          <a:ln>
            <a:noFill/>
          </a:ln>
        </p:spPr>
        <p:txBody>
          <a:bodyPr wrap="square" rtlCol="0">
            <a:spAutoFit/>
          </a:bodyPr>
          <a:lstStyle/>
          <a:p>
            <a:pPr algn="ctr" fontAlgn="auto">
              <a:spcBef>
                <a:spcPts val="0"/>
              </a:spcBef>
              <a:spcAft>
                <a:spcPts val="0"/>
              </a:spcAft>
            </a:pPr>
            <a:r>
              <a:rPr lang="el-GR" sz="3200" b="1" dirty="0" smtClean="0">
                <a:solidFill>
                  <a:srgbClr val="D54773"/>
                </a:solidFill>
                <a:latin typeface="Raleway" panose="020B0503030101060003" pitchFamily="34" charset="0"/>
              </a:rPr>
              <a:t>3</a:t>
            </a:r>
            <a:endParaRPr lang="en-US" sz="3200" b="1" dirty="0" smtClean="0">
              <a:solidFill>
                <a:srgbClr val="D54773"/>
              </a:solidFill>
              <a:latin typeface="Raleway" panose="020B0503030101060003" pitchFamily="34" charset="0"/>
            </a:endParaRPr>
          </a:p>
        </p:txBody>
      </p:sp>
      <p:sp>
        <p:nvSpPr>
          <p:cNvPr id="102" name="Title 2"/>
          <p:cNvSpPr txBox="1">
            <a:spLocks/>
          </p:cNvSpPr>
          <p:nvPr/>
        </p:nvSpPr>
        <p:spPr>
          <a:xfrm>
            <a:off x="3569568" y="273996"/>
            <a:ext cx="8916178" cy="416431"/>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lvl="1" algn="r" rtl="1"/>
            <a:r>
              <a:rPr lang="en-US" sz="4000" b="1" dirty="0">
                <a:solidFill>
                  <a:prstClr val="black"/>
                </a:solidFill>
              </a:rPr>
              <a:t> </a:t>
            </a:r>
            <a:r>
              <a:rPr lang="el-GR" sz="4000" b="1" dirty="0" smtClean="0">
                <a:solidFill>
                  <a:prstClr val="black"/>
                </a:solidFill>
              </a:rPr>
              <a:t> </a:t>
            </a:r>
            <a:r>
              <a:rPr lang="ar-SA" sz="4000" b="1" dirty="0" smtClean="0">
                <a:solidFill>
                  <a:prstClr val="black"/>
                </a:solidFill>
              </a:rPr>
              <a:t>ج- </a:t>
            </a:r>
            <a:r>
              <a:rPr lang="ar-JO" sz="4000" b="1" dirty="0" smtClean="0">
                <a:solidFill>
                  <a:prstClr val="black"/>
                </a:solidFill>
              </a:rPr>
              <a:t>أهمية</a:t>
            </a:r>
            <a:r>
              <a:rPr lang="ar-SA" sz="4000" b="1" dirty="0" smtClean="0">
                <a:solidFill>
                  <a:prstClr val="black"/>
                </a:solidFill>
              </a:rPr>
              <a:t> </a:t>
            </a:r>
            <a:r>
              <a:rPr lang="ar-SA" sz="4000" b="1" dirty="0">
                <a:solidFill>
                  <a:prstClr val="black"/>
                </a:solidFill>
              </a:rPr>
              <a:t>التعليم الإلكتروني وفوائده</a:t>
            </a:r>
            <a:endParaRPr lang="en-US" sz="4000" dirty="0">
              <a:solidFill>
                <a:prstClr val="black"/>
              </a:solidFill>
            </a:endParaRPr>
          </a:p>
        </p:txBody>
      </p:sp>
      <p:sp>
        <p:nvSpPr>
          <p:cNvPr id="10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5617453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21"/>
                                        </p:tgtEl>
                                        <p:attrNameLst>
                                          <p:attrName>style.visibility</p:attrName>
                                        </p:attrNameLst>
                                      </p:cBhvr>
                                      <p:to>
                                        <p:strVal val="visible"/>
                                      </p:to>
                                    </p:set>
                                    <p:animEffect transition="in" filter="fade">
                                      <p:cBhvr>
                                        <p:cTn id="11" dur="500"/>
                                        <p:tgtEl>
                                          <p:spTgt spid="121"/>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123"/>
                                        </p:tgtEl>
                                        <p:attrNameLst>
                                          <p:attrName>style.visibility</p:attrName>
                                        </p:attrNameLst>
                                      </p:cBhvr>
                                      <p:to>
                                        <p:strVal val="visible"/>
                                      </p:to>
                                    </p:set>
                                    <p:animEffect transition="in" filter="fade">
                                      <p:cBhvr>
                                        <p:cTn id="14" dur="500"/>
                                        <p:tgtEl>
                                          <p:spTgt spid="123"/>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24"/>
                                        </p:tgtEl>
                                        <p:attrNameLst>
                                          <p:attrName>style.visibility</p:attrName>
                                        </p:attrNameLst>
                                      </p:cBhvr>
                                      <p:to>
                                        <p:strVal val="visible"/>
                                      </p:to>
                                    </p:set>
                                    <p:animEffect transition="in" filter="fade">
                                      <p:cBhvr>
                                        <p:cTn id="17" dur="500"/>
                                        <p:tgtEl>
                                          <p:spTgt spid="124"/>
                                        </p:tgtEl>
                                      </p:cBhvr>
                                    </p:animEffect>
                                  </p:childTnLst>
                                </p:cTn>
                              </p:par>
                            </p:childTnLst>
                          </p:cTn>
                        </p:par>
                        <p:par>
                          <p:cTn id="18" fill="hold">
                            <p:stCondLst>
                              <p:cond delay="1000"/>
                            </p:stCondLst>
                            <p:childTnLst>
                              <p:par>
                                <p:cTn id="19" presetID="10" presetClass="entr" presetSubtype="0" fill="hold" nodeType="afterEffect">
                                  <p:stCondLst>
                                    <p:cond delay="0"/>
                                  </p:stCondLst>
                                  <p:childTnLst>
                                    <p:set>
                                      <p:cBhvr>
                                        <p:cTn id="20" dur="1" fill="hold">
                                          <p:stCondLst>
                                            <p:cond delay="0"/>
                                          </p:stCondLst>
                                        </p:cTn>
                                        <p:tgtEl>
                                          <p:spTgt spid="103"/>
                                        </p:tgtEl>
                                        <p:attrNameLst>
                                          <p:attrName>style.visibility</p:attrName>
                                        </p:attrNameLst>
                                      </p:cBhvr>
                                      <p:to>
                                        <p:strVal val="visible"/>
                                      </p:to>
                                    </p:set>
                                    <p:animEffect transition="in" filter="fade">
                                      <p:cBhvr>
                                        <p:cTn id="21" dur="500"/>
                                        <p:tgtEl>
                                          <p:spTgt spid="103"/>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04"/>
                                        </p:tgtEl>
                                        <p:attrNameLst>
                                          <p:attrName>style.visibility</p:attrName>
                                        </p:attrNameLst>
                                      </p:cBhvr>
                                      <p:to>
                                        <p:strVal val="visible"/>
                                      </p:to>
                                    </p:set>
                                    <p:animEffect transition="in" filter="fade">
                                      <p:cBhvr>
                                        <p:cTn id="24" dur="500"/>
                                        <p:tgtEl>
                                          <p:spTgt spid="104"/>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05"/>
                                        </p:tgtEl>
                                        <p:attrNameLst>
                                          <p:attrName>style.visibility</p:attrName>
                                        </p:attrNameLst>
                                      </p:cBhvr>
                                      <p:to>
                                        <p:strVal val="visible"/>
                                      </p:to>
                                    </p:set>
                                    <p:animEffect transition="in" filter="fade">
                                      <p:cBhvr>
                                        <p:cTn id="27" dur="500"/>
                                        <p:tgtEl>
                                          <p:spTgt spid="105"/>
                                        </p:tgtEl>
                                      </p:cBhvr>
                                    </p:animEffect>
                                  </p:childTnLst>
                                </p:cTn>
                              </p:par>
                            </p:childTnLst>
                          </p:cTn>
                        </p:par>
                        <p:par>
                          <p:cTn id="28" fill="hold">
                            <p:stCondLst>
                              <p:cond delay="1500"/>
                            </p:stCondLst>
                            <p:childTnLst>
                              <p:par>
                                <p:cTn id="29" presetID="10" presetClass="entr" presetSubtype="0" fill="hold" nodeType="afterEffect">
                                  <p:stCondLst>
                                    <p:cond delay="0"/>
                                  </p:stCondLst>
                                  <p:childTnLst>
                                    <p:set>
                                      <p:cBhvr>
                                        <p:cTn id="30" dur="1" fill="hold">
                                          <p:stCondLst>
                                            <p:cond delay="0"/>
                                          </p:stCondLst>
                                        </p:cTn>
                                        <p:tgtEl>
                                          <p:spTgt spid="134"/>
                                        </p:tgtEl>
                                        <p:attrNameLst>
                                          <p:attrName>style.visibility</p:attrName>
                                        </p:attrNameLst>
                                      </p:cBhvr>
                                      <p:to>
                                        <p:strVal val="visible"/>
                                      </p:to>
                                    </p:set>
                                    <p:animEffect transition="in" filter="fade">
                                      <p:cBhvr>
                                        <p:cTn id="31" dur="500"/>
                                        <p:tgtEl>
                                          <p:spTgt spid="13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35"/>
                                        </p:tgtEl>
                                        <p:attrNameLst>
                                          <p:attrName>style.visibility</p:attrName>
                                        </p:attrNameLst>
                                      </p:cBhvr>
                                      <p:to>
                                        <p:strVal val="visible"/>
                                      </p:to>
                                    </p:set>
                                    <p:animEffect transition="in" filter="fade">
                                      <p:cBhvr>
                                        <p:cTn id="34" dur="500"/>
                                        <p:tgtEl>
                                          <p:spTgt spid="135"/>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36"/>
                                        </p:tgtEl>
                                        <p:attrNameLst>
                                          <p:attrName>style.visibility</p:attrName>
                                        </p:attrNameLst>
                                      </p:cBhvr>
                                      <p:to>
                                        <p:strVal val="visible"/>
                                      </p:to>
                                    </p:set>
                                    <p:animEffect transition="in" filter="fade">
                                      <p:cBhvr>
                                        <p:cTn id="37" dur="50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p:bldP spid="105" grpId="0"/>
      <p:bldP spid="123" grpId="0"/>
      <p:bldP spid="124" grpId="0"/>
      <p:bldP spid="135" grpId="0"/>
      <p:bldP spid="136"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 name="Group 100"/>
          <p:cNvGrpSpPr/>
          <p:nvPr/>
        </p:nvGrpSpPr>
        <p:grpSpPr>
          <a:xfrm>
            <a:off x="3966460" y="2743201"/>
            <a:ext cx="4386080" cy="3756826"/>
            <a:chOff x="3383755" y="1836571"/>
            <a:chExt cx="5588001" cy="4786313"/>
          </a:xfrm>
        </p:grpSpPr>
        <p:sp>
          <p:nvSpPr>
            <p:cNvPr id="40" name="Freeform 37"/>
            <p:cNvSpPr>
              <a:spLocks/>
            </p:cNvSpPr>
            <p:nvPr/>
          </p:nvSpPr>
          <p:spPr bwMode="auto">
            <a:xfrm>
              <a:off x="6201568" y="6418096"/>
              <a:ext cx="496888" cy="204788"/>
            </a:xfrm>
            <a:custGeom>
              <a:avLst/>
              <a:gdLst>
                <a:gd name="T0" fmla="*/ 5 w 232"/>
                <a:gd name="T1" fmla="*/ 29 h 96"/>
                <a:gd name="T2" fmla="*/ 10 w 232"/>
                <a:gd name="T3" fmla="*/ 73 h 96"/>
                <a:gd name="T4" fmla="*/ 54 w 232"/>
                <a:gd name="T5" fmla="*/ 80 h 96"/>
                <a:gd name="T6" fmla="*/ 80 w 232"/>
                <a:gd name="T7" fmla="*/ 77 h 96"/>
                <a:gd name="T8" fmla="*/ 96 w 232"/>
                <a:gd name="T9" fmla="*/ 89 h 96"/>
                <a:gd name="T10" fmla="*/ 185 w 232"/>
                <a:gd name="T11" fmla="*/ 94 h 96"/>
                <a:gd name="T12" fmla="*/ 226 w 232"/>
                <a:gd name="T13" fmla="*/ 79 h 96"/>
                <a:gd name="T14" fmla="*/ 220 w 232"/>
                <a:gd name="T15" fmla="*/ 56 h 96"/>
                <a:gd name="T16" fmla="*/ 191 w 232"/>
                <a:gd name="T17" fmla="*/ 45 h 96"/>
                <a:gd name="T18" fmla="*/ 150 w 232"/>
                <a:gd name="T19" fmla="*/ 0 h 96"/>
                <a:gd name="T20" fmla="*/ 5 w 232"/>
                <a:gd name="T21" fmla="*/ 2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2" h="96">
                  <a:moveTo>
                    <a:pt x="5" y="29"/>
                  </a:moveTo>
                  <a:cubicBezTo>
                    <a:pt x="0" y="1"/>
                    <a:pt x="6" y="71"/>
                    <a:pt x="10" y="73"/>
                  </a:cubicBezTo>
                  <a:cubicBezTo>
                    <a:pt x="14" y="75"/>
                    <a:pt x="50" y="80"/>
                    <a:pt x="54" y="80"/>
                  </a:cubicBezTo>
                  <a:cubicBezTo>
                    <a:pt x="57" y="80"/>
                    <a:pt x="76" y="78"/>
                    <a:pt x="80" y="77"/>
                  </a:cubicBezTo>
                  <a:cubicBezTo>
                    <a:pt x="83" y="76"/>
                    <a:pt x="81" y="85"/>
                    <a:pt x="96" y="89"/>
                  </a:cubicBezTo>
                  <a:cubicBezTo>
                    <a:pt x="111" y="94"/>
                    <a:pt x="164" y="96"/>
                    <a:pt x="185" y="94"/>
                  </a:cubicBezTo>
                  <a:cubicBezTo>
                    <a:pt x="207" y="92"/>
                    <a:pt x="226" y="87"/>
                    <a:pt x="226" y="79"/>
                  </a:cubicBezTo>
                  <a:cubicBezTo>
                    <a:pt x="229" y="70"/>
                    <a:pt x="232" y="59"/>
                    <a:pt x="220" y="56"/>
                  </a:cubicBezTo>
                  <a:cubicBezTo>
                    <a:pt x="208" y="54"/>
                    <a:pt x="198" y="53"/>
                    <a:pt x="191" y="45"/>
                  </a:cubicBezTo>
                  <a:cubicBezTo>
                    <a:pt x="184" y="37"/>
                    <a:pt x="156" y="10"/>
                    <a:pt x="150" y="0"/>
                  </a:cubicBezTo>
                  <a:lnTo>
                    <a:pt x="5" y="29"/>
                  </a:lnTo>
                  <a:close/>
                </a:path>
              </a:pathLst>
            </a:custGeom>
            <a:solidFill>
              <a:srgbClr val="4746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1" name="Freeform 38"/>
            <p:cNvSpPr>
              <a:spLocks/>
            </p:cNvSpPr>
            <p:nvPr/>
          </p:nvSpPr>
          <p:spPr bwMode="auto">
            <a:xfrm>
              <a:off x="5307805" y="6383171"/>
              <a:ext cx="539750" cy="239713"/>
            </a:xfrm>
            <a:custGeom>
              <a:avLst/>
              <a:gdLst>
                <a:gd name="T0" fmla="*/ 109 w 252"/>
                <a:gd name="T1" fmla="*/ 0 h 112"/>
                <a:gd name="T2" fmla="*/ 54 w 252"/>
                <a:gd name="T3" fmla="*/ 58 h 112"/>
                <a:gd name="T4" fmla="*/ 30 w 252"/>
                <a:gd name="T5" fmla="*/ 71 h 112"/>
                <a:gd name="T6" fmla="*/ 3 w 252"/>
                <a:gd name="T7" fmla="*/ 85 h 112"/>
                <a:gd name="T8" fmla="*/ 7 w 252"/>
                <a:gd name="T9" fmla="*/ 100 h 112"/>
                <a:gd name="T10" fmla="*/ 85 w 252"/>
                <a:gd name="T11" fmla="*/ 112 h 112"/>
                <a:gd name="T12" fmla="*/ 149 w 252"/>
                <a:gd name="T13" fmla="*/ 104 h 112"/>
                <a:gd name="T14" fmla="*/ 165 w 252"/>
                <a:gd name="T15" fmla="*/ 92 h 112"/>
                <a:gd name="T16" fmla="*/ 199 w 252"/>
                <a:gd name="T17" fmla="*/ 96 h 112"/>
                <a:gd name="T18" fmla="*/ 242 w 252"/>
                <a:gd name="T19" fmla="*/ 91 h 112"/>
                <a:gd name="T20" fmla="*/ 249 w 252"/>
                <a:gd name="T21" fmla="*/ 86 h 112"/>
                <a:gd name="T22" fmla="*/ 249 w 252"/>
                <a:gd name="T23" fmla="*/ 65 h 112"/>
                <a:gd name="T24" fmla="*/ 252 w 252"/>
                <a:gd name="T25" fmla="*/ 58 h 112"/>
                <a:gd name="T26" fmla="*/ 109 w 252"/>
                <a:gd name="T2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2" h="112">
                  <a:moveTo>
                    <a:pt x="109" y="0"/>
                  </a:moveTo>
                  <a:cubicBezTo>
                    <a:pt x="109" y="0"/>
                    <a:pt x="60" y="54"/>
                    <a:pt x="54" y="58"/>
                  </a:cubicBezTo>
                  <a:cubicBezTo>
                    <a:pt x="48" y="63"/>
                    <a:pt x="30" y="71"/>
                    <a:pt x="30" y="71"/>
                  </a:cubicBezTo>
                  <a:cubicBezTo>
                    <a:pt x="30" y="71"/>
                    <a:pt x="6" y="66"/>
                    <a:pt x="3" y="85"/>
                  </a:cubicBezTo>
                  <a:cubicBezTo>
                    <a:pt x="0" y="104"/>
                    <a:pt x="7" y="100"/>
                    <a:pt x="7" y="100"/>
                  </a:cubicBezTo>
                  <a:cubicBezTo>
                    <a:pt x="7" y="100"/>
                    <a:pt x="48" y="112"/>
                    <a:pt x="85" y="112"/>
                  </a:cubicBezTo>
                  <a:cubicBezTo>
                    <a:pt x="122" y="112"/>
                    <a:pt x="149" y="104"/>
                    <a:pt x="149" y="104"/>
                  </a:cubicBezTo>
                  <a:cubicBezTo>
                    <a:pt x="149" y="104"/>
                    <a:pt x="164" y="93"/>
                    <a:pt x="165" y="92"/>
                  </a:cubicBezTo>
                  <a:cubicBezTo>
                    <a:pt x="166" y="91"/>
                    <a:pt x="199" y="96"/>
                    <a:pt x="199" y="96"/>
                  </a:cubicBezTo>
                  <a:cubicBezTo>
                    <a:pt x="242" y="91"/>
                    <a:pt x="242" y="91"/>
                    <a:pt x="242" y="91"/>
                  </a:cubicBezTo>
                  <a:cubicBezTo>
                    <a:pt x="242" y="91"/>
                    <a:pt x="249" y="90"/>
                    <a:pt x="249" y="86"/>
                  </a:cubicBezTo>
                  <a:cubicBezTo>
                    <a:pt x="248" y="81"/>
                    <a:pt x="249" y="65"/>
                    <a:pt x="249" y="65"/>
                  </a:cubicBezTo>
                  <a:cubicBezTo>
                    <a:pt x="249" y="65"/>
                    <a:pt x="251" y="63"/>
                    <a:pt x="252" y="58"/>
                  </a:cubicBezTo>
                  <a:lnTo>
                    <a:pt x="109" y="0"/>
                  </a:lnTo>
                  <a:close/>
                </a:path>
              </a:pathLst>
            </a:custGeom>
            <a:solidFill>
              <a:srgbClr val="4746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2" name="Freeform 39"/>
            <p:cNvSpPr>
              <a:spLocks/>
            </p:cNvSpPr>
            <p:nvPr/>
          </p:nvSpPr>
          <p:spPr bwMode="auto">
            <a:xfrm>
              <a:off x="7744618" y="4314659"/>
              <a:ext cx="168275" cy="255588"/>
            </a:xfrm>
            <a:custGeom>
              <a:avLst/>
              <a:gdLst>
                <a:gd name="T0" fmla="*/ 72 w 79"/>
                <a:gd name="T1" fmla="*/ 31 h 120"/>
                <a:gd name="T2" fmla="*/ 62 w 79"/>
                <a:gd name="T3" fmla="*/ 3 h 120"/>
                <a:gd name="T4" fmla="*/ 0 w 79"/>
                <a:gd name="T5" fmla="*/ 8 h 120"/>
                <a:gd name="T6" fmla="*/ 1 w 79"/>
                <a:gd name="T7" fmla="*/ 11 h 120"/>
                <a:gd name="T8" fmla="*/ 3 w 79"/>
                <a:gd name="T9" fmla="*/ 21 h 120"/>
                <a:gd name="T10" fmla="*/ 3 w 79"/>
                <a:gd name="T11" fmla="*/ 42 h 120"/>
                <a:gd name="T12" fmla="*/ 8 w 79"/>
                <a:gd name="T13" fmla="*/ 68 h 120"/>
                <a:gd name="T14" fmla="*/ 18 w 79"/>
                <a:gd name="T15" fmla="*/ 90 h 120"/>
                <a:gd name="T16" fmla="*/ 29 w 79"/>
                <a:gd name="T17" fmla="*/ 99 h 120"/>
                <a:gd name="T18" fmla="*/ 44 w 79"/>
                <a:gd name="T19" fmla="*/ 110 h 120"/>
                <a:gd name="T20" fmla="*/ 55 w 79"/>
                <a:gd name="T21" fmla="*/ 117 h 120"/>
                <a:gd name="T22" fmla="*/ 61 w 79"/>
                <a:gd name="T23" fmla="*/ 119 h 120"/>
                <a:gd name="T24" fmla="*/ 65 w 79"/>
                <a:gd name="T25" fmla="*/ 107 h 120"/>
                <a:gd name="T26" fmla="*/ 72 w 79"/>
                <a:gd name="T27" fmla="*/ 102 h 120"/>
                <a:gd name="T28" fmla="*/ 63 w 79"/>
                <a:gd name="T29" fmla="*/ 84 h 120"/>
                <a:gd name="T30" fmla="*/ 57 w 79"/>
                <a:gd name="T31" fmla="*/ 68 h 120"/>
                <a:gd name="T32" fmla="*/ 72 w 79"/>
                <a:gd name="T33" fmla="*/ 71 h 120"/>
                <a:gd name="T34" fmla="*/ 75 w 79"/>
                <a:gd name="T35" fmla="*/ 54 h 120"/>
                <a:gd name="T36" fmla="*/ 72 w 79"/>
                <a:gd name="T37" fmla="*/ 3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 h="120">
                  <a:moveTo>
                    <a:pt x="72" y="31"/>
                  </a:moveTo>
                  <a:cubicBezTo>
                    <a:pt x="71" y="21"/>
                    <a:pt x="62" y="3"/>
                    <a:pt x="62" y="3"/>
                  </a:cubicBezTo>
                  <a:cubicBezTo>
                    <a:pt x="29" y="0"/>
                    <a:pt x="0" y="8"/>
                    <a:pt x="0" y="8"/>
                  </a:cubicBezTo>
                  <a:cubicBezTo>
                    <a:pt x="0" y="8"/>
                    <a:pt x="1" y="9"/>
                    <a:pt x="1" y="11"/>
                  </a:cubicBezTo>
                  <a:cubicBezTo>
                    <a:pt x="1" y="14"/>
                    <a:pt x="2" y="18"/>
                    <a:pt x="3" y="21"/>
                  </a:cubicBezTo>
                  <a:cubicBezTo>
                    <a:pt x="4" y="25"/>
                    <a:pt x="3" y="36"/>
                    <a:pt x="3" y="42"/>
                  </a:cubicBezTo>
                  <a:cubicBezTo>
                    <a:pt x="3" y="47"/>
                    <a:pt x="7" y="65"/>
                    <a:pt x="8" y="68"/>
                  </a:cubicBezTo>
                  <a:cubicBezTo>
                    <a:pt x="10" y="71"/>
                    <a:pt x="15" y="85"/>
                    <a:pt x="18" y="90"/>
                  </a:cubicBezTo>
                  <a:cubicBezTo>
                    <a:pt x="20" y="93"/>
                    <a:pt x="25" y="96"/>
                    <a:pt x="29" y="99"/>
                  </a:cubicBezTo>
                  <a:cubicBezTo>
                    <a:pt x="36" y="104"/>
                    <a:pt x="42" y="108"/>
                    <a:pt x="44" y="110"/>
                  </a:cubicBezTo>
                  <a:cubicBezTo>
                    <a:pt x="47" y="114"/>
                    <a:pt x="55" y="117"/>
                    <a:pt x="55" y="117"/>
                  </a:cubicBezTo>
                  <a:cubicBezTo>
                    <a:pt x="55" y="117"/>
                    <a:pt x="57" y="120"/>
                    <a:pt x="61" y="119"/>
                  </a:cubicBezTo>
                  <a:cubicBezTo>
                    <a:pt x="66" y="118"/>
                    <a:pt x="65" y="107"/>
                    <a:pt x="65" y="107"/>
                  </a:cubicBezTo>
                  <a:cubicBezTo>
                    <a:pt x="65" y="107"/>
                    <a:pt x="71" y="108"/>
                    <a:pt x="72" y="102"/>
                  </a:cubicBezTo>
                  <a:cubicBezTo>
                    <a:pt x="74" y="96"/>
                    <a:pt x="68" y="89"/>
                    <a:pt x="63" y="84"/>
                  </a:cubicBezTo>
                  <a:cubicBezTo>
                    <a:pt x="58" y="79"/>
                    <a:pt x="57" y="68"/>
                    <a:pt x="57" y="68"/>
                  </a:cubicBezTo>
                  <a:cubicBezTo>
                    <a:pt x="57" y="68"/>
                    <a:pt x="64" y="74"/>
                    <a:pt x="72" y="71"/>
                  </a:cubicBezTo>
                  <a:cubicBezTo>
                    <a:pt x="79" y="69"/>
                    <a:pt x="76" y="58"/>
                    <a:pt x="75" y="54"/>
                  </a:cubicBezTo>
                  <a:cubicBezTo>
                    <a:pt x="75" y="50"/>
                    <a:pt x="72" y="40"/>
                    <a:pt x="72" y="31"/>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3" name="Freeform 40"/>
            <p:cNvSpPr>
              <a:spLocks/>
            </p:cNvSpPr>
            <p:nvPr/>
          </p:nvSpPr>
          <p:spPr bwMode="auto">
            <a:xfrm>
              <a:off x="8076405" y="3012909"/>
              <a:ext cx="219075" cy="255588"/>
            </a:xfrm>
            <a:custGeom>
              <a:avLst/>
              <a:gdLst>
                <a:gd name="T0" fmla="*/ 97 w 102"/>
                <a:gd name="T1" fmla="*/ 18 h 119"/>
                <a:gd name="T2" fmla="*/ 28 w 102"/>
                <a:gd name="T3" fmla="*/ 26 h 119"/>
                <a:gd name="T4" fmla="*/ 0 w 102"/>
                <a:gd name="T5" fmla="*/ 0 h 119"/>
                <a:gd name="T6" fmla="*/ 0 w 102"/>
                <a:gd name="T7" fmla="*/ 35 h 119"/>
                <a:gd name="T8" fmla="*/ 35 w 102"/>
                <a:gd name="T9" fmla="*/ 89 h 119"/>
                <a:gd name="T10" fmla="*/ 36 w 102"/>
                <a:gd name="T11" fmla="*/ 90 h 119"/>
                <a:gd name="T12" fmla="*/ 41 w 102"/>
                <a:gd name="T13" fmla="*/ 96 h 119"/>
                <a:gd name="T14" fmla="*/ 62 w 102"/>
                <a:gd name="T15" fmla="*/ 119 h 119"/>
                <a:gd name="T16" fmla="*/ 80 w 102"/>
                <a:gd name="T17" fmla="*/ 94 h 119"/>
                <a:gd name="T18" fmla="*/ 86 w 102"/>
                <a:gd name="T19" fmla="*/ 85 h 119"/>
                <a:gd name="T20" fmla="*/ 87 w 102"/>
                <a:gd name="T21" fmla="*/ 82 h 119"/>
                <a:gd name="T22" fmla="*/ 101 w 102"/>
                <a:gd name="T23" fmla="*/ 39 h 119"/>
                <a:gd name="T24" fmla="*/ 102 w 102"/>
                <a:gd name="T25" fmla="*/ 12 h 119"/>
                <a:gd name="T26" fmla="*/ 97 w 102"/>
                <a:gd name="T27" fmla="*/ 1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 h="119">
                  <a:moveTo>
                    <a:pt x="97" y="18"/>
                  </a:moveTo>
                  <a:cubicBezTo>
                    <a:pt x="85" y="29"/>
                    <a:pt x="65" y="39"/>
                    <a:pt x="28" y="26"/>
                  </a:cubicBezTo>
                  <a:cubicBezTo>
                    <a:pt x="15" y="21"/>
                    <a:pt x="6" y="11"/>
                    <a:pt x="0" y="0"/>
                  </a:cubicBezTo>
                  <a:cubicBezTo>
                    <a:pt x="0" y="35"/>
                    <a:pt x="0" y="35"/>
                    <a:pt x="0" y="35"/>
                  </a:cubicBezTo>
                  <a:cubicBezTo>
                    <a:pt x="7" y="39"/>
                    <a:pt x="27" y="79"/>
                    <a:pt x="35" y="89"/>
                  </a:cubicBezTo>
                  <a:cubicBezTo>
                    <a:pt x="36" y="89"/>
                    <a:pt x="36" y="90"/>
                    <a:pt x="36" y="90"/>
                  </a:cubicBezTo>
                  <a:cubicBezTo>
                    <a:pt x="38" y="92"/>
                    <a:pt x="39" y="94"/>
                    <a:pt x="41" y="96"/>
                  </a:cubicBezTo>
                  <a:cubicBezTo>
                    <a:pt x="48" y="105"/>
                    <a:pt x="57" y="119"/>
                    <a:pt x="62" y="119"/>
                  </a:cubicBezTo>
                  <a:cubicBezTo>
                    <a:pt x="67" y="119"/>
                    <a:pt x="74" y="105"/>
                    <a:pt x="80" y="94"/>
                  </a:cubicBezTo>
                  <a:cubicBezTo>
                    <a:pt x="82" y="90"/>
                    <a:pt x="84" y="87"/>
                    <a:pt x="86" y="85"/>
                  </a:cubicBezTo>
                  <a:cubicBezTo>
                    <a:pt x="86" y="84"/>
                    <a:pt x="87" y="83"/>
                    <a:pt x="87" y="82"/>
                  </a:cubicBezTo>
                  <a:cubicBezTo>
                    <a:pt x="93" y="75"/>
                    <a:pt x="98" y="69"/>
                    <a:pt x="101" y="39"/>
                  </a:cubicBezTo>
                  <a:cubicBezTo>
                    <a:pt x="102" y="12"/>
                    <a:pt x="102" y="12"/>
                    <a:pt x="102" y="12"/>
                  </a:cubicBezTo>
                  <a:cubicBezTo>
                    <a:pt x="100" y="15"/>
                    <a:pt x="98" y="17"/>
                    <a:pt x="97" y="18"/>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4" name="Freeform 41"/>
            <p:cNvSpPr>
              <a:spLocks/>
            </p:cNvSpPr>
            <p:nvPr/>
          </p:nvSpPr>
          <p:spPr bwMode="auto">
            <a:xfrm>
              <a:off x="8733630" y="5838659"/>
              <a:ext cx="190500" cy="133350"/>
            </a:xfrm>
            <a:custGeom>
              <a:avLst/>
              <a:gdLst>
                <a:gd name="T0" fmla="*/ 75 w 89"/>
                <a:gd name="T1" fmla="*/ 33 h 62"/>
                <a:gd name="T2" fmla="*/ 60 w 89"/>
                <a:gd name="T3" fmla="*/ 0 h 62"/>
                <a:gd name="T4" fmla="*/ 59 w 89"/>
                <a:gd name="T5" fmla="*/ 3 h 62"/>
                <a:gd name="T6" fmla="*/ 13 w 89"/>
                <a:gd name="T7" fmla="*/ 11 h 62"/>
                <a:gd name="T8" fmla="*/ 0 w 89"/>
                <a:gd name="T9" fmla="*/ 14 h 62"/>
                <a:gd name="T10" fmla="*/ 17 w 89"/>
                <a:gd name="T11" fmla="*/ 37 h 62"/>
                <a:gd name="T12" fmla="*/ 17 w 89"/>
                <a:gd name="T13" fmla="*/ 40 h 62"/>
                <a:gd name="T14" fmla="*/ 22 w 89"/>
                <a:gd name="T15" fmla="*/ 62 h 62"/>
                <a:gd name="T16" fmla="*/ 27 w 89"/>
                <a:gd name="T17" fmla="*/ 58 h 62"/>
                <a:gd name="T18" fmla="*/ 86 w 89"/>
                <a:gd name="T19" fmla="*/ 50 h 62"/>
                <a:gd name="T20" fmla="*/ 89 w 89"/>
                <a:gd name="T21" fmla="*/ 51 h 62"/>
                <a:gd name="T22" fmla="*/ 75 w 89"/>
                <a:gd name="T23" fmla="*/ 3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62">
                  <a:moveTo>
                    <a:pt x="75" y="33"/>
                  </a:moveTo>
                  <a:cubicBezTo>
                    <a:pt x="67" y="27"/>
                    <a:pt x="62" y="7"/>
                    <a:pt x="60" y="0"/>
                  </a:cubicBezTo>
                  <a:cubicBezTo>
                    <a:pt x="60" y="2"/>
                    <a:pt x="59" y="3"/>
                    <a:pt x="59" y="3"/>
                  </a:cubicBezTo>
                  <a:cubicBezTo>
                    <a:pt x="13" y="11"/>
                    <a:pt x="13" y="11"/>
                    <a:pt x="13" y="11"/>
                  </a:cubicBezTo>
                  <a:cubicBezTo>
                    <a:pt x="0" y="14"/>
                    <a:pt x="0" y="14"/>
                    <a:pt x="0" y="14"/>
                  </a:cubicBezTo>
                  <a:cubicBezTo>
                    <a:pt x="6" y="19"/>
                    <a:pt x="16" y="30"/>
                    <a:pt x="17" y="37"/>
                  </a:cubicBezTo>
                  <a:cubicBezTo>
                    <a:pt x="17" y="38"/>
                    <a:pt x="17" y="39"/>
                    <a:pt x="17" y="40"/>
                  </a:cubicBezTo>
                  <a:cubicBezTo>
                    <a:pt x="19" y="50"/>
                    <a:pt x="22" y="62"/>
                    <a:pt x="22" y="62"/>
                  </a:cubicBezTo>
                  <a:cubicBezTo>
                    <a:pt x="22" y="62"/>
                    <a:pt x="24" y="60"/>
                    <a:pt x="27" y="58"/>
                  </a:cubicBezTo>
                  <a:cubicBezTo>
                    <a:pt x="41" y="47"/>
                    <a:pt x="69" y="48"/>
                    <a:pt x="86" y="50"/>
                  </a:cubicBezTo>
                  <a:cubicBezTo>
                    <a:pt x="87" y="51"/>
                    <a:pt x="88" y="51"/>
                    <a:pt x="89" y="51"/>
                  </a:cubicBezTo>
                  <a:cubicBezTo>
                    <a:pt x="87" y="48"/>
                    <a:pt x="83" y="40"/>
                    <a:pt x="75" y="33"/>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5" name="Freeform 42"/>
            <p:cNvSpPr>
              <a:spLocks/>
            </p:cNvSpPr>
            <p:nvPr/>
          </p:nvSpPr>
          <p:spPr bwMode="auto">
            <a:xfrm>
              <a:off x="8066880" y="5903746"/>
              <a:ext cx="138113" cy="66675"/>
            </a:xfrm>
            <a:custGeom>
              <a:avLst/>
              <a:gdLst>
                <a:gd name="T0" fmla="*/ 40 w 64"/>
                <a:gd name="T1" fmla="*/ 7 h 31"/>
                <a:gd name="T2" fmla="*/ 4 w 64"/>
                <a:gd name="T3" fmla="*/ 1 h 31"/>
                <a:gd name="T4" fmla="*/ 4 w 64"/>
                <a:gd name="T5" fmla="*/ 9 h 31"/>
                <a:gd name="T6" fmla="*/ 0 w 64"/>
                <a:gd name="T7" fmla="*/ 31 h 31"/>
                <a:gd name="T8" fmla="*/ 64 w 64"/>
                <a:gd name="T9" fmla="*/ 27 h 31"/>
                <a:gd name="T10" fmla="*/ 63 w 64"/>
                <a:gd name="T11" fmla="*/ 0 h 31"/>
                <a:gd name="T12" fmla="*/ 40 w 6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64" h="31">
                  <a:moveTo>
                    <a:pt x="40" y="7"/>
                  </a:moveTo>
                  <a:cubicBezTo>
                    <a:pt x="31" y="7"/>
                    <a:pt x="17" y="4"/>
                    <a:pt x="4" y="1"/>
                  </a:cubicBezTo>
                  <a:cubicBezTo>
                    <a:pt x="4" y="9"/>
                    <a:pt x="4" y="9"/>
                    <a:pt x="4" y="9"/>
                  </a:cubicBezTo>
                  <a:cubicBezTo>
                    <a:pt x="4" y="13"/>
                    <a:pt x="0" y="27"/>
                    <a:pt x="0" y="31"/>
                  </a:cubicBezTo>
                  <a:cubicBezTo>
                    <a:pt x="64" y="27"/>
                    <a:pt x="64" y="27"/>
                    <a:pt x="64" y="27"/>
                  </a:cubicBezTo>
                  <a:cubicBezTo>
                    <a:pt x="64" y="25"/>
                    <a:pt x="63" y="10"/>
                    <a:pt x="63" y="0"/>
                  </a:cubicBezTo>
                  <a:cubicBezTo>
                    <a:pt x="58" y="4"/>
                    <a:pt x="50" y="7"/>
                    <a:pt x="40" y="7"/>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6" name="Freeform 43"/>
            <p:cNvSpPr>
              <a:spLocks/>
            </p:cNvSpPr>
            <p:nvPr/>
          </p:nvSpPr>
          <p:spPr bwMode="auto">
            <a:xfrm>
              <a:off x="8519318" y="4287671"/>
              <a:ext cx="188913" cy="249238"/>
            </a:xfrm>
            <a:custGeom>
              <a:avLst/>
              <a:gdLst>
                <a:gd name="T0" fmla="*/ 77 w 88"/>
                <a:gd name="T1" fmla="*/ 12 h 116"/>
                <a:gd name="T2" fmla="*/ 23 w 88"/>
                <a:gd name="T3" fmla="*/ 9 h 116"/>
                <a:gd name="T4" fmla="*/ 21 w 88"/>
                <a:gd name="T5" fmla="*/ 31 h 116"/>
                <a:gd name="T6" fmla="*/ 25 w 88"/>
                <a:gd name="T7" fmla="*/ 70 h 116"/>
                <a:gd name="T8" fmla="*/ 39 w 88"/>
                <a:gd name="T9" fmla="*/ 70 h 116"/>
                <a:gd name="T10" fmla="*/ 45 w 88"/>
                <a:gd name="T11" fmla="*/ 43 h 116"/>
                <a:gd name="T12" fmla="*/ 53 w 88"/>
                <a:gd name="T13" fmla="*/ 44 h 116"/>
                <a:gd name="T14" fmla="*/ 53 w 88"/>
                <a:gd name="T15" fmla="*/ 50 h 116"/>
                <a:gd name="T16" fmla="*/ 53 w 88"/>
                <a:gd name="T17" fmla="*/ 54 h 116"/>
                <a:gd name="T18" fmla="*/ 46 w 88"/>
                <a:gd name="T19" fmla="*/ 76 h 116"/>
                <a:gd name="T20" fmla="*/ 30 w 88"/>
                <a:gd name="T21" fmla="*/ 80 h 116"/>
                <a:gd name="T22" fmla="*/ 8 w 88"/>
                <a:gd name="T23" fmla="*/ 88 h 116"/>
                <a:gd name="T24" fmla="*/ 9 w 88"/>
                <a:gd name="T25" fmla="*/ 100 h 116"/>
                <a:gd name="T26" fmla="*/ 18 w 88"/>
                <a:gd name="T27" fmla="*/ 99 h 116"/>
                <a:gd name="T28" fmla="*/ 37 w 88"/>
                <a:gd name="T29" fmla="*/ 98 h 116"/>
                <a:gd name="T30" fmla="*/ 24 w 88"/>
                <a:gd name="T31" fmla="*/ 106 h 116"/>
                <a:gd name="T32" fmla="*/ 26 w 88"/>
                <a:gd name="T33" fmla="*/ 115 h 116"/>
                <a:gd name="T34" fmla="*/ 38 w 88"/>
                <a:gd name="T35" fmla="*/ 115 h 116"/>
                <a:gd name="T36" fmla="*/ 53 w 88"/>
                <a:gd name="T37" fmla="*/ 104 h 116"/>
                <a:gd name="T38" fmla="*/ 58 w 88"/>
                <a:gd name="T39" fmla="*/ 100 h 116"/>
                <a:gd name="T40" fmla="*/ 64 w 88"/>
                <a:gd name="T41" fmla="*/ 96 h 116"/>
                <a:gd name="T42" fmla="*/ 79 w 88"/>
                <a:gd name="T43" fmla="*/ 61 h 116"/>
                <a:gd name="T44" fmla="*/ 85 w 88"/>
                <a:gd name="T45" fmla="*/ 51 h 116"/>
                <a:gd name="T46" fmla="*/ 86 w 88"/>
                <a:gd name="T47" fmla="*/ 33 h 116"/>
                <a:gd name="T48" fmla="*/ 77 w 88"/>
                <a:gd name="T49" fmla="*/ 1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8" h="116">
                  <a:moveTo>
                    <a:pt x="77" y="12"/>
                  </a:moveTo>
                  <a:cubicBezTo>
                    <a:pt x="37" y="0"/>
                    <a:pt x="23" y="9"/>
                    <a:pt x="23" y="9"/>
                  </a:cubicBezTo>
                  <a:cubicBezTo>
                    <a:pt x="23" y="9"/>
                    <a:pt x="22" y="24"/>
                    <a:pt x="21" y="31"/>
                  </a:cubicBezTo>
                  <a:cubicBezTo>
                    <a:pt x="21" y="38"/>
                    <a:pt x="21" y="64"/>
                    <a:pt x="25" y="70"/>
                  </a:cubicBezTo>
                  <a:cubicBezTo>
                    <a:pt x="29" y="77"/>
                    <a:pt x="34" y="76"/>
                    <a:pt x="39" y="70"/>
                  </a:cubicBezTo>
                  <a:cubicBezTo>
                    <a:pt x="43" y="64"/>
                    <a:pt x="45" y="43"/>
                    <a:pt x="45" y="43"/>
                  </a:cubicBezTo>
                  <a:cubicBezTo>
                    <a:pt x="53" y="44"/>
                    <a:pt x="53" y="44"/>
                    <a:pt x="53" y="44"/>
                  </a:cubicBezTo>
                  <a:cubicBezTo>
                    <a:pt x="53" y="44"/>
                    <a:pt x="53" y="47"/>
                    <a:pt x="53" y="50"/>
                  </a:cubicBezTo>
                  <a:cubicBezTo>
                    <a:pt x="54" y="52"/>
                    <a:pt x="54" y="54"/>
                    <a:pt x="53" y="54"/>
                  </a:cubicBezTo>
                  <a:cubicBezTo>
                    <a:pt x="53" y="56"/>
                    <a:pt x="46" y="76"/>
                    <a:pt x="46" y="76"/>
                  </a:cubicBezTo>
                  <a:cubicBezTo>
                    <a:pt x="46" y="76"/>
                    <a:pt x="37" y="80"/>
                    <a:pt x="30" y="80"/>
                  </a:cubicBezTo>
                  <a:cubicBezTo>
                    <a:pt x="24" y="80"/>
                    <a:pt x="16" y="85"/>
                    <a:pt x="8" y="88"/>
                  </a:cubicBezTo>
                  <a:cubicBezTo>
                    <a:pt x="0" y="90"/>
                    <a:pt x="9" y="100"/>
                    <a:pt x="9" y="100"/>
                  </a:cubicBezTo>
                  <a:cubicBezTo>
                    <a:pt x="18" y="99"/>
                    <a:pt x="18" y="99"/>
                    <a:pt x="18" y="99"/>
                  </a:cubicBezTo>
                  <a:cubicBezTo>
                    <a:pt x="37" y="98"/>
                    <a:pt x="37" y="98"/>
                    <a:pt x="37" y="98"/>
                  </a:cubicBezTo>
                  <a:cubicBezTo>
                    <a:pt x="37" y="98"/>
                    <a:pt x="29" y="102"/>
                    <a:pt x="24" y="106"/>
                  </a:cubicBezTo>
                  <a:cubicBezTo>
                    <a:pt x="19" y="109"/>
                    <a:pt x="26" y="115"/>
                    <a:pt x="26" y="115"/>
                  </a:cubicBezTo>
                  <a:cubicBezTo>
                    <a:pt x="26" y="115"/>
                    <a:pt x="36" y="114"/>
                    <a:pt x="38" y="115"/>
                  </a:cubicBezTo>
                  <a:cubicBezTo>
                    <a:pt x="40" y="116"/>
                    <a:pt x="48" y="110"/>
                    <a:pt x="53" y="104"/>
                  </a:cubicBezTo>
                  <a:cubicBezTo>
                    <a:pt x="55" y="103"/>
                    <a:pt x="57" y="101"/>
                    <a:pt x="58" y="100"/>
                  </a:cubicBezTo>
                  <a:cubicBezTo>
                    <a:pt x="60" y="97"/>
                    <a:pt x="58" y="100"/>
                    <a:pt x="64" y="96"/>
                  </a:cubicBezTo>
                  <a:cubicBezTo>
                    <a:pt x="71" y="91"/>
                    <a:pt x="79" y="64"/>
                    <a:pt x="79" y="61"/>
                  </a:cubicBezTo>
                  <a:cubicBezTo>
                    <a:pt x="80" y="59"/>
                    <a:pt x="84" y="56"/>
                    <a:pt x="85" y="51"/>
                  </a:cubicBezTo>
                  <a:cubicBezTo>
                    <a:pt x="86" y="48"/>
                    <a:pt x="88" y="43"/>
                    <a:pt x="86" y="33"/>
                  </a:cubicBezTo>
                  <a:cubicBezTo>
                    <a:pt x="84" y="28"/>
                    <a:pt x="82" y="21"/>
                    <a:pt x="77" y="12"/>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7" name="Freeform 44"/>
            <p:cNvSpPr>
              <a:spLocks noEditPoints="1"/>
            </p:cNvSpPr>
            <p:nvPr/>
          </p:nvSpPr>
          <p:spPr bwMode="auto">
            <a:xfrm>
              <a:off x="7690643" y="2546184"/>
              <a:ext cx="1177925" cy="3460750"/>
            </a:xfrm>
            <a:custGeom>
              <a:avLst/>
              <a:gdLst>
                <a:gd name="T0" fmla="*/ 546 w 550"/>
                <a:gd name="T1" fmla="*/ 1540 h 1615"/>
                <a:gd name="T2" fmla="*/ 523 w 550"/>
                <a:gd name="T3" fmla="*/ 1340 h 1615"/>
                <a:gd name="T4" fmla="*/ 471 w 550"/>
                <a:gd name="T5" fmla="*/ 1108 h 1615"/>
                <a:gd name="T6" fmla="*/ 439 w 550"/>
                <a:gd name="T7" fmla="*/ 972 h 1615"/>
                <a:gd name="T8" fmla="*/ 413 w 550"/>
                <a:gd name="T9" fmla="*/ 928 h 1615"/>
                <a:gd name="T10" fmla="*/ 405 w 550"/>
                <a:gd name="T11" fmla="*/ 912 h 1615"/>
                <a:gd name="T12" fmla="*/ 417 w 550"/>
                <a:gd name="T13" fmla="*/ 893 h 1615"/>
                <a:gd name="T14" fmla="*/ 440 w 550"/>
                <a:gd name="T15" fmla="*/ 863 h 1615"/>
                <a:gd name="T16" fmla="*/ 426 w 550"/>
                <a:gd name="T17" fmla="*/ 883 h 1615"/>
                <a:gd name="T18" fmla="*/ 410 w 550"/>
                <a:gd name="T19" fmla="*/ 822 h 1615"/>
                <a:gd name="T20" fmla="*/ 477 w 550"/>
                <a:gd name="T21" fmla="*/ 834 h 1615"/>
                <a:gd name="T22" fmla="*/ 452 w 550"/>
                <a:gd name="T23" fmla="*/ 483 h 1615"/>
                <a:gd name="T24" fmla="*/ 403 w 550"/>
                <a:gd name="T25" fmla="*/ 331 h 1615"/>
                <a:gd name="T26" fmla="*/ 349 w 550"/>
                <a:gd name="T27" fmla="*/ 283 h 1615"/>
                <a:gd name="T28" fmla="*/ 349 w 550"/>
                <a:gd name="T29" fmla="*/ 193 h 1615"/>
                <a:gd name="T30" fmla="*/ 214 w 550"/>
                <a:gd name="T31" fmla="*/ 19 h 1615"/>
                <a:gd name="T32" fmla="*/ 116 w 550"/>
                <a:gd name="T33" fmla="*/ 213 h 1615"/>
                <a:gd name="T34" fmla="*/ 136 w 550"/>
                <a:gd name="T35" fmla="*/ 293 h 1615"/>
                <a:gd name="T36" fmla="*/ 26 w 550"/>
                <a:gd name="T37" fmla="*/ 358 h 1615"/>
                <a:gd name="T38" fmla="*/ 14 w 550"/>
                <a:gd name="T39" fmla="*/ 828 h 1615"/>
                <a:gd name="T40" fmla="*/ 29 w 550"/>
                <a:gd name="T41" fmla="*/ 836 h 1615"/>
                <a:gd name="T42" fmla="*/ 99 w 550"/>
                <a:gd name="T43" fmla="*/ 879 h 1615"/>
                <a:gd name="T44" fmla="*/ 87 w 550"/>
                <a:gd name="T45" fmla="*/ 906 h 1615"/>
                <a:gd name="T46" fmla="*/ 86 w 550"/>
                <a:gd name="T47" fmla="*/ 939 h 1615"/>
                <a:gd name="T48" fmla="*/ 56 w 550"/>
                <a:gd name="T49" fmla="*/ 921 h 1615"/>
                <a:gd name="T50" fmla="*/ 110 w 550"/>
                <a:gd name="T51" fmla="*/ 1289 h 1615"/>
                <a:gd name="T52" fmla="*/ 141 w 550"/>
                <a:gd name="T53" fmla="*/ 1558 h 1615"/>
                <a:gd name="T54" fmla="*/ 239 w 550"/>
                <a:gd name="T55" fmla="*/ 1567 h 1615"/>
                <a:gd name="T56" fmla="*/ 231 w 550"/>
                <a:gd name="T57" fmla="*/ 1431 h 1615"/>
                <a:gd name="T58" fmla="*/ 222 w 550"/>
                <a:gd name="T59" fmla="*/ 1186 h 1615"/>
                <a:gd name="T60" fmla="*/ 285 w 550"/>
                <a:gd name="T61" fmla="*/ 1088 h 1615"/>
                <a:gd name="T62" fmla="*/ 411 w 550"/>
                <a:gd name="T63" fmla="*/ 1520 h 1615"/>
                <a:gd name="T64" fmla="*/ 484 w 550"/>
                <a:gd name="T65" fmla="*/ 1573 h 1615"/>
                <a:gd name="T66" fmla="*/ 496 w 550"/>
                <a:gd name="T67" fmla="*/ 1585 h 1615"/>
                <a:gd name="T68" fmla="*/ 504 w 550"/>
                <a:gd name="T69" fmla="*/ 1574 h 1615"/>
                <a:gd name="T70" fmla="*/ 302 w 550"/>
                <a:gd name="T71" fmla="*/ 177 h 1615"/>
                <a:gd name="T72" fmla="*/ 281 w 550"/>
                <a:gd name="T73" fmla="*/ 256 h 1615"/>
                <a:gd name="T74" fmla="*/ 297 w 550"/>
                <a:gd name="T75" fmla="*/ 300 h 1615"/>
                <a:gd name="T76" fmla="*/ 289 w 550"/>
                <a:gd name="T77" fmla="*/ 336 h 1615"/>
                <a:gd name="T78" fmla="*/ 224 w 550"/>
                <a:gd name="T79" fmla="*/ 425 h 1615"/>
                <a:gd name="T80" fmla="*/ 179 w 550"/>
                <a:gd name="T81" fmla="*/ 323 h 1615"/>
                <a:gd name="T82" fmla="*/ 171 w 550"/>
                <a:gd name="T83" fmla="*/ 270 h 1615"/>
                <a:gd name="T84" fmla="*/ 180 w 550"/>
                <a:gd name="T85" fmla="*/ 218 h 1615"/>
                <a:gd name="T86" fmla="*/ 149 w 550"/>
                <a:gd name="T87" fmla="*/ 149 h 1615"/>
                <a:gd name="T88" fmla="*/ 204 w 550"/>
                <a:gd name="T89" fmla="*/ 51 h 1615"/>
                <a:gd name="T90" fmla="*/ 314 w 550"/>
                <a:gd name="T91" fmla="*/ 145 h 1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50" h="1615">
                  <a:moveTo>
                    <a:pt x="487" y="1551"/>
                  </a:moveTo>
                  <a:cubicBezTo>
                    <a:pt x="500" y="1548"/>
                    <a:pt x="500" y="1548"/>
                    <a:pt x="500" y="1548"/>
                  </a:cubicBezTo>
                  <a:cubicBezTo>
                    <a:pt x="546" y="1540"/>
                    <a:pt x="546" y="1540"/>
                    <a:pt x="546" y="1540"/>
                  </a:cubicBezTo>
                  <a:cubicBezTo>
                    <a:pt x="546" y="1540"/>
                    <a:pt x="547" y="1539"/>
                    <a:pt x="547" y="1537"/>
                  </a:cubicBezTo>
                  <a:cubicBezTo>
                    <a:pt x="548" y="1525"/>
                    <a:pt x="550" y="1490"/>
                    <a:pt x="548" y="1478"/>
                  </a:cubicBezTo>
                  <a:cubicBezTo>
                    <a:pt x="545" y="1463"/>
                    <a:pt x="529" y="1369"/>
                    <a:pt x="523" y="1340"/>
                  </a:cubicBezTo>
                  <a:cubicBezTo>
                    <a:pt x="517" y="1311"/>
                    <a:pt x="500" y="1223"/>
                    <a:pt x="491" y="1206"/>
                  </a:cubicBezTo>
                  <a:cubicBezTo>
                    <a:pt x="482" y="1188"/>
                    <a:pt x="480" y="1186"/>
                    <a:pt x="480" y="1170"/>
                  </a:cubicBezTo>
                  <a:cubicBezTo>
                    <a:pt x="480" y="1154"/>
                    <a:pt x="484" y="1126"/>
                    <a:pt x="471" y="1108"/>
                  </a:cubicBezTo>
                  <a:cubicBezTo>
                    <a:pt x="458" y="1091"/>
                    <a:pt x="453" y="1085"/>
                    <a:pt x="453" y="1075"/>
                  </a:cubicBezTo>
                  <a:cubicBezTo>
                    <a:pt x="453" y="1065"/>
                    <a:pt x="455" y="1036"/>
                    <a:pt x="449" y="1015"/>
                  </a:cubicBezTo>
                  <a:cubicBezTo>
                    <a:pt x="443" y="995"/>
                    <a:pt x="440" y="992"/>
                    <a:pt x="439" y="972"/>
                  </a:cubicBezTo>
                  <a:cubicBezTo>
                    <a:pt x="438" y="961"/>
                    <a:pt x="439" y="939"/>
                    <a:pt x="440" y="917"/>
                  </a:cubicBezTo>
                  <a:cubicBezTo>
                    <a:pt x="435" y="923"/>
                    <a:pt x="427" y="929"/>
                    <a:pt x="425" y="928"/>
                  </a:cubicBezTo>
                  <a:cubicBezTo>
                    <a:pt x="423" y="927"/>
                    <a:pt x="413" y="928"/>
                    <a:pt x="413" y="928"/>
                  </a:cubicBezTo>
                  <a:cubicBezTo>
                    <a:pt x="413" y="928"/>
                    <a:pt x="406" y="922"/>
                    <a:pt x="411" y="919"/>
                  </a:cubicBezTo>
                  <a:cubicBezTo>
                    <a:pt x="416" y="915"/>
                    <a:pt x="424" y="911"/>
                    <a:pt x="424" y="911"/>
                  </a:cubicBezTo>
                  <a:cubicBezTo>
                    <a:pt x="405" y="912"/>
                    <a:pt x="405" y="912"/>
                    <a:pt x="405" y="912"/>
                  </a:cubicBezTo>
                  <a:cubicBezTo>
                    <a:pt x="396" y="913"/>
                    <a:pt x="396" y="913"/>
                    <a:pt x="396" y="913"/>
                  </a:cubicBezTo>
                  <a:cubicBezTo>
                    <a:pt x="396" y="913"/>
                    <a:pt x="387" y="903"/>
                    <a:pt x="395" y="901"/>
                  </a:cubicBezTo>
                  <a:cubicBezTo>
                    <a:pt x="403" y="898"/>
                    <a:pt x="411" y="893"/>
                    <a:pt x="417" y="893"/>
                  </a:cubicBezTo>
                  <a:cubicBezTo>
                    <a:pt x="424" y="893"/>
                    <a:pt x="433" y="889"/>
                    <a:pt x="433" y="889"/>
                  </a:cubicBezTo>
                  <a:cubicBezTo>
                    <a:pt x="433" y="889"/>
                    <a:pt x="440" y="869"/>
                    <a:pt x="440" y="867"/>
                  </a:cubicBezTo>
                  <a:cubicBezTo>
                    <a:pt x="440" y="866"/>
                    <a:pt x="440" y="864"/>
                    <a:pt x="440" y="863"/>
                  </a:cubicBezTo>
                  <a:cubicBezTo>
                    <a:pt x="440" y="860"/>
                    <a:pt x="440" y="857"/>
                    <a:pt x="440" y="857"/>
                  </a:cubicBezTo>
                  <a:cubicBezTo>
                    <a:pt x="432" y="856"/>
                    <a:pt x="432" y="856"/>
                    <a:pt x="432" y="856"/>
                  </a:cubicBezTo>
                  <a:cubicBezTo>
                    <a:pt x="432" y="856"/>
                    <a:pt x="430" y="877"/>
                    <a:pt x="426" y="883"/>
                  </a:cubicBezTo>
                  <a:cubicBezTo>
                    <a:pt x="421" y="889"/>
                    <a:pt x="416" y="890"/>
                    <a:pt x="412" y="883"/>
                  </a:cubicBezTo>
                  <a:cubicBezTo>
                    <a:pt x="408" y="877"/>
                    <a:pt x="408" y="851"/>
                    <a:pt x="408" y="844"/>
                  </a:cubicBezTo>
                  <a:cubicBezTo>
                    <a:pt x="409" y="837"/>
                    <a:pt x="410" y="822"/>
                    <a:pt x="410" y="822"/>
                  </a:cubicBezTo>
                  <a:cubicBezTo>
                    <a:pt x="410" y="822"/>
                    <a:pt x="424" y="813"/>
                    <a:pt x="464" y="825"/>
                  </a:cubicBezTo>
                  <a:cubicBezTo>
                    <a:pt x="469" y="834"/>
                    <a:pt x="471" y="841"/>
                    <a:pt x="473" y="846"/>
                  </a:cubicBezTo>
                  <a:cubicBezTo>
                    <a:pt x="475" y="843"/>
                    <a:pt x="477" y="840"/>
                    <a:pt x="477" y="834"/>
                  </a:cubicBezTo>
                  <a:cubicBezTo>
                    <a:pt x="477" y="805"/>
                    <a:pt x="474" y="739"/>
                    <a:pt x="474" y="704"/>
                  </a:cubicBezTo>
                  <a:cubicBezTo>
                    <a:pt x="474" y="670"/>
                    <a:pt x="464" y="566"/>
                    <a:pt x="458" y="540"/>
                  </a:cubicBezTo>
                  <a:cubicBezTo>
                    <a:pt x="452" y="514"/>
                    <a:pt x="453" y="497"/>
                    <a:pt x="452" y="483"/>
                  </a:cubicBezTo>
                  <a:cubicBezTo>
                    <a:pt x="450" y="470"/>
                    <a:pt x="432" y="405"/>
                    <a:pt x="430" y="389"/>
                  </a:cubicBezTo>
                  <a:cubicBezTo>
                    <a:pt x="429" y="373"/>
                    <a:pt x="421" y="347"/>
                    <a:pt x="419" y="342"/>
                  </a:cubicBezTo>
                  <a:cubicBezTo>
                    <a:pt x="416" y="338"/>
                    <a:pt x="408" y="329"/>
                    <a:pt x="403" y="331"/>
                  </a:cubicBezTo>
                  <a:cubicBezTo>
                    <a:pt x="397" y="332"/>
                    <a:pt x="372" y="319"/>
                    <a:pt x="357" y="312"/>
                  </a:cubicBezTo>
                  <a:cubicBezTo>
                    <a:pt x="353" y="310"/>
                    <a:pt x="348" y="307"/>
                    <a:pt x="343" y="305"/>
                  </a:cubicBezTo>
                  <a:cubicBezTo>
                    <a:pt x="344" y="299"/>
                    <a:pt x="347" y="288"/>
                    <a:pt x="349" y="283"/>
                  </a:cubicBezTo>
                  <a:cubicBezTo>
                    <a:pt x="352" y="276"/>
                    <a:pt x="354" y="261"/>
                    <a:pt x="353" y="248"/>
                  </a:cubicBezTo>
                  <a:cubicBezTo>
                    <a:pt x="352" y="235"/>
                    <a:pt x="351" y="226"/>
                    <a:pt x="352" y="220"/>
                  </a:cubicBezTo>
                  <a:cubicBezTo>
                    <a:pt x="354" y="215"/>
                    <a:pt x="349" y="203"/>
                    <a:pt x="349" y="193"/>
                  </a:cubicBezTo>
                  <a:cubicBezTo>
                    <a:pt x="349" y="184"/>
                    <a:pt x="347" y="163"/>
                    <a:pt x="345" y="133"/>
                  </a:cubicBezTo>
                  <a:cubicBezTo>
                    <a:pt x="343" y="103"/>
                    <a:pt x="316" y="45"/>
                    <a:pt x="283" y="23"/>
                  </a:cubicBezTo>
                  <a:cubicBezTo>
                    <a:pt x="249" y="0"/>
                    <a:pt x="214" y="19"/>
                    <a:pt x="214" y="19"/>
                  </a:cubicBezTo>
                  <a:cubicBezTo>
                    <a:pt x="161" y="10"/>
                    <a:pt x="129" y="118"/>
                    <a:pt x="129" y="125"/>
                  </a:cubicBezTo>
                  <a:cubicBezTo>
                    <a:pt x="128" y="132"/>
                    <a:pt x="120" y="149"/>
                    <a:pt x="116" y="163"/>
                  </a:cubicBezTo>
                  <a:cubicBezTo>
                    <a:pt x="113" y="177"/>
                    <a:pt x="114" y="199"/>
                    <a:pt x="116" y="213"/>
                  </a:cubicBezTo>
                  <a:cubicBezTo>
                    <a:pt x="118" y="228"/>
                    <a:pt x="123" y="254"/>
                    <a:pt x="123" y="261"/>
                  </a:cubicBezTo>
                  <a:cubicBezTo>
                    <a:pt x="123" y="268"/>
                    <a:pt x="131" y="281"/>
                    <a:pt x="134" y="287"/>
                  </a:cubicBezTo>
                  <a:cubicBezTo>
                    <a:pt x="135" y="288"/>
                    <a:pt x="136" y="291"/>
                    <a:pt x="136" y="293"/>
                  </a:cubicBezTo>
                  <a:cubicBezTo>
                    <a:pt x="134" y="295"/>
                    <a:pt x="132" y="297"/>
                    <a:pt x="131" y="297"/>
                  </a:cubicBezTo>
                  <a:cubicBezTo>
                    <a:pt x="126" y="300"/>
                    <a:pt x="100" y="308"/>
                    <a:pt x="81" y="315"/>
                  </a:cubicBezTo>
                  <a:cubicBezTo>
                    <a:pt x="62" y="322"/>
                    <a:pt x="36" y="321"/>
                    <a:pt x="26" y="358"/>
                  </a:cubicBezTo>
                  <a:cubicBezTo>
                    <a:pt x="16" y="396"/>
                    <a:pt x="0" y="587"/>
                    <a:pt x="0" y="600"/>
                  </a:cubicBezTo>
                  <a:cubicBezTo>
                    <a:pt x="0" y="613"/>
                    <a:pt x="4" y="731"/>
                    <a:pt x="4" y="755"/>
                  </a:cubicBezTo>
                  <a:cubicBezTo>
                    <a:pt x="4" y="780"/>
                    <a:pt x="13" y="824"/>
                    <a:pt x="14" y="828"/>
                  </a:cubicBezTo>
                  <a:cubicBezTo>
                    <a:pt x="16" y="832"/>
                    <a:pt x="19" y="841"/>
                    <a:pt x="19" y="841"/>
                  </a:cubicBezTo>
                  <a:cubicBezTo>
                    <a:pt x="29" y="839"/>
                    <a:pt x="29" y="839"/>
                    <a:pt x="29" y="839"/>
                  </a:cubicBezTo>
                  <a:cubicBezTo>
                    <a:pt x="29" y="837"/>
                    <a:pt x="29" y="836"/>
                    <a:pt x="29" y="836"/>
                  </a:cubicBezTo>
                  <a:cubicBezTo>
                    <a:pt x="29" y="836"/>
                    <a:pt x="56" y="828"/>
                    <a:pt x="86" y="831"/>
                  </a:cubicBezTo>
                  <a:cubicBezTo>
                    <a:pt x="86" y="831"/>
                    <a:pt x="94" y="848"/>
                    <a:pt x="95" y="857"/>
                  </a:cubicBezTo>
                  <a:cubicBezTo>
                    <a:pt x="96" y="866"/>
                    <a:pt x="98" y="875"/>
                    <a:pt x="99" y="879"/>
                  </a:cubicBezTo>
                  <a:cubicBezTo>
                    <a:pt x="99" y="882"/>
                    <a:pt x="102" y="893"/>
                    <a:pt x="95" y="895"/>
                  </a:cubicBezTo>
                  <a:cubicBezTo>
                    <a:pt x="88" y="897"/>
                    <a:pt x="81" y="891"/>
                    <a:pt x="81" y="891"/>
                  </a:cubicBezTo>
                  <a:cubicBezTo>
                    <a:pt x="81" y="891"/>
                    <a:pt x="83" y="902"/>
                    <a:pt x="87" y="906"/>
                  </a:cubicBezTo>
                  <a:cubicBezTo>
                    <a:pt x="91" y="911"/>
                    <a:pt x="97" y="917"/>
                    <a:pt x="96" y="923"/>
                  </a:cubicBezTo>
                  <a:cubicBezTo>
                    <a:pt x="94" y="929"/>
                    <a:pt x="89" y="928"/>
                    <a:pt x="89" y="928"/>
                  </a:cubicBezTo>
                  <a:cubicBezTo>
                    <a:pt x="89" y="928"/>
                    <a:pt x="90" y="938"/>
                    <a:pt x="86" y="939"/>
                  </a:cubicBezTo>
                  <a:cubicBezTo>
                    <a:pt x="81" y="940"/>
                    <a:pt x="80" y="937"/>
                    <a:pt x="80" y="937"/>
                  </a:cubicBezTo>
                  <a:cubicBezTo>
                    <a:pt x="80" y="937"/>
                    <a:pt x="73" y="935"/>
                    <a:pt x="70" y="931"/>
                  </a:cubicBezTo>
                  <a:cubicBezTo>
                    <a:pt x="68" y="929"/>
                    <a:pt x="62" y="925"/>
                    <a:pt x="56" y="921"/>
                  </a:cubicBezTo>
                  <a:cubicBezTo>
                    <a:pt x="58" y="955"/>
                    <a:pt x="61" y="989"/>
                    <a:pt x="62" y="1002"/>
                  </a:cubicBezTo>
                  <a:cubicBezTo>
                    <a:pt x="65" y="1033"/>
                    <a:pt x="87" y="1149"/>
                    <a:pt x="93" y="1174"/>
                  </a:cubicBezTo>
                  <a:cubicBezTo>
                    <a:pt x="99" y="1199"/>
                    <a:pt x="109" y="1258"/>
                    <a:pt x="110" y="1289"/>
                  </a:cubicBezTo>
                  <a:cubicBezTo>
                    <a:pt x="112" y="1319"/>
                    <a:pt x="125" y="1427"/>
                    <a:pt x="126" y="1453"/>
                  </a:cubicBezTo>
                  <a:cubicBezTo>
                    <a:pt x="128" y="1479"/>
                    <a:pt x="137" y="1524"/>
                    <a:pt x="138" y="1529"/>
                  </a:cubicBezTo>
                  <a:cubicBezTo>
                    <a:pt x="139" y="1533"/>
                    <a:pt x="141" y="1558"/>
                    <a:pt x="141" y="1558"/>
                  </a:cubicBezTo>
                  <a:cubicBezTo>
                    <a:pt x="141" y="1558"/>
                    <a:pt x="160" y="1563"/>
                    <a:pt x="180" y="1568"/>
                  </a:cubicBezTo>
                  <a:cubicBezTo>
                    <a:pt x="193" y="1571"/>
                    <a:pt x="207" y="1574"/>
                    <a:pt x="216" y="1574"/>
                  </a:cubicBezTo>
                  <a:cubicBezTo>
                    <a:pt x="226" y="1574"/>
                    <a:pt x="234" y="1571"/>
                    <a:pt x="239" y="1567"/>
                  </a:cubicBezTo>
                  <a:cubicBezTo>
                    <a:pt x="246" y="1563"/>
                    <a:pt x="248" y="1556"/>
                    <a:pt x="248" y="1552"/>
                  </a:cubicBezTo>
                  <a:cubicBezTo>
                    <a:pt x="248" y="1545"/>
                    <a:pt x="254" y="1508"/>
                    <a:pt x="251" y="1488"/>
                  </a:cubicBezTo>
                  <a:cubicBezTo>
                    <a:pt x="248" y="1468"/>
                    <a:pt x="232" y="1457"/>
                    <a:pt x="231" y="1431"/>
                  </a:cubicBezTo>
                  <a:cubicBezTo>
                    <a:pt x="230" y="1405"/>
                    <a:pt x="240" y="1337"/>
                    <a:pt x="238" y="1321"/>
                  </a:cubicBezTo>
                  <a:cubicBezTo>
                    <a:pt x="237" y="1305"/>
                    <a:pt x="234" y="1260"/>
                    <a:pt x="228" y="1231"/>
                  </a:cubicBezTo>
                  <a:cubicBezTo>
                    <a:pt x="222" y="1202"/>
                    <a:pt x="222" y="1199"/>
                    <a:pt x="222" y="1186"/>
                  </a:cubicBezTo>
                  <a:cubicBezTo>
                    <a:pt x="222" y="1172"/>
                    <a:pt x="230" y="1027"/>
                    <a:pt x="230" y="1005"/>
                  </a:cubicBezTo>
                  <a:cubicBezTo>
                    <a:pt x="230" y="983"/>
                    <a:pt x="233" y="889"/>
                    <a:pt x="233" y="889"/>
                  </a:cubicBezTo>
                  <a:cubicBezTo>
                    <a:pt x="233" y="889"/>
                    <a:pt x="279" y="1066"/>
                    <a:pt x="285" y="1088"/>
                  </a:cubicBezTo>
                  <a:cubicBezTo>
                    <a:pt x="291" y="1110"/>
                    <a:pt x="331" y="1251"/>
                    <a:pt x="333" y="1279"/>
                  </a:cubicBezTo>
                  <a:cubicBezTo>
                    <a:pt x="334" y="1306"/>
                    <a:pt x="382" y="1417"/>
                    <a:pt x="384" y="1434"/>
                  </a:cubicBezTo>
                  <a:cubicBezTo>
                    <a:pt x="385" y="1452"/>
                    <a:pt x="410" y="1514"/>
                    <a:pt x="411" y="1520"/>
                  </a:cubicBezTo>
                  <a:cubicBezTo>
                    <a:pt x="413" y="1526"/>
                    <a:pt x="424" y="1562"/>
                    <a:pt x="424" y="1562"/>
                  </a:cubicBezTo>
                  <a:cubicBezTo>
                    <a:pt x="471" y="1554"/>
                    <a:pt x="471" y="1554"/>
                    <a:pt x="471" y="1554"/>
                  </a:cubicBezTo>
                  <a:cubicBezTo>
                    <a:pt x="476" y="1560"/>
                    <a:pt x="483" y="1569"/>
                    <a:pt x="484" y="1573"/>
                  </a:cubicBezTo>
                  <a:cubicBezTo>
                    <a:pt x="486" y="1580"/>
                    <a:pt x="486" y="1614"/>
                    <a:pt x="486" y="1614"/>
                  </a:cubicBezTo>
                  <a:cubicBezTo>
                    <a:pt x="495" y="1615"/>
                    <a:pt x="495" y="1615"/>
                    <a:pt x="495" y="1615"/>
                  </a:cubicBezTo>
                  <a:cubicBezTo>
                    <a:pt x="495" y="1615"/>
                    <a:pt x="495" y="1588"/>
                    <a:pt x="496" y="1585"/>
                  </a:cubicBezTo>
                  <a:cubicBezTo>
                    <a:pt x="497" y="1581"/>
                    <a:pt x="496" y="1575"/>
                    <a:pt x="501" y="1577"/>
                  </a:cubicBezTo>
                  <a:cubicBezTo>
                    <a:pt x="502" y="1577"/>
                    <a:pt x="503" y="1577"/>
                    <a:pt x="504" y="1577"/>
                  </a:cubicBezTo>
                  <a:cubicBezTo>
                    <a:pt x="504" y="1576"/>
                    <a:pt x="504" y="1575"/>
                    <a:pt x="504" y="1574"/>
                  </a:cubicBezTo>
                  <a:cubicBezTo>
                    <a:pt x="503" y="1567"/>
                    <a:pt x="493" y="1556"/>
                    <a:pt x="487" y="1551"/>
                  </a:cubicBezTo>
                  <a:moveTo>
                    <a:pt x="315" y="170"/>
                  </a:moveTo>
                  <a:cubicBezTo>
                    <a:pt x="309" y="186"/>
                    <a:pt x="302" y="177"/>
                    <a:pt x="302" y="177"/>
                  </a:cubicBezTo>
                  <a:cubicBezTo>
                    <a:pt x="302" y="177"/>
                    <a:pt x="292" y="213"/>
                    <a:pt x="282" y="230"/>
                  </a:cubicBezTo>
                  <a:cubicBezTo>
                    <a:pt x="281" y="257"/>
                    <a:pt x="281" y="257"/>
                    <a:pt x="281" y="257"/>
                  </a:cubicBezTo>
                  <a:cubicBezTo>
                    <a:pt x="281" y="257"/>
                    <a:pt x="281" y="256"/>
                    <a:pt x="281" y="256"/>
                  </a:cubicBezTo>
                  <a:cubicBezTo>
                    <a:pt x="281" y="256"/>
                    <a:pt x="289" y="251"/>
                    <a:pt x="294" y="276"/>
                  </a:cubicBezTo>
                  <a:cubicBezTo>
                    <a:pt x="294" y="277"/>
                    <a:pt x="294" y="277"/>
                    <a:pt x="294" y="277"/>
                  </a:cubicBezTo>
                  <a:cubicBezTo>
                    <a:pt x="296" y="283"/>
                    <a:pt x="296" y="291"/>
                    <a:pt x="297" y="300"/>
                  </a:cubicBezTo>
                  <a:cubicBezTo>
                    <a:pt x="297" y="303"/>
                    <a:pt x="297" y="306"/>
                    <a:pt x="297" y="310"/>
                  </a:cubicBezTo>
                  <a:cubicBezTo>
                    <a:pt x="298" y="327"/>
                    <a:pt x="297" y="344"/>
                    <a:pt x="297" y="344"/>
                  </a:cubicBezTo>
                  <a:cubicBezTo>
                    <a:pt x="297" y="344"/>
                    <a:pt x="294" y="339"/>
                    <a:pt x="289" y="336"/>
                  </a:cubicBezTo>
                  <a:cubicBezTo>
                    <a:pt x="286" y="385"/>
                    <a:pt x="282" y="447"/>
                    <a:pt x="279" y="456"/>
                  </a:cubicBezTo>
                  <a:cubicBezTo>
                    <a:pt x="273" y="470"/>
                    <a:pt x="262" y="523"/>
                    <a:pt x="262" y="523"/>
                  </a:cubicBezTo>
                  <a:cubicBezTo>
                    <a:pt x="262" y="523"/>
                    <a:pt x="228" y="446"/>
                    <a:pt x="224" y="425"/>
                  </a:cubicBezTo>
                  <a:cubicBezTo>
                    <a:pt x="221" y="411"/>
                    <a:pt x="205" y="364"/>
                    <a:pt x="194" y="333"/>
                  </a:cubicBezTo>
                  <a:cubicBezTo>
                    <a:pt x="192" y="332"/>
                    <a:pt x="190" y="333"/>
                    <a:pt x="189" y="337"/>
                  </a:cubicBezTo>
                  <a:cubicBezTo>
                    <a:pt x="187" y="344"/>
                    <a:pt x="183" y="335"/>
                    <a:pt x="179" y="323"/>
                  </a:cubicBezTo>
                  <a:cubicBezTo>
                    <a:pt x="179" y="320"/>
                    <a:pt x="178" y="318"/>
                    <a:pt x="177" y="316"/>
                  </a:cubicBezTo>
                  <a:cubicBezTo>
                    <a:pt x="173" y="302"/>
                    <a:pt x="170" y="288"/>
                    <a:pt x="169" y="284"/>
                  </a:cubicBezTo>
                  <a:cubicBezTo>
                    <a:pt x="168" y="281"/>
                    <a:pt x="169" y="275"/>
                    <a:pt x="171" y="270"/>
                  </a:cubicBezTo>
                  <a:cubicBezTo>
                    <a:pt x="173" y="263"/>
                    <a:pt x="176" y="256"/>
                    <a:pt x="179" y="253"/>
                  </a:cubicBezTo>
                  <a:cubicBezTo>
                    <a:pt x="179" y="253"/>
                    <a:pt x="180" y="253"/>
                    <a:pt x="180" y="253"/>
                  </a:cubicBezTo>
                  <a:cubicBezTo>
                    <a:pt x="180" y="218"/>
                    <a:pt x="180" y="218"/>
                    <a:pt x="180" y="218"/>
                  </a:cubicBezTo>
                  <a:cubicBezTo>
                    <a:pt x="169" y="198"/>
                    <a:pt x="168" y="175"/>
                    <a:pt x="167" y="177"/>
                  </a:cubicBezTo>
                  <a:cubicBezTo>
                    <a:pt x="163" y="183"/>
                    <a:pt x="155" y="174"/>
                    <a:pt x="154" y="170"/>
                  </a:cubicBezTo>
                  <a:cubicBezTo>
                    <a:pt x="153" y="167"/>
                    <a:pt x="151" y="165"/>
                    <a:pt x="149" y="149"/>
                  </a:cubicBezTo>
                  <a:cubicBezTo>
                    <a:pt x="156" y="144"/>
                    <a:pt x="166" y="136"/>
                    <a:pt x="171" y="127"/>
                  </a:cubicBezTo>
                  <a:cubicBezTo>
                    <a:pt x="177" y="114"/>
                    <a:pt x="176" y="86"/>
                    <a:pt x="182" y="79"/>
                  </a:cubicBezTo>
                  <a:cubicBezTo>
                    <a:pt x="187" y="74"/>
                    <a:pt x="198" y="61"/>
                    <a:pt x="204" y="51"/>
                  </a:cubicBezTo>
                  <a:cubicBezTo>
                    <a:pt x="206" y="51"/>
                    <a:pt x="208" y="50"/>
                    <a:pt x="210" y="49"/>
                  </a:cubicBezTo>
                  <a:cubicBezTo>
                    <a:pt x="222" y="65"/>
                    <a:pt x="258" y="111"/>
                    <a:pt x="278" y="124"/>
                  </a:cubicBezTo>
                  <a:cubicBezTo>
                    <a:pt x="301" y="140"/>
                    <a:pt x="314" y="145"/>
                    <a:pt x="314" y="145"/>
                  </a:cubicBezTo>
                  <a:cubicBezTo>
                    <a:pt x="314" y="145"/>
                    <a:pt x="318" y="161"/>
                    <a:pt x="315" y="170"/>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8" name="Freeform 45"/>
            <p:cNvSpPr>
              <a:spLocks/>
            </p:cNvSpPr>
            <p:nvPr/>
          </p:nvSpPr>
          <p:spPr bwMode="auto">
            <a:xfrm>
              <a:off x="8770143" y="5940259"/>
              <a:ext cx="201613" cy="87313"/>
            </a:xfrm>
            <a:custGeom>
              <a:avLst/>
              <a:gdLst>
                <a:gd name="T0" fmla="*/ 72 w 94"/>
                <a:gd name="T1" fmla="*/ 4 h 41"/>
                <a:gd name="T2" fmla="*/ 69 w 94"/>
                <a:gd name="T3" fmla="*/ 3 h 41"/>
                <a:gd name="T4" fmla="*/ 10 w 94"/>
                <a:gd name="T5" fmla="*/ 11 h 41"/>
                <a:gd name="T6" fmla="*/ 4 w 94"/>
                <a:gd name="T7" fmla="*/ 18 h 41"/>
                <a:gd name="T8" fmla="*/ 11 w 94"/>
                <a:gd name="T9" fmla="*/ 34 h 41"/>
                <a:gd name="T10" fmla="*/ 71 w 94"/>
                <a:gd name="T11" fmla="*/ 41 h 41"/>
                <a:gd name="T12" fmla="*/ 94 w 94"/>
                <a:gd name="T13" fmla="*/ 39 h 41"/>
                <a:gd name="T14" fmla="*/ 72 w 94"/>
                <a:gd name="T15" fmla="*/ 4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41">
                  <a:moveTo>
                    <a:pt x="72" y="4"/>
                  </a:moveTo>
                  <a:cubicBezTo>
                    <a:pt x="71" y="4"/>
                    <a:pt x="70" y="4"/>
                    <a:pt x="69" y="3"/>
                  </a:cubicBezTo>
                  <a:cubicBezTo>
                    <a:pt x="52" y="1"/>
                    <a:pt x="24" y="0"/>
                    <a:pt x="10" y="11"/>
                  </a:cubicBezTo>
                  <a:cubicBezTo>
                    <a:pt x="7" y="13"/>
                    <a:pt x="5" y="15"/>
                    <a:pt x="4" y="18"/>
                  </a:cubicBezTo>
                  <a:cubicBezTo>
                    <a:pt x="0" y="34"/>
                    <a:pt x="11" y="34"/>
                    <a:pt x="11" y="34"/>
                  </a:cubicBezTo>
                  <a:cubicBezTo>
                    <a:pt x="11" y="34"/>
                    <a:pt x="55" y="41"/>
                    <a:pt x="71" y="41"/>
                  </a:cubicBezTo>
                  <a:cubicBezTo>
                    <a:pt x="88" y="41"/>
                    <a:pt x="94" y="39"/>
                    <a:pt x="94" y="39"/>
                  </a:cubicBezTo>
                  <a:cubicBezTo>
                    <a:pt x="94" y="39"/>
                    <a:pt x="89" y="10"/>
                    <a:pt x="72" y="4"/>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9" name="Freeform 46"/>
            <p:cNvSpPr>
              <a:spLocks/>
            </p:cNvSpPr>
            <p:nvPr/>
          </p:nvSpPr>
          <p:spPr bwMode="auto">
            <a:xfrm>
              <a:off x="8054180" y="5960896"/>
              <a:ext cx="168275" cy="90488"/>
            </a:xfrm>
            <a:custGeom>
              <a:avLst/>
              <a:gdLst>
                <a:gd name="T0" fmla="*/ 70 w 78"/>
                <a:gd name="T1" fmla="*/ 0 h 42"/>
                <a:gd name="T2" fmla="*/ 6 w 78"/>
                <a:gd name="T3" fmla="*/ 4 h 42"/>
                <a:gd name="T4" fmla="*/ 4 w 78"/>
                <a:gd name="T5" fmla="*/ 4 h 42"/>
                <a:gd name="T6" fmla="*/ 4 w 78"/>
                <a:gd name="T7" fmla="*/ 28 h 42"/>
                <a:gd name="T8" fmla="*/ 18 w 78"/>
                <a:gd name="T9" fmla="*/ 37 h 42"/>
                <a:gd name="T10" fmla="*/ 73 w 78"/>
                <a:gd name="T11" fmla="*/ 31 h 42"/>
                <a:gd name="T12" fmla="*/ 76 w 78"/>
                <a:gd name="T13" fmla="*/ 8 h 42"/>
                <a:gd name="T14" fmla="*/ 70 w 78"/>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42">
                  <a:moveTo>
                    <a:pt x="70" y="0"/>
                  </a:moveTo>
                  <a:cubicBezTo>
                    <a:pt x="6" y="4"/>
                    <a:pt x="6" y="4"/>
                    <a:pt x="6" y="4"/>
                  </a:cubicBezTo>
                  <a:cubicBezTo>
                    <a:pt x="4" y="4"/>
                    <a:pt x="4" y="4"/>
                    <a:pt x="4" y="4"/>
                  </a:cubicBezTo>
                  <a:cubicBezTo>
                    <a:pt x="4" y="4"/>
                    <a:pt x="0" y="13"/>
                    <a:pt x="4" y="28"/>
                  </a:cubicBezTo>
                  <a:cubicBezTo>
                    <a:pt x="7" y="42"/>
                    <a:pt x="18" y="37"/>
                    <a:pt x="18" y="37"/>
                  </a:cubicBezTo>
                  <a:cubicBezTo>
                    <a:pt x="20" y="37"/>
                    <a:pt x="70" y="38"/>
                    <a:pt x="73" y="31"/>
                  </a:cubicBezTo>
                  <a:cubicBezTo>
                    <a:pt x="76" y="23"/>
                    <a:pt x="78" y="12"/>
                    <a:pt x="76" y="8"/>
                  </a:cubicBezTo>
                  <a:cubicBezTo>
                    <a:pt x="75" y="4"/>
                    <a:pt x="70" y="0"/>
                    <a:pt x="70" y="0"/>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0" name="Freeform 47"/>
            <p:cNvSpPr>
              <a:spLocks/>
            </p:cNvSpPr>
            <p:nvPr/>
          </p:nvSpPr>
          <p:spPr bwMode="auto">
            <a:xfrm>
              <a:off x="8051005" y="3084346"/>
              <a:ext cx="277813" cy="582613"/>
            </a:xfrm>
            <a:custGeom>
              <a:avLst/>
              <a:gdLst>
                <a:gd name="T0" fmla="*/ 129 w 130"/>
                <a:gd name="T1" fmla="*/ 59 h 272"/>
                <a:gd name="T2" fmla="*/ 129 w 130"/>
                <a:gd name="T3" fmla="*/ 49 h 272"/>
                <a:gd name="T4" fmla="*/ 126 w 130"/>
                <a:gd name="T5" fmla="*/ 26 h 272"/>
                <a:gd name="T6" fmla="*/ 126 w 130"/>
                <a:gd name="T7" fmla="*/ 25 h 272"/>
                <a:gd name="T8" fmla="*/ 113 w 130"/>
                <a:gd name="T9" fmla="*/ 5 h 272"/>
                <a:gd name="T10" fmla="*/ 113 w 130"/>
                <a:gd name="T11" fmla="*/ 6 h 272"/>
                <a:gd name="T12" fmla="*/ 99 w 130"/>
                <a:gd name="T13" fmla="*/ 49 h 272"/>
                <a:gd name="T14" fmla="*/ 98 w 130"/>
                <a:gd name="T15" fmla="*/ 52 h 272"/>
                <a:gd name="T16" fmla="*/ 92 w 130"/>
                <a:gd name="T17" fmla="*/ 61 h 272"/>
                <a:gd name="T18" fmla="*/ 74 w 130"/>
                <a:gd name="T19" fmla="*/ 86 h 272"/>
                <a:gd name="T20" fmla="*/ 53 w 130"/>
                <a:gd name="T21" fmla="*/ 63 h 272"/>
                <a:gd name="T22" fmla="*/ 48 w 130"/>
                <a:gd name="T23" fmla="*/ 57 h 272"/>
                <a:gd name="T24" fmla="*/ 47 w 130"/>
                <a:gd name="T25" fmla="*/ 56 h 272"/>
                <a:gd name="T26" fmla="*/ 12 w 130"/>
                <a:gd name="T27" fmla="*/ 2 h 272"/>
                <a:gd name="T28" fmla="*/ 11 w 130"/>
                <a:gd name="T29" fmla="*/ 2 h 272"/>
                <a:gd name="T30" fmla="*/ 3 w 130"/>
                <a:gd name="T31" fmla="*/ 19 h 272"/>
                <a:gd name="T32" fmla="*/ 1 w 130"/>
                <a:gd name="T33" fmla="*/ 33 h 272"/>
                <a:gd name="T34" fmla="*/ 9 w 130"/>
                <a:gd name="T35" fmla="*/ 65 h 272"/>
                <a:gd name="T36" fmla="*/ 11 w 130"/>
                <a:gd name="T37" fmla="*/ 72 h 272"/>
                <a:gd name="T38" fmla="*/ 21 w 130"/>
                <a:gd name="T39" fmla="*/ 86 h 272"/>
                <a:gd name="T40" fmla="*/ 26 w 130"/>
                <a:gd name="T41" fmla="*/ 82 h 272"/>
                <a:gd name="T42" fmla="*/ 56 w 130"/>
                <a:gd name="T43" fmla="*/ 174 h 272"/>
                <a:gd name="T44" fmla="*/ 94 w 130"/>
                <a:gd name="T45" fmla="*/ 272 h 272"/>
                <a:gd name="T46" fmla="*/ 111 w 130"/>
                <a:gd name="T47" fmla="*/ 205 h 272"/>
                <a:gd name="T48" fmla="*/ 121 w 130"/>
                <a:gd name="T49" fmla="*/ 85 h 272"/>
                <a:gd name="T50" fmla="*/ 129 w 130"/>
                <a:gd name="T51" fmla="*/ 93 h 272"/>
                <a:gd name="T52" fmla="*/ 129 w 130"/>
                <a:gd name="T53" fmla="*/ 59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0" h="272">
                  <a:moveTo>
                    <a:pt x="129" y="59"/>
                  </a:moveTo>
                  <a:cubicBezTo>
                    <a:pt x="129" y="55"/>
                    <a:pt x="129" y="52"/>
                    <a:pt x="129" y="49"/>
                  </a:cubicBezTo>
                  <a:cubicBezTo>
                    <a:pt x="128" y="40"/>
                    <a:pt x="128" y="32"/>
                    <a:pt x="126" y="26"/>
                  </a:cubicBezTo>
                  <a:cubicBezTo>
                    <a:pt x="126" y="26"/>
                    <a:pt x="126" y="26"/>
                    <a:pt x="126" y="25"/>
                  </a:cubicBezTo>
                  <a:cubicBezTo>
                    <a:pt x="121" y="0"/>
                    <a:pt x="113" y="5"/>
                    <a:pt x="113" y="5"/>
                  </a:cubicBezTo>
                  <a:cubicBezTo>
                    <a:pt x="113" y="5"/>
                    <a:pt x="113" y="6"/>
                    <a:pt x="113" y="6"/>
                  </a:cubicBezTo>
                  <a:cubicBezTo>
                    <a:pt x="110" y="36"/>
                    <a:pt x="105" y="42"/>
                    <a:pt x="99" y="49"/>
                  </a:cubicBezTo>
                  <a:cubicBezTo>
                    <a:pt x="99" y="50"/>
                    <a:pt x="98" y="51"/>
                    <a:pt x="98" y="52"/>
                  </a:cubicBezTo>
                  <a:cubicBezTo>
                    <a:pt x="96" y="54"/>
                    <a:pt x="94" y="57"/>
                    <a:pt x="92" y="61"/>
                  </a:cubicBezTo>
                  <a:cubicBezTo>
                    <a:pt x="86" y="72"/>
                    <a:pt x="79" y="86"/>
                    <a:pt x="74" y="86"/>
                  </a:cubicBezTo>
                  <a:cubicBezTo>
                    <a:pt x="69" y="86"/>
                    <a:pt x="60" y="72"/>
                    <a:pt x="53" y="63"/>
                  </a:cubicBezTo>
                  <a:cubicBezTo>
                    <a:pt x="51" y="61"/>
                    <a:pt x="50" y="59"/>
                    <a:pt x="48" y="57"/>
                  </a:cubicBezTo>
                  <a:cubicBezTo>
                    <a:pt x="48" y="57"/>
                    <a:pt x="48" y="56"/>
                    <a:pt x="47" y="56"/>
                  </a:cubicBezTo>
                  <a:cubicBezTo>
                    <a:pt x="39" y="46"/>
                    <a:pt x="19" y="6"/>
                    <a:pt x="12" y="2"/>
                  </a:cubicBezTo>
                  <a:cubicBezTo>
                    <a:pt x="12" y="2"/>
                    <a:pt x="11" y="2"/>
                    <a:pt x="11" y="2"/>
                  </a:cubicBezTo>
                  <a:cubicBezTo>
                    <a:pt x="8" y="5"/>
                    <a:pt x="5" y="12"/>
                    <a:pt x="3" y="19"/>
                  </a:cubicBezTo>
                  <a:cubicBezTo>
                    <a:pt x="1" y="24"/>
                    <a:pt x="0" y="30"/>
                    <a:pt x="1" y="33"/>
                  </a:cubicBezTo>
                  <a:cubicBezTo>
                    <a:pt x="2" y="37"/>
                    <a:pt x="5" y="51"/>
                    <a:pt x="9" y="65"/>
                  </a:cubicBezTo>
                  <a:cubicBezTo>
                    <a:pt x="10" y="67"/>
                    <a:pt x="11" y="69"/>
                    <a:pt x="11" y="72"/>
                  </a:cubicBezTo>
                  <a:cubicBezTo>
                    <a:pt x="15" y="84"/>
                    <a:pt x="19" y="93"/>
                    <a:pt x="21" y="86"/>
                  </a:cubicBezTo>
                  <a:cubicBezTo>
                    <a:pt x="22" y="82"/>
                    <a:pt x="24" y="81"/>
                    <a:pt x="26" y="82"/>
                  </a:cubicBezTo>
                  <a:cubicBezTo>
                    <a:pt x="37" y="113"/>
                    <a:pt x="53" y="160"/>
                    <a:pt x="56" y="174"/>
                  </a:cubicBezTo>
                  <a:cubicBezTo>
                    <a:pt x="60" y="195"/>
                    <a:pt x="94" y="272"/>
                    <a:pt x="94" y="272"/>
                  </a:cubicBezTo>
                  <a:cubicBezTo>
                    <a:pt x="94" y="272"/>
                    <a:pt x="105" y="219"/>
                    <a:pt x="111" y="205"/>
                  </a:cubicBezTo>
                  <a:cubicBezTo>
                    <a:pt x="114" y="196"/>
                    <a:pt x="118" y="134"/>
                    <a:pt x="121" y="85"/>
                  </a:cubicBezTo>
                  <a:cubicBezTo>
                    <a:pt x="126" y="88"/>
                    <a:pt x="129" y="93"/>
                    <a:pt x="129" y="93"/>
                  </a:cubicBezTo>
                  <a:cubicBezTo>
                    <a:pt x="129" y="93"/>
                    <a:pt x="130" y="76"/>
                    <a:pt x="129" y="59"/>
                  </a:cubicBez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1" name="Freeform 48"/>
            <p:cNvSpPr>
              <a:spLocks/>
            </p:cNvSpPr>
            <p:nvPr/>
          </p:nvSpPr>
          <p:spPr bwMode="auto">
            <a:xfrm>
              <a:off x="8008143" y="2650817"/>
              <a:ext cx="365124" cy="449263"/>
            </a:xfrm>
            <a:custGeom>
              <a:avLst/>
              <a:gdLst>
                <a:gd name="T0" fmla="*/ 130 w 171"/>
                <a:gd name="T1" fmla="*/ 75 h 210"/>
                <a:gd name="T2" fmla="*/ 62 w 171"/>
                <a:gd name="T3" fmla="*/ 0 h 210"/>
                <a:gd name="T4" fmla="*/ 55 w 171"/>
                <a:gd name="T5" fmla="*/ 2 h 210"/>
                <a:gd name="T6" fmla="*/ 34 w 171"/>
                <a:gd name="T7" fmla="*/ 31 h 210"/>
                <a:gd name="T8" fmla="*/ 22 w 171"/>
                <a:gd name="T9" fmla="*/ 79 h 210"/>
                <a:gd name="T10" fmla="*/ 0 w 171"/>
                <a:gd name="T11" fmla="*/ 101 h 210"/>
                <a:gd name="T12" fmla="*/ 5 w 171"/>
                <a:gd name="T13" fmla="*/ 122 h 210"/>
                <a:gd name="T14" fmla="*/ 19 w 171"/>
                <a:gd name="T15" fmla="*/ 129 h 210"/>
                <a:gd name="T16" fmla="*/ 32 w 171"/>
                <a:gd name="T17" fmla="*/ 171 h 210"/>
                <a:gd name="T18" fmla="*/ 59 w 171"/>
                <a:gd name="T19" fmla="*/ 197 h 210"/>
                <a:gd name="T20" fmla="*/ 129 w 171"/>
                <a:gd name="T21" fmla="*/ 189 h 210"/>
                <a:gd name="T22" fmla="*/ 134 w 171"/>
                <a:gd name="T23" fmla="*/ 183 h 210"/>
                <a:gd name="T24" fmla="*/ 155 w 171"/>
                <a:gd name="T25" fmla="*/ 129 h 210"/>
                <a:gd name="T26" fmla="*/ 167 w 171"/>
                <a:gd name="T27" fmla="*/ 122 h 210"/>
                <a:gd name="T28" fmla="*/ 167 w 171"/>
                <a:gd name="T29" fmla="*/ 97 h 210"/>
                <a:gd name="T30" fmla="*/ 130 w 171"/>
                <a:gd name="T31" fmla="*/ 7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1" h="210">
                  <a:moveTo>
                    <a:pt x="130" y="75"/>
                  </a:moveTo>
                  <a:cubicBezTo>
                    <a:pt x="110" y="62"/>
                    <a:pt x="74" y="16"/>
                    <a:pt x="62" y="0"/>
                  </a:cubicBezTo>
                  <a:cubicBezTo>
                    <a:pt x="60" y="1"/>
                    <a:pt x="57" y="2"/>
                    <a:pt x="55" y="2"/>
                  </a:cubicBezTo>
                  <a:cubicBezTo>
                    <a:pt x="50" y="12"/>
                    <a:pt x="38" y="26"/>
                    <a:pt x="34" y="31"/>
                  </a:cubicBezTo>
                  <a:cubicBezTo>
                    <a:pt x="28" y="37"/>
                    <a:pt x="29" y="66"/>
                    <a:pt x="22" y="79"/>
                  </a:cubicBezTo>
                  <a:cubicBezTo>
                    <a:pt x="18" y="88"/>
                    <a:pt x="7" y="96"/>
                    <a:pt x="0" y="101"/>
                  </a:cubicBezTo>
                  <a:cubicBezTo>
                    <a:pt x="2" y="117"/>
                    <a:pt x="5" y="120"/>
                    <a:pt x="5" y="122"/>
                  </a:cubicBezTo>
                  <a:cubicBezTo>
                    <a:pt x="6" y="126"/>
                    <a:pt x="14" y="136"/>
                    <a:pt x="19" y="129"/>
                  </a:cubicBezTo>
                  <a:cubicBezTo>
                    <a:pt x="20" y="127"/>
                    <a:pt x="21" y="150"/>
                    <a:pt x="32" y="171"/>
                  </a:cubicBezTo>
                  <a:cubicBezTo>
                    <a:pt x="38" y="182"/>
                    <a:pt x="46" y="192"/>
                    <a:pt x="59" y="197"/>
                  </a:cubicBezTo>
                  <a:cubicBezTo>
                    <a:pt x="97" y="210"/>
                    <a:pt x="117" y="200"/>
                    <a:pt x="129" y="189"/>
                  </a:cubicBezTo>
                  <a:cubicBezTo>
                    <a:pt x="131" y="188"/>
                    <a:pt x="132" y="186"/>
                    <a:pt x="134" y="183"/>
                  </a:cubicBezTo>
                  <a:cubicBezTo>
                    <a:pt x="144" y="166"/>
                    <a:pt x="155" y="129"/>
                    <a:pt x="155" y="129"/>
                  </a:cubicBezTo>
                  <a:cubicBezTo>
                    <a:pt x="155" y="129"/>
                    <a:pt x="162" y="138"/>
                    <a:pt x="167" y="122"/>
                  </a:cubicBezTo>
                  <a:cubicBezTo>
                    <a:pt x="171" y="113"/>
                    <a:pt x="167" y="97"/>
                    <a:pt x="167" y="97"/>
                  </a:cubicBezTo>
                  <a:cubicBezTo>
                    <a:pt x="167" y="97"/>
                    <a:pt x="154" y="92"/>
                    <a:pt x="130" y="75"/>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2" name="Freeform 49"/>
            <p:cNvSpPr>
              <a:spLocks/>
            </p:cNvSpPr>
            <p:nvPr/>
          </p:nvSpPr>
          <p:spPr bwMode="auto">
            <a:xfrm>
              <a:off x="3445668" y="5886284"/>
              <a:ext cx="330200" cy="160338"/>
            </a:xfrm>
            <a:custGeom>
              <a:avLst/>
              <a:gdLst>
                <a:gd name="T0" fmla="*/ 154 w 154"/>
                <a:gd name="T1" fmla="*/ 4 h 75"/>
                <a:gd name="T2" fmla="*/ 89 w 154"/>
                <a:gd name="T3" fmla="*/ 3 h 75"/>
                <a:gd name="T4" fmla="*/ 40 w 154"/>
                <a:gd name="T5" fmla="*/ 0 h 75"/>
                <a:gd name="T6" fmla="*/ 17 w 154"/>
                <a:gd name="T7" fmla="*/ 35 h 75"/>
                <a:gd name="T8" fmla="*/ 7 w 154"/>
                <a:gd name="T9" fmla="*/ 58 h 75"/>
                <a:gd name="T10" fmla="*/ 9 w 154"/>
                <a:gd name="T11" fmla="*/ 71 h 75"/>
                <a:gd name="T12" fmla="*/ 55 w 154"/>
                <a:gd name="T13" fmla="*/ 75 h 75"/>
                <a:gd name="T14" fmla="*/ 111 w 154"/>
                <a:gd name="T15" fmla="*/ 60 h 75"/>
                <a:gd name="T16" fmla="*/ 126 w 154"/>
                <a:gd name="T17" fmla="*/ 60 h 75"/>
                <a:gd name="T18" fmla="*/ 144 w 154"/>
                <a:gd name="T19" fmla="*/ 52 h 75"/>
                <a:gd name="T20" fmla="*/ 154 w 154"/>
                <a:gd name="T21"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75">
                  <a:moveTo>
                    <a:pt x="154" y="4"/>
                  </a:moveTo>
                  <a:cubicBezTo>
                    <a:pt x="154" y="4"/>
                    <a:pt x="119" y="3"/>
                    <a:pt x="89" y="3"/>
                  </a:cubicBezTo>
                  <a:cubicBezTo>
                    <a:pt x="59" y="3"/>
                    <a:pt x="40" y="0"/>
                    <a:pt x="40" y="0"/>
                  </a:cubicBezTo>
                  <a:cubicBezTo>
                    <a:pt x="17" y="35"/>
                    <a:pt x="17" y="35"/>
                    <a:pt x="17" y="35"/>
                  </a:cubicBezTo>
                  <a:cubicBezTo>
                    <a:pt x="17" y="35"/>
                    <a:pt x="13" y="52"/>
                    <a:pt x="7" y="58"/>
                  </a:cubicBezTo>
                  <a:cubicBezTo>
                    <a:pt x="0" y="64"/>
                    <a:pt x="9" y="71"/>
                    <a:pt x="9" y="71"/>
                  </a:cubicBezTo>
                  <a:cubicBezTo>
                    <a:pt x="9" y="71"/>
                    <a:pt x="34" y="75"/>
                    <a:pt x="55" y="75"/>
                  </a:cubicBezTo>
                  <a:cubicBezTo>
                    <a:pt x="75" y="75"/>
                    <a:pt x="111" y="60"/>
                    <a:pt x="111" y="60"/>
                  </a:cubicBezTo>
                  <a:cubicBezTo>
                    <a:pt x="126" y="60"/>
                    <a:pt x="126" y="60"/>
                    <a:pt x="126" y="60"/>
                  </a:cubicBezTo>
                  <a:cubicBezTo>
                    <a:pt x="144" y="52"/>
                    <a:pt x="144" y="52"/>
                    <a:pt x="144" y="52"/>
                  </a:cubicBezTo>
                  <a:cubicBezTo>
                    <a:pt x="151" y="37"/>
                    <a:pt x="154" y="4"/>
                    <a:pt x="154" y="4"/>
                  </a:cubicBezTo>
                </a:path>
              </a:pathLst>
            </a:custGeom>
            <a:solidFill>
              <a:srgbClr val="4746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3" name="Freeform 50"/>
            <p:cNvSpPr>
              <a:spLocks/>
            </p:cNvSpPr>
            <p:nvPr/>
          </p:nvSpPr>
          <p:spPr bwMode="auto">
            <a:xfrm>
              <a:off x="4123530" y="5881521"/>
              <a:ext cx="280988" cy="168275"/>
            </a:xfrm>
            <a:custGeom>
              <a:avLst/>
              <a:gdLst>
                <a:gd name="T0" fmla="*/ 95 w 131"/>
                <a:gd name="T1" fmla="*/ 5 h 78"/>
                <a:gd name="T2" fmla="*/ 37 w 131"/>
                <a:gd name="T3" fmla="*/ 1 h 78"/>
                <a:gd name="T4" fmla="*/ 2 w 131"/>
                <a:gd name="T5" fmla="*/ 17 h 78"/>
                <a:gd name="T6" fmla="*/ 0 w 131"/>
                <a:gd name="T7" fmla="*/ 37 h 78"/>
                <a:gd name="T8" fmla="*/ 2 w 131"/>
                <a:gd name="T9" fmla="*/ 50 h 78"/>
                <a:gd name="T10" fmla="*/ 25 w 131"/>
                <a:gd name="T11" fmla="*/ 55 h 78"/>
                <a:gd name="T12" fmla="*/ 39 w 131"/>
                <a:gd name="T13" fmla="*/ 58 h 78"/>
                <a:gd name="T14" fmla="*/ 81 w 131"/>
                <a:gd name="T15" fmla="*/ 77 h 78"/>
                <a:gd name="T16" fmla="*/ 129 w 131"/>
                <a:gd name="T17" fmla="*/ 71 h 78"/>
                <a:gd name="T18" fmla="*/ 128 w 131"/>
                <a:gd name="T19" fmla="*/ 59 h 78"/>
                <a:gd name="T20" fmla="*/ 120 w 131"/>
                <a:gd name="T21" fmla="*/ 41 h 78"/>
                <a:gd name="T22" fmla="*/ 99 w 131"/>
                <a:gd name="T23" fmla="*/ 10 h 78"/>
                <a:gd name="T24" fmla="*/ 95 w 131"/>
                <a:gd name="T25" fmla="*/ 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78">
                  <a:moveTo>
                    <a:pt x="95" y="5"/>
                  </a:moveTo>
                  <a:cubicBezTo>
                    <a:pt x="95" y="5"/>
                    <a:pt x="55" y="0"/>
                    <a:pt x="37" y="1"/>
                  </a:cubicBezTo>
                  <a:cubicBezTo>
                    <a:pt x="19" y="2"/>
                    <a:pt x="2" y="17"/>
                    <a:pt x="2" y="17"/>
                  </a:cubicBezTo>
                  <a:cubicBezTo>
                    <a:pt x="0" y="21"/>
                    <a:pt x="0" y="37"/>
                    <a:pt x="0" y="37"/>
                  </a:cubicBezTo>
                  <a:cubicBezTo>
                    <a:pt x="2" y="50"/>
                    <a:pt x="2" y="50"/>
                    <a:pt x="2" y="50"/>
                  </a:cubicBezTo>
                  <a:cubicBezTo>
                    <a:pt x="2" y="50"/>
                    <a:pt x="15" y="55"/>
                    <a:pt x="25" y="55"/>
                  </a:cubicBezTo>
                  <a:cubicBezTo>
                    <a:pt x="34" y="55"/>
                    <a:pt x="34" y="54"/>
                    <a:pt x="39" y="58"/>
                  </a:cubicBezTo>
                  <a:cubicBezTo>
                    <a:pt x="44" y="62"/>
                    <a:pt x="60" y="76"/>
                    <a:pt x="81" y="77"/>
                  </a:cubicBezTo>
                  <a:cubicBezTo>
                    <a:pt x="102" y="78"/>
                    <a:pt x="127" y="74"/>
                    <a:pt x="129" y="71"/>
                  </a:cubicBezTo>
                  <a:cubicBezTo>
                    <a:pt x="131" y="67"/>
                    <a:pt x="131" y="65"/>
                    <a:pt x="128" y="59"/>
                  </a:cubicBezTo>
                  <a:cubicBezTo>
                    <a:pt x="125" y="53"/>
                    <a:pt x="126" y="49"/>
                    <a:pt x="120" y="41"/>
                  </a:cubicBezTo>
                  <a:cubicBezTo>
                    <a:pt x="113" y="34"/>
                    <a:pt x="103" y="15"/>
                    <a:pt x="99" y="10"/>
                  </a:cubicBezTo>
                  <a:cubicBezTo>
                    <a:pt x="95" y="5"/>
                    <a:pt x="100" y="11"/>
                    <a:pt x="95" y="5"/>
                  </a:cubicBezTo>
                </a:path>
              </a:pathLst>
            </a:custGeom>
            <a:solidFill>
              <a:srgbClr val="4746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4" name="Freeform 51"/>
            <p:cNvSpPr>
              <a:spLocks/>
            </p:cNvSpPr>
            <p:nvPr/>
          </p:nvSpPr>
          <p:spPr bwMode="auto">
            <a:xfrm>
              <a:off x="3917155" y="3152609"/>
              <a:ext cx="125413" cy="442913"/>
            </a:xfrm>
            <a:custGeom>
              <a:avLst/>
              <a:gdLst>
                <a:gd name="T0" fmla="*/ 53 w 58"/>
                <a:gd name="T1" fmla="*/ 25 h 207"/>
                <a:gd name="T2" fmla="*/ 41 w 58"/>
                <a:gd name="T3" fmla="*/ 14 h 207"/>
                <a:gd name="T4" fmla="*/ 32 w 58"/>
                <a:gd name="T5" fmla="*/ 6 h 207"/>
                <a:gd name="T6" fmla="*/ 24 w 58"/>
                <a:gd name="T7" fmla="*/ 0 h 207"/>
                <a:gd name="T8" fmla="*/ 16 w 58"/>
                <a:gd name="T9" fmla="*/ 7 h 207"/>
                <a:gd name="T10" fmla="*/ 14 w 58"/>
                <a:gd name="T11" fmla="*/ 9 h 207"/>
                <a:gd name="T12" fmla="*/ 4 w 58"/>
                <a:gd name="T13" fmla="*/ 22 h 207"/>
                <a:gd name="T14" fmla="*/ 22 w 58"/>
                <a:gd name="T15" fmla="*/ 41 h 207"/>
                <a:gd name="T16" fmla="*/ 0 w 58"/>
                <a:gd name="T17" fmla="*/ 104 h 207"/>
                <a:gd name="T18" fmla="*/ 12 w 58"/>
                <a:gd name="T19" fmla="*/ 155 h 207"/>
                <a:gd name="T20" fmla="*/ 24 w 58"/>
                <a:gd name="T21" fmla="*/ 207 h 207"/>
                <a:gd name="T22" fmla="*/ 29 w 58"/>
                <a:gd name="T23" fmla="*/ 190 h 207"/>
                <a:gd name="T24" fmla="*/ 58 w 58"/>
                <a:gd name="T25" fmla="*/ 85 h 207"/>
                <a:gd name="T26" fmla="*/ 40 w 58"/>
                <a:gd name="T27" fmla="*/ 37 h 207"/>
                <a:gd name="T28" fmla="*/ 53 w 58"/>
                <a:gd name="T29" fmla="*/ 2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207">
                  <a:moveTo>
                    <a:pt x="53" y="25"/>
                  </a:moveTo>
                  <a:cubicBezTo>
                    <a:pt x="49" y="21"/>
                    <a:pt x="45" y="17"/>
                    <a:pt x="41" y="14"/>
                  </a:cubicBezTo>
                  <a:cubicBezTo>
                    <a:pt x="38" y="11"/>
                    <a:pt x="35" y="8"/>
                    <a:pt x="32" y="6"/>
                  </a:cubicBezTo>
                  <a:cubicBezTo>
                    <a:pt x="29" y="4"/>
                    <a:pt x="26" y="2"/>
                    <a:pt x="24" y="0"/>
                  </a:cubicBezTo>
                  <a:cubicBezTo>
                    <a:pt x="22" y="2"/>
                    <a:pt x="19" y="4"/>
                    <a:pt x="16" y="7"/>
                  </a:cubicBezTo>
                  <a:cubicBezTo>
                    <a:pt x="16" y="8"/>
                    <a:pt x="15" y="8"/>
                    <a:pt x="14" y="9"/>
                  </a:cubicBezTo>
                  <a:cubicBezTo>
                    <a:pt x="11" y="13"/>
                    <a:pt x="7" y="18"/>
                    <a:pt x="4" y="22"/>
                  </a:cubicBezTo>
                  <a:cubicBezTo>
                    <a:pt x="22" y="41"/>
                    <a:pt x="22" y="41"/>
                    <a:pt x="22" y="41"/>
                  </a:cubicBezTo>
                  <a:cubicBezTo>
                    <a:pt x="0" y="104"/>
                    <a:pt x="0" y="104"/>
                    <a:pt x="0" y="104"/>
                  </a:cubicBezTo>
                  <a:cubicBezTo>
                    <a:pt x="12" y="155"/>
                    <a:pt x="12" y="155"/>
                    <a:pt x="12" y="155"/>
                  </a:cubicBezTo>
                  <a:cubicBezTo>
                    <a:pt x="24" y="207"/>
                    <a:pt x="24" y="207"/>
                    <a:pt x="24" y="207"/>
                  </a:cubicBezTo>
                  <a:cubicBezTo>
                    <a:pt x="24" y="207"/>
                    <a:pt x="26" y="200"/>
                    <a:pt x="29" y="190"/>
                  </a:cubicBezTo>
                  <a:cubicBezTo>
                    <a:pt x="35" y="167"/>
                    <a:pt x="47" y="126"/>
                    <a:pt x="58" y="85"/>
                  </a:cubicBezTo>
                  <a:cubicBezTo>
                    <a:pt x="40" y="37"/>
                    <a:pt x="40" y="37"/>
                    <a:pt x="40" y="37"/>
                  </a:cubicBezTo>
                  <a:lnTo>
                    <a:pt x="53" y="2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5" name="Freeform 52"/>
            <p:cNvSpPr>
              <a:spLocks/>
            </p:cNvSpPr>
            <p:nvPr/>
          </p:nvSpPr>
          <p:spPr bwMode="auto">
            <a:xfrm>
              <a:off x="3852068" y="2943059"/>
              <a:ext cx="223838" cy="207963"/>
            </a:xfrm>
            <a:custGeom>
              <a:avLst/>
              <a:gdLst>
                <a:gd name="T0" fmla="*/ 105 w 105"/>
                <a:gd name="T1" fmla="*/ 45 h 97"/>
                <a:gd name="T2" fmla="*/ 101 w 105"/>
                <a:gd name="T3" fmla="*/ 0 h 97"/>
                <a:gd name="T4" fmla="*/ 89 w 105"/>
                <a:gd name="T5" fmla="*/ 38 h 97"/>
                <a:gd name="T6" fmla="*/ 29 w 105"/>
                <a:gd name="T7" fmla="*/ 61 h 97"/>
                <a:gd name="T8" fmla="*/ 0 w 105"/>
                <a:gd name="T9" fmla="*/ 43 h 97"/>
                <a:gd name="T10" fmla="*/ 0 w 105"/>
                <a:gd name="T11" fmla="*/ 60 h 97"/>
                <a:gd name="T12" fmla="*/ 0 w 105"/>
                <a:gd name="T13" fmla="*/ 59 h 97"/>
                <a:gd name="T14" fmla="*/ 56 w 105"/>
                <a:gd name="T15" fmla="*/ 96 h 97"/>
                <a:gd name="T16" fmla="*/ 105 w 105"/>
                <a:gd name="T17" fmla="*/ 4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97">
                  <a:moveTo>
                    <a:pt x="105" y="45"/>
                  </a:moveTo>
                  <a:cubicBezTo>
                    <a:pt x="101" y="0"/>
                    <a:pt x="101" y="0"/>
                    <a:pt x="101" y="0"/>
                  </a:cubicBezTo>
                  <a:cubicBezTo>
                    <a:pt x="99" y="11"/>
                    <a:pt x="94" y="28"/>
                    <a:pt x="89" y="38"/>
                  </a:cubicBezTo>
                  <a:cubicBezTo>
                    <a:pt x="80" y="53"/>
                    <a:pt x="45" y="64"/>
                    <a:pt x="29" y="61"/>
                  </a:cubicBezTo>
                  <a:cubicBezTo>
                    <a:pt x="13" y="59"/>
                    <a:pt x="3" y="48"/>
                    <a:pt x="0" y="43"/>
                  </a:cubicBezTo>
                  <a:cubicBezTo>
                    <a:pt x="0" y="60"/>
                    <a:pt x="0" y="60"/>
                    <a:pt x="0" y="60"/>
                  </a:cubicBezTo>
                  <a:cubicBezTo>
                    <a:pt x="0" y="59"/>
                    <a:pt x="0" y="59"/>
                    <a:pt x="0" y="59"/>
                  </a:cubicBezTo>
                  <a:cubicBezTo>
                    <a:pt x="0" y="59"/>
                    <a:pt x="29" y="97"/>
                    <a:pt x="56" y="96"/>
                  </a:cubicBezTo>
                  <a:cubicBezTo>
                    <a:pt x="83" y="96"/>
                    <a:pt x="102" y="56"/>
                    <a:pt x="105" y="45"/>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6" name="Freeform 53"/>
            <p:cNvSpPr>
              <a:spLocks/>
            </p:cNvSpPr>
            <p:nvPr/>
          </p:nvSpPr>
          <p:spPr bwMode="auto">
            <a:xfrm>
              <a:off x="3940968" y="3871746"/>
              <a:ext cx="322263" cy="206375"/>
            </a:xfrm>
            <a:custGeom>
              <a:avLst/>
              <a:gdLst>
                <a:gd name="T0" fmla="*/ 106 w 150"/>
                <a:gd name="T1" fmla="*/ 2 h 96"/>
                <a:gd name="T2" fmla="*/ 91 w 150"/>
                <a:gd name="T3" fmla="*/ 2 h 96"/>
                <a:gd name="T4" fmla="*/ 63 w 150"/>
                <a:gd name="T5" fmla="*/ 7 h 96"/>
                <a:gd name="T6" fmla="*/ 49 w 150"/>
                <a:gd name="T7" fmla="*/ 14 h 96"/>
                <a:gd name="T8" fmla="*/ 31 w 150"/>
                <a:gd name="T9" fmla="*/ 22 h 96"/>
                <a:gd name="T10" fmla="*/ 13 w 150"/>
                <a:gd name="T11" fmla="*/ 23 h 96"/>
                <a:gd name="T12" fmla="*/ 7 w 150"/>
                <a:gd name="T13" fmla="*/ 32 h 96"/>
                <a:gd name="T14" fmla="*/ 4 w 150"/>
                <a:gd name="T15" fmla="*/ 32 h 96"/>
                <a:gd name="T16" fmla="*/ 0 w 150"/>
                <a:gd name="T17" fmla="*/ 37 h 96"/>
                <a:gd name="T18" fmla="*/ 10 w 150"/>
                <a:gd name="T19" fmla="*/ 44 h 96"/>
                <a:gd name="T20" fmla="*/ 12 w 150"/>
                <a:gd name="T21" fmla="*/ 47 h 96"/>
                <a:gd name="T22" fmla="*/ 13 w 150"/>
                <a:gd name="T23" fmla="*/ 49 h 96"/>
                <a:gd name="T24" fmla="*/ 15 w 150"/>
                <a:gd name="T25" fmla="*/ 52 h 96"/>
                <a:gd name="T26" fmla="*/ 18 w 150"/>
                <a:gd name="T27" fmla="*/ 57 h 96"/>
                <a:gd name="T28" fmla="*/ 29 w 150"/>
                <a:gd name="T29" fmla="*/ 60 h 96"/>
                <a:gd name="T30" fmla="*/ 30 w 150"/>
                <a:gd name="T31" fmla="*/ 64 h 96"/>
                <a:gd name="T32" fmla="*/ 35 w 150"/>
                <a:gd name="T33" fmla="*/ 69 h 96"/>
                <a:gd name="T34" fmla="*/ 39 w 150"/>
                <a:gd name="T35" fmla="*/ 76 h 96"/>
                <a:gd name="T36" fmla="*/ 46 w 150"/>
                <a:gd name="T37" fmla="*/ 87 h 96"/>
                <a:gd name="T38" fmla="*/ 63 w 150"/>
                <a:gd name="T39" fmla="*/ 95 h 96"/>
                <a:gd name="T40" fmla="*/ 101 w 150"/>
                <a:gd name="T41" fmla="*/ 90 h 96"/>
                <a:gd name="T42" fmla="*/ 136 w 150"/>
                <a:gd name="T43" fmla="*/ 60 h 96"/>
                <a:gd name="T44" fmla="*/ 148 w 150"/>
                <a:gd name="T45" fmla="*/ 55 h 96"/>
                <a:gd name="T46" fmla="*/ 134 w 150"/>
                <a:gd name="T47" fmla="*/ 0 h 96"/>
                <a:gd name="T48" fmla="*/ 106 w 150"/>
                <a:gd name="T49" fmla="*/ 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0" h="96">
                  <a:moveTo>
                    <a:pt x="106" y="2"/>
                  </a:moveTo>
                  <a:cubicBezTo>
                    <a:pt x="97" y="2"/>
                    <a:pt x="96" y="2"/>
                    <a:pt x="91" y="2"/>
                  </a:cubicBezTo>
                  <a:cubicBezTo>
                    <a:pt x="85" y="2"/>
                    <a:pt x="66" y="6"/>
                    <a:pt x="63" y="7"/>
                  </a:cubicBezTo>
                  <a:cubicBezTo>
                    <a:pt x="60" y="8"/>
                    <a:pt x="53" y="14"/>
                    <a:pt x="49" y="14"/>
                  </a:cubicBezTo>
                  <a:cubicBezTo>
                    <a:pt x="45" y="14"/>
                    <a:pt x="35" y="20"/>
                    <a:pt x="31" y="22"/>
                  </a:cubicBezTo>
                  <a:cubicBezTo>
                    <a:pt x="26" y="24"/>
                    <a:pt x="20" y="24"/>
                    <a:pt x="13" y="23"/>
                  </a:cubicBezTo>
                  <a:cubicBezTo>
                    <a:pt x="6" y="22"/>
                    <a:pt x="7" y="32"/>
                    <a:pt x="7" y="32"/>
                  </a:cubicBezTo>
                  <a:cubicBezTo>
                    <a:pt x="4" y="32"/>
                    <a:pt x="4" y="32"/>
                    <a:pt x="4" y="32"/>
                  </a:cubicBezTo>
                  <a:cubicBezTo>
                    <a:pt x="1" y="32"/>
                    <a:pt x="0" y="34"/>
                    <a:pt x="0" y="37"/>
                  </a:cubicBezTo>
                  <a:cubicBezTo>
                    <a:pt x="0" y="40"/>
                    <a:pt x="9" y="42"/>
                    <a:pt x="10" y="44"/>
                  </a:cubicBezTo>
                  <a:cubicBezTo>
                    <a:pt x="10" y="45"/>
                    <a:pt x="11" y="46"/>
                    <a:pt x="12" y="47"/>
                  </a:cubicBezTo>
                  <a:cubicBezTo>
                    <a:pt x="12" y="47"/>
                    <a:pt x="13" y="48"/>
                    <a:pt x="13" y="49"/>
                  </a:cubicBezTo>
                  <a:cubicBezTo>
                    <a:pt x="14" y="50"/>
                    <a:pt x="15" y="51"/>
                    <a:pt x="15" y="52"/>
                  </a:cubicBezTo>
                  <a:cubicBezTo>
                    <a:pt x="15" y="54"/>
                    <a:pt x="17" y="57"/>
                    <a:pt x="18" y="57"/>
                  </a:cubicBezTo>
                  <a:cubicBezTo>
                    <a:pt x="20" y="58"/>
                    <a:pt x="29" y="60"/>
                    <a:pt x="29" y="60"/>
                  </a:cubicBezTo>
                  <a:cubicBezTo>
                    <a:pt x="29" y="60"/>
                    <a:pt x="30" y="63"/>
                    <a:pt x="30" y="64"/>
                  </a:cubicBezTo>
                  <a:cubicBezTo>
                    <a:pt x="31" y="66"/>
                    <a:pt x="33" y="68"/>
                    <a:pt x="35" y="69"/>
                  </a:cubicBezTo>
                  <a:cubicBezTo>
                    <a:pt x="36" y="71"/>
                    <a:pt x="39" y="76"/>
                    <a:pt x="39" y="76"/>
                  </a:cubicBezTo>
                  <a:cubicBezTo>
                    <a:pt x="39" y="76"/>
                    <a:pt x="44" y="85"/>
                    <a:pt x="46" y="87"/>
                  </a:cubicBezTo>
                  <a:cubicBezTo>
                    <a:pt x="47" y="90"/>
                    <a:pt x="52" y="94"/>
                    <a:pt x="63" y="95"/>
                  </a:cubicBezTo>
                  <a:cubicBezTo>
                    <a:pt x="74" y="96"/>
                    <a:pt x="89" y="95"/>
                    <a:pt x="101" y="90"/>
                  </a:cubicBezTo>
                  <a:cubicBezTo>
                    <a:pt x="113" y="86"/>
                    <a:pt x="136" y="60"/>
                    <a:pt x="136" y="60"/>
                  </a:cubicBezTo>
                  <a:cubicBezTo>
                    <a:pt x="136" y="60"/>
                    <a:pt x="146" y="60"/>
                    <a:pt x="148" y="55"/>
                  </a:cubicBezTo>
                  <a:cubicBezTo>
                    <a:pt x="150" y="49"/>
                    <a:pt x="134" y="0"/>
                    <a:pt x="134" y="0"/>
                  </a:cubicBezTo>
                  <a:cubicBezTo>
                    <a:pt x="134" y="0"/>
                    <a:pt x="115" y="2"/>
                    <a:pt x="106" y="2"/>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7" name="Freeform 54"/>
            <p:cNvSpPr>
              <a:spLocks/>
            </p:cNvSpPr>
            <p:nvPr/>
          </p:nvSpPr>
          <p:spPr bwMode="auto">
            <a:xfrm>
              <a:off x="3699668" y="3901909"/>
              <a:ext cx="276225" cy="212725"/>
            </a:xfrm>
            <a:custGeom>
              <a:avLst/>
              <a:gdLst>
                <a:gd name="T0" fmla="*/ 126 w 129"/>
                <a:gd name="T1" fmla="*/ 35 h 99"/>
                <a:gd name="T2" fmla="*/ 125 w 129"/>
                <a:gd name="T3" fmla="*/ 33 h 99"/>
                <a:gd name="T4" fmla="*/ 113 w 129"/>
                <a:gd name="T5" fmla="*/ 25 h 99"/>
                <a:gd name="T6" fmla="*/ 115 w 129"/>
                <a:gd name="T7" fmla="*/ 14 h 99"/>
                <a:gd name="T8" fmla="*/ 97 w 129"/>
                <a:gd name="T9" fmla="*/ 7 h 99"/>
                <a:gd name="T10" fmla="*/ 88 w 129"/>
                <a:gd name="T11" fmla="*/ 4 h 99"/>
                <a:gd name="T12" fmla="*/ 70 w 129"/>
                <a:gd name="T13" fmla="*/ 2 h 99"/>
                <a:gd name="T14" fmla="*/ 51 w 129"/>
                <a:gd name="T15" fmla="*/ 1 h 99"/>
                <a:gd name="T16" fmla="*/ 26 w 129"/>
                <a:gd name="T17" fmla="*/ 8 h 99"/>
                <a:gd name="T18" fmla="*/ 0 w 129"/>
                <a:gd name="T19" fmla="*/ 56 h 99"/>
                <a:gd name="T20" fmla="*/ 17 w 129"/>
                <a:gd name="T21" fmla="*/ 72 h 99"/>
                <a:gd name="T22" fmla="*/ 31 w 129"/>
                <a:gd name="T23" fmla="*/ 81 h 99"/>
                <a:gd name="T24" fmla="*/ 50 w 129"/>
                <a:gd name="T25" fmla="*/ 90 h 99"/>
                <a:gd name="T26" fmla="*/ 72 w 129"/>
                <a:gd name="T27" fmla="*/ 99 h 99"/>
                <a:gd name="T28" fmla="*/ 91 w 129"/>
                <a:gd name="T29" fmla="*/ 96 h 99"/>
                <a:gd name="T30" fmla="*/ 98 w 129"/>
                <a:gd name="T31" fmla="*/ 89 h 99"/>
                <a:gd name="T32" fmla="*/ 101 w 129"/>
                <a:gd name="T33" fmla="*/ 80 h 99"/>
                <a:gd name="T34" fmla="*/ 113 w 129"/>
                <a:gd name="T35" fmla="*/ 68 h 99"/>
                <a:gd name="T36" fmla="*/ 121 w 129"/>
                <a:gd name="T37" fmla="*/ 52 h 99"/>
                <a:gd name="T38" fmla="*/ 127 w 129"/>
                <a:gd name="T39" fmla="*/ 35 h 99"/>
                <a:gd name="T40" fmla="*/ 126 w 129"/>
                <a:gd name="T41" fmla="*/ 3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 h="99">
                  <a:moveTo>
                    <a:pt x="126" y="35"/>
                  </a:moveTo>
                  <a:cubicBezTo>
                    <a:pt x="126" y="34"/>
                    <a:pt x="125" y="33"/>
                    <a:pt x="125" y="33"/>
                  </a:cubicBezTo>
                  <a:cubicBezTo>
                    <a:pt x="122" y="30"/>
                    <a:pt x="117" y="27"/>
                    <a:pt x="113" y="25"/>
                  </a:cubicBezTo>
                  <a:cubicBezTo>
                    <a:pt x="109" y="22"/>
                    <a:pt x="115" y="14"/>
                    <a:pt x="115" y="14"/>
                  </a:cubicBezTo>
                  <a:cubicBezTo>
                    <a:pt x="115" y="14"/>
                    <a:pt x="100" y="9"/>
                    <a:pt x="97" y="7"/>
                  </a:cubicBezTo>
                  <a:cubicBezTo>
                    <a:pt x="94" y="4"/>
                    <a:pt x="90" y="4"/>
                    <a:pt x="88" y="4"/>
                  </a:cubicBezTo>
                  <a:cubicBezTo>
                    <a:pt x="85" y="3"/>
                    <a:pt x="76" y="2"/>
                    <a:pt x="70" y="2"/>
                  </a:cubicBezTo>
                  <a:cubicBezTo>
                    <a:pt x="64" y="1"/>
                    <a:pt x="54" y="1"/>
                    <a:pt x="51" y="1"/>
                  </a:cubicBezTo>
                  <a:cubicBezTo>
                    <a:pt x="48" y="1"/>
                    <a:pt x="45" y="0"/>
                    <a:pt x="26" y="8"/>
                  </a:cubicBezTo>
                  <a:cubicBezTo>
                    <a:pt x="6" y="15"/>
                    <a:pt x="0" y="56"/>
                    <a:pt x="0" y="56"/>
                  </a:cubicBezTo>
                  <a:cubicBezTo>
                    <a:pt x="0" y="56"/>
                    <a:pt x="14" y="69"/>
                    <a:pt x="17" y="72"/>
                  </a:cubicBezTo>
                  <a:cubicBezTo>
                    <a:pt x="20" y="76"/>
                    <a:pt x="26" y="80"/>
                    <a:pt x="31" y="81"/>
                  </a:cubicBezTo>
                  <a:cubicBezTo>
                    <a:pt x="37" y="81"/>
                    <a:pt x="44" y="86"/>
                    <a:pt x="50" y="90"/>
                  </a:cubicBezTo>
                  <a:cubicBezTo>
                    <a:pt x="55" y="94"/>
                    <a:pt x="61" y="99"/>
                    <a:pt x="72" y="99"/>
                  </a:cubicBezTo>
                  <a:cubicBezTo>
                    <a:pt x="82" y="99"/>
                    <a:pt x="88" y="99"/>
                    <a:pt x="91" y="96"/>
                  </a:cubicBezTo>
                  <a:cubicBezTo>
                    <a:pt x="94" y="94"/>
                    <a:pt x="93" y="92"/>
                    <a:pt x="98" y="89"/>
                  </a:cubicBezTo>
                  <a:cubicBezTo>
                    <a:pt x="103" y="87"/>
                    <a:pt x="97" y="81"/>
                    <a:pt x="101" y="80"/>
                  </a:cubicBezTo>
                  <a:cubicBezTo>
                    <a:pt x="105" y="79"/>
                    <a:pt x="112" y="78"/>
                    <a:pt x="113" y="68"/>
                  </a:cubicBezTo>
                  <a:cubicBezTo>
                    <a:pt x="118" y="68"/>
                    <a:pt x="120" y="58"/>
                    <a:pt x="121" y="52"/>
                  </a:cubicBezTo>
                  <a:cubicBezTo>
                    <a:pt x="129" y="51"/>
                    <a:pt x="128" y="39"/>
                    <a:pt x="127" y="35"/>
                  </a:cubicBezTo>
                  <a:cubicBezTo>
                    <a:pt x="127" y="35"/>
                    <a:pt x="126" y="35"/>
                    <a:pt x="126" y="35"/>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8" name="Freeform 55"/>
            <p:cNvSpPr>
              <a:spLocks/>
            </p:cNvSpPr>
            <p:nvPr/>
          </p:nvSpPr>
          <p:spPr bwMode="auto">
            <a:xfrm>
              <a:off x="3763168" y="2730334"/>
              <a:ext cx="354013" cy="365125"/>
            </a:xfrm>
            <a:custGeom>
              <a:avLst/>
              <a:gdLst>
                <a:gd name="T0" fmla="*/ 154 w 165"/>
                <a:gd name="T1" fmla="*/ 36 h 170"/>
                <a:gd name="T2" fmla="*/ 153 w 165"/>
                <a:gd name="T3" fmla="*/ 43 h 170"/>
                <a:gd name="T4" fmla="*/ 146 w 165"/>
                <a:gd name="T5" fmla="*/ 59 h 170"/>
                <a:gd name="T6" fmla="*/ 138 w 165"/>
                <a:gd name="T7" fmla="*/ 65 h 170"/>
                <a:gd name="T8" fmla="*/ 136 w 165"/>
                <a:gd name="T9" fmla="*/ 48 h 170"/>
                <a:gd name="T10" fmla="*/ 127 w 165"/>
                <a:gd name="T11" fmla="*/ 28 h 170"/>
                <a:gd name="T12" fmla="*/ 118 w 165"/>
                <a:gd name="T13" fmla="*/ 1 h 170"/>
                <a:gd name="T14" fmla="*/ 82 w 165"/>
                <a:gd name="T15" fmla="*/ 2 h 170"/>
                <a:gd name="T16" fmla="*/ 38 w 165"/>
                <a:gd name="T17" fmla="*/ 4 h 170"/>
                <a:gd name="T18" fmla="*/ 16 w 165"/>
                <a:gd name="T19" fmla="*/ 0 h 170"/>
                <a:gd name="T20" fmla="*/ 12 w 165"/>
                <a:gd name="T21" fmla="*/ 21 h 170"/>
                <a:gd name="T22" fmla="*/ 12 w 165"/>
                <a:gd name="T23" fmla="*/ 53 h 170"/>
                <a:gd name="T24" fmla="*/ 15 w 165"/>
                <a:gd name="T25" fmla="*/ 77 h 170"/>
                <a:gd name="T26" fmla="*/ 7 w 165"/>
                <a:gd name="T27" fmla="*/ 76 h 170"/>
                <a:gd name="T28" fmla="*/ 1 w 165"/>
                <a:gd name="T29" fmla="*/ 66 h 170"/>
                <a:gd name="T30" fmla="*/ 0 w 165"/>
                <a:gd name="T31" fmla="*/ 69 h 170"/>
                <a:gd name="T32" fmla="*/ 4 w 165"/>
                <a:gd name="T33" fmla="*/ 86 h 170"/>
                <a:gd name="T34" fmla="*/ 13 w 165"/>
                <a:gd name="T35" fmla="*/ 110 h 170"/>
                <a:gd name="T36" fmla="*/ 22 w 165"/>
                <a:gd name="T37" fmla="*/ 117 h 170"/>
                <a:gd name="T38" fmla="*/ 39 w 165"/>
                <a:gd name="T39" fmla="*/ 146 h 170"/>
                <a:gd name="T40" fmla="*/ 39 w 165"/>
                <a:gd name="T41" fmla="*/ 147 h 170"/>
                <a:gd name="T42" fmla="*/ 69 w 165"/>
                <a:gd name="T43" fmla="*/ 167 h 170"/>
                <a:gd name="T44" fmla="*/ 133 w 165"/>
                <a:gd name="T45" fmla="*/ 142 h 170"/>
                <a:gd name="T46" fmla="*/ 146 w 165"/>
                <a:gd name="T47" fmla="*/ 102 h 170"/>
                <a:gd name="T48" fmla="*/ 148 w 165"/>
                <a:gd name="T49" fmla="*/ 93 h 170"/>
                <a:gd name="T50" fmla="*/ 164 w 165"/>
                <a:gd name="T51" fmla="*/ 82 h 170"/>
                <a:gd name="T52" fmla="*/ 165 w 165"/>
                <a:gd name="T53" fmla="*/ 46 h 170"/>
                <a:gd name="T54" fmla="*/ 154 w 165"/>
                <a:gd name="T55" fmla="*/ 3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5" h="170">
                  <a:moveTo>
                    <a:pt x="154" y="36"/>
                  </a:moveTo>
                  <a:cubicBezTo>
                    <a:pt x="153" y="39"/>
                    <a:pt x="153" y="42"/>
                    <a:pt x="153" y="43"/>
                  </a:cubicBezTo>
                  <a:cubicBezTo>
                    <a:pt x="151" y="47"/>
                    <a:pt x="151" y="50"/>
                    <a:pt x="146" y="59"/>
                  </a:cubicBezTo>
                  <a:cubicBezTo>
                    <a:pt x="141" y="68"/>
                    <a:pt x="138" y="65"/>
                    <a:pt x="138" y="65"/>
                  </a:cubicBezTo>
                  <a:cubicBezTo>
                    <a:pt x="138" y="65"/>
                    <a:pt x="137" y="51"/>
                    <a:pt x="136" y="48"/>
                  </a:cubicBezTo>
                  <a:cubicBezTo>
                    <a:pt x="136" y="45"/>
                    <a:pt x="129" y="35"/>
                    <a:pt x="127" y="28"/>
                  </a:cubicBezTo>
                  <a:cubicBezTo>
                    <a:pt x="125" y="22"/>
                    <a:pt x="120" y="1"/>
                    <a:pt x="118" y="1"/>
                  </a:cubicBezTo>
                  <a:cubicBezTo>
                    <a:pt x="116" y="0"/>
                    <a:pt x="92" y="2"/>
                    <a:pt x="82" y="2"/>
                  </a:cubicBezTo>
                  <a:cubicBezTo>
                    <a:pt x="71" y="2"/>
                    <a:pt x="55" y="4"/>
                    <a:pt x="38" y="4"/>
                  </a:cubicBezTo>
                  <a:cubicBezTo>
                    <a:pt x="21" y="3"/>
                    <a:pt x="16" y="0"/>
                    <a:pt x="16" y="0"/>
                  </a:cubicBezTo>
                  <a:cubicBezTo>
                    <a:pt x="16" y="0"/>
                    <a:pt x="13" y="17"/>
                    <a:pt x="12" y="21"/>
                  </a:cubicBezTo>
                  <a:cubicBezTo>
                    <a:pt x="12" y="25"/>
                    <a:pt x="11" y="46"/>
                    <a:pt x="12" y="53"/>
                  </a:cubicBezTo>
                  <a:cubicBezTo>
                    <a:pt x="12" y="60"/>
                    <a:pt x="15" y="77"/>
                    <a:pt x="15" y="77"/>
                  </a:cubicBezTo>
                  <a:cubicBezTo>
                    <a:pt x="15" y="77"/>
                    <a:pt x="10" y="79"/>
                    <a:pt x="7" y="76"/>
                  </a:cubicBezTo>
                  <a:cubicBezTo>
                    <a:pt x="6" y="75"/>
                    <a:pt x="4" y="71"/>
                    <a:pt x="1" y="66"/>
                  </a:cubicBezTo>
                  <a:cubicBezTo>
                    <a:pt x="1" y="66"/>
                    <a:pt x="0" y="67"/>
                    <a:pt x="0" y="69"/>
                  </a:cubicBezTo>
                  <a:cubicBezTo>
                    <a:pt x="0" y="69"/>
                    <a:pt x="2" y="77"/>
                    <a:pt x="4" y="86"/>
                  </a:cubicBezTo>
                  <a:cubicBezTo>
                    <a:pt x="6" y="94"/>
                    <a:pt x="12" y="108"/>
                    <a:pt x="13" y="110"/>
                  </a:cubicBezTo>
                  <a:cubicBezTo>
                    <a:pt x="15" y="113"/>
                    <a:pt x="20" y="119"/>
                    <a:pt x="22" y="117"/>
                  </a:cubicBezTo>
                  <a:cubicBezTo>
                    <a:pt x="24" y="116"/>
                    <a:pt x="37" y="142"/>
                    <a:pt x="39" y="146"/>
                  </a:cubicBezTo>
                  <a:cubicBezTo>
                    <a:pt x="39" y="147"/>
                    <a:pt x="39" y="147"/>
                    <a:pt x="39" y="147"/>
                  </a:cubicBezTo>
                  <a:cubicBezTo>
                    <a:pt x="42" y="153"/>
                    <a:pt x="52" y="164"/>
                    <a:pt x="69" y="167"/>
                  </a:cubicBezTo>
                  <a:cubicBezTo>
                    <a:pt x="87" y="170"/>
                    <a:pt x="124" y="158"/>
                    <a:pt x="133" y="142"/>
                  </a:cubicBezTo>
                  <a:cubicBezTo>
                    <a:pt x="139" y="132"/>
                    <a:pt x="144" y="113"/>
                    <a:pt x="146" y="102"/>
                  </a:cubicBezTo>
                  <a:cubicBezTo>
                    <a:pt x="147" y="97"/>
                    <a:pt x="148" y="93"/>
                    <a:pt x="148" y="93"/>
                  </a:cubicBezTo>
                  <a:cubicBezTo>
                    <a:pt x="148" y="93"/>
                    <a:pt x="163" y="92"/>
                    <a:pt x="164" y="82"/>
                  </a:cubicBezTo>
                  <a:cubicBezTo>
                    <a:pt x="165" y="72"/>
                    <a:pt x="165" y="48"/>
                    <a:pt x="165" y="46"/>
                  </a:cubicBezTo>
                  <a:cubicBezTo>
                    <a:pt x="165" y="44"/>
                    <a:pt x="162" y="33"/>
                    <a:pt x="154" y="36"/>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9" name="Freeform 56"/>
            <p:cNvSpPr>
              <a:spLocks/>
            </p:cNvSpPr>
            <p:nvPr/>
          </p:nvSpPr>
          <p:spPr bwMode="auto">
            <a:xfrm>
              <a:off x="3969543" y="3152609"/>
              <a:ext cx="95250" cy="98425"/>
            </a:xfrm>
            <a:custGeom>
              <a:avLst/>
              <a:gdLst>
                <a:gd name="T0" fmla="*/ 17 w 45"/>
                <a:gd name="T1" fmla="*/ 14 h 46"/>
                <a:gd name="T2" fmla="*/ 29 w 45"/>
                <a:gd name="T3" fmla="*/ 25 h 46"/>
                <a:gd name="T4" fmla="*/ 45 w 45"/>
                <a:gd name="T5" fmla="*/ 46 h 46"/>
                <a:gd name="T6" fmla="*/ 30 w 45"/>
                <a:gd name="T7" fmla="*/ 24 h 46"/>
                <a:gd name="T8" fmla="*/ 19 w 45"/>
                <a:gd name="T9" fmla="*/ 12 h 46"/>
                <a:gd name="T10" fmla="*/ 12 w 45"/>
                <a:gd name="T11" fmla="*/ 6 h 46"/>
                <a:gd name="T12" fmla="*/ 0 w 45"/>
                <a:gd name="T13" fmla="*/ 0 h 46"/>
                <a:gd name="T14" fmla="*/ 8 w 45"/>
                <a:gd name="T15" fmla="*/ 6 h 46"/>
                <a:gd name="T16" fmla="*/ 17 w 45"/>
                <a:gd name="T17" fmla="*/ 1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7" y="14"/>
                  </a:moveTo>
                  <a:cubicBezTo>
                    <a:pt x="21" y="17"/>
                    <a:pt x="25" y="21"/>
                    <a:pt x="29" y="25"/>
                  </a:cubicBezTo>
                  <a:cubicBezTo>
                    <a:pt x="36" y="32"/>
                    <a:pt x="42" y="39"/>
                    <a:pt x="45" y="46"/>
                  </a:cubicBezTo>
                  <a:cubicBezTo>
                    <a:pt x="43" y="41"/>
                    <a:pt x="37" y="33"/>
                    <a:pt x="30" y="24"/>
                  </a:cubicBezTo>
                  <a:cubicBezTo>
                    <a:pt x="26" y="20"/>
                    <a:pt x="22" y="15"/>
                    <a:pt x="19" y="12"/>
                  </a:cubicBezTo>
                  <a:cubicBezTo>
                    <a:pt x="16" y="9"/>
                    <a:pt x="14" y="7"/>
                    <a:pt x="12" y="6"/>
                  </a:cubicBezTo>
                  <a:cubicBezTo>
                    <a:pt x="7" y="2"/>
                    <a:pt x="3" y="0"/>
                    <a:pt x="0" y="0"/>
                  </a:cubicBezTo>
                  <a:cubicBezTo>
                    <a:pt x="2" y="2"/>
                    <a:pt x="5" y="4"/>
                    <a:pt x="8" y="6"/>
                  </a:cubicBezTo>
                  <a:cubicBezTo>
                    <a:pt x="11" y="8"/>
                    <a:pt x="14" y="11"/>
                    <a:pt x="17" y="14"/>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0" name="Freeform 57"/>
            <p:cNvSpPr>
              <a:spLocks noEditPoints="1"/>
            </p:cNvSpPr>
            <p:nvPr/>
          </p:nvSpPr>
          <p:spPr bwMode="auto">
            <a:xfrm>
              <a:off x="3383755" y="3060534"/>
              <a:ext cx="1150938" cy="2884488"/>
            </a:xfrm>
            <a:custGeom>
              <a:avLst/>
              <a:gdLst>
                <a:gd name="T0" fmla="*/ 87 w 537"/>
                <a:gd name="T1" fmla="*/ 1327 h 1346"/>
                <a:gd name="T2" fmla="*/ 181 w 537"/>
                <a:gd name="T3" fmla="*/ 1341 h 1346"/>
                <a:gd name="T4" fmla="*/ 203 w 537"/>
                <a:gd name="T5" fmla="*/ 1268 h 1346"/>
                <a:gd name="T6" fmla="*/ 239 w 537"/>
                <a:gd name="T7" fmla="*/ 944 h 1346"/>
                <a:gd name="T8" fmla="*/ 275 w 537"/>
                <a:gd name="T9" fmla="*/ 759 h 1346"/>
                <a:gd name="T10" fmla="*/ 309 w 537"/>
                <a:gd name="T11" fmla="*/ 1122 h 1346"/>
                <a:gd name="T12" fmla="*/ 335 w 537"/>
                <a:gd name="T13" fmla="*/ 1304 h 1346"/>
                <a:gd name="T14" fmla="*/ 406 w 537"/>
                <a:gd name="T15" fmla="*/ 1327 h 1346"/>
                <a:gd name="T16" fmla="*/ 441 w 537"/>
                <a:gd name="T17" fmla="*/ 1306 h 1346"/>
                <a:gd name="T18" fmla="*/ 443 w 537"/>
                <a:gd name="T19" fmla="*/ 1208 h 1346"/>
                <a:gd name="T20" fmla="*/ 439 w 537"/>
                <a:gd name="T21" fmla="*/ 1064 h 1346"/>
                <a:gd name="T22" fmla="*/ 437 w 537"/>
                <a:gd name="T23" fmla="*/ 687 h 1346"/>
                <a:gd name="T24" fmla="*/ 469 w 537"/>
                <a:gd name="T25" fmla="*/ 639 h 1346"/>
                <a:gd name="T26" fmla="*/ 479 w 537"/>
                <a:gd name="T27" fmla="*/ 433 h 1346"/>
                <a:gd name="T28" fmla="*/ 521 w 537"/>
                <a:gd name="T29" fmla="*/ 286 h 1346"/>
                <a:gd name="T30" fmla="*/ 403 w 537"/>
                <a:gd name="T31" fmla="*/ 28 h 1346"/>
                <a:gd name="T32" fmla="*/ 336 w 537"/>
                <a:gd name="T33" fmla="*/ 8 h 1346"/>
                <a:gd name="T34" fmla="*/ 330 w 537"/>
                <a:gd name="T35" fmla="*/ 54 h 1346"/>
                <a:gd name="T36" fmla="*/ 318 w 537"/>
                <a:gd name="T37" fmla="*/ 90 h 1346"/>
                <a:gd name="T38" fmla="*/ 318 w 537"/>
                <a:gd name="T39" fmla="*/ 90 h 1346"/>
                <a:gd name="T40" fmla="*/ 278 w 537"/>
                <a:gd name="T41" fmla="*/ 233 h 1346"/>
                <a:gd name="T42" fmla="*/ 261 w 537"/>
                <a:gd name="T43" fmla="*/ 198 h 1346"/>
                <a:gd name="T44" fmla="*/ 236 w 537"/>
                <a:gd name="T45" fmla="*/ 91 h 1346"/>
                <a:gd name="T46" fmla="*/ 263 w 537"/>
                <a:gd name="T47" fmla="*/ 52 h 1346"/>
                <a:gd name="T48" fmla="*/ 273 w 537"/>
                <a:gd name="T49" fmla="*/ 43 h 1346"/>
                <a:gd name="T50" fmla="*/ 262 w 537"/>
                <a:gd name="T51" fmla="*/ 51 h 1346"/>
                <a:gd name="T52" fmla="*/ 236 w 537"/>
                <a:gd name="T53" fmla="*/ 90 h 1346"/>
                <a:gd name="T54" fmla="*/ 224 w 537"/>
                <a:gd name="T55" fmla="*/ 59 h 1346"/>
                <a:gd name="T56" fmla="*/ 217 w 537"/>
                <a:gd name="T57" fmla="*/ 11 h 1346"/>
                <a:gd name="T58" fmla="*/ 155 w 537"/>
                <a:gd name="T59" fmla="*/ 48 h 1346"/>
                <a:gd name="T60" fmla="*/ 68 w 537"/>
                <a:gd name="T61" fmla="*/ 92 h 1346"/>
                <a:gd name="T62" fmla="*/ 60 w 537"/>
                <a:gd name="T63" fmla="*/ 140 h 1346"/>
                <a:gd name="T64" fmla="*/ 6 w 537"/>
                <a:gd name="T65" fmla="*/ 326 h 1346"/>
                <a:gd name="T66" fmla="*/ 46 w 537"/>
                <a:gd name="T67" fmla="*/ 425 h 1346"/>
                <a:gd name="T68" fmla="*/ 100 w 537"/>
                <a:gd name="T69" fmla="*/ 495 h 1346"/>
                <a:gd name="T70" fmla="*/ 92 w 537"/>
                <a:gd name="T71" fmla="*/ 649 h 1346"/>
                <a:gd name="T72" fmla="*/ 96 w 537"/>
                <a:gd name="T73" fmla="*/ 763 h 1346"/>
                <a:gd name="T74" fmla="*/ 72 w 537"/>
                <a:gd name="T75" fmla="*/ 1269 h 1346"/>
                <a:gd name="T76" fmla="*/ 408 w 537"/>
                <a:gd name="T77" fmla="*/ 434 h 1346"/>
                <a:gd name="T78" fmla="*/ 361 w 537"/>
                <a:gd name="T79" fmla="*/ 469 h 1346"/>
                <a:gd name="T80" fmla="*/ 306 w 537"/>
                <a:gd name="T81" fmla="*/ 466 h 1346"/>
                <a:gd name="T82" fmla="*/ 295 w 537"/>
                <a:gd name="T83" fmla="*/ 448 h 1346"/>
                <a:gd name="T84" fmla="*/ 289 w 537"/>
                <a:gd name="T85" fmla="*/ 439 h 1346"/>
                <a:gd name="T86" fmla="*/ 275 w 537"/>
                <a:gd name="T87" fmla="*/ 431 h 1346"/>
                <a:gd name="T88" fmla="*/ 274 w 537"/>
                <a:gd name="T89" fmla="*/ 428 h 1346"/>
                <a:gd name="T90" fmla="*/ 260 w 537"/>
                <a:gd name="T91" fmla="*/ 461 h 1346"/>
                <a:gd name="T92" fmla="*/ 245 w 537"/>
                <a:gd name="T93" fmla="*/ 482 h 1346"/>
                <a:gd name="T94" fmla="*/ 219 w 537"/>
                <a:gd name="T95" fmla="*/ 492 h 1346"/>
                <a:gd name="T96" fmla="*/ 178 w 537"/>
                <a:gd name="T97" fmla="*/ 474 h 1346"/>
                <a:gd name="T98" fmla="*/ 147 w 537"/>
                <a:gd name="T99" fmla="*/ 449 h 1346"/>
                <a:gd name="T100" fmla="*/ 198 w 537"/>
                <a:gd name="T101" fmla="*/ 394 h 1346"/>
                <a:gd name="T102" fmla="*/ 235 w 537"/>
                <a:gd name="T103" fmla="*/ 397 h 1346"/>
                <a:gd name="T104" fmla="*/ 262 w 537"/>
                <a:gd name="T105" fmla="*/ 407 h 1346"/>
                <a:gd name="T106" fmla="*/ 272 w 537"/>
                <a:gd name="T107" fmla="*/ 426 h 1346"/>
                <a:gd name="T108" fmla="*/ 260 w 537"/>
                <a:gd name="T109" fmla="*/ 416 h 1346"/>
                <a:gd name="T110" fmla="*/ 267 w 537"/>
                <a:gd name="T111" fmla="*/ 411 h 1346"/>
                <a:gd name="T112" fmla="*/ 291 w 537"/>
                <a:gd name="T113" fmla="*/ 401 h 1346"/>
                <a:gd name="T114" fmla="*/ 323 w 537"/>
                <a:gd name="T115" fmla="*/ 386 h 1346"/>
                <a:gd name="T116" fmla="*/ 366 w 537"/>
                <a:gd name="T117" fmla="*/ 381 h 1346"/>
                <a:gd name="T118" fmla="*/ 408 w 537"/>
                <a:gd name="T119" fmla="*/ 434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7" h="1346">
                  <a:moveTo>
                    <a:pt x="68" y="1316"/>
                  </a:moveTo>
                  <a:cubicBezTo>
                    <a:pt x="68" y="1330"/>
                    <a:pt x="77" y="1327"/>
                    <a:pt x="87" y="1327"/>
                  </a:cubicBezTo>
                  <a:cubicBezTo>
                    <a:pt x="96" y="1327"/>
                    <a:pt x="143" y="1329"/>
                    <a:pt x="159" y="1330"/>
                  </a:cubicBezTo>
                  <a:cubicBezTo>
                    <a:pt x="174" y="1330"/>
                    <a:pt x="181" y="1344"/>
                    <a:pt x="181" y="1341"/>
                  </a:cubicBezTo>
                  <a:cubicBezTo>
                    <a:pt x="181" y="1338"/>
                    <a:pt x="185" y="1322"/>
                    <a:pt x="193" y="1307"/>
                  </a:cubicBezTo>
                  <a:cubicBezTo>
                    <a:pt x="201" y="1291"/>
                    <a:pt x="203" y="1268"/>
                    <a:pt x="203" y="1268"/>
                  </a:cubicBezTo>
                  <a:cubicBezTo>
                    <a:pt x="207" y="1246"/>
                    <a:pt x="217" y="1202"/>
                    <a:pt x="221" y="1174"/>
                  </a:cubicBezTo>
                  <a:cubicBezTo>
                    <a:pt x="225" y="1146"/>
                    <a:pt x="239" y="968"/>
                    <a:pt x="239" y="944"/>
                  </a:cubicBezTo>
                  <a:cubicBezTo>
                    <a:pt x="239" y="921"/>
                    <a:pt x="265" y="709"/>
                    <a:pt x="265" y="709"/>
                  </a:cubicBezTo>
                  <a:cubicBezTo>
                    <a:pt x="265" y="709"/>
                    <a:pt x="275" y="743"/>
                    <a:pt x="275" y="759"/>
                  </a:cubicBezTo>
                  <a:cubicBezTo>
                    <a:pt x="275" y="775"/>
                    <a:pt x="295" y="911"/>
                    <a:pt x="295" y="925"/>
                  </a:cubicBezTo>
                  <a:cubicBezTo>
                    <a:pt x="295" y="938"/>
                    <a:pt x="309" y="1096"/>
                    <a:pt x="309" y="1122"/>
                  </a:cubicBezTo>
                  <a:cubicBezTo>
                    <a:pt x="309" y="1148"/>
                    <a:pt x="315" y="1238"/>
                    <a:pt x="319" y="1256"/>
                  </a:cubicBezTo>
                  <a:cubicBezTo>
                    <a:pt x="323" y="1274"/>
                    <a:pt x="335" y="1304"/>
                    <a:pt x="335" y="1304"/>
                  </a:cubicBezTo>
                  <a:cubicBezTo>
                    <a:pt x="336" y="1320"/>
                    <a:pt x="340" y="1346"/>
                    <a:pt x="350" y="1337"/>
                  </a:cubicBezTo>
                  <a:cubicBezTo>
                    <a:pt x="360" y="1329"/>
                    <a:pt x="389" y="1327"/>
                    <a:pt x="406" y="1327"/>
                  </a:cubicBezTo>
                  <a:cubicBezTo>
                    <a:pt x="422" y="1327"/>
                    <a:pt x="441" y="1324"/>
                    <a:pt x="441" y="1324"/>
                  </a:cubicBezTo>
                  <a:cubicBezTo>
                    <a:pt x="441" y="1306"/>
                    <a:pt x="441" y="1306"/>
                    <a:pt x="441" y="1306"/>
                  </a:cubicBezTo>
                  <a:cubicBezTo>
                    <a:pt x="441" y="1306"/>
                    <a:pt x="449" y="1282"/>
                    <a:pt x="451" y="1274"/>
                  </a:cubicBezTo>
                  <a:cubicBezTo>
                    <a:pt x="453" y="1266"/>
                    <a:pt x="443" y="1224"/>
                    <a:pt x="443" y="1208"/>
                  </a:cubicBezTo>
                  <a:cubicBezTo>
                    <a:pt x="443" y="1192"/>
                    <a:pt x="441" y="1180"/>
                    <a:pt x="441" y="1166"/>
                  </a:cubicBezTo>
                  <a:cubicBezTo>
                    <a:pt x="441" y="1152"/>
                    <a:pt x="439" y="1092"/>
                    <a:pt x="439" y="1064"/>
                  </a:cubicBezTo>
                  <a:cubicBezTo>
                    <a:pt x="439" y="859"/>
                    <a:pt x="439" y="859"/>
                    <a:pt x="439" y="859"/>
                  </a:cubicBezTo>
                  <a:cubicBezTo>
                    <a:pt x="439" y="853"/>
                    <a:pt x="437" y="687"/>
                    <a:pt x="437" y="687"/>
                  </a:cubicBezTo>
                  <a:cubicBezTo>
                    <a:pt x="471" y="681"/>
                    <a:pt x="471" y="681"/>
                    <a:pt x="471" y="681"/>
                  </a:cubicBezTo>
                  <a:cubicBezTo>
                    <a:pt x="471" y="681"/>
                    <a:pt x="469" y="647"/>
                    <a:pt x="469" y="639"/>
                  </a:cubicBezTo>
                  <a:cubicBezTo>
                    <a:pt x="469" y="631"/>
                    <a:pt x="453" y="451"/>
                    <a:pt x="453" y="451"/>
                  </a:cubicBezTo>
                  <a:cubicBezTo>
                    <a:pt x="453" y="451"/>
                    <a:pt x="469" y="437"/>
                    <a:pt x="479" y="433"/>
                  </a:cubicBezTo>
                  <a:cubicBezTo>
                    <a:pt x="489" y="429"/>
                    <a:pt x="537" y="386"/>
                    <a:pt x="537" y="378"/>
                  </a:cubicBezTo>
                  <a:cubicBezTo>
                    <a:pt x="537" y="370"/>
                    <a:pt x="525" y="308"/>
                    <a:pt x="521" y="286"/>
                  </a:cubicBezTo>
                  <a:cubicBezTo>
                    <a:pt x="517" y="264"/>
                    <a:pt x="493" y="60"/>
                    <a:pt x="493" y="60"/>
                  </a:cubicBezTo>
                  <a:cubicBezTo>
                    <a:pt x="493" y="60"/>
                    <a:pt x="465" y="38"/>
                    <a:pt x="403" y="28"/>
                  </a:cubicBezTo>
                  <a:cubicBezTo>
                    <a:pt x="341" y="18"/>
                    <a:pt x="335" y="0"/>
                    <a:pt x="335" y="0"/>
                  </a:cubicBezTo>
                  <a:cubicBezTo>
                    <a:pt x="335" y="0"/>
                    <a:pt x="336" y="4"/>
                    <a:pt x="336" y="8"/>
                  </a:cubicBezTo>
                  <a:cubicBezTo>
                    <a:pt x="336" y="11"/>
                    <a:pt x="335" y="22"/>
                    <a:pt x="335" y="29"/>
                  </a:cubicBezTo>
                  <a:cubicBezTo>
                    <a:pt x="335" y="32"/>
                    <a:pt x="333" y="42"/>
                    <a:pt x="330" y="54"/>
                  </a:cubicBezTo>
                  <a:cubicBezTo>
                    <a:pt x="327" y="65"/>
                    <a:pt x="323" y="78"/>
                    <a:pt x="319" y="87"/>
                  </a:cubicBezTo>
                  <a:cubicBezTo>
                    <a:pt x="319" y="88"/>
                    <a:pt x="319" y="89"/>
                    <a:pt x="318" y="90"/>
                  </a:cubicBezTo>
                  <a:cubicBezTo>
                    <a:pt x="318" y="90"/>
                    <a:pt x="318" y="90"/>
                    <a:pt x="318" y="90"/>
                  </a:cubicBezTo>
                  <a:cubicBezTo>
                    <a:pt x="318" y="90"/>
                    <a:pt x="318" y="90"/>
                    <a:pt x="318" y="90"/>
                  </a:cubicBezTo>
                  <a:cubicBezTo>
                    <a:pt x="315" y="102"/>
                    <a:pt x="311" y="115"/>
                    <a:pt x="307" y="128"/>
                  </a:cubicBezTo>
                  <a:cubicBezTo>
                    <a:pt x="296" y="169"/>
                    <a:pt x="284" y="210"/>
                    <a:pt x="278" y="233"/>
                  </a:cubicBezTo>
                  <a:cubicBezTo>
                    <a:pt x="275" y="243"/>
                    <a:pt x="273" y="250"/>
                    <a:pt x="273" y="250"/>
                  </a:cubicBezTo>
                  <a:cubicBezTo>
                    <a:pt x="261" y="198"/>
                    <a:pt x="261" y="198"/>
                    <a:pt x="261" y="198"/>
                  </a:cubicBezTo>
                  <a:cubicBezTo>
                    <a:pt x="249" y="147"/>
                    <a:pt x="249" y="147"/>
                    <a:pt x="249" y="147"/>
                  </a:cubicBezTo>
                  <a:cubicBezTo>
                    <a:pt x="236" y="91"/>
                    <a:pt x="236" y="91"/>
                    <a:pt x="236" y="91"/>
                  </a:cubicBezTo>
                  <a:cubicBezTo>
                    <a:pt x="239" y="85"/>
                    <a:pt x="246" y="75"/>
                    <a:pt x="253" y="65"/>
                  </a:cubicBezTo>
                  <a:cubicBezTo>
                    <a:pt x="256" y="61"/>
                    <a:pt x="260" y="56"/>
                    <a:pt x="263" y="52"/>
                  </a:cubicBezTo>
                  <a:cubicBezTo>
                    <a:pt x="264" y="51"/>
                    <a:pt x="265" y="51"/>
                    <a:pt x="265" y="50"/>
                  </a:cubicBezTo>
                  <a:cubicBezTo>
                    <a:pt x="268" y="47"/>
                    <a:pt x="271" y="45"/>
                    <a:pt x="273" y="43"/>
                  </a:cubicBezTo>
                  <a:cubicBezTo>
                    <a:pt x="270" y="43"/>
                    <a:pt x="267" y="46"/>
                    <a:pt x="263" y="50"/>
                  </a:cubicBezTo>
                  <a:cubicBezTo>
                    <a:pt x="263" y="50"/>
                    <a:pt x="262" y="51"/>
                    <a:pt x="262" y="51"/>
                  </a:cubicBezTo>
                  <a:cubicBezTo>
                    <a:pt x="259" y="55"/>
                    <a:pt x="255" y="60"/>
                    <a:pt x="252" y="65"/>
                  </a:cubicBezTo>
                  <a:cubicBezTo>
                    <a:pt x="245" y="74"/>
                    <a:pt x="239" y="84"/>
                    <a:pt x="236" y="90"/>
                  </a:cubicBezTo>
                  <a:cubicBezTo>
                    <a:pt x="234" y="93"/>
                    <a:pt x="233" y="95"/>
                    <a:pt x="233" y="95"/>
                  </a:cubicBezTo>
                  <a:cubicBezTo>
                    <a:pt x="230" y="92"/>
                    <a:pt x="227" y="76"/>
                    <a:pt x="224" y="59"/>
                  </a:cubicBezTo>
                  <a:cubicBezTo>
                    <a:pt x="220" y="37"/>
                    <a:pt x="218" y="13"/>
                    <a:pt x="217" y="11"/>
                  </a:cubicBezTo>
                  <a:cubicBezTo>
                    <a:pt x="217" y="11"/>
                    <a:pt x="217" y="11"/>
                    <a:pt x="217" y="11"/>
                  </a:cubicBezTo>
                  <a:cubicBezTo>
                    <a:pt x="197" y="28"/>
                    <a:pt x="197" y="28"/>
                    <a:pt x="197" y="28"/>
                  </a:cubicBezTo>
                  <a:cubicBezTo>
                    <a:pt x="197" y="28"/>
                    <a:pt x="167" y="46"/>
                    <a:pt x="155" y="48"/>
                  </a:cubicBezTo>
                  <a:cubicBezTo>
                    <a:pt x="143" y="50"/>
                    <a:pt x="102" y="70"/>
                    <a:pt x="84" y="74"/>
                  </a:cubicBezTo>
                  <a:cubicBezTo>
                    <a:pt x="66" y="78"/>
                    <a:pt x="68" y="92"/>
                    <a:pt x="68" y="92"/>
                  </a:cubicBezTo>
                  <a:cubicBezTo>
                    <a:pt x="68" y="112"/>
                    <a:pt x="68" y="112"/>
                    <a:pt x="68" y="112"/>
                  </a:cubicBezTo>
                  <a:cubicBezTo>
                    <a:pt x="68" y="120"/>
                    <a:pt x="66" y="124"/>
                    <a:pt x="60" y="140"/>
                  </a:cubicBezTo>
                  <a:cubicBezTo>
                    <a:pt x="54" y="156"/>
                    <a:pt x="40" y="210"/>
                    <a:pt x="36" y="232"/>
                  </a:cubicBezTo>
                  <a:cubicBezTo>
                    <a:pt x="32" y="254"/>
                    <a:pt x="12" y="316"/>
                    <a:pt x="6" y="326"/>
                  </a:cubicBezTo>
                  <a:cubicBezTo>
                    <a:pt x="0" y="336"/>
                    <a:pt x="0" y="348"/>
                    <a:pt x="4" y="362"/>
                  </a:cubicBezTo>
                  <a:cubicBezTo>
                    <a:pt x="8" y="376"/>
                    <a:pt x="32" y="417"/>
                    <a:pt x="46" y="425"/>
                  </a:cubicBezTo>
                  <a:cubicBezTo>
                    <a:pt x="60" y="433"/>
                    <a:pt x="102" y="473"/>
                    <a:pt x="102" y="473"/>
                  </a:cubicBezTo>
                  <a:cubicBezTo>
                    <a:pt x="102" y="473"/>
                    <a:pt x="100" y="483"/>
                    <a:pt x="100" y="495"/>
                  </a:cubicBezTo>
                  <a:cubicBezTo>
                    <a:pt x="100" y="507"/>
                    <a:pt x="104" y="511"/>
                    <a:pt x="104" y="511"/>
                  </a:cubicBezTo>
                  <a:cubicBezTo>
                    <a:pt x="92" y="649"/>
                    <a:pt x="92" y="649"/>
                    <a:pt x="92" y="649"/>
                  </a:cubicBezTo>
                  <a:cubicBezTo>
                    <a:pt x="98" y="703"/>
                    <a:pt x="98" y="703"/>
                    <a:pt x="98" y="703"/>
                  </a:cubicBezTo>
                  <a:cubicBezTo>
                    <a:pt x="98" y="703"/>
                    <a:pt x="96" y="739"/>
                    <a:pt x="96" y="763"/>
                  </a:cubicBezTo>
                  <a:cubicBezTo>
                    <a:pt x="96" y="787"/>
                    <a:pt x="96" y="1074"/>
                    <a:pt x="94" y="1104"/>
                  </a:cubicBezTo>
                  <a:cubicBezTo>
                    <a:pt x="92" y="1134"/>
                    <a:pt x="80" y="1251"/>
                    <a:pt x="72" y="1269"/>
                  </a:cubicBezTo>
                  <a:cubicBezTo>
                    <a:pt x="72" y="1269"/>
                    <a:pt x="68" y="1303"/>
                    <a:pt x="68" y="1316"/>
                  </a:cubicBezTo>
                  <a:moveTo>
                    <a:pt x="408" y="434"/>
                  </a:moveTo>
                  <a:cubicBezTo>
                    <a:pt x="406" y="439"/>
                    <a:pt x="396" y="439"/>
                    <a:pt x="396" y="439"/>
                  </a:cubicBezTo>
                  <a:cubicBezTo>
                    <a:pt x="396" y="439"/>
                    <a:pt x="373" y="465"/>
                    <a:pt x="361" y="469"/>
                  </a:cubicBezTo>
                  <a:cubicBezTo>
                    <a:pt x="349" y="474"/>
                    <a:pt x="334" y="475"/>
                    <a:pt x="323" y="474"/>
                  </a:cubicBezTo>
                  <a:cubicBezTo>
                    <a:pt x="312" y="473"/>
                    <a:pt x="307" y="469"/>
                    <a:pt x="306" y="466"/>
                  </a:cubicBezTo>
                  <a:cubicBezTo>
                    <a:pt x="304" y="464"/>
                    <a:pt x="299" y="455"/>
                    <a:pt x="299" y="455"/>
                  </a:cubicBezTo>
                  <a:cubicBezTo>
                    <a:pt x="299" y="455"/>
                    <a:pt x="296" y="450"/>
                    <a:pt x="295" y="448"/>
                  </a:cubicBezTo>
                  <a:cubicBezTo>
                    <a:pt x="293" y="447"/>
                    <a:pt x="291" y="445"/>
                    <a:pt x="290" y="443"/>
                  </a:cubicBezTo>
                  <a:cubicBezTo>
                    <a:pt x="290" y="442"/>
                    <a:pt x="289" y="439"/>
                    <a:pt x="289" y="439"/>
                  </a:cubicBezTo>
                  <a:cubicBezTo>
                    <a:pt x="289" y="439"/>
                    <a:pt x="280" y="437"/>
                    <a:pt x="278" y="436"/>
                  </a:cubicBezTo>
                  <a:cubicBezTo>
                    <a:pt x="277" y="436"/>
                    <a:pt x="275" y="433"/>
                    <a:pt x="275" y="431"/>
                  </a:cubicBezTo>
                  <a:cubicBezTo>
                    <a:pt x="275" y="430"/>
                    <a:pt x="274" y="429"/>
                    <a:pt x="273" y="428"/>
                  </a:cubicBezTo>
                  <a:cubicBezTo>
                    <a:pt x="273" y="428"/>
                    <a:pt x="274" y="428"/>
                    <a:pt x="274" y="428"/>
                  </a:cubicBezTo>
                  <a:cubicBezTo>
                    <a:pt x="275" y="432"/>
                    <a:pt x="276" y="444"/>
                    <a:pt x="268" y="445"/>
                  </a:cubicBezTo>
                  <a:cubicBezTo>
                    <a:pt x="267" y="451"/>
                    <a:pt x="265" y="461"/>
                    <a:pt x="260" y="461"/>
                  </a:cubicBezTo>
                  <a:cubicBezTo>
                    <a:pt x="259" y="471"/>
                    <a:pt x="252" y="472"/>
                    <a:pt x="248" y="473"/>
                  </a:cubicBezTo>
                  <a:cubicBezTo>
                    <a:pt x="244" y="474"/>
                    <a:pt x="250" y="480"/>
                    <a:pt x="245" y="482"/>
                  </a:cubicBezTo>
                  <a:cubicBezTo>
                    <a:pt x="240" y="485"/>
                    <a:pt x="241" y="487"/>
                    <a:pt x="238" y="489"/>
                  </a:cubicBezTo>
                  <a:cubicBezTo>
                    <a:pt x="235" y="492"/>
                    <a:pt x="229" y="492"/>
                    <a:pt x="219" y="492"/>
                  </a:cubicBezTo>
                  <a:cubicBezTo>
                    <a:pt x="208" y="492"/>
                    <a:pt x="202" y="487"/>
                    <a:pt x="197" y="483"/>
                  </a:cubicBezTo>
                  <a:cubicBezTo>
                    <a:pt x="191" y="479"/>
                    <a:pt x="184" y="474"/>
                    <a:pt x="178" y="474"/>
                  </a:cubicBezTo>
                  <a:cubicBezTo>
                    <a:pt x="173" y="473"/>
                    <a:pt x="167" y="469"/>
                    <a:pt x="164" y="465"/>
                  </a:cubicBezTo>
                  <a:cubicBezTo>
                    <a:pt x="161" y="462"/>
                    <a:pt x="147" y="449"/>
                    <a:pt x="147" y="449"/>
                  </a:cubicBezTo>
                  <a:cubicBezTo>
                    <a:pt x="147" y="449"/>
                    <a:pt x="153" y="408"/>
                    <a:pt x="173" y="401"/>
                  </a:cubicBezTo>
                  <a:cubicBezTo>
                    <a:pt x="192" y="393"/>
                    <a:pt x="195" y="394"/>
                    <a:pt x="198" y="394"/>
                  </a:cubicBezTo>
                  <a:cubicBezTo>
                    <a:pt x="201" y="394"/>
                    <a:pt x="211" y="394"/>
                    <a:pt x="217" y="395"/>
                  </a:cubicBezTo>
                  <a:cubicBezTo>
                    <a:pt x="223" y="395"/>
                    <a:pt x="232" y="396"/>
                    <a:pt x="235" y="397"/>
                  </a:cubicBezTo>
                  <a:cubicBezTo>
                    <a:pt x="237" y="397"/>
                    <a:pt x="241" y="397"/>
                    <a:pt x="244" y="400"/>
                  </a:cubicBezTo>
                  <a:cubicBezTo>
                    <a:pt x="247" y="402"/>
                    <a:pt x="262" y="407"/>
                    <a:pt x="262" y="407"/>
                  </a:cubicBezTo>
                  <a:cubicBezTo>
                    <a:pt x="262" y="407"/>
                    <a:pt x="256" y="415"/>
                    <a:pt x="260" y="418"/>
                  </a:cubicBezTo>
                  <a:cubicBezTo>
                    <a:pt x="264" y="420"/>
                    <a:pt x="269" y="423"/>
                    <a:pt x="272" y="426"/>
                  </a:cubicBezTo>
                  <a:cubicBezTo>
                    <a:pt x="271" y="425"/>
                    <a:pt x="270" y="424"/>
                    <a:pt x="270" y="423"/>
                  </a:cubicBezTo>
                  <a:cubicBezTo>
                    <a:pt x="269" y="421"/>
                    <a:pt x="260" y="419"/>
                    <a:pt x="260" y="416"/>
                  </a:cubicBezTo>
                  <a:cubicBezTo>
                    <a:pt x="260" y="413"/>
                    <a:pt x="261" y="411"/>
                    <a:pt x="264" y="411"/>
                  </a:cubicBezTo>
                  <a:cubicBezTo>
                    <a:pt x="267" y="411"/>
                    <a:pt x="267" y="411"/>
                    <a:pt x="267" y="411"/>
                  </a:cubicBezTo>
                  <a:cubicBezTo>
                    <a:pt x="267" y="411"/>
                    <a:pt x="266" y="401"/>
                    <a:pt x="273" y="402"/>
                  </a:cubicBezTo>
                  <a:cubicBezTo>
                    <a:pt x="280" y="403"/>
                    <a:pt x="286" y="403"/>
                    <a:pt x="291" y="401"/>
                  </a:cubicBezTo>
                  <a:cubicBezTo>
                    <a:pt x="295" y="399"/>
                    <a:pt x="305" y="393"/>
                    <a:pt x="309" y="393"/>
                  </a:cubicBezTo>
                  <a:cubicBezTo>
                    <a:pt x="313" y="393"/>
                    <a:pt x="320" y="387"/>
                    <a:pt x="323" y="386"/>
                  </a:cubicBezTo>
                  <a:cubicBezTo>
                    <a:pt x="326" y="385"/>
                    <a:pt x="345" y="381"/>
                    <a:pt x="351" y="381"/>
                  </a:cubicBezTo>
                  <a:cubicBezTo>
                    <a:pt x="356" y="381"/>
                    <a:pt x="357" y="381"/>
                    <a:pt x="366" y="381"/>
                  </a:cubicBezTo>
                  <a:cubicBezTo>
                    <a:pt x="375" y="381"/>
                    <a:pt x="394" y="379"/>
                    <a:pt x="394" y="379"/>
                  </a:cubicBezTo>
                  <a:cubicBezTo>
                    <a:pt x="394" y="379"/>
                    <a:pt x="410" y="428"/>
                    <a:pt x="408" y="434"/>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1" name="Freeform 58"/>
            <p:cNvSpPr>
              <a:spLocks/>
            </p:cNvSpPr>
            <p:nvPr/>
          </p:nvSpPr>
          <p:spPr bwMode="auto">
            <a:xfrm>
              <a:off x="3748880" y="2590634"/>
              <a:ext cx="344488" cy="309563"/>
            </a:xfrm>
            <a:custGeom>
              <a:avLst/>
              <a:gdLst>
                <a:gd name="T0" fmla="*/ 8 w 161"/>
                <a:gd name="T1" fmla="*/ 131 h 144"/>
                <a:gd name="T2" fmla="*/ 14 w 161"/>
                <a:gd name="T3" fmla="*/ 141 h 144"/>
                <a:gd name="T4" fmla="*/ 22 w 161"/>
                <a:gd name="T5" fmla="*/ 142 h 144"/>
                <a:gd name="T6" fmla="*/ 19 w 161"/>
                <a:gd name="T7" fmla="*/ 118 h 144"/>
                <a:gd name="T8" fmla="*/ 19 w 161"/>
                <a:gd name="T9" fmla="*/ 86 h 144"/>
                <a:gd name="T10" fmla="*/ 23 w 161"/>
                <a:gd name="T11" fmla="*/ 65 h 144"/>
                <a:gd name="T12" fmla="*/ 45 w 161"/>
                <a:gd name="T13" fmla="*/ 69 h 144"/>
                <a:gd name="T14" fmla="*/ 89 w 161"/>
                <a:gd name="T15" fmla="*/ 67 h 144"/>
                <a:gd name="T16" fmla="*/ 125 w 161"/>
                <a:gd name="T17" fmla="*/ 66 h 144"/>
                <a:gd name="T18" fmla="*/ 134 w 161"/>
                <a:gd name="T19" fmla="*/ 93 h 144"/>
                <a:gd name="T20" fmla="*/ 143 w 161"/>
                <a:gd name="T21" fmla="*/ 113 h 144"/>
                <a:gd name="T22" fmla="*/ 145 w 161"/>
                <a:gd name="T23" fmla="*/ 130 h 144"/>
                <a:gd name="T24" fmla="*/ 153 w 161"/>
                <a:gd name="T25" fmla="*/ 124 h 144"/>
                <a:gd name="T26" fmla="*/ 160 w 161"/>
                <a:gd name="T27" fmla="*/ 108 h 144"/>
                <a:gd name="T28" fmla="*/ 161 w 161"/>
                <a:gd name="T29" fmla="*/ 101 h 144"/>
                <a:gd name="T30" fmla="*/ 161 w 161"/>
                <a:gd name="T31" fmla="*/ 89 h 144"/>
                <a:gd name="T32" fmla="*/ 158 w 161"/>
                <a:gd name="T33" fmla="*/ 68 h 144"/>
                <a:gd name="T34" fmla="*/ 148 w 161"/>
                <a:gd name="T35" fmla="*/ 40 h 144"/>
                <a:gd name="T36" fmla="*/ 125 w 161"/>
                <a:gd name="T37" fmla="*/ 23 h 144"/>
                <a:gd name="T38" fmla="*/ 71 w 161"/>
                <a:gd name="T39" fmla="*/ 7 h 144"/>
                <a:gd name="T40" fmla="*/ 17 w 161"/>
                <a:gd name="T41" fmla="*/ 41 h 144"/>
                <a:gd name="T42" fmla="*/ 0 w 161"/>
                <a:gd name="T43" fmla="*/ 67 h 144"/>
                <a:gd name="T44" fmla="*/ 2 w 161"/>
                <a:gd name="T45" fmla="*/ 119 h 144"/>
                <a:gd name="T46" fmla="*/ 8 w 161"/>
                <a:gd name="T47" fmla="*/ 13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1" h="144">
                  <a:moveTo>
                    <a:pt x="8" y="131"/>
                  </a:moveTo>
                  <a:cubicBezTo>
                    <a:pt x="11" y="136"/>
                    <a:pt x="13" y="140"/>
                    <a:pt x="14" y="141"/>
                  </a:cubicBezTo>
                  <a:cubicBezTo>
                    <a:pt x="17" y="144"/>
                    <a:pt x="22" y="142"/>
                    <a:pt x="22" y="142"/>
                  </a:cubicBezTo>
                  <a:cubicBezTo>
                    <a:pt x="22" y="142"/>
                    <a:pt x="19" y="125"/>
                    <a:pt x="19" y="118"/>
                  </a:cubicBezTo>
                  <a:cubicBezTo>
                    <a:pt x="18" y="111"/>
                    <a:pt x="19" y="90"/>
                    <a:pt x="19" y="86"/>
                  </a:cubicBezTo>
                  <a:cubicBezTo>
                    <a:pt x="20" y="82"/>
                    <a:pt x="23" y="65"/>
                    <a:pt x="23" y="65"/>
                  </a:cubicBezTo>
                  <a:cubicBezTo>
                    <a:pt x="23" y="65"/>
                    <a:pt x="28" y="68"/>
                    <a:pt x="45" y="69"/>
                  </a:cubicBezTo>
                  <a:cubicBezTo>
                    <a:pt x="62" y="69"/>
                    <a:pt x="78" y="67"/>
                    <a:pt x="89" y="67"/>
                  </a:cubicBezTo>
                  <a:cubicBezTo>
                    <a:pt x="99" y="67"/>
                    <a:pt x="123" y="65"/>
                    <a:pt x="125" y="66"/>
                  </a:cubicBezTo>
                  <a:cubicBezTo>
                    <a:pt x="127" y="66"/>
                    <a:pt x="132" y="87"/>
                    <a:pt x="134" y="93"/>
                  </a:cubicBezTo>
                  <a:cubicBezTo>
                    <a:pt x="136" y="100"/>
                    <a:pt x="143" y="110"/>
                    <a:pt x="143" y="113"/>
                  </a:cubicBezTo>
                  <a:cubicBezTo>
                    <a:pt x="144" y="116"/>
                    <a:pt x="145" y="130"/>
                    <a:pt x="145" y="130"/>
                  </a:cubicBezTo>
                  <a:cubicBezTo>
                    <a:pt x="145" y="130"/>
                    <a:pt x="148" y="133"/>
                    <a:pt x="153" y="124"/>
                  </a:cubicBezTo>
                  <a:cubicBezTo>
                    <a:pt x="158" y="115"/>
                    <a:pt x="158" y="112"/>
                    <a:pt x="160" y="108"/>
                  </a:cubicBezTo>
                  <a:cubicBezTo>
                    <a:pt x="160" y="107"/>
                    <a:pt x="160" y="104"/>
                    <a:pt x="161" y="101"/>
                  </a:cubicBezTo>
                  <a:cubicBezTo>
                    <a:pt x="161" y="97"/>
                    <a:pt x="161" y="93"/>
                    <a:pt x="161" y="89"/>
                  </a:cubicBezTo>
                  <a:cubicBezTo>
                    <a:pt x="161" y="83"/>
                    <a:pt x="158" y="75"/>
                    <a:pt x="158" y="68"/>
                  </a:cubicBezTo>
                  <a:cubicBezTo>
                    <a:pt x="158" y="61"/>
                    <a:pt x="160" y="47"/>
                    <a:pt x="148" y="40"/>
                  </a:cubicBezTo>
                  <a:cubicBezTo>
                    <a:pt x="136" y="34"/>
                    <a:pt x="132" y="27"/>
                    <a:pt x="125" y="23"/>
                  </a:cubicBezTo>
                  <a:cubicBezTo>
                    <a:pt x="118" y="20"/>
                    <a:pt x="101" y="0"/>
                    <a:pt x="71" y="7"/>
                  </a:cubicBezTo>
                  <a:cubicBezTo>
                    <a:pt x="41" y="14"/>
                    <a:pt x="21" y="39"/>
                    <a:pt x="17" y="41"/>
                  </a:cubicBezTo>
                  <a:cubicBezTo>
                    <a:pt x="12" y="43"/>
                    <a:pt x="1" y="52"/>
                    <a:pt x="0" y="67"/>
                  </a:cubicBezTo>
                  <a:cubicBezTo>
                    <a:pt x="0" y="83"/>
                    <a:pt x="0" y="114"/>
                    <a:pt x="2" y="119"/>
                  </a:cubicBezTo>
                  <a:cubicBezTo>
                    <a:pt x="3" y="121"/>
                    <a:pt x="6" y="126"/>
                    <a:pt x="8" y="131"/>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2" name="Freeform 59"/>
            <p:cNvSpPr>
              <a:spLocks/>
            </p:cNvSpPr>
            <p:nvPr/>
          </p:nvSpPr>
          <p:spPr bwMode="auto">
            <a:xfrm>
              <a:off x="3890168" y="3200234"/>
              <a:ext cx="74613" cy="174625"/>
            </a:xfrm>
            <a:custGeom>
              <a:avLst/>
              <a:gdLst>
                <a:gd name="T0" fmla="*/ 0 w 35"/>
                <a:gd name="T1" fmla="*/ 26 h 82"/>
                <a:gd name="T2" fmla="*/ 13 w 35"/>
                <a:gd name="T3" fmla="*/ 82 h 82"/>
                <a:gd name="T4" fmla="*/ 35 w 35"/>
                <a:gd name="T5" fmla="*/ 19 h 82"/>
                <a:gd name="T6" fmla="*/ 17 w 35"/>
                <a:gd name="T7" fmla="*/ 0 h 82"/>
                <a:gd name="T8" fmla="*/ 0 w 35"/>
                <a:gd name="T9" fmla="*/ 26 h 82"/>
              </a:gdLst>
              <a:ahLst/>
              <a:cxnLst>
                <a:cxn ang="0">
                  <a:pos x="T0" y="T1"/>
                </a:cxn>
                <a:cxn ang="0">
                  <a:pos x="T2" y="T3"/>
                </a:cxn>
                <a:cxn ang="0">
                  <a:pos x="T4" y="T5"/>
                </a:cxn>
                <a:cxn ang="0">
                  <a:pos x="T6" y="T7"/>
                </a:cxn>
                <a:cxn ang="0">
                  <a:pos x="T8" y="T9"/>
                </a:cxn>
              </a:cxnLst>
              <a:rect l="0" t="0" r="r" b="b"/>
              <a:pathLst>
                <a:path w="35" h="82">
                  <a:moveTo>
                    <a:pt x="0" y="26"/>
                  </a:moveTo>
                  <a:cubicBezTo>
                    <a:pt x="13" y="82"/>
                    <a:pt x="13" y="82"/>
                    <a:pt x="13" y="82"/>
                  </a:cubicBezTo>
                  <a:cubicBezTo>
                    <a:pt x="35" y="19"/>
                    <a:pt x="35" y="19"/>
                    <a:pt x="35" y="19"/>
                  </a:cubicBezTo>
                  <a:cubicBezTo>
                    <a:pt x="17" y="0"/>
                    <a:pt x="17" y="0"/>
                    <a:pt x="17" y="0"/>
                  </a:cubicBezTo>
                  <a:cubicBezTo>
                    <a:pt x="10" y="10"/>
                    <a:pt x="3" y="20"/>
                    <a:pt x="0" y="26"/>
                  </a:cubicBezTo>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3" name="Freeform 60"/>
            <p:cNvSpPr>
              <a:spLocks/>
            </p:cNvSpPr>
            <p:nvPr/>
          </p:nvSpPr>
          <p:spPr bwMode="auto">
            <a:xfrm>
              <a:off x="3848893" y="3036721"/>
              <a:ext cx="255588" cy="298450"/>
            </a:xfrm>
            <a:custGeom>
              <a:avLst/>
              <a:gdLst>
                <a:gd name="T0" fmla="*/ 106 w 119"/>
                <a:gd name="T1" fmla="*/ 1 h 139"/>
                <a:gd name="T2" fmla="*/ 106 w 119"/>
                <a:gd name="T3" fmla="*/ 1 h 139"/>
                <a:gd name="T4" fmla="*/ 57 w 119"/>
                <a:gd name="T5" fmla="*/ 52 h 139"/>
                <a:gd name="T6" fmla="*/ 1 w 119"/>
                <a:gd name="T7" fmla="*/ 15 h 139"/>
                <a:gd name="T8" fmla="*/ 1 w 119"/>
                <a:gd name="T9" fmla="*/ 16 h 139"/>
                <a:gd name="T10" fmla="*/ 0 w 119"/>
                <a:gd name="T11" fmla="*/ 22 h 139"/>
                <a:gd name="T12" fmla="*/ 0 w 119"/>
                <a:gd name="T13" fmla="*/ 22 h 139"/>
                <a:gd name="T14" fmla="*/ 7 w 119"/>
                <a:gd name="T15" fmla="*/ 70 h 139"/>
                <a:gd name="T16" fmla="*/ 16 w 119"/>
                <a:gd name="T17" fmla="*/ 106 h 139"/>
                <a:gd name="T18" fmla="*/ 19 w 119"/>
                <a:gd name="T19" fmla="*/ 101 h 139"/>
                <a:gd name="T20" fmla="*/ 35 w 119"/>
                <a:gd name="T21" fmla="*/ 76 h 139"/>
                <a:gd name="T22" fmla="*/ 45 w 119"/>
                <a:gd name="T23" fmla="*/ 62 h 139"/>
                <a:gd name="T24" fmla="*/ 46 w 119"/>
                <a:gd name="T25" fmla="*/ 61 h 139"/>
                <a:gd name="T26" fmla="*/ 56 w 119"/>
                <a:gd name="T27" fmla="*/ 54 h 139"/>
                <a:gd name="T28" fmla="*/ 68 w 119"/>
                <a:gd name="T29" fmla="*/ 60 h 139"/>
                <a:gd name="T30" fmla="*/ 75 w 119"/>
                <a:gd name="T31" fmla="*/ 66 h 139"/>
                <a:gd name="T32" fmla="*/ 86 w 119"/>
                <a:gd name="T33" fmla="*/ 78 h 139"/>
                <a:gd name="T34" fmla="*/ 101 w 119"/>
                <a:gd name="T35" fmla="*/ 100 h 139"/>
                <a:gd name="T36" fmla="*/ 85 w 119"/>
                <a:gd name="T37" fmla="*/ 79 h 139"/>
                <a:gd name="T38" fmla="*/ 72 w 119"/>
                <a:gd name="T39" fmla="*/ 91 h 139"/>
                <a:gd name="T40" fmla="*/ 90 w 119"/>
                <a:gd name="T41" fmla="*/ 139 h 139"/>
                <a:gd name="T42" fmla="*/ 101 w 119"/>
                <a:gd name="T43" fmla="*/ 101 h 139"/>
                <a:gd name="T44" fmla="*/ 101 w 119"/>
                <a:gd name="T45" fmla="*/ 101 h 139"/>
                <a:gd name="T46" fmla="*/ 101 w 119"/>
                <a:gd name="T47" fmla="*/ 101 h 139"/>
                <a:gd name="T48" fmla="*/ 102 w 119"/>
                <a:gd name="T49" fmla="*/ 98 h 139"/>
                <a:gd name="T50" fmla="*/ 113 w 119"/>
                <a:gd name="T51" fmla="*/ 65 h 139"/>
                <a:gd name="T52" fmla="*/ 118 w 119"/>
                <a:gd name="T53" fmla="*/ 40 h 139"/>
                <a:gd name="T54" fmla="*/ 119 w 119"/>
                <a:gd name="T55" fmla="*/ 19 h 139"/>
                <a:gd name="T56" fmla="*/ 118 w 119"/>
                <a:gd name="T57" fmla="*/ 11 h 139"/>
                <a:gd name="T58" fmla="*/ 106 w 119"/>
                <a:gd name="T59" fmla="*/ 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9" h="139">
                  <a:moveTo>
                    <a:pt x="106" y="1"/>
                  </a:moveTo>
                  <a:cubicBezTo>
                    <a:pt x="106" y="1"/>
                    <a:pt x="106" y="1"/>
                    <a:pt x="106" y="1"/>
                  </a:cubicBezTo>
                  <a:cubicBezTo>
                    <a:pt x="103" y="12"/>
                    <a:pt x="84" y="52"/>
                    <a:pt x="57" y="52"/>
                  </a:cubicBezTo>
                  <a:cubicBezTo>
                    <a:pt x="30" y="53"/>
                    <a:pt x="1" y="15"/>
                    <a:pt x="1" y="15"/>
                  </a:cubicBezTo>
                  <a:cubicBezTo>
                    <a:pt x="1" y="15"/>
                    <a:pt x="1" y="15"/>
                    <a:pt x="1" y="16"/>
                  </a:cubicBezTo>
                  <a:cubicBezTo>
                    <a:pt x="0" y="17"/>
                    <a:pt x="0" y="19"/>
                    <a:pt x="0" y="22"/>
                  </a:cubicBezTo>
                  <a:cubicBezTo>
                    <a:pt x="0" y="22"/>
                    <a:pt x="0" y="22"/>
                    <a:pt x="0" y="22"/>
                  </a:cubicBezTo>
                  <a:cubicBezTo>
                    <a:pt x="1" y="24"/>
                    <a:pt x="3" y="48"/>
                    <a:pt x="7" y="70"/>
                  </a:cubicBezTo>
                  <a:cubicBezTo>
                    <a:pt x="10" y="87"/>
                    <a:pt x="13" y="103"/>
                    <a:pt x="16" y="106"/>
                  </a:cubicBezTo>
                  <a:cubicBezTo>
                    <a:pt x="16" y="106"/>
                    <a:pt x="17" y="104"/>
                    <a:pt x="19" y="101"/>
                  </a:cubicBezTo>
                  <a:cubicBezTo>
                    <a:pt x="22" y="95"/>
                    <a:pt x="28" y="85"/>
                    <a:pt x="35" y="76"/>
                  </a:cubicBezTo>
                  <a:cubicBezTo>
                    <a:pt x="38" y="71"/>
                    <a:pt x="42" y="66"/>
                    <a:pt x="45" y="62"/>
                  </a:cubicBezTo>
                  <a:cubicBezTo>
                    <a:pt x="45" y="62"/>
                    <a:pt x="46" y="61"/>
                    <a:pt x="46" y="61"/>
                  </a:cubicBezTo>
                  <a:cubicBezTo>
                    <a:pt x="50" y="57"/>
                    <a:pt x="53" y="54"/>
                    <a:pt x="56" y="54"/>
                  </a:cubicBezTo>
                  <a:cubicBezTo>
                    <a:pt x="59" y="54"/>
                    <a:pt x="63" y="56"/>
                    <a:pt x="68" y="60"/>
                  </a:cubicBezTo>
                  <a:cubicBezTo>
                    <a:pt x="70" y="61"/>
                    <a:pt x="72" y="63"/>
                    <a:pt x="75" y="66"/>
                  </a:cubicBezTo>
                  <a:cubicBezTo>
                    <a:pt x="78" y="69"/>
                    <a:pt x="82" y="74"/>
                    <a:pt x="86" y="78"/>
                  </a:cubicBezTo>
                  <a:cubicBezTo>
                    <a:pt x="93" y="87"/>
                    <a:pt x="99" y="95"/>
                    <a:pt x="101" y="100"/>
                  </a:cubicBezTo>
                  <a:cubicBezTo>
                    <a:pt x="98" y="93"/>
                    <a:pt x="92" y="86"/>
                    <a:pt x="85" y="79"/>
                  </a:cubicBezTo>
                  <a:cubicBezTo>
                    <a:pt x="72" y="91"/>
                    <a:pt x="72" y="91"/>
                    <a:pt x="72" y="91"/>
                  </a:cubicBezTo>
                  <a:cubicBezTo>
                    <a:pt x="90" y="139"/>
                    <a:pt x="90" y="139"/>
                    <a:pt x="90" y="139"/>
                  </a:cubicBezTo>
                  <a:cubicBezTo>
                    <a:pt x="94" y="126"/>
                    <a:pt x="98" y="113"/>
                    <a:pt x="101" y="101"/>
                  </a:cubicBezTo>
                  <a:cubicBezTo>
                    <a:pt x="101" y="101"/>
                    <a:pt x="101" y="101"/>
                    <a:pt x="101" y="101"/>
                  </a:cubicBezTo>
                  <a:cubicBezTo>
                    <a:pt x="101" y="101"/>
                    <a:pt x="101" y="101"/>
                    <a:pt x="101" y="101"/>
                  </a:cubicBezTo>
                  <a:cubicBezTo>
                    <a:pt x="102" y="100"/>
                    <a:pt x="102" y="99"/>
                    <a:pt x="102" y="98"/>
                  </a:cubicBezTo>
                  <a:cubicBezTo>
                    <a:pt x="106" y="89"/>
                    <a:pt x="110" y="76"/>
                    <a:pt x="113" y="65"/>
                  </a:cubicBezTo>
                  <a:cubicBezTo>
                    <a:pt x="116" y="53"/>
                    <a:pt x="118" y="43"/>
                    <a:pt x="118" y="40"/>
                  </a:cubicBezTo>
                  <a:cubicBezTo>
                    <a:pt x="118" y="33"/>
                    <a:pt x="119" y="22"/>
                    <a:pt x="119" y="19"/>
                  </a:cubicBezTo>
                  <a:cubicBezTo>
                    <a:pt x="119" y="15"/>
                    <a:pt x="118" y="11"/>
                    <a:pt x="118" y="11"/>
                  </a:cubicBezTo>
                  <a:cubicBezTo>
                    <a:pt x="118" y="11"/>
                    <a:pt x="115" y="0"/>
                    <a:pt x="106" y="1"/>
                  </a:cubicBezTo>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4" name="Freeform 61"/>
            <p:cNvSpPr>
              <a:spLocks/>
            </p:cNvSpPr>
            <p:nvPr/>
          </p:nvSpPr>
          <p:spPr bwMode="auto">
            <a:xfrm>
              <a:off x="4896643" y="3025609"/>
              <a:ext cx="257175" cy="504825"/>
            </a:xfrm>
            <a:custGeom>
              <a:avLst/>
              <a:gdLst>
                <a:gd name="T0" fmla="*/ 115 w 120"/>
                <a:gd name="T1" fmla="*/ 6 h 235"/>
                <a:gd name="T2" fmla="*/ 34 w 120"/>
                <a:gd name="T3" fmla="*/ 13 h 235"/>
                <a:gd name="T4" fmla="*/ 7 w 120"/>
                <a:gd name="T5" fmla="*/ 4 h 235"/>
                <a:gd name="T6" fmla="*/ 0 w 120"/>
                <a:gd name="T7" fmla="*/ 0 h 235"/>
                <a:gd name="T8" fmla="*/ 59 w 120"/>
                <a:gd name="T9" fmla="*/ 235 h 235"/>
                <a:gd name="T10" fmla="*/ 120 w 120"/>
                <a:gd name="T11" fmla="*/ 3 h 235"/>
                <a:gd name="T12" fmla="*/ 118 w 120"/>
                <a:gd name="T13" fmla="*/ 3 h 235"/>
                <a:gd name="T14" fmla="*/ 115 w 120"/>
                <a:gd name="T15" fmla="*/ 6 h 2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235">
                  <a:moveTo>
                    <a:pt x="115" y="6"/>
                  </a:moveTo>
                  <a:cubicBezTo>
                    <a:pt x="104" y="11"/>
                    <a:pt x="45" y="14"/>
                    <a:pt x="34" y="13"/>
                  </a:cubicBezTo>
                  <a:cubicBezTo>
                    <a:pt x="23" y="11"/>
                    <a:pt x="11" y="7"/>
                    <a:pt x="7" y="4"/>
                  </a:cubicBezTo>
                  <a:cubicBezTo>
                    <a:pt x="5" y="3"/>
                    <a:pt x="3" y="2"/>
                    <a:pt x="0" y="0"/>
                  </a:cubicBezTo>
                  <a:cubicBezTo>
                    <a:pt x="16" y="79"/>
                    <a:pt x="59" y="235"/>
                    <a:pt x="59" y="235"/>
                  </a:cubicBezTo>
                  <a:cubicBezTo>
                    <a:pt x="59" y="235"/>
                    <a:pt x="115" y="68"/>
                    <a:pt x="120" y="3"/>
                  </a:cubicBezTo>
                  <a:cubicBezTo>
                    <a:pt x="118" y="3"/>
                    <a:pt x="118" y="3"/>
                    <a:pt x="118" y="3"/>
                  </a:cubicBezTo>
                  <a:cubicBezTo>
                    <a:pt x="117" y="4"/>
                    <a:pt x="116" y="6"/>
                    <a:pt x="115" y="6"/>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5" name="Freeform 62"/>
            <p:cNvSpPr>
              <a:spLocks/>
            </p:cNvSpPr>
            <p:nvPr/>
          </p:nvSpPr>
          <p:spPr bwMode="auto">
            <a:xfrm>
              <a:off x="4877593" y="2728746"/>
              <a:ext cx="280988" cy="327025"/>
            </a:xfrm>
            <a:custGeom>
              <a:avLst/>
              <a:gdLst>
                <a:gd name="T0" fmla="*/ 124 w 131"/>
                <a:gd name="T1" fmla="*/ 51 h 153"/>
                <a:gd name="T2" fmla="*/ 122 w 131"/>
                <a:gd name="T3" fmla="*/ 46 h 153"/>
                <a:gd name="T4" fmla="*/ 126 w 131"/>
                <a:gd name="T5" fmla="*/ 2 h 153"/>
                <a:gd name="T6" fmla="*/ 109 w 131"/>
                <a:gd name="T7" fmla="*/ 22 h 153"/>
                <a:gd name="T8" fmla="*/ 74 w 131"/>
                <a:gd name="T9" fmla="*/ 35 h 153"/>
                <a:gd name="T10" fmla="*/ 33 w 131"/>
                <a:gd name="T11" fmla="*/ 11 h 153"/>
                <a:gd name="T12" fmla="*/ 23 w 131"/>
                <a:gd name="T13" fmla="*/ 0 h 153"/>
                <a:gd name="T14" fmla="*/ 19 w 131"/>
                <a:gd name="T15" fmla="*/ 42 h 153"/>
                <a:gd name="T16" fmla="*/ 19 w 131"/>
                <a:gd name="T17" fmla="*/ 43 h 153"/>
                <a:gd name="T18" fmla="*/ 18 w 131"/>
                <a:gd name="T19" fmla="*/ 46 h 153"/>
                <a:gd name="T20" fmla="*/ 2 w 131"/>
                <a:gd name="T21" fmla="*/ 99 h 153"/>
                <a:gd name="T22" fmla="*/ 3 w 131"/>
                <a:gd name="T23" fmla="*/ 105 h 153"/>
                <a:gd name="T24" fmla="*/ 8 w 131"/>
                <a:gd name="T25" fmla="*/ 135 h 153"/>
                <a:gd name="T26" fmla="*/ 9 w 131"/>
                <a:gd name="T27" fmla="*/ 139 h 153"/>
                <a:gd name="T28" fmla="*/ 16 w 131"/>
                <a:gd name="T29" fmla="*/ 143 h 153"/>
                <a:gd name="T30" fmla="*/ 43 w 131"/>
                <a:gd name="T31" fmla="*/ 152 h 153"/>
                <a:gd name="T32" fmla="*/ 124 w 131"/>
                <a:gd name="T33" fmla="*/ 145 h 153"/>
                <a:gd name="T34" fmla="*/ 127 w 131"/>
                <a:gd name="T35" fmla="*/ 142 h 153"/>
                <a:gd name="T36" fmla="*/ 129 w 131"/>
                <a:gd name="T37" fmla="*/ 138 h 153"/>
                <a:gd name="T38" fmla="*/ 129 w 131"/>
                <a:gd name="T39" fmla="*/ 135 h 153"/>
                <a:gd name="T40" fmla="*/ 122 w 131"/>
                <a:gd name="T41" fmla="*/ 50 h 153"/>
                <a:gd name="T42" fmla="*/ 124 w 131"/>
                <a:gd name="T43" fmla="*/ 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1" h="153">
                  <a:moveTo>
                    <a:pt x="124" y="51"/>
                  </a:moveTo>
                  <a:cubicBezTo>
                    <a:pt x="123" y="48"/>
                    <a:pt x="122" y="46"/>
                    <a:pt x="122" y="46"/>
                  </a:cubicBezTo>
                  <a:cubicBezTo>
                    <a:pt x="126" y="2"/>
                    <a:pt x="126" y="2"/>
                    <a:pt x="126" y="2"/>
                  </a:cubicBezTo>
                  <a:cubicBezTo>
                    <a:pt x="118" y="13"/>
                    <a:pt x="110" y="20"/>
                    <a:pt x="109" y="22"/>
                  </a:cubicBezTo>
                  <a:cubicBezTo>
                    <a:pt x="106" y="25"/>
                    <a:pt x="102" y="36"/>
                    <a:pt x="74" y="35"/>
                  </a:cubicBezTo>
                  <a:cubicBezTo>
                    <a:pt x="47" y="34"/>
                    <a:pt x="48" y="20"/>
                    <a:pt x="33" y="11"/>
                  </a:cubicBezTo>
                  <a:cubicBezTo>
                    <a:pt x="29" y="8"/>
                    <a:pt x="26" y="4"/>
                    <a:pt x="23" y="0"/>
                  </a:cubicBezTo>
                  <a:cubicBezTo>
                    <a:pt x="22" y="11"/>
                    <a:pt x="20" y="39"/>
                    <a:pt x="19" y="42"/>
                  </a:cubicBezTo>
                  <a:cubicBezTo>
                    <a:pt x="19" y="42"/>
                    <a:pt x="19" y="43"/>
                    <a:pt x="19" y="43"/>
                  </a:cubicBezTo>
                  <a:cubicBezTo>
                    <a:pt x="18" y="46"/>
                    <a:pt x="18" y="46"/>
                    <a:pt x="18" y="46"/>
                  </a:cubicBezTo>
                  <a:cubicBezTo>
                    <a:pt x="18" y="46"/>
                    <a:pt x="0" y="56"/>
                    <a:pt x="2" y="99"/>
                  </a:cubicBezTo>
                  <a:cubicBezTo>
                    <a:pt x="2" y="101"/>
                    <a:pt x="2" y="103"/>
                    <a:pt x="3" y="105"/>
                  </a:cubicBezTo>
                  <a:cubicBezTo>
                    <a:pt x="3" y="112"/>
                    <a:pt x="5" y="122"/>
                    <a:pt x="8" y="135"/>
                  </a:cubicBezTo>
                  <a:cubicBezTo>
                    <a:pt x="8" y="137"/>
                    <a:pt x="8" y="138"/>
                    <a:pt x="9" y="139"/>
                  </a:cubicBezTo>
                  <a:cubicBezTo>
                    <a:pt x="12" y="141"/>
                    <a:pt x="14" y="142"/>
                    <a:pt x="16" y="143"/>
                  </a:cubicBezTo>
                  <a:cubicBezTo>
                    <a:pt x="20" y="146"/>
                    <a:pt x="32" y="150"/>
                    <a:pt x="43" y="152"/>
                  </a:cubicBezTo>
                  <a:cubicBezTo>
                    <a:pt x="54" y="153"/>
                    <a:pt x="113" y="150"/>
                    <a:pt x="124" y="145"/>
                  </a:cubicBezTo>
                  <a:cubicBezTo>
                    <a:pt x="125" y="145"/>
                    <a:pt x="126" y="143"/>
                    <a:pt x="127" y="142"/>
                  </a:cubicBezTo>
                  <a:cubicBezTo>
                    <a:pt x="128" y="141"/>
                    <a:pt x="128" y="140"/>
                    <a:pt x="129" y="138"/>
                  </a:cubicBezTo>
                  <a:cubicBezTo>
                    <a:pt x="129" y="137"/>
                    <a:pt x="129" y="136"/>
                    <a:pt x="129" y="135"/>
                  </a:cubicBezTo>
                  <a:cubicBezTo>
                    <a:pt x="131" y="75"/>
                    <a:pt x="122" y="50"/>
                    <a:pt x="122" y="50"/>
                  </a:cubicBezTo>
                  <a:cubicBezTo>
                    <a:pt x="123" y="51"/>
                    <a:pt x="123" y="51"/>
                    <a:pt x="124" y="51"/>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6" name="Freeform 63"/>
            <p:cNvSpPr>
              <a:spLocks/>
            </p:cNvSpPr>
            <p:nvPr/>
          </p:nvSpPr>
          <p:spPr bwMode="auto">
            <a:xfrm>
              <a:off x="5263355" y="4011446"/>
              <a:ext cx="239713" cy="233363"/>
            </a:xfrm>
            <a:custGeom>
              <a:avLst/>
              <a:gdLst>
                <a:gd name="T0" fmla="*/ 82 w 112"/>
                <a:gd name="T1" fmla="*/ 0 h 109"/>
                <a:gd name="T2" fmla="*/ 67 w 112"/>
                <a:gd name="T3" fmla="*/ 9 h 109"/>
                <a:gd name="T4" fmla="*/ 46 w 112"/>
                <a:gd name="T5" fmla="*/ 9 h 109"/>
                <a:gd name="T6" fmla="*/ 28 w 112"/>
                <a:gd name="T7" fmla="*/ 21 h 109"/>
                <a:gd name="T8" fmla="*/ 2 w 112"/>
                <a:gd name="T9" fmla="*/ 35 h 109"/>
                <a:gd name="T10" fmla="*/ 21 w 112"/>
                <a:gd name="T11" fmla="*/ 45 h 109"/>
                <a:gd name="T12" fmla="*/ 43 w 112"/>
                <a:gd name="T13" fmla="*/ 38 h 109"/>
                <a:gd name="T14" fmla="*/ 61 w 112"/>
                <a:gd name="T15" fmla="*/ 66 h 109"/>
                <a:gd name="T16" fmla="*/ 68 w 112"/>
                <a:gd name="T17" fmla="*/ 106 h 109"/>
                <a:gd name="T18" fmla="*/ 68 w 112"/>
                <a:gd name="T19" fmla="*/ 109 h 109"/>
                <a:gd name="T20" fmla="*/ 88 w 112"/>
                <a:gd name="T21" fmla="*/ 89 h 109"/>
                <a:gd name="T22" fmla="*/ 106 w 112"/>
                <a:gd name="T23" fmla="*/ 60 h 109"/>
                <a:gd name="T24" fmla="*/ 112 w 112"/>
                <a:gd name="T25" fmla="*/ 39 h 109"/>
                <a:gd name="T26" fmla="*/ 110 w 112"/>
                <a:gd name="T27" fmla="*/ 17 h 109"/>
                <a:gd name="T28" fmla="*/ 82 w 112"/>
                <a:gd name="T2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09">
                  <a:moveTo>
                    <a:pt x="82" y="0"/>
                  </a:moveTo>
                  <a:cubicBezTo>
                    <a:pt x="82" y="0"/>
                    <a:pt x="73" y="9"/>
                    <a:pt x="67" y="9"/>
                  </a:cubicBezTo>
                  <a:cubicBezTo>
                    <a:pt x="46" y="9"/>
                    <a:pt x="46" y="9"/>
                    <a:pt x="46" y="9"/>
                  </a:cubicBezTo>
                  <a:cubicBezTo>
                    <a:pt x="38" y="9"/>
                    <a:pt x="38" y="17"/>
                    <a:pt x="28" y="21"/>
                  </a:cubicBezTo>
                  <a:cubicBezTo>
                    <a:pt x="17" y="26"/>
                    <a:pt x="3" y="30"/>
                    <a:pt x="2" y="35"/>
                  </a:cubicBezTo>
                  <a:cubicBezTo>
                    <a:pt x="0" y="39"/>
                    <a:pt x="9" y="45"/>
                    <a:pt x="21" y="45"/>
                  </a:cubicBezTo>
                  <a:cubicBezTo>
                    <a:pt x="34" y="45"/>
                    <a:pt x="43" y="38"/>
                    <a:pt x="43" y="38"/>
                  </a:cubicBezTo>
                  <a:cubicBezTo>
                    <a:pt x="43" y="38"/>
                    <a:pt x="55" y="54"/>
                    <a:pt x="61" y="66"/>
                  </a:cubicBezTo>
                  <a:cubicBezTo>
                    <a:pt x="66" y="76"/>
                    <a:pt x="68" y="99"/>
                    <a:pt x="68" y="106"/>
                  </a:cubicBezTo>
                  <a:cubicBezTo>
                    <a:pt x="68" y="108"/>
                    <a:pt x="68" y="109"/>
                    <a:pt x="68" y="109"/>
                  </a:cubicBezTo>
                  <a:cubicBezTo>
                    <a:pt x="68" y="109"/>
                    <a:pt x="80" y="95"/>
                    <a:pt x="88" y="89"/>
                  </a:cubicBezTo>
                  <a:cubicBezTo>
                    <a:pt x="95" y="83"/>
                    <a:pt x="97" y="69"/>
                    <a:pt x="106" y="60"/>
                  </a:cubicBezTo>
                  <a:cubicBezTo>
                    <a:pt x="110" y="56"/>
                    <a:pt x="112" y="48"/>
                    <a:pt x="112" y="39"/>
                  </a:cubicBezTo>
                  <a:cubicBezTo>
                    <a:pt x="112" y="29"/>
                    <a:pt x="111" y="20"/>
                    <a:pt x="110" y="17"/>
                  </a:cubicBezTo>
                  <a:cubicBezTo>
                    <a:pt x="109" y="11"/>
                    <a:pt x="82" y="0"/>
                    <a:pt x="82" y="0"/>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7" name="Freeform 64"/>
            <p:cNvSpPr>
              <a:spLocks/>
            </p:cNvSpPr>
            <p:nvPr/>
          </p:nvSpPr>
          <p:spPr bwMode="auto">
            <a:xfrm>
              <a:off x="4964905" y="6240296"/>
              <a:ext cx="188913" cy="152400"/>
            </a:xfrm>
            <a:custGeom>
              <a:avLst/>
              <a:gdLst>
                <a:gd name="T0" fmla="*/ 75 w 88"/>
                <a:gd name="T1" fmla="*/ 6 h 71"/>
                <a:gd name="T2" fmla="*/ 69 w 88"/>
                <a:gd name="T3" fmla="*/ 6 h 71"/>
                <a:gd name="T4" fmla="*/ 10 w 88"/>
                <a:gd name="T5" fmla="*/ 0 h 71"/>
                <a:gd name="T6" fmla="*/ 2 w 88"/>
                <a:gd name="T7" fmla="*/ 39 h 71"/>
                <a:gd name="T8" fmla="*/ 0 w 88"/>
                <a:gd name="T9" fmla="*/ 51 h 71"/>
                <a:gd name="T10" fmla="*/ 14 w 88"/>
                <a:gd name="T11" fmla="*/ 65 h 71"/>
                <a:gd name="T12" fmla="*/ 49 w 88"/>
                <a:gd name="T13" fmla="*/ 69 h 71"/>
                <a:gd name="T14" fmla="*/ 67 w 88"/>
                <a:gd name="T15" fmla="*/ 68 h 71"/>
                <a:gd name="T16" fmla="*/ 84 w 88"/>
                <a:gd name="T17" fmla="*/ 64 h 71"/>
                <a:gd name="T18" fmla="*/ 88 w 88"/>
                <a:gd name="T19" fmla="*/ 9 h 71"/>
                <a:gd name="T20" fmla="*/ 88 w 88"/>
                <a:gd name="T21" fmla="*/ 7 h 71"/>
                <a:gd name="T22" fmla="*/ 75 w 88"/>
                <a:gd name="T23" fmla="*/ 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 h="71">
                  <a:moveTo>
                    <a:pt x="75" y="6"/>
                  </a:moveTo>
                  <a:cubicBezTo>
                    <a:pt x="73" y="6"/>
                    <a:pt x="71" y="6"/>
                    <a:pt x="69" y="6"/>
                  </a:cubicBezTo>
                  <a:cubicBezTo>
                    <a:pt x="49" y="4"/>
                    <a:pt x="14" y="1"/>
                    <a:pt x="10" y="0"/>
                  </a:cubicBezTo>
                  <a:cubicBezTo>
                    <a:pt x="8" y="13"/>
                    <a:pt x="3" y="36"/>
                    <a:pt x="2" y="39"/>
                  </a:cubicBezTo>
                  <a:cubicBezTo>
                    <a:pt x="2" y="41"/>
                    <a:pt x="1" y="46"/>
                    <a:pt x="0" y="51"/>
                  </a:cubicBezTo>
                  <a:cubicBezTo>
                    <a:pt x="3" y="55"/>
                    <a:pt x="10" y="64"/>
                    <a:pt x="14" y="65"/>
                  </a:cubicBezTo>
                  <a:cubicBezTo>
                    <a:pt x="34" y="71"/>
                    <a:pt x="30" y="69"/>
                    <a:pt x="49" y="69"/>
                  </a:cubicBezTo>
                  <a:cubicBezTo>
                    <a:pt x="56" y="69"/>
                    <a:pt x="62" y="69"/>
                    <a:pt x="67" y="68"/>
                  </a:cubicBezTo>
                  <a:cubicBezTo>
                    <a:pt x="74" y="66"/>
                    <a:pt x="80" y="65"/>
                    <a:pt x="84" y="64"/>
                  </a:cubicBezTo>
                  <a:cubicBezTo>
                    <a:pt x="86" y="47"/>
                    <a:pt x="88" y="13"/>
                    <a:pt x="88" y="9"/>
                  </a:cubicBezTo>
                  <a:cubicBezTo>
                    <a:pt x="88" y="9"/>
                    <a:pt x="88" y="8"/>
                    <a:pt x="88" y="7"/>
                  </a:cubicBezTo>
                  <a:cubicBezTo>
                    <a:pt x="85" y="7"/>
                    <a:pt x="81" y="7"/>
                    <a:pt x="75" y="6"/>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8" name="Freeform 65"/>
            <p:cNvSpPr>
              <a:spLocks/>
            </p:cNvSpPr>
            <p:nvPr/>
          </p:nvSpPr>
          <p:spPr bwMode="auto">
            <a:xfrm>
              <a:off x="4369593" y="6229184"/>
              <a:ext cx="179388" cy="176213"/>
            </a:xfrm>
            <a:custGeom>
              <a:avLst/>
              <a:gdLst>
                <a:gd name="T0" fmla="*/ 12 w 84"/>
                <a:gd name="T1" fmla="*/ 1 h 82"/>
                <a:gd name="T2" fmla="*/ 11 w 84"/>
                <a:gd name="T3" fmla="*/ 0 h 82"/>
                <a:gd name="T4" fmla="*/ 0 w 84"/>
                <a:gd name="T5" fmla="*/ 77 h 82"/>
                <a:gd name="T6" fmla="*/ 21 w 84"/>
                <a:gd name="T7" fmla="*/ 81 h 82"/>
                <a:gd name="T8" fmla="*/ 71 w 84"/>
                <a:gd name="T9" fmla="*/ 82 h 82"/>
                <a:gd name="T10" fmla="*/ 77 w 84"/>
                <a:gd name="T11" fmla="*/ 40 h 82"/>
                <a:gd name="T12" fmla="*/ 84 w 84"/>
                <a:gd name="T13" fmla="*/ 8 h 82"/>
                <a:gd name="T14" fmla="*/ 12 w 84"/>
                <a:gd name="T15" fmla="*/ 1 h 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82">
                  <a:moveTo>
                    <a:pt x="12" y="1"/>
                  </a:moveTo>
                  <a:cubicBezTo>
                    <a:pt x="12" y="1"/>
                    <a:pt x="12" y="0"/>
                    <a:pt x="11" y="0"/>
                  </a:cubicBezTo>
                  <a:cubicBezTo>
                    <a:pt x="9" y="14"/>
                    <a:pt x="0" y="59"/>
                    <a:pt x="0" y="77"/>
                  </a:cubicBezTo>
                  <a:cubicBezTo>
                    <a:pt x="1" y="78"/>
                    <a:pt x="5" y="81"/>
                    <a:pt x="21" y="81"/>
                  </a:cubicBezTo>
                  <a:cubicBezTo>
                    <a:pt x="47" y="81"/>
                    <a:pt x="71" y="82"/>
                    <a:pt x="71" y="82"/>
                  </a:cubicBezTo>
                  <a:cubicBezTo>
                    <a:pt x="71" y="82"/>
                    <a:pt x="77" y="52"/>
                    <a:pt x="77" y="40"/>
                  </a:cubicBezTo>
                  <a:cubicBezTo>
                    <a:pt x="77" y="28"/>
                    <a:pt x="84" y="8"/>
                    <a:pt x="84" y="8"/>
                  </a:cubicBezTo>
                  <a:cubicBezTo>
                    <a:pt x="59" y="19"/>
                    <a:pt x="16" y="4"/>
                    <a:pt x="12" y="1"/>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9" name="Freeform 66"/>
            <p:cNvSpPr>
              <a:spLocks/>
            </p:cNvSpPr>
            <p:nvPr/>
          </p:nvSpPr>
          <p:spPr bwMode="auto">
            <a:xfrm>
              <a:off x="4726780" y="3966996"/>
              <a:ext cx="388938" cy="239713"/>
            </a:xfrm>
            <a:custGeom>
              <a:avLst/>
              <a:gdLst>
                <a:gd name="T0" fmla="*/ 130 w 181"/>
                <a:gd name="T1" fmla="*/ 98 h 112"/>
                <a:gd name="T2" fmla="*/ 142 w 181"/>
                <a:gd name="T3" fmla="*/ 83 h 112"/>
                <a:gd name="T4" fmla="*/ 152 w 181"/>
                <a:gd name="T5" fmla="*/ 60 h 112"/>
                <a:gd name="T6" fmla="*/ 154 w 181"/>
                <a:gd name="T7" fmla="*/ 36 h 112"/>
                <a:gd name="T8" fmla="*/ 180 w 181"/>
                <a:gd name="T9" fmla="*/ 23 h 112"/>
                <a:gd name="T10" fmla="*/ 145 w 181"/>
                <a:gd name="T11" fmla="*/ 9 h 112"/>
                <a:gd name="T12" fmla="*/ 119 w 181"/>
                <a:gd name="T13" fmla="*/ 3 h 112"/>
                <a:gd name="T14" fmla="*/ 97 w 181"/>
                <a:gd name="T15" fmla="*/ 1 h 112"/>
                <a:gd name="T16" fmla="*/ 62 w 181"/>
                <a:gd name="T17" fmla="*/ 11 h 112"/>
                <a:gd name="T18" fmla="*/ 38 w 181"/>
                <a:gd name="T19" fmla="*/ 3 h 112"/>
                <a:gd name="T20" fmla="*/ 0 w 181"/>
                <a:gd name="T21" fmla="*/ 51 h 112"/>
                <a:gd name="T22" fmla="*/ 63 w 181"/>
                <a:gd name="T23" fmla="*/ 102 h 112"/>
                <a:gd name="T24" fmla="*/ 110 w 181"/>
                <a:gd name="T25" fmla="*/ 112 h 112"/>
                <a:gd name="T26" fmla="*/ 130 w 181"/>
                <a:gd name="T27" fmla="*/ 9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1" h="112">
                  <a:moveTo>
                    <a:pt x="130" y="98"/>
                  </a:moveTo>
                  <a:cubicBezTo>
                    <a:pt x="125" y="96"/>
                    <a:pt x="142" y="90"/>
                    <a:pt x="142" y="83"/>
                  </a:cubicBezTo>
                  <a:cubicBezTo>
                    <a:pt x="152" y="77"/>
                    <a:pt x="158" y="62"/>
                    <a:pt x="152" y="60"/>
                  </a:cubicBezTo>
                  <a:cubicBezTo>
                    <a:pt x="158" y="53"/>
                    <a:pt x="158" y="39"/>
                    <a:pt x="154" y="36"/>
                  </a:cubicBezTo>
                  <a:cubicBezTo>
                    <a:pt x="149" y="33"/>
                    <a:pt x="178" y="36"/>
                    <a:pt x="180" y="23"/>
                  </a:cubicBezTo>
                  <a:cubicBezTo>
                    <a:pt x="181" y="9"/>
                    <a:pt x="149" y="9"/>
                    <a:pt x="145" y="9"/>
                  </a:cubicBezTo>
                  <a:cubicBezTo>
                    <a:pt x="140" y="9"/>
                    <a:pt x="124" y="4"/>
                    <a:pt x="119" y="3"/>
                  </a:cubicBezTo>
                  <a:cubicBezTo>
                    <a:pt x="115" y="1"/>
                    <a:pt x="107" y="0"/>
                    <a:pt x="97" y="1"/>
                  </a:cubicBezTo>
                  <a:cubicBezTo>
                    <a:pt x="86" y="3"/>
                    <a:pt x="73" y="11"/>
                    <a:pt x="62" y="11"/>
                  </a:cubicBezTo>
                  <a:cubicBezTo>
                    <a:pt x="51" y="11"/>
                    <a:pt x="44" y="6"/>
                    <a:pt x="38" y="3"/>
                  </a:cubicBezTo>
                  <a:cubicBezTo>
                    <a:pt x="32" y="0"/>
                    <a:pt x="6" y="12"/>
                    <a:pt x="0" y="51"/>
                  </a:cubicBezTo>
                  <a:cubicBezTo>
                    <a:pt x="0" y="51"/>
                    <a:pt x="48" y="95"/>
                    <a:pt x="63" y="102"/>
                  </a:cubicBezTo>
                  <a:cubicBezTo>
                    <a:pt x="79" y="110"/>
                    <a:pt x="98" y="112"/>
                    <a:pt x="110" y="112"/>
                  </a:cubicBezTo>
                  <a:cubicBezTo>
                    <a:pt x="122" y="112"/>
                    <a:pt x="134" y="99"/>
                    <a:pt x="130" y="98"/>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0" name="Freeform 67"/>
            <p:cNvSpPr>
              <a:spLocks noEditPoints="1"/>
            </p:cNvSpPr>
            <p:nvPr/>
          </p:nvSpPr>
          <p:spPr bwMode="auto">
            <a:xfrm>
              <a:off x="4326730" y="2625559"/>
              <a:ext cx="1193800" cy="3881438"/>
            </a:xfrm>
            <a:custGeom>
              <a:avLst/>
              <a:gdLst>
                <a:gd name="T0" fmla="*/ 520 w 557"/>
                <a:gd name="T1" fmla="*/ 350 h 1812"/>
                <a:gd name="T2" fmla="*/ 469 w 557"/>
                <a:gd name="T3" fmla="*/ 153 h 1812"/>
                <a:gd name="T4" fmla="*/ 423 w 557"/>
                <a:gd name="T5" fmla="*/ 15 h 1812"/>
                <a:gd name="T6" fmla="*/ 399 w 557"/>
                <a:gd name="T7" fmla="*/ 12 h 1812"/>
                <a:gd name="T8" fmla="*/ 381 w 557"/>
                <a:gd name="T9" fmla="*/ 99 h 1812"/>
                <a:gd name="T10" fmla="*/ 386 w 557"/>
                <a:gd name="T11" fmla="*/ 186 h 1812"/>
                <a:gd name="T12" fmla="*/ 325 w 557"/>
                <a:gd name="T13" fmla="*/ 422 h 1812"/>
                <a:gd name="T14" fmla="*/ 260 w 557"/>
                <a:gd name="T15" fmla="*/ 153 h 1812"/>
                <a:gd name="T16" fmla="*/ 276 w 557"/>
                <a:gd name="T17" fmla="*/ 91 h 1812"/>
                <a:gd name="T18" fmla="*/ 265 w 557"/>
                <a:gd name="T19" fmla="*/ 8 h 1812"/>
                <a:gd name="T20" fmla="*/ 235 w 557"/>
                <a:gd name="T21" fmla="*/ 78 h 1812"/>
                <a:gd name="T22" fmla="*/ 128 w 557"/>
                <a:gd name="T23" fmla="*/ 147 h 1812"/>
                <a:gd name="T24" fmla="*/ 29 w 557"/>
                <a:gd name="T25" fmla="*/ 453 h 1812"/>
                <a:gd name="T26" fmla="*/ 52 w 557"/>
                <a:gd name="T27" fmla="*/ 566 h 1812"/>
                <a:gd name="T28" fmla="*/ 130 w 557"/>
                <a:gd name="T29" fmla="*/ 703 h 1812"/>
                <a:gd name="T30" fmla="*/ 73 w 557"/>
                <a:gd name="T31" fmla="*/ 1107 h 1812"/>
                <a:gd name="T32" fmla="*/ 33 w 557"/>
                <a:gd name="T33" fmla="*/ 1444 h 1812"/>
                <a:gd name="T34" fmla="*/ 31 w 557"/>
                <a:gd name="T35" fmla="*/ 1682 h 1812"/>
                <a:gd name="T36" fmla="*/ 97 w 557"/>
                <a:gd name="T37" fmla="*/ 1722 h 1812"/>
                <a:gd name="T38" fmla="*/ 20 w 557"/>
                <a:gd name="T39" fmla="*/ 1759 h 1812"/>
                <a:gd name="T40" fmla="*/ 1 w 557"/>
                <a:gd name="T41" fmla="*/ 1793 h 1812"/>
                <a:gd name="T42" fmla="*/ 101 w 557"/>
                <a:gd name="T43" fmla="*/ 1758 h 1812"/>
                <a:gd name="T44" fmla="*/ 130 w 557"/>
                <a:gd name="T45" fmla="*/ 1671 h 1812"/>
                <a:gd name="T46" fmla="*/ 160 w 557"/>
                <a:gd name="T47" fmla="*/ 1363 h 1812"/>
                <a:gd name="T48" fmla="*/ 198 w 557"/>
                <a:gd name="T49" fmla="*/ 1194 h 1812"/>
                <a:gd name="T50" fmla="*/ 284 w 557"/>
                <a:gd name="T51" fmla="*/ 879 h 1812"/>
                <a:gd name="T52" fmla="*/ 341 w 557"/>
                <a:gd name="T53" fmla="*/ 1187 h 1812"/>
                <a:gd name="T54" fmla="*/ 338 w 557"/>
                <a:gd name="T55" fmla="*/ 1381 h 1812"/>
                <a:gd name="T56" fmla="*/ 306 w 557"/>
                <a:gd name="T57" fmla="*/ 1652 h 1812"/>
                <a:gd name="T58" fmla="*/ 367 w 557"/>
                <a:gd name="T59" fmla="*/ 1693 h 1812"/>
                <a:gd name="T60" fmla="*/ 386 w 557"/>
                <a:gd name="T61" fmla="*/ 1696 h 1812"/>
                <a:gd name="T62" fmla="*/ 347 w 557"/>
                <a:gd name="T63" fmla="*/ 1756 h 1812"/>
                <a:gd name="T64" fmla="*/ 296 w 557"/>
                <a:gd name="T65" fmla="*/ 1735 h 1812"/>
                <a:gd name="T66" fmla="*/ 322 w 557"/>
                <a:gd name="T67" fmla="*/ 1812 h 1812"/>
                <a:gd name="T68" fmla="*/ 386 w 557"/>
                <a:gd name="T69" fmla="*/ 1769 h 1812"/>
                <a:gd name="T70" fmla="*/ 424 w 557"/>
                <a:gd name="T71" fmla="*/ 1561 h 1812"/>
                <a:gd name="T72" fmla="*/ 460 w 557"/>
                <a:gd name="T73" fmla="*/ 1262 h 1812"/>
                <a:gd name="T74" fmla="*/ 498 w 557"/>
                <a:gd name="T75" fmla="*/ 885 h 1812"/>
                <a:gd name="T76" fmla="*/ 505 w 557"/>
                <a:gd name="T77" fmla="*/ 753 h 1812"/>
                <a:gd name="T78" fmla="*/ 458 w 557"/>
                <a:gd name="T79" fmla="*/ 692 h 1812"/>
                <a:gd name="T80" fmla="*/ 483 w 557"/>
                <a:gd name="T81" fmla="*/ 656 h 1812"/>
                <a:gd name="T82" fmla="*/ 547 w 557"/>
                <a:gd name="T83" fmla="*/ 664 h 1812"/>
                <a:gd name="T84" fmla="*/ 531 w 557"/>
                <a:gd name="T85" fmla="*/ 545 h 1812"/>
                <a:gd name="T86" fmla="*/ 329 w 557"/>
                <a:gd name="T87" fmla="*/ 709 h 1812"/>
                <a:gd name="T88" fmla="*/ 250 w 557"/>
                <a:gd name="T89" fmla="*/ 728 h 1812"/>
                <a:gd name="T90" fmla="*/ 249 w 557"/>
                <a:gd name="T91" fmla="*/ 637 h 1812"/>
                <a:gd name="T92" fmla="*/ 332 w 557"/>
                <a:gd name="T93" fmla="*/ 635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57" h="1812">
                  <a:moveTo>
                    <a:pt x="531" y="545"/>
                  </a:moveTo>
                  <a:cubicBezTo>
                    <a:pt x="531" y="525"/>
                    <a:pt x="529" y="492"/>
                    <a:pt x="529" y="483"/>
                  </a:cubicBezTo>
                  <a:cubicBezTo>
                    <a:pt x="529" y="474"/>
                    <a:pt x="520" y="370"/>
                    <a:pt x="520" y="350"/>
                  </a:cubicBezTo>
                  <a:cubicBezTo>
                    <a:pt x="520" y="331"/>
                    <a:pt x="525" y="252"/>
                    <a:pt x="525" y="243"/>
                  </a:cubicBezTo>
                  <a:cubicBezTo>
                    <a:pt x="525" y="234"/>
                    <a:pt x="516" y="166"/>
                    <a:pt x="499" y="162"/>
                  </a:cubicBezTo>
                  <a:cubicBezTo>
                    <a:pt x="483" y="157"/>
                    <a:pt x="483" y="156"/>
                    <a:pt x="469" y="153"/>
                  </a:cubicBezTo>
                  <a:cubicBezTo>
                    <a:pt x="461" y="151"/>
                    <a:pt x="449" y="147"/>
                    <a:pt x="441" y="143"/>
                  </a:cubicBezTo>
                  <a:cubicBezTo>
                    <a:pt x="435" y="124"/>
                    <a:pt x="425" y="98"/>
                    <a:pt x="424" y="81"/>
                  </a:cubicBezTo>
                  <a:cubicBezTo>
                    <a:pt x="422" y="55"/>
                    <a:pt x="423" y="26"/>
                    <a:pt x="423" y="15"/>
                  </a:cubicBezTo>
                  <a:cubicBezTo>
                    <a:pt x="423" y="10"/>
                    <a:pt x="421" y="5"/>
                    <a:pt x="419" y="0"/>
                  </a:cubicBezTo>
                  <a:cubicBezTo>
                    <a:pt x="418" y="2"/>
                    <a:pt x="418" y="3"/>
                    <a:pt x="418" y="5"/>
                  </a:cubicBezTo>
                  <a:cubicBezTo>
                    <a:pt x="416" y="15"/>
                    <a:pt x="405" y="16"/>
                    <a:pt x="399" y="12"/>
                  </a:cubicBezTo>
                  <a:cubicBezTo>
                    <a:pt x="398" y="26"/>
                    <a:pt x="390" y="40"/>
                    <a:pt x="383" y="50"/>
                  </a:cubicBezTo>
                  <a:cubicBezTo>
                    <a:pt x="379" y="94"/>
                    <a:pt x="379" y="94"/>
                    <a:pt x="379" y="94"/>
                  </a:cubicBezTo>
                  <a:cubicBezTo>
                    <a:pt x="379" y="94"/>
                    <a:pt x="380" y="96"/>
                    <a:pt x="381" y="99"/>
                  </a:cubicBezTo>
                  <a:cubicBezTo>
                    <a:pt x="380" y="99"/>
                    <a:pt x="380" y="99"/>
                    <a:pt x="379" y="98"/>
                  </a:cubicBezTo>
                  <a:cubicBezTo>
                    <a:pt x="379" y="98"/>
                    <a:pt x="388" y="123"/>
                    <a:pt x="386" y="183"/>
                  </a:cubicBezTo>
                  <a:cubicBezTo>
                    <a:pt x="386" y="184"/>
                    <a:pt x="386" y="185"/>
                    <a:pt x="386" y="186"/>
                  </a:cubicBezTo>
                  <a:cubicBezTo>
                    <a:pt x="386" y="186"/>
                    <a:pt x="386" y="186"/>
                    <a:pt x="386" y="186"/>
                  </a:cubicBezTo>
                  <a:cubicBezTo>
                    <a:pt x="386" y="187"/>
                    <a:pt x="386" y="188"/>
                    <a:pt x="386" y="190"/>
                  </a:cubicBezTo>
                  <a:cubicBezTo>
                    <a:pt x="381" y="255"/>
                    <a:pt x="325" y="422"/>
                    <a:pt x="325" y="422"/>
                  </a:cubicBezTo>
                  <a:cubicBezTo>
                    <a:pt x="325" y="422"/>
                    <a:pt x="282" y="266"/>
                    <a:pt x="266" y="187"/>
                  </a:cubicBezTo>
                  <a:cubicBezTo>
                    <a:pt x="265" y="186"/>
                    <a:pt x="265" y="185"/>
                    <a:pt x="265" y="183"/>
                  </a:cubicBezTo>
                  <a:cubicBezTo>
                    <a:pt x="262" y="170"/>
                    <a:pt x="260" y="160"/>
                    <a:pt x="260" y="153"/>
                  </a:cubicBezTo>
                  <a:cubicBezTo>
                    <a:pt x="259" y="151"/>
                    <a:pt x="259" y="149"/>
                    <a:pt x="259" y="147"/>
                  </a:cubicBezTo>
                  <a:cubicBezTo>
                    <a:pt x="257" y="104"/>
                    <a:pt x="275" y="94"/>
                    <a:pt x="275" y="94"/>
                  </a:cubicBezTo>
                  <a:cubicBezTo>
                    <a:pt x="276" y="91"/>
                    <a:pt x="276" y="91"/>
                    <a:pt x="276" y="91"/>
                  </a:cubicBezTo>
                  <a:cubicBezTo>
                    <a:pt x="276" y="91"/>
                    <a:pt x="276" y="90"/>
                    <a:pt x="276" y="90"/>
                  </a:cubicBezTo>
                  <a:cubicBezTo>
                    <a:pt x="277" y="87"/>
                    <a:pt x="279" y="59"/>
                    <a:pt x="280" y="48"/>
                  </a:cubicBezTo>
                  <a:cubicBezTo>
                    <a:pt x="271" y="35"/>
                    <a:pt x="267" y="18"/>
                    <a:pt x="265" y="8"/>
                  </a:cubicBezTo>
                  <a:cubicBezTo>
                    <a:pt x="256" y="10"/>
                    <a:pt x="251" y="6"/>
                    <a:pt x="249" y="0"/>
                  </a:cubicBezTo>
                  <a:cubicBezTo>
                    <a:pt x="249" y="13"/>
                    <a:pt x="248" y="25"/>
                    <a:pt x="245" y="33"/>
                  </a:cubicBezTo>
                  <a:cubicBezTo>
                    <a:pt x="236" y="58"/>
                    <a:pt x="235" y="64"/>
                    <a:pt x="235" y="78"/>
                  </a:cubicBezTo>
                  <a:cubicBezTo>
                    <a:pt x="235" y="85"/>
                    <a:pt x="233" y="99"/>
                    <a:pt x="232" y="111"/>
                  </a:cubicBezTo>
                  <a:cubicBezTo>
                    <a:pt x="226" y="116"/>
                    <a:pt x="221" y="119"/>
                    <a:pt x="217" y="121"/>
                  </a:cubicBezTo>
                  <a:cubicBezTo>
                    <a:pt x="204" y="127"/>
                    <a:pt x="140" y="132"/>
                    <a:pt x="128" y="147"/>
                  </a:cubicBezTo>
                  <a:cubicBezTo>
                    <a:pt x="113" y="145"/>
                    <a:pt x="106" y="159"/>
                    <a:pt x="97" y="193"/>
                  </a:cubicBezTo>
                  <a:cubicBezTo>
                    <a:pt x="88" y="228"/>
                    <a:pt x="47" y="383"/>
                    <a:pt x="45" y="397"/>
                  </a:cubicBezTo>
                  <a:cubicBezTo>
                    <a:pt x="44" y="410"/>
                    <a:pt x="32" y="444"/>
                    <a:pt x="29" y="453"/>
                  </a:cubicBezTo>
                  <a:cubicBezTo>
                    <a:pt x="26" y="462"/>
                    <a:pt x="23" y="474"/>
                    <a:pt x="26" y="483"/>
                  </a:cubicBezTo>
                  <a:cubicBezTo>
                    <a:pt x="29" y="492"/>
                    <a:pt x="27" y="504"/>
                    <a:pt x="29" y="516"/>
                  </a:cubicBezTo>
                  <a:cubicBezTo>
                    <a:pt x="30" y="528"/>
                    <a:pt x="44" y="555"/>
                    <a:pt x="52" y="566"/>
                  </a:cubicBezTo>
                  <a:cubicBezTo>
                    <a:pt x="59" y="576"/>
                    <a:pt x="80" y="612"/>
                    <a:pt x="89" y="620"/>
                  </a:cubicBezTo>
                  <a:cubicBezTo>
                    <a:pt x="98" y="627"/>
                    <a:pt x="118" y="650"/>
                    <a:pt x="118" y="650"/>
                  </a:cubicBezTo>
                  <a:cubicBezTo>
                    <a:pt x="118" y="650"/>
                    <a:pt x="130" y="688"/>
                    <a:pt x="130" y="703"/>
                  </a:cubicBezTo>
                  <a:cubicBezTo>
                    <a:pt x="130" y="718"/>
                    <a:pt x="107" y="769"/>
                    <a:pt x="104" y="784"/>
                  </a:cubicBezTo>
                  <a:cubicBezTo>
                    <a:pt x="101" y="799"/>
                    <a:pt x="92" y="917"/>
                    <a:pt x="91" y="953"/>
                  </a:cubicBezTo>
                  <a:cubicBezTo>
                    <a:pt x="89" y="989"/>
                    <a:pt x="73" y="1078"/>
                    <a:pt x="73" y="1107"/>
                  </a:cubicBezTo>
                  <a:cubicBezTo>
                    <a:pt x="73" y="1135"/>
                    <a:pt x="71" y="1173"/>
                    <a:pt x="71" y="1184"/>
                  </a:cubicBezTo>
                  <a:cubicBezTo>
                    <a:pt x="71" y="1194"/>
                    <a:pt x="58" y="1259"/>
                    <a:pt x="55" y="1294"/>
                  </a:cubicBezTo>
                  <a:cubicBezTo>
                    <a:pt x="52" y="1328"/>
                    <a:pt x="35" y="1417"/>
                    <a:pt x="33" y="1444"/>
                  </a:cubicBezTo>
                  <a:cubicBezTo>
                    <a:pt x="32" y="1472"/>
                    <a:pt x="24" y="1562"/>
                    <a:pt x="24" y="1589"/>
                  </a:cubicBezTo>
                  <a:cubicBezTo>
                    <a:pt x="24" y="1616"/>
                    <a:pt x="23" y="1618"/>
                    <a:pt x="21" y="1642"/>
                  </a:cubicBezTo>
                  <a:cubicBezTo>
                    <a:pt x="20" y="1665"/>
                    <a:pt x="27" y="1679"/>
                    <a:pt x="31" y="1682"/>
                  </a:cubicBezTo>
                  <a:cubicBezTo>
                    <a:pt x="32" y="1682"/>
                    <a:pt x="32" y="1683"/>
                    <a:pt x="32" y="1683"/>
                  </a:cubicBezTo>
                  <a:cubicBezTo>
                    <a:pt x="36" y="1686"/>
                    <a:pt x="79" y="1701"/>
                    <a:pt x="104" y="1690"/>
                  </a:cubicBezTo>
                  <a:cubicBezTo>
                    <a:pt x="104" y="1690"/>
                    <a:pt x="97" y="1710"/>
                    <a:pt x="97" y="1722"/>
                  </a:cubicBezTo>
                  <a:cubicBezTo>
                    <a:pt x="97" y="1734"/>
                    <a:pt x="91" y="1764"/>
                    <a:pt x="91" y="1764"/>
                  </a:cubicBezTo>
                  <a:cubicBezTo>
                    <a:pt x="91" y="1764"/>
                    <a:pt x="67" y="1763"/>
                    <a:pt x="41" y="1763"/>
                  </a:cubicBezTo>
                  <a:cubicBezTo>
                    <a:pt x="25" y="1763"/>
                    <a:pt x="21" y="1760"/>
                    <a:pt x="20" y="1759"/>
                  </a:cubicBezTo>
                  <a:cubicBezTo>
                    <a:pt x="20" y="1758"/>
                    <a:pt x="20" y="1757"/>
                    <a:pt x="20" y="1757"/>
                  </a:cubicBezTo>
                  <a:cubicBezTo>
                    <a:pt x="19" y="1759"/>
                    <a:pt x="14" y="1768"/>
                    <a:pt x="8" y="1776"/>
                  </a:cubicBezTo>
                  <a:cubicBezTo>
                    <a:pt x="0" y="1785"/>
                    <a:pt x="1" y="1785"/>
                    <a:pt x="1" y="1793"/>
                  </a:cubicBezTo>
                  <a:cubicBezTo>
                    <a:pt x="1" y="1800"/>
                    <a:pt x="12" y="1805"/>
                    <a:pt x="18" y="1806"/>
                  </a:cubicBezTo>
                  <a:cubicBezTo>
                    <a:pt x="24" y="1808"/>
                    <a:pt x="85" y="1805"/>
                    <a:pt x="95" y="1799"/>
                  </a:cubicBezTo>
                  <a:cubicBezTo>
                    <a:pt x="106" y="1793"/>
                    <a:pt x="97" y="1770"/>
                    <a:pt x="101" y="1758"/>
                  </a:cubicBezTo>
                  <a:cubicBezTo>
                    <a:pt x="106" y="1746"/>
                    <a:pt x="104" y="1732"/>
                    <a:pt x="112" y="1720"/>
                  </a:cubicBezTo>
                  <a:cubicBezTo>
                    <a:pt x="119" y="1708"/>
                    <a:pt x="122" y="1702"/>
                    <a:pt x="130" y="1690"/>
                  </a:cubicBezTo>
                  <a:cubicBezTo>
                    <a:pt x="134" y="1684"/>
                    <a:pt x="132" y="1676"/>
                    <a:pt x="130" y="1671"/>
                  </a:cubicBezTo>
                  <a:cubicBezTo>
                    <a:pt x="143" y="1657"/>
                    <a:pt x="153" y="1638"/>
                    <a:pt x="153" y="1627"/>
                  </a:cubicBezTo>
                  <a:cubicBezTo>
                    <a:pt x="153" y="1609"/>
                    <a:pt x="148" y="1571"/>
                    <a:pt x="148" y="1542"/>
                  </a:cubicBezTo>
                  <a:cubicBezTo>
                    <a:pt x="148" y="1514"/>
                    <a:pt x="159" y="1381"/>
                    <a:pt x="160" y="1363"/>
                  </a:cubicBezTo>
                  <a:cubicBezTo>
                    <a:pt x="162" y="1345"/>
                    <a:pt x="165" y="1303"/>
                    <a:pt x="166" y="1292"/>
                  </a:cubicBezTo>
                  <a:cubicBezTo>
                    <a:pt x="168" y="1282"/>
                    <a:pt x="174" y="1271"/>
                    <a:pt x="175" y="1256"/>
                  </a:cubicBezTo>
                  <a:cubicBezTo>
                    <a:pt x="177" y="1241"/>
                    <a:pt x="198" y="1220"/>
                    <a:pt x="198" y="1194"/>
                  </a:cubicBezTo>
                  <a:cubicBezTo>
                    <a:pt x="198" y="1169"/>
                    <a:pt x="199" y="1154"/>
                    <a:pt x="207" y="1131"/>
                  </a:cubicBezTo>
                  <a:cubicBezTo>
                    <a:pt x="214" y="1108"/>
                    <a:pt x="252" y="949"/>
                    <a:pt x="261" y="933"/>
                  </a:cubicBezTo>
                  <a:cubicBezTo>
                    <a:pt x="270" y="918"/>
                    <a:pt x="278" y="887"/>
                    <a:pt x="284" y="879"/>
                  </a:cubicBezTo>
                  <a:cubicBezTo>
                    <a:pt x="290" y="872"/>
                    <a:pt x="308" y="852"/>
                    <a:pt x="308" y="852"/>
                  </a:cubicBezTo>
                  <a:cubicBezTo>
                    <a:pt x="308" y="852"/>
                    <a:pt x="327" y="911"/>
                    <a:pt x="332" y="955"/>
                  </a:cubicBezTo>
                  <a:cubicBezTo>
                    <a:pt x="336" y="998"/>
                    <a:pt x="341" y="1160"/>
                    <a:pt x="341" y="1187"/>
                  </a:cubicBezTo>
                  <a:cubicBezTo>
                    <a:pt x="341" y="1214"/>
                    <a:pt x="339" y="1250"/>
                    <a:pt x="339" y="1268"/>
                  </a:cubicBezTo>
                  <a:cubicBezTo>
                    <a:pt x="339" y="1286"/>
                    <a:pt x="339" y="1300"/>
                    <a:pt x="341" y="1315"/>
                  </a:cubicBezTo>
                  <a:cubicBezTo>
                    <a:pt x="342" y="1330"/>
                    <a:pt x="339" y="1354"/>
                    <a:pt x="338" y="1381"/>
                  </a:cubicBezTo>
                  <a:cubicBezTo>
                    <a:pt x="336" y="1408"/>
                    <a:pt x="327" y="1457"/>
                    <a:pt x="326" y="1488"/>
                  </a:cubicBezTo>
                  <a:cubicBezTo>
                    <a:pt x="324" y="1520"/>
                    <a:pt x="315" y="1564"/>
                    <a:pt x="312" y="1589"/>
                  </a:cubicBezTo>
                  <a:cubicBezTo>
                    <a:pt x="309" y="1615"/>
                    <a:pt x="308" y="1637"/>
                    <a:pt x="306" y="1652"/>
                  </a:cubicBezTo>
                  <a:cubicBezTo>
                    <a:pt x="305" y="1668"/>
                    <a:pt x="308" y="1687"/>
                    <a:pt x="308" y="1687"/>
                  </a:cubicBezTo>
                  <a:cubicBezTo>
                    <a:pt x="308" y="1687"/>
                    <a:pt x="308" y="1687"/>
                    <a:pt x="308" y="1687"/>
                  </a:cubicBezTo>
                  <a:cubicBezTo>
                    <a:pt x="312" y="1688"/>
                    <a:pt x="347" y="1691"/>
                    <a:pt x="367" y="1693"/>
                  </a:cubicBezTo>
                  <a:cubicBezTo>
                    <a:pt x="369" y="1693"/>
                    <a:pt x="371" y="1693"/>
                    <a:pt x="373" y="1693"/>
                  </a:cubicBezTo>
                  <a:cubicBezTo>
                    <a:pt x="379" y="1694"/>
                    <a:pt x="383" y="1694"/>
                    <a:pt x="386" y="1694"/>
                  </a:cubicBezTo>
                  <a:cubicBezTo>
                    <a:pt x="386" y="1695"/>
                    <a:pt x="386" y="1696"/>
                    <a:pt x="386" y="1696"/>
                  </a:cubicBezTo>
                  <a:cubicBezTo>
                    <a:pt x="386" y="1700"/>
                    <a:pt x="384" y="1734"/>
                    <a:pt x="382" y="1751"/>
                  </a:cubicBezTo>
                  <a:cubicBezTo>
                    <a:pt x="378" y="1752"/>
                    <a:pt x="372" y="1753"/>
                    <a:pt x="365" y="1755"/>
                  </a:cubicBezTo>
                  <a:cubicBezTo>
                    <a:pt x="360" y="1756"/>
                    <a:pt x="354" y="1756"/>
                    <a:pt x="347" y="1756"/>
                  </a:cubicBezTo>
                  <a:cubicBezTo>
                    <a:pt x="328" y="1756"/>
                    <a:pt x="332" y="1758"/>
                    <a:pt x="312" y="1752"/>
                  </a:cubicBezTo>
                  <a:cubicBezTo>
                    <a:pt x="308" y="1751"/>
                    <a:pt x="301" y="1742"/>
                    <a:pt x="298" y="1738"/>
                  </a:cubicBezTo>
                  <a:cubicBezTo>
                    <a:pt x="296" y="1736"/>
                    <a:pt x="296" y="1735"/>
                    <a:pt x="296" y="1735"/>
                  </a:cubicBezTo>
                  <a:cubicBezTo>
                    <a:pt x="296" y="1735"/>
                    <a:pt x="284" y="1761"/>
                    <a:pt x="284" y="1775"/>
                  </a:cubicBezTo>
                  <a:cubicBezTo>
                    <a:pt x="284" y="1779"/>
                    <a:pt x="285" y="1794"/>
                    <a:pt x="293" y="1797"/>
                  </a:cubicBezTo>
                  <a:cubicBezTo>
                    <a:pt x="300" y="1800"/>
                    <a:pt x="311" y="1812"/>
                    <a:pt x="322" y="1812"/>
                  </a:cubicBezTo>
                  <a:cubicBezTo>
                    <a:pt x="332" y="1812"/>
                    <a:pt x="362" y="1802"/>
                    <a:pt x="368" y="1802"/>
                  </a:cubicBezTo>
                  <a:cubicBezTo>
                    <a:pt x="374" y="1802"/>
                    <a:pt x="383" y="1800"/>
                    <a:pt x="385" y="1793"/>
                  </a:cubicBezTo>
                  <a:cubicBezTo>
                    <a:pt x="386" y="1786"/>
                    <a:pt x="386" y="1771"/>
                    <a:pt x="386" y="1769"/>
                  </a:cubicBezTo>
                  <a:cubicBezTo>
                    <a:pt x="388" y="1756"/>
                    <a:pt x="390" y="1738"/>
                    <a:pt x="391" y="1735"/>
                  </a:cubicBezTo>
                  <a:cubicBezTo>
                    <a:pt x="392" y="1729"/>
                    <a:pt x="395" y="1689"/>
                    <a:pt x="395" y="1686"/>
                  </a:cubicBezTo>
                  <a:cubicBezTo>
                    <a:pt x="402" y="1660"/>
                    <a:pt x="424" y="1583"/>
                    <a:pt x="424" y="1561"/>
                  </a:cubicBezTo>
                  <a:cubicBezTo>
                    <a:pt x="424" y="1533"/>
                    <a:pt x="442" y="1437"/>
                    <a:pt x="448" y="1396"/>
                  </a:cubicBezTo>
                  <a:cubicBezTo>
                    <a:pt x="454" y="1356"/>
                    <a:pt x="460" y="1333"/>
                    <a:pt x="460" y="1316"/>
                  </a:cubicBezTo>
                  <a:cubicBezTo>
                    <a:pt x="460" y="1262"/>
                    <a:pt x="460" y="1262"/>
                    <a:pt x="460" y="1262"/>
                  </a:cubicBezTo>
                  <a:cubicBezTo>
                    <a:pt x="460" y="1241"/>
                    <a:pt x="463" y="1161"/>
                    <a:pt x="469" y="1129"/>
                  </a:cubicBezTo>
                  <a:cubicBezTo>
                    <a:pt x="475" y="1098"/>
                    <a:pt x="466" y="1027"/>
                    <a:pt x="475" y="994"/>
                  </a:cubicBezTo>
                  <a:cubicBezTo>
                    <a:pt x="484" y="961"/>
                    <a:pt x="496" y="900"/>
                    <a:pt x="498" y="885"/>
                  </a:cubicBezTo>
                  <a:cubicBezTo>
                    <a:pt x="499" y="870"/>
                    <a:pt x="510" y="837"/>
                    <a:pt x="510" y="819"/>
                  </a:cubicBezTo>
                  <a:cubicBezTo>
                    <a:pt x="510" y="801"/>
                    <a:pt x="508" y="768"/>
                    <a:pt x="505" y="756"/>
                  </a:cubicBezTo>
                  <a:cubicBezTo>
                    <a:pt x="505" y="755"/>
                    <a:pt x="505" y="754"/>
                    <a:pt x="505" y="753"/>
                  </a:cubicBezTo>
                  <a:cubicBezTo>
                    <a:pt x="505" y="746"/>
                    <a:pt x="503" y="723"/>
                    <a:pt x="498" y="713"/>
                  </a:cubicBezTo>
                  <a:cubicBezTo>
                    <a:pt x="492" y="701"/>
                    <a:pt x="480" y="685"/>
                    <a:pt x="480" y="685"/>
                  </a:cubicBezTo>
                  <a:cubicBezTo>
                    <a:pt x="480" y="685"/>
                    <a:pt x="471" y="692"/>
                    <a:pt x="458" y="692"/>
                  </a:cubicBezTo>
                  <a:cubicBezTo>
                    <a:pt x="446" y="692"/>
                    <a:pt x="437" y="686"/>
                    <a:pt x="439" y="682"/>
                  </a:cubicBezTo>
                  <a:cubicBezTo>
                    <a:pt x="440" y="677"/>
                    <a:pt x="454" y="673"/>
                    <a:pt x="465" y="668"/>
                  </a:cubicBezTo>
                  <a:cubicBezTo>
                    <a:pt x="475" y="664"/>
                    <a:pt x="475" y="656"/>
                    <a:pt x="483" y="656"/>
                  </a:cubicBezTo>
                  <a:cubicBezTo>
                    <a:pt x="504" y="656"/>
                    <a:pt x="504" y="656"/>
                    <a:pt x="504" y="656"/>
                  </a:cubicBezTo>
                  <a:cubicBezTo>
                    <a:pt x="510" y="656"/>
                    <a:pt x="519" y="647"/>
                    <a:pt x="519" y="647"/>
                  </a:cubicBezTo>
                  <a:cubicBezTo>
                    <a:pt x="519" y="647"/>
                    <a:pt x="546" y="658"/>
                    <a:pt x="547" y="664"/>
                  </a:cubicBezTo>
                  <a:cubicBezTo>
                    <a:pt x="548" y="667"/>
                    <a:pt x="549" y="676"/>
                    <a:pt x="549" y="686"/>
                  </a:cubicBezTo>
                  <a:cubicBezTo>
                    <a:pt x="554" y="676"/>
                    <a:pt x="557" y="665"/>
                    <a:pt x="556" y="659"/>
                  </a:cubicBezTo>
                  <a:cubicBezTo>
                    <a:pt x="555" y="644"/>
                    <a:pt x="531" y="564"/>
                    <a:pt x="531" y="545"/>
                  </a:cubicBezTo>
                  <a:moveTo>
                    <a:pt x="341" y="662"/>
                  </a:moveTo>
                  <a:cubicBezTo>
                    <a:pt x="345" y="665"/>
                    <a:pt x="345" y="679"/>
                    <a:pt x="339" y="686"/>
                  </a:cubicBezTo>
                  <a:cubicBezTo>
                    <a:pt x="345" y="688"/>
                    <a:pt x="339" y="703"/>
                    <a:pt x="329" y="709"/>
                  </a:cubicBezTo>
                  <a:cubicBezTo>
                    <a:pt x="329" y="716"/>
                    <a:pt x="312" y="722"/>
                    <a:pt x="317" y="724"/>
                  </a:cubicBezTo>
                  <a:cubicBezTo>
                    <a:pt x="321" y="725"/>
                    <a:pt x="309" y="738"/>
                    <a:pt x="297" y="738"/>
                  </a:cubicBezTo>
                  <a:cubicBezTo>
                    <a:pt x="285" y="738"/>
                    <a:pt x="266" y="736"/>
                    <a:pt x="250" y="728"/>
                  </a:cubicBezTo>
                  <a:cubicBezTo>
                    <a:pt x="235" y="721"/>
                    <a:pt x="187" y="677"/>
                    <a:pt x="187" y="677"/>
                  </a:cubicBezTo>
                  <a:cubicBezTo>
                    <a:pt x="193" y="638"/>
                    <a:pt x="219" y="626"/>
                    <a:pt x="225" y="629"/>
                  </a:cubicBezTo>
                  <a:cubicBezTo>
                    <a:pt x="231" y="632"/>
                    <a:pt x="238" y="637"/>
                    <a:pt x="249" y="637"/>
                  </a:cubicBezTo>
                  <a:cubicBezTo>
                    <a:pt x="260" y="637"/>
                    <a:pt x="273" y="629"/>
                    <a:pt x="284" y="627"/>
                  </a:cubicBezTo>
                  <a:cubicBezTo>
                    <a:pt x="294" y="626"/>
                    <a:pt x="302" y="627"/>
                    <a:pt x="306" y="629"/>
                  </a:cubicBezTo>
                  <a:cubicBezTo>
                    <a:pt x="311" y="630"/>
                    <a:pt x="327" y="635"/>
                    <a:pt x="332" y="635"/>
                  </a:cubicBezTo>
                  <a:cubicBezTo>
                    <a:pt x="336" y="635"/>
                    <a:pt x="368" y="635"/>
                    <a:pt x="367" y="649"/>
                  </a:cubicBezTo>
                  <a:cubicBezTo>
                    <a:pt x="365" y="662"/>
                    <a:pt x="336" y="659"/>
                    <a:pt x="341" y="662"/>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1" name="Freeform 68"/>
            <p:cNvSpPr>
              <a:spLocks/>
            </p:cNvSpPr>
            <p:nvPr/>
          </p:nvSpPr>
          <p:spPr bwMode="auto">
            <a:xfrm>
              <a:off x="4369593" y="6387934"/>
              <a:ext cx="0" cy="158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2" name="Freeform 69"/>
            <p:cNvSpPr>
              <a:spLocks/>
            </p:cNvSpPr>
            <p:nvPr/>
          </p:nvSpPr>
          <p:spPr bwMode="auto">
            <a:xfrm>
              <a:off x="4841080" y="2331871"/>
              <a:ext cx="404813" cy="493713"/>
            </a:xfrm>
            <a:custGeom>
              <a:avLst/>
              <a:gdLst>
                <a:gd name="T0" fmla="*/ 180 w 189"/>
                <a:gd name="T1" fmla="*/ 110 h 230"/>
                <a:gd name="T2" fmla="*/ 176 w 189"/>
                <a:gd name="T3" fmla="*/ 115 h 230"/>
                <a:gd name="T4" fmla="*/ 172 w 189"/>
                <a:gd name="T5" fmla="*/ 108 h 230"/>
                <a:gd name="T6" fmla="*/ 163 w 189"/>
                <a:gd name="T7" fmla="*/ 82 h 230"/>
                <a:gd name="T8" fmla="*/ 158 w 189"/>
                <a:gd name="T9" fmla="*/ 77 h 230"/>
                <a:gd name="T10" fmla="*/ 146 w 189"/>
                <a:gd name="T11" fmla="*/ 48 h 230"/>
                <a:gd name="T12" fmla="*/ 96 w 189"/>
                <a:gd name="T13" fmla="*/ 18 h 230"/>
                <a:gd name="T14" fmla="*/ 72 w 189"/>
                <a:gd name="T15" fmla="*/ 0 h 230"/>
                <a:gd name="T16" fmla="*/ 66 w 189"/>
                <a:gd name="T17" fmla="*/ 2 h 230"/>
                <a:gd name="T18" fmla="*/ 61 w 189"/>
                <a:gd name="T19" fmla="*/ 19 h 230"/>
                <a:gd name="T20" fmla="*/ 51 w 189"/>
                <a:gd name="T21" fmla="*/ 33 h 230"/>
                <a:gd name="T22" fmla="*/ 25 w 189"/>
                <a:gd name="T23" fmla="*/ 70 h 230"/>
                <a:gd name="T24" fmla="*/ 20 w 189"/>
                <a:gd name="T25" fmla="*/ 77 h 230"/>
                <a:gd name="T26" fmla="*/ 21 w 189"/>
                <a:gd name="T27" fmla="*/ 98 h 230"/>
                <a:gd name="T28" fmla="*/ 16 w 189"/>
                <a:gd name="T29" fmla="*/ 116 h 230"/>
                <a:gd name="T30" fmla="*/ 9 w 189"/>
                <a:gd name="T31" fmla="*/ 95 h 230"/>
                <a:gd name="T32" fmla="*/ 4 w 189"/>
                <a:gd name="T33" fmla="*/ 87 h 230"/>
                <a:gd name="T34" fmla="*/ 2 w 189"/>
                <a:gd name="T35" fmla="*/ 90 h 230"/>
                <a:gd name="T36" fmla="*/ 0 w 189"/>
                <a:gd name="T37" fmla="*/ 99 h 230"/>
                <a:gd name="T38" fmla="*/ 2 w 189"/>
                <a:gd name="T39" fmla="*/ 127 h 230"/>
                <a:gd name="T40" fmla="*/ 4 w 189"/>
                <a:gd name="T41" fmla="*/ 140 h 230"/>
                <a:gd name="T42" fmla="*/ 20 w 189"/>
                <a:gd name="T43" fmla="*/ 148 h 230"/>
                <a:gd name="T44" fmla="*/ 36 w 189"/>
                <a:gd name="T45" fmla="*/ 191 h 230"/>
                <a:gd name="T46" fmla="*/ 47 w 189"/>
                <a:gd name="T47" fmla="*/ 202 h 230"/>
                <a:gd name="T48" fmla="*/ 91 w 189"/>
                <a:gd name="T49" fmla="*/ 228 h 230"/>
                <a:gd name="T50" fmla="*/ 128 w 189"/>
                <a:gd name="T51" fmla="*/ 214 h 230"/>
                <a:gd name="T52" fmla="*/ 146 w 189"/>
                <a:gd name="T53" fmla="*/ 193 h 230"/>
                <a:gd name="T54" fmla="*/ 163 w 189"/>
                <a:gd name="T55" fmla="*/ 152 h 230"/>
                <a:gd name="T56" fmla="*/ 183 w 189"/>
                <a:gd name="T57" fmla="*/ 145 h 230"/>
                <a:gd name="T58" fmla="*/ 184 w 189"/>
                <a:gd name="T59" fmla="*/ 140 h 230"/>
                <a:gd name="T60" fmla="*/ 187 w 189"/>
                <a:gd name="T61" fmla="*/ 116 h 230"/>
                <a:gd name="T62" fmla="*/ 189 w 189"/>
                <a:gd name="T63" fmla="*/ 101 h 230"/>
                <a:gd name="T64" fmla="*/ 180 w 189"/>
                <a:gd name="T65" fmla="*/ 11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9" h="230">
                  <a:moveTo>
                    <a:pt x="180" y="110"/>
                  </a:moveTo>
                  <a:cubicBezTo>
                    <a:pt x="179" y="113"/>
                    <a:pt x="178" y="114"/>
                    <a:pt x="176" y="115"/>
                  </a:cubicBezTo>
                  <a:cubicBezTo>
                    <a:pt x="173" y="116"/>
                    <a:pt x="170" y="113"/>
                    <a:pt x="172" y="108"/>
                  </a:cubicBezTo>
                  <a:cubicBezTo>
                    <a:pt x="176" y="99"/>
                    <a:pt x="169" y="85"/>
                    <a:pt x="163" y="82"/>
                  </a:cubicBezTo>
                  <a:cubicBezTo>
                    <a:pt x="161" y="81"/>
                    <a:pt x="159" y="79"/>
                    <a:pt x="158" y="77"/>
                  </a:cubicBezTo>
                  <a:cubicBezTo>
                    <a:pt x="155" y="72"/>
                    <a:pt x="152" y="63"/>
                    <a:pt x="146" y="48"/>
                  </a:cubicBezTo>
                  <a:cubicBezTo>
                    <a:pt x="138" y="28"/>
                    <a:pt x="116" y="24"/>
                    <a:pt x="96" y="18"/>
                  </a:cubicBezTo>
                  <a:cubicBezTo>
                    <a:pt x="86" y="14"/>
                    <a:pt x="78" y="6"/>
                    <a:pt x="72" y="0"/>
                  </a:cubicBezTo>
                  <a:cubicBezTo>
                    <a:pt x="71" y="1"/>
                    <a:pt x="69" y="2"/>
                    <a:pt x="66" y="2"/>
                  </a:cubicBezTo>
                  <a:cubicBezTo>
                    <a:pt x="66" y="10"/>
                    <a:pt x="64" y="17"/>
                    <a:pt x="61" y="19"/>
                  </a:cubicBezTo>
                  <a:cubicBezTo>
                    <a:pt x="55" y="21"/>
                    <a:pt x="52" y="25"/>
                    <a:pt x="51" y="33"/>
                  </a:cubicBezTo>
                  <a:cubicBezTo>
                    <a:pt x="50" y="42"/>
                    <a:pt x="36" y="63"/>
                    <a:pt x="25" y="70"/>
                  </a:cubicBezTo>
                  <a:cubicBezTo>
                    <a:pt x="22" y="72"/>
                    <a:pt x="20" y="74"/>
                    <a:pt x="20" y="77"/>
                  </a:cubicBezTo>
                  <a:cubicBezTo>
                    <a:pt x="18" y="83"/>
                    <a:pt x="21" y="91"/>
                    <a:pt x="21" y="98"/>
                  </a:cubicBezTo>
                  <a:cubicBezTo>
                    <a:pt x="21" y="109"/>
                    <a:pt x="16" y="116"/>
                    <a:pt x="16" y="116"/>
                  </a:cubicBezTo>
                  <a:cubicBezTo>
                    <a:pt x="16" y="116"/>
                    <a:pt x="11" y="103"/>
                    <a:pt x="9" y="95"/>
                  </a:cubicBezTo>
                  <a:cubicBezTo>
                    <a:pt x="8" y="92"/>
                    <a:pt x="6" y="89"/>
                    <a:pt x="4" y="87"/>
                  </a:cubicBezTo>
                  <a:cubicBezTo>
                    <a:pt x="3" y="88"/>
                    <a:pt x="2" y="88"/>
                    <a:pt x="2" y="90"/>
                  </a:cubicBezTo>
                  <a:cubicBezTo>
                    <a:pt x="1" y="92"/>
                    <a:pt x="0" y="95"/>
                    <a:pt x="0" y="99"/>
                  </a:cubicBezTo>
                  <a:cubicBezTo>
                    <a:pt x="1" y="113"/>
                    <a:pt x="2" y="121"/>
                    <a:pt x="2" y="127"/>
                  </a:cubicBezTo>
                  <a:cubicBezTo>
                    <a:pt x="2" y="129"/>
                    <a:pt x="2" y="135"/>
                    <a:pt x="4" y="140"/>
                  </a:cubicBezTo>
                  <a:cubicBezTo>
                    <a:pt x="6" y="146"/>
                    <a:pt x="10" y="151"/>
                    <a:pt x="20" y="148"/>
                  </a:cubicBezTo>
                  <a:cubicBezTo>
                    <a:pt x="22" y="158"/>
                    <a:pt x="27" y="178"/>
                    <a:pt x="36" y="191"/>
                  </a:cubicBezTo>
                  <a:cubicBezTo>
                    <a:pt x="39" y="196"/>
                    <a:pt x="43" y="200"/>
                    <a:pt x="47" y="202"/>
                  </a:cubicBezTo>
                  <a:cubicBezTo>
                    <a:pt x="63" y="213"/>
                    <a:pt x="61" y="227"/>
                    <a:pt x="91" y="228"/>
                  </a:cubicBezTo>
                  <a:cubicBezTo>
                    <a:pt x="120" y="230"/>
                    <a:pt x="125" y="218"/>
                    <a:pt x="128" y="214"/>
                  </a:cubicBezTo>
                  <a:cubicBezTo>
                    <a:pt x="129" y="212"/>
                    <a:pt x="137" y="204"/>
                    <a:pt x="146" y="193"/>
                  </a:cubicBezTo>
                  <a:cubicBezTo>
                    <a:pt x="154" y="182"/>
                    <a:pt x="162" y="168"/>
                    <a:pt x="163" y="152"/>
                  </a:cubicBezTo>
                  <a:cubicBezTo>
                    <a:pt x="169" y="157"/>
                    <a:pt x="181" y="155"/>
                    <a:pt x="183" y="145"/>
                  </a:cubicBezTo>
                  <a:cubicBezTo>
                    <a:pt x="183" y="143"/>
                    <a:pt x="184" y="142"/>
                    <a:pt x="184" y="140"/>
                  </a:cubicBezTo>
                  <a:cubicBezTo>
                    <a:pt x="185" y="131"/>
                    <a:pt x="186" y="121"/>
                    <a:pt x="187" y="116"/>
                  </a:cubicBezTo>
                  <a:cubicBezTo>
                    <a:pt x="187" y="113"/>
                    <a:pt x="189" y="107"/>
                    <a:pt x="189" y="101"/>
                  </a:cubicBezTo>
                  <a:cubicBezTo>
                    <a:pt x="186" y="102"/>
                    <a:pt x="182" y="104"/>
                    <a:pt x="180" y="110"/>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3" name="Freeform 70"/>
            <p:cNvSpPr>
              <a:spLocks/>
            </p:cNvSpPr>
            <p:nvPr/>
          </p:nvSpPr>
          <p:spPr bwMode="auto">
            <a:xfrm>
              <a:off x="4833143" y="2244559"/>
              <a:ext cx="442913" cy="336550"/>
            </a:xfrm>
            <a:custGeom>
              <a:avLst/>
              <a:gdLst>
                <a:gd name="T0" fmla="*/ 5 w 207"/>
                <a:gd name="T1" fmla="*/ 125 h 157"/>
                <a:gd name="T2" fmla="*/ 6 w 207"/>
                <a:gd name="T3" fmla="*/ 131 h 157"/>
                <a:gd name="T4" fmla="*/ 8 w 207"/>
                <a:gd name="T5" fmla="*/ 128 h 157"/>
                <a:gd name="T6" fmla="*/ 13 w 207"/>
                <a:gd name="T7" fmla="*/ 136 h 157"/>
                <a:gd name="T8" fmla="*/ 20 w 207"/>
                <a:gd name="T9" fmla="*/ 157 h 157"/>
                <a:gd name="T10" fmla="*/ 25 w 207"/>
                <a:gd name="T11" fmla="*/ 139 h 157"/>
                <a:gd name="T12" fmla="*/ 24 w 207"/>
                <a:gd name="T13" fmla="*/ 118 h 157"/>
                <a:gd name="T14" fmla="*/ 29 w 207"/>
                <a:gd name="T15" fmla="*/ 111 h 157"/>
                <a:gd name="T16" fmla="*/ 55 w 207"/>
                <a:gd name="T17" fmla="*/ 74 h 157"/>
                <a:gd name="T18" fmla="*/ 65 w 207"/>
                <a:gd name="T19" fmla="*/ 60 h 157"/>
                <a:gd name="T20" fmla="*/ 70 w 207"/>
                <a:gd name="T21" fmla="*/ 43 h 157"/>
                <a:gd name="T22" fmla="*/ 70 w 207"/>
                <a:gd name="T23" fmla="*/ 31 h 157"/>
                <a:gd name="T24" fmla="*/ 76 w 207"/>
                <a:gd name="T25" fmla="*/ 41 h 157"/>
                <a:gd name="T26" fmla="*/ 100 w 207"/>
                <a:gd name="T27" fmla="*/ 59 h 157"/>
                <a:gd name="T28" fmla="*/ 150 w 207"/>
                <a:gd name="T29" fmla="*/ 89 h 157"/>
                <a:gd name="T30" fmla="*/ 162 w 207"/>
                <a:gd name="T31" fmla="*/ 118 h 157"/>
                <a:gd name="T32" fmla="*/ 167 w 207"/>
                <a:gd name="T33" fmla="*/ 123 h 157"/>
                <a:gd name="T34" fmla="*/ 176 w 207"/>
                <a:gd name="T35" fmla="*/ 149 h 157"/>
                <a:gd name="T36" fmla="*/ 180 w 207"/>
                <a:gd name="T37" fmla="*/ 156 h 157"/>
                <a:gd name="T38" fmla="*/ 184 w 207"/>
                <a:gd name="T39" fmla="*/ 151 h 157"/>
                <a:gd name="T40" fmla="*/ 193 w 207"/>
                <a:gd name="T41" fmla="*/ 142 h 157"/>
                <a:gd name="T42" fmla="*/ 195 w 207"/>
                <a:gd name="T43" fmla="*/ 142 h 157"/>
                <a:gd name="T44" fmla="*/ 201 w 207"/>
                <a:gd name="T45" fmla="*/ 99 h 157"/>
                <a:gd name="T46" fmla="*/ 191 w 207"/>
                <a:gd name="T47" fmla="*/ 59 h 157"/>
                <a:gd name="T48" fmla="*/ 164 w 207"/>
                <a:gd name="T49" fmla="*/ 22 h 157"/>
                <a:gd name="T50" fmla="*/ 135 w 207"/>
                <a:gd name="T51" fmla="*/ 6 h 157"/>
                <a:gd name="T52" fmla="*/ 102 w 207"/>
                <a:gd name="T53" fmla="*/ 1 h 157"/>
                <a:gd name="T54" fmla="*/ 75 w 207"/>
                <a:gd name="T55" fmla="*/ 13 h 157"/>
                <a:gd name="T56" fmla="*/ 52 w 207"/>
                <a:gd name="T57" fmla="*/ 9 h 157"/>
                <a:gd name="T58" fmla="*/ 16 w 207"/>
                <a:gd name="T59" fmla="*/ 44 h 157"/>
                <a:gd name="T60" fmla="*/ 5 w 207"/>
                <a:gd name="T61" fmla="*/ 91 h 157"/>
                <a:gd name="T62" fmla="*/ 1 w 207"/>
                <a:gd name="T63" fmla="*/ 118 h 157"/>
                <a:gd name="T64" fmla="*/ 5 w 207"/>
                <a:gd name="T65" fmla="*/ 12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 h="157">
                  <a:moveTo>
                    <a:pt x="5" y="125"/>
                  </a:moveTo>
                  <a:cubicBezTo>
                    <a:pt x="5" y="127"/>
                    <a:pt x="5" y="129"/>
                    <a:pt x="6" y="131"/>
                  </a:cubicBezTo>
                  <a:cubicBezTo>
                    <a:pt x="6" y="129"/>
                    <a:pt x="7" y="129"/>
                    <a:pt x="8" y="128"/>
                  </a:cubicBezTo>
                  <a:cubicBezTo>
                    <a:pt x="10" y="130"/>
                    <a:pt x="12" y="133"/>
                    <a:pt x="13" y="136"/>
                  </a:cubicBezTo>
                  <a:cubicBezTo>
                    <a:pt x="15" y="144"/>
                    <a:pt x="20" y="157"/>
                    <a:pt x="20" y="157"/>
                  </a:cubicBezTo>
                  <a:cubicBezTo>
                    <a:pt x="20" y="157"/>
                    <a:pt x="25" y="150"/>
                    <a:pt x="25" y="139"/>
                  </a:cubicBezTo>
                  <a:cubicBezTo>
                    <a:pt x="25" y="132"/>
                    <a:pt x="22" y="124"/>
                    <a:pt x="24" y="118"/>
                  </a:cubicBezTo>
                  <a:cubicBezTo>
                    <a:pt x="24" y="115"/>
                    <a:pt x="26" y="113"/>
                    <a:pt x="29" y="111"/>
                  </a:cubicBezTo>
                  <a:cubicBezTo>
                    <a:pt x="40" y="104"/>
                    <a:pt x="54" y="83"/>
                    <a:pt x="55" y="74"/>
                  </a:cubicBezTo>
                  <a:cubicBezTo>
                    <a:pt x="56" y="66"/>
                    <a:pt x="59" y="62"/>
                    <a:pt x="65" y="60"/>
                  </a:cubicBezTo>
                  <a:cubicBezTo>
                    <a:pt x="68" y="58"/>
                    <a:pt x="70" y="51"/>
                    <a:pt x="70" y="43"/>
                  </a:cubicBezTo>
                  <a:cubicBezTo>
                    <a:pt x="71" y="39"/>
                    <a:pt x="70" y="34"/>
                    <a:pt x="70" y="31"/>
                  </a:cubicBezTo>
                  <a:cubicBezTo>
                    <a:pt x="70" y="31"/>
                    <a:pt x="72" y="35"/>
                    <a:pt x="76" y="41"/>
                  </a:cubicBezTo>
                  <a:cubicBezTo>
                    <a:pt x="82" y="47"/>
                    <a:pt x="90" y="55"/>
                    <a:pt x="100" y="59"/>
                  </a:cubicBezTo>
                  <a:cubicBezTo>
                    <a:pt x="120" y="65"/>
                    <a:pt x="142" y="69"/>
                    <a:pt x="150" y="89"/>
                  </a:cubicBezTo>
                  <a:cubicBezTo>
                    <a:pt x="156" y="104"/>
                    <a:pt x="159" y="113"/>
                    <a:pt x="162" y="118"/>
                  </a:cubicBezTo>
                  <a:cubicBezTo>
                    <a:pt x="163" y="120"/>
                    <a:pt x="165" y="122"/>
                    <a:pt x="167" y="123"/>
                  </a:cubicBezTo>
                  <a:cubicBezTo>
                    <a:pt x="173" y="126"/>
                    <a:pt x="180" y="140"/>
                    <a:pt x="176" y="149"/>
                  </a:cubicBezTo>
                  <a:cubicBezTo>
                    <a:pt x="174" y="154"/>
                    <a:pt x="177" y="157"/>
                    <a:pt x="180" y="156"/>
                  </a:cubicBezTo>
                  <a:cubicBezTo>
                    <a:pt x="182" y="155"/>
                    <a:pt x="183" y="154"/>
                    <a:pt x="184" y="151"/>
                  </a:cubicBezTo>
                  <a:cubicBezTo>
                    <a:pt x="186" y="145"/>
                    <a:pt x="190" y="143"/>
                    <a:pt x="193" y="142"/>
                  </a:cubicBezTo>
                  <a:cubicBezTo>
                    <a:pt x="194" y="142"/>
                    <a:pt x="195" y="142"/>
                    <a:pt x="195" y="142"/>
                  </a:cubicBezTo>
                  <a:cubicBezTo>
                    <a:pt x="195" y="142"/>
                    <a:pt x="207" y="124"/>
                    <a:pt x="201" y="99"/>
                  </a:cubicBezTo>
                  <a:cubicBezTo>
                    <a:pt x="194" y="74"/>
                    <a:pt x="194" y="76"/>
                    <a:pt x="191" y="59"/>
                  </a:cubicBezTo>
                  <a:cubicBezTo>
                    <a:pt x="188" y="42"/>
                    <a:pt x="176" y="27"/>
                    <a:pt x="164" y="22"/>
                  </a:cubicBezTo>
                  <a:cubicBezTo>
                    <a:pt x="153" y="18"/>
                    <a:pt x="142" y="9"/>
                    <a:pt x="135" y="6"/>
                  </a:cubicBezTo>
                  <a:cubicBezTo>
                    <a:pt x="127" y="3"/>
                    <a:pt x="110" y="0"/>
                    <a:pt x="102" y="1"/>
                  </a:cubicBezTo>
                  <a:cubicBezTo>
                    <a:pt x="93" y="1"/>
                    <a:pt x="75" y="13"/>
                    <a:pt x="75" y="13"/>
                  </a:cubicBezTo>
                  <a:cubicBezTo>
                    <a:pt x="75" y="13"/>
                    <a:pt x="67" y="4"/>
                    <a:pt x="52" y="9"/>
                  </a:cubicBezTo>
                  <a:cubicBezTo>
                    <a:pt x="37" y="15"/>
                    <a:pt x="20" y="32"/>
                    <a:pt x="16" y="44"/>
                  </a:cubicBezTo>
                  <a:cubicBezTo>
                    <a:pt x="12" y="56"/>
                    <a:pt x="7" y="80"/>
                    <a:pt x="5" y="91"/>
                  </a:cubicBezTo>
                  <a:cubicBezTo>
                    <a:pt x="2" y="102"/>
                    <a:pt x="0" y="112"/>
                    <a:pt x="1" y="118"/>
                  </a:cubicBezTo>
                  <a:cubicBezTo>
                    <a:pt x="1" y="121"/>
                    <a:pt x="3" y="123"/>
                    <a:pt x="5" y="125"/>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4" name="Freeform 71"/>
            <p:cNvSpPr>
              <a:spLocks/>
            </p:cNvSpPr>
            <p:nvPr/>
          </p:nvSpPr>
          <p:spPr bwMode="auto">
            <a:xfrm>
              <a:off x="7090568" y="2739859"/>
              <a:ext cx="238125" cy="392113"/>
            </a:xfrm>
            <a:custGeom>
              <a:avLst/>
              <a:gdLst>
                <a:gd name="T0" fmla="*/ 1 w 111"/>
                <a:gd name="T1" fmla="*/ 76 h 183"/>
                <a:gd name="T2" fmla="*/ 3 w 111"/>
                <a:gd name="T3" fmla="*/ 112 h 183"/>
                <a:gd name="T4" fmla="*/ 17 w 111"/>
                <a:gd name="T5" fmla="*/ 123 h 183"/>
                <a:gd name="T6" fmla="*/ 51 w 111"/>
                <a:gd name="T7" fmla="*/ 183 h 183"/>
                <a:gd name="T8" fmla="*/ 82 w 111"/>
                <a:gd name="T9" fmla="*/ 133 h 183"/>
                <a:gd name="T10" fmla="*/ 106 w 111"/>
                <a:gd name="T11" fmla="*/ 106 h 183"/>
                <a:gd name="T12" fmla="*/ 110 w 111"/>
                <a:gd name="T13" fmla="*/ 69 h 183"/>
                <a:gd name="T14" fmla="*/ 111 w 111"/>
                <a:gd name="T15" fmla="*/ 49 h 183"/>
                <a:gd name="T16" fmla="*/ 111 w 111"/>
                <a:gd name="T17" fmla="*/ 16 h 183"/>
                <a:gd name="T18" fmla="*/ 111 w 111"/>
                <a:gd name="T19" fmla="*/ 16 h 183"/>
                <a:gd name="T20" fmla="*/ 111 w 111"/>
                <a:gd name="T21" fmla="*/ 16 h 183"/>
                <a:gd name="T22" fmla="*/ 111 w 111"/>
                <a:gd name="T23" fmla="*/ 0 h 183"/>
                <a:gd name="T24" fmla="*/ 106 w 111"/>
                <a:gd name="T25" fmla="*/ 9 h 183"/>
                <a:gd name="T26" fmla="*/ 62 w 111"/>
                <a:gd name="T27" fmla="*/ 44 h 183"/>
                <a:gd name="T28" fmla="*/ 30 w 111"/>
                <a:gd name="T29" fmla="*/ 34 h 183"/>
                <a:gd name="T30" fmla="*/ 11 w 111"/>
                <a:gd name="T31" fmla="*/ 16 h 183"/>
                <a:gd name="T32" fmla="*/ 2 w 111"/>
                <a:gd name="T33" fmla="*/ 4 h 183"/>
                <a:gd name="T34" fmla="*/ 0 w 111"/>
                <a:gd name="T35" fmla="*/ 30 h 183"/>
                <a:gd name="T36" fmla="*/ 1 w 111"/>
                <a:gd name="T37" fmla="*/ 62 h 183"/>
                <a:gd name="T38" fmla="*/ 1 w 111"/>
                <a:gd name="T39" fmla="*/ 7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83">
                  <a:moveTo>
                    <a:pt x="1" y="76"/>
                  </a:moveTo>
                  <a:cubicBezTo>
                    <a:pt x="2" y="92"/>
                    <a:pt x="3" y="112"/>
                    <a:pt x="3" y="112"/>
                  </a:cubicBezTo>
                  <a:cubicBezTo>
                    <a:pt x="3" y="112"/>
                    <a:pt x="11" y="116"/>
                    <a:pt x="17" y="123"/>
                  </a:cubicBezTo>
                  <a:cubicBezTo>
                    <a:pt x="24" y="129"/>
                    <a:pt x="51" y="183"/>
                    <a:pt x="51" y="183"/>
                  </a:cubicBezTo>
                  <a:cubicBezTo>
                    <a:pt x="51" y="183"/>
                    <a:pt x="74" y="149"/>
                    <a:pt x="82" y="133"/>
                  </a:cubicBezTo>
                  <a:cubicBezTo>
                    <a:pt x="90" y="117"/>
                    <a:pt x="104" y="115"/>
                    <a:pt x="106" y="106"/>
                  </a:cubicBezTo>
                  <a:cubicBezTo>
                    <a:pt x="108" y="99"/>
                    <a:pt x="109" y="84"/>
                    <a:pt x="110" y="69"/>
                  </a:cubicBezTo>
                  <a:cubicBezTo>
                    <a:pt x="111" y="62"/>
                    <a:pt x="111" y="55"/>
                    <a:pt x="111" y="49"/>
                  </a:cubicBezTo>
                  <a:cubicBezTo>
                    <a:pt x="111" y="30"/>
                    <a:pt x="111" y="18"/>
                    <a:pt x="111" y="16"/>
                  </a:cubicBezTo>
                  <a:cubicBezTo>
                    <a:pt x="111" y="16"/>
                    <a:pt x="111" y="16"/>
                    <a:pt x="111" y="16"/>
                  </a:cubicBezTo>
                  <a:cubicBezTo>
                    <a:pt x="111" y="16"/>
                    <a:pt x="111" y="16"/>
                    <a:pt x="111" y="16"/>
                  </a:cubicBezTo>
                  <a:cubicBezTo>
                    <a:pt x="111" y="0"/>
                    <a:pt x="111" y="0"/>
                    <a:pt x="111" y="0"/>
                  </a:cubicBezTo>
                  <a:cubicBezTo>
                    <a:pt x="109" y="3"/>
                    <a:pt x="107" y="6"/>
                    <a:pt x="106" y="9"/>
                  </a:cubicBezTo>
                  <a:cubicBezTo>
                    <a:pt x="89" y="33"/>
                    <a:pt x="67" y="44"/>
                    <a:pt x="62" y="44"/>
                  </a:cubicBezTo>
                  <a:cubicBezTo>
                    <a:pt x="55" y="44"/>
                    <a:pt x="39" y="43"/>
                    <a:pt x="30" y="34"/>
                  </a:cubicBezTo>
                  <a:cubicBezTo>
                    <a:pt x="20" y="25"/>
                    <a:pt x="12" y="19"/>
                    <a:pt x="11" y="16"/>
                  </a:cubicBezTo>
                  <a:cubicBezTo>
                    <a:pt x="7" y="12"/>
                    <a:pt x="4" y="8"/>
                    <a:pt x="2" y="4"/>
                  </a:cubicBezTo>
                  <a:cubicBezTo>
                    <a:pt x="1" y="12"/>
                    <a:pt x="1" y="21"/>
                    <a:pt x="0" y="30"/>
                  </a:cubicBezTo>
                  <a:cubicBezTo>
                    <a:pt x="0" y="39"/>
                    <a:pt x="1" y="53"/>
                    <a:pt x="1" y="62"/>
                  </a:cubicBezTo>
                  <a:cubicBezTo>
                    <a:pt x="1" y="65"/>
                    <a:pt x="1" y="70"/>
                    <a:pt x="1" y="76"/>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5" name="Freeform 72"/>
            <p:cNvSpPr>
              <a:spLocks/>
            </p:cNvSpPr>
            <p:nvPr/>
          </p:nvSpPr>
          <p:spPr bwMode="auto">
            <a:xfrm>
              <a:off x="7003255" y="4016209"/>
              <a:ext cx="273050" cy="238125"/>
            </a:xfrm>
            <a:custGeom>
              <a:avLst/>
              <a:gdLst>
                <a:gd name="T0" fmla="*/ 128 w 128"/>
                <a:gd name="T1" fmla="*/ 41 h 111"/>
                <a:gd name="T2" fmla="*/ 80 w 128"/>
                <a:gd name="T3" fmla="*/ 21 h 111"/>
                <a:gd name="T4" fmla="*/ 57 w 128"/>
                <a:gd name="T5" fmla="*/ 0 h 111"/>
                <a:gd name="T6" fmla="*/ 0 w 128"/>
                <a:gd name="T7" fmla="*/ 31 h 111"/>
                <a:gd name="T8" fmla="*/ 21 w 128"/>
                <a:gd name="T9" fmla="*/ 46 h 111"/>
                <a:gd name="T10" fmla="*/ 36 w 128"/>
                <a:gd name="T11" fmla="*/ 77 h 111"/>
                <a:gd name="T12" fmla="*/ 61 w 128"/>
                <a:gd name="T13" fmla="*/ 111 h 111"/>
                <a:gd name="T14" fmla="*/ 117 w 128"/>
                <a:gd name="T15" fmla="*/ 52 h 111"/>
                <a:gd name="T16" fmla="*/ 128 w 128"/>
                <a:gd name="T17" fmla="*/ 4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11">
                  <a:moveTo>
                    <a:pt x="128" y="41"/>
                  </a:moveTo>
                  <a:cubicBezTo>
                    <a:pt x="113" y="34"/>
                    <a:pt x="92" y="27"/>
                    <a:pt x="80" y="21"/>
                  </a:cubicBezTo>
                  <a:cubicBezTo>
                    <a:pt x="66" y="14"/>
                    <a:pt x="57" y="0"/>
                    <a:pt x="57" y="0"/>
                  </a:cubicBezTo>
                  <a:cubicBezTo>
                    <a:pt x="11" y="0"/>
                    <a:pt x="0" y="31"/>
                    <a:pt x="0" y="31"/>
                  </a:cubicBezTo>
                  <a:cubicBezTo>
                    <a:pt x="0" y="31"/>
                    <a:pt x="20" y="43"/>
                    <a:pt x="21" y="46"/>
                  </a:cubicBezTo>
                  <a:cubicBezTo>
                    <a:pt x="23" y="49"/>
                    <a:pt x="30" y="63"/>
                    <a:pt x="36" y="77"/>
                  </a:cubicBezTo>
                  <a:cubicBezTo>
                    <a:pt x="42" y="90"/>
                    <a:pt x="54" y="105"/>
                    <a:pt x="61" y="111"/>
                  </a:cubicBezTo>
                  <a:cubicBezTo>
                    <a:pt x="77" y="91"/>
                    <a:pt x="106" y="60"/>
                    <a:pt x="117" y="52"/>
                  </a:cubicBezTo>
                  <a:cubicBezTo>
                    <a:pt x="121" y="49"/>
                    <a:pt x="125" y="45"/>
                    <a:pt x="128" y="41"/>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6" name="Freeform 73"/>
            <p:cNvSpPr>
              <a:spLocks/>
            </p:cNvSpPr>
            <p:nvPr/>
          </p:nvSpPr>
          <p:spPr bwMode="auto">
            <a:xfrm>
              <a:off x="7257255" y="4214646"/>
              <a:ext cx="128588" cy="134938"/>
            </a:xfrm>
            <a:custGeom>
              <a:avLst/>
              <a:gdLst>
                <a:gd name="T0" fmla="*/ 2 w 60"/>
                <a:gd name="T1" fmla="*/ 58 h 63"/>
                <a:gd name="T2" fmla="*/ 0 w 60"/>
                <a:gd name="T3" fmla="*/ 61 h 63"/>
                <a:gd name="T4" fmla="*/ 10 w 60"/>
                <a:gd name="T5" fmla="*/ 63 h 63"/>
                <a:gd name="T6" fmla="*/ 21 w 60"/>
                <a:gd name="T7" fmla="*/ 51 h 63"/>
                <a:gd name="T8" fmla="*/ 32 w 60"/>
                <a:gd name="T9" fmla="*/ 36 h 63"/>
                <a:gd name="T10" fmla="*/ 46 w 60"/>
                <a:gd name="T11" fmla="*/ 20 h 63"/>
                <a:gd name="T12" fmla="*/ 58 w 60"/>
                <a:gd name="T13" fmla="*/ 13 h 63"/>
                <a:gd name="T14" fmla="*/ 52 w 60"/>
                <a:gd name="T15" fmla="*/ 0 h 63"/>
                <a:gd name="T16" fmla="*/ 2 w 60"/>
                <a:gd name="T17"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63">
                  <a:moveTo>
                    <a:pt x="2" y="58"/>
                  </a:moveTo>
                  <a:cubicBezTo>
                    <a:pt x="2" y="59"/>
                    <a:pt x="1" y="60"/>
                    <a:pt x="0" y="61"/>
                  </a:cubicBezTo>
                  <a:cubicBezTo>
                    <a:pt x="5" y="62"/>
                    <a:pt x="9" y="63"/>
                    <a:pt x="10" y="63"/>
                  </a:cubicBezTo>
                  <a:cubicBezTo>
                    <a:pt x="15" y="63"/>
                    <a:pt x="16" y="51"/>
                    <a:pt x="21" y="51"/>
                  </a:cubicBezTo>
                  <a:cubicBezTo>
                    <a:pt x="27" y="51"/>
                    <a:pt x="24" y="36"/>
                    <a:pt x="32" y="36"/>
                  </a:cubicBezTo>
                  <a:cubicBezTo>
                    <a:pt x="39" y="35"/>
                    <a:pt x="46" y="20"/>
                    <a:pt x="46" y="20"/>
                  </a:cubicBezTo>
                  <a:cubicBezTo>
                    <a:pt x="46" y="20"/>
                    <a:pt x="55" y="16"/>
                    <a:pt x="58" y="13"/>
                  </a:cubicBezTo>
                  <a:cubicBezTo>
                    <a:pt x="60" y="11"/>
                    <a:pt x="57" y="5"/>
                    <a:pt x="52" y="0"/>
                  </a:cubicBezTo>
                  <a:cubicBezTo>
                    <a:pt x="39" y="15"/>
                    <a:pt x="13" y="40"/>
                    <a:pt x="2" y="58"/>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7" name="Freeform 74"/>
            <p:cNvSpPr>
              <a:spLocks/>
            </p:cNvSpPr>
            <p:nvPr/>
          </p:nvSpPr>
          <p:spPr bwMode="auto">
            <a:xfrm>
              <a:off x="6906418" y="4990934"/>
              <a:ext cx="377825" cy="1465263"/>
            </a:xfrm>
            <a:custGeom>
              <a:avLst/>
              <a:gdLst>
                <a:gd name="T0" fmla="*/ 174 w 176"/>
                <a:gd name="T1" fmla="*/ 660 h 684"/>
                <a:gd name="T2" fmla="*/ 163 w 176"/>
                <a:gd name="T3" fmla="*/ 641 h 684"/>
                <a:gd name="T4" fmla="*/ 155 w 176"/>
                <a:gd name="T5" fmla="*/ 611 h 684"/>
                <a:gd name="T6" fmla="*/ 153 w 176"/>
                <a:gd name="T7" fmla="*/ 605 h 684"/>
                <a:gd name="T8" fmla="*/ 142 w 176"/>
                <a:gd name="T9" fmla="*/ 570 h 684"/>
                <a:gd name="T10" fmla="*/ 135 w 176"/>
                <a:gd name="T11" fmla="*/ 542 h 684"/>
                <a:gd name="T12" fmla="*/ 124 w 176"/>
                <a:gd name="T13" fmla="*/ 505 h 684"/>
                <a:gd name="T14" fmla="*/ 120 w 176"/>
                <a:gd name="T15" fmla="*/ 345 h 684"/>
                <a:gd name="T16" fmla="*/ 117 w 176"/>
                <a:gd name="T17" fmla="*/ 219 h 684"/>
                <a:gd name="T18" fmla="*/ 124 w 176"/>
                <a:gd name="T19" fmla="*/ 91 h 684"/>
                <a:gd name="T20" fmla="*/ 129 w 176"/>
                <a:gd name="T21" fmla="*/ 1 h 684"/>
                <a:gd name="T22" fmla="*/ 0 w 176"/>
                <a:gd name="T23" fmla="*/ 0 h 684"/>
                <a:gd name="T24" fmla="*/ 4 w 176"/>
                <a:gd name="T25" fmla="*/ 82 h 684"/>
                <a:gd name="T26" fmla="*/ 10 w 176"/>
                <a:gd name="T27" fmla="*/ 185 h 684"/>
                <a:gd name="T28" fmla="*/ 21 w 176"/>
                <a:gd name="T29" fmla="*/ 318 h 684"/>
                <a:gd name="T30" fmla="*/ 79 w 176"/>
                <a:gd name="T31" fmla="*/ 523 h 684"/>
                <a:gd name="T32" fmla="*/ 78 w 176"/>
                <a:gd name="T33" fmla="*/ 561 h 684"/>
                <a:gd name="T34" fmla="*/ 89 w 176"/>
                <a:gd name="T35" fmla="*/ 595 h 684"/>
                <a:gd name="T36" fmla="*/ 88 w 176"/>
                <a:gd name="T37" fmla="*/ 622 h 684"/>
                <a:gd name="T38" fmla="*/ 88 w 176"/>
                <a:gd name="T39" fmla="*/ 637 h 684"/>
                <a:gd name="T40" fmla="*/ 87 w 176"/>
                <a:gd name="T41" fmla="*/ 657 h 684"/>
                <a:gd name="T42" fmla="*/ 107 w 176"/>
                <a:gd name="T43" fmla="*/ 672 h 684"/>
                <a:gd name="T44" fmla="*/ 163 w 176"/>
                <a:gd name="T45" fmla="*/ 670 h 684"/>
                <a:gd name="T46" fmla="*/ 175 w 176"/>
                <a:gd name="T47" fmla="*/ 662 h 684"/>
                <a:gd name="T48" fmla="*/ 174 w 176"/>
                <a:gd name="T49" fmla="*/ 66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6" h="684">
                  <a:moveTo>
                    <a:pt x="174" y="660"/>
                  </a:moveTo>
                  <a:cubicBezTo>
                    <a:pt x="172" y="653"/>
                    <a:pt x="165" y="645"/>
                    <a:pt x="163" y="641"/>
                  </a:cubicBezTo>
                  <a:cubicBezTo>
                    <a:pt x="158" y="634"/>
                    <a:pt x="155" y="619"/>
                    <a:pt x="155" y="611"/>
                  </a:cubicBezTo>
                  <a:cubicBezTo>
                    <a:pt x="155" y="610"/>
                    <a:pt x="154" y="608"/>
                    <a:pt x="153" y="605"/>
                  </a:cubicBezTo>
                  <a:cubicBezTo>
                    <a:pt x="150" y="596"/>
                    <a:pt x="144" y="581"/>
                    <a:pt x="142" y="570"/>
                  </a:cubicBezTo>
                  <a:cubicBezTo>
                    <a:pt x="139" y="557"/>
                    <a:pt x="139" y="551"/>
                    <a:pt x="135" y="542"/>
                  </a:cubicBezTo>
                  <a:cubicBezTo>
                    <a:pt x="131" y="532"/>
                    <a:pt x="124" y="509"/>
                    <a:pt x="124" y="505"/>
                  </a:cubicBezTo>
                  <a:cubicBezTo>
                    <a:pt x="124" y="501"/>
                    <a:pt x="120" y="391"/>
                    <a:pt x="120" y="345"/>
                  </a:cubicBezTo>
                  <a:cubicBezTo>
                    <a:pt x="133" y="283"/>
                    <a:pt x="120" y="239"/>
                    <a:pt x="117" y="219"/>
                  </a:cubicBezTo>
                  <a:cubicBezTo>
                    <a:pt x="113" y="200"/>
                    <a:pt x="122" y="114"/>
                    <a:pt x="124" y="91"/>
                  </a:cubicBezTo>
                  <a:cubicBezTo>
                    <a:pt x="126" y="74"/>
                    <a:pt x="128" y="23"/>
                    <a:pt x="129" y="1"/>
                  </a:cubicBezTo>
                  <a:cubicBezTo>
                    <a:pt x="99" y="2"/>
                    <a:pt x="15" y="1"/>
                    <a:pt x="0" y="0"/>
                  </a:cubicBezTo>
                  <a:cubicBezTo>
                    <a:pt x="2" y="35"/>
                    <a:pt x="4" y="73"/>
                    <a:pt x="4" y="82"/>
                  </a:cubicBezTo>
                  <a:cubicBezTo>
                    <a:pt x="4" y="97"/>
                    <a:pt x="10" y="138"/>
                    <a:pt x="10" y="185"/>
                  </a:cubicBezTo>
                  <a:cubicBezTo>
                    <a:pt x="10" y="232"/>
                    <a:pt x="19" y="292"/>
                    <a:pt x="21" y="318"/>
                  </a:cubicBezTo>
                  <a:cubicBezTo>
                    <a:pt x="24" y="343"/>
                    <a:pt x="70" y="502"/>
                    <a:pt x="79" y="523"/>
                  </a:cubicBezTo>
                  <a:cubicBezTo>
                    <a:pt x="87" y="543"/>
                    <a:pt x="83" y="542"/>
                    <a:pt x="78" y="561"/>
                  </a:cubicBezTo>
                  <a:cubicBezTo>
                    <a:pt x="73" y="580"/>
                    <a:pt x="89" y="595"/>
                    <a:pt x="89" y="595"/>
                  </a:cubicBezTo>
                  <a:cubicBezTo>
                    <a:pt x="89" y="595"/>
                    <a:pt x="88" y="618"/>
                    <a:pt x="88" y="622"/>
                  </a:cubicBezTo>
                  <a:cubicBezTo>
                    <a:pt x="88" y="625"/>
                    <a:pt x="88" y="628"/>
                    <a:pt x="88" y="637"/>
                  </a:cubicBezTo>
                  <a:cubicBezTo>
                    <a:pt x="88" y="642"/>
                    <a:pt x="88" y="648"/>
                    <a:pt x="87" y="657"/>
                  </a:cubicBezTo>
                  <a:cubicBezTo>
                    <a:pt x="87" y="684"/>
                    <a:pt x="103" y="675"/>
                    <a:pt x="107" y="672"/>
                  </a:cubicBezTo>
                  <a:cubicBezTo>
                    <a:pt x="111" y="669"/>
                    <a:pt x="138" y="668"/>
                    <a:pt x="163" y="670"/>
                  </a:cubicBezTo>
                  <a:cubicBezTo>
                    <a:pt x="173" y="671"/>
                    <a:pt x="176" y="667"/>
                    <a:pt x="175" y="662"/>
                  </a:cubicBezTo>
                  <a:cubicBezTo>
                    <a:pt x="174" y="661"/>
                    <a:pt x="174" y="661"/>
                    <a:pt x="174" y="660"/>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8" name="Freeform 75"/>
            <p:cNvSpPr>
              <a:spLocks/>
            </p:cNvSpPr>
            <p:nvPr/>
          </p:nvSpPr>
          <p:spPr bwMode="auto">
            <a:xfrm>
              <a:off x="7382668" y="4986171"/>
              <a:ext cx="815975" cy="1493838"/>
            </a:xfrm>
            <a:custGeom>
              <a:avLst/>
              <a:gdLst>
                <a:gd name="T0" fmla="*/ 369 w 381"/>
                <a:gd name="T1" fmla="*/ 646 h 697"/>
                <a:gd name="T2" fmla="*/ 354 w 381"/>
                <a:gd name="T3" fmla="*/ 637 h 697"/>
                <a:gd name="T4" fmla="*/ 277 w 381"/>
                <a:gd name="T5" fmla="*/ 583 h 697"/>
                <a:gd name="T6" fmla="*/ 254 w 381"/>
                <a:gd name="T7" fmla="*/ 541 h 697"/>
                <a:gd name="T8" fmla="*/ 231 w 381"/>
                <a:gd name="T9" fmla="*/ 356 h 697"/>
                <a:gd name="T10" fmla="*/ 200 w 381"/>
                <a:gd name="T11" fmla="*/ 177 h 697"/>
                <a:gd name="T12" fmla="*/ 186 w 381"/>
                <a:gd name="T13" fmla="*/ 94 h 697"/>
                <a:gd name="T14" fmla="*/ 162 w 381"/>
                <a:gd name="T15" fmla="*/ 0 h 697"/>
                <a:gd name="T16" fmla="*/ 0 w 381"/>
                <a:gd name="T17" fmla="*/ 1 h 697"/>
                <a:gd name="T18" fmla="*/ 58 w 381"/>
                <a:gd name="T19" fmla="*/ 132 h 697"/>
                <a:gd name="T20" fmla="*/ 93 w 381"/>
                <a:gd name="T21" fmla="*/ 202 h 697"/>
                <a:gd name="T22" fmla="*/ 125 w 381"/>
                <a:gd name="T23" fmla="*/ 371 h 697"/>
                <a:gd name="T24" fmla="*/ 171 w 381"/>
                <a:gd name="T25" fmla="*/ 484 h 697"/>
                <a:gd name="T26" fmla="*/ 183 w 381"/>
                <a:gd name="T27" fmla="*/ 562 h 697"/>
                <a:gd name="T28" fmla="*/ 183 w 381"/>
                <a:gd name="T29" fmla="*/ 595 h 697"/>
                <a:gd name="T30" fmla="*/ 183 w 381"/>
                <a:gd name="T31" fmla="*/ 601 h 697"/>
                <a:gd name="T32" fmla="*/ 229 w 381"/>
                <a:gd name="T33" fmla="*/ 640 h 697"/>
                <a:gd name="T34" fmla="*/ 293 w 381"/>
                <a:gd name="T35" fmla="*/ 674 h 697"/>
                <a:gd name="T36" fmla="*/ 356 w 381"/>
                <a:gd name="T37" fmla="*/ 675 h 697"/>
                <a:gd name="T38" fmla="*/ 369 w 381"/>
                <a:gd name="T39" fmla="*/ 646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1" h="697">
                  <a:moveTo>
                    <a:pt x="369" y="646"/>
                  </a:moveTo>
                  <a:cubicBezTo>
                    <a:pt x="366" y="643"/>
                    <a:pt x="360" y="640"/>
                    <a:pt x="354" y="637"/>
                  </a:cubicBezTo>
                  <a:cubicBezTo>
                    <a:pt x="328" y="622"/>
                    <a:pt x="288" y="593"/>
                    <a:pt x="277" y="583"/>
                  </a:cubicBezTo>
                  <a:cubicBezTo>
                    <a:pt x="266" y="573"/>
                    <a:pt x="256" y="562"/>
                    <a:pt x="254" y="541"/>
                  </a:cubicBezTo>
                  <a:cubicBezTo>
                    <a:pt x="251" y="521"/>
                    <a:pt x="232" y="380"/>
                    <a:pt x="231" y="356"/>
                  </a:cubicBezTo>
                  <a:cubicBezTo>
                    <a:pt x="230" y="332"/>
                    <a:pt x="204" y="186"/>
                    <a:pt x="200" y="177"/>
                  </a:cubicBezTo>
                  <a:cubicBezTo>
                    <a:pt x="196" y="169"/>
                    <a:pt x="191" y="117"/>
                    <a:pt x="186" y="94"/>
                  </a:cubicBezTo>
                  <a:cubicBezTo>
                    <a:pt x="181" y="71"/>
                    <a:pt x="170" y="29"/>
                    <a:pt x="162" y="0"/>
                  </a:cubicBezTo>
                  <a:cubicBezTo>
                    <a:pt x="152" y="0"/>
                    <a:pt x="68" y="0"/>
                    <a:pt x="0" y="1"/>
                  </a:cubicBezTo>
                  <a:cubicBezTo>
                    <a:pt x="12" y="35"/>
                    <a:pt x="41" y="115"/>
                    <a:pt x="58" y="132"/>
                  </a:cubicBezTo>
                  <a:cubicBezTo>
                    <a:pt x="76" y="150"/>
                    <a:pt x="89" y="175"/>
                    <a:pt x="93" y="202"/>
                  </a:cubicBezTo>
                  <a:cubicBezTo>
                    <a:pt x="98" y="229"/>
                    <a:pt x="97" y="317"/>
                    <a:pt x="125" y="371"/>
                  </a:cubicBezTo>
                  <a:cubicBezTo>
                    <a:pt x="154" y="424"/>
                    <a:pt x="159" y="443"/>
                    <a:pt x="171" y="484"/>
                  </a:cubicBezTo>
                  <a:cubicBezTo>
                    <a:pt x="182" y="525"/>
                    <a:pt x="183" y="547"/>
                    <a:pt x="183" y="562"/>
                  </a:cubicBezTo>
                  <a:cubicBezTo>
                    <a:pt x="183" y="595"/>
                    <a:pt x="183" y="595"/>
                    <a:pt x="183" y="595"/>
                  </a:cubicBezTo>
                  <a:cubicBezTo>
                    <a:pt x="183" y="601"/>
                    <a:pt x="183" y="601"/>
                    <a:pt x="183" y="601"/>
                  </a:cubicBezTo>
                  <a:cubicBezTo>
                    <a:pt x="183" y="601"/>
                    <a:pt x="188" y="618"/>
                    <a:pt x="229" y="640"/>
                  </a:cubicBezTo>
                  <a:cubicBezTo>
                    <a:pt x="269" y="661"/>
                    <a:pt x="283" y="669"/>
                    <a:pt x="293" y="674"/>
                  </a:cubicBezTo>
                  <a:cubicBezTo>
                    <a:pt x="303" y="679"/>
                    <a:pt x="325" y="697"/>
                    <a:pt x="356" y="675"/>
                  </a:cubicBezTo>
                  <a:cubicBezTo>
                    <a:pt x="379" y="658"/>
                    <a:pt x="381" y="653"/>
                    <a:pt x="369" y="646"/>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9" name="Freeform 76"/>
            <p:cNvSpPr>
              <a:spLocks/>
            </p:cNvSpPr>
            <p:nvPr/>
          </p:nvSpPr>
          <p:spPr bwMode="auto">
            <a:xfrm>
              <a:off x="7079455" y="4036846"/>
              <a:ext cx="352425" cy="376238"/>
            </a:xfrm>
            <a:custGeom>
              <a:avLst/>
              <a:gdLst>
                <a:gd name="T0" fmla="*/ 164 w 164"/>
                <a:gd name="T1" fmla="*/ 28 h 175"/>
                <a:gd name="T2" fmla="*/ 111 w 164"/>
                <a:gd name="T3" fmla="*/ 1 h 175"/>
                <a:gd name="T4" fmla="*/ 92 w 164"/>
                <a:gd name="T5" fmla="*/ 31 h 175"/>
                <a:gd name="T6" fmla="*/ 81 w 164"/>
                <a:gd name="T7" fmla="*/ 42 h 175"/>
                <a:gd name="T8" fmla="*/ 25 w 164"/>
                <a:gd name="T9" fmla="*/ 101 h 175"/>
                <a:gd name="T10" fmla="*/ 14 w 164"/>
                <a:gd name="T11" fmla="*/ 116 h 175"/>
                <a:gd name="T12" fmla="*/ 6 w 164"/>
                <a:gd name="T13" fmla="*/ 161 h 175"/>
                <a:gd name="T14" fmla="*/ 20 w 164"/>
                <a:gd name="T15" fmla="*/ 152 h 175"/>
                <a:gd name="T16" fmla="*/ 22 w 164"/>
                <a:gd name="T17" fmla="*/ 171 h 175"/>
                <a:gd name="T18" fmla="*/ 41 w 164"/>
                <a:gd name="T19" fmla="*/ 153 h 175"/>
                <a:gd name="T20" fmla="*/ 46 w 164"/>
                <a:gd name="T21" fmla="*/ 142 h 175"/>
                <a:gd name="T22" fmla="*/ 49 w 164"/>
                <a:gd name="T23" fmla="*/ 171 h 175"/>
                <a:gd name="T24" fmla="*/ 64 w 164"/>
                <a:gd name="T25" fmla="*/ 151 h 175"/>
                <a:gd name="T26" fmla="*/ 83 w 164"/>
                <a:gd name="T27" fmla="*/ 144 h 175"/>
                <a:gd name="T28" fmla="*/ 85 w 164"/>
                <a:gd name="T29" fmla="*/ 141 h 175"/>
                <a:gd name="T30" fmla="*/ 135 w 164"/>
                <a:gd name="T31" fmla="*/ 83 h 175"/>
                <a:gd name="T32" fmla="*/ 143 w 164"/>
                <a:gd name="T33" fmla="*/ 72 h 175"/>
                <a:gd name="T34" fmla="*/ 164 w 164"/>
                <a:gd name="T35" fmla="*/ 28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4" h="175">
                  <a:moveTo>
                    <a:pt x="164" y="28"/>
                  </a:moveTo>
                  <a:cubicBezTo>
                    <a:pt x="164" y="28"/>
                    <a:pt x="118" y="0"/>
                    <a:pt x="111" y="1"/>
                  </a:cubicBezTo>
                  <a:cubicBezTo>
                    <a:pt x="111" y="1"/>
                    <a:pt x="103" y="17"/>
                    <a:pt x="92" y="31"/>
                  </a:cubicBezTo>
                  <a:cubicBezTo>
                    <a:pt x="89" y="35"/>
                    <a:pt x="85" y="39"/>
                    <a:pt x="81" y="42"/>
                  </a:cubicBezTo>
                  <a:cubicBezTo>
                    <a:pt x="70" y="50"/>
                    <a:pt x="41" y="81"/>
                    <a:pt x="25" y="101"/>
                  </a:cubicBezTo>
                  <a:cubicBezTo>
                    <a:pt x="19" y="108"/>
                    <a:pt x="15" y="114"/>
                    <a:pt x="14" y="116"/>
                  </a:cubicBezTo>
                  <a:cubicBezTo>
                    <a:pt x="11" y="127"/>
                    <a:pt x="0" y="160"/>
                    <a:pt x="6" y="161"/>
                  </a:cubicBezTo>
                  <a:cubicBezTo>
                    <a:pt x="11" y="163"/>
                    <a:pt x="20" y="152"/>
                    <a:pt x="20" y="152"/>
                  </a:cubicBezTo>
                  <a:cubicBezTo>
                    <a:pt x="20" y="152"/>
                    <a:pt x="12" y="168"/>
                    <a:pt x="22" y="171"/>
                  </a:cubicBezTo>
                  <a:cubicBezTo>
                    <a:pt x="31" y="175"/>
                    <a:pt x="36" y="164"/>
                    <a:pt x="41" y="153"/>
                  </a:cubicBezTo>
                  <a:cubicBezTo>
                    <a:pt x="46" y="142"/>
                    <a:pt x="46" y="142"/>
                    <a:pt x="46" y="142"/>
                  </a:cubicBezTo>
                  <a:cubicBezTo>
                    <a:pt x="46" y="142"/>
                    <a:pt x="37" y="171"/>
                    <a:pt x="49" y="171"/>
                  </a:cubicBezTo>
                  <a:cubicBezTo>
                    <a:pt x="61" y="170"/>
                    <a:pt x="64" y="151"/>
                    <a:pt x="64" y="151"/>
                  </a:cubicBezTo>
                  <a:cubicBezTo>
                    <a:pt x="64" y="151"/>
                    <a:pt x="70" y="163"/>
                    <a:pt x="83" y="144"/>
                  </a:cubicBezTo>
                  <a:cubicBezTo>
                    <a:pt x="84" y="143"/>
                    <a:pt x="85" y="142"/>
                    <a:pt x="85" y="141"/>
                  </a:cubicBezTo>
                  <a:cubicBezTo>
                    <a:pt x="96" y="123"/>
                    <a:pt x="122" y="98"/>
                    <a:pt x="135" y="83"/>
                  </a:cubicBezTo>
                  <a:cubicBezTo>
                    <a:pt x="140" y="78"/>
                    <a:pt x="143" y="74"/>
                    <a:pt x="143" y="72"/>
                  </a:cubicBezTo>
                  <a:cubicBezTo>
                    <a:pt x="145" y="64"/>
                    <a:pt x="164" y="28"/>
                    <a:pt x="164" y="28"/>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0" name="Freeform 77"/>
            <p:cNvSpPr>
              <a:spLocks/>
            </p:cNvSpPr>
            <p:nvPr/>
          </p:nvSpPr>
          <p:spPr bwMode="auto">
            <a:xfrm>
              <a:off x="7069930" y="6356184"/>
              <a:ext cx="230188" cy="161925"/>
            </a:xfrm>
            <a:custGeom>
              <a:avLst/>
              <a:gdLst>
                <a:gd name="T0" fmla="*/ 99 w 108"/>
                <a:gd name="T1" fmla="*/ 25 h 76"/>
                <a:gd name="T2" fmla="*/ 87 w 108"/>
                <a:gd name="T3" fmla="*/ 33 h 76"/>
                <a:gd name="T4" fmla="*/ 31 w 108"/>
                <a:gd name="T5" fmla="*/ 35 h 76"/>
                <a:gd name="T6" fmla="*/ 11 w 108"/>
                <a:gd name="T7" fmla="*/ 20 h 76"/>
                <a:gd name="T8" fmla="*/ 12 w 108"/>
                <a:gd name="T9" fmla="*/ 0 h 76"/>
                <a:gd name="T10" fmla="*/ 11 w 108"/>
                <a:gd name="T11" fmla="*/ 0 h 76"/>
                <a:gd name="T12" fmla="*/ 8 w 108"/>
                <a:gd name="T13" fmla="*/ 47 h 76"/>
                <a:gd name="T14" fmla="*/ 53 w 108"/>
                <a:gd name="T15" fmla="*/ 76 h 76"/>
                <a:gd name="T16" fmla="*/ 104 w 108"/>
                <a:gd name="T17" fmla="*/ 45 h 76"/>
                <a:gd name="T18" fmla="*/ 99 w 108"/>
                <a:gd name="T19" fmla="*/ 2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76">
                  <a:moveTo>
                    <a:pt x="99" y="25"/>
                  </a:moveTo>
                  <a:cubicBezTo>
                    <a:pt x="100" y="30"/>
                    <a:pt x="97" y="34"/>
                    <a:pt x="87" y="33"/>
                  </a:cubicBezTo>
                  <a:cubicBezTo>
                    <a:pt x="62" y="31"/>
                    <a:pt x="35" y="32"/>
                    <a:pt x="31" y="35"/>
                  </a:cubicBezTo>
                  <a:cubicBezTo>
                    <a:pt x="27" y="38"/>
                    <a:pt x="11" y="47"/>
                    <a:pt x="11" y="20"/>
                  </a:cubicBezTo>
                  <a:cubicBezTo>
                    <a:pt x="12" y="11"/>
                    <a:pt x="12" y="5"/>
                    <a:pt x="12" y="0"/>
                  </a:cubicBezTo>
                  <a:cubicBezTo>
                    <a:pt x="12" y="0"/>
                    <a:pt x="11" y="0"/>
                    <a:pt x="11" y="0"/>
                  </a:cubicBezTo>
                  <a:cubicBezTo>
                    <a:pt x="11" y="0"/>
                    <a:pt x="8" y="38"/>
                    <a:pt x="8" y="47"/>
                  </a:cubicBezTo>
                  <a:cubicBezTo>
                    <a:pt x="8" y="56"/>
                    <a:pt x="0" y="76"/>
                    <a:pt x="53" y="76"/>
                  </a:cubicBezTo>
                  <a:cubicBezTo>
                    <a:pt x="106" y="76"/>
                    <a:pt x="108" y="54"/>
                    <a:pt x="104" y="45"/>
                  </a:cubicBezTo>
                  <a:cubicBezTo>
                    <a:pt x="103" y="41"/>
                    <a:pt x="101" y="34"/>
                    <a:pt x="99" y="25"/>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1" name="Freeform 78"/>
            <p:cNvSpPr>
              <a:spLocks/>
            </p:cNvSpPr>
            <p:nvPr/>
          </p:nvSpPr>
          <p:spPr bwMode="auto">
            <a:xfrm>
              <a:off x="7233443" y="6284746"/>
              <a:ext cx="46038" cy="120650"/>
            </a:xfrm>
            <a:custGeom>
              <a:avLst/>
              <a:gdLst>
                <a:gd name="T0" fmla="*/ 21 w 21"/>
                <a:gd name="T1" fmla="*/ 56 h 56"/>
                <a:gd name="T2" fmla="*/ 13 w 21"/>
                <a:gd name="T3" fmla="*/ 25 h 56"/>
                <a:gd name="T4" fmla="*/ 1 w 21"/>
                <a:gd name="T5" fmla="*/ 0 h 56"/>
                <a:gd name="T6" fmla="*/ 0 w 21"/>
                <a:gd name="T7" fmla="*/ 1 h 56"/>
                <a:gd name="T8" fmla="*/ 2 w 21"/>
                <a:gd name="T9" fmla="*/ 7 h 56"/>
                <a:gd name="T10" fmla="*/ 10 w 21"/>
                <a:gd name="T11" fmla="*/ 37 h 56"/>
                <a:gd name="T12" fmla="*/ 21 w 21"/>
                <a:gd name="T13" fmla="*/ 56 h 56"/>
              </a:gdLst>
              <a:ahLst/>
              <a:cxnLst>
                <a:cxn ang="0">
                  <a:pos x="T0" y="T1"/>
                </a:cxn>
                <a:cxn ang="0">
                  <a:pos x="T2" y="T3"/>
                </a:cxn>
                <a:cxn ang="0">
                  <a:pos x="T4" y="T5"/>
                </a:cxn>
                <a:cxn ang="0">
                  <a:pos x="T6" y="T7"/>
                </a:cxn>
                <a:cxn ang="0">
                  <a:pos x="T8" y="T9"/>
                </a:cxn>
                <a:cxn ang="0">
                  <a:pos x="T10" y="T11"/>
                </a:cxn>
                <a:cxn ang="0">
                  <a:pos x="T12" y="T13"/>
                </a:cxn>
              </a:cxnLst>
              <a:rect l="0" t="0" r="r" b="b"/>
              <a:pathLst>
                <a:path w="21" h="56">
                  <a:moveTo>
                    <a:pt x="21" y="56"/>
                  </a:moveTo>
                  <a:cubicBezTo>
                    <a:pt x="17" y="42"/>
                    <a:pt x="13" y="27"/>
                    <a:pt x="13" y="25"/>
                  </a:cubicBezTo>
                  <a:cubicBezTo>
                    <a:pt x="12" y="22"/>
                    <a:pt x="1" y="0"/>
                    <a:pt x="1" y="0"/>
                  </a:cubicBezTo>
                  <a:cubicBezTo>
                    <a:pt x="1" y="0"/>
                    <a:pt x="1" y="0"/>
                    <a:pt x="0" y="1"/>
                  </a:cubicBezTo>
                  <a:cubicBezTo>
                    <a:pt x="1" y="4"/>
                    <a:pt x="2" y="6"/>
                    <a:pt x="2" y="7"/>
                  </a:cubicBezTo>
                  <a:cubicBezTo>
                    <a:pt x="2" y="15"/>
                    <a:pt x="5" y="30"/>
                    <a:pt x="10" y="37"/>
                  </a:cubicBezTo>
                  <a:cubicBezTo>
                    <a:pt x="12" y="41"/>
                    <a:pt x="19" y="49"/>
                    <a:pt x="21" y="56"/>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2" name="Freeform 79"/>
            <p:cNvSpPr>
              <a:spLocks/>
            </p:cNvSpPr>
            <p:nvPr/>
          </p:nvSpPr>
          <p:spPr bwMode="auto">
            <a:xfrm>
              <a:off x="7754143" y="6260934"/>
              <a:ext cx="566738" cy="263525"/>
            </a:xfrm>
            <a:custGeom>
              <a:avLst/>
              <a:gdLst>
                <a:gd name="T0" fmla="*/ 196 w 264"/>
                <a:gd name="T1" fmla="*/ 51 h 123"/>
                <a:gd name="T2" fmla="*/ 195 w 264"/>
                <a:gd name="T3" fmla="*/ 51 h 123"/>
                <a:gd name="T4" fmla="*/ 182 w 264"/>
                <a:gd name="T5" fmla="*/ 80 h 123"/>
                <a:gd name="T6" fmla="*/ 119 w 264"/>
                <a:gd name="T7" fmla="*/ 79 h 123"/>
                <a:gd name="T8" fmla="*/ 55 w 264"/>
                <a:gd name="T9" fmla="*/ 45 h 123"/>
                <a:gd name="T10" fmla="*/ 9 w 264"/>
                <a:gd name="T11" fmla="*/ 6 h 123"/>
                <a:gd name="T12" fmla="*/ 9 w 264"/>
                <a:gd name="T13" fmla="*/ 0 h 123"/>
                <a:gd name="T14" fmla="*/ 7 w 264"/>
                <a:gd name="T15" fmla="*/ 0 h 123"/>
                <a:gd name="T16" fmla="*/ 10 w 264"/>
                <a:gd name="T17" fmla="*/ 59 h 123"/>
                <a:gd name="T18" fmla="*/ 41 w 264"/>
                <a:gd name="T19" fmla="*/ 81 h 123"/>
                <a:gd name="T20" fmla="*/ 73 w 264"/>
                <a:gd name="T21" fmla="*/ 110 h 123"/>
                <a:gd name="T22" fmla="*/ 86 w 264"/>
                <a:gd name="T23" fmla="*/ 110 h 123"/>
                <a:gd name="T24" fmla="*/ 93 w 264"/>
                <a:gd name="T25" fmla="*/ 100 h 123"/>
                <a:gd name="T26" fmla="*/ 86 w 264"/>
                <a:gd name="T27" fmla="*/ 81 h 123"/>
                <a:gd name="T28" fmla="*/ 136 w 264"/>
                <a:gd name="T29" fmla="*/ 99 h 123"/>
                <a:gd name="T30" fmla="*/ 177 w 264"/>
                <a:gd name="T31" fmla="*/ 121 h 123"/>
                <a:gd name="T32" fmla="*/ 258 w 264"/>
                <a:gd name="T33" fmla="*/ 83 h 123"/>
                <a:gd name="T34" fmla="*/ 196 w 264"/>
                <a:gd name="T35" fmla="*/ 5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123">
                  <a:moveTo>
                    <a:pt x="196" y="51"/>
                  </a:moveTo>
                  <a:cubicBezTo>
                    <a:pt x="196" y="51"/>
                    <a:pt x="196" y="51"/>
                    <a:pt x="195" y="51"/>
                  </a:cubicBezTo>
                  <a:cubicBezTo>
                    <a:pt x="207" y="58"/>
                    <a:pt x="205" y="63"/>
                    <a:pt x="182" y="80"/>
                  </a:cubicBezTo>
                  <a:cubicBezTo>
                    <a:pt x="151" y="102"/>
                    <a:pt x="129" y="84"/>
                    <a:pt x="119" y="79"/>
                  </a:cubicBezTo>
                  <a:cubicBezTo>
                    <a:pt x="109" y="74"/>
                    <a:pt x="95" y="66"/>
                    <a:pt x="55" y="45"/>
                  </a:cubicBezTo>
                  <a:cubicBezTo>
                    <a:pt x="14" y="23"/>
                    <a:pt x="9" y="6"/>
                    <a:pt x="9" y="6"/>
                  </a:cubicBezTo>
                  <a:cubicBezTo>
                    <a:pt x="9" y="0"/>
                    <a:pt x="9" y="0"/>
                    <a:pt x="9" y="0"/>
                  </a:cubicBezTo>
                  <a:cubicBezTo>
                    <a:pt x="8" y="0"/>
                    <a:pt x="7" y="0"/>
                    <a:pt x="7" y="0"/>
                  </a:cubicBezTo>
                  <a:cubicBezTo>
                    <a:pt x="7" y="0"/>
                    <a:pt x="0" y="39"/>
                    <a:pt x="10" y="59"/>
                  </a:cubicBezTo>
                  <a:cubicBezTo>
                    <a:pt x="19" y="78"/>
                    <a:pt x="29" y="73"/>
                    <a:pt x="41" y="81"/>
                  </a:cubicBezTo>
                  <a:cubicBezTo>
                    <a:pt x="54" y="90"/>
                    <a:pt x="73" y="108"/>
                    <a:pt x="73" y="110"/>
                  </a:cubicBezTo>
                  <a:cubicBezTo>
                    <a:pt x="73" y="112"/>
                    <a:pt x="86" y="110"/>
                    <a:pt x="86" y="110"/>
                  </a:cubicBezTo>
                  <a:cubicBezTo>
                    <a:pt x="93" y="100"/>
                    <a:pt x="93" y="100"/>
                    <a:pt x="93" y="100"/>
                  </a:cubicBezTo>
                  <a:cubicBezTo>
                    <a:pt x="86" y="81"/>
                    <a:pt x="86" y="81"/>
                    <a:pt x="86" y="81"/>
                  </a:cubicBezTo>
                  <a:cubicBezTo>
                    <a:pt x="86" y="81"/>
                    <a:pt x="124" y="87"/>
                    <a:pt x="136" y="99"/>
                  </a:cubicBezTo>
                  <a:cubicBezTo>
                    <a:pt x="148" y="111"/>
                    <a:pt x="152" y="120"/>
                    <a:pt x="177" y="121"/>
                  </a:cubicBezTo>
                  <a:cubicBezTo>
                    <a:pt x="201" y="123"/>
                    <a:pt x="252" y="103"/>
                    <a:pt x="258" y="83"/>
                  </a:cubicBezTo>
                  <a:cubicBezTo>
                    <a:pt x="264" y="63"/>
                    <a:pt x="241" y="58"/>
                    <a:pt x="196" y="51"/>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3" name="Freeform 80"/>
            <p:cNvSpPr>
              <a:spLocks/>
            </p:cNvSpPr>
            <p:nvPr/>
          </p:nvSpPr>
          <p:spPr bwMode="auto">
            <a:xfrm>
              <a:off x="7328693" y="2663659"/>
              <a:ext cx="57150" cy="165100"/>
            </a:xfrm>
            <a:custGeom>
              <a:avLst/>
              <a:gdLst>
                <a:gd name="T0" fmla="*/ 0 w 27"/>
                <a:gd name="T1" fmla="*/ 35 h 77"/>
                <a:gd name="T2" fmla="*/ 0 w 27"/>
                <a:gd name="T3" fmla="*/ 51 h 77"/>
                <a:gd name="T4" fmla="*/ 27 w 27"/>
                <a:gd name="T5" fmla="*/ 77 h 77"/>
                <a:gd name="T6" fmla="*/ 18 w 27"/>
                <a:gd name="T7" fmla="*/ 43 h 77"/>
                <a:gd name="T8" fmla="*/ 12 w 27"/>
                <a:gd name="T9" fmla="*/ 0 h 77"/>
                <a:gd name="T10" fmla="*/ 0 w 27"/>
                <a:gd name="T11" fmla="*/ 35 h 77"/>
              </a:gdLst>
              <a:ahLst/>
              <a:cxnLst>
                <a:cxn ang="0">
                  <a:pos x="T0" y="T1"/>
                </a:cxn>
                <a:cxn ang="0">
                  <a:pos x="T2" y="T3"/>
                </a:cxn>
                <a:cxn ang="0">
                  <a:pos x="T4" y="T5"/>
                </a:cxn>
                <a:cxn ang="0">
                  <a:pos x="T6" y="T7"/>
                </a:cxn>
                <a:cxn ang="0">
                  <a:pos x="T8" y="T9"/>
                </a:cxn>
                <a:cxn ang="0">
                  <a:pos x="T10" y="T11"/>
                </a:cxn>
              </a:cxnLst>
              <a:rect l="0" t="0" r="r" b="b"/>
              <a:pathLst>
                <a:path w="27" h="77">
                  <a:moveTo>
                    <a:pt x="0" y="35"/>
                  </a:moveTo>
                  <a:cubicBezTo>
                    <a:pt x="0" y="51"/>
                    <a:pt x="0" y="51"/>
                    <a:pt x="0" y="51"/>
                  </a:cubicBezTo>
                  <a:cubicBezTo>
                    <a:pt x="0" y="51"/>
                    <a:pt x="13" y="63"/>
                    <a:pt x="27" y="77"/>
                  </a:cubicBezTo>
                  <a:cubicBezTo>
                    <a:pt x="25" y="70"/>
                    <a:pt x="23" y="59"/>
                    <a:pt x="18" y="43"/>
                  </a:cubicBezTo>
                  <a:cubicBezTo>
                    <a:pt x="13" y="22"/>
                    <a:pt x="12" y="8"/>
                    <a:pt x="12" y="0"/>
                  </a:cubicBezTo>
                  <a:cubicBezTo>
                    <a:pt x="10" y="13"/>
                    <a:pt x="6" y="25"/>
                    <a:pt x="0" y="35"/>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4" name="Freeform 81"/>
            <p:cNvSpPr>
              <a:spLocks noEditPoints="1"/>
            </p:cNvSpPr>
            <p:nvPr/>
          </p:nvSpPr>
          <p:spPr bwMode="auto">
            <a:xfrm>
              <a:off x="6650830" y="2897021"/>
              <a:ext cx="1109663" cy="2098675"/>
            </a:xfrm>
            <a:custGeom>
              <a:avLst/>
              <a:gdLst>
                <a:gd name="T0" fmla="*/ 513 w 518"/>
                <a:gd name="T1" fmla="*/ 237 h 979"/>
                <a:gd name="T2" fmla="*/ 458 w 518"/>
                <a:gd name="T3" fmla="*/ 22 h 979"/>
                <a:gd name="T4" fmla="*/ 390 w 518"/>
                <a:gd name="T5" fmla="*/ 13 h 979"/>
                <a:gd name="T6" fmla="*/ 366 w 518"/>
                <a:gd name="T7" fmla="*/ 24 h 979"/>
                <a:gd name="T8" fmla="*/ 329 w 518"/>
                <a:gd name="T9" fmla="*/ 45 h 979"/>
                <a:gd name="T10" fmla="*/ 307 w 518"/>
                <a:gd name="T11" fmla="*/ 83 h 979"/>
                <a:gd name="T12" fmla="*/ 266 w 518"/>
                <a:gd name="T13" fmla="*/ 273 h 979"/>
                <a:gd name="T14" fmla="*/ 225 w 518"/>
                <a:gd name="T15" fmla="*/ 131 h 979"/>
                <a:gd name="T16" fmla="*/ 171 w 518"/>
                <a:gd name="T17" fmla="*/ 41 h 979"/>
                <a:gd name="T18" fmla="*/ 128 w 518"/>
                <a:gd name="T19" fmla="*/ 37 h 979"/>
                <a:gd name="T20" fmla="*/ 140 w 518"/>
                <a:gd name="T21" fmla="*/ 17 h 979"/>
                <a:gd name="T22" fmla="*/ 0 w 518"/>
                <a:gd name="T23" fmla="*/ 338 h 979"/>
                <a:gd name="T24" fmla="*/ 65 w 518"/>
                <a:gd name="T25" fmla="*/ 626 h 979"/>
                <a:gd name="T26" fmla="*/ 116 w 518"/>
                <a:gd name="T27" fmla="*/ 977 h 979"/>
                <a:gd name="T28" fmla="*/ 248 w 518"/>
                <a:gd name="T29" fmla="*/ 978 h 979"/>
                <a:gd name="T30" fmla="*/ 341 w 518"/>
                <a:gd name="T31" fmla="*/ 976 h 979"/>
                <a:gd name="T32" fmla="*/ 504 w 518"/>
                <a:gd name="T33" fmla="*/ 975 h 979"/>
                <a:gd name="T34" fmla="*/ 480 w 518"/>
                <a:gd name="T35" fmla="*/ 838 h 979"/>
                <a:gd name="T36" fmla="*/ 456 w 518"/>
                <a:gd name="T37" fmla="*/ 697 h 979"/>
                <a:gd name="T38" fmla="*/ 435 w 518"/>
                <a:gd name="T39" fmla="*/ 616 h 979"/>
                <a:gd name="T40" fmla="*/ 437 w 518"/>
                <a:gd name="T41" fmla="*/ 557 h 979"/>
                <a:gd name="T42" fmla="*/ 487 w 518"/>
                <a:gd name="T43" fmla="*/ 460 h 979"/>
                <a:gd name="T44" fmla="*/ 343 w 518"/>
                <a:gd name="T45" fmla="*/ 604 h 979"/>
                <a:gd name="T46" fmla="*/ 341 w 518"/>
                <a:gd name="T47" fmla="*/ 628 h 979"/>
                <a:gd name="T48" fmla="*/ 315 w 518"/>
                <a:gd name="T49" fmla="*/ 651 h 979"/>
                <a:gd name="T50" fmla="*/ 293 w 518"/>
                <a:gd name="T51" fmla="*/ 678 h 979"/>
                <a:gd name="T52" fmla="*/ 264 w 518"/>
                <a:gd name="T53" fmla="*/ 683 h 979"/>
                <a:gd name="T54" fmla="*/ 246 w 518"/>
                <a:gd name="T55" fmla="*/ 674 h 979"/>
                <a:gd name="T56" fmla="*/ 222 w 518"/>
                <a:gd name="T57" fmla="*/ 703 h 979"/>
                <a:gd name="T58" fmla="*/ 206 w 518"/>
                <a:gd name="T59" fmla="*/ 693 h 979"/>
                <a:gd name="T60" fmla="*/ 225 w 518"/>
                <a:gd name="T61" fmla="*/ 633 h 979"/>
                <a:gd name="T62" fmla="*/ 185 w 518"/>
                <a:gd name="T63" fmla="*/ 568 h 979"/>
                <a:gd name="T64" fmla="*/ 221 w 518"/>
                <a:gd name="T65" fmla="*/ 522 h 979"/>
                <a:gd name="T66" fmla="*/ 292 w 518"/>
                <a:gd name="T67" fmla="*/ 563 h 979"/>
                <a:gd name="T68" fmla="*/ 364 w 518"/>
                <a:gd name="T69" fmla="*/ 560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8" h="979">
                  <a:moveTo>
                    <a:pt x="518" y="379"/>
                  </a:moveTo>
                  <a:cubicBezTo>
                    <a:pt x="518" y="361"/>
                    <a:pt x="515" y="251"/>
                    <a:pt x="513" y="237"/>
                  </a:cubicBezTo>
                  <a:cubicBezTo>
                    <a:pt x="511" y="223"/>
                    <a:pt x="492" y="99"/>
                    <a:pt x="486" y="75"/>
                  </a:cubicBezTo>
                  <a:cubicBezTo>
                    <a:pt x="480" y="51"/>
                    <a:pt x="477" y="19"/>
                    <a:pt x="458" y="22"/>
                  </a:cubicBezTo>
                  <a:cubicBezTo>
                    <a:pt x="438" y="9"/>
                    <a:pt x="382" y="1"/>
                    <a:pt x="377" y="0"/>
                  </a:cubicBezTo>
                  <a:cubicBezTo>
                    <a:pt x="384" y="7"/>
                    <a:pt x="389" y="12"/>
                    <a:pt x="390" y="13"/>
                  </a:cubicBezTo>
                  <a:cubicBezTo>
                    <a:pt x="409" y="24"/>
                    <a:pt x="404" y="27"/>
                    <a:pt x="404" y="27"/>
                  </a:cubicBezTo>
                  <a:cubicBezTo>
                    <a:pt x="402" y="27"/>
                    <a:pt x="386" y="31"/>
                    <a:pt x="366" y="24"/>
                  </a:cubicBezTo>
                  <a:cubicBezTo>
                    <a:pt x="345" y="16"/>
                    <a:pt x="340" y="23"/>
                    <a:pt x="343" y="28"/>
                  </a:cubicBezTo>
                  <a:cubicBezTo>
                    <a:pt x="345" y="33"/>
                    <a:pt x="336" y="41"/>
                    <a:pt x="329" y="45"/>
                  </a:cubicBezTo>
                  <a:cubicBezTo>
                    <a:pt x="323" y="49"/>
                    <a:pt x="320" y="57"/>
                    <a:pt x="318" y="65"/>
                  </a:cubicBezTo>
                  <a:cubicBezTo>
                    <a:pt x="317" y="73"/>
                    <a:pt x="313" y="76"/>
                    <a:pt x="307" y="83"/>
                  </a:cubicBezTo>
                  <a:cubicBezTo>
                    <a:pt x="302" y="90"/>
                    <a:pt x="285" y="159"/>
                    <a:pt x="282" y="177"/>
                  </a:cubicBezTo>
                  <a:cubicBezTo>
                    <a:pt x="280" y="194"/>
                    <a:pt x="266" y="273"/>
                    <a:pt x="266" y="273"/>
                  </a:cubicBezTo>
                  <a:cubicBezTo>
                    <a:pt x="266" y="273"/>
                    <a:pt x="256" y="238"/>
                    <a:pt x="255" y="235"/>
                  </a:cubicBezTo>
                  <a:cubicBezTo>
                    <a:pt x="253" y="231"/>
                    <a:pt x="226" y="143"/>
                    <a:pt x="225" y="131"/>
                  </a:cubicBezTo>
                  <a:cubicBezTo>
                    <a:pt x="223" y="120"/>
                    <a:pt x="210" y="76"/>
                    <a:pt x="210" y="76"/>
                  </a:cubicBezTo>
                  <a:cubicBezTo>
                    <a:pt x="210" y="76"/>
                    <a:pt x="183" y="46"/>
                    <a:pt x="171" y="41"/>
                  </a:cubicBezTo>
                  <a:cubicBezTo>
                    <a:pt x="159" y="35"/>
                    <a:pt x="176" y="23"/>
                    <a:pt x="176" y="23"/>
                  </a:cubicBezTo>
                  <a:cubicBezTo>
                    <a:pt x="176" y="23"/>
                    <a:pt x="141" y="37"/>
                    <a:pt x="128" y="37"/>
                  </a:cubicBezTo>
                  <a:cubicBezTo>
                    <a:pt x="114" y="37"/>
                    <a:pt x="120" y="36"/>
                    <a:pt x="120" y="36"/>
                  </a:cubicBezTo>
                  <a:cubicBezTo>
                    <a:pt x="120" y="36"/>
                    <a:pt x="132" y="24"/>
                    <a:pt x="140" y="17"/>
                  </a:cubicBezTo>
                  <a:cubicBezTo>
                    <a:pt x="106" y="35"/>
                    <a:pt x="56" y="71"/>
                    <a:pt x="45" y="84"/>
                  </a:cubicBezTo>
                  <a:cubicBezTo>
                    <a:pt x="32" y="99"/>
                    <a:pt x="0" y="288"/>
                    <a:pt x="0" y="338"/>
                  </a:cubicBezTo>
                  <a:cubicBezTo>
                    <a:pt x="0" y="388"/>
                    <a:pt x="91" y="528"/>
                    <a:pt x="91" y="528"/>
                  </a:cubicBezTo>
                  <a:cubicBezTo>
                    <a:pt x="65" y="626"/>
                    <a:pt x="65" y="626"/>
                    <a:pt x="65" y="626"/>
                  </a:cubicBezTo>
                  <a:cubicBezTo>
                    <a:pt x="58" y="665"/>
                    <a:pt x="85" y="780"/>
                    <a:pt x="96" y="824"/>
                  </a:cubicBezTo>
                  <a:cubicBezTo>
                    <a:pt x="106" y="867"/>
                    <a:pt x="116" y="977"/>
                    <a:pt x="116" y="977"/>
                  </a:cubicBezTo>
                  <a:cubicBezTo>
                    <a:pt x="116" y="977"/>
                    <a:pt x="117" y="977"/>
                    <a:pt x="119" y="977"/>
                  </a:cubicBezTo>
                  <a:cubicBezTo>
                    <a:pt x="134" y="978"/>
                    <a:pt x="218" y="979"/>
                    <a:pt x="248" y="978"/>
                  </a:cubicBezTo>
                  <a:cubicBezTo>
                    <a:pt x="249" y="977"/>
                    <a:pt x="251" y="977"/>
                    <a:pt x="252" y="977"/>
                  </a:cubicBezTo>
                  <a:cubicBezTo>
                    <a:pt x="262" y="977"/>
                    <a:pt x="299" y="976"/>
                    <a:pt x="341" y="976"/>
                  </a:cubicBezTo>
                  <a:cubicBezTo>
                    <a:pt x="409" y="975"/>
                    <a:pt x="493" y="975"/>
                    <a:pt x="503" y="975"/>
                  </a:cubicBezTo>
                  <a:cubicBezTo>
                    <a:pt x="503" y="975"/>
                    <a:pt x="504" y="975"/>
                    <a:pt x="504" y="975"/>
                  </a:cubicBezTo>
                  <a:cubicBezTo>
                    <a:pt x="504" y="975"/>
                    <a:pt x="496" y="925"/>
                    <a:pt x="496" y="915"/>
                  </a:cubicBezTo>
                  <a:cubicBezTo>
                    <a:pt x="496" y="906"/>
                    <a:pt x="482" y="859"/>
                    <a:pt x="480" y="838"/>
                  </a:cubicBezTo>
                  <a:cubicBezTo>
                    <a:pt x="479" y="818"/>
                    <a:pt x="465" y="763"/>
                    <a:pt x="465" y="740"/>
                  </a:cubicBezTo>
                  <a:cubicBezTo>
                    <a:pt x="465" y="717"/>
                    <a:pt x="463" y="710"/>
                    <a:pt x="456" y="697"/>
                  </a:cubicBezTo>
                  <a:cubicBezTo>
                    <a:pt x="449" y="684"/>
                    <a:pt x="451" y="682"/>
                    <a:pt x="451" y="660"/>
                  </a:cubicBezTo>
                  <a:cubicBezTo>
                    <a:pt x="451" y="638"/>
                    <a:pt x="435" y="616"/>
                    <a:pt x="435" y="616"/>
                  </a:cubicBezTo>
                  <a:cubicBezTo>
                    <a:pt x="438" y="605"/>
                    <a:pt x="435" y="577"/>
                    <a:pt x="428" y="572"/>
                  </a:cubicBezTo>
                  <a:cubicBezTo>
                    <a:pt x="430" y="569"/>
                    <a:pt x="437" y="557"/>
                    <a:pt x="437" y="557"/>
                  </a:cubicBezTo>
                  <a:cubicBezTo>
                    <a:pt x="435" y="539"/>
                    <a:pt x="435" y="539"/>
                    <a:pt x="435" y="539"/>
                  </a:cubicBezTo>
                  <a:cubicBezTo>
                    <a:pt x="435" y="539"/>
                    <a:pt x="477" y="475"/>
                    <a:pt x="487" y="460"/>
                  </a:cubicBezTo>
                  <a:cubicBezTo>
                    <a:pt x="496" y="446"/>
                    <a:pt x="518" y="397"/>
                    <a:pt x="518" y="379"/>
                  </a:cubicBezTo>
                  <a:moveTo>
                    <a:pt x="343" y="604"/>
                  </a:moveTo>
                  <a:cubicBezTo>
                    <a:pt x="343" y="606"/>
                    <a:pt x="340" y="610"/>
                    <a:pt x="335" y="615"/>
                  </a:cubicBezTo>
                  <a:cubicBezTo>
                    <a:pt x="340" y="620"/>
                    <a:pt x="343" y="626"/>
                    <a:pt x="341" y="628"/>
                  </a:cubicBezTo>
                  <a:cubicBezTo>
                    <a:pt x="338" y="631"/>
                    <a:pt x="329" y="635"/>
                    <a:pt x="329" y="635"/>
                  </a:cubicBezTo>
                  <a:cubicBezTo>
                    <a:pt x="329" y="635"/>
                    <a:pt x="322" y="650"/>
                    <a:pt x="315" y="651"/>
                  </a:cubicBezTo>
                  <a:cubicBezTo>
                    <a:pt x="307" y="651"/>
                    <a:pt x="310" y="666"/>
                    <a:pt x="304" y="666"/>
                  </a:cubicBezTo>
                  <a:cubicBezTo>
                    <a:pt x="299" y="666"/>
                    <a:pt x="298" y="678"/>
                    <a:pt x="293" y="678"/>
                  </a:cubicBezTo>
                  <a:cubicBezTo>
                    <a:pt x="292" y="678"/>
                    <a:pt x="288" y="677"/>
                    <a:pt x="283" y="676"/>
                  </a:cubicBezTo>
                  <a:cubicBezTo>
                    <a:pt x="270" y="695"/>
                    <a:pt x="264" y="683"/>
                    <a:pt x="264" y="683"/>
                  </a:cubicBezTo>
                  <a:cubicBezTo>
                    <a:pt x="264" y="683"/>
                    <a:pt x="261" y="702"/>
                    <a:pt x="249" y="703"/>
                  </a:cubicBezTo>
                  <a:cubicBezTo>
                    <a:pt x="237" y="703"/>
                    <a:pt x="246" y="674"/>
                    <a:pt x="246" y="674"/>
                  </a:cubicBezTo>
                  <a:cubicBezTo>
                    <a:pt x="241" y="685"/>
                    <a:pt x="241" y="685"/>
                    <a:pt x="241" y="685"/>
                  </a:cubicBezTo>
                  <a:cubicBezTo>
                    <a:pt x="236" y="696"/>
                    <a:pt x="231" y="707"/>
                    <a:pt x="222" y="703"/>
                  </a:cubicBezTo>
                  <a:cubicBezTo>
                    <a:pt x="212" y="700"/>
                    <a:pt x="220" y="684"/>
                    <a:pt x="220" y="684"/>
                  </a:cubicBezTo>
                  <a:cubicBezTo>
                    <a:pt x="220" y="684"/>
                    <a:pt x="211" y="695"/>
                    <a:pt x="206" y="693"/>
                  </a:cubicBezTo>
                  <a:cubicBezTo>
                    <a:pt x="200" y="692"/>
                    <a:pt x="211" y="659"/>
                    <a:pt x="214" y="648"/>
                  </a:cubicBezTo>
                  <a:cubicBezTo>
                    <a:pt x="215" y="646"/>
                    <a:pt x="219" y="640"/>
                    <a:pt x="225" y="633"/>
                  </a:cubicBezTo>
                  <a:cubicBezTo>
                    <a:pt x="218" y="627"/>
                    <a:pt x="206" y="612"/>
                    <a:pt x="200" y="599"/>
                  </a:cubicBezTo>
                  <a:cubicBezTo>
                    <a:pt x="194" y="585"/>
                    <a:pt x="187" y="571"/>
                    <a:pt x="185" y="568"/>
                  </a:cubicBezTo>
                  <a:cubicBezTo>
                    <a:pt x="184" y="565"/>
                    <a:pt x="164" y="553"/>
                    <a:pt x="164" y="553"/>
                  </a:cubicBezTo>
                  <a:cubicBezTo>
                    <a:pt x="164" y="553"/>
                    <a:pt x="175" y="522"/>
                    <a:pt x="221" y="522"/>
                  </a:cubicBezTo>
                  <a:cubicBezTo>
                    <a:pt x="221" y="522"/>
                    <a:pt x="230" y="536"/>
                    <a:pt x="244" y="543"/>
                  </a:cubicBezTo>
                  <a:cubicBezTo>
                    <a:pt x="256" y="549"/>
                    <a:pt x="277" y="556"/>
                    <a:pt x="292" y="563"/>
                  </a:cubicBezTo>
                  <a:cubicBezTo>
                    <a:pt x="303" y="549"/>
                    <a:pt x="311" y="533"/>
                    <a:pt x="311" y="533"/>
                  </a:cubicBezTo>
                  <a:cubicBezTo>
                    <a:pt x="318" y="532"/>
                    <a:pt x="364" y="560"/>
                    <a:pt x="364" y="560"/>
                  </a:cubicBezTo>
                  <a:cubicBezTo>
                    <a:pt x="364" y="560"/>
                    <a:pt x="345" y="596"/>
                    <a:pt x="343" y="604"/>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5" name="Freeform 82"/>
            <p:cNvSpPr>
              <a:spLocks/>
            </p:cNvSpPr>
            <p:nvPr/>
          </p:nvSpPr>
          <p:spPr bwMode="auto">
            <a:xfrm>
              <a:off x="6895305" y="2773196"/>
              <a:ext cx="631825" cy="709613"/>
            </a:xfrm>
            <a:custGeom>
              <a:avLst/>
              <a:gdLst>
                <a:gd name="T0" fmla="*/ 276 w 295"/>
                <a:gd name="T1" fmla="*/ 71 h 331"/>
                <a:gd name="T2" fmla="*/ 263 w 295"/>
                <a:gd name="T3" fmla="*/ 58 h 331"/>
                <a:gd name="T4" fmla="*/ 229 w 295"/>
                <a:gd name="T5" fmla="*/ 26 h 331"/>
                <a:gd name="T6" fmla="*/ 202 w 295"/>
                <a:gd name="T7" fmla="*/ 0 h 331"/>
                <a:gd name="T8" fmla="*/ 202 w 295"/>
                <a:gd name="T9" fmla="*/ 0 h 331"/>
                <a:gd name="T10" fmla="*/ 202 w 295"/>
                <a:gd name="T11" fmla="*/ 0 h 331"/>
                <a:gd name="T12" fmla="*/ 202 w 295"/>
                <a:gd name="T13" fmla="*/ 33 h 331"/>
                <a:gd name="T14" fmla="*/ 201 w 295"/>
                <a:gd name="T15" fmla="*/ 53 h 331"/>
                <a:gd name="T16" fmla="*/ 197 w 295"/>
                <a:gd name="T17" fmla="*/ 90 h 331"/>
                <a:gd name="T18" fmla="*/ 173 w 295"/>
                <a:gd name="T19" fmla="*/ 117 h 331"/>
                <a:gd name="T20" fmla="*/ 142 w 295"/>
                <a:gd name="T21" fmla="*/ 167 h 331"/>
                <a:gd name="T22" fmla="*/ 108 w 295"/>
                <a:gd name="T23" fmla="*/ 107 h 331"/>
                <a:gd name="T24" fmla="*/ 94 w 295"/>
                <a:gd name="T25" fmla="*/ 96 h 331"/>
                <a:gd name="T26" fmla="*/ 92 w 295"/>
                <a:gd name="T27" fmla="*/ 60 h 331"/>
                <a:gd name="T28" fmla="*/ 92 w 295"/>
                <a:gd name="T29" fmla="*/ 46 h 331"/>
                <a:gd name="T30" fmla="*/ 91 w 295"/>
                <a:gd name="T31" fmla="*/ 14 h 331"/>
                <a:gd name="T32" fmla="*/ 91 w 295"/>
                <a:gd name="T33" fmla="*/ 8 h 331"/>
                <a:gd name="T34" fmla="*/ 73 w 295"/>
                <a:gd name="T35" fmla="*/ 36 h 331"/>
                <a:gd name="T36" fmla="*/ 33 w 295"/>
                <a:gd name="T37" fmla="*/ 69 h 331"/>
                <a:gd name="T38" fmla="*/ 26 w 295"/>
                <a:gd name="T39" fmla="*/ 75 h 331"/>
                <a:gd name="T40" fmla="*/ 6 w 295"/>
                <a:gd name="T41" fmla="*/ 94 h 331"/>
                <a:gd name="T42" fmla="*/ 14 w 295"/>
                <a:gd name="T43" fmla="*/ 95 h 331"/>
                <a:gd name="T44" fmla="*/ 62 w 295"/>
                <a:gd name="T45" fmla="*/ 81 h 331"/>
                <a:gd name="T46" fmla="*/ 57 w 295"/>
                <a:gd name="T47" fmla="*/ 99 h 331"/>
                <a:gd name="T48" fmla="*/ 96 w 295"/>
                <a:gd name="T49" fmla="*/ 134 h 331"/>
                <a:gd name="T50" fmla="*/ 111 w 295"/>
                <a:gd name="T51" fmla="*/ 189 h 331"/>
                <a:gd name="T52" fmla="*/ 141 w 295"/>
                <a:gd name="T53" fmla="*/ 293 h 331"/>
                <a:gd name="T54" fmla="*/ 152 w 295"/>
                <a:gd name="T55" fmla="*/ 331 h 331"/>
                <a:gd name="T56" fmla="*/ 168 w 295"/>
                <a:gd name="T57" fmla="*/ 235 h 331"/>
                <a:gd name="T58" fmla="*/ 193 w 295"/>
                <a:gd name="T59" fmla="*/ 141 h 331"/>
                <a:gd name="T60" fmla="*/ 204 w 295"/>
                <a:gd name="T61" fmla="*/ 123 h 331"/>
                <a:gd name="T62" fmla="*/ 215 w 295"/>
                <a:gd name="T63" fmla="*/ 103 h 331"/>
                <a:gd name="T64" fmla="*/ 229 w 295"/>
                <a:gd name="T65" fmla="*/ 86 h 331"/>
                <a:gd name="T66" fmla="*/ 252 w 295"/>
                <a:gd name="T67" fmla="*/ 82 h 331"/>
                <a:gd name="T68" fmla="*/ 290 w 295"/>
                <a:gd name="T69" fmla="*/ 85 h 331"/>
                <a:gd name="T70" fmla="*/ 276 w 295"/>
                <a:gd name="T71" fmla="*/ 7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5" h="331">
                  <a:moveTo>
                    <a:pt x="276" y="71"/>
                  </a:moveTo>
                  <a:cubicBezTo>
                    <a:pt x="275" y="70"/>
                    <a:pt x="270" y="65"/>
                    <a:pt x="263" y="58"/>
                  </a:cubicBezTo>
                  <a:cubicBezTo>
                    <a:pt x="253" y="49"/>
                    <a:pt x="241" y="37"/>
                    <a:pt x="229" y="26"/>
                  </a:cubicBezTo>
                  <a:cubicBezTo>
                    <a:pt x="215" y="12"/>
                    <a:pt x="202" y="0"/>
                    <a:pt x="202" y="0"/>
                  </a:cubicBezTo>
                  <a:cubicBezTo>
                    <a:pt x="202" y="0"/>
                    <a:pt x="202" y="0"/>
                    <a:pt x="202" y="0"/>
                  </a:cubicBezTo>
                  <a:cubicBezTo>
                    <a:pt x="202" y="0"/>
                    <a:pt x="202" y="0"/>
                    <a:pt x="202" y="0"/>
                  </a:cubicBezTo>
                  <a:cubicBezTo>
                    <a:pt x="202" y="2"/>
                    <a:pt x="202" y="14"/>
                    <a:pt x="202" y="33"/>
                  </a:cubicBezTo>
                  <a:cubicBezTo>
                    <a:pt x="202" y="39"/>
                    <a:pt x="202" y="46"/>
                    <a:pt x="201" y="53"/>
                  </a:cubicBezTo>
                  <a:cubicBezTo>
                    <a:pt x="200" y="68"/>
                    <a:pt x="199" y="83"/>
                    <a:pt x="197" y="90"/>
                  </a:cubicBezTo>
                  <a:cubicBezTo>
                    <a:pt x="195" y="99"/>
                    <a:pt x="181" y="101"/>
                    <a:pt x="173" y="117"/>
                  </a:cubicBezTo>
                  <a:cubicBezTo>
                    <a:pt x="165" y="133"/>
                    <a:pt x="142" y="167"/>
                    <a:pt x="142" y="167"/>
                  </a:cubicBezTo>
                  <a:cubicBezTo>
                    <a:pt x="142" y="167"/>
                    <a:pt x="115" y="113"/>
                    <a:pt x="108" y="107"/>
                  </a:cubicBezTo>
                  <a:cubicBezTo>
                    <a:pt x="102" y="100"/>
                    <a:pt x="94" y="96"/>
                    <a:pt x="94" y="96"/>
                  </a:cubicBezTo>
                  <a:cubicBezTo>
                    <a:pt x="94" y="96"/>
                    <a:pt x="93" y="76"/>
                    <a:pt x="92" y="60"/>
                  </a:cubicBezTo>
                  <a:cubicBezTo>
                    <a:pt x="92" y="54"/>
                    <a:pt x="92" y="49"/>
                    <a:pt x="92" y="46"/>
                  </a:cubicBezTo>
                  <a:cubicBezTo>
                    <a:pt x="92" y="37"/>
                    <a:pt x="91" y="23"/>
                    <a:pt x="91" y="14"/>
                  </a:cubicBezTo>
                  <a:cubicBezTo>
                    <a:pt x="91" y="10"/>
                    <a:pt x="91" y="8"/>
                    <a:pt x="91" y="8"/>
                  </a:cubicBezTo>
                  <a:cubicBezTo>
                    <a:pt x="91" y="8"/>
                    <a:pt x="82" y="27"/>
                    <a:pt x="73" y="36"/>
                  </a:cubicBezTo>
                  <a:cubicBezTo>
                    <a:pt x="64" y="44"/>
                    <a:pt x="40" y="64"/>
                    <a:pt x="33" y="69"/>
                  </a:cubicBezTo>
                  <a:cubicBezTo>
                    <a:pt x="31" y="70"/>
                    <a:pt x="29" y="72"/>
                    <a:pt x="26" y="75"/>
                  </a:cubicBezTo>
                  <a:cubicBezTo>
                    <a:pt x="18" y="82"/>
                    <a:pt x="6" y="94"/>
                    <a:pt x="6" y="94"/>
                  </a:cubicBezTo>
                  <a:cubicBezTo>
                    <a:pt x="6" y="94"/>
                    <a:pt x="0" y="95"/>
                    <a:pt x="14" y="95"/>
                  </a:cubicBezTo>
                  <a:cubicBezTo>
                    <a:pt x="27" y="95"/>
                    <a:pt x="62" y="81"/>
                    <a:pt x="62" y="81"/>
                  </a:cubicBezTo>
                  <a:cubicBezTo>
                    <a:pt x="62" y="81"/>
                    <a:pt x="45" y="93"/>
                    <a:pt x="57" y="99"/>
                  </a:cubicBezTo>
                  <a:cubicBezTo>
                    <a:pt x="69" y="104"/>
                    <a:pt x="96" y="134"/>
                    <a:pt x="96" y="134"/>
                  </a:cubicBezTo>
                  <a:cubicBezTo>
                    <a:pt x="96" y="134"/>
                    <a:pt x="109" y="178"/>
                    <a:pt x="111" y="189"/>
                  </a:cubicBezTo>
                  <a:cubicBezTo>
                    <a:pt x="112" y="201"/>
                    <a:pt x="139" y="289"/>
                    <a:pt x="141" y="293"/>
                  </a:cubicBezTo>
                  <a:cubicBezTo>
                    <a:pt x="142" y="296"/>
                    <a:pt x="152" y="331"/>
                    <a:pt x="152" y="331"/>
                  </a:cubicBezTo>
                  <a:cubicBezTo>
                    <a:pt x="152" y="331"/>
                    <a:pt x="166" y="252"/>
                    <a:pt x="168" y="235"/>
                  </a:cubicBezTo>
                  <a:cubicBezTo>
                    <a:pt x="171" y="217"/>
                    <a:pt x="188" y="148"/>
                    <a:pt x="193" y="141"/>
                  </a:cubicBezTo>
                  <a:cubicBezTo>
                    <a:pt x="199" y="134"/>
                    <a:pt x="203" y="131"/>
                    <a:pt x="204" y="123"/>
                  </a:cubicBezTo>
                  <a:cubicBezTo>
                    <a:pt x="206" y="115"/>
                    <a:pt x="209" y="107"/>
                    <a:pt x="215" y="103"/>
                  </a:cubicBezTo>
                  <a:cubicBezTo>
                    <a:pt x="222" y="99"/>
                    <a:pt x="231" y="91"/>
                    <a:pt x="229" y="86"/>
                  </a:cubicBezTo>
                  <a:cubicBezTo>
                    <a:pt x="226" y="81"/>
                    <a:pt x="231" y="74"/>
                    <a:pt x="252" y="82"/>
                  </a:cubicBezTo>
                  <a:cubicBezTo>
                    <a:pt x="272" y="89"/>
                    <a:pt x="288" y="85"/>
                    <a:pt x="290" y="85"/>
                  </a:cubicBezTo>
                  <a:cubicBezTo>
                    <a:pt x="290" y="85"/>
                    <a:pt x="295" y="82"/>
                    <a:pt x="276" y="71"/>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6" name="Freeform 83"/>
            <p:cNvSpPr>
              <a:spLocks/>
            </p:cNvSpPr>
            <p:nvPr/>
          </p:nvSpPr>
          <p:spPr bwMode="auto">
            <a:xfrm>
              <a:off x="6985793" y="2341396"/>
              <a:ext cx="465138" cy="515938"/>
            </a:xfrm>
            <a:custGeom>
              <a:avLst/>
              <a:gdLst>
                <a:gd name="T0" fmla="*/ 24 w 217"/>
                <a:gd name="T1" fmla="*/ 135 h 241"/>
                <a:gd name="T2" fmla="*/ 31 w 217"/>
                <a:gd name="T3" fmla="*/ 140 h 241"/>
                <a:gd name="T4" fmla="*/ 46 w 217"/>
                <a:gd name="T5" fmla="*/ 198 h 241"/>
                <a:gd name="T6" fmla="*/ 56 w 217"/>
                <a:gd name="T7" fmla="*/ 210 h 241"/>
                <a:gd name="T8" fmla="*/ 77 w 217"/>
                <a:gd name="T9" fmla="*/ 230 h 241"/>
                <a:gd name="T10" fmla="*/ 111 w 217"/>
                <a:gd name="T11" fmla="*/ 241 h 241"/>
                <a:gd name="T12" fmla="*/ 158 w 217"/>
                <a:gd name="T13" fmla="*/ 203 h 241"/>
                <a:gd name="T14" fmla="*/ 164 w 217"/>
                <a:gd name="T15" fmla="*/ 193 h 241"/>
                <a:gd name="T16" fmla="*/ 177 w 217"/>
                <a:gd name="T17" fmla="*/ 155 h 241"/>
                <a:gd name="T18" fmla="*/ 179 w 217"/>
                <a:gd name="T19" fmla="*/ 145 h 241"/>
                <a:gd name="T20" fmla="*/ 201 w 217"/>
                <a:gd name="T21" fmla="*/ 120 h 241"/>
                <a:gd name="T22" fmla="*/ 207 w 217"/>
                <a:gd name="T23" fmla="*/ 80 h 241"/>
                <a:gd name="T24" fmla="*/ 198 w 217"/>
                <a:gd name="T25" fmla="*/ 81 h 241"/>
                <a:gd name="T26" fmla="*/ 175 w 217"/>
                <a:gd name="T27" fmla="*/ 108 h 241"/>
                <a:gd name="T28" fmla="*/ 184 w 217"/>
                <a:gd name="T29" fmla="*/ 45 h 241"/>
                <a:gd name="T30" fmla="*/ 152 w 217"/>
                <a:gd name="T31" fmla="*/ 32 h 241"/>
                <a:gd name="T32" fmla="*/ 82 w 217"/>
                <a:gd name="T33" fmla="*/ 0 h 241"/>
                <a:gd name="T34" fmla="*/ 45 w 217"/>
                <a:gd name="T35" fmla="*/ 25 h 241"/>
                <a:gd name="T36" fmla="*/ 31 w 217"/>
                <a:gd name="T37" fmla="*/ 72 h 241"/>
                <a:gd name="T38" fmla="*/ 30 w 217"/>
                <a:gd name="T39" fmla="*/ 105 h 241"/>
                <a:gd name="T40" fmla="*/ 15 w 217"/>
                <a:gd name="T41" fmla="*/ 79 h 241"/>
                <a:gd name="T42" fmla="*/ 8 w 217"/>
                <a:gd name="T43" fmla="*/ 102 h 241"/>
                <a:gd name="T44" fmla="*/ 24 w 217"/>
                <a:gd name="T45" fmla="*/ 13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7" h="241">
                  <a:moveTo>
                    <a:pt x="24" y="135"/>
                  </a:moveTo>
                  <a:cubicBezTo>
                    <a:pt x="27" y="136"/>
                    <a:pt x="31" y="140"/>
                    <a:pt x="31" y="140"/>
                  </a:cubicBezTo>
                  <a:cubicBezTo>
                    <a:pt x="31" y="140"/>
                    <a:pt x="30" y="171"/>
                    <a:pt x="46" y="198"/>
                  </a:cubicBezTo>
                  <a:cubicBezTo>
                    <a:pt x="49" y="202"/>
                    <a:pt x="52" y="206"/>
                    <a:pt x="56" y="210"/>
                  </a:cubicBezTo>
                  <a:cubicBezTo>
                    <a:pt x="58" y="213"/>
                    <a:pt x="66" y="220"/>
                    <a:pt x="77" y="230"/>
                  </a:cubicBezTo>
                  <a:cubicBezTo>
                    <a:pt x="87" y="239"/>
                    <a:pt x="103" y="241"/>
                    <a:pt x="111" y="241"/>
                  </a:cubicBezTo>
                  <a:cubicBezTo>
                    <a:pt x="116" y="241"/>
                    <a:pt x="140" y="229"/>
                    <a:pt x="158" y="203"/>
                  </a:cubicBezTo>
                  <a:cubicBezTo>
                    <a:pt x="160" y="200"/>
                    <a:pt x="162" y="196"/>
                    <a:pt x="164" y="193"/>
                  </a:cubicBezTo>
                  <a:cubicBezTo>
                    <a:pt x="170" y="182"/>
                    <a:pt x="175" y="170"/>
                    <a:pt x="177" y="155"/>
                  </a:cubicBezTo>
                  <a:cubicBezTo>
                    <a:pt x="178" y="152"/>
                    <a:pt x="178" y="149"/>
                    <a:pt x="179" y="145"/>
                  </a:cubicBezTo>
                  <a:cubicBezTo>
                    <a:pt x="199" y="131"/>
                    <a:pt x="198" y="125"/>
                    <a:pt x="201" y="120"/>
                  </a:cubicBezTo>
                  <a:cubicBezTo>
                    <a:pt x="203" y="114"/>
                    <a:pt x="217" y="84"/>
                    <a:pt x="207" y="80"/>
                  </a:cubicBezTo>
                  <a:cubicBezTo>
                    <a:pt x="204" y="79"/>
                    <a:pt x="201" y="80"/>
                    <a:pt x="198" y="81"/>
                  </a:cubicBezTo>
                  <a:cubicBezTo>
                    <a:pt x="196" y="89"/>
                    <a:pt x="175" y="111"/>
                    <a:pt x="175" y="108"/>
                  </a:cubicBezTo>
                  <a:cubicBezTo>
                    <a:pt x="174" y="106"/>
                    <a:pt x="189" y="71"/>
                    <a:pt x="184" y="45"/>
                  </a:cubicBezTo>
                  <a:cubicBezTo>
                    <a:pt x="183" y="41"/>
                    <a:pt x="168" y="36"/>
                    <a:pt x="152" y="32"/>
                  </a:cubicBezTo>
                  <a:cubicBezTo>
                    <a:pt x="137" y="28"/>
                    <a:pt x="82" y="0"/>
                    <a:pt x="82" y="0"/>
                  </a:cubicBezTo>
                  <a:cubicBezTo>
                    <a:pt x="66" y="10"/>
                    <a:pt x="48" y="17"/>
                    <a:pt x="45" y="25"/>
                  </a:cubicBezTo>
                  <a:cubicBezTo>
                    <a:pt x="42" y="33"/>
                    <a:pt x="33" y="63"/>
                    <a:pt x="31" y="72"/>
                  </a:cubicBezTo>
                  <a:cubicBezTo>
                    <a:pt x="30" y="81"/>
                    <a:pt x="31" y="89"/>
                    <a:pt x="30" y="105"/>
                  </a:cubicBezTo>
                  <a:cubicBezTo>
                    <a:pt x="30" y="109"/>
                    <a:pt x="18" y="92"/>
                    <a:pt x="15" y="79"/>
                  </a:cubicBezTo>
                  <a:cubicBezTo>
                    <a:pt x="12" y="79"/>
                    <a:pt x="0" y="80"/>
                    <a:pt x="8" y="102"/>
                  </a:cubicBezTo>
                  <a:cubicBezTo>
                    <a:pt x="17" y="135"/>
                    <a:pt x="21" y="133"/>
                    <a:pt x="24" y="135"/>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7" name="Freeform 84"/>
            <p:cNvSpPr>
              <a:spLocks/>
            </p:cNvSpPr>
            <p:nvPr/>
          </p:nvSpPr>
          <p:spPr bwMode="auto">
            <a:xfrm>
              <a:off x="6992143" y="2231859"/>
              <a:ext cx="434975" cy="346075"/>
            </a:xfrm>
            <a:custGeom>
              <a:avLst/>
              <a:gdLst>
                <a:gd name="T0" fmla="*/ 12 w 203"/>
                <a:gd name="T1" fmla="*/ 130 h 162"/>
                <a:gd name="T2" fmla="*/ 27 w 203"/>
                <a:gd name="T3" fmla="*/ 156 h 162"/>
                <a:gd name="T4" fmla="*/ 28 w 203"/>
                <a:gd name="T5" fmla="*/ 123 h 162"/>
                <a:gd name="T6" fmla="*/ 42 w 203"/>
                <a:gd name="T7" fmla="*/ 76 h 162"/>
                <a:gd name="T8" fmla="*/ 79 w 203"/>
                <a:gd name="T9" fmla="*/ 51 h 162"/>
                <a:gd name="T10" fmla="*/ 149 w 203"/>
                <a:gd name="T11" fmla="*/ 83 h 162"/>
                <a:gd name="T12" fmla="*/ 181 w 203"/>
                <a:gd name="T13" fmla="*/ 96 h 162"/>
                <a:gd name="T14" fmla="*/ 172 w 203"/>
                <a:gd name="T15" fmla="*/ 159 h 162"/>
                <a:gd name="T16" fmla="*/ 195 w 203"/>
                <a:gd name="T17" fmla="*/ 132 h 162"/>
                <a:gd name="T18" fmla="*/ 195 w 203"/>
                <a:gd name="T19" fmla="*/ 130 h 162"/>
                <a:gd name="T20" fmla="*/ 101 w 203"/>
                <a:gd name="T21" fmla="*/ 5 h 162"/>
                <a:gd name="T22" fmla="*/ 12 w 203"/>
                <a:gd name="T23" fmla="*/ 124 h 162"/>
                <a:gd name="T24" fmla="*/ 12 w 203"/>
                <a:gd name="T25" fmla="*/ 13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162">
                  <a:moveTo>
                    <a:pt x="12" y="130"/>
                  </a:moveTo>
                  <a:cubicBezTo>
                    <a:pt x="15" y="143"/>
                    <a:pt x="27" y="160"/>
                    <a:pt x="27" y="156"/>
                  </a:cubicBezTo>
                  <a:cubicBezTo>
                    <a:pt x="28" y="140"/>
                    <a:pt x="27" y="132"/>
                    <a:pt x="28" y="123"/>
                  </a:cubicBezTo>
                  <a:cubicBezTo>
                    <a:pt x="30" y="114"/>
                    <a:pt x="39" y="84"/>
                    <a:pt x="42" y="76"/>
                  </a:cubicBezTo>
                  <a:cubicBezTo>
                    <a:pt x="45" y="68"/>
                    <a:pt x="63" y="61"/>
                    <a:pt x="79" y="51"/>
                  </a:cubicBezTo>
                  <a:cubicBezTo>
                    <a:pt x="79" y="51"/>
                    <a:pt x="134" y="79"/>
                    <a:pt x="149" y="83"/>
                  </a:cubicBezTo>
                  <a:cubicBezTo>
                    <a:pt x="165" y="87"/>
                    <a:pt x="180" y="92"/>
                    <a:pt x="181" y="96"/>
                  </a:cubicBezTo>
                  <a:cubicBezTo>
                    <a:pt x="186" y="122"/>
                    <a:pt x="171" y="157"/>
                    <a:pt x="172" y="159"/>
                  </a:cubicBezTo>
                  <a:cubicBezTo>
                    <a:pt x="172" y="162"/>
                    <a:pt x="193" y="140"/>
                    <a:pt x="195" y="132"/>
                  </a:cubicBezTo>
                  <a:cubicBezTo>
                    <a:pt x="195" y="131"/>
                    <a:pt x="195" y="131"/>
                    <a:pt x="195" y="130"/>
                  </a:cubicBezTo>
                  <a:cubicBezTo>
                    <a:pt x="195" y="123"/>
                    <a:pt x="203" y="0"/>
                    <a:pt x="101" y="5"/>
                  </a:cubicBezTo>
                  <a:cubicBezTo>
                    <a:pt x="0" y="9"/>
                    <a:pt x="12" y="110"/>
                    <a:pt x="12" y="124"/>
                  </a:cubicBezTo>
                  <a:cubicBezTo>
                    <a:pt x="12" y="126"/>
                    <a:pt x="12" y="128"/>
                    <a:pt x="12" y="130"/>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8" name="Freeform 85"/>
            <p:cNvSpPr>
              <a:spLocks/>
            </p:cNvSpPr>
            <p:nvPr/>
          </p:nvSpPr>
          <p:spPr bwMode="auto">
            <a:xfrm>
              <a:off x="6034880" y="2670009"/>
              <a:ext cx="144463" cy="722313"/>
            </a:xfrm>
            <a:custGeom>
              <a:avLst/>
              <a:gdLst>
                <a:gd name="T0" fmla="*/ 66 w 68"/>
                <a:gd name="T1" fmla="*/ 146 h 337"/>
                <a:gd name="T2" fmla="*/ 48 w 68"/>
                <a:gd name="T3" fmla="*/ 53 h 337"/>
                <a:gd name="T4" fmla="*/ 50 w 68"/>
                <a:gd name="T5" fmla="*/ 45 h 337"/>
                <a:gd name="T6" fmla="*/ 63 w 68"/>
                <a:gd name="T7" fmla="*/ 23 h 337"/>
                <a:gd name="T8" fmla="*/ 50 w 68"/>
                <a:gd name="T9" fmla="*/ 8 h 337"/>
                <a:gd name="T10" fmla="*/ 40 w 68"/>
                <a:gd name="T11" fmla="*/ 0 h 337"/>
                <a:gd name="T12" fmla="*/ 39 w 68"/>
                <a:gd name="T13" fmla="*/ 0 h 337"/>
                <a:gd name="T14" fmla="*/ 39 w 68"/>
                <a:gd name="T15" fmla="*/ 0 h 337"/>
                <a:gd name="T16" fmla="*/ 34 w 68"/>
                <a:gd name="T17" fmla="*/ 0 h 337"/>
                <a:gd name="T18" fmla="*/ 33 w 68"/>
                <a:gd name="T19" fmla="*/ 1 h 337"/>
                <a:gd name="T20" fmla="*/ 32 w 68"/>
                <a:gd name="T21" fmla="*/ 1 h 337"/>
                <a:gd name="T22" fmla="*/ 32 w 68"/>
                <a:gd name="T23" fmla="*/ 1 h 337"/>
                <a:gd name="T24" fmla="*/ 22 w 68"/>
                <a:gd name="T25" fmla="*/ 9 h 337"/>
                <a:gd name="T26" fmla="*/ 9 w 68"/>
                <a:gd name="T27" fmla="*/ 23 h 337"/>
                <a:gd name="T28" fmla="*/ 22 w 68"/>
                <a:gd name="T29" fmla="*/ 48 h 337"/>
                <a:gd name="T30" fmla="*/ 0 w 68"/>
                <a:gd name="T31" fmla="*/ 172 h 337"/>
                <a:gd name="T32" fmla="*/ 0 w 68"/>
                <a:gd name="T33" fmla="*/ 174 h 337"/>
                <a:gd name="T34" fmla="*/ 27 w 68"/>
                <a:gd name="T35" fmla="*/ 337 h 337"/>
                <a:gd name="T36" fmla="*/ 68 w 68"/>
                <a:gd name="T37" fmla="*/ 152 h 337"/>
                <a:gd name="T38" fmla="*/ 66 w 68"/>
                <a:gd name="T39" fmla="*/ 146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8" h="337">
                  <a:moveTo>
                    <a:pt x="66" y="146"/>
                  </a:moveTo>
                  <a:cubicBezTo>
                    <a:pt x="62" y="127"/>
                    <a:pt x="47" y="60"/>
                    <a:pt x="48" y="53"/>
                  </a:cubicBezTo>
                  <a:cubicBezTo>
                    <a:pt x="50" y="45"/>
                    <a:pt x="50" y="45"/>
                    <a:pt x="50" y="45"/>
                  </a:cubicBezTo>
                  <a:cubicBezTo>
                    <a:pt x="63" y="23"/>
                    <a:pt x="63" y="23"/>
                    <a:pt x="63" y="23"/>
                  </a:cubicBezTo>
                  <a:cubicBezTo>
                    <a:pt x="59" y="18"/>
                    <a:pt x="54" y="12"/>
                    <a:pt x="50" y="8"/>
                  </a:cubicBezTo>
                  <a:cubicBezTo>
                    <a:pt x="46" y="4"/>
                    <a:pt x="42" y="1"/>
                    <a:pt x="40" y="0"/>
                  </a:cubicBezTo>
                  <a:cubicBezTo>
                    <a:pt x="40" y="0"/>
                    <a:pt x="39" y="0"/>
                    <a:pt x="39" y="0"/>
                  </a:cubicBezTo>
                  <a:cubicBezTo>
                    <a:pt x="39" y="0"/>
                    <a:pt x="39" y="0"/>
                    <a:pt x="39" y="0"/>
                  </a:cubicBezTo>
                  <a:cubicBezTo>
                    <a:pt x="38" y="0"/>
                    <a:pt x="36" y="0"/>
                    <a:pt x="34" y="0"/>
                  </a:cubicBezTo>
                  <a:cubicBezTo>
                    <a:pt x="34" y="0"/>
                    <a:pt x="33" y="1"/>
                    <a:pt x="33" y="1"/>
                  </a:cubicBezTo>
                  <a:cubicBezTo>
                    <a:pt x="32" y="1"/>
                    <a:pt x="32" y="1"/>
                    <a:pt x="32" y="1"/>
                  </a:cubicBezTo>
                  <a:cubicBezTo>
                    <a:pt x="32" y="1"/>
                    <a:pt x="32" y="1"/>
                    <a:pt x="32" y="1"/>
                  </a:cubicBezTo>
                  <a:cubicBezTo>
                    <a:pt x="29" y="3"/>
                    <a:pt x="26" y="5"/>
                    <a:pt x="22" y="9"/>
                  </a:cubicBezTo>
                  <a:cubicBezTo>
                    <a:pt x="18" y="13"/>
                    <a:pt x="13" y="18"/>
                    <a:pt x="9" y="23"/>
                  </a:cubicBezTo>
                  <a:cubicBezTo>
                    <a:pt x="22" y="48"/>
                    <a:pt x="22" y="48"/>
                    <a:pt x="22" y="48"/>
                  </a:cubicBezTo>
                  <a:cubicBezTo>
                    <a:pt x="0" y="172"/>
                    <a:pt x="0" y="172"/>
                    <a:pt x="0" y="172"/>
                  </a:cubicBezTo>
                  <a:cubicBezTo>
                    <a:pt x="0" y="174"/>
                    <a:pt x="0" y="174"/>
                    <a:pt x="0" y="174"/>
                  </a:cubicBezTo>
                  <a:cubicBezTo>
                    <a:pt x="27" y="337"/>
                    <a:pt x="27" y="337"/>
                    <a:pt x="27" y="337"/>
                  </a:cubicBezTo>
                  <a:cubicBezTo>
                    <a:pt x="68" y="152"/>
                    <a:pt x="68" y="152"/>
                    <a:pt x="68" y="152"/>
                  </a:cubicBezTo>
                  <a:cubicBezTo>
                    <a:pt x="68" y="152"/>
                    <a:pt x="67" y="150"/>
                    <a:pt x="66" y="146"/>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9" name="Oval 86"/>
            <p:cNvSpPr>
              <a:spLocks noChangeArrowheads="1"/>
            </p:cNvSpPr>
            <p:nvPr/>
          </p:nvSpPr>
          <p:spPr bwMode="auto">
            <a:xfrm>
              <a:off x="6120605" y="2670009"/>
              <a:ext cx="1588" cy="1588"/>
            </a:xfrm>
            <a:prstGeom prst="ellipse">
              <a:avLst/>
            </a:prstGeom>
            <a:solidFill>
              <a:srgbClr val="E248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0" name="Freeform 87"/>
            <p:cNvSpPr>
              <a:spLocks/>
            </p:cNvSpPr>
            <p:nvPr/>
          </p:nvSpPr>
          <p:spPr bwMode="auto">
            <a:xfrm>
              <a:off x="5945980" y="2417596"/>
              <a:ext cx="327025" cy="255588"/>
            </a:xfrm>
            <a:custGeom>
              <a:avLst/>
              <a:gdLst>
                <a:gd name="T0" fmla="*/ 151 w 152"/>
                <a:gd name="T1" fmla="*/ 6 h 119"/>
                <a:gd name="T2" fmla="*/ 101 w 152"/>
                <a:gd name="T3" fmla="*/ 45 h 119"/>
                <a:gd name="T4" fmla="*/ 48 w 152"/>
                <a:gd name="T5" fmla="*/ 42 h 119"/>
                <a:gd name="T6" fmla="*/ 0 w 152"/>
                <a:gd name="T7" fmla="*/ 0 h 119"/>
                <a:gd name="T8" fmla="*/ 0 w 152"/>
                <a:gd name="T9" fmla="*/ 12 h 119"/>
                <a:gd name="T10" fmla="*/ 0 w 152"/>
                <a:gd name="T11" fmla="*/ 32 h 119"/>
                <a:gd name="T12" fmla="*/ 0 w 152"/>
                <a:gd name="T13" fmla="*/ 33 h 119"/>
                <a:gd name="T14" fmla="*/ 57 w 152"/>
                <a:gd name="T15" fmla="*/ 104 h 119"/>
                <a:gd name="T16" fmla="*/ 61 w 152"/>
                <a:gd name="T17" fmla="*/ 107 h 119"/>
                <a:gd name="T18" fmla="*/ 73 w 152"/>
                <a:gd name="T19" fmla="*/ 119 h 119"/>
                <a:gd name="T20" fmla="*/ 74 w 152"/>
                <a:gd name="T21" fmla="*/ 119 h 119"/>
                <a:gd name="T22" fmla="*/ 74 w 152"/>
                <a:gd name="T23" fmla="*/ 119 h 119"/>
                <a:gd name="T24" fmla="*/ 75 w 152"/>
                <a:gd name="T25" fmla="*/ 118 h 119"/>
                <a:gd name="T26" fmla="*/ 80 w 152"/>
                <a:gd name="T27" fmla="*/ 118 h 119"/>
                <a:gd name="T28" fmla="*/ 80 w 152"/>
                <a:gd name="T29" fmla="*/ 118 h 119"/>
                <a:gd name="T30" fmla="*/ 80 w 152"/>
                <a:gd name="T31" fmla="*/ 118 h 119"/>
                <a:gd name="T32" fmla="*/ 80 w 152"/>
                <a:gd name="T33" fmla="*/ 118 h 119"/>
                <a:gd name="T34" fmla="*/ 91 w 152"/>
                <a:gd name="T35" fmla="*/ 106 h 119"/>
                <a:gd name="T36" fmla="*/ 147 w 152"/>
                <a:gd name="T37" fmla="*/ 38 h 119"/>
                <a:gd name="T38" fmla="*/ 147 w 152"/>
                <a:gd name="T39" fmla="*/ 37 h 119"/>
                <a:gd name="T40" fmla="*/ 150 w 152"/>
                <a:gd name="T41" fmla="*/ 32 h 119"/>
                <a:gd name="T42" fmla="*/ 151 w 152"/>
                <a:gd name="T43" fmla="*/ 31 h 119"/>
                <a:gd name="T44" fmla="*/ 151 w 152"/>
                <a:gd name="T45" fmla="*/ 8 h 119"/>
                <a:gd name="T46" fmla="*/ 151 w 152"/>
                <a:gd name="T47" fmla="*/ 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2" h="119">
                  <a:moveTo>
                    <a:pt x="151" y="6"/>
                  </a:moveTo>
                  <a:cubicBezTo>
                    <a:pt x="151" y="6"/>
                    <a:pt x="113" y="42"/>
                    <a:pt x="101" y="45"/>
                  </a:cubicBezTo>
                  <a:cubicBezTo>
                    <a:pt x="89" y="48"/>
                    <a:pt x="65" y="46"/>
                    <a:pt x="48" y="42"/>
                  </a:cubicBezTo>
                  <a:cubicBezTo>
                    <a:pt x="32" y="39"/>
                    <a:pt x="0" y="0"/>
                    <a:pt x="0" y="0"/>
                  </a:cubicBezTo>
                  <a:cubicBezTo>
                    <a:pt x="0" y="0"/>
                    <a:pt x="0" y="5"/>
                    <a:pt x="0" y="12"/>
                  </a:cubicBezTo>
                  <a:cubicBezTo>
                    <a:pt x="0" y="18"/>
                    <a:pt x="0" y="25"/>
                    <a:pt x="0" y="32"/>
                  </a:cubicBezTo>
                  <a:cubicBezTo>
                    <a:pt x="0" y="32"/>
                    <a:pt x="0" y="33"/>
                    <a:pt x="0" y="33"/>
                  </a:cubicBezTo>
                  <a:cubicBezTo>
                    <a:pt x="7" y="56"/>
                    <a:pt x="57" y="104"/>
                    <a:pt x="57" y="104"/>
                  </a:cubicBezTo>
                  <a:cubicBezTo>
                    <a:pt x="61" y="107"/>
                    <a:pt x="61" y="107"/>
                    <a:pt x="61" y="107"/>
                  </a:cubicBezTo>
                  <a:cubicBezTo>
                    <a:pt x="73" y="119"/>
                    <a:pt x="73" y="119"/>
                    <a:pt x="73" y="119"/>
                  </a:cubicBezTo>
                  <a:cubicBezTo>
                    <a:pt x="73" y="119"/>
                    <a:pt x="74" y="119"/>
                    <a:pt x="74" y="119"/>
                  </a:cubicBezTo>
                  <a:cubicBezTo>
                    <a:pt x="74" y="119"/>
                    <a:pt x="74" y="119"/>
                    <a:pt x="74" y="119"/>
                  </a:cubicBezTo>
                  <a:cubicBezTo>
                    <a:pt x="74" y="119"/>
                    <a:pt x="75" y="118"/>
                    <a:pt x="75" y="118"/>
                  </a:cubicBezTo>
                  <a:cubicBezTo>
                    <a:pt x="77" y="118"/>
                    <a:pt x="79" y="118"/>
                    <a:pt x="80" y="118"/>
                  </a:cubicBezTo>
                  <a:cubicBezTo>
                    <a:pt x="80" y="118"/>
                    <a:pt x="80" y="118"/>
                    <a:pt x="80" y="118"/>
                  </a:cubicBezTo>
                  <a:cubicBezTo>
                    <a:pt x="80" y="118"/>
                    <a:pt x="80" y="118"/>
                    <a:pt x="80" y="118"/>
                  </a:cubicBezTo>
                  <a:cubicBezTo>
                    <a:pt x="80" y="118"/>
                    <a:pt x="80" y="118"/>
                    <a:pt x="80" y="118"/>
                  </a:cubicBezTo>
                  <a:cubicBezTo>
                    <a:pt x="91" y="106"/>
                    <a:pt x="91" y="106"/>
                    <a:pt x="91" y="106"/>
                  </a:cubicBezTo>
                  <a:cubicBezTo>
                    <a:pt x="91" y="106"/>
                    <a:pt x="134" y="58"/>
                    <a:pt x="147" y="38"/>
                  </a:cubicBezTo>
                  <a:cubicBezTo>
                    <a:pt x="147" y="38"/>
                    <a:pt x="147" y="38"/>
                    <a:pt x="147" y="37"/>
                  </a:cubicBezTo>
                  <a:cubicBezTo>
                    <a:pt x="148" y="35"/>
                    <a:pt x="149" y="33"/>
                    <a:pt x="150" y="32"/>
                  </a:cubicBezTo>
                  <a:cubicBezTo>
                    <a:pt x="150" y="31"/>
                    <a:pt x="150" y="31"/>
                    <a:pt x="151" y="31"/>
                  </a:cubicBezTo>
                  <a:cubicBezTo>
                    <a:pt x="152" y="20"/>
                    <a:pt x="152" y="11"/>
                    <a:pt x="151" y="8"/>
                  </a:cubicBezTo>
                  <a:cubicBezTo>
                    <a:pt x="151" y="7"/>
                    <a:pt x="151" y="6"/>
                    <a:pt x="151" y="6"/>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1" name="Freeform 88"/>
            <p:cNvSpPr>
              <a:spLocks/>
            </p:cNvSpPr>
            <p:nvPr/>
          </p:nvSpPr>
          <p:spPr bwMode="auto">
            <a:xfrm>
              <a:off x="5887243" y="3917784"/>
              <a:ext cx="187325" cy="166688"/>
            </a:xfrm>
            <a:custGeom>
              <a:avLst/>
              <a:gdLst>
                <a:gd name="T0" fmla="*/ 45 w 88"/>
                <a:gd name="T1" fmla="*/ 0 h 78"/>
                <a:gd name="T2" fmla="*/ 0 w 88"/>
                <a:gd name="T3" fmla="*/ 47 h 78"/>
                <a:gd name="T4" fmla="*/ 19 w 88"/>
                <a:gd name="T5" fmla="*/ 78 h 78"/>
                <a:gd name="T6" fmla="*/ 39 w 88"/>
                <a:gd name="T7" fmla="*/ 70 h 78"/>
                <a:gd name="T8" fmla="*/ 86 w 88"/>
                <a:gd name="T9" fmla="*/ 33 h 78"/>
                <a:gd name="T10" fmla="*/ 88 w 88"/>
                <a:gd name="T11" fmla="*/ 5 h 78"/>
                <a:gd name="T12" fmla="*/ 60 w 88"/>
                <a:gd name="T13" fmla="*/ 3 h 78"/>
                <a:gd name="T14" fmla="*/ 45 w 88"/>
                <a:gd name="T15" fmla="*/ 0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78">
                  <a:moveTo>
                    <a:pt x="45" y="0"/>
                  </a:moveTo>
                  <a:cubicBezTo>
                    <a:pt x="33" y="12"/>
                    <a:pt x="0" y="44"/>
                    <a:pt x="0" y="47"/>
                  </a:cubicBezTo>
                  <a:cubicBezTo>
                    <a:pt x="0" y="50"/>
                    <a:pt x="8" y="72"/>
                    <a:pt x="19" y="78"/>
                  </a:cubicBezTo>
                  <a:cubicBezTo>
                    <a:pt x="23" y="75"/>
                    <a:pt x="31" y="74"/>
                    <a:pt x="39" y="70"/>
                  </a:cubicBezTo>
                  <a:cubicBezTo>
                    <a:pt x="50" y="64"/>
                    <a:pt x="83" y="37"/>
                    <a:pt x="86" y="33"/>
                  </a:cubicBezTo>
                  <a:cubicBezTo>
                    <a:pt x="88" y="28"/>
                    <a:pt x="88" y="5"/>
                    <a:pt x="88" y="5"/>
                  </a:cubicBezTo>
                  <a:cubicBezTo>
                    <a:pt x="88" y="5"/>
                    <a:pt x="74" y="3"/>
                    <a:pt x="60" y="3"/>
                  </a:cubicBezTo>
                  <a:cubicBezTo>
                    <a:pt x="56" y="3"/>
                    <a:pt x="51" y="2"/>
                    <a:pt x="45" y="0"/>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2" name="Freeform 89"/>
            <p:cNvSpPr>
              <a:spLocks/>
            </p:cNvSpPr>
            <p:nvPr/>
          </p:nvSpPr>
          <p:spPr bwMode="auto">
            <a:xfrm>
              <a:off x="5853905" y="1971509"/>
              <a:ext cx="523875" cy="554038"/>
            </a:xfrm>
            <a:custGeom>
              <a:avLst/>
              <a:gdLst>
                <a:gd name="T0" fmla="*/ 29 w 244"/>
                <a:gd name="T1" fmla="*/ 149 h 258"/>
                <a:gd name="T2" fmla="*/ 36 w 244"/>
                <a:gd name="T3" fmla="*/ 194 h 258"/>
                <a:gd name="T4" fmla="*/ 36 w 244"/>
                <a:gd name="T5" fmla="*/ 218 h 258"/>
                <a:gd name="T6" fmla="*/ 36 w 244"/>
                <a:gd name="T7" fmla="*/ 205 h 258"/>
                <a:gd name="T8" fmla="*/ 89 w 244"/>
                <a:gd name="T9" fmla="*/ 251 h 258"/>
                <a:gd name="T10" fmla="*/ 146 w 244"/>
                <a:gd name="T11" fmla="*/ 254 h 258"/>
                <a:gd name="T12" fmla="*/ 201 w 244"/>
                <a:gd name="T13" fmla="*/ 212 h 258"/>
                <a:gd name="T14" fmla="*/ 201 w 244"/>
                <a:gd name="T15" fmla="*/ 213 h 258"/>
                <a:gd name="T16" fmla="*/ 202 w 244"/>
                <a:gd name="T17" fmla="*/ 209 h 258"/>
                <a:gd name="T18" fmla="*/ 211 w 244"/>
                <a:gd name="T19" fmla="*/ 150 h 258"/>
                <a:gd name="T20" fmla="*/ 231 w 244"/>
                <a:gd name="T21" fmla="*/ 128 h 258"/>
                <a:gd name="T22" fmla="*/ 230 w 244"/>
                <a:gd name="T23" fmla="*/ 77 h 258"/>
                <a:gd name="T24" fmla="*/ 229 w 244"/>
                <a:gd name="T25" fmla="*/ 77 h 258"/>
                <a:gd name="T26" fmla="*/ 209 w 244"/>
                <a:gd name="T27" fmla="*/ 116 h 258"/>
                <a:gd name="T28" fmla="*/ 204 w 244"/>
                <a:gd name="T29" fmla="*/ 80 h 258"/>
                <a:gd name="T30" fmla="*/ 200 w 244"/>
                <a:gd name="T31" fmla="*/ 20 h 258"/>
                <a:gd name="T32" fmla="*/ 173 w 244"/>
                <a:gd name="T33" fmla="*/ 4 h 258"/>
                <a:gd name="T34" fmla="*/ 96 w 244"/>
                <a:gd name="T35" fmla="*/ 11 h 258"/>
                <a:gd name="T36" fmla="*/ 45 w 244"/>
                <a:gd name="T37" fmla="*/ 7 h 258"/>
                <a:gd name="T38" fmla="*/ 35 w 244"/>
                <a:gd name="T39" fmla="*/ 31 h 258"/>
                <a:gd name="T40" fmla="*/ 33 w 244"/>
                <a:gd name="T41" fmla="*/ 89 h 258"/>
                <a:gd name="T42" fmla="*/ 27 w 244"/>
                <a:gd name="T43" fmla="*/ 125 h 258"/>
                <a:gd name="T44" fmla="*/ 6 w 244"/>
                <a:gd name="T45" fmla="*/ 76 h 258"/>
                <a:gd name="T46" fmla="*/ 6 w 244"/>
                <a:gd name="T47" fmla="*/ 76 h 258"/>
                <a:gd name="T48" fmla="*/ 0 w 244"/>
                <a:gd name="T49" fmla="*/ 87 h 258"/>
                <a:gd name="T50" fmla="*/ 7 w 244"/>
                <a:gd name="T51" fmla="*/ 130 h 258"/>
                <a:gd name="T52" fmla="*/ 17 w 244"/>
                <a:gd name="T53" fmla="*/ 148 h 258"/>
                <a:gd name="T54" fmla="*/ 29 w 244"/>
                <a:gd name="T55" fmla="*/ 149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4" h="258">
                  <a:moveTo>
                    <a:pt x="29" y="149"/>
                  </a:moveTo>
                  <a:cubicBezTo>
                    <a:pt x="29" y="149"/>
                    <a:pt x="36" y="184"/>
                    <a:pt x="36" y="194"/>
                  </a:cubicBezTo>
                  <a:cubicBezTo>
                    <a:pt x="36" y="198"/>
                    <a:pt x="36" y="207"/>
                    <a:pt x="36" y="218"/>
                  </a:cubicBezTo>
                  <a:cubicBezTo>
                    <a:pt x="36" y="210"/>
                    <a:pt x="36" y="205"/>
                    <a:pt x="36" y="205"/>
                  </a:cubicBezTo>
                  <a:cubicBezTo>
                    <a:pt x="36" y="205"/>
                    <a:pt x="71" y="247"/>
                    <a:pt x="89" y="251"/>
                  </a:cubicBezTo>
                  <a:cubicBezTo>
                    <a:pt x="107" y="256"/>
                    <a:pt x="133" y="258"/>
                    <a:pt x="146" y="254"/>
                  </a:cubicBezTo>
                  <a:cubicBezTo>
                    <a:pt x="159" y="251"/>
                    <a:pt x="201" y="212"/>
                    <a:pt x="201" y="212"/>
                  </a:cubicBezTo>
                  <a:cubicBezTo>
                    <a:pt x="201" y="212"/>
                    <a:pt x="201" y="212"/>
                    <a:pt x="201" y="213"/>
                  </a:cubicBezTo>
                  <a:cubicBezTo>
                    <a:pt x="202" y="211"/>
                    <a:pt x="202" y="209"/>
                    <a:pt x="202" y="209"/>
                  </a:cubicBezTo>
                  <a:cubicBezTo>
                    <a:pt x="202" y="209"/>
                    <a:pt x="211" y="163"/>
                    <a:pt x="211" y="150"/>
                  </a:cubicBezTo>
                  <a:cubicBezTo>
                    <a:pt x="224" y="152"/>
                    <a:pt x="230" y="137"/>
                    <a:pt x="231" y="128"/>
                  </a:cubicBezTo>
                  <a:cubicBezTo>
                    <a:pt x="233" y="118"/>
                    <a:pt x="244" y="73"/>
                    <a:pt x="230" y="77"/>
                  </a:cubicBezTo>
                  <a:cubicBezTo>
                    <a:pt x="229" y="77"/>
                    <a:pt x="229" y="77"/>
                    <a:pt x="229" y="77"/>
                  </a:cubicBezTo>
                  <a:cubicBezTo>
                    <a:pt x="224" y="91"/>
                    <a:pt x="210" y="117"/>
                    <a:pt x="209" y="116"/>
                  </a:cubicBezTo>
                  <a:cubicBezTo>
                    <a:pt x="209" y="114"/>
                    <a:pt x="204" y="89"/>
                    <a:pt x="204" y="80"/>
                  </a:cubicBezTo>
                  <a:cubicBezTo>
                    <a:pt x="204" y="70"/>
                    <a:pt x="201" y="40"/>
                    <a:pt x="200" y="20"/>
                  </a:cubicBezTo>
                  <a:cubicBezTo>
                    <a:pt x="199" y="0"/>
                    <a:pt x="185" y="0"/>
                    <a:pt x="173" y="4"/>
                  </a:cubicBezTo>
                  <a:cubicBezTo>
                    <a:pt x="161" y="8"/>
                    <a:pt x="122" y="11"/>
                    <a:pt x="96" y="11"/>
                  </a:cubicBezTo>
                  <a:cubicBezTo>
                    <a:pt x="70" y="11"/>
                    <a:pt x="45" y="7"/>
                    <a:pt x="45" y="7"/>
                  </a:cubicBezTo>
                  <a:cubicBezTo>
                    <a:pt x="45" y="7"/>
                    <a:pt x="37" y="26"/>
                    <a:pt x="35" y="31"/>
                  </a:cubicBezTo>
                  <a:cubicBezTo>
                    <a:pt x="32" y="37"/>
                    <a:pt x="32" y="73"/>
                    <a:pt x="33" y="89"/>
                  </a:cubicBezTo>
                  <a:cubicBezTo>
                    <a:pt x="33" y="105"/>
                    <a:pt x="30" y="133"/>
                    <a:pt x="27" y="125"/>
                  </a:cubicBezTo>
                  <a:cubicBezTo>
                    <a:pt x="23" y="118"/>
                    <a:pt x="14" y="91"/>
                    <a:pt x="6" y="76"/>
                  </a:cubicBezTo>
                  <a:cubicBezTo>
                    <a:pt x="6" y="76"/>
                    <a:pt x="6" y="76"/>
                    <a:pt x="6" y="76"/>
                  </a:cubicBezTo>
                  <a:cubicBezTo>
                    <a:pt x="3" y="77"/>
                    <a:pt x="0" y="80"/>
                    <a:pt x="0" y="87"/>
                  </a:cubicBezTo>
                  <a:cubicBezTo>
                    <a:pt x="1" y="106"/>
                    <a:pt x="7" y="119"/>
                    <a:pt x="7" y="130"/>
                  </a:cubicBezTo>
                  <a:cubicBezTo>
                    <a:pt x="7" y="140"/>
                    <a:pt x="6" y="142"/>
                    <a:pt x="17" y="148"/>
                  </a:cubicBezTo>
                  <a:cubicBezTo>
                    <a:pt x="21" y="150"/>
                    <a:pt x="29" y="149"/>
                    <a:pt x="29" y="149"/>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3" name="Freeform 90"/>
            <p:cNvSpPr>
              <a:spLocks/>
            </p:cNvSpPr>
            <p:nvPr/>
          </p:nvSpPr>
          <p:spPr bwMode="auto">
            <a:xfrm>
              <a:off x="5920580" y="3820946"/>
              <a:ext cx="430213" cy="407988"/>
            </a:xfrm>
            <a:custGeom>
              <a:avLst/>
              <a:gdLst>
                <a:gd name="T0" fmla="*/ 145 w 201"/>
                <a:gd name="T1" fmla="*/ 24 h 190"/>
                <a:gd name="T2" fmla="*/ 108 w 201"/>
                <a:gd name="T3" fmla="*/ 18 h 190"/>
                <a:gd name="T4" fmla="*/ 76 w 201"/>
                <a:gd name="T5" fmla="*/ 14 h 190"/>
                <a:gd name="T6" fmla="*/ 33 w 201"/>
                <a:gd name="T7" fmla="*/ 16 h 190"/>
                <a:gd name="T8" fmla="*/ 2 w 201"/>
                <a:gd name="T9" fmla="*/ 18 h 190"/>
                <a:gd name="T10" fmla="*/ 29 w 201"/>
                <a:gd name="T11" fmla="*/ 45 h 190"/>
                <a:gd name="T12" fmla="*/ 44 w 201"/>
                <a:gd name="T13" fmla="*/ 48 h 190"/>
                <a:gd name="T14" fmla="*/ 72 w 201"/>
                <a:gd name="T15" fmla="*/ 50 h 190"/>
                <a:gd name="T16" fmla="*/ 70 w 201"/>
                <a:gd name="T17" fmla="*/ 78 h 190"/>
                <a:gd name="T18" fmla="*/ 23 w 201"/>
                <a:gd name="T19" fmla="*/ 115 h 190"/>
                <a:gd name="T20" fmla="*/ 3 w 201"/>
                <a:gd name="T21" fmla="*/ 123 h 190"/>
                <a:gd name="T22" fmla="*/ 1 w 201"/>
                <a:gd name="T23" fmla="*/ 133 h 190"/>
                <a:gd name="T24" fmla="*/ 14 w 201"/>
                <a:gd name="T25" fmla="*/ 146 h 190"/>
                <a:gd name="T26" fmla="*/ 33 w 201"/>
                <a:gd name="T27" fmla="*/ 167 h 190"/>
                <a:gd name="T28" fmla="*/ 68 w 201"/>
                <a:gd name="T29" fmla="*/ 182 h 190"/>
                <a:gd name="T30" fmla="*/ 104 w 201"/>
                <a:gd name="T31" fmla="*/ 183 h 190"/>
                <a:gd name="T32" fmla="*/ 138 w 201"/>
                <a:gd name="T33" fmla="*/ 155 h 190"/>
                <a:gd name="T34" fmla="*/ 170 w 201"/>
                <a:gd name="T35" fmla="*/ 126 h 190"/>
                <a:gd name="T36" fmla="*/ 187 w 201"/>
                <a:gd name="T37" fmla="*/ 100 h 190"/>
                <a:gd name="T38" fmla="*/ 201 w 201"/>
                <a:gd name="T39" fmla="*/ 89 h 190"/>
                <a:gd name="T40" fmla="*/ 145 w 201"/>
                <a:gd name="T41" fmla="*/ 24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1" h="190">
                  <a:moveTo>
                    <a:pt x="145" y="24"/>
                  </a:moveTo>
                  <a:cubicBezTo>
                    <a:pt x="145" y="24"/>
                    <a:pt x="122" y="20"/>
                    <a:pt x="108" y="18"/>
                  </a:cubicBezTo>
                  <a:cubicBezTo>
                    <a:pt x="95" y="15"/>
                    <a:pt x="89" y="8"/>
                    <a:pt x="76" y="14"/>
                  </a:cubicBezTo>
                  <a:cubicBezTo>
                    <a:pt x="63" y="20"/>
                    <a:pt x="41" y="16"/>
                    <a:pt x="33" y="16"/>
                  </a:cubicBezTo>
                  <a:cubicBezTo>
                    <a:pt x="25" y="16"/>
                    <a:pt x="0" y="0"/>
                    <a:pt x="2" y="18"/>
                  </a:cubicBezTo>
                  <a:cubicBezTo>
                    <a:pt x="4" y="31"/>
                    <a:pt x="17" y="41"/>
                    <a:pt x="29" y="45"/>
                  </a:cubicBezTo>
                  <a:cubicBezTo>
                    <a:pt x="35" y="47"/>
                    <a:pt x="40" y="48"/>
                    <a:pt x="44" y="48"/>
                  </a:cubicBezTo>
                  <a:cubicBezTo>
                    <a:pt x="58" y="48"/>
                    <a:pt x="72" y="50"/>
                    <a:pt x="72" y="50"/>
                  </a:cubicBezTo>
                  <a:cubicBezTo>
                    <a:pt x="72" y="50"/>
                    <a:pt x="72" y="73"/>
                    <a:pt x="70" y="78"/>
                  </a:cubicBezTo>
                  <a:cubicBezTo>
                    <a:pt x="67" y="82"/>
                    <a:pt x="34" y="109"/>
                    <a:pt x="23" y="115"/>
                  </a:cubicBezTo>
                  <a:cubicBezTo>
                    <a:pt x="15" y="119"/>
                    <a:pt x="7" y="120"/>
                    <a:pt x="3" y="123"/>
                  </a:cubicBezTo>
                  <a:cubicBezTo>
                    <a:pt x="1" y="125"/>
                    <a:pt x="0" y="128"/>
                    <a:pt x="1" y="133"/>
                  </a:cubicBezTo>
                  <a:cubicBezTo>
                    <a:pt x="5" y="145"/>
                    <a:pt x="14" y="146"/>
                    <a:pt x="14" y="146"/>
                  </a:cubicBezTo>
                  <a:cubicBezTo>
                    <a:pt x="14" y="146"/>
                    <a:pt x="18" y="166"/>
                    <a:pt x="33" y="167"/>
                  </a:cubicBezTo>
                  <a:cubicBezTo>
                    <a:pt x="41" y="175"/>
                    <a:pt x="64" y="182"/>
                    <a:pt x="68" y="182"/>
                  </a:cubicBezTo>
                  <a:cubicBezTo>
                    <a:pt x="77" y="188"/>
                    <a:pt x="92" y="190"/>
                    <a:pt x="104" y="183"/>
                  </a:cubicBezTo>
                  <a:cubicBezTo>
                    <a:pt x="116" y="176"/>
                    <a:pt x="125" y="162"/>
                    <a:pt x="138" y="155"/>
                  </a:cubicBezTo>
                  <a:cubicBezTo>
                    <a:pt x="152" y="149"/>
                    <a:pt x="166" y="133"/>
                    <a:pt x="170" y="126"/>
                  </a:cubicBezTo>
                  <a:cubicBezTo>
                    <a:pt x="174" y="119"/>
                    <a:pt x="179" y="106"/>
                    <a:pt x="187" y="100"/>
                  </a:cubicBezTo>
                  <a:cubicBezTo>
                    <a:pt x="194" y="93"/>
                    <a:pt x="201" y="89"/>
                    <a:pt x="201" y="89"/>
                  </a:cubicBezTo>
                  <a:cubicBezTo>
                    <a:pt x="201" y="89"/>
                    <a:pt x="181" y="34"/>
                    <a:pt x="145" y="24"/>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4" name="Freeform 91"/>
            <p:cNvSpPr>
              <a:spLocks noEditPoints="1"/>
            </p:cNvSpPr>
            <p:nvPr/>
          </p:nvSpPr>
          <p:spPr bwMode="auto">
            <a:xfrm>
              <a:off x="5382418" y="2485859"/>
              <a:ext cx="1427163" cy="4030663"/>
            </a:xfrm>
            <a:custGeom>
              <a:avLst/>
              <a:gdLst>
                <a:gd name="T0" fmla="*/ 148 w 666"/>
                <a:gd name="T1" fmla="*/ 1870 h 1881"/>
                <a:gd name="T2" fmla="*/ 244 w 666"/>
                <a:gd name="T3" fmla="*/ 1808 h 1881"/>
                <a:gd name="T4" fmla="*/ 205 w 666"/>
                <a:gd name="T5" fmla="*/ 1689 h 1881"/>
                <a:gd name="T6" fmla="*/ 236 w 666"/>
                <a:gd name="T7" fmla="*/ 1421 h 1881"/>
                <a:gd name="T8" fmla="*/ 309 w 666"/>
                <a:gd name="T9" fmla="*/ 991 h 1881"/>
                <a:gd name="T10" fmla="*/ 336 w 666"/>
                <a:gd name="T11" fmla="*/ 1041 h 1881"/>
                <a:gd name="T12" fmla="*/ 378 w 666"/>
                <a:gd name="T13" fmla="*/ 1382 h 1881"/>
                <a:gd name="T14" fmla="*/ 381 w 666"/>
                <a:gd name="T15" fmla="*/ 1482 h 1881"/>
                <a:gd name="T16" fmla="*/ 389 w 666"/>
                <a:gd name="T17" fmla="*/ 1739 h 1881"/>
                <a:gd name="T18" fmla="*/ 368 w 666"/>
                <a:gd name="T19" fmla="*/ 1824 h 1881"/>
                <a:gd name="T20" fmla="*/ 532 w 666"/>
                <a:gd name="T21" fmla="*/ 1835 h 1881"/>
                <a:gd name="T22" fmla="*/ 534 w 666"/>
                <a:gd name="T23" fmla="*/ 1717 h 1881"/>
                <a:gd name="T24" fmla="*/ 541 w 666"/>
                <a:gd name="T25" fmla="*/ 1387 h 1881"/>
                <a:gd name="T26" fmla="*/ 551 w 666"/>
                <a:gd name="T27" fmla="*/ 964 h 1881"/>
                <a:gd name="T28" fmla="*/ 553 w 666"/>
                <a:gd name="T29" fmla="*/ 828 h 1881"/>
                <a:gd name="T30" fmla="*/ 544 w 666"/>
                <a:gd name="T31" fmla="*/ 694 h 1881"/>
                <a:gd name="T32" fmla="*/ 656 w 666"/>
                <a:gd name="T33" fmla="*/ 508 h 1881"/>
                <a:gd name="T34" fmla="*/ 649 w 666"/>
                <a:gd name="T35" fmla="*/ 301 h 1881"/>
                <a:gd name="T36" fmla="*/ 619 w 666"/>
                <a:gd name="T37" fmla="*/ 182 h 1881"/>
                <a:gd name="T38" fmla="*/ 588 w 666"/>
                <a:gd name="T39" fmla="*/ 98 h 1881"/>
                <a:gd name="T40" fmla="*/ 417 w 666"/>
                <a:gd name="T41" fmla="*/ 10 h 1881"/>
                <a:gd name="T42" fmla="*/ 412 w 666"/>
                <a:gd name="T43" fmla="*/ 47 h 1881"/>
                <a:gd name="T44" fmla="*/ 357 w 666"/>
                <a:gd name="T45" fmla="*/ 92 h 1881"/>
                <a:gd name="T46" fmla="*/ 345 w 666"/>
                <a:gd name="T47" fmla="*/ 86 h 1881"/>
                <a:gd name="T48" fmla="*/ 343 w 666"/>
                <a:gd name="T49" fmla="*/ 86 h 1881"/>
                <a:gd name="T50" fmla="*/ 343 w 666"/>
                <a:gd name="T51" fmla="*/ 86 h 1881"/>
                <a:gd name="T52" fmla="*/ 367 w 666"/>
                <a:gd name="T53" fmla="*/ 109 h 1881"/>
                <a:gd name="T54" fmla="*/ 372 w 666"/>
                <a:gd name="T55" fmla="*/ 238 h 1881"/>
                <a:gd name="T56" fmla="*/ 304 w 666"/>
                <a:gd name="T57" fmla="*/ 258 h 1881"/>
                <a:gd name="T58" fmla="*/ 313 w 666"/>
                <a:gd name="T59" fmla="*/ 109 h 1881"/>
                <a:gd name="T60" fmla="*/ 336 w 666"/>
                <a:gd name="T61" fmla="*/ 87 h 1881"/>
                <a:gd name="T62" fmla="*/ 336 w 666"/>
                <a:gd name="T63" fmla="*/ 87 h 1881"/>
                <a:gd name="T64" fmla="*/ 282 w 666"/>
                <a:gd name="T65" fmla="*/ 147 h 1881"/>
                <a:gd name="T66" fmla="*/ 260 w 666"/>
                <a:gd name="T67" fmla="*/ 0 h 1881"/>
                <a:gd name="T68" fmla="*/ 216 w 666"/>
                <a:gd name="T69" fmla="*/ 35 h 1881"/>
                <a:gd name="T70" fmla="*/ 64 w 666"/>
                <a:gd name="T71" fmla="*/ 81 h 1881"/>
                <a:gd name="T72" fmla="*/ 14 w 666"/>
                <a:gd name="T73" fmla="*/ 252 h 1881"/>
                <a:gd name="T74" fmla="*/ 1 w 666"/>
                <a:gd name="T75" fmla="*/ 493 h 1881"/>
                <a:gd name="T76" fmla="*/ 105 w 666"/>
                <a:gd name="T77" fmla="*/ 671 h 1881"/>
                <a:gd name="T78" fmla="*/ 75 w 666"/>
                <a:gd name="T79" fmla="*/ 899 h 1881"/>
                <a:gd name="T80" fmla="*/ 82 w 666"/>
                <a:gd name="T81" fmla="*/ 1140 h 1881"/>
                <a:gd name="T82" fmla="*/ 82 w 666"/>
                <a:gd name="T83" fmla="*/ 1338 h 1881"/>
                <a:gd name="T84" fmla="*/ 72 w 666"/>
                <a:gd name="T85" fmla="*/ 1602 h 1881"/>
                <a:gd name="T86" fmla="*/ 84 w 666"/>
                <a:gd name="T87" fmla="*/ 1752 h 1881"/>
                <a:gd name="T88" fmla="*/ 67 w 666"/>
                <a:gd name="T89" fmla="*/ 1829 h 1881"/>
                <a:gd name="T90" fmla="*/ 389 w 666"/>
                <a:gd name="T91" fmla="*/ 778 h 1881"/>
                <a:gd name="T92" fmla="*/ 284 w 666"/>
                <a:gd name="T93" fmla="*/ 790 h 1881"/>
                <a:gd name="T94" fmla="*/ 254 w 666"/>
                <a:gd name="T95" fmla="*/ 746 h 1881"/>
                <a:gd name="T96" fmla="*/ 253 w 666"/>
                <a:gd name="T97" fmla="*/ 641 h 1881"/>
                <a:gd name="T98" fmla="*/ 359 w 666"/>
                <a:gd name="T99" fmla="*/ 641 h 1881"/>
                <a:gd name="T100" fmla="*/ 438 w 666"/>
                <a:gd name="T101" fmla="*/ 723 h 1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6" h="1881">
                  <a:moveTo>
                    <a:pt x="67" y="1829"/>
                  </a:moveTo>
                  <a:cubicBezTo>
                    <a:pt x="67" y="1829"/>
                    <a:pt x="78" y="1834"/>
                    <a:pt x="89" y="1836"/>
                  </a:cubicBezTo>
                  <a:cubicBezTo>
                    <a:pt x="100" y="1838"/>
                    <a:pt x="108" y="1863"/>
                    <a:pt x="148" y="1870"/>
                  </a:cubicBezTo>
                  <a:cubicBezTo>
                    <a:pt x="188" y="1877"/>
                    <a:pt x="218" y="1881"/>
                    <a:pt x="218" y="1881"/>
                  </a:cubicBezTo>
                  <a:cubicBezTo>
                    <a:pt x="218" y="1881"/>
                    <a:pt x="235" y="1855"/>
                    <a:pt x="242" y="1841"/>
                  </a:cubicBezTo>
                  <a:cubicBezTo>
                    <a:pt x="249" y="1827"/>
                    <a:pt x="244" y="1808"/>
                    <a:pt x="244" y="1808"/>
                  </a:cubicBezTo>
                  <a:cubicBezTo>
                    <a:pt x="240" y="1794"/>
                    <a:pt x="237" y="1790"/>
                    <a:pt x="237" y="1784"/>
                  </a:cubicBezTo>
                  <a:cubicBezTo>
                    <a:pt x="237" y="1777"/>
                    <a:pt x="231" y="1763"/>
                    <a:pt x="224" y="1741"/>
                  </a:cubicBezTo>
                  <a:cubicBezTo>
                    <a:pt x="217" y="1720"/>
                    <a:pt x="205" y="1689"/>
                    <a:pt x="205" y="1689"/>
                  </a:cubicBezTo>
                  <a:cubicBezTo>
                    <a:pt x="205" y="1689"/>
                    <a:pt x="226" y="1670"/>
                    <a:pt x="225" y="1638"/>
                  </a:cubicBezTo>
                  <a:cubicBezTo>
                    <a:pt x="224" y="1606"/>
                    <a:pt x="220" y="1536"/>
                    <a:pt x="224" y="1523"/>
                  </a:cubicBezTo>
                  <a:cubicBezTo>
                    <a:pt x="227" y="1511"/>
                    <a:pt x="237" y="1429"/>
                    <a:pt x="236" y="1421"/>
                  </a:cubicBezTo>
                  <a:cubicBezTo>
                    <a:pt x="234" y="1413"/>
                    <a:pt x="244" y="1374"/>
                    <a:pt x="243" y="1359"/>
                  </a:cubicBezTo>
                  <a:cubicBezTo>
                    <a:pt x="243" y="1359"/>
                    <a:pt x="270" y="1166"/>
                    <a:pt x="274" y="1146"/>
                  </a:cubicBezTo>
                  <a:cubicBezTo>
                    <a:pt x="278" y="1126"/>
                    <a:pt x="306" y="1000"/>
                    <a:pt x="309" y="991"/>
                  </a:cubicBezTo>
                  <a:cubicBezTo>
                    <a:pt x="312" y="983"/>
                    <a:pt x="317" y="974"/>
                    <a:pt x="317" y="974"/>
                  </a:cubicBezTo>
                  <a:cubicBezTo>
                    <a:pt x="317" y="974"/>
                    <a:pt x="324" y="972"/>
                    <a:pt x="328" y="987"/>
                  </a:cubicBezTo>
                  <a:cubicBezTo>
                    <a:pt x="332" y="1003"/>
                    <a:pt x="336" y="1017"/>
                    <a:pt x="336" y="1041"/>
                  </a:cubicBezTo>
                  <a:cubicBezTo>
                    <a:pt x="335" y="1065"/>
                    <a:pt x="350" y="1181"/>
                    <a:pt x="353" y="1218"/>
                  </a:cubicBezTo>
                  <a:cubicBezTo>
                    <a:pt x="356" y="1255"/>
                    <a:pt x="367" y="1350"/>
                    <a:pt x="371" y="1362"/>
                  </a:cubicBezTo>
                  <a:cubicBezTo>
                    <a:pt x="374" y="1374"/>
                    <a:pt x="377" y="1376"/>
                    <a:pt x="378" y="1382"/>
                  </a:cubicBezTo>
                  <a:cubicBezTo>
                    <a:pt x="378" y="1388"/>
                    <a:pt x="372" y="1399"/>
                    <a:pt x="376" y="1411"/>
                  </a:cubicBezTo>
                  <a:cubicBezTo>
                    <a:pt x="379" y="1422"/>
                    <a:pt x="380" y="1424"/>
                    <a:pt x="378" y="1434"/>
                  </a:cubicBezTo>
                  <a:cubicBezTo>
                    <a:pt x="376" y="1445"/>
                    <a:pt x="379" y="1466"/>
                    <a:pt x="381" y="1482"/>
                  </a:cubicBezTo>
                  <a:cubicBezTo>
                    <a:pt x="384" y="1497"/>
                    <a:pt x="379" y="1518"/>
                    <a:pt x="380" y="1533"/>
                  </a:cubicBezTo>
                  <a:cubicBezTo>
                    <a:pt x="381" y="1548"/>
                    <a:pt x="370" y="1642"/>
                    <a:pt x="375" y="1665"/>
                  </a:cubicBezTo>
                  <a:cubicBezTo>
                    <a:pt x="379" y="1689"/>
                    <a:pt x="378" y="1719"/>
                    <a:pt x="389" y="1739"/>
                  </a:cubicBezTo>
                  <a:cubicBezTo>
                    <a:pt x="401" y="1759"/>
                    <a:pt x="407" y="1759"/>
                    <a:pt x="399" y="1774"/>
                  </a:cubicBezTo>
                  <a:cubicBezTo>
                    <a:pt x="390" y="1790"/>
                    <a:pt x="391" y="1794"/>
                    <a:pt x="385" y="1798"/>
                  </a:cubicBezTo>
                  <a:cubicBezTo>
                    <a:pt x="380" y="1801"/>
                    <a:pt x="361" y="1804"/>
                    <a:pt x="368" y="1824"/>
                  </a:cubicBezTo>
                  <a:cubicBezTo>
                    <a:pt x="368" y="1824"/>
                    <a:pt x="381" y="1861"/>
                    <a:pt x="380" y="1866"/>
                  </a:cubicBezTo>
                  <a:cubicBezTo>
                    <a:pt x="379" y="1871"/>
                    <a:pt x="417" y="1872"/>
                    <a:pt x="455" y="1867"/>
                  </a:cubicBezTo>
                  <a:cubicBezTo>
                    <a:pt x="493" y="1862"/>
                    <a:pt x="530" y="1841"/>
                    <a:pt x="532" y="1835"/>
                  </a:cubicBezTo>
                  <a:cubicBezTo>
                    <a:pt x="534" y="1829"/>
                    <a:pt x="527" y="1802"/>
                    <a:pt x="527" y="1802"/>
                  </a:cubicBezTo>
                  <a:cubicBezTo>
                    <a:pt x="529" y="1785"/>
                    <a:pt x="533" y="1791"/>
                    <a:pt x="530" y="1774"/>
                  </a:cubicBezTo>
                  <a:cubicBezTo>
                    <a:pt x="526" y="1757"/>
                    <a:pt x="532" y="1744"/>
                    <a:pt x="534" y="1717"/>
                  </a:cubicBezTo>
                  <a:cubicBezTo>
                    <a:pt x="536" y="1690"/>
                    <a:pt x="534" y="1612"/>
                    <a:pt x="533" y="1605"/>
                  </a:cubicBezTo>
                  <a:cubicBezTo>
                    <a:pt x="533" y="1598"/>
                    <a:pt x="544" y="1508"/>
                    <a:pt x="544" y="1479"/>
                  </a:cubicBezTo>
                  <a:cubicBezTo>
                    <a:pt x="544" y="1450"/>
                    <a:pt x="543" y="1403"/>
                    <a:pt x="541" y="1387"/>
                  </a:cubicBezTo>
                  <a:cubicBezTo>
                    <a:pt x="539" y="1370"/>
                    <a:pt x="536" y="1223"/>
                    <a:pt x="536" y="1195"/>
                  </a:cubicBezTo>
                  <a:cubicBezTo>
                    <a:pt x="536" y="1168"/>
                    <a:pt x="547" y="1058"/>
                    <a:pt x="549" y="1036"/>
                  </a:cubicBezTo>
                  <a:cubicBezTo>
                    <a:pt x="550" y="1015"/>
                    <a:pt x="549" y="981"/>
                    <a:pt x="551" y="964"/>
                  </a:cubicBezTo>
                  <a:cubicBezTo>
                    <a:pt x="554" y="946"/>
                    <a:pt x="555" y="934"/>
                    <a:pt x="555" y="934"/>
                  </a:cubicBezTo>
                  <a:cubicBezTo>
                    <a:pt x="555" y="934"/>
                    <a:pt x="562" y="939"/>
                    <a:pt x="560" y="917"/>
                  </a:cubicBezTo>
                  <a:cubicBezTo>
                    <a:pt x="558" y="894"/>
                    <a:pt x="553" y="849"/>
                    <a:pt x="553" y="828"/>
                  </a:cubicBezTo>
                  <a:cubicBezTo>
                    <a:pt x="553" y="806"/>
                    <a:pt x="555" y="811"/>
                    <a:pt x="555" y="795"/>
                  </a:cubicBezTo>
                  <a:cubicBezTo>
                    <a:pt x="556" y="778"/>
                    <a:pt x="551" y="743"/>
                    <a:pt x="548" y="726"/>
                  </a:cubicBezTo>
                  <a:cubicBezTo>
                    <a:pt x="545" y="709"/>
                    <a:pt x="544" y="694"/>
                    <a:pt x="544" y="694"/>
                  </a:cubicBezTo>
                  <a:cubicBezTo>
                    <a:pt x="544" y="694"/>
                    <a:pt x="569" y="660"/>
                    <a:pt x="585" y="647"/>
                  </a:cubicBezTo>
                  <a:cubicBezTo>
                    <a:pt x="600" y="635"/>
                    <a:pt x="617" y="612"/>
                    <a:pt x="625" y="597"/>
                  </a:cubicBezTo>
                  <a:cubicBezTo>
                    <a:pt x="632" y="581"/>
                    <a:pt x="655" y="535"/>
                    <a:pt x="656" y="508"/>
                  </a:cubicBezTo>
                  <a:cubicBezTo>
                    <a:pt x="658" y="480"/>
                    <a:pt x="657" y="477"/>
                    <a:pt x="661" y="459"/>
                  </a:cubicBezTo>
                  <a:cubicBezTo>
                    <a:pt x="666" y="441"/>
                    <a:pt x="665" y="424"/>
                    <a:pt x="664" y="412"/>
                  </a:cubicBezTo>
                  <a:cubicBezTo>
                    <a:pt x="663" y="400"/>
                    <a:pt x="650" y="321"/>
                    <a:pt x="649" y="301"/>
                  </a:cubicBezTo>
                  <a:cubicBezTo>
                    <a:pt x="648" y="281"/>
                    <a:pt x="640" y="258"/>
                    <a:pt x="633" y="247"/>
                  </a:cubicBezTo>
                  <a:cubicBezTo>
                    <a:pt x="626" y="236"/>
                    <a:pt x="629" y="227"/>
                    <a:pt x="627" y="216"/>
                  </a:cubicBezTo>
                  <a:cubicBezTo>
                    <a:pt x="626" y="205"/>
                    <a:pt x="620" y="194"/>
                    <a:pt x="619" y="182"/>
                  </a:cubicBezTo>
                  <a:cubicBezTo>
                    <a:pt x="618" y="171"/>
                    <a:pt x="621" y="164"/>
                    <a:pt x="616" y="156"/>
                  </a:cubicBezTo>
                  <a:cubicBezTo>
                    <a:pt x="611" y="148"/>
                    <a:pt x="600" y="135"/>
                    <a:pt x="600" y="125"/>
                  </a:cubicBezTo>
                  <a:cubicBezTo>
                    <a:pt x="600" y="114"/>
                    <a:pt x="605" y="94"/>
                    <a:pt x="588" y="98"/>
                  </a:cubicBezTo>
                  <a:cubicBezTo>
                    <a:pt x="567" y="87"/>
                    <a:pt x="475" y="56"/>
                    <a:pt x="470" y="55"/>
                  </a:cubicBezTo>
                  <a:cubicBezTo>
                    <a:pt x="464" y="53"/>
                    <a:pt x="436" y="41"/>
                    <a:pt x="436" y="41"/>
                  </a:cubicBezTo>
                  <a:cubicBezTo>
                    <a:pt x="417" y="10"/>
                    <a:pt x="417" y="10"/>
                    <a:pt x="417" y="10"/>
                  </a:cubicBezTo>
                  <a:cubicBezTo>
                    <a:pt x="415" y="4"/>
                    <a:pt x="415" y="4"/>
                    <a:pt x="415" y="4"/>
                  </a:cubicBezTo>
                  <a:cubicBezTo>
                    <a:pt x="416" y="9"/>
                    <a:pt x="416" y="16"/>
                    <a:pt x="416" y="16"/>
                  </a:cubicBezTo>
                  <a:cubicBezTo>
                    <a:pt x="416" y="16"/>
                    <a:pt x="417" y="38"/>
                    <a:pt x="412" y="47"/>
                  </a:cubicBezTo>
                  <a:cubicBezTo>
                    <a:pt x="408" y="57"/>
                    <a:pt x="394" y="113"/>
                    <a:pt x="392" y="121"/>
                  </a:cubicBezTo>
                  <a:cubicBezTo>
                    <a:pt x="391" y="123"/>
                    <a:pt x="390" y="129"/>
                    <a:pt x="388" y="139"/>
                  </a:cubicBezTo>
                  <a:cubicBezTo>
                    <a:pt x="377" y="118"/>
                    <a:pt x="367" y="101"/>
                    <a:pt x="357" y="92"/>
                  </a:cubicBezTo>
                  <a:cubicBezTo>
                    <a:pt x="354" y="90"/>
                    <a:pt x="351" y="88"/>
                    <a:pt x="348" y="87"/>
                  </a:cubicBezTo>
                  <a:cubicBezTo>
                    <a:pt x="347" y="87"/>
                    <a:pt x="347" y="86"/>
                    <a:pt x="347" y="86"/>
                  </a:cubicBezTo>
                  <a:cubicBezTo>
                    <a:pt x="346" y="86"/>
                    <a:pt x="346" y="86"/>
                    <a:pt x="345" y="86"/>
                  </a:cubicBezTo>
                  <a:cubicBezTo>
                    <a:pt x="345" y="86"/>
                    <a:pt x="344" y="86"/>
                    <a:pt x="344" y="86"/>
                  </a:cubicBezTo>
                  <a:cubicBezTo>
                    <a:pt x="344" y="86"/>
                    <a:pt x="344" y="86"/>
                    <a:pt x="344" y="86"/>
                  </a:cubicBezTo>
                  <a:cubicBezTo>
                    <a:pt x="344" y="86"/>
                    <a:pt x="343" y="86"/>
                    <a:pt x="343" y="86"/>
                  </a:cubicBezTo>
                  <a:cubicBezTo>
                    <a:pt x="343" y="86"/>
                    <a:pt x="343" y="86"/>
                    <a:pt x="343" y="86"/>
                  </a:cubicBezTo>
                  <a:cubicBezTo>
                    <a:pt x="343" y="86"/>
                    <a:pt x="343" y="86"/>
                    <a:pt x="343" y="86"/>
                  </a:cubicBezTo>
                  <a:cubicBezTo>
                    <a:pt x="343" y="86"/>
                    <a:pt x="343" y="86"/>
                    <a:pt x="343" y="86"/>
                  </a:cubicBezTo>
                  <a:cubicBezTo>
                    <a:pt x="343" y="86"/>
                    <a:pt x="344" y="86"/>
                    <a:pt x="344" y="86"/>
                  </a:cubicBezTo>
                  <a:cubicBezTo>
                    <a:pt x="346" y="87"/>
                    <a:pt x="350" y="90"/>
                    <a:pt x="354" y="94"/>
                  </a:cubicBezTo>
                  <a:cubicBezTo>
                    <a:pt x="358" y="98"/>
                    <a:pt x="363" y="104"/>
                    <a:pt x="367" y="109"/>
                  </a:cubicBezTo>
                  <a:cubicBezTo>
                    <a:pt x="376" y="121"/>
                    <a:pt x="384" y="133"/>
                    <a:pt x="388" y="140"/>
                  </a:cubicBezTo>
                  <a:cubicBezTo>
                    <a:pt x="384" y="161"/>
                    <a:pt x="377" y="199"/>
                    <a:pt x="370" y="232"/>
                  </a:cubicBezTo>
                  <a:cubicBezTo>
                    <a:pt x="371" y="236"/>
                    <a:pt x="372" y="238"/>
                    <a:pt x="372" y="238"/>
                  </a:cubicBezTo>
                  <a:cubicBezTo>
                    <a:pt x="331" y="423"/>
                    <a:pt x="331" y="423"/>
                    <a:pt x="331" y="423"/>
                  </a:cubicBezTo>
                  <a:cubicBezTo>
                    <a:pt x="304" y="260"/>
                    <a:pt x="304" y="260"/>
                    <a:pt x="304" y="260"/>
                  </a:cubicBezTo>
                  <a:cubicBezTo>
                    <a:pt x="304" y="258"/>
                    <a:pt x="304" y="258"/>
                    <a:pt x="304" y="258"/>
                  </a:cubicBezTo>
                  <a:cubicBezTo>
                    <a:pt x="302" y="245"/>
                    <a:pt x="301" y="236"/>
                    <a:pt x="300" y="233"/>
                  </a:cubicBezTo>
                  <a:cubicBezTo>
                    <a:pt x="298" y="225"/>
                    <a:pt x="289" y="183"/>
                    <a:pt x="282" y="149"/>
                  </a:cubicBezTo>
                  <a:cubicBezTo>
                    <a:pt x="288" y="141"/>
                    <a:pt x="300" y="124"/>
                    <a:pt x="313" y="109"/>
                  </a:cubicBezTo>
                  <a:cubicBezTo>
                    <a:pt x="317" y="104"/>
                    <a:pt x="322" y="99"/>
                    <a:pt x="326" y="95"/>
                  </a:cubicBezTo>
                  <a:cubicBezTo>
                    <a:pt x="330" y="91"/>
                    <a:pt x="333" y="89"/>
                    <a:pt x="336" y="87"/>
                  </a:cubicBezTo>
                  <a:cubicBezTo>
                    <a:pt x="336" y="87"/>
                    <a:pt x="336" y="87"/>
                    <a:pt x="336" y="87"/>
                  </a:cubicBezTo>
                  <a:cubicBezTo>
                    <a:pt x="336" y="87"/>
                    <a:pt x="336" y="87"/>
                    <a:pt x="337" y="87"/>
                  </a:cubicBezTo>
                  <a:cubicBezTo>
                    <a:pt x="337" y="87"/>
                    <a:pt x="337" y="87"/>
                    <a:pt x="337" y="87"/>
                  </a:cubicBezTo>
                  <a:cubicBezTo>
                    <a:pt x="337" y="87"/>
                    <a:pt x="336" y="87"/>
                    <a:pt x="336" y="87"/>
                  </a:cubicBezTo>
                  <a:cubicBezTo>
                    <a:pt x="335" y="87"/>
                    <a:pt x="335" y="87"/>
                    <a:pt x="334" y="87"/>
                  </a:cubicBezTo>
                  <a:cubicBezTo>
                    <a:pt x="330" y="88"/>
                    <a:pt x="326" y="91"/>
                    <a:pt x="322" y="94"/>
                  </a:cubicBezTo>
                  <a:cubicBezTo>
                    <a:pt x="309" y="105"/>
                    <a:pt x="294" y="125"/>
                    <a:pt x="282" y="147"/>
                  </a:cubicBezTo>
                  <a:cubicBezTo>
                    <a:pt x="277" y="126"/>
                    <a:pt x="273" y="108"/>
                    <a:pt x="272" y="105"/>
                  </a:cubicBezTo>
                  <a:cubicBezTo>
                    <a:pt x="268" y="98"/>
                    <a:pt x="261" y="65"/>
                    <a:pt x="259" y="55"/>
                  </a:cubicBezTo>
                  <a:cubicBezTo>
                    <a:pt x="258" y="45"/>
                    <a:pt x="252" y="8"/>
                    <a:pt x="260" y="0"/>
                  </a:cubicBezTo>
                  <a:cubicBezTo>
                    <a:pt x="258" y="1"/>
                    <a:pt x="254" y="5"/>
                    <a:pt x="252" y="8"/>
                  </a:cubicBezTo>
                  <a:cubicBezTo>
                    <a:pt x="250" y="12"/>
                    <a:pt x="240" y="21"/>
                    <a:pt x="234" y="25"/>
                  </a:cubicBezTo>
                  <a:cubicBezTo>
                    <a:pt x="229" y="29"/>
                    <a:pt x="221" y="33"/>
                    <a:pt x="216" y="35"/>
                  </a:cubicBezTo>
                  <a:cubicBezTo>
                    <a:pt x="211" y="37"/>
                    <a:pt x="164" y="54"/>
                    <a:pt x="152" y="57"/>
                  </a:cubicBezTo>
                  <a:cubicBezTo>
                    <a:pt x="140" y="60"/>
                    <a:pt x="78" y="78"/>
                    <a:pt x="78" y="78"/>
                  </a:cubicBezTo>
                  <a:cubicBezTo>
                    <a:pt x="78" y="78"/>
                    <a:pt x="71" y="70"/>
                    <a:pt x="64" y="81"/>
                  </a:cubicBezTo>
                  <a:cubicBezTo>
                    <a:pt x="58" y="92"/>
                    <a:pt x="58" y="111"/>
                    <a:pt x="53" y="123"/>
                  </a:cubicBezTo>
                  <a:cubicBezTo>
                    <a:pt x="47" y="136"/>
                    <a:pt x="44" y="143"/>
                    <a:pt x="40" y="156"/>
                  </a:cubicBezTo>
                  <a:cubicBezTo>
                    <a:pt x="36" y="169"/>
                    <a:pt x="18" y="232"/>
                    <a:pt x="14" y="252"/>
                  </a:cubicBezTo>
                  <a:cubicBezTo>
                    <a:pt x="10" y="272"/>
                    <a:pt x="10" y="301"/>
                    <a:pt x="9" y="315"/>
                  </a:cubicBezTo>
                  <a:cubicBezTo>
                    <a:pt x="7" y="330"/>
                    <a:pt x="0" y="401"/>
                    <a:pt x="0" y="414"/>
                  </a:cubicBezTo>
                  <a:cubicBezTo>
                    <a:pt x="0" y="427"/>
                    <a:pt x="0" y="479"/>
                    <a:pt x="1" y="493"/>
                  </a:cubicBezTo>
                  <a:cubicBezTo>
                    <a:pt x="3" y="508"/>
                    <a:pt x="6" y="537"/>
                    <a:pt x="25" y="560"/>
                  </a:cubicBezTo>
                  <a:cubicBezTo>
                    <a:pt x="45" y="583"/>
                    <a:pt x="94" y="658"/>
                    <a:pt x="100" y="663"/>
                  </a:cubicBezTo>
                  <a:cubicBezTo>
                    <a:pt x="106" y="668"/>
                    <a:pt x="105" y="671"/>
                    <a:pt x="105" y="671"/>
                  </a:cubicBezTo>
                  <a:cubicBezTo>
                    <a:pt x="105" y="671"/>
                    <a:pt x="98" y="730"/>
                    <a:pt x="98" y="751"/>
                  </a:cubicBezTo>
                  <a:cubicBezTo>
                    <a:pt x="98" y="773"/>
                    <a:pt x="94" y="806"/>
                    <a:pt x="91" y="816"/>
                  </a:cubicBezTo>
                  <a:cubicBezTo>
                    <a:pt x="89" y="825"/>
                    <a:pt x="77" y="887"/>
                    <a:pt x="75" y="899"/>
                  </a:cubicBezTo>
                  <a:cubicBezTo>
                    <a:pt x="73" y="912"/>
                    <a:pt x="70" y="921"/>
                    <a:pt x="75" y="924"/>
                  </a:cubicBezTo>
                  <a:cubicBezTo>
                    <a:pt x="74" y="939"/>
                    <a:pt x="74" y="964"/>
                    <a:pt x="74" y="975"/>
                  </a:cubicBezTo>
                  <a:cubicBezTo>
                    <a:pt x="74" y="986"/>
                    <a:pt x="82" y="1117"/>
                    <a:pt x="82" y="1140"/>
                  </a:cubicBezTo>
                  <a:cubicBezTo>
                    <a:pt x="83" y="1163"/>
                    <a:pt x="85" y="1171"/>
                    <a:pt x="84" y="1190"/>
                  </a:cubicBezTo>
                  <a:cubicBezTo>
                    <a:pt x="83" y="1209"/>
                    <a:pt x="84" y="1229"/>
                    <a:pt x="83" y="1243"/>
                  </a:cubicBezTo>
                  <a:cubicBezTo>
                    <a:pt x="83" y="1257"/>
                    <a:pt x="83" y="1322"/>
                    <a:pt x="82" y="1338"/>
                  </a:cubicBezTo>
                  <a:cubicBezTo>
                    <a:pt x="81" y="1353"/>
                    <a:pt x="70" y="1409"/>
                    <a:pt x="70" y="1422"/>
                  </a:cubicBezTo>
                  <a:cubicBezTo>
                    <a:pt x="70" y="1434"/>
                    <a:pt x="66" y="1503"/>
                    <a:pt x="69" y="1524"/>
                  </a:cubicBezTo>
                  <a:cubicBezTo>
                    <a:pt x="71" y="1544"/>
                    <a:pt x="72" y="1593"/>
                    <a:pt x="72" y="1602"/>
                  </a:cubicBezTo>
                  <a:cubicBezTo>
                    <a:pt x="73" y="1611"/>
                    <a:pt x="72" y="1662"/>
                    <a:pt x="72" y="1673"/>
                  </a:cubicBezTo>
                  <a:cubicBezTo>
                    <a:pt x="72" y="1684"/>
                    <a:pt x="73" y="1728"/>
                    <a:pt x="73" y="1732"/>
                  </a:cubicBezTo>
                  <a:cubicBezTo>
                    <a:pt x="74" y="1736"/>
                    <a:pt x="80" y="1747"/>
                    <a:pt x="84" y="1752"/>
                  </a:cubicBezTo>
                  <a:cubicBezTo>
                    <a:pt x="89" y="1758"/>
                    <a:pt x="91" y="1763"/>
                    <a:pt x="91" y="1763"/>
                  </a:cubicBezTo>
                  <a:cubicBezTo>
                    <a:pt x="91" y="1763"/>
                    <a:pt x="88" y="1765"/>
                    <a:pt x="84" y="1768"/>
                  </a:cubicBezTo>
                  <a:cubicBezTo>
                    <a:pt x="66" y="1782"/>
                    <a:pt x="67" y="1829"/>
                    <a:pt x="67" y="1829"/>
                  </a:cubicBezTo>
                  <a:moveTo>
                    <a:pt x="438" y="723"/>
                  </a:moveTo>
                  <a:cubicBezTo>
                    <a:pt x="430" y="729"/>
                    <a:pt x="425" y="742"/>
                    <a:pt x="421" y="749"/>
                  </a:cubicBezTo>
                  <a:cubicBezTo>
                    <a:pt x="417" y="756"/>
                    <a:pt x="403" y="772"/>
                    <a:pt x="389" y="778"/>
                  </a:cubicBezTo>
                  <a:cubicBezTo>
                    <a:pt x="376" y="785"/>
                    <a:pt x="367" y="799"/>
                    <a:pt x="355" y="806"/>
                  </a:cubicBezTo>
                  <a:cubicBezTo>
                    <a:pt x="343" y="813"/>
                    <a:pt x="328" y="811"/>
                    <a:pt x="319" y="805"/>
                  </a:cubicBezTo>
                  <a:cubicBezTo>
                    <a:pt x="315" y="805"/>
                    <a:pt x="292" y="798"/>
                    <a:pt x="284" y="790"/>
                  </a:cubicBezTo>
                  <a:cubicBezTo>
                    <a:pt x="269" y="789"/>
                    <a:pt x="265" y="769"/>
                    <a:pt x="265" y="769"/>
                  </a:cubicBezTo>
                  <a:cubicBezTo>
                    <a:pt x="265" y="769"/>
                    <a:pt x="256" y="768"/>
                    <a:pt x="252" y="756"/>
                  </a:cubicBezTo>
                  <a:cubicBezTo>
                    <a:pt x="251" y="751"/>
                    <a:pt x="252" y="748"/>
                    <a:pt x="254" y="746"/>
                  </a:cubicBezTo>
                  <a:cubicBezTo>
                    <a:pt x="243" y="740"/>
                    <a:pt x="235" y="718"/>
                    <a:pt x="235" y="715"/>
                  </a:cubicBezTo>
                  <a:cubicBezTo>
                    <a:pt x="235" y="712"/>
                    <a:pt x="268" y="680"/>
                    <a:pt x="280" y="668"/>
                  </a:cubicBezTo>
                  <a:cubicBezTo>
                    <a:pt x="268" y="664"/>
                    <a:pt x="255" y="654"/>
                    <a:pt x="253" y="641"/>
                  </a:cubicBezTo>
                  <a:cubicBezTo>
                    <a:pt x="251" y="623"/>
                    <a:pt x="276" y="639"/>
                    <a:pt x="284" y="639"/>
                  </a:cubicBezTo>
                  <a:cubicBezTo>
                    <a:pt x="292" y="639"/>
                    <a:pt x="314" y="643"/>
                    <a:pt x="327" y="637"/>
                  </a:cubicBezTo>
                  <a:cubicBezTo>
                    <a:pt x="340" y="631"/>
                    <a:pt x="346" y="638"/>
                    <a:pt x="359" y="641"/>
                  </a:cubicBezTo>
                  <a:cubicBezTo>
                    <a:pt x="373" y="643"/>
                    <a:pt x="396" y="647"/>
                    <a:pt x="396" y="647"/>
                  </a:cubicBezTo>
                  <a:cubicBezTo>
                    <a:pt x="432" y="657"/>
                    <a:pt x="452" y="712"/>
                    <a:pt x="452" y="712"/>
                  </a:cubicBezTo>
                  <a:cubicBezTo>
                    <a:pt x="452" y="712"/>
                    <a:pt x="445" y="716"/>
                    <a:pt x="438" y="723"/>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5" name="Freeform 92"/>
            <p:cNvSpPr>
              <a:spLocks/>
            </p:cNvSpPr>
            <p:nvPr/>
          </p:nvSpPr>
          <p:spPr bwMode="auto">
            <a:xfrm>
              <a:off x="5852318" y="1836571"/>
              <a:ext cx="506413" cy="420688"/>
            </a:xfrm>
            <a:custGeom>
              <a:avLst/>
              <a:gdLst>
                <a:gd name="T0" fmla="*/ 7 w 236"/>
                <a:gd name="T1" fmla="*/ 139 h 196"/>
                <a:gd name="T2" fmla="*/ 28 w 236"/>
                <a:gd name="T3" fmla="*/ 188 h 196"/>
                <a:gd name="T4" fmla="*/ 34 w 236"/>
                <a:gd name="T5" fmla="*/ 152 h 196"/>
                <a:gd name="T6" fmla="*/ 36 w 236"/>
                <a:gd name="T7" fmla="*/ 94 h 196"/>
                <a:gd name="T8" fmla="*/ 46 w 236"/>
                <a:gd name="T9" fmla="*/ 70 h 196"/>
                <a:gd name="T10" fmla="*/ 97 w 236"/>
                <a:gd name="T11" fmla="*/ 74 h 196"/>
                <a:gd name="T12" fmla="*/ 174 w 236"/>
                <a:gd name="T13" fmla="*/ 67 h 196"/>
                <a:gd name="T14" fmla="*/ 201 w 236"/>
                <a:gd name="T15" fmla="*/ 83 h 196"/>
                <a:gd name="T16" fmla="*/ 205 w 236"/>
                <a:gd name="T17" fmla="*/ 143 h 196"/>
                <a:gd name="T18" fmla="*/ 210 w 236"/>
                <a:gd name="T19" fmla="*/ 179 h 196"/>
                <a:gd name="T20" fmla="*/ 230 w 236"/>
                <a:gd name="T21" fmla="*/ 140 h 196"/>
                <a:gd name="T22" fmla="*/ 231 w 236"/>
                <a:gd name="T23" fmla="*/ 138 h 196"/>
                <a:gd name="T24" fmla="*/ 222 w 236"/>
                <a:gd name="T25" fmla="*/ 73 h 196"/>
                <a:gd name="T26" fmla="*/ 200 w 236"/>
                <a:gd name="T27" fmla="*/ 47 h 196"/>
                <a:gd name="T28" fmla="*/ 153 w 236"/>
                <a:gd name="T29" fmla="*/ 5 h 196"/>
                <a:gd name="T30" fmla="*/ 34 w 236"/>
                <a:gd name="T31" fmla="*/ 40 h 196"/>
                <a:gd name="T32" fmla="*/ 5 w 236"/>
                <a:gd name="T33" fmla="*/ 95 h 196"/>
                <a:gd name="T34" fmla="*/ 7 w 236"/>
                <a:gd name="T35" fmla="*/ 139 h 196"/>
                <a:gd name="T36" fmla="*/ 7 w 236"/>
                <a:gd name="T37" fmla="*/ 139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196">
                  <a:moveTo>
                    <a:pt x="7" y="139"/>
                  </a:moveTo>
                  <a:cubicBezTo>
                    <a:pt x="15" y="154"/>
                    <a:pt x="24" y="181"/>
                    <a:pt x="28" y="188"/>
                  </a:cubicBezTo>
                  <a:cubicBezTo>
                    <a:pt x="31" y="196"/>
                    <a:pt x="34" y="168"/>
                    <a:pt x="34" y="152"/>
                  </a:cubicBezTo>
                  <a:cubicBezTo>
                    <a:pt x="33" y="136"/>
                    <a:pt x="33" y="100"/>
                    <a:pt x="36" y="94"/>
                  </a:cubicBezTo>
                  <a:cubicBezTo>
                    <a:pt x="38" y="89"/>
                    <a:pt x="46" y="70"/>
                    <a:pt x="46" y="70"/>
                  </a:cubicBezTo>
                  <a:cubicBezTo>
                    <a:pt x="46" y="70"/>
                    <a:pt x="71" y="74"/>
                    <a:pt x="97" y="74"/>
                  </a:cubicBezTo>
                  <a:cubicBezTo>
                    <a:pt x="123" y="74"/>
                    <a:pt x="162" y="71"/>
                    <a:pt x="174" y="67"/>
                  </a:cubicBezTo>
                  <a:cubicBezTo>
                    <a:pt x="186" y="63"/>
                    <a:pt x="200" y="63"/>
                    <a:pt x="201" y="83"/>
                  </a:cubicBezTo>
                  <a:cubicBezTo>
                    <a:pt x="202" y="103"/>
                    <a:pt x="205" y="133"/>
                    <a:pt x="205" y="143"/>
                  </a:cubicBezTo>
                  <a:cubicBezTo>
                    <a:pt x="205" y="152"/>
                    <a:pt x="210" y="177"/>
                    <a:pt x="210" y="179"/>
                  </a:cubicBezTo>
                  <a:cubicBezTo>
                    <a:pt x="211" y="180"/>
                    <a:pt x="225" y="154"/>
                    <a:pt x="230" y="140"/>
                  </a:cubicBezTo>
                  <a:cubicBezTo>
                    <a:pt x="231" y="140"/>
                    <a:pt x="231" y="139"/>
                    <a:pt x="231" y="138"/>
                  </a:cubicBezTo>
                  <a:cubicBezTo>
                    <a:pt x="236" y="125"/>
                    <a:pt x="234" y="95"/>
                    <a:pt x="222" y="73"/>
                  </a:cubicBezTo>
                  <a:cubicBezTo>
                    <a:pt x="210" y="50"/>
                    <a:pt x="200" y="47"/>
                    <a:pt x="200" y="47"/>
                  </a:cubicBezTo>
                  <a:cubicBezTo>
                    <a:pt x="200" y="47"/>
                    <a:pt x="198" y="10"/>
                    <a:pt x="153" y="5"/>
                  </a:cubicBezTo>
                  <a:cubicBezTo>
                    <a:pt x="109" y="0"/>
                    <a:pt x="49" y="7"/>
                    <a:pt x="34" y="40"/>
                  </a:cubicBezTo>
                  <a:cubicBezTo>
                    <a:pt x="19" y="72"/>
                    <a:pt x="7" y="76"/>
                    <a:pt x="5" y="95"/>
                  </a:cubicBezTo>
                  <a:cubicBezTo>
                    <a:pt x="3" y="113"/>
                    <a:pt x="0" y="124"/>
                    <a:pt x="7" y="139"/>
                  </a:cubicBezTo>
                  <a:cubicBezTo>
                    <a:pt x="7" y="139"/>
                    <a:pt x="7" y="139"/>
                    <a:pt x="7" y="139"/>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6" name="Freeform 93"/>
            <p:cNvSpPr>
              <a:spLocks/>
            </p:cNvSpPr>
            <p:nvPr/>
          </p:nvSpPr>
          <p:spPr bwMode="auto">
            <a:xfrm>
              <a:off x="6117430" y="2484271"/>
              <a:ext cx="158750" cy="300038"/>
            </a:xfrm>
            <a:custGeom>
              <a:avLst/>
              <a:gdLst>
                <a:gd name="T0" fmla="*/ 72 w 74"/>
                <a:gd name="T1" fmla="*/ 5 h 140"/>
                <a:gd name="T2" fmla="*/ 71 w 74"/>
                <a:gd name="T3" fmla="*/ 0 h 140"/>
                <a:gd name="T4" fmla="*/ 70 w 74"/>
                <a:gd name="T5" fmla="*/ 1 h 140"/>
                <a:gd name="T6" fmla="*/ 67 w 74"/>
                <a:gd name="T7" fmla="*/ 6 h 140"/>
                <a:gd name="T8" fmla="*/ 67 w 74"/>
                <a:gd name="T9" fmla="*/ 7 h 140"/>
                <a:gd name="T10" fmla="*/ 11 w 74"/>
                <a:gd name="T11" fmla="*/ 75 h 140"/>
                <a:gd name="T12" fmla="*/ 0 w 74"/>
                <a:gd name="T13" fmla="*/ 87 h 140"/>
                <a:gd name="T14" fmla="*/ 1 w 74"/>
                <a:gd name="T15" fmla="*/ 87 h 140"/>
                <a:gd name="T16" fmla="*/ 1 w 74"/>
                <a:gd name="T17" fmla="*/ 87 h 140"/>
                <a:gd name="T18" fmla="*/ 2 w 74"/>
                <a:gd name="T19" fmla="*/ 87 h 140"/>
                <a:gd name="T20" fmla="*/ 4 w 74"/>
                <a:gd name="T21" fmla="*/ 87 h 140"/>
                <a:gd name="T22" fmla="*/ 5 w 74"/>
                <a:gd name="T23" fmla="*/ 88 h 140"/>
                <a:gd name="T24" fmla="*/ 14 w 74"/>
                <a:gd name="T25" fmla="*/ 93 h 140"/>
                <a:gd name="T26" fmla="*/ 45 w 74"/>
                <a:gd name="T27" fmla="*/ 140 h 140"/>
                <a:gd name="T28" fmla="*/ 49 w 74"/>
                <a:gd name="T29" fmla="*/ 122 h 140"/>
                <a:gd name="T30" fmla="*/ 69 w 74"/>
                <a:gd name="T31" fmla="*/ 48 h 140"/>
                <a:gd name="T32" fmla="*/ 73 w 74"/>
                <a:gd name="T33" fmla="*/ 17 h 140"/>
                <a:gd name="T34" fmla="*/ 72 w 74"/>
                <a:gd name="T35" fmla="*/ 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140">
                  <a:moveTo>
                    <a:pt x="72" y="5"/>
                  </a:moveTo>
                  <a:cubicBezTo>
                    <a:pt x="72" y="2"/>
                    <a:pt x="71" y="0"/>
                    <a:pt x="71" y="0"/>
                  </a:cubicBezTo>
                  <a:cubicBezTo>
                    <a:pt x="70" y="0"/>
                    <a:pt x="70" y="0"/>
                    <a:pt x="70" y="1"/>
                  </a:cubicBezTo>
                  <a:cubicBezTo>
                    <a:pt x="69" y="2"/>
                    <a:pt x="68" y="4"/>
                    <a:pt x="67" y="6"/>
                  </a:cubicBezTo>
                  <a:cubicBezTo>
                    <a:pt x="67" y="7"/>
                    <a:pt x="67" y="7"/>
                    <a:pt x="67" y="7"/>
                  </a:cubicBezTo>
                  <a:cubicBezTo>
                    <a:pt x="54" y="27"/>
                    <a:pt x="11" y="75"/>
                    <a:pt x="11" y="75"/>
                  </a:cubicBezTo>
                  <a:cubicBezTo>
                    <a:pt x="0" y="87"/>
                    <a:pt x="0" y="87"/>
                    <a:pt x="0" y="87"/>
                  </a:cubicBezTo>
                  <a:cubicBezTo>
                    <a:pt x="0" y="87"/>
                    <a:pt x="1" y="87"/>
                    <a:pt x="1" y="87"/>
                  </a:cubicBezTo>
                  <a:cubicBezTo>
                    <a:pt x="1" y="87"/>
                    <a:pt x="1" y="87"/>
                    <a:pt x="1" y="87"/>
                  </a:cubicBezTo>
                  <a:cubicBezTo>
                    <a:pt x="1" y="87"/>
                    <a:pt x="2" y="87"/>
                    <a:pt x="2" y="87"/>
                  </a:cubicBezTo>
                  <a:cubicBezTo>
                    <a:pt x="3" y="87"/>
                    <a:pt x="3" y="87"/>
                    <a:pt x="4" y="87"/>
                  </a:cubicBezTo>
                  <a:cubicBezTo>
                    <a:pt x="4" y="87"/>
                    <a:pt x="4" y="88"/>
                    <a:pt x="5" y="88"/>
                  </a:cubicBezTo>
                  <a:cubicBezTo>
                    <a:pt x="8" y="89"/>
                    <a:pt x="11" y="91"/>
                    <a:pt x="14" y="93"/>
                  </a:cubicBezTo>
                  <a:cubicBezTo>
                    <a:pt x="24" y="102"/>
                    <a:pt x="34" y="119"/>
                    <a:pt x="45" y="140"/>
                  </a:cubicBezTo>
                  <a:cubicBezTo>
                    <a:pt x="47" y="130"/>
                    <a:pt x="48" y="124"/>
                    <a:pt x="49" y="122"/>
                  </a:cubicBezTo>
                  <a:cubicBezTo>
                    <a:pt x="51" y="114"/>
                    <a:pt x="65" y="58"/>
                    <a:pt x="69" y="48"/>
                  </a:cubicBezTo>
                  <a:cubicBezTo>
                    <a:pt x="74" y="39"/>
                    <a:pt x="73" y="17"/>
                    <a:pt x="73" y="17"/>
                  </a:cubicBezTo>
                  <a:cubicBezTo>
                    <a:pt x="73" y="17"/>
                    <a:pt x="73" y="10"/>
                    <a:pt x="72" y="5"/>
                  </a:cubicBezTo>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7" name="Freeform 94"/>
            <p:cNvSpPr>
              <a:spLocks/>
            </p:cNvSpPr>
            <p:nvPr/>
          </p:nvSpPr>
          <p:spPr bwMode="auto">
            <a:xfrm>
              <a:off x="6134893" y="2719221"/>
              <a:ext cx="79375" cy="263525"/>
            </a:xfrm>
            <a:custGeom>
              <a:avLst/>
              <a:gdLst>
                <a:gd name="T0" fmla="*/ 3 w 37"/>
                <a:gd name="T1" fmla="*/ 22 h 123"/>
                <a:gd name="T2" fmla="*/ 1 w 37"/>
                <a:gd name="T3" fmla="*/ 30 h 123"/>
                <a:gd name="T4" fmla="*/ 19 w 37"/>
                <a:gd name="T5" fmla="*/ 123 h 123"/>
                <a:gd name="T6" fmla="*/ 37 w 37"/>
                <a:gd name="T7" fmla="*/ 31 h 123"/>
                <a:gd name="T8" fmla="*/ 16 w 37"/>
                <a:gd name="T9" fmla="*/ 0 h 123"/>
                <a:gd name="T10" fmla="*/ 3 w 37"/>
                <a:gd name="T11" fmla="*/ 22 h 123"/>
              </a:gdLst>
              <a:ahLst/>
              <a:cxnLst>
                <a:cxn ang="0">
                  <a:pos x="T0" y="T1"/>
                </a:cxn>
                <a:cxn ang="0">
                  <a:pos x="T2" y="T3"/>
                </a:cxn>
                <a:cxn ang="0">
                  <a:pos x="T4" y="T5"/>
                </a:cxn>
                <a:cxn ang="0">
                  <a:pos x="T6" y="T7"/>
                </a:cxn>
                <a:cxn ang="0">
                  <a:pos x="T8" y="T9"/>
                </a:cxn>
                <a:cxn ang="0">
                  <a:pos x="T10" y="T11"/>
                </a:cxn>
              </a:cxnLst>
              <a:rect l="0" t="0" r="r" b="b"/>
              <a:pathLst>
                <a:path w="37" h="123">
                  <a:moveTo>
                    <a:pt x="3" y="22"/>
                  </a:moveTo>
                  <a:cubicBezTo>
                    <a:pt x="1" y="30"/>
                    <a:pt x="1" y="30"/>
                    <a:pt x="1" y="30"/>
                  </a:cubicBezTo>
                  <a:cubicBezTo>
                    <a:pt x="0" y="37"/>
                    <a:pt x="15" y="104"/>
                    <a:pt x="19" y="123"/>
                  </a:cubicBezTo>
                  <a:cubicBezTo>
                    <a:pt x="26" y="90"/>
                    <a:pt x="33" y="52"/>
                    <a:pt x="37" y="31"/>
                  </a:cubicBezTo>
                  <a:cubicBezTo>
                    <a:pt x="33" y="24"/>
                    <a:pt x="25" y="12"/>
                    <a:pt x="16" y="0"/>
                  </a:cubicBezTo>
                  <a:lnTo>
                    <a:pt x="3" y="22"/>
                  </a:lnTo>
                  <a:close/>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8" name="Freeform 95"/>
            <p:cNvSpPr>
              <a:spLocks/>
            </p:cNvSpPr>
            <p:nvPr/>
          </p:nvSpPr>
          <p:spPr bwMode="auto">
            <a:xfrm>
              <a:off x="5987255" y="2719221"/>
              <a:ext cx="93663" cy="320675"/>
            </a:xfrm>
            <a:custGeom>
              <a:avLst/>
              <a:gdLst>
                <a:gd name="T0" fmla="*/ 0 w 44"/>
                <a:gd name="T1" fmla="*/ 40 h 149"/>
                <a:gd name="T2" fmla="*/ 18 w 44"/>
                <a:gd name="T3" fmla="*/ 124 h 149"/>
                <a:gd name="T4" fmla="*/ 22 w 44"/>
                <a:gd name="T5" fmla="*/ 149 h 149"/>
                <a:gd name="T6" fmla="*/ 44 w 44"/>
                <a:gd name="T7" fmla="*/ 25 h 149"/>
                <a:gd name="T8" fmla="*/ 31 w 44"/>
                <a:gd name="T9" fmla="*/ 0 h 149"/>
                <a:gd name="T10" fmla="*/ 0 w 44"/>
                <a:gd name="T11" fmla="*/ 40 h 149"/>
              </a:gdLst>
              <a:ahLst/>
              <a:cxnLst>
                <a:cxn ang="0">
                  <a:pos x="T0" y="T1"/>
                </a:cxn>
                <a:cxn ang="0">
                  <a:pos x="T2" y="T3"/>
                </a:cxn>
                <a:cxn ang="0">
                  <a:pos x="T4" y="T5"/>
                </a:cxn>
                <a:cxn ang="0">
                  <a:pos x="T6" y="T7"/>
                </a:cxn>
                <a:cxn ang="0">
                  <a:pos x="T8" y="T9"/>
                </a:cxn>
                <a:cxn ang="0">
                  <a:pos x="T10" y="T11"/>
                </a:cxn>
              </a:cxnLst>
              <a:rect l="0" t="0" r="r" b="b"/>
              <a:pathLst>
                <a:path w="44" h="149">
                  <a:moveTo>
                    <a:pt x="0" y="40"/>
                  </a:moveTo>
                  <a:cubicBezTo>
                    <a:pt x="7" y="74"/>
                    <a:pt x="16" y="116"/>
                    <a:pt x="18" y="124"/>
                  </a:cubicBezTo>
                  <a:cubicBezTo>
                    <a:pt x="19" y="127"/>
                    <a:pt x="20" y="136"/>
                    <a:pt x="22" y="149"/>
                  </a:cubicBezTo>
                  <a:cubicBezTo>
                    <a:pt x="44" y="25"/>
                    <a:pt x="44" y="25"/>
                    <a:pt x="44" y="25"/>
                  </a:cubicBezTo>
                  <a:cubicBezTo>
                    <a:pt x="31" y="0"/>
                    <a:pt x="31" y="0"/>
                    <a:pt x="31" y="0"/>
                  </a:cubicBezTo>
                  <a:cubicBezTo>
                    <a:pt x="18" y="15"/>
                    <a:pt x="6" y="32"/>
                    <a:pt x="0" y="40"/>
                  </a:cubicBezTo>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9" name="Freeform 96"/>
            <p:cNvSpPr>
              <a:spLocks/>
            </p:cNvSpPr>
            <p:nvPr/>
          </p:nvSpPr>
          <p:spPr bwMode="auto">
            <a:xfrm>
              <a:off x="5923755" y="2482684"/>
              <a:ext cx="179388" cy="319088"/>
            </a:xfrm>
            <a:custGeom>
              <a:avLst/>
              <a:gdLst>
                <a:gd name="T0" fmla="*/ 68 w 84"/>
                <a:gd name="T1" fmla="*/ 74 h 149"/>
                <a:gd name="T2" fmla="*/ 11 w 84"/>
                <a:gd name="T3" fmla="*/ 3 h 149"/>
                <a:gd name="T4" fmla="*/ 11 w 84"/>
                <a:gd name="T5" fmla="*/ 2 h 149"/>
                <a:gd name="T6" fmla="*/ 11 w 84"/>
                <a:gd name="T7" fmla="*/ 0 h 149"/>
                <a:gd name="T8" fmla="*/ 9 w 84"/>
                <a:gd name="T9" fmla="*/ 1 h 149"/>
                <a:gd name="T10" fmla="*/ 8 w 84"/>
                <a:gd name="T11" fmla="*/ 1 h 149"/>
                <a:gd name="T12" fmla="*/ 8 w 84"/>
                <a:gd name="T13" fmla="*/ 2 h 149"/>
                <a:gd name="T14" fmla="*/ 7 w 84"/>
                <a:gd name="T15" fmla="*/ 57 h 149"/>
                <a:gd name="T16" fmla="*/ 20 w 84"/>
                <a:gd name="T17" fmla="*/ 107 h 149"/>
                <a:gd name="T18" fmla="*/ 30 w 84"/>
                <a:gd name="T19" fmla="*/ 149 h 149"/>
                <a:gd name="T20" fmla="*/ 70 w 84"/>
                <a:gd name="T21" fmla="*/ 96 h 149"/>
                <a:gd name="T22" fmla="*/ 82 w 84"/>
                <a:gd name="T23" fmla="*/ 89 h 149"/>
                <a:gd name="T24" fmla="*/ 84 w 84"/>
                <a:gd name="T25" fmla="*/ 89 h 149"/>
                <a:gd name="T26" fmla="*/ 72 w 84"/>
                <a:gd name="T27" fmla="*/ 77 h 149"/>
                <a:gd name="T28" fmla="*/ 68 w 84"/>
                <a:gd name="T29" fmla="*/ 7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49">
                  <a:moveTo>
                    <a:pt x="68" y="74"/>
                  </a:moveTo>
                  <a:cubicBezTo>
                    <a:pt x="68" y="74"/>
                    <a:pt x="18" y="26"/>
                    <a:pt x="11" y="3"/>
                  </a:cubicBezTo>
                  <a:cubicBezTo>
                    <a:pt x="11" y="3"/>
                    <a:pt x="11" y="2"/>
                    <a:pt x="11" y="2"/>
                  </a:cubicBezTo>
                  <a:cubicBezTo>
                    <a:pt x="11" y="1"/>
                    <a:pt x="11" y="1"/>
                    <a:pt x="11" y="0"/>
                  </a:cubicBezTo>
                  <a:cubicBezTo>
                    <a:pt x="9" y="1"/>
                    <a:pt x="9" y="1"/>
                    <a:pt x="9" y="1"/>
                  </a:cubicBezTo>
                  <a:cubicBezTo>
                    <a:pt x="8" y="1"/>
                    <a:pt x="8" y="1"/>
                    <a:pt x="8" y="1"/>
                  </a:cubicBezTo>
                  <a:cubicBezTo>
                    <a:pt x="8" y="2"/>
                    <a:pt x="8" y="2"/>
                    <a:pt x="8" y="2"/>
                  </a:cubicBezTo>
                  <a:cubicBezTo>
                    <a:pt x="0" y="10"/>
                    <a:pt x="6" y="47"/>
                    <a:pt x="7" y="57"/>
                  </a:cubicBezTo>
                  <a:cubicBezTo>
                    <a:pt x="9" y="67"/>
                    <a:pt x="16" y="100"/>
                    <a:pt x="20" y="107"/>
                  </a:cubicBezTo>
                  <a:cubicBezTo>
                    <a:pt x="21" y="110"/>
                    <a:pt x="25" y="128"/>
                    <a:pt x="30" y="149"/>
                  </a:cubicBezTo>
                  <a:cubicBezTo>
                    <a:pt x="42" y="127"/>
                    <a:pt x="57" y="107"/>
                    <a:pt x="70" y="96"/>
                  </a:cubicBezTo>
                  <a:cubicBezTo>
                    <a:pt x="74" y="93"/>
                    <a:pt x="78" y="90"/>
                    <a:pt x="82" y="89"/>
                  </a:cubicBezTo>
                  <a:cubicBezTo>
                    <a:pt x="83" y="89"/>
                    <a:pt x="83" y="89"/>
                    <a:pt x="84" y="89"/>
                  </a:cubicBezTo>
                  <a:cubicBezTo>
                    <a:pt x="72" y="77"/>
                    <a:pt x="72" y="77"/>
                    <a:pt x="72" y="77"/>
                  </a:cubicBezTo>
                  <a:lnTo>
                    <a:pt x="68" y="74"/>
                  </a:lnTo>
                  <a:close/>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00" name="Freeform 97"/>
            <p:cNvSpPr>
              <a:spLocks/>
            </p:cNvSpPr>
            <p:nvPr/>
          </p:nvSpPr>
          <p:spPr bwMode="auto">
            <a:xfrm>
              <a:off x="6117430" y="26700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grpSp>
      <p:cxnSp>
        <p:nvCxnSpPr>
          <p:cNvPr id="103" name="Straight Connector 102"/>
          <p:cNvCxnSpPr/>
          <p:nvPr/>
        </p:nvCxnSpPr>
        <p:spPr>
          <a:xfrm flipV="1">
            <a:off x="6090105" y="2321855"/>
            <a:ext cx="0" cy="324988"/>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104" name="TextBox 103"/>
          <p:cNvSpPr txBox="1"/>
          <p:nvPr/>
        </p:nvSpPr>
        <p:spPr>
          <a:xfrm>
            <a:off x="3699115" y="865150"/>
            <a:ext cx="4556923" cy="954107"/>
          </a:xfrm>
          <a:prstGeom prst="rect">
            <a:avLst/>
          </a:prstGeom>
          <a:noFill/>
          <a:ln>
            <a:noFill/>
          </a:ln>
        </p:spPr>
        <p:txBody>
          <a:bodyPr wrap="square" rtlCol="0">
            <a:spAutoFit/>
          </a:bodyPr>
          <a:lstStyle>
            <a:defPPr>
              <a:defRPr lang="en-US"/>
            </a:defPPr>
            <a:lvl1pPr>
              <a:defRPr sz="1100">
                <a:solidFill>
                  <a:schemeClr val="tx1">
                    <a:lumMod val="50000"/>
                    <a:lumOff val="50000"/>
                  </a:schemeClr>
                </a:solidFill>
                <a:latin typeface="+mj-lt"/>
              </a:defRPr>
            </a:lvl1pPr>
          </a:lstStyle>
          <a:p>
            <a:pPr algn="ctr" fontAlgn="auto">
              <a:spcBef>
                <a:spcPts val="0"/>
              </a:spcBef>
              <a:spcAft>
                <a:spcPts val="0"/>
              </a:spcAft>
            </a:pPr>
            <a:r>
              <a:rPr lang="ar-SA" sz="2800" b="1" dirty="0">
                <a:solidFill>
                  <a:prstClr val="black"/>
                </a:solidFill>
              </a:rPr>
              <a:t>الخصوصية بين الطالب ومعلمه والشعور بالمساواة</a:t>
            </a:r>
            <a:endParaRPr lang="en-US" sz="2800" b="1" dirty="0">
              <a:solidFill>
                <a:prstClr val="black"/>
              </a:solidFill>
            </a:endParaRPr>
          </a:p>
        </p:txBody>
      </p:sp>
      <p:sp>
        <p:nvSpPr>
          <p:cNvPr id="105" name="TextBox 104"/>
          <p:cNvSpPr txBox="1"/>
          <p:nvPr/>
        </p:nvSpPr>
        <p:spPr>
          <a:xfrm>
            <a:off x="5907988" y="1832343"/>
            <a:ext cx="311145" cy="584775"/>
          </a:xfrm>
          <a:prstGeom prst="rect">
            <a:avLst/>
          </a:prstGeom>
          <a:noFill/>
          <a:ln>
            <a:noFill/>
          </a:ln>
        </p:spPr>
        <p:txBody>
          <a:bodyPr wrap="square" rtlCol="0">
            <a:spAutoFit/>
          </a:bodyPr>
          <a:lstStyle/>
          <a:p>
            <a:pPr algn="ctr" fontAlgn="auto">
              <a:spcBef>
                <a:spcPts val="0"/>
              </a:spcBef>
              <a:spcAft>
                <a:spcPts val="0"/>
              </a:spcAft>
            </a:pPr>
            <a:r>
              <a:rPr lang="el-GR" sz="3200" b="1" dirty="0" smtClean="0">
                <a:solidFill>
                  <a:srgbClr val="FF0000"/>
                </a:solidFill>
                <a:latin typeface="Raleway" panose="020B0503030101060003" pitchFamily="34" charset="0"/>
              </a:rPr>
              <a:t>5</a:t>
            </a:r>
            <a:endParaRPr lang="en-US" sz="3200" b="1" dirty="0" smtClean="0">
              <a:solidFill>
                <a:srgbClr val="FF0000"/>
              </a:solidFill>
              <a:latin typeface="Raleway" panose="020B0503030101060003" pitchFamily="34" charset="0"/>
            </a:endParaRPr>
          </a:p>
        </p:txBody>
      </p:sp>
      <p:cxnSp>
        <p:nvCxnSpPr>
          <p:cNvPr id="108" name="Straight Connector 107"/>
          <p:cNvCxnSpPr/>
          <p:nvPr/>
        </p:nvCxnSpPr>
        <p:spPr>
          <a:xfrm flipV="1">
            <a:off x="5252492" y="2508251"/>
            <a:ext cx="0" cy="444499"/>
          </a:xfrm>
          <a:prstGeom prst="line">
            <a:avLst/>
          </a:prstGeom>
          <a:ln w="19050" cap="sq">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H="1">
            <a:off x="4274233" y="2508125"/>
            <a:ext cx="978260" cy="0"/>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114" name="TextBox 113"/>
          <p:cNvSpPr txBox="1"/>
          <p:nvPr/>
        </p:nvSpPr>
        <p:spPr>
          <a:xfrm>
            <a:off x="126610" y="1725730"/>
            <a:ext cx="3776301" cy="2677656"/>
          </a:xfrm>
          <a:prstGeom prst="rect">
            <a:avLst/>
          </a:prstGeom>
          <a:noFill/>
          <a:ln>
            <a:noFill/>
          </a:ln>
        </p:spPr>
        <p:txBody>
          <a:bodyPr wrap="square" rtlCol="0">
            <a:spAutoFit/>
          </a:bodyPr>
          <a:lstStyle>
            <a:defPPr>
              <a:defRPr lang="en-US"/>
            </a:defPPr>
            <a:lvl1pPr>
              <a:defRPr sz="1100">
                <a:solidFill>
                  <a:schemeClr val="tx1">
                    <a:lumMod val="50000"/>
                    <a:lumOff val="50000"/>
                  </a:schemeClr>
                </a:solidFill>
                <a:latin typeface="+mj-lt"/>
              </a:defRPr>
            </a:lvl1pPr>
          </a:lstStyle>
          <a:p>
            <a:pPr algn="ctr" fontAlgn="auto">
              <a:spcBef>
                <a:spcPts val="0"/>
              </a:spcBef>
              <a:spcAft>
                <a:spcPts val="0"/>
              </a:spcAft>
            </a:pPr>
            <a:r>
              <a:rPr lang="ar-SA" sz="2800" b="1" dirty="0">
                <a:solidFill>
                  <a:prstClr val="black"/>
                </a:solidFill>
              </a:rPr>
              <a:t>إمكانية تبادل الخبرات والمعارف مع الجامعات والمراكز البحثية العالمية والاستفادة من الخبراء النادرين خاصة على مستوى الدراسات العليا</a:t>
            </a:r>
            <a:endParaRPr lang="en-US" sz="2800" b="1" dirty="0">
              <a:solidFill>
                <a:prstClr val="black"/>
              </a:solidFill>
            </a:endParaRPr>
          </a:p>
        </p:txBody>
      </p:sp>
      <p:sp>
        <p:nvSpPr>
          <p:cNvPr id="115" name="TextBox 114"/>
          <p:cNvSpPr txBox="1"/>
          <p:nvPr/>
        </p:nvSpPr>
        <p:spPr>
          <a:xfrm>
            <a:off x="3744553" y="2171228"/>
            <a:ext cx="448579" cy="584775"/>
          </a:xfrm>
          <a:prstGeom prst="rect">
            <a:avLst/>
          </a:prstGeom>
          <a:noFill/>
          <a:ln>
            <a:noFill/>
          </a:ln>
        </p:spPr>
        <p:txBody>
          <a:bodyPr wrap="square" rtlCol="0">
            <a:spAutoFit/>
          </a:bodyPr>
          <a:lstStyle/>
          <a:p>
            <a:pPr algn="ctr" fontAlgn="auto">
              <a:spcBef>
                <a:spcPts val="0"/>
              </a:spcBef>
              <a:spcAft>
                <a:spcPts val="0"/>
              </a:spcAft>
            </a:pPr>
            <a:r>
              <a:rPr lang="el-GR" sz="3200" b="1" dirty="0" smtClean="0">
                <a:solidFill>
                  <a:srgbClr val="4EA6DC"/>
                </a:solidFill>
                <a:latin typeface="Raleway" panose="020B0503030101060003" pitchFamily="34" charset="0"/>
              </a:rPr>
              <a:t>4</a:t>
            </a:r>
            <a:endParaRPr lang="en-US" sz="3200" b="1" dirty="0" smtClean="0">
              <a:solidFill>
                <a:srgbClr val="4EA6DC"/>
              </a:solidFill>
              <a:latin typeface="Raleway" panose="020B0503030101060003" pitchFamily="34" charset="0"/>
            </a:endParaRPr>
          </a:p>
        </p:txBody>
      </p:sp>
      <p:cxnSp>
        <p:nvCxnSpPr>
          <p:cNvPr id="129" name="Straight Connector 128"/>
          <p:cNvCxnSpPr/>
          <p:nvPr/>
        </p:nvCxnSpPr>
        <p:spPr>
          <a:xfrm flipH="1" flipV="1">
            <a:off x="6973622" y="2508251"/>
            <a:ext cx="0" cy="444499"/>
          </a:xfrm>
          <a:prstGeom prst="line">
            <a:avLst/>
          </a:prstGeom>
          <a:ln w="19050" cap="sq">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6973621" y="2508125"/>
            <a:ext cx="978260" cy="0"/>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131" name="TextBox 130"/>
          <p:cNvSpPr txBox="1"/>
          <p:nvPr/>
        </p:nvSpPr>
        <p:spPr>
          <a:xfrm flipH="1">
            <a:off x="8302699" y="2082770"/>
            <a:ext cx="3565839" cy="1384995"/>
          </a:xfrm>
          <a:prstGeom prst="rect">
            <a:avLst/>
          </a:prstGeom>
          <a:noFill/>
          <a:ln>
            <a:noFill/>
          </a:ln>
        </p:spPr>
        <p:txBody>
          <a:bodyPr wrap="square" rtlCol="0">
            <a:spAutoFit/>
          </a:bodyPr>
          <a:lstStyle>
            <a:defPPr>
              <a:defRPr lang="en-US"/>
            </a:defPPr>
            <a:lvl1pPr>
              <a:defRPr sz="1100">
                <a:solidFill>
                  <a:schemeClr val="tx1">
                    <a:lumMod val="50000"/>
                    <a:lumOff val="50000"/>
                  </a:schemeClr>
                </a:solidFill>
                <a:latin typeface="+mj-lt"/>
              </a:defRPr>
            </a:lvl1pPr>
          </a:lstStyle>
          <a:p>
            <a:pPr algn="ctr" fontAlgn="auto">
              <a:spcBef>
                <a:spcPts val="0"/>
              </a:spcBef>
              <a:spcAft>
                <a:spcPts val="0"/>
              </a:spcAft>
            </a:pPr>
            <a:r>
              <a:rPr lang="ar-SA" sz="2800" b="1" dirty="0">
                <a:solidFill>
                  <a:prstClr val="black"/>
                </a:solidFill>
              </a:rPr>
              <a:t>استخدام الوسائل التكنولوجية الحديثة في التقييم السريع والفوري لأداء الطالب</a:t>
            </a:r>
            <a:endParaRPr lang="en-US" sz="2800" b="1" dirty="0">
              <a:solidFill>
                <a:prstClr val="black"/>
              </a:solidFill>
            </a:endParaRPr>
          </a:p>
        </p:txBody>
      </p:sp>
      <p:sp>
        <p:nvSpPr>
          <p:cNvPr id="132" name="TextBox 131"/>
          <p:cNvSpPr txBox="1"/>
          <p:nvPr/>
        </p:nvSpPr>
        <p:spPr>
          <a:xfrm flipH="1">
            <a:off x="8032982" y="2171228"/>
            <a:ext cx="319558" cy="584775"/>
          </a:xfrm>
          <a:prstGeom prst="rect">
            <a:avLst/>
          </a:prstGeom>
          <a:noFill/>
          <a:ln>
            <a:noFill/>
          </a:ln>
        </p:spPr>
        <p:txBody>
          <a:bodyPr wrap="square" rtlCol="0">
            <a:spAutoFit/>
          </a:bodyPr>
          <a:lstStyle/>
          <a:p>
            <a:pPr algn="ctr" fontAlgn="auto">
              <a:spcBef>
                <a:spcPts val="0"/>
              </a:spcBef>
              <a:spcAft>
                <a:spcPts val="0"/>
              </a:spcAft>
            </a:pPr>
            <a:r>
              <a:rPr lang="el-GR" sz="3200" b="1" dirty="0" smtClean="0">
                <a:solidFill>
                  <a:srgbClr val="8971E1"/>
                </a:solidFill>
                <a:latin typeface="Raleway" panose="020B0503030101060003" pitchFamily="34" charset="0"/>
              </a:rPr>
              <a:t>6</a:t>
            </a:r>
            <a:endParaRPr lang="en-US" sz="3200" b="1" dirty="0" smtClean="0">
              <a:solidFill>
                <a:srgbClr val="8971E1"/>
              </a:solidFill>
              <a:latin typeface="Raleway" panose="020B0503030101060003" pitchFamily="34" charset="0"/>
            </a:endParaRPr>
          </a:p>
        </p:txBody>
      </p:sp>
      <p:sp>
        <p:nvSpPr>
          <p:cNvPr id="10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0456264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fade">
                                      <p:cBhvr>
                                        <p:cTn id="11" dur="500"/>
                                        <p:tgtEl>
                                          <p:spTgt spid="108"/>
                                        </p:tgtEl>
                                      </p:cBhvr>
                                    </p:animEffect>
                                  </p:childTnLst>
                                </p:cTn>
                              </p:par>
                              <p:par>
                                <p:cTn id="12" presetID="10" presetClass="entr" presetSubtype="0" fill="hold" nodeType="withEffect">
                                  <p:stCondLst>
                                    <p:cond delay="0"/>
                                  </p:stCondLst>
                                  <p:childTnLst>
                                    <p:set>
                                      <p:cBhvr>
                                        <p:cTn id="13" dur="1" fill="hold">
                                          <p:stCondLst>
                                            <p:cond delay="0"/>
                                          </p:stCondLst>
                                        </p:cTn>
                                        <p:tgtEl>
                                          <p:spTgt spid="110"/>
                                        </p:tgtEl>
                                        <p:attrNameLst>
                                          <p:attrName>style.visibility</p:attrName>
                                        </p:attrNameLst>
                                      </p:cBhvr>
                                      <p:to>
                                        <p:strVal val="visible"/>
                                      </p:to>
                                    </p:set>
                                    <p:animEffect transition="in" filter="fade">
                                      <p:cBhvr>
                                        <p:cTn id="14" dur="500"/>
                                        <p:tgtEl>
                                          <p:spTgt spid="110"/>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14"/>
                                        </p:tgtEl>
                                        <p:attrNameLst>
                                          <p:attrName>style.visibility</p:attrName>
                                        </p:attrNameLst>
                                      </p:cBhvr>
                                      <p:to>
                                        <p:strVal val="visible"/>
                                      </p:to>
                                    </p:set>
                                    <p:animEffect transition="in" filter="fade">
                                      <p:cBhvr>
                                        <p:cTn id="17" dur="500"/>
                                        <p:tgtEl>
                                          <p:spTgt spid="114"/>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15"/>
                                        </p:tgtEl>
                                        <p:attrNameLst>
                                          <p:attrName>style.visibility</p:attrName>
                                        </p:attrNameLst>
                                      </p:cBhvr>
                                      <p:to>
                                        <p:strVal val="visible"/>
                                      </p:to>
                                    </p:set>
                                    <p:animEffect transition="in" filter="fade">
                                      <p:cBhvr>
                                        <p:cTn id="20" dur="500"/>
                                        <p:tgtEl>
                                          <p:spTgt spid="115"/>
                                        </p:tgtEl>
                                      </p:cBhvr>
                                    </p:animEffect>
                                  </p:childTnLst>
                                </p:cTn>
                              </p:par>
                            </p:childTnLst>
                          </p:cTn>
                        </p:par>
                        <p:par>
                          <p:cTn id="21" fill="hold">
                            <p:stCondLst>
                              <p:cond delay="1000"/>
                            </p:stCondLst>
                            <p:childTnLst>
                              <p:par>
                                <p:cTn id="22" presetID="10" presetClass="entr" presetSubtype="0" fill="hold" nodeType="afterEffect">
                                  <p:stCondLst>
                                    <p:cond delay="0"/>
                                  </p:stCondLst>
                                  <p:childTnLst>
                                    <p:set>
                                      <p:cBhvr>
                                        <p:cTn id="23" dur="1" fill="hold">
                                          <p:stCondLst>
                                            <p:cond delay="0"/>
                                          </p:stCondLst>
                                        </p:cTn>
                                        <p:tgtEl>
                                          <p:spTgt spid="103"/>
                                        </p:tgtEl>
                                        <p:attrNameLst>
                                          <p:attrName>style.visibility</p:attrName>
                                        </p:attrNameLst>
                                      </p:cBhvr>
                                      <p:to>
                                        <p:strVal val="visible"/>
                                      </p:to>
                                    </p:set>
                                    <p:animEffect transition="in" filter="fade">
                                      <p:cBhvr>
                                        <p:cTn id="24" dur="500"/>
                                        <p:tgtEl>
                                          <p:spTgt spid="10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04"/>
                                        </p:tgtEl>
                                        <p:attrNameLst>
                                          <p:attrName>style.visibility</p:attrName>
                                        </p:attrNameLst>
                                      </p:cBhvr>
                                      <p:to>
                                        <p:strVal val="visible"/>
                                      </p:to>
                                    </p:set>
                                    <p:animEffect transition="in" filter="fade">
                                      <p:cBhvr>
                                        <p:cTn id="27" dur="500"/>
                                        <p:tgtEl>
                                          <p:spTgt spid="104"/>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05"/>
                                        </p:tgtEl>
                                        <p:attrNameLst>
                                          <p:attrName>style.visibility</p:attrName>
                                        </p:attrNameLst>
                                      </p:cBhvr>
                                      <p:to>
                                        <p:strVal val="visible"/>
                                      </p:to>
                                    </p:set>
                                    <p:animEffect transition="in" filter="fade">
                                      <p:cBhvr>
                                        <p:cTn id="30" dur="500"/>
                                        <p:tgtEl>
                                          <p:spTgt spid="105"/>
                                        </p:tgtEl>
                                      </p:cBhvr>
                                    </p:animEffect>
                                  </p:childTnLst>
                                </p:cTn>
                              </p:par>
                            </p:childTnLst>
                          </p:cTn>
                        </p:par>
                        <p:par>
                          <p:cTn id="31" fill="hold">
                            <p:stCondLst>
                              <p:cond delay="1500"/>
                            </p:stCondLst>
                            <p:childTnLst>
                              <p:par>
                                <p:cTn id="32" presetID="10" presetClass="entr" presetSubtype="0" fill="hold" nodeType="afterEffect">
                                  <p:stCondLst>
                                    <p:cond delay="0"/>
                                  </p:stCondLst>
                                  <p:childTnLst>
                                    <p:set>
                                      <p:cBhvr>
                                        <p:cTn id="33" dur="1" fill="hold">
                                          <p:stCondLst>
                                            <p:cond delay="0"/>
                                          </p:stCondLst>
                                        </p:cTn>
                                        <p:tgtEl>
                                          <p:spTgt spid="129"/>
                                        </p:tgtEl>
                                        <p:attrNameLst>
                                          <p:attrName>style.visibility</p:attrName>
                                        </p:attrNameLst>
                                      </p:cBhvr>
                                      <p:to>
                                        <p:strVal val="visible"/>
                                      </p:to>
                                    </p:set>
                                    <p:animEffect transition="in" filter="fade">
                                      <p:cBhvr>
                                        <p:cTn id="34" dur="500"/>
                                        <p:tgtEl>
                                          <p:spTgt spid="129"/>
                                        </p:tgtEl>
                                      </p:cBhvr>
                                    </p:animEffect>
                                  </p:childTnLst>
                                </p:cTn>
                              </p:par>
                              <p:par>
                                <p:cTn id="35" presetID="10" presetClass="entr" presetSubtype="0" fill="hold" nodeType="withEffect">
                                  <p:stCondLst>
                                    <p:cond delay="0"/>
                                  </p:stCondLst>
                                  <p:childTnLst>
                                    <p:set>
                                      <p:cBhvr>
                                        <p:cTn id="36" dur="1" fill="hold">
                                          <p:stCondLst>
                                            <p:cond delay="0"/>
                                          </p:stCondLst>
                                        </p:cTn>
                                        <p:tgtEl>
                                          <p:spTgt spid="130"/>
                                        </p:tgtEl>
                                        <p:attrNameLst>
                                          <p:attrName>style.visibility</p:attrName>
                                        </p:attrNameLst>
                                      </p:cBhvr>
                                      <p:to>
                                        <p:strVal val="visible"/>
                                      </p:to>
                                    </p:set>
                                    <p:animEffect transition="in" filter="fade">
                                      <p:cBhvr>
                                        <p:cTn id="37" dur="500"/>
                                        <p:tgtEl>
                                          <p:spTgt spid="130"/>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31"/>
                                        </p:tgtEl>
                                        <p:attrNameLst>
                                          <p:attrName>style.visibility</p:attrName>
                                        </p:attrNameLst>
                                      </p:cBhvr>
                                      <p:to>
                                        <p:strVal val="visible"/>
                                      </p:to>
                                    </p:set>
                                    <p:animEffect transition="in" filter="fade">
                                      <p:cBhvr>
                                        <p:cTn id="40" dur="500"/>
                                        <p:tgtEl>
                                          <p:spTgt spid="131"/>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32"/>
                                        </p:tgtEl>
                                        <p:attrNameLst>
                                          <p:attrName>style.visibility</p:attrName>
                                        </p:attrNameLst>
                                      </p:cBhvr>
                                      <p:to>
                                        <p:strVal val="visible"/>
                                      </p:to>
                                    </p:set>
                                    <p:animEffect transition="in" filter="fade">
                                      <p:cBhvr>
                                        <p:cTn id="43" dur="500"/>
                                        <p:tgtEl>
                                          <p:spTgt spid="1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p:bldP spid="105" grpId="0"/>
      <p:bldP spid="114" grpId="0"/>
      <p:bldP spid="115" grpId="0"/>
      <p:bldP spid="131" grpId="0"/>
      <p:bldP spid="132" grpId="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 name="Group 100"/>
          <p:cNvGrpSpPr/>
          <p:nvPr/>
        </p:nvGrpSpPr>
        <p:grpSpPr>
          <a:xfrm>
            <a:off x="3966460" y="2743201"/>
            <a:ext cx="4386080" cy="3756826"/>
            <a:chOff x="3383755" y="1836571"/>
            <a:chExt cx="5588001" cy="4786313"/>
          </a:xfrm>
        </p:grpSpPr>
        <p:sp>
          <p:nvSpPr>
            <p:cNvPr id="40" name="Freeform 37"/>
            <p:cNvSpPr>
              <a:spLocks/>
            </p:cNvSpPr>
            <p:nvPr/>
          </p:nvSpPr>
          <p:spPr bwMode="auto">
            <a:xfrm>
              <a:off x="6201568" y="6418096"/>
              <a:ext cx="496888" cy="204788"/>
            </a:xfrm>
            <a:custGeom>
              <a:avLst/>
              <a:gdLst>
                <a:gd name="T0" fmla="*/ 5 w 232"/>
                <a:gd name="T1" fmla="*/ 29 h 96"/>
                <a:gd name="T2" fmla="*/ 10 w 232"/>
                <a:gd name="T3" fmla="*/ 73 h 96"/>
                <a:gd name="T4" fmla="*/ 54 w 232"/>
                <a:gd name="T5" fmla="*/ 80 h 96"/>
                <a:gd name="T6" fmla="*/ 80 w 232"/>
                <a:gd name="T7" fmla="*/ 77 h 96"/>
                <a:gd name="T8" fmla="*/ 96 w 232"/>
                <a:gd name="T9" fmla="*/ 89 h 96"/>
                <a:gd name="T10" fmla="*/ 185 w 232"/>
                <a:gd name="T11" fmla="*/ 94 h 96"/>
                <a:gd name="T12" fmla="*/ 226 w 232"/>
                <a:gd name="T13" fmla="*/ 79 h 96"/>
                <a:gd name="T14" fmla="*/ 220 w 232"/>
                <a:gd name="T15" fmla="*/ 56 h 96"/>
                <a:gd name="T16" fmla="*/ 191 w 232"/>
                <a:gd name="T17" fmla="*/ 45 h 96"/>
                <a:gd name="T18" fmla="*/ 150 w 232"/>
                <a:gd name="T19" fmla="*/ 0 h 96"/>
                <a:gd name="T20" fmla="*/ 5 w 232"/>
                <a:gd name="T21" fmla="*/ 2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2" h="96">
                  <a:moveTo>
                    <a:pt x="5" y="29"/>
                  </a:moveTo>
                  <a:cubicBezTo>
                    <a:pt x="0" y="1"/>
                    <a:pt x="6" y="71"/>
                    <a:pt x="10" y="73"/>
                  </a:cubicBezTo>
                  <a:cubicBezTo>
                    <a:pt x="14" y="75"/>
                    <a:pt x="50" y="80"/>
                    <a:pt x="54" y="80"/>
                  </a:cubicBezTo>
                  <a:cubicBezTo>
                    <a:pt x="57" y="80"/>
                    <a:pt x="76" y="78"/>
                    <a:pt x="80" y="77"/>
                  </a:cubicBezTo>
                  <a:cubicBezTo>
                    <a:pt x="83" y="76"/>
                    <a:pt x="81" y="85"/>
                    <a:pt x="96" y="89"/>
                  </a:cubicBezTo>
                  <a:cubicBezTo>
                    <a:pt x="111" y="94"/>
                    <a:pt x="164" y="96"/>
                    <a:pt x="185" y="94"/>
                  </a:cubicBezTo>
                  <a:cubicBezTo>
                    <a:pt x="207" y="92"/>
                    <a:pt x="226" y="87"/>
                    <a:pt x="226" y="79"/>
                  </a:cubicBezTo>
                  <a:cubicBezTo>
                    <a:pt x="229" y="70"/>
                    <a:pt x="232" y="59"/>
                    <a:pt x="220" y="56"/>
                  </a:cubicBezTo>
                  <a:cubicBezTo>
                    <a:pt x="208" y="54"/>
                    <a:pt x="198" y="53"/>
                    <a:pt x="191" y="45"/>
                  </a:cubicBezTo>
                  <a:cubicBezTo>
                    <a:pt x="184" y="37"/>
                    <a:pt x="156" y="10"/>
                    <a:pt x="150" y="0"/>
                  </a:cubicBezTo>
                  <a:lnTo>
                    <a:pt x="5" y="29"/>
                  </a:lnTo>
                  <a:close/>
                </a:path>
              </a:pathLst>
            </a:custGeom>
            <a:solidFill>
              <a:srgbClr val="4746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1" name="Freeform 38"/>
            <p:cNvSpPr>
              <a:spLocks/>
            </p:cNvSpPr>
            <p:nvPr/>
          </p:nvSpPr>
          <p:spPr bwMode="auto">
            <a:xfrm>
              <a:off x="5307805" y="6383171"/>
              <a:ext cx="539750" cy="239713"/>
            </a:xfrm>
            <a:custGeom>
              <a:avLst/>
              <a:gdLst>
                <a:gd name="T0" fmla="*/ 109 w 252"/>
                <a:gd name="T1" fmla="*/ 0 h 112"/>
                <a:gd name="T2" fmla="*/ 54 w 252"/>
                <a:gd name="T3" fmla="*/ 58 h 112"/>
                <a:gd name="T4" fmla="*/ 30 w 252"/>
                <a:gd name="T5" fmla="*/ 71 h 112"/>
                <a:gd name="T6" fmla="*/ 3 w 252"/>
                <a:gd name="T7" fmla="*/ 85 h 112"/>
                <a:gd name="T8" fmla="*/ 7 w 252"/>
                <a:gd name="T9" fmla="*/ 100 h 112"/>
                <a:gd name="T10" fmla="*/ 85 w 252"/>
                <a:gd name="T11" fmla="*/ 112 h 112"/>
                <a:gd name="T12" fmla="*/ 149 w 252"/>
                <a:gd name="T13" fmla="*/ 104 h 112"/>
                <a:gd name="T14" fmla="*/ 165 w 252"/>
                <a:gd name="T15" fmla="*/ 92 h 112"/>
                <a:gd name="T16" fmla="*/ 199 w 252"/>
                <a:gd name="T17" fmla="*/ 96 h 112"/>
                <a:gd name="T18" fmla="*/ 242 w 252"/>
                <a:gd name="T19" fmla="*/ 91 h 112"/>
                <a:gd name="T20" fmla="*/ 249 w 252"/>
                <a:gd name="T21" fmla="*/ 86 h 112"/>
                <a:gd name="T22" fmla="*/ 249 w 252"/>
                <a:gd name="T23" fmla="*/ 65 h 112"/>
                <a:gd name="T24" fmla="*/ 252 w 252"/>
                <a:gd name="T25" fmla="*/ 58 h 112"/>
                <a:gd name="T26" fmla="*/ 109 w 252"/>
                <a:gd name="T2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2" h="112">
                  <a:moveTo>
                    <a:pt x="109" y="0"/>
                  </a:moveTo>
                  <a:cubicBezTo>
                    <a:pt x="109" y="0"/>
                    <a:pt x="60" y="54"/>
                    <a:pt x="54" y="58"/>
                  </a:cubicBezTo>
                  <a:cubicBezTo>
                    <a:pt x="48" y="63"/>
                    <a:pt x="30" y="71"/>
                    <a:pt x="30" y="71"/>
                  </a:cubicBezTo>
                  <a:cubicBezTo>
                    <a:pt x="30" y="71"/>
                    <a:pt x="6" y="66"/>
                    <a:pt x="3" y="85"/>
                  </a:cubicBezTo>
                  <a:cubicBezTo>
                    <a:pt x="0" y="104"/>
                    <a:pt x="7" y="100"/>
                    <a:pt x="7" y="100"/>
                  </a:cubicBezTo>
                  <a:cubicBezTo>
                    <a:pt x="7" y="100"/>
                    <a:pt x="48" y="112"/>
                    <a:pt x="85" y="112"/>
                  </a:cubicBezTo>
                  <a:cubicBezTo>
                    <a:pt x="122" y="112"/>
                    <a:pt x="149" y="104"/>
                    <a:pt x="149" y="104"/>
                  </a:cubicBezTo>
                  <a:cubicBezTo>
                    <a:pt x="149" y="104"/>
                    <a:pt x="164" y="93"/>
                    <a:pt x="165" y="92"/>
                  </a:cubicBezTo>
                  <a:cubicBezTo>
                    <a:pt x="166" y="91"/>
                    <a:pt x="199" y="96"/>
                    <a:pt x="199" y="96"/>
                  </a:cubicBezTo>
                  <a:cubicBezTo>
                    <a:pt x="242" y="91"/>
                    <a:pt x="242" y="91"/>
                    <a:pt x="242" y="91"/>
                  </a:cubicBezTo>
                  <a:cubicBezTo>
                    <a:pt x="242" y="91"/>
                    <a:pt x="249" y="90"/>
                    <a:pt x="249" y="86"/>
                  </a:cubicBezTo>
                  <a:cubicBezTo>
                    <a:pt x="248" y="81"/>
                    <a:pt x="249" y="65"/>
                    <a:pt x="249" y="65"/>
                  </a:cubicBezTo>
                  <a:cubicBezTo>
                    <a:pt x="249" y="65"/>
                    <a:pt x="251" y="63"/>
                    <a:pt x="252" y="58"/>
                  </a:cubicBezTo>
                  <a:lnTo>
                    <a:pt x="109" y="0"/>
                  </a:lnTo>
                  <a:close/>
                </a:path>
              </a:pathLst>
            </a:custGeom>
            <a:solidFill>
              <a:srgbClr val="4746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2" name="Freeform 39"/>
            <p:cNvSpPr>
              <a:spLocks/>
            </p:cNvSpPr>
            <p:nvPr/>
          </p:nvSpPr>
          <p:spPr bwMode="auto">
            <a:xfrm>
              <a:off x="7744618" y="4314659"/>
              <a:ext cx="168275" cy="255588"/>
            </a:xfrm>
            <a:custGeom>
              <a:avLst/>
              <a:gdLst>
                <a:gd name="T0" fmla="*/ 72 w 79"/>
                <a:gd name="T1" fmla="*/ 31 h 120"/>
                <a:gd name="T2" fmla="*/ 62 w 79"/>
                <a:gd name="T3" fmla="*/ 3 h 120"/>
                <a:gd name="T4" fmla="*/ 0 w 79"/>
                <a:gd name="T5" fmla="*/ 8 h 120"/>
                <a:gd name="T6" fmla="*/ 1 w 79"/>
                <a:gd name="T7" fmla="*/ 11 h 120"/>
                <a:gd name="T8" fmla="*/ 3 w 79"/>
                <a:gd name="T9" fmla="*/ 21 h 120"/>
                <a:gd name="T10" fmla="*/ 3 w 79"/>
                <a:gd name="T11" fmla="*/ 42 h 120"/>
                <a:gd name="T12" fmla="*/ 8 w 79"/>
                <a:gd name="T13" fmla="*/ 68 h 120"/>
                <a:gd name="T14" fmla="*/ 18 w 79"/>
                <a:gd name="T15" fmla="*/ 90 h 120"/>
                <a:gd name="T16" fmla="*/ 29 w 79"/>
                <a:gd name="T17" fmla="*/ 99 h 120"/>
                <a:gd name="T18" fmla="*/ 44 w 79"/>
                <a:gd name="T19" fmla="*/ 110 h 120"/>
                <a:gd name="T20" fmla="*/ 55 w 79"/>
                <a:gd name="T21" fmla="*/ 117 h 120"/>
                <a:gd name="T22" fmla="*/ 61 w 79"/>
                <a:gd name="T23" fmla="*/ 119 h 120"/>
                <a:gd name="T24" fmla="*/ 65 w 79"/>
                <a:gd name="T25" fmla="*/ 107 h 120"/>
                <a:gd name="T26" fmla="*/ 72 w 79"/>
                <a:gd name="T27" fmla="*/ 102 h 120"/>
                <a:gd name="T28" fmla="*/ 63 w 79"/>
                <a:gd name="T29" fmla="*/ 84 h 120"/>
                <a:gd name="T30" fmla="*/ 57 w 79"/>
                <a:gd name="T31" fmla="*/ 68 h 120"/>
                <a:gd name="T32" fmla="*/ 72 w 79"/>
                <a:gd name="T33" fmla="*/ 71 h 120"/>
                <a:gd name="T34" fmla="*/ 75 w 79"/>
                <a:gd name="T35" fmla="*/ 54 h 120"/>
                <a:gd name="T36" fmla="*/ 72 w 79"/>
                <a:gd name="T37" fmla="*/ 3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 h="120">
                  <a:moveTo>
                    <a:pt x="72" y="31"/>
                  </a:moveTo>
                  <a:cubicBezTo>
                    <a:pt x="71" y="21"/>
                    <a:pt x="62" y="3"/>
                    <a:pt x="62" y="3"/>
                  </a:cubicBezTo>
                  <a:cubicBezTo>
                    <a:pt x="29" y="0"/>
                    <a:pt x="0" y="8"/>
                    <a:pt x="0" y="8"/>
                  </a:cubicBezTo>
                  <a:cubicBezTo>
                    <a:pt x="0" y="8"/>
                    <a:pt x="1" y="9"/>
                    <a:pt x="1" y="11"/>
                  </a:cubicBezTo>
                  <a:cubicBezTo>
                    <a:pt x="1" y="14"/>
                    <a:pt x="2" y="18"/>
                    <a:pt x="3" y="21"/>
                  </a:cubicBezTo>
                  <a:cubicBezTo>
                    <a:pt x="4" y="25"/>
                    <a:pt x="3" y="36"/>
                    <a:pt x="3" y="42"/>
                  </a:cubicBezTo>
                  <a:cubicBezTo>
                    <a:pt x="3" y="47"/>
                    <a:pt x="7" y="65"/>
                    <a:pt x="8" y="68"/>
                  </a:cubicBezTo>
                  <a:cubicBezTo>
                    <a:pt x="10" y="71"/>
                    <a:pt x="15" y="85"/>
                    <a:pt x="18" y="90"/>
                  </a:cubicBezTo>
                  <a:cubicBezTo>
                    <a:pt x="20" y="93"/>
                    <a:pt x="25" y="96"/>
                    <a:pt x="29" y="99"/>
                  </a:cubicBezTo>
                  <a:cubicBezTo>
                    <a:pt x="36" y="104"/>
                    <a:pt x="42" y="108"/>
                    <a:pt x="44" y="110"/>
                  </a:cubicBezTo>
                  <a:cubicBezTo>
                    <a:pt x="47" y="114"/>
                    <a:pt x="55" y="117"/>
                    <a:pt x="55" y="117"/>
                  </a:cubicBezTo>
                  <a:cubicBezTo>
                    <a:pt x="55" y="117"/>
                    <a:pt x="57" y="120"/>
                    <a:pt x="61" y="119"/>
                  </a:cubicBezTo>
                  <a:cubicBezTo>
                    <a:pt x="66" y="118"/>
                    <a:pt x="65" y="107"/>
                    <a:pt x="65" y="107"/>
                  </a:cubicBezTo>
                  <a:cubicBezTo>
                    <a:pt x="65" y="107"/>
                    <a:pt x="71" y="108"/>
                    <a:pt x="72" y="102"/>
                  </a:cubicBezTo>
                  <a:cubicBezTo>
                    <a:pt x="74" y="96"/>
                    <a:pt x="68" y="89"/>
                    <a:pt x="63" y="84"/>
                  </a:cubicBezTo>
                  <a:cubicBezTo>
                    <a:pt x="58" y="79"/>
                    <a:pt x="57" y="68"/>
                    <a:pt x="57" y="68"/>
                  </a:cubicBezTo>
                  <a:cubicBezTo>
                    <a:pt x="57" y="68"/>
                    <a:pt x="64" y="74"/>
                    <a:pt x="72" y="71"/>
                  </a:cubicBezTo>
                  <a:cubicBezTo>
                    <a:pt x="79" y="69"/>
                    <a:pt x="76" y="58"/>
                    <a:pt x="75" y="54"/>
                  </a:cubicBezTo>
                  <a:cubicBezTo>
                    <a:pt x="75" y="50"/>
                    <a:pt x="72" y="40"/>
                    <a:pt x="72" y="31"/>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3" name="Freeform 40"/>
            <p:cNvSpPr>
              <a:spLocks/>
            </p:cNvSpPr>
            <p:nvPr/>
          </p:nvSpPr>
          <p:spPr bwMode="auto">
            <a:xfrm>
              <a:off x="8076405" y="3012909"/>
              <a:ext cx="219075" cy="255588"/>
            </a:xfrm>
            <a:custGeom>
              <a:avLst/>
              <a:gdLst>
                <a:gd name="T0" fmla="*/ 97 w 102"/>
                <a:gd name="T1" fmla="*/ 18 h 119"/>
                <a:gd name="T2" fmla="*/ 28 w 102"/>
                <a:gd name="T3" fmla="*/ 26 h 119"/>
                <a:gd name="T4" fmla="*/ 0 w 102"/>
                <a:gd name="T5" fmla="*/ 0 h 119"/>
                <a:gd name="T6" fmla="*/ 0 w 102"/>
                <a:gd name="T7" fmla="*/ 35 h 119"/>
                <a:gd name="T8" fmla="*/ 35 w 102"/>
                <a:gd name="T9" fmla="*/ 89 h 119"/>
                <a:gd name="T10" fmla="*/ 36 w 102"/>
                <a:gd name="T11" fmla="*/ 90 h 119"/>
                <a:gd name="T12" fmla="*/ 41 w 102"/>
                <a:gd name="T13" fmla="*/ 96 h 119"/>
                <a:gd name="T14" fmla="*/ 62 w 102"/>
                <a:gd name="T15" fmla="*/ 119 h 119"/>
                <a:gd name="T16" fmla="*/ 80 w 102"/>
                <a:gd name="T17" fmla="*/ 94 h 119"/>
                <a:gd name="T18" fmla="*/ 86 w 102"/>
                <a:gd name="T19" fmla="*/ 85 h 119"/>
                <a:gd name="T20" fmla="*/ 87 w 102"/>
                <a:gd name="T21" fmla="*/ 82 h 119"/>
                <a:gd name="T22" fmla="*/ 101 w 102"/>
                <a:gd name="T23" fmla="*/ 39 h 119"/>
                <a:gd name="T24" fmla="*/ 102 w 102"/>
                <a:gd name="T25" fmla="*/ 12 h 119"/>
                <a:gd name="T26" fmla="*/ 97 w 102"/>
                <a:gd name="T27" fmla="*/ 1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 h="119">
                  <a:moveTo>
                    <a:pt x="97" y="18"/>
                  </a:moveTo>
                  <a:cubicBezTo>
                    <a:pt x="85" y="29"/>
                    <a:pt x="65" y="39"/>
                    <a:pt x="28" y="26"/>
                  </a:cubicBezTo>
                  <a:cubicBezTo>
                    <a:pt x="15" y="21"/>
                    <a:pt x="6" y="11"/>
                    <a:pt x="0" y="0"/>
                  </a:cubicBezTo>
                  <a:cubicBezTo>
                    <a:pt x="0" y="35"/>
                    <a:pt x="0" y="35"/>
                    <a:pt x="0" y="35"/>
                  </a:cubicBezTo>
                  <a:cubicBezTo>
                    <a:pt x="7" y="39"/>
                    <a:pt x="27" y="79"/>
                    <a:pt x="35" y="89"/>
                  </a:cubicBezTo>
                  <a:cubicBezTo>
                    <a:pt x="36" y="89"/>
                    <a:pt x="36" y="90"/>
                    <a:pt x="36" y="90"/>
                  </a:cubicBezTo>
                  <a:cubicBezTo>
                    <a:pt x="38" y="92"/>
                    <a:pt x="39" y="94"/>
                    <a:pt x="41" y="96"/>
                  </a:cubicBezTo>
                  <a:cubicBezTo>
                    <a:pt x="48" y="105"/>
                    <a:pt x="57" y="119"/>
                    <a:pt x="62" y="119"/>
                  </a:cubicBezTo>
                  <a:cubicBezTo>
                    <a:pt x="67" y="119"/>
                    <a:pt x="74" y="105"/>
                    <a:pt x="80" y="94"/>
                  </a:cubicBezTo>
                  <a:cubicBezTo>
                    <a:pt x="82" y="90"/>
                    <a:pt x="84" y="87"/>
                    <a:pt x="86" y="85"/>
                  </a:cubicBezTo>
                  <a:cubicBezTo>
                    <a:pt x="86" y="84"/>
                    <a:pt x="87" y="83"/>
                    <a:pt x="87" y="82"/>
                  </a:cubicBezTo>
                  <a:cubicBezTo>
                    <a:pt x="93" y="75"/>
                    <a:pt x="98" y="69"/>
                    <a:pt x="101" y="39"/>
                  </a:cubicBezTo>
                  <a:cubicBezTo>
                    <a:pt x="102" y="12"/>
                    <a:pt x="102" y="12"/>
                    <a:pt x="102" y="12"/>
                  </a:cubicBezTo>
                  <a:cubicBezTo>
                    <a:pt x="100" y="15"/>
                    <a:pt x="98" y="17"/>
                    <a:pt x="97" y="18"/>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4" name="Freeform 41"/>
            <p:cNvSpPr>
              <a:spLocks/>
            </p:cNvSpPr>
            <p:nvPr/>
          </p:nvSpPr>
          <p:spPr bwMode="auto">
            <a:xfrm>
              <a:off x="8733630" y="5838659"/>
              <a:ext cx="190500" cy="133350"/>
            </a:xfrm>
            <a:custGeom>
              <a:avLst/>
              <a:gdLst>
                <a:gd name="T0" fmla="*/ 75 w 89"/>
                <a:gd name="T1" fmla="*/ 33 h 62"/>
                <a:gd name="T2" fmla="*/ 60 w 89"/>
                <a:gd name="T3" fmla="*/ 0 h 62"/>
                <a:gd name="T4" fmla="*/ 59 w 89"/>
                <a:gd name="T5" fmla="*/ 3 h 62"/>
                <a:gd name="T6" fmla="*/ 13 w 89"/>
                <a:gd name="T7" fmla="*/ 11 h 62"/>
                <a:gd name="T8" fmla="*/ 0 w 89"/>
                <a:gd name="T9" fmla="*/ 14 h 62"/>
                <a:gd name="T10" fmla="*/ 17 w 89"/>
                <a:gd name="T11" fmla="*/ 37 h 62"/>
                <a:gd name="T12" fmla="*/ 17 w 89"/>
                <a:gd name="T13" fmla="*/ 40 h 62"/>
                <a:gd name="T14" fmla="*/ 22 w 89"/>
                <a:gd name="T15" fmla="*/ 62 h 62"/>
                <a:gd name="T16" fmla="*/ 27 w 89"/>
                <a:gd name="T17" fmla="*/ 58 h 62"/>
                <a:gd name="T18" fmla="*/ 86 w 89"/>
                <a:gd name="T19" fmla="*/ 50 h 62"/>
                <a:gd name="T20" fmla="*/ 89 w 89"/>
                <a:gd name="T21" fmla="*/ 51 h 62"/>
                <a:gd name="T22" fmla="*/ 75 w 89"/>
                <a:gd name="T23" fmla="*/ 3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62">
                  <a:moveTo>
                    <a:pt x="75" y="33"/>
                  </a:moveTo>
                  <a:cubicBezTo>
                    <a:pt x="67" y="27"/>
                    <a:pt x="62" y="7"/>
                    <a:pt x="60" y="0"/>
                  </a:cubicBezTo>
                  <a:cubicBezTo>
                    <a:pt x="60" y="2"/>
                    <a:pt x="59" y="3"/>
                    <a:pt x="59" y="3"/>
                  </a:cubicBezTo>
                  <a:cubicBezTo>
                    <a:pt x="13" y="11"/>
                    <a:pt x="13" y="11"/>
                    <a:pt x="13" y="11"/>
                  </a:cubicBezTo>
                  <a:cubicBezTo>
                    <a:pt x="0" y="14"/>
                    <a:pt x="0" y="14"/>
                    <a:pt x="0" y="14"/>
                  </a:cubicBezTo>
                  <a:cubicBezTo>
                    <a:pt x="6" y="19"/>
                    <a:pt x="16" y="30"/>
                    <a:pt x="17" y="37"/>
                  </a:cubicBezTo>
                  <a:cubicBezTo>
                    <a:pt x="17" y="38"/>
                    <a:pt x="17" y="39"/>
                    <a:pt x="17" y="40"/>
                  </a:cubicBezTo>
                  <a:cubicBezTo>
                    <a:pt x="19" y="50"/>
                    <a:pt x="22" y="62"/>
                    <a:pt x="22" y="62"/>
                  </a:cubicBezTo>
                  <a:cubicBezTo>
                    <a:pt x="22" y="62"/>
                    <a:pt x="24" y="60"/>
                    <a:pt x="27" y="58"/>
                  </a:cubicBezTo>
                  <a:cubicBezTo>
                    <a:pt x="41" y="47"/>
                    <a:pt x="69" y="48"/>
                    <a:pt x="86" y="50"/>
                  </a:cubicBezTo>
                  <a:cubicBezTo>
                    <a:pt x="87" y="51"/>
                    <a:pt x="88" y="51"/>
                    <a:pt x="89" y="51"/>
                  </a:cubicBezTo>
                  <a:cubicBezTo>
                    <a:pt x="87" y="48"/>
                    <a:pt x="83" y="40"/>
                    <a:pt x="75" y="33"/>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5" name="Freeform 42"/>
            <p:cNvSpPr>
              <a:spLocks/>
            </p:cNvSpPr>
            <p:nvPr/>
          </p:nvSpPr>
          <p:spPr bwMode="auto">
            <a:xfrm>
              <a:off x="8066880" y="5903746"/>
              <a:ext cx="138113" cy="66675"/>
            </a:xfrm>
            <a:custGeom>
              <a:avLst/>
              <a:gdLst>
                <a:gd name="T0" fmla="*/ 40 w 64"/>
                <a:gd name="T1" fmla="*/ 7 h 31"/>
                <a:gd name="T2" fmla="*/ 4 w 64"/>
                <a:gd name="T3" fmla="*/ 1 h 31"/>
                <a:gd name="T4" fmla="*/ 4 w 64"/>
                <a:gd name="T5" fmla="*/ 9 h 31"/>
                <a:gd name="T6" fmla="*/ 0 w 64"/>
                <a:gd name="T7" fmla="*/ 31 h 31"/>
                <a:gd name="T8" fmla="*/ 64 w 64"/>
                <a:gd name="T9" fmla="*/ 27 h 31"/>
                <a:gd name="T10" fmla="*/ 63 w 64"/>
                <a:gd name="T11" fmla="*/ 0 h 31"/>
                <a:gd name="T12" fmla="*/ 40 w 6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64" h="31">
                  <a:moveTo>
                    <a:pt x="40" y="7"/>
                  </a:moveTo>
                  <a:cubicBezTo>
                    <a:pt x="31" y="7"/>
                    <a:pt x="17" y="4"/>
                    <a:pt x="4" y="1"/>
                  </a:cubicBezTo>
                  <a:cubicBezTo>
                    <a:pt x="4" y="9"/>
                    <a:pt x="4" y="9"/>
                    <a:pt x="4" y="9"/>
                  </a:cubicBezTo>
                  <a:cubicBezTo>
                    <a:pt x="4" y="13"/>
                    <a:pt x="0" y="27"/>
                    <a:pt x="0" y="31"/>
                  </a:cubicBezTo>
                  <a:cubicBezTo>
                    <a:pt x="64" y="27"/>
                    <a:pt x="64" y="27"/>
                    <a:pt x="64" y="27"/>
                  </a:cubicBezTo>
                  <a:cubicBezTo>
                    <a:pt x="64" y="25"/>
                    <a:pt x="63" y="10"/>
                    <a:pt x="63" y="0"/>
                  </a:cubicBezTo>
                  <a:cubicBezTo>
                    <a:pt x="58" y="4"/>
                    <a:pt x="50" y="7"/>
                    <a:pt x="40" y="7"/>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6" name="Freeform 43"/>
            <p:cNvSpPr>
              <a:spLocks/>
            </p:cNvSpPr>
            <p:nvPr/>
          </p:nvSpPr>
          <p:spPr bwMode="auto">
            <a:xfrm>
              <a:off x="8519318" y="4287671"/>
              <a:ext cx="188913" cy="249238"/>
            </a:xfrm>
            <a:custGeom>
              <a:avLst/>
              <a:gdLst>
                <a:gd name="T0" fmla="*/ 77 w 88"/>
                <a:gd name="T1" fmla="*/ 12 h 116"/>
                <a:gd name="T2" fmla="*/ 23 w 88"/>
                <a:gd name="T3" fmla="*/ 9 h 116"/>
                <a:gd name="T4" fmla="*/ 21 w 88"/>
                <a:gd name="T5" fmla="*/ 31 h 116"/>
                <a:gd name="T6" fmla="*/ 25 w 88"/>
                <a:gd name="T7" fmla="*/ 70 h 116"/>
                <a:gd name="T8" fmla="*/ 39 w 88"/>
                <a:gd name="T9" fmla="*/ 70 h 116"/>
                <a:gd name="T10" fmla="*/ 45 w 88"/>
                <a:gd name="T11" fmla="*/ 43 h 116"/>
                <a:gd name="T12" fmla="*/ 53 w 88"/>
                <a:gd name="T13" fmla="*/ 44 h 116"/>
                <a:gd name="T14" fmla="*/ 53 w 88"/>
                <a:gd name="T15" fmla="*/ 50 h 116"/>
                <a:gd name="T16" fmla="*/ 53 w 88"/>
                <a:gd name="T17" fmla="*/ 54 h 116"/>
                <a:gd name="T18" fmla="*/ 46 w 88"/>
                <a:gd name="T19" fmla="*/ 76 h 116"/>
                <a:gd name="T20" fmla="*/ 30 w 88"/>
                <a:gd name="T21" fmla="*/ 80 h 116"/>
                <a:gd name="T22" fmla="*/ 8 w 88"/>
                <a:gd name="T23" fmla="*/ 88 h 116"/>
                <a:gd name="T24" fmla="*/ 9 w 88"/>
                <a:gd name="T25" fmla="*/ 100 h 116"/>
                <a:gd name="T26" fmla="*/ 18 w 88"/>
                <a:gd name="T27" fmla="*/ 99 h 116"/>
                <a:gd name="T28" fmla="*/ 37 w 88"/>
                <a:gd name="T29" fmla="*/ 98 h 116"/>
                <a:gd name="T30" fmla="*/ 24 w 88"/>
                <a:gd name="T31" fmla="*/ 106 h 116"/>
                <a:gd name="T32" fmla="*/ 26 w 88"/>
                <a:gd name="T33" fmla="*/ 115 h 116"/>
                <a:gd name="T34" fmla="*/ 38 w 88"/>
                <a:gd name="T35" fmla="*/ 115 h 116"/>
                <a:gd name="T36" fmla="*/ 53 w 88"/>
                <a:gd name="T37" fmla="*/ 104 h 116"/>
                <a:gd name="T38" fmla="*/ 58 w 88"/>
                <a:gd name="T39" fmla="*/ 100 h 116"/>
                <a:gd name="T40" fmla="*/ 64 w 88"/>
                <a:gd name="T41" fmla="*/ 96 h 116"/>
                <a:gd name="T42" fmla="*/ 79 w 88"/>
                <a:gd name="T43" fmla="*/ 61 h 116"/>
                <a:gd name="T44" fmla="*/ 85 w 88"/>
                <a:gd name="T45" fmla="*/ 51 h 116"/>
                <a:gd name="T46" fmla="*/ 86 w 88"/>
                <a:gd name="T47" fmla="*/ 33 h 116"/>
                <a:gd name="T48" fmla="*/ 77 w 88"/>
                <a:gd name="T49" fmla="*/ 1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8" h="116">
                  <a:moveTo>
                    <a:pt x="77" y="12"/>
                  </a:moveTo>
                  <a:cubicBezTo>
                    <a:pt x="37" y="0"/>
                    <a:pt x="23" y="9"/>
                    <a:pt x="23" y="9"/>
                  </a:cubicBezTo>
                  <a:cubicBezTo>
                    <a:pt x="23" y="9"/>
                    <a:pt x="22" y="24"/>
                    <a:pt x="21" y="31"/>
                  </a:cubicBezTo>
                  <a:cubicBezTo>
                    <a:pt x="21" y="38"/>
                    <a:pt x="21" y="64"/>
                    <a:pt x="25" y="70"/>
                  </a:cubicBezTo>
                  <a:cubicBezTo>
                    <a:pt x="29" y="77"/>
                    <a:pt x="34" y="76"/>
                    <a:pt x="39" y="70"/>
                  </a:cubicBezTo>
                  <a:cubicBezTo>
                    <a:pt x="43" y="64"/>
                    <a:pt x="45" y="43"/>
                    <a:pt x="45" y="43"/>
                  </a:cubicBezTo>
                  <a:cubicBezTo>
                    <a:pt x="53" y="44"/>
                    <a:pt x="53" y="44"/>
                    <a:pt x="53" y="44"/>
                  </a:cubicBezTo>
                  <a:cubicBezTo>
                    <a:pt x="53" y="44"/>
                    <a:pt x="53" y="47"/>
                    <a:pt x="53" y="50"/>
                  </a:cubicBezTo>
                  <a:cubicBezTo>
                    <a:pt x="54" y="52"/>
                    <a:pt x="54" y="54"/>
                    <a:pt x="53" y="54"/>
                  </a:cubicBezTo>
                  <a:cubicBezTo>
                    <a:pt x="53" y="56"/>
                    <a:pt x="46" y="76"/>
                    <a:pt x="46" y="76"/>
                  </a:cubicBezTo>
                  <a:cubicBezTo>
                    <a:pt x="46" y="76"/>
                    <a:pt x="37" y="80"/>
                    <a:pt x="30" y="80"/>
                  </a:cubicBezTo>
                  <a:cubicBezTo>
                    <a:pt x="24" y="80"/>
                    <a:pt x="16" y="85"/>
                    <a:pt x="8" y="88"/>
                  </a:cubicBezTo>
                  <a:cubicBezTo>
                    <a:pt x="0" y="90"/>
                    <a:pt x="9" y="100"/>
                    <a:pt x="9" y="100"/>
                  </a:cubicBezTo>
                  <a:cubicBezTo>
                    <a:pt x="18" y="99"/>
                    <a:pt x="18" y="99"/>
                    <a:pt x="18" y="99"/>
                  </a:cubicBezTo>
                  <a:cubicBezTo>
                    <a:pt x="37" y="98"/>
                    <a:pt x="37" y="98"/>
                    <a:pt x="37" y="98"/>
                  </a:cubicBezTo>
                  <a:cubicBezTo>
                    <a:pt x="37" y="98"/>
                    <a:pt x="29" y="102"/>
                    <a:pt x="24" y="106"/>
                  </a:cubicBezTo>
                  <a:cubicBezTo>
                    <a:pt x="19" y="109"/>
                    <a:pt x="26" y="115"/>
                    <a:pt x="26" y="115"/>
                  </a:cubicBezTo>
                  <a:cubicBezTo>
                    <a:pt x="26" y="115"/>
                    <a:pt x="36" y="114"/>
                    <a:pt x="38" y="115"/>
                  </a:cubicBezTo>
                  <a:cubicBezTo>
                    <a:pt x="40" y="116"/>
                    <a:pt x="48" y="110"/>
                    <a:pt x="53" y="104"/>
                  </a:cubicBezTo>
                  <a:cubicBezTo>
                    <a:pt x="55" y="103"/>
                    <a:pt x="57" y="101"/>
                    <a:pt x="58" y="100"/>
                  </a:cubicBezTo>
                  <a:cubicBezTo>
                    <a:pt x="60" y="97"/>
                    <a:pt x="58" y="100"/>
                    <a:pt x="64" y="96"/>
                  </a:cubicBezTo>
                  <a:cubicBezTo>
                    <a:pt x="71" y="91"/>
                    <a:pt x="79" y="64"/>
                    <a:pt x="79" y="61"/>
                  </a:cubicBezTo>
                  <a:cubicBezTo>
                    <a:pt x="80" y="59"/>
                    <a:pt x="84" y="56"/>
                    <a:pt x="85" y="51"/>
                  </a:cubicBezTo>
                  <a:cubicBezTo>
                    <a:pt x="86" y="48"/>
                    <a:pt x="88" y="43"/>
                    <a:pt x="86" y="33"/>
                  </a:cubicBezTo>
                  <a:cubicBezTo>
                    <a:pt x="84" y="28"/>
                    <a:pt x="82" y="21"/>
                    <a:pt x="77" y="12"/>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7" name="Freeform 44"/>
            <p:cNvSpPr>
              <a:spLocks noEditPoints="1"/>
            </p:cNvSpPr>
            <p:nvPr/>
          </p:nvSpPr>
          <p:spPr bwMode="auto">
            <a:xfrm>
              <a:off x="7690643" y="2546184"/>
              <a:ext cx="1177925" cy="3460750"/>
            </a:xfrm>
            <a:custGeom>
              <a:avLst/>
              <a:gdLst>
                <a:gd name="T0" fmla="*/ 546 w 550"/>
                <a:gd name="T1" fmla="*/ 1540 h 1615"/>
                <a:gd name="T2" fmla="*/ 523 w 550"/>
                <a:gd name="T3" fmla="*/ 1340 h 1615"/>
                <a:gd name="T4" fmla="*/ 471 w 550"/>
                <a:gd name="T5" fmla="*/ 1108 h 1615"/>
                <a:gd name="T6" fmla="*/ 439 w 550"/>
                <a:gd name="T7" fmla="*/ 972 h 1615"/>
                <a:gd name="T8" fmla="*/ 413 w 550"/>
                <a:gd name="T9" fmla="*/ 928 h 1615"/>
                <a:gd name="T10" fmla="*/ 405 w 550"/>
                <a:gd name="T11" fmla="*/ 912 h 1615"/>
                <a:gd name="T12" fmla="*/ 417 w 550"/>
                <a:gd name="T13" fmla="*/ 893 h 1615"/>
                <a:gd name="T14" fmla="*/ 440 w 550"/>
                <a:gd name="T15" fmla="*/ 863 h 1615"/>
                <a:gd name="T16" fmla="*/ 426 w 550"/>
                <a:gd name="T17" fmla="*/ 883 h 1615"/>
                <a:gd name="T18" fmla="*/ 410 w 550"/>
                <a:gd name="T19" fmla="*/ 822 h 1615"/>
                <a:gd name="T20" fmla="*/ 477 w 550"/>
                <a:gd name="T21" fmla="*/ 834 h 1615"/>
                <a:gd name="T22" fmla="*/ 452 w 550"/>
                <a:gd name="T23" fmla="*/ 483 h 1615"/>
                <a:gd name="T24" fmla="*/ 403 w 550"/>
                <a:gd name="T25" fmla="*/ 331 h 1615"/>
                <a:gd name="T26" fmla="*/ 349 w 550"/>
                <a:gd name="T27" fmla="*/ 283 h 1615"/>
                <a:gd name="T28" fmla="*/ 349 w 550"/>
                <a:gd name="T29" fmla="*/ 193 h 1615"/>
                <a:gd name="T30" fmla="*/ 214 w 550"/>
                <a:gd name="T31" fmla="*/ 19 h 1615"/>
                <a:gd name="T32" fmla="*/ 116 w 550"/>
                <a:gd name="T33" fmla="*/ 213 h 1615"/>
                <a:gd name="T34" fmla="*/ 136 w 550"/>
                <a:gd name="T35" fmla="*/ 293 h 1615"/>
                <a:gd name="T36" fmla="*/ 26 w 550"/>
                <a:gd name="T37" fmla="*/ 358 h 1615"/>
                <a:gd name="T38" fmla="*/ 14 w 550"/>
                <a:gd name="T39" fmla="*/ 828 h 1615"/>
                <a:gd name="T40" fmla="*/ 29 w 550"/>
                <a:gd name="T41" fmla="*/ 836 h 1615"/>
                <a:gd name="T42" fmla="*/ 99 w 550"/>
                <a:gd name="T43" fmla="*/ 879 h 1615"/>
                <a:gd name="T44" fmla="*/ 87 w 550"/>
                <a:gd name="T45" fmla="*/ 906 h 1615"/>
                <a:gd name="T46" fmla="*/ 86 w 550"/>
                <a:gd name="T47" fmla="*/ 939 h 1615"/>
                <a:gd name="T48" fmla="*/ 56 w 550"/>
                <a:gd name="T49" fmla="*/ 921 h 1615"/>
                <a:gd name="T50" fmla="*/ 110 w 550"/>
                <a:gd name="T51" fmla="*/ 1289 h 1615"/>
                <a:gd name="T52" fmla="*/ 141 w 550"/>
                <a:gd name="T53" fmla="*/ 1558 h 1615"/>
                <a:gd name="T54" fmla="*/ 239 w 550"/>
                <a:gd name="T55" fmla="*/ 1567 h 1615"/>
                <a:gd name="T56" fmla="*/ 231 w 550"/>
                <a:gd name="T57" fmla="*/ 1431 h 1615"/>
                <a:gd name="T58" fmla="*/ 222 w 550"/>
                <a:gd name="T59" fmla="*/ 1186 h 1615"/>
                <a:gd name="T60" fmla="*/ 285 w 550"/>
                <a:gd name="T61" fmla="*/ 1088 h 1615"/>
                <a:gd name="T62" fmla="*/ 411 w 550"/>
                <a:gd name="T63" fmla="*/ 1520 h 1615"/>
                <a:gd name="T64" fmla="*/ 484 w 550"/>
                <a:gd name="T65" fmla="*/ 1573 h 1615"/>
                <a:gd name="T66" fmla="*/ 496 w 550"/>
                <a:gd name="T67" fmla="*/ 1585 h 1615"/>
                <a:gd name="T68" fmla="*/ 504 w 550"/>
                <a:gd name="T69" fmla="*/ 1574 h 1615"/>
                <a:gd name="T70" fmla="*/ 302 w 550"/>
                <a:gd name="T71" fmla="*/ 177 h 1615"/>
                <a:gd name="T72" fmla="*/ 281 w 550"/>
                <a:gd name="T73" fmla="*/ 256 h 1615"/>
                <a:gd name="T74" fmla="*/ 297 w 550"/>
                <a:gd name="T75" fmla="*/ 300 h 1615"/>
                <a:gd name="T76" fmla="*/ 289 w 550"/>
                <a:gd name="T77" fmla="*/ 336 h 1615"/>
                <a:gd name="T78" fmla="*/ 224 w 550"/>
                <a:gd name="T79" fmla="*/ 425 h 1615"/>
                <a:gd name="T80" fmla="*/ 179 w 550"/>
                <a:gd name="T81" fmla="*/ 323 h 1615"/>
                <a:gd name="T82" fmla="*/ 171 w 550"/>
                <a:gd name="T83" fmla="*/ 270 h 1615"/>
                <a:gd name="T84" fmla="*/ 180 w 550"/>
                <a:gd name="T85" fmla="*/ 218 h 1615"/>
                <a:gd name="T86" fmla="*/ 149 w 550"/>
                <a:gd name="T87" fmla="*/ 149 h 1615"/>
                <a:gd name="T88" fmla="*/ 204 w 550"/>
                <a:gd name="T89" fmla="*/ 51 h 1615"/>
                <a:gd name="T90" fmla="*/ 314 w 550"/>
                <a:gd name="T91" fmla="*/ 145 h 1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50" h="1615">
                  <a:moveTo>
                    <a:pt x="487" y="1551"/>
                  </a:moveTo>
                  <a:cubicBezTo>
                    <a:pt x="500" y="1548"/>
                    <a:pt x="500" y="1548"/>
                    <a:pt x="500" y="1548"/>
                  </a:cubicBezTo>
                  <a:cubicBezTo>
                    <a:pt x="546" y="1540"/>
                    <a:pt x="546" y="1540"/>
                    <a:pt x="546" y="1540"/>
                  </a:cubicBezTo>
                  <a:cubicBezTo>
                    <a:pt x="546" y="1540"/>
                    <a:pt x="547" y="1539"/>
                    <a:pt x="547" y="1537"/>
                  </a:cubicBezTo>
                  <a:cubicBezTo>
                    <a:pt x="548" y="1525"/>
                    <a:pt x="550" y="1490"/>
                    <a:pt x="548" y="1478"/>
                  </a:cubicBezTo>
                  <a:cubicBezTo>
                    <a:pt x="545" y="1463"/>
                    <a:pt x="529" y="1369"/>
                    <a:pt x="523" y="1340"/>
                  </a:cubicBezTo>
                  <a:cubicBezTo>
                    <a:pt x="517" y="1311"/>
                    <a:pt x="500" y="1223"/>
                    <a:pt x="491" y="1206"/>
                  </a:cubicBezTo>
                  <a:cubicBezTo>
                    <a:pt x="482" y="1188"/>
                    <a:pt x="480" y="1186"/>
                    <a:pt x="480" y="1170"/>
                  </a:cubicBezTo>
                  <a:cubicBezTo>
                    <a:pt x="480" y="1154"/>
                    <a:pt x="484" y="1126"/>
                    <a:pt x="471" y="1108"/>
                  </a:cubicBezTo>
                  <a:cubicBezTo>
                    <a:pt x="458" y="1091"/>
                    <a:pt x="453" y="1085"/>
                    <a:pt x="453" y="1075"/>
                  </a:cubicBezTo>
                  <a:cubicBezTo>
                    <a:pt x="453" y="1065"/>
                    <a:pt x="455" y="1036"/>
                    <a:pt x="449" y="1015"/>
                  </a:cubicBezTo>
                  <a:cubicBezTo>
                    <a:pt x="443" y="995"/>
                    <a:pt x="440" y="992"/>
                    <a:pt x="439" y="972"/>
                  </a:cubicBezTo>
                  <a:cubicBezTo>
                    <a:pt x="438" y="961"/>
                    <a:pt x="439" y="939"/>
                    <a:pt x="440" y="917"/>
                  </a:cubicBezTo>
                  <a:cubicBezTo>
                    <a:pt x="435" y="923"/>
                    <a:pt x="427" y="929"/>
                    <a:pt x="425" y="928"/>
                  </a:cubicBezTo>
                  <a:cubicBezTo>
                    <a:pt x="423" y="927"/>
                    <a:pt x="413" y="928"/>
                    <a:pt x="413" y="928"/>
                  </a:cubicBezTo>
                  <a:cubicBezTo>
                    <a:pt x="413" y="928"/>
                    <a:pt x="406" y="922"/>
                    <a:pt x="411" y="919"/>
                  </a:cubicBezTo>
                  <a:cubicBezTo>
                    <a:pt x="416" y="915"/>
                    <a:pt x="424" y="911"/>
                    <a:pt x="424" y="911"/>
                  </a:cubicBezTo>
                  <a:cubicBezTo>
                    <a:pt x="405" y="912"/>
                    <a:pt x="405" y="912"/>
                    <a:pt x="405" y="912"/>
                  </a:cubicBezTo>
                  <a:cubicBezTo>
                    <a:pt x="396" y="913"/>
                    <a:pt x="396" y="913"/>
                    <a:pt x="396" y="913"/>
                  </a:cubicBezTo>
                  <a:cubicBezTo>
                    <a:pt x="396" y="913"/>
                    <a:pt x="387" y="903"/>
                    <a:pt x="395" y="901"/>
                  </a:cubicBezTo>
                  <a:cubicBezTo>
                    <a:pt x="403" y="898"/>
                    <a:pt x="411" y="893"/>
                    <a:pt x="417" y="893"/>
                  </a:cubicBezTo>
                  <a:cubicBezTo>
                    <a:pt x="424" y="893"/>
                    <a:pt x="433" y="889"/>
                    <a:pt x="433" y="889"/>
                  </a:cubicBezTo>
                  <a:cubicBezTo>
                    <a:pt x="433" y="889"/>
                    <a:pt x="440" y="869"/>
                    <a:pt x="440" y="867"/>
                  </a:cubicBezTo>
                  <a:cubicBezTo>
                    <a:pt x="440" y="866"/>
                    <a:pt x="440" y="864"/>
                    <a:pt x="440" y="863"/>
                  </a:cubicBezTo>
                  <a:cubicBezTo>
                    <a:pt x="440" y="860"/>
                    <a:pt x="440" y="857"/>
                    <a:pt x="440" y="857"/>
                  </a:cubicBezTo>
                  <a:cubicBezTo>
                    <a:pt x="432" y="856"/>
                    <a:pt x="432" y="856"/>
                    <a:pt x="432" y="856"/>
                  </a:cubicBezTo>
                  <a:cubicBezTo>
                    <a:pt x="432" y="856"/>
                    <a:pt x="430" y="877"/>
                    <a:pt x="426" y="883"/>
                  </a:cubicBezTo>
                  <a:cubicBezTo>
                    <a:pt x="421" y="889"/>
                    <a:pt x="416" y="890"/>
                    <a:pt x="412" y="883"/>
                  </a:cubicBezTo>
                  <a:cubicBezTo>
                    <a:pt x="408" y="877"/>
                    <a:pt x="408" y="851"/>
                    <a:pt x="408" y="844"/>
                  </a:cubicBezTo>
                  <a:cubicBezTo>
                    <a:pt x="409" y="837"/>
                    <a:pt x="410" y="822"/>
                    <a:pt x="410" y="822"/>
                  </a:cubicBezTo>
                  <a:cubicBezTo>
                    <a:pt x="410" y="822"/>
                    <a:pt x="424" y="813"/>
                    <a:pt x="464" y="825"/>
                  </a:cubicBezTo>
                  <a:cubicBezTo>
                    <a:pt x="469" y="834"/>
                    <a:pt x="471" y="841"/>
                    <a:pt x="473" y="846"/>
                  </a:cubicBezTo>
                  <a:cubicBezTo>
                    <a:pt x="475" y="843"/>
                    <a:pt x="477" y="840"/>
                    <a:pt x="477" y="834"/>
                  </a:cubicBezTo>
                  <a:cubicBezTo>
                    <a:pt x="477" y="805"/>
                    <a:pt x="474" y="739"/>
                    <a:pt x="474" y="704"/>
                  </a:cubicBezTo>
                  <a:cubicBezTo>
                    <a:pt x="474" y="670"/>
                    <a:pt x="464" y="566"/>
                    <a:pt x="458" y="540"/>
                  </a:cubicBezTo>
                  <a:cubicBezTo>
                    <a:pt x="452" y="514"/>
                    <a:pt x="453" y="497"/>
                    <a:pt x="452" y="483"/>
                  </a:cubicBezTo>
                  <a:cubicBezTo>
                    <a:pt x="450" y="470"/>
                    <a:pt x="432" y="405"/>
                    <a:pt x="430" y="389"/>
                  </a:cubicBezTo>
                  <a:cubicBezTo>
                    <a:pt x="429" y="373"/>
                    <a:pt x="421" y="347"/>
                    <a:pt x="419" y="342"/>
                  </a:cubicBezTo>
                  <a:cubicBezTo>
                    <a:pt x="416" y="338"/>
                    <a:pt x="408" y="329"/>
                    <a:pt x="403" y="331"/>
                  </a:cubicBezTo>
                  <a:cubicBezTo>
                    <a:pt x="397" y="332"/>
                    <a:pt x="372" y="319"/>
                    <a:pt x="357" y="312"/>
                  </a:cubicBezTo>
                  <a:cubicBezTo>
                    <a:pt x="353" y="310"/>
                    <a:pt x="348" y="307"/>
                    <a:pt x="343" y="305"/>
                  </a:cubicBezTo>
                  <a:cubicBezTo>
                    <a:pt x="344" y="299"/>
                    <a:pt x="347" y="288"/>
                    <a:pt x="349" y="283"/>
                  </a:cubicBezTo>
                  <a:cubicBezTo>
                    <a:pt x="352" y="276"/>
                    <a:pt x="354" y="261"/>
                    <a:pt x="353" y="248"/>
                  </a:cubicBezTo>
                  <a:cubicBezTo>
                    <a:pt x="352" y="235"/>
                    <a:pt x="351" y="226"/>
                    <a:pt x="352" y="220"/>
                  </a:cubicBezTo>
                  <a:cubicBezTo>
                    <a:pt x="354" y="215"/>
                    <a:pt x="349" y="203"/>
                    <a:pt x="349" y="193"/>
                  </a:cubicBezTo>
                  <a:cubicBezTo>
                    <a:pt x="349" y="184"/>
                    <a:pt x="347" y="163"/>
                    <a:pt x="345" y="133"/>
                  </a:cubicBezTo>
                  <a:cubicBezTo>
                    <a:pt x="343" y="103"/>
                    <a:pt x="316" y="45"/>
                    <a:pt x="283" y="23"/>
                  </a:cubicBezTo>
                  <a:cubicBezTo>
                    <a:pt x="249" y="0"/>
                    <a:pt x="214" y="19"/>
                    <a:pt x="214" y="19"/>
                  </a:cubicBezTo>
                  <a:cubicBezTo>
                    <a:pt x="161" y="10"/>
                    <a:pt x="129" y="118"/>
                    <a:pt x="129" y="125"/>
                  </a:cubicBezTo>
                  <a:cubicBezTo>
                    <a:pt x="128" y="132"/>
                    <a:pt x="120" y="149"/>
                    <a:pt x="116" y="163"/>
                  </a:cubicBezTo>
                  <a:cubicBezTo>
                    <a:pt x="113" y="177"/>
                    <a:pt x="114" y="199"/>
                    <a:pt x="116" y="213"/>
                  </a:cubicBezTo>
                  <a:cubicBezTo>
                    <a:pt x="118" y="228"/>
                    <a:pt x="123" y="254"/>
                    <a:pt x="123" y="261"/>
                  </a:cubicBezTo>
                  <a:cubicBezTo>
                    <a:pt x="123" y="268"/>
                    <a:pt x="131" y="281"/>
                    <a:pt x="134" y="287"/>
                  </a:cubicBezTo>
                  <a:cubicBezTo>
                    <a:pt x="135" y="288"/>
                    <a:pt x="136" y="291"/>
                    <a:pt x="136" y="293"/>
                  </a:cubicBezTo>
                  <a:cubicBezTo>
                    <a:pt x="134" y="295"/>
                    <a:pt x="132" y="297"/>
                    <a:pt x="131" y="297"/>
                  </a:cubicBezTo>
                  <a:cubicBezTo>
                    <a:pt x="126" y="300"/>
                    <a:pt x="100" y="308"/>
                    <a:pt x="81" y="315"/>
                  </a:cubicBezTo>
                  <a:cubicBezTo>
                    <a:pt x="62" y="322"/>
                    <a:pt x="36" y="321"/>
                    <a:pt x="26" y="358"/>
                  </a:cubicBezTo>
                  <a:cubicBezTo>
                    <a:pt x="16" y="396"/>
                    <a:pt x="0" y="587"/>
                    <a:pt x="0" y="600"/>
                  </a:cubicBezTo>
                  <a:cubicBezTo>
                    <a:pt x="0" y="613"/>
                    <a:pt x="4" y="731"/>
                    <a:pt x="4" y="755"/>
                  </a:cubicBezTo>
                  <a:cubicBezTo>
                    <a:pt x="4" y="780"/>
                    <a:pt x="13" y="824"/>
                    <a:pt x="14" y="828"/>
                  </a:cubicBezTo>
                  <a:cubicBezTo>
                    <a:pt x="16" y="832"/>
                    <a:pt x="19" y="841"/>
                    <a:pt x="19" y="841"/>
                  </a:cubicBezTo>
                  <a:cubicBezTo>
                    <a:pt x="29" y="839"/>
                    <a:pt x="29" y="839"/>
                    <a:pt x="29" y="839"/>
                  </a:cubicBezTo>
                  <a:cubicBezTo>
                    <a:pt x="29" y="837"/>
                    <a:pt x="29" y="836"/>
                    <a:pt x="29" y="836"/>
                  </a:cubicBezTo>
                  <a:cubicBezTo>
                    <a:pt x="29" y="836"/>
                    <a:pt x="56" y="828"/>
                    <a:pt x="86" y="831"/>
                  </a:cubicBezTo>
                  <a:cubicBezTo>
                    <a:pt x="86" y="831"/>
                    <a:pt x="94" y="848"/>
                    <a:pt x="95" y="857"/>
                  </a:cubicBezTo>
                  <a:cubicBezTo>
                    <a:pt x="96" y="866"/>
                    <a:pt x="98" y="875"/>
                    <a:pt x="99" y="879"/>
                  </a:cubicBezTo>
                  <a:cubicBezTo>
                    <a:pt x="99" y="882"/>
                    <a:pt x="102" y="893"/>
                    <a:pt x="95" y="895"/>
                  </a:cubicBezTo>
                  <a:cubicBezTo>
                    <a:pt x="88" y="897"/>
                    <a:pt x="81" y="891"/>
                    <a:pt x="81" y="891"/>
                  </a:cubicBezTo>
                  <a:cubicBezTo>
                    <a:pt x="81" y="891"/>
                    <a:pt x="83" y="902"/>
                    <a:pt x="87" y="906"/>
                  </a:cubicBezTo>
                  <a:cubicBezTo>
                    <a:pt x="91" y="911"/>
                    <a:pt x="97" y="917"/>
                    <a:pt x="96" y="923"/>
                  </a:cubicBezTo>
                  <a:cubicBezTo>
                    <a:pt x="94" y="929"/>
                    <a:pt x="89" y="928"/>
                    <a:pt x="89" y="928"/>
                  </a:cubicBezTo>
                  <a:cubicBezTo>
                    <a:pt x="89" y="928"/>
                    <a:pt x="90" y="938"/>
                    <a:pt x="86" y="939"/>
                  </a:cubicBezTo>
                  <a:cubicBezTo>
                    <a:pt x="81" y="940"/>
                    <a:pt x="80" y="937"/>
                    <a:pt x="80" y="937"/>
                  </a:cubicBezTo>
                  <a:cubicBezTo>
                    <a:pt x="80" y="937"/>
                    <a:pt x="73" y="935"/>
                    <a:pt x="70" y="931"/>
                  </a:cubicBezTo>
                  <a:cubicBezTo>
                    <a:pt x="68" y="929"/>
                    <a:pt x="62" y="925"/>
                    <a:pt x="56" y="921"/>
                  </a:cubicBezTo>
                  <a:cubicBezTo>
                    <a:pt x="58" y="955"/>
                    <a:pt x="61" y="989"/>
                    <a:pt x="62" y="1002"/>
                  </a:cubicBezTo>
                  <a:cubicBezTo>
                    <a:pt x="65" y="1033"/>
                    <a:pt x="87" y="1149"/>
                    <a:pt x="93" y="1174"/>
                  </a:cubicBezTo>
                  <a:cubicBezTo>
                    <a:pt x="99" y="1199"/>
                    <a:pt x="109" y="1258"/>
                    <a:pt x="110" y="1289"/>
                  </a:cubicBezTo>
                  <a:cubicBezTo>
                    <a:pt x="112" y="1319"/>
                    <a:pt x="125" y="1427"/>
                    <a:pt x="126" y="1453"/>
                  </a:cubicBezTo>
                  <a:cubicBezTo>
                    <a:pt x="128" y="1479"/>
                    <a:pt x="137" y="1524"/>
                    <a:pt x="138" y="1529"/>
                  </a:cubicBezTo>
                  <a:cubicBezTo>
                    <a:pt x="139" y="1533"/>
                    <a:pt x="141" y="1558"/>
                    <a:pt x="141" y="1558"/>
                  </a:cubicBezTo>
                  <a:cubicBezTo>
                    <a:pt x="141" y="1558"/>
                    <a:pt x="160" y="1563"/>
                    <a:pt x="180" y="1568"/>
                  </a:cubicBezTo>
                  <a:cubicBezTo>
                    <a:pt x="193" y="1571"/>
                    <a:pt x="207" y="1574"/>
                    <a:pt x="216" y="1574"/>
                  </a:cubicBezTo>
                  <a:cubicBezTo>
                    <a:pt x="226" y="1574"/>
                    <a:pt x="234" y="1571"/>
                    <a:pt x="239" y="1567"/>
                  </a:cubicBezTo>
                  <a:cubicBezTo>
                    <a:pt x="246" y="1563"/>
                    <a:pt x="248" y="1556"/>
                    <a:pt x="248" y="1552"/>
                  </a:cubicBezTo>
                  <a:cubicBezTo>
                    <a:pt x="248" y="1545"/>
                    <a:pt x="254" y="1508"/>
                    <a:pt x="251" y="1488"/>
                  </a:cubicBezTo>
                  <a:cubicBezTo>
                    <a:pt x="248" y="1468"/>
                    <a:pt x="232" y="1457"/>
                    <a:pt x="231" y="1431"/>
                  </a:cubicBezTo>
                  <a:cubicBezTo>
                    <a:pt x="230" y="1405"/>
                    <a:pt x="240" y="1337"/>
                    <a:pt x="238" y="1321"/>
                  </a:cubicBezTo>
                  <a:cubicBezTo>
                    <a:pt x="237" y="1305"/>
                    <a:pt x="234" y="1260"/>
                    <a:pt x="228" y="1231"/>
                  </a:cubicBezTo>
                  <a:cubicBezTo>
                    <a:pt x="222" y="1202"/>
                    <a:pt x="222" y="1199"/>
                    <a:pt x="222" y="1186"/>
                  </a:cubicBezTo>
                  <a:cubicBezTo>
                    <a:pt x="222" y="1172"/>
                    <a:pt x="230" y="1027"/>
                    <a:pt x="230" y="1005"/>
                  </a:cubicBezTo>
                  <a:cubicBezTo>
                    <a:pt x="230" y="983"/>
                    <a:pt x="233" y="889"/>
                    <a:pt x="233" y="889"/>
                  </a:cubicBezTo>
                  <a:cubicBezTo>
                    <a:pt x="233" y="889"/>
                    <a:pt x="279" y="1066"/>
                    <a:pt x="285" y="1088"/>
                  </a:cubicBezTo>
                  <a:cubicBezTo>
                    <a:pt x="291" y="1110"/>
                    <a:pt x="331" y="1251"/>
                    <a:pt x="333" y="1279"/>
                  </a:cubicBezTo>
                  <a:cubicBezTo>
                    <a:pt x="334" y="1306"/>
                    <a:pt x="382" y="1417"/>
                    <a:pt x="384" y="1434"/>
                  </a:cubicBezTo>
                  <a:cubicBezTo>
                    <a:pt x="385" y="1452"/>
                    <a:pt x="410" y="1514"/>
                    <a:pt x="411" y="1520"/>
                  </a:cubicBezTo>
                  <a:cubicBezTo>
                    <a:pt x="413" y="1526"/>
                    <a:pt x="424" y="1562"/>
                    <a:pt x="424" y="1562"/>
                  </a:cubicBezTo>
                  <a:cubicBezTo>
                    <a:pt x="471" y="1554"/>
                    <a:pt x="471" y="1554"/>
                    <a:pt x="471" y="1554"/>
                  </a:cubicBezTo>
                  <a:cubicBezTo>
                    <a:pt x="476" y="1560"/>
                    <a:pt x="483" y="1569"/>
                    <a:pt x="484" y="1573"/>
                  </a:cubicBezTo>
                  <a:cubicBezTo>
                    <a:pt x="486" y="1580"/>
                    <a:pt x="486" y="1614"/>
                    <a:pt x="486" y="1614"/>
                  </a:cubicBezTo>
                  <a:cubicBezTo>
                    <a:pt x="495" y="1615"/>
                    <a:pt x="495" y="1615"/>
                    <a:pt x="495" y="1615"/>
                  </a:cubicBezTo>
                  <a:cubicBezTo>
                    <a:pt x="495" y="1615"/>
                    <a:pt x="495" y="1588"/>
                    <a:pt x="496" y="1585"/>
                  </a:cubicBezTo>
                  <a:cubicBezTo>
                    <a:pt x="497" y="1581"/>
                    <a:pt x="496" y="1575"/>
                    <a:pt x="501" y="1577"/>
                  </a:cubicBezTo>
                  <a:cubicBezTo>
                    <a:pt x="502" y="1577"/>
                    <a:pt x="503" y="1577"/>
                    <a:pt x="504" y="1577"/>
                  </a:cubicBezTo>
                  <a:cubicBezTo>
                    <a:pt x="504" y="1576"/>
                    <a:pt x="504" y="1575"/>
                    <a:pt x="504" y="1574"/>
                  </a:cubicBezTo>
                  <a:cubicBezTo>
                    <a:pt x="503" y="1567"/>
                    <a:pt x="493" y="1556"/>
                    <a:pt x="487" y="1551"/>
                  </a:cubicBezTo>
                  <a:moveTo>
                    <a:pt x="315" y="170"/>
                  </a:moveTo>
                  <a:cubicBezTo>
                    <a:pt x="309" y="186"/>
                    <a:pt x="302" y="177"/>
                    <a:pt x="302" y="177"/>
                  </a:cubicBezTo>
                  <a:cubicBezTo>
                    <a:pt x="302" y="177"/>
                    <a:pt x="292" y="213"/>
                    <a:pt x="282" y="230"/>
                  </a:cubicBezTo>
                  <a:cubicBezTo>
                    <a:pt x="281" y="257"/>
                    <a:pt x="281" y="257"/>
                    <a:pt x="281" y="257"/>
                  </a:cubicBezTo>
                  <a:cubicBezTo>
                    <a:pt x="281" y="257"/>
                    <a:pt x="281" y="256"/>
                    <a:pt x="281" y="256"/>
                  </a:cubicBezTo>
                  <a:cubicBezTo>
                    <a:pt x="281" y="256"/>
                    <a:pt x="289" y="251"/>
                    <a:pt x="294" y="276"/>
                  </a:cubicBezTo>
                  <a:cubicBezTo>
                    <a:pt x="294" y="277"/>
                    <a:pt x="294" y="277"/>
                    <a:pt x="294" y="277"/>
                  </a:cubicBezTo>
                  <a:cubicBezTo>
                    <a:pt x="296" y="283"/>
                    <a:pt x="296" y="291"/>
                    <a:pt x="297" y="300"/>
                  </a:cubicBezTo>
                  <a:cubicBezTo>
                    <a:pt x="297" y="303"/>
                    <a:pt x="297" y="306"/>
                    <a:pt x="297" y="310"/>
                  </a:cubicBezTo>
                  <a:cubicBezTo>
                    <a:pt x="298" y="327"/>
                    <a:pt x="297" y="344"/>
                    <a:pt x="297" y="344"/>
                  </a:cubicBezTo>
                  <a:cubicBezTo>
                    <a:pt x="297" y="344"/>
                    <a:pt x="294" y="339"/>
                    <a:pt x="289" y="336"/>
                  </a:cubicBezTo>
                  <a:cubicBezTo>
                    <a:pt x="286" y="385"/>
                    <a:pt x="282" y="447"/>
                    <a:pt x="279" y="456"/>
                  </a:cubicBezTo>
                  <a:cubicBezTo>
                    <a:pt x="273" y="470"/>
                    <a:pt x="262" y="523"/>
                    <a:pt x="262" y="523"/>
                  </a:cubicBezTo>
                  <a:cubicBezTo>
                    <a:pt x="262" y="523"/>
                    <a:pt x="228" y="446"/>
                    <a:pt x="224" y="425"/>
                  </a:cubicBezTo>
                  <a:cubicBezTo>
                    <a:pt x="221" y="411"/>
                    <a:pt x="205" y="364"/>
                    <a:pt x="194" y="333"/>
                  </a:cubicBezTo>
                  <a:cubicBezTo>
                    <a:pt x="192" y="332"/>
                    <a:pt x="190" y="333"/>
                    <a:pt x="189" y="337"/>
                  </a:cubicBezTo>
                  <a:cubicBezTo>
                    <a:pt x="187" y="344"/>
                    <a:pt x="183" y="335"/>
                    <a:pt x="179" y="323"/>
                  </a:cubicBezTo>
                  <a:cubicBezTo>
                    <a:pt x="179" y="320"/>
                    <a:pt x="178" y="318"/>
                    <a:pt x="177" y="316"/>
                  </a:cubicBezTo>
                  <a:cubicBezTo>
                    <a:pt x="173" y="302"/>
                    <a:pt x="170" y="288"/>
                    <a:pt x="169" y="284"/>
                  </a:cubicBezTo>
                  <a:cubicBezTo>
                    <a:pt x="168" y="281"/>
                    <a:pt x="169" y="275"/>
                    <a:pt x="171" y="270"/>
                  </a:cubicBezTo>
                  <a:cubicBezTo>
                    <a:pt x="173" y="263"/>
                    <a:pt x="176" y="256"/>
                    <a:pt x="179" y="253"/>
                  </a:cubicBezTo>
                  <a:cubicBezTo>
                    <a:pt x="179" y="253"/>
                    <a:pt x="180" y="253"/>
                    <a:pt x="180" y="253"/>
                  </a:cubicBezTo>
                  <a:cubicBezTo>
                    <a:pt x="180" y="218"/>
                    <a:pt x="180" y="218"/>
                    <a:pt x="180" y="218"/>
                  </a:cubicBezTo>
                  <a:cubicBezTo>
                    <a:pt x="169" y="198"/>
                    <a:pt x="168" y="175"/>
                    <a:pt x="167" y="177"/>
                  </a:cubicBezTo>
                  <a:cubicBezTo>
                    <a:pt x="163" y="183"/>
                    <a:pt x="155" y="174"/>
                    <a:pt x="154" y="170"/>
                  </a:cubicBezTo>
                  <a:cubicBezTo>
                    <a:pt x="153" y="167"/>
                    <a:pt x="151" y="165"/>
                    <a:pt x="149" y="149"/>
                  </a:cubicBezTo>
                  <a:cubicBezTo>
                    <a:pt x="156" y="144"/>
                    <a:pt x="166" y="136"/>
                    <a:pt x="171" y="127"/>
                  </a:cubicBezTo>
                  <a:cubicBezTo>
                    <a:pt x="177" y="114"/>
                    <a:pt x="176" y="86"/>
                    <a:pt x="182" y="79"/>
                  </a:cubicBezTo>
                  <a:cubicBezTo>
                    <a:pt x="187" y="74"/>
                    <a:pt x="198" y="61"/>
                    <a:pt x="204" y="51"/>
                  </a:cubicBezTo>
                  <a:cubicBezTo>
                    <a:pt x="206" y="51"/>
                    <a:pt x="208" y="50"/>
                    <a:pt x="210" y="49"/>
                  </a:cubicBezTo>
                  <a:cubicBezTo>
                    <a:pt x="222" y="65"/>
                    <a:pt x="258" y="111"/>
                    <a:pt x="278" y="124"/>
                  </a:cubicBezTo>
                  <a:cubicBezTo>
                    <a:pt x="301" y="140"/>
                    <a:pt x="314" y="145"/>
                    <a:pt x="314" y="145"/>
                  </a:cubicBezTo>
                  <a:cubicBezTo>
                    <a:pt x="314" y="145"/>
                    <a:pt x="318" y="161"/>
                    <a:pt x="315" y="170"/>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8" name="Freeform 45"/>
            <p:cNvSpPr>
              <a:spLocks/>
            </p:cNvSpPr>
            <p:nvPr/>
          </p:nvSpPr>
          <p:spPr bwMode="auto">
            <a:xfrm>
              <a:off x="8770143" y="5940259"/>
              <a:ext cx="201613" cy="87313"/>
            </a:xfrm>
            <a:custGeom>
              <a:avLst/>
              <a:gdLst>
                <a:gd name="T0" fmla="*/ 72 w 94"/>
                <a:gd name="T1" fmla="*/ 4 h 41"/>
                <a:gd name="T2" fmla="*/ 69 w 94"/>
                <a:gd name="T3" fmla="*/ 3 h 41"/>
                <a:gd name="T4" fmla="*/ 10 w 94"/>
                <a:gd name="T5" fmla="*/ 11 h 41"/>
                <a:gd name="T6" fmla="*/ 4 w 94"/>
                <a:gd name="T7" fmla="*/ 18 h 41"/>
                <a:gd name="T8" fmla="*/ 11 w 94"/>
                <a:gd name="T9" fmla="*/ 34 h 41"/>
                <a:gd name="T10" fmla="*/ 71 w 94"/>
                <a:gd name="T11" fmla="*/ 41 h 41"/>
                <a:gd name="T12" fmla="*/ 94 w 94"/>
                <a:gd name="T13" fmla="*/ 39 h 41"/>
                <a:gd name="T14" fmla="*/ 72 w 94"/>
                <a:gd name="T15" fmla="*/ 4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41">
                  <a:moveTo>
                    <a:pt x="72" y="4"/>
                  </a:moveTo>
                  <a:cubicBezTo>
                    <a:pt x="71" y="4"/>
                    <a:pt x="70" y="4"/>
                    <a:pt x="69" y="3"/>
                  </a:cubicBezTo>
                  <a:cubicBezTo>
                    <a:pt x="52" y="1"/>
                    <a:pt x="24" y="0"/>
                    <a:pt x="10" y="11"/>
                  </a:cubicBezTo>
                  <a:cubicBezTo>
                    <a:pt x="7" y="13"/>
                    <a:pt x="5" y="15"/>
                    <a:pt x="4" y="18"/>
                  </a:cubicBezTo>
                  <a:cubicBezTo>
                    <a:pt x="0" y="34"/>
                    <a:pt x="11" y="34"/>
                    <a:pt x="11" y="34"/>
                  </a:cubicBezTo>
                  <a:cubicBezTo>
                    <a:pt x="11" y="34"/>
                    <a:pt x="55" y="41"/>
                    <a:pt x="71" y="41"/>
                  </a:cubicBezTo>
                  <a:cubicBezTo>
                    <a:pt x="88" y="41"/>
                    <a:pt x="94" y="39"/>
                    <a:pt x="94" y="39"/>
                  </a:cubicBezTo>
                  <a:cubicBezTo>
                    <a:pt x="94" y="39"/>
                    <a:pt x="89" y="10"/>
                    <a:pt x="72" y="4"/>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49" name="Freeform 46"/>
            <p:cNvSpPr>
              <a:spLocks/>
            </p:cNvSpPr>
            <p:nvPr/>
          </p:nvSpPr>
          <p:spPr bwMode="auto">
            <a:xfrm>
              <a:off x="8054180" y="5960896"/>
              <a:ext cx="168275" cy="90488"/>
            </a:xfrm>
            <a:custGeom>
              <a:avLst/>
              <a:gdLst>
                <a:gd name="T0" fmla="*/ 70 w 78"/>
                <a:gd name="T1" fmla="*/ 0 h 42"/>
                <a:gd name="T2" fmla="*/ 6 w 78"/>
                <a:gd name="T3" fmla="*/ 4 h 42"/>
                <a:gd name="T4" fmla="*/ 4 w 78"/>
                <a:gd name="T5" fmla="*/ 4 h 42"/>
                <a:gd name="T6" fmla="*/ 4 w 78"/>
                <a:gd name="T7" fmla="*/ 28 h 42"/>
                <a:gd name="T8" fmla="*/ 18 w 78"/>
                <a:gd name="T9" fmla="*/ 37 h 42"/>
                <a:gd name="T10" fmla="*/ 73 w 78"/>
                <a:gd name="T11" fmla="*/ 31 h 42"/>
                <a:gd name="T12" fmla="*/ 76 w 78"/>
                <a:gd name="T13" fmla="*/ 8 h 42"/>
                <a:gd name="T14" fmla="*/ 70 w 78"/>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42">
                  <a:moveTo>
                    <a:pt x="70" y="0"/>
                  </a:moveTo>
                  <a:cubicBezTo>
                    <a:pt x="6" y="4"/>
                    <a:pt x="6" y="4"/>
                    <a:pt x="6" y="4"/>
                  </a:cubicBezTo>
                  <a:cubicBezTo>
                    <a:pt x="4" y="4"/>
                    <a:pt x="4" y="4"/>
                    <a:pt x="4" y="4"/>
                  </a:cubicBezTo>
                  <a:cubicBezTo>
                    <a:pt x="4" y="4"/>
                    <a:pt x="0" y="13"/>
                    <a:pt x="4" y="28"/>
                  </a:cubicBezTo>
                  <a:cubicBezTo>
                    <a:pt x="7" y="42"/>
                    <a:pt x="18" y="37"/>
                    <a:pt x="18" y="37"/>
                  </a:cubicBezTo>
                  <a:cubicBezTo>
                    <a:pt x="20" y="37"/>
                    <a:pt x="70" y="38"/>
                    <a:pt x="73" y="31"/>
                  </a:cubicBezTo>
                  <a:cubicBezTo>
                    <a:pt x="76" y="23"/>
                    <a:pt x="78" y="12"/>
                    <a:pt x="76" y="8"/>
                  </a:cubicBezTo>
                  <a:cubicBezTo>
                    <a:pt x="75" y="4"/>
                    <a:pt x="70" y="0"/>
                    <a:pt x="70" y="0"/>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0" name="Freeform 47"/>
            <p:cNvSpPr>
              <a:spLocks/>
            </p:cNvSpPr>
            <p:nvPr/>
          </p:nvSpPr>
          <p:spPr bwMode="auto">
            <a:xfrm>
              <a:off x="8051005" y="3084346"/>
              <a:ext cx="277813" cy="582613"/>
            </a:xfrm>
            <a:custGeom>
              <a:avLst/>
              <a:gdLst>
                <a:gd name="T0" fmla="*/ 129 w 130"/>
                <a:gd name="T1" fmla="*/ 59 h 272"/>
                <a:gd name="T2" fmla="*/ 129 w 130"/>
                <a:gd name="T3" fmla="*/ 49 h 272"/>
                <a:gd name="T4" fmla="*/ 126 w 130"/>
                <a:gd name="T5" fmla="*/ 26 h 272"/>
                <a:gd name="T6" fmla="*/ 126 w 130"/>
                <a:gd name="T7" fmla="*/ 25 h 272"/>
                <a:gd name="T8" fmla="*/ 113 w 130"/>
                <a:gd name="T9" fmla="*/ 5 h 272"/>
                <a:gd name="T10" fmla="*/ 113 w 130"/>
                <a:gd name="T11" fmla="*/ 6 h 272"/>
                <a:gd name="T12" fmla="*/ 99 w 130"/>
                <a:gd name="T13" fmla="*/ 49 h 272"/>
                <a:gd name="T14" fmla="*/ 98 w 130"/>
                <a:gd name="T15" fmla="*/ 52 h 272"/>
                <a:gd name="T16" fmla="*/ 92 w 130"/>
                <a:gd name="T17" fmla="*/ 61 h 272"/>
                <a:gd name="T18" fmla="*/ 74 w 130"/>
                <a:gd name="T19" fmla="*/ 86 h 272"/>
                <a:gd name="T20" fmla="*/ 53 w 130"/>
                <a:gd name="T21" fmla="*/ 63 h 272"/>
                <a:gd name="T22" fmla="*/ 48 w 130"/>
                <a:gd name="T23" fmla="*/ 57 h 272"/>
                <a:gd name="T24" fmla="*/ 47 w 130"/>
                <a:gd name="T25" fmla="*/ 56 h 272"/>
                <a:gd name="T26" fmla="*/ 12 w 130"/>
                <a:gd name="T27" fmla="*/ 2 h 272"/>
                <a:gd name="T28" fmla="*/ 11 w 130"/>
                <a:gd name="T29" fmla="*/ 2 h 272"/>
                <a:gd name="T30" fmla="*/ 3 w 130"/>
                <a:gd name="T31" fmla="*/ 19 h 272"/>
                <a:gd name="T32" fmla="*/ 1 w 130"/>
                <a:gd name="T33" fmla="*/ 33 h 272"/>
                <a:gd name="T34" fmla="*/ 9 w 130"/>
                <a:gd name="T35" fmla="*/ 65 h 272"/>
                <a:gd name="T36" fmla="*/ 11 w 130"/>
                <a:gd name="T37" fmla="*/ 72 h 272"/>
                <a:gd name="T38" fmla="*/ 21 w 130"/>
                <a:gd name="T39" fmla="*/ 86 h 272"/>
                <a:gd name="T40" fmla="*/ 26 w 130"/>
                <a:gd name="T41" fmla="*/ 82 h 272"/>
                <a:gd name="T42" fmla="*/ 56 w 130"/>
                <a:gd name="T43" fmla="*/ 174 h 272"/>
                <a:gd name="T44" fmla="*/ 94 w 130"/>
                <a:gd name="T45" fmla="*/ 272 h 272"/>
                <a:gd name="T46" fmla="*/ 111 w 130"/>
                <a:gd name="T47" fmla="*/ 205 h 272"/>
                <a:gd name="T48" fmla="*/ 121 w 130"/>
                <a:gd name="T49" fmla="*/ 85 h 272"/>
                <a:gd name="T50" fmla="*/ 129 w 130"/>
                <a:gd name="T51" fmla="*/ 93 h 272"/>
                <a:gd name="T52" fmla="*/ 129 w 130"/>
                <a:gd name="T53" fmla="*/ 59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0" h="272">
                  <a:moveTo>
                    <a:pt x="129" y="59"/>
                  </a:moveTo>
                  <a:cubicBezTo>
                    <a:pt x="129" y="55"/>
                    <a:pt x="129" y="52"/>
                    <a:pt x="129" y="49"/>
                  </a:cubicBezTo>
                  <a:cubicBezTo>
                    <a:pt x="128" y="40"/>
                    <a:pt x="128" y="32"/>
                    <a:pt x="126" y="26"/>
                  </a:cubicBezTo>
                  <a:cubicBezTo>
                    <a:pt x="126" y="26"/>
                    <a:pt x="126" y="26"/>
                    <a:pt x="126" y="25"/>
                  </a:cubicBezTo>
                  <a:cubicBezTo>
                    <a:pt x="121" y="0"/>
                    <a:pt x="113" y="5"/>
                    <a:pt x="113" y="5"/>
                  </a:cubicBezTo>
                  <a:cubicBezTo>
                    <a:pt x="113" y="5"/>
                    <a:pt x="113" y="6"/>
                    <a:pt x="113" y="6"/>
                  </a:cubicBezTo>
                  <a:cubicBezTo>
                    <a:pt x="110" y="36"/>
                    <a:pt x="105" y="42"/>
                    <a:pt x="99" y="49"/>
                  </a:cubicBezTo>
                  <a:cubicBezTo>
                    <a:pt x="99" y="50"/>
                    <a:pt x="98" y="51"/>
                    <a:pt x="98" y="52"/>
                  </a:cubicBezTo>
                  <a:cubicBezTo>
                    <a:pt x="96" y="54"/>
                    <a:pt x="94" y="57"/>
                    <a:pt x="92" y="61"/>
                  </a:cubicBezTo>
                  <a:cubicBezTo>
                    <a:pt x="86" y="72"/>
                    <a:pt x="79" y="86"/>
                    <a:pt x="74" y="86"/>
                  </a:cubicBezTo>
                  <a:cubicBezTo>
                    <a:pt x="69" y="86"/>
                    <a:pt x="60" y="72"/>
                    <a:pt x="53" y="63"/>
                  </a:cubicBezTo>
                  <a:cubicBezTo>
                    <a:pt x="51" y="61"/>
                    <a:pt x="50" y="59"/>
                    <a:pt x="48" y="57"/>
                  </a:cubicBezTo>
                  <a:cubicBezTo>
                    <a:pt x="48" y="57"/>
                    <a:pt x="48" y="56"/>
                    <a:pt x="47" y="56"/>
                  </a:cubicBezTo>
                  <a:cubicBezTo>
                    <a:pt x="39" y="46"/>
                    <a:pt x="19" y="6"/>
                    <a:pt x="12" y="2"/>
                  </a:cubicBezTo>
                  <a:cubicBezTo>
                    <a:pt x="12" y="2"/>
                    <a:pt x="11" y="2"/>
                    <a:pt x="11" y="2"/>
                  </a:cubicBezTo>
                  <a:cubicBezTo>
                    <a:pt x="8" y="5"/>
                    <a:pt x="5" y="12"/>
                    <a:pt x="3" y="19"/>
                  </a:cubicBezTo>
                  <a:cubicBezTo>
                    <a:pt x="1" y="24"/>
                    <a:pt x="0" y="30"/>
                    <a:pt x="1" y="33"/>
                  </a:cubicBezTo>
                  <a:cubicBezTo>
                    <a:pt x="2" y="37"/>
                    <a:pt x="5" y="51"/>
                    <a:pt x="9" y="65"/>
                  </a:cubicBezTo>
                  <a:cubicBezTo>
                    <a:pt x="10" y="67"/>
                    <a:pt x="11" y="69"/>
                    <a:pt x="11" y="72"/>
                  </a:cubicBezTo>
                  <a:cubicBezTo>
                    <a:pt x="15" y="84"/>
                    <a:pt x="19" y="93"/>
                    <a:pt x="21" y="86"/>
                  </a:cubicBezTo>
                  <a:cubicBezTo>
                    <a:pt x="22" y="82"/>
                    <a:pt x="24" y="81"/>
                    <a:pt x="26" y="82"/>
                  </a:cubicBezTo>
                  <a:cubicBezTo>
                    <a:pt x="37" y="113"/>
                    <a:pt x="53" y="160"/>
                    <a:pt x="56" y="174"/>
                  </a:cubicBezTo>
                  <a:cubicBezTo>
                    <a:pt x="60" y="195"/>
                    <a:pt x="94" y="272"/>
                    <a:pt x="94" y="272"/>
                  </a:cubicBezTo>
                  <a:cubicBezTo>
                    <a:pt x="94" y="272"/>
                    <a:pt x="105" y="219"/>
                    <a:pt x="111" y="205"/>
                  </a:cubicBezTo>
                  <a:cubicBezTo>
                    <a:pt x="114" y="196"/>
                    <a:pt x="118" y="134"/>
                    <a:pt x="121" y="85"/>
                  </a:cubicBezTo>
                  <a:cubicBezTo>
                    <a:pt x="126" y="88"/>
                    <a:pt x="129" y="93"/>
                    <a:pt x="129" y="93"/>
                  </a:cubicBezTo>
                  <a:cubicBezTo>
                    <a:pt x="129" y="93"/>
                    <a:pt x="130" y="76"/>
                    <a:pt x="129" y="59"/>
                  </a:cubicBez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1" name="Freeform 48"/>
            <p:cNvSpPr>
              <a:spLocks/>
            </p:cNvSpPr>
            <p:nvPr/>
          </p:nvSpPr>
          <p:spPr bwMode="auto">
            <a:xfrm>
              <a:off x="8008143" y="2650817"/>
              <a:ext cx="365124" cy="449263"/>
            </a:xfrm>
            <a:custGeom>
              <a:avLst/>
              <a:gdLst>
                <a:gd name="T0" fmla="*/ 130 w 171"/>
                <a:gd name="T1" fmla="*/ 75 h 210"/>
                <a:gd name="T2" fmla="*/ 62 w 171"/>
                <a:gd name="T3" fmla="*/ 0 h 210"/>
                <a:gd name="T4" fmla="*/ 55 w 171"/>
                <a:gd name="T5" fmla="*/ 2 h 210"/>
                <a:gd name="T6" fmla="*/ 34 w 171"/>
                <a:gd name="T7" fmla="*/ 31 h 210"/>
                <a:gd name="T8" fmla="*/ 22 w 171"/>
                <a:gd name="T9" fmla="*/ 79 h 210"/>
                <a:gd name="T10" fmla="*/ 0 w 171"/>
                <a:gd name="T11" fmla="*/ 101 h 210"/>
                <a:gd name="T12" fmla="*/ 5 w 171"/>
                <a:gd name="T13" fmla="*/ 122 h 210"/>
                <a:gd name="T14" fmla="*/ 19 w 171"/>
                <a:gd name="T15" fmla="*/ 129 h 210"/>
                <a:gd name="T16" fmla="*/ 32 w 171"/>
                <a:gd name="T17" fmla="*/ 171 h 210"/>
                <a:gd name="T18" fmla="*/ 59 w 171"/>
                <a:gd name="T19" fmla="*/ 197 h 210"/>
                <a:gd name="T20" fmla="*/ 129 w 171"/>
                <a:gd name="T21" fmla="*/ 189 h 210"/>
                <a:gd name="T22" fmla="*/ 134 w 171"/>
                <a:gd name="T23" fmla="*/ 183 h 210"/>
                <a:gd name="T24" fmla="*/ 155 w 171"/>
                <a:gd name="T25" fmla="*/ 129 h 210"/>
                <a:gd name="T26" fmla="*/ 167 w 171"/>
                <a:gd name="T27" fmla="*/ 122 h 210"/>
                <a:gd name="T28" fmla="*/ 167 w 171"/>
                <a:gd name="T29" fmla="*/ 97 h 210"/>
                <a:gd name="T30" fmla="*/ 130 w 171"/>
                <a:gd name="T31" fmla="*/ 7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1" h="210">
                  <a:moveTo>
                    <a:pt x="130" y="75"/>
                  </a:moveTo>
                  <a:cubicBezTo>
                    <a:pt x="110" y="62"/>
                    <a:pt x="74" y="16"/>
                    <a:pt x="62" y="0"/>
                  </a:cubicBezTo>
                  <a:cubicBezTo>
                    <a:pt x="60" y="1"/>
                    <a:pt x="57" y="2"/>
                    <a:pt x="55" y="2"/>
                  </a:cubicBezTo>
                  <a:cubicBezTo>
                    <a:pt x="50" y="12"/>
                    <a:pt x="38" y="26"/>
                    <a:pt x="34" y="31"/>
                  </a:cubicBezTo>
                  <a:cubicBezTo>
                    <a:pt x="28" y="37"/>
                    <a:pt x="29" y="66"/>
                    <a:pt x="22" y="79"/>
                  </a:cubicBezTo>
                  <a:cubicBezTo>
                    <a:pt x="18" y="88"/>
                    <a:pt x="7" y="96"/>
                    <a:pt x="0" y="101"/>
                  </a:cubicBezTo>
                  <a:cubicBezTo>
                    <a:pt x="2" y="117"/>
                    <a:pt x="5" y="120"/>
                    <a:pt x="5" y="122"/>
                  </a:cubicBezTo>
                  <a:cubicBezTo>
                    <a:pt x="6" y="126"/>
                    <a:pt x="14" y="136"/>
                    <a:pt x="19" y="129"/>
                  </a:cubicBezTo>
                  <a:cubicBezTo>
                    <a:pt x="20" y="127"/>
                    <a:pt x="21" y="150"/>
                    <a:pt x="32" y="171"/>
                  </a:cubicBezTo>
                  <a:cubicBezTo>
                    <a:pt x="38" y="182"/>
                    <a:pt x="46" y="192"/>
                    <a:pt x="59" y="197"/>
                  </a:cubicBezTo>
                  <a:cubicBezTo>
                    <a:pt x="97" y="210"/>
                    <a:pt x="117" y="200"/>
                    <a:pt x="129" y="189"/>
                  </a:cubicBezTo>
                  <a:cubicBezTo>
                    <a:pt x="131" y="188"/>
                    <a:pt x="132" y="186"/>
                    <a:pt x="134" y="183"/>
                  </a:cubicBezTo>
                  <a:cubicBezTo>
                    <a:pt x="144" y="166"/>
                    <a:pt x="155" y="129"/>
                    <a:pt x="155" y="129"/>
                  </a:cubicBezTo>
                  <a:cubicBezTo>
                    <a:pt x="155" y="129"/>
                    <a:pt x="162" y="138"/>
                    <a:pt x="167" y="122"/>
                  </a:cubicBezTo>
                  <a:cubicBezTo>
                    <a:pt x="171" y="113"/>
                    <a:pt x="167" y="97"/>
                    <a:pt x="167" y="97"/>
                  </a:cubicBezTo>
                  <a:cubicBezTo>
                    <a:pt x="167" y="97"/>
                    <a:pt x="154" y="92"/>
                    <a:pt x="130" y="75"/>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2" name="Freeform 49"/>
            <p:cNvSpPr>
              <a:spLocks/>
            </p:cNvSpPr>
            <p:nvPr/>
          </p:nvSpPr>
          <p:spPr bwMode="auto">
            <a:xfrm>
              <a:off x="3445668" y="5886284"/>
              <a:ext cx="330200" cy="160338"/>
            </a:xfrm>
            <a:custGeom>
              <a:avLst/>
              <a:gdLst>
                <a:gd name="T0" fmla="*/ 154 w 154"/>
                <a:gd name="T1" fmla="*/ 4 h 75"/>
                <a:gd name="T2" fmla="*/ 89 w 154"/>
                <a:gd name="T3" fmla="*/ 3 h 75"/>
                <a:gd name="T4" fmla="*/ 40 w 154"/>
                <a:gd name="T5" fmla="*/ 0 h 75"/>
                <a:gd name="T6" fmla="*/ 17 w 154"/>
                <a:gd name="T7" fmla="*/ 35 h 75"/>
                <a:gd name="T8" fmla="*/ 7 w 154"/>
                <a:gd name="T9" fmla="*/ 58 h 75"/>
                <a:gd name="T10" fmla="*/ 9 w 154"/>
                <a:gd name="T11" fmla="*/ 71 h 75"/>
                <a:gd name="T12" fmla="*/ 55 w 154"/>
                <a:gd name="T13" fmla="*/ 75 h 75"/>
                <a:gd name="T14" fmla="*/ 111 w 154"/>
                <a:gd name="T15" fmla="*/ 60 h 75"/>
                <a:gd name="T16" fmla="*/ 126 w 154"/>
                <a:gd name="T17" fmla="*/ 60 h 75"/>
                <a:gd name="T18" fmla="*/ 144 w 154"/>
                <a:gd name="T19" fmla="*/ 52 h 75"/>
                <a:gd name="T20" fmla="*/ 154 w 154"/>
                <a:gd name="T21"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75">
                  <a:moveTo>
                    <a:pt x="154" y="4"/>
                  </a:moveTo>
                  <a:cubicBezTo>
                    <a:pt x="154" y="4"/>
                    <a:pt x="119" y="3"/>
                    <a:pt x="89" y="3"/>
                  </a:cubicBezTo>
                  <a:cubicBezTo>
                    <a:pt x="59" y="3"/>
                    <a:pt x="40" y="0"/>
                    <a:pt x="40" y="0"/>
                  </a:cubicBezTo>
                  <a:cubicBezTo>
                    <a:pt x="17" y="35"/>
                    <a:pt x="17" y="35"/>
                    <a:pt x="17" y="35"/>
                  </a:cubicBezTo>
                  <a:cubicBezTo>
                    <a:pt x="17" y="35"/>
                    <a:pt x="13" y="52"/>
                    <a:pt x="7" y="58"/>
                  </a:cubicBezTo>
                  <a:cubicBezTo>
                    <a:pt x="0" y="64"/>
                    <a:pt x="9" y="71"/>
                    <a:pt x="9" y="71"/>
                  </a:cubicBezTo>
                  <a:cubicBezTo>
                    <a:pt x="9" y="71"/>
                    <a:pt x="34" y="75"/>
                    <a:pt x="55" y="75"/>
                  </a:cubicBezTo>
                  <a:cubicBezTo>
                    <a:pt x="75" y="75"/>
                    <a:pt x="111" y="60"/>
                    <a:pt x="111" y="60"/>
                  </a:cubicBezTo>
                  <a:cubicBezTo>
                    <a:pt x="126" y="60"/>
                    <a:pt x="126" y="60"/>
                    <a:pt x="126" y="60"/>
                  </a:cubicBezTo>
                  <a:cubicBezTo>
                    <a:pt x="144" y="52"/>
                    <a:pt x="144" y="52"/>
                    <a:pt x="144" y="52"/>
                  </a:cubicBezTo>
                  <a:cubicBezTo>
                    <a:pt x="151" y="37"/>
                    <a:pt x="154" y="4"/>
                    <a:pt x="154" y="4"/>
                  </a:cubicBezTo>
                </a:path>
              </a:pathLst>
            </a:custGeom>
            <a:solidFill>
              <a:srgbClr val="4746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3" name="Freeform 50"/>
            <p:cNvSpPr>
              <a:spLocks/>
            </p:cNvSpPr>
            <p:nvPr/>
          </p:nvSpPr>
          <p:spPr bwMode="auto">
            <a:xfrm>
              <a:off x="4123530" y="5881521"/>
              <a:ext cx="280988" cy="168275"/>
            </a:xfrm>
            <a:custGeom>
              <a:avLst/>
              <a:gdLst>
                <a:gd name="T0" fmla="*/ 95 w 131"/>
                <a:gd name="T1" fmla="*/ 5 h 78"/>
                <a:gd name="T2" fmla="*/ 37 w 131"/>
                <a:gd name="T3" fmla="*/ 1 h 78"/>
                <a:gd name="T4" fmla="*/ 2 w 131"/>
                <a:gd name="T5" fmla="*/ 17 h 78"/>
                <a:gd name="T6" fmla="*/ 0 w 131"/>
                <a:gd name="T7" fmla="*/ 37 h 78"/>
                <a:gd name="T8" fmla="*/ 2 w 131"/>
                <a:gd name="T9" fmla="*/ 50 h 78"/>
                <a:gd name="T10" fmla="*/ 25 w 131"/>
                <a:gd name="T11" fmla="*/ 55 h 78"/>
                <a:gd name="T12" fmla="*/ 39 w 131"/>
                <a:gd name="T13" fmla="*/ 58 h 78"/>
                <a:gd name="T14" fmla="*/ 81 w 131"/>
                <a:gd name="T15" fmla="*/ 77 h 78"/>
                <a:gd name="T16" fmla="*/ 129 w 131"/>
                <a:gd name="T17" fmla="*/ 71 h 78"/>
                <a:gd name="T18" fmla="*/ 128 w 131"/>
                <a:gd name="T19" fmla="*/ 59 h 78"/>
                <a:gd name="T20" fmla="*/ 120 w 131"/>
                <a:gd name="T21" fmla="*/ 41 h 78"/>
                <a:gd name="T22" fmla="*/ 99 w 131"/>
                <a:gd name="T23" fmla="*/ 10 h 78"/>
                <a:gd name="T24" fmla="*/ 95 w 131"/>
                <a:gd name="T25" fmla="*/ 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78">
                  <a:moveTo>
                    <a:pt x="95" y="5"/>
                  </a:moveTo>
                  <a:cubicBezTo>
                    <a:pt x="95" y="5"/>
                    <a:pt x="55" y="0"/>
                    <a:pt x="37" y="1"/>
                  </a:cubicBezTo>
                  <a:cubicBezTo>
                    <a:pt x="19" y="2"/>
                    <a:pt x="2" y="17"/>
                    <a:pt x="2" y="17"/>
                  </a:cubicBezTo>
                  <a:cubicBezTo>
                    <a:pt x="0" y="21"/>
                    <a:pt x="0" y="37"/>
                    <a:pt x="0" y="37"/>
                  </a:cubicBezTo>
                  <a:cubicBezTo>
                    <a:pt x="2" y="50"/>
                    <a:pt x="2" y="50"/>
                    <a:pt x="2" y="50"/>
                  </a:cubicBezTo>
                  <a:cubicBezTo>
                    <a:pt x="2" y="50"/>
                    <a:pt x="15" y="55"/>
                    <a:pt x="25" y="55"/>
                  </a:cubicBezTo>
                  <a:cubicBezTo>
                    <a:pt x="34" y="55"/>
                    <a:pt x="34" y="54"/>
                    <a:pt x="39" y="58"/>
                  </a:cubicBezTo>
                  <a:cubicBezTo>
                    <a:pt x="44" y="62"/>
                    <a:pt x="60" y="76"/>
                    <a:pt x="81" y="77"/>
                  </a:cubicBezTo>
                  <a:cubicBezTo>
                    <a:pt x="102" y="78"/>
                    <a:pt x="127" y="74"/>
                    <a:pt x="129" y="71"/>
                  </a:cubicBezTo>
                  <a:cubicBezTo>
                    <a:pt x="131" y="67"/>
                    <a:pt x="131" y="65"/>
                    <a:pt x="128" y="59"/>
                  </a:cubicBezTo>
                  <a:cubicBezTo>
                    <a:pt x="125" y="53"/>
                    <a:pt x="126" y="49"/>
                    <a:pt x="120" y="41"/>
                  </a:cubicBezTo>
                  <a:cubicBezTo>
                    <a:pt x="113" y="34"/>
                    <a:pt x="103" y="15"/>
                    <a:pt x="99" y="10"/>
                  </a:cubicBezTo>
                  <a:cubicBezTo>
                    <a:pt x="95" y="5"/>
                    <a:pt x="100" y="11"/>
                    <a:pt x="95" y="5"/>
                  </a:cubicBezTo>
                </a:path>
              </a:pathLst>
            </a:custGeom>
            <a:solidFill>
              <a:srgbClr val="4746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4" name="Freeform 51"/>
            <p:cNvSpPr>
              <a:spLocks/>
            </p:cNvSpPr>
            <p:nvPr/>
          </p:nvSpPr>
          <p:spPr bwMode="auto">
            <a:xfrm>
              <a:off x="3917155" y="3152609"/>
              <a:ext cx="125413" cy="442913"/>
            </a:xfrm>
            <a:custGeom>
              <a:avLst/>
              <a:gdLst>
                <a:gd name="T0" fmla="*/ 53 w 58"/>
                <a:gd name="T1" fmla="*/ 25 h 207"/>
                <a:gd name="T2" fmla="*/ 41 w 58"/>
                <a:gd name="T3" fmla="*/ 14 h 207"/>
                <a:gd name="T4" fmla="*/ 32 w 58"/>
                <a:gd name="T5" fmla="*/ 6 h 207"/>
                <a:gd name="T6" fmla="*/ 24 w 58"/>
                <a:gd name="T7" fmla="*/ 0 h 207"/>
                <a:gd name="T8" fmla="*/ 16 w 58"/>
                <a:gd name="T9" fmla="*/ 7 h 207"/>
                <a:gd name="T10" fmla="*/ 14 w 58"/>
                <a:gd name="T11" fmla="*/ 9 h 207"/>
                <a:gd name="T12" fmla="*/ 4 w 58"/>
                <a:gd name="T13" fmla="*/ 22 h 207"/>
                <a:gd name="T14" fmla="*/ 22 w 58"/>
                <a:gd name="T15" fmla="*/ 41 h 207"/>
                <a:gd name="T16" fmla="*/ 0 w 58"/>
                <a:gd name="T17" fmla="*/ 104 h 207"/>
                <a:gd name="T18" fmla="*/ 12 w 58"/>
                <a:gd name="T19" fmla="*/ 155 h 207"/>
                <a:gd name="T20" fmla="*/ 24 w 58"/>
                <a:gd name="T21" fmla="*/ 207 h 207"/>
                <a:gd name="T22" fmla="*/ 29 w 58"/>
                <a:gd name="T23" fmla="*/ 190 h 207"/>
                <a:gd name="T24" fmla="*/ 58 w 58"/>
                <a:gd name="T25" fmla="*/ 85 h 207"/>
                <a:gd name="T26" fmla="*/ 40 w 58"/>
                <a:gd name="T27" fmla="*/ 37 h 207"/>
                <a:gd name="T28" fmla="*/ 53 w 58"/>
                <a:gd name="T29" fmla="*/ 2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207">
                  <a:moveTo>
                    <a:pt x="53" y="25"/>
                  </a:moveTo>
                  <a:cubicBezTo>
                    <a:pt x="49" y="21"/>
                    <a:pt x="45" y="17"/>
                    <a:pt x="41" y="14"/>
                  </a:cubicBezTo>
                  <a:cubicBezTo>
                    <a:pt x="38" y="11"/>
                    <a:pt x="35" y="8"/>
                    <a:pt x="32" y="6"/>
                  </a:cubicBezTo>
                  <a:cubicBezTo>
                    <a:pt x="29" y="4"/>
                    <a:pt x="26" y="2"/>
                    <a:pt x="24" y="0"/>
                  </a:cubicBezTo>
                  <a:cubicBezTo>
                    <a:pt x="22" y="2"/>
                    <a:pt x="19" y="4"/>
                    <a:pt x="16" y="7"/>
                  </a:cubicBezTo>
                  <a:cubicBezTo>
                    <a:pt x="16" y="8"/>
                    <a:pt x="15" y="8"/>
                    <a:pt x="14" y="9"/>
                  </a:cubicBezTo>
                  <a:cubicBezTo>
                    <a:pt x="11" y="13"/>
                    <a:pt x="7" y="18"/>
                    <a:pt x="4" y="22"/>
                  </a:cubicBezTo>
                  <a:cubicBezTo>
                    <a:pt x="22" y="41"/>
                    <a:pt x="22" y="41"/>
                    <a:pt x="22" y="41"/>
                  </a:cubicBezTo>
                  <a:cubicBezTo>
                    <a:pt x="0" y="104"/>
                    <a:pt x="0" y="104"/>
                    <a:pt x="0" y="104"/>
                  </a:cubicBezTo>
                  <a:cubicBezTo>
                    <a:pt x="12" y="155"/>
                    <a:pt x="12" y="155"/>
                    <a:pt x="12" y="155"/>
                  </a:cubicBezTo>
                  <a:cubicBezTo>
                    <a:pt x="24" y="207"/>
                    <a:pt x="24" y="207"/>
                    <a:pt x="24" y="207"/>
                  </a:cubicBezTo>
                  <a:cubicBezTo>
                    <a:pt x="24" y="207"/>
                    <a:pt x="26" y="200"/>
                    <a:pt x="29" y="190"/>
                  </a:cubicBezTo>
                  <a:cubicBezTo>
                    <a:pt x="35" y="167"/>
                    <a:pt x="47" y="126"/>
                    <a:pt x="58" y="85"/>
                  </a:cubicBezTo>
                  <a:cubicBezTo>
                    <a:pt x="40" y="37"/>
                    <a:pt x="40" y="37"/>
                    <a:pt x="40" y="37"/>
                  </a:cubicBezTo>
                  <a:lnTo>
                    <a:pt x="53" y="2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5" name="Freeform 52"/>
            <p:cNvSpPr>
              <a:spLocks/>
            </p:cNvSpPr>
            <p:nvPr/>
          </p:nvSpPr>
          <p:spPr bwMode="auto">
            <a:xfrm>
              <a:off x="3852068" y="2943059"/>
              <a:ext cx="223838" cy="207963"/>
            </a:xfrm>
            <a:custGeom>
              <a:avLst/>
              <a:gdLst>
                <a:gd name="T0" fmla="*/ 105 w 105"/>
                <a:gd name="T1" fmla="*/ 45 h 97"/>
                <a:gd name="T2" fmla="*/ 101 w 105"/>
                <a:gd name="T3" fmla="*/ 0 h 97"/>
                <a:gd name="T4" fmla="*/ 89 w 105"/>
                <a:gd name="T5" fmla="*/ 38 h 97"/>
                <a:gd name="T6" fmla="*/ 29 w 105"/>
                <a:gd name="T7" fmla="*/ 61 h 97"/>
                <a:gd name="T8" fmla="*/ 0 w 105"/>
                <a:gd name="T9" fmla="*/ 43 h 97"/>
                <a:gd name="T10" fmla="*/ 0 w 105"/>
                <a:gd name="T11" fmla="*/ 60 h 97"/>
                <a:gd name="T12" fmla="*/ 0 w 105"/>
                <a:gd name="T13" fmla="*/ 59 h 97"/>
                <a:gd name="T14" fmla="*/ 56 w 105"/>
                <a:gd name="T15" fmla="*/ 96 h 97"/>
                <a:gd name="T16" fmla="*/ 105 w 105"/>
                <a:gd name="T17" fmla="*/ 4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97">
                  <a:moveTo>
                    <a:pt x="105" y="45"/>
                  </a:moveTo>
                  <a:cubicBezTo>
                    <a:pt x="101" y="0"/>
                    <a:pt x="101" y="0"/>
                    <a:pt x="101" y="0"/>
                  </a:cubicBezTo>
                  <a:cubicBezTo>
                    <a:pt x="99" y="11"/>
                    <a:pt x="94" y="28"/>
                    <a:pt x="89" y="38"/>
                  </a:cubicBezTo>
                  <a:cubicBezTo>
                    <a:pt x="80" y="53"/>
                    <a:pt x="45" y="64"/>
                    <a:pt x="29" y="61"/>
                  </a:cubicBezTo>
                  <a:cubicBezTo>
                    <a:pt x="13" y="59"/>
                    <a:pt x="3" y="48"/>
                    <a:pt x="0" y="43"/>
                  </a:cubicBezTo>
                  <a:cubicBezTo>
                    <a:pt x="0" y="60"/>
                    <a:pt x="0" y="60"/>
                    <a:pt x="0" y="60"/>
                  </a:cubicBezTo>
                  <a:cubicBezTo>
                    <a:pt x="0" y="59"/>
                    <a:pt x="0" y="59"/>
                    <a:pt x="0" y="59"/>
                  </a:cubicBezTo>
                  <a:cubicBezTo>
                    <a:pt x="0" y="59"/>
                    <a:pt x="29" y="97"/>
                    <a:pt x="56" y="96"/>
                  </a:cubicBezTo>
                  <a:cubicBezTo>
                    <a:pt x="83" y="96"/>
                    <a:pt x="102" y="56"/>
                    <a:pt x="105" y="45"/>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6" name="Freeform 53"/>
            <p:cNvSpPr>
              <a:spLocks/>
            </p:cNvSpPr>
            <p:nvPr/>
          </p:nvSpPr>
          <p:spPr bwMode="auto">
            <a:xfrm>
              <a:off x="3940968" y="3871746"/>
              <a:ext cx="322263" cy="206375"/>
            </a:xfrm>
            <a:custGeom>
              <a:avLst/>
              <a:gdLst>
                <a:gd name="T0" fmla="*/ 106 w 150"/>
                <a:gd name="T1" fmla="*/ 2 h 96"/>
                <a:gd name="T2" fmla="*/ 91 w 150"/>
                <a:gd name="T3" fmla="*/ 2 h 96"/>
                <a:gd name="T4" fmla="*/ 63 w 150"/>
                <a:gd name="T5" fmla="*/ 7 h 96"/>
                <a:gd name="T6" fmla="*/ 49 w 150"/>
                <a:gd name="T7" fmla="*/ 14 h 96"/>
                <a:gd name="T8" fmla="*/ 31 w 150"/>
                <a:gd name="T9" fmla="*/ 22 h 96"/>
                <a:gd name="T10" fmla="*/ 13 w 150"/>
                <a:gd name="T11" fmla="*/ 23 h 96"/>
                <a:gd name="T12" fmla="*/ 7 w 150"/>
                <a:gd name="T13" fmla="*/ 32 h 96"/>
                <a:gd name="T14" fmla="*/ 4 w 150"/>
                <a:gd name="T15" fmla="*/ 32 h 96"/>
                <a:gd name="T16" fmla="*/ 0 w 150"/>
                <a:gd name="T17" fmla="*/ 37 h 96"/>
                <a:gd name="T18" fmla="*/ 10 w 150"/>
                <a:gd name="T19" fmla="*/ 44 h 96"/>
                <a:gd name="T20" fmla="*/ 12 w 150"/>
                <a:gd name="T21" fmla="*/ 47 h 96"/>
                <a:gd name="T22" fmla="*/ 13 w 150"/>
                <a:gd name="T23" fmla="*/ 49 h 96"/>
                <a:gd name="T24" fmla="*/ 15 w 150"/>
                <a:gd name="T25" fmla="*/ 52 h 96"/>
                <a:gd name="T26" fmla="*/ 18 w 150"/>
                <a:gd name="T27" fmla="*/ 57 h 96"/>
                <a:gd name="T28" fmla="*/ 29 w 150"/>
                <a:gd name="T29" fmla="*/ 60 h 96"/>
                <a:gd name="T30" fmla="*/ 30 w 150"/>
                <a:gd name="T31" fmla="*/ 64 h 96"/>
                <a:gd name="T32" fmla="*/ 35 w 150"/>
                <a:gd name="T33" fmla="*/ 69 h 96"/>
                <a:gd name="T34" fmla="*/ 39 w 150"/>
                <a:gd name="T35" fmla="*/ 76 h 96"/>
                <a:gd name="T36" fmla="*/ 46 w 150"/>
                <a:gd name="T37" fmla="*/ 87 h 96"/>
                <a:gd name="T38" fmla="*/ 63 w 150"/>
                <a:gd name="T39" fmla="*/ 95 h 96"/>
                <a:gd name="T40" fmla="*/ 101 w 150"/>
                <a:gd name="T41" fmla="*/ 90 h 96"/>
                <a:gd name="T42" fmla="*/ 136 w 150"/>
                <a:gd name="T43" fmla="*/ 60 h 96"/>
                <a:gd name="T44" fmla="*/ 148 w 150"/>
                <a:gd name="T45" fmla="*/ 55 h 96"/>
                <a:gd name="T46" fmla="*/ 134 w 150"/>
                <a:gd name="T47" fmla="*/ 0 h 96"/>
                <a:gd name="T48" fmla="*/ 106 w 150"/>
                <a:gd name="T49" fmla="*/ 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0" h="96">
                  <a:moveTo>
                    <a:pt x="106" y="2"/>
                  </a:moveTo>
                  <a:cubicBezTo>
                    <a:pt x="97" y="2"/>
                    <a:pt x="96" y="2"/>
                    <a:pt x="91" y="2"/>
                  </a:cubicBezTo>
                  <a:cubicBezTo>
                    <a:pt x="85" y="2"/>
                    <a:pt x="66" y="6"/>
                    <a:pt x="63" y="7"/>
                  </a:cubicBezTo>
                  <a:cubicBezTo>
                    <a:pt x="60" y="8"/>
                    <a:pt x="53" y="14"/>
                    <a:pt x="49" y="14"/>
                  </a:cubicBezTo>
                  <a:cubicBezTo>
                    <a:pt x="45" y="14"/>
                    <a:pt x="35" y="20"/>
                    <a:pt x="31" y="22"/>
                  </a:cubicBezTo>
                  <a:cubicBezTo>
                    <a:pt x="26" y="24"/>
                    <a:pt x="20" y="24"/>
                    <a:pt x="13" y="23"/>
                  </a:cubicBezTo>
                  <a:cubicBezTo>
                    <a:pt x="6" y="22"/>
                    <a:pt x="7" y="32"/>
                    <a:pt x="7" y="32"/>
                  </a:cubicBezTo>
                  <a:cubicBezTo>
                    <a:pt x="4" y="32"/>
                    <a:pt x="4" y="32"/>
                    <a:pt x="4" y="32"/>
                  </a:cubicBezTo>
                  <a:cubicBezTo>
                    <a:pt x="1" y="32"/>
                    <a:pt x="0" y="34"/>
                    <a:pt x="0" y="37"/>
                  </a:cubicBezTo>
                  <a:cubicBezTo>
                    <a:pt x="0" y="40"/>
                    <a:pt x="9" y="42"/>
                    <a:pt x="10" y="44"/>
                  </a:cubicBezTo>
                  <a:cubicBezTo>
                    <a:pt x="10" y="45"/>
                    <a:pt x="11" y="46"/>
                    <a:pt x="12" y="47"/>
                  </a:cubicBezTo>
                  <a:cubicBezTo>
                    <a:pt x="12" y="47"/>
                    <a:pt x="13" y="48"/>
                    <a:pt x="13" y="49"/>
                  </a:cubicBezTo>
                  <a:cubicBezTo>
                    <a:pt x="14" y="50"/>
                    <a:pt x="15" y="51"/>
                    <a:pt x="15" y="52"/>
                  </a:cubicBezTo>
                  <a:cubicBezTo>
                    <a:pt x="15" y="54"/>
                    <a:pt x="17" y="57"/>
                    <a:pt x="18" y="57"/>
                  </a:cubicBezTo>
                  <a:cubicBezTo>
                    <a:pt x="20" y="58"/>
                    <a:pt x="29" y="60"/>
                    <a:pt x="29" y="60"/>
                  </a:cubicBezTo>
                  <a:cubicBezTo>
                    <a:pt x="29" y="60"/>
                    <a:pt x="30" y="63"/>
                    <a:pt x="30" y="64"/>
                  </a:cubicBezTo>
                  <a:cubicBezTo>
                    <a:pt x="31" y="66"/>
                    <a:pt x="33" y="68"/>
                    <a:pt x="35" y="69"/>
                  </a:cubicBezTo>
                  <a:cubicBezTo>
                    <a:pt x="36" y="71"/>
                    <a:pt x="39" y="76"/>
                    <a:pt x="39" y="76"/>
                  </a:cubicBezTo>
                  <a:cubicBezTo>
                    <a:pt x="39" y="76"/>
                    <a:pt x="44" y="85"/>
                    <a:pt x="46" y="87"/>
                  </a:cubicBezTo>
                  <a:cubicBezTo>
                    <a:pt x="47" y="90"/>
                    <a:pt x="52" y="94"/>
                    <a:pt x="63" y="95"/>
                  </a:cubicBezTo>
                  <a:cubicBezTo>
                    <a:pt x="74" y="96"/>
                    <a:pt x="89" y="95"/>
                    <a:pt x="101" y="90"/>
                  </a:cubicBezTo>
                  <a:cubicBezTo>
                    <a:pt x="113" y="86"/>
                    <a:pt x="136" y="60"/>
                    <a:pt x="136" y="60"/>
                  </a:cubicBezTo>
                  <a:cubicBezTo>
                    <a:pt x="136" y="60"/>
                    <a:pt x="146" y="60"/>
                    <a:pt x="148" y="55"/>
                  </a:cubicBezTo>
                  <a:cubicBezTo>
                    <a:pt x="150" y="49"/>
                    <a:pt x="134" y="0"/>
                    <a:pt x="134" y="0"/>
                  </a:cubicBezTo>
                  <a:cubicBezTo>
                    <a:pt x="134" y="0"/>
                    <a:pt x="115" y="2"/>
                    <a:pt x="106" y="2"/>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7" name="Freeform 54"/>
            <p:cNvSpPr>
              <a:spLocks/>
            </p:cNvSpPr>
            <p:nvPr/>
          </p:nvSpPr>
          <p:spPr bwMode="auto">
            <a:xfrm>
              <a:off x="3699668" y="3901909"/>
              <a:ext cx="276225" cy="212725"/>
            </a:xfrm>
            <a:custGeom>
              <a:avLst/>
              <a:gdLst>
                <a:gd name="T0" fmla="*/ 126 w 129"/>
                <a:gd name="T1" fmla="*/ 35 h 99"/>
                <a:gd name="T2" fmla="*/ 125 w 129"/>
                <a:gd name="T3" fmla="*/ 33 h 99"/>
                <a:gd name="T4" fmla="*/ 113 w 129"/>
                <a:gd name="T5" fmla="*/ 25 h 99"/>
                <a:gd name="T6" fmla="*/ 115 w 129"/>
                <a:gd name="T7" fmla="*/ 14 h 99"/>
                <a:gd name="T8" fmla="*/ 97 w 129"/>
                <a:gd name="T9" fmla="*/ 7 h 99"/>
                <a:gd name="T10" fmla="*/ 88 w 129"/>
                <a:gd name="T11" fmla="*/ 4 h 99"/>
                <a:gd name="T12" fmla="*/ 70 w 129"/>
                <a:gd name="T13" fmla="*/ 2 h 99"/>
                <a:gd name="T14" fmla="*/ 51 w 129"/>
                <a:gd name="T15" fmla="*/ 1 h 99"/>
                <a:gd name="T16" fmla="*/ 26 w 129"/>
                <a:gd name="T17" fmla="*/ 8 h 99"/>
                <a:gd name="T18" fmla="*/ 0 w 129"/>
                <a:gd name="T19" fmla="*/ 56 h 99"/>
                <a:gd name="T20" fmla="*/ 17 w 129"/>
                <a:gd name="T21" fmla="*/ 72 h 99"/>
                <a:gd name="T22" fmla="*/ 31 w 129"/>
                <a:gd name="T23" fmla="*/ 81 h 99"/>
                <a:gd name="T24" fmla="*/ 50 w 129"/>
                <a:gd name="T25" fmla="*/ 90 h 99"/>
                <a:gd name="T26" fmla="*/ 72 w 129"/>
                <a:gd name="T27" fmla="*/ 99 h 99"/>
                <a:gd name="T28" fmla="*/ 91 w 129"/>
                <a:gd name="T29" fmla="*/ 96 h 99"/>
                <a:gd name="T30" fmla="*/ 98 w 129"/>
                <a:gd name="T31" fmla="*/ 89 h 99"/>
                <a:gd name="T32" fmla="*/ 101 w 129"/>
                <a:gd name="T33" fmla="*/ 80 h 99"/>
                <a:gd name="T34" fmla="*/ 113 w 129"/>
                <a:gd name="T35" fmla="*/ 68 h 99"/>
                <a:gd name="T36" fmla="*/ 121 w 129"/>
                <a:gd name="T37" fmla="*/ 52 h 99"/>
                <a:gd name="T38" fmla="*/ 127 w 129"/>
                <a:gd name="T39" fmla="*/ 35 h 99"/>
                <a:gd name="T40" fmla="*/ 126 w 129"/>
                <a:gd name="T41" fmla="*/ 3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 h="99">
                  <a:moveTo>
                    <a:pt x="126" y="35"/>
                  </a:moveTo>
                  <a:cubicBezTo>
                    <a:pt x="126" y="34"/>
                    <a:pt x="125" y="33"/>
                    <a:pt x="125" y="33"/>
                  </a:cubicBezTo>
                  <a:cubicBezTo>
                    <a:pt x="122" y="30"/>
                    <a:pt x="117" y="27"/>
                    <a:pt x="113" y="25"/>
                  </a:cubicBezTo>
                  <a:cubicBezTo>
                    <a:pt x="109" y="22"/>
                    <a:pt x="115" y="14"/>
                    <a:pt x="115" y="14"/>
                  </a:cubicBezTo>
                  <a:cubicBezTo>
                    <a:pt x="115" y="14"/>
                    <a:pt x="100" y="9"/>
                    <a:pt x="97" y="7"/>
                  </a:cubicBezTo>
                  <a:cubicBezTo>
                    <a:pt x="94" y="4"/>
                    <a:pt x="90" y="4"/>
                    <a:pt x="88" y="4"/>
                  </a:cubicBezTo>
                  <a:cubicBezTo>
                    <a:pt x="85" y="3"/>
                    <a:pt x="76" y="2"/>
                    <a:pt x="70" y="2"/>
                  </a:cubicBezTo>
                  <a:cubicBezTo>
                    <a:pt x="64" y="1"/>
                    <a:pt x="54" y="1"/>
                    <a:pt x="51" y="1"/>
                  </a:cubicBezTo>
                  <a:cubicBezTo>
                    <a:pt x="48" y="1"/>
                    <a:pt x="45" y="0"/>
                    <a:pt x="26" y="8"/>
                  </a:cubicBezTo>
                  <a:cubicBezTo>
                    <a:pt x="6" y="15"/>
                    <a:pt x="0" y="56"/>
                    <a:pt x="0" y="56"/>
                  </a:cubicBezTo>
                  <a:cubicBezTo>
                    <a:pt x="0" y="56"/>
                    <a:pt x="14" y="69"/>
                    <a:pt x="17" y="72"/>
                  </a:cubicBezTo>
                  <a:cubicBezTo>
                    <a:pt x="20" y="76"/>
                    <a:pt x="26" y="80"/>
                    <a:pt x="31" y="81"/>
                  </a:cubicBezTo>
                  <a:cubicBezTo>
                    <a:pt x="37" y="81"/>
                    <a:pt x="44" y="86"/>
                    <a:pt x="50" y="90"/>
                  </a:cubicBezTo>
                  <a:cubicBezTo>
                    <a:pt x="55" y="94"/>
                    <a:pt x="61" y="99"/>
                    <a:pt x="72" y="99"/>
                  </a:cubicBezTo>
                  <a:cubicBezTo>
                    <a:pt x="82" y="99"/>
                    <a:pt x="88" y="99"/>
                    <a:pt x="91" y="96"/>
                  </a:cubicBezTo>
                  <a:cubicBezTo>
                    <a:pt x="94" y="94"/>
                    <a:pt x="93" y="92"/>
                    <a:pt x="98" y="89"/>
                  </a:cubicBezTo>
                  <a:cubicBezTo>
                    <a:pt x="103" y="87"/>
                    <a:pt x="97" y="81"/>
                    <a:pt x="101" y="80"/>
                  </a:cubicBezTo>
                  <a:cubicBezTo>
                    <a:pt x="105" y="79"/>
                    <a:pt x="112" y="78"/>
                    <a:pt x="113" y="68"/>
                  </a:cubicBezTo>
                  <a:cubicBezTo>
                    <a:pt x="118" y="68"/>
                    <a:pt x="120" y="58"/>
                    <a:pt x="121" y="52"/>
                  </a:cubicBezTo>
                  <a:cubicBezTo>
                    <a:pt x="129" y="51"/>
                    <a:pt x="128" y="39"/>
                    <a:pt x="127" y="35"/>
                  </a:cubicBezTo>
                  <a:cubicBezTo>
                    <a:pt x="127" y="35"/>
                    <a:pt x="126" y="35"/>
                    <a:pt x="126" y="35"/>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8" name="Freeform 55"/>
            <p:cNvSpPr>
              <a:spLocks/>
            </p:cNvSpPr>
            <p:nvPr/>
          </p:nvSpPr>
          <p:spPr bwMode="auto">
            <a:xfrm>
              <a:off x="3763168" y="2730334"/>
              <a:ext cx="354013" cy="365125"/>
            </a:xfrm>
            <a:custGeom>
              <a:avLst/>
              <a:gdLst>
                <a:gd name="T0" fmla="*/ 154 w 165"/>
                <a:gd name="T1" fmla="*/ 36 h 170"/>
                <a:gd name="T2" fmla="*/ 153 w 165"/>
                <a:gd name="T3" fmla="*/ 43 h 170"/>
                <a:gd name="T4" fmla="*/ 146 w 165"/>
                <a:gd name="T5" fmla="*/ 59 h 170"/>
                <a:gd name="T6" fmla="*/ 138 w 165"/>
                <a:gd name="T7" fmla="*/ 65 h 170"/>
                <a:gd name="T8" fmla="*/ 136 w 165"/>
                <a:gd name="T9" fmla="*/ 48 h 170"/>
                <a:gd name="T10" fmla="*/ 127 w 165"/>
                <a:gd name="T11" fmla="*/ 28 h 170"/>
                <a:gd name="T12" fmla="*/ 118 w 165"/>
                <a:gd name="T13" fmla="*/ 1 h 170"/>
                <a:gd name="T14" fmla="*/ 82 w 165"/>
                <a:gd name="T15" fmla="*/ 2 h 170"/>
                <a:gd name="T16" fmla="*/ 38 w 165"/>
                <a:gd name="T17" fmla="*/ 4 h 170"/>
                <a:gd name="T18" fmla="*/ 16 w 165"/>
                <a:gd name="T19" fmla="*/ 0 h 170"/>
                <a:gd name="T20" fmla="*/ 12 w 165"/>
                <a:gd name="T21" fmla="*/ 21 h 170"/>
                <a:gd name="T22" fmla="*/ 12 w 165"/>
                <a:gd name="T23" fmla="*/ 53 h 170"/>
                <a:gd name="T24" fmla="*/ 15 w 165"/>
                <a:gd name="T25" fmla="*/ 77 h 170"/>
                <a:gd name="T26" fmla="*/ 7 w 165"/>
                <a:gd name="T27" fmla="*/ 76 h 170"/>
                <a:gd name="T28" fmla="*/ 1 w 165"/>
                <a:gd name="T29" fmla="*/ 66 h 170"/>
                <a:gd name="T30" fmla="*/ 0 w 165"/>
                <a:gd name="T31" fmla="*/ 69 h 170"/>
                <a:gd name="T32" fmla="*/ 4 w 165"/>
                <a:gd name="T33" fmla="*/ 86 h 170"/>
                <a:gd name="T34" fmla="*/ 13 w 165"/>
                <a:gd name="T35" fmla="*/ 110 h 170"/>
                <a:gd name="T36" fmla="*/ 22 w 165"/>
                <a:gd name="T37" fmla="*/ 117 h 170"/>
                <a:gd name="T38" fmla="*/ 39 w 165"/>
                <a:gd name="T39" fmla="*/ 146 h 170"/>
                <a:gd name="T40" fmla="*/ 39 w 165"/>
                <a:gd name="T41" fmla="*/ 147 h 170"/>
                <a:gd name="T42" fmla="*/ 69 w 165"/>
                <a:gd name="T43" fmla="*/ 167 h 170"/>
                <a:gd name="T44" fmla="*/ 133 w 165"/>
                <a:gd name="T45" fmla="*/ 142 h 170"/>
                <a:gd name="T46" fmla="*/ 146 w 165"/>
                <a:gd name="T47" fmla="*/ 102 h 170"/>
                <a:gd name="T48" fmla="*/ 148 w 165"/>
                <a:gd name="T49" fmla="*/ 93 h 170"/>
                <a:gd name="T50" fmla="*/ 164 w 165"/>
                <a:gd name="T51" fmla="*/ 82 h 170"/>
                <a:gd name="T52" fmla="*/ 165 w 165"/>
                <a:gd name="T53" fmla="*/ 46 h 170"/>
                <a:gd name="T54" fmla="*/ 154 w 165"/>
                <a:gd name="T55" fmla="*/ 3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5" h="170">
                  <a:moveTo>
                    <a:pt x="154" y="36"/>
                  </a:moveTo>
                  <a:cubicBezTo>
                    <a:pt x="153" y="39"/>
                    <a:pt x="153" y="42"/>
                    <a:pt x="153" y="43"/>
                  </a:cubicBezTo>
                  <a:cubicBezTo>
                    <a:pt x="151" y="47"/>
                    <a:pt x="151" y="50"/>
                    <a:pt x="146" y="59"/>
                  </a:cubicBezTo>
                  <a:cubicBezTo>
                    <a:pt x="141" y="68"/>
                    <a:pt x="138" y="65"/>
                    <a:pt x="138" y="65"/>
                  </a:cubicBezTo>
                  <a:cubicBezTo>
                    <a:pt x="138" y="65"/>
                    <a:pt x="137" y="51"/>
                    <a:pt x="136" y="48"/>
                  </a:cubicBezTo>
                  <a:cubicBezTo>
                    <a:pt x="136" y="45"/>
                    <a:pt x="129" y="35"/>
                    <a:pt x="127" y="28"/>
                  </a:cubicBezTo>
                  <a:cubicBezTo>
                    <a:pt x="125" y="22"/>
                    <a:pt x="120" y="1"/>
                    <a:pt x="118" y="1"/>
                  </a:cubicBezTo>
                  <a:cubicBezTo>
                    <a:pt x="116" y="0"/>
                    <a:pt x="92" y="2"/>
                    <a:pt x="82" y="2"/>
                  </a:cubicBezTo>
                  <a:cubicBezTo>
                    <a:pt x="71" y="2"/>
                    <a:pt x="55" y="4"/>
                    <a:pt x="38" y="4"/>
                  </a:cubicBezTo>
                  <a:cubicBezTo>
                    <a:pt x="21" y="3"/>
                    <a:pt x="16" y="0"/>
                    <a:pt x="16" y="0"/>
                  </a:cubicBezTo>
                  <a:cubicBezTo>
                    <a:pt x="16" y="0"/>
                    <a:pt x="13" y="17"/>
                    <a:pt x="12" y="21"/>
                  </a:cubicBezTo>
                  <a:cubicBezTo>
                    <a:pt x="12" y="25"/>
                    <a:pt x="11" y="46"/>
                    <a:pt x="12" y="53"/>
                  </a:cubicBezTo>
                  <a:cubicBezTo>
                    <a:pt x="12" y="60"/>
                    <a:pt x="15" y="77"/>
                    <a:pt x="15" y="77"/>
                  </a:cubicBezTo>
                  <a:cubicBezTo>
                    <a:pt x="15" y="77"/>
                    <a:pt x="10" y="79"/>
                    <a:pt x="7" y="76"/>
                  </a:cubicBezTo>
                  <a:cubicBezTo>
                    <a:pt x="6" y="75"/>
                    <a:pt x="4" y="71"/>
                    <a:pt x="1" y="66"/>
                  </a:cubicBezTo>
                  <a:cubicBezTo>
                    <a:pt x="1" y="66"/>
                    <a:pt x="0" y="67"/>
                    <a:pt x="0" y="69"/>
                  </a:cubicBezTo>
                  <a:cubicBezTo>
                    <a:pt x="0" y="69"/>
                    <a:pt x="2" y="77"/>
                    <a:pt x="4" y="86"/>
                  </a:cubicBezTo>
                  <a:cubicBezTo>
                    <a:pt x="6" y="94"/>
                    <a:pt x="12" y="108"/>
                    <a:pt x="13" y="110"/>
                  </a:cubicBezTo>
                  <a:cubicBezTo>
                    <a:pt x="15" y="113"/>
                    <a:pt x="20" y="119"/>
                    <a:pt x="22" y="117"/>
                  </a:cubicBezTo>
                  <a:cubicBezTo>
                    <a:pt x="24" y="116"/>
                    <a:pt x="37" y="142"/>
                    <a:pt x="39" y="146"/>
                  </a:cubicBezTo>
                  <a:cubicBezTo>
                    <a:pt x="39" y="147"/>
                    <a:pt x="39" y="147"/>
                    <a:pt x="39" y="147"/>
                  </a:cubicBezTo>
                  <a:cubicBezTo>
                    <a:pt x="42" y="153"/>
                    <a:pt x="52" y="164"/>
                    <a:pt x="69" y="167"/>
                  </a:cubicBezTo>
                  <a:cubicBezTo>
                    <a:pt x="87" y="170"/>
                    <a:pt x="124" y="158"/>
                    <a:pt x="133" y="142"/>
                  </a:cubicBezTo>
                  <a:cubicBezTo>
                    <a:pt x="139" y="132"/>
                    <a:pt x="144" y="113"/>
                    <a:pt x="146" y="102"/>
                  </a:cubicBezTo>
                  <a:cubicBezTo>
                    <a:pt x="147" y="97"/>
                    <a:pt x="148" y="93"/>
                    <a:pt x="148" y="93"/>
                  </a:cubicBezTo>
                  <a:cubicBezTo>
                    <a:pt x="148" y="93"/>
                    <a:pt x="163" y="92"/>
                    <a:pt x="164" y="82"/>
                  </a:cubicBezTo>
                  <a:cubicBezTo>
                    <a:pt x="165" y="72"/>
                    <a:pt x="165" y="48"/>
                    <a:pt x="165" y="46"/>
                  </a:cubicBezTo>
                  <a:cubicBezTo>
                    <a:pt x="165" y="44"/>
                    <a:pt x="162" y="33"/>
                    <a:pt x="154" y="36"/>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59" name="Freeform 56"/>
            <p:cNvSpPr>
              <a:spLocks/>
            </p:cNvSpPr>
            <p:nvPr/>
          </p:nvSpPr>
          <p:spPr bwMode="auto">
            <a:xfrm>
              <a:off x="3969543" y="3152609"/>
              <a:ext cx="95250" cy="98425"/>
            </a:xfrm>
            <a:custGeom>
              <a:avLst/>
              <a:gdLst>
                <a:gd name="T0" fmla="*/ 17 w 45"/>
                <a:gd name="T1" fmla="*/ 14 h 46"/>
                <a:gd name="T2" fmla="*/ 29 w 45"/>
                <a:gd name="T3" fmla="*/ 25 h 46"/>
                <a:gd name="T4" fmla="*/ 45 w 45"/>
                <a:gd name="T5" fmla="*/ 46 h 46"/>
                <a:gd name="T6" fmla="*/ 30 w 45"/>
                <a:gd name="T7" fmla="*/ 24 h 46"/>
                <a:gd name="T8" fmla="*/ 19 w 45"/>
                <a:gd name="T9" fmla="*/ 12 h 46"/>
                <a:gd name="T10" fmla="*/ 12 w 45"/>
                <a:gd name="T11" fmla="*/ 6 h 46"/>
                <a:gd name="T12" fmla="*/ 0 w 45"/>
                <a:gd name="T13" fmla="*/ 0 h 46"/>
                <a:gd name="T14" fmla="*/ 8 w 45"/>
                <a:gd name="T15" fmla="*/ 6 h 46"/>
                <a:gd name="T16" fmla="*/ 17 w 45"/>
                <a:gd name="T17" fmla="*/ 1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7" y="14"/>
                  </a:moveTo>
                  <a:cubicBezTo>
                    <a:pt x="21" y="17"/>
                    <a:pt x="25" y="21"/>
                    <a:pt x="29" y="25"/>
                  </a:cubicBezTo>
                  <a:cubicBezTo>
                    <a:pt x="36" y="32"/>
                    <a:pt x="42" y="39"/>
                    <a:pt x="45" y="46"/>
                  </a:cubicBezTo>
                  <a:cubicBezTo>
                    <a:pt x="43" y="41"/>
                    <a:pt x="37" y="33"/>
                    <a:pt x="30" y="24"/>
                  </a:cubicBezTo>
                  <a:cubicBezTo>
                    <a:pt x="26" y="20"/>
                    <a:pt x="22" y="15"/>
                    <a:pt x="19" y="12"/>
                  </a:cubicBezTo>
                  <a:cubicBezTo>
                    <a:pt x="16" y="9"/>
                    <a:pt x="14" y="7"/>
                    <a:pt x="12" y="6"/>
                  </a:cubicBezTo>
                  <a:cubicBezTo>
                    <a:pt x="7" y="2"/>
                    <a:pt x="3" y="0"/>
                    <a:pt x="0" y="0"/>
                  </a:cubicBezTo>
                  <a:cubicBezTo>
                    <a:pt x="2" y="2"/>
                    <a:pt x="5" y="4"/>
                    <a:pt x="8" y="6"/>
                  </a:cubicBezTo>
                  <a:cubicBezTo>
                    <a:pt x="11" y="8"/>
                    <a:pt x="14" y="11"/>
                    <a:pt x="17" y="14"/>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0" name="Freeform 57"/>
            <p:cNvSpPr>
              <a:spLocks noEditPoints="1"/>
            </p:cNvSpPr>
            <p:nvPr/>
          </p:nvSpPr>
          <p:spPr bwMode="auto">
            <a:xfrm>
              <a:off x="3383755" y="3060534"/>
              <a:ext cx="1150938" cy="2884488"/>
            </a:xfrm>
            <a:custGeom>
              <a:avLst/>
              <a:gdLst>
                <a:gd name="T0" fmla="*/ 87 w 537"/>
                <a:gd name="T1" fmla="*/ 1327 h 1346"/>
                <a:gd name="T2" fmla="*/ 181 w 537"/>
                <a:gd name="T3" fmla="*/ 1341 h 1346"/>
                <a:gd name="T4" fmla="*/ 203 w 537"/>
                <a:gd name="T5" fmla="*/ 1268 h 1346"/>
                <a:gd name="T6" fmla="*/ 239 w 537"/>
                <a:gd name="T7" fmla="*/ 944 h 1346"/>
                <a:gd name="T8" fmla="*/ 275 w 537"/>
                <a:gd name="T9" fmla="*/ 759 h 1346"/>
                <a:gd name="T10" fmla="*/ 309 w 537"/>
                <a:gd name="T11" fmla="*/ 1122 h 1346"/>
                <a:gd name="T12" fmla="*/ 335 w 537"/>
                <a:gd name="T13" fmla="*/ 1304 h 1346"/>
                <a:gd name="T14" fmla="*/ 406 w 537"/>
                <a:gd name="T15" fmla="*/ 1327 h 1346"/>
                <a:gd name="T16" fmla="*/ 441 w 537"/>
                <a:gd name="T17" fmla="*/ 1306 h 1346"/>
                <a:gd name="T18" fmla="*/ 443 w 537"/>
                <a:gd name="T19" fmla="*/ 1208 h 1346"/>
                <a:gd name="T20" fmla="*/ 439 w 537"/>
                <a:gd name="T21" fmla="*/ 1064 h 1346"/>
                <a:gd name="T22" fmla="*/ 437 w 537"/>
                <a:gd name="T23" fmla="*/ 687 h 1346"/>
                <a:gd name="T24" fmla="*/ 469 w 537"/>
                <a:gd name="T25" fmla="*/ 639 h 1346"/>
                <a:gd name="T26" fmla="*/ 479 w 537"/>
                <a:gd name="T27" fmla="*/ 433 h 1346"/>
                <a:gd name="T28" fmla="*/ 521 w 537"/>
                <a:gd name="T29" fmla="*/ 286 h 1346"/>
                <a:gd name="T30" fmla="*/ 403 w 537"/>
                <a:gd name="T31" fmla="*/ 28 h 1346"/>
                <a:gd name="T32" fmla="*/ 336 w 537"/>
                <a:gd name="T33" fmla="*/ 8 h 1346"/>
                <a:gd name="T34" fmla="*/ 330 w 537"/>
                <a:gd name="T35" fmla="*/ 54 h 1346"/>
                <a:gd name="T36" fmla="*/ 318 w 537"/>
                <a:gd name="T37" fmla="*/ 90 h 1346"/>
                <a:gd name="T38" fmla="*/ 318 w 537"/>
                <a:gd name="T39" fmla="*/ 90 h 1346"/>
                <a:gd name="T40" fmla="*/ 278 w 537"/>
                <a:gd name="T41" fmla="*/ 233 h 1346"/>
                <a:gd name="T42" fmla="*/ 261 w 537"/>
                <a:gd name="T43" fmla="*/ 198 h 1346"/>
                <a:gd name="T44" fmla="*/ 236 w 537"/>
                <a:gd name="T45" fmla="*/ 91 h 1346"/>
                <a:gd name="T46" fmla="*/ 263 w 537"/>
                <a:gd name="T47" fmla="*/ 52 h 1346"/>
                <a:gd name="T48" fmla="*/ 273 w 537"/>
                <a:gd name="T49" fmla="*/ 43 h 1346"/>
                <a:gd name="T50" fmla="*/ 262 w 537"/>
                <a:gd name="T51" fmla="*/ 51 h 1346"/>
                <a:gd name="T52" fmla="*/ 236 w 537"/>
                <a:gd name="T53" fmla="*/ 90 h 1346"/>
                <a:gd name="T54" fmla="*/ 224 w 537"/>
                <a:gd name="T55" fmla="*/ 59 h 1346"/>
                <a:gd name="T56" fmla="*/ 217 w 537"/>
                <a:gd name="T57" fmla="*/ 11 h 1346"/>
                <a:gd name="T58" fmla="*/ 155 w 537"/>
                <a:gd name="T59" fmla="*/ 48 h 1346"/>
                <a:gd name="T60" fmla="*/ 68 w 537"/>
                <a:gd name="T61" fmla="*/ 92 h 1346"/>
                <a:gd name="T62" fmla="*/ 60 w 537"/>
                <a:gd name="T63" fmla="*/ 140 h 1346"/>
                <a:gd name="T64" fmla="*/ 6 w 537"/>
                <a:gd name="T65" fmla="*/ 326 h 1346"/>
                <a:gd name="T66" fmla="*/ 46 w 537"/>
                <a:gd name="T67" fmla="*/ 425 h 1346"/>
                <a:gd name="T68" fmla="*/ 100 w 537"/>
                <a:gd name="T69" fmla="*/ 495 h 1346"/>
                <a:gd name="T70" fmla="*/ 92 w 537"/>
                <a:gd name="T71" fmla="*/ 649 h 1346"/>
                <a:gd name="T72" fmla="*/ 96 w 537"/>
                <a:gd name="T73" fmla="*/ 763 h 1346"/>
                <a:gd name="T74" fmla="*/ 72 w 537"/>
                <a:gd name="T75" fmla="*/ 1269 h 1346"/>
                <a:gd name="T76" fmla="*/ 408 w 537"/>
                <a:gd name="T77" fmla="*/ 434 h 1346"/>
                <a:gd name="T78" fmla="*/ 361 w 537"/>
                <a:gd name="T79" fmla="*/ 469 h 1346"/>
                <a:gd name="T80" fmla="*/ 306 w 537"/>
                <a:gd name="T81" fmla="*/ 466 h 1346"/>
                <a:gd name="T82" fmla="*/ 295 w 537"/>
                <a:gd name="T83" fmla="*/ 448 h 1346"/>
                <a:gd name="T84" fmla="*/ 289 w 537"/>
                <a:gd name="T85" fmla="*/ 439 h 1346"/>
                <a:gd name="T86" fmla="*/ 275 w 537"/>
                <a:gd name="T87" fmla="*/ 431 h 1346"/>
                <a:gd name="T88" fmla="*/ 274 w 537"/>
                <a:gd name="T89" fmla="*/ 428 h 1346"/>
                <a:gd name="T90" fmla="*/ 260 w 537"/>
                <a:gd name="T91" fmla="*/ 461 h 1346"/>
                <a:gd name="T92" fmla="*/ 245 w 537"/>
                <a:gd name="T93" fmla="*/ 482 h 1346"/>
                <a:gd name="T94" fmla="*/ 219 w 537"/>
                <a:gd name="T95" fmla="*/ 492 h 1346"/>
                <a:gd name="T96" fmla="*/ 178 w 537"/>
                <a:gd name="T97" fmla="*/ 474 h 1346"/>
                <a:gd name="T98" fmla="*/ 147 w 537"/>
                <a:gd name="T99" fmla="*/ 449 h 1346"/>
                <a:gd name="T100" fmla="*/ 198 w 537"/>
                <a:gd name="T101" fmla="*/ 394 h 1346"/>
                <a:gd name="T102" fmla="*/ 235 w 537"/>
                <a:gd name="T103" fmla="*/ 397 h 1346"/>
                <a:gd name="T104" fmla="*/ 262 w 537"/>
                <a:gd name="T105" fmla="*/ 407 h 1346"/>
                <a:gd name="T106" fmla="*/ 272 w 537"/>
                <a:gd name="T107" fmla="*/ 426 h 1346"/>
                <a:gd name="T108" fmla="*/ 260 w 537"/>
                <a:gd name="T109" fmla="*/ 416 h 1346"/>
                <a:gd name="T110" fmla="*/ 267 w 537"/>
                <a:gd name="T111" fmla="*/ 411 h 1346"/>
                <a:gd name="T112" fmla="*/ 291 w 537"/>
                <a:gd name="T113" fmla="*/ 401 h 1346"/>
                <a:gd name="T114" fmla="*/ 323 w 537"/>
                <a:gd name="T115" fmla="*/ 386 h 1346"/>
                <a:gd name="T116" fmla="*/ 366 w 537"/>
                <a:gd name="T117" fmla="*/ 381 h 1346"/>
                <a:gd name="T118" fmla="*/ 408 w 537"/>
                <a:gd name="T119" fmla="*/ 434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7" h="1346">
                  <a:moveTo>
                    <a:pt x="68" y="1316"/>
                  </a:moveTo>
                  <a:cubicBezTo>
                    <a:pt x="68" y="1330"/>
                    <a:pt x="77" y="1327"/>
                    <a:pt x="87" y="1327"/>
                  </a:cubicBezTo>
                  <a:cubicBezTo>
                    <a:pt x="96" y="1327"/>
                    <a:pt x="143" y="1329"/>
                    <a:pt x="159" y="1330"/>
                  </a:cubicBezTo>
                  <a:cubicBezTo>
                    <a:pt x="174" y="1330"/>
                    <a:pt x="181" y="1344"/>
                    <a:pt x="181" y="1341"/>
                  </a:cubicBezTo>
                  <a:cubicBezTo>
                    <a:pt x="181" y="1338"/>
                    <a:pt x="185" y="1322"/>
                    <a:pt x="193" y="1307"/>
                  </a:cubicBezTo>
                  <a:cubicBezTo>
                    <a:pt x="201" y="1291"/>
                    <a:pt x="203" y="1268"/>
                    <a:pt x="203" y="1268"/>
                  </a:cubicBezTo>
                  <a:cubicBezTo>
                    <a:pt x="207" y="1246"/>
                    <a:pt x="217" y="1202"/>
                    <a:pt x="221" y="1174"/>
                  </a:cubicBezTo>
                  <a:cubicBezTo>
                    <a:pt x="225" y="1146"/>
                    <a:pt x="239" y="968"/>
                    <a:pt x="239" y="944"/>
                  </a:cubicBezTo>
                  <a:cubicBezTo>
                    <a:pt x="239" y="921"/>
                    <a:pt x="265" y="709"/>
                    <a:pt x="265" y="709"/>
                  </a:cubicBezTo>
                  <a:cubicBezTo>
                    <a:pt x="265" y="709"/>
                    <a:pt x="275" y="743"/>
                    <a:pt x="275" y="759"/>
                  </a:cubicBezTo>
                  <a:cubicBezTo>
                    <a:pt x="275" y="775"/>
                    <a:pt x="295" y="911"/>
                    <a:pt x="295" y="925"/>
                  </a:cubicBezTo>
                  <a:cubicBezTo>
                    <a:pt x="295" y="938"/>
                    <a:pt x="309" y="1096"/>
                    <a:pt x="309" y="1122"/>
                  </a:cubicBezTo>
                  <a:cubicBezTo>
                    <a:pt x="309" y="1148"/>
                    <a:pt x="315" y="1238"/>
                    <a:pt x="319" y="1256"/>
                  </a:cubicBezTo>
                  <a:cubicBezTo>
                    <a:pt x="323" y="1274"/>
                    <a:pt x="335" y="1304"/>
                    <a:pt x="335" y="1304"/>
                  </a:cubicBezTo>
                  <a:cubicBezTo>
                    <a:pt x="336" y="1320"/>
                    <a:pt x="340" y="1346"/>
                    <a:pt x="350" y="1337"/>
                  </a:cubicBezTo>
                  <a:cubicBezTo>
                    <a:pt x="360" y="1329"/>
                    <a:pt x="389" y="1327"/>
                    <a:pt x="406" y="1327"/>
                  </a:cubicBezTo>
                  <a:cubicBezTo>
                    <a:pt x="422" y="1327"/>
                    <a:pt x="441" y="1324"/>
                    <a:pt x="441" y="1324"/>
                  </a:cubicBezTo>
                  <a:cubicBezTo>
                    <a:pt x="441" y="1306"/>
                    <a:pt x="441" y="1306"/>
                    <a:pt x="441" y="1306"/>
                  </a:cubicBezTo>
                  <a:cubicBezTo>
                    <a:pt x="441" y="1306"/>
                    <a:pt x="449" y="1282"/>
                    <a:pt x="451" y="1274"/>
                  </a:cubicBezTo>
                  <a:cubicBezTo>
                    <a:pt x="453" y="1266"/>
                    <a:pt x="443" y="1224"/>
                    <a:pt x="443" y="1208"/>
                  </a:cubicBezTo>
                  <a:cubicBezTo>
                    <a:pt x="443" y="1192"/>
                    <a:pt x="441" y="1180"/>
                    <a:pt x="441" y="1166"/>
                  </a:cubicBezTo>
                  <a:cubicBezTo>
                    <a:pt x="441" y="1152"/>
                    <a:pt x="439" y="1092"/>
                    <a:pt x="439" y="1064"/>
                  </a:cubicBezTo>
                  <a:cubicBezTo>
                    <a:pt x="439" y="859"/>
                    <a:pt x="439" y="859"/>
                    <a:pt x="439" y="859"/>
                  </a:cubicBezTo>
                  <a:cubicBezTo>
                    <a:pt x="439" y="853"/>
                    <a:pt x="437" y="687"/>
                    <a:pt x="437" y="687"/>
                  </a:cubicBezTo>
                  <a:cubicBezTo>
                    <a:pt x="471" y="681"/>
                    <a:pt x="471" y="681"/>
                    <a:pt x="471" y="681"/>
                  </a:cubicBezTo>
                  <a:cubicBezTo>
                    <a:pt x="471" y="681"/>
                    <a:pt x="469" y="647"/>
                    <a:pt x="469" y="639"/>
                  </a:cubicBezTo>
                  <a:cubicBezTo>
                    <a:pt x="469" y="631"/>
                    <a:pt x="453" y="451"/>
                    <a:pt x="453" y="451"/>
                  </a:cubicBezTo>
                  <a:cubicBezTo>
                    <a:pt x="453" y="451"/>
                    <a:pt x="469" y="437"/>
                    <a:pt x="479" y="433"/>
                  </a:cubicBezTo>
                  <a:cubicBezTo>
                    <a:pt x="489" y="429"/>
                    <a:pt x="537" y="386"/>
                    <a:pt x="537" y="378"/>
                  </a:cubicBezTo>
                  <a:cubicBezTo>
                    <a:pt x="537" y="370"/>
                    <a:pt x="525" y="308"/>
                    <a:pt x="521" y="286"/>
                  </a:cubicBezTo>
                  <a:cubicBezTo>
                    <a:pt x="517" y="264"/>
                    <a:pt x="493" y="60"/>
                    <a:pt x="493" y="60"/>
                  </a:cubicBezTo>
                  <a:cubicBezTo>
                    <a:pt x="493" y="60"/>
                    <a:pt x="465" y="38"/>
                    <a:pt x="403" y="28"/>
                  </a:cubicBezTo>
                  <a:cubicBezTo>
                    <a:pt x="341" y="18"/>
                    <a:pt x="335" y="0"/>
                    <a:pt x="335" y="0"/>
                  </a:cubicBezTo>
                  <a:cubicBezTo>
                    <a:pt x="335" y="0"/>
                    <a:pt x="336" y="4"/>
                    <a:pt x="336" y="8"/>
                  </a:cubicBezTo>
                  <a:cubicBezTo>
                    <a:pt x="336" y="11"/>
                    <a:pt x="335" y="22"/>
                    <a:pt x="335" y="29"/>
                  </a:cubicBezTo>
                  <a:cubicBezTo>
                    <a:pt x="335" y="32"/>
                    <a:pt x="333" y="42"/>
                    <a:pt x="330" y="54"/>
                  </a:cubicBezTo>
                  <a:cubicBezTo>
                    <a:pt x="327" y="65"/>
                    <a:pt x="323" y="78"/>
                    <a:pt x="319" y="87"/>
                  </a:cubicBezTo>
                  <a:cubicBezTo>
                    <a:pt x="319" y="88"/>
                    <a:pt x="319" y="89"/>
                    <a:pt x="318" y="90"/>
                  </a:cubicBezTo>
                  <a:cubicBezTo>
                    <a:pt x="318" y="90"/>
                    <a:pt x="318" y="90"/>
                    <a:pt x="318" y="90"/>
                  </a:cubicBezTo>
                  <a:cubicBezTo>
                    <a:pt x="318" y="90"/>
                    <a:pt x="318" y="90"/>
                    <a:pt x="318" y="90"/>
                  </a:cubicBezTo>
                  <a:cubicBezTo>
                    <a:pt x="315" y="102"/>
                    <a:pt x="311" y="115"/>
                    <a:pt x="307" y="128"/>
                  </a:cubicBezTo>
                  <a:cubicBezTo>
                    <a:pt x="296" y="169"/>
                    <a:pt x="284" y="210"/>
                    <a:pt x="278" y="233"/>
                  </a:cubicBezTo>
                  <a:cubicBezTo>
                    <a:pt x="275" y="243"/>
                    <a:pt x="273" y="250"/>
                    <a:pt x="273" y="250"/>
                  </a:cubicBezTo>
                  <a:cubicBezTo>
                    <a:pt x="261" y="198"/>
                    <a:pt x="261" y="198"/>
                    <a:pt x="261" y="198"/>
                  </a:cubicBezTo>
                  <a:cubicBezTo>
                    <a:pt x="249" y="147"/>
                    <a:pt x="249" y="147"/>
                    <a:pt x="249" y="147"/>
                  </a:cubicBezTo>
                  <a:cubicBezTo>
                    <a:pt x="236" y="91"/>
                    <a:pt x="236" y="91"/>
                    <a:pt x="236" y="91"/>
                  </a:cubicBezTo>
                  <a:cubicBezTo>
                    <a:pt x="239" y="85"/>
                    <a:pt x="246" y="75"/>
                    <a:pt x="253" y="65"/>
                  </a:cubicBezTo>
                  <a:cubicBezTo>
                    <a:pt x="256" y="61"/>
                    <a:pt x="260" y="56"/>
                    <a:pt x="263" y="52"/>
                  </a:cubicBezTo>
                  <a:cubicBezTo>
                    <a:pt x="264" y="51"/>
                    <a:pt x="265" y="51"/>
                    <a:pt x="265" y="50"/>
                  </a:cubicBezTo>
                  <a:cubicBezTo>
                    <a:pt x="268" y="47"/>
                    <a:pt x="271" y="45"/>
                    <a:pt x="273" y="43"/>
                  </a:cubicBezTo>
                  <a:cubicBezTo>
                    <a:pt x="270" y="43"/>
                    <a:pt x="267" y="46"/>
                    <a:pt x="263" y="50"/>
                  </a:cubicBezTo>
                  <a:cubicBezTo>
                    <a:pt x="263" y="50"/>
                    <a:pt x="262" y="51"/>
                    <a:pt x="262" y="51"/>
                  </a:cubicBezTo>
                  <a:cubicBezTo>
                    <a:pt x="259" y="55"/>
                    <a:pt x="255" y="60"/>
                    <a:pt x="252" y="65"/>
                  </a:cubicBezTo>
                  <a:cubicBezTo>
                    <a:pt x="245" y="74"/>
                    <a:pt x="239" y="84"/>
                    <a:pt x="236" y="90"/>
                  </a:cubicBezTo>
                  <a:cubicBezTo>
                    <a:pt x="234" y="93"/>
                    <a:pt x="233" y="95"/>
                    <a:pt x="233" y="95"/>
                  </a:cubicBezTo>
                  <a:cubicBezTo>
                    <a:pt x="230" y="92"/>
                    <a:pt x="227" y="76"/>
                    <a:pt x="224" y="59"/>
                  </a:cubicBezTo>
                  <a:cubicBezTo>
                    <a:pt x="220" y="37"/>
                    <a:pt x="218" y="13"/>
                    <a:pt x="217" y="11"/>
                  </a:cubicBezTo>
                  <a:cubicBezTo>
                    <a:pt x="217" y="11"/>
                    <a:pt x="217" y="11"/>
                    <a:pt x="217" y="11"/>
                  </a:cubicBezTo>
                  <a:cubicBezTo>
                    <a:pt x="197" y="28"/>
                    <a:pt x="197" y="28"/>
                    <a:pt x="197" y="28"/>
                  </a:cubicBezTo>
                  <a:cubicBezTo>
                    <a:pt x="197" y="28"/>
                    <a:pt x="167" y="46"/>
                    <a:pt x="155" y="48"/>
                  </a:cubicBezTo>
                  <a:cubicBezTo>
                    <a:pt x="143" y="50"/>
                    <a:pt x="102" y="70"/>
                    <a:pt x="84" y="74"/>
                  </a:cubicBezTo>
                  <a:cubicBezTo>
                    <a:pt x="66" y="78"/>
                    <a:pt x="68" y="92"/>
                    <a:pt x="68" y="92"/>
                  </a:cubicBezTo>
                  <a:cubicBezTo>
                    <a:pt x="68" y="112"/>
                    <a:pt x="68" y="112"/>
                    <a:pt x="68" y="112"/>
                  </a:cubicBezTo>
                  <a:cubicBezTo>
                    <a:pt x="68" y="120"/>
                    <a:pt x="66" y="124"/>
                    <a:pt x="60" y="140"/>
                  </a:cubicBezTo>
                  <a:cubicBezTo>
                    <a:pt x="54" y="156"/>
                    <a:pt x="40" y="210"/>
                    <a:pt x="36" y="232"/>
                  </a:cubicBezTo>
                  <a:cubicBezTo>
                    <a:pt x="32" y="254"/>
                    <a:pt x="12" y="316"/>
                    <a:pt x="6" y="326"/>
                  </a:cubicBezTo>
                  <a:cubicBezTo>
                    <a:pt x="0" y="336"/>
                    <a:pt x="0" y="348"/>
                    <a:pt x="4" y="362"/>
                  </a:cubicBezTo>
                  <a:cubicBezTo>
                    <a:pt x="8" y="376"/>
                    <a:pt x="32" y="417"/>
                    <a:pt x="46" y="425"/>
                  </a:cubicBezTo>
                  <a:cubicBezTo>
                    <a:pt x="60" y="433"/>
                    <a:pt x="102" y="473"/>
                    <a:pt x="102" y="473"/>
                  </a:cubicBezTo>
                  <a:cubicBezTo>
                    <a:pt x="102" y="473"/>
                    <a:pt x="100" y="483"/>
                    <a:pt x="100" y="495"/>
                  </a:cubicBezTo>
                  <a:cubicBezTo>
                    <a:pt x="100" y="507"/>
                    <a:pt x="104" y="511"/>
                    <a:pt x="104" y="511"/>
                  </a:cubicBezTo>
                  <a:cubicBezTo>
                    <a:pt x="92" y="649"/>
                    <a:pt x="92" y="649"/>
                    <a:pt x="92" y="649"/>
                  </a:cubicBezTo>
                  <a:cubicBezTo>
                    <a:pt x="98" y="703"/>
                    <a:pt x="98" y="703"/>
                    <a:pt x="98" y="703"/>
                  </a:cubicBezTo>
                  <a:cubicBezTo>
                    <a:pt x="98" y="703"/>
                    <a:pt x="96" y="739"/>
                    <a:pt x="96" y="763"/>
                  </a:cubicBezTo>
                  <a:cubicBezTo>
                    <a:pt x="96" y="787"/>
                    <a:pt x="96" y="1074"/>
                    <a:pt x="94" y="1104"/>
                  </a:cubicBezTo>
                  <a:cubicBezTo>
                    <a:pt x="92" y="1134"/>
                    <a:pt x="80" y="1251"/>
                    <a:pt x="72" y="1269"/>
                  </a:cubicBezTo>
                  <a:cubicBezTo>
                    <a:pt x="72" y="1269"/>
                    <a:pt x="68" y="1303"/>
                    <a:pt x="68" y="1316"/>
                  </a:cubicBezTo>
                  <a:moveTo>
                    <a:pt x="408" y="434"/>
                  </a:moveTo>
                  <a:cubicBezTo>
                    <a:pt x="406" y="439"/>
                    <a:pt x="396" y="439"/>
                    <a:pt x="396" y="439"/>
                  </a:cubicBezTo>
                  <a:cubicBezTo>
                    <a:pt x="396" y="439"/>
                    <a:pt x="373" y="465"/>
                    <a:pt x="361" y="469"/>
                  </a:cubicBezTo>
                  <a:cubicBezTo>
                    <a:pt x="349" y="474"/>
                    <a:pt x="334" y="475"/>
                    <a:pt x="323" y="474"/>
                  </a:cubicBezTo>
                  <a:cubicBezTo>
                    <a:pt x="312" y="473"/>
                    <a:pt x="307" y="469"/>
                    <a:pt x="306" y="466"/>
                  </a:cubicBezTo>
                  <a:cubicBezTo>
                    <a:pt x="304" y="464"/>
                    <a:pt x="299" y="455"/>
                    <a:pt x="299" y="455"/>
                  </a:cubicBezTo>
                  <a:cubicBezTo>
                    <a:pt x="299" y="455"/>
                    <a:pt x="296" y="450"/>
                    <a:pt x="295" y="448"/>
                  </a:cubicBezTo>
                  <a:cubicBezTo>
                    <a:pt x="293" y="447"/>
                    <a:pt x="291" y="445"/>
                    <a:pt x="290" y="443"/>
                  </a:cubicBezTo>
                  <a:cubicBezTo>
                    <a:pt x="290" y="442"/>
                    <a:pt x="289" y="439"/>
                    <a:pt x="289" y="439"/>
                  </a:cubicBezTo>
                  <a:cubicBezTo>
                    <a:pt x="289" y="439"/>
                    <a:pt x="280" y="437"/>
                    <a:pt x="278" y="436"/>
                  </a:cubicBezTo>
                  <a:cubicBezTo>
                    <a:pt x="277" y="436"/>
                    <a:pt x="275" y="433"/>
                    <a:pt x="275" y="431"/>
                  </a:cubicBezTo>
                  <a:cubicBezTo>
                    <a:pt x="275" y="430"/>
                    <a:pt x="274" y="429"/>
                    <a:pt x="273" y="428"/>
                  </a:cubicBezTo>
                  <a:cubicBezTo>
                    <a:pt x="273" y="428"/>
                    <a:pt x="274" y="428"/>
                    <a:pt x="274" y="428"/>
                  </a:cubicBezTo>
                  <a:cubicBezTo>
                    <a:pt x="275" y="432"/>
                    <a:pt x="276" y="444"/>
                    <a:pt x="268" y="445"/>
                  </a:cubicBezTo>
                  <a:cubicBezTo>
                    <a:pt x="267" y="451"/>
                    <a:pt x="265" y="461"/>
                    <a:pt x="260" y="461"/>
                  </a:cubicBezTo>
                  <a:cubicBezTo>
                    <a:pt x="259" y="471"/>
                    <a:pt x="252" y="472"/>
                    <a:pt x="248" y="473"/>
                  </a:cubicBezTo>
                  <a:cubicBezTo>
                    <a:pt x="244" y="474"/>
                    <a:pt x="250" y="480"/>
                    <a:pt x="245" y="482"/>
                  </a:cubicBezTo>
                  <a:cubicBezTo>
                    <a:pt x="240" y="485"/>
                    <a:pt x="241" y="487"/>
                    <a:pt x="238" y="489"/>
                  </a:cubicBezTo>
                  <a:cubicBezTo>
                    <a:pt x="235" y="492"/>
                    <a:pt x="229" y="492"/>
                    <a:pt x="219" y="492"/>
                  </a:cubicBezTo>
                  <a:cubicBezTo>
                    <a:pt x="208" y="492"/>
                    <a:pt x="202" y="487"/>
                    <a:pt x="197" y="483"/>
                  </a:cubicBezTo>
                  <a:cubicBezTo>
                    <a:pt x="191" y="479"/>
                    <a:pt x="184" y="474"/>
                    <a:pt x="178" y="474"/>
                  </a:cubicBezTo>
                  <a:cubicBezTo>
                    <a:pt x="173" y="473"/>
                    <a:pt x="167" y="469"/>
                    <a:pt x="164" y="465"/>
                  </a:cubicBezTo>
                  <a:cubicBezTo>
                    <a:pt x="161" y="462"/>
                    <a:pt x="147" y="449"/>
                    <a:pt x="147" y="449"/>
                  </a:cubicBezTo>
                  <a:cubicBezTo>
                    <a:pt x="147" y="449"/>
                    <a:pt x="153" y="408"/>
                    <a:pt x="173" y="401"/>
                  </a:cubicBezTo>
                  <a:cubicBezTo>
                    <a:pt x="192" y="393"/>
                    <a:pt x="195" y="394"/>
                    <a:pt x="198" y="394"/>
                  </a:cubicBezTo>
                  <a:cubicBezTo>
                    <a:pt x="201" y="394"/>
                    <a:pt x="211" y="394"/>
                    <a:pt x="217" y="395"/>
                  </a:cubicBezTo>
                  <a:cubicBezTo>
                    <a:pt x="223" y="395"/>
                    <a:pt x="232" y="396"/>
                    <a:pt x="235" y="397"/>
                  </a:cubicBezTo>
                  <a:cubicBezTo>
                    <a:pt x="237" y="397"/>
                    <a:pt x="241" y="397"/>
                    <a:pt x="244" y="400"/>
                  </a:cubicBezTo>
                  <a:cubicBezTo>
                    <a:pt x="247" y="402"/>
                    <a:pt x="262" y="407"/>
                    <a:pt x="262" y="407"/>
                  </a:cubicBezTo>
                  <a:cubicBezTo>
                    <a:pt x="262" y="407"/>
                    <a:pt x="256" y="415"/>
                    <a:pt x="260" y="418"/>
                  </a:cubicBezTo>
                  <a:cubicBezTo>
                    <a:pt x="264" y="420"/>
                    <a:pt x="269" y="423"/>
                    <a:pt x="272" y="426"/>
                  </a:cubicBezTo>
                  <a:cubicBezTo>
                    <a:pt x="271" y="425"/>
                    <a:pt x="270" y="424"/>
                    <a:pt x="270" y="423"/>
                  </a:cubicBezTo>
                  <a:cubicBezTo>
                    <a:pt x="269" y="421"/>
                    <a:pt x="260" y="419"/>
                    <a:pt x="260" y="416"/>
                  </a:cubicBezTo>
                  <a:cubicBezTo>
                    <a:pt x="260" y="413"/>
                    <a:pt x="261" y="411"/>
                    <a:pt x="264" y="411"/>
                  </a:cubicBezTo>
                  <a:cubicBezTo>
                    <a:pt x="267" y="411"/>
                    <a:pt x="267" y="411"/>
                    <a:pt x="267" y="411"/>
                  </a:cubicBezTo>
                  <a:cubicBezTo>
                    <a:pt x="267" y="411"/>
                    <a:pt x="266" y="401"/>
                    <a:pt x="273" y="402"/>
                  </a:cubicBezTo>
                  <a:cubicBezTo>
                    <a:pt x="280" y="403"/>
                    <a:pt x="286" y="403"/>
                    <a:pt x="291" y="401"/>
                  </a:cubicBezTo>
                  <a:cubicBezTo>
                    <a:pt x="295" y="399"/>
                    <a:pt x="305" y="393"/>
                    <a:pt x="309" y="393"/>
                  </a:cubicBezTo>
                  <a:cubicBezTo>
                    <a:pt x="313" y="393"/>
                    <a:pt x="320" y="387"/>
                    <a:pt x="323" y="386"/>
                  </a:cubicBezTo>
                  <a:cubicBezTo>
                    <a:pt x="326" y="385"/>
                    <a:pt x="345" y="381"/>
                    <a:pt x="351" y="381"/>
                  </a:cubicBezTo>
                  <a:cubicBezTo>
                    <a:pt x="356" y="381"/>
                    <a:pt x="357" y="381"/>
                    <a:pt x="366" y="381"/>
                  </a:cubicBezTo>
                  <a:cubicBezTo>
                    <a:pt x="375" y="381"/>
                    <a:pt x="394" y="379"/>
                    <a:pt x="394" y="379"/>
                  </a:cubicBezTo>
                  <a:cubicBezTo>
                    <a:pt x="394" y="379"/>
                    <a:pt x="410" y="428"/>
                    <a:pt x="408" y="434"/>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1" name="Freeform 58"/>
            <p:cNvSpPr>
              <a:spLocks/>
            </p:cNvSpPr>
            <p:nvPr/>
          </p:nvSpPr>
          <p:spPr bwMode="auto">
            <a:xfrm>
              <a:off x="3748880" y="2590634"/>
              <a:ext cx="344488" cy="309563"/>
            </a:xfrm>
            <a:custGeom>
              <a:avLst/>
              <a:gdLst>
                <a:gd name="T0" fmla="*/ 8 w 161"/>
                <a:gd name="T1" fmla="*/ 131 h 144"/>
                <a:gd name="T2" fmla="*/ 14 w 161"/>
                <a:gd name="T3" fmla="*/ 141 h 144"/>
                <a:gd name="T4" fmla="*/ 22 w 161"/>
                <a:gd name="T5" fmla="*/ 142 h 144"/>
                <a:gd name="T6" fmla="*/ 19 w 161"/>
                <a:gd name="T7" fmla="*/ 118 h 144"/>
                <a:gd name="T8" fmla="*/ 19 w 161"/>
                <a:gd name="T9" fmla="*/ 86 h 144"/>
                <a:gd name="T10" fmla="*/ 23 w 161"/>
                <a:gd name="T11" fmla="*/ 65 h 144"/>
                <a:gd name="T12" fmla="*/ 45 w 161"/>
                <a:gd name="T13" fmla="*/ 69 h 144"/>
                <a:gd name="T14" fmla="*/ 89 w 161"/>
                <a:gd name="T15" fmla="*/ 67 h 144"/>
                <a:gd name="T16" fmla="*/ 125 w 161"/>
                <a:gd name="T17" fmla="*/ 66 h 144"/>
                <a:gd name="T18" fmla="*/ 134 w 161"/>
                <a:gd name="T19" fmla="*/ 93 h 144"/>
                <a:gd name="T20" fmla="*/ 143 w 161"/>
                <a:gd name="T21" fmla="*/ 113 h 144"/>
                <a:gd name="T22" fmla="*/ 145 w 161"/>
                <a:gd name="T23" fmla="*/ 130 h 144"/>
                <a:gd name="T24" fmla="*/ 153 w 161"/>
                <a:gd name="T25" fmla="*/ 124 h 144"/>
                <a:gd name="T26" fmla="*/ 160 w 161"/>
                <a:gd name="T27" fmla="*/ 108 h 144"/>
                <a:gd name="T28" fmla="*/ 161 w 161"/>
                <a:gd name="T29" fmla="*/ 101 h 144"/>
                <a:gd name="T30" fmla="*/ 161 w 161"/>
                <a:gd name="T31" fmla="*/ 89 h 144"/>
                <a:gd name="T32" fmla="*/ 158 w 161"/>
                <a:gd name="T33" fmla="*/ 68 h 144"/>
                <a:gd name="T34" fmla="*/ 148 w 161"/>
                <a:gd name="T35" fmla="*/ 40 h 144"/>
                <a:gd name="T36" fmla="*/ 125 w 161"/>
                <a:gd name="T37" fmla="*/ 23 h 144"/>
                <a:gd name="T38" fmla="*/ 71 w 161"/>
                <a:gd name="T39" fmla="*/ 7 h 144"/>
                <a:gd name="T40" fmla="*/ 17 w 161"/>
                <a:gd name="T41" fmla="*/ 41 h 144"/>
                <a:gd name="T42" fmla="*/ 0 w 161"/>
                <a:gd name="T43" fmla="*/ 67 h 144"/>
                <a:gd name="T44" fmla="*/ 2 w 161"/>
                <a:gd name="T45" fmla="*/ 119 h 144"/>
                <a:gd name="T46" fmla="*/ 8 w 161"/>
                <a:gd name="T47" fmla="*/ 13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1" h="144">
                  <a:moveTo>
                    <a:pt x="8" y="131"/>
                  </a:moveTo>
                  <a:cubicBezTo>
                    <a:pt x="11" y="136"/>
                    <a:pt x="13" y="140"/>
                    <a:pt x="14" y="141"/>
                  </a:cubicBezTo>
                  <a:cubicBezTo>
                    <a:pt x="17" y="144"/>
                    <a:pt x="22" y="142"/>
                    <a:pt x="22" y="142"/>
                  </a:cubicBezTo>
                  <a:cubicBezTo>
                    <a:pt x="22" y="142"/>
                    <a:pt x="19" y="125"/>
                    <a:pt x="19" y="118"/>
                  </a:cubicBezTo>
                  <a:cubicBezTo>
                    <a:pt x="18" y="111"/>
                    <a:pt x="19" y="90"/>
                    <a:pt x="19" y="86"/>
                  </a:cubicBezTo>
                  <a:cubicBezTo>
                    <a:pt x="20" y="82"/>
                    <a:pt x="23" y="65"/>
                    <a:pt x="23" y="65"/>
                  </a:cubicBezTo>
                  <a:cubicBezTo>
                    <a:pt x="23" y="65"/>
                    <a:pt x="28" y="68"/>
                    <a:pt x="45" y="69"/>
                  </a:cubicBezTo>
                  <a:cubicBezTo>
                    <a:pt x="62" y="69"/>
                    <a:pt x="78" y="67"/>
                    <a:pt x="89" y="67"/>
                  </a:cubicBezTo>
                  <a:cubicBezTo>
                    <a:pt x="99" y="67"/>
                    <a:pt x="123" y="65"/>
                    <a:pt x="125" y="66"/>
                  </a:cubicBezTo>
                  <a:cubicBezTo>
                    <a:pt x="127" y="66"/>
                    <a:pt x="132" y="87"/>
                    <a:pt x="134" y="93"/>
                  </a:cubicBezTo>
                  <a:cubicBezTo>
                    <a:pt x="136" y="100"/>
                    <a:pt x="143" y="110"/>
                    <a:pt x="143" y="113"/>
                  </a:cubicBezTo>
                  <a:cubicBezTo>
                    <a:pt x="144" y="116"/>
                    <a:pt x="145" y="130"/>
                    <a:pt x="145" y="130"/>
                  </a:cubicBezTo>
                  <a:cubicBezTo>
                    <a:pt x="145" y="130"/>
                    <a:pt x="148" y="133"/>
                    <a:pt x="153" y="124"/>
                  </a:cubicBezTo>
                  <a:cubicBezTo>
                    <a:pt x="158" y="115"/>
                    <a:pt x="158" y="112"/>
                    <a:pt x="160" y="108"/>
                  </a:cubicBezTo>
                  <a:cubicBezTo>
                    <a:pt x="160" y="107"/>
                    <a:pt x="160" y="104"/>
                    <a:pt x="161" y="101"/>
                  </a:cubicBezTo>
                  <a:cubicBezTo>
                    <a:pt x="161" y="97"/>
                    <a:pt x="161" y="93"/>
                    <a:pt x="161" y="89"/>
                  </a:cubicBezTo>
                  <a:cubicBezTo>
                    <a:pt x="161" y="83"/>
                    <a:pt x="158" y="75"/>
                    <a:pt x="158" y="68"/>
                  </a:cubicBezTo>
                  <a:cubicBezTo>
                    <a:pt x="158" y="61"/>
                    <a:pt x="160" y="47"/>
                    <a:pt x="148" y="40"/>
                  </a:cubicBezTo>
                  <a:cubicBezTo>
                    <a:pt x="136" y="34"/>
                    <a:pt x="132" y="27"/>
                    <a:pt x="125" y="23"/>
                  </a:cubicBezTo>
                  <a:cubicBezTo>
                    <a:pt x="118" y="20"/>
                    <a:pt x="101" y="0"/>
                    <a:pt x="71" y="7"/>
                  </a:cubicBezTo>
                  <a:cubicBezTo>
                    <a:pt x="41" y="14"/>
                    <a:pt x="21" y="39"/>
                    <a:pt x="17" y="41"/>
                  </a:cubicBezTo>
                  <a:cubicBezTo>
                    <a:pt x="12" y="43"/>
                    <a:pt x="1" y="52"/>
                    <a:pt x="0" y="67"/>
                  </a:cubicBezTo>
                  <a:cubicBezTo>
                    <a:pt x="0" y="83"/>
                    <a:pt x="0" y="114"/>
                    <a:pt x="2" y="119"/>
                  </a:cubicBezTo>
                  <a:cubicBezTo>
                    <a:pt x="3" y="121"/>
                    <a:pt x="6" y="126"/>
                    <a:pt x="8" y="131"/>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2" name="Freeform 59"/>
            <p:cNvSpPr>
              <a:spLocks/>
            </p:cNvSpPr>
            <p:nvPr/>
          </p:nvSpPr>
          <p:spPr bwMode="auto">
            <a:xfrm>
              <a:off x="3890168" y="3200234"/>
              <a:ext cx="74613" cy="174625"/>
            </a:xfrm>
            <a:custGeom>
              <a:avLst/>
              <a:gdLst>
                <a:gd name="T0" fmla="*/ 0 w 35"/>
                <a:gd name="T1" fmla="*/ 26 h 82"/>
                <a:gd name="T2" fmla="*/ 13 w 35"/>
                <a:gd name="T3" fmla="*/ 82 h 82"/>
                <a:gd name="T4" fmla="*/ 35 w 35"/>
                <a:gd name="T5" fmla="*/ 19 h 82"/>
                <a:gd name="T6" fmla="*/ 17 w 35"/>
                <a:gd name="T7" fmla="*/ 0 h 82"/>
                <a:gd name="T8" fmla="*/ 0 w 35"/>
                <a:gd name="T9" fmla="*/ 26 h 82"/>
              </a:gdLst>
              <a:ahLst/>
              <a:cxnLst>
                <a:cxn ang="0">
                  <a:pos x="T0" y="T1"/>
                </a:cxn>
                <a:cxn ang="0">
                  <a:pos x="T2" y="T3"/>
                </a:cxn>
                <a:cxn ang="0">
                  <a:pos x="T4" y="T5"/>
                </a:cxn>
                <a:cxn ang="0">
                  <a:pos x="T6" y="T7"/>
                </a:cxn>
                <a:cxn ang="0">
                  <a:pos x="T8" y="T9"/>
                </a:cxn>
              </a:cxnLst>
              <a:rect l="0" t="0" r="r" b="b"/>
              <a:pathLst>
                <a:path w="35" h="82">
                  <a:moveTo>
                    <a:pt x="0" y="26"/>
                  </a:moveTo>
                  <a:cubicBezTo>
                    <a:pt x="13" y="82"/>
                    <a:pt x="13" y="82"/>
                    <a:pt x="13" y="82"/>
                  </a:cubicBezTo>
                  <a:cubicBezTo>
                    <a:pt x="35" y="19"/>
                    <a:pt x="35" y="19"/>
                    <a:pt x="35" y="19"/>
                  </a:cubicBezTo>
                  <a:cubicBezTo>
                    <a:pt x="17" y="0"/>
                    <a:pt x="17" y="0"/>
                    <a:pt x="17" y="0"/>
                  </a:cubicBezTo>
                  <a:cubicBezTo>
                    <a:pt x="10" y="10"/>
                    <a:pt x="3" y="20"/>
                    <a:pt x="0" y="26"/>
                  </a:cubicBezTo>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3" name="Freeform 60"/>
            <p:cNvSpPr>
              <a:spLocks/>
            </p:cNvSpPr>
            <p:nvPr/>
          </p:nvSpPr>
          <p:spPr bwMode="auto">
            <a:xfrm>
              <a:off x="3848893" y="3036721"/>
              <a:ext cx="255588" cy="298450"/>
            </a:xfrm>
            <a:custGeom>
              <a:avLst/>
              <a:gdLst>
                <a:gd name="T0" fmla="*/ 106 w 119"/>
                <a:gd name="T1" fmla="*/ 1 h 139"/>
                <a:gd name="T2" fmla="*/ 106 w 119"/>
                <a:gd name="T3" fmla="*/ 1 h 139"/>
                <a:gd name="T4" fmla="*/ 57 w 119"/>
                <a:gd name="T5" fmla="*/ 52 h 139"/>
                <a:gd name="T6" fmla="*/ 1 w 119"/>
                <a:gd name="T7" fmla="*/ 15 h 139"/>
                <a:gd name="T8" fmla="*/ 1 w 119"/>
                <a:gd name="T9" fmla="*/ 16 h 139"/>
                <a:gd name="T10" fmla="*/ 0 w 119"/>
                <a:gd name="T11" fmla="*/ 22 h 139"/>
                <a:gd name="T12" fmla="*/ 0 w 119"/>
                <a:gd name="T13" fmla="*/ 22 h 139"/>
                <a:gd name="T14" fmla="*/ 7 w 119"/>
                <a:gd name="T15" fmla="*/ 70 h 139"/>
                <a:gd name="T16" fmla="*/ 16 w 119"/>
                <a:gd name="T17" fmla="*/ 106 h 139"/>
                <a:gd name="T18" fmla="*/ 19 w 119"/>
                <a:gd name="T19" fmla="*/ 101 h 139"/>
                <a:gd name="T20" fmla="*/ 35 w 119"/>
                <a:gd name="T21" fmla="*/ 76 h 139"/>
                <a:gd name="T22" fmla="*/ 45 w 119"/>
                <a:gd name="T23" fmla="*/ 62 h 139"/>
                <a:gd name="T24" fmla="*/ 46 w 119"/>
                <a:gd name="T25" fmla="*/ 61 h 139"/>
                <a:gd name="T26" fmla="*/ 56 w 119"/>
                <a:gd name="T27" fmla="*/ 54 h 139"/>
                <a:gd name="T28" fmla="*/ 68 w 119"/>
                <a:gd name="T29" fmla="*/ 60 h 139"/>
                <a:gd name="T30" fmla="*/ 75 w 119"/>
                <a:gd name="T31" fmla="*/ 66 h 139"/>
                <a:gd name="T32" fmla="*/ 86 w 119"/>
                <a:gd name="T33" fmla="*/ 78 h 139"/>
                <a:gd name="T34" fmla="*/ 101 w 119"/>
                <a:gd name="T35" fmla="*/ 100 h 139"/>
                <a:gd name="T36" fmla="*/ 85 w 119"/>
                <a:gd name="T37" fmla="*/ 79 h 139"/>
                <a:gd name="T38" fmla="*/ 72 w 119"/>
                <a:gd name="T39" fmla="*/ 91 h 139"/>
                <a:gd name="T40" fmla="*/ 90 w 119"/>
                <a:gd name="T41" fmla="*/ 139 h 139"/>
                <a:gd name="T42" fmla="*/ 101 w 119"/>
                <a:gd name="T43" fmla="*/ 101 h 139"/>
                <a:gd name="T44" fmla="*/ 101 w 119"/>
                <a:gd name="T45" fmla="*/ 101 h 139"/>
                <a:gd name="T46" fmla="*/ 101 w 119"/>
                <a:gd name="T47" fmla="*/ 101 h 139"/>
                <a:gd name="T48" fmla="*/ 102 w 119"/>
                <a:gd name="T49" fmla="*/ 98 h 139"/>
                <a:gd name="T50" fmla="*/ 113 w 119"/>
                <a:gd name="T51" fmla="*/ 65 h 139"/>
                <a:gd name="T52" fmla="*/ 118 w 119"/>
                <a:gd name="T53" fmla="*/ 40 h 139"/>
                <a:gd name="T54" fmla="*/ 119 w 119"/>
                <a:gd name="T55" fmla="*/ 19 h 139"/>
                <a:gd name="T56" fmla="*/ 118 w 119"/>
                <a:gd name="T57" fmla="*/ 11 h 139"/>
                <a:gd name="T58" fmla="*/ 106 w 119"/>
                <a:gd name="T59" fmla="*/ 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9" h="139">
                  <a:moveTo>
                    <a:pt x="106" y="1"/>
                  </a:moveTo>
                  <a:cubicBezTo>
                    <a:pt x="106" y="1"/>
                    <a:pt x="106" y="1"/>
                    <a:pt x="106" y="1"/>
                  </a:cubicBezTo>
                  <a:cubicBezTo>
                    <a:pt x="103" y="12"/>
                    <a:pt x="84" y="52"/>
                    <a:pt x="57" y="52"/>
                  </a:cubicBezTo>
                  <a:cubicBezTo>
                    <a:pt x="30" y="53"/>
                    <a:pt x="1" y="15"/>
                    <a:pt x="1" y="15"/>
                  </a:cubicBezTo>
                  <a:cubicBezTo>
                    <a:pt x="1" y="15"/>
                    <a:pt x="1" y="15"/>
                    <a:pt x="1" y="16"/>
                  </a:cubicBezTo>
                  <a:cubicBezTo>
                    <a:pt x="0" y="17"/>
                    <a:pt x="0" y="19"/>
                    <a:pt x="0" y="22"/>
                  </a:cubicBezTo>
                  <a:cubicBezTo>
                    <a:pt x="0" y="22"/>
                    <a:pt x="0" y="22"/>
                    <a:pt x="0" y="22"/>
                  </a:cubicBezTo>
                  <a:cubicBezTo>
                    <a:pt x="1" y="24"/>
                    <a:pt x="3" y="48"/>
                    <a:pt x="7" y="70"/>
                  </a:cubicBezTo>
                  <a:cubicBezTo>
                    <a:pt x="10" y="87"/>
                    <a:pt x="13" y="103"/>
                    <a:pt x="16" y="106"/>
                  </a:cubicBezTo>
                  <a:cubicBezTo>
                    <a:pt x="16" y="106"/>
                    <a:pt x="17" y="104"/>
                    <a:pt x="19" y="101"/>
                  </a:cubicBezTo>
                  <a:cubicBezTo>
                    <a:pt x="22" y="95"/>
                    <a:pt x="28" y="85"/>
                    <a:pt x="35" y="76"/>
                  </a:cubicBezTo>
                  <a:cubicBezTo>
                    <a:pt x="38" y="71"/>
                    <a:pt x="42" y="66"/>
                    <a:pt x="45" y="62"/>
                  </a:cubicBezTo>
                  <a:cubicBezTo>
                    <a:pt x="45" y="62"/>
                    <a:pt x="46" y="61"/>
                    <a:pt x="46" y="61"/>
                  </a:cubicBezTo>
                  <a:cubicBezTo>
                    <a:pt x="50" y="57"/>
                    <a:pt x="53" y="54"/>
                    <a:pt x="56" y="54"/>
                  </a:cubicBezTo>
                  <a:cubicBezTo>
                    <a:pt x="59" y="54"/>
                    <a:pt x="63" y="56"/>
                    <a:pt x="68" y="60"/>
                  </a:cubicBezTo>
                  <a:cubicBezTo>
                    <a:pt x="70" y="61"/>
                    <a:pt x="72" y="63"/>
                    <a:pt x="75" y="66"/>
                  </a:cubicBezTo>
                  <a:cubicBezTo>
                    <a:pt x="78" y="69"/>
                    <a:pt x="82" y="74"/>
                    <a:pt x="86" y="78"/>
                  </a:cubicBezTo>
                  <a:cubicBezTo>
                    <a:pt x="93" y="87"/>
                    <a:pt x="99" y="95"/>
                    <a:pt x="101" y="100"/>
                  </a:cubicBezTo>
                  <a:cubicBezTo>
                    <a:pt x="98" y="93"/>
                    <a:pt x="92" y="86"/>
                    <a:pt x="85" y="79"/>
                  </a:cubicBezTo>
                  <a:cubicBezTo>
                    <a:pt x="72" y="91"/>
                    <a:pt x="72" y="91"/>
                    <a:pt x="72" y="91"/>
                  </a:cubicBezTo>
                  <a:cubicBezTo>
                    <a:pt x="90" y="139"/>
                    <a:pt x="90" y="139"/>
                    <a:pt x="90" y="139"/>
                  </a:cubicBezTo>
                  <a:cubicBezTo>
                    <a:pt x="94" y="126"/>
                    <a:pt x="98" y="113"/>
                    <a:pt x="101" y="101"/>
                  </a:cubicBezTo>
                  <a:cubicBezTo>
                    <a:pt x="101" y="101"/>
                    <a:pt x="101" y="101"/>
                    <a:pt x="101" y="101"/>
                  </a:cubicBezTo>
                  <a:cubicBezTo>
                    <a:pt x="101" y="101"/>
                    <a:pt x="101" y="101"/>
                    <a:pt x="101" y="101"/>
                  </a:cubicBezTo>
                  <a:cubicBezTo>
                    <a:pt x="102" y="100"/>
                    <a:pt x="102" y="99"/>
                    <a:pt x="102" y="98"/>
                  </a:cubicBezTo>
                  <a:cubicBezTo>
                    <a:pt x="106" y="89"/>
                    <a:pt x="110" y="76"/>
                    <a:pt x="113" y="65"/>
                  </a:cubicBezTo>
                  <a:cubicBezTo>
                    <a:pt x="116" y="53"/>
                    <a:pt x="118" y="43"/>
                    <a:pt x="118" y="40"/>
                  </a:cubicBezTo>
                  <a:cubicBezTo>
                    <a:pt x="118" y="33"/>
                    <a:pt x="119" y="22"/>
                    <a:pt x="119" y="19"/>
                  </a:cubicBezTo>
                  <a:cubicBezTo>
                    <a:pt x="119" y="15"/>
                    <a:pt x="118" y="11"/>
                    <a:pt x="118" y="11"/>
                  </a:cubicBezTo>
                  <a:cubicBezTo>
                    <a:pt x="118" y="11"/>
                    <a:pt x="115" y="0"/>
                    <a:pt x="106" y="1"/>
                  </a:cubicBezTo>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4" name="Freeform 61"/>
            <p:cNvSpPr>
              <a:spLocks/>
            </p:cNvSpPr>
            <p:nvPr/>
          </p:nvSpPr>
          <p:spPr bwMode="auto">
            <a:xfrm>
              <a:off x="4896643" y="3025609"/>
              <a:ext cx="257175" cy="504825"/>
            </a:xfrm>
            <a:custGeom>
              <a:avLst/>
              <a:gdLst>
                <a:gd name="T0" fmla="*/ 115 w 120"/>
                <a:gd name="T1" fmla="*/ 6 h 235"/>
                <a:gd name="T2" fmla="*/ 34 w 120"/>
                <a:gd name="T3" fmla="*/ 13 h 235"/>
                <a:gd name="T4" fmla="*/ 7 w 120"/>
                <a:gd name="T5" fmla="*/ 4 h 235"/>
                <a:gd name="T6" fmla="*/ 0 w 120"/>
                <a:gd name="T7" fmla="*/ 0 h 235"/>
                <a:gd name="T8" fmla="*/ 59 w 120"/>
                <a:gd name="T9" fmla="*/ 235 h 235"/>
                <a:gd name="T10" fmla="*/ 120 w 120"/>
                <a:gd name="T11" fmla="*/ 3 h 235"/>
                <a:gd name="T12" fmla="*/ 118 w 120"/>
                <a:gd name="T13" fmla="*/ 3 h 235"/>
                <a:gd name="T14" fmla="*/ 115 w 120"/>
                <a:gd name="T15" fmla="*/ 6 h 2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235">
                  <a:moveTo>
                    <a:pt x="115" y="6"/>
                  </a:moveTo>
                  <a:cubicBezTo>
                    <a:pt x="104" y="11"/>
                    <a:pt x="45" y="14"/>
                    <a:pt x="34" y="13"/>
                  </a:cubicBezTo>
                  <a:cubicBezTo>
                    <a:pt x="23" y="11"/>
                    <a:pt x="11" y="7"/>
                    <a:pt x="7" y="4"/>
                  </a:cubicBezTo>
                  <a:cubicBezTo>
                    <a:pt x="5" y="3"/>
                    <a:pt x="3" y="2"/>
                    <a:pt x="0" y="0"/>
                  </a:cubicBezTo>
                  <a:cubicBezTo>
                    <a:pt x="16" y="79"/>
                    <a:pt x="59" y="235"/>
                    <a:pt x="59" y="235"/>
                  </a:cubicBezTo>
                  <a:cubicBezTo>
                    <a:pt x="59" y="235"/>
                    <a:pt x="115" y="68"/>
                    <a:pt x="120" y="3"/>
                  </a:cubicBezTo>
                  <a:cubicBezTo>
                    <a:pt x="118" y="3"/>
                    <a:pt x="118" y="3"/>
                    <a:pt x="118" y="3"/>
                  </a:cubicBezTo>
                  <a:cubicBezTo>
                    <a:pt x="117" y="4"/>
                    <a:pt x="116" y="6"/>
                    <a:pt x="115" y="6"/>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5" name="Freeform 62"/>
            <p:cNvSpPr>
              <a:spLocks/>
            </p:cNvSpPr>
            <p:nvPr/>
          </p:nvSpPr>
          <p:spPr bwMode="auto">
            <a:xfrm>
              <a:off x="4877593" y="2728746"/>
              <a:ext cx="280988" cy="327025"/>
            </a:xfrm>
            <a:custGeom>
              <a:avLst/>
              <a:gdLst>
                <a:gd name="T0" fmla="*/ 124 w 131"/>
                <a:gd name="T1" fmla="*/ 51 h 153"/>
                <a:gd name="T2" fmla="*/ 122 w 131"/>
                <a:gd name="T3" fmla="*/ 46 h 153"/>
                <a:gd name="T4" fmla="*/ 126 w 131"/>
                <a:gd name="T5" fmla="*/ 2 h 153"/>
                <a:gd name="T6" fmla="*/ 109 w 131"/>
                <a:gd name="T7" fmla="*/ 22 h 153"/>
                <a:gd name="T8" fmla="*/ 74 w 131"/>
                <a:gd name="T9" fmla="*/ 35 h 153"/>
                <a:gd name="T10" fmla="*/ 33 w 131"/>
                <a:gd name="T11" fmla="*/ 11 h 153"/>
                <a:gd name="T12" fmla="*/ 23 w 131"/>
                <a:gd name="T13" fmla="*/ 0 h 153"/>
                <a:gd name="T14" fmla="*/ 19 w 131"/>
                <a:gd name="T15" fmla="*/ 42 h 153"/>
                <a:gd name="T16" fmla="*/ 19 w 131"/>
                <a:gd name="T17" fmla="*/ 43 h 153"/>
                <a:gd name="T18" fmla="*/ 18 w 131"/>
                <a:gd name="T19" fmla="*/ 46 h 153"/>
                <a:gd name="T20" fmla="*/ 2 w 131"/>
                <a:gd name="T21" fmla="*/ 99 h 153"/>
                <a:gd name="T22" fmla="*/ 3 w 131"/>
                <a:gd name="T23" fmla="*/ 105 h 153"/>
                <a:gd name="T24" fmla="*/ 8 w 131"/>
                <a:gd name="T25" fmla="*/ 135 h 153"/>
                <a:gd name="T26" fmla="*/ 9 w 131"/>
                <a:gd name="T27" fmla="*/ 139 h 153"/>
                <a:gd name="T28" fmla="*/ 16 w 131"/>
                <a:gd name="T29" fmla="*/ 143 h 153"/>
                <a:gd name="T30" fmla="*/ 43 w 131"/>
                <a:gd name="T31" fmla="*/ 152 h 153"/>
                <a:gd name="T32" fmla="*/ 124 w 131"/>
                <a:gd name="T33" fmla="*/ 145 h 153"/>
                <a:gd name="T34" fmla="*/ 127 w 131"/>
                <a:gd name="T35" fmla="*/ 142 h 153"/>
                <a:gd name="T36" fmla="*/ 129 w 131"/>
                <a:gd name="T37" fmla="*/ 138 h 153"/>
                <a:gd name="T38" fmla="*/ 129 w 131"/>
                <a:gd name="T39" fmla="*/ 135 h 153"/>
                <a:gd name="T40" fmla="*/ 122 w 131"/>
                <a:gd name="T41" fmla="*/ 50 h 153"/>
                <a:gd name="T42" fmla="*/ 124 w 131"/>
                <a:gd name="T43" fmla="*/ 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1" h="153">
                  <a:moveTo>
                    <a:pt x="124" y="51"/>
                  </a:moveTo>
                  <a:cubicBezTo>
                    <a:pt x="123" y="48"/>
                    <a:pt x="122" y="46"/>
                    <a:pt x="122" y="46"/>
                  </a:cubicBezTo>
                  <a:cubicBezTo>
                    <a:pt x="126" y="2"/>
                    <a:pt x="126" y="2"/>
                    <a:pt x="126" y="2"/>
                  </a:cubicBezTo>
                  <a:cubicBezTo>
                    <a:pt x="118" y="13"/>
                    <a:pt x="110" y="20"/>
                    <a:pt x="109" y="22"/>
                  </a:cubicBezTo>
                  <a:cubicBezTo>
                    <a:pt x="106" y="25"/>
                    <a:pt x="102" y="36"/>
                    <a:pt x="74" y="35"/>
                  </a:cubicBezTo>
                  <a:cubicBezTo>
                    <a:pt x="47" y="34"/>
                    <a:pt x="48" y="20"/>
                    <a:pt x="33" y="11"/>
                  </a:cubicBezTo>
                  <a:cubicBezTo>
                    <a:pt x="29" y="8"/>
                    <a:pt x="26" y="4"/>
                    <a:pt x="23" y="0"/>
                  </a:cubicBezTo>
                  <a:cubicBezTo>
                    <a:pt x="22" y="11"/>
                    <a:pt x="20" y="39"/>
                    <a:pt x="19" y="42"/>
                  </a:cubicBezTo>
                  <a:cubicBezTo>
                    <a:pt x="19" y="42"/>
                    <a:pt x="19" y="43"/>
                    <a:pt x="19" y="43"/>
                  </a:cubicBezTo>
                  <a:cubicBezTo>
                    <a:pt x="18" y="46"/>
                    <a:pt x="18" y="46"/>
                    <a:pt x="18" y="46"/>
                  </a:cubicBezTo>
                  <a:cubicBezTo>
                    <a:pt x="18" y="46"/>
                    <a:pt x="0" y="56"/>
                    <a:pt x="2" y="99"/>
                  </a:cubicBezTo>
                  <a:cubicBezTo>
                    <a:pt x="2" y="101"/>
                    <a:pt x="2" y="103"/>
                    <a:pt x="3" y="105"/>
                  </a:cubicBezTo>
                  <a:cubicBezTo>
                    <a:pt x="3" y="112"/>
                    <a:pt x="5" y="122"/>
                    <a:pt x="8" y="135"/>
                  </a:cubicBezTo>
                  <a:cubicBezTo>
                    <a:pt x="8" y="137"/>
                    <a:pt x="8" y="138"/>
                    <a:pt x="9" y="139"/>
                  </a:cubicBezTo>
                  <a:cubicBezTo>
                    <a:pt x="12" y="141"/>
                    <a:pt x="14" y="142"/>
                    <a:pt x="16" y="143"/>
                  </a:cubicBezTo>
                  <a:cubicBezTo>
                    <a:pt x="20" y="146"/>
                    <a:pt x="32" y="150"/>
                    <a:pt x="43" y="152"/>
                  </a:cubicBezTo>
                  <a:cubicBezTo>
                    <a:pt x="54" y="153"/>
                    <a:pt x="113" y="150"/>
                    <a:pt x="124" y="145"/>
                  </a:cubicBezTo>
                  <a:cubicBezTo>
                    <a:pt x="125" y="145"/>
                    <a:pt x="126" y="143"/>
                    <a:pt x="127" y="142"/>
                  </a:cubicBezTo>
                  <a:cubicBezTo>
                    <a:pt x="128" y="141"/>
                    <a:pt x="128" y="140"/>
                    <a:pt x="129" y="138"/>
                  </a:cubicBezTo>
                  <a:cubicBezTo>
                    <a:pt x="129" y="137"/>
                    <a:pt x="129" y="136"/>
                    <a:pt x="129" y="135"/>
                  </a:cubicBezTo>
                  <a:cubicBezTo>
                    <a:pt x="131" y="75"/>
                    <a:pt x="122" y="50"/>
                    <a:pt x="122" y="50"/>
                  </a:cubicBezTo>
                  <a:cubicBezTo>
                    <a:pt x="123" y="51"/>
                    <a:pt x="123" y="51"/>
                    <a:pt x="124" y="51"/>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6" name="Freeform 63"/>
            <p:cNvSpPr>
              <a:spLocks/>
            </p:cNvSpPr>
            <p:nvPr/>
          </p:nvSpPr>
          <p:spPr bwMode="auto">
            <a:xfrm>
              <a:off x="5263355" y="4011446"/>
              <a:ext cx="239713" cy="233363"/>
            </a:xfrm>
            <a:custGeom>
              <a:avLst/>
              <a:gdLst>
                <a:gd name="T0" fmla="*/ 82 w 112"/>
                <a:gd name="T1" fmla="*/ 0 h 109"/>
                <a:gd name="T2" fmla="*/ 67 w 112"/>
                <a:gd name="T3" fmla="*/ 9 h 109"/>
                <a:gd name="T4" fmla="*/ 46 w 112"/>
                <a:gd name="T5" fmla="*/ 9 h 109"/>
                <a:gd name="T6" fmla="*/ 28 w 112"/>
                <a:gd name="T7" fmla="*/ 21 h 109"/>
                <a:gd name="T8" fmla="*/ 2 w 112"/>
                <a:gd name="T9" fmla="*/ 35 h 109"/>
                <a:gd name="T10" fmla="*/ 21 w 112"/>
                <a:gd name="T11" fmla="*/ 45 h 109"/>
                <a:gd name="T12" fmla="*/ 43 w 112"/>
                <a:gd name="T13" fmla="*/ 38 h 109"/>
                <a:gd name="T14" fmla="*/ 61 w 112"/>
                <a:gd name="T15" fmla="*/ 66 h 109"/>
                <a:gd name="T16" fmla="*/ 68 w 112"/>
                <a:gd name="T17" fmla="*/ 106 h 109"/>
                <a:gd name="T18" fmla="*/ 68 w 112"/>
                <a:gd name="T19" fmla="*/ 109 h 109"/>
                <a:gd name="T20" fmla="*/ 88 w 112"/>
                <a:gd name="T21" fmla="*/ 89 h 109"/>
                <a:gd name="T22" fmla="*/ 106 w 112"/>
                <a:gd name="T23" fmla="*/ 60 h 109"/>
                <a:gd name="T24" fmla="*/ 112 w 112"/>
                <a:gd name="T25" fmla="*/ 39 h 109"/>
                <a:gd name="T26" fmla="*/ 110 w 112"/>
                <a:gd name="T27" fmla="*/ 17 h 109"/>
                <a:gd name="T28" fmla="*/ 82 w 112"/>
                <a:gd name="T2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09">
                  <a:moveTo>
                    <a:pt x="82" y="0"/>
                  </a:moveTo>
                  <a:cubicBezTo>
                    <a:pt x="82" y="0"/>
                    <a:pt x="73" y="9"/>
                    <a:pt x="67" y="9"/>
                  </a:cubicBezTo>
                  <a:cubicBezTo>
                    <a:pt x="46" y="9"/>
                    <a:pt x="46" y="9"/>
                    <a:pt x="46" y="9"/>
                  </a:cubicBezTo>
                  <a:cubicBezTo>
                    <a:pt x="38" y="9"/>
                    <a:pt x="38" y="17"/>
                    <a:pt x="28" y="21"/>
                  </a:cubicBezTo>
                  <a:cubicBezTo>
                    <a:pt x="17" y="26"/>
                    <a:pt x="3" y="30"/>
                    <a:pt x="2" y="35"/>
                  </a:cubicBezTo>
                  <a:cubicBezTo>
                    <a:pt x="0" y="39"/>
                    <a:pt x="9" y="45"/>
                    <a:pt x="21" y="45"/>
                  </a:cubicBezTo>
                  <a:cubicBezTo>
                    <a:pt x="34" y="45"/>
                    <a:pt x="43" y="38"/>
                    <a:pt x="43" y="38"/>
                  </a:cubicBezTo>
                  <a:cubicBezTo>
                    <a:pt x="43" y="38"/>
                    <a:pt x="55" y="54"/>
                    <a:pt x="61" y="66"/>
                  </a:cubicBezTo>
                  <a:cubicBezTo>
                    <a:pt x="66" y="76"/>
                    <a:pt x="68" y="99"/>
                    <a:pt x="68" y="106"/>
                  </a:cubicBezTo>
                  <a:cubicBezTo>
                    <a:pt x="68" y="108"/>
                    <a:pt x="68" y="109"/>
                    <a:pt x="68" y="109"/>
                  </a:cubicBezTo>
                  <a:cubicBezTo>
                    <a:pt x="68" y="109"/>
                    <a:pt x="80" y="95"/>
                    <a:pt x="88" y="89"/>
                  </a:cubicBezTo>
                  <a:cubicBezTo>
                    <a:pt x="95" y="83"/>
                    <a:pt x="97" y="69"/>
                    <a:pt x="106" y="60"/>
                  </a:cubicBezTo>
                  <a:cubicBezTo>
                    <a:pt x="110" y="56"/>
                    <a:pt x="112" y="48"/>
                    <a:pt x="112" y="39"/>
                  </a:cubicBezTo>
                  <a:cubicBezTo>
                    <a:pt x="112" y="29"/>
                    <a:pt x="111" y="20"/>
                    <a:pt x="110" y="17"/>
                  </a:cubicBezTo>
                  <a:cubicBezTo>
                    <a:pt x="109" y="11"/>
                    <a:pt x="82" y="0"/>
                    <a:pt x="82" y="0"/>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7" name="Freeform 64"/>
            <p:cNvSpPr>
              <a:spLocks/>
            </p:cNvSpPr>
            <p:nvPr/>
          </p:nvSpPr>
          <p:spPr bwMode="auto">
            <a:xfrm>
              <a:off x="4964905" y="6240296"/>
              <a:ext cx="188913" cy="152400"/>
            </a:xfrm>
            <a:custGeom>
              <a:avLst/>
              <a:gdLst>
                <a:gd name="T0" fmla="*/ 75 w 88"/>
                <a:gd name="T1" fmla="*/ 6 h 71"/>
                <a:gd name="T2" fmla="*/ 69 w 88"/>
                <a:gd name="T3" fmla="*/ 6 h 71"/>
                <a:gd name="T4" fmla="*/ 10 w 88"/>
                <a:gd name="T5" fmla="*/ 0 h 71"/>
                <a:gd name="T6" fmla="*/ 2 w 88"/>
                <a:gd name="T7" fmla="*/ 39 h 71"/>
                <a:gd name="T8" fmla="*/ 0 w 88"/>
                <a:gd name="T9" fmla="*/ 51 h 71"/>
                <a:gd name="T10" fmla="*/ 14 w 88"/>
                <a:gd name="T11" fmla="*/ 65 h 71"/>
                <a:gd name="T12" fmla="*/ 49 w 88"/>
                <a:gd name="T13" fmla="*/ 69 h 71"/>
                <a:gd name="T14" fmla="*/ 67 w 88"/>
                <a:gd name="T15" fmla="*/ 68 h 71"/>
                <a:gd name="T16" fmla="*/ 84 w 88"/>
                <a:gd name="T17" fmla="*/ 64 h 71"/>
                <a:gd name="T18" fmla="*/ 88 w 88"/>
                <a:gd name="T19" fmla="*/ 9 h 71"/>
                <a:gd name="T20" fmla="*/ 88 w 88"/>
                <a:gd name="T21" fmla="*/ 7 h 71"/>
                <a:gd name="T22" fmla="*/ 75 w 88"/>
                <a:gd name="T23" fmla="*/ 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 h="71">
                  <a:moveTo>
                    <a:pt x="75" y="6"/>
                  </a:moveTo>
                  <a:cubicBezTo>
                    <a:pt x="73" y="6"/>
                    <a:pt x="71" y="6"/>
                    <a:pt x="69" y="6"/>
                  </a:cubicBezTo>
                  <a:cubicBezTo>
                    <a:pt x="49" y="4"/>
                    <a:pt x="14" y="1"/>
                    <a:pt x="10" y="0"/>
                  </a:cubicBezTo>
                  <a:cubicBezTo>
                    <a:pt x="8" y="13"/>
                    <a:pt x="3" y="36"/>
                    <a:pt x="2" y="39"/>
                  </a:cubicBezTo>
                  <a:cubicBezTo>
                    <a:pt x="2" y="41"/>
                    <a:pt x="1" y="46"/>
                    <a:pt x="0" y="51"/>
                  </a:cubicBezTo>
                  <a:cubicBezTo>
                    <a:pt x="3" y="55"/>
                    <a:pt x="10" y="64"/>
                    <a:pt x="14" y="65"/>
                  </a:cubicBezTo>
                  <a:cubicBezTo>
                    <a:pt x="34" y="71"/>
                    <a:pt x="30" y="69"/>
                    <a:pt x="49" y="69"/>
                  </a:cubicBezTo>
                  <a:cubicBezTo>
                    <a:pt x="56" y="69"/>
                    <a:pt x="62" y="69"/>
                    <a:pt x="67" y="68"/>
                  </a:cubicBezTo>
                  <a:cubicBezTo>
                    <a:pt x="74" y="66"/>
                    <a:pt x="80" y="65"/>
                    <a:pt x="84" y="64"/>
                  </a:cubicBezTo>
                  <a:cubicBezTo>
                    <a:pt x="86" y="47"/>
                    <a:pt x="88" y="13"/>
                    <a:pt x="88" y="9"/>
                  </a:cubicBezTo>
                  <a:cubicBezTo>
                    <a:pt x="88" y="9"/>
                    <a:pt x="88" y="8"/>
                    <a:pt x="88" y="7"/>
                  </a:cubicBezTo>
                  <a:cubicBezTo>
                    <a:pt x="85" y="7"/>
                    <a:pt x="81" y="7"/>
                    <a:pt x="75" y="6"/>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8" name="Freeform 65"/>
            <p:cNvSpPr>
              <a:spLocks/>
            </p:cNvSpPr>
            <p:nvPr/>
          </p:nvSpPr>
          <p:spPr bwMode="auto">
            <a:xfrm>
              <a:off x="4369593" y="6229184"/>
              <a:ext cx="179388" cy="176213"/>
            </a:xfrm>
            <a:custGeom>
              <a:avLst/>
              <a:gdLst>
                <a:gd name="T0" fmla="*/ 12 w 84"/>
                <a:gd name="T1" fmla="*/ 1 h 82"/>
                <a:gd name="T2" fmla="*/ 11 w 84"/>
                <a:gd name="T3" fmla="*/ 0 h 82"/>
                <a:gd name="T4" fmla="*/ 0 w 84"/>
                <a:gd name="T5" fmla="*/ 77 h 82"/>
                <a:gd name="T6" fmla="*/ 21 w 84"/>
                <a:gd name="T7" fmla="*/ 81 h 82"/>
                <a:gd name="T8" fmla="*/ 71 w 84"/>
                <a:gd name="T9" fmla="*/ 82 h 82"/>
                <a:gd name="T10" fmla="*/ 77 w 84"/>
                <a:gd name="T11" fmla="*/ 40 h 82"/>
                <a:gd name="T12" fmla="*/ 84 w 84"/>
                <a:gd name="T13" fmla="*/ 8 h 82"/>
                <a:gd name="T14" fmla="*/ 12 w 84"/>
                <a:gd name="T15" fmla="*/ 1 h 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82">
                  <a:moveTo>
                    <a:pt x="12" y="1"/>
                  </a:moveTo>
                  <a:cubicBezTo>
                    <a:pt x="12" y="1"/>
                    <a:pt x="12" y="0"/>
                    <a:pt x="11" y="0"/>
                  </a:cubicBezTo>
                  <a:cubicBezTo>
                    <a:pt x="9" y="14"/>
                    <a:pt x="0" y="59"/>
                    <a:pt x="0" y="77"/>
                  </a:cubicBezTo>
                  <a:cubicBezTo>
                    <a:pt x="1" y="78"/>
                    <a:pt x="5" y="81"/>
                    <a:pt x="21" y="81"/>
                  </a:cubicBezTo>
                  <a:cubicBezTo>
                    <a:pt x="47" y="81"/>
                    <a:pt x="71" y="82"/>
                    <a:pt x="71" y="82"/>
                  </a:cubicBezTo>
                  <a:cubicBezTo>
                    <a:pt x="71" y="82"/>
                    <a:pt x="77" y="52"/>
                    <a:pt x="77" y="40"/>
                  </a:cubicBezTo>
                  <a:cubicBezTo>
                    <a:pt x="77" y="28"/>
                    <a:pt x="84" y="8"/>
                    <a:pt x="84" y="8"/>
                  </a:cubicBezTo>
                  <a:cubicBezTo>
                    <a:pt x="59" y="19"/>
                    <a:pt x="16" y="4"/>
                    <a:pt x="12" y="1"/>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69" name="Freeform 66"/>
            <p:cNvSpPr>
              <a:spLocks/>
            </p:cNvSpPr>
            <p:nvPr/>
          </p:nvSpPr>
          <p:spPr bwMode="auto">
            <a:xfrm>
              <a:off x="4726780" y="3966996"/>
              <a:ext cx="388938" cy="239713"/>
            </a:xfrm>
            <a:custGeom>
              <a:avLst/>
              <a:gdLst>
                <a:gd name="T0" fmla="*/ 130 w 181"/>
                <a:gd name="T1" fmla="*/ 98 h 112"/>
                <a:gd name="T2" fmla="*/ 142 w 181"/>
                <a:gd name="T3" fmla="*/ 83 h 112"/>
                <a:gd name="T4" fmla="*/ 152 w 181"/>
                <a:gd name="T5" fmla="*/ 60 h 112"/>
                <a:gd name="T6" fmla="*/ 154 w 181"/>
                <a:gd name="T7" fmla="*/ 36 h 112"/>
                <a:gd name="T8" fmla="*/ 180 w 181"/>
                <a:gd name="T9" fmla="*/ 23 h 112"/>
                <a:gd name="T10" fmla="*/ 145 w 181"/>
                <a:gd name="T11" fmla="*/ 9 h 112"/>
                <a:gd name="T12" fmla="*/ 119 w 181"/>
                <a:gd name="T13" fmla="*/ 3 h 112"/>
                <a:gd name="T14" fmla="*/ 97 w 181"/>
                <a:gd name="T15" fmla="*/ 1 h 112"/>
                <a:gd name="T16" fmla="*/ 62 w 181"/>
                <a:gd name="T17" fmla="*/ 11 h 112"/>
                <a:gd name="T18" fmla="*/ 38 w 181"/>
                <a:gd name="T19" fmla="*/ 3 h 112"/>
                <a:gd name="T20" fmla="*/ 0 w 181"/>
                <a:gd name="T21" fmla="*/ 51 h 112"/>
                <a:gd name="T22" fmla="*/ 63 w 181"/>
                <a:gd name="T23" fmla="*/ 102 h 112"/>
                <a:gd name="T24" fmla="*/ 110 w 181"/>
                <a:gd name="T25" fmla="*/ 112 h 112"/>
                <a:gd name="T26" fmla="*/ 130 w 181"/>
                <a:gd name="T27" fmla="*/ 9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1" h="112">
                  <a:moveTo>
                    <a:pt x="130" y="98"/>
                  </a:moveTo>
                  <a:cubicBezTo>
                    <a:pt x="125" y="96"/>
                    <a:pt x="142" y="90"/>
                    <a:pt x="142" y="83"/>
                  </a:cubicBezTo>
                  <a:cubicBezTo>
                    <a:pt x="152" y="77"/>
                    <a:pt x="158" y="62"/>
                    <a:pt x="152" y="60"/>
                  </a:cubicBezTo>
                  <a:cubicBezTo>
                    <a:pt x="158" y="53"/>
                    <a:pt x="158" y="39"/>
                    <a:pt x="154" y="36"/>
                  </a:cubicBezTo>
                  <a:cubicBezTo>
                    <a:pt x="149" y="33"/>
                    <a:pt x="178" y="36"/>
                    <a:pt x="180" y="23"/>
                  </a:cubicBezTo>
                  <a:cubicBezTo>
                    <a:pt x="181" y="9"/>
                    <a:pt x="149" y="9"/>
                    <a:pt x="145" y="9"/>
                  </a:cubicBezTo>
                  <a:cubicBezTo>
                    <a:pt x="140" y="9"/>
                    <a:pt x="124" y="4"/>
                    <a:pt x="119" y="3"/>
                  </a:cubicBezTo>
                  <a:cubicBezTo>
                    <a:pt x="115" y="1"/>
                    <a:pt x="107" y="0"/>
                    <a:pt x="97" y="1"/>
                  </a:cubicBezTo>
                  <a:cubicBezTo>
                    <a:pt x="86" y="3"/>
                    <a:pt x="73" y="11"/>
                    <a:pt x="62" y="11"/>
                  </a:cubicBezTo>
                  <a:cubicBezTo>
                    <a:pt x="51" y="11"/>
                    <a:pt x="44" y="6"/>
                    <a:pt x="38" y="3"/>
                  </a:cubicBezTo>
                  <a:cubicBezTo>
                    <a:pt x="32" y="0"/>
                    <a:pt x="6" y="12"/>
                    <a:pt x="0" y="51"/>
                  </a:cubicBezTo>
                  <a:cubicBezTo>
                    <a:pt x="0" y="51"/>
                    <a:pt x="48" y="95"/>
                    <a:pt x="63" y="102"/>
                  </a:cubicBezTo>
                  <a:cubicBezTo>
                    <a:pt x="79" y="110"/>
                    <a:pt x="98" y="112"/>
                    <a:pt x="110" y="112"/>
                  </a:cubicBezTo>
                  <a:cubicBezTo>
                    <a:pt x="122" y="112"/>
                    <a:pt x="134" y="99"/>
                    <a:pt x="130" y="98"/>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0" name="Freeform 67"/>
            <p:cNvSpPr>
              <a:spLocks noEditPoints="1"/>
            </p:cNvSpPr>
            <p:nvPr/>
          </p:nvSpPr>
          <p:spPr bwMode="auto">
            <a:xfrm>
              <a:off x="4326730" y="2625559"/>
              <a:ext cx="1193800" cy="3881438"/>
            </a:xfrm>
            <a:custGeom>
              <a:avLst/>
              <a:gdLst>
                <a:gd name="T0" fmla="*/ 520 w 557"/>
                <a:gd name="T1" fmla="*/ 350 h 1812"/>
                <a:gd name="T2" fmla="*/ 469 w 557"/>
                <a:gd name="T3" fmla="*/ 153 h 1812"/>
                <a:gd name="T4" fmla="*/ 423 w 557"/>
                <a:gd name="T5" fmla="*/ 15 h 1812"/>
                <a:gd name="T6" fmla="*/ 399 w 557"/>
                <a:gd name="T7" fmla="*/ 12 h 1812"/>
                <a:gd name="T8" fmla="*/ 381 w 557"/>
                <a:gd name="T9" fmla="*/ 99 h 1812"/>
                <a:gd name="T10" fmla="*/ 386 w 557"/>
                <a:gd name="T11" fmla="*/ 186 h 1812"/>
                <a:gd name="T12" fmla="*/ 325 w 557"/>
                <a:gd name="T13" fmla="*/ 422 h 1812"/>
                <a:gd name="T14" fmla="*/ 260 w 557"/>
                <a:gd name="T15" fmla="*/ 153 h 1812"/>
                <a:gd name="T16" fmla="*/ 276 w 557"/>
                <a:gd name="T17" fmla="*/ 91 h 1812"/>
                <a:gd name="T18" fmla="*/ 265 w 557"/>
                <a:gd name="T19" fmla="*/ 8 h 1812"/>
                <a:gd name="T20" fmla="*/ 235 w 557"/>
                <a:gd name="T21" fmla="*/ 78 h 1812"/>
                <a:gd name="T22" fmla="*/ 128 w 557"/>
                <a:gd name="T23" fmla="*/ 147 h 1812"/>
                <a:gd name="T24" fmla="*/ 29 w 557"/>
                <a:gd name="T25" fmla="*/ 453 h 1812"/>
                <a:gd name="T26" fmla="*/ 52 w 557"/>
                <a:gd name="T27" fmla="*/ 566 h 1812"/>
                <a:gd name="T28" fmla="*/ 130 w 557"/>
                <a:gd name="T29" fmla="*/ 703 h 1812"/>
                <a:gd name="T30" fmla="*/ 73 w 557"/>
                <a:gd name="T31" fmla="*/ 1107 h 1812"/>
                <a:gd name="T32" fmla="*/ 33 w 557"/>
                <a:gd name="T33" fmla="*/ 1444 h 1812"/>
                <a:gd name="T34" fmla="*/ 31 w 557"/>
                <a:gd name="T35" fmla="*/ 1682 h 1812"/>
                <a:gd name="T36" fmla="*/ 97 w 557"/>
                <a:gd name="T37" fmla="*/ 1722 h 1812"/>
                <a:gd name="T38" fmla="*/ 20 w 557"/>
                <a:gd name="T39" fmla="*/ 1759 h 1812"/>
                <a:gd name="T40" fmla="*/ 1 w 557"/>
                <a:gd name="T41" fmla="*/ 1793 h 1812"/>
                <a:gd name="T42" fmla="*/ 101 w 557"/>
                <a:gd name="T43" fmla="*/ 1758 h 1812"/>
                <a:gd name="T44" fmla="*/ 130 w 557"/>
                <a:gd name="T45" fmla="*/ 1671 h 1812"/>
                <a:gd name="T46" fmla="*/ 160 w 557"/>
                <a:gd name="T47" fmla="*/ 1363 h 1812"/>
                <a:gd name="T48" fmla="*/ 198 w 557"/>
                <a:gd name="T49" fmla="*/ 1194 h 1812"/>
                <a:gd name="T50" fmla="*/ 284 w 557"/>
                <a:gd name="T51" fmla="*/ 879 h 1812"/>
                <a:gd name="T52" fmla="*/ 341 w 557"/>
                <a:gd name="T53" fmla="*/ 1187 h 1812"/>
                <a:gd name="T54" fmla="*/ 338 w 557"/>
                <a:gd name="T55" fmla="*/ 1381 h 1812"/>
                <a:gd name="T56" fmla="*/ 306 w 557"/>
                <a:gd name="T57" fmla="*/ 1652 h 1812"/>
                <a:gd name="T58" fmla="*/ 367 w 557"/>
                <a:gd name="T59" fmla="*/ 1693 h 1812"/>
                <a:gd name="T60" fmla="*/ 386 w 557"/>
                <a:gd name="T61" fmla="*/ 1696 h 1812"/>
                <a:gd name="T62" fmla="*/ 347 w 557"/>
                <a:gd name="T63" fmla="*/ 1756 h 1812"/>
                <a:gd name="T64" fmla="*/ 296 w 557"/>
                <a:gd name="T65" fmla="*/ 1735 h 1812"/>
                <a:gd name="T66" fmla="*/ 322 w 557"/>
                <a:gd name="T67" fmla="*/ 1812 h 1812"/>
                <a:gd name="T68" fmla="*/ 386 w 557"/>
                <a:gd name="T69" fmla="*/ 1769 h 1812"/>
                <a:gd name="T70" fmla="*/ 424 w 557"/>
                <a:gd name="T71" fmla="*/ 1561 h 1812"/>
                <a:gd name="T72" fmla="*/ 460 w 557"/>
                <a:gd name="T73" fmla="*/ 1262 h 1812"/>
                <a:gd name="T74" fmla="*/ 498 w 557"/>
                <a:gd name="T75" fmla="*/ 885 h 1812"/>
                <a:gd name="T76" fmla="*/ 505 w 557"/>
                <a:gd name="T77" fmla="*/ 753 h 1812"/>
                <a:gd name="T78" fmla="*/ 458 w 557"/>
                <a:gd name="T79" fmla="*/ 692 h 1812"/>
                <a:gd name="T80" fmla="*/ 483 w 557"/>
                <a:gd name="T81" fmla="*/ 656 h 1812"/>
                <a:gd name="T82" fmla="*/ 547 w 557"/>
                <a:gd name="T83" fmla="*/ 664 h 1812"/>
                <a:gd name="T84" fmla="*/ 531 w 557"/>
                <a:gd name="T85" fmla="*/ 545 h 1812"/>
                <a:gd name="T86" fmla="*/ 329 w 557"/>
                <a:gd name="T87" fmla="*/ 709 h 1812"/>
                <a:gd name="T88" fmla="*/ 250 w 557"/>
                <a:gd name="T89" fmla="*/ 728 h 1812"/>
                <a:gd name="T90" fmla="*/ 249 w 557"/>
                <a:gd name="T91" fmla="*/ 637 h 1812"/>
                <a:gd name="T92" fmla="*/ 332 w 557"/>
                <a:gd name="T93" fmla="*/ 635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57" h="1812">
                  <a:moveTo>
                    <a:pt x="531" y="545"/>
                  </a:moveTo>
                  <a:cubicBezTo>
                    <a:pt x="531" y="525"/>
                    <a:pt x="529" y="492"/>
                    <a:pt x="529" y="483"/>
                  </a:cubicBezTo>
                  <a:cubicBezTo>
                    <a:pt x="529" y="474"/>
                    <a:pt x="520" y="370"/>
                    <a:pt x="520" y="350"/>
                  </a:cubicBezTo>
                  <a:cubicBezTo>
                    <a:pt x="520" y="331"/>
                    <a:pt x="525" y="252"/>
                    <a:pt x="525" y="243"/>
                  </a:cubicBezTo>
                  <a:cubicBezTo>
                    <a:pt x="525" y="234"/>
                    <a:pt x="516" y="166"/>
                    <a:pt x="499" y="162"/>
                  </a:cubicBezTo>
                  <a:cubicBezTo>
                    <a:pt x="483" y="157"/>
                    <a:pt x="483" y="156"/>
                    <a:pt x="469" y="153"/>
                  </a:cubicBezTo>
                  <a:cubicBezTo>
                    <a:pt x="461" y="151"/>
                    <a:pt x="449" y="147"/>
                    <a:pt x="441" y="143"/>
                  </a:cubicBezTo>
                  <a:cubicBezTo>
                    <a:pt x="435" y="124"/>
                    <a:pt x="425" y="98"/>
                    <a:pt x="424" y="81"/>
                  </a:cubicBezTo>
                  <a:cubicBezTo>
                    <a:pt x="422" y="55"/>
                    <a:pt x="423" y="26"/>
                    <a:pt x="423" y="15"/>
                  </a:cubicBezTo>
                  <a:cubicBezTo>
                    <a:pt x="423" y="10"/>
                    <a:pt x="421" y="5"/>
                    <a:pt x="419" y="0"/>
                  </a:cubicBezTo>
                  <a:cubicBezTo>
                    <a:pt x="418" y="2"/>
                    <a:pt x="418" y="3"/>
                    <a:pt x="418" y="5"/>
                  </a:cubicBezTo>
                  <a:cubicBezTo>
                    <a:pt x="416" y="15"/>
                    <a:pt x="405" y="16"/>
                    <a:pt x="399" y="12"/>
                  </a:cubicBezTo>
                  <a:cubicBezTo>
                    <a:pt x="398" y="26"/>
                    <a:pt x="390" y="40"/>
                    <a:pt x="383" y="50"/>
                  </a:cubicBezTo>
                  <a:cubicBezTo>
                    <a:pt x="379" y="94"/>
                    <a:pt x="379" y="94"/>
                    <a:pt x="379" y="94"/>
                  </a:cubicBezTo>
                  <a:cubicBezTo>
                    <a:pt x="379" y="94"/>
                    <a:pt x="380" y="96"/>
                    <a:pt x="381" y="99"/>
                  </a:cubicBezTo>
                  <a:cubicBezTo>
                    <a:pt x="380" y="99"/>
                    <a:pt x="380" y="99"/>
                    <a:pt x="379" y="98"/>
                  </a:cubicBezTo>
                  <a:cubicBezTo>
                    <a:pt x="379" y="98"/>
                    <a:pt x="388" y="123"/>
                    <a:pt x="386" y="183"/>
                  </a:cubicBezTo>
                  <a:cubicBezTo>
                    <a:pt x="386" y="184"/>
                    <a:pt x="386" y="185"/>
                    <a:pt x="386" y="186"/>
                  </a:cubicBezTo>
                  <a:cubicBezTo>
                    <a:pt x="386" y="186"/>
                    <a:pt x="386" y="186"/>
                    <a:pt x="386" y="186"/>
                  </a:cubicBezTo>
                  <a:cubicBezTo>
                    <a:pt x="386" y="187"/>
                    <a:pt x="386" y="188"/>
                    <a:pt x="386" y="190"/>
                  </a:cubicBezTo>
                  <a:cubicBezTo>
                    <a:pt x="381" y="255"/>
                    <a:pt x="325" y="422"/>
                    <a:pt x="325" y="422"/>
                  </a:cubicBezTo>
                  <a:cubicBezTo>
                    <a:pt x="325" y="422"/>
                    <a:pt x="282" y="266"/>
                    <a:pt x="266" y="187"/>
                  </a:cubicBezTo>
                  <a:cubicBezTo>
                    <a:pt x="265" y="186"/>
                    <a:pt x="265" y="185"/>
                    <a:pt x="265" y="183"/>
                  </a:cubicBezTo>
                  <a:cubicBezTo>
                    <a:pt x="262" y="170"/>
                    <a:pt x="260" y="160"/>
                    <a:pt x="260" y="153"/>
                  </a:cubicBezTo>
                  <a:cubicBezTo>
                    <a:pt x="259" y="151"/>
                    <a:pt x="259" y="149"/>
                    <a:pt x="259" y="147"/>
                  </a:cubicBezTo>
                  <a:cubicBezTo>
                    <a:pt x="257" y="104"/>
                    <a:pt x="275" y="94"/>
                    <a:pt x="275" y="94"/>
                  </a:cubicBezTo>
                  <a:cubicBezTo>
                    <a:pt x="276" y="91"/>
                    <a:pt x="276" y="91"/>
                    <a:pt x="276" y="91"/>
                  </a:cubicBezTo>
                  <a:cubicBezTo>
                    <a:pt x="276" y="91"/>
                    <a:pt x="276" y="90"/>
                    <a:pt x="276" y="90"/>
                  </a:cubicBezTo>
                  <a:cubicBezTo>
                    <a:pt x="277" y="87"/>
                    <a:pt x="279" y="59"/>
                    <a:pt x="280" y="48"/>
                  </a:cubicBezTo>
                  <a:cubicBezTo>
                    <a:pt x="271" y="35"/>
                    <a:pt x="267" y="18"/>
                    <a:pt x="265" y="8"/>
                  </a:cubicBezTo>
                  <a:cubicBezTo>
                    <a:pt x="256" y="10"/>
                    <a:pt x="251" y="6"/>
                    <a:pt x="249" y="0"/>
                  </a:cubicBezTo>
                  <a:cubicBezTo>
                    <a:pt x="249" y="13"/>
                    <a:pt x="248" y="25"/>
                    <a:pt x="245" y="33"/>
                  </a:cubicBezTo>
                  <a:cubicBezTo>
                    <a:pt x="236" y="58"/>
                    <a:pt x="235" y="64"/>
                    <a:pt x="235" y="78"/>
                  </a:cubicBezTo>
                  <a:cubicBezTo>
                    <a:pt x="235" y="85"/>
                    <a:pt x="233" y="99"/>
                    <a:pt x="232" y="111"/>
                  </a:cubicBezTo>
                  <a:cubicBezTo>
                    <a:pt x="226" y="116"/>
                    <a:pt x="221" y="119"/>
                    <a:pt x="217" y="121"/>
                  </a:cubicBezTo>
                  <a:cubicBezTo>
                    <a:pt x="204" y="127"/>
                    <a:pt x="140" y="132"/>
                    <a:pt x="128" y="147"/>
                  </a:cubicBezTo>
                  <a:cubicBezTo>
                    <a:pt x="113" y="145"/>
                    <a:pt x="106" y="159"/>
                    <a:pt x="97" y="193"/>
                  </a:cubicBezTo>
                  <a:cubicBezTo>
                    <a:pt x="88" y="228"/>
                    <a:pt x="47" y="383"/>
                    <a:pt x="45" y="397"/>
                  </a:cubicBezTo>
                  <a:cubicBezTo>
                    <a:pt x="44" y="410"/>
                    <a:pt x="32" y="444"/>
                    <a:pt x="29" y="453"/>
                  </a:cubicBezTo>
                  <a:cubicBezTo>
                    <a:pt x="26" y="462"/>
                    <a:pt x="23" y="474"/>
                    <a:pt x="26" y="483"/>
                  </a:cubicBezTo>
                  <a:cubicBezTo>
                    <a:pt x="29" y="492"/>
                    <a:pt x="27" y="504"/>
                    <a:pt x="29" y="516"/>
                  </a:cubicBezTo>
                  <a:cubicBezTo>
                    <a:pt x="30" y="528"/>
                    <a:pt x="44" y="555"/>
                    <a:pt x="52" y="566"/>
                  </a:cubicBezTo>
                  <a:cubicBezTo>
                    <a:pt x="59" y="576"/>
                    <a:pt x="80" y="612"/>
                    <a:pt x="89" y="620"/>
                  </a:cubicBezTo>
                  <a:cubicBezTo>
                    <a:pt x="98" y="627"/>
                    <a:pt x="118" y="650"/>
                    <a:pt x="118" y="650"/>
                  </a:cubicBezTo>
                  <a:cubicBezTo>
                    <a:pt x="118" y="650"/>
                    <a:pt x="130" y="688"/>
                    <a:pt x="130" y="703"/>
                  </a:cubicBezTo>
                  <a:cubicBezTo>
                    <a:pt x="130" y="718"/>
                    <a:pt x="107" y="769"/>
                    <a:pt x="104" y="784"/>
                  </a:cubicBezTo>
                  <a:cubicBezTo>
                    <a:pt x="101" y="799"/>
                    <a:pt x="92" y="917"/>
                    <a:pt x="91" y="953"/>
                  </a:cubicBezTo>
                  <a:cubicBezTo>
                    <a:pt x="89" y="989"/>
                    <a:pt x="73" y="1078"/>
                    <a:pt x="73" y="1107"/>
                  </a:cubicBezTo>
                  <a:cubicBezTo>
                    <a:pt x="73" y="1135"/>
                    <a:pt x="71" y="1173"/>
                    <a:pt x="71" y="1184"/>
                  </a:cubicBezTo>
                  <a:cubicBezTo>
                    <a:pt x="71" y="1194"/>
                    <a:pt x="58" y="1259"/>
                    <a:pt x="55" y="1294"/>
                  </a:cubicBezTo>
                  <a:cubicBezTo>
                    <a:pt x="52" y="1328"/>
                    <a:pt x="35" y="1417"/>
                    <a:pt x="33" y="1444"/>
                  </a:cubicBezTo>
                  <a:cubicBezTo>
                    <a:pt x="32" y="1472"/>
                    <a:pt x="24" y="1562"/>
                    <a:pt x="24" y="1589"/>
                  </a:cubicBezTo>
                  <a:cubicBezTo>
                    <a:pt x="24" y="1616"/>
                    <a:pt x="23" y="1618"/>
                    <a:pt x="21" y="1642"/>
                  </a:cubicBezTo>
                  <a:cubicBezTo>
                    <a:pt x="20" y="1665"/>
                    <a:pt x="27" y="1679"/>
                    <a:pt x="31" y="1682"/>
                  </a:cubicBezTo>
                  <a:cubicBezTo>
                    <a:pt x="32" y="1682"/>
                    <a:pt x="32" y="1683"/>
                    <a:pt x="32" y="1683"/>
                  </a:cubicBezTo>
                  <a:cubicBezTo>
                    <a:pt x="36" y="1686"/>
                    <a:pt x="79" y="1701"/>
                    <a:pt x="104" y="1690"/>
                  </a:cubicBezTo>
                  <a:cubicBezTo>
                    <a:pt x="104" y="1690"/>
                    <a:pt x="97" y="1710"/>
                    <a:pt x="97" y="1722"/>
                  </a:cubicBezTo>
                  <a:cubicBezTo>
                    <a:pt x="97" y="1734"/>
                    <a:pt x="91" y="1764"/>
                    <a:pt x="91" y="1764"/>
                  </a:cubicBezTo>
                  <a:cubicBezTo>
                    <a:pt x="91" y="1764"/>
                    <a:pt x="67" y="1763"/>
                    <a:pt x="41" y="1763"/>
                  </a:cubicBezTo>
                  <a:cubicBezTo>
                    <a:pt x="25" y="1763"/>
                    <a:pt x="21" y="1760"/>
                    <a:pt x="20" y="1759"/>
                  </a:cubicBezTo>
                  <a:cubicBezTo>
                    <a:pt x="20" y="1758"/>
                    <a:pt x="20" y="1757"/>
                    <a:pt x="20" y="1757"/>
                  </a:cubicBezTo>
                  <a:cubicBezTo>
                    <a:pt x="19" y="1759"/>
                    <a:pt x="14" y="1768"/>
                    <a:pt x="8" y="1776"/>
                  </a:cubicBezTo>
                  <a:cubicBezTo>
                    <a:pt x="0" y="1785"/>
                    <a:pt x="1" y="1785"/>
                    <a:pt x="1" y="1793"/>
                  </a:cubicBezTo>
                  <a:cubicBezTo>
                    <a:pt x="1" y="1800"/>
                    <a:pt x="12" y="1805"/>
                    <a:pt x="18" y="1806"/>
                  </a:cubicBezTo>
                  <a:cubicBezTo>
                    <a:pt x="24" y="1808"/>
                    <a:pt x="85" y="1805"/>
                    <a:pt x="95" y="1799"/>
                  </a:cubicBezTo>
                  <a:cubicBezTo>
                    <a:pt x="106" y="1793"/>
                    <a:pt x="97" y="1770"/>
                    <a:pt x="101" y="1758"/>
                  </a:cubicBezTo>
                  <a:cubicBezTo>
                    <a:pt x="106" y="1746"/>
                    <a:pt x="104" y="1732"/>
                    <a:pt x="112" y="1720"/>
                  </a:cubicBezTo>
                  <a:cubicBezTo>
                    <a:pt x="119" y="1708"/>
                    <a:pt x="122" y="1702"/>
                    <a:pt x="130" y="1690"/>
                  </a:cubicBezTo>
                  <a:cubicBezTo>
                    <a:pt x="134" y="1684"/>
                    <a:pt x="132" y="1676"/>
                    <a:pt x="130" y="1671"/>
                  </a:cubicBezTo>
                  <a:cubicBezTo>
                    <a:pt x="143" y="1657"/>
                    <a:pt x="153" y="1638"/>
                    <a:pt x="153" y="1627"/>
                  </a:cubicBezTo>
                  <a:cubicBezTo>
                    <a:pt x="153" y="1609"/>
                    <a:pt x="148" y="1571"/>
                    <a:pt x="148" y="1542"/>
                  </a:cubicBezTo>
                  <a:cubicBezTo>
                    <a:pt x="148" y="1514"/>
                    <a:pt x="159" y="1381"/>
                    <a:pt x="160" y="1363"/>
                  </a:cubicBezTo>
                  <a:cubicBezTo>
                    <a:pt x="162" y="1345"/>
                    <a:pt x="165" y="1303"/>
                    <a:pt x="166" y="1292"/>
                  </a:cubicBezTo>
                  <a:cubicBezTo>
                    <a:pt x="168" y="1282"/>
                    <a:pt x="174" y="1271"/>
                    <a:pt x="175" y="1256"/>
                  </a:cubicBezTo>
                  <a:cubicBezTo>
                    <a:pt x="177" y="1241"/>
                    <a:pt x="198" y="1220"/>
                    <a:pt x="198" y="1194"/>
                  </a:cubicBezTo>
                  <a:cubicBezTo>
                    <a:pt x="198" y="1169"/>
                    <a:pt x="199" y="1154"/>
                    <a:pt x="207" y="1131"/>
                  </a:cubicBezTo>
                  <a:cubicBezTo>
                    <a:pt x="214" y="1108"/>
                    <a:pt x="252" y="949"/>
                    <a:pt x="261" y="933"/>
                  </a:cubicBezTo>
                  <a:cubicBezTo>
                    <a:pt x="270" y="918"/>
                    <a:pt x="278" y="887"/>
                    <a:pt x="284" y="879"/>
                  </a:cubicBezTo>
                  <a:cubicBezTo>
                    <a:pt x="290" y="872"/>
                    <a:pt x="308" y="852"/>
                    <a:pt x="308" y="852"/>
                  </a:cubicBezTo>
                  <a:cubicBezTo>
                    <a:pt x="308" y="852"/>
                    <a:pt x="327" y="911"/>
                    <a:pt x="332" y="955"/>
                  </a:cubicBezTo>
                  <a:cubicBezTo>
                    <a:pt x="336" y="998"/>
                    <a:pt x="341" y="1160"/>
                    <a:pt x="341" y="1187"/>
                  </a:cubicBezTo>
                  <a:cubicBezTo>
                    <a:pt x="341" y="1214"/>
                    <a:pt x="339" y="1250"/>
                    <a:pt x="339" y="1268"/>
                  </a:cubicBezTo>
                  <a:cubicBezTo>
                    <a:pt x="339" y="1286"/>
                    <a:pt x="339" y="1300"/>
                    <a:pt x="341" y="1315"/>
                  </a:cubicBezTo>
                  <a:cubicBezTo>
                    <a:pt x="342" y="1330"/>
                    <a:pt x="339" y="1354"/>
                    <a:pt x="338" y="1381"/>
                  </a:cubicBezTo>
                  <a:cubicBezTo>
                    <a:pt x="336" y="1408"/>
                    <a:pt x="327" y="1457"/>
                    <a:pt x="326" y="1488"/>
                  </a:cubicBezTo>
                  <a:cubicBezTo>
                    <a:pt x="324" y="1520"/>
                    <a:pt x="315" y="1564"/>
                    <a:pt x="312" y="1589"/>
                  </a:cubicBezTo>
                  <a:cubicBezTo>
                    <a:pt x="309" y="1615"/>
                    <a:pt x="308" y="1637"/>
                    <a:pt x="306" y="1652"/>
                  </a:cubicBezTo>
                  <a:cubicBezTo>
                    <a:pt x="305" y="1668"/>
                    <a:pt x="308" y="1687"/>
                    <a:pt x="308" y="1687"/>
                  </a:cubicBezTo>
                  <a:cubicBezTo>
                    <a:pt x="308" y="1687"/>
                    <a:pt x="308" y="1687"/>
                    <a:pt x="308" y="1687"/>
                  </a:cubicBezTo>
                  <a:cubicBezTo>
                    <a:pt x="312" y="1688"/>
                    <a:pt x="347" y="1691"/>
                    <a:pt x="367" y="1693"/>
                  </a:cubicBezTo>
                  <a:cubicBezTo>
                    <a:pt x="369" y="1693"/>
                    <a:pt x="371" y="1693"/>
                    <a:pt x="373" y="1693"/>
                  </a:cubicBezTo>
                  <a:cubicBezTo>
                    <a:pt x="379" y="1694"/>
                    <a:pt x="383" y="1694"/>
                    <a:pt x="386" y="1694"/>
                  </a:cubicBezTo>
                  <a:cubicBezTo>
                    <a:pt x="386" y="1695"/>
                    <a:pt x="386" y="1696"/>
                    <a:pt x="386" y="1696"/>
                  </a:cubicBezTo>
                  <a:cubicBezTo>
                    <a:pt x="386" y="1700"/>
                    <a:pt x="384" y="1734"/>
                    <a:pt x="382" y="1751"/>
                  </a:cubicBezTo>
                  <a:cubicBezTo>
                    <a:pt x="378" y="1752"/>
                    <a:pt x="372" y="1753"/>
                    <a:pt x="365" y="1755"/>
                  </a:cubicBezTo>
                  <a:cubicBezTo>
                    <a:pt x="360" y="1756"/>
                    <a:pt x="354" y="1756"/>
                    <a:pt x="347" y="1756"/>
                  </a:cubicBezTo>
                  <a:cubicBezTo>
                    <a:pt x="328" y="1756"/>
                    <a:pt x="332" y="1758"/>
                    <a:pt x="312" y="1752"/>
                  </a:cubicBezTo>
                  <a:cubicBezTo>
                    <a:pt x="308" y="1751"/>
                    <a:pt x="301" y="1742"/>
                    <a:pt x="298" y="1738"/>
                  </a:cubicBezTo>
                  <a:cubicBezTo>
                    <a:pt x="296" y="1736"/>
                    <a:pt x="296" y="1735"/>
                    <a:pt x="296" y="1735"/>
                  </a:cubicBezTo>
                  <a:cubicBezTo>
                    <a:pt x="296" y="1735"/>
                    <a:pt x="284" y="1761"/>
                    <a:pt x="284" y="1775"/>
                  </a:cubicBezTo>
                  <a:cubicBezTo>
                    <a:pt x="284" y="1779"/>
                    <a:pt x="285" y="1794"/>
                    <a:pt x="293" y="1797"/>
                  </a:cubicBezTo>
                  <a:cubicBezTo>
                    <a:pt x="300" y="1800"/>
                    <a:pt x="311" y="1812"/>
                    <a:pt x="322" y="1812"/>
                  </a:cubicBezTo>
                  <a:cubicBezTo>
                    <a:pt x="332" y="1812"/>
                    <a:pt x="362" y="1802"/>
                    <a:pt x="368" y="1802"/>
                  </a:cubicBezTo>
                  <a:cubicBezTo>
                    <a:pt x="374" y="1802"/>
                    <a:pt x="383" y="1800"/>
                    <a:pt x="385" y="1793"/>
                  </a:cubicBezTo>
                  <a:cubicBezTo>
                    <a:pt x="386" y="1786"/>
                    <a:pt x="386" y="1771"/>
                    <a:pt x="386" y="1769"/>
                  </a:cubicBezTo>
                  <a:cubicBezTo>
                    <a:pt x="388" y="1756"/>
                    <a:pt x="390" y="1738"/>
                    <a:pt x="391" y="1735"/>
                  </a:cubicBezTo>
                  <a:cubicBezTo>
                    <a:pt x="392" y="1729"/>
                    <a:pt x="395" y="1689"/>
                    <a:pt x="395" y="1686"/>
                  </a:cubicBezTo>
                  <a:cubicBezTo>
                    <a:pt x="402" y="1660"/>
                    <a:pt x="424" y="1583"/>
                    <a:pt x="424" y="1561"/>
                  </a:cubicBezTo>
                  <a:cubicBezTo>
                    <a:pt x="424" y="1533"/>
                    <a:pt x="442" y="1437"/>
                    <a:pt x="448" y="1396"/>
                  </a:cubicBezTo>
                  <a:cubicBezTo>
                    <a:pt x="454" y="1356"/>
                    <a:pt x="460" y="1333"/>
                    <a:pt x="460" y="1316"/>
                  </a:cubicBezTo>
                  <a:cubicBezTo>
                    <a:pt x="460" y="1262"/>
                    <a:pt x="460" y="1262"/>
                    <a:pt x="460" y="1262"/>
                  </a:cubicBezTo>
                  <a:cubicBezTo>
                    <a:pt x="460" y="1241"/>
                    <a:pt x="463" y="1161"/>
                    <a:pt x="469" y="1129"/>
                  </a:cubicBezTo>
                  <a:cubicBezTo>
                    <a:pt x="475" y="1098"/>
                    <a:pt x="466" y="1027"/>
                    <a:pt x="475" y="994"/>
                  </a:cubicBezTo>
                  <a:cubicBezTo>
                    <a:pt x="484" y="961"/>
                    <a:pt x="496" y="900"/>
                    <a:pt x="498" y="885"/>
                  </a:cubicBezTo>
                  <a:cubicBezTo>
                    <a:pt x="499" y="870"/>
                    <a:pt x="510" y="837"/>
                    <a:pt x="510" y="819"/>
                  </a:cubicBezTo>
                  <a:cubicBezTo>
                    <a:pt x="510" y="801"/>
                    <a:pt x="508" y="768"/>
                    <a:pt x="505" y="756"/>
                  </a:cubicBezTo>
                  <a:cubicBezTo>
                    <a:pt x="505" y="755"/>
                    <a:pt x="505" y="754"/>
                    <a:pt x="505" y="753"/>
                  </a:cubicBezTo>
                  <a:cubicBezTo>
                    <a:pt x="505" y="746"/>
                    <a:pt x="503" y="723"/>
                    <a:pt x="498" y="713"/>
                  </a:cubicBezTo>
                  <a:cubicBezTo>
                    <a:pt x="492" y="701"/>
                    <a:pt x="480" y="685"/>
                    <a:pt x="480" y="685"/>
                  </a:cubicBezTo>
                  <a:cubicBezTo>
                    <a:pt x="480" y="685"/>
                    <a:pt x="471" y="692"/>
                    <a:pt x="458" y="692"/>
                  </a:cubicBezTo>
                  <a:cubicBezTo>
                    <a:pt x="446" y="692"/>
                    <a:pt x="437" y="686"/>
                    <a:pt x="439" y="682"/>
                  </a:cubicBezTo>
                  <a:cubicBezTo>
                    <a:pt x="440" y="677"/>
                    <a:pt x="454" y="673"/>
                    <a:pt x="465" y="668"/>
                  </a:cubicBezTo>
                  <a:cubicBezTo>
                    <a:pt x="475" y="664"/>
                    <a:pt x="475" y="656"/>
                    <a:pt x="483" y="656"/>
                  </a:cubicBezTo>
                  <a:cubicBezTo>
                    <a:pt x="504" y="656"/>
                    <a:pt x="504" y="656"/>
                    <a:pt x="504" y="656"/>
                  </a:cubicBezTo>
                  <a:cubicBezTo>
                    <a:pt x="510" y="656"/>
                    <a:pt x="519" y="647"/>
                    <a:pt x="519" y="647"/>
                  </a:cubicBezTo>
                  <a:cubicBezTo>
                    <a:pt x="519" y="647"/>
                    <a:pt x="546" y="658"/>
                    <a:pt x="547" y="664"/>
                  </a:cubicBezTo>
                  <a:cubicBezTo>
                    <a:pt x="548" y="667"/>
                    <a:pt x="549" y="676"/>
                    <a:pt x="549" y="686"/>
                  </a:cubicBezTo>
                  <a:cubicBezTo>
                    <a:pt x="554" y="676"/>
                    <a:pt x="557" y="665"/>
                    <a:pt x="556" y="659"/>
                  </a:cubicBezTo>
                  <a:cubicBezTo>
                    <a:pt x="555" y="644"/>
                    <a:pt x="531" y="564"/>
                    <a:pt x="531" y="545"/>
                  </a:cubicBezTo>
                  <a:moveTo>
                    <a:pt x="341" y="662"/>
                  </a:moveTo>
                  <a:cubicBezTo>
                    <a:pt x="345" y="665"/>
                    <a:pt x="345" y="679"/>
                    <a:pt x="339" y="686"/>
                  </a:cubicBezTo>
                  <a:cubicBezTo>
                    <a:pt x="345" y="688"/>
                    <a:pt x="339" y="703"/>
                    <a:pt x="329" y="709"/>
                  </a:cubicBezTo>
                  <a:cubicBezTo>
                    <a:pt x="329" y="716"/>
                    <a:pt x="312" y="722"/>
                    <a:pt x="317" y="724"/>
                  </a:cubicBezTo>
                  <a:cubicBezTo>
                    <a:pt x="321" y="725"/>
                    <a:pt x="309" y="738"/>
                    <a:pt x="297" y="738"/>
                  </a:cubicBezTo>
                  <a:cubicBezTo>
                    <a:pt x="285" y="738"/>
                    <a:pt x="266" y="736"/>
                    <a:pt x="250" y="728"/>
                  </a:cubicBezTo>
                  <a:cubicBezTo>
                    <a:pt x="235" y="721"/>
                    <a:pt x="187" y="677"/>
                    <a:pt x="187" y="677"/>
                  </a:cubicBezTo>
                  <a:cubicBezTo>
                    <a:pt x="193" y="638"/>
                    <a:pt x="219" y="626"/>
                    <a:pt x="225" y="629"/>
                  </a:cubicBezTo>
                  <a:cubicBezTo>
                    <a:pt x="231" y="632"/>
                    <a:pt x="238" y="637"/>
                    <a:pt x="249" y="637"/>
                  </a:cubicBezTo>
                  <a:cubicBezTo>
                    <a:pt x="260" y="637"/>
                    <a:pt x="273" y="629"/>
                    <a:pt x="284" y="627"/>
                  </a:cubicBezTo>
                  <a:cubicBezTo>
                    <a:pt x="294" y="626"/>
                    <a:pt x="302" y="627"/>
                    <a:pt x="306" y="629"/>
                  </a:cubicBezTo>
                  <a:cubicBezTo>
                    <a:pt x="311" y="630"/>
                    <a:pt x="327" y="635"/>
                    <a:pt x="332" y="635"/>
                  </a:cubicBezTo>
                  <a:cubicBezTo>
                    <a:pt x="336" y="635"/>
                    <a:pt x="368" y="635"/>
                    <a:pt x="367" y="649"/>
                  </a:cubicBezTo>
                  <a:cubicBezTo>
                    <a:pt x="365" y="662"/>
                    <a:pt x="336" y="659"/>
                    <a:pt x="341" y="662"/>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1" name="Freeform 68"/>
            <p:cNvSpPr>
              <a:spLocks/>
            </p:cNvSpPr>
            <p:nvPr/>
          </p:nvSpPr>
          <p:spPr bwMode="auto">
            <a:xfrm>
              <a:off x="4369593" y="6387934"/>
              <a:ext cx="0" cy="158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2" name="Freeform 69"/>
            <p:cNvSpPr>
              <a:spLocks/>
            </p:cNvSpPr>
            <p:nvPr/>
          </p:nvSpPr>
          <p:spPr bwMode="auto">
            <a:xfrm>
              <a:off x="4841080" y="2331871"/>
              <a:ext cx="404813" cy="493713"/>
            </a:xfrm>
            <a:custGeom>
              <a:avLst/>
              <a:gdLst>
                <a:gd name="T0" fmla="*/ 180 w 189"/>
                <a:gd name="T1" fmla="*/ 110 h 230"/>
                <a:gd name="T2" fmla="*/ 176 w 189"/>
                <a:gd name="T3" fmla="*/ 115 h 230"/>
                <a:gd name="T4" fmla="*/ 172 w 189"/>
                <a:gd name="T5" fmla="*/ 108 h 230"/>
                <a:gd name="T6" fmla="*/ 163 w 189"/>
                <a:gd name="T7" fmla="*/ 82 h 230"/>
                <a:gd name="T8" fmla="*/ 158 w 189"/>
                <a:gd name="T9" fmla="*/ 77 h 230"/>
                <a:gd name="T10" fmla="*/ 146 w 189"/>
                <a:gd name="T11" fmla="*/ 48 h 230"/>
                <a:gd name="T12" fmla="*/ 96 w 189"/>
                <a:gd name="T13" fmla="*/ 18 h 230"/>
                <a:gd name="T14" fmla="*/ 72 w 189"/>
                <a:gd name="T15" fmla="*/ 0 h 230"/>
                <a:gd name="T16" fmla="*/ 66 w 189"/>
                <a:gd name="T17" fmla="*/ 2 h 230"/>
                <a:gd name="T18" fmla="*/ 61 w 189"/>
                <a:gd name="T19" fmla="*/ 19 h 230"/>
                <a:gd name="T20" fmla="*/ 51 w 189"/>
                <a:gd name="T21" fmla="*/ 33 h 230"/>
                <a:gd name="T22" fmla="*/ 25 w 189"/>
                <a:gd name="T23" fmla="*/ 70 h 230"/>
                <a:gd name="T24" fmla="*/ 20 w 189"/>
                <a:gd name="T25" fmla="*/ 77 h 230"/>
                <a:gd name="T26" fmla="*/ 21 w 189"/>
                <a:gd name="T27" fmla="*/ 98 h 230"/>
                <a:gd name="T28" fmla="*/ 16 w 189"/>
                <a:gd name="T29" fmla="*/ 116 h 230"/>
                <a:gd name="T30" fmla="*/ 9 w 189"/>
                <a:gd name="T31" fmla="*/ 95 h 230"/>
                <a:gd name="T32" fmla="*/ 4 w 189"/>
                <a:gd name="T33" fmla="*/ 87 h 230"/>
                <a:gd name="T34" fmla="*/ 2 w 189"/>
                <a:gd name="T35" fmla="*/ 90 h 230"/>
                <a:gd name="T36" fmla="*/ 0 w 189"/>
                <a:gd name="T37" fmla="*/ 99 h 230"/>
                <a:gd name="T38" fmla="*/ 2 w 189"/>
                <a:gd name="T39" fmla="*/ 127 h 230"/>
                <a:gd name="T40" fmla="*/ 4 w 189"/>
                <a:gd name="T41" fmla="*/ 140 h 230"/>
                <a:gd name="T42" fmla="*/ 20 w 189"/>
                <a:gd name="T43" fmla="*/ 148 h 230"/>
                <a:gd name="T44" fmla="*/ 36 w 189"/>
                <a:gd name="T45" fmla="*/ 191 h 230"/>
                <a:gd name="T46" fmla="*/ 47 w 189"/>
                <a:gd name="T47" fmla="*/ 202 h 230"/>
                <a:gd name="T48" fmla="*/ 91 w 189"/>
                <a:gd name="T49" fmla="*/ 228 h 230"/>
                <a:gd name="T50" fmla="*/ 128 w 189"/>
                <a:gd name="T51" fmla="*/ 214 h 230"/>
                <a:gd name="T52" fmla="*/ 146 w 189"/>
                <a:gd name="T53" fmla="*/ 193 h 230"/>
                <a:gd name="T54" fmla="*/ 163 w 189"/>
                <a:gd name="T55" fmla="*/ 152 h 230"/>
                <a:gd name="T56" fmla="*/ 183 w 189"/>
                <a:gd name="T57" fmla="*/ 145 h 230"/>
                <a:gd name="T58" fmla="*/ 184 w 189"/>
                <a:gd name="T59" fmla="*/ 140 h 230"/>
                <a:gd name="T60" fmla="*/ 187 w 189"/>
                <a:gd name="T61" fmla="*/ 116 h 230"/>
                <a:gd name="T62" fmla="*/ 189 w 189"/>
                <a:gd name="T63" fmla="*/ 101 h 230"/>
                <a:gd name="T64" fmla="*/ 180 w 189"/>
                <a:gd name="T65" fmla="*/ 11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9" h="230">
                  <a:moveTo>
                    <a:pt x="180" y="110"/>
                  </a:moveTo>
                  <a:cubicBezTo>
                    <a:pt x="179" y="113"/>
                    <a:pt x="178" y="114"/>
                    <a:pt x="176" y="115"/>
                  </a:cubicBezTo>
                  <a:cubicBezTo>
                    <a:pt x="173" y="116"/>
                    <a:pt x="170" y="113"/>
                    <a:pt x="172" y="108"/>
                  </a:cubicBezTo>
                  <a:cubicBezTo>
                    <a:pt x="176" y="99"/>
                    <a:pt x="169" y="85"/>
                    <a:pt x="163" y="82"/>
                  </a:cubicBezTo>
                  <a:cubicBezTo>
                    <a:pt x="161" y="81"/>
                    <a:pt x="159" y="79"/>
                    <a:pt x="158" y="77"/>
                  </a:cubicBezTo>
                  <a:cubicBezTo>
                    <a:pt x="155" y="72"/>
                    <a:pt x="152" y="63"/>
                    <a:pt x="146" y="48"/>
                  </a:cubicBezTo>
                  <a:cubicBezTo>
                    <a:pt x="138" y="28"/>
                    <a:pt x="116" y="24"/>
                    <a:pt x="96" y="18"/>
                  </a:cubicBezTo>
                  <a:cubicBezTo>
                    <a:pt x="86" y="14"/>
                    <a:pt x="78" y="6"/>
                    <a:pt x="72" y="0"/>
                  </a:cubicBezTo>
                  <a:cubicBezTo>
                    <a:pt x="71" y="1"/>
                    <a:pt x="69" y="2"/>
                    <a:pt x="66" y="2"/>
                  </a:cubicBezTo>
                  <a:cubicBezTo>
                    <a:pt x="66" y="10"/>
                    <a:pt x="64" y="17"/>
                    <a:pt x="61" y="19"/>
                  </a:cubicBezTo>
                  <a:cubicBezTo>
                    <a:pt x="55" y="21"/>
                    <a:pt x="52" y="25"/>
                    <a:pt x="51" y="33"/>
                  </a:cubicBezTo>
                  <a:cubicBezTo>
                    <a:pt x="50" y="42"/>
                    <a:pt x="36" y="63"/>
                    <a:pt x="25" y="70"/>
                  </a:cubicBezTo>
                  <a:cubicBezTo>
                    <a:pt x="22" y="72"/>
                    <a:pt x="20" y="74"/>
                    <a:pt x="20" y="77"/>
                  </a:cubicBezTo>
                  <a:cubicBezTo>
                    <a:pt x="18" y="83"/>
                    <a:pt x="21" y="91"/>
                    <a:pt x="21" y="98"/>
                  </a:cubicBezTo>
                  <a:cubicBezTo>
                    <a:pt x="21" y="109"/>
                    <a:pt x="16" y="116"/>
                    <a:pt x="16" y="116"/>
                  </a:cubicBezTo>
                  <a:cubicBezTo>
                    <a:pt x="16" y="116"/>
                    <a:pt x="11" y="103"/>
                    <a:pt x="9" y="95"/>
                  </a:cubicBezTo>
                  <a:cubicBezTo>
                    <a:pt x="8" y="92"/>
                    <a:pt x="6" y="89"/>
                    <a:pt x="4" y="87"/>
                  </a:cubicBezTo>
                  <a:cubicBezTo>
                    <a:pt x="3" y="88"/>
                    <a:pt x="2" y="88"/>
                    <a:pt x="2" y="90"/>
                  </a:cubicBezTo>
                  <a:cubicBezTo>
                    <a:pt x="1" y="92"/>
                    <a:pt x="0" y="95"/>
                    <a:pt x="0" y="99"/>
                  </a:cubicBezTo>
                  <a:cubicBezTo>
                    <a:pt x="1" y="113"/>
                    <a:pt x="2" y="121"/>
                    <a:pt x="2" y="127"/>
                  </a:cubicBezTo>
                  <a:cubicBezTo>
                    <a:pt x="2" y="129"/>
                    <a:pt x="2" y="135"/>
                    <a:pt x="4" y="140"/>
                  </a:cubicBezTo>
                  <a:cubicBezTo>
                    <a:pt x="6" y="146"/>
                    <a:pt x="10" y="151"/>
                    <a:pt x="20" y="148"/>
                  </a:cubicBezTo>
                  <a:cubicBezTo>
                    <a:pt x="22" y="158"/>
                    <a:pt x="27" y="178"/>
                    <a:pt x="36" y="191"/>
                  </a:cubicBezTo>
                  <a:cubicBezTo>
                    <a:pt x="39" y="196"/>
                    <a:pt x="43" y="200"/>
                    <a:pt x="47" y="202"/>
                  </a:cubicBezTo>
                  <a:cubicBezTo>
                    <a:pt x="63" y="213"/>
                    <a:pt x="61" y="227"/>
                    <a:pt x="91" y="228"/>
                  </a:cubicBezTo>
                  <a:cubicBezTo>
                    <a:pt x="120" y="230"/>
                    <a:pt x="125" y="218"/>
                    <a:pt x="128" y="214"/>
                  </a:cubicBezTo>
                  <a:cubicBezTo>
                    <a:pt x="129" y="212"/>
                    <a:pt x="137" y="204"/>
                    <a:pt x="146" y="193"/>
                  </a:cubicBezTo>
                  <a:cubicBezTo>
                    <a:pt x="154" y="182"/>
                    <a:pt x="162" y="168"/>
                    <a:pt x="163" y="152"/>
                  </a:cubicBezTo>
                  <a:cubicBezTo>
                    <a:pt x="169" y="157"/>
                    <a:pt x="181" y="155"/>
                    <a:pt x="183" y="145"/>
                  </a:cubicBezTo>
                  <a:cubicBezTo>
                    <a:pt x="183" y="143"/>
                    <a:pt x="184" y="142"/>
                    <a:pt x="184" y="140"/>
                  </a:cubicBezTo>
                  <a:cubicBezTo>
                    <a:pt x="185" y="131"/>
                    <a:pt x="186" y="121"/>
                    <a:pt x="187" y="116"/>
                  </a:cubicBezTo>
                  <a:cubicBezTo>
                    <a:pt x="187" y="113"/>
                    <a:pt x="189" y="107"/>
                    <a:pt x="189" y="101"/>
                  </a:cubicBezTo>
                  <a:cubicBezTo>
                    <a:pt x="186" y="102"/>
                    <a:pt x="182" y="104"/>
                    <a:pt x="180" y="110"/>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3" name="Freeform 70"/>
            <p:cNvSpPr>
              <a:spLocks/>
            </p:cNvSpPr>
            <p:nvPr/>
          </p:nvSpPr>
          <p:spPr bwMode="auto">
            <a:xfrm>
              <a:off x="4833143" y="2244559"/>
              <a:ext cx="442913" cy="336550"/>
            </a:xfrm>
            <a:custGeom>
              <a:avLst/>
              <a:gdLst>
                <a:gd name="T0" fmla="*/ 5 w 207"/>
                <a:gd name="T1" fmla="*/ 125 h 157"/>
                <a:gd name="T2" fmla="*/ 6 w 207"/>
                <a:gd name="T3" fmla="*/ 131 h 157"/>
                <a:gd name="T4" fmla="*/ 8 w 207"/>
                <a:gd name="T5" fmla="*/ 128 h 157"/>
                <a:gd name="T6" fmla="*/ 13 w 207"/>
                <a:gd name="T7" fmla="*/ 136 h 157"/>
                <a:gd name="T8" fmla="*/ 20 w 207"/>
                <a:gd name="T9" fmla="*/ 157 h 157"/>
                <a:gd name="T10" fmla="*/ 25 w 207"/>
                <a:gd name="T11" fmla="*/ 139 h 157"/>
                <a:gd name="T12" fmla="*/ 24 w 207"/>
                <a:gd name="T13" fmla="*/ 118 h 157"/>
                <a:gd name="T14" fmla="*/ 29 w 207"/>
                <a:gd name="T15" fmla="*/ 111 h 157"/>
                <a:gd name="T16" fmla="*/ 55 w 207"/>
                <a:gd name="T17" fmla="*/ 74 h 157"/>
                <a:gd name="T18" fmla="*/ 65 w 207"/>
                <a:gd name="T19" fmla="*/ 60 h 157"/>
                <a:gd name="T20" fmla="*/ 70 w 207"/>
                <a:gd name="T21" fmla="*/ 43 h 157"/>
                <a:gd name="T22" fmla="*/ 70 w 207"/>
                <a:gd name="T23" fmla="*/ 31 h 157"/>
                <a:gd name="T24" fmla="*/ 76 w 207"/>
                <a:gd name="T25" fmla="*/ 41 h 157"/>
                <a:gd name="T26" fmla="*/ 100 w 207"/>
                <a:gd name="T27" fmla="*/ 59 h 157"/>
                <a:gd name="T28" fmla="*/ 150 w 207"/>
                <a:gd name="T29" fmla="*/ 89 h 157"/>
                <a:gd name="T30" fmla="*/ 162 w 207"/>
                <a:gd name="T31" fmla="*/ 118 h 157"/>
                <a:gd name="T32" fmla="*/ 167 w 207"/>
                <a:gd name="T33" fmla="*/ 123 h 157"/>
                <a:gd name="T34" fmla="*/ 176 w 207"/>
                <a:gd name="T35" fmla="*/ 149 h 157"/>
                <a:gd name="T36" fmla="*/ 180 w 207"/>
                <a:gd name="T37" fmla="*/ 156 h 157"/>
                <a:gd name="T38" fmla="*/ 184 w 207"/>
                <a:gd name="T39" fmla="*/ 151 h 157"/>
                <a:gd name="T40" fmla="*/ 193 w 207"/>
                <a:gd name="T41" fmla="*/ 142 h 157"/>
                <a:gd name="T42" fmla="*/ 195 w 207"/>
                <a:gd name="T43" fmla="*/ 142 h 157"/>
                <a:gd name="T44" fmla="*/ 201 w 207"/>
                <a:gd name="T45" fmla="*/ 99 h 157"/>
                <a:gd name="T46" fmla="*/ 191 w 207"/>
                <a:gd name="T47" fmla="*/ 59 h 157"/>
                <a:gd name="T48" fmla="*/ 164 w 207"/>
                <a:gd name="T49" fmla="*/ 22 h 157"/>
                <a:gd name="T50" fmla="*/ 135 w 207"/>
                <a:gd name="T51" fmla="*/ 6 h 157"/>
                <a:gd name="T52" fmla="*/ 102 w 207"/>
                <a:gd name="T53" fmla="*/ 1 h 157"/>
                <a:gd name="T54" fmla="*/ 75 w 207"/>
                <a:gd name="T55" fmla="*/ 13 h 157"/>
                <a:gd name="T56" fmla="*/ 52 w 207"/>
                <a:gd name="T57" fmla="*/ 9 h 157"/>
                <a:gd name="T58" fmla="*/ 16 w 207"/>
                <a:gd name="T59" fmla="*/ 44 h 157"/>
                <a:gd name="T60" fmla="*/ 5 w 207"/>
                <a:gd name="T61" fmla="*/ 91 h 157"/>
                <a:gd name="T62" fmla="*/ 1 w 207"/>
                <a:gd name="T63" fmla="*/ 118 h 157"/>
                <a:gd name="T64" fmla="*/ 5 w 207"/>
                <a:gd name="T65" fmla="*/ 12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 h="157">
                  <a:moveTo>
                    <a:pt x="5" y="125"/>
                  </a:moveTo>
                  <a:cubicBezTo>
                    <a:pt x="5" y="127"/>
                    <a:pt x="5" y="129"/>
                    <a:pt x="6" y="131"/>
                  </a:cubicBezTo>
                  <a:cubicBezTo>
                    <a:pt x="6" y="129"/>
                    <a:pt x="7" y="129"/>
                    <a:pt x="8" y="128"/>
                  </a:cubicBezTo>
                  <a:cubicBezTo>
                    <a:pt x="10" y="130"/>
                    <a:pt x="12" y="133"/>
                    <a:pt x="13" y="136"/>
                  </a:cubicBezTo>
                  <a:cubicBezTo>
                    <a:pt x="15" y="144"/>
                    <a:pt x="20" y="157"/>
                    <a:pt x="20" y="157"/>
                  </a:cubicBezTo>
                  <a:cubicBezTo>
                    <a:pt x="20" y="157"/>
                    <a:pt x="25" y="150"/>
                    <a:pt x="25" y="139"/>
                  </a:cubicBezTo>
                  <a:cubicBezTo>
                    <a:pt x="25" y="132"/>
                    <a:pt x="22" y="124"/>
                    <a:pt x="24" y="118"/>
                  </a:cubicBezTo>
                  <a:cubicBezTo>
                    <a:pt x="24" y="115"/>
                    <a:pt x="26" y="113"/>
                    <a:pt x="29" y="111"/>
                  </a:cubicBezTo>
                  <a:cubicBezTo>
                    <a:pt x="40" y="104"/>
                    <a:pt x="54" y="83"/>
                    <a:pt x="55" y="74"/>
                  </a:cubicBezTo>
                  <a:cubicBezTo>
                    <a:pt x="56" y="66"/>
                    <a:pt x="59" y="62"/>
                    <a:pt x="65" y="60"/>
                  </a:cubicBezTo>
                  <a:cubicBezTo>
                    <a:pt x="68" y="58"/>
                    <a:pt x="70" y="51"/>
                    <a:pt x="70" y="43"/>
                  </a:cubicBezTo>
                  <a:cubicBezTo>
                    <a:pt x="71" y="39"/>
                    <a:pt x="70" y="34"/>
                    <a:pt x="70" y="31"/>
                  </a:cubicBezTo>
                  <a:cubicBezTo>
                    <a:pt x="70" y="31"/>
                    <a:pt x="72" y="35"/>
                    <a:pt x="76" y="41"/>
                  </a:cubicBezTo>
                  <a:cubicBezTo>
                    <a:pt x="82" y="47"/>
                    <a:pt x="90" y="55"/>
                    <a:pt x="100" y="59"/>
                  </a:cubicBezTo>
                  <a:cubicBezTo>
                    <a:pt x="120" y="65"/>
                    <a:pt x="142" y="69"/>
                    <a:pt x="150" y="89"/>
                  </a:cubicBezTo>
                  <a:cubicBezTo>
                    <a:pt x="156" y="104"/>
                    <a:pt x="159" y="113"/>
                    <a:pt x="162" y="118"/>
                  </a:cubicBezTo>
                  <a:cubicBezTo>
                    <a:pt x="163" y="120"/>
                    <a:pt x="165" y="122"/>
                    <a:pt x="167" y="123"/>
                  </a:cubicBezTo>
                  <a:cubicBezTo>
                    <a:pt x="173" y="126"/>
                    <a:pt x="180" y="140"/>
                    <a:pt x="176" y="149"/>
                  </a:cubicBezTo>
                  <a:cubicBezTo>
                    <a:pt x="174" y="154"/>
                    <a:pt x="177" y="157"/>
                    <a:pt x="180" y="156"/>
                  </a:cubicBezTo>
                  <a:cubicBezTo>
                    <a:pt x="182" y="155"/>
                    <a:pt x="183" y="154"/>
                    <a:pt x="184" y="151"/>
                  </a:cubicBezTo>
                  <a:cubicBezTo>
                    <a:pt x="186" y="145"/>
                    <a:pt x="190" y="143"/>
                    <a:pt x="193" y="142"/>
                  </a:cubicBezTo>
                  <a:cubicBezTo>
                    <a:pt x="194" y="142"/>
                    <a:pt x="195" y="142"/>
                    <a:pt x="195" y="142"/>
                  </a:cubicBezTo>
                  <a:cubicBezTo>
                    <a:pt x="195" y="142"/>
                    <a:pt x="207" y="124"/>
                    <a:pt x="201" y="99"/>
                  </a:cubicBezTo>
                  <a:cubicBezTo>
                    <a:pt x="194" y="74"/>
                    <a:pt x="194" y="76"/>
                    <a:pt x="191" y="59"/>
                  </a:cubicBezTo>
                  <a:cubicBezTo>
                    <a:pt x="188" y="42"/>
                    <a:pt x="176" y="27"/>
                    <a:pt x="164" y="22"/>
                  </a:cubicBezTo>
                  <a:cubicBezTo>
                    <a:pt x="153" y="18"/>
                    <a:pt x="142" y="9"/>
                    <a:pt x="135" y="6"/>
                  </a:cubicBezTo>
                  <a:cubicBezTo>
                    <a:pt x="127" y="3"/>
                    <a:pt x="110" y="0"/>
                    <a:pt x="102" y="1"/>
                  </a:cubicBezTo>
                  <a:cubicBezTo>
                    <a:pt x="93" y="1"/>
                    <a:pt x="75" y="13"/>
                    <a:pt x="75" y="13"/>
                  </a:cubicBezTo>
                  <a:cubicBezTo>
                    <a:pt x="75" y="13"/>
                    <a:pt x="67" y="4"/>
                    <a:pt x="52" y="9"/>
                  </a:cubicBezTo>
                  <a:cubicBezTo>
                    <a:pt x="37" y="15"/>
                    <a:pt x="20" y="32"/>
                    <a:pt x="16" y="44"/>
                  </a:cubicBezTo>
                  <a:cubicBezTo>
                    <a:pt x="12" y="56"/>
                    <a:pt x="7" y="80"/>
                    <a:pt x="5" y="91"/>
                  </a:cubicBezTo>
                  <a:cubicBezTo>
                    <a:pt x="2" y="102"/>
                    <a:pt x="0" y="112"/>
                    <a:pt x="1" y="118"/>
                  </a:cubicBezTo>
                  <a:cubicBezTo>
                    <a:pt x="1" y="121"/>
                    <a:pt x="3" y="123"/>
                    <a:pt x="5" y="125"/>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4" name="Freeform 71"/>
            <p:cNvSpPr>
              <a:spLocks/>
            </p:cNvSpPr>
            <p:nvPr/>
          </p:nvSpPr>
          <p:spPr bwMode="auto">
            <a:xfrm>
              <a:off x="7090568" y="2739859"/>
              <a:ext cx="238125" cy="392113"/>
            </a:xfrm>
            <a:custGeom>
              <a:avLst/>
              <a:gdLst>
                <a:gd name="T0" fmla="*/ 1 w 111"/>
                <a:gd name="T1" fmla="*/ 76 h 183"/>
                <a:gd name="T2" fmla="*/ 3 w 111"/>
                <a:gd name="T3" fmla="*/ 112 h 183"/>
                <a:gd name="T4" fmla="*/ 17 w 111"/>
                <a:gd name="T5" fmla="*/ 123 h 183"/>
                <a:gd name="T6" fmla="*/ 51 w 111"/>
                <a:gd name="T7" fmla="*/ 183 h 183"/>
                <a:gd name="T8" fmla="*/ 82 w 111"/>
                <a:gd name="T9" fmla="*/ 133 h 183"/>
                <a:gd name="T10" fmla="*/ 106 w 111"/>
                <a:gd name="T11" fmla="*/ 106 h 183"/>
                <a:gd name="T12" fmla="*/ 110 w 111"/>
                <a:gd name="T13" fmla="*/ 69 h 183"/>
                <a:gd name="T14" fmla="*/ 111 w 111"/>
                <a:gd name="T15" fmla="*/ 49 h 183"/>
                <a:gd name="T16" fmla="*/ 111 w 111"/>
                <a:gd name="T17" fmla="*/ 16 h 183"/>
                <a:gd name="T18" fmla="*/ 111 w 111"/>
                <a:gd name="T19" fmla="*/ 16 h 183"/>
                <a:gd name="T20" fmla="*/ 111 w 111"/>
                <a:gd name="T21" fmla="*/ 16 h 183"/>
                <a:gd name="T22" fmla="*/ 111 w 111"/>
                <a:gd name="T23" fmla="*/ 0 h 183"/>
                <a:gd name="T24" fmla="*/ 106 w 111"/>
                <a:gd name="T25" fmla="*/ 9 h 183"/>
                <a:gd name="T26" fmla="*/ 62 w 111"/>
                <a:gd name="T27" fmla="*/ 44 h 183"/>
                <a:gd name="T28" fmla="*/ 30 w 111"/>
                <a:gd name="T29" fmla="*/ 34 h 183"/>
                <a:gd name="T30" fmla="*/ 11 w 111"/>
                <a:gd name="T31" fmla="*/ 16 h 183"/>
                <a:gd name="T32" fmla="*/ 2 w 111"/>
                <a:gd name="T33" fmla="*/ 4 h 183"/>
                <a:gd name="T34" fmla="*/ 0 w 111"/>
                <a:gd name="T35" fmla="*/ 30 h 183"/>
                <a:gd name="T36" fmla="*/ 1 w 111"/>
                <a:gd name="T37" fmla="*/ 62 h 183"/>
                <a:gd name="T38" fmla="*/ 1 w 111"/>
                <a:gd name="T39" fmla="*/ 7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83">
                  <a:moveTo>
                    <a:pt x="1" y="76"/>
                  </a:moveTo>
                  <a:cubicBezTo>
                    <a:pt x="2" y="92"/>
                    <a:pt x="3" y="112"/>
                    <a:pt x="3" y="112"/>
                  </a:cubicBezTo>
                  <a:cubicBezTo>
                    <a:pt x="3" y="112"/>
                    <a:pt x="11" y="116"/>
                    <a:pt x="17" y="123"/>
                  </a:cubicBezTo>
                  <a:cubicBezTo>
                    <a:pt x="24" y="129"/>
                    <a:pt x="51" y="183"/>
                    <a:pt x="51" y="183"/>
                  </a:cubicBezTo>
                  <a:cubicBezTo>
                    <a:pt x="51" y="183"/>
                    <a:pt x="74" y="149"/>
                    <a:pt x="82" y="133"/>
                  </a:cubicBezTo>
                  <a:cubicBezTo>
                    <a:pt x="90" y="117"/>
                    <a:pt x="104" y="115"/>
                    <a:pt x="106" y="106"/>
                  </a:cubicBezTo>
                  <a:cubicBezTo>
                    <a:pt x="108" y="99"/>
                    <a:pt x="109" y="84"/>
                    <a:pt x="110" y="69"/>
                  </a:cubicBezTo>
                  <a:cubicBezTo>
                    <a:pt x="111" y="62"/>
                    <a:pt x="111" y="55"/>
                    <a:pt x="111" y="49"/>
                  </a:cubicBezTo>
                  <a:cubicBezTo>
                    <a:pt x="111" y="30"/>
                    <a:pt x="111" y="18"/>
                    <a:pt x="111" y="16"/>
                  </a:cubicBezTo>
                  <a:cubicBezTo>
                    <a:pt x="111" y="16"/>
                    <a:pt x="111" y="16"/>
                    <a:pt x="111" y="16"/>
                  </a:cubicBezTo>
                  <a:cubicBezTo>
                    <a:pt x="111" y="16"/>
                    <a:pt x="111" y="16"/>
                    <a:pt x="111" y="16"/>
                  </a:cubicBezTo>
                  <a:cubicBezTo>
                    <a:pt x="111" y="0"/>
                    <a:pt x="111" y="0"/>
                    <a:pt x="111" y="0"/>
                  </a:cubicBezTo>
                  <a:cubicBezTo>
                    <a:pt x="109" y="3"/>
                    <a:pt x="107" y="6"/>
                    <a:pt x="106" y="9"/>
                  </a:cubicBezTo>
                  <a:cubicBezTo>
                    <a:pt x="89" y="33"/>
                    <a:pt x="67" y="44"/>
                    <a:pt x="62" y="44"/>
                  </a:cubicBezTo>
                  <a:cubicBezTo>
                    <a:pt x="55" y="44"/>
                    <a:pt x="39" y="43"/>
                    <a:pt x="30" y="34"/>
                  </a:cubicBezTo>
                  <a:cubicBezTo>
                    <a:pt x="20" y="25"/>
                    <a:pt x="12" y="19"/>
                    <a:pt x="11" y="16"/>
                  </a:cubicBezTo>
                  <a:cubicBezTo>
                    <a:pt x="7" y="12"/>
                    <a:pt x="4" y="8"/>
                    <a:pt x="2" y="4"/>
                  </a:cubicBezTo>
                  <a:cubicBezTo>
                    <a:pt x="1" y="12"/>
                    <a:pt x="1" y="21"/>
                    <a:pt x="0" y="30"/>
                  </a:cubicBezTo>
                  <a:cubicBezTo>
                    <a:pt x="0" y="39"/>
                    <a:pt x="1" y="53"/>
                    <a:pt x="1" y="62"/>
                  </a:cubicBezTo>
                  <a:cubicBezTo>
                    <a:pt x="1" y="65"/>
                    <a:pt x="1" y="70"/>
                    <a:pt x="1" y="76"/>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5" name="Freeform 72"/>
            <p:cNvSpPr>
              <a:spLocks/>
            </p:cNvSpPr>
            <p:nvPr/>
          </p:nvSpPr>
          <p:spPr bwMode="auto">
            <a:xfrm>
              <a:off x="7003255" y="4016209"/>
              <a:ext cx="273050" cy="238125"/>
            </a:xfrm>
            <a:custGeom>
              <a:avLst/>
              <a:gdLst>
                <a:gd name="T0" fmla="*/ 128 w 128"/>
                <a:gd name="T1" fmla="*/ 41 h 111"/>
                <a:gd name="T2" fmla="*/ 80 w 128"/>
                <a:gd name="T3" fmla="*/ 21 h 111"/>
                <a:gd name="T4" fmla="*/ 57 w 128"/>
                <a:gd name="T5" fmla="*/ 0 h 111"/>
                <a:gd name="T6" fmla="*/ 0 w 128"/>
                <a:gd name="T7" fmla="*/ 31 h 111"/>
                <a:gd name="T8" fmla="*/ 21 w 128"/>
                <a:gd name="T9" fmla="*/ 46 h 111"/>
                <a:gd name="T10" fmla="*/ 36 w 128"/>
                <a:gd name="T11" fmla="*/ 77 h 111"/>
                <a:gd name="T12" fmla="*/ 61 w 128"/>
                <a:gd name="T13" fmla="*/ 111 h 111"/>
                <a:gd name="T14" fmla="*/ 117 w 128"/>
                <a:gd name="T15" fmla="*/ 52 h 111"/>
                <a:gd name="T16" fmla="*/ 128 w 128"/>
                <a:gd name="T17" fmla="*/ 4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11">
                  <a:moveTo>
                    <a:pt x="128" y="41"/>
                  </a:moveTo>
                  <a:cubicBezTo>
                    <a:pt x="113" y="34"/>
                    <a:pt x="92" y="27"/>
                    <a:pt x="80" y="21"/>
                  </a:cubicBezTo>
                  <a:cubicBezTo>
                    <a:pt x="66" y="14"/>
                    <a:pt x="57" y="0"/>
                    <a:pt x="57" y="0"/>
                  </a:cubicBezTo>
                  <a:cubicBezTo>
                    <a:pt x="11" y="0"/>
                    <a:pt x="0" y="31"/>
                    <a:pt x="0" y="31"/>
                  </a:cubicBezTo>
                  <a:cubicBezTo>
                    <a:pt x="0" y="31"/>
                    <a:pt x="20" y="43"/>
                    <a:pt x="21" y="46"/>
                  </a:cubicBezTo>
                  <a:cubicBezTo>
                    <a:pt x="23" y="49"/>
                    <a:pt x="30" y="63"/>
                    <a:pt x="36" y="77"/>
                  </a:cubicBezTo>
                  <a:cubicBezTo>
                    <a:pt x="42" y="90"/>
                    <a:pt x="54" y="105"/>
                    <a:pt x="61" y="111"/>
                  </a:cubicBezTo>
                  <a:cubicBezTo>
                    <a:pt x="77" y="91"/>
                    <a:pt x="106" y="60"/>
                    <a:pt x="117" y="52"/>
                  </a:cubicBezTo>
                  <a:cubicBezTo>
                    <a:pt x="121" y="49"/>
                    <a:pt x="125" y="45"/>
                    <a:pt x="128" y="41"/>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6" name="Freeform 73"/>
            <p:cNvSpPr>
              <a:spLocks/>
            </p:cNvSpPr>
            <p:nvPr/>
          </p:nvSpPr>
          <p:spPr bwMode="auto">
            <a:xfrm>
              <a:off x="7257255" y="4214646"/>
              <a:ext cx="128588" cy="134938"/>
            </a:xfrm>
            <a:custGeom>
              <a:avLst/>
              <a:gdLst>
                <a:gd name="T0" fmla="*/ 2 w 60"/>
                <a:gd name="T1" fmla="*/ 58 h 63"/>
                <a:gd name="T2" fmla="*/ 0 w 60"/>
                <a:gd name="T3" fmla="*/ 61 h 63"/>
                <a:gd name="T4" fmla="*/ 10 w 60"/>
                <a:gd name="T5" fmla="*/ 63 h 63"/>
                <a:gd name="T6" fmla="*/ 21 w 60"/>
                <a:gd name="T7" fmla="*/ 51 h 63"/>
                <a:gd name="T8" fmla="*/ 32 w 60"/>
                <a:gd name="T9" fmla="*/ 36 h 63"/>
                <a:gd name="T10" fmla="*/ 46 w 60"/>
                <a:gd name="T11" fmla="*/ 20 h 63"/>
                <a:gd name="T12" fmla="*/ 58 w 60"/>
                <a:gd name="T13" fmla="*/ 13 h 63"/>
                <a:gd name="T14" fmla="*/ 52 w 60"/>
                <a:gd name="T15" fmla="*/ 0 h 63"/>
                <a:gd name="T16" fmla="*/ 2 w 60"/>
                <a:gd name="T17"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63">
                  <a:moveTo>
                    <a:pt x="2" y="58"/>
                  </a:moveTo>
                  <a:cubicBezTo>
                    <a:pt x="2" y="59"/>
                    <a:pt x="1" y="60"/>
                    <a:pt x="0" y="61"/>
                  </a:cubicBezTo>
                  <a:cubicBezTo>
                    <a:pt x="5" y="62"/>
                    <a:pt x="9" y="63"/>
                    <a:pt x="10" y="63"/>
                  </a:cubicBezTo>
                  <a:cubicBezTo>
                    <a:pt x="15" y="63"/>
                    <a:pt x="16" y="51"/>
                    <a:pt x="21" y="51"/>
                  </a:cubicBezTo>
                  <a:cubicBezTo>
                    <a:pt x="27" y="51"/>
                    <a:pt x="24" y="36"/>
                    <a:pt x="32" y="36"/>
                  </a:cubicBezTo>
                  <a:cubicBezTo>
                    <a:pt x="39" y="35"/>
                    <a:pt x="46" y="20"/>
                    <a:pt x="46" y="20"/>
                  </a:cubicBezTo>
                  <a:cubicBezTo>
                    <a:pt x="46" y="20"/>
                    <a:pt x="55" y="16"/>
                    <a:pt x="58" y="13"/>
                  </a:cubicBezTo>
                  <a:cubicBezTo>
                    <a:pt x="60" y="11"/>
                    <a:pt x="57" y="5"/>
                    <a:pt x="52" y="0"/>
                  </a:cubicBezTo>
                  <a:cubicBezTo>
                    <a:pt x="39" y="15"/>
                    <a:pt x="13" y="40"/>
                    <a:pt x="2" y="58"/>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7" name="Freeform 74"/>
            <p:cNvSpPr>
              <a:spLocks/>
            </p:cNvSpPr>
            <p:nvPr/>
          </p:nvSpPr>
          <p:spPr bwMode="auto">
            <a:xfrm>
              <a:off x="6906418" y="4990934"/>
              <a:ext cx="377825" cy="1465263"/>
            </a:xfrm>
            <a:custGeom>
              <a:avLst/>
              <a:gdLst>
                <a:gd name="T0" fmla="*/ 174 w 176"/>
                <a:gd name="T1" fmla="*/ 660 h 684"/>
                <a:gd name="T2" fmla="*/ 163 w 176"/>
                <a:gd name="T3" fmla="*/ 641 h 684"/>
                <a:gd name="T4" fmla="*/ 155 w 176"/>
                <a:gd name="T5" fmla="*/ 611 h 684"/>
                <a:gd name="T6" fmla="*/ 153 w 176"/>
                <a:gd name="T7" fmla="*/ 605 h 684"/>
                <a:gd name="T8" fmla="*/ 142 w 176"/>
                <a:gd name="T9" fmla="*/ 570 h 684"/>
                <a:gd name="T10" fmla="*/ 135 w 176"/>
                <a:gd name="T11" fmla="*/ 542 h 684"/>
                <a:gd name="T12" fmla="*/ 124 w 176"/>
                <a:gd name="T13" fmla="*/ 505 h 684"/>
                <a:gd name="T14" fmla="*/ 120 w 176"/>
                <a:gd name="T15" fmla="*/ 345 h 684"/>
                <a:gd name="T16" fmla="*/ 117 w 176"/>
                <a:gd name="T17" fmla="*/ 219 h 684"/>
                <a:gd name="T18" fmla="*/ 124 w 176"/>
                <a:gd name="T19" fmla="*/ 91 h 684"/>
                <a:gd name="T20" fmla="*/ 129 w 176"/>
                <a:gd name="T21" fmla="*/ 1 h 684"/>
                <a:gd name="T22" fmla="*/ 0 w 176"/>
                <a:gd name="T23" fmla="*/ 0 h 684"/>
                <a:gd name="T24" fmla="*/ 4 w 176"/>
                <a:gd name="T25" fmla="*/ 82 h 684"/>
                <a:gd name="T26" fmla="*/ 10 w 176"/>
                <a:gd name="T27" fmla="*/ 185 h 684"/>
                <a:gd name="T28" fmla="*/ 21 w 176"/>
                <a:gd name="T29" fmla="*/ 318 h 684"/>
                <a:gd name="T30" fmla="*/ 79 w 176"/>
                <a:gd name="T31" fmla="*/ 523 h 684"/>
                <a:gd name="T32" fmla="*/ 78 w 176"/>
                <a:gd name="T33" fmla="*/ 561 h 684"/>
                <a:gd name="T34" fmla="*/ 89 w 176"/>
                <a:gd name="T35" fmla="*/ 595 h 684"/>
                <a:gd name="T36" fmla="*/ 88 w 176"/>
                <a:gd name="T37" fmla="*/ 622 h 684"/>
                <a:gd name="T38" fmla="*/ 88 w 176"/>
                <a:gd name="T39" fmla="*/ 637 h 684"/>
                <a:gd name="T40" fmla="*/ 87 w 176"/>
                <a:gd name="T41" fmla="*/ 657 h 684"/>
                <a:gd name="T42" fmla="*/ 107 w 176"/>
                <a:gd name="T43" fmla="*/ 672 h 684"/>
                <a:gd name="T44" fmla="*/ 163 w 176"/>
                <a:gd name="T45" fmla="*/ 670 h 684"/>
                <a:gd name="T46" fmla="*/ 175 w 176"/>
                <a:gd name="T47" fmla="*/ 662 h 684"/>
                <a:gd name="T48" fmla="*/ 174 w 176"/>
                <a:gd name="T49" fmla="*/ 66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6" h="684">
                  <a:moveTo>
                    <a:pt x="174" y="660"/>
                  </a:moveTo>
                  <a:cubicBezTo>
                    <a:pt x="172" y="653"/>
                    <a:pt x="165" y="645"/>
                    <a:pt x="163" y="641"/>
                  </a:cubicBezTo>
                  <a:cubicBezTo>
                    <a:pt x="158" y="634"/>
                    <a:pt x="155" y="619"/>
                    <a:pt x="155" y="611"/>
                  </a:cubicBezTo>
                  <a:cubicBezTo>
                    <a:pt x="155" y="610"/>
                    <a:pt x="154" y="608"/>
                    <a:pt x="153" y="605"/>
                  </a:cubicBezTo>
                  <a:cubicBezTo>
                    <a:pt x="150" y="596"/>
                    <a:pt x="144" y="581"/>
                    <a:pt x="142" y="570"/>
                  </a:cubicBezTo>
                  <a:cubicBezTo>
                    <a:pt x="139" y="557"/>
                    <a:pt x="139" y="551"/>
                    <a:pt x="135" y="542"/>
                  </a:cubicBezTo>
                  <a:cubicBezTo>
                    <a:pt x="131" y="532"/>
                    <a:pt x="124" y="509"/>
                    <a:pt x="124" y="505"/>
                  </a:cubicBezTo>
                  <a:cubicBezTo>
                    <a:pt x="124" y="501"/>
                    <a:pt x="120" y="391"/>
                    <a:pt x="120" y="345"/>
                  </a:cubicBezTo>
                  <a:cubicBezTo>
                    <a:pt x="133" y="283"/>
                    <a:pt x="120" y="239"/>
                    <a:pt x="117" y="219"/>
                  </a:cubicBezTo>
                  <a:cubicBezTo>
                    <a:pt x="113" y="200"/>
                    <a:pt x="122" y="114"/>
                    <a:pt x="124" y="91"/>
                  </a:cubicBezTo>
                  <a:cubicBezTo>
                    <a:pt x="126" y="74"/>
                    <a:pt x="128" y="23"/>
                    <a:pt x="129" y="1"/>
                  </a:cubicBezTo>
                  <a:cubicBezTo>
                    <a:pt x="99" y="2"/>
                    <a:pt x="15" y="1"/>
                    <a:pt x="0" y="0"/>
                  </a:cubicBezTo>
                  <a:cubicBezTo>
                    <a:pt x="2" y="35"/>
                    <a:pt x="4" y="73"/>
                    <a:pt x="4" y="82"/>
                  </a:cubicBezTo>
                  <a:cubicBezTo>
                    <a:pt x="4" y="97"/>
                    <a:pt x="10" y="138"/>
                    <a:pt x="10" y="185"/>
                  </a:cubicBezTo>
                  <a:cubicBezTo>
                    <a:pt x="10" y="232"/>
                    <a:pt x="19" y="292"/>
                    <a:pt x="21" y="318"/>
                  </a:cubicBezTo>
                  <a:cubicBezTo>
                    <a:pt x="24" y="343"/>
                    <a:pt x="70" y="502"/>
                    <a:pt x="79" y="523"/>
                  </a:cubicBezTo>
                  <a:cubicBezTo>
                    <a:pt x="87" y="543"/>
                    <a:pt x="83" y="542"/>
                    <a:pt x="78" y="561"/>
                  </a:cubicBezTo>
                  <a:cubicBezTo>
                    <a:pt x="73" y="580"/>
                    <a:pt x="89" y="595"/>
                    <a:pt x="89" y="595"/>
                  </a:cubicBezTo>
                  <a:cubicBezTo>
                    <a:pt x="89" y="595"/>
                    <a:pt x="88" y="618"/>
                    <a:pt x="88" y="622"/>
                  </a:cubicBezTo>
                  <a:cubicBezTo>
                    <a:pt x="88" y="625"/>
                    <a:pt x="88" y="628"/>
                    <a:pt x="88" y="637"/>
                  </a:cubicBezTo>
                  <a:cubicBezTo>
                    <a:pt x="88" y="642"/>
                    <a:pt x="88" y="648"/>
                    <a:pt x="87" y="657"/>
                  </a:cubicBezTo>
                  <a:cubicBezTo>
                    <a:pt x="87" y="684"/>
                    <a:pt x="103" y="675"/>
                    <a:pt x="107" y="672"/>
                  </a:cubicBezTo>
                  <a:cubicBezTo>
                    <a:pt x="111" y="669"/>
                    <a:pt x="138" y="668"/>
                    <a:pt x="163" y="670"/>
                  </a:cubicBezTo>
                  <a:cubicBezTo>
                    <a:pt x="173" y="671"/>
                    <a:pt x="176" y="667"/>
                    <a:pt x="175" y="662"/>
                  </a:cubicBezTo>
                  <a:cubicBezTo>
                    <a:pt x="174" y="661"/>
                    <a:pt x="174" y="661"/>
                    <a:pt x="174" y="660"/>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8" name="Freeform 75"/>
            <p:cNvSpPr>
              <a:spLocks/>
            </p:cNvSpPr>
            <p:nvPr/>
          </p:nvSpPr>
          <p:spPr bwMode="auto">
            <a:xfrm>
              <a:off x="7382668" y="4986171"/>
              <a:ext cx="815975" cy="1493838"/>
            </a:xfrm>
            <a:custGeom>
              <a:avLst/>
              <a:gdLst>
                <a:gd name="T0" fmla="*/ 369 w 381"/>
                <a:gd name="T1" fmla="*/ 646 h 697"/>
                <a:gd name="T2" fmla="*/ 354 w 381"/>
                <a:gd name="T3" fmla="*/ 637 h 697"/>
                <a:gd name="T4" fmla="*/ 277 w 381"/>
                <a:gd name="T5" fmla="*/ 583 h 697"/>
                <a:gd name="T6" fmla="*/ 254 w 381"/>
                <a:gd name="T7" fmla="*/ 541 h 697"/>
                <a:gd name="T8" fmla="*/ 231 w 381"/>
                <a:gd name="T9" fmla="*/ 356 h 697"/>
                <a:gd name="T10" fmla="*/ 200 w 381"/>
                <a:gd name="T11" fmla="*/ 177 h 697"/>
                <a:gd name="T12" fmla="*/ 186 w 381"/>
                <a:gd name="T13" fmla="*/ 94 h 697"/>
                <a:gd name="T14" fmla="*/ 162 w 381"/>
                <a:gd name="T15" fmla="*/ 0 h 697"/>
                <a:gd name="T16" fmla="*/ 0 w 381"/>
                <a:gd name="T17" fmla="*/ 1 h 697"/>
                <a:gd name="T18" fmla="*/ 58 w 381"/>
                <a:gd name="T19" fmla="*/ 132 h 697"/>
                <a:gd name="T20" fmla="*/ 93 w 381"/>
                <a:gd name="T21" fmla="*/ 202 h 697"/>
                <a:gd name="T22" fmla="*/ 125 w 381"/>
                <a:gd name="T23" fmla="*/ 371 h 697"/>
                <a:gd name="T24" fmla="*/ 171 w 381"/>
                <a:gd name="T25" fmla="*/ 484 h 697"/>
                <a:gd name="T26" fmla="*/ 183 w 381"/>
                <a:gd name="T27" fmla="*/ 562 h 697"/>
                <a:gd name="T28" fmla="*/ 183 w 381"/>
                <a:gd name="T29" fmla="*/ 595 h 697"/>
                <a:gd name="T30" fmla="*/ 183 w 381"/>
                <a:gd name="T31" fmla="*/ 601 h 697"/>
                <a:gd name="T32" fmla="*/ 229 w 381"/>
                <a:gd name="T33" fmla="*/ 640 h 697"/>
                <a:gd name="T34" fmla="*/ 293 w 381"/>
                <a:gd name="T35" fmla="*/ 674 h 697"/>
                <a:gd name="T36" fmla="*/ 356 w 381"/>
                <a:gd name="T37" fmla="*/ 675 h 697"/>
                <a:gd name="T38" fmla="*/ 369 w 381"/>
                <a:gd name="T39" fmla="*/ 646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1" h="697">
                  <a:moveTo>
                    <a:pt x="369" y="646"/>
                  </a:moveTo>
                  <a:cubicBezTo>
                    <a:pt x="366" y="643"/>
                    <a:pt x="360" y="640"/>
                    <a:pt x="354" y="637"/>
                  </a:cubicBezTo>
                  <a:cubicBezTo>
                    <a:pt x="328" y="622"/>
                    <a:pt x="288" y="593"/>
                    <a:pt x="277" y="583"/>
                  </a:cubicBezTo>
                  <a:cubicBezTo>
                    <a:pt x="266" y="573"/>
                    <a:pt x="256" y="562"/>
                    <a:pt x="254" y="541"/>
                  </a:cubicBezTo>
                  <a:cubicBezTo>
                    <a:pt x="251" y="521"/>
                    <a:pt x="232" y="380"/>
                    <a:pt x="231" y="356"/>
                  </a:cubicBezTo>
                  <a:cubicBezTo>
                    <a:pt x="230" y="332"/>
                    <a:pt x="204" y="186"/>
                    <a:pt x="200" y="177"/>
                  </a:cubicBezTo>
                  <a:cubicBezTo>
                    <a:pt x="196" y="169"/>
                    <a:pt x="191" y="117"/>
                    <a:pt x="186" y="94"/>
                  </a:cubicBezTo>
                  <a:cubicBezTo>
                    <a:pt x="181" y="71"/>
                    <a:pt x="170" y="29"/>
                    <a:pt x="162" y="0"/>
                  </a:cubicBezTo>
                  <a:cubicBezTo>
                    <a:pt x="152" y="0"/>
                    <a:pt x="68" y="0"/>
                    <a:pt x="0" y="1"/>
                  </a:cubicBezTo>
                  <a:cubicBezTo>
                    <a:pt x="12" y="35"/>
                    <a:pt x="41" y="115"/>
                    <a:pt x="58" y="132"/>
                  </a:cubicBezTo>
                  <a:cubicBezTo>
                    <a:pt x="76" y="150"/>
                    <a:pt x="89" y="175"/>
                    <a:pt x="93" y="202"/>
                  </a:cubicBezTo>
                  <a:cubicBezTo>
                    <a:pt x="98" y="229"/>
                    <a:pt x="97" y="317"/>
                    <a:pt x="125" y="371"/>
                  </a:cubicBezTo>
                  <a:cubicBezTo>
                    <a:pt x="154" y="424"/>
                    <a:pt x="159" y="443"/>
                    <a:pt x="171" y="484"/>
                  </a:cubicBezTo>
                  <a:cubicBezTo>
                    <a:pt x="182" y="525"/>
                    <a:pt x="183" y="547"/>
                    <a:pt x="183" y="562"/>
                  </a:cubicBezTo>
                  <a:cubicBezTo>
                    <a:pt x="183" y="595"/>
                    <a:pt x="183" y="595"/>
                    <a:pt x="183" y="595"/>
                  </a:cubicBezTo>
                  <a:cubicBezTo>
                    <a:pt x="183" y="601"/>
                    <a:pt x="183" y="601"/>
                    <a:pt x="183" y="601"/>
                  </a:cubicBezTo>
                  <a:cubicBezTo>
                    <a:pt x="183" y="601"/>
                    <a:pt x="188" y="618"/>
                    <a:pt x="229" y="640"/>
                  </a:cubicBezTo>
                  <a:cubicBezTo>
                    <a:pt x="269" y="661"/>
                    <a:pt x="283" y="669"/>
                    <a:pt x="293" y="674"/>
                  </a:cubicBezTo>
                  <a:cubicBezTo>
                    <a:pt x="303" y="679"/>
                    <a:pt x="325" y="697"/>
                    <a:pt x="356" y="675"/>
                  </a:cubicBezTo>
                  <a:cubicBezTo>
                    <a:pt x="379" y="658"/>
                    <a:pt x="381" y="653"/>
                    <a:pt x="369" y="646"/>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79" name="Freeform 76"/>
            <p:cNvSpPr>
              <a:spLocks/>
            </p:cNvSpPr>
            <p:nvPr/>
          </p:nvSpPr>
          <p:spPr bwMode="auto">
            <a:xfrm>
              <a:off x="7079455" y="4036846"/>
              <a:ext cx="352425" cy="376238"/>
            </a:xfrm>
            <a:custGeom>
              <a:avLst/>
              <a:gdLst>
                <a:gd name="T0" fmla="*/ 164 w 164"/>
                <a:gd name="T1" fmla="*/ 28 h 175"/>
                <a:gd name="T2" fmla="*/ 111 w 164"/>
                <a:gd name="T3" fmla="*/ 1 h 175"/>
                <a:gd name="T4" fmla="*/ 92 w 164"/>
                <a:gd name="T5" fmla="*/ 31 h 175"/>
                <a:gd name="T6" fmla="*/ 81 w 164"/>
                <a:gd name="T7" fmla="*/ 42 h 175"/>
                <a:gd name="T8" fmla="*/ 25 w 164"/>
                <a:gd name="T9" fmla="*/ 101 h 175"/>
                <a:gd name="T10" fmla="*/ 14 w 164"/>
                <a:gd name="T11" fmla="*/ 116 h 175"/>
                <a:gd name="T12" fmla="*/ 6 w 164"/>
                <a:gd name="T13" fmla="*/ 161 h 175"/>
                <a:gd name="T14" fmla="*/ 20 w 164"/>
                <a:gd name="T15" fmla="*/ 152 h 175"/>
                <a:gd name="T16" fmla="*/ 22 w 164"/>
                <a:gd name="T17" fmla="*/ 171 h 175"/>
                <a:gd name="T18" fmla="*/ 41 w 164"/>
                <a:gd name="T19" fmla="*/ 153 h 175"/>
                <a:gd name="T20" fmla="*/ 46 w 164"/>
                <a:gd name="T21" fmla="*/ 142 h 175"/>
                <a:gd name="T22" fmla="*/ 49 w 164"/>
                <a:gd name="T23" fmla="*/ 171 h 175"/>
                <a:gd name="T24" fmla="*/ 64 w 164"/>
                <a:gd name="T25" fmla="*/ 151 h 175"/>
                <a:gd name="T26" fmla="*/ 83 w 164"/>
                <a:gd name="T27" fmla="*/ 144 h 175"/>
                <a:gd name="T28" fmla="*/ 85 w 164"/>
                <a:gd name="T29" fmla="*/ 141 h 175"/>
                <a:gd name="T30" fmla="*/ 135 w 164"/>
                <a:gd name="T31" fmla="*/ 83 h 175"/>
                <a:gd name="T32" fmla="*/ 143 w 164"/>
                <a:gd name="T33" fmla="*/ 72 h 175"/>
                <a:gd name="T34" fmla="*/ 164 w 164"/>
                <a:gd name="T35" fmla="*/ 28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4" h="175">
                  <a:moveTo>
                    <a:pt x="164" y="28"/>
                  </a:moveTo>
                  <a:cubicBezTo>
                    <a:pt x="164" y="28"/>
                    <a:pt x="118" y="0"/>
                    <a:pt x="111" y="1"/>
                  </a:cubicBezTo>
                  <a:cubicBezTo>
                    <a:pt x="111" y="1"/>
                    <a:pt x="103" y="17"/>
                    <a:pt x="92" y="31"/>
                  </a:cubicBezTo>
                  <a:cubicBezTo>
                    <a:pt x="89" y="35"/>
                    <a:pt x="85" y="39"/>
                    <a:pt x="81" y="42"/>
                  </a:cubicBezTo>
                  <a:cubicBezTo>
                    <a:pt x="70" y="50"/>
                    <a:pt x="41" y="81"/>
                    <a:pt x="25" y="101"/>
                  </a:cubicBezTo>
                  <a:cubicBezTo>
                    <a:pt x="19" y="108"/>
                    <a:pt x="15" y="114"/>
                    <a:pt x="14" y="116"/>
                  </a:cubicBezTo>
                  <a:cubicBezTo>
                    <a:pt x="11" y="127"/>
                    <a:pt x="0" y="160"/>
                    <a:pt x="6" y="161"/>
                  </a:cubicBezTo>
                  <a:cubicBezTo>
                    <a:pt x="11" y="163"/>
                    <a:pt x="20" y="152"/>
                    <a:pt x="20" y="152"/>
                  </a:cubicBezTo>
                  <a:cubicBezTo>
                    <a:pt x="20" y="152"/>
                    <a:pt x="12" y="168"/>
                    <a:pt x="22" y="171"/>
                  </a:cubicBezTo>
                  <a:cubicBezTo>
                    <a:pt x="31" y="175"/>
                    <a:pt x="36" y="164"/>
                    <a:pt x="41" y="153"/>
                  </a:cubicBezTo>
                  <a:cubicBezTo>
                    <a:pt x="46" y="142"/>
                    <a:pt x="46" y="142"/>
                    <a:pt x="46" y="142"/>
                  </a:cubicBezTo>
                  <a:cubicBezTo>
                    <a:pt x="46" y="142"/>
                    <a:pt x="37" y="171"/>
                    <a:pt x="49" y="171"/>
                  </a:cubicBezTo>
                  <a:cubicBezTo>
                    <a:pt x="61" y="170"/>
                    <a:pt x="64" y="151"/>
                    <a:pt x="64" y="151"/>
                  </a:cubicBezTo>
                  <a:cubicBezTo>
                    <a:pt x="64" y="151"/>
                    <a:pt x="70" y="163"/>
                    <a:pt x="83" y="144"/>
                  </a:cubicBezTo>
                  <a:cubicBezTo>
                    <a:pt x="84" y="143"/>
                    <a:pt x="85" y="142"/>
                    <a:pt x="85" y="141"/>
                  </a:cubicBezTo>
                  <a:cubicBezTo>
                    <a:pt x="96" y="123"/>
                    <a:pt x="122" y="98"/>
                    <a:pt x="135" y="83"/>
                  </a:cubicBezTo>
                  <a:cubicBezTo>
                    <a:pt x="140" y="78"/>
                    <a:pt x="143" y="74"/>
                    <a:pt x="143" y="72"/>
                  </a:cubicBezTo>
                  <a:cubicBezTo>
                    <a:pt x="145" y="64"/>
                    <a:pt x="164" y="28"/>
                    <a:pt x="164" y="28"/>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0" name="Freeform 77"/>
            <p:cNvSpPr>
              <a:spLocks/>
            </p:cNvSpPr>
            <p:nvPr/>
          </p:nvSpPr>
          <p:spPr bwMode="auto">
            <a:xfrm>
              <a:off x="7069930" y="6356184"/>
              <a:ext cx="230188" cy="161925"/>
            </a:xfrm>
            <a:custGeom>
              <a:avLst/>
              <a:gdLst>
                <a:gd name="T0" fmla="*/ 99 w 108"/>
                <a:gd name="T1" fmla="*/ 25 h 76"/>
                <a:gd name="T2" fmla="*/ 87 w 108"/>
                <a:gd name="T3" fmla="*/ 33 h 76"/>
                <a:gd name="T4" fmla="*/ 31 w 108"/>
                <a:gd name="T5" fmla="*/ 35 h 76"/>
                <a:gd name="T6" fmla="*/ 11 w 108"/>
                <a:gd name="T7" fmla="*/ 20 h 76"/>
                <a:gd name="T8" fmla="*/ 12 w 108"/>
                <a:gd name="T9" fmla="*/ 0 h 76"/>
                <a:gd name="T10" fmla="*/ 11 w 108"/>
                <a:gd name="T11" fmla="*/ 0 h 76"/>
                <a:gd name="T12" fmla="*/ 8 w 108"/>
                <a:gd name="T13" fmla="*/ 47 h 76"/>
                <a:gd name="T14" fmla="*/ 53 w 108"/>
                <a:gd name="T15" fmla="*/ 76 h 76"/>
                <a:gd name="T16" fmla="*/ 104 w 108"/>
                <a:gd name="T17" fmla="*/ 45 h 76"/>
                <a:gd name="T18" fmla="*/ 99 w 108"/>
                <a:gd name="T19" fmla="*/ 2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76">
                  <a:moveTo>
                    <a:pt x="99" y="25"/>
                  </a:moveTo>
                  <a:cubicBezTo>
                    <a:pt x="100" y="30"/>
                    <a:pt x="97" y="34"/>
                    <a:pt x="87" y="33"/>
                  </a:cubicBezTo>
                  <a:cubicBezTo>
                    <a:pt x="62" y="31"/>
                    <a:pt x="35" y="32"/>
                    <a:pt x="31" y="35"/>
                  </a:cubicBezTo>
                  <a:cubicBezTo>
                    <a:pt x="27" y="38"/>
                    <a:pt x="11" y="47"/>
                    <a:pt x="11" y="20"/>
                  </a:cubicBezTo>
                  <a:cubicBezTo>
                    <a:pt x="12" y="11"/>
                    <a:pt x="12" y="5"/>
                    <a:pt x="12" y="0"/>
                  </a:cubicBezTo>
                  <a:cubicBezTo>
                    <a:pt x="12" y="0"/>
                    <a:pt x="11" y="0"/>
                    <a:pt x="11" y="0"/>
                  </a:cubicBezTo>
                  <a:cubicBezTo>
                    <a:pt x="11" y="0"/>
                    <a:pt x="8" y="38"/>
                    <a:pt x="8" y="47"/>
                  </a:cubicBezTo>
                  <a:cubicBezTo>
                    <a:pt x="8" y="56"/>
                    <a:pt x="0" y="76"/>
                    <a:pt x="53" y="76"/>
                  </a:cubicBezTo>
                  <a:cubicBezTo>
                    <a:pt x="106" y="76"/>
                    <a:pt x="108" y="54"/>
                    <a:pt x="104" y="45"/>
                  </a:cubicBezTo>
                  <a:cubicBezTo>
                    <a:pt x="103" y="41"/>
                    <a:pt x="101" y="34"/>
                    <a:pt x="99" y="25"/>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1" name="Freeform 78"/>
            <p:cNvSpPr>
              <a:spLocks/>
            </p:cNvSpPr>
            <p:nvPr/>
          </p:nvSpPr>
          <p:spPr bwMode="auto">
            <a:xfrm>
              <a:off x="7233443" y="6284746"/>
              <a:ext cx="46038" cy="120650"/>
            </a:xfrm>
            <a:custGeom>
              <a:avLst/>
              <a:gdLst>
                <a:gd name="T0" fmla="*/ 21 w 21"/>
                <a:gd name="T1" fmla="*/ 56 h 56"/>
                <a:gd name="T2" fmla="*/ 13 w 21"/>
                <a:gd name="T3" fmla="*/ 25 h 56"/>
                <a:gd name="T4" fmla="*/ 1 w 21"/>
                <a:gd name="T5" fmla="*/ 0 h 56"/>
                <a:gd name="T6" fmla="*/ 0 w 21"/>
                <a:gd name="T7" fmla="*/ 1 h 56"/>
                <a:gd name="T8" fmla="*/ 2 w 21"/>
                <a:gd name="T9" fmla="*/ 7 h 56"/>
                <a:gd name="T10" fmla="*/ 10 w 21"/>
                <a:gd name="T11" fmla="*/ 37 h 56"/>
                <a:gd name="T12" fmla="*/ 21 w 21"/>
                <a:gd name="T13" fmla="*/ 56 h 56"/>
              </a:gdLst>
              <a:ahLst/>
              <a:cxnLst>
                <a:cxn ang="0">
                  <a:pos x="T0" y="T1"/>
                </a:cxn>
                <a:cxn ang="0">
                  <a:pos x="T2" y="T3"/>
                </a:cxn>
                <a:cxn ang="0">
                  <a:pos x="T4" y="T5"/>
                </a:cxn>
                <a:cxn ang="0">
                  <a:pos x="T6" y="T7"/>
                </a:cxn>
                <a:cxn ang="0">
                  <a:pos x="T8" y="T9"/>
                </a:cxn>
                <a:cxn ang="0">
                  <a:pos x="T10" y="T11"/>
                </a:cxn>
                <a:cxn ang="0">
                  <a:pos x="T12" y="T13"/>
                </a:cxn>
              </a:cxnLst>
              <a:rect l="0" t="0" r="r" b="b"/>
              <a:pathLst>
                <a:path w="21" h="56">
                  <a:moveTo>
                    <a:pt x="21" y="56"/>
                  </a:moveTo>
                  <a:cubicBezTo>
                    <a:pt x="17" y="42"/>
                    <a:pt x="13" y="27"/>
                    <a:pt x="13" y="25"/>
                  </a:cubicBezTo>
                  <a:cubicBezTo>
                    <a:pt x="12" y="22"/>
                    <a:pt x="1" y="0"/>
                    <a:pt x="1" y="0"/>
                  </a:cubicBezTo>
                  <a:cubicBezTo>
                    <a:pt x="1" y="0"/>
                    <a:pt x="1" y="0"/>
                    <a:pt x="0" y="1"/>
                  </a:cubicBezTo>
                  <a:cubicBezTo>
                    <a:pt x="1" y="4"/>
                    <a:pt x="2" y="6"/>
                    <a:pt x="2" y="7"/>
                  </a:cubicBezTo>
                  <a:cubicBezTo>
                    <a:pt x="2" y="15"/>
                    <a:pt x="5" y="30"/>
                    <a:pt x="10" y="37"/>
                  </a:cubicBezTo>
                  <a:cubicBezTo>
                    <a:pt x="12" y="41"/>
                    <a:pt x="19" y="49"/>
                    <a:pt x="21" y="56"/>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2" name="Freeform 79"/>
            <p:cNvSpPr>
              <a:spLocks/>
            </p:cNvSpPr>
            <p:nvPr/>
          </p:nvSpPr>
          <p:spPr bwMode="auto">
            <a:xfrm>
              <a:off x="7754143" y="6260934"/>
              <a:ext cx="566738" cy="263525"/>
            </a:xfrm>
            <a:custGeom>
              <a:avLst/>
              <a:gdLst>
                <a:gd name="T0" fmla="*/ 196 w 264"/>
                <a:gd name="T1" fmla="*/ 51 h 123"/>
                <a:gd name="T2" fmla="*/ 195 w 264"/>
                <a:gd name="T3" fmla="*/ 51 h 123"/>
                <a:gd name="T4" fmla="*/ 182 w 264"/>
                <a:gd name="T5" fmla="*/ 80 h 123"/>
                <a:gd name="T6" fmla="*/ 119 w 264"/>
                <a:gd name="T7" fmla="*/ 79 h 123"/>
                <a:gd name="T8" fmla="*/ 55 w 264"/>
                <a:gd name="T9" fmla="*/ 45 h 123"/>
                <a:gd name="T10" fmla="*/ 9 w 264"/>
                <a:gd name="T11" fmla="*/ 6 h 123"/>
                <a:gd name="T12" fmla="*/ 9 w 264"/>
                <a:gd name="T13" fmla="*/ 0 h 123"/>
                <a:gd name="T14" fmla="*/ 7 w 264"/>
                <a:gd name="T15" fmla="*/ 0 h 123"/>
                <a:gd name="T16" fmla="*/ 10 w 264"/>
                <a:gd name="T17" fmla="*/ 59 h 123"/>
                <a:gd name="T18" fmla="*/ 41 w 264"/>
                <a:gd name="T19" fmla="*/ 81 h 123"/>
                <a:gd name="T20" fmla="*/ 73 w 264"/>
                <a:gd name="T21" fmla="*/ 110 h 123"/>
                <a:gd name="T22" fmla="*/ 86 w 264"/>
                <a:gd name="T23" fmla="*/ 110 h 123"/>
                <a:gd name="T24" fmla="*/ 93 w 264"/>
                <a:gd name="T25" fmla="*/ 100 h 123"/>
                <a:gd name="T26" fmla="*/ 86 w 264"/>
                <a:gd name="T27" fmla="*/ 81 h 123"/>
                <a:gd name="T28" fmla="*/ 136 w 264"/>
                <a:gd name="T29" fmla="*/ 99 h 123"/>
                <a:gd name="T30" fmla="*/ 177 w 264"/>
                <a:gd name="T31" fmla="*/ 121 h 123"/>
                <a:gd name="T32" fmla="*/ 258 w 264"/>
                <a:gd name="T33" fmla="*/ 83 h 123"/>
                <a:gd name="T34" fmla="*/ 196 w 264"/>
                <a:gd name="T35" fmla="*/ 5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123">
                  <a:moveTo>
                    <a:pt x="196" y="51"/>
                  </a:moveTo>
                  <a:cubicBezTo>
                    <a:pt x="196" y="51"/>
                    <a:pt x="196" y="51"/>
                    <a:pt x="195" y="51"/>
                  </a:cubicBezTo>
                  <a:cubicBezTo>
                    <a:pt x="207" y="58"/>
                    <a:pt x="205" y="63"/>
                    <a:pt x="182" y="80"/>
                  </a:cubicBezTo>
                  <a:cubicBezTo>
                    <a:pt x="151" y="102"/>
                    <a:pt x="129" y="84"/>
                    <a:pt x="119" y="79"/>
                  </a:cubicBezTo>
                  <a:cubicBezTo>
                    <a:pt x="109" y="74"/>
                    <a:pt x="95" y="66"/>
                    <a:pt x="55" y="45"/>
                  </a:cubicBezTo>
                  <a:cubicBezTo>
                    <a:pt x="14" y="23"/>
                    <a:pt x="9" y="6"/>
                    <a:pt x="9" y="6"/>
                  </a:cubicBezTo>
                  <a:cubicBezTo>
                    <a:pt x="9" y="0"/>
                    <a:pt x="9" y="0"/>
                    <a:pt x="9" y="0"/>
                  </a:cubicBezTo>
                  <a:cubicBezTo>
                    <a:pt x="8" y="0"/>
                    <a:pt x="7" y="0"/>
                    <a:pt x="7" y="0"/>
                  </a:cubicBezTo>
                  <a:cubicBezTo>
                    <a:pt x="7" y="0"/>
                    <a:pt x="0" y="39"/>
                    <a:pt x="10" y="59"/>
                  </a:cubicBezTo>
                  <a:cubicBezTo>
                    <a:pt x="19" y="78"/>
                    <a:pt x="29" y="73"/>
                    <a:pt x="41" y="81"/>
                  </a:cubicBezTo>
                  <a:cubicBezTo>
                    <a:pt x="54" y="90"/>
                    <a:pt x="73" y="108"/>
                    <a:pt x="73" y="110"/>
                  </a:cubicBezTo>
                  <a:cubicBezTo>
                    <a:pt x="73" y="112"/>
                    <a:pt x="86" y="110"/>
                    <a:pt x="86" y="110"/>
                  </a:cubicBezTo>
                  <a:cubicBezTo>
                    <a:pt x="93" y="100"/>
                    <a:pt x="93" y="100"/>
                    <a:pt x="93" y="100"/>
                  </a:cubicBezTo>
                  <a:cubicBezTo>
                    <a:pt x="86" y="81"/>
                    <a:pt x="86" y="81"/>
                    <a:pt x="86" y="81"/>
                  </a:cubicBezTo>
                  <a:cubicBezTo>
                    <a:pt x="86" y="81"/>
                    <a:pt x="124" y="87"/>
                    <a:pt x="136" y="99"/>
                  </a:cubicBezTo>
                  <a:cubicBezTo>
                    <a:pt x="148" y="111"/>
                    <a:pt x="152" y="120"/>
                    <a:pt x="177" y="121"/>
                  </a:cubicBezTo>
                  <a:cubicBezTo>
                    <a:pt x="201" y="123"/>
                    <a:pt x="252" y="103"/>
                    <a:pt x="258" y="83"/>
                  </a:cubicBezTo>
                  <a:cubicBezTo>
                    <a:pt x="264" y="63"/>
                    <a:pt x="241" y="58"/>
                    <a:pt x="196" y="51"/>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3" name="Freeform 80"/>
            <p:cNvSpPr>
              <a:spLocks/>
            </p:cNvSpPr>
            <p:nvPr/>
          </p:nvSpPr>
          <p:spPr bwMode="auto">
            <a:xfrm>
              <a:off x="7328693" y="2663659"/>
              <a:ext cx="57150" cy="165100"/>
            </a:xfrm>
            <a:custGeom>
              <a:avLst/>
              <a:gdLst>
                <a:gd name="T0" fmla="*/ 0 w 27"/>
                <a:gd name="T1" fmla="*/ 35 h 77"/>
                <a:gd name="T2" fmla="*/ 0 w 27"/>
                <a:gd name="T3" fmla="*/ 51 h 77"/>
                <a:gd name="T4" fmla="*/ 27 w 27"/>
                <a:gd name="T5" fmla="*/ 77 h 77"/>
                <a:gd name="T6" fmla="*/ 18 w 27"/>
                <a:gd name="T7" fmla="*/ 43 h 77"/>
                <a:gd name="T8" fmla="*/ 12 w 27"/>
                <a:gd name="T9" fmla="*/ 0 h 77"/>
                <a:gd name="T10" fmla="*/ 0 w 27"/>
                <a:gd name="T11" fmla="*/ 35 h 77"/>
              </a:gdLst>
              <a:ahLst/>
              <a:cxnLst>
                <a:cxn ang="0">
                  <a:pos x="T0" y="T1"/>
                </a:cxn>
                <a:cxn ang="0">
                  <a:pos x="T2" y="T3"/>
                </a:cxn>
                <a:cxn ang="0">
                  <a:pos x="T4" y="T5"/>
                </a:cxn>
                <a:cxn ang="0">
                  <a:pos x="T6" y="T7"/>
                </a:cxn>
                <a:cxn ang="0">
                  <a:pos x="T8" y="T9"/>
                </a:cxn>
                <a:cxn ang="0">
                  <a:pos x="T10" y="T11"/>
                </a:cxn>
              </a:cxnLst>
              <a:rect l="0" t="0" r="r" b="b"/>
              <a:pathLst>
                <a:path w="27" h="77">
                  <a:moveTo>
                    <a:pt x="0" y="35"/>
                  </a:moveTo>
                  <a:cubicBezTo>
                    <a:pt x="0" y="51"/>
                    <a:pt x="0" y="51"/>
                    <a:pt x="0" y="51"/>
                  </a:cubicBezTo>
                  <a:cubicBezTo>
                    <a:pt x="0" y="51"/>
                    <a:pt x="13" y="63"/>
                    <a:pt x="27" y="77"/>
                  </a:cubicBezTo>
                  <a:cubicBezTo>
                    <a:pt x="25" y="70"/>
                    <a:pt x="23" y="59"/>
                    <a:pt x="18" y="43"/>
                  </a:cubicBezTo>
                  <a:cubicBezTo>
                    <a:pt x="13" y="22"/>
                    <a:pt x="12" y="8"/>
                    <a:pt x="12" y="0"/>
                  </a:cubicBezTo>
                  <a:cubicBezTo>
                    <a:pt x="10" y="13"/>
                    <a:pt x="6" y="25"/>
                    <a:pt x="0" y="35"/>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4" name="Freeform 81"/>
            <p:cNvSpPr>
              <a:spLocks noEditPoints="1"/>
            </p:cNvSpPr>
            <p:nvPr/>
          </p:nvSpPr>
          <p:spPr bwMode="auto">
            <a:xfrm>
              <a:off x="6650830" y="2897021"/>
              <a:ext cx="1109663" cy="2098675"/>
            </a:xfrm>
            <a:custGeom>
              <a:avLst/>
              <a:gdLst>
                <a:gd name="T0" fmla="*/ 513 w 518"/>
                <a:gd name="T1" fmla="*/ 237 h 979"/>
                <a:gd name="T2" fmla="*/ 458 w 518"/>
                <a:gd name="T3" fmla="*/ 22 h 979"/>
                <a:gd name="T4" fmla="*/ 390 w 518"/>
                <a:gd name="T5" fmla="*/ 13 h 979"/>
                <a:gd name="T6" fmla="*/ 366 w 518"/>
                <a:gd name="T7" fmla="*/ 24 h 979"/>
                <a:gd name="T8" fmla="*/ 329 w 518"/>
                <a:gd name="T9" fmla="*/ 45 h 979"/>
                <a:gd name="T10" fmla="*/ 307 w 518"/>
                <a:gd name="T11" fmla="*/ 83 h 979"/>
                <a:gd name="T12" fmla="*/ 266 w 518"/>
                <a:gd name="T13" fmla="*/ 273 h 979"/>
                <a:gd name="T14" fmla="*/ 225 w 518"/>
                <a:gd name="T15" fmla="*/ 131 h 979"/>
                <a:gd name="T16" fmla="*/ 171 w 518"/>
                <a:gd name="T17" fmla="*/ 41 h 979"/>
                <a:gd name="T18" fmla="*/ 128 w 518"/>
                <a:gd name="T19" fmla="*/ 37 h 979"/>
                <a:gd name="T20" fmla="*/ 140 w 518"/>
                <a:gd name="T21" fmla="*/ 17 h 979"/>
                <a:gd name="T22" fmla="*/ 0 w 518"/>
                <a:gd name="T23" fmla="*/ 338 h 979"/>
                <a:gd name="T24" fmla="*/ 65 w 518"/>
                <a:gd name="T25" fmla="*/ 626 h 979"/>
                <a:gd name="T26" fmla="*/ 116 w 518"/>
                <a:gd name="T27" fmla="*/ 977 h 979"/>
                <a:gd name="T28" fmla="*/ 248 w 518"/>
                <a:gd name="T29" fmla="*/ 978 h 979"/>
                <a:gd name="T30" fmla="*/ 341 w 518"/>
                <a:gd name="T31" fmla="*/ 976 h 979"/>
                <a:gd name="T32" fmla="*/ 504 w 518"/>
                <a:gd name="T33" fmla="*/ 975 h 979"/>
                <a:gd name="T34" fmla="*/ 480 w 518"/>
                <a:gd name="T35" fmla="*/ 838 h 979"/>
                <a:gd name="T36" fmla="*/ 456 w 518"/>
                <a:gd name="T37" fmla="*/ 697 h 979"/>
                <a:gd name="T38" fmla="*/ 435 w 518"/>
                <a:gd name="T39" fmla="*/ 616 h 979"/>
                <a:gd name="T40" fmla="*/ 437 w 518"/>
                <a:gd name="T41" fmla="*/ 557 h 979"/>
                <a:gd name="T42" fmla="*/ 487 w 518"/>
                <a:gd name="T43" fmla="*/ 460 h 979"/>
                <a:gd name="T44" fmla="*/ 343 w 518"/>
                <a:gd name="T45" fmla="*/ 604 h 979"/>
                <a:gd name="T46" fmla="*/ 341 w 518"/>
                <a:gd name="T47" fmla="*/ 628 h 979"/>
                <a:gd name="T48" fmla="*/ 315 w 518"/>
                <a:gd name="T49" fmla="*/ 651 h 979"/>
                <a:gd name="T50" fmla="*/ 293 w 518"/>
                <a:gd name="T51" fmla="*/ 678 h 979"/>
                <a:gd name="T52" fmla="*/ 264 w 518"/>
                <a:gd name="T53" fmla="*/ 683 h 979"/>
                <a:gd name="T54" fmla="*/ 246 w 518"/>
                <a:gd name="T55" fmla="*/ 674 h 979"/>
                <a:gd name="T56" fmla="*/ 222 w 518"/>
                <a:gd name="T57" fmla="*/ 703 h 979"/>
                <a:gd name="T58" fmla="*/ 206 w 518"/>
                <a:gd name="T59" fmla="*/ 693 h 979"/>
                <a:gd name="T60" fmla="*/ 225 w 518"/>
                <a:gd name="T61" fmla="*/ 633 h 979"/>
                <a:gd name="T62" fmla="*/ 185 w 518"/>
                <a:gd name="T63" fmla="*/ 568 h 979"/>
                <a:gd name="T64" fmla="*/ 221 w 518"/>
                <a:gd name="T65" fmla="*/ 522 h 979"/>
                <a:gd name="T66" fmla="*/ 292 w 518"/>
                <a:gd name="T67" fmla="*/ 563 h 979"/>
                <a:gd name="T68" fmla="*/ 364 w 518"/>
                <a:gd name="T69" fmla="*/ 560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8" h="979">
                  <a:moveTo>
                    <a:pt x="518" y="379"/>
                  </a:moveTo>
                  <a:cubicBezTo>
                    <a:pt x="518" y="361"/>
                    <a:pt x="515" y="251"/>
                    <a:pt x="513" y="237"/>
                  </a:cubicBezTo>
                  <a:cubicBezTo>
                    <a:pt x="511" y="223"/>
                    <a:pt x="492" y="99"/>
                    <a:pt x="486" y="75"/>
                  </a:cubicBezTo>
                  <a:cubicBezTo>
                    <a:pt x="480" y="51"/>
                    <a:pt x="477" y="19"/>
                    <a:pt x="458" y="22"/>
                  </a:cubicBezTo>
                  <a:cubicBezTo>
                    <a:pt x="438" y="9"/>
                    <a:pt x="382" y="1"/>
                    <a:pt x="377" y="0"/>
                  </a:cubicBezTo>
                  <a:cubicBezTo>
                    <a:pt x="384" y="7"/>
                    <a:pt x="389" y="12"/>
                    <a:pt x="390" y="13"/>
                  </a:cubicBezTo>
                  <a:cubicBezTo>
                    <a:pt x="409" y="24"/>
                    <a:pt x="404" y="27"/>
                    <a:pt x="404" y="27"/>
                  </a:cubicBezTo>
                  <a:cubicBezTo>
                    <a:pt x="402" y="27"/>
                    <a:pt x="386" y="31"/>
                    <a:pt x="366" y="24"/>
                  </a:cubicBezTo>
                  <a:cubicBezTo>
                    <a:pt x="345" y="16"/>
                    <a:pt x="340" y="23"/>
                    <a:pt x="343" y="28"/>
                  </a:cubicBezTo>
                  <a:cubicBezTo>
                    <a:pt x="345" y="33"/>
                    <a:pt x="336" y="41"/>
                    <a:pt x="329" y="45"/>
                  </a:cubicBezTo>
                  <a:cubicBezTo>
                    <a:pt x="323" y="49"/>
                    <a:pt x="320" y="57"/>
                    <a:pt x="318" y="65"/>
                  </a:cubicBezTo>
                  <a:cubicBezTo>
                    <a:pt x="317" y="73"/>
                    <a:pt x="313" y="76"/>
                    <a:pt x="307" y="83"/>
                  </a:cubicBezTo>
                  <a:cubicBezTo>
                    <a:pt x="302" y="90"/>
                    <a:pt x="285" y="159"/>
                    <a:pt x="282" y="177"/>
                  </a:cubicBezTo>
                  <a:cubicBezTo>
                    <a:pt x="280" y="194"/>
                    <a:pt x="266" y="273"/>
                    <a:pt x="266" y="273"/>
                  </a:cubicBezTo>
                  <a:cubicBezTo>
                    <a:pt x="266" y="273"/>
                    <a:pt x="256" y="238"/>
                    <a:pt x="255" y="235"/>
                  </a:cubicBezTo>
                  <a:cubicBezTo>
                    <a:pt x="253" y="231"/>
                    <a:pt x="226" y="143"/>
                    <a:pt x="225" y="131"/>
                  </a:cubicBezTo>
                  <a:cubicBezTo>
                    <a:pt x="223" y="120"/>
                    <a:pt x="210" y="76"/>
                    <a:pt x="210" y="76"/>
                  </a:cubicBezTo>
                  <a:cubicBezTo>
                    <a:pt x="210" y="76"/>
                    <a:pt x="183" y="46"/>
                    <a:pt x="171" y="41"/>
                  </a:cubicBezTo>
                  <a:cubicBezTo>
                    <a:pt x="159" y="35"/>
                    <a:pt x="176" y="23"/>
                    <a:pt x="176" y="23"/>
                  </a:cubicBezTo>
                  <a:cubicBezTo>
                    <a:pt x="176" y="23"/>
                    <a:pt x="141" y="37"/>
                    <a:pt x="128" y="37"/>
                  </a:cubicBezTo>
                  <a:cubicBezTo>
                    <a:pt x="114" y="37"/>
                    <a:pt x="120" y="36"/>
                    <a:pt x="120" y="36"/>
                  </a:cubicBezTo>
                  <a:cubicBezTo>
                    <a:pt x="120" y="36"/>
                    <a:pt x="132" y="24"/>
                    <a:pt x="140" y="17"/>
                  </a:cubicBezTo>
                  <a:cubicBezTo>
                    <a:pt x="106" y="35"/>
                    <a:pt x="56" y="71"/>
                    <a:pt x="45" y="84"/>
                  </a:cubicBezTo>
                  <a:cubicBezTo>
                    <a:pt x="32" y="99"/>
                    <a:pt x="0" y="288"/>
                    <a:pt x="0" y="338"/>
                  </a:cubicBezTo>
                  <a:cubicBezTo>
                    <a:pt x="0" y="388"/>
                    <a:pt x="91" y="528"/>
                    <a:pt x="91" y="528"/>
                  </a:cubicBezTo>
                  <a:cubicBezTo>
                    <a:pt x="65" y="626"/>
                    <a:pt x="65" y="626"/>
                    <a:pt x="65" y="626"/>
                  </a:cubicBezTo>
                  <a:cubicBezTo>
                    <a:pt x="58" y="665"/>
                    <a:pt x="85" y="780"/>
                    <a:pt x="96" y="824"/>
                  </a:cubicBezTo>
                  <a:cubicBezTo>
                    <a:pt x="106" y="867"/>
                    <a:pt x="116" y="977"/>
                    <a:pt x="116" y="977"/>
                  </a:cubicBezTo>
                  <a:cubicBezTo>
                    <a:pt x="116" y="977"/>
                    <a:pt x="117" y="977"/>
                    <a:pt x="119" y="977"/>
                  </a:cubicBezTo>
                  <a:cubicBezTo>
                    <a:pt x="134" y="978"/>
                    <a:pt x="218" y="979"/>
                    <a:pt x="248" y="978"/>
                  </a:cubicBezTo>
                  <a:cubicBezTo>
                    <a:pt x="249" y="977"/>
                    <a:pt x="251" y="977"/>
                    <a:pt x="252" y="977"/>
                  </a:cubicBezTo>
                  <a:cubicBezTo>
                    <a:pt x="262" y="977"/>
                    <a:pt x="299" y="976"/>
                    <a:pt x="341" y="976"/>
                  </a:cubicBezTo>
                  <a:cubicBezTo>
                    <a:pt x="409" y="975"/>
                    <a:pt x="493" y="975"/>
                    <a:pt x="503" y="975"/>
                  </a:cubicBezTo>
                  <a:cubicBezTo>
                    <a:pt x="503" y="975"/>
                    <a:pt x="504" y="975"/>
                    <a:pt x="504" y="975"/>
                  </a:cubicBezTo>
                  <a:cubicBezTo>
                    <a:pt x="504" y="975"/>
                    <a:pt x="496" y="925"/>
                    <a:pt x="496" y="915"/>
                  </a:cubicBezTo>
                  <a:cubicBezTo>
                    <a:pt x="496" y="906"/>
                    <a:pt x="482" y="859"/>
                    <a:pt x="480" y="838"/>
                  </a:cubicBezTo>
                  <a:cubicBezTo>
                    <a:pt x="479" y="818"/>
                    <a:pt x="465" y="763"/>
                    <a:pt x="465" y="740"/>
                  </a:cubicBezTo>
                  <a:cubicBezTo>
                    <a:pt x="465" y="717"/>
                    <a:pt x="463" y="710"/>
                    <a:pt x="456" y="697"/>
                  </a:cubicBezTo>
                  <a:cubicBezTo>
                    <a:pt x="449" y="684"/>
                    <a:pt x="451" y="682"/>
                    <a:pt x="451" y="660"/>
                  </a:cubicBezTo>
                  <a:cubicBezTo>
                    <a:pt x="451" y="638"/>
                    <a:pt x="435" y="616"/>
                    <a:pt x="435" y="616"/>
                  </a:cubicBezTo>
                  <a:cubicBezTo>
                    <a:pt x="438" y="605"/>
                    <a:pt x="435" y="577"/>
                    <a:pt x="428" y="572"/>
                  </a:cubicBezTo>
                  <a:cubicBezTo>
                    <a:pt x="430" y="569"/>
                    <a:pt x="437" y="557"/>
                    <a:pt x="437" y="557"/>
                  </a:cubicBezTo>
                  <a:cubicBezTo>
                    <a:pt x="435" y="539"/>
                    <a:pt x="435" y="539"/>
                    <a:pt x="435" y="539"/>
                  </a:cubicBezTo>
                  <a:cubicBezTo>
                    <a:pt x="435" y="539"/>
                    <a:pt x="477" y="475"/>
                    <a:pt x="487" y="460"/>
                  </a:cubicBezTo>
                  <a:cubicBezTo>
                    <a:pt x="496" y="446"/>
                    <a:pt x="518" y="397"/>
                    <a:pt x="518" y="379"/>
                  </a:cubicBezTo>
                  <a:moveTo>
                    <a:pt x="343" y="604"/>
                  </a:moveTo>
                  <a:cubicBezTo>
                    <a:pt x="343" y="606"/>
                    <a:pt x="340" y="610"/>
                    <a:pt x="335" y="615"/>
                  </a:cubicBezTo>
                  <a:cubicBezTo>
                    <a:pt x="340" y="620"/>
                    <a:pt x="343" y="626"/>
                    <a:pt x="341" y="628"/>
                  </a:cubicBezTo>
                  <a:cubicBezTo>
                    <a:pt x="338" y="631"/>
                    <a:pt x="329" y="635"/>
                    <a:pt x="329" y="635"/>
                  </a:cubicBezTo>
                  <a:cubicBezTo>
                    <a:pt x="329" y="635"/>
                    <a:pt x="322" y="650"/>
                    <a:pt x="315" y="651"/>
                  </a:cubicBezTo>
                  <a:cubicBezTo>
                    <a:pt x="307" y="651"/>
                    <a:pt x="310" y="666"/>
                    <a:pt x="304" y="666"/>
                  </a:cubicBezTo>
                  <a:cubicBezTo>
                    <a:pt x="299" y="666"/>
                    <a:pt x="298" y="678"/>
                    <a:pt x="293" y="678"/>
                  </a:cubicBezTo>
                  <a:cubicBezTo>
                    <a:pt x="292" y="678"/>
                    <a:pt x="288" y="677"/>
                    <a:pt x="283" y="676"/>
                  </a:cubicBezTo>
                  <a:cubicBezTo>
                    <a:pt x="270" y="695"/>
                    <a:pt x="264" y="683"/>
                    <a:pt x="264" y="683"/>
                  </a:cubicBezTo>
                  <a:cubicBezTo>
                    <a:pt x="264" y="683"/>
                    <a:pt x="261" y="702"/>
                    <a:pt x="249" y="703"/>
                  </a:cubicBezTo>
                  <a:cubicBezTo>
                    <a:pt x="237" y="703"/>
                    <a:pt x="246" y="674"/>
                    <a:pt x="246" y="674"/>
                  </a:cubicBezTo>
                  <a:cubicBezTo>
                    <a:pt x="241" y="685"/>
                    <a:pt x="241" y="685"/>
                    <a:pt x="241" y="685"/>
                  </a:cubicBezTo>
                  <a:cubicBezTo>
                    <a:pt x="236" y="696"/>
                    <a:pt x="231" y="707"/>
                    <a:pt x="222" y="703"/>
                  </a:cubicBezTo>
                  <a:cubicBezTo>
                    <a:pt x="212" y="700"/>
                    <a:pt x="220" y="684"/>
                    <a:pt x="220" y="684"/>
                  </a:cubicBezTo>
                  <a:cubicBezTo>
                    <a:pt x="220" y="684"/>
                    <a:pt x="211" y="695"/>
                    <a:pt x="206" y="693"/>
                  </a:cubicBezTo>
                  <a:cubicBezTo>
                    <a:pt x="200" y="692"/>
                    <a:pt x="211" y="659"/>
                    <a:pt x="214" y="648"/>
                  </a:cubicBezTo>
                  <a:cubicBezTo>
                    <a:pt x="215" y="646"/>
                    <a:pt x="219" y="640"/>
                    <a:pt x="225" y="633"/>
                  </a:cubicBezTo>
                  <a:cubicBezTo>
                    <a:pt x="218" y="627"/>
                    <a:pt x="206" y="612"/>
                    <a:pt x="200" y="599"/>
                  </a:cubicBezTo>
                  <a:cubicBezTo>
                    <a:pt x="194" y="585"/>
                    <a:pt x="187" y="571"/>
                    <a:pt x="185" y="568"/>
                  </a:cubicBezTo>
                  <a:cubicBezTo>
                    <a:pt x="184" y="565"/>
                    <a:pt x="164" y="553"/>
                    <a:pt x="164" y="553"/>
                  </a:cubicBezTo>
                  <a:cubicBezTo>
                    <a:pt x="164" y="553"/>
                    <a:pt x="175" y="522"/>
                    <a:pt x="221" y="522"/>
                  </a:cubicBezTo>
                  <a:cubicBezTo>
                    <a:pt x="221" y="522"/>
                    <a:pt x="230" y="536"/>
                    <a:pt x="244" y="543"/>
                  </a:cubicBezTo>
                  <a:cubicBezTo>
                    <a:pt x="256" y="549"/>
                    <a:pt x="277" y="556"/>
                    <a:pt x="292" y="563"/>
                  </a:cubicBezTo>
                  <a:cubicBezTo>
                    <a:pt x="303" y="549"/>
                    <a:pt x="311" y="533"/>
                    <a:pt x="311" y="533"/>
                  </a:cubicBezTo>
                  <a:cubicBezTo>
                    <a:pt x="318" y="532"/>
                    <a:pt x="364" y="560"/>
                    <a:pt x="364" y="560"/>
                  </a:cubicBezTo>
                  <a:cubicBezTo>
                    <a:pt x="364" y="560"/>
                    <a:pt x="345" y="596"/>
                    <a:pt x="343" y="604"/>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5" name="Freeform 82"/>
            <p:cNvSpPr>
              <a:spLocks/>
            </p:cNvSpPr>
            <p:nvPr/>
          </p:nvSpPr>
          <p:spPr bwMode="auto">
            <a:xfrm>
              <a:off x="6895305" y="2773196"/>
              <a:ext cx="631825" cy="709613"/>
            </a:xfrm>
            <a:custGeom>
              <a:avLst/>
              <a:gdLst>
                <a:gd name="T0" fmla="*/ 276 w 295"/>
                <a:gd name="T1" fmla="*/ 71 h 331"/>
                <a:gd name="T2" fmla="*/ 263 w 295"/>
                <a:gd name="T3" fmla="*/ 58 h 331"/>
                <a:gd name="T4" fmla="*/ 229 w 295"/>
                <a:gd name="T5" fmla="*/ 26 h 331"/>
                <a:gd name="T6" fmla="*/ 202 w 295"/>
                <a:gd name="T7" fmla="*/ 0 h 331"/>
                <a:gd name="T8" fmla="*/ 202 w 295"/>
                <a:gd name="T9" fmla="*/ 0 h 331"/>
                <a:gd name="T10" fmla="*/ 202 w 295"/>
                <a:gd name="T11" fmla="*/ 0 h 331"/>
                <a:gd name="T12" fmla="*/ 202 w 295"/>
                <a:gd name="T13" fmla="*/ 33 h 331"/>
                <a:gd name="T14" fmla="*/ 201 w 295"/>
                <a:gd name="T15" fmla="*/ 53 h 331"/>
                <a:gd name="T16" fmla="*/ 197 w 295"/>
                <a:gd name="T17" fmla="*/ 90 h 331"/>
                <a:gd name="T18" fmla="*/ 173 w 295"/>
                <a:gd name="T19" fmla="*/ 117 h 331"/>
                <a:gd name="T20" fmla="*/ 142 w 295"/>
                <a:gd name="T21" fmla="*/ 167 h 331"/>
                <a:gd name="T22" fmla="*/ 108 w 295"/>
                <a:gd name="T23" fmla="*/ 107 h 331"/>
                <a:gd name="T24" fmla="*/ 94 w 295"/>
                <a:gd name="T25" fmla="*/ 96 h 331"/>
                <a:gd name="T26" fmla="*/ 92 w 295"/>
                <a:gd name="T27" fmla="*/ 60 h 331"/>
                <a:gd name="T28" fmla="*/ 92 w 295"/>
                <a:gd name="T29" fmla="*/ 46 h 331"/>
                <a:gd name="T30" fmla="*/ 91 w 295"/>
                <a:gd name="T31" fmla="*/ 14 h 331"/>
                <a:gd name="T32" fmla="*/ 91 w 295"/>
                <a:gd name="T33" fmla="*/ 8 h 331"/>
                <a:gd name="T34" fmla="*/ 73 w 295"/>
                <a:gd name="T35" fmla="*/ 36 h 331"/>
                <a:gd name="T36" fmla="*/ 33 w 295"/>
                <a:gd name="T37" fmla="*/ 69 h 331"/>
                <a:gd name="T38" fmla="*/ 26 w 295"/>
                <a:gd name="T39" fmla="*/ 75 h 331"/>
                <a:gd name="T40" fmla="*/ 6 w 295"/>
                <a:gd name="T41" fmla="*/ 94 h 331"/>
                <a:gd name="T42" fmla="*/ 14 w 295"/>
                <a:gd name="T43" fmla="*/ 95 h 331"/>
                <a:gd name="T44" fmla="*/ 62 w 295"/>
                <a:gd name="T45" fmla="*/ 81 h 331"/>
                <a:gd name="T46" fmla="*/ 57 w 295"/>
                <a:gd name="T47" fmla="*/ 99 h 331"/>
                <a:gd name="T48" fmla="*/ 96 w 295"/>
                <a:gd name="T49" fmla="*/ 134 h 331"/>
                <a:gd name="T50" fmla="*/ 111 w 295"/>
                <a:gd name="T51" fmla="*/ 189 h 331"/>
                <a:gd name="T52" fmla="*/ 141 w 295"/>
                <a:gd name="T53" fmla="*/ 293 h 331"/>
                <a:gd name="T54" fmla="*/ 152 w 295"/>
                <a:gd name="T55" fmla="*/ 331 h 331"/>
                <a:gd name="T56" fmla="*/ 168 w 295"/>
                <a:gd name="T57" fmla="*/ 235 h 331"/>
                <a:gd name="T58" fmla="*/ 193 w 295"/>
                <a:gd name="T59" fmla="*/ 141 h 331"/>
                <a:gd name="T60" fmla="*/ 204 w 295"/>
                <a:gd name="T61" fmla="*/ 123 h 331"/>
                <a:gd name="T62" fmla="*/ 215 w 295"/>
                <a:gd name="T63" fmla="*/ 103 h 331"/>
                <a:gd name="T64" fmla="*/ 229 w 295"/>
                <a:gd name="T65" fmla="*/ 86 h 331"/>
                <a:gd name="T66" fmla="*/ 252 w 295"/>
                <a:gd name="T67" fmla="*/ 82 h 331"/>
                <a:gd name="T68" fmla="*/ 290 w 295"/>
                <a:gd name="T69" fmla="*/ 85 h 331"/>
                <a:gd name="T70" fmla="*/ 276 w 295"/>
                <a:gd name="T71" fmla="*/ 7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5" h="331">
                  <a:moveTo>
                    <a:pt x="276" y="71"/>
                  </a:moveTo>
                  <a:cubicBezTo>
                    <a:pt x="275" y="70"/>
                    <a:pt x="270" y="65"/>
                    <a:pt x="263" y="58"/>
                  </a:cubicBezTo>
                  <a:cubicBezTo>
                    <a:pt x="253" y="49"/>
                    <a:pt x="241" y="37"/>
                    <a:pt x="229" y="26"/>
                  </a:cubicBezTo>
                  <a:cubicBezTo>
                    <a:pt x="215" y="12"/>
                    <a:pt x="202" y="0"/>
                    <a:pt x="202" y="0"/>
                  </a:cubicBezTo>
                  <a:cubicBezTo>
                    <a:pt x="202" y="0"/>
                    <a:pt x="202" y="0"/>
                    <a:pt x="202" y="0"/>
                  </a:cubicBezTo>
                  <a:cubicBezTo>
                    <a:pt x="202" y="0"/>
                    <a:pt x="202" y="0"/>
                    <a:pt x="202" y="0"/>
                  </a:cubicBezTo>
                  <a:cubicBezTo>
                    <a:pt x="202" y="2"/>
                    <a:pt x="202" y="14"/>
                    <a:pt x="202" y="33"/>
                  </a:cubicBezTo>
                  <a:cubicBezTo>
                    <a:pt x="202" y="39"/>
                    <a:pt x="202" y="46"/>
                    <a:pt x="201" y="53"/>
                  </a:cubicBezTo>
                  <a:cubicBezTo>
                    <a:pt x="200" y="68"/>
                    <a:pt x="199" y="83"/>
                    <a:pt x="197" y="90"/>
                  </a:cubicBezTo>
                  <a:cubicBezTo>
                    <a:pt x="195" y="99"/>
                    <a:pt x="181" y="101"/>
                    <a:pt x="173" y="117"/>
                  </a:cubicBezTo>
                  <a:cubicBezTo>
                    <a:pt x="165" y="133"/>
                    <a:pt x="142" y="167"/>
                    <a:pt x="142" y="167"/>
                  </a:cubicBezTo>
                  <a:cubicBezTo>
                    <a:pt x="142" y="167"/>
                    <a:pt x="115" y="113"/>
                    <a:pt x="108" y="107"/>
                  </a:cubicBezTo>
                  <a:cubicBezTo>
                    <a:pt x="102" y="100"/>
                    <a:pt x="94" y="96"/>
                    <a:pt x="94" y="96"/>
                  </a:cubicBezTo>
                  <a:cubicBezTo>
                    <a:pt x="94" y="96"/>
                    <a:pt x="93" y="76"/>
                    <a:pt x="92" y="60"/>
                  </a:cubicBezTo>
                  <a:cubicBezTo>
                    <a:pt x="92" y="54"/>
                    <a:pt x="92" y="49"/>
                    <a:pt x="92" y="46"/>
                  </a:cubicBezTo>
                  <a:cubicBezTo>
                    <a:pt x="92" y="37"/>
                    <a:pt x="91" y="23"/>
                    <a:pt x="91" y="14"/>
                  </a:cubicBezTo>
                  <a:cubicBezTo>
                    <a:pt x="91" y="10"/>
                    <a:pt x="91" y="8"/>
                    <a:pt x="91" y="8"/>
                  </a:cubicBezTo>
                  <a:cubicBezTo>
                    <a:pt x="91" y="8"/>
                    <a:pt x="82" y="27"/>
                    <a:pt x="73" y="36"/>
                  </a:cubicBezTo>
                  <a:cubicBezTo>
                    <a:pt x="64" y="44"/>
                    <a:pt x="40" y="64"/>
                    <a:pt x="33" y="69"/>
                  </a:cubicBezTo>
                  <a:cubicBezTo>
                    <a:pt x="31" y="70"/>
                    <a:pt x="29" y="72"/>
                    <a:pt x="26" y="75"/>
                  </a:cubicBezTo>
                  <a:cubicBezTo>
                    <a:pt x="18" y="82"/>
                    <a:pt x="6" y="94"/>
                    <a:pt x="6" y="94"/>
                  </a:cubicBezTo>
                  <a:cubicBezTo>
                    <a:pt x="6" y="94"/>
                    <a:pt x="0" y="95"/>
                    <a:pt x="14" y="95"/>
                  </a:cubicBezTo>
                  <a:cubicBezTo>
                    <a:pt x="27" y="95"/>
                    <a:pt x="62" y="81"/>
                    <a:pt x="62" y="81"/>
                  </a:cubicBezTo>
                  <a:cubicBezTo>
                    <a:pt x="62" y="81"/>
                    <a:pt x="45" y="93"/>
                    <a:pt x="57" y="99"/>
                  </a:cubicBezTo>
                  <a:cubicBezTo>
                    <a:pt x="69" y="104"/>
                    <a:pt x="96" y="134"/>
                    <a:pt x="96" y="134"/>
                  </a:cubicBezTo>
                  <a:cubicBezTo>
                    <a:pt x="96" y="134"/>
                    <a:pt x="109" y="178"/>
                    <a:pt x="111" y="189"/>
                  </a:cubicBezTo>
                  <a:cubicBezTo>
                    <a:pt x="112" y="201"/>
                    <a:pt x="139" y="289"/>
                    <a:pt x="141" y="293"/>
                  </a:cubicBezTo>
                  <a:cubicBezTo>
                    <a:pt x="142" y="296"/>
                    <a:pt x="152" y="331"/>
                    <a:pt x="152" y="331"/>
                  </a:cubicBezTo>
                  <a:cubicBezTo>
                    <a:pt x="152" y="331"/>
                    <a:pt x="166" y="252"/>
                    <a:pt x="168" y="235"/>
                  </a:cubicBezTo>
                  <a:cubicBezTo>
                    <a:pt x="171" y="217"/>
                    <a:pt x="188" y="148"/>
                    <a:pt x="193" y="141"/>
                  </a:cubicBezTo>
                  <a:cubicBezTo>
                    <a:pt x="199" y="134"/>
                    <a:pt x="203" y="131"/>
                    <a:pt x="204" y="123"/>
                  </a:cubicBezTo>
                  <a:cubicBezTo>
                    <a:pt x="206" y="115"/>
                    <a:pt x="209" y="107"/>
                    <a:pt x="215" y="103"/>
                  </a:cubicBezTo>
                  <a:cubicBezTo>
                    <a:pt x="222" y="99"/>
                    <a:pt x="231" y="91"/>
                    <a:pt x="229" y="86"/>
                  </a:cubicBezTo>
                  <a:cubicBezTo>
                    <a:pt x="226" y="81"/>
                    <a:pt x="231" y="74"/>
                    <a:pt x="252" y="82"/>
                  </a:cubicBezTo>
                  <a:cubicBezTo>
                    <a:pt x="272" y="89"/>
                    <a:pt x="288" y="85"/>
                    <a:pt x="290" y="85"/>
                  </a:cubicBezTo>
                  <a:cubicBezTo>
                    <a:pt x="290" y="85"/>
                    <a:pt x="295" y="82"/>
                    <a:pt x="276" y="71"/>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6" name="Freeform 83"/>
            <p:cNvSpPr>
              <a:spLocks/>
            </p:cNvSpPr>
            <p:nvPr/>
          </p:nvSpPr>
          <p:spPr bwMode="auto">
            <a:xfrm>
              <a:off x="6985793" y="2341396"/>
              <a:ext cx="465138" cy="515938"/>
            </a:xfrm>
            <a:custGeom>
              <a:avLst/>
              <a:gdLst>
                <a:gd name="T0" fmla="*/ 24 w 217"/>
                <a:gd name="T1" fmla="*/ 135 h 241"/>
                <a:gd name="T2" fmla="*/ 31 w 217"/>
                <a:gd name="T3" fmla="*/ 140 h 241"/>
                <a:gd name="T4" fmla="*/ 46 w 217"/>
                <a:gd name="T5" fmla="*/ 198 h 241"/>
                <a:gd name="T6" fmla="*/ 56 w 217"/>
                <a:gd name="T7" fmla="*/ 210 h 241"/>
                <a:gd name="T8" fmla="*/ 77 w 217"/>
                <a:gd name="T9" fmla="*/ 230 h 241"/>
                <a:gd name="T10" fmla="*/ 111 w 217"/>
                <a:gd name="T11" fmla="*/ 241 h 241"/>
                <a:gd name="T12" fmla="*/ 158 w 217"/>
                <a:gd name="T13" fmla="*/ 203 h 241"/>
                <a:gd name="T14" fmla="*/ 164 w 217"/>
                <a:gd name="T15" fmla="*/ 193 h 241"/>
                <a:gd name="T16" fmla="*/ 177 w 217"/>
                <a:gd name="T17" fmla="*/ 155 h 241"/>
                <a:gd name="T18" fmla="*/ 179 w 217"/>
                <a:gd name="T19" fmla="*/ 145 h 241"/>
                <a:gd name="T20" fmla="*/ 201 w 217"/>
                <a:gd name="T21" fmla="*/ 120 h 241"/>
                <a:gd name="T22" fmla="*/ 207 w 217"/>
                <a:gd name="T23" fmla="*/ 80 h 241"/>
                <a:gd name="T24" fmla="*/ 198 w 217"/>
                <a:gd name="T25" fmla="*/ 81 h 241"/>
                <a:gd name="T26" fmla="*/ 175 w 217"/>
                <a:gd name="T27" fmla="*/ 108 h 241"/>
                <a:gd name="T28" fmla="*/ 184 w 217"/>
                <a:gd name="T29" fmla="*/ 45 h 241"/>
                <a:gd name="T30" fmla="*/ 152 w 217"/>
                <a:gd name="T31" fmla="*/ 32 h 241"/>
                <a:gd name="T32" fmla="*/ 82 w 217"/>
                <a:gd name="T33" fmla="*/ 0 h 241"/>
                <a:gd name="T34" fmla="*/ 45 w 217"/>
                <a:gd name="T35" fmla="*/ 25 h 241"/>
                <a:gd name="T36" fmla="*/ 31 w 217"/>
                <a:gd name="T37" fmla="*/ 72 h 241"/>
                <a:gd name="T38" fmla="*/ 30 w 217"/>
                <a:gd name="T39" fmla="*/ 105 h 241"/>
                <a:gd name="T40" fmla="*/ 15 w 217"/>
                <a:gd name="T41" fmla="*/ 79 h 241"/>
                <a:gd name="T42" fmla="*/ 8 w 217"/>
                <a:gd name="T43" fmla="*/ 102 h 241"/>
                <a:gd name="T44" fmla="*/ 24 w 217"/>
                <a:gd name="T45" fmla="*/ 13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7" h="241">
                  <a:moveTo>
                    <a:pt x="24" y="135"/>
                  </a:moveTo>
                  <a:cubicBezTo>
                    <a:pt x="27" y="136"/>
                    <a:pt x="31" y="140"/>
                    <a:pt x="31" y="140"/>
                  </a:cubicBezTo>
                  <a:cubicBezTo>
                    <a:pt x="31" y="140"/>
                    <a:pt x="30" y="171"/>
                    <a:pt x="46" y="198"/>
                  </a:cubicBezTo>
                  <a:cubicBezTo>
                    <a:pt x="49" y="202"/>
                    <a:pt x="52" y="206"/>
                    <a:pt x="56" y="210"/>
                  </a:cubicBezTo>
                  <a:cubicBezTo>
                    <a:pt x="58" y="213"/>
                    <a:pt x="66" y="220"/>
                    <a:pt x="77" y="230"/>
                  </a:cubicBezTo>
                  <a:cubicBezTo>
                    <a:pt x="87" y="239"/>
                    <a:pt x="103" y="241"/>
                    <a:pt x="111" y="241"/>
                  </a:cubicBezTo>
                  <a:cubicBezTo>
                    <a:pt x="116" y="241"/>
                    <a:pt x="140" y="229"/>
                    <a:pt x="158" y="203"/>
                  </a:cubicBezTo>
                  <a:cubicBezTo>
                    <a:pt x="160" y="200"/>
                    <a:pt x="162" y="196"/>
                    <a:pt x="164" y="193"/>
                  </a:cubicBezTo>
                  <a:cubicBezTo>
                    <a:pt x="170" y="182"/>
                    <a:pt x="175" y="170"/>
                    <a:pt x="177" y="155"/>
                  </a:cubicBezTo>
                  <a:cubicBezTo>
                    <a:pt x="178" y="152"/>
                    <a:pt x="178" y="149"/>
                    <a:pt x="179" y="145"/>
                  </a:cubicBezTo>
                  <a:cubicBezTo>
                    <a:pt x="199" y="131"/>
                    <a:pt x="198" y="125"/>
                    <a:pt x="201" y="120"/>
                  </a:cubicBezTo>
                  <a:cubicBezTo>
                    <a:pt x="203" y="114"/>
                    <a:pt x="217" y="84"/>
                    <a:pt x="207" y="80"/>
                  </a:cubicBezTo>
                  <a:cubicBezTo>
                    <a:pt x="204" y="79"/>
                    <a:pt x="201" y="80"/>
                    <a:pt x="198" y="81"/>
                  </a:cubicBezTo>
                  <a:cubicBezTo>
                    <a:pt x="196" y="89"/>
                    <a:pt x="175" y="111"/>
                    <a:pt x="175" y="108"/>
                  </a:cubicBezTo>
                  <a:cubicBezTo>
                    <a:pt x="174" y="106"/>
                    <a:pt x="189" y="71"/>
                    <a:pt x="184" y="45"/>
                  </a:cubicBezTo>
                  <a:cubicBezTo>
                    <a:pt x="183" y="41"/>
                    <a:pt x="168" y="36"/>
                    <a:pt x="152" y="32"/>
                  </a:cubicBezTo>
                  <a:cubicBezTo>
                    <a:pt x="137" y="28"/>
                    <a:pt x="82" y="0"/>
                    <a:pt x="82" y="0"/>
                  </a:cubicBezTo>
                  <a:cubicBezTo>
                    <a:pt x="66" y="10"/>
                    <a:pt x="48" y="17"/>
                    <a:pt x="45" y="25"/>
                  </a:cubicBezTo>
                  <a:cubicBezTo>
                    <a:pt x="42" y="33"/>
                    <a:pt x="33" y="63"/>
                    <a:pt x="31" y="72"/>
                  </a:cubicBezTo>
                  <a:cubicBezTo>
                    <a:pt x="30" y="81"/>
                    <a:pt x="31" y="89"/>
                    <a:pt x="30" y="105"/>
                  </a:cubicBezTo>
                  <a:cubicBezTo>
                    <a:pt x="30" y="109"/>
                    <a:pt x="18" y="92"/>
                    <a:pt x="15" y="79"/>
                  </a:cubicBezTo>
                  <a:cubicBezTo>
                    <a:pt x="12" y="79"/>
                    <a:pt x="0" y="80"/>
                    <a:pt x="8" y="102"/>
                  </a:cubicBezTo>
                  <a:cubicBezTo>
                    <a:pt x="17" y="135"/>
                    <a:pt x="21" y="133"/>
                    <a:pt x="24" y="135"/>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7" name="Freeform 84"/>
            <p:cNvSpPr>
              <a:spLocks/>
            </p:cNvSpPr>
            <p:nvPr/>
          </p:nvSpPr>
          <p:spPr bwMode="auto">
            <a:xfrm>
              <a:off x="6992143" y="2231859"/>
              <a:ext cx="434975" cy="346075"/>
            </a:xfrm>
            <a:custGeom>
              <a:avLst/>
              <a:gdLst>
                <a:gd name="T0" fmla="*/ 12 w 203"/>
                <a:gd name="T1" fmla="*/ 130 h 162"/>
                <a:gd name="T2" fmla="*/ 27 w 203"/>
                <a:gd name="T3" fmla="*/ 156 h 162"/>
                <a:gd name="T4" fmla="*/ 28 w 203"/>
                <a:gd name="T5" fmla="*/ 123 h 162"/>
                <a:gd name="T6" fmla="*/ 42 w 203"/>
                <a:gd name="T7" fmla="*/ 76 h 162"/>
                <a:gd name="T8" fmla="*/ 79 w 203"/>
                <a:gd name="T9" fmla="*/ 51 h 162"/>
                <a:gd name="T10" fmla="*/ 149 w 203"/>
                <a:gd name="T11" fmla="*/ 83 h 162"/>
                <a:gd name="T12" fmla="*/ 181 w 203"/>
                <a:gd name="T13" fmla="*/ 96 h 162"/>
                <a:gd name="T14" fmla="*/ 172 w 203"/>
                <a:gd name="T15" fmla="*/ 159 h 162"/>
                <a:gd name="T16" fmla="*/ 195 w 203"/>
                <a:gd name="T17" fmla="*/ 132 h 162"/>
                <a:gd name="T18" fmla="*/ 195 w 203"/>
                <a:gd name="T19" fmla="*/ 130 h 162"/>
                <a:gd name="T20" fmla="*/ 101 w 203"/>
                <a:gd name="T21" fmla="*/ 5 h 162"/>
                <a:gd name="T22" fmla="*/ 12 w 203"/>
                <a:gd name="T23" fmla="*/ 124 h 162"/>
                <a:gd name="T24" fmla="*/ 12 w 203"/>
                <a:gd name="T25" fmla="*/ 13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162">
                  <a:moveTo>
                    <a:pt x="12" y="130"/>
                  </a:moveTo>
                  <a:cubicBezTo>
                    <a:pt x="15" y="143"/>
                    <a:pt x="27" y="160"/>
                    <a:pt x="27" y="156"/>
                  </a:cubicBezTo>
                  <a:cubicBezTo>
                    <a:pt x="28" y="140"/>
                    <a:pt x="27" y="132"/>
                    <a:pt x="28" y="123"/>
                  </a:cubicBezTo>
                  <a:cubicBezTo>
                    <a:pt x="30" y="114"/>
                    <a:pt x="39" y="84"/>
                    <a:pt x="42" y="76"/>
                  </a:cubicBezTo>
                  <a:cubicBezTo>
                    <a:pt x="45" y="68"/>
                    <a:pt x="63" y="61"/>
                    <a:pt x="79" y="51"/>
                  </a:cubicBezTo>
                  <a:cubicBezTo>
                    <a:pt x="79" y="51"/>
                    <a:pt x="134" y="79"/>
                    <a:pt x="149" y="83"/>
                  </a:cubicBezTo>
                  <a:cubicBezTo>
                    <a:pt x="165" y="87"/>
                    <a:pt x="180" y="92"/>
                    <a:pt x="181" y="96"/>
                  </a:cubicBezTo>
                  <a:cubicBezTo>
                    <a:pt x="186" y="122"/>
                    <a:pt x="171" y="157"/>
                    <a:pt x="172" y="159"/>
                  </a:cubicBezTo>
                  <a:cubicBezTo>
                    <a:pt x="172" y="162"/>
                    <a:pt x="193" y="140"/>
                    <a:pt x="195" y="132"/>
                  </a:cubicBezTo>
                  <a:cubicBezTo>
                    <a:pt x="195" y="131"/>
                    <a:pt x="195" y="131"/>
                    <a:pt x="195" y="130"/>
                  </a:cubicBezTo>
                  <a:cubicBezTo>
                    <a:pt x="195" y="123"/>
                    <a:pt x="203" y="0"/>
                    <a:pt x="101" y="5"/>
                  </a:cubicBezTo>
                  <a:cubicBezTo>
                    <a:pt x="0" y="9"/>
                    <a:pt x="12" y="110"/>
                    <a:pt x="12" y="124"/>
                  </a:cubicBezTo>
                  <a:cubicBezTo>
                    <a:pt x="12" y="126"/>
                    <a:pt x="12" y="128"/>
                    <a:pt x="12" y="130"/>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8" name="Freeform 85"/>
            <p:cNvSpPr>
              <a:spLocks/>
            </p:cNvSpPr>
            <p:nvPr/>
          </p:nvSpPr>
          <p:spPr bwMode="auto">
            <a:xfrm>
              <a:off x="6034880" y="2670009"/>
              <a:ext cx="144463" cy="722313"/>
            </a:xfrm>
            <a:custGeom>
              <a:avLst/>
              <a:gdLst>
                <a:gd name="T0" fmla="*/ 66 w 68"/>
                <a:gd name="T1" fmla="*/ 146 h 337"/>
                <a:gd name="T2" fmla="*/ 48 w 68"/>
                <a:gd name="T3" fmla="*/ 53 h 337"/>
                <a:gd name="T4" fmla="*/ 50 w 68"/>
                <a:gd name="T5" fmla="*/ 45 h 337"/>
                <a:gd name="T6" fmla="*/ 63 w 68"/>
                <a:gd name="T7" fmla="*/ 23 h 337"/>
                <a:gd name="T8" fmla="*/ 50 w 68"/>
                <a:gd name="T9" fmla="*/ 8 h 337"/>
                <a:gd name="T10" fmla="*/ 40 w 68"/>
                <a:gd name="T11" fmla="*/ 0 h 337"/>
                <a:gd name="T12" fmla="*/ 39 w 68"/>
                <a:gd name="T13" fmla="*/ 0 h 337"/>
                <a:gd name="T14" fmla="*/ 39 w 68"/>
                <a:gd name="T15" fmla="*/ 0 h 337"/>
                <a:gd name="T16" fmla="*/ 34 w 68"/>
                <a:gd name="T17" fmla="*/ 0 h 337"/>
                <a:gd name="T18" fmla="*/ 33 w 68"/>
                <a:gd name="T19" fmla="*/ 1 h 337"/>
                <a:gd name="T20" fmla="*/ 32 w 68"/>
                <a:gd name="T21" fmla="*/ 1 h 337"/>
                <a:gd name="T22" fmla="*/ 32 w 68"/>
                <a:gd name="T23" fmla="*/ 1 h 337"/>
                <a:gd name="T24" fmla="*/ 22 w 68"/>
                <a:gd name="T25" fmla="*/ 9 h 337"/>
                <a:gd name="T26" fmla="*/ 9 w 68"/>
                <a:gd name="T27" fmla="*/ 23 h 337"/>
                <a:gd name="T28" fmla="*/ 22 w 68"/>
                <a:gd name="T29" fmla="*/ 48 h 337"/>
                <a:gd name="T30" fmla="*/ 0 w 68"/>
                <a:gd name="T31" fmla="*/ 172 h 337"/>
                <a:gd name="T32" fmla="*/ 0 w 68"/>
                <a:gd name="T33" fmla="*/ 174 h 337"/>
                <a:gd name="T34" fmla="*/ 27 w 68"/>
                <a:gd name="T35" fmla="*/ 337 h 337"/>
                <a:gd name="T36" fmla="*/ 68 w 68"/>
                <a:gd name="T37" fmla="*/ 152 h 337"/>
                <a:gd name="T38" fmla="*/ 66 w 68"/>
                <a:gd name="T39" fmla="*/ 146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8" h="337">
                  <a:moveTo>
                    <a:pt x="66" y="146"/>
                  </a:moveTo>
                  <a:cubicBezTo>
                    <a:pt x="62" y="127"/>
                    <a:pt x="47" y="60"/>
                    <a:pt x="48" y="53"/>
                  </a:cubicBezTo>
                  <a:cubicBezTo>
                    <a:pt x="50" y="45"/>
                    <a:pt x="50" y="45"/>
                    <a:pt x="50" y="45"/>
                  </a:cubicBezTo>
                  <a:cubicBezTo>
                    <a:pt x="63" y="23"/>
                    <a:pt x="63" y="23"/>
                    <a:pt x="63" y="23"/>
                  </a:cubicBezTo>
                  <a:cubicBezTo>
                    <a:pt x="59" y="18"/>
                    <a:pt x="54" y="12"/>
                    <a:pt x="50" y="8"/>
                  </a:cubicBezTo>
                  <a:cubicBezTo>
                    <a:pt x="46" y="4"/>
                    <a:pt x="42" y="1"/>
                    <a:pt x="40" y="0"/>
                  </a:cubicBezTo>
                  <a:cubicBezTo>
                    <a:pt x="40" y="0"/>
                    <a:pt x="39" y="0"/>
                    <a:pt x="39" y="0"/>
                  </a:cubicBezTo>
                  <a:cubicBezTo>
                    <a:pt x="39" y="0"/>
                    <a:pt x="39" y="0"/>
                    <a:pt x="39" y="0"/>
                  </a:cubicBezTo>
                  <a:cubicBezTo>
                    <a:pt x="38" y="0"/>
                    <a:pt x="36" y="0"/>
                    <a:pt x="34" y="0"/>
                  </a:cubicBezTo>
                  <a:cubicBezTo>
                    <a:pt x="34" y="0"/>
                    <a:pt x="33" y="1"/>
                    <a:pt x="33" y="1"/>
                  </a:cubicBezTo>
                  <a:cubicBezTo>
                    <a:pt x="32" y="1"/>
                    <a:pt x="32" y="1"/>
                    <a:pt x="32" y="1"/>
                  </a:cubicBezTo>
                  <a:cubicBezTo>
                    <a:pt x="32" y="1"/>
                    <a:pt x="32" y="1"/>
                    <a:pt x="32" y="1"/>
                  </a:cubicBezTo>
                  <a:cubicBezTo>
                    <a:pt x="29" y="3"/>
                    <a:pt x="26" y="5"/>
                    <a:pt x="22" y="9"/>
                  </a:cubicBezTo>
                  <a:cubicBezTo>
                    <a:pt x="18" y="13"/>
                    <a:pt x="13" y="18"/>
                    <a:pt x="9" y="23"/>
                  </a:cubicBezTo>
                  <a:cubicBezTo>
                    <a:pt x="22" y="48"/>
                    <a:pt x="22" y="48"/>
                    <a:pt x="22" y="48"/>
                  </a:cubicBezTo>
                  <a:cubicBezTo>
                    <a:pt x="0" y="172"/>
                    <a:pt x="0" y="172"/>
                    <a:pt x="0" y="172"/>
                  </a:cubicBezTo>
                  <a:cubicBezTo>
                    <a:pt x="0" y="174"/>
                    <a:pt x="0" y="174"/>
                    <a:pt x="0" y="174"/>
                  </a:cubicBezTo>
                  <a:cubicBezTo>
                    <a:pt x="27" y="337"/>
                    <a:pt x="27" y="337"/>
                    <a:pt x="27" y="337"/>
                  </a:cubicBezTo>
                  <a:cubicBezTo>
                    <a:pt x="68" y="152"/>
                    <a:pt x="68" y="152"/>
                    <a:pt x="68" y="152"/>
                  </a:cubicBezTo>
                  <a:cubicBezTo>
                    <a:pt x="68" y="152"/>
                    <a:pt x="67" y="150"/>
                    <a:pt x="66" y="146"/>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89" name="Oval 86"/>
            <p:cNvSpPr>
              <a:spLocks noChangeArrowheads="1"/>
            </p:cNvSpPr>
            <p:nvPr/>
          </p:nvSpPr>
          <p:spPr bwMode="auto">
            <a:xfrm>
              <a:off x="6120605" y="2670009"/>
              <a:ext cx="1588" cy="1588"/>
            </a:xfrm>
            <a:prstGeom prst="ellipse">
              <a:avLst/>
            </a:prstGeom>
            <a:solidFill>
              <a:srgbClr val="E248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0" name="Freeform 87"/>
            <p:cNvSpPr>
              <a:spLocks/>
            </p:cNvSpPr>
            <p:nvPr/>
          </p:nvSpPr>
          <p:spPr bwMode="auto">
            <a:xfrm>
              <a:off x="5945980" y="2417596"/>
              <a:ext cx="327025" cy="255588"/>
            </a:xfrm>
            <a:custGeom>
              <a:avLst/>
              <a:gdLst>
                <a:gd name="T0" fmla="*/ 151 w 152"/>
                <a:gd name="T1" fmla="*/ 6 h 119"/>
                <a:gd name="T2" fmla="*/ 101 w 152"/>
                <a:gd name="T3" fmla="*/ 45 h 119"/>
                <a:gd name="T4" fmla="*/ 48 w 152"/>
                <a:gd name="T5" fmla="*/ 42 h 119"/>
                <a:gd name="T6" fmla="*/ 0 w 152"/>
                <a:gd name="T7" fmla="*/ 0 h 119"/>
                <a:gd name="T8" fmla="*/ 0 w 152"/>
                <a:gd name="T9" fmla="*/ 12 h 119"/>
                <a:gd name="T10" fmla="*/ 0 w 152"/>
                <a:gd name="T11" fmla="*/ 32 h 119"/>
                <a:gd name="T12" fmla="*/ 0 w 152"/>
                <a:gd name="T13" fmla="*/ 33 h 119"/>
                <a:gd name="T14" fmla="*/ 57 w 152"/>
                <a:gd name="T15" fmla="*/ 104 h 119"/>
                <a:gd name="T16" fmla="*/ 61 w 152"/>
                <a:gd name="T17" fmla="*/ 107 h 119"/>
                <a:gd name="T18" fmla="*/ 73 w 152"/>
                <a:gd name="T19" fmla="*/ 119 h 119"/>
                <a:gd name="T20" fmla="*/ 74 w 152"/>
                <a:gd name="T21" fmla="*/ 119 h 119"/>
                <a:gd name="T22" fmla="*/ 74 w 152"/>
                <a:gd name="T23" fmla="*/ 119 h 119"/>
                <a:gd name="T24" fmla="*/ 75 w 152"/>
                <a:gd name="T25" fmla="*/ 118 h 119"/>
                <a:gd name="T26" fmla="*/ 80 w 152"/>
                <a:gd name="T27" fmla="*/ 118 h 119"/>
                <a:gd name="T28" fmla="*/ 80 w 152"/>
                <a:gd name="T29" fmla="*/ 118 h 119"/>
                <a:gd name="T30" fmla="*/ 80 w 152"/>
                <a:gd name="T31" fmla="*/ 118 h 119"/>
                <a:gd name="T32" fmla="*/ 80 w 152"/>
                <a:gd name="T33" fmla="*/ 118 h 119"/>
                <a:gd name="T34" fmla="*/ 91 w 152"/>
                <a:gd name="T35" fmla="*/ 106 h 119"/>
                <a:gd name="T36" fmla="*/ 147 w 152"/>
                <a:gd name="T37" fmla="*/ 38 h 119"/>
                <a:gd name="T38" fmla="*/ 147 w 152"/>
                <a:gd name="T39" fmla="*/ 37 h 119"/>
                <a:gd name="T40" fmla="*/ 150 w 152"/>
                <a:gd name="T41" fmla="*/ 32 h 119"/>
                <a:gd name="T42" fmla="*/ 151 w 152"/>
                <a:gd name="T43" fmla="*/ 31 h 119"/>
                <a:gd name="T44" fmla="*/ 151 w 152"/>
                <a:gd name="T45" fmla="*/ 8 h 119"/>
                <a:gd name="T46" fmla="*/ 151 w 152"/>
                <a:gd name="T47" fmla="*/ 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2" h="119">
                  <a:moveTo>
                    <a:pt x="151" y="6"/>
                  </a:moveTo>
                  <a:cubicBezTo>
                    <a:pt x="151" y="6"/>
                    <a:pt x="113" y="42"/>
                    <a:pt x="101" y="45"/>
                  </a:cubicBezTo>
                  <a:cubicBezTo>
                    <a:pt x="89" y="48"/>
                    <a:pt x="65" y="46"/>
                    <a:pt x="48" y="42"/>
                  </a:cubicBezTo>
                  <a:cubicBezTo>
                    <a:pt x="32" y="39"/>
                    <a:pt x="0" y="0"/>
                    <a:pt x="0" y="0"/>
                  </a:cubicBezTo>
                  <a:cubicBezTo>
                    <a:pt x="0" y="0"/>
                    <a:pt x="0" y="5"/>
                    <a:pt x="0" y="12"/>
                  </a:cubicBezTo>
                  <a:cubicBezTo>
                    <a:pt x="0" y="18"/>
                    <a:pt x="0" y="25"/>
                    <a:pt x="0" y="32"/>
                  </a:cubicBezTo>
                  <a:cubicBezTo>
                    <a:pt x="0" y="32"/>
                    <a:pt x="0" y="33"/>
                    <a:pt x="0" y="33"/>
                  </a:cubicBezTo>
                  <a:cubicBezTo>
                    <a:pt x="7" y="56"/>
                    <a:pt x="57" y="104"/>
                    <a:pt x="57" y="104"/>
                  </a:cubicBezTo>
                  <a:cubicBezTo>
                    <a:pt x="61" y="107"/>
                    <a:pt x="61" y="107"/>
                    <a:pt x="61" y="107"/>
                  </a:cubicBezTo>
                  <a:cubicBezTo>
                    <a:pt x="73" y="119"/>
                    <a:pt x="73" y="119"/>
                    <a:pt x="73" y="119"/>
                  </a:cubicBezTo>
                  <a:cubicBezTo>
                    <a:pt x="73" y="119"/>
                    <a:pt x="74" y="119"/>
                    <a:pt x="74" y="119"/>
                  </a:cubicBezTo>
                  <a:cubicBezTo>
                    <a:pt x="74" y="119"/>
                    <a:pt x="74" y="119"/>
                    <a:pt x="74" y="119"/>
                  </a:cubicBezTo>
                  <a:cubicBezTo>
                    <a:pt x="74" y="119"/>
                    <a:pt x="75" y="118"/>
                    <a:pt x="75" y="118"/>
                  </a:cubicBezTo>
                  <a:cubicBezTo>
                    <a:pt x="77" y="118"/>
                    <a:pt x="79" y="118"/>
                    <a:pt x="80" y="118"/>
                  </a:cubicBezTo>
                  <a:cubicBezTo>
                    <a:pt x="80" y="118"/>
                    <a:pt x="80" y="118"/>
                    <a:pt x="80" y="118"/>
                  </a:cubicBezTo>
                  <a:cubicBezTo>
                    <a:pt x="80" y="118"/>
                    <a:pt x="80" y="118"/>
                    <a:pt x="80" y="118"/>
                  </a:cubicBezTo>
                  <a:cubicBezTo>
                    <a:pt x="80" y="118"/>
                    <a:pt x="80" y="118"/>
                    <a:pt x="80" y="118"/>
                  </a:cubicBezTo>
                  <a:cubicBezTo>
                    <a:pt x="91" y="106"/>
                    <a:pt x="91" y="106"/>
                    <a:pt x="91" y="106"/>
                  </a:cubicBezTo>
                  <a:cubicBezTo>
                    <a:pt x="91" y="106"/>
                    <a:pt x="134" y="58"/>
                    <a:pt x="147" y="38"/>
                  </a:cubicBezTo>
                  <a:cubicBezTo>
                    <a:pt x="147" y="38"/>
                    <a:pt x="147" y="38"/>
                    <a:pt x="147" y="37"/>
                  </a:cubicBezTo>
                  <a:cubicBezTo>
                    <a:pt x="148" y="35"/>
                    <a:pt x="149" y="33"/>
                    <a:pt x="150" y="32"/>
                  </a:cubicBezTo>
                  <a:cubicBezTo>
                    <a:pt x="150" y="31"/>
                    <a:pt x="150" y="31"/>
                    <a:pt x="151" y="31"/>
                  </a:cubicBezTo>
                  <a:cubicBezTo>
                    <a:pt x="152" y="20"/>
                    <a:pt x="152" y="11"/>
                    <a:pt x="151" y="8"/>
                  </a:cubicBezTo>
                  <a:cubicBezTo>
                    <a:pt x="151" y="7"/>
                    <a:pt x="151" y="6"/>
                    <a:pt x="151" y="6"/>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1" name="Freeform 88"/>
            <p:cNvSpPr>
              <a:spLocks/>
            </p:cNvSpPr>
            <p:nvPr/>
          </p:nvSpPr>
          <p:spPr bwMode="auto">
            <a:xfrm>
              <a:off x="5887243" y="3917784"/>
              <a:ext cx="187325" cy="166688"/>
            </a:xfrm>
            <a:custGeom>
              <a:avLst/>
              <a:gdLst>
                <a:gd name="T0" fmla="*/ 45 w 88"/>
                <a:gd name="T1" fmla="*/ 0 h 78"/>
                <a:gd name="T2" fmla="*/ 0 w 88"/>
                <a:gd name="T3" fmla="*/ 47 h 78"/>
                <a:gd name="T4" fmla="*/ 19 w 88"/>
                <a:gd name="T5" fmla="*/ 78 h 78"/>
                <a:gd name="T6" fmla="*/ 39 w 88"/>
                <a:gd name="T7" fmla="*/ 70 h 78"/>
                <a:gd name="T8" fmla="*/ 86 w 88"/>
                <a:gd name="T9" fmla="*/ 33 h 78"/>
                <a:gd name="T10" fmla="*/ 88 w 88"/>
                <a:gd name="T11" fmla="*/ 5 h 78"/>
                <a:gd name="T12" fmla="*/ 60 w 88"/>
                <a:gd name="T13" fmla="*/ 3 h 78"/>
                <a:gd name="T14" fmla="*/ 45 w 88"/>
                <a:gd name="T15" fmla="*/ 0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78">
                  <a:moveTo>
                    <a:pt x="45" y="0"/>
                  </a:moveTo>
                  <a:cubicBezTo>
                    <a:pt x="33" y="12"/>
                    <a:pt x="0" y="44"/>
                    <a:pt x="0" y="47"/>
                  </a:cubicBezTo>
                  <a:cubicBezTo>
                    <a:pt x="0" y="50"/>
                    <a:pt x="8" y="72"/>
                    <a:pt x="19" y="78"/>
                  </a:cubicBezTo>
                  <a:cubicBezTo>
                    <a:pt x="23" y="75"/>
                    <a:pt x="31" y="74"/>
                    <a:pt x="39" y="70"/>
                  </a:cubicBezTo>
                  <a:cubicBezTo>
                    <a:pt x="50" y="64"/>
                    <a:pt x="83" y="37"/>
                    <a:pt x="86" y="33"/>
                  </a:cubicBezTo>
                  <a:cubicBezTo>
                    <a:pt x="88" y="28"/>
                    <a:pt x="88" y="5"/>
                    <a:pt x="88" y="5"/>
                  </a:cubicBezTo>
                  <a:cubicBezTo>
                    <a:pt x="88" y="5"/>
                    <a:pt x="74" y="3"/>
                    <a:pt x="60" y="3"/>
                  </a:cubicBezTo>
                  <a:cubicBezTo>
                    <a:pt x="56" y="3"/>
                    <a:pt x="51" y="2"/>
                    <a:pt x="45" y="0"/>
                  </a:cubicBezTo>
                </a:path>
              </a:pathLst>
            </a:custGeom>
            <a:solidFill>
              <a:srgbClr val="E2B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2" name="Freeform 89"/>
            <p:cNvSpPr>
              <a:spLocks/>
            </p:cNvSpPr>
            <p:nvPr/>
          </p:nvSpPr>
          <p:spPr bwMode="auto">
            <a:xfrm>
              <a:off x="5853905" y="1971509"/>
              <a:ext cx="523875" cy="554038"/>
            </a:xfrm>
            <a:custGeom>
              <a:avLst/>
              <a:gdLst>
                <a:gd name="T0" fmla="*/ 29 w 244"/>
                <a:gd name="T1" fmla="*/ 149 h 258"/>
                <a:gd name="T2" fmla="*/ 36 w 244"/>
                <a:gd name="T3" fmla="*/ 194 h 258"/>
                <a:gd name="T4" fmla="*/ 36 w 244"/>
                <a:gd name="T5" fmla="*/ 218 h 258"/>
                <a:gd name="T6" fmla="*/ 36 w 244"/>
                <a:gd name="T7" fmla="*/ 205 h 258"/>
                <a:gd name="T8" fmla="*/ 89 w 244"/>
                <a:gd name="T9" fmla="*/ 251 h 258"/>
                <a:gd name="T10" fmla="*/ 146 w 244"/>
                <a:gd name="T11" fmla="*/ 254 h 258"/>
                <a:gd name="T12" fmla="*/ 201 w 244"/>
                <a:gd name="T13" fmla="*/ 212 h 258"/>
                <a:gd name="T14" fmla="*/ 201 w 244"/>
                <a:gd name="T15" fmla="*/ 213 h 258"/>
                <a:gd name="T16" fmla="*/ 202 w 244"/>
                <a:gd name="T17" fmla="*/ 209 h 258"/>
                <a:gd name="T18" fmla="*/ 211 w 244"/>
                <a:gd name="T19" fmla="*/ 150 h 258"/>
                <a:gd name="T20" fmla="*/ 231 w 244"/>
                <a:gd name="T21" fmla="*/ 128 h 258"/>
                <a:gd name="T22" fmla="*/ 230 w 244"/>
                <a:gd name="T23" fmla="*/ 77 h 258"/>
                <a:gd name="T24" fmla="*/ 229 w 244"/>
                <a:gd name="T25" fmla="*/ 77 h 258"/>
                <a:gd name="T26" fmla="*/ 209 w 244"/>
                <a:gd name="T27" fmla="*/ 116 h 258"/>
                <a:gd name="T28" fmla="*/ 204 w 244"/>
                <a:gd name="T29" fmla="*/ 80 h 258"/>
                <a:gd name="T30" fmla="*/ 200 w 244"/>
                <a:gd name="T31" fmla="*/ 20 h 258"/>
                <a:gd name="T32" fmla="*/ 173 w 244"/>
                <a:gd name="T33" fmla="*/ 4 h 258"/>
                <a:gd name="T34" fmla="*/ 96 w 244"/>
                <a:gd name="T35" fmla="*/ 11 h 258"/>
                <a:gd name="T36" fmla="*/ 45 w 244"/>
                <a:gd name="T37" fmla="*/ 7 h 258"/>
                <a:gd name="T38" fmla="*/ 35 w 244"/>
                <a:gd name="T39" fmla="*/ 31 h 258"/>
                <a:gd name="T40" fmla="*/ 33 w 244"/>
                <a:gd name="T41" fmla="*/ 89 h 258"/>
                <a:gd name="T42" fmla="*/ 27 w 244"/>
                <a:gd name="T43" fmla="*/ 125 h 258"/>
                <a:gd name="T44" fmla="*/ 6 w 244"/>
                <a:gd name="T45" fmla="*/ 76 h 258"/>
                <a:gd name="T46" fmla="*/ 6 w 244"/>
                <a:gd name="T47" fmla="*/ 76 h 258"/>
                <a:gd name="T48" fmla="*/ 0 w 244"/>
                <a:gd name="T49" fmla="*/ 87 h 258"/>
                <a:gd name="T50" fmla="*/ 7 w 244"/>
                <a:gd name="T51" fmla="*/ 130 h 258"/>
                <a:gd name="T52" fmla="*/ 17 w 244"/>
                <a:gd name="T53" fmla="*/ 148 h 258"/>
                <a:gd name="T54" fmla="*/ 29 w 244"/>
                <a:gd name="T55" fmla="*/ 149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4" h="258">
                  <a:moveTo>
                    <a:pt x="29" y="149"/>
                  </a:moveTo>
                  <a:cubicBezTo>
                    <a:pt x="29" y="149"/>
                    <a:pt x="36" y="184"/>
                    <a:pt x="36" y="194"/>
                  </a:cubicBezTo>
                  <a:cubicBezTo>
                    <a:pt x="36" y="198"/>
                    <a:pt x="36" y="207"/>
                    <a:pt x="36" y="218"/>
                  </a:cubicBezTo>
                  <a:cubicBezTo>
                    <a:pt x="36" y="210"/>
                    <a:pt x="36" y="205"/>
                    <a:pt x="36" y="205"/>
                  </a:cubicBezTo>
                  <a:cubicBezTo>
                    <a:pt x="36" y="205"/>
                    <a:pt x="71" y="247"/>
                    <a:pt x="89" y="251"/>
                  </a:cubicBezTo>
                  <a:cubicBezTo>
                    <a:pt x="107" y="256"/>
                    <a:pt x="133" y="258"/>
                    <a:pt x="146" y="254"/>
                  </a:cubicBezTo>
                  <a:cubicBezTo>
                    <a:pt x="159" y="251"/>
                    <a:pt x="201" y="212"/>
                    <a:pt x="201" y="212"/>
                  </a:cubicBezTo>
                  <a:cubicBezTo>
                    <a:pt x="201" y="212"/>
                    <a:pt x="201" y="212"/>
                    <a:pt x="201" y="213"/>
                  </a:cubicBezTo>
                  <a:cubicBezTo>
                    <a:pt x="202" y="211"/>
                    <a:pt x="202" y="209"/>
                    <a:pt x="202" y="209"/>
                  </a:cubicBezTo>
                  <a:cubicBezTo>
                    <a:pt x="202" y="209"/>
                    <a:pt x="211" y="163"/>
                    <a:pt x="211" y="150"/>
                  </a:cubicBezTo>
                  <a:cubicBezTo>
                    <a:pt x="224" y="152"/>
                    <a:pt x="230" y="137"/>
                    <a:pt x="231" y="128"/>
                  </a:cubicBezTo>
                  <a:cubicBezTo>
                    <a:pt x="233" y="118"/>
                    <a:pt x="244" y="73"/>
                    <a:pt x="230" y="77"/>
                  </a:cubicBezTo>
                  <a:cubicBezTo>
                    <a:pt x="229" y="77"/>
                    <a:pt x="229" y="77"/>
                    <a:pt x="229" y="77"/>
                  </a:cubicBezTo>
                  <a:cubicBezTo>
                    <a:pt x="224" y="91"/>
                    <a:pt x="210" y="117"/>
                    <a:pt x="209" y="116"/>
                  </a:cubicBezTo>
                  <a:cubicBezTo>
                    <a:pt x="209" y="114"/>
                    <a:pt x="204" y="89"/>
                    <a:pt x="204" y="80"/>
                  </a:cubicBezTo>
                  <a:cubicBezTo>
                    <a:pt x="204" y="70"/>
                    <a:pt x="201" y="40"/>
                    <a:pt x="200" y="20"/>
                  </a:cubicBezTo>
                  <a:cubicBezTo>
                    <a:pt x="199" y="0"/>
                    <a:pt x="185" y="0"/>
                    <a:pt x="173" y="4"/>
                  </a:cubicBezTo>
                  <a:cubicBezTo>
                    <a:pt x="161" y="8"/>
                    <a:pt x="122" y="11"/>
                    <a:pt x="96" y="11"/>
                  </a:cubicBezTo>
                  <a:cubicBezTo>
                    <a:pt x="70" y="11"/>
                    <a:pt x="45" y="7"/>
                    <a:pt x="45" y="7"/>
                  </a:cubicBezTo>
                  <a:cubicBezTo>
                    <a:pt x="45" y="7"/>
                    <a:pt x="37" y="26"/>
                    <a:pt x="35" y="31"/>
                  </a:cubicBezTo>
                  <a:cubicBezTo>
                    <a:pt x="32" y="37"/>
                    <a:pt x="32" y="73"/>
                    <a:pt x="33" y="89"/>
                  </a:cubicBezTo>
                  <a:cubicBezTo>
                    <a:pt x="33" y="105"/>
                    <a:pt x="30" y="133"/>
                    <a:pt x="27" y="125"/>
                  </a:cubicBezTo>
                  <a:cubicBezTo>
                    <a:pt x="23" y="118"/>
                    <a:pt x="14" y="91"/>
                    <a:pt x="6" y="76"/>
                  </a:cubicBezTo>
                  <a:cubicBezTo>
                    <a:pt x="6" y="76"/>
                    <a:pt x="6" y="76"/>
                    <a:pt x="6" y="76"/>
                  </a:cubicBezTo>
                  <a:cubicBezTo>
                    <a:pt x="3" y="77"/>
                    <a:pt x="0" y="80"/>
                    <a:pt x="0" y="87"/>
                  </a:cubicBezTo>
                  <a:cubicBezTo>
                    <a:pt x="1" y="106"/>
                    <a:pt x="7" y="119"/>
                    <a:pt x="7" y="130"/>
                  </a:cubicBezTo>
                  <a:cubicBezTo>
                    <a:pt x="7" y="140"/>
                    <a:pt x="6" y="142"/>
                    <a:pt x="17" y="148"/>
                  </a:cubicBezTo>
                  <a:cubicBezTo>
                    <a:pt x="21" y="150"/>
                    <a:pt x="29" y="149"/>
                    <a:pt x="29" y="149"/>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3" name="Freeform 90"/>
            <p:cNvSpPr>
              <a:spLocks/>
            </p:cNvSpPr>
            <p:nvPr/>
          </p:nvSpPr>
          <p:spPr bwMode="auto">
            <a:xfrm>
              <a:off x="5920580" y="3820946"/>
              <a:ext cx="430213" cy="407988"/>
            </a:xfrm>
            <a:custGeom>
              <a:avLst/>
              <a:gdLst>
                <a:gd name="T0" fmla="*/ 145 w 201"/>
                <a:gd name="T1" fmla="*/ 24 h 190"/>
                <a:gd name="T2" fmla="*/ 108 w 201"/>
                <a:gd name="T3" fmla="*/ 18 h 190"/>
                <a:gd name="T4" fmla="*/ 76 w 201"/>
                <a:gd name="T5" fmla="*/ 14 h 190"/>
                <a:gd name="T6" fmla="*/ 33 w 201"/>
                <a:gd name="T7" fmla="*/ 16 h 190"/>
                <a:gd name="T8" fmla="*/ 2 w 201"/>
                <a:gd name="T9" fmla="*/ 18 h 190"/>
                <a:gd name="T10" fmla="*/ 29 w 201"/>
                <a:gd name="T11" fmla="*/ 45 h 190"/>
                <a:gd name="T12" fmla="*/ 44 w 201"/>
                <a:gd name="T13" fmla="*/ 48 h 190"/>
                <a:gd name="T14" fmla="*/ 72 w 201"/>
                <a:gd name="T15" fmla="*/ 50 h 190"/>
                <a:gd name="T16" fmla="*/ 70 w 201"/>
                <a:gd name="T17" fmla="*/ 78 h 190"/>
                <a:gd name="T18" fmla="*/ 23 w 201"/>
                <a:gd name="T19" fmla="*/ 115 h 190"/>
                <a:gd name="T20" fmla="*/ 3 w 201"/>
                <a:gd name="T21" fmla="*/ 123 h 190"/>
                <a:gd name="T22" fmla="*/ 1 w 201"/>
                <a:gd name="T23" fmla="*/ 133 h 190"/>
                <a:gd name="T24" fmla="*/ 14 w 201"/>
                <a:gd name="T25" fmla="*/ 146 h 190"/>
                <a:gd name="T26" fmla="*/ 33 w 201"/>
                <a:gd name="T27" fmla="*/ 167 h 190"/>
                <a:gd name="T28" fmla="*/ 68 w 201"/>
                <a:gd name="T29" fmla="*/ 182 h 190"/>
                <a:gd name="T30" fmla="*/ 104 w 201"/>
                <a:gd name="T31" fmla="*/ 183 h 190"/>
                <a:gd name="T32" fmla="*/ 138 w 201"/>
                <a:gd name="T33" fmla="*/ 155 h 190"/>
                <a:gd name="T34" fmla="*/ 170 w 201"/>
                <a:gd name="T35" fmla="*/ 126 h 190"/>
                <a:gd name="T36" fmla="*/ 187 w 201"/>
                <a:gd name="T37" fmla="*/ 100 h 190"/>
                <a:gd name="T38" fmla="*/ 201 w 201"/>
                <a:gd name="T39" fmla="*/ 89 h 190"/>
                <a:gd name="T40" fmla="*/ 145 w 201"/>
                <a:gd name="T41" fmla="*/ 24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1" h="190">
                  <a:moveTo>
                    <a:pt x="145" y="24"/>
                  </a:moveTo>
                  <a:cubicBezTo>
                    <a:pt x="145" y="24"/>
                    <a:pt x="122" y="20"/>
                    <a:pt x="108" y="18"/>
                  </a:cubicBezTo>
                  <a:cubicBezTo>
                    <a:pt x="95" y="15"/>
                    <a:pt x="89" y="8"/>
                    <a:pt x="76" y="14"/>
                  </a:cubicBezTo>
                  <a:cubicBezTo>
                    <a:pt x="63" y="20"/>
                    <a:pt x="41" y="16"/>
                    <a:pt x="33" y="16"/>
                  </a:cubicBezTo>
                  <a:cubicBezTo>
                    <a:pt x="25" y="16"/>
                    <a:pt x="0" y="0"/>
                    <a:pt x="2" y="18"/>
                  </a:cubicBezTo>
                  <a:cubicBezTo>
                    <a:pt x="4" y="31"/>
                    <a:pt x="17" y="41"/>
                    <a:pt x="29" y="45"/>
                  </a:cubicBezTo>
                  <a:cubicBezTo>
                    <a:pt x="35" y="47"/>
                    <a:pt x="40" y="48"/>
                    <a:pt x="44" y="48"/>
                  </a:cubicBezTo>
                  <a:cubicBezTo>
                    <a:pt x="58" y="48"/>
                    <a:pt x="72" y="50"/>
                    <a:pt x="72" y="50"/>
                  </a:cubicBezTo>
                  <a:cubicBezTo>
                    <a:pt x="72" y="50"/>
                    <a:pt x="72" y="73"/>
                    <a:pt x="70" y="78"/>
                  </a:cubicBezTo>
                  <a:cubicBezTo>
                    <a:pt x="67" y="82"/>
                    <a:pt x="34" y="109"/>
                    <a:pt x="23" y="115"/>
                  </a:cubicBezTo>
                  <a:cubicBezTo>
                    <a:pt x="15" y="119"/>
                    <a:pt x="7" y="120"/>
                    <a:pt x="3" y="123"/>
                  </a:cubicBezTo>
                  <a:cubicBezTo>
                    <a:pt x="1" y="125"/>
                    <a:pt x="0" y="128"/>
                    <a:pt x="1" y="133"/>
                  </a:cubicBezTo>
                  <a:cubicBezTo>
                    <a:pt x="5" y="145"/>
                    <a:pt x="14" y="146"/>
                    <a:pt x="14" y="146"/>
                  </a:cubicBezTo>
                  <a:cubicBezTo>
                    <a:pt x="14" y="146"/>
                    <a:pt x="18" y="166"/>
                    <a:pt x="33" y="167"/>
                  </a:cubicBezTo>
                  <a:cubicBezTo>
                    <a:pt x="41" y="175"/>
                    <a:pt x="64" y="182"/>
                    <a:pt x="68" y="182"/>
                  </a:cubicBezTo>
                  <a:cubicBezTo>
                    <a:pt x="77" y="188"/>
                    <a:pt x="92" y="190"/>
                    <a:pt x="104" y="183"/>
                  </a:cubicBezTo>
                  <a:cubicBezTo>
                    <a:pt x="116" y="176"/>
                    <a:pt x="125" y="162"/>
                    <a:pt x="138" y="155"/>
                  </a:cubicBezTo>
                  <a:cubicBezTo>
                    <a:pt x="152" y="149"/>
                    <a:pt x="166" y="133"/>
                    <a:pt x="170" y="126"/>
                  </a:cubicBezTo>
                  <a:cubicBezTo>
                    <a:pt x="174" y="119"/>
                    <a:pt x="179" y="106"/>
                    <a:pt x="187" y="100"/>
                  </a:cubicBezTo>
                  <a:cubicBezTo>
                    <a:pt x="194" y="93"/>
                    <a:pt x="201" y="89"/>
                    <a:pt x="201" y="89"/>
                  </a:cubicBezTo>
                  <a:cubicBezTo>
                    <a:pt x="201" y="89"/>
                    <a:pt x="181" y="34"/>
                    <a:pt x="145" y="24"/>
                  </a:cubicBezTo>
                </a:path>
              </a:pathLst>
            </a:custGeom>
            <a:solidFill>
              <a:srgbClr val="F5C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4" name="Freeform 91"/>
            <p:cNvSpPr>
              <a:spLocks noEditPoints="1"/>
            </p:cNvSpPr>
            <p:nvPr/>
          </p:nvSpPr>
          <p:spPr bwMode="auto">
            <a:xfrm>
              <a:off x="5382418" y="2485859"/>
              <a:ext cx="1427163" cy="4030663"/>
            </a:xfrm>
            <a:custGeom>
              <a:avLst/>
              <a:gdLst>
                <a:gd name="T0" fmla="*/ 148 w 666"/>
                <a:gd name="T1" fmla="*/ 1870 h 1881"/>
                <a:gd name="T2" fmla="*/ 244 w 666"/>
                <a:gd name="T3" fmla="*/ 1808 h 1881"/>
                <a:gd name="T4" fmla="*/ 205 w 666"/>
                <a:gd name="T5" fmla="*/ 1689 h 1881"/>
                <a:gd name="T6" fmla="*/ 236 w 666"/>
                <a:gd name="T7" fmla="*/ 1421 h 1881"/>
                <a:gd name="T8" fmla="*/ 309 w 666"/>
                <a:gd name="T9" fmla="*/ 991 h 1881"/>
                <a:gd name="T10" fmla="*/ 336 w 666"/>
                <a:gd name="T11" fmla="*/ 1041 h 1881"/>
                <a:gd name="T12" fmla="*/ 378 w 666"/>
                <a:gd name="T13" fmla="*/ 1382 h 1881"/>
                <a:gd name="T14" fmla="*/ 381 w 666"/>
                <a:gd name="T15" fmla="*/ 1482 h 1881"/>
                <a:gd name="T16" fmla="*/ 389 w 666"/>
                <a:gd name="T17" fmla="*/ 1739 h 1881"/>
                <a:gd name="T18" fmla="*/ 368 w 666"/>
                <a:gd name="T19" fmla="*/ 1824 h 1881"/>
                <a:gd name="T20" fmla="*/ 532 w 666"/>
                <a:gd name="T21" fmla="*/ 1835 h 1881"/>
                <a:gd name="T22" fmla="*/ 534 w 666"/>
                <a:gd name="T23" fmla="*/ 1717 h 1881"/>
                <a:gd name="T24" fmla="*/ 541 w 666"/>
                <a:gd name="T25" fmla="*/ 1387 h 1881"/>
                <a:gd name="T26" fmla="*/ 551 w 666"/>
                <a:gd name="T27" fmla="*/ 964 h 1881"/>
                <a:gd name="T28" fmla="*/ 553 w 666"/>
                <a:gd name="T29" fmla="*/ 828 h 1881"/>
                <a:gd name="T30" fmla="*/ 544 w 666"/>
                <a:gd name="T31" fmla="*/ 694 h 1881"/>
                <a:gd name="T32" fmla="*/ 656 w 666"/>
                <a:gd name="T33" fmla="*/ 508 h 1881"/>
                <a:gd name="T34" fmla="*/ 649 w 666"/>
                <a:gd name="T35" fmla="*/ 301 h 1881"/>
                <a:gd name="T36" fmla="*/ 619 w 666"/>
                <a:gd name="T37" fmla="*/ 182 h 1881"/>
                <a:gd name="T38" fmla="*/ 588 w 666"/>
                <a:gd name="T39" fmla="*/ 98 h 1881"/>
                <a:gd name="T40" fmla="*/ 417 w 666"/>
                <a:gd name="T41" fmla="*/ 10 h 1881"/>
                <a:gd name="T42" fmla="*/ 412 w 666"/>
                <a:gd name="T43" fmla="*/ 47 h 1881"/>
                <a:gd name="T44" fmla="*/ 357 w 666"/>
                <a:gd name="T45" fmla="*/ 92 h 1881"/>
                <a:gd name="T46" fmla="*/ 345 w 666"/>
                <a:gd name="T47" fmla="*/ 86 h 1881"/>
                <a:gd name="T48" fmla="*/ 343 w 666"/>
                <a:gd name="T49" fmla="*/ 86 h 1881"/>
                <a:gd name="T50" fmla="*/ 343 w 666"/>
                <a:gd name="T51" fmla="*/ 86 h 1881"/>
                <a:gd name="T52" fmla="*/ 367 w 666"/>
                <a:gd name="T53" fmla="*/ 109 h 1881"/>
                <a:gd name="T54" fmla="*/ 372 w 666"/>
                <a:gd name="T55" fmla="*/ 238 h 1881"/>
                <a:gd name="T56" fmla="*/ 304 w 666"/>
                <a:gd name="T57" fmla="*/ 258 h 1881"/>
                <a:gd name="T58" fmla="*/ 313 w 666"/>
                <a:gd name="T59" fmla="*/ 109 h 1881"/>
                <a:gd name="T60" fmla="*/ 336 w 666"/>
                <a:gd name="T61" fmla="*/ 87 h 1881"/>
                <a:gd name="T62" fmla="*/ 336 w 666"/>
                <a:gd name="T63" fmla="*/ 87 h 1881"/>
                <a:gd name="T64" fmla="*/ 282 w 666"/>
                <a:gd name="T65" fmla="*/ 147 h 1881"/>
                <a:gd name="T66" fmla="*/ 260 w 666"/>
                <a:gd name="T67" fmla="*/ 0 h 1881"/>
                <a:gd name="T68" fmla="*/ 216 w 666"/>
                <a:gd name="T69" fmla="*/ 35 h 1881"/>
                <a:gd name="T70" fmla="*/ 64 w 666"/>
                <a:gd name="T71" fmla="*/ 81 h 1881"/>
                <a:gd name="T72" fmla="*/ 14 w 666"/>
                <a:gd name="T73" fmla="*/ 252 h 1881"/>
                <a:gd name="T74" fmla="*/ 1 w 666"/>
                <a:gd name="T75" fmla="*/ 493 h 1881"/>
                <a:gd name="T76" fmla="*/ 105 w 666"/>
                <a:gd name="T77" fmla="*/ 671 h 1881"/>
                <a:gd name="T78" fmla="*/ 75 w 666"/>
                <a:gd name="T79" fmla="*/ 899 h 1881"/>
                <a:gd name="T80" fmla="*/ 82 w 666"/>
                <a:gd name="T81" fmla="*/ 1140 h 1881"/>
                <a:gd name="T82" fmla="*/ 82 w 666"/>
                <a:gd name="T83" fmla="*/ 1338 h 1881"/>
                <a:gd name="T84" fmla="*/ 72 w 666"/>
                <a:gd name="T85" fmla="*/ 1602 h 1881"/>
                <a:gd name="T86" fmla="*/ 84 w 666"/>
                <a:gd name="T87" fmla="*/ 1752 h 1881"/>
                <a:gd name="T88" fmla="*/ 67 w 666"/>
                <a:gd name="T89" fmla="*/ 1829 h 1881"/>
                <a:gd name="T90" fmla="*/ 389 w 666"/>
                <a:gd name="T91" fmla="*/ 778 h 1881"/>
                <a:gd name="T92" fmla="*/ 284 w 666"/>
                <a:gd name="T93" fmla="*/ 790 h 1881"/>
                <a:gd name="T94" fmla="*/ 254 w 666"/>
                <a:gd name="T95" fmla="*/ 746 h 1881"/>
                <a:gd name="T96" fmla="*/ 253 w 666"/>
                <a:gd name="T97" fmla="*/ 641 h 1881"/>
                <a:gd name="T98" fmla="*/ 359 w 666"/>
                <a:gd name="T99" fmla="*/ 641 h 1881"/>
                <a:gd name="T100" fmla="*/ 438 w 666"/>
                <a:gd name="T101" fmla="*/ 723 h 1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6" h="1881">
                  <a:moveTo>
                    <a:pt x="67" y="1829"/>
                  </a:moveTo>
                  <a:cubicBezTo>
                    <a:pt x="67" y="1829"/>
                    <a:pt x="78" y="1834"/>
                    <a:pt x="89" y="1836"/>
                  </a:cubicBezTo>
                  <a:cubicBezTo>
                    <a:pt x="100" y="1838"/>
                    <a:pt x="108" y="1863"/>
                    <a:pt x="148" y="1870"/>
                  </a:cubicBezTo>
                  <a:cubicBezTo>
                    <a:pt x="188" y="1877"/>
                    <a:pt x="218" y="1881"/>
                    <a:pt x="218" y="1881"/>
                  </a:cubicBezTo>
                  <a:cubicBezTo>
                    <a:pt x="218" y="1881"/>
                    <a:pt x="235" y="1855"/>
                    <a:pt x="242" y="1841"/>
                  </a:cubicBezTo>
                  <a:cubicBezTo>
                    <a:pt x="249" y="1827"/>
                    <a:pt x="244" y="1808"/>
                    <a:pt x="244" y="1808"/>
                  </a:cubicBezTo>
                  <a:cubicBezTo>
                    <a:pt x="240" y="1794"/>
                    <a:pt x="237" y="1790"/>
                    <a:pt x="237" y="1784"/>
                  </a:cubicBezTo>
                  <a:cubicBezTo>
                    <a:pt x="237" y="1777"/>
                    <a:pt x="231" y="1763"/>
                    <a:pt x="224" y="1741"/>
                  </a:cubicBezTo>
                  <a:cubicBezTo>
                    <a:pt x="217" y="1720"/>
                    <a:pt x="205" y="1689"/>
                    <a:pt x="205" y="1689"/>
                  </a:cubicBezTo>
                  <a:cubicBezTo>
                    <a:pt x="205" y="1689"/>
                    <a:pt x="226" y="1670"/>
                    <a:pt x="225" y="1638"/>
                  </a:cubicBezTo>
                  <a:cubicBezTo>
                    <a:pt x="224" y="1606"/>
                    <a:pt x="220" y="1536"/>
                    <a:pt x="224" y="1523"/>
                  </a:cubicBezTo>
                  <a:cubicBezTo>
                    <a:pt x="227" y="1511"/>
                    <a:pt x="237" y="1429"/>
                    <a:pt x="236" y="1421"/>
                  </a:cubicBezTo>
                  <a:cubicBezTo>
                    <a:pt x="234" y="1413"/>
                    <a:pt x="244" y="1374"/>
                    <a:pt x="243" y="1359"/>
                  </a:cubicBezTo>
                  <a:cubicBezTo>
                    <a:pt x="243" y="1359"/>
                    <a:pt x="270" y="1166"/>
                    <a:pt x="274" y="1146"/>
                  </a:cubicBezTo>
                  <a:cubicBezTo>
                    <a:pt x="278" y="1126"/>
                    <a:pt x="306" y="1000"/>
                    <a:pt x="309" y="991"/>
                  </a:cubicBezTo>
                  <a:cubicBezTo>
                    <a:pt x="312" y="983"/>
                    <a:pt x="317" y="974"/>
                    <a:pt x="317" y="974"/>
                  </a:cubicBezTo>
                  <a:cubicBezTo>
                    <a:pt x="317" y="974"/>
                    <a:pt x="324" y="972"/>
                    <a:pt x="328" y="987"/>
                  </a:cubicBezTo>
                  <a:cubicBezTo>
                    <a:pt x="332" y="1003"/>
                    <a:pt x="336" y="1017"/>
                    <a:pt x="336" y="1041"/>
                  </a:cubicBezTo>
                  <a:cubicBezTo>
                    <a:pt x="335" y="1065"/>
                    <a:pt x="350" y="1181"/>
                    <a:pt x="353" y="1218"/>
                  </a:cubicBezTo>
                  <a:cubicBezTo>
                    <a:pt x="356" y="1255"/>
                    <a:pt x="367" y="1350"/>
                    <a:pt x="371" y="1362"/>
                  </a:cubicBezTo>
                  <a:cubicBezTo>
                    <a:pt x="374" y="1374"/>
                    <a:pt x="377" y="1376"/>
                    <a:pt x="378" y="1382"/>
                  </a:cubicBezTo>
                  <a:cubicBezTo>
                    <a:pt x="378" y="1388"/>
                    <a:pt x="372" y="1399"/>
                    <a:pt x="376" y="1411"/>
                  </a:cubicBezTo>
                  <a:cubicBezTo>
                    <a:pt x="379" y="1422"/>
                    <a:pt x="380" y="1424"/>
                    <a:pt x="378" y="1434"/>
                  </a:cubicBezTo>
                  <a:cubicBezTo>
                    <a:pt x="376" y="1445"/>
                    <a:pt x="379" y="1466"/>
                    <a:pt x="381" y="1482"/>
                  </a:cubicBezTo>
                  <a:cubicBezTo>
                    <a:pt x="384" y="1497"/>
                    <a:pt x="379" y="1518"/>
                    <a:pt x="380" y="1533"/>
                  </a:cubicBezTo>
                  <a:cubicBezTo>
                    <a:pt x="381" y="1548"/>
                    <a:pt x="370" y="1642"/>
                    <a:pt x="375" y="1665"/>
                  </a:cubicBezTo>
                  <a:cubicBezTo>
                    <a:pt x="379" y="1689"/>
                    <a:pt x="378" y="1719"/>
                    <a:pt x="389" y="1739"/>
                  </a:cubicBezTo>
                  <a:cubicBezTo>
                    <a:pt x="401" y="1759"/>
                    <a:pt x="407" y="1759"/>
                    <a:pt x="399" y="1774"/>
                  </a:cubicBezTo>
                  <a:cubicBezTo>
                    <a:pt x="390" y="1790"/>
                    <a:pt x="391" y="1794"/>
                    <a:pt x="385" y="1798"/>
                  </a:cubicBezTo>
                  <a:cubicBezTo>
                    <a:pt x="380" y="1801"/>
                    <a:pt x="361" y="1804"/>
                    <a:pt x="368" y="1824"/>
                  </a:cubicBezTo>
                  <a:cubicBezTo>
                    <a:pt x="368" y="1824"/>
                    <a:pt x="381" y="1861"/>
                    <a:pt x="380" y="1866"/>
                  </a:cubicBezTo>
                  <a:cubicBezTo>
                    <a:pt x="379" y="1871"/>
                    <a:pt x="417" y="1872"/>
                    <a:pt x="455" y="1867"/>
                  </a:cubicBezTo>
                  <a:cubicBezTo>
                    <a:pt x="493" y="1862"/>
                    <a:pt x="530" y="1841"/>
                    <a:pt x="532" y="1835"/>
                  </a:cubicBezTo>
                  <a:cubicBezTo>
                    <a:pt x="534" y="1829"/>
                    <a:pt x="527" y="1802"/>
                    <a:pt x="527" y="1802"/>
                  </a:cubicBezTo>
                  <a:cubicBezTo>
                    <a:pt x="529" y="1785"/>
                    <a:pt x="533" y="1791"/>
                    <a:pt x="530" y="1774"/>
                  </a:cubicBezTo>
                  <a:cubicBezTo>
                    <a:pt x="526" y="1757"/>
                    <a:pt x="532" y="1744"/>
                    <a:pt x="534" y="1717"/>
                  </a:cubicBezTo>
                  <a:cubicBezTo>
                    <a:pt x="536" y="1690"/>
                    <a:pt x="534" y="1612"/>
                    <a:pt x="533" y="1605"/>
                  </a:cubicBezTo>
                  <a:cubicBezTo>
                    <a:pt x="533" y="1598"/>
                    <a:pt x="544" y="1508"/>
                    <a:pt x="544" y="1479"/>
                  </a:cubicBezTo>
                  <a:cubicBezTo>
                    <a:pt x="544" y="1450"/>
                    <a:pt x="543" y="1403"/>
                    <a:pt x="541" y="1387"/>
                  </a:cubicBezTo>
                  <a:cubicBezTo>
                    <a:pt x="539" y="1370"/>
                    <a:pt x="536" y="1223"/>
                    <a:pt x="536" y="1195"/>
                  </a:cubicBezTo>
                  <a:cubicBezTo>
                    <a:pt x="536" y="1168"/>
                    <a:pt x="547" y="1058"/>
                    <a:pt x="549" y="1036"/>
                  </a:cubicBezTo>
                  <a:cubicBezTo>
                    <a:pt x="550" y="1015"/>
                    <a:pt x="549" y="981"/>
                    <a:pt x="551" y="964"/>
                  </a:cubicBezTo>
                  <a:cubicBezTo>
                    <a:pt x="554" y="946"/>
                    <a:pt x="555" y="934"/>
                    <a:pt x="555" y="934"/>
                  </a:cubicBezTo>
                  <a:cubicBezTo>
                    <a:pt x="555" y="934"/>
                    <a:pt x="562" y="939"/>
                    <a:pt x="560" y="917"/>
                  </a:cubicBezTo>
                  <a:cubicBezTo>
                    <a:pt x="558" y="894"/>
                    <a:pt x="553" y="849"/>
                    <a:pt x="553" y="828"/>
                  </a:cubicBezTo>
                  <a:cubicBezTo>
                    <a:pt x="553" y="806"/>
                    <a:pt x="555" y="811"/>
                    <a:pt x="555" y="795"/>
                  </a:cubicBezTo>
                  <a:cubicBezTo>
                    <a:pt x="556" y="778"/>
                    <a:pt x="551" y="743"/>
                    <a:pt x="548" y="726"/>
                  </a:cubicBezTo>
                  <a:cubicBezTo>
                    <a:pt x="545" y="709"/>
                    <a:pt x="544" y="694"/>
                    <a:pt x="544" y="694"/>
                  </a:cubicBezTo>
                  <a:cubicBezTo>
                    <a:pt x="544" y="694"/>
                    <a:pt x="569" y="660"/>
                    <a:pt x="585" y="647"/>
                  </a:cubicBezTo>
                  <a:cubicBezTo>
                    <a:pt x="600" y="635"/>
                    <a:pt x="617" y="612"/>
                    <a:pt x="625" y="597"/>
                  </a:cubicBezTo>
                  <a:cubicBezTo>
                    <a:pt x="632" y="581"/>
                    <a:pt x="655" y="535"/>
                    <a:pt x="656" y="508"/>
                  </a:cubicBezTo>
                  <a:cubicBezTo>
                    <a:pt x="658" y="480"/>
                    <a:pt x="657" y="477"/>
                    <a:pt x="661" y="459"/>
                  </a:cubicBezTo>
                  <a:cubicBezTo>
                    <a:pt x="666" y="441"/>
                    <a:pt x="665" y="424"/>
                    <a:pt x="664" y="412"/>
                  </a:cubicBezTo>
                  <a:cubicBezTo>
                    <a:pt x="663" y="400"/>
                    <a:pt x="650" y="321"/>
                    <a:pt x="649" y="301"/>
                  </a:cubicBezTo>
                  <a:cubicBezTo>
                    <a:pt x="648" y="281"/>
                    <a:pt x="640" y="258"/>
                    <a:pt x="633" y="247"/>
                  </a:cubicBezTo>
                  <a:cubicBezTo>
                    <a:pt x="626" y="236"/>
                    <a:pt x="629" y="227"/>
                    <a:pt x="627" y="216"/>
                  </a:cubicBezTo>
                  <a:cubicBezTo>
                    <a:pt x="626" y="205"/>
                    <a:pt x="620" y="194"/>
                    <a:pt x="619" y="182"/>
                  </a:cubicBezTo>
                  <a:cubicBezTo>
                    <a:pt x="618" y="171"/>
                    <a:pt x="621" y="164"/>
                    <a:pt x="616" y="156"/>
                  </a:cubicBezTo>
                  <a:cubicBezTo>
                    <a:pt x="611" y="148"/>
                    <a:pt x="600" y="135"/>
                    <a:pt x="600" y="125"/>
                  </a:cubicBezTo>
                  <a:cubicBezTo>
                    <a:pt x="600" y="114"/>
                    <a:pt x="605" y="94"/>
                    <a:pt x="588" y="98"/>
                  </a:cubicBezTo>
                  <a:cubicBezTo>
                    <a:pt x="567" y="87"/>
                    <a:pt x="475" y="56"/>
                    <a:pt x="470" y="55"/>
                  </a:cubicBezTo>
                  <a:cubicBezTo>
                    <a:pt x="464" y="53"/>
                    <a:pt x="436" y="41"/>
                    <a:pt x="436" y="41"/>
                  </a:cubicBezTo>
                  <a:cubicBezTo>
                    <a:pt x="417" y="10"/>
                    <a:pt x="417" y="10"/>
                    <a:pt x="417" y="10"/>
                  </a:cubicBezTo>
                  <a:cubicBezTo>
                    <a:pt x="415" y="4"/>
                    <a:pt x="415" y="4"/>
                    <a:pt x="415" y="4"/>
                  </a:cubicBezTo>
                  <a:cubicBezTo>
                    <a:pt x="416" y="9"/>
                    <a:pt x="416" y="16"/>
                    <a:pt x="416" y="16"/>
                  </a:cubicBezTo>
                  <a:cubicBezTo>
                    <a:pt x="416" y="16"/>
                    <a:pt x="417" y="38"/>
                    <a:pt x="412" y="47"/>
                  </a:cubicBezTo>
                  <a:cubicBezTo>
                    <a:pt x="408" y="57"/>
                    <a:pt x="394" y="113"/>
                    <a:pt x="392" y="121"/>
                  </a:cubicBezTo>
                  <a:cubicBezTo>
                    <a:pt x="391" y="123"/>
                    <a:pt x="390" y="129"/>
                    <a:pt x="388" y="139"/>
                  </a:cubicBezTo>
                  <a:cubicBezTo>
                    <a:pt x="377" y="118"/>
                    <a:pt x="367" y="101"/>
                    <a:pt x="357" y="92"/>
                  </a:cubicBezTo>
                  <a:cubicBezTo>
                    <a:pt x="354" y="90"/>
                    <a:pt x="351" y="88"/>
                    <a:pt x="348" y="87"/>
                  </a:cubicBezTo>
                  <a:cubicBezTo>
                    <a:pt x="347" y="87"/>
                    <a:pt x="347" y="86"/>
                    <a:pt x="347" y="86"/>
                  </a:cubicBezTo>
                  <a:cubicBezTo>
                    <a:pt x="346" y="86"/>
                    <a:pt x="346" y="86"/>
                    <a:pt x="345" y="86"/>
                  </a:cubicBezTo>
                  <a:cubicBezTo>
                    <a:pt x="345" y="86"/>
                    <a:pt x="344" y="86"/>
                    <a:pt x="344" y="86"/>
                  </a:cubicBezTo>
                  <a:cubicBezTo>
                    <a:pt x="344" y="86"/>
                    <a:pt x="344" y="86"/>
                    <a:pt x="344" y="86"/>
                  </a:cubicBezTo>
                  <a:cubicBezTo>
                    <a:pt x="344" y="86"/>
                    <a:pt x="343" y="86"/>
                    <a:pt x="343" y="86"/>
                  </a:cubicBezTo>
                  <a:cubicBezTo>
                    <a:pt x="343" y="86"/>
                    <a:pt x="343" y="86"/>
                    <a:pt x="343" y="86"/>
                  </a:cubicBezTo>
                  <a:cubicBezTo>
                    <a:pt x="343" y="86"/>
                    <a:pt x="343" y="86"/>
                    <a:pt x="343" y="86"/>
                  </a:cubicBezTo>
                  <a:cubicBezTo>
                    <a:pt x="343" y="86"/>
                    <a:pt x="343" y="86"/>
                    <a:pt x="343" y="86"/>
                  </a:cubicBezTo>
                  <a:cubicBezTo>
                    <a:pt x="343" y="86"/>
                    <a:pt x="344" y="86"/>
                    <a:pt x="344" y="86"/>
                  </a:cubicBezTo>
                  <a:cubicBezTo>
                    <a:pt x="346" y="87"/>
                    <a:pt x="350" y="90"/>
                    <a:pt x="354" y="94"/>
                  </a:cubicBezTo>
                  <a:cubicBezTo>
                    <a:pt x="358" y="98"/>
                    <a:pt x="363" y="104"/>
                    <a:pt x="367" y="109"/>
                  </a:cubicBezTo>
                  <a:cubicBezTo>
                    <a:pt x="376" y="121"/>
                    <a:pt x="384" y="133"/>
                    <a:pt x="388" y="140"/>
                  </a:cubicBezTo>
                  <a:cubicBezTo>
                    <a:pt x="384" y="161"/>
                    <a:pt x="377" y="199"/>
                    <a:pt x="370" y="232"/>
                  </a:cubicBezTo>
                  <a:cubicBezTo>
                    <a:pt x="371" y="236"/>
                    <a:pt x="372" y="238"/>
                    <a:pt x="372" y="238"/>
                  </a:cubicBezTo>
                  <a:cubicBezTo>
                    <a:pt x="331" y="423"/>
                    <a:pt x="331" y="423"/>
                    <a:pt x="331" y="423"/>
                  </a:cubicBezTo>
                  <a:cubicBezTo>
                    <a:pt x="304" y="260"/>
                    <a:pt x="304" y="260"/>
                    <a:pt x="304" y="260"/>
                  </a:cubicBezTo>
                  <a:cubicBezTo>
                    <a:pt x="304" y="258"/>
                    <a:pt x="304" y="258"/>
                    <a:pt x="304" y="258"/>
                  </a:cubicBezTo>
                  <a:cubicBezTo>
                    <a:pt x="302" y="245"/>
                    <a:pt x="301" y="236"/>
                    <a:pt x="300" y="233"/>
                  </a:cubicBezTo>
                  <a:cubicBezTo>
                    <a:pt x="298" y="225"/>
                    <a:pt x="289" y="183"/>
                    <a:pt x="282" y="149"/>
                  </a:cubicBezTo>
                  <a:cubicBezTo>
                    <a:pt x="288" y="141"/>
                    <a:pt x="300" y="124"/>
                    <a:pt x="313" y="109"/>
                  </a:cubicBezTo>
                  <a:cubicBezTo>
                    <a:pt x="317" y="104"/>
                    <a:pt x="322" y="99"/>
                    <a:pt x="326" y="95"/>
                  </a:cubicBezTo>
                  <a:cubicBezTo>
                    <a:pt x="330" y="91"/>
                    <a:pt x="333" y="89"/>
                    <a:pt x="336" y="87"/>
                  </a:cubicBezTo>
                  <a:cubicBezTo>
                    <a:pt x="336" y="87"/>
                    <a:pt x="336" y="87"/>
                    <a:pt x="336" y="87"/>
                  </a:cubicBezTo>
                  <a:cubicBezTo>
                    <a:pt x="336" y="87"/>
                    <a:pt x="336" y="87"/>
                    <a:pt x="337" y="87"/>
                  </a:cubicBezTo>
                  <a:cubicBezTo>
                    <a:pt x="337" y="87"/>
                    <a:pt x="337" y="87"/>
                    <a:pt x="337" y="87"/>
                  </a:cubicBezTo>
                  <a:cubicBezTo>
                    <a:pt x="337" y="87"/>
                    <a:pt x="336" y="87"/>
                    <a:pt x="336" y="87"/>
                  </a:cubicBezTo>
                  <a:cubicBezTo>
                    <a:pt x="335" y="87"/>
                    <a:pt x="335" y="87"/>
                    <a:pt x="334" y="87"/>
                  </a:cubicBezTo>
                  <a:cubicBezTo>
                    <a:pt x="330" y="88"/>
                    <a:pt x="326" y="91"/>
                    <a:pt x="322" y="94"/>
                  </a:cubicBezTo>
                  <a:cubicBezTo>
                    <a:pt x="309" y="105"/>
                    <a:pt x="294" y="125"/>
                    <a:pt x="282" y="147"/>
                  </a:cubicBezTo>
                  <a:cubicBezTo>
                    <a:pt x="277" y="126"/>
                    <a:pt x="273" y="108"/>
                    <a:pt x="272" y="105"/>
                  </a:cubicBezTo>
                  <a:cubicBezTo>
                    <a:pt x="268" y="98"/>
                    <a:pt x="261" y="65"/>
                    <a:pt x="259" y="55"/>
                  </a:cubicBezTo>
                  <a:cubicBezTo>
                    <a:pt x="258" y="45"/>
                    <a:pt x="252" y="8"/>
                    <a:pt x="260" y="0"/>
                  </a:cubicBezTo>
                  <a:cubicBezTo>
                    <a:pt x="258" y="1"/>
                    <a:pt x="254" y="5"/>
                    <a:pt x="252" y="8"/>
                  </a:cubicBezTo>
                  <a:cubicBezTo>
                    <a:pt x="250" y="12"/>
                    <a:pt x="240" y="21"/>
                    <a:pt x="234" y="25"/>
                  </a:cubicBezTo>
                  <a:cubicBezTo>
                    <a:pt x="229" y="29"/>
                    <a:pt x="221" y="33"/>
                    <a:pt x="216" y="35"/>
                  </a:cubicBezTo>
                  <a:cubicBezTo>
                    <a:pt x="211" y="37"/>
                    <a:pt x="164" y="54"/>
                    <a:pt x="152" y="57"/>
                  </a:cubicBezTo>
                  <a:cubicBezTo>
                    <a:pt x="140" y="60"/>
                    <a:pt x="78" y="78"/>
                    <a:pt x="78" y="78"/>
                  </a:cubicBezTo>
                  <a:cubicBezTo>
                    <a:pt x="78" y="78"/>
                    <a:pt x="71" y="70"/>
                    <a:pt x="64" y="81"/>
                  </a:cubicBezTo>
                  <a:cubicBezTo>
                    <a:pt x="58" y="92"/>
                    <a:pt x="58" y="111"/>
                    <a:pt x="53" y="123"/>
                  </a:cubicBezTo>
                  <a:cubicBezTo>
                    <a:pt x="47" y="136"/>
                    <a:pt x="44" y="143"/>
                    <a:pt x="40" y="156"/>
                  </a:cubicBezTo>
                  <a:cubicBezTo>
                    <a:pt x="36" y="169"/>
                    <a:pt x="18" y="232"/>
                    <a:pt x="14" y="252"/>
                  </a:cubicBezTo>
                  <a:cubicBezTo>
                    <a:pt x="10" y="272"/>
                    <a:pt x="10" y="301"/>
                    <a:pt x="9" y="315"/>
                  </a:cubicBezTo>
                  <a:cubicBezTo>
                    <a:pt x="7" y="330"/>
                    <a:pt x="0" y="401"/>
                    <a:pt x="0" y="414"/>
                  </a:cubicBezTo>
                  <a:cubicBezTo>
                    <a:pt x="0" y="427"/>
                    <a:pt x="0" y="479"/>
                    <a:pt x="1" y="493"/>
                  </a:cubicBezTo>
                  <a:cubicBezTo>
                    <a:pt x="3" y="508"/>
                    <a:pt x="6" y="537"/>
                    <a:pt x="25" y="560"/>
                  </a:cubicBezTo>
                  <a:cubicBezTo>
                    <a:pt x="45" y="583"/>
                    <a:pt x="94" y="658"/>
                    <a:pt x="100" y="663"/>
                  </a:cubicBezTo>
                  <a:cubicBezTo>
                    <a:pt x="106" y="668"/>
                    <a:pt x="105" y="671"/>
                    <a:pt x="105" y="671"/>
                  </a:cubicBezTo>
                  <a:cubicBezTo>
                    <a:pt x="105" y="671"/>
                    <a:pt x="98" y="730"/>
                    <a:pt x="98" y="751"/>
                  </a:cubicBezTo>
                  <a:cubicBezTo>
                    <a:pt x="98" y="773"/>
                    <a:pt x="94" y="806"/>
                    <a:pt x="91" y="816"/>
                  </a:cubicBezTo>
                  <a:cubicBezTo>
                    <a:pt x="89" y="825"/>
                    <a:pt x="77" y="887"/>
                    <a:pt x="75" y="899"/>
                  </a:cubicBezTo>
                  <a:cubicBezTo>
                    <a:pt x="73" y="912"/>
                    <a:pt x="70" y="921"/>
                    <a:pt x="75" y="924"/>
                  </a:cubicBezTo>
                  <a:cubicBezTo>
                    <a:pt x="74" y="939"/>
                    <a:pt x="74" y="964"/>
                    <a:pt x="74" y="975"/>
                  </a:cubicBezTo>
                  <a:cubicBezTo>
                    <a:pt x="74" y="986"/>
                    <a:pt x="82" y="1117"/>
                    <a:pt x="82" y="1140"/>
                  </a:cubicBezTo>
                  <a:cubicBezTo>
                    <a:pt x="83" y="1163"/>
                    <a:pt x="85" y="1171"/>
                    <a:pt x="84" y="1190"/>
                  </a:cubicBezTo>
                  <a:cubicBezTo>
                    <a:pt x="83" y="1209"/>
                    <a:pt x="84" y="1229"/>
                    <a:pt x="83" y="1243"/>
                  </a:cubicBezTo>
                  <a:cubicBezTo>
                    <a:pt x="83" y="1257"/>
                    <a:pt x="83" y="1322"/>
                    <a:pt x="82" y="1338"/>
                  </a:cubicBezTo>
                  <a:cubicBezTo>
                    <a:pt x="81" y="1353"/>
                    <a:pt x="70" y="1409"/>
                    <a:pt x="70" y="1422"/>
                  </a:cubicBezTo>
                  <a:cubicBezTo>
                    <a:pt x="70" y="1434"/>
                    <a:pt x="66" y="1503"/>
                    <a:pt x="69" y="1524"/>
                  </a:cubicBezTo>
                  <a:cubicBezTo>
                    <a:pt x="71" y="1544"/>
                    <a:pt x="72" y="1593"/>
                    <a:pt x="72" y="1602"/>
                  </a:cubicBezTo>
                  <a:cubicBezTo>
                    <a:pt x="73" y="1611"/>
                    <a:pt x="72" y="1662"/>
                    <a:pt x="72" y="1673"/>
                  </a:cubicBezTo>
                  <a:cubicBezTo>
                    <a:pt x="72" y="1684"/>
                    <a:pt x="73" y="1728"/>
                    <a:pt x="73" y="1732"/>
                  </a:cubicBezTo>
                  <a:cubicBezTo>
                    <a:pt x="74" y="1736"/>
                    <a:pt x="80" y="1747"/>
                    <a:pt x="84" y="1752"/>
                  </a:cubicBezTo>
                  <a:cubicBezTo>
                    <a:pt x="89" y="1758"/>
                    <a:pt x="91" y="1763"/>
                    <a:pt x="91" y="1763"/>
                  </a:cubicBezTo>
                  <a:cubicBezTo>
                    <a:pt x="91" y="1763"/>
                    <a:pt x="88" y="1765"/>
                    <a:pt x="84" y="1768"/>
                  </a:cubicBezTo>
                  <a:cubicBezTo>
                    <a:pt x="66" y="1782"/>
                    <a:pt x="67" y="1829"/>
                    <a:pt x="67" y="1829"/>
                  </a:cubicBezTo>
                  <a:moveTo>
                    <a:pt x="438" y="723"/>
                  </a:moveTo>
                  <a:cubicBezTo>
                    <a:pt x="430" y="729"/>
                    <a:pt x="425" y="742"/>
                    <a:pt x="421" y="749"/>
                  </a:cubicBezTo>
                  <a:cubicBezTo>
                    <a:pt x="417" y="756"/>
                    <a:pt x="403" y="772"/>
                    <a:pt x="389" y="778"/>
                  </a:cubicBezTo>
                  <a:cubicBezTo>
                    <a:pt x="376" y="785"/>
                    <a:pt x="367" y="799"/>
                    <a:pt x="355" y="806"/>
                  </a:cubicBezTo>
                  <a:cubicBezTo>
                    <a:pt x="343" y="813"/>
                    <a:pt x="328" y="811"/>
                    <a:pt x="319" y="805"/>
                  </a:cubicBezTo>
                  <a:cubicBezTo>
                    <a:pt x="315" y="805"/>
                    <a:pt x="292" y="798"/>
                    <a:pt x="284" y="790"/>
                  </a:cubicBezTo>
                  <a:cubicBezTo>
                    <a:pt x="269" y="789"/>
                    <a:pt x="265" y="769"/>
                    <a:pt x="265" y="769"/>
                  </a:cubicBezTo>
                  <a:cubicBezTo>
                    <a:pt x="265" y="769"/>
                    <a:pt x="256" y="768"/>
                    <a:pt x="252" y="756"/>
                  </a:cubicBezTo>
                  <a:cubicBezTo>
                    <a:pt x="251" y="751"/>
                    <a:pt x="252" y="748"/>
                    <a:pt x="254" y="746"/>
                  </a:cubicBezTo>
                  <a:cubicBezTo>
                    <a:pt x="243" y="740"/>
                    <a:pt x="235" y="718"/>
                    <a:pt x="235" y="715"/>
                  </a:cubicBezTo>
                  <a:cubicBezTo>
                    <a:pt x="235" y="712"/>
                    <a:pt x="268" y="680"/>
                    <a:pt x="280" y="668"/>
                  </a:cubicBezTo>
                  <a:cubicBezTo>
                    <a:pt x="268" y="664"/>
                    <a:pt x="255" y="654"/>
                    <a:pt x="253" y="641"/>
                  </a:cubicBezTo>
                  <a:cubicBezTo>
                    <a:pt x="251" y="623"/>
                    <a:pt x="276" y="639"/>
                    <a:pt x="284" y="639"/>
                  </a:cubicBezTo>
                  <a:cubicBezTo>
                    <a:pt x="292" y="639"/>
                    <a:pt x="314" y="643"/>
                    <a:pt x="327" y="637"/>
                  </a:cubicBezTo>
                  <a:cubicBezTo>
                    <a:pt x="340" y="631"/>
                    <a:pt x="346" y="638"/>
                    <a:pt x="359" y="641"/>
                  </a:cubicBezTo>
                  <a:cubicBezTo>
                    <a:pt x="373" y="643"/>
                    <a:pt x="396" y="647"/>
                    <a:pt x="396" y="647"/>
                  </a:cubicBezTo>
                  <a:cubicBezTo>
                    <a:pt x="432" y="657"/>
                    <a:pt x="452" y="712"/>
                    <a:pt x="452" y="712"/>
                  </a:cubicBezTo>
                  <a:cubicBezTo>
                    <a:pt x="452" y="712"/>
                    <a:pt x="445" y="716"/>
                    <a:pt x="438" y="723"/>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5" name="Freeform 92"/>
            <p:cNvSpPr>
              <a:spLocks/>
            </p:cNvSpPr>
            <p:nvPr/>
          </p:nvSpPr>
          <p:spPr bwMode="auto">
            <a:xfrm>
              <a:off x="5852318" y="1836571"/>
              <a:ext cx="506413" cy="420688"/>
            </a:xfrm>
            <a:custGeom>
              <a:avLst/>
              <a:gdLst>
                <a:gd name="T0" fmla="*/ 7 w 236"/>
                <a:gd name="T1" fmla="*/ 139 h 196"/>
                <a:gd name="T2" fmla="*/ 28 w 236"/>
                <a:gd name="T3" fmla="*/ 188 h 196"/>
                <a:gd name="T4" fmla="*/ 34 w 236"/>
                <a:gd name="T5" fmla="*/ 152 h 196"/>
                <a:gd name="T6" fmla="*/ 36 w 236"/>
                <a:gd name="T7" fmla="*/ 94 h 196"/>
                <a:gd name="T8" fmla="*/ 46 w 236"/>
                <a:gd name="T9" fmla="*/ 70 h 196"/>
                <a:gd name="T10" fmla="*/ 97 w 236"/>
                <a:gd name="T11" fmla="*/ 74 h 196"/>
                <a:gd name="T12" fmla="*/ 174 w 236"/>
                <a:gd name="T13" fmla="*/ 67 h 196"/>
                <a:gd name="T14" fmla="*/ 201 w 236"/>
                <a:gd name="T15" fmla="*/ 83 h 196"/>
                <a:gd name="T16" fmla="*/ 205 w 236"/>
                <a:gd name="T17" fmla="*/ 143 h 196"/>
                <a:gd name="T18" fmla="*/ 210 w 236"/>
                <a:gd name="T19" fmla="*/ 179 h 196"/>
                <a:gd name="T20" fmla="*/ 230 w 236"/>
                <a:gd name="T21" fmla="*/ 140 h 196"/>
                <a:gd name="T22" fmla="*/ 231 w 236"/>
                <a:gd name="T23" fmla="*/ 138 h 196"/>
                <a:gd name="T24" fmla="*/ 222 w 236"/>
                <a:gd name="T25" fmla="*/ 73 h 196"/>
                <a:gd name="T26" fmla="*/ 200 w 236"/>
                <a:gd name="T27" fmla="*/ 47 h 196"/>
                <a:gd name="T28" fmla="*/ 153 w 236"/>
                <a:gd name="T29" fmla="*/ 5 h 196"/>
                <a:gd name="T30" fmla="*/ 34 w 236"/>
                <a:gd name="T31" fmla="*/ 40 h 196"/>
                <a:gd name="T32" fmla="*/ 5 w 236"/>
                <a:gd name="T33" fmla="*/ 95 h 196"/>
                <a:gd name="T34" fmla="*/ 7 w 236"/>
                <a:gd name="T35" fmla="*/ 139 h 196"/>
                <a:gd name="T36" fmla="*/ 7 w 236"/>
                <a:gd name="T37" fmla="*/ 139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196">
                  <a:moveTo>
                    <a:pt x="7" y="139"/>
                  </a:moveTo>
                  <a:cubicBezTo>
                    <a:pt x="15" y="154"/>
                    <a:pt x="24" y="181"/>
                    <a:pt x="28" y="188"/>
                  </a:cubicBezTo>
                  <a:cubicBezTo>
                    <a:pt x="31" y="196"/>
                    <a:pt x="34" y="168"/>
                    <a:pt x="34" y="152"/>
                  </a:cubicBezTo>
                  <a:cubicBezTo>
                    <a:pt x="33" y="136"/>
                    <a:pt x="33" y="100"/>
                    <a:pt x="36" y="94"/>
                  </a:cubicBezTo>
                  <a:cubicBezTo>
                    <a:pt x="38" y="89"/>
                    <a:pt x="46" y="70"/>
                    <a:pt x="46" y="70"/>
                  </a:cubicBezTo>
                  <a:cubicBezTo>
                    <a:pt x="46" y="70"/>
                    <a:pt x="71" y="74"/>
                    <a:pt x="97" y="74"/>
                  </a:cubicBezTo>
                  <a:cubicBezTo>
                    <a:pt x="123" y="74"/>
                    <a:pt x="162" y="71"/>
                    <a:pt x="174" y="67"/>
                  </a:cubicBezTo>
                  <a:cubicBezTo>
                    <a:pt x="186" y="63"/>
                    <a:pt x="200" y="63"/>
                    <a:pt x="201" y="83"/>
                  </a:cubicBezTo>
                  <a:cubicBezTo>
                    <a:pt x="202" y="103"/>
                    <a:pt x="205" y="133"/>
                    <a:pt x="205" y="143"/>
                  </a:cubicBezTo>
                  <a:cubicBezTo>
                    <a:pt x="205" y="152"/>
                    <a:pt x="210" y="177"/>
                    <a:pt x="210" y="179"/>
                  </a:cubicBezTo>
                  <a:cubicBezTo>
                    <a:pt x="211" y="180"/>
                    <a:pt x="225" y="154"/>
                    <a:pt x="230" y="140"/>
                  </a:cubicBezTo>
                  <a:cubicBezTo>
                    <a:pt x="231" y="140"/>
                    <a:pt x="231" y="139"/>
                    <a:pt x="231" y="138"/>
                  </a:cubicBezTo>
                  <a:cubicBezTo>
                    <a:pt x="236" y="125"/>
                    <a:pt x="234" y="95"/>
                    <a:pt x="222" y="73"/>
                  </a:cubicBezTo>
                  <a:cubicBezTo>
                    <a:pt x="210" y="50"/>
                    <a:pt x="200" y="47"/>
                    <a:pt x="200" y="47"/>
                  </a:cubicBezTo>
                  <a:cubicBezTo>
                    <a:pt x="200" y="47"/>
                    <a:pt x="198" y="10"/>
                    <a:pt x="153" y="5"/>
                  </a:cubicBezTo>
                  <a:cubicBezTo>
                    <a:pt x="109" y="0"/>
                    <a:pt x="49" y="7"/>
                    <a:pt x="34" y="40"/>
                  </a:cubicBezTo>
                  <a:cubicBezTo>
                    <a:pt x="19" y="72"/>
                    <a:pt x="7" y="76"/>
                    <a:pt x="5" y="95"/>
                  </a:cubicBezTo>
                  <a:cubicBezTo>
                    <a:pt x="3" y="113"/>
                    <a:pt x="0" y="124"/>
                    <a:pt x="7" y="139"/>
                  </a:cubicBezTo>
                  <a:cubicBezTo>
                    <a:pt x="7" y="139"/>
                    <a:pt x="7" y="139"/>
                    <a:pt x="7" y="139"/>
                  </a:cubicBezTo>
                </a:path>
              </a:pathLst>
            </a:custGeom>
            <a:solidFill>
              <a:srgbClr val="2D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6" name="Freeform 93"/>
            <p:cNvSpPr>
              <a:spLocks/>
            </p:cNvSpPr>
            <p:nvPr/>
          </p:nvSpPr>
          <p:spPr bwMode="auto">
            <a:xfrm>
              <a:off x="6117430" y="2484271"/>
              <a:ext cx="158750" cy="300038"/>
            </a:xfrm>
            <a:custGeom>
              <a:avLst/>
              <a:gdLst>
                <a:gd name="T0" fmla="*/ 72 w 74"/>
                <a:gd name="T1" fmla="*/ 5 h 140"/>
                <a:gd name="T2" fmla="*/ 71 w 74"/>
                <a:gd name="T3" fmla="*/ 0 h 140"/>
                <a:gd name="T4" fmla="*/ 70 w 74"/>
                <a:gd name="T5" fmla="*/ 1 h 140"/>
                <a:gd name="T6" fmla="*/ 67 w 74"/>
                <a:gd name="T7" fmla="*/ 6 h 140"/>
                <a:gd name="T8" fmla="*/ 67 w 74"/>
                <a:gd name="T9" fmla="*/ 7 h 140"/>
                <a:gd name="T10" fmla="*/ 11 w 74"/>
                <a:gd name="T11" fmla="*/ 75 h 140"/>
                <a:gd name="T12" fmla="*/ 0 w 74"/>
                <a:gd name="T13" fmla="*/ 87 h 140"/>
                <a:gd name="T14" fmla="*/ 1 w 74"/>
                <a:gd name="T15" fmla="*/ 87 h 140"/>
                <a:gd name="T16" fmla="*/ 1 w 74"/>
                <a:gd name="T17" fmla="*/ 87 h 140"/>
                <a:gd name="T18" fmla="*/ 2 w 74"/>
                <a:gd name="T19" fmla="*/ 87 h 140"/>
                <a:gd name="T20" fmla="*/ 4 w 74"/>
                <a:gd name="T21" fmla="*/ 87 h 140"/>
                <a:gd name="T22" fmla="*/ 5 w 74"/>
                <a:gd name="T23" fmla="*/ 88 h 140"/>
                <a:gd name="T24" fmla="*/ 14 w 74"/>
                <a:gd name="T25" fmla="*/ 93 h 140"/>
                <a:gd name="T26" fmla="*/ 45 w 74"/>
                <a:gd name="T27" fmla="*/ 140 h 140"/>
                <a:gd name="T28" fmla="*/ 49 w 74"/>
                <a:gd name="T29" fmla="*/ 122 h 140"/>
                <a:gd name="T30" fmla="*/ 69 w 74"/>
                <a:gd name="T31" fmla="*/ 48 h 140"/>
                <a:gd name="T32" fmla="*/ 73 w 74"/>
                <a:gd name="T33" fmla="*/ 17 h 140"/>
                <a:gd name="T34" fmla="*/ 72 w 74"/>
                <a:gd name="T35" fmla="*/ 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140">
                  <a:moveTo>
                    <a:pt x="72" y="5"/>
                  </a:moveTo>
                  <a:cubicBezTo>
                    <a:pt x="72" y="2"/>
                    <a:pt x="71" y="0"/>
                    <a:pt x="71" y="0"/>
                  </a:cubicBezTo>
                  <a:cubicBezTo>
                    <a:pt x="70" y="0"/>
                    <a:pt x="70" y="0"/>
                    <a:pt x="70" y="1"/>
                  </a:cubicBezTo>
                  <a:cubicBezTo>
                    <a:pt x="69" y="2"/>
                    <a:pt x="68" y="4"/>
                    <a:pt x="67" y="6"/>
                  </a:cubicBezTo>
                  <a:cubicBezTo>
                    <a:pt x="67" y="7"/>
                    <a:pt x="67" y="7"/>
                    <a:pt x="67" y="7"/>
                  </a:cubicBezTo>
                  <a:cubicBezTo>
                    <a:pt x="54" y="27"/>
                    <a:pt x="11" y="75"/>
                    <a:pt x="11" y="75"/>
                  </a:cubicBezTo>
                  <a:cubicBezTo>
                    <a:pt x="0" y="87"/>
                    <a:pt x="0" y="87"/>
                    <a:pt x="0" y="87"/>
                  </a:cubicBezTo>
                  <a:cubicBezTo>
                    <a:pt x="0" y="87"/>
                    <a:pt x="1" y="87"/>
                    <a:pt x="1" y="87"/>
                  </a:cubicBezTo>
                  <a:cubicBezTo>
                    <a:pt x="1" y="87"/>
                    <a:pt x="1" y="87"/>
                    <a:pt x="1" y="87"/>
                  </a:cubicBezTo>
                  <a:cubicBezTo>
                    <a:pt x="1" y="87"/>
                    <a:pt x="2" y="87"/>
                    <a:pt x="2" y="87"/>
                  </a:cubicBezTo>
                  <a:cubicBezTo>
                    <a:pt x="3" y="87"/>
                    <a:pt x="3" y="87"/>
                    <a:pt x="4" y="87"/>
                  </a:cubicBezTo>
                  <a:cubicBezTo>
                    <a:pt x="4" y="87"/>
                    <a:pt x="4" y="88"/>
                    <a:pt x="5" y="88"/>
                  </a:cubicBezTo>
                  <a:cubicBezTo>
                    <a:pt x="8" y="89"/>
                    <a:pt x="11" y="91"/>
                    <a:pt x="14" y="93"/>
                  </a:cubicBezTo>
                  <a:cubicBezTo>
                    <a:pt x="24" y="102"/>
                    <a:pt x="34" y="119"/>
                    <a:pt x="45" y="140"/>
                  </a:cubicBezTo>
                  <a:cubicBezTo>
                    <a:pt x="47" y="130"/>
                    <a:pt x="48" y="124"/>
                    <a:pt x="49" y="122"/>
                  </a:cubicBezTo>
                  <a:cubicBezTo>
                    <a:pt x="51" y="114"/>
                    <a:pt x="65" y="58"/>
                    <a:pt x="69" y="48"/>
                  </a:cubicBezTo>
                  <a:cubicBezTo>
                    <a:pt x="74" y="39"/>
                    <a:pt x="73" y="17"/>
                    <a:pt x="73" y="17"/>
                  </a:cubicBezTo>
                  <a:cubicBezTo>
                    <a:pt x="73" y="17"/>
                    <a:pt x="73" y="10"/>
                    <a:pt x="72" y="5"/>
                  </a:cubicBezTo>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7" name="Freeform 94"/>
            <p:cNvSpPr>
              <a:spLocks/>
            </p:cNvSpPr>
            <p:nvPr/>
          </p:nvSpPr>
          <p:spPr bwMode="auto">
            <a:xfrm>
              <a:off x="6134893" y="2719221"/>
              <a:ext cx="79375" cy="263525"/>
            </a:xfrm>
            <a:custGeom>
              <a:avLst/>
              <a:gdLst>
                <a:gd name="T0" fmla="*/ 3 w 37"/>
                <a:gd name="T1" fmla="*/ 22 h 123"/>
                <a:gd name="T2" fmla="*/ 1 w 37"/>
                <a:gd name="T3" fmla="*/ 30 h 123"/>
                <a:gd name="T4" fmla="*/ 19 w 37"/>
                <a:gd name="T5" fmla="*/ 123 h 123"/>
                <a:gd name="T6" fmla="*/ 37 w 37"/>
                <a:gd name="T7" fmla="*/ 31 h 123"/>
                <a:gd name="T8" fmla="*/ 16 w 37"/>
                <a:gd name="T9" fmla="*/ 0 h 123"/>
                <a:gd name="T10" fmla="*/ 3 w 37"/>
                <a:gd name="T11" fmla="*/ 22 h 123"/>
              </a:gdLst>
              <a:ahLst/>
              <a:cxnLst>
                <a:cxn ang="0">
                  <a:pos x="T0" y="T1"/>
                </a:cxn>
                <a:cxn ang="0">
                  <a:pos x="T2" y="T3"/>
                </a:cxn>
                <a:cxn ang="0">
                  <a:pos x="T4" y="T5"/>
                </a:cxn>
                <a:cxn ang="0">
                  <a:pos x="T6" y="T7"/>
                </a:cxn>
                <a:cxn ang="0">
                  <a:pos x="T8" y="T9"/>
                </a:cxn>
                <a:cxn ang="0">
                  <a:pos x="T10" y="T11"/>
                </a:cxn>
              </a:cxnLst>
              <a:rect l="0" t="0" r="r" b="b"/>
              <a:pathLst>
                <a:path w="37" h="123">
                  <a:moveTo>
                    <a:pt x="3" y="22"/>
                  </a:moveTo>
                  <a:cubicBezTo>
                    <a:pt x="1" y="30"/>
                    <a:pt x="1" y="30"/>
                    <a:pt x="1" y="30"/>
                  </a:cubicBezTo>
                  <a:cubicBezTo>
                    <a:pt x="0" y="37"/>
                    <a:pt x="15" y="104"/>
                    <a:pt x="19" y="123"/>
                  </a:cubicBezTo>
                  <a:cubicBezTo>
                    <a:pt x="26" y="90"/>
                    <a:pt x="33" y="52"/>
                    <a:pt x="37" y="31"/>
                  </a:cubicBezTo>
                  <a:cubicBezTo>
                    <a:pt x="33" y="24"/>
                    <a:pt x="25" y="12"/>
                    <a:pt x="16" y="0"/>
                  </a:cubicBezTo>
                  <a:lnTo>
                    <a:pt x="3" y="22"/>
                  </a:lnTo>
                  <a:close/>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8" name="Freeform 95"/>
            <p:cNvSpPr>
              <a:spLocks/>
            </p:cNvSpPr>
            <p:nvPr/>
          </p:nvSpPr>
          <p:spPr bwMode="auto">
            <a:xfrm>
              <a:off x="5987255" y="2719221"/>
              <a:ext cx="93663" cy="320675"/>
            </a:xfrm>
            <a:custGeom>
              <a:avLst/>
              <a:gdLst>
                <a:gd name="T0" fmla="*/ 0 w 44"/>
                <a:gd name="T1" fmla="*/ 40 h 149"/>
                <a:gd name="T2" fmla="*/ 18 w 44"/>
                <a:gd name="T3" fmla="*/ 124 h 149"/>
                <a:gd name="T4" fmla="*/ 22 w 44"/>
                <a:gd name="T5" fmla="*/ 149 h 149"/>
                <a:gd name="T6" fmla="*/ 44 w 44"/>
                <a:gd name="T7" fmla="*/ 25 h 149"/>
                <a:gd name="T8" fmla="*/ 31 w 44"/>
                <a:gd name="T9" fmla="*/ 0 h 149"/>
                <a:gd name="T10" fmla="*/ 0 w 44"/>
                <a:gd name="T11" fmla="*/ 40 h 149"/>
              </a:gdLst>
              <a:ahLst/>
              <a:cxnLst>
                <a:cxn ang="0">
                  <a:pos x="T0" y="T1"/>
                </a:cxn>
                <a:cxn ang="0">
                  <a:pos x="T2" y="T3"/>
                </a:cxn>
                <a:cxn ang="0">
                  <a:pos x="T4" y="T5"/>
                </a:cxn>
                <a:cxn ang="0">
                  <a:pos x="T6" y="T7"/>
                </a:cxn>
                <a:cxn ang="0">
                  <a:pos x="T8" y="T9"/>
                </a:cxn>
                <a:cxn ang="0">
                  <a:pos x="T10" y="T11"/>
                </a:cxn>
              </a:cxnLst>
              <a:rect l="0" t="0" r="r" b="b"/>
              <a:pathLst>
                <a:path w="44" h="149">
                  <a:moveTo>
                    <a:pt x="0" y="40"/>
                  </a:moveTo>
                  <a:cubicBezTo>
                    <a:pt x="7" y="74"/>
                    <a:pt x="16" y="116"/>
                    <a:pt x="18" y="124"/>
                  </a:cubicBezTo>
                  <a:cubicBezTo>
                    <a:pt x="19" y="127"/>
                    <a:pt x="20" y="136"/>
                    <a:pt x="22" y="149"/>
                  </a:cubicBezTo>
                  <a:cubicBezTo>
                    <a:pt x="44" y="25"/>
                    <a:pt x="44" y="25"/>
                    <a:pt x="44" y="25"/>
                  </a:cubicBezTo>
                  <a:cubicBezTo>
                    <a:pt x="31" y="0"/>
                    <a:pt x="31" y="0"/>
                    <a:pt x="31" y="0"/>
                  </a:cubicBezTo>
                  <a:cubicBezTo>
                    <a:pt x="18" y="15"/>
                    <a:pt x="6" y="32"/>
                    <a:pt x="0" y="40"/>
                  </a:cubicBezTo>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99" name="Freeform 96"/>
            <p:cNvSpPr>
              <a:spLocks/>
            </p:cNvSpPr>
            <p:nvPr/>
          </p:nvSpPr>
          <p:spPr bwMode="auto">
            <a:xfrm>
              <a:off x="5923755" y="2482684"/>
              <a:ext cx="179388" cy="319088"/>
            </a:xfrm>
            <a:custGeom>
              <a:avLst/>
              <a:gdLst>
                <a:gd name="T0" fmla="*/ 68 w 84"/>
                <a:gd name="T1" fmla="*/ 74 h 149"/>
                <a:gd name="T2" fmla="*/ 11 w 84"/>
                <a:gd name="T3" fmla="*/ 3 h 149"/>
                <a:gd name="T4" fmla="*/ 11 w 84"/>
                <a:gd name="T5" fmla="*/ 2 h 149"/>
                <a:gd name="T6" fmla="*/ 11 w 84"/>
                <a:gd name="T7" fmla="*/ 0 h 149"/>
                <a:gd name="T8" fmla="*/ 9 w 84"/>
                <a:gd name="T9" fmla="*/ 1 h 149"/>
                <a:gd name="T10" fmla="*/ 8 w 84"/>
                <a:gd name="T11" fmla="*/ 1 h 149"/>
                <a:gd name="T12" fmla="*/ 8 w 84"/>
                <a:gd name="T13" fmla="*/ 2 h 149"/>
                <a:gd name="T14" fmla="*/ 7 w 84"/>
                <a:gd name="T15" fmla="*/ 57 h 149"/>
                <a:gd name="T16" fmla="*/ 20 w 84"/>
                <a:gd name="T17" fmla="*/ 107 h 149"/>
                <a:gd name="T18" fmla="*/ 30 w 84"/>
                <a:gd name="T19" fmla="*/ 149 h 149"/>
                <a:gd name="T20" fmla="*/ 70 w 84"/>
                <a:gd name="T21" fmla="*/ 96 h 149"/>
                <a:gd name="T22" fmla="*/ 82 w 84"/>
                <a:gd name="T23" fmla="*/ 89 h 149"/>
                <a:gd name="T24" fmla="*/ 84 w 84"/>
                <a:gd name="T25" fmla="*/ 89 h 149"/>
                <a:gd name="T26" fmla="*/ 72 w 84"/>
                <a:gd name="T27" fmla="*/ 77 h 149"/>
                <a:gd name="T28" fmla="*/ 68 w 84"/>
                <a:gd name="T29" fmla="*/ 7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49">
                  <a:moveTo>
                    <a:pt x="68" y="74"/>
                  </a:moveTo>
                  <a:cubicBezTo>
                    <a:pt x="68" y="74"/>
                    <a:pt x="18" y="26"/>
                    <a:pt x="11" y="3"/>
                  </a:cubicBezTo>
                  <a:cubicBezTo>
                    <a:pt x="11" y="3"/>
                    <a:pt x="11" y="2"/>
                    <a:pt x="11" y="2"/>
                  </a:cubicBezTo>
                  <a:cubicBezTo>
                    <a:pt x="11" y="1"/>
                    <a:pt x="11" y="1"/>
                    <a:pt x="11" y="0"/>
                  </a:cubicBezTo>
                  <a:cubicBezTo>
                    <a:pt x="9" y="1"/>
                    <a:pt x="9" y="1"/>
                    <a:pt x="9" y="1"/>
                  </a:cubicBezTo>
                  <a:cubicBezTo>
                    <a:pt x="8" y="1"/>
                    <a:pt x="8" y="1"/>
                    <a:pt x="8" y="1"/>
                  </a:cubicBezTo>
                  <a:cubicBezTo>
                    <a:pt x="8" y="2"/>
                    <a:pt x="8" y="2"/>
                    <a:pt x="8" y="2"/>
                  </a:cubicBezTo>
                  <a:cubicBezTo>
                    <a:pt x="0" y="10"/>
                    <a:pt x="6" y="47"/>
                    <a:pt x="7" y="57"/>
                  </a:cubicBezTo>
                  <a:cubicBezTo>
                    <a:pt x="9" y="67"/>
                    <a:pt x="16" y="100"/>
                    <a:pt x="20" y="107"/>
                  </a:cubicBezTo>
                  <a:cubicBezTo>
                    <a:pt x="21" y="110"/>
                    <a:pt x="25" y="128"/>
                    <a:pt x="30" y="149"/>
                  </a:cubicBezTo>
                  <a:cubicBezTo>
                    <a:pt x="42" y="127"/>
                    <a:pt x="57" y="107"/>
                    <a:pt x="70" y="96"/>
                  </a:cubicBezTo>
                  <a:cubicBezTo>
                    <a:pt x="74" y="93"/>
                    <a:pt x="78" y="90"/>
                    <a:pt x="82" y="89"/>
                  </a:cubicBezTo>
                  <a:cubicBezTo>
                    <a:pt x="83" y="89"/>
                    <a:pt x="83" y="89"/>
                    <a:pt x="84" y="89"/>
                  </a:cubicBezTo>
                  <a:cubicBezTo>
                    <a:pt x="72" y="77"/>
                    <a:pt x="72" y="77"/>
                    <a:pt x="72" y="77"/>
                  </a:cubicBezTo>
                  <a:lnTo>
                    <a:pt x="68" y="74"/>
                  </a:lnTo>
                  <a:close/>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sp>
          <p:nvSpPr>
            <p:cNvPr id="100" name="Freeform 97"/>
            <p:cNvSpPr>
              <a:spLocks/>
            </p:cNvSpPr>
            <p:nvPr/>
          </p:nvSpPr>
          <p:spPr bwMode="auto">
            <a:xfrm>
              <a:off x="6117430" y="26700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endParaRPr>
            </a:p>
          </p:txBody>
        </p:sp>
      </p:grpSp>
      <p:cxnSp>
        <p:nvCxnSpPr>
          <p:cNvPr id="103" name="Straight Connector 102"/>
          <p:cNvCxnSpPr/>
          <p:nvPr/>
        </p:nvCxnSpPr>
        <p:spPr>
          <a:xfrm flipV="1">
            <a:off x="6090105" y="2321855"/>
            <a:ext cx="0" cy="324988"/>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104" name="TextBox 103"/>
          <p:cNvSpPr txBox="1"/>
          <p:nvPr/>
        </p:nvSpPr>
        <p:spPr>
          <a:xfrm>
            <a:off x="2547097" y="508404"/>
            <a:ext cx="7000517" cy="1384995"/>
          </a:xfrm>
          <a:prstGeom prst="rect">
            <a:avLst/>
          </a:prstGeom>
          <a:noFill/>
          <a:ln>
            <a:noFill/>
          </a:ln>
        </p:spPr>
        <p:txBody>
          <a:bodyPr wrap="square" rtlCol="0">
            <a:spAutoFit/>
          </a:bodyPr>
          <a:lstStyle>
            <a:defPPr>
              <a:defRPr lang="en-US"/>
            </a:defPPr>
            <a:lvl1pPr>
              <a:defRPr sz="1100">
                <a:solidFill>
                  <a:schemeClr val="tx1">
                    <a:lumMod val="50000"/>
                    <a:lumOff val="50000"/>
                  </a:schemeClr>
                </a:solidFill>
                <a:latin typeface="+mj-lt"/>
              </a:defRPr>
            </a:lvl1pPr>
          </a:lstStyle>
          <a:p>
            <a:pPr algn="ctr" fontAlgn="auto">
              <a:spcBef>
                <a:spcPts val="0"/>
              </a:spcBef>
              <a:spcAft>
                <a:spcPts val="0"/>
              </a:spcAft>
            </a:pPr>
            <a:r>
              <a:rPr lang="ar-SA" sz="2800" b="1" dirty="0">
                <a:solidFill>
                  <a:prstClr val="black"/>
                </a:solidFill>
              </a:rPr>
              <a:t>باستخدام التعليم الإلكتروني لم يعد هناك ضرورة تلزم الطالب للذهاب شخصياً إلى مكان دراسته خاصة للذين لديهم مسؤوليات شخصية أو أعباء إضافية تمنعهم من ذلك</a:t>
            </a:r>
            <a:endParaRPr lang="en-US" sz="2800" b="1" dirty="0">
              <a:solidFill>
                <a:prstClr val="black"/>
              </a:solidFill>
            </a:endParaRPr>
          </a:p>
        </p:txBody>
      </p:sp>
      <p:sp>
        <p:nvSpPr>
          <p:cNvPr id="105" name="TextBox 104"/>
          <p:cNvSpPr txBox="1"/>
          <p:nvPr/>
        </p:nvSpPr>
        <p:spPr>
          <a:xfrm>
            <a:off x="5889269" y="1814172"/>
            <a:ext cx="436818" cy="584775"/>
          </a:xfrm>
          <a:prstGeom prst="rect">
            <a:avLst/>
          </a:prstGeom>
          <a:noFill/>
          <a:ln>
            <a:noFill/>
          </a:ln>
        </p:spPr>
        <p:txBody>
          <a:bodyPr wrap="square" rtlCol="0">
            <a:spAutoFit/>
          </a:bodyPr>
          <a:lstStyle/>
          <a:p>
            <a:pPr algn="ctr" fontAlgn="auto">
              <a:spcBef>
                <a:spcPts val="0"/>
              </a:spcBef>
              <a:spcAft>
                <a:spcPts val="0"/>
              </a:spcAft>
            </a:pPr>
            <a:r>
              <a:rPr lang="el-GR" sz="3200" b="1" dirty="0" smtClean="0">
                <a:solidFill>
                  <a:srgbClr val="4775E7"/>
                </a:solidFill>
                <a:latin typeface="Raleway" panose="020B0503030101060003" pitchFamily="34" charset="0"/>
              </a:rPr>
              <a:t>8</a:t>
            </a:r>
            <a:endParaRPr lang="en-US" sz="3200" b="1" dirty="0" smtClean="0">
              <a:solidFill>
                <a:srgbClr val="4775E7"/>
              </a:solidFill>
              <a:latin typeface="Raleway" panose="020B0503030101060003" pitchFamily="34" charset="0"/>
            </a:endParaRPr>
          </a:p>
        </p:txBody>
      </p:sp>
      <p:cxnSp>
        <p:nvCxnSpPr>
          <p:cNvPr id="121" name="Straight Connector 120"/>
          <p:cNvCxnSpPr/>
          <p:nvPr/>
        </p:nvCxnSpPr>
        <p:spPr>
          <a:xfrm flipH="1">
            <a:off x="3569568" y="4006581"/>
            <a:ext cx="396893" cy="0"/>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123" name="TextBox 122"/>
          <p:cNvSpPr txBox="1"/>
          <p:nvPr/>
        </p:nvSpPr>
        <p:spPr>
          <a:xfrm>
            <a:off x="95219" y="3362486"/>
            <a:ext cx="3131919" cy="2246769"/>
          </a:xfrm>
          <a:prstGeom prst="rect">
            <a:avLst/>
          </a:prstGeom>
          <a:noFill/>
          <a:ln>
            <a:noFill/>
          </a:ln>
        </p:spPr>
        <p:txBody>
          <a:bodyPr wrap="square" rtlCol="0">
            <a:spAutoFit/>
          </a:bodyPr>
          <a:lstStyle>
            <a:defPPr>
              <a:defRPr lang="en-US"/>
            </a:defPPr>
            <a:lvl1pPr>
              <a:defRPr sz="1100">
                <a:solidFill>
                  <a:schemeClr val="tx1">
                    <a:lumMod val="50000"/>
                    <a:lumOff val="50000"/>
                  </a:schemeClr>
                </a:solidFill>
                <a:latin typeface="+mj-lt"/>
              </a:defRPr>
            </a:lvl1pPr>
          </a:lstStyle>
          <a:p>
            <a:pPr algn="ctr" fontAlgn="auto">
              <a:spcBef>
                <a:spcPts val="0"/>
              </a:spcBef>
              <a:spcAft>
                <a:spcPts val="0"/>
              </a:spcAft>
            </a:pPr>
            <a:r>
              <a:rPr lang="ar-SA" sz="2800" b="1" dirty="0">
                <a:solidFill>
                  <a:prstClr val="black"/>
                </a:solidFill>
              </a:rPr>
              <a:t>توفر المناهج من خلال شبكة الإنترنت على مدار الوقت لدراسة المادة والقيام بالأبحاث المتعلقة بها</a:t>
            </a:r>
            <a:endParaRPr lang="en-US" sz="2800" b="1" dirty="0">
              <a:solidFill>
                <a:prstClr val="black"/>
              </a:solidFill>
            </a:endParaRPr>
          </a:p>
        </p:txBody>
      </p:sp>
      <p:sp>
        <p:nvSpPr>
          <p:cNvPr id="124" name="TextBox 123"/>
          <p:cNvSpPr txBox="1"/>
          <p:nvPr/>
        </p:nvSpPr>
        <p:spPr>
          <a:xfrm>
            <a:off x="3041787" y="3657608"/>
            <a:ext cx="553353" cy="584775"/>
          </a:xfrm>
          <a:prstGeom prst="rect">
            <a:avLst/>
          </a:prstGeom>
          <a:noFill/>
          <a:ln>
            <a:noFill/>
          </a:ln>
        </p:spPr>
        <p:txBody>
          <a:bodyPr wrap="square" rtlCol="0">
            <a:spAutoFit/>
          </a:bodyPr>
          <a:lstStyle/>
          <a:p>
            <a:pPr algn="ctr" fontAlgn="auto">
              <a:spcBef>
                <a:spcPts val="0"/>
              </a:spcBef>
              <a:spcAft>
                <a:spcPts val="0"/>
              </a:spcAft>
            </a:pPr>
            <a:r>
              <a:rPr lang="el-GR" sz="3200" b="1" dirty="0" smtClean="0">
                <a:solidFill>
                  <a:srgbClr val="E32D91"/>
                </a:solidFill>
                <a:latin typeface="Raleway" panose="020B0503030101060003" pitchFamily="34" charset="0"/>
              </a:rPr>
              <a:t>7</a:t>
            </a:r>
            <a:endParaRPr lang="en-US" sz="3200" b="1" dirty="0" smtClean="0">
              <a:solidFill>
                <a:srgbClr val="E32D91"/>
              </a:solidFill>
              <a:latin typeface="Raleway" panose="020B0503030101060003" pitchFamily="34" charset="0"/>
            </a:endParaRPr>
          </a:p>
        </p:txBody>
      </p:sp>
      <p:cxnSp>
        <p:nvCxnSpPr>
          <p:cNvPr id="134" name="Straight Connector 133"/>
          <p:cNvCxnSpPr/>
          <p:nvPr/>
        </p:nvCxnSpPr>
        <p:spPr>
          <a:xfrm>
            <a:off x="8183453" y="4006581"/>
            <a:ext cx="396893" cy="0"/>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135" name="TextBox 134"/>
          <p:cNvSpPr txBox="1"/>
          <p:nvPr/>
        </p:nvSpPr>
        <p:spPr>
          <a:xfrm flipH="1">
            <a:off x="9007552" y="3163789"/>
            <a:ext cx="3044690" cy="1815882"/>
          </a:xfrm>
          <a:prstGeom prst="rect">
            <a:avLst/>
          </a:prstGeom>
          <a:noFill/>
          <a:ln>
            <a:noFill/>
          </a:ln>
        </p:spPr>
        <p:txBody>
          <a:bodyPr wrap="square" rtlCol="0">
            <a:spAutoFit/>
          </a:bodyPr>
          <a:lstStyle>
            <a:defPPr>
              <a:defRPr lang="en-US"/>
            </a:defPPr>
            <a:lvl1pPr>
              <a:defRPr sz="1100">
                <a:solidFill>
                  <a:schemeClr val="tx1">
                    <a:lumMod val="50000"/>
                    <a:lumOff val="50000"/>
                  </a:schemeClr>
                </a:solidFill>
                <a:latin typeface="+mj-lt"/>
              </a:defRPr>
            </a:lvl1pPr>
          </a:lstStyle>
          <a:p>
            <a:pPr algn="ctr" fontAlgn="auto">
              <a:spcBef>
                <a:spcPts val="0"/>
              </a:spcBef>
              <a:spcAft>
                <a:spcPts val="0"/>
              </a:spcAft>
            </a:pPr>
            <a:r>
              <a:rPr lang="ar-SA" sz="2800" b="1" dirty="0">
                <a:solidFill>
                  <a:prstClr val="black"/>
                </a:solidFill>
              </a:rPr>
              <a:t>إن العالم يسير اليوم نحو هيمنة الإنترنت على كافة المجالات ومنها البيئة التعليمية</a:t>
            </a:r>
            <a:endParaRPr lang="en-US" sz="2800" b="1" dirty="0">
              <a:solidFill>
                <a:prstClr val="black"/>
              </a:solidFill>
            </a:endParaRPr>
          </a:p>
        </p:txBody>
      </p:sp>
      <p:sp>
        <p:nvSpPr>
          <p:cNvPr id="136" name="TextBox 135"/>
          <p:cNvSpPr txBox="1"/>
          <p:nvPr/>
        </p:nvSpPr>
        <p:spPr>
          <a:xfrm flipH="1">
            <a:off x="8624796" y="3635309"/>
            <a:ext cx="338306" cy="584775"/>
          </a:xfrm>
          <a:prstGeom prst="rect">
            <a:avLst/>
          </a:prstGeom>
          <a:noFill/>
          <a:ln>
            <a:noFill/>
          </a:ln>
        </p:spPr>
        <p:txBody>
          <a:bodyPr wrap="square" rtlCol="0">
            <a:spAutoFit/>
          </a:bodyPr>
          <a:lstStyle/>
          <a:p>
            <a:pPr algn="ctr" fontAlgn="auto">
              <a:spcBef>
                <a:spcPts val="0"/>
              </a:spcBef>
              <a:spcAft>
                <a:spcPts val="0"/>
              </a:spcAft>
            </a:pPr>
            <a:r>
              <a:rPr lang="el-GR" sz="3200" b="1" dirty="0" smtClean="0">
                <a:solidFill>
                  <a:srgbClr val="D54773"/>
                </a:solidFill>
                <a:latin typeface="Raleway" panose="020B0503030101060003" pitchFamily="34" charset="0"/>
              </a:rPr>
              <a:t>9</a:t>
            </a:r>
            <a:endParaRPr lang="en-US" sz="3200" b="1" dirty="0" smtClean="0">
              <a:solidFill>
                <a:srgbClr val="D54773"/>
              </a:solidFill>
              <a:latin typeface="Raleway" panose="020B0503030101060003" pitchFamily="34" charset="0"/>
            </a:endParaRPr>
          </a:p>
        </p:txBody>
      </p:sp>
      <p:sp>
        <p:nvSpPr>
          <p:cNvPr id="10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8098226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21"/>
                                        </p:tgtEl>
                                        <p:attrNameLst>
                                          <p:attrName>style.visibility</p:attrName>
                                        </p:attrNameLst>
                                      </p:cBhvr>
                                      <p:to>
                                        <p:strVal val="visible"/>
                                      </p:to>
                                    </p:set>
                                    <p:animEffect transition="in" filter="fade">
                                      <p:cBhvr>
                                        <p:cTn id="11" dur="500"/>
                                        <p:tgtEl>
                                          <p:spTgt spid="121"/>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123"/>
                                        </p:tgtEl>
                                        <p:attrNameLst>
                                          <p:attrName>style.visibility</p:attrName>
                                        </p:attrNameLst>
                                      </p:cBhvr>
                                      <p:to>
                                        <p:strVal val="visible"/>
                                      </p:to>
                                    </p:set>
                                    <p:animEffect transition="in" filter="fade">
                                      <p:cBhvr>
                                        <p:cTn id="14" dur="500"/>
                                        <p:tgtEl>
                                          <p:spTgt spid="123"/>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24"/>
                                        </p:tgtEl>
                                        <p:attrNameLst>
                                          <p:attrName>style.visibility</p:attrName>
                                        </p:attrNameLst>
                                      </p:cBhvr>
                                      <p:to>
                                        <p:strVal val="visible"/>
                                      </p:to>
                                    </p:set>
                                    <p:animEffect transition="in" filter="fade">
                                      <p:cBhvr>
                                        <p:cTn id="17" dur="500"/>
                                        <p:tgtEl>
                                          <p:spTgt spid="124"/>
                                        </p:tgtEl>
                                      </p:cBhvr>
                                    </p:animEffect>
                                  </p:childTnLst>
                                </p:cTn>
                              </p:par>
                            </p:childTnLst>
                          </p:cTn>
                        </p:par>
                        <p:par>
                          <p:cTn id="18" fill="hold">
                            <p:stCondLst>
                              <p:cond delay="1000"/>
                            </p:stCondLst>
                            <p:childTnLst>
                              <p:par>
                                <p:cTn id="19" presetID="10" presetClass="entr" presetSubtype="0" fill="hold" nodeType="afterEffect">
                                  <p:stCondLst>
                                    <p:cond delay="0"/>
                                  </p:stCondLst>
                                  <p:childTnLst>
                                    <p:set>
                                      <p:cBhvr>
                                        <p:cTn id="20" dur="1" fill="hold">
                                          <p:stCondLst>
                                            <p:cond delay="0"/>
                                          </p:stCondLst>
                                        </p:cTn>
                                        <p:tgtEl>
                                          <p:spTgt spid="103"/>
                                        </p:tgtEl>
                                        <p:attrNameLst>
                                          <p:attrName>style.visibility</p:attrName>
                                        </p:attrNameLst>
                                      </p:cBhvr>
                                      <p:to>
                                        <p:strVal val="visible"/>
                                      </p:to>
                                    </p:set>
                                    <p:animEffect transition="in" filter="fade">
                                      <p:cBhvr>
                                        <p:cTn id="21" dur="500"/>
                                        <p:tgtEl>
                                          <p:spTgt spid="103"/>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04"/>
                                        </p:tgtEl>
                                        <p:attrNameLst>
                                          <p:attrName>style.visibility</p:attrName>
                                        </p:attrNameLst>
                                      </p:cBhvr>
                                      <p:to>
                                        <p:strVal val="visible"/>
                                      </p:to>
                                    </p:set>
                                    <p:animEffect transition="in" filter="fade">
                                      <p:cBhvr>
                                        <p:cTn id="24" dur="500"/>
                                        <p:tgtEl>
                                          <p:spTgt spid="104"/>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05"/>
                                        </p:tgtEl>
                                        <p:attrNameLst>
                                          <p:attrName>style.visibility</p:attrName>
                                        </p:attrNameLst>
                                      </p:cBhvr>
                                      <p:to>
                                        <p:strVal val="visible"/>
                                      </p:to>
                                    </p:set>
                                    <p:animEffect transition="in" filter="fade">
                                      <p:cBhvr>
                                        <p:cTn id="27" dur="500"/>
                                        <p:tgtEl>
                                          <p:spTgt spid="105"/>
                                        </p:tgtEl>
                                      </p:cBhvr>
                                    </p:animEffect>
                                  </p:childTnLst>
                                </p:cTn>
                              </p:par>
                            </p:childTnLst>
                          </p:cTn>
                        </p:par>
                        <p:par>
                          <p:cTn id="28" fill="hold">
                            <p:stCondLst>
                              <p:cond delay="1500"/>
                            </p:stCondLst>
                            <p:childTnLst>
                              <p:par>
                                <p:cTn id="29" presetID="10" presetClass="entr" presetSubtype="0" fill="hold" nodeType="afterEffect">
                                  <p:stCondLst>
                                    <p:cond delay="0"/>
                                  </p:stCondLst>
                                  <p:childTnLst>
                                    <p:set>
                                      <p:cBhvr>
                                        <p:cTn id="30" dur="1" fill="hold">
                                          <p:stCondLst>
                                            <p:cond delay="0"/>
                                          </p:stCondLst>
                                        </p:cTn>
                                        <p:tgtEl>
                                          <p:spTgt spid="134"/>
                                        </p:tgtEl>
                                        <p:attrNameLst>
                                          <p:attrName>style.visibility</p:attrName>
                                        </p:attrNameLst>
                                      </p:cBhvr>
                                      <p:to>
                                        <p:strVal val="visible"/>
                                      </p:to>
                                    </p:set>
                                    <p:animEffect transition="in" filter="fade">
                                      <p:cBhvr>
                                        <p:cTn id="31" dur="500"/>
                                        <p:tgtEl>
                                          <p:spTgt spid="13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35"/>
                                        </p:tgtEl>
                                        <p:attrNameLst>
                                          <p:attrName>style.visibility</p:attrName>
                                        </p:attrNameLst>
                                      </p:cBhvr>
                                      <p:to>
                                        <p:strVal val="visible"/>
                                      </p:to>
                                    </p:set>
                                    <p:animEffect transition="in" filter="fade">
                                      <p:cBhvr>
                                        <p:cTn id="34" dur="500"/>
                                        <p:tgtEl>
                                          <p:spTgt spid="135"/>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36"/>
                                        </p:tgtEl>
                                        <p:attrNameLst>
                                          <p:attrName>style.visibility</p:attrName>
                                        </p:attrNameLst>
                                      </p:cBhvr>
                                      <p:to>
                                        <p:strVal val="visible"/>
                                      </p:to>
                                    </p:set>
                                    <p:animEffect transition="in" filter="fade">
                                      <p:cBhvr>
                                        <p:cTn id="37" dur="50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p:bldP spid="105" grpId="0"/>
      <p:bldP spid="123" grpId="0"/>
      <p:bldP spid="124" grpId="0"/>
      <p:bldP spid="135" grpId="0"/>
      <p:bldP spid="136" grpId="0"/>
    </p:bldLst>
  </p:timing>
</p:sld>
</file>

<file path=ppt/slides/slide16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 name="Title 4"/>
          <p:cNvSpPr>
            <a:spLocks noGrp="1"/>
          </p:cNvSpPr>
          <p:nvPr>
            <p:ph type="title"/>
          </p:nvPr>
        </p:nvSpPr>
        <p:spPr>
          <a:xfrm>
            <a:off x="773769" y="1555595"/>
            <a:ext cx="6219955" cy="3494672"/>
          </a:xfrm>
        </p:spPr>
        <p:txBody>
          <a:bodyPr>
            <a:normAutofit/>
          </a:bodyPr>
          <a:lstStyle/>
          <a:p>
            <a:pPr algn="ctr"/>
            <a:r>
              <a:rPr lang="ar-SA" dirty="0"/>
              <a:t>وهكذا، يمكن القول أن </a:t>
            </a:r>
            <a:r>
              <a:rPr lang="ar-SA" u="sng" dirty="0"/>
              <a:t>التعليم الإلكتروني </a:t>
            </a:r>
            <a:r>
              <a:rPr lang="ar-SA" dirty="0" smtClean="0"/>
              <a:t>يوفر </a:t>
            </a:r>
            <a:r>
              <a:rPr lang="ar-SA" u="sng" dirty="0"/>
              <a:t>ثقافة جديدة </a:t>
            </a:r>
            <a:r>
              <a:rPr lang="ar-SA" dirty="0"/>
              <a:t>هي </a:t>
            </a:r>
            <a:r>
              <a:rPr lang="ar-SA" u="sng" dirty="0"/>
              <a:t>الثقافة الرقمية </a:t>
            </a:r>
            <a:r>
              <a:rPr lang="ar-SA" dirty="0"/>
              <a:t>التي تتيح إمكانية المواكبة الآنية للتطور العلمي والتكنولوجي الحاصل في كافة ميادين المعرفة</a:t>
            </a:r>
            <a:endParaRPr lang="en-AU" dirty="0"/>
          </a:p>
        </p:txBody>
      </p:sp>
      <p:grpSp>
        <p:nvGrpSpPr>
          <p:cNvPr id="3" name="Group 2"/>
          <p:cNvGrpSpPr/>
          <p:nvPr/>
        </p:nvGrpSpPr>
        <p:grpSpPr>
          <a:xfrm>
            <a:off x="7547298" y="1421753"/>
            <a:ext cx="4289885" cy="3748930"/>
            <a:chOff x="8010258" y="2128103"/>
            <a:chExt cx="3239180" cy="3187756"/>
          </a:xfrm>
        </p:grpSpPr>
        <p:sp>
          <p:nvSpPr>
            <p:cNvPr id="12" name="Freeform 5"/>
            <p:cNvSpPr>
              <a:spLocks noEditPoints="1"/>
            </p:cNvSpPr>
            <p:nvPr/>
          </p:nvSpPr>
          <p:spPr bwMode="auto">
            <a:xfrm>
              <a:off x="8010258" y="2241910"/>
              <a:ext cx="969011" cy="3016567"/>
            </a:xfrm>
            <a:custGeom>
              <a:avLst/>
              <a:gdLst/>
              <a:ahLst/>
              <a:cxnLst>
                <a:cxn ang="0">
                  <a:pos x="463" y="788"/>
                </a:cxn>
                <a:cxn ang="0">
                  <a:pos x="470" y="944"/>
                </a:cxn>
                <a:cxn ang="0">
                  <a:pos x="497" y="1404"/>
                </a:cxn>
                <a:cxn ang="0">
                  <a:pos x="485" y="1473"/>
                </a:cxn>
                <a:cxn ang="0">
                  <a:pos x="509" y="1592"/>
                </a:cxn>
                <a:cxn ang="0">
                  <a:pos x="386" y="1521"/>
                </a:cxn>
                <a:cxn ang="0">
                  <a:pos x="349" y="1293"/>
                </a:cxn>
                <a:cxn ang="0">
                  <a:pos x="354" y="1113"/>
                </a:cxn>
                <a:cxn ang="0">
                  <a:pos x="301" y="973"/>
                </a:cxn>
                <a:cxn ang="0">
                  <a:pos x="279" y="1144"/>
                </a:cxn>
                <a:cxn ang="0">
                  <a:pos x="283" y="1349"/>
                </a:cxn>
                <a:cxn ang="0">
                  <a:pos x="308" y="1501"/>
                </a:cxn>
                <a:cxn ang="0">
                  <a:pos x="290" y="1540"/>
                </a:cxn>
                <a:cxn ang="0">
                  <a:pos x="270" y="1579"/>
                </a:cxn>
                <a:cxn ang="0">
                  <a:pos x="196" y="1603"/>
                </a:cxn>
                <a:cxn ang="0">
                  <a:pos x="192" y="1541"/>
                </a:cxn>
                <a:cxn ang="0">
                  <a:pos x="176" y="1433"/>
                </a:cxn>
                <a:cxn ang="0">
                  <a:pos x="171" y="1303"/>
                </a:cxn>
                <a:cxn ang="0">
                  <a:pos x="138" y="1082"/>
                </a:cxn>
                <a:cxn ang="0">
                  <a:pos x="115" y="941"/>
                </a:cxn>
                <a:cxn ang="0">
                  <a:pos x="24" y="874"/>
                </a:cxn>
                <a:cxn ang="0">
                  <a:pos x="14" y="848"/>
                </a:cxn>
                <a:cxn ang="0">
                  <a:pos x="11" y="479"/>
                </a:cxn>
                <a:cxn ang="0">
                  <a:pos x="108" y="264"/>
                </a:cxn>
                <a:cxn ang="0">
                  <a:pos x="176" y="217"/>
                </a:cxn>
                <a:cxn ang="0">
                  <a:pos x="159" y="156"/>
                </a:cxn>
                <a:cxn ang="0">
                  <a:pos x="146" y="92"/>
                </a:cxn>
                <a:cxn ang="0">
                  <a:pos x="295" y="92"/>
                </a:cxn>
                <a:cxn ang="0">
                  <a:pos x="293" y="144"/>
                </a:cxn>
                <a:cxn ang="0">
                  <a:pos x="283" y="172"/>
                </a:cxn>
                <a:cxn ang="0">
                  <a:pos x="304" y="231"/>
                </a:cxn>
                <a:cxn ang="0">
                  <a:pos x="409" y="260"/>
                </a:cxn>
                <a:cxn ang="0">
                  <a:pos x="457" y="306"/>
                </a:cxn>
                <a:cxn ang="0">
                  <a:pos x="472" y="389"/>
                </a:cxn>
                <a:cxn ang="0">
                  <a:pos x="494" y="532"/>
                </a:cxn>
                <a:cxn ang="0">
                  <a:pos x="500" y="582"/>
                </a:cxn>
                <a:cxn ang="0">
                  <a:pos x="498" y="634"/>
                </a:cxn>
                <a:cxn ang="0">
                  <a:pos x="475" y="785"/>
                </a:cxn>
                <a:cxn ang="0">
                  <a:pos x="193" y="359"/>
                </a:cxn>
                <a:cxn ang="0">
                  <a:pos x="383" y="694"/>
                </a:cxn>
                <a:cxn ang="0">
                  <a:pos x="324" y="529"/>
                </a:cxn>
                <a:cxn ang="0">
                  <a:pos x="299" y="423"/>
                </a:cxn>
                <a:cxn ang="0">
                  <a:pos x="281" y="220"/>
                </a:cxn>
                <a:cxn ang="0">
                  <a:pos x="244" y="305"/>
                </a:cxn>
                <a:cxn ang="0">
                  <a:pos x="201" y="258"/>
                </a:cxn>
                <a:cxn ang="0">
                  <a:pos x="179" y="220"/>
                </a:cxn>
              </a:cxnLst>
              <a:rect l="0" t="0" r="r" b="b"/>
              <a:pathLst>
                <a:path w="516" h="1608">
                  <a:moveTo>
                    <a:pt x="475" y="785"/>
                  </a:moveTo>
                  <a:cubicBezTo>
                    <a:pt x="474" y="788"/>
                    <a:pt x="466" y="786"/>
                    <a:pt x="463" y="788"/>
                  </a:cubicBezTo>
                  <a:cubicBezTo>
                    <a:pt x="468" y="818"/>
                    <a:pt x="460" y="848"/>
                    <a:pt x="460" y="873"/>
                  </a:cubicBezTo>
                  <a:cubicBezTo>
                    <a:pt x="459" y="895"/>
                    <a:pt x="466" y="920"/>
                    <a:pt x="470" y="944"/>
                  </a:cubicBezTo>
                  <a:cubicBezTo>
                    <a:pt x="481" y="1012"/>
                    <a:pt x="494" y="1085"/>
                    <a:pt x="496" y="1161"/>
                  </a:cubicBezTo>
                  <a:cubicBezTo>
                    <a:pt x="497" y="1241"/>
                    <a:pt x="497" y="1324"/>
                    <a:pt x="497" y="1404"/>
                  </a:cubicBezTo>
                  <a:cubicBezTo>
                    <a:pt x="497" y="1418"/>
                    <a:pt x="496" y="1430"/>
                    <a:pt x="494" y="1442"/>
                  </a:cubicBezTo>
                  <a:cubicBezTo>
                    <a:pt x="492" y="1453"/>
                    <a:pt x="486" y="1462"/>
                    <a:pt x="485" y="1473"/>
                  </a:cubicBezTo>
                  <a:cubicBezTo>
                    <a:pt x="482" y="1490"/>
                    <a:pt x="485" y="1509"/>
                    <a:pt x="473" y="1516"/>
                  </a:cubicBezTo>
                  <a:cubicBezTo>
                    <a:pt x="477" y="1549"/>
                    <a:pt x="516" y="1552"/>
                    <a:pt x="509" y="1592"/>
                  </a:cubicBezTo>
                  <a:cubicBezTo>
                    <a:pt x="483" y="1606"/>
                    <a:pt x="422" y="1608"/>
                    <a:pt x="417" y="1575"/>
                  </a:cubicBezTo>
                  <a:cubicBezTo>
                    <a:pt x="383" y="1580"/>
                    <a:pt x="386" y="1549"/>
                    <a:pt x="386" y="1521"/>
                  </a:cubicBezTo>
                  <a:cubicBezTo>
                    <a:pt x="387" y="1516"/>
                    <a:pt x="377" y="1520"/>
                    <a:pt x="376" y="1516"/>
                  </a:cubicBezTo>
                  <a:cubicBezTo>
                    <a:pt x="352" y="1460"/>
                    <a:pt x="350" y="1375"/>
                    <a:pt x="349" y="1293"/>
                  </a:cubicBezTo>
                  <a:cubicBezTo>
                    <a:pt x="349" y="1248"/>
                    <a:pt x="349" y="1201"/>
                    <a:pt x="351" y="1156"/>
                  </a:cubicBezTo>
                  <a:cubicBezTo>
                    <a:pt x="352" y="1142"/>
                    <a:pt x="355" y="1126"/>
                    <a:pt x="354" y="1113"/>
                  </a:cubicBezTo>
                  <a:cubicBezTo>
                    <a:pt x="353" y="1107"/>
                    <a:pt x="349" y="1097"/>
                    <a:pt x="346" y="1089"/>
                  </a:cubicBezTo>
                  <a:cubicBezTo>
                    <a:pt x="331" y="1049"/>
                    <a:pt x="316" y="1011"/>
                    <a:pt x="301" y="973"/>
                  </a:cubicBezTo>
                  <a:cubicBezTo>
                    <a:pt x="295" y="958"/>
                    <a:pt x="292" y="940"/>
                    <a:pt x="278" y="932"/>
                  </a:cubicBezTo>
                  <a:cubicBezTo>
                    <a:pt x="281" y="1000"/>
                    <a:pt x="279" y="1072"/>
                    <a:pt x="279" y="1144"/>
                  </a:cubicBezTo>
                  <a:cubicBezTo>
                    <a:pt x="279" y="1179"/>
                    <a:pt x="275" y="1213"/>
                    <a:pt x="277" y="1247"/>
                  </a:cubicBezTo>
                  <a:cubicBezTo>
                    <a:pt x="279" y="1282"/>
                    <a:pt x="278" y="1317"/>
                    <a:pt x="283" y="1349"/>
                  </a:cubicBezTo>
                  <a:cubicBezTo>
                    <a:pt x="287" y="1370"/>
                    <a:pt x="293" y="1391"/>
                    <a:pt x="298" y="1412"/>
                  </a:cubicBezTo>
                  <a:cubicBezTo>
                    <a:pt x="305" y="1442"/>
                    <a:pt x="312" y="1467"/>
                    <a:pt x="308" y="1501"/>
                  </a:cubicBezTo>
                  <a:cubicBezTo>
                    <a:pt x="307" y="1508"/>
                    <a:pt x="306" y="1518"/>
                    <a:pt x="304" y="1523"/>
                  </a:cubicBezTo>
                  <a:cubicBezTo>
                    <a:pt x="301" y="1530"/>
                    <a:pt x="292" y="1533"/>
                    <a:pt x="290" y="1540"/>
                  </a:cubicBezTo>
                  <a:cubicBezTo>
                    <a:pt x="287" y="1550"/>
                    <a:pt x="292" y="1563"/>
                    <a:pt x="287" y="1572"/>
                  </a:cubicBezTo>
                  <a:cubicBezTo>
                    <a:pt x="283" y="1577"/>
                    <a:pt x="277" y="1577"/>
                    <a:pt x="270" y="1579"/>
                  </a:cubicBezTo>
                  <a:cubicBezTo>
                    <a:pt x="256" y="1586"/>
                    <a:pt x="238" y="1602"/>
                    <a:pt x="224" y="1605"/>
                  </a:cubicBezTo>
                  <a:cubicBezTo>
                    <a:pt x="216" y="1606"/>
                    <a:pt x="206" y="1603"/>
                    <a:pt x="196" y="1603"/>
                  </a:cubicBezTo>
                  <a:cubicBezTo>
                    <a:pt x="178" y="1601"/>
                    <a:pt x="164" y="1602"/>
                    <a:pt x="166" y="1580"/>
                  </a:cubicBezTo>
                  <a:cubicBezTo>
                    <a:pt x="167" y="1564"/>
                    <a:pt x="186" y="1552"/>
                    <a:pt x="192" y="1541"/>
                  </a:cubicBezTo>
                  <a:cubicBezTo>
                    <a:pt x="201" y="1522"/>
                    <a:pt x="199" y="1480"/>
                    <a:pt x="191" y="1458"/>
                  </a:cubicBezTo>
                  <a:cubicBezTo>
                    <a:pt x="187" y="1449"/>
                    <a:pt x="178" y="1442"/>
                    <a:pt x="176" y="1433"/>
                  </a:cubicBezTo>
                  <a:cubicBezTo>
                    <a:pt x="171" y="1415"/>
                    <a:pt x="172" y="1388"/>
                    <a:pt x="173" y="1366"/>
                  </a:cubicBezTo>
                  <a:cubicBezTo>
                    <a:pt x="174" y="1344"/>
                    <a:pt x="173" y="1323"/>
                    <a:pt x="171" y="1303"/>
                  </a:cubicBezTo>
                  <a:cubicBezTo>
                    <a:pt x="167" y="1261"/>
                    <a:pt x="165" y="1218"/>
                    <a:pt x="161" y="1176"/>
                  </a:cubicBezTo>
                  <a:cubicBezTo>
                    <a:pt x="158" y="1143"/>
                    <a:pt x="145" y="1112"/>
                    <a:pt x="138" y="1082"/>
                  </a:cubicBezTo>
                  <a:cubicBezTo>
                    <a:pt x="134" y="1067"/>
                    <a:pt x="130" y="1050"/>
                    <a:pt x="127" y="1035"/>
                  </a:cubicBezTo>
                  <a:cubicBezTo>
                    <a:pt x="120" y="1006"/>
                    <a:pt x="112" y="977"/>
                    <a:pt x="115" y="941"/>
                  </a:cubicBezTo>
                  <a:cubicBezTo>
                    <a:pt x="89" y="937"/>
                    <a:pt x="66" y="941"/>
                    <a:pt x="51" y="927"/>
                  </a:cubicBezTo>
                  <a:cubicBezTo>
                    <a:pt x="39" y="918"/>
                    <a:pt x="26" y="891"/>
                    <a:pt x="24" y="874"/>
                  </a:cubicBezTo>
                  <a:cubicBezTo>
                    <a:pt x="23" y="866"/>
                    <a:pt x="23" y="859"/>
                    <a:pt x="25" y="852"/>
                  </a:cubicBezTo>
                  <a:cubicBezTo>
                    <a:pt x="25" y="847"/>
                    <a:pt x="15" y="852"/>
                    <a:pt x="14" y="848"/>
                  </a:cubicBezTo>
                  <a:cubicBezTo>
                    <a:pt x="10" y="782"/>
                    <a:pt x="0" y="717"/>
                    <a:pt x="0" y="647"/>
                  </a:cubicBezTo>
                  <a:cubicBezTo>
                    <a:pt x="1" y="592"/>
                    <a:pt x="9" y="536"/>
                    <a:pt x="11" y="479"/>
                  </a:cubicBezTo>
                  <a:cubicBezTo>
                    <a:pt x="12" y="422"/>
                    <a:pt x="15" y="364"/>
                    <a:pt x="24" y="310"/>
                  </a:cubicBezTo>
                  <a:cubicBezTo>
                    <a:pt x="50" y="295"/>
                    <a:pt x="77" y="277"/>
                    <a:pt x="108" y="264"/>
                  </a:cubicBezTo>
                  <a:cubicBezTo>
                    <a:pt x="120" y="259"/>
                    <a:pt x="135" y="256"/>
                    <a:pt x="144" y="249"/>
                  </a:cubicBezTo>
                  <a:cubicBezTo>
                    <a:pt x="154" y="242"/>
                    <a:pt x="174" y="227"/>
                    <a:pt x="176" y="217"/>
                  </a:cubicBezTo>
                  <a:cubicBezTo>
                    <a:pt x="179" y="199"/>
                    <a:pt x="171" y="184"/>
                    <a:pt x="167" y="172"/>
                  </a:cubicBezTo>
                  <a:cubicBezTo>
                    <a:pt x="164" y="166"/>
                    <a:pt x="162" y="159"/>
                    <a:pt x="159" y="156"/>
                  </a:cubicBezTo>
                  <a:cubicBezTo>
                    <a:pt x="154" y="149"/>
                    <a:pt x="146" y="148"/>
                    <a:pt x="142" y="142"/>
                  </a:cubicBezTo>
                  <a:cubicBezTo>
                    <a:pt x="135" y="129"/>
                    <a:pt x="132" y="97"/>
                    <a:pt x="146" y="92"/>
                  </a:cubicBezTo>
                  <a:cubicBezTo>
                    <a:pt x="148" y="42"/>
                    <a:pt x="164" y="7"/>
                    <a:pt x="213" y="3"/>
                  </a:cubicBezTo>
                  <a:cubicBezTo>
                    <a:pt x="269" y="0"/>
                    <a:pt x="302" y="30"/>
                    <a:pt x="295" y="92"/>
                  </a:cubicBezTo>
                  <a:cubicBezTo>
                    <a:pt x="297" y="99"/>
                    <a:pt x="302" y="98"/>
                    <a:pt x="304" y="105"/>
                  </a:cubicBezTo>
                  <a:cubicBezTo>
                    <a:pt x="307" y="119"/>
                    <a:pt x="300" y="137"/>
                    <a:pt x="293" y="144"/>
                  </a:cubicBezTo>
                  <a:cubicBezTo>
                    <a:pt x="290" y="147"/>
                    <a:pt x="287" y="148"/>
                    <a:pt x="285" y="152"/>
                  </a:cubicBezTo>
                  <a:cubicBezTo>
                    <a:pt x="284" y="156"/>
                    <a:pt x="285" y="165"/>
                    <a:pt x="283" y="172"/>
                  </a:cubicBezTo>
                  <a:cubicBezTo>
                    <a:pt x="282" y="181"/>
                    <a:pt x="277" y="197"/>
                    <a:pt x="281" y="210"/>
                  </a:cubicBezTo>
                  <a:cubicBezTo>
                    <a:pt x="282" y="216"/>
                    <a:pt x="296" y="227"/>
                    <a:pt x="304" y="231"/>
                  </a:cubicBezTo>
                  <a:cubicBezTo>
                    <a:pt x="314" y="235"/>
                    <a:pt x="328" y="236"/>
                    <a:pt x="340" y="240"/>
                  </a:cubicBezTo>
                  <a:cubicBezTo>
                    <a:pt x="363" y="247"/>
                    <a:pt x="384" y="253"/>
                    <a:pt x="409" y="260"/>
                  </a:cubicBezTo>
                  <a:cubicBezTo>
                    <a:pt x="423" y="265"/>
                    <a:pt x="437" y="267"/>
                    <a:pt x="444" y="275"/>
                  </a:cubicBezTo>
                  <a:cubicBezTo>
                    <a:pt x="449" y="281"/>
                    <a:pt x="453" y="295"/>
                    <a:pt x="457" y="306"/>
                  </a:cubicBezTo>
                  <a:cubicBezTo>
                    <a:pt x="461" y="317"/>
                    <a:pt x="465" y="329"/>
                    <a:pt x="467" y="338"/>
                  </a:cubicBezTo>
                  <a:cubicBezTo>
                    <a:pt x="470" y="355"/>
                    <a:pt x="469" y="372"/>
                    <a:pt x="472" y="389"/>
                  </a:cubicBezTo>
                  <a:cubicBezTo>
                    <a:pt x="477" y="421"/>
                    <a:pt x="482" y="452"/>
                    <a:pt x="487" y="485"/>
                  </a:cubicBezTo>
                  <a:cubicBezTo>
                    <a:pt x="489" y="501"/>
                    <a:pt x="490" y="518"/>
                    <a:pt x="494" y="532"/>
                  </a:cubicBezTo>
                  <a:cubicBezTo>
                    <a:pt x="497" y="542"/>
                    <a:pt x="507" y="551"/>
                    <a:pt x="507" y="563"/>
                  </a:cubicBezTo>
                  <a:cubicBezTo>
                    <a:pt x="507" y="570"/>
                    <a:pt x="501" y="576"/>
                    <a:pt x="500" y="582"/>
                  </a:cubicBezTo>
                  <a:cubicBezTo>
                    <a:pt x="500" y="588"/>
                    <a:pt x="505" y="593"/>
                    <a:pt x="505" y="599"/>
                  </a:cubicBezTo>
                  <a:cubicBezTo>
                    <a:pt x="506" y="613"/>
                    <a:pt x="500" y="624"/>
                    <a:pt x="498" y="634"/>
                  </a:cubicBezTo>
                  <a:cubicBezTo>
                    <a:pt x="495" y="646"/>
                    <a:pt x="495" y="660"/>
                    <a:pt x="493" y="673"/>
                  </a:cubicBezTo>
                  <a:cubicBezTo>
                    <a:pt x="488" y="708"/>
                    <a:pt x="480" y="750"/>
                    <a:pt x="475" y="785"/>
                  </a:cubicBezTo>
                  <a:close/>
                  <a:moveTo>
                    <a:pt x="177" y="222"/>
                  </a:moveTo>
                  <a:cubicBezTo>
                    <a:pt x="171" y="267"/>
                    <a:pt x="183" y="313"/>
                    <a:pt x="193" y="359"/>
                  </a:cubicBezTo>
                  <a:cubicBezTo>
                    <a:pt x="213" y="461"/>
                    <a:pt x="204" y="581"/>
                    <a:pt x="208" y="694"/>
                  </a:cubicBezTo>
                  <a:cubicBezTo>
                    <a:pt x="266" y="693"/>
                    <a:pt x="327" y="693"/>
                    <a:pt x="383" y="694"/>
                  </a:cubicBezTo>
                  <a:cubicBezTo>
                    <a:pt x="378" y="677"/>
                    <a:pt x="370" y="659"/>
                    <a:pt x="362" y="642"/>
                  </a:cubicBezTo>
                  <a:cubicBezTo>
                    <a:pt x="347" y="606"/>
                    <a:pt x="336" y="567"/>
                    <a:pt x="324" y="529"/>
                  </a:cubicBezTo>
                  <a:cubicBezTo>
                    <a:pt x="318" y="511"/>
                    <a:pt x="310" y="492"/>
                    <a:pt x="306" y="473"/>
                  </a:cubicBezTo>
                  <a:cubicBezTo>
                    <a:pt x="302" y="458"/>
                    <a:pt x="301" y="440"/>
                    <a:pt x="299" y="423"/>
                  </a:cubicBezTo>
                  <a:cubicBezTo>
                    <a:pt x="293" y="371"/>
                    <a:pt x="288" y="317"/>
                    <a:pt x="285" y="267"/>
                  </a:cubicBezTo>
                  <a:cubicBezTo>
                    <a:pt x="284" y="252"/>
                    <a:pt x="288" y="234"/>
                    <a:pt x="281" y="220"/>
                  </a:cubicBezTo>
                  <a:cubicBezTo>
                    <a:pt x="270" y="239"/>
                    <a:pt x="263" y="261"/>
                    <a:pt x="251" y="279"/>
                  </a:cubicBezTo>
                  <a:cubicBezTo>
                    <a:pt x="251" y="290"/>
                    <a:pt x="252" y="301"/>
                    <a:pt x="244" y="305"/>
                  </a:cubicBezTo>
                  <a:cubicBezTo>
                    <a:pt x="242" y="304"/>
                    <a:pt x="245" y="297"/>
                    <a:pt x="243" y="296"/>
                  </a:cubicBezTo>
                  <a:cubicBezTo>
                    <a:pt x="225" y="286"/>
                    <a:pt x="215" y="272"/>
                    <a:pt x="201" y="258"/>
                  </a:cubicBezTo>
                  <a:cubicBezTo>
                    <a:pt x="194" y="250"/>
                    <a:pt x="185" y="241"/>
                    <a:pt x="182" y="232"/>
                  </a:cubicBezTo>
                  <a:cubicBezTo>
                    <a:pt x="181" y="228"/>
                    <a:pt x="183" y="223"/>
                    <a:pt x="179" y="220"/>
                  </a:cubicBezTo>
                  <a:cubicBezTo>
                    <a:pt x="177" y="220"/>
                    <a:pt x="177" y="221"/>
                    <a:pt x="177" y="222"/>
                  </a:cubicBezTo>
                  <a:close/>
                </a:path>
              </a:pathLst>
            </a:custGeom>
            <a:solidFill>
              <a:schemeClr val="accent4"/>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9" name="Gruppe 92"/>
            <p:cNvGrpSpPr>
              <a:grpSpLocks/>
            </p:cNvGrpSpPr>
            <p:nvPr/>
          </p:nvGrpSpPr>
          <p:grpSpPr bwMode="auto">
            <a:xfrm flipH="1">
              <a:off x="10093070" y="2128103"/>
              <a:ext cx="1156368" cy="3128723"/>
              <a:chOff x="3176834" y="3904792"/>
              <a:chExt cx="823514" cy="2228684"/>
            </a:xfrm>
            <a:solidFill>
              <a:schemeClr val="accent1"/>
            </a:solidFill>
          </p:grpSpPr>
          <p:grpSp>
            <p:nvGrpSpPr>
              <p:cNvPr id="16" name="Gruppe 52"/>
              <p:cNvGrpSpPr>
                <a:grpSpLocks/>
              </p:cNvGrpSpPr>
              <p:nvPr/>
            </p:nvGrpSpPr>
            <p:grpSpPr bwMode="auto">
              <a:xfrm>
                <a:off x="3176834" y="3904792"/>
                <a:ext cx="823514" cy="2228684"/>
                <a:chOff x="3612263" y="3839478"/>
                <a:chExt cx="823514" cy="2228684"/>
              </a:xfrm>
              <a:grpFill/>
            </p:grpSpPr>
            <p:sp>
              <p:nvSpPr>
                <p:cNvPr id="19" name="Freeform 137"/>
                <p:cNvSpPr>
                  <a:spLocks noEditPoints="1"/>
                </p:cNvSpPr>
                <p:nvPr/>
              </p:nvSpPr>
              <p:spPr bwMode="auto">
                <a:xfrm>
                  <a:off x="3804323" y="4157631"/>
                  <a:ext cx="588073" cy="1305483"/>
                </a:xfrm>
                <a:custGeom>
                  <a:avLst/>
                  <a:gdLst>
                    <a:gd name="T0" fmla="*/ 811490228 w 350"/>
                    <a:gd name="T1" fmla="*/ 413305594 h 774"/>
                    <a:gd name="T2" fmla="*/ 756046810 w 350"/>
                    <a:gd name="T3" fmla="*/ 257055956 h 774"/>
                    <a:gd name="T4" fmla="*/ 756046810 w 350"/>
                    <a:gd name="T5" fmla="*/ 221773779 h 774"/>
                    <a:gd name="T6" fmla="*/ 740925878 w 350"/>
                    <a:gd name="T7" fmla="*/ 181451242 h 774"/>
                    <a:gd name="T8" fmla="*/ 725804945 w 350"/>
                    <a:gd name="T9" fmla="*/ 115927201 h 774"/>
                    <a:gd name="T10" fmla="*/ 705643702 w 350"/>
                    <a:gd name="T11" fmla="*/ 90725621 h 774"/>
                    <a:gd name="T12" fmla="*/ 650200284 w 350"/>
                    <a:gd name="T13" fmla="*/ 65524067 h 774"/>
                    <a:gd name="T14" fmla="*/ 569555312 w 350"/>
                    <a:gd name="T15" fmla="*/ 45362811 h 774"/>
                    <a:gd name="T16" fmla="*/ 302418744 w 350"/>
                    <a:gd name="T17" fmla="*/ 0 h 774"/>
                    <a:gd name="T18" fmla="*/ 246975326 w 350"/>
                    <a:gd name="T19" fmla="*/ 10080625 h 774"/>
                    <a:gd name="T20" fmla="*/ 191531858 w 350"/>
                    <a:gd name="T21" fmla="*/ 35282189 h 774"/>
                    <a:gd name="T22" fmla="*/ 105846575 w 350"/>
                    <a:gd name="T23" fmla="*/ 70564378 h 774"/>
                    <a:gd name="T24" fmla="*/ 30241877 w 350"/>
                    <a:gd name="T25" fmla="*/ 90725621 h 774"/>
                    <a:gd name="T26" fmla="*/ 15120938 w 350"/>
                    <a:gd name="T27" fmla="*/ 105846579 h 774"/>
                    <a:gd name="T28" fmla="*/ 0 w 350"/>
                    <a:gd name="T29" fmla="*/ 151209377 h 774"/>
                    <a:gd name="T30" fmla="*/ 15120938 w 350"/>
                    <a:gd name="T31" fmla="*/ 216733468 h 774"/>
                    <a:gd name="T32" fmla="*/ 45362809 w 350"/>
                    <a:gd name="T33" fmla="*/ 267136577 h 774"/>
                    <a:gd name="T34" fmla="*/ 105846575 w 350"/>
                    <a:gd name="T35" fmla="*/ 524192533 h 774"/>
                    <a:gd name="T36" fmla="*/ 151209372 w 350"/>
                    <a:gd name="T37" fmla="*/ 635079373 h 774"/>
                    <a:gd name="T38" fmla="*/ 181451236 w 350"/>
                    <a:gd name="T39" fmla="*/ 715724348 h 774"/>
                    <a:gd name="T40" fmla="*/ 211693150 w 350"/>
                    <a:gd name="T41" fmla="*/ 801409633 h 774"/>
                    <a:gd name="T42" fmla="*/ 196572169 w 350"/>
                    <a:gd name="T43" fmla="*/ 871974184 h 774"/>
                    <a:gd name="T44" fmla="*/ 161289993 w 350"/>
                    <a:gd name="T45" fmla="*/ 1003022268 h 774"/>
                    <a:gd name="T46" fmla="*/ 120967507 w 350"/>
                    <a:gd name="T47" fmla="*/ 1169352528 h 774"/>
                    <a:gd name="T48" fmla="*/ 115927197 w 350"/>
                    <a:gd name="T49" fmla="*/ 1229836259 h 774"/>
                    <a:gd name="T50" fmla="*/ 146169061 w 350"/>
                    <a:gd name="T51" fmla="*/ 1244957192 h 774"/>
                    <a:gd name="T52" fmla="*/ 146169061 w 350"/>
                    <a:gd name="T53" fmla="*/ 1401206830 h 774"/>
                    <a:gd name="T54" fmla="*/ 156249683 w 350"/>
                    <a:gd name="T55" fmla="*/ 1653222375 h 774"/>
                    <a:gd name="T56" fmla="*/ 156249683 w 350"/>
                    <a:gd name="T57" fmla="*/ 1718746814 h 774"/>
                    <a:gd name="T58" fmla="*/ 156249683 w 350"/>
                    <a:gd name="T59" fmla="*/ 1789311167 h 774"/>
                    <a:gd name="T60" fmla="*/ 156249683 w 350"/>
                    <a:gd name="T61" fmla="*/ 1895157696 h 774"/>
                    <a:gd name="T62" fmla="*/ 272176879 w 350"/>
                    <a:gd name="T63" fmla="*/ 1940520494 h 774"/>
                    <a:gd name="T64" fmla="*/ 342741230 w 350"/>
                    <a:gd name="T65" fmla="*/ 1950601116 h 774"/>
                    <a:gd name="T66" fmla="*/ 493950651 w 350"/>
                    <a:gd name="T67" fmla="*/ 1925399561 h 774"/>
                    <a:gd name="T68" fmla="*/ 665321216 w 350"/>
                    <a:gd name="T69" fmla="*/ 1880036763 h 774"/>
                    <a:gd name="T70" fmla="*/ 781248363 w 350"/>
                    <a:gd name="T71" fmla="*/ 1834673965 h 774"/>
                    <a:gd name="T72" fmla="*/ 826611160 w 350"/>
                    <a:gd name="T73" fmla="*/ 1703625881 h 774"/>
                    <a:gd name="T74" fmla="*/ 821570849 w 350"/>
                    <a:gd name="T75" fmla="*/ 1340723099 h 774"/>
                    <a:gd name="T76" fmla="*/ 821570849 w 350"/>
                    <a:gd name="T77" fmla="*/ 1159271906 h 774"/>
                    <a:gd name="T78" fmla="*/ 796369296 w 350"/>
                    <a:gd name="T79" fmla="*/ 1028223823 h 774"/>
                    <a:gd name="T80" fmla="*/ 776208053 w 350"/>
                    <a:gd name="T81" fmla="*/ 967740092 h 774"/>
                    <a:gd name="T82" fmla="*/ 861893534 w 350"/>
                    <a:gd name="T83" fmla="*/ 751006524 h 774"/>
                    <a:gd name="T84" fmla="*/ 877014466 w 350"/>
                    <a:gd name="T85" fmla="*/ 705643726 h 774"/>
                    <a:gd name="T86" fmla="*/ 877014466 w 350"/>
                    <a:gd name="T87" fmla="*/ 685482482 h 774"/>
                    <a:gd name="T88" fmla="*/ 705643702 w 350"/>
                    <a:gd name="T89" fmla="*/ 619958440 h 774"/>
                    <a:gd name="T90" fmla="*/ 685482459 w 350"/>
                    <a:gd name="T91" fmla="*/ 650200306 h 774"/>
                    <a:gd name="T92" fmla="*/ 700603392 w 350"/>
                    <a:gd name="T93" fmla="*/ 594756886 h 774"/>
                    <a:gd name="T94" fmla="*/ 710684013 w 350"/>
                    <a:gd name="T95" fmla="*/ 604837508 h 774"/>
                    <a:gd name="T96" fmla="*/ 705643702 w 350"/>
                    <a:gd name="T97" fmla="*/ 619958440 h 7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0"/>
                    <a:gd name="T148" fmla="*/ 0 h 774"/>
                    <a:gd name="T149" fmla="*/ 350 w 350"/>
                    <a:gd name="T150" fmla="*/ 774 h 7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0" h="774">
                      <a:moveTo>
                        <a:pt x="344" y="262"/>
                      </a:moveTo>
                      <a:lnTo>
                        <a:pt x="344" y="262"/>
                      </a:lnTo>
                      <a:lnTo>
                        <a:pt x="322" y="164"/>
                      </a:lnTo>
                      <a:lnTo>
                        <a:pt x="300" y="102"/>
                      </a:lnTo>
                      <a:lnTo>
                        <a:pt x="300" y="96"/>
                      </a:lnTo>
                      <a:lnTo>
                        <a:pt x="300" y="88"/>
                      </a:lnTo>
                      <a:lnTo>
                        <a:pt x="296" y="80"/>
                      </a:lnTo>
                      <a:lnTo>
                        <a:pt x="294" y="76"/>
                      </a:lnTo>
                      <a:lnTo>
                        <a:pt x="294" y="72"/>
                      </a:lnTo>
                      <a:lnTo>
                        <a:pt x="292" y="56"/>
                      </a:lnTo>
                      <a:lnTo>
                        <a:pt x="288" y="46"/>
                      </a:lnTo>
                      <a:lnTo>
                        <a:pt x="284" y="40"/>
                      </a:lnTo>
                      <a:lnTo>
                        <a:pt x="280" y="36"/>
                      </a:lnTo>
                      <a:lnTo>
                        <a:pt x="270" y="30"/>
                      </a:lnTo>
                      <a:lnTo>
                        <a:pt x="260" y="26"/>
                      </a:lnTo>
                      <a:lnTo>
                        <a:pt x="258" y="26"/>
                      </a:lnTo>
                      <a:lnTo>
                        <a:pt x="234" y="20"/>
                      </a:lnTo>
                      <a:lnTo>
                        <a:pt x="226" y="18"/>
                      </a:lnTo>
                      <a:lnTo>
                        <a:pt x="212" y="14"/>
                      </a:lnTo>
                      <a:lnTo>
                        <a:pt x="176" y="8"/>
                      </a:lnTo>
                      <a:lnTo>
                        <a:pt x="120" y="0"/>
                      </a:lnTo>
                      <a:lnTo>
                        <a:pt x="112" y="0"/>
                      </a:lnTo>
                      <a:lnTo>
                        <a:pt x="98" y="4"/>
                      </a:lnTo>
                      <a:lnTo>
                        <a:pt x="84" y="8"/>
                      </a:lnTo>
                      <a:lnTo>
                        <a:pt x="76" y="14"/>
                      </a:lnTo>
                      <a:lnTo>
                        <a:pt x="68" y="18"/>
                      </a:lnTo>
                      <a:lnTo>
                        <a:pt x="58" y="22"/>
                      </a:lnTo>
                      <a:lnTo>
                        <a:pt x="42" y="28"/>
                      </a:lnTo>
                      <a:lnTo>
                        <a:pt x="28" y="32"/>
                      </a:lnTo>
                      <a:lnTo>
                        <a:pt x="12" y="36"/>
                      </a:lnTo>
                      <a:lnTo>
                        <a:pt x="8" y="38"/>
                      </a:lnTo>
                      <a:lnTo>
                        <a:pt x="6" y="42"/>
                      </a:lnTo>
                      <a:lnTo>
                        <a:pt x="4" y="48"/>
                      </a:lnTo>
                      <a:lnTo>
                        <a:pt x="0" y="60"/>
                      </a:lnTo>
                      <a:lnTo>
                        <a:pt x="0" y="70"/>
                      </a:lnTo>
                      <a:lnTo>
                        <a:pt x="2" y="80"/>
                      </a:lnTo>
                      <a:lnTo>
                        <a:pt x="6" y="86"/>
                      </a:lnTo>
                      <a:lnTo>
                        <a:pt x="18" y="106"/>
                      </a:lnTo>
                      <a:lnTo>
                        <a:pt x="30" y="158"/>
                      </a:lnTo>
                      <a:lnTo>
                        <a:pt x="42" y="208"/>
                      </a:lnTo>
                      <a:lnTo>
                        <a:pt x="50" y="224"/>
                      </a:lnTo>
                      <a:lnTo>
                        <a:pt x="56" y="240"/>
                      </a:lnTo>
                      <a:lnTo>
                        <a:pt x="60" y="252"/>
                      </a:lnTo>
                      <a:lnTo>
                        <a:pt x="64" y="266"/>
                      </a:lnTo>
                      <a:lnTo>
                        <a:pt x="72" y="284"/>
                      </a:lnTo>
                      <a:lnTo>
                        <a:pt x="80" y="304"/>
                      </a:lnTo>
                      <a:lnTo>
                        <a:pt x="82" y="312"/>
                      </a:lnTo>
                      <a:lnTo>
                        <a:pt x="84" y="318"/>
                      </a:lnTo>
                      <a:lnTo>
                        <a:pt x="82" y="332"/>
                      </a:lnTo>
                      <a:lnTo>
                        <a:pt x="78" y="346"/>
                      </a:lnTo>
                      <a:lnTo>
                        <a:pt x="72" y="364"/>
                      </a:lnTo>
                      <a:lnTo>
                        <a:pt x="64" y="398"/>
                      </a:lnTo>
                      <a:lnTo>
                        <a:pt x="54" y="438"/>
                      </a:lnTo>
                      <a:lnTo>
                        <a:pt x="48" y="464"/>
                      </a:lnTo>
                      <a:lnTo>
                        <a:pt x="42" y="484"/>
                      </a:lnTo>
                      <a:lnTo>
                        <a:pt x="46" y="488"/>
                      </a:lnTo>
                      <a:lnTo>
                        <a:pt x="52" y="492"/>
                      </a:lnTo>
                      <a:lnTo>
                        <a:pt x="58" y="494"/>
                      </a:lnTo>
                      <a:lnTo>
                        <a:pt x="58" y="506"/>
                      </a:lnTo>
                      <a:lnTo>
                        <a:pt x="58" y="524"/>
                      </a:lnTo>
                      <a:lnTo>
                        <a:pt x="58" y="556"/>
                      </a:lnTo>
                      <a:lnTo>
                        <a:pt x="60" y="606"/>
                      </a:lnTo>
                      <a:lnTo>
                        <a:pt x="62" y="656"/>
                      </a:lnTo>
                      <a:lnTo>
                        <a:pt x="62" y="672"/>
                      </a:lnTo>
                      <a:lnTo>
                        <a:pt x="62" y="682"/>
                      </a:lnTo>
                      <a:lnTo>
                        <a:pt x="62" y="710"/>
                      </a:lnTo>
                      <a:lnTo>
                        <a:pt x="62" y="732"/>
                      </a:lnTo>
                      <a:lnTo>
                        <a:pt x="62" y="752"/>
                      </a:lnTo>
                      <a:lnTo>
                        <a:pt x="72" y="756"/>
                      </a:lnTo>
                      <a:lnTo>
                        <a:pt x="108" y="770"/>
                      </a:lnTo>
                      <a:lnTo>
                        <a:pt x="122" y="774"/>
                      </a:lnTo>
                      <a:lnTo>
                        <a:pt x="136" y="774"/>
                      </a:lnTo>
                      <a:lnTo>
                        <a:pt x="152" y="774"/>
                      </a:lnTo>
                      <a:lnTo>
                        <a:pt x="168" y="770"/>
                      </a:lnTo>
                      <a:lnTo>
                        <a:pt x="196" y="764"/>
                      </a:lnTo>
                      <a:lnTo>
                        <a:pt x="214" y="760"/>
                      </a:lnTo>
                      <a:lnTo>
                        <a:pt x="264" y="746"/>
                      </a:lnTo>
                      <a:lnTo>
                        <a:pt x="288" y="738"/>
                      </a:lnTo>
                      <a:lnTo>
                        <a:pt x="310" y="728"/>
                      </a:lnTo>
                      <a:lnTo>
                        <a:pt x="330" y="716"/>
                      </a:lnTo>
                      <a:lnTo>
                        <a:pt x="328" y="676"/>
                      </a:lnTo>
                      <a:lnTo>
                        <a:pt x="326" y="616"/>
                      </a:lnTo>
                      <a:lnTo>
                        <a:pt x="326" y="532"/>
                      </a:lnTo>
                      <a:lnTo>
                        <a:pt x="324" y="468"/>
                      </a:lnTo>
                      <a:lnTo>
                        <a:pt x="326" y="460"/>
                      </a:lnTo>
                      <a:lnTo>
                        <a:pt x="326" y="446"/>
                      </a:lnTo>
                      <a:lnTo>
                        <a:pt x="324" y="434"/>
                      </a:lnTo>
                      <a:lnTo>
                        <a:pt x="316" y="408"/>
                      </a:lnTo>
                      <a:lnTo>
                        <a:pt x="310" y="392"/>
                      </a:lnTo>
                      <a:lnTo>
                        <a:pt x="308" y="384"/>
                      </a:lnTo>
                      <a:lnTo>
                        <a:pt x="324" y="344"/>
                      </a:lnTo>
                      <a:lnTo>
                        <a:pt x="338" y="314"/>
                      </a:lnTo>
                      <a:lnTo>
                        <a:pt x="342" y="298"/>
                      </a:lnTo>
                      <a:lnTo>
                        <a:pt x="344" y="290"/>
                      </a:lnTo>
                      <a:lnTo>
                        <a:pt x="348" y="280"/>
                      </a:lnTo>
                      <a:lnTo>
                        <a:pt x="350" y="276"/>
                      </a:lnTo>
                      <a:lnTo>
                        <a:pt x="348" y="272"/>
                      </a:lnTo>
                      <a:lnTo>
                        <a:pt x="344" y="262"/>
                      </a:lnTo>
                      <a:close/>
                      <a:moveTo>
                        <a:pt x="280" y="246"/>
                      </a:moveTo>
                      <a:lnTo>
                        <a:pt x="276" y="250"/>
                      </a:lnTo>
                      <a:lnTo>
                        <a:pt x="276" y="256"/>
                      </a:lnTo>
                      <a:lnTo>
                        <a:pt x="272" y="258"/>
                      </a:lnTo>
                      <a:lnTo>
                        <a:pt x="274" y="236"/>
                      </a:lnTo>
                      <a:lnTo>
                        <a:pt x="278" y="236"/>
                      </a:lnTo>
                      <a:lnTo>
                        <a:pt x="280" y="238"/>
                      </a:lnTo>
                      <a:lnTo>
                        <a:pt x="282" y="240"/>
                      </a:lnTo>
                      <a:lnTo>
                        <a:pt x="282" y="246"/>
                      </a:lnTo>
                      <a:lnTo>
                        <a:pt x="280" y="24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0" name="Freeform 139"/>
                <p:cNvSpPr>
                  <a:spLocks/>
                </p:cNvSpPr>
                <p:nvPr/>
              </p:nvSpPr>
              <p:spPr bwMode="auto">
                <a:xfrm>
                  <a:off x="3882332" y="3839514"/>
                  <a:ext cx="339041" cy="366135"/>
                </a:xfrm>
                <a:custGeom>
                  <a:avLst/>
                  <a:gdLst>
                    <a:gd name="T0" fmla="*/ 282257514 w 202"/>
                    <a:gd name="T1" fmla="*/ 10080625 h 216"/>
                    <a:gd name="T2" fmla="*/ 317539691 w 202"/>
                    <a:gd name="T3" fmla="*/ 5040313 h 216"/>
                    <a:gd name="T4" fmla="*/ 327620313 w 202"/>
                    <a:gd name="T5" fmla="*/ 10080625 h 216"/>
                    <a:gd name="T6" fmla="*/ 403224977 w 202"/>
                    <a:gd name="T7" fmla="*/ 15120939 h 216"/>
                    <a:gd name="T8" fmla="*/ 433466942 w 202"/>
                    <a:gd name="T9" fmla="*/ 30241879 h 216"/>
                    <a:gd name="T10" fmla="*/ 443547564 w 202"/>
                    <a:gd name="T11" fmla="*/ 45362812 h 216"/>
                    <a:gd name="T12" fmla="*/ 463708808 w 202"/>
                    <a:gd name="T13" fmla="*/ 100806246 h 216"/>
                    <a:gd name="T14" fmla="*/ 463708808 w 202"/>
                    <a:gd name="T15" fmla="*/ 156249693 h 216"/>
                    <a:gd name="T16" fmla="*/ 473789430 w 202"/>
                    <a:gd name="T17" fmla="*/ 226814098 h 216"/>
                    <a:gd name="T18" fmla="*/ 473789430 w 202"/>
                    <a:gd name="T19" fmla="*/ 307459075 h 216"/>
                    <a:gd name="T20" fmla="*/ 453628186 w 202"/>
                    <a:gd name="T21" fmla="*/ 372983119 h 216"/>
                    <a:gd name="T22" fmla="*/ 453628186 w 202"/>
                    <a:gd name="T23" fmla="*/ 393144363 h 216"/>
                    <a:gd name="T24" fmla="*/ 473789430 w 202"/>
                    <a:gd name="T25" fmla="*/ 443547573 h 216"/>
                    <a:gd name="T26" fmla="*/ 493950674 w 202"/>
                    <a:gd name="T27" fmla="*/ 453628195 h 216"/>
                    <a:gd name="T28" fmla="*/ 483870052 w 202"/>
                    <a:gd name="T29" fmla="*/ 453628195 h 216"/>
                    <a:gd name="T30" fmla="*/ 463708808 w 202"/>
                    <a:gd name="T31" fmla="*/ 453628195 h 216"/>
                    <a:gd name="T32" fmla="*/ 473789430 w 202"/>
                    <a:gd name="T33" fmla="*/ 478829751 h 216"/>
                    <a:gd name="T34" fmla="*/ 498990985 w 202"/>
                    <a:gd name="T35" fmla="*/ 493950684 h 216"/>
                    <a:gd name="T36" fmla="*/ 509071607 w 202"/>
                    <a:gd name="T37" fmla="*/ 488910373 h 216"/>
                    <a:gd name="T38" fmla="*/ 493950674 w 202"/>
                    <a:gd name="T39" fmla="*/ 534273172 h 216"/>
                    <a:gd name="T40" fmla="*/ 473789430 w 202"/>
                    <a:gd name="T41" fmla="*/ 544353795 h 216"/>
                    <a:gd name="T42" fmla="*/ 453628186 w 202"/>
                    <a:gd name="T43" fmla="*/ 544353795 h 216"/>
                    <a:gd name="T44" fmla="*/ 418346010 w 202"/>
                    <a:gd name="T45" fmla="*/ 534273172 h 216"/>
                    <a:gd name="T46" fmla="*/ 398184666 w 202"/>
                    <a:gd name="T47" fmla="*/ 509071617 h 216"/>
                    <a:gd name="T48" fmla="*/ 398184666 w 202"/>
                    <a:gd name="T49" fmla="*/ 493950684 h 216"/>
                    <a:gd name="T50" fmla="*/ 388104044 w 202"/>
                    <a:gd name="T51" fmla="*/ 478829751 h 216"/>
                    <a:gd name="T52" fmla="*/ 352821868 w 202"/>
                    <a:gd name="T53" fmla="*/ 468749128 h 216"/>
                    <a:gd name="T54" fmla="*/ 337700935 w 202"/>
                    <a:gd name="T55" fmla="*/ 453628195 h 216"/>
                    <a:gd name="T56" fmla="*/ 196572178 w 202"/>
                    <a:gd name="T57" fmla="*/ 453628195 h 216"/>
                    <a:gd name="T58" fmla="*/ 176410934 w 202"/>
                    <a:gd name="T59" fmla="*/ 478829751 h 216"/>
                    <a:gd name="T60" fmla="*/ 176410934 w 202"/>
                    <a:gd name="T61" fmla="*/ 504031306 h 216"/>
                    <a:gd name="T62" fmla="*/ 171370623 w 202"/>
                    <a:gd name="T63" fmla="*/ 524192550 h 216"/>
                    <a:gd name="T64" fmla="*/ 151209379 w 202"/>
                    <a:gd name="T65" fmla="*/ 534273172 h 216"/>
                    <a:gd name="T66" fmla="*/ 141128757 w 202"/>
                    <a:gd name="T67" fmla="*/ 539313484 h 216"/>
                    <a:gd name="T68" fmla="*/ 120967513 w 202"/>
                    <a:gd name="T69" fmla="*/ 534273172 h 216"/>
                    <a:gd name="T70" fmla="*/ 70564378 w 202"/>
                    <a:gd name="T71" fmla="*/ 544353795 h 216"/>
                    <a:gd name="T72" fmla="*/ 35282189 w 202"/>
                    <a:gd name="T73" fmla="*/ 529232861 h 216"/>
                    <a:gd name="T74" fmla="*/ 15120939 w 202"/>
                    <a:gd name="T75" fmla="*/ 493950684 h 216"/>
                    <a:gd name="T76" fmla="*/ 0 w 202"/>
                    <a:gd name="T77" fmla="*/ 473789440 h 216"/>
                    <a:gd name="T78" fmla="*/ 30241878 w 202"/>
                    <a:gd name="T79" fmla="*/ 478829751 h 216"/>
                    <a:gd name="T80" fmla="*/ 35282189 w 202"/>
                    <a:gd name="T81" fmla="*/ 473789440 h 216"/>
                    <a:gd name="T82" fmla="*/ 45362811 w 202"/>
                    <a:gd name="T83" fmla="*/ 458668506 h 216"/>
                    <a:gd name="T84" fmla="*/ 65524068 w 202"/>
                    <a:gd name="T85" fmla="*/ 433466951 h 216"/>
                    <a:gd name="T86" fmla="*/ 60483757 w 202"/>
                    <a:gd name="T87" fmla="*/ 398184674 h 216"/>
                    <a:gd name="T88" fmla="*/ 55443446 w 202"/>
                    <a:gd name="T89" fmla="*/ 367942808 h 216"/>
                    <a:gd name="T90" fmla="*/ 45362811 w 202"/>
                    <a:gd name="T91" fmla="*/ 312499386 h 216"/>
                    <a:gd name="T92" fmla="*/ 55443446 w 202"/>
                    <a:gd name="T93" fmla="*/ 267136586 h 216"/>
                    <a:gd name="T94" fmla="*/ 80645000 w 202"/>
                    <a:gd name="T95" fmla="*/ 196572182 h 216"/>
                    <a:gd name="T96" fmla="*/ 90725622 w 202"/>
                    <a:gd name="T97" fmla="*/ 171370626 h 216"/>
                    <a:gd name="T98" fmla="*/ 120967513 w 202"/>
                    <a:gd name="T99" fmla="*/ 105846582 h 216"/>
                    <a:gd name="T100" fmla="*/ 181451245 w 202"/>
                    <a:gd name="T101" fmla="*/ 45362812 h 216"/>
                    <a:gd name="T102" fmla="*/ 236894715 w 202"/>
                    <a:gd name="T103" fmla="*/ 5040313 h 216"/>
                    <a:gd name="T104" fmla="*/ 272176892 w 202"/>
                    <a:gd name="T105" fmla="*/ 5040313 h 216"/>
                    <a:gd name="T106" fmla="*/ 282257514 w 202"/>
                    <a:gd name="T107" fmla="*/ 10080625 h 2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2"/>
                    <a:gd name="T163" fmla="*/ 0 h 216"/>
                    <a:gd name="T164" fmla="*/ 202 w 202"/>
                    <a:gd name="T165" fmla="*/ 216 h 2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2" h="216">
                      <a:moveTo>
                        <a:pt x="112" y="4"/>
                      </a:moveTo>
                      <a:lnTo>
                        <a:pt x="112" y="4"/>
                      </a:lnTo>
                      <a:lnTo>
                        <a:pt x="120" y="2"/>
                      </a:lnTo>
                      <a:lnTo>
                        <a:pt x="126" y="2"/>
                      </a:lnTo>
                      <a:lnTo>
                        <a:pt x="130" y="4"/>
                      </a:lnTo>
                      <a:lnTo>
                        <a:pt x="146" y="4"/>
                      </a:lnTo>
                      <a:lnTo>
                        <a:pt x="160" y="6"/>
                      </a:lnTo>
                      <a:lnTo>
                        <a:pt x="166" y="8"/>
                      </a:lnTo>
                      <a:lnTo>
                        <a:pt x="172" y="12"/>
                      </a:lnTo>
                      <a:lnTo>
                        <a:pt x="176" y="18"/>
                      </a:lnTo>
                      <a:lnTo>
                        <a:pt x="180" y="24"/>
                      </a:lnTo>
                      <a:lnTo>
                        <a:pt x="184" y="40"/>
                      </a:lnTo>
                      <a:lnTo>
                        <a:pt x="184" y="54"/>
                      </a:lnTo>
                      <a:lnTo>
                        <a:pt x="184" y="62"/>
                      </a:lnTo>
                      <a:lnTo>
                        <a:pt x="188" y="90"/>
                      </a:lnTo>
                      <a:lnTo>
                        <a:pt x="190" y="108"/>
                      </a:lnTo>
                      <a:lnTo>
                        <a:pt x="188" y="122"/>
                      </a:lnTo>
                      <a:lnTo>
                        <a:pt x="180" y="148"/>
                      </a:lnTo>
                      <a:lnTo>
                        <a:pt x="180" y="156"/>
                      </a:lnTo>
                      <a:lnTo>
                        <a:pt x="182" y="166"/>
                      </a:lnTo>
                      <a:lnTo>
                        <a:pt x="188" y="176"/>
                      </a:lnTo>
                      <a:lnTo>
                        <a:pt x="192" y="178"/>
                      </a:lnTo>
                      <a:lnTo>
                        <a:pt x="196" y="180"/>
                      </a:lnTo>
                      <a:lnTo>
                        <a:pt x="192" y="180"/>
                      </a:lnTo>
                      <a:lnTo>
                        <a:pt x="188" y="180"/>
                      </a:lnTo>
                      <a:lnTo>
                        <a:pt x="184" y="180"/>
                      </a:lnTo>
                      <a:lnTo>
                        <a:pt x="188" y="190"/>
                      </a:lnTo>
                      <a:lnTo>
                        <a:pt x="194" y="194"/>
                      </a:lnTo>
                      <a:lnTo>
                        <a:pt x="198" y="196"/>
                      </a:lnTo>
                      <a:lnTo>
                        <a:pt x="202" y="194"/>
                      </a:lnTo>
                      <a:lnTo>
                        <a:pt x="200" y="204"/>
                      </a:lnTo>
                      <a:lnTo>
                        <a:pt x="196" y="212"/>
                      </a:lnTo>
                      <a:lnTo>
                        <a:pt x="192" y="214"/>
                      </a:lnTo>
                      <a:lnTo>
                        <a:pt x="188" y="216"/>
                      </a:lnTo>
                      <a:lnTo>
                        <a:pt x="180" y="216"/>
                      </a:lnTo>
                      <a:lnTo>
                        <a:pt x="170" y="214"/>
                      </a:lnTo>
                      <a:lnTo>
                        <a:pt x="166" y="212"/>
                      </a:lnTo>
                      <a:lnTo>
                        <a:pt x="162" y="208"/>
                      </a:lnTo>
                      <a:lnTo>
                        <a:pt x="158" y="202"/>
                      </a:lnTo>
                      <a:lnTo>
                        <a:pt x="158" y="196"/>
                      </a:lnTo>
                      <a:lnTo>
                        <a:pt x="156" y="192"/>
                      </a:lnTo>
                      <a:lnTo>
                        <a:pt x="154" y="190"/>
                      </a:lnTo>
                      <a:lnTo>
                        <a:pt x="144" y="188"/>
                      </a:lnTo>
                      <a:lnTo>
                        <a:pt x="140" y="186"/>
                      </a:lnTo>
                      <a:lnTo>
                        <a:pt x="136" y="184"/>
                      </a:lnTo>
                      <a:lnTo>
                        <a:pt x="134" y="180"/>
                      </a:lnTo>
                      <a:lnTo>
                        <a:pt x="134" y="176"/>
                      </a:lnTo>
                      <a:lnTo>
                        <a:pt x="78" y="180"/>
                      </a:lnTo>
                      <a:lnTo>
                        <a:pt x="70" y="190"/>
                      </a:lnTo>
                      <a:lnTo>
                        <a:pt x="70" y="194"/>
                      </a:lnTo>
                      <a:lnTo>
                        <a:pt x="70" y="200"/>
                      </a:lnTo>
                      <a:lnTo>
                        <a:pt x="70" y="206"/>
                      </a:lnTo>
                      <a:lnTo>
                        <a:pt x="68" y="208"/>
                      </a:lnTo>
                      <a:lnTo>
                        <a:pt x="64" y="212"/>
                      </a:lnTo>
                      <a:lnTo>
                        <a:pt x="60" y="212"/>
                      </a:lnTo>
                      <a:lnTo>
                        <a:pt x="56" y="214"/>
                      </a:lnTo>
                      <a:lnTo>
                        <a:pt x="48" y="212"/>
                      </a:lnTo>
                      <a:lnTo>
                        <a:pt x="42" y="214"/>
                      </a:lnTo>
                      <a:lnTo>
                        <a:pt x="28" y="216"/>
                      </a:lnTo>
                      <a:lnTo>
                        <a:pt x="22" y="214"/>
                      </a:lnTo>
                      <a:lnTo>
                        <a:pt x="14" y="210"/>
                      </a:lnTo>
                      <a:lnTo>
                        <a:pt x="8" y="204"/>
                      </a:lnTo>
                      <a:lnTo>
                        <a:pt x="6" y="196"/>
                      </a:lnTo>
                      <a:lnTo>
                        <a:pt x="0" y="188"/>
                      </a:lnTo>
                      <a:lnTo>
                        <a:pt x="6" y="190"/>
                      </a:lnTo>
                      <a:lnTo>
                        <a:pt x="12" y="190"/>
                      </a:lnTo>
                      <a:lnTo>
                        <a:pt x="14" y="190"/>
                      </a:lnTo>
                      <a:lnTo>
                        <a:pt x="14" y="188"/>
                      </a:lnTo>
                      <a:lnTo>
                        <a:pt x="18" y="182"/>
                      </a:lnTo>
                      <a:lnTo>
                        <a:pt x="24" y="178"/>
                      </a:lnTo>
                      <a:lnTo>
                        <a:pt x="26" y="172"/>
                      </a:lnTo>
                      <a:lnTo>
                        <a:pt x="26" y="166"/>
                      </a:lnTo>
                      <a:lnTo>
                        <a:pt x="24" y="158"/>
                      </a:lnTo>
                      <a:lnTo>
                        <a:pt x="22" y="146"/>
                      </a:lnTo>
                      <a:lnTo>
                        <a:pt x="18" y="134"/>
                      </a:lnTo>
                      <a:lnTo>
                        <a:pt x="18" y="124"/>
                      </a:lnTo>
                      <a:lnTo>
                        <a:pt x="18" y="114"/>
                      </a:lnTo>
                      <a:lnTo>
                        <a:pt x="22" y="106"/>
                      </a:lnTo>
                      <a:lnTo>
                        <a:pt x="30" y="88"/>
                      </a:lnTo>
                      <a:lnTo>
                        <a:pt x="32" y="78"/>
                      </a:lnTo>
                      <a:lnTo>
                        <a:pt x="36" y="68"/>
                      </a:lnTo>
                      <a:lnTo>
                        <a:pt x="40" y="56"/>
                      </a:lnTo>
                      <a:lnTo>
                        <a:pt x="48" y="42"/>
                      </a:lnTo>
                      <a:lnTo>
                        <a:pt x="60" y="30"/>
                      </a:lnTo>
                      <a:lnTo>
                        <a:pt x="72" y="18"/>
                      </a:lnTo>
                      <a:lnTo>
                        <a:pt x="84" y="10"/>
                      </a:lnTo>
                      <a:lnTo>
                        <a:pt x="94" y="2"/>
                      </a:lnTo>
                      <a:lnTo>
                        <a:pt x="104" y="0"/>
                      </a:lnTo>
                      <a:lnTo>
                        <a:pt x="108" y="2"/>
                      </a:lnTo>
                      <a:lnTo>
                        <a:pt x="112" y="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1" name="Freeform 141"/>
                <p:cNvSpPr>
                  <a:spLocks/>
                </p:cNvSpPr>
                <p:nvPr/>
              </p:nvSpPr>
              <p:spPr bwMode="auto">
                <a:xfrm>
                  <a:off x="3999346" y="3881529"/>
                  <a:ext cx="174022" cy="249093"/>
                </a:xfrm>
                <a:custGeom>
                  <a:avLst/>
                  <a:gdLst>
                    <a:gd name="T0" fmla="*/ 231854407 w 106"/>
                    <a:gd name="T1" fmla="*/ 50403117 h 150"/>
                    <a:gd name="T2" fmla="*/ 231854407 w 106"/>
                    <a:gd name="T3" fmla="*/ 50403117 h 150"/>
                    <a:gd name="T4" fmla="*/ 246975341 w 106"/>
                    <a:gd name="T5" fmla="*/ 85685302 h 150"/>
                    <a:gd name="T6" fmla="*/ 262096274 w 106"/>
                    <a:gd name="T7" fmla="*/ 115927190 h 150"/>
                    <a:gd name="T8" fmla="*/ 267136585 w 106"/>
                    <a:gd name="T9" fmla="*/ 141128742 h 150"/>
                    <a:gd name="T10" fmla="*/ 267136585 w 106"/>
                    <a:gd name="T11" fmla="*/ 141128742 h 150"/>
                    <a:gd name="T12" fmla="*/ 267136585 w 106"/>
                    <a:gd name="T13" fmla="*/ 186491536 h 150"/>
                    <a:gd name="T14" fmla="*/ 267136585 w 106"/>
                    <a:gd name="T15" fmla="*/ 186491536 h 150"/>
                    <a:gd name="T16" fmla="*/ 257055963 w 106"/>
                    <a:gd name="T17" fmla="*/ 241935001 h 150"/>
                    <a:gd name="T18" fmla="*/ 252015652 w 106"/>
                    <a:gd name="T19" fmla="*/ 277217174 h 150"/>
                    <a:gd name="T20" fmla="*/ 241935030 w 106"/>
                    <a:gd name="T21" fmla="*/ 302418726 h 150"/>
                    <a:gd name="T22" fmla="*/ 241935030 w 106"/>
                    <a:gd name="T23" fmla="*/ 302418726 h 150"/>
                    <a:gd name="T24" fmla="*/ 201612492 w 106"/>
                    <a:gd name="T25" fmla="*/ 367942762 h 150"/>
                    <a:gd name="T26" fmla="*/ 201612492 w 106"/>
                    <a:gd name="T27" fmla="*/ 367942762 h 150"/>
                    <a:gd name="T28" fmla="*/ 191531869 w 106"/>
                    <a:gd name="T29" fmla="*/ 372983072 h 150"/>
                    <a:gd name="T30" fmla="*/ 176410936 w 106"/>
                    <a:gd name="T31" fmla="*/ 378023383 h 150"/>
                    <a:gd name="T32" fmla="*/ 161290003 w 106"/>
                    <a:gd name="T33" fmla="*/ 378023383 h 150"/>
                    <a:gd name="T34" fmla="*/ 161290003 w 106"/>
                    <a:gd name="T35" fmla="*/ 378023383 h 150"/>
                    <a:gd name="T36" fmla="*/ 136088448 w 106"/>
                    <a:gd name="T37" fmla="*/ 372983072 h 150"/>
                    <a:gd name="T38" fmla="*/ 105846582 w 106"/>
                    <a:gd name="T39" fmla="*/ 362902452 h 150"/>
                    <a:gd name="T40" fmla="*/ 65524068 w 106"/>
                    <a:gd name="T41" fmla="*/ 342741210 h 150"/>
                    <a:gd name="T42" fmla="*/ 65524068 w 106"/>
                    <a:gd name="T43" fmla="*/ 342741210 h 150"/>
                    <a:gd name="T44" fmla="*/ 40322501 w 106"/>
                    <a:gd name="T45" fmla="*/ 332660589 h 150"/>
                    <a:gd name="T46" fmla="*/ 20161250 w 106"/>
                    <a:gd name="T47" fmla="*/ 317539658 h 150"/>
                    <a:gd name="T48" fmla="*/ 10080625 w 106"/>
                    <a:gd name="T49" fmla="*/ 307459037 h 150"/>
                    <a:gd name="T50" fmla="*/ 5040313 w 106"/>
                    <a:gd name="T51" fmla="*/ 297378416 h 150"/>
                    <a:gd name="T52" fmla="*/ 5040313 w 106"/>
                    <a:gd name="T53" fmla="*/ 297378416 h 150"/>
                    <a:gd name="T54" fmla="*/ 0 w 106"/>
                    <a:gd name="T55" fmla="*/ 262096243 h 150"/>
                    <a:gd name="T56" fmla="*/ 0 w 106"/>
                    <a:gd name="T57" fmla="*/ 246975311 h 150"/>
                    <a:gd name="T58" fmla="*/ 0 w 106"/>
                    <a:gd name="T59" fmla="*/ 246975311 h 150"/>
                    <a:gd name="T60" fmla="*/ 10080625 w 106"/>
                    <a:gd name="T61" fmla="*/ 206652778 h 150"/>
                    <a:gd name="T62" fmla="*/ 15120939 w 106"/>
                    <a:gd name="T63" fmla="*/ 166330294 h 150"/>
                    <a:gd name="T64" fmla="*/ 20161250 w 106"/>
                    <a:gd name="T65" fmla="*/ 126007811 h 150"/>
                    <a:gd name="T66" fmla="*/ 20161250 w 106"/>
                    <a:gd name="T67" fmla="*/ 126007811 h 150"/>
                    <a:gd name="T68" fmla="*/ 20161250 w 106"/>
                    <a:gd name="T69" fmla="*/ 105846569 h 150"/>
                    <a:gd name="T70" fmla="*/ 25201561 w 106"/>
                    <a:gd name="T71" fmla="*/ 85685302 h 150"/>
                    <a:gd name="T72" fmla="*/ 40322501 w 106"/>
                    <a:gd name="T73" fmla="*/ 65524061 h 150"/>
                    <a:gd name="T74" fmla="*/ 50403123 w 106"/>
                    <a:gd name="T75" fmla="*/ 45362806 h 150"/>
                    <a:gd name="T76" fmla="*/ 65524068 w 106"/>
                    <a:gd name="T77" fmla="*/ 30241875 h 150"/>
                    <a:gd name="T78" fmla="*/ 85685313 w 106"/>
                    <a:gd name="T79" fmla="*/ 15120938 h 150"/>
                    <a:gd name="T80" fmla="*/ 100806246 w 106"/>
                    <a:gd name="T81" fmla="*/ 5040312 h 150"/>
                    <a:gd name="T82" fmla="*/ 120967515 w 106"/>
                    <a:gd name="T83" fmla="*/ 0 h 150"/>
                    <a:gd name="T84" fmla="*/ 120967515 w 106"/>
                    <a:gd name="T85" fmla="*/ 0 h 150"/>
                    <a:gd name="T86" fmla="*/ 156249692 w 106"/>
                    <a:gd name="T87" fmla="*/ 5040312 h 150"/>
                    <a:gd name="T88" fmla="*/ 186491558 w 106"/>
                    <a:gd name="T89" fmla="*/ 15120938 h 150"/>
                    <a:gd name="T90" fmla="*/ 211693163 w 106"/>
                    <a:gd name="T91" fmla="*/ 30241875 h 150"/>
                    <a:gd name="T92" fmla="*/ 231854407 w 106"/>
                    <a:gd name="T93" fmla="*/ 50403117 h 150"/>
                    <a:gd name="T94" fmla="*/ 231854407 w 106"/>
                    <a:gd name="T95" fmla="*/ 50403117 h 1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6"/>
                    <a:gd name="T145" fmla="*/ 0 h 150"/>
                    <a:gd name="T146" fmla="*/ 106 w 106"/>
                    <a:gd name="T147" fmla="*/ 150 h 1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6" h="150">
                      <a:moveTo>
                        <a:pt x="92" y="20"/>
                      </a:moveTo>
                      <a:lnTo>
                        <a:pt x="92" y="20"/>
                      </a:lnTo>
                      <a:lnTo>
                        <a:pt x="98" y="34"/>
                      </a:lnTo>
                      <a:lnTo>
                        <a:pt x="104" y="46"/>
                      </a:lnTo>
                      <a:lnTo>
                        <a:pt x="106" y="56"/>
                      </a:lnTo>
                      <a:lnTo>
                        <a:pt x="106" y="74"/>
                      </a:lnTo>
                      <a:lnTo>
                        <a:pt x="102" y="96"/>
                      </a:lnTo>
                      <a:lnTo>
                        <a:pt x="100" y="110"/>
                      </a:lnTo>
                      <a:lnTo>
                        <a:pt x="96" y="120"/>
                      </a:lnTo>
                      <a:lnTo>
                        <a:pt x="80" y="146"/>
                      </a:lnTo>
                      <a:lnTo>
                        <a:pt x="76" y="148"/>
                      </a:lnTo>
                      <a:lnTo>
                        <a:pt x="70" y="150"/>
                      </a:lnTo>
                      <a:lnTo>
                        <a:pt x="64" y="150"/>
                      </a:lnTo>
                      <a:lnTo>
                        <a:pt x="54" y="148"/>
                      </a:lnTo>
                      <a:lnTo>
                        <a:pt x="42" y="144"/>
                      </a:lnTo>
                      <a:lnTo>
                        <a:pt x="26" y="136"/>
                      </a:lnTo>
                      <a:lnTo>
                        <a:pt x="16" y="132"/>
                      </a:lnTo>
                      <a:lnTo>
                        <a:pt x="8" y="126"/>
                      </a:lnTo>
                      <a:lnTo>
                        <a:pt x="4" y="122"/>
                      </a:lnTo>
                      <a:lnTo>
                        <a:pt x="2" y="118"/>
                      </a:lnTo>
                      <a:lnTo>
                        <a:pt x="0" y="104"/>
                      </a:lnTo>
                      <a:lnTo>
                        <a:pt x="0" y="98"/>
                      </a:lnTo>
                      <a:lnTo>
                        <a:pt x="4" y="82"/>
                      </a:lnTo>
                      <a:lnTo>
                        <a:pt x="6" y="66"/>
                      </a:lnTo>
                      <a:lnTo>
                        <a:pt x="8" y="50"/>
                      </a:lnTo>
                      <a:lnTo>
                        <a:pt x="8" y="42"/>
                      </a:lnTo>
                      <a:lnTo>
                        <a:pt x="10" y="34"/>
                      </a:lnTo>
                      <a:lnTo>
                        <a:pt x="16" y="26"/>
                      </a:lnTo>
                      <a:lnTo>
                        <a:pt x="20" y="18"/>
                      </a:lnTo>
                      <a:lnTo>
                        <a:pt x="26" y="12"/>
                      </a:lnTo>
                      <a:lnTo>
                        <a:pt x="34" y="6"/>
                      </a:lnTo>
                      <a:lnTo>
                        <a:pt x="40" y="2"/>
                      </a:lnTo>
                      <a:lnTo>
                        <a:pt x="48" y="0"/>
                      </a:lnTo>
                      <a:lnTo>
                        <a:pt x="62" y="2"/>
                      </a:lnTo>
                      <a:lnTo>
                        <a:pt x="74" y="6"/>
                      </a:lnTo>
                      <a:lnTo>
                        <a:pt x="84" y="12"/>
                      </a:lnTo>
                      <a:lnTo>
                        <a:pt x="92" y="20"/>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2" name="Freeform 142"/>
                <p:cNvSpPr>
                  <a:spLocks/>
                </p:cNvSpPr>
                <p:nvPr/>
              </p:nvSpPr>
              <p:spPr bwMode="auto">
                <a:xfrm>
                  <a:off x="3903334" y="4739846"/>
                  <a:ext cx="207027" cy="147055"/>
                </a:xfrm>
                <a:custGeom>
                  <a:avLst/>
                  <a:gdLst>
                    <a:gd name="T0" fmla="*/ 126007831 w 124"/>
                    <a:gd name="T1" fmla="*/ 40322498 h 88"/>
                    <a:gd name="T2" fmla="*/ 211693172 w 124"/>
                    <a:gd name="T3" fmla="*/ 5040312 h 88"/>
                    <a:gd name="T4" fmla="*/ 246975351 w 124"/>
                    <a:gd name="T5" fmla="*/ 0 h 88"/>
                    <a:gd name="T6" fmla="*/ 267136596 w 124"/>
                    <a:gd name="T7" fmla="*/ 10080625 h 88"/>
                    <a:gd name="T8" fmla="*/ 267136596 w 124"/>
                    <a:gd name="T9" fmla="*/ 15120938 h 88"/>
                    <a:gd name="T10" fmla="*/ 191531877 w 124"/>
                    <a:gd name="T11" fmla="*/ 50403120 h 88"/>
                    <a:gd name="T12" fmla="*/ 166330321 w 124"/>
                    <a:gd name="T13" fmla="*/ 65524065 h 88"/>
                    <a:gd name="T14" fmla="*/ 216733483 w 124"/>
                    <a:gd name="T15" fmla="*/ 65524065 h 88"/>
                    <a:gd name="T16" fmla="*/ 302418775 w 124"/>
                    <a:gd name="T17" fmla="*/ 75604686 h 88"/>
                    <a:gd name="T18" fmla="*/ 307459086 w 124"/>
                    <a:gd name="T19" fmla="*/ 80644997 h 88"/>
                    <a:gd name="T20" fmla="*/ 312499397 w 124"/>
                    <a:gd name="T21" fmla="*/ 90725618 h 88"/>
                    <a:gd name="T22" fmla="*/ 302418775 w 124"/>
                    <a:gd name="T23" fmla="*/ 95765929 h 88"/>
                    <a:gd name="T24" fmla="*/ 262096285 w 124"/>
                    <a:gd name="T25" fmla="*/ 100806240 h 88"/>
                    <a:gd name="T26" fmla="*/ 176410944 w 124"/>
                    <a:gd name="T27" fmla="*/ 110886886 h 88"/>
                    <a:gd name="T28" fmla="*/ 241935040 w 124"/>
                    <a:gd name="T29" fmla="*/ 110886886 h 88"/>
                    <a:gd name="T30" fmla="*/ 277217218 w 124"/>
                    <a:gd name="T31" fmla="*/ 110886886 h 88"/>
                    <a:gd name="T32" fmla="*/ 297378464 w 124"/>
                    <a:gd name="T33" fmla="*/ 120967508 h 88"/>
                    <a:gd name="T34" fmla="*/ 297378464 w 124"/>
                    <a:gd name="T35" fmla="*/ 126007818 h 88"/>
                    <a:gd name="T36" fmla="*/ 287297841 w 124"/>
                    <a:gd name="T37" fmla="*/ 141128751 h 88"/>
                    <a:gd name="T38" fmla="*/ 277217218 w 124"/>
                    <a:gd name="T39" fmla="*/ 141128751 h 88"/>
                    <a:gd name="T40" fmla="*/ 146169076 w 124"/>
                    <a:gd name="T41" fmla="*/ 156249683 h 88"/>
                    <a:gd name="T42" fmla="*/ 191531877 w 124"/>
                    <a:gd name="T43" fmla="*/ 166330304 h 88"/>
                    <a:gd name="T44" fmla="*/ 221773795 w 124"/>
                    <a:gd name="T45" fmla="*/ 161289994 h 88"/>
                    <a:gd name="T46" fmla="*/ 236894728 w 124"/>
                    <a:gd name="T47" fmla="*/ 161289994 h 88"/>
                    <a:gd name="T48" fmla="*/ 246975351 w 124"/>
                    <a:gd name="T49" fmla="*/ 171370615 h 88"/>
                    <a:gd name="T50" fmla="*/ 241935040 w 124"/>
                    <a:gd name="T51" fmla="*/ 181451237 h 88"/>
                    <a:gd name="T52" fmla="*/ 216733483 w 124"/>
                    <a:gd name="T53" fmla="*/ 186491547 h 88"/>
                    <a:gd name="T54" fmla="*/ 136088454 w 124"/>
                    <a:gd name="T55" fmla="*/ 191531858 h 88"/>
                    <a:gd name="T56" fmla="*/ 100806250 w 124"/>
                    <a:gd name="T57" fmla="*/ 201612480 h 88"/>
                    <a:gd name="T58" fmla="*/ 65524071 w 124"/>
                    <a:gd name="T59" fmla="*/ 216733462 h 88"/>
                    <a:gd name="T60" fmla="*/ 0 w 124"/>
                    <a:gd name="T61" fmla="*/ 221773772 h 88"/>
                    <a:gd name="T62" fmla="*/ 30241880 w 124"/>
                    <a:gd name="T63" fmla="*/ 171370615 h 88"/>
                    <a:gd name="T64" fmla="*/ 60483760 w 124"/>
                    <a:gd name="T65" fmla="*/ 105846575 h 88"/>
                    <a:gd name="T66" fmla="*/ 65524071 w 124"/>
                    <a:gd name="T67" fmla="*/ 80644997 h 88"/>
                    <a:gd name="T68" fmla="*/ 100806250 w 124"/>
                    <a:gd name="T69" fmla="*/ 50403120 h 88"/>
                    <a:gd name="T70" fmla="*/ 126007831 w 124"/>
                    <a:gd name="T71" fmla="*/ 40322498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4"/>
                    <a:gd name="T109" fmla="*/ 0 h 88"/>
                    <a:gd name="T110" fmla="*/ 124 w 124"/>
                    <a:gd name="T111" fmla="*/ 88 h 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4" h="88">
                      <a:moveTo>
                        <a:pt x="50" y="16"/>
                      </a:moveTo>
                      <a:lnTo>
                        <a:pt x="50" y="16"/>
                      </a:lnTo>
                      <a:lnTo>
                        <a:pt x="72" y="6"/>
                      </a:lnTo>
                      <a:lnTo>
                        <a:pt x="84" y="2"/>
                      </a:lnTo>
                      <a:lnTo>
                        <a:pt x="98" y="0"/>
                      </a:lnTo>
                      <a:lnTo>
                        <a:pt x="104" y="2"/>
                      </a:lnTo>
                      <a:lnTo>
                        <a:pt x="106" y="4"/>
                      </a:lnTo>
                      <a:lnTo>
                        <a:pt x="106" y="6"/>
                      </a:lnTo>
                      <a:lnTo>
                        <a:pt x="98" y="10"/>
                      </a:lnTo>
                      <a:lnTo>
                        <a:pt x="76" y="20"/>
                      </a:lnTo>
                      <a:lnTo>
                        <a:pt x="66" y="26"/>
                      </a:lnTo>
                      <a:lnTo>
                        <a:pt x="86" y="26"/>
                      </a:lnTo>
                      <a:lnTo>
                        <a:pt x="104" y="28"/>
                      </a:lnTo>
                      <a:lnTo>
                        <a:pt x="120" y="30"/>
                      </a:lnTo>
                      <a:lnTo>
                        <a:pt x="122" y="32"/>
                      </a:lnTo>
                      <a:lnTo>
                        <a:pt x="124" y="34"/>
                      </a:lnTo>
                      <a:lnTo>
                        <a:pt x="124" y="36"/>
                      </a:lnTo>
                      <a:lnTo>
                        <a:pt x="120" y="38"/>
                      </a:lnTo>
                      <a:lnTo>
                        <a:pt x="112" y="40"/>
                      </a:lnTo>
                      <a:lnTo>
                        <a:pt x="104" y="40"/>
                      </a:lnTo>
                      <a:lnTo>
                        <a:pt x="92" y="40"/>
                      </a:lnTo>
                      <a:lnTo>
                        <a:pt x="70" y="44"/>
                      </a:lnTo>
                      <a:lnTo>
                        <a:pt x="96" y="44"/>
                      </a:lnTo>
                      <a:lnTo>
                        <a:pt x="110" y="44"/>
                      </a:lnTo>
                      <a:lnTo>
                        <a:pt x="114" y="46"/>
                      </a:lnTo>
                      <a:lnTo>
                        <a:pt x="118" y="48"/>
                      </a:lnTo>
                      <a:lnTo>
                        <a:pt x="118" y="50"/>
                      </a:lnTo>
                      <a:lnTo>
                        <a:pt x="116" y="54"/>
                      </a:lnTo>
                      <a:lnTo>
                        <a:pt x="114" y="56"/>
                      </a:lnTo>
                      <a:lnTo>
                        <a:pt x="110" y="56"/>
                      </a:lnTo>
                      <a:lnTo>
                        <a:pt x="62" y="60"/>
                      </a:lnTo>
                      <a:lnTo>
                        <a:pt x="58" y="62"/>
                      </a:lnTo>
                      <a:lnTo>
                        <a:pt x="76" y="66"/>
                      </a:lnTo>
                      <a:lnTo>
                        <a:pt x="88" y="64"/>
                      </a:lnTo>
                      <a:lnTo>
                        <a:pt x="94" y="64"/>
                      </a:lnTo>
                      <a:lnTo>
                        <a:pt x="96" y="66"/>
                      </a:lnTo>
                      <a:lnTo>
                        <a:pt x="98" y="68"/>
                      </a:lnTo>
                      <a:lnTo>
                        <a:pt x="96" y="72"/>
                      </a:lnTo>
                      <a:lnTo>
                        <a:pt x="92" y="74"/>
                      </a:lnTo>
                      <a:lnTo>
                        <a:pt x="86" y="74"/>
                      </a:lnTo>
                      <a:lnTo>
                        <a:pt x="54" y="76"/>
                      </a:lnTo>
                      <a:lnTo>
                        <a:pt x="40" y="80"/>
                      </a:lnTo>
                      <a:lnTo>
                        <a:pt x="26" y="86"/>
                      </a:lnTo>
                      <a:lnTo>
                        <a:pt x="14" y="88"/>
                      </a:lnTo>
                      <a:lnTo>
                        <a:pt x="0" y="88"/>
                      </a:lnTo>
                      <a:lnTo>
                        <a:pt x="12" y="68"/>
                      </a:lnTo>
                      <a:lnTo>
                        <a:pt x="22" y="50"/>
                      </a:lnTo>
                      <a:lnTo>
                        <a:pt x="24" y="42"/>
                      </a:lnTo>
                      <a:lnTo>
                        <a:pt x="26" y="32"/>
                      </a:lnTo>
                      <a:lnTo>
                        <a:pt x="32" y="26"/>
                      </a:lnTo>
                      <a:lnTo>
                        <a:pt x="40" y="20"/>
                      </a:lnTo>
                      <a:lnTo>
                        <a:pt x="50" y="1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3" name="Freeform 143"/>
                <p:cNvSpPr>
                  <a:spLocks noEditPoints="1"/>
                </p:cNvSpPr>
                <p:nvPr/>
              </p:nvSpPr>
              <p:spPr bwMode="auto">
                <a:xfrm>
                  <a:off x="3876332" y="5385085"/>
                  <a:ext cx="558069" cy="684253"/>
                </a:xfrm>
                <a:custGeom>
                  <a:avLst/>
                  <a:gdLst>
                    <a:gd name="T0" fmla="*/ 186491543 w 330"/>
                    <a:gd name="T1" fmla="*/ 866933887 h 408"/>
                    <a:gd name="T2" fmla="*/ 151209369 w 330"/>
                    <a:gd name="T3" fmla="*/ 730845292 h 408"/>
                    <a:gd name="T4" fmla="*/ 146169058 w 330"/>
                    <a:gd name="T5" fmla="*/ 720764670 h 408"/>
                    <a:gd name="T6" fmla="*/ 141128747 w 330"/>
                    <a:gd name="T7" fmla="*/ 690522804 h 408"/>
                    <a:gd name="T8" fmla="*/ 141128747 w 330"/>
                    <a:gd name="T9" fmla="*/ 589716584 h 408"/>
                    <a:gd name="T10" fmla="*/ 141128747 w 330"/>
                    <a:gd name="T11" fmla="*/ 554434408 h 408"/>
                    <a:gd name="T12" fmla="*/ 50403119 w 330"/>
                    <a:gd name="T13" fmla="*/ 55443446 h 408"/>
                    <a:gd name="T14" fmla="*/ 35282187 w 330"/>
                    <a:gd name="T15" fmla="*/ 80645001 h 408"/>
                    <a:gd name="T16" fmla="*/ 10080624 w 330"/>
                    <a:gd name="T17" fmla="*/ 156249690 h 408"/>
                    <a:gd name="T18" fmla="*/ 0 w 330"/>
                    <a:gd name="T19" fmla="*/ 282257515 h 408"/>
                    <a:gd name="T20" fmla="*/ 10080624 w 330"/>
                    <a:gd name="T21" fmla="*/ 403224979 h 408"/>
                    <a:gd name="T22" fmla="*/ 25201559 w 330"/>
                    <a:gd name="T23" fmla="*/ 493950676 h 408"/>
                    <a:gd name="T24" fmla="*/ 35282187 w 330"/>
                    <a:gd name="T25" fmla="*/ 599797206 h 408"/>
                    <a:gd name="T26" fmla="*/ 30241876 w 330"/>
                    <a:gd name="T27" fmla="*/ 670361560 h 408"/>
                    <a:gd name="T28" fmla="*/ 30241876 w 330"/>
                    <a:gd name="T29" fmla="*/ 665321249 h 408"/>
                    <a:gd name="T30" fmla="*/ 10080624 w 330"/>
                    <a:gd name="T31" fmla="*/ 801409646 h 408"/>
                    <a:gd name="T32" fmla="*/ 30241876 w 330"/>
                    <a:gd name="T33" fmla="*/ 806449957 h 408"/>
                    <a:gd name="T34" fmla="*/ 30241876 w 330"/>
                    <a:gd name="T35" fmla="*/ 801409646 h 408"/>
                    <a:gd name="T36" fmla="*/ 40322497 w 330"/>
                    <a:gd name="T37" fmla="*/ 846772644 h 408"/>
                    <a:gd name="T38" fmla="*/ 40322497 w 330"/>
                    <a:gd name="T39" fmla="*/ 907256375 h 408"/>
                    <a:gd name="T40" fmla="*/ 60483752 w 330"/>
                    <a:gd name="T41" fmla="*/ 972780418 h 408"/>
                    <a:gd name="T42" fmla="*/ 70564374 w 330"/>
                    <a:gd name="T43" fmla="*/ 992941662 h 408"/>
                    <a:gd name="T44" fmla="*/ 105846573 w 330"/>
                    <a:gd name="T45" fmla="*/ 1018143217 h 408"/>
                    <a:gd name="T46" fmla="*/ 146169058 w 330"/>
                    <a:gd name="T47" fmla="*/ 1028223839 h 408"/>
                    <a:gd name="T48" fmla="*/ 216733457 w 330"/>
                    <a:gd name="T49" fmla="*/ 1018143217 h 408"/>
                    <a:gd name="T50" fmla="*/ 236894699 w 330"/>
                    <a:gd name="T51" fmla="*/ 982861040 h 408"/>
                    <a:gd name="T52" fmla="*/ 236894699 w 330"/>
                    <a:gd name="T53" fmla="*/ 967740107 h 408"/>
                    <a:gd name="T54" fmla="*/ 216733457 w 330"/>
                    <a:gd name="T55" fmla="*/ 922377308 h 408"/>
                    <a:gd name="T56" fmla="*/ 821570832 w 330"/>
                    <a:gd name="T57" fmla="*/ 675401871 h 408"/>
                    <a:gd name="T58" fmla="*/ 816530521 w 330"/>
                    <a:gd name="T59" fmla="*/ 670361560 h 408"/>
                    <a:gd name="T60" fmla="*/ 801409589 w 330"/>
                    <a:gd name="T61" fmla="*/ 660280938 h 408"/>
                    <a:gd name="T62" fmla="*/ 751006483 w 330"/>
                    <a:gd name="T63" fmla="*/ 619958450 h 408"/>
                    <a:gd name="T64" fmla="*/ 735885551 w 330"/>
                    <a:gd name="T65" fmla="*/ 599797206 h 408"/>
                    <a:gd name="T66" fmla="*/ 715724309 w 330"/>
                    <a:gd name="T67" fmla="*/ 579635963 h 408"/>
                    <a:gd name="T68" fmla="*/ 690522756 w 330"/>
                    <a:gd name="T69" fmla="*/ 544353786 h 408"/>
                    <a:gd name="T70" fmla="*/ 675401824 w 330"/>
                    <a:gd name="T71" fmla="*/ 509071609 h 408"/>
                    <a:gd name="T72" fmla="*/ 660280892 w 330"/>
                    <a:gd name="T73" fmla="*/ 463708810 h 408"/>
                    <a:gd name="T74" fmla="*/ 478829709 w 330"/>
                    <a:gd name="T75" fmla="*/ 65524068 h 408"/>
                    <a:gd name="T76" fmla="*/ 483870019 w 330"/>
                    <a:gd name="T77" fmla="*/ 105846580 h 408"/>
                    <a:gd name="T78" fmla="*/ 483870019 w 330"/>
                    <a:gd name="T79" fmla="*/ 166330312 h 408"/>
                    <a:gd name="T80" fmla="*/ 504031262 w 330"/>
                    <a:gd name="T81" fmla="*/ 282257515 h 408"/>
                    <a:gd name="T82" fmla="*/ 534273126 w 330"/>
                    <a:gd name="T83" fmla="*/ 398184668 h 408"/>
                    <a:gd name="T84" fmla="*/ 534273126 w 330"/>
                    <a:gd name="T85" fmla="*/ 448587877 h 408"/>
                    <a:gd name="T86" fmla="*/ 529232815 w 330"/>
                    <a:gd name="T87" fmla="*/ 468749121 h 408"/>
                    <a:gd name="T88" fmla="*/ 509071573 w 330"/>
                    <a:gd name="T89" fmla="*/ 524192542 h 408"/>
                    <a:gd name="T90" fmla="*/ 509071573 w 330"/>
                    <a:gd name="T91" fmla="*/ 574595652 h 408"/>
                    <a:gd name="T92" fmla="*/ 514111883 w 330"/>
                    <a:gd name="T93" fmla="*/ 584676274 h 408"/>
                    <a:gd name="T94" fmla="*/ 524192505 w 330"/>
                    <a:gd name="T95" fmla="*/ 614918139 h 408"/>
                    <a:gd name="T96" fmla="*/ 534273126 w 330"/>
                    <a:gd name="T97" fmla="*/ 695563115 h 408"/>
                    <a:gd name="T98" fmla="*/ 559474679 w 330"/>
                    <a:gd name="T99" fmla="*/ 690522804 h 408"/>
                    <a:gd name="T100" fmla="*/ 564514990 w 330"/>
                    <a:gd name="T101" fmla="*/ 599797206 h 408"/>
                    <a:gd name="T102" fmla="*/ 594756853 w 330"/>
                    <a:gd name="T103" fmla="*/ 614918139 h 408"/>
                    <a:gd name="T104" fmla="*/ 614918096 w 330"/>
                    <a:gd name="T105" fmla="*/ 645160005 h 408"/>
                    <a:gd name="T106" fmla="*/ 619958407 w 330"/>
                    <a:gd name="T107" fmla="*/ 655240627 h 408"/>
                    <a:gd name="T108" fmla="*/ 650200270 w 330"/>
                    <a:gd name="T109" fmla="*/ 720764670 h 408"/>
                    <a:gd name="T110" fmla="*/ 660280892 w 330"/>
                    <a:gd name="T111" fmla="*/ 740925914 h 408"/>
                    <a:gd name="T112" fmla="*/ 690522756 w 330"/>
                    <a:gd name="T113" fmla="*/ 756046847 h 408"/>
                    <a:gd name="T114" fmla="*/ 811490211 w 330"/>
                    <a:gd name="T115" fmla="*/ 766127469 h 408"/>
                    <a:gd name="T116" fmla="*/ 816530521 w 330"/>
                    <a:gd name="T117" fmla="*/ 756046847 h 408"/>
                    <a:gd name="T118" fmla="*/ 826611143 w 330"/>
                    <a:gd name="T119" fmla="*/ 725804981 h 408"/>
                    <a:gd name="T120" fmla="*/ 831651453 w 330"/>
                    <a:gd name="T121" fmla="*/ 715724359 h 408"/>
                    <a:gd name="T122" fmla="*/ 821570832 w 330"/>
                    <a:gd name="T123" fmla="*/ 675401871 h 4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0"/>
                    <a:gd name="T187" fmla="*/ 0 h 408"/>
                    <a:gd name="T188" fmla="*/ 330 w 330"/>
                    <a:gd name="T189" fmla="*/ 408 h 4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0" h="408">
                      <a:moveTo>
                        <a:pt x="74" y="344"/>
                      </a:moveTo>
                      <a:lnTo>
                        <a:pt x="74" y="344"/>
                      </a:lnTo>
                      <a:lnTo>
                        <a:pt x="60" y="290"/>
                      </a:lnTo>
                      <a:lnTo>
                        <a:pt x="58" y="286"/>
                      </a:lnTo>
                      <a:lnTo>
                        <a:pt x="56" y="274"/>
                      </a:lnTo>
                      <a:lnTo>
                        <a:pt x="56" y="254"/>
                      </a:lnTo>
                      <a:lnTo>
                        <a:pt x="56" y="234"/>
                      </a:lnTo>
                      <a:lnTo>
                        <a:pt x="56" y="220"/>
                      </a:lnTo>
                      <a:lnTo>
                        <a:pt x="92" y="44"/>
                      </a:lnTo>
                      <a:lnTo>
                        <a:pt x="20" y="22"/>
                      </a:lnTo>
                      <a:lnTo>
                        <a:pt x="14" y="32"/>
                      </a:lnTo>
                      <a:lnTo>
                        <a:pt x="10" y="40"/>
                      </a:lnTo>
                      <a:lnTo>
                        <a:pt x="4" y="62"/>
                      </a:lnTo>
                      <a:lnTo>
                        <a:pt x="2" y="88"/>
                      </a:lnTo>
                      <a:lnTo>
                        <a:pt x="0" y="112"/>
                      </a:lnTo>
                      <a:lnTo>
                        <a:pt x="2" y="138"/>
                      </a:lnTo>
                      <a:lnTo>
                        <a:pt x="4" y="160"/>
                      </a:lnTo>
                      <a:lnTo>
                        <a:pt x="10" y="196"/>
                      </a:lnTo>
                      <a:lnTo>
                        <a:pt x="14" y="218"/>
                      </a:lnTo>
                      <a:lnTo>
                        <a:pt x="14" y="238"/>
                      </a:lnTo>
                      <a:lnTo>
                        <a:pt x="14" y="254"/>
                      </a:lnTo>
                      <a:lnTo>
                        <a:pt x="12" y="266"/>
                      </a:lnTo>
                      <a:lnTo>
                        <a:pt x="12" y="264"/>
                      </a:lnTo>
                      <a:lnTo>
                        <a:pt x="6" y="292"/>
                      </a:lnTo>
                      <a:lnTo>
                        <a:pt x="4" y="318"/>
                      </a:lnTo>
                      <a:lnTo>
                        <a:pt x="8" y="322"/>
                      </a:lnTo>
                      <a:lnTo>
                        <a:pt x="12" y="320"/>
                      </a:lnTo>
                      <a:lnTo>
                        <a:pt x="12" y="318"/>
                      </a:lnTo>
                      <a:lnTo>
                        <a:pt x="16" y="336"/>
                      </a:lnTo>
                      <a:lnTo>
                        <a:pt x="16" y="360"/>
                      </a:lnTo>
                      <a:lnTo>
                        <a:pt x="18" y="370"/>
                      </a:lnTo>
                      <a:lnTo>
                        <a:pt x="24" y="386"/>
                      </a:lnTo>
                      <a:lnTo>
                        <a:pt x="28" y="394"/>
                      </a:lnTo>
                      <a:lnTo>
                        <a:pt x="42" y="404"/>
                      </a:lnTo>
                      <a:lnTo>
                        <a:pt x="50" y="406"/>
                      </a:lnTo>
                      <a:lnTo>
                        <a:pt x="58" y="408"/>
                      </a:lnTo>
                      <a:lnTo>
                        <a:pt x="74" y="406"/>
                      </a:lnTo>
                      <a:lnTo>
                        <a:pt x="86" y="404"/>
                      </a:lnTo>
                      <a:lnTo>
                        <a:pt x="92" y="402"/>
                      </a:lnTo>
                      <a:lnTo>
                        <a:pt x="94" y="390"/>
                      </a:lnTo>
                      <a:lnTo>
                        <a:pt x="94" y="384"/>
                      </a:lnTo>
                      <a:lnTo>
                        <a:pt x="92" y="376"/>
                      </a:lnTo>
                      <a:lnTo>
                        <a:pt x="86" y="366"/>
                      </a:lnTo>
                      <a:lnTo>
                        <a:pt x="74" y="344"/>
                      </a:lnTo>
                      <a:close/>
                      <a:moveTo>
                        <a:pt x="326" y="268"/>
                      </a:moveTo>
                      <a:lnTo>
                        <a:pt x="326" y="268"/>
                      </a:lnTo>
                      <a:lnTo>
                        <a:pt x="324" y="266"/>
                      </a:lnTo>
                      <a:lnTo>
                        <a:pt x="318" y="262"/>
                      </a:lnTo>
                      <a:lnTo>
                        <a:pt x="310" y="254"/>
                      </a:lnTo>
                      <a:lnTo>
                        <a:pt x="298" y="246"/>
                      </a:lnTo>
                      <a:lnTo>
                        <a:pt x="292" y="238"/>
                      </a:lnTo>
                      <a:lnTo>
                        <a:pt x="284" y="230"/>
                      </a:lnTo>
                      <a:lnTo>
                        <a:pt x="280" y="224"/>
                      </a:lnTo>
                      <a:lnTo>
                        <a:pt x="274" y="216"/>
                      </a:lnTo>
                      <a:lnTo>
                        <a:pt x="268" y="202"/>
                      </a:lnTo>
                      <a:lnTo>
                        <a:pt x="262" y="184"/>
                      </a:lnTo>
                      <a:lnTo>
                        <a:pt x="260" y="0"/>
                      </a:lnTo>
                      <a:lnTo>
                        <a:pt x="190" y="26"/>
                      </a:lnTo>
                      <a:lnTo>
                        <a:pt x="192" y="42"/>
                      </a:lnTo>
                      <a:lnTo>
                        <a:pt x="192" y="66"/>
                      </a:lnTo>
                      <a:lnTo>
                        <a:pt x="194" y="82"/>
                      </a:lnTo>
                      <a:lnTo>
                        <a:pt x="200" y="112"/>
                      </a:lnTo>
                      <a:lnTo>
                        <a:pt x="212" y="158"/>
                      </a:lnTo>
                      <a:lnTo>
                        <a:pt x="212" y="178"/>
                      </a:lnTo>
                      <a:lnTo>
                        <a:pt x="210" y="186"/>
                      </a:lnTo>
                      <a:lnTo>
                        <a:pt x="206" y="194"/>
                      </a:lnTo>
                      <a:lnTo>
                        <a:pt x="202" y="208"/>
                      </a:lnTo>
                      <a:lnTo>
                        <a:pt x="200" y="222"/>
                      </a:lnTo>
                      <a:lnTo>
                        <a:pt x="202" y="228"/>
                      </a:lnTo>
                      <a:lnTo>
                        <a:pt x="204" y="232"/>
                      </a:lnTo>
                      <a:lnTo>
                        <a:pt x="206" y="238"/>
                      </a:lnTo>
                      <a:lnTo>
                        <a:pt x="208" y="244"/>
                      </a:lnTo>
                      <a:lnTo>
                        <a:pt x="210" y="258"/>
                      </a:lnTo>
                      <a:lnTo>
                        <a:pt x="212" y="276"/>
                      </a:lnTo>
                      <a:lnTo>
                        <a:pt x="218" y="278"/>
                      </a:lnTo>
                      <a:lnTo>
                        <a:pt x="222" y="274"/>
                      </a:lnTo>
                      <a:lnTo>
                        <a:pt x="218" y="232"/>
                      </a:lnTo>
                      <a:lnTo>
                        <a:pt x="224" y="238"/>
                      </a:lnTo>
                      <a:lnTo>
                        <a:pt x="236" y="244"/>
                      </a:lnTo>
                      <a:lnTo>
                        <a:pt x="242" y="250"/>
                      </a:lnTo>
                      <a:lnTo>
                        <a:pt x="244" y="256"/>
                      </a:lnTo>
                      <a:lnTo>
                        <a:pt x="246" y="260"/>
                      </a:lnTo>
                      <a:lnTo>
                        <a:pt x="252" y="276"/>
                      </a:lnTo>
                      <a:lnTo>
                        <a:pt x="258" y="286"/>
                      </a:lnTo>
                      <a:lnTo>
                        <a:pt x="262" y="294"/>
                      </a:lnTo>
                      <a:lnTo>
                        <a:pt x="266" y="298"/>
                      </a:lnTo>
                      <a:lnTo>
                        <a:pt x="274" y="300"/>
                      </a:lnTo>
                      <a:lnTo>
                        <a:pt x="294" y="302"/>
                      </a:lnTo>
                      <a:lnTo>
                        <a:pt x="322" y="304"/>
                      </a:lnTo>
                      <a:lnTo>
                        <a:pt x="324" y="300"/>
                      </a:lnTo>
                      <a:lnTo>
                        <a:pt x="326" y="296"/>
                      </a:lnTo>
                      <a:lnTo>
                        <a:pt x="328" y="288"/>
                      </a:lnTo>
                      <a:lnTo>
                        <a:pt x="330" y="284"/>
                      </a:lnTo>
                      <a:lnTo>
                        <a:pt x="328" y="276"/>
                      </a:lnTo>
                      <a:lnTo>
                        <a:pt x="326" y="26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4" name="Freeform 144"/>
                <p:cNvSpPr>
                  <a:spLocks/>
                </p:cNvSpPr>
                <p:nvPr/>
              </p:nvSpPr>
              <p:spPr bwMode="auto">
                <a:xfrm>
                  <a:off x="3612299" y="4175638"/>
                  <a:ext cx="333040" cy="723268"/>
                </a:xfrm>
                <a:custGeom>
                  <a:avLst/>
                  <a:gdLst>
                    <a:gd name="T0" fmla="*/ 418346010 w 202"/>
                    <a:gd name="T1" fmla="*/ 463708816 h 426"/>
                    <a:gd name="T2" fmla="*/ 352821868 w 202"/>
                    <a:gd name="T3" fmla="*/ 529232859 h 426"/>
                    <a:gd name="T4" fmla="*/ 327620313 w 202"/>
                    <a:gd name="T5" fmla="*/ 569555348 h 426"/>
                    <a:gd name="T6" fmla="*/ 297378447 w 202"/>
                    <a:gd name="T7" fmla="*/ 609877836 h 426"/>
                    <a:gd name="T8" fmla="*/ 231854404 w 202"/>
                    <a:gd name="T9" fmla="*/ 650200325 h 426"/>
                    <a:gd name="T10" fmla="*/ 221773782 w 202"/>
                    <a:gd name="T11" fmla="*/ 650200325 h 426"/>
                    <a:gd name="T12" fmla="*/ 216733471 w 202"/>
                    <a:gd name="T13" fmla="*/ 670361569 h 426"/>
                    <a:gd name="T14" fmla="*/ 226814093 w 202"/>
                    <a:gd name="T15" fmla="*/ 675401880 h 426"/>
                    <a:gd name="T16" fmla="*/ 236894715 w 202"/>
                    <a:gd name="T17" fmla="*/ 685482502 h 426"/>
                    <a:gd name="T18" fmla="*/ 246975337 w 202"/>
                    <a:gd name="T19" fmla="*/ 710684057 h 426"/>
                    <a:gd name="T20" fmla="*/ 292338136 w 202"/>
                    <a:gd name="T21" fmla="*/ 771167790 h 426"/>
                    <a:gd name="T22" fmla="*/ 357862179 w 202"/>
                    <a:gd name="T23" fmla="*/ 846772654 h 426"/>
                    <a:gd name="T24" fmla="*/ 418346010 w 202"/>
                    <a:gd name="T25" fmla="*/ 877014521 h 426"/>
                    <a:gd name="T26" fmla="*/ 493950674 w 202"/>
                    <a:gd name="T27" fmla="*/ 907256387 h 426"/>
                    <a:gd name="T28" fmla="*/ 498990985 w 202"/>
                    <a:gd name="T29" fmla="*/ 912296698 h 426"/>
                    <a:gd name="T30" fmla="*/ 483870052 w 202"/>
                    <a:gd name="T31" fmla="*/ 982861053 h 426"/>
                    <a:gd name="T32" fmla="*/ 453628186 w 202"/>
                    <a:gd name="T33" fmla="*/ 1038304474 h 426"/>
                    <a:gd name="T34" fmla="*/ 413305599 w 202"/>
                    <a:gd name="T35" fmla="*/ 1073586652 h 426"/>
                    <a:gd name="T36" fmla="*/ 120967513 w 202"/>
                    <a:gd name="T37" fmla="*/ 841732343 h 426"/>
                    <a:gd name="T38" fmla="*/ 85685311 w 202"/>
                    <a:gd name="T39" fmla="*/ 811490278 h 426"/>
                    <a:gd name="T40" fmla="*/ 50403122 w 202"/>
                    <a:gd name="T41" fmla="*/ 771167790 h 426"/>
                    <a:gd name="T42" fmla="*/ 15120939 w 202"/>
                    <a:gd name="T43" fmla="*/ 710684057 h 426"/>
                    <a:gd name="T44" fmla="*/ 10080625 w 202"/>
                    <a:gd name="T45" fmla="*/ 700603435 h 426"/>
                    <a:gd name="T46" fmla="*/ 0 w 202"/>
                    <a:gd name="T47" fmla="*/ 660280947 h 426"/>
                    <a:gd name="T48" fmla="*/ 10080625 w 202"/>
                    <a:gd name="T49" fmla="*/ 635079391 h 426"/>
                    <a:gd name="T50" fmla="*/ 206652800 w 202"/>
                    <a:gd name="T51" fmla="*/ 312499385 h 426"/>
                    <a:gd name="T52" fmla="*/ 262096270 w 202"/>
                    <a:gd name="T53" fmla="*/ 156249692 h 426"/>
                    <a:gd name="T54" fmla="*/ 297378447 w 202"/>
                    <a:gd name="T55" fmla="*/ 90725624 h 426"/>
                    <a:gd name="T56" fmla="*/ 312499380 w 202"/>
                    <a:gd name="T57" fmla="*/ 70564380 h 426"/>
                    <a:gd name="T58" fmla="*/ 337700935 w 202"/>
                    <a:gd name="T59" fmla="*/ 55443446 h 426"/>
                    <a:gd name="T60" fmla="*/ 362902490 w 202"/>
                    <a:gd name="T61" fmla="*/ 50403123 h 426"/>
                    <a:gd name="T62" fmla="*/ 509071607 w 202"/>
                    <a:gd name="T63" fmla="*/ 0 h 426"/>
                    <a:gd name="T64" fmla="*/ 483870052 w 202"/>
                    <a:gd name="T65" fmla="*/ 196572181 h 426"/>
                    <a:gd name="T66" fmla="*/ 458668497 w 202"/>
                    <a:gd name="T67" fmla="*/ 347781562 h 426"/>
                    <a:gd name="T68" fmla="*/ 418346010 w 202"/>
                    <a:gd name="T69" fmla="*/ 463708816 h 4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2"/>
                    <a:gd name="T106" fmla="*/ 0 h 426"/>
                    <a:gd name="T107" fmla="*/ 202 w 202"/>
                    <a:gd name="T108" fmla="*/ 426 h 4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2" h="426">
                      <a:moveTo>
                        <a:pt x="166" y="184"/>
                      </a:moveTo>
                      <a:lnTo>
                        <a:pt x="166" y="184"/>
                      </a:lnTo>
                      <a:lnTo>
                        <a:pt x="152" y="196"/>
                      </a:lnTo>
                      <a:lnTo>
                        <a:pt x="140" y="210"/>
                      </a:lnTo>
                      <a:lnTo>
                        <a:pt x="130" y="226"/>
                      </a:lnTo>
                      <a:lnTo>
                        <a:pt x="124" y="236"/>
                      </a:lnTo>
                      <a:lnTo>
                        <a:pt x="118" y="242"/>
                      </a:lnTo>
                      <a:lnTo>
                        <a:pt x="104" y="252"/>
                      </a:lnTo>
                      <a:lnTo>
                        <a:pt x="92" y="258"/>
                      </a:lnTo>
                      <a:lnTo>
                        <a:pt x="88" y="258"/>
                      </a:lnTo>
                      <a:lnTo>
                        <a:pt x="86" y="262"/>
                      </a:lnTo>
                      <a:lnTo>
                        <a:pt x="86" y="266"/>
                      </a:lnTo>
                      <a:lnTo>
                        <a:pt x="90" y="268"/>
                      </a:lnTo>
                      <a:lnTo>
                        <a:pt x="92" y="270"/>
                      </a:lnTo>
                      <a:lnTo>
                        <a:pt x="94" y="272"/>
                      </a:lnTo>
                      <a:lnTo>
                        <a:pt x="98" y="282"/>
                      </a:lnTo>
                      <a:lnTo>
                        <a:pt x="104" y="292"/>
                      </a:lnTo>
                      <a:lnTo>
                        <a:pt x="116" y="306"/>
                      </a:lnTo>
                      <a:lnTo>
                        <a:pt x="134" y="324"/>
                      </a:lnTo>
                      <a:lnTo>
                        <a:pt x="142" y="336"/>
                      </a:lnTo>
                      <a:lnTo>
                        <a:pt x="166" y="348"/>
                      </a:lnTo>
                      <a:lnTo>
                        <a:pt x="184" y="356"/>
                      </a:lnTo>
                      <a:lnTo>
                        <a:pt x="196" y="360"/>
                      </a:lnTo>
                      <a:lnTo>
                        <a:pt x="198" y="362"/>
                      </a:lnTo>
                      <a:lnTo>
                        <a:pt x="198" y="370"/>
                      </a:lnTo>
                      <a:lnTo>
                        <a:pt x="192" y="390"/>
                      </a:lnTo>
                      <a:lnTo>
                        <a:pt x="186" y="400"/>
                      </a:lnTo>
                      <a:lnTo>
                        <a:pt x="180" y="412"/>
                      </a:lnTo>
                      <a:lnTo>
                        <a:pt x="172" y="420"/>
                      </a:lnTo>
                      <a:lnTo>
                        <a:pt x="164" y="426"/>
                      </a:lnTo>
                      <a:lnTo>
                        <a:pt x="48" y="334"/>
                      </a:lnTo>
                      <a:lnTo>
                        <a:pt x="34" y="322"/>
                      </a:lnTo>
                      <a:lnTo>
                        <a:pt x="26" y="314"/>
                      </a:lnTo>
                      <a:lnTo>
                        <a:pt x="20" y="306"/>
                      </a:lnTo>
                      <a:lnTo>
                        <a:pt x="6" y="282"/>
                      </a:lnTo>
                      <a:lnTo>
                        <a:pt x="4" y="278"/>
                      </a:lnTo>
                      <a:lnTo>
                        <a:pt x="0" y="270"/>
                      </a:lnTo>
                      <a:lnTo>
                        <a:pt x="0" y="262"/>
                      </a:lnTo>
                      <a:lnTo>
                        <a:pt x="0" y="258"/>
                      </a:lnTo>
                      <a:lnTo>
                        <a:pt x="4" y="252"/>
                      </a:lnTo>
                      <a:lnTo>
                        <a:pt x="82" y="124"/>
                      </a:lnTo>
                      <a:lnTo>
                        <a:pt x="104" y="62"/>
                      </a:lnTo>
                      <a:lnTo>
                        <a:pt x="112" y="48"/>
                      </a:lnTo>
                      <a:lnTo>
                        <a:pt x="118" y="36"/>
                      </a:lnTo>
                      <a:lnTo>
                        <a:pt x="124" y="28"/>
                      </a:lnTo>
                      <a:lnTo>
                        <a:pt x="130" y="24"/>
                      </a:lnTo>
                      <a:lnTo>
                        <a:pt x="134" y="22"/>
                      </a:lnTo>
                      <a:lnTo>
                        <a:pt x="144" y="20"/>
                      </a:lnTo>
                      <a:lnTo>
                        <a:pt x="202" y="0"/>
                      </a:lnTo>
                      <a:lnTo>
                        <a:pt x="200" y="24"/>
                      </a:lnTo>
                      <a:lnTo>
                        <a:pt x="192" y="78"/>
                      </a:lnTo>
                      <a:lnTo>
                        <a:pt x="188" y="108"/>
                      </a:lnTo>
                      <a:lnTo>
                        <a:pt x="182" y="138"/>
                      </a:lnTo>
                      <a:lnTo>
                        <a:pt x="174" y="164"/>
                      </a:lnTo>
                      <a:lnTo>
                        <a:pt x="166" y="18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sp>
            <p:nvSpPr>
              <p:cNvPr id="17" name="Freeform 138"/>
              <p:cNvSpPr>
                <a:spLocks/>
              </p:cNvSpPr>
              <p:nvPr/>
            </p:nvSpPr>
            <p:spPr bwMode="auto">
              <a:xfrm>
                <a:off x="3544225" y="4214357"/>
                <a:ext cx="202273" cy="330410"/>
              </a:xfrm>
              <a:custGeom>
                <a:avLst/>
                <a:gdLst>
                  <a:gd name="T0" fmla="*/ 2147483647 w 120"/>
                  <a:gd name="T1" fmla="*/ 2147483647 h 196"/>
                  <a:gd name="T2" fmla="*/ 2147483647 w 120"/>
                  <a:gd name="T3" fmla="*/ 2147483647 h 196"/>
                  <a:gd name="T4" fmla="*/ 2147483647 w 120"/>
                  <a:gd name="T5" fmla="*/ 2147483647 h 196"/>
                  <a:gd name="T6" fmla="*/ 2147483647 w 120"/>
                  <a:gd name="T7" fmla="*/ 2147483647 h 196"/>
                  <a:gd name="T8" fmla="*/ 2147483647 w 120"/>
                  <a:gd name="T9" fmla="*/ 2147483647 h 196"/>
                  <a:gd name="T10" fmla="*/ 2147483647 w 120"/>
                  <a:gd name="T11" fmla="*/ 2147483647 h 196"/>
                  <a:gd name="T12" fmla="*/ 2147483647 w 120"/>
                  <a:gd name="T13" fmla="*/ 2147483647 h 196"/>
                  <a:gd name="T14" fmla="*/ 2147483647 w 120"/>
                  <a:gd name="T15" fmla="*/ 2147483647 h 196"/>
                  <a:gd name="T16" fmla="*/ 2147483647 w 120"/>
                  <a:gd name="T17" fmla="*/ 2147483647 h 196"/>
                  <a:gd name="T18" fmla="*/ 2147483647 w 120"/>
                  <a:gd name="T19" fmla="*/ 2147483647 h 196"/>
                  <a:gd name="T20" fmla="*/ 2147483647 w 120"/>
                  <a:gd name="T21" fmla="*/ 2147483647 h 196"/>
                  <a:gd name="T22" fmla="*/ 2147483647 w 120"/>
                  <a:gd name="T23" fmla="*/ 2147483647 h 196"/>
                  <a:gd name="T24" fmla="*/ 2147483647 w 120"/>
                  <a:gd name="T25" fmla="*/ 2147483647 h 196"/>
                  <a:gd name="T26" fmla="*/ 2147483647 w 120"/>
                  <a:gd name="T27" fmla="*/ 2147483647 h 196"/>
                  <a:gd name="T28" fmla="*/ 2147483647 w 120"/>
                  <a:gd name="T29" fmla="*/ 2147483647 h 196"/>
                  <a:gd name="T30" fmla="*/ 2147483647 w 120"/>
                  <a:gd name="T31" fmla="*/ 2147483647 h 196"/>
                  <a:gd name="T32" fmla="*/ 2147483647 w 120"/>
                  <a:gd name="T33" fmla="*/ 2147483647 h 196"/>
                  <a:gd name="T34" fmla="*/ 2147483647 w 120"/>
                  <a:gd name="T35" fmla="*/ 2147483647 h 196"/>
                  <a:gd name="T36" fmla="*/ 2147483647 w 120"/>
                  <a:gd name="T37" fmla="*/ 2147483647 h 196"/>
                  <a:gd name="T38" fmla="*/ 2147483647 w 120"/>
                  <a:gd name="T39" fmla="*/ 2147483647 h 196"/>
                  <a:gd name="T40" fmla="*/ 0 w 120"/>
                  <a:gd name="T41" fmla="*/ 2147483647 h 196"/>
                  <a:gd name="T42" fmla="*/ 2147483647 w 120"/>
                  <a:gd name="T43" fmla="*/ 2147483647 h 196"/>
                  <a:gd name="T44" fmla="*/ 2147483647 w 120"/>
                  <a:gd name="T45" fmla="*/ 2147483647 h 196"/>
                  <a:gd name="T46" fmla="*/ 2147483647 w 120"/>
                  <a:gd name="T47" fmla="*/ 2147483647 h 196"/>
                  <a:gd name="T48" fmla="*/ 2147483647 w 120"/>
                  <a:gd name="T49" fmla="*/ 0 h 196"/>
                  <a:gd name="T50" fmla="*/ 2147483647 w 120"/>
                  <a:gd name="T51" fmla="*/ 0 h 196"/>
                  <a:gd name="T52" fmla="*/ 2147483647 w 120"/>
                  <a:gd name="T53" fmla="*/ 2147483647 h 196"/>
                  <a:gd name="T54" fmla="*/ 2147483647 w 120"/>
                  <a:gd name="T55" fmla="*/ 2147483647 h 19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0"/>
                  <a:gd name="T85" fmla="*/ 0 h 196"/>
                  <a:gd name="T86" fmla="*/ 120 w 120"/>
                  <a:gd name="T87" fmla="*/ 196 h 19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0" h="196">
                    <a:moveTo>
                      <a:pt x="82" y="2"/>
                    </a:moveTo>
                    <a:lnTo>
                      <a:pt x="82" y="2"/>
                    </a:lnTo>
                    <a:lnTo>
                      <a:pt x="96" y="24"/>
                    </a:lnTo>
                    <a:lnTo>
                      <a:pt x="98" y="34"/>
                    </a:lnTo>
                    <a:lnTo>
                      <a:pt x="102" y="46"/>
                    </a:lnTo>
                    <a:lnTo>
                      <a:pt x="106" y="70"/>
                    </a:lnTo>
                    <a:lnTo>
                      <a:pt x="114" y="120"/>
                    </a:lnTo>
                    <a:lnTo>
                      <a:pt x="118" y="170"/>
                    </a:lnTo>
                    <a:lnTo>
                      <a:pt x="120" y="188"/>
                    </a:lnTo>
                    <a:lnTo>
                      <a:pt x="118" y="196"/>
                    </a:lnTo>
                    <a:lnTo>
                      <a:pt x="106" y="174"/>
                    </a:lnTo>
                    <a:lnTo>
                      <a:pt x="76" y="120"/>
                    </a:lnTo>
                    <a:lnTo>
                      <a:pt x="58" y="90"/>
                    </a:lnTo>
                    <a:lnTo>
                      <a:pt x="38" y="62"/>
                    </a:lnTo>
                    <a:lnTo>
                      <a:pt x="22" y="40"/>
                    </a:lnTo>
                    <a:lnTo>
                      <a:pt x="14" y="32"/>
                    </a:lnTo>
                    <a:lnTo>
                      <a:pt x="8" y="26"/>
                    </a:lnTo>
                    <a:lnTo>
                      <a:pt x="0" y="22"/>
                    </a:lnTo>
                    <a:lnTo>
                      <a:pt x="2" y="12"/>
                    </a:lnTo>
                    <a:lnTo>
                      <a:pt x="36" y="4"/>
                    </a:lnTo>
                    <a:lnTo>
                      <a:pt x="64" y="0"/>
                    </a:lnTo>
                    <a:lnTo>
                      <a:pt x="74" y="0"/>
                    </a:lnTo>
                    <a:lnTo>
                      <a:pt x="8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8" name="Freeform 140"/>
              <p:cNvSpPr>
                <a:spLocks/>
              </p:cNvSpPr>
              <p:nvPr/>
            </p:nvSpPr>
            <p:spPr bwMode="auto">
              <a:xfrm>
                <a:off x="3575919" y="4138914"/>
                <a:ext cx="147019" cy="234086"/>
              </a:xfrm>
              <a:custGeom>
                <a:avLst/>
                <a:gdLst>
                  <a:gd name="T0" fmla="*/ 196572170 w 90"/>
                  <a:gd name="T1" fmla="*/ 120967497 h 140"/>
                  <a:gd name="T2" fmla="*/ 196572170 w 90"/>
                  <a:gd name="T3" fmla="*/ 120967497 h 140"/>
                  <a:gd name="T4" fmla="*/ 191531860 w 90"/>
                  <a:gd name="T5" fmla="*/ 136088428 h 140"/>
                  <a:gd name="T6" fmla="*/ 181451238 w 90"/>
                  <a:gd name="T7" fmla="*/ 171370600 h 140"/>
                  <a:gd name="T8" fmla="*/ 181451238 w 90"/>
                  <a:gd name="T9" fmla="*/ 196572151 h 140"/>
                  <a:gd name="T10" fmla="*/ 186491549 w 90"/>
                  <a:gd name="T11" fmla="*/ 211693132 h 140"/>
                  <a:gd name="T12" fmla="*/ 191531860 w 90"/>
                  <a:gd name="T13" fmla="*/ 226814063 h 140"/>
                  <a:gd name="T14" fmla="*/ 206652792 w 90"/>
                  <a:gd name="T15" fmla="*/ 236894683 h 140"/>
                  <a:gd name="T16" fmla="*/ 206652792 w 90"/>
                  <a:gd name="T17" fmla="*/ 236894683 h 140"/>
                  <a:gd name="T18" fmla="*/ 226814085 w 90"/>
                  <a:gd name="T19" fmla="*/ 241934994 h 140"/>
                  <a:gd name="T20" fmla="*/ 226814085 w 90"/>
                  <a:gd name="T21" fmla="*/ 241934994 h 140"/>
                  <a:gd name="T22" fmla="*/ 226814085 w 90"/>
                  <a:gd name="T23" fmla="*/ 257055925 h 140"/>
                  <a:gd name="T24" fmla="*/ 226814085 w 90"/>
                  <a:gd name="T25" fmla="*/ 272176856 h 140"/>
                  <a:gd name="T26" fmla="*/ 221773774 w 90"/>
                  <a:gd name="T27" fmla="*/ 282257476 h 140"/>
                  <a:gd name="T28" fmla="*/ 221773774 w 90"/>
                  <a:gd name="T29" fmla="*/ 282257476 h 140"/>
                  <a:gd name="T30" fmla="*/ 211693152 w 90"/>
                  <a:gd name="T31" fmla="*/ 297378407 h 140"/>
                  <a:gd name="T32" fmla="*/ 206652792 w 90"/>
                  <a:gd name="T33" fmla="*/ 322579959 h 140"/>
                  <a:gd name="T34" fmla="*/ 196572170 w 90"/>
                  <a:gd name="T35" fmla="*/ 352821820 h 140"/>
                  <a:gd name="T36" fmla="*/ 186491549 w 90"/>
                  <a:gd name="T37" fmla="*/ 347781510 h 140"/>
                  <a:gd name="T38" fmla="*/ 186491549 w 90"/>
                  <a:gd name="T39" fmla="*/ 347781510 h 140"/>
                  <a:gd name="T40" fmla="*/ 196572170 w 90"/>
                  <a:gd name="T41" fmla="*/ 337700889 h 140"/>
                  <a:gd name="T42" fmla="*/ 196572170 w 90"/>
                  <a:gd name="T43" fmla="*/ 322579959 h 140"/>
                  <a:gd name="T44" fmla="*/ 186491549 w 90"/>
                  <a:gd name="T45" fmla="*/ 307459028 h 140"/>
                  <a:gd name="T46" fmla="*/ 186491549 w 90"/>
                  <a:gd name="T47" fmla="*/ 307459028 h 140"/>
                  <a:gd name="T48" fmla="*/ 171370617 w 90"/>
                  <a:gd name="T49" fmla="*/ 297378407 h 140"/>
                  <a:gd name="T50" fmla="*/ 146169063 w 90"/>
                  <a:gd name="T51" fmla="*/ 282257476 h 140"/>
                  <a:gd name="T52" fmla="*/ 95765930 w 90"/>
                  <a:gd name="T53" fmla="*/ 257055925 h 140"/>
                  <a:gd name="T54" fmla="*/ 95765930 w 90"/>
                  <a:gd name="T55" fmla="*/ 257055925 h 140"/>
                  <a:gd name="T56" fmla="*/ 70564376 w 90"/>
                  <a:gd name="T57" fmla="*/ 241934994 h 140"/>
                  <a:gd name="T58" fmla="*/ 55443444 w 90"/>
                  <a:gd name="T59" fmla="*/ 226814063 h 140"/>
                  <a:gd name="T60" fmla="*/ 35282188 w 90"/>
                  <a:gd name="T61" fmla="*/ 206652772 h 140"/>
                  <a:gd name="T62" fmla="*/ 20161249 w 90"/>
                  <a:gd name="T63" fmla="*/ 191531841 h 140"/>
                  <a:gd name="T64" fmla="*/ 20161249 w 90"/>
                  <a:gd name="T65" fmla="*/ 191531841 h 140"/>
                  <a:gd name="T66" fmla="*/ 15120939 w 90"/>
                  <a:gd name="T67" fmla="*/ 120967497 h 140"/>
                  <a:gd name="T68" fmla="*/ 15120939 w 90"/>
                  <a:gd name="T69" fmla="*/ 120967497 h 140"/>
                  <a:gd name="T70" fmla="*/ 10080625 w 90"/>
                  <a:gd name="T71" fmla="*/ 70564369 h 140"/>
                  <a:gd name="T72" fmla="*/ 0 w 90"/>
                  <a:gd name="T73" fmla="*/ 35282185 h 140"/>
                  <a:gd name="T74" fmla="*/ 0 w 90"/>
                  <a:gd name="T75" fmla="*/ 35282185 h 140"/>
                  <a:gd name="T76" fmla="*/ 10080625 w 90"/>
                  <a:gd name="T77" fmla="*/ 25201558 h 140"/>
                  <a:gd name="T78" fmla="*/ 20161249 w 90"/>
                  <a:gd name="T79" fmla="*/ 5040312 h 140"/>
                  <a:gd name="T80" fmla="*/ 20161249 w 90"/>
                  <a:gd name="T81" fmla="*/ 5040312 h 140"/>
                  <a:gd name="T82" fmla="*/ 25201560 w 90"/>
                  <a:gd name="T83" fmla="*/ 0 h 140"/>
                  <a:gd name="T84" fmla="*/ 30241877 w 90"/>
                  <a:gd name="T85" fmla="*/ 5040312 h 140"/>
                  <a:gd name="T86" fmla="*/ 50403120 w 90"/>
                  <a:gd name="T87" fmla="*/ 15120937 h 140"/>
                  <a:gd name="T88" fmla="*/ 110886887 w 90"/>
                  <a:gd name="T89" fmla="*/ 55443438 h 140"/>
                  <a:gd name="T90" fmla="*/ 196572170 w 90"/>
                  <a:gd name="T91" fmla="*/ 120967497 h 140"/>
                  <a:gd name="T92" fmla="*/ 196572170 w 90"/>
                  <a:gd name="T93" fmla="*/ 120967497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0"/>
                  <a:gd name="T142" fmla="*/ 0 h 140"/>
                  <a:gd name="T143" fmla="*/ 90 w 90"/>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0" h="140">
                    <a:moveTo>
                      <a:pt x="78" y="48"/>
                    </a:moveTo>
                    <a:lnTo>
                      <a:pt x="78" y="48"/>
                    </a:lnTo>
                    <a:lnTo>
                      <a:pt x="76" y="54"/>
                    </a:lnTo>
                    <a:lnTo>
                      <a:pt x="72" y="68"/>
                    </a:lnTo>
                    <a:lnTo>
                      <a:pt x="72" y="78"/>
                    </a:lnTo>
                    <a:lnTo>
                      <a:pt x="74" y="84"/>
                    </a:lnTo>
                    <a:lnTo>
                      <a:pt x="76" y="90"/>
                    </a:lnTo>
                    <a:lnTo>
                      <a:pt x="82" y="94"/>
                    </a:lnTo>
                    <a:lnTo>
                      <a:pt x="90" y="96"/>
                    </a:lnTo>
                    <a:lnTo>
                      <a:pt x="90" y="102"/>
                    </a:lnTo>
                    <a:lnTo>
                      <a:pt x="90" y="108"/>
                    </a:lnTo>
                    <a:lnTo>
                      <a:pt x="88" y="112"/>
                    </a:lnTo>
                    <a:lnTo>
                      <a:pt x="84" y="118"/>
                    </a:lnTo>
                    <a:lnTo>
                      <a:pt x="82" y="128"/>
                    </a:lnTo>
                    <a:lnTo>
                      <a:pt x="78" y="140"/>
                    </a:lnTo>
                    <a:lnTo>
                      <a:pt x="74" y="138"/>
                    </a:lnTo>
                    <a:lnTo>
                      <a:pt x="78" y="134"/>
                    </a:lnTo>
                    <a:lnTo>
                      <a:pt x="78" y="128"/>
                    </a:lnTo>
                    <a:lnTo>
                      <a:pt x="74" y="122"/>
                    </a:lnTo>
                    <a:lnTo>
                      <a:pt x="68" y="118"/>
                    </a:lnTo>
                    <a:lnTo>
                      <a:pt x="58" y="112"/>
                    </a:lnTo>
                    <a:lnTo>
                      <a:pt x="38" y="102"/>
                    </a:lnTo>
                    <a:lnTo>
                      <a:pt x="28" y="96"/>
                    </a:lnTo>
                    <a:lnTo>
                      <a:pt x="22" y="90"/>
                    </a:lnTo>
                    <a:lnTo>
                      <a:pt x="14" y="82"/>
                    </a:lnTo>
                    <a:lnTo>
                      <a:pt x="8" y="76"/>
                    </a:lnTo>
                    <a:lnTo>
                      <a:pt x="6" y="48"/>
                    </a:lnTo>
                    <a:lnTo>
                      <a:pt x="4" y="28"/>
                    </a:lnTo>
                    <a:lnTo>
                      <a:pt x="0" y="14"/>
                    </a:lnTo>
                    <a:lnTo>
                      <a:pt x="4" y="10"/>
                    </a:lnTo>
                    <a:lnTo>
                      <a:pt x="8" y="2"/>
                    </a:lnTo>
                    <a:lnTo>
                      <a:pt x="10" y="0"/>
                    </a:lnTo>
                    <a:lnTo>
                      <a:pt x="12" y="2"/>
                    </a:lnTo>
                    <a:lnTo>
                      <a:pt x="20" y="6"/>
                    </a:lnTo>
                    <a:lnTo>
                      <a:pt x="44" y="22"/>
                    </a:lnTo>
                    <a:lnTo>
                      <a:pt x="78" y="48"/>
                    </a:lnTo>
                    <a:close/>
                  </a:path>
                </a:pathLst>
              </a:custGeom>
              <a:grpFill/>
              <a:ln w="9525">
                <a:noFill/>
                <a:round/>
                <a:headEnd/>
                <a:tailEnd/>
              </a:ln>
            </p:spPr>
            <p:txBody>
              <a:bodyPr/>
              <a:lstStyle/>
              <a:p>
                <a:pPr fontAlgn="auto">
                  <a:spcBef>
                    <a:spcPts val="0"/>
                  </a:spcBef>
                  <a:spcAft>
                    <a:spcPts val="0"/>
                  </a:spcAft>
                  <a:defRPr/>
                </a:pPr>
                <a:endParaRPr sz="2000">
                  <a:solidFill>
                    <a:prstClr val="black"/>
                  </a:solidFill>
                  <a:latin typeface="Roboto Lt"/>
                </a:endParaRPr>
              </a:p>
            </p:txBody>
          </p:sp>
        </p:grpSp>
        <p:sp>
          <p:nvSpPr>
            <p:cNvPr id="10" name="Freeform 5"/>
            <p:cNvSpPr>
              <a:spLocks noEditPoints="1"/>
            </p:cNvSpPr>
            <p:nvPr/>
          </p:nvSpPr>
          <p:spPr bwMode="auto">
            <a:xfrm>
              <a:off x="8639116" y="2198798"/>
              <a:ext cx="1116469" cy="2902813"/>
            </a:xfrm>
            <a:custGeom>
              <a:avLst/>
              <a:gdLst>
                <a:gd name="T0" fmla="*/ 2147483647 w 600"/>
                <a:gd name="T1" fmla="*/ 1302100615 h 1727"/>
                <a:gd name="T2" fmla="*/ 2132965708 w 600"/>
                <a:gd name="T3" fmla="*/ 1014817518 h 1727"/>
                <a:gd name="T4" fmla="*/ 2114775135 w 600"/>
                <a:gd name="T5" fmla="*/ 861847602 h 1727"/>
                <a:gd name="T6" fmla="*/ 1982886016 w 600"/>
                <a:gd name="T7" fmla="*/ 936466814 h 1727"/>
                <a:gd name="T8" fmla="*/ 1791874337 w 600"/>
                <a:gd name="T9" fmla="*/ 179084624 h 1727"/>
                <a:gd name="T10" fmla="*/ 1664531796 w 600"/>
                <a:gd name="T11" fmla="*/ 41039906 h 1727"/>
                <a:gd name="T12" fmla="*/ 1459878253 w 600"/>
                <a:gd name="T13" fmla="*/ 22385578 h 1727"/>
                <a:gd name="T14" fmla="*/ 1064208499 w 600"/>
                <a:gd name="T15" fmla="*/ 813345211 h 1727"/>
                <a:gd name="T16" fmla="*/ 1059661922 w 600"/>
                <a:gd name="T17" fmla="*/ 820807712 h 1727"/>
                <a:gd name="T18" fmla="*/ 786788399 w 600"/>
                <a:gd name="T19" fmla="*/ 1085705480 h 1727"/>
                <a:gd name="T20" fmla="*/ 650350571 w 600"/>
                <a:gd name="T21" fmla="*/ 1078242979 h 1727"/>
                <a:gd name="T22" fmla="*/ 659445858 w 600"/>
                <a:gd name="T23" fmla="*/ 1227481403 h 1727"/>
                <a:gd name="T24" fmla="*/ 418406771 w 600"/>
                <a:gd name="T25" fmla="*/ 1652809174 h 1727"/>
                <a:gd name="T26" fmla="*/ 18190581 w 600"/>
                <a:gd name="T27" fmla="*/ 2147483647 h 1727"/>
                <a:gd name="T28" fmla="*/ 841362251 w 600"/>
                <a:gd name="T29" fmla="*/ 2147483647 h 1727"/>
                <a:gd name="T30" fmla="*/ 768595694 w 600"/>
                <a:gd name="T31" fmla="*/ 2147483647 h 1727"/>
                <a:gd name="T32" fmla="*/ 463885336 w 600"/>
                <a:gd name="T33" fmla="*/ 2147483647 h 1727"/>
                <a:gd name="T34" fmla="*/ 836813541 w 600"/>
                <a:gd name="T35" fmla="*/ 1757274526 h 1727"/>
                <a:gd name="T36" fmla="*/ 941416800 w 600"/>
                <a:gd name="T37" fmla="*/ 2089329247 h 1727"/>
                <a:gd name="T38" fmla="*/ 809527682 w 600"/>
                <a:gd name="T39" fmla="*/ 2147483647 h 1727"/>
                <a:gd name="T40" fmla="*/ 845910960 w 600"/>
                <a:gd name="T41" fmla="*/ 2147483647 h 1727"/>
                <a:gd name="T42" fmla="*/ 668541144 w 600"/>
                <a:gd name="T43" fmla="*/ 2147483647 h 1727"/>
                <a:gd name="T44" fmla="*/ 886840816 w 600"/>
                <a:gd name="T45" fmla="*/ 2147483647 h 1727"/>
                <a:gd name="T46" fmla="*/ 968702659 w 600"/>
                <a:gd name="T47" fmla="*/ 2147483647 h 1727"/>
                <a:gd name="T48" fmla="*/ 1296152433 w 600"/>
                <a:gd name="T49" fmla="*/ 2147483647 h 1727"/>
                <a:gd name="T50" fmla="*/ 1368918990 w 600"/>
                <a:gd name="T51" fmla="*/ 2147483647 h 1727"/>
                <a:gd name="T52" fmla="*/ 1878284890 w 600"/>
                <a:gd name="T53" fmla="*/ 2147483647 h 1727"/>
                <a:gd name="T54" fmla="*/ 1987434726 w 600"/>
                <a:gd name="T55" fmla="*/ 2147483647 h 1727"/>
                <a:gd name="T56" fmla="*/ 2147483647 w 600"/>
                <a:gd name="T57" fmla="*/ 2147483647 h 1727"/>
                <a:gd name="T58" fmla="*/ 2147483647 w 600"/>
                <a:gd name="T59" fmla="*/ 2147483647 h 1727"/>
                <a:gd name="T60" fmla="*/ 2147483647 w 600"/>
                <a:gd name="T61" fmla="*/ 2147483647 h 1727"/>
                <a:gd name="T62" fmla="*/ 1700915074 w 600"/>
                <a:gd name="T63" fmla="*/ 2147483647 h 1727"/>
                <a:gd name="T64" fmla="*/ 1891928886 w 600"/>
                <a:gd name="T65" fmla="*/ 2147483647 h 1727"/>
                <a:gd name="T66" fmla="*/ 1650889932 w 600"/>
                <a:gd name="T67" fmla="*/ 2147483647 h 1727"/>
                <a:gd name="T68" fmla="*/ 1578123375 w 600"/>
                <a:gd name="T69" fmla="*/ 2147483647 h 1727"/>
                <a:gd name="T70" fmla="*/ 1455329543 w 600"/>
                <a:gd name="T71" fmla="*/ 2147483647 h 1727"/>
                <a:gd name="T72" fmla="*/ 1432590261 w 600"/>
                <a:gd name="T73" fmla="*/ 2147483647 h 1727"/>
                <a:gd name="T74" fmla="*/ 1964693311 w 600"/>
                <a:gd name="T75" fmla="*/ 2147483647 h 1727"/>
                <a:gd name="T76" fmla="*/ 1782779051 w 600"/>
                <a:gd name="T77" fmla="*/ 1962477842 h 1727"/>
                <a:gd name="T78" fmla="*/ 1105140487 w 600"/>
                <a:gd name="T79" fmla="*/ 1414028468 h 1727"/>
                <a:gd name="T80" fmla="*/ 1332535712 w 600"/>
                <a:gd name="T81" fmla="*/ 1201364583 h 1727"/>
                <a:gd name="T82" fmla="*/ 1896475463 w 600"/>
                <a:gd name="T83" fmla="*/ 1354332326 h 1727"/>
                <a:gd name="T84" fmla="*/ 1937407451 w 600"/>
                <a:gd name="T85" fmla="*/ 1078242979 h 1727"/>
                <a:gd name="T86" fmla="*/ 2147483647 w 600"/>
                <a:gd name="T87" fmla="*/ 2147483647 h 1727"/>
                <a:gd name="T88" fmla="*/ 2147483647 w 600"/>
                <a:gd name="T89" fmla="*/ 2147483647 h 1727"/>
                <a:gd name="T90" fmla="*/ 2147483647 w 600"/>
                <a:gd name="T91" fmla="*/ 1839356238 h 1727"/>
                <a:gd name="T92" fmla="*/ 2147483647 w 600"/>
                <a:gd name="T93" fmla="*/ 2147483647 h 17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0"/>
                <a:gd name="T142" fmla="*/ 0 h 1727"/>
                <a:gd name="T143" fmla="*/ 600 w 600"/>
                <a:gd name="T144" fmla="*/ 1727 h 17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0" h="1727">
                  <a:moveTo>
                    <a:pt x="588" y="660"/>
                  </a:moveTo>
                  <a:cubicBezTo>
                    <a:pt x="584" y="609"/>
                    <a:pt x="581" y="557"/>
                    <a:pt x="581" y="506"/>
                  </a:cubicBezTo>
                  <a:cubicBezTo>
                    <a:pt x="580" y="455"/>
                    <a:pt x="582" y="399"/>
                    <a:pt x="567" y="349"/>
                  </a:cubicBezTo>
                  <a:cubicBezTo>
                    <a:pt x="562" y="333"/>
                    <a:pt x="560" y="307"/>
                    <a:pt x="545" y="296"/>
                  </a:cubicBezTo>
                  <a:cubicBezTo>
                    <a:pt x="535" y="288"/>
                    <a:pt x="517" y="285"/>
                    <a:pt x="504" y="281"/>
                  </a:cubicBezTo>
                  <a:cubicBezTo>
                    <a:pt x="493" y="277"/>
                    <a:pt x="481" y="274"/>
                    <a:pt x="469" y="272"/>
                  </a:cubicBezTo>
                  <a:cubicBezTo>
                    <a:pt x="477" y="267"/>
                    <a:pt x="490" y="260"/>
                    <a:pt x="486" y="250"/>
                  </a:cubicBezTo>
                  <a:cubicBezTo>
                    <a:pt x="478" y="255"/>
                    <a:pt x="472" y="262"/>
                    <a:pt x="461" y="259"/>
                  </a:cubicBezTo>
                  <a:cubicBezTo>
                    <a:pt x="464" y="250"/>
                    <a:pt x="469" y="241"/>
                    <a:pt x="465" y="231"/>
                  </a:cubicBezTo>
                  <a:cubicBezTo>
                    <a:pt x="463" y="239"/>
                    <a:pt x="461" y="251"/>
                    <a:pt x="452" y="254"/>
                  </a:cubicBezTo>
                  <a:cubicBezTo>
                    <a:pt x="450" y="248"/>
                    <a:pt x="449" y="240"/>
                    <a:pt x="448" y="233"/>
                  </a:cubicBezTo>
                  <a:cubicBezTo>
                    <a:pt x="448" y="244"/>
                    <a:pt x="443" y="255"/>
                    <a:pt x="436" y="251"/>
                  </a:cubicBezTo>
                  <a:cubicBezTo>
                    <a:pt x="433" y="237"/>
                    <a:pt x="431" y="222"/>
                    <a:pt x="427" y="208"/>
                  </a:cubicBezTo>
                  <a:cubicBezTo>
                    <a:pt x="420" y="176"/>
                    <a:pt x="418" y="143"/>
                    <a:pt x="413" y="110"/>
                  </a:cubicBezTo>
                  <a:cubicBezTo>
                    <a:pt x="409" y="91"/>
                    <a:pt x="404" y="67"/>
                    <a:pt x="394" y="48"/>
                  </a:cubicBezTo>
                  <a:cubicBezTo>
                    <a:pt x="392" y="41"/>
                    <a:pt x="389" y="35"/>
                    <a:pt x="386" y="29"/>
                  </a:cubicBezTo>
                  <a:cubicBezTo>
                    <a:pt x="384" y="26"/>
                    <a:pt x="381" y="22"/>
                    <a:pt x="378" y="19"/>
                  </a:cubicBezTo>
                  <a:cubicBezTo>
                    <a:pt x="374" y="14"/>
                    <a:pt x="370" y="11"/>
                    <a:pt x="366" y="11"/>
                  </a:cubicBezTo>
                  <a:cubicBezTo>
                    <a:pt x="356" y="4"/>
                    <a:pt x="344" y="0"/>
                    <a:pt x="334" y="2"/>
                  </a:cubicBezTo>
                  <a:cubicBezTo>
                    <a:pt x="328" y="4"/>
                    <a:pt x="326" y="7"/>
                    <a:pt x="319" y="5"/>
                  </a:cubicBezTo>
                  <a:cubicBezTo>
                    <a:pt x="321" y="6"/>
                    <a:pt x="321" y="6"/>
                    <a:pt x="321" y="6"/>
                  </a:cubicBezTo>
                  <a:cubicBezTo>
                    <a:pt x="211" y="11"/>
                    <a:pt x="239" y="136"/>
                    <a:pt x="235" y="208"/>
                  </a:cubicBezTo>
                  <a:cubicBezTo>
                    <a:pt x="233" y="220"/>
                    <a:pt x="233" y="220"/>
                    <a:pt x="233" y="220"/>
                  </a:cubicBezTo>
                  <a:cubicBezTo>
                    <a:pt x="233" y="219"/>
                    <a:pt x="234" y="219"/>
                    <a:pt x="234" y="218"/>
                  </a:cubicBezTo>
                  <a:cubicBezTo>
                    <a:pt x="234" y="219"/>
                    <a:pt x="234" y="219"/>
                    <a:pt x="234" y="219"/>
                  </a:cubicBezTo>
                  <a:cubicBezTo>
                    <a:pt x="233" y="226"/>
                    <a:pt x="232" y="234"/>
                    <a:pt x="230" y="242"/>
                  </a:cubicBezTo>
                  <a:cubicBezTo>
                    <a:pt x="233" y="220"/>
                    <a:pt x="233" y="220"/>
                    <a:pt x="233" y="220"/>
                  </a:cubicBezTo>
                  <a:cubicBezTo>
                    <a:pt x="233" y="221"/>
                    <a:pt x="232" y="223"/>
                    <a:pt x="232" y="224"/>
                  </a:cubicBezTo>
                  <a:cubicBezTo>
                    <a:pt x="226" y="238"/>
                    <a:pt x="221" y="253"/>
                    <a:pt x="212" y="265"/>
                  </a:cubicBezTo>
                  <a:cubicBezTo>
                    <a:pt x="203" y="278"/>
                    <a:pt x="191" y="292"/>
                    <a:pt x="173" y="291"/>
                  </a:cubicBezTo>
                  <a:cubicBezTo>
                    <a:pt x="165" y="291"/>
                    <a:pt x="156" y="287"/>
                    <a:pt x="153" y="280"/>
                  </a:cubicBezTo>
                  <a:cubicBezTo>
                    <a:pt x="155" y="292"/>
                    <a:pt x="155" y="300"/>
                    <a:pt x="171" y="306"/>
                  </a:cubicBezTo>
                  <a:cubicBezTo>
                    <a:pt x="157" y="307"/>
                    <a:pt x="151" y="297"/>
                    <a:pt x="143" y="289"/>
                  </a:cubicBezTo>
                  <a:cubicBezTo>
                    <a:pt x="144" y="297"/>
                    <a:pt x="151" y="307"/>
                    <a:pt x="158" y="312"/>
                  </a:cubicBezTo>
                  <a:cubicBezTo>
                    <a:pt x="162" y="314"/>
                    <a:pt x="166" y="317"/>
                    <a:pt x="170" y="318"/>
                  </a:cubicBezTo>
                  <a:cubicBezTo>
                    <a:pt x="161" y="321"/>
                    <a:pt x="152" y="324"/>
                    <a:pt x="145" y="329"/>
                  </a:cubicBezTo>
                  <a:cubicBezTo>
                    <a:pt x="135" y="335"/>
                    <a:pt x="138" y="340"/>
                    <a:pt x="135" y="349"/>
                  </a:cubicBezTo>
                  <a:cubicBezTo>
                    <a:pt x="133" y="354"/>
                    <a:pt x="124" y="368"/>
                    <a:pt x="126" y="375"/>
                  </a:cubicBezTo>
                  <a:cubicBezTo>
                    <a:pt x="118" y="398"/>
                    <a:pt x="102" y="421"/>
                    <a:pt x="92" y="443"/>
                  </a:cubicBezTo>
                  <a:cubicBezTo>
                    <a:pt x="85" y="460"/>
                    <a:pt x="77" y="476"/>
                    <a:pt x="68" y="492"/>
                  </a:cubicBezTo>
                  <a:cubicBezTo>
                    <a:pt x="57" y="512"/>
                    <a:pt x="44" y="534"/>
                    <a:pt x="30" y="551"/>
                  </a:cubicBezTo>
                  <a:cubicBezTo>
                    <a:pt x="16" y="568"/>
                    <a:pt x="0" y="578"/>
                    <a:pt x="4" y="599"/>
                  </a:cubicBezTo>
                  <a:cubicBezTo>
                    <a:pt x="16" y="669"/>
                    <a:pt x="113" y="687"/>
                    <a:pt x="157" y="739"/>
                  </a:cubicBezTo>
                  <a:cubicBezTo>
                    <a:pt x="161" y="728"/>
                    <a:pt x="171" y="731"/>
                    <a:pt x="178" y="724"/>
                  </a:cubicBezTo>
                  <a:cubicBezTo>
                    <a:pt x="182" y="720"/>
                    <a:pt x="184" y="712"/>
                    <a:pt x="185" y="706"/>
                  </a:cubicBezTo>
                  <a:cubicBezTo>
                    <a:pt x="183" y="709"/>
                    <a:pt x="179" y="713"/>
                    <a:pt x="171" y="716"/>
                  </a:cubicBezTo>
                  <a:cubicBezTo>
                    <a:pt x="142" y="725"/>
                    <a:pt x="137" y="650"/>
                    <a:pt x="160" y="655"/>
                  </a:cubicBezTo>
                  <a:cubicBezTo>
                    <a:pt x="163" y="655"/>
                    <a:pt x="166" y="655"/>
                    <a:pt x="169" y="655"/>
                  </a:cubicBezTo>
                  <a:cubicBezTo>
                    <a:pt x="143" y="640"/>
                    <a:pt x="121" y="619"/>
                    <a:pt x="100" y="599"/>
                  </a:cubicBezTo>
                  <a:cubicBezTo>
                    <a:pt x="103" y="598"/>
                    <a:pt x="106" y="597"/>
                    <a:pt x="109" y="596"/>
                  </a:cubicBezTo>
                  <a:cubicBezTo>
                    <a:pt x="105" y="592"/>
                    <a:pt x="102" y="586"/>
                    <a:pt x="102" y="580"/>
                  </a:cubicBezTo>
                  <a:cubicBezTo>
                    <a:pt x="121" y="557"/>
                    <a:pt x="132" y="526"/>
                    <a:pt x="152" y="501"/>
                  </a:cubicBezTo>
                  <a:cubicBezTo>
                    <a:pt x="158" y="493"/>
                    <a:pt x="167" y="482"/>
                    <a:pt x="176" y="476"/>
                  </a:cubicBezTo>
                  <a:cubicBezTo>
                    <a:pt x="179" y="474"/>
                    <a:pt x="181" y="473"/>
                    <a:pt x="184" y="471"/>
                  </a:cubicBezTo>
                  <a:cubicBezTo>
                    <a:pt x="185" y="474"/>
                    <a:pt x="186" y="477"/>
                    <a:pt x="187" y="479"/>
                  </a:cubicBezTo>
                  <a:cubicBezTo>
                    <a:pt x="193" y="492"/>
                    <a:pt x="200" y="506"/>
                    <a:pt x="204" y="519"/>
                  </a:cubicBezTo>
                  <a:cubicBezTo>
                    <a:pt x="209" y="535"/>
                    <a:pt x="206" y="546"/>
                    <a:pt x="207" y="560"/>
                  </a:cubicBezTo>
                  <a:cubicBezTo>
                    <a:pt x="209" y="574"/>
                    <a:pt x="219" y="589"/>
                    <a:pt x="221" y="603"/>
                  </a:cubicBezTo>
                  <a:cubicBezTo>
                    <a:pt x="222" y="608"/>
                    <a:pt x="222" y="613"/>
                    <a:pt x="222" y="617"/>
                  </a:cubicBezTo>
                  <a:cubicBezTo>
                    <a:pt x="199" y="623"/>
                    <a:pt x="198" y="646"/>
                    <a:pt x="178" y="659"/>
                  </a:cubicBezTo>
                  <a:cubicBezTo>
                    <a:pt x="178" y="659"/>
                    <a:pt x="177" y="659"/>
                    <a:pt x="177" y="658"/>
                  </a:cubicBezTo>
                  <a:cubicBezTo>
                    <a:pt x="163" y="687"/>
                    <a:pt x="181" y="700"/>
                    <a:pt x="186" y="702"/>
                  </a:cubicBezTo>
                  <a:cubicBezTo>
                    <a:pt x="186" y="702"/>
                    <a:pt x="186" y="702"/>
                    <a:pt x="186" y="701"/>
                  </a:cubicBezTo>
                  <a:cubicBezTo>
                    <a:pt x="190" y="702"/>
                    <a:pt x="194" y="702"/>
                    <a:pt x="198" y="703"/>
                  </a:cubicBezTo>
                  <a:cubicBezTo>
                    <a:pt x="197" y="705"/>
                    <a:pt x="196" y="708"/>
                    <a:pt x="195" y="710"/>
                  </a:cubicBezTo>
                  <a:cubicBezTo>
                    <a:pt x="176" y="749"/>
                    <a:pt x="158" y="791"/>
                    <a:pt x="147" y="832"/>
                  </a:cubicBezTo>
                  <a:cubicBezTo>
                    <a:pt x="154" y="833"/>
                    <a:pt x="195" y="837"/>
                    <a:pt x="202" y="842"/>
                  </a:cubicBezTo>
                  <a:cubicBezTo>
                    <a:pt x="201" y="863"/>
                    <a:pt x="197" y="891"/>
                    <a:pt x="196" y="915"/>
                  </a:cubicBezTo>
                  <a:cubicBezTo>
                    <a:pt x="194" y="963"/>
                    <a:pt x="190" y="990"/>
                    <a:pt x="195" y="1029"/>
                  </a:cubicBezTo>
                  <a:cubicBezTo>
                    <a:pt x="201" y="1081"/>
                    <a:pt x="197" y="1136"/>
                    <a:pt x="190" y="1187"/>
                  </a:cubicBezTo>
                  <a:cubicBezTo>
                    <a:pt x="200" y="1191"/>
                    <a:pt x="209" y="1191"/>
                    <a:pt x="218" y="1191"/>
                  </a:cubicBezTo>
                  <a:cubicBezTo>
                    <a:pt x="216" y="1206"/>
                    <a:pt x="213" y="1221"/>
                    <a:pt x="213" y="1237"/>
                  </a:cubicBezTo>
                  <a:cubicBezTo>
                    <a:pt x="212" y="1255"/>
                    <a:pt x="214" y="1273"/>
                    <a:pt x="217" y="1291"/>
                  </a:cubicBezTo>
                  <a:cubicBezTo>
                    <a:pt x="225" y="1341"/>
                    <a:pt x="240" y="1389"/>
                    <a:pt x="259" y="1436"/>
                  </a:cubicBezTo>
                  <a:cubicBezTo>
                    <a:pt x="274" y="1473"/>
                    <a:pt x="294" y="1521"/>
                    <a:pt x="285" y="1560"/>
                  </a:cubicBezTo>
                  <a:cubicBezTo>
                    <a:pt x="280" y="1583"/>
                    <a:pt x="279" y="1609"/>
                    <a:pt x="281" y="1632"/>
                  </a:cubicBezTo>
                  <a:cubicBezTo>
                    <a:pt x="283" y="1648"/>
                    <a:pt x="290" y="1663"/>
                    <a:pt x="292" y="1679"/>
                  </a:cubicBezTo>
                  <a:cubicBezTo>
                    <a:pt x="294" y="1691"/>
                    <a:pt x="287" y="1699"/>
                    <a:pt x="301" y="1706"/>
                  </a:cubicBezTo>
                  <a:cubicBezTo>
                    <a:pt x="317" y="1713"/>
                    <a:pt x="366" y="1727"/>
                    <a:pt x="383" y="1719"/>
                  </a:cubicBezTo>
                  <a:cubicBezTo>
                    <a:pt x="392" y="1714"/>
                    <a:pt x="396" y="1709"/>
                    <a:pt x="398" y="1703"/>
                  </a:cubicBezTo>
                  <a:cubicBezTo>
                    <a:pt x="401" y="1708"/>
                    <a:pt x="405" y="1711"/>
                    <a:pt x="413" y="1712"/>
                  </a:cubicBezTo>
                  <a:cubicBezTo>
                    <a:pt x="428" y="1715"/>
                    <a:pt x="442" y="1713"/>
                    <a:pt x="456" y="1709"/>
                  </a:cubicBezTo>
                  <a:cubicBezTo>
                    <a:pt x="500" y="1697"/>
                    <a:pt x="454" y="1666"/>
                    <a:pt x="443" y="1643"/>
                  </a:cubicBezTo>
                  <a:cubicBezTo>
                    <a:pt x="439" y="1634"/>
                    <a:pt x="438" y="1622"/>
                    <a:pt x="437" y="1610"/>
                  </a:cubicBezTo>
                  <a:cubicBezTo>
                    <a:pt x="437" y="1588"/>
                    <a:pt x="432" y="1578"/>
                    <a:pt x="433" y="1563"/>
                  </a:cubicBezTo>
                  <a:cubicBezTo>
                    <a:pt x="434" y="1546"/>
                    <a:pt x="475" y="1428"/>
                    <a:pt x="479" y="1417"/>
                  </a:cubicBezTo>
                  <a:cubicBezTo>
                    <a:pt x="482" y="1406"/>
                    <a:pt x="519" y="1310"/>
                    <a:pt x="522" y="1297"/>
                  </a:cubicBezTo>
                  <a:cubicBezTo>
                    <a:pt x="524" y="1287"/>
                    <a:pt x="538" y="1222"/>
                    <a:pt x="542" y="1204"/>
                  </a:cubicBezTo>
                  <a:cubicBezTo>
                    <a:pt x="550" y="1201"/>
                    <a:pt x="549" y="1016"/>
                    <a:pt x="561" y="923"/>
                  </a:cubicBezTo>
                  <a:cubicBezTo>
                    <a:pt x="569" y="860"/>
                    <a:pt x="568" y="859"/>
                    <a:pt x="582" y="855"/>
                  </a:cubicBezTo>
                  <a:cubicBezTo>
                    <a:pt x="587" y="849"/>
                    <a:pt x="591" y="840"/>
                    <a:pt x="594" y="830"/>
                  </a:cubicBezTo>
                  <a:cubicBezTo>
                    <a:pt x="596" y="821"/>
                    <a:pt x="598" y="808"/>
                    <a:pt x="598" y="795"/>
                  </a:cubicBezTo>
                  <a:cubicBezTo>
                    <a:pt x="600" y="750"/>
                    <a:pt x="591" y="706"/>
                    <a:pt x="588" y="660"/>
                  </a:cubicBezTo>
                  <a:close/>
                  <a:moveTo>
                    <a:pt x="376" y="1659"/>
                  </a:moveTo>
                  <a:cubicBezTo>
                    <a:pt x="366" y="1644"/>
                    <a:pt x="365" y="1625"/>
                    <a:pt x="362" y="1608"/>
                  </a:cubicBezTo>
                  <a:cubicBezTo>
                    <a:pt x="367" y="1612"/>
                    <a:pt x="372" y="1616"/>
                    <a:pt x="374" y="1623"/>
                  </a:cubicBezTo>
                  <a:cubicBezTo>
                    <a:pt x="378" y="1635"/>
                    <a:pt x="376" y="1647"/>
                    <a:pt x="376" y="1659"/>
                  </a:cubicBezTo>
                  <a:close/>
                  <a:moveTo>
                    <a:pt x="432" y="1268"/>
                  </a:moveTo>
                  <a:cubicBezTo>
                    <a:pt x="429" y="1284"/>
                    <a:pt x="421" y="1302"/>
                    <a:pt x="416" y="1317"/>
                  </a:cubicBezTo>
                  <a:cubicBezTo>
                    <a:pt x="409" y="1339"/>
                    <a:pt x="408" y="1361"/>
                    <a:pt x="406" y="1383"/>
                  </a:cubicBezTo>
                  <a:cubicBezTo>
                    <a:pt x="404" y="1425"/>
                    <a:pt x="404" y="1467"/>
                    <a:pt x="388" y="1507"/>
                  </a:cubicBezTo>
                  <a:cubicBezTo>
                    <a:pt x="382" y="1522"/>
                    <a:pt x="374" y="1535"/>
                    <a:pt x="363" y="1547"/>
                  </a:cubicBezTo>
                  <a:cubicBezTo>
                    <a:pt x="361" y="1550"/>
                    <a:pt x="357" y="1553"/>
                    <a:pt x="353" y="1557"/>
                  </a:cubicBezTo>
                  <a:cubicBezTo>
                    <a:pt x="353" y="1553"/>
                    <a:pt x="352" y="1549"/>
                    <a:pt x="350" y="1546"/>
                  </a:cubicBezTo>
                  <a:cubicBezTo>
                    <a:pt x="349" y="1543"/>
                    <a:pt x="348" y="1541"/>
                    <a:pt x="347" y="1538"/>
                  </a:cubicBezTo>
                  <a:cubicBezTo>
                    <a:pt x="340" y="1511"/>
                    <a:pt x="330" y="1467"/>
                    <a:pt x="329" y="1444"/>
                  </a:cubicBezTo>
                  <a:cubicBezTo>
                    <a:pt x="327" y="1417"/>
                    <a:pt x="320" y="1330"/>
                    <a:pt x="320" y="1330"/>
                  </a:cubicBezTo>
                  <a:cubicBezTo>
                    <a:pt x="320" y="1330"/>
                    <a:pt x="320" y="1330"/>
                    <a:pt x="320" y="1330"/>
                  </a:cubicBezTo>
                  <a:cubicBezTo>
                    <a:pt x="319" y="1315"/>
                    <a:pt x="317" y="1300"/>
                    <a:pt x="315" y="1285"/>
                  </a:cubicBezTo>
                  <a:cubicBezTo>
                    <a:pt x="312" y="1268"/>
                    <a:pt x="307" y="1252"/>
                    <a:pt x="308" y="1235"/>
                  </a:cubicBezTo>
                  <a:cubicBezTo>
                    <a:pt x="310" y="1221"/>
                    <a:pt x="313" y="1208"/>
                    <a:pt x="315" y="1195"/>
                  </a:cubicBezTo>
                  <a:cubicBezTo>
                    <a:pt x="317" y="1194"/>
                    <a:pt x="319" y="1194"/>
                    <a:pt x="322" y="1194"/>
                  </a:cubicBezTo>
                  <a:cubicBezTo>
                    <a:pt x="335" y="1193"/>
                    <a:pt x="347" y="1193"/>
                    <a:pt x="360" y="1194"/>
                  </a:cubicBezTo>
                  <a:cubicBezTo>
                    <a:pt x="372" y="1195"/>
                    <a:pt x="420" y="1196"/>
                    <a:pt x="432" y="1197"/>
                  </a:cubicBezTo>
                  <a:cubicBezTo>
                    <a:pt x="432" y="1210"/>
                    <a:pt x="440" y="1213"/>
                    <a:pt x="432" y="1268"/>
                  </a:cubicBezTo>
                  <a:close/>
                  <a:moveTo>
                    <a:pt x="426" y="371"/>
                  </a:moveTo>
                  <a:cubicBezTo>
                    <a:pt x="417" y="395"/>
                    <a:pt x="392" y="526"/>
                    <a:pt x="392" y="526"/>
                  </a:cubicBezTo>
                  <a:cubicBezTo>
                    <a:pt x="392" y="526"/>
                    <a:pt x="392" y="526"/>
                    <a:pt x="384" y="526"/>
                  </a:cubicBezTo>
                  <a:cubicBezTo>
                    <a:pt x="384" y="526"/>
                    <a:pt x="384" y="526"/>
                    <a:pt x="301" y="363"/>
                  </a:cubicBezTo>
                  <a:cubicBezTo>
                    <a:pt x="301" y="354"/>
                    <a:pt x="243" y="379"/>
                    <a:pt x="243" y="379"/>
                  </a:cubicBezTo>
                  <a:cubicBezTo>
                    <a:pt x="243" y="379"/>
                    <a:pt x="243" y="346"/>
                    <a:pt x="243" y="273"/>
                  </a:cubicBezTo>
                  <a:cubicBezTo>
                    <a:pt x="243" y="273"/>
                    <a:pt x="243" y="273"/>
                    <a:pt x="276" y="264"/>
                  </a:cubicBezTo>
                  <a:cubicBezTo>
                    <a:pt x="285" y="289"/>
                    <a:pt x="293" y="322"/>
                    <a:pt x="293" y="322"/>
                  </a:cubicBezTo>
                  <a:cubicBezTo>
                    <a:pt x="293" y="322"/>
                    <a:pt x="293" y="322"/>
                    <a:pt x="310" y="354"/>
                  </a:cubicBezTo>
                  <a:cubicBezTo>
                    <a:pt x="384" y="485"/>
                    <a:pt x="384" y="485"/>
                    <a:pt x="384" y="485"/>
                  </a:cubicBezTo>
                  <a:cubicBezTo>
                    <a:pt x="384" y="485"/>
                    <a:pt x="384" y="485"/>
                    <a:pt x="417" y="363"/>
                  </a:cubicBezTo>
                  <a:cubicBezTo>
                    <a:pt x="426" y="354"/>
                    <a:pt x="417" y="297"/>
                    <a:pt x="417" y="297"/>
                  </a:cubicBezTo>
                  <a:cubicBezTo>
                    <a:pt x="417" y="297"/>
                    <a:pt x="417" y="297"/>
                    <a:pt x="417" y="281"/>
                  </a:cubicBezTo>
                  <a:cubicBezTo>
                    <a:pt x="417" y="281"/>
                    <a:pt x="417" y="281"/>
                    <a:pt x="426" y="289"/>
                  </a:cubicBezTo>
                  <a:cubicBezTo>
                    <a:pt x="426" y="289"/>
                    <a:pt x="426" y="289"/>
                    <a:pt x="467" y="371"/>
                  </a:cubicBezTo>
                  <a:cubicBezTo>
                    <a:pt x="467" y="371"/>
                    <a:pt x="467" y="371"/>
                    <a:pt x="426" y="371"/>
                  </a:cubicBezTo>
                  <a:close/>
                  <a:moveTo>
                    <a:pt x="487" y="649"/>
                  </a:moveTo>
                  <a:cubicBezTo>
                    <a:pt x="483" y="649"/>
                    <a:pt x="483" y="649"/>
                    <a:pt x="483" y="649"/>
                  </a:cubicBezTo>
                  <a:cubicBezTo>
                    <a:pt x="483" y="644"/>
                    <a:pt x="475" y="632"/>
                    <a:pt x="474" y="622"/>
                  </a:cubicBezTo>
                  <a:cubicBezTo>
                    <a:pt x="472" y="613"/>
                    <a:pt x="474" y="599"/>
                    <a:pt x="474" y="588"/>
                  </a:cubicBezTo>
                  <a:cubicBezTo>
                    <a:pt x="476" y="556"/>
                    <a:pt x="487" y="525"/>
                    <a:pt x="487" y="493"/>
                  </a:cubicBezTo>
                  <a:cubicBezTo>
                    <a:pt x="487" y="490"/>
                    <a:pt x="487" y="488"/>
                    <a:pt x="487" y="486"/>
                  </a:cubicBezTo>
                  <a:cubicBezTo>
                    <a:pt x="487" y="488"/>
                    <a:pt x="487" y="490"/>
                    <a:pt x="487" y="493"/>
                  </a:cubicBezTo>
                  <a:cubicBezTo>
                    <a:pt x="488" y="525"/>
                    <a:pt x="493" y="556"/>
                    <a:pt x="481" y="587"/>
                  </a:cubicBezTo>
                  <a:cubicBezTo>
                    <a:pt x="484" y="586"/>
                    <a:pt x="487" y="587"/>
                    <a:pt x="489" y="587"/>
                  </a:cubicBezTo>
                  <a:cubicBezTo>
                    <a:pt x="484" y="599"/>
                    <a:pt x="492" y="605"/>
                    <a:pt x="492" y="616"/>
                  </a:cubicBezTo>
                  <a:cubicBezTo>
                    <a:pt x="492" y="627"/>
                    <a:pt x="488" y="638"/>
                    <a:pt x="487" y="649"/>
                  </a:cubicBezTo>
                  <a:close/>
                </a:path>
              </a:pathLst>
            </a:custGeom>
            <a:solidFill>
              <a:schemeClr val="accent5"/>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11" name="Gruppe 51"/>
            <p:cNvGrpSpPr>
              <a:grpSpLocks/>
            </p:cNvGrpSpPr>
            <p:nvPr/>
          </p:nvGrpSpPr>
          <p:grpSpPr bwMode="auto">
            <a:xfrm>
              <a:off x="9473848" y="2187136"/>
              <a:ext cx="953260" cy="3128723"/>
              <a:chOff x="2763678" y="1597834"/>
              <a:chExt cx="744650" cy="2444643"/>
            </a:xfrm>
            <a:solidFill>
              <a:schemeClr val="accent2"/>
            </a:solidFill>
          </p:grpSpPr>
          <p:sp>
            <p:nvSpPr>
              <p:cNvPr id="13" name="Freeform 125"/>
              <p:cNvSpPr>
                <a:spLocks/>
              </p:cNvSpPr>
              <p:nvPr/>
            </p:nvSpPr>
            <p:spPr bwMode="auto">
              <a:xfrm>
                <a:off x="2764652" y="1599232"/>
                <a:ext cx="743788" cy="2452477"/>
              </a:xfrm>
              <a:custGeom>
                <a:avLst/>
                <a:gdLst>
                  <a:gd name="T0" fmla="*/ 2147483647 w 364"/>
                  <a:gd name="T1" fmla="*/ 2147483647 h 1186"/>
                  <a:gd name="T2" fmla="*/ 2147483647 w 364"/>
                  <a:gd name="T3" fmla="*/ 2147483647 h 1186"/>
                  <a:gd name="T4" fmla="*/ 2147483647 w 364"/>
                  <a:gd name="T5" fmla="*/ 2147483647 h 1186"/>
                  <a:gd name="T6" fmla="*/ 2147483647 w 364"/>
                  <a:gd name="T7" fmla="*/ 2147483647 h 1186"/>
                  <a:gd name="T8" fmla="*/ 2147483647 w 364"/>
                  <a:gd name="T9" fmla="*/ 2147483647 h 1186"/>
                  <a:gd name="T10" fmla="*/ 2147483647 w 364"/>
                  <a:gd name="T11" fmla="*/ 2147483647 h 1186"/>
                  <a:gd name="T12" fmla="*/ 2147483647 w 364"/>
                  <a:gd name="T13" fmla="*/ 2147483647 h 1186"/>
                  <a:gd name="T14" fmla="*/ 2147483647 w 364"/>
                  <a:gd name="T15" fmla="*/ 2147483647 h 1186"/>
                  <a:gd name="T16" fmla="*/ 2147483647 w 364"/>
                  <a:gd name="T17" fmla="*/ 0 h 1186"/>
                  <a:gd name="T18" fmla="*/ 2147483647 w 364"/>
                  <a:gd name="T19" fmla="*/ 2147483647 h 1186"/>
                  <a:gd name="T20" fmla="*/ 2147483647 w 364"/>
                  <a:gd name="T21" fmla="*/ 2147483647 h 1186"/>
                  <a:gd name="T22" fmla="*/ 2147483647 w 364"/>
                  <a:gd name="T23" fmla="*/ 2147483647 h 1186"/>
                  <a:gd name="T24" fmla="*/ 2147483647 w 364"/>
                  <a:gd name="T25" fmla="*/ 2147483647 h 1186"/>
                  <a:gd name="T26" fmla="*/ 2147483647 w 364"/>
                  <a:gd name="T27" fmla="*/ 2147483647 h 1186"/>
                  <a:gd name="T28" fmla="*/ 2147483647 w 364"/>
                  <a:gd name="T29" fmla="*/ 2147483647 h 1186"/>
                  <a:gd name="T30" fmla="*/ 2147483647 w 364"/>
                  <a:gd name="T31" fmla="*/ 2147483647 h 1186"/>
                  <a:gd name="T32" fmla="*/ 2147483647 w 364"/>
                  <a:gd name="T33" fmla="*/ 2147483647 h 1186"/>
                  <a:gd name="T34" fmla="*/ 2147483647 w 364"/>
                  <a:gd name="T35" fmla="*/ 2147483647 h 1186"/>
                  <a:gd name="T36" fmla="*/ 2147483647 w 364"/>
                  <a:gd name="T37" fmla="*/ 2147483647 h 1186"/>
                  <a:gd name="T38" fmla="*/ 2147483647 w 364"/>
                  <a:gd name="T39" fmla="*/ 2147483647 h 1186"/>
                  <a:gd name="T40" fmla="*/ 2147483647 w 364"/>
                  <a:gd name="T41" fmla="*/ 2147483647 h 1186"/>
                  <a:gd name="T42" fmla="*/ 0 w 364"/>
                  <a:gd name="T43" fmla="*/ 2147483647 h 1186"/>
                  <a:gd name="T44" fmla="*/ 2147483647 w 364"/>
                  <a:gd name="T45" fmla="*/ 2147483647 h 1186"/>
                  <a:gd name="T46" fmla="*/ 2147483647 w 364"/>
                  <a:gd name="T47" fmla="*/ 2147483647 h 1186"/>
                  <a:gd name="T48" fmla="*/ 2147483647 w 364"/>
                  <a:gd name="T49" fmla="*/ 2147483647 h 1186"/>
                  <a:gd name="T50" fmla="*/ 2147483647 w 364"/>
                  <a:gd name="T51" fmla="*/ 2147483647 h 1186"/>
                  <a:gd name="T52" fmla="*/ 2147483647 w 364"/>
                  <a:gd name="T53" fmla="*/ 2147483647 h 1186"/>
                  <a:gd name="T54" fmla="*/ 2147483647 w 364"/>
                  <a:gd name="T55" fmla="*/ 2147483647 h 1186"/>
                  <a:gd name="T56" fmla="*/ 2147483647 w 364"/>
                  <a:gd name="T57" fmla="*/ 2147483647 h 1186"/>
                  <a:gd name="T58" fmla="*/ 2147483647 w 364"/>
                  <a:gd name="T59" fmla="*/ 2147483647 h 1186"/>
                  <a:gd name="T60" fmla="*/ 2147483647 w 364"/>
                  <a:gd name="T61" fmla="*/ 2147483647 h 1186"/>
                  <a:gd name="T62" fmla="*/ 2147483647 w 364"/>
                  <a:gd name="T63" fmla="*/ 2147483647 h 1186"/>
                  <a:gd name="T64" fmla="*/ 2147483647 w 364"/>
                  <a:gd name="T65" fmla="*/ 2147483647 h 1186"/>
                  <a:gd name="T66" fmla="*/ 2147483647 w 364"/>
                  <a:gd name="T67" fmla="*/ 2147483647 h 1186"/>
                  <a:gd name="T68" fmla="*/ 2147483647 w 364"/>
                  <a:gd name="T69" fmla="*/ 2147483647 h 1186"/>
                  <a:gd name="T70" fmla="*/ 2147483647 w 364"/>
                  <a:gd name="T71" fmla="*/ 2147483647 h 1186"/>
                  <a:gd name="T72" fmla="*/ 2147483647 w 364"/>
                  <a:gd name="T73" fmla="*/ 2147483647 h 1186"/>
                  <a:gd name="T74" fmla="*/ 2147483647 w 364"/>
                  <a:gd name="T75" fmla="*/ 2147483647 h 1186"/>
                  <a:gd name="T76" fmla="*/ 2147483647 w 364"/>
                  <a:gd name="T77" fmla="*/ 2147483647 h 1186"/>
                  <a:gd name="T78" fmla="*/ 2147483647 w 364"/>
                  <a:gd name="T79" fmla="*/ 2147483647 h 1186"/>
                  <a:gd name="T80" fmla="*/ 2147483647 w 364"/>
                  <a:gd name="T81" fmla="*/ 2147483647 h 1186"/>
                  <a:gd name="T82" fmla="*/ 2147483647 w 364"/>
                  <a:gd name="T83" fmla="*/ 2147483647 h 1186"/>
                  <a:gd name="T84" fmla="*/ 2147483647 w 364"/>
                  <a:gd name="T85" fmla="*/ 2147483647 h 1186"/>
                  <a:gd name="T86" fmla="*/ 2147483647 w 364"/>
                  <a:gd name="T87" fmla="*/ 2147483647 h 1186"/>
                  <a:gd name="T88" fmla="*/ 2147483647 w 364"/>
                  <a:gd name="T89" fmla="*/ 2147483647 h 1186"/>
                  <a:gd name="T90" fmla="*/ 2147483647 w 364"/>
                  <a:gd name="T91" fmla="*/ 2147483647 h 1186"/>
                  <a:gd name="T92" fmla="*/ 2147483647 w 364"/>
                  <a:gd name="T93" fmla="*/ 2147483647 h 1186"/>
                  <a:gd name="T94" fmla="*/ 2147483647 w 364"/>
                  <a:gd name="T95" fmla="*/ 2147483647 h 1186"/>
                  <a:gd name="T96" fmla="*/ 2147483647 w 364"/>
                  <a:gd name="T97" fmla="*/ 2147483647 h 1186"/>
                  <a:gd name="T98" fmla="*/ 2147483647 w 364"/>
                  <a:gd name="T99" fmla="*/ 2147483647 h 1186"/>
                  <a:gd name="T100" fmla="*/ 2147483647 w 364"/>
                  <a:gd name="T101" fmla="*/ 2147483647 h 1186"/>
                  <a:gd name="T102" fmla="*/ 2147483647 w 364"/>
                  <a:gd name="T103" fmla="*/ 2147483647 h 1186"/>
                  <a:gd name="T104" fmla="*/ 2147483647 w 364"/>
                  <a:gd name="T105" fmla="*/ 2147483647 h 1186"/>
                  <a:gd name="T106" fmla="*/ 2147483647 w 364"/>
                  <a:gd name="T107" fmla="*/ 2147483647 h 1186"/>
                  <a:gd name="T108" fmla="*/ 2147483647 w 364"/>
                  <a:gd name="T109" fmla="*/ 2147483647 h 1186"/>
                  <a:gd name="T110" fmla="*/ 2147483647 w 364"/>
                  <a:gd name="T111" fmla="*/ 2147483647 h 1186"/>
                  <a:gd name="T112" fmla="*/ 2147483647 w 364"/>
                  <a:gd name="T113" fmla="*/ 2147483647 h 1186"/>
                  <a:gd name="T114" fmla="*/ 2147483647 w 364"/>
                  <a:gd name="T115" fmla="*/ 2147483647 h 1186"/>
                  <a:gd name="T116" fmla="*/ 2147483647 w 364"/>
                  <a:gd name="T117" fmla="*/ 2147483647 h 11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4"/>
                  <a:gd name="T178" fmla="*/ 0 h 1186"/>
                  <a:gd name="T179" fmla="*/ 364 w 364"/>
                  <a:gd name="T180" fmla="*/ 1186 h 11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4" h="1186">
                    <a:moveTo>
                      <a:pt x="350" y="338"/>
                    </a:moveTo>
                    <a:lnTo>
                      <a:pt x="350" y="338"/>
                    </a:lnTo>
                    <a:lnTo>
                      <a:pt x="342" y="314"/>
                    </a:lnTo>
                    <a:lnTo>
                      <a:pt x="336" y="286"/>
                    </a:lnTo>
                    <a:lnTo>
                      <a:pt x="326" y="232"/>
                    </a:lnTo>
                    <a:lnTo>
                      <a:pt x="322" y="224"/>
                    </a:lnTo>
                    <a:lnTo>
                      <a:pt x="318" y="216"/>
                    </a:lnTo>
                    <a:lnTo>
                      <a:pt x="312" y="212"/>
                    </a:lnTo>
                    <a:lnTo>
                      <a:pt x="306" y="210"/>
                    </a:lnTo>
                    <a:lnTo>
                      <a:pt x="278" y="200"/>
                    </a:lnTo>
                    <a:lnTo>
                      <a:pt x="258" y="192"/>
                    </a:lnTo>
                    <a:lnTo>
                      <a:pt x="246" y="186"/>
                    </a:lnTo>
                    <a:lnTo>
                      <a:pt x="240" y="180"/>
                    </a:lnTo>
                    <a:lnTo>
                      <a:pt x="234" y="174"/>
                    </a:lnTo>
                    <a:lnTo>
                      <a:pt x="230" y="168"/>
                    </a:lnTo>
                    <a:lnTo>
                      <a:pt x="224" y="162"/>
                    </a:lnTo>
                    <a:lnTo>
                      <a:pt x="220" y="158"/>
                    </a:lnTo>
                    <a:lnTo>
                      <a:pt x="216" y="156"/>
                    </a:lnTo>
                    <a:lnTo>
                      <a:pt x="216" y="146"/>
                    </a:lnTo>
                    <a:lnTo>
                      <a:pt x="218" y="140"/>
                    </a:lnTo>
                    <a:lnTo>
                      <a:pt x="222" y="136"/>
                    </a:lnTo>
                    <a:lnTo>
                      <a:pt x="228" y="126"/>
                    </a:lnTo>
                    <a:lnTo>
                      <a:pt x="236" y="110"/>
                    </a:lnTo>
                    <a:lnTo>
                      <a:pt x="238" y="102"/>
                    </a:lnTo>
                    <a:lnTo>
                      <a:pt x="238" y="96"/>
                    </a:lnTo>
                    <a:lnTo>
                      <a:pt x="238" y="90"/>
                    </a:lnTo>
                    <a:lnTo>
                      <a:pt x="234" y="88"/>
                    </a:lnTo>
                    <a:lnTo>
                      <a:pt x="236" y="76"/>
                    </a:lnTo>
                    <a:lnTo>
                      <a:pt x="236" y="68"/>
                    </a:lnTo>
                    <a:lnTo>
                      <a:pt x="236" y="56"/>
                    </a:lnTo>
                    <a:lnTo>
                      <a:pt x="232" y="42"/>
                    </a:lnTo>
                    <a:lnTo>
                      <a:pt x="230" y="32"/>
                    </a:lnTo>
                    <a:lnTo>
                      <a:pt x="226" y="24"/>
                    </a:lnTo>
                    <a:lnTo>
                      <a:pt x="222" y="16"/>
                    </a:lnTo>
                    <a:lnTo>
                      <a:pt x="214" y="10"/>
                    </a:lnTo>
                    <a:lnTo>
                      <a:pt x="204" y="4"/>
                    </a:lnTo>
                    <a:lnTo>
                      <a:pt x="192" y="0"/>
                    </a:lnTo>
                    <a:lnTo>
                      <a:pt x="174" y="0"/>
                    </a:lnTo>
                    <a:lnTo>
                      <a:pt x="158" y="2"/>
                    </a:lnTo>
                    <a:lnTo>
                      <a:pt x="146" y="6"/>
                    </a:lnTo>
                    <a:lnTo>
                      <a:pt x="136" y="14"/>
                    </a:lnTo>
                    <a:lnTo>
                      <a:pt x="128" y="20"/>
                    </a:lnTo>
                    <a:lnTo>
                      <a:pt x="124" y="28"/>
                    </a:lnTo>
                    <a:lnTo>
                      <a:pt x="120" y="36"/>
                    </a:lnTo>
                    <a:lnTo>
                      <a:pt x="118" y="44"/>
                    </a:lnTo>
                    <a:lnTo>
                      <a:pt x="116" y="60"/>
                    </a:lnTo>
                    <a:lnTo>
                      <a:pt x="118" y="72"/>
                    </a:lnTo>
                    <a:lnTo>
                      <a:pt x="120" y="82"/>
                    </a:lnTo>
                    <a:lnTo>
                      <a:pt x="118" y="84"/>
                    </a:lnTo>
                    <a:lnTo>
                      <a:pt x="116" y="92"/>
                    </a:lnTo>
                    <a:lnTo>
                      <a:pt x="116" y="98"/>
                    </a:lnTo>
                    <a:lnTo>
                      <a:pt x="118" y="106"/>
                    </a:lnTo>
                    <a:lnTo>
                      <a:pt x="122" y="116"/>
                    </a:lnTo>
                    <a:lnTo>
                      <a:pt x="130" y="126"/>
                    </a:lnTo>
                    <a:lnTo>
                      <a:pt x="132" y="128"/>
                    </a:lnTo>
                    <a:lnTo>
                      <a:pt x="134" y="130"/>
                    </a:lnTo>
                    <a:lnTo>
                      <a:pt x="136" y="136"/>
                    </a:lnTo>
                    <a:lnTo>
                      <a:pt x="138" y="152"/>
                    </a:lnTo>
                    <a:lnTo>
                      <a:pt x="140" y="158"/>
                    </a:lnTo>
                    <a:lnTo>
                      <a:pt x="138" y="164"/>
                    </a:lnTo>
                    <a:lnTo>
                      <a:pt x="134" y="168"/>
                    </a:lnTo>
                    <a:lnTo>
                      <a:pt x="126" y="174"/>
                    </a:lnTo>
                    <a:lnTo>
                      <a:pt x="112" y="186"/>
                    </a:lnTo>
                    <a:lnTo>
                      <a:pt x="102" y="192"/>
                    </a:lnTo>
                    <a:lnTo>
                      <a:pt x="90" y="198"/>
                    </a:lnTo>
                    <a:lnTo>
                      <a:pt x="70" y="204"/>
                    </a:lnTo>
                    <a:lnTo>
                      <a:pt x="62" y="208"/>
                    </a:lnTo>
                    <a:lnTo>
                      <a:pt x="52" y="212"/>
                    </a:lnTo>
                    <a:lnTo>
                      <a:pt x="46" y="216"/>
                    </a:lnTo>
                    <a:lnTo>
                      <a:pt x="42" y="222"/>
                    </a:lnTo>
                    <a:lnTo>
                      <a:pt x="38" y="228"/>
                    </a:lnTo>
                    <a:lnTo>
                      <a:pt x="36" y="236"/>
                    </a:lnTo>
                    <a:lnTo>
                      <a:pt x="32" y="274"/>
                    </a:lnTo>
                    <a:lnTo>
                      <a:pt x="30" y="302"/>
                    </a:lnTo>
                    <a:lnTo>
                      <a:pt x="24" y="392"/>
                    </a:lnTo>
                    <a:lnTo>
                      <a:pt x="18" y="448"/>
                    </a:lnTo>
                    <a:lnTo>
                      <a:pt x="14" y="482"/>
                    </a:lnTo>
                    <a:lnTo>
                      <a:pt x="10" y="514"/>
                    </a:lnTo>
                    <a:lnTo>
                      <a:pt x="8" y="540"/>
                    </a:lnTo>
                    <a:lnTo>
                      <a:pt x="6" y="566"/>
                    </a:lnTo>
                    <a:lnTo>
                      <a:pt x="4" y="588"/>
                    </a:lnTo>
                    <a:lnTo>
                      <a:pt x="6" y="594"/>
                    </a:lnTo>
                    <a:lnTo>
                      <a:pt x="8" y="598"/>
                    </a:lnTo>
                    <a:lnTo>
                      <a:pt x="12" y="598"/>
                    </a:lnTo>
                    <a:lnTo>
                      <a:pt x="4" y="616"/>
                    </a:lnTo>
                    <a:lnTo>
                      <a:pt x="2" y="626"/>
                    </a:lnTo>
                    <a:lnTo>
                      <a:pt x="0" y="638"/>
                    </a:lnTo>
                    <a:lnTo>
                      <a:pt x="2" y="650"/>
                    </a:lnTo>
                    <a:lnTo>
                      <a:pt x="6" y="660"/>
                    </a:lnTo>
                    <a:lnTo>
                      <a:pt x="14" y="670"/>
                    </a:lnTo>
                    <a:lnTo>
                      <a:pt x="26" y="676"/>
                    </a:lnTo>
                    <a:lnTo>
                      <a:pt x="36" y="680"/>
                    </a:lnTo>
                    <a:lnTo>
                      <a:pt x="40" y="680"/>
                    </a:lnTo>
                    <a:lnTo>
                      <a:pt x="42" y="678"/>
                    </a:lnTo>
                    <a:lnTo>
                      <a:pt x="42" y="674"/>
                    </a:lnTo>
                    <a:lnTo>
                      <a:pt x="38" y="670"/>
                    </a:lnTo>
                    <a:lnTo>
                      <a:pt x="36" y="664"/>
                    </a:lnTo>
                    <a:lnTo>
                      <a:pt x="34" y="660"/>
                    </a:lnTo>
                    <a:lnTo>
                      <a:pt x="34" y="654"/>
                    </a:lnTo>
                    <a:lnTo>
                      <a:pt x="36" y="650"/>
                    </a:lnTo>
                    <a:lnTo>
                      <a:pt x="34" y="644"/>
                    </a:lnTo>
                    <a:lnTo>
                      <a:pt x="34" y="636"/>
                    </a:lnTo>
                    <a:lnTo>
                      <a:pt x="38" y="628"/>
                    </a:lnTo>
                    <a:lnTo>
                      <a:pt x="40" y="622"/>
                    </a:lnTo>
                    <a:lnTo>
                      <a:pt x="38" y="616"/>
                    </a:lnTo>
                    <a:lnTo>
                      <a:pt x="38" y="612"/>
                    </a:lnTo>
                    <a:lnTo>
                      <a:pt x="38" y="608"/>
                    </a:lnTo>
                    <a:lnTo>
                      <a:pt x="40" y="606"/>
                    </a:lnTo>
                    <a:lnTo>
                      <a:pt x="42" y="604"/>
                    </a:lnTo>
                    <a:lnTo>
                      <a:pt x="44" y="604"/>
                    </a:lnTo>
                    <a:lnTo>
                      <a:pt x="48" y="602"/>
                    </a:lnTo>
                    <a:lnTo>
                      <a:pt x="50" y="596"/>
                    </a:lnTo>
                    <a:lnTo>
                      <a:pt x="50" y="594"/>
                    </a:lnTo>
                    <a:lnTo>
                      <a:pt x="58" y="534"/>
                    </a:lnTo>
                    <a:lnTo>
                      <a:pt x="56" y="568"/>
                    </a:lnTo>
                    <a:lnTo>
                      <a:pt x="56" y="578"/>
                    </a:lnTo>
                    <a:lnTo>
                      <a:pt x="56" y="586"/>
                    </a:lnTo>
                    <a:lnTo>
                      <a:pt x="60" y="598"/>
                    </a:lnTo>
                    <a:lnTo>
                      <a:pt x="62" y="612"/>
                    </a:lnTo>
                    <a:lnTo>
                      <a:pt x="62" y="644"/>
                    </a:lnTo>
                    <a:lnTo>
                      <a:pt x="64" y="686"/>
                    </a:lnTo>
                    <a:lnTo>
                      <a:pt x="70" y="758"/>
                    </a:lnTo>
                    <a:lnTo>
                      <a:pt x="76" y="832"/>
                    </a:lnTo>
                    <a:lnTo>
                      <a:pt x="78" y="876"/>
                    </a:lnTo>
                    <a:lnTo>
                      <a:pt x="80" y="948"/>
                    </a:lnTo>
                    <a:lnTo>
                      <a:pt x="80" y="990"/>
                    </a:lnTo>
                    <a:lnTo>
                      <a:pt x="76" y="1022"/>
                    </a:lnTo>
                    <a:lnTo>
                      <a:pt x="74" y="1044"/>
                    </a:lnTo>
                    <a:lnTo>
                      <a:pt x="72" y="1068"/>
                    </a:lnTo>
                    <a:lnTo>
                      <a:pt x="74" y="1088"/>
                    </a:lnTo>
                    <a:lnTo>
                      <a:pt x="76" y="1104"/>
                    </a:lnTo>
                    <a:lnTo>
                      <a:pt x="84" y="1124"/>
                    </a:lnTo>
                    <a:lnTo>
                      <a:pt x="86" y="1130"/>
                    </a:lnTo>
                    <a:lnTo>
                      <a:pt x="84" y="1134"/>
                    </a:lnTo>
                    <a:lnTo>
                      <a:pt x="66" y="1150"/>
                    </a:lnTo>
                    <a:lnTo>
                      <a:pt x="56" y="1162"/>
                    </a:lnTo>
                    <a:lnTo>
                      <a:pt x="54" y="1166"/>
                    </a:lnTo>
                    <a:lnTo>
                      <a:pt x="54" y="1170"/>
                    </a:lnTo>
                    <a:lnTo>
                      <a:pt x="56" y="1174"/>
                    </a:lnTo>
                    <a:lnTo>
                      <a:pt x="60" y="1176"/>
                    </a:lnTo>
                    <a:lnTo>
                      <a:pt x="72" y="1180"/>
                    </a:lnTo>
                    <a:lnTo>
                      <a:pt x="86" y="1180"/>
                    </a:lnTo>
                    <a:lnTo>
                      <a:pt x="102" y="1174"/>
                    </a:lnTo>
                    <a:lnTo>
                      <a:pt x="118" y="1168"/>
                    </a:lnTo>
                    <a:lnTo>
                      <a:pt x="134" y="1164"/>
                    </a:lnTo>
                    <a:lnTo>
                      <a:pt x="146" y="1160"/>
                    </a:lnTo>
                    <a:lnTo>
                      <a:pt x="150" y="1158"/>
                    </a:lnTo>
                    <a:lnTo>
                      <a:pt x="152" y="1156"/>
                    </a:lnTo>
                    <a:lnTo>
                      <a:pt x="152" y="1152"/>
                    </a:lnTo>
                    <a:lnTo>
                      <a:pt x="150" y="1146"/>
                    </a:lnTo>
                    <a:lnTo>
                      <a:pt x="148" y="1138"/>
                    </a:lnTo>
                    <a:lnTo>
                      <a:pt x="150" y="1130"/>
                    </a:lnTo>
                    <a:lnTo>
                      <a:pt x="154" y="1116"/>
                    </a:lnTo>
                    <a:lnTo>
                      <a:pt x="156" y="1106"/>
                    </a:lnTo>
                    <a:lnTo>
                      <a:pt x="156" y="1090"/>
                    </a:lnTo>
                    <a:lnTo>
                      <a:pt x="156" y="1052"/>
                    </a:lnTo>
                    <a:lnTo>
                      <a:pt x="156" y="984"/>
                    </a:lnTo>
                    <a:lnTo>
                      <a:pt x="158" y="920"/>
                    </a:lnTo>
                    <a:lnTo>
                      <a:pt x="162" y="886"/>
                    </a:lnTo>
                    <a:lnTo>
                      <a:pt x="164" y="868"/>
                    </a:lnTo>
                    <a:lnTo>
                      <a:pt x="168" y="840"/>
                    </a:lnTo>
                    <a:lnTo>
                      <a:pt x="174" y="772"/>
                    </a:lnTo>
                    <a:lnTo>
                      <a:pt x="178" y="706"/>
                    </a:lnTo>
                    <a:lnTo>
                      <a:pt x="178" y="666"/>
                    </a:lnTo>
                    <a:lnTo>
                      <a:pt x="178" y="624"/>
                    </a:lnTo>
                    <a:lnTo>
                      <a:pt x="182" y="650"/>
                    </a:lnTo>
                    <a:lnTo>
                      <a:pt x="190" y="714"/>
                    </a:lnTo>
                    <a:lnTo>
                      <a:pt x="194" y="756"/>
                    </a:lnTo>
                    <a:lnTo>
                      <a:pt x="196" y="800"/>
                    </a:lnTo>
                    <a:lnTo>
                      <a:pt x="200" y="840"/>
                    </a:lnTo>
                    <a:lnTo>
                      <a:pt x="204" y="878"/>
                    </a:lnTo>
                    <a:lnTo>
                      <a:pt x="206" y="914"/>
                    </a:lnTo>
                    <a:lnTo>
                      <a:pt x="208" y="954"/>
                    </a:lnTo>
                    <a:lnTo>
                      <a:pt x="206" y="1012"/>
                    </a:lnTo>
                    <a:lnTo>
                      <a:pt x="206" y="1040"/>
                    </a:lnTo>
                    <a:lnTo>
                      <a:pt x="206" y="1078"/>
                    </a:lnTo>
                    <a:lnTo>
                      <a:pt x="208" y="1096"/>
                    </a:lnTo>
                    <a:lnTo>
                      <a:pt x="208" y="1112"/>
                    </a:lnTo>
                    <a:lnTo>
                      <a:pt x="212" y="1124"/>
                    </a:lnTo>
                    <a:lnTo>
                      <a:pt x="214" y="1126"/>
                    </a:lnTo>
                    <a:lnTo>
                      <a:pt x="216" y="1128"/>
                    </a:lnTo>
                    <a:lnTo>
                      <a:pt x="218" y="1142"/>
                    </a:lnTo>
                    <a:lnTo>
                      <a:pt x="220" y="1154"/>
                    </a:lnTo>
                    <a:lnTo>
                      <a:pt x="222" y="1162"/>
                    </a:lnTo>
                    <a:lnTo>
                      <a:pt x="226" y="1172"/>
                    </a:lnTo>
                    <a:lnTo>
                      <a:pt x="234" y="1178"/>
                    </a:lnTo>
                    <a:lnTo>
                      <a:pt x="246" y="1184"/>
                    </a:lnTo>
                    <a:lnTo>
                      <a:pt x="252" y="1186"/>
                    </a:lnTo>
                    <a:lnTo>
                      <a:pt x="262" y="1186"/>
                    </a:lnTo>
                    <a:lnTo>
                      <a:pt x="282" y="1182"/>
                    </a:lnTo>
                    <a:lnTo>
                      <a:pt x="290" y="1178"/>
                    </a:lnTo>
                    <a:lnTo>
                      <a:pt x="292" y="1176"/>
                    </a:lnTo>
                    <a:lnTo>
                      <a:pt x="294" y="1174"/>
                    </a:lnTo>
                    <a:lnTo>
                      <a:pt x="292" y="1168"/>
                    </a:lnTo>
                    <a:lnTo>
                      <a:pt x="288" y="1162"/>
                    </a:lnTo>
                    <a:lnTo>
                      <a:pt x="276" y="1148"/>
                    </a:lnTo>
                    <a:lnTo>
                      <a:pt x="274" y="1142"/>
                    </a:lnTo>
                    <a:lnTo>
                      <a:pt x="274" y="1140"/>
                    </a:lnTo>
                    <a:lnTo>
                      <a:pt x="274" y="1138"/>
                    </a:lnTo>
                    <a:lnTo>
                      <a:pt x="280" y="1132"/>
                    </a:lnTo>
                    <a:lnTo>
                      <a:pt x="284" y="1130"/>
                    </a:lnTo>
                    <a:lnTo>
                      <a:pt x="288" y="1128"/>
                    </a:lnTo>
                    <a:lnTo>
                      <a:pt x="288" y="1122"/>
                    </a:lnTo>
                    <a:lnTo>
                      <a:pt x="286" y="936"/>
                    </a:lnTo>
                    <a:lnTo>
                      <a:pt x="288" y="864"/>
                    </a:lnTo>
                    <a:lnTo>
                      <a:pt x="288" y="834"/>
                    </a:lnTo>
                    <a:lnTo>
                      <a:pt x="286" y="810"/>
                    </a:lnTo>
                    <a:lnTo>
                      <a:pt x="286" y="780"/>
                    </a:lnTo>
                    <a:lnTo>
                      <a:pt x="288" y="738"/>
                    </a:lnTo>
                    <a:lnTo>
                      <a:pt x="290" y="660"/>
                    </a:lnTo>
                    <a:lnTo>
                      <a:pt x="290" y="602"/>
                    </a:lnTo>
                    <a:lnTo>
                      <a:pt x="304" y="598"/>
                    </a:lnTo>
                    <a:lnTo>
                      <a:pt x="314" y="590"/>
                    </a:lnTo>
                    <a:lnTo>
                      <a:pt x="322" y="582"/>
                    </a:lnTo>
                    <a:lnTo>
                      <a:pt x="326" y="572"/>
                    </a:lnTo>
                    <a:lnTo>
                      <a:pt x="330" y="564"/>
                    </a:lnTo>
                    <a:lnTo>
                      <a:pt x="330" y="556"/>
                    </a:lnTo>
                    <a:lnTo>
                      <a:pt x="330" y="544"/>
                    </a:lnTo>
                    <a:lnTo>
                      <a:pt x="332" y="536"/>
                    </a:lnTo>
                    <a:lnTo>
                      <a:pt x="334" y="530"/>
                    </a:lnTo>
                    <a:lnTo>
                      <a:pt x="338" y="526"/>
                    </a:lnTo>
                    <a:lnTo>
                      <a:pt x="340" y="526"/>
                    </a:lnTo>
                    <a:lnTo>
                      <a:pt x="344" y="526"/>
                    </a:lnTo>
                    <a:lnTo>
                      <a:pt x="346" y="526"/>
                    </a:lnTo>
                    <a:lnTo>
                      <a:pt x="348" y="524"/>
                    </a:lnTo>
                    <a:lnTo>
                      <a:pt x="352" y="514"/>
                    </a:lnTo>
                    <a:lnTo>
                      <a:pt x="354" y="502"/>
                    </a:lnTo>
                    <a:lnTo>
                      <a:pt x="356" y="492"/>
                    </a:lnTo>
                    <a:lnTo>
                      <a:pt x="358" y="454"/>
                    </a:lnTo>
                    <a:lnTo>
                      <a:pt x="362" y="416"/>
                    </a:lnTo>
                    <a:lnTo>
                      <a:pt x="364" y="396"/>
                    </a:lnTo>
                    <a:lnTo>
                      <a:pt x="362" y="382"/>
                    </a:lnTo>
                    <a:lnTo>
                      <a:pt x="356" y="362"/>
                    </a:lnTo>
                    <a:lnTo>
                      <a:pt x="350" y="33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14" name="Freeform 127"/>
              <p:cNvSpPr>
                <a:spLocks/>
              </p:cNvSpPr>
              <p:nvPr/>
            </p:nvSpPr>
            <p:spPr bwMode="auto">
              <a:xfrm>
                <a:off x="3016156" y="1924561"/>
                <a:ext cx="209678" cy="353852"/>
              </a:xfrm>
              <a:custGeom>
                <a:avLst/>
                <a:gdLst>
                  <a:gd name="T0" fmla="*/ 0 w 102"/>
                  <a:gd name="T1" fmla="*/ 2147483647 h 172"/>
                  <a:gd name="T2" fmla="*/ 0 w 102"/>
                  <a:gd name="T3" fmla="*/ 2147483647 h 172"/>
                  <a:gd name="T4" fmla="*/ 2147483647 w 102"/>
                  <a:gd name="T5" fmla="*/ 2147483647 h 172"/>
                  <a:gd name="T6" fmla="*/ 2147483647 w 102"/>
                  <a:gd name="T7" fmla="*/ 2147483647 h 172"/>
                  <a:gd name="T8" fmla="*/ 2147483647 w 102"/>
                  <a:gd name="T9" fmla="*/ 2147483647 h 172"/>
                  <a:gd name="T10" fmla="*/ 2147483647 w 102"/>
                  <a:gd name="T11" fmla="*/ 2147483647 h 172"/>
                  <a:gd name="T12" fmla="*/ 2147483647 w 102"/>
                  <a:gd name="T13" fmla="*/ 2147483647 h 172"/>
                  <a:gd name="T14" fmla="*/ 2147483647 w 102"/>
                  <a:gd name="T15" fmla="*/ 2147483647 h 172"/>
                  <a:gd name="T16" fmla="*/ 2147483647 w 102"/>
                  <a:gd name="T17" fmla="*/ 2147483647 h 172"/>
                  <a:gd name="T18" fmla="*/ 2147483647 w 102"/>
                  <a:gd name="T19" fmla="*/ 2147483647 h 172"/>
                  <a:gd name="T20" fmla="*/ 2147483647 w 102"/>
                  <a:gd name="T21" fmla="*/ 2147483647 h 172"/>
                  <a:gd name="T22" fmla="*/ 2147483647 w 102"/>
                  <a:gd name="T23" fmla="*/ 2147483647 h 172"/>
                  <a:gd name="T24" fmla="*/ 2147483647 w 102"/>
                  <a:gd name="T25" fmla="*/ 2147483647 h 172"/>
                  <a:gd name="T26" fmla="*/ 2147483647 w 102"/>
                  <a:gd name="T27" fmla="*/ 2147483647 h 172"/>
                  <a:gd name="T28" fmla="*/ 2147483647 w 102"/>
                  <a:gd name="T29" fmla="*/ 2147483647 h 172"/>
                  <a:gd name="T30" fmla="*/ 2147483647 w 102"/>
                  <a:gd name="T31" fmla="*/ 2147483647 h 172"/>
                  <a:gd name="T32" fmla="*/ 2147483647 w 102"/>
                  <a:gd name="T33" fmla="*/ 2147483647 h 172"/>
                  <a:gd name="T34" fmla="*/ 2147483647 w 102"/>
                  <a:gd name="T35" fmla="*/ 2147483647 h 172"/>
                  <a:gd name="T36" fmla="*/ 2147483647 w 102"/>
                  <a:gd name="T37" fmla="*/ 2147483647 h 172"/>
                  <a:gd name="T38" fmla="*/ 2147483647 w 102"/>
                  <a:gd name="T39" fmla="*/ 2147483647 h 172"/>
                  <a:gd name="T40" fmla="*/ 2147483647 w 102"/>
                  <a:gd name="T41" fmla="*/ 2147483647 h 172"/>
                  <a:gd name="T42" fmla="*/ 2147483647 w 102"/>
                  <a:gd name="T43" fmla="*/ 2147483647 h 172"/>
                  <a:gd name="T44" fmla="*/ 2147483647 w 102"/>
                  <a:gd name="T45" fmla="*/ 2147483647 h 172"/>
                  <a:gd name="T46" fmla="*/ 2147483647 w 102"/>
                  <a:gd name="T47" fmla="*/ 2147483647 h 172"/>
                  <a:gd name="T48" fmla="*/ 2147483647 w 102"/>
                  <a:gd name="T49" fmla="*/ 2147483647 h 172"/>
                  <a:gd name="T50" fmla="*/ 2147483647 w 102"/>
                  <a:gd name="T51" fmla="*/ 0 h 172"/>
                  <a:gd name="T52" fmla="*/ 2147483647 w 102"/>
                  <a:gd name="T53" fmla="*/ 0 h 172"/>
                  <a:gd name="T54" fmla="*/ 2147483647 w 102"/>
                  <a:gd name="T55" fmla="*/ 0 h 172"/>
                  <a:gd name="T56" fmla="*/ 2147483647 w 102"/>
                  <a:gd name="T57" fmla="*/ 2147483647 h 172"/>
                  <a:gd name="T58" fmla="*/ 2147483647 w 102"/>
                  <a:gd name="T59" fmla="*/ 2147483647 h 172"/>
                  <a:gd name="T60" fmla="*/ 2147483647 w 102"/>
                  <a:gd name="T61" fmla="*/ 2147483647 h 172"/>
                  <a:gd name="T62" fmla="*/ 2147483647 w 102"/>
                  <a:gd name="T63" fmla="*/ 2147483647 h 172"/>
                  <a:gd name="T64" fmla="*/ 2147483647 w 102"/>
                  <a:gd name="T65" fmla="*/ 2147483647 h 172"/>
                  <a:gd name="T66" fmla="*/ 2147483647 w 102"/>
                  <a:gd name="T67" fmla="*/ 2147483647 h 172"/>
                  <a:gd name="T68" fmla="*/ 2147483647 w 102"/>
                  <a:gd name="T69" fmla="*/ 2147483647 h 172"/>
                  <a:gd name="T70" fmla="*/ 2147483647 w 102"/>
                  <a:gd name="T71" fmla="*/ 2147483647 h 172"/>
                  <a:gd name="T72" fmla="*/ 2147483647 w 102"/>
                  <a:gd name="T73" fmla="*/ 2147483647 h 172"/>
                  <a:gd name="T74" fmla="*/ 2147483647 w 102"/>
                  <a:gd name="T75" fmla="*/ 2147483647 h 172"/>
                  <a:gd name="T76" fmla="*/ 2147483647 w 102"/>
                  <a:gd name="T77" fmla="*/ 2147483647 h 172"/>
                  <a:gd name="T78" fmla="*/ 2147483647 w 102"/>
                  <a:gd name="T79" fmla="*/ 2147483647 h 172"/>
                  <a:gd name="T80" fmla="*/ 2147483647 w 102"/>
                  <a:gd name="T81" fmla="*/ 2147483647 h 172"/>
                  <a:gd name="T82" fmla="*/ 2147483647 w 102"/>
                  <a:gd name="T83" fmla="*/ 2147483647 h 172"/>
                  <a:gd name="T84" fmla="*/ 0 w 102"/>
                  <a:gd name="T85" fmla="*/ 2147483647 h 1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2"/>
                  <a:gd name="T130" fmla="*/ 0 h 172"/>
                  <a:gd name="T131" fmla="*/ 102 w 102"/>
                  <a:gd name="T132" fmla="*/ 172 h 1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2" h="172">
                    <a:moveTo>
                      <a:pt x="0" y="14"/>
                    </a:moveTo>
                    <a:lnTo>
                      <a:pt x="0" y="14"/>
                    </a:lnTo>
                    <a:lnTo>
                      <a:pt x="2" y="22"/>
                    </a:lnTo>
                    <a:lnTo>
                      <a:pt x="4" y="32"/>
                    </a:lnTo>
                    <a:lnTo>
                      <a:pt x="8" y="42"/>
                    </a:lnTo>
                    <a:lnTo>
                      <a:pt x="12" y="66"/>
                    </a:lnTo>
                    <a:lnTo>
                      <a:pt x="18" y="106"/>
                    </a:lnTo>
                    <a:lnTo>
                      <a:pt x="24" y="126"/>
                    </a:lnTo>
                    <a:lnTo>
                      <a:pt x="30" y="146"/>
                    </a:lnTo>
                    <a:lnTo>
                      <a:pt x="38" y="162"/>
                    </a:lnTo>
                    <a:lnTo>
                      <a:pt x="42" y="168"/>
                    </a:lnTo>
                    <a:lnTo>
                      <a:pt x="46" y="172"/>
                    </a:lnTo>
                    <a:lnTo>
                      <a:pt x="64" y="144"/>
                    </a:lnTo>
                    <a:lnTo>
                      <a:pt x="78" y="118"/>
                    </a:lnTo>
                    <a:lnTo>
                      <a:pt x="90" y="94"/>
                    </a:lnTo>
                    <a:lnTo>
                      <a:pt x="98" y="72"/>
                    </a:lnTo>
                    <a:lnTo>
                      <a:pt x="102" y="52"/>
                    </a:lnTo>
                    <a:lnTo>
                      <a:pt x="102" y="34"/>
                    </a:lnTo>
                    <a:lnTo>
                      <a:pt x="100" y="16"/>
                    </a:lnTo>
                    <a:lnTo>
                      <a:pt x="100" y="10"/>
                    </a:lnTo>
                    <a:lnTo>
                      <a:pt x="96" y="6"/>
                    </a:lnTo>
                    <a:lnTo>
                      <a:pt x="90" y="0"/>
                    </a:lnTo>
                    <a:lnTo>
                      <a:pt x="88" y="0"/>
                    </a:lnTo>
                    <a:lnTo>
                      <a:pt x="88" y="2"/>
                    </a:lnTo>
                    <a:lnTo>
                      <a:pt x="86" y="6"/>
                    </a:lnTo>
                    <a:lnTo>
                      <a:pt x="86" y="14"/>
                    </a:lnTo>
                    <a:lnTo>
                      <a:pt x="82" y="20"/>
                    </a:lnTo>
                    <a:lnTo>
                      <a:pt x="74" y="30"/>
                    </a:lnTo>
                    <a:lnTo>
                      <a:pt x="66" y="34"/>
                    </a:lnTo>
                    <a:lnTo>
                      <a:pt x="56" y="38"/>
                    </a:lnTo>
                    <a:lnTo>
                      <a:pt x="44" y="38"/>
                    </a:lnTo>
                    <a:lnTo>
                      <a:pt x="32" y="34"/>
                    </a:lnTo>
                    <a:lnTo>
                      <a:pt x="20" y="26"/>
                    </a:lnTo>
                    <a:lnTo>
                      <a:pt x="12" y="16"/>
                    </a:lnTo>
                    <a:lnTo>
                      <a:pt x="6" y="6"/>
                    </a:ln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5" name="Freeform 128"/>
              <p:cNvSpPr>
                <a:spLocks/>
              </p:cNvSpPr>
              <p:nvPr/>
            </p:nvSpPr>
            <p:spPr bwMode="auto">
              <a:xfrm>
                <a:off x="3090470" y="2007429"/>
                <a:ext cx="62532" cy="292981"/>
              </a:xfrm>
              <a:custGeom>
                <a:avLst/>
                <a:gdLst>
                  <a:gd name="T0" fmla="*/ 2147483647 w 30"/>
                  <a:gd name="T1" fmla="*/ 2147483647 h 136"/>
                  <a:gd name="T2" fmla="*/ 2147483647 w 30"/>
                  <a:gd name="T3" fmla="*/ 2147483647 h 136"/>
                  <a:gd name="T4" fmla="*/ 2147483647 w 30"/>
                  <a:gd name="T5" fmla="*/ 2147483647 h 136"/>
                  <a:gd name="T6" fmla="*/ 0 w 30"/>
                  <a:gd name="T7" fmla="*/ 2147483647 h 136"/>
                  <a:gd name="T8" fmla="*/ 2147483647 w 30"/>
                  <a:gd name="T9" fmla="*/ 2147483647 h 136"/>
                  <a:gd name="T10" fmla="*/ 2147483647 w 30"/>
                  <a:gd name="T11" fmla="*/ 2147483647 h 136"/>
                  <a:gd name="T12" fmla="*/ 2147483647 w 30"/>
                  <a:gd name="T13" fmla="*/ 2147483647 h 136"/>
                  <a:gd name="T14" fmla="*/ 2147483647 w 30"/>
                  <a:gd name="T15" fmla="*/ 2147483647 h 136"/>
                  <a:gd name="T16" fmla="*/ 2147483647 w 30"/>
                  <a:gd name="T17" fmla="*/ 2147483647 h 136"/>
                  <a:gd name="T18" fmla="*/ 2147483647 w 30"/>
                  <a:gd name="T19" fmla="*/ 2147483647 h 136"/>
                  <a:gd name="T20" fmla="*/ 2147483647 w 30"/>
                  <a:gd name="T21" fmla="*/ 2147483647 h 136"/>
                  <a:gd name="T22" fmla="*/ 2147483647 w 30"/>
                  <a:gd name="T23" fmla="*/ 2147483647 h 136"/>
                  <a:gd name="T24" fmla="*/ 0 w 30"/>
                  <a:gd name="T25" fmla="*/ 2147483647 h 136"/>
                  <a:gd name="T26" fmla="*/ 0 w 30"/>
                  <a:gd name="T27" fmla="*/ 2147483647 h 136"/>
                  <a:gd name="T28" fmla="*/ 0 w 30"/>
                  <a:gd name="T29" fmla="*/ 2147483647 h 136"/>
                  <a:gd name="T30" fmla="*/ 2147483647 w 30"/>
                  <a:gd name="T31" fmla="*/ 2147483647 h 136"/>
                  <a:gd name="T32" fmla="*/ 2147483647 w 30"/>
                  <a:gd name="T33" fmla="*/ 0 h 136"/>
                  <a:gd name="T34" fmla="*/ 2147483647 w 30"/>
                  <a:gd name="T35" fmla="*/ 0 h 136"/>
                  <a:gd name="T36" fmla="*/ 2147483647 w 30"/>
                  <a:gd name="T37" fmla="*/ 2147483647 h 136"/>
                  <a:gd name="T38" fmla="*/ 2147483647 w 30"/>
                  <a:gd name="T39" fmla="*/ 2147483647 h 136"/>
                  <a:gd name="T40" fmla="*/ 2147483647 w 30"/>
                  <a:gd name="T41" fmla="*/ 2147483647 h 136"/>
                  <a:gd name="T42" fmla="*/ 2147483647 w 30"/>
                  <a:gd name="T43" fmla="*/ 2147483647 h 136"/>
                  <a:gd name="T44" fmla="*/ 2147483647 w 30"/>
                  <a:gd name="T45" fmla="*/ 2147483647 h 136"/>
                  <a:gd name="T46" fmla="*/ 2147483647 w 30"/>
                  <a:gd name="T47" fmla="*/ 2147483647 h 136"/>
                  <a:gd name="T48" fmla="*/ 2147483647 w 30"/>
                  <a:gd name="T49" fmla="*/ 2147483647 h 136"/>
                  <a:gd name="T50" fmla="*/ 2147483647 w 30"/>
                  <a:gd name="T51" fmla="*/ 2147483647 h 136"/>
                  <a:gd name="T52" fmla="*/ 2147483647 w 30"/>
                  <a:gd name="T53" fmla="*/ 2147483647 h 136"/>
                  <a:gd name="T54" fmla="*/ 2147483647 w 30"/>
                  <a:gd name="T55" fmla="*/ 2147483647 h 136"/>
                  <a:gd name="T56" fmla="*/ 2147483647 w 30"/>
                  <a:gd name="T57" fmla="*/ 2147483647 h 136"/>
                  <a:gd name="T58" fmla="*/ 2147483647 w 30"/>
                  <a:gd name="T59" fmla="*/ 2147483647 h 136"/>
                  <a:gd name="T60" fmla="*/ 2147483647 w 30"/>
                  <a:gd name="T61" fmla="*/ 2147483647 h 136"/>
                  <a:gd name="T62" fmla="*/ 2147483647 w 30"/>
                  <a:gd name="T63" fmla="*/ 2147483647 h 136"/>
                  <a:gd name="T64" fmla="*/ 2147483647 w 30"/>
                  <a:gd name="T65" fmla="*/ 2147483647 h 136"/>
                  <a:gd name="T66" fmla="*/ 2147483647 w 30"/>
                  <a:gd name="T67" fmla="*/ 2147483647 h 136"/>
                  <a:gd name="T68" fmla="*/ 2147483647 w 30"/>
                  <a:gd name="T69" fmla="*/ 2147483647 h 136"/>
                  <a:gd name="T70" fmla="*/ 2147483647 w 30"/>
                  <a:gd name="T71" fmla="*/ 2147483647 h 136"/>
                  <a:gd name="T72" fmla="*/ 2147483647 w 30"/>
                  <a:gd name="T73" fmla="*/ 2147483647 h 1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
                  <a:gd name="T112" fmla="*/ 0 h 136"/>
                  <a:gd name="T113" fmla="*/ 30 w 30"/>
                  <a:gd name="T114" fmla="*/ 136 h 1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 h="136">
                    <a:moveTo>
                      <a:pt x="4" y="134"/>
                    </a:moveTo>
                    <a:lnTo>
                      <a:pt x="4" y="134"/>
                    </a:lnTo>
                    <a:lnTo>
                      <a:pt x="2" y="124"/>
                    </a:lnTo>
                    <a:lnTo>
                      <a:pt x="0" y="104"/>
                    </a:lnTo>
                    <a:lnTo>
                      <a:pt x="2" y="62"/>
                    </a:lnTo>
                    <a:lnTo>
                      <a:pt x="2" y="50"/>
                    </a:lnTo>
                    <a:lnTo>
                      <a:pt x="6" y="40"/>
                    </a:lnTo>
                    <a:lnTo>
                      <a:pt x="10" y="28"/>
                    </a:lnTo>
                    <a:lnTo>
                      <a:pt x="8" y="24"/>
                    </a:lnTo>
                    <a:lnTo>
                      <a:pt x="6" y="18"/>
                    </a:lnTo>
                    <a:lnTo>
                      <a:pt x="0" y="8"/>
                    </a:lnTo>
                    <a:lnTo>
                      <a:pt x="0" y="6"/>
                    </a:lnTo>
                    <a:lnTo>
                      <a:pt x="4" y="2"/>
                    </a:lnTo>
                    <a:lnTo>
                      <a:pt x="14" y="0"/>
                    </a:lnTo>
                    <a:lnTo>
                      <a:pt x="18" y="2"/>
                    </a:lnTo>
                    <a:lnTo>
                      <a:pt x="22" y="4"/>
                    </a:lnTo>
                    <a:lnTo>
                      <a:pt x="26" y="8"/>
                    </a:lnTo>
                    <a:lnTo>
                      <a:pt x="24" y="14"/>
                    </a:lnTo>
                    <a:lnTo>
                      <a:pt x="20" y="20"/>
                    </a:lnTo>
                    <a:lnTo>
                      <a:pt x="20" y="24"/>
                    </a:lnTo>
                    <a:lnTo>
                      <a:pt x="20" y="28"/>
                    </a:lnTo>
                    <a:lnTo>
                      <a:pt x="26" y="66"/>
                    </a:lnTo>
                    <a:lnTo>
                      <a:pt x="30" y="104"/>
                    </a:lnTo>
                    <a:lnTo>
                      <a:pt x="28" y="114"/>
                    </a:lnTo>
                    <a:lnTo>
                      <a:pt x="22" y="126"/>
                    </a:lnTo>
                    <a:lnTo>
                      <a:pt x="18" y="132"/>
                    </a:lnTo>
                    <a:lnTo>
                      <a:pt x="14" y="134"/>
                    </a:lnTo>
                    <a:lnTo>
                      <a:pt x="8" y="136"/>
                    </a:lnTo>
                    <a:lnTo>
                      <a:pt x="4" y="13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gr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5952746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nodeType="afterEffect">
                                  <p:stCondLst>
                                    <p:cond delay="25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Group 66"/>
          <p:cNvGrpSpPr/>
          <p:nvPr/>
        </p:nvGrpSpPr>
        <p:grpSpPr>
          <a:xfrm>
            <a:off x="256107" y="3554663"/>
            <a:ext cx="3095829" cy="3231551"/>
            <a:chOff x="889089" y="1802237"/>
            <a:chExt cx="3349536" cy="3253526"/>
          </a:xfrm>
        </p:grpSpPr>
        <p:grpSp>
          <p:nvGrpSpPr>
            <p:cNvPr id="68" name="Group 67"/>
            <p:cNvGrpSpPr/>
            <p:nvPr/>
          </p:nvGrpSpPr>
          <p:grpSpPr>
            <a:xfrm>
              <a:off x="1296966" y="1802237"/>
              <a:ext cx="2941659" cy="3253526"/>
              <a:chOff x="2112874" y="981610"/>
              <a:chExt cx="3782565" cy="4183583"/>
            </a:xfrm>
          </p:grpSpPr>
          <p:sp>
            <p:nvSpPr>
              <p:cNvPr id="76" name="Freeform 75"/>
              <p:cNvSpPr>
                <a:spLocks/>
              </p:cNvSpPr>
              <p:nvPr/>
            </p:nvSpPr>
            <p:spPr bwMode="auto">
              <a:xfrm>
                <a:off x="2112874" y="4910491"/>
                <a:ext cx="682813" cy="254702"/>
              </a:xfrm>
              <a:custGeom>
                <a:avLst/>
                <a:gdLst>
                  <a:gd name="T0" fmla="*/ 46 w 53"/>
                  <a:gd name="T1" fmla="*/ 0 h 20"/>
                  <a:gd name="T2" fmla="*/ 38 w 53"/>
                  <a:gd name="T3" fmla="*/ 2 h 20"/>
                  <a:gd name="T4" fmla="*/ 37 w 53"/>
                  <a:gd name="T5" fmla="*/ 4 h 20"/>
                  <a:gd name="T6" fmla="*/ 34 w 53"/>
                  <a:gd name="T7" fmla="*/ 7 h 20"/>
                  <a:gd name="T8" fmla="*/ 3 w 53"/>
                  <a:gd name="T9" fmla="*/ 17 h 20"/>
                  <a:gd name="T10" fmla="*/ 0 w 53"/>
                  <a:gd name="T11" fmla="*/ 20 h 20"/>
                  <a:gd name="T12" fmla="*/ 0 w 53"/>
                  <a:gd name="T13" fmla="*/ 20 h 20"/>
                  <a:gd name="T14" fmla="*/ 51 w 53"/>
                  <a:gd name="T15" fmla="*/ 20 h 20"/>
                  <a:gd name="T16" fmla="*/ 51 w 53"/>
                  <a:gd name="T17" fmla="*/ 13 h 20"/>
                  <a:gd name="T18" fmla="*/ 48 w 53"/>
                  <a:gd name="T19" fmla="*/ 4 h 20"/>
                  <a:gd name="T20" fmla="*/ 49 w 53"/>
                  <a:gd name="T21" fmla="*/ 4 h 20"/>
                  <a:gd name="T22" fmla="*/ 49 w 53"/>
                  <a:gd name="T23" fmla="*/ 2 h 20"/>
                  <a:gd name="T24" fmla="*/ 46 w 53"/>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20">
                    <a:moveTo>
                      <a:pt x="46" y="0"/>
                    </a:moveTo>
                    <a:cubicBezTo>
                      <a:pt x="43" y="0"/>
                      <a:pt x="38" y="2"/>
                      <a:pt x="38" y="2"/>
                    </a:cubicBezTo>
                    <a:cubicBezTo>
                      <a:pt x="38" y="2"/>
                      <a:pt x="39" y="3"/>
                      <a:pt x="37" y="4"/>
                    </a:cubicBezTo>
                    <a:cubicBezTo>
                      <a:pt x="37" y="5"/>
                      <a:pt x="37" y="6"/>
                      <a:pt x="34" y="7"/>
                    </a:cubicBezTo>
                    <a:cubicBezTo>
                      <a:pt x="3" y="17"/>
                      <a:pt x="3" y="17"/>
                      <a:pt x="3" y="17"/>
                    </a:cubicBezTo>
                    <a:cubicBezTo>
                      <a:pt x="3" y="17"/>
                      <a:pt x="1" y="18"/>
                      <a:pt x="0" y="20"/>
                    </a:cubicBezTo>
                    <a:cubicBezTo>
                      <a:pt x="0" y="20"/>
                      <a:pt x="0" y="20"/>
                      <a:pt x="0" y="20"/>
                    </a:cubicBezTo>
                    <a:cubicBezTo>
                      <a:pt x="51" y="20"/>
                      <a:pt x="51" y="20"/>
                      <a:pt x="51" y="20"/>
                    </a:cubicBezTo>
                    <a:cubicBezTo>
                      <a:pt x="52" y="18"/>
                      <a:pt x="53" y="13"/>
                      <a:pt x="51" y="13"/>
                    </a:cubicBezTo>
                    <a:cubicBezTo>
                      <a:pt x="51" y="13"/>
                      <a:pt x="48" y="7"/>
                      <a:pt x="48" y="4"/>
                    </a:cubicBezTo>
                    <a:cubicBezTo>
                      <a:pt x="49" y="4"/>
                      <a:pt x="49" y="4"/>
                      <a:pt x="49" y="4"/>
                    </a:cubicBezTo>
                    <a:cubicBezTo>
                      <a:pt x="49" y="3"/>
                      <a:pt x="49" y="2"/>
                      <a:pt x="49" y="2"/>
                    </a:cubicBezTo>
                    <a:cubicBezTo>
                      <a:pt x="49" y="1"/>
                      <a:pt x="48" y="0"/>
                      <a:pt x="46" y="0"/>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77" name="Freeform 76"/>
              <p:cNvSpPr>
                <a:spLocks/>
              </p:cNvSpPr>
              <p:nvPr/>
            </p:nvSpPr>
            <p:spPr bwMode="auto">
              <a:xfrm>
                <a:off x="3321342" y="4910491"/>
                <a:ext cx="666557" cy="254702"/>
              </a:xfrm>
              <a:custGeom>
                <a:avLst/>
                <a:gdLst>
                  <a:gd name="T0" fmla="*/ 7 w 52"/>
                  <a:gd name="T1" fmla="*/ 0 h 20"/>
                  <a:gd name="T2" fmla="*/ 4 w 52"/>
                  <a:gd name="T3" fmla="*/ 2 h 20"/>
                  <a:gd name="T4" fmla="*/ 2 w 52"/>
                  <a:gd name="T5" fmla="*/ 11 h 20"/>
                  <a:gd name="T6" fmla="*/ 2 w 52"/>
                  <a:gd name="T7" fmla="*/ 11 h 20"/>
                  <a:gd name="T8" fmla="*/ 1 w 52"/>
                  <a:gd name="T9" fmla="*/ 13 h 20"/>
                  <a:gd name="T10" fmla="*/ 0 w 52"/>
                  <a:gd name="T11" fmla="*/ 13 h 20"/>
                  <a:gd name="T12" fmla="*/ 2 w 52"/>
                  <a:gd name="T13" fmla="*/ 20 h 20"/>
                  <a:gd name="T14" fmla="*/ 52 w 52"/>
                  <a:gd name="T15" fmla="*/ 20 h 20"/>
                  <a:gd name="T16" fmla="*/ 49 w 52"/>
                  <a:gd name="T17" fmla="*/ 17 h 20"/>
                  <a:gd name="T18" fmla="*/ 17 w 52"/>
                  <a:gd name="T19" fmla="*/ 7 h 20"/>
                  <a:gd name="T20" fmla="*/ 14 w 52"/>
                  <a:gd name="T21" fmla="*/ 4 h 20"/>
                  <a:gd name="T22" fmla="*/ 15 w 52"/>
                  <a:gd name="T23" fmla="*/ 4 h 20"/>
                  <a:gd name="T24" fmla="*/ 15 w 52"/>
                  <a:gd name="T25" fmla="*/ 2 h 20"/>
                  <a:gd name="T26" fmla="*/ 7 w 52"/>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20">
                    <a:moveTo>
                      <a:pt x="7" y="0"/>
                    </a:moveTo>
                    <a:cubicBezTo>
                      <a:pt x="5" y="0"/>
                      <a:pt x="4" y="1"/>
                      <a:pt x="4" y="2"/>
                    </a:cubicBezTo>
                    <a:cubicBezTo>
                      <a:pt x="5" y="5"/>
                      <a:pt x="2" y="11"/>
                      <a:pt x="2" y="11"/>
                    </a:cubicBezTo>
                    <a:cubicBezTo>
                      <a:pt x="2" y="11"/>
                      <a:pt x="2" y="11"/>
                      <a:pt x="2" y="11"/>
                    </a:cubicBezTo>
                    <a:cubicBezTo>
                      <a:pt x="1" y="12"/>
                      <a:pt x="1" y="13"/>
                      <a:pt x="1" y="13"/>
                    </a:cubicBezTo>
                    <a:cubicBezTo>
                      <a:pt x="1" y="13"/>
                      <a:pt x="0" y="13"/>
                      <a:pt x="0" y="13"/>
                    </a:cubicBezTo>
                    <a:cubicBezTo>
                      <a:pt x="0" y="16"/>
                      <a:pt x="2" y="20"/>
                      <a:pt x="2" y="20"/>
                    </a:cubicBezTo>
                    <a:cubicBezTo>
                      <a:pt x="52" y="20"/>
                      <a:pt x="52" y="20"/>
                      <a:pt x="52" y="20"/>
                    </a:cubicBezTo>
                    <a:cubicBezTo>
                      <a:pt x="51" y="19"/>
                      <a:pt x="49" y="17"/>
                      <a:pt x="49" y="17"/>
                    </a:cubicBezTo>
                    <a:cubicBezTo>
                      <a:pt x="17" y="7"/>
                      <a:pt x="17" y="7"/>
                      <a:pt x="17" y="7"/>
                    </a:cubicBezTo>
                    <a:cubicBezTo>
                      <a:pt x="14" y="6"/>
                      <a:pt x="14" y="4"/>
                      <a:pt x="14" y="4"/>
                    </a:cubicBezTo>
                    <a:cubicBezTo>
                      <a:pt x="15" y="4"/>
                      <a:pt x="15" y="4"/>
                      <a:pt x="15" y="4"/>
                    </a:cubicBezTo>
                    <a:cubicBezTo>
                      <a:pt x="15" y="3"/>
                      <a:pt x="15" y="2"/>
                      <a:pt x="15" y="2"/>
                    </a:cubicBezTo>
                    <a:cubicBezTo>
                      <a:pt x="15" y="2"/>
                      <a:pt x="10" y="0"/>
                      <a:pt x="7" y="0"/>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78" name="Freeform 77"/>
              <p:cNvSpPr>
                <a:spLocks/>
              </p:cNvSpPr>
              <p:nvPr/>
            </p:nvSpPr>
            <p:spPr bwMode="auto">
              <a:xfrm>
                <a:off x="2562661" y="3691184"/>
                <a:ext cx="395600" cy="1240987"/>
              </a:xfrm>
              <a:custGeom>
                <a:avLst/>
                <a:gdLst>
                  <a:gd name="T0" fmla="*/ 38 w 73"/>
                  <a:gd name="T1" fmla="*/ 0 h 229"/>
                  <a:gd name="T2" fmla="*/ 0 w 73"/>
                  <a:gd name="T3" fmla="*/ 229 h 229"/>
                  <a:gd name="T4" fmla="*/ 45 w 73"/>
                  <a:gd name="T5" fmla="*/ 229 h 229"/>
                  <a:gd name="T6" fmla="*/ 73 w 73"/>
                  <a:gd name="T7" fmla="*/ 0 h 229"/>
                  <a:gd name="T8" fmla="*/ 38 w 73"/>
                  <a:gd name="T9" fmla="*/ 0 h 229"/>
                </a:gdLst>
                <a:ahLst/>
                <a:cxnLst>
                  <a:cxn ang="0">
                    <a:pos x="T0" y="T1"/>
                  </a:cxn>
                  <a:cxn ang="0">
                    <a:pos x="T2" y="T3"/>
                  </a:cxn>
                  <a:cxn ang="0">
                    <a:pos x="T4" y="T5"/>
                  </a:cxn>
                  <a:cxn ang="0">
                    <a:pos x="T6" y="T7"/>
                  </a:cxn>
                  <a:cxn ang="0">
                    <a:pos x="T8" y="T9"/>
                  </a:cxn>
                </a:cxnLst>
                <a:rect l="0" t="0" r="r" b="b"/>
                <a:pathLst>
                  <a:path w="73" h="229">
                    <a:moveTo>
                      <a:pt x="38" y="0"/>
                    </a:moveTo>
                    <a:lnTo>
                      <a:pt x="0" y="229"/>
                    </a:lnTo>
                    <a:lnTo>
                      <a:pt x="45" y="229"/>
                    </a:lnTo>
                    <a:lnTo>
                      <a:pt x="73" y="0"/>
                    </a:lnTo>
                    <a:lnTo>
                      <a:pt x="38" y="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79" name="Freeform 78"/>
              <p:cNvSpPr>
                <a:spLocks/>
              </p:cNvSpPr>
              <p:nvPr/>
            </p:nvSpPr>
            <p:spPr bwMode="auto">
              <a:xfrm>
                <a:off x="3180444" y="3691184"/>
                <a:ext cx="395600" cy="1240987"/>
              </a:xfrm>
              <a:custGeom>
                <a:avLst/>
                <a:gdLst>
                  <a:gd name="T0" fmla="*/ 35 w 73"/>
                  <a:gd name="T1" fmla="*/ 0 h 229"/>
                  <a:gd name="T2" fmla="*/ 73 w 73"/>
                  <a:gd name="T3" fmla="*/ 229 h 229"/>
                  <a:gd name="T4" fmla="*/ 28 w 73"/>
                  <a:gd name="T5" fmla="*/ 229 h 229"/>
                  <a:gd name="T6" fmla="*/ 0 w 73"/>
                  <a:gd name="T7" fmla="*/ 0 h 229"/>
                  <a:gd name="T8" fmla="*/ 35 w 73"/>
                  <a:gd name="T9" fmla="*/ 0 h 229"/>
                </a:gdLst>
                <a:ahLst/>
                <a:cxnLst>
                  <a:cxn ang="0">
                    <a:pos x="T0" y="T1"/>
                  </a:cxn>
                  <a:cxn ang="0">
                    <a:pos x="T2" y="T3"/>
                  </a:cxn>
                  <a:cxn ang="0">
                    <a:pos x="T4" y="T5"/>
                  </a:cxn>
                  <a:cxn ang="0">
                    <a:pos x="T6" y="T7"/>
                  </a:cxn>
                  <a:cxn ang="0">
                    <a:pos x="T8" y="T9"/>
                  </a:cxn>
                </a:cxnLst>
                <a:rect l="0" t="0" r="r" b="b"/>
                <a:pathLst>
                  <a:path w="73" h="229">
                    <a:moveTo>
                      <a:pt x="35" y="0"/>
                    </a:moveTo>
                    <a:lnTo>
                      <a:pt x="73" y="229"/>
                    </a:lnTo>
                    <a:lnTo>
                      <a:pt x="28" y="229"/>
                    </a:lnTo>
                    <a:lnTo>
                      <a:pt x="0" y="0"/>
                    </a:lnTo>
                    <a:lnTo>
                      <a:pt x="35" y="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80" name="Freeform 79"/>
              <p:cNvSpPr>
                <a:spLocks/>
              </p:cNvSpPr>
              <p:nvPr/>
            </p:nvSpPr>
            <p:spPr bwMode="auto">
              <a:xfrm>
                <a:off x="2329640" y="1225470"/>
                <a:ext cx="1479429" cy="1642004"/>
              </a:xfrm>
              <a:custGeom>
                <a:avLst/>
                <a:gdLst>
                  <a:gd name="T0" fmla="*/ 115 w 115"/>
                  <a:gd name="T1" fmla="*/ 57 h 127"/>
                  <a:gd name="T2" fmla="*/ 58 w 115"/>
                  <a:gd name="T3" fmla="*/ 0 h 127"/>
                  <a:gd name="T4" fmla="*/ 0 w 115"/>
                  <a:gd name="T5" fmla="*/ 57 h 127"/>
                  <a:gd name="T6" fmla="*/ 0 w 115"/>
                  <a:gd name="T7" fmla="*/ 95 h 127"/>
                  <a:gd name="T8" fmla="*/ 115 w 115"/>
                  <a:gd name="T9" fmla="*/ 95 h 127"/>
                  <a:gd name="T10" fmla="*/ 115 w 115"/>
                  <a:gd name="T11" fmla="*/ 57 h 127"/>
                </a:gdLst>
                <a:ahLst/>
                <a:cxnLst>
                  <a:cxn ang="0">
                    <a:pos x="T0" y="T1"/>
                  </a:cxn>
                  <a:cxn ang="0">
                    <a:pos x="T2" y="T3"/>
                  </a:cxn>
                  <a:cxn ang="0">
                    <a:pos x="T4" y="T5"/>
                  </a:cxn>
                  <a:cxn ang="0">
                    <a:pos x="T6" y="T7"/>
                  </a:cxn>
                  <a:cxn ang="0">
                    <a:pos x="T8" y="T9"/>
                  </a:cxn>
                  <a:cxn ang="0">
                    <a:pos x="T10" y="T11"/>
                  </a:cxn>
                </a:cxnLst>
                <a:rect l="0" t="0" r="r" b="b"/>
                <a:pathLst>
                  <a:path w="115" h="127">
                    <a:moveTo>
                      <a:pt x="115" y="57"/>
                    </a:moveTo>
                    <a:cubicBezTo>
                      <a:pt x="115" y="26"/>
                      <a:pt x="89" y="0"/>
                      <a:pt x="58" y="0"/>
                    </a:cubicBezTo>
                    <a:cubicBezTo>
                      <a:pt x="26" y="0"/>
                      <a:pt x="0" y="26"/>
                      <a:pt x="0" y="57"/>
                    </a:cubicBezTo>
                    <a:cubicBezTo>
                      <a:pt x="0" y="95"/>
                      <a:pt x="0" y="95"/>
                      <a:pt x="0" y="95"/>
                    </a:cubicBezTo>
                    <a:cubicBezTo>
                      <a:pt x="0" y="127"/>
                      <a:pt x="115" y="127"/>
                      <a:pt x="115" y="95"/>
                    </a:cubicBezTo>
                    <a:lnTo>
                      <a:pt x="115" y="57"/>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81" name="Freeform 80"/>
              <p:cNvSpPr>
                <a:spLocks/>
              </p:cNvSpPr>
              <p:nvPr/>
            </p:nvSpPr>
            <p:spPr bwMode="auto">
              <a:xfrm>
                <a:off x="2318801" y="2412265"/>
                <a:ext cx="1506523" cy="1408978"/>
              </a:xfrm>
              <a:custGeom>
                <a:avLst/>
                <a:gdLst>
                  <a:gd name="T0" fmla="*/ 268 w 278"/>
                  <a:gd name="T1" fmla="*/ 260 h 260"/>
                  <a:gd name="T2" fmla="*/ 7 w 278"/>
                  <a:gd name="T3" fmla="*/ 260 h 260"/>
                  <a:gd name="T4" fmla="*/ 0 w 278"/>
                  <a:gd name="T5" fmla="*/ 0 h 260"/>
                  <a:gd name="T6" fmla="*/ 278 w 278"/>
                  <a:gd name="T7" fmla="*/ 0 h 260"/>
                  <a:gd name="T8" fmla="*/ 268 w 278"/>
                  <a:gd name="T9" fmla="*/ 260 h 260"/>
                </a:gdLst>
                <a:ahLst/>
                <a:cxnLst>
                  <a:cxn ang="0">
                    <a:pos x="T0" y="T1"/>
                  </a:cxn>
                  <a:cxn ang="0">
                    <a:pos x="T2" y="T3"/>
                  </a:cxn>
                  <a:cxn ang="0">
                    <a:pos x="T4" y="T5"/>
                  </a:cxn>
                  <a:cxn ang="0">
                    <a:pos x="T6" y="T7"/>
                  </a:cxn>
                  <a:cxn ang="0">
                    <a:pos x="T8" y="T9"/>
                  </a:cxn>
                </a:cxnLst>
                <a:rect l="0" t="0" r="r" b="b"/>
                <a:pathLst>
                  <a:path w="278" h="260">
                    <a:moveTo>
                      <a:pt x="268" y="260"/>
                    </a:moveTo>
                    <a:lnTo>
                      <a:pt x="7" y="260"/>
                    </a:lnTo>
                    <a:lnTo>
                      <a:pt x="0" y="0"/>
                    </a:lnTo>
                    <a:lnTo>
                      <a:pt x="278" y="0"/>
                    </a:lnTo>
                    <a:lnTo>
                      <a:pt x="268" y="26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82" name="Freeform 81"/>
              <p:cNvSpPr>
                <a:spLocks/>
              </p:cNvSpPr>
              <p:nvPr/>
            </p:nvSpPr>
            <p:spPr bwMode="auto">
              <a:xfrm>
                <a:off x="2318801" y="2412265"/>
                <a:ext cx="1506523" cy="1408978"/>
              </a:xfrm>
              <a:custGeom>
                <a:avLst/>
                <a:gdLst>
                  <a:gd name="T0" fmla="*/ 268 w 278"/>
                  <a:gd name="T1" fmla="*/ 260 h 260"/>
                  <a:gd name="T2" fmla="*/ 7 w 278"/>
                  <a:gd name="T3" fmla="*/ 260 h 260"/>
                  <a:gd name="T4" fmla="*/ 0 w 278"/>
                  <a:gd name="T5" fmla="*/ 0 h 260"/>
                  <a:gd name="T6" fmla="*/ 278 w 278"/>
                  <a:gd name="T7" fmla="*/ 0 h 260"/>
                  <a:gd name="T8" fmla="*/ 268 w 278"/>
                  <a:gd name="T9" fmla="*/ 260 h 260"/>
                </a:gdLst>
                <a:ahLst/>
                <a:cxnLst>
                  <a:cxn ang="0">
                    <a:pos x="T0" y="T1"/>
                  </a:cxn>
                  <a:cxn ang="0">
                    <a:pos x="T2" y="T3"/>
                  </a:cxn>
                  <a:cxn ang="0">
                    <a:pos x="T4" y="T5"/>
                  </a:cxn>
                  <a:cxn ang="0">
                    <a:pos x="T6" y="T7"/>
                  </a:cxn>
                  <a:cxn ang="0">
                    <a:pos x="T8" y="T9"/>
                  </a:cxn>
                </a:cxnLst>
                <a:rect l="0" t="0" r="r" b="b"/>
                <a:pathLst>
                  <a:path w="278" h="260">
                    <a:moveTo>
                      <a:pt x="268" y="260"/>
                    </a:moveTo>
                    <a:lnTo>
                      <a:pt x="7" y="260"/>
                    </a:lnTo>
                    <a:lnTo>
                      <a:pt x="0" y="0"/>
                    </a:lnTo>
                    <a:lnTo>
                      <a:pt x="278" y="0"/>
                    </a:lnTo>
                    <a:lnTo>
                      <a:pt x="268" y="2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83" name="Freeform 82"/>
              <p:cNvSpPr>
                <a:spLocks/>
              </p:cNvSpPr>
              <p:nvPr/>
            </p:nvSpPr>
            <p:spPr bwMode="auto">
              <a:xfrm>
                <a:off x="2535567" y="2412265"/>
                <a:ext cx="525659" cy="709910"/>
              </a:xfrm>
              <a:custGeom>
                <a:avLst/>
                <a:gdLst>
                  <a:gd name="T0" fmla="*/ 38 w 97"/>
                  <a:gd name="T1" fmla="*/ 0 h 131"/>
                  <a:gd name="T2" fmla="*/ 97 w 97"/>
                  <a:gd name="T3" fmla="*/ 131 h 131"/>
                  <a:gd name="T4" fmla="*/ 14 w 97"/>
                  <a:gd name="T5" fmla="*/ 77 h 131"/>
                  <a:gd name="T6" fmla="*/ 36 w 97"/>
                  <a:gd name="T7" fmla="*/ 46 h 131"/>
                  <a:gd name="T8" fmla="*/ 0 w 97"/>
                  <a:gd name="T9" fmla="*/ 38 h 131"/>
                  <a:gd name="T10" fmla="*/ 38 w 97"/>
                  <a:gd name="T11" fmla="*/ 0 h 131"/>
                </a:gdLst>
                <a:ahLst/>
                <a:cxnLst>
                  <a:cxn ang="0">
                    <a:pos x="T0" y="T1"/>
                  </a:cxn>
                  <a:cxn ang="0">
                    <a:pos x="T2" y="T3"/>
                  </a:cxn>
                  <a:cxn ang="0">
                    <a:pos x="T4" y="T5"/>
                  </a:cxn>
                  <a:cxn ang="0">
                    <a:pos x="T6" y="T7"/>
                  </a:cxn>
                  <a:cxn ang="0">
                    <a:pos x="T8" y="T9"/>
                  </a:cxn>
                  <a:cxn ang="0">
                    <a:pos x="T10" y="T11"/>
                  </a:cxn>
                </a:cxnLst>
                <a:rect l="0" t="0" r="r" b="b"/>
                <a:pathLst>
                  <a:path w="97" h="131">
                    <a:moveTo>
                      <a:pt x="38" y="0"/>
                    </a:moveTo>
                    <a:lnTo>
                      <a:pt x="97" y="131"/>
                    </a:lnTo>
                    <a:lnTo>
                      <a:pt x="14" y="77"/>
                    </a:lnTo>
                    <a:lnTo>
                      <a:pt x="36" y="46"/>
                    </a:lnTo>
                    <a:lnTo>
                      <a:pt x="0" y="38"/>
                    </a:lnTo>
                    <a:lnTo>
                      <a:pt x="38" y="0"/>
                    </a:lnTo>
                    <a:close/>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84" name="Freeform 83"/>
              <p:cNvSpPr>
                <a:spLocks/>
              </p:cNvSpPr>
              <p:nvPr/>
            </p:nvSpPr>
            <p:spPr bwMode="auto">
              <a:xfrm>
                <a:off x="3061223" y="2412265"/>
                <a:ext cx="541915" cy="709910"/>
              </a:xfrm>
              <a:custGeom>
                <a:avLst/>
                <a:gdLst>
                  <a:gd name="T0" fmla="*/ 62 w 100"/>
                  <a:gd name="T1" fmla="*/ 0 h 131"/>
                  <a:gd name="T2" fmla="*/ 0 w 100"/>
                  <a:gd name="T3" fmla="*/ 131 h 131"/>
                  <a:gd name="T4" fmla="*/ 84 w 100"/>
                  <a:gd name="T5" fmla="*/ 77 h 131"/>
                  <a:gd name="T6" fmla="*/ 65 w 100"/>
                  <a:gd name="T7" fmla="*/ 46 h 131"/>
                  <a:gd name="T8" fmla="*/ 100 w 100"/>
                  <a:gd name="T9" fmla="*/ 38 h 131"/>
                  <a:gd name="T10" fmla="*/ 62 w 100"/>
                  <a:gd name="T11" fmla="*/ 0 h 131"/>
                </a:gdLst>
                <a:ahLst/>
                <a:cxnLst>
                  <a:cxn ang="0">
                    <a:pos x="T0" y="T1"/>
                  </a:cxn>
                  <a:cxn ang="0">
                    <a:pos x="T2" y="T3"/>
                  </a:cxn>
                  <a:cxn ang="0">
                    <a:pos x="T4" y="T5"/>
                  </a:cxn>
                  <a:cxn ang="0">
                    <a:pos x="T6" y="T7"/>
                  </a:cxn>
                  <a:cxn ang="0">
                    <a:pos x="T8" y="T9"/>
                  </a:cxn>
                  <a:cxn ang="0">
                    <a:pos x="T10" y="T11"/>
                  </a:cxn>
                </a:cxnLst>
                <a:rect l="0" t="0" r="r" b="b"/>
                <a:pathLst>
                  <a:path w="100" h="131">
                    <a:moveTo>
                      <a:pt x="62" y="0"/>
                    </a:moveTo>
                    <a:lnTo>
                      <a:pt x="0" y="131"/>
                    </a:lnTo>
                    <a:lnTo>
                      <a:pt x="84" y="77"/>
                    </a:lnTo>
                    <a:lnTo>
                      <a:pt x="65" y="46"/>
                    </a:lnTo>
                    <a:lnTo>
                      <a:pt x="100" y="38"/>
                    </a:lnTo>
                    <a:lnTo>
                      <a:pt x="62" y="0"/>
                    </a:lnTo>
                    <a:close/>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85" name="Freeform 84"/>
              <p:cNvSpPr>
                <a:spLocks/>
              </p:cNvSpPr>
              <p:nvPr/>
            </p:nvSpPr>
            <p:spPr bwMode="auto">
              <a:xfrm>
                <a:off x="2741495" y="2412265"/>
                <a:ext cx="655719" cy="709910"/>
              </a:xfrm>
              <a:custGeom>
                <a:avLst/>
                <a:gdLst>
                  <a:gd name="T0" fmla="*/ 0 w 121"/>
                  <a:gd name="T1" fmla="*/ 0 h 131"/>
                  <a:gd name="T2" fmla="*/ 121 w 121"/>
                  <a:gd name="T3" fmla="*/ 0 h 131"/>
                  <a:gd name="T4" fmla="*/ 59 w 121"/>
                  <a:gd name="T5" fmla="*/ 131 h 131"/>
                  <a:gd name="T6" fmla="*/ 0 w 121"/>
                  <a:gd name="T7" fmla="*/ 0 h 131"/>
                </a:gdLst>
                <a:ahLst/>
                <a:cxnLst>
                  <a:cxn ang="0">
                    <a:pos x="T0" y="T1"/>
                  </a:cxn>
                  <a:cxn ang="0">
                    <a:pos x="T2" y="T3"/>
                  </a:cxn>
                  <a:cxn ang="0">
                    <a:pos x="T4" y="T5"/>
                  </a:cxn>
                  <a:cxn ang="0">
                    <a:pos x="T6" y="T7"/>
                  </a:cxn>
                </a:cxnLst>
                <a:rect l="0" t="0" r="r" b="b"/>
                <a:pathLst>
                  <a:path w="121" h="131">
                    <a:moveTo>
                      <a:pt x="0" y="0"/>
                    </a:moveTo>
                    <a:lnTo>
                      <a:pt x="121" y="0"/>
                    </a:lnTo>
                    <a:lnTo>
                      <a:pt x="59" y="131"/>
                    </a:lnTo>
                    <a:lnTo>
                      <a:pt x="0" y="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86" name="Freeform 85"/>
              <p:cNvSpPr>
                <a:spLocks/>
              </p:cNvSpPr>
              <p:nvPr/>
            </p:nvSpPr>
            <p:spPr bwMode="auto">
              <a:xfrm>
                <a:off x="2844457" y="2412265"/>
                <a:ext cx="449791" cy="81289"/>
              </a:xfrm>
              <a:custGeom>
                <a:avLst/>
                <a:gdLst>
                  <a:gd name="T0" fmla="*/ 19 w 83"/>
                  <a:gd name="T1" fmla="*/ 0 h 15"/>
                  <a:gd name="T2" fmla="*/ 0 w 83"/>
                  <a:gd name="T3" fmla="*/ 15 h 15"/>
                  <a:gd name="T4" fmla="*/ 83 w 83"/>
                  <a:gd name="T5" fmla="*/ 15 h 15"/>
                  <a:gd name="T6" fmla="*/ 67 w 83"/>
                  <a:gd name="T7" fmla="*/ 0 h 15"/>
                  <a:gd name="T8" fmla="*/ 19 w 83"/>
                  <a:gd name="T9" fmla="*/ 0 h 15"/>
                </a:gdLst>
                <a:ahLst/>
                <a:cxnLst>
                  <a:cxn ang="0">
                    <a:pos x="T0" y="T1"/>
                  </a:cxn>
                  <a:cxn ang="0">
                    <a:pos x="T2" y="T3"/>
                  </a:cxn>
                  <a:cxn ang="0">
                    <a:pos x="T4" y="T5"/>
                  </a:cxn>
                  <a:cxn ang="0">
                    <a:pos x="T6" y="T7"/>
                  </a:cxn>
                  <a:cxn ang="0">
                    <a:pos x="T8" y="T9"/>
                  </a:cxn>
                </a:cxnLst>
                <a:rect l="0" t="0" r="r" b="b"/>
                <a:pathLst>
                  <a:path w="83" h="15">
                    <a:moveTo>
                      <a:pt x="19" y="0"/>
                    </a:moveTo>
                    <a:lnTo>
                      <a:pt x="0" y="15"/>
                    </a:lnTo>
                    <a:lnTo>
                      <a:pt x="83" y="15"/>
                    </a:lnTo>
                    <a:lnTo>
                      <a:pt x="67" y="0"/>
                    </a:lnTo>
                    <a:lnTo>
                      <a:pt x="19" y="0"/>
                    </a:ln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87" name="Freeform 86"/>
              <p:cNvSpPr>
                <a:spLocks/>
              </p:cNvSpPr>
              <p:nvPr/>
            </p:nvSpPr>
            <p:spPr bwMode="auto">
              <a:xfrm>
                <a:off x="2958261" y="2450198"/>
                <a:ext cx="222187" cy="671974"/>
              </a:xfrm>
              <a:custGeom>
                <a:avLst/>
                <a:gdLst>
                  <a:gd name="T0" fmla="*/ 10 w 41"/>
                  <a:gd name="T1" fmla="*/ 0 h 124"/>
                  <a:gd name="T2" fmla="*/ 0 w 41"/>
                  <a:gd name="T3" fmla="*/ 79 h 124"/>
                  <a:gd name="T4" fmla="*/ 19 w 41"/>
                  <a:gd name="T5" fmla="*/ 124 h 124"/>
                  <a:gd name="T6" fmla="*/ 41 w 41"/>
                  <a:gd name="T7" fmla="*/ 77 h 124"/>
                  <a:gd name="T8" fmla="*/ 29 w 41"/>
                  <a:gd name="T9" fmla="*/ 0 h 124"/>
                  <a:gd name="T10" fmla="*/ 10 w 41"/>
                  <a:gd name="T11" fmla="*/ 0 h 124"/>
                </a:gdLst>
                <a:ahLst/>
                <a:cxnLst>
                  <a:cxn ang="0">
                    <a:pos x="T0" y="T1"/>
                  </a:cxn>
                  <a:cxn ang="0">
                    <a:pos x="T2" y="T3"/>
                  </a:cxn>
                  <a:cxn ang="0">
                    <a:pos x="T4" y="T5"/>
                  </a:cxn>
                  <a:cxn ang="0">
                    <a:pos x="T6" y="T7"/>
                  </a:cxn>
                  <a:cxn ang="0">
                    <a:pos x="T8" y="T9"/>
                  </a:cxn>
                  <a:cxn ang="0">
                    <a:pos x="T10" y="T11"/>
                  </a:cxn>
                </a:cxnLst>
                <a:rect l="0" t="0" r="r" b="b"/>
                <a:pathLst>
                  <a:path w="41" h="124">
                    <a:moveTo>
                      <a:pt x="10" y="0"/>
                    </a:moveTo>
                    <a:lnTo>
                      <a:pt x="0" y="79"/>
                    </a:lnTo>
                    <a:lnTo>
                      <a:pt x="19" y="124"/>
                    </a:lnTo>
                    <a:lnTo>
                      <a:pt x="41" y="77"/>
                    </a:lnTo>
                    <a:lnTo>
                      <a:pt x="29" y="0"/>
                    </a:lnTo>
                    <a:lnTo>
                      <a:pt x="10" y="0"/>
                    </a:ln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88" name="Oval 87"/>
              <p:cNvSpPr>
                <a:spLocks noChangeArrowheads="1"/>
              </p:cNvSpPr>
              <p:nvPr/>
            </p:nvSpPr>
            <p:spPr bwMode="auto">
              <a:xfrm>
                <a:off x="3039546" y="3187202"/>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89" name="Oval 88"/>
              <p:cNvSpPr>
                <a:spLocks noChangeArrowheads="1"/>
              </p:cNvSpPr>
              <p:nvPr/>
            </p:nvSpPr>
            <p:spPr bwMode="auto">
              <a:xfrm>
                <a:off x="3039546" y="3344359"/>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90" name="Oval 89"/>
              <p:cNvSpPr>
                <a:spLocks noChangeArrowheads="1"/>
              </p:cNvSpPr>
              <p:nvPr/>
            </p:nvSpPr>
            <p:spPr bwMode="auto">
              <a:xfrm>
                <a:off x="3039546" y="3501512"/>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91" name="Oval 90"/>
              <p:cNvSpPr>
                <a:spLocks noChangeArrowheads="1"/>
              </p:cNvSpPr>
              <p:nvPr/>
            </p:nvSpPr>
            <p:spPr bwMode="auto">
              <a:xfrm>
                <a:off x="3039546" y="3653249"/>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92" name="Freeform 91"/>
              <p:cNvSpPr>
                <a:spLocks/>
              </p:cNvSpPr>
              <p:nvPr/>
            </p:nvSpPr>
            <p:spPr bwMode="auto">
              <a:xfrm>
                <a:off x="2470537" y="3409389"/>
                <a:ext cx="298055" cy="10838"/>
              </a:xfrm>
              <a:custGeom>
                <a:avLst/>
                <a:gdLst>
                  <a:gd name="T0" fmla="*/ 23 w 23"/>
                  <a:gd name="T1" fmla="*/ 0 h 1"/>
                  <a:gd name="T2" fmla="*/ 0 w 23"/>
                  <a:gd name="T3" fmla="*/ 0 h 1"/>
                  <a:gd name="T4" fmla="*/ 11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cubicBezTo>
                      <a:pt x="0" y="0"/>
                      <a:pt x="0" y="0"/>
                      <a:pt x="0" y="0"/>
                    </a:cubicBezTo>
                    <a:cubicBezTo>
                      <a:pt x="0" y="0"/>
                      <a:pt x="4" y="1"/>
                      <a:pt x="11" y="1"/>
                    </a:cubicBezTo>
                    <a:cubicBezTo>
                      <a:pt x="14" y="1"/>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93" name="Freeform 92"/>
              <p:cNvSpPr>
                <a:spLocks/>
              </p:cNvSpPr>
              <p:nvPr/>
            </p:nvSpPr>
            <p:spPr bwMode="auto">
              <a:xfrm>
                <a:off x="3321342" y="3436483"/>
                <a:ext cx="298055" cy="21677"/>
              </a:xfrm>
              <a:custGeom>
                <a:avLst/>
                <a:gdLst>
                  <a:gd name="T0" fmla="*/ 23 w 23"/>
                  <a:gd name="T1" fmla="*/ 0 h 2"/>
                  <a:gd name="T2" fmla="*/ 0 w 23"/>
                  <a:gd name="T3" fmla="*/ 0 h 2"/>
                  <a:gd name="T4" fmla="*/ 11 w 23"/>
                  <a:gd name="T5" fmla="*/ 2 h 2"/>
                  <a:gd name="T6" fmla="*/ 23 w 23"/>
                  <a:gd name="T7" fmla="*/ 0 h 2"/>
                </a:gdLst>
                <a:ahLst/>
                <a:cxnLst>
                  <a:cxn ang="0">
                    <a:pos x="T0" y="T1"/>
                  </a:cxn>
                  <a:cxn ang="0">
                    <a:pos x="T2" y="T3"/>
                  </a:cxn>
                  <a:cxn ang="0">
                    <a:pos x="T4" y="T5"/>
                  </a:cxn>
                  <a:cxn ang="0">
                    <a:pos x="T6" y="T7"/>
                  </a:cxn>
                </a:cxnLst>
                <a:rect l="0" t="0" r="r" b="b"/>
                <a:pathLst>
                  <a:path w="23" h="2">
                    <a:moveTo>
                      <a:pt x="23" y="0"/>
                    </a:moveTo>
                    <a:cubicBezTo>
                      <a:pt x="0" y="0"/>
                      <a:pt x="0" y="0"/>
                      <a:pt x="0" y="0"/>
                    </a:cubicBezTo>
                    <a:cubicBezTo>
                      <a:pt x="0" y="0"/>
                      <a:pt x="4" y="2"/>
                      <a:pt x="11" y="2"/>
                    </a:cubicBezTo>
                    <a:cubicBezTo>
                      <a:pt x="14" y="2"/>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94" name="Freeform 93"/>
              <p:cNvSpPr>
                <a:spLocks/>
              </p:cNvSpPr>
              <p:nvPr/>
            </p:nvSpPr>
            <p:spPr bwMode="auto">
              <a:xfrm>
                <a:off x="3760295" y="1740291"/>
                <a:ext cx="124642" cy="325149"/>
              </a:xfrm>
              <a:custGeom>
                <a:avLst/>
                <a:gdLst>
                  <a:gd name="T0" fmla="*/ 0 w 10"/>
                  <a:gd name="T1" fmla="*/ 20 h 25"/>
                  <a:gd name="T2" fmla="*/ 5 w 10"/>
                  <a:gd name="T3" fmla="*/ 25 h 25"/>
                  <a:gd name="T4" fmla="*/ 10 w 10"/>
                  <a:gd name="T5" fmla="*/ 20 h 25"/>
                  <a:gd name="T6" fmla="*/ 10 w 10"/>
                  <a:gd name="T7" fmla="*/ 5 h 25"/>
                  <a:gd name="T8" fmla="*/ 5 w 10"/>
                  <a:gd name="T9" fmla="*/ 0 h 25"/>
                  <a:gd name="T10" fmla="*/ 0 w 10"/>
                  <a:gd name="T11" fmla="*/ 5 h 25"/>
                  <a:gd name="T12" fmla="*/ 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0" y="20"/>
                    </a:moveTo>
                    <a:cubicBezTo>
                      <a:pt x="0" y="23"/>
                      <a:pt x="3" y="25"/>
                      <a:pt x="5" y="25"/>
                    </a:cubicBezTo>
                    <a:cubicBezTo>
                      <a:pt x="8" y="25"/>
                      <a:pt x="10" y="23"/>
                      <a:pt x="10" y="20"/>
                    </a:cubicBezTo>
                    <a:cubicBezTo>
                      <a:pt x="10" y="5"/>
                      <a:pt x="10" y="5"/>
                      <a:pt x="10" y="5"/>
                    </a:cubicBezTo>
                    <a:cubicBezTo>
                      <a:pt x="10" y="2"/>
                      <a:pt x="8" y="0"/>
                      <a:pt x="5" y="0"/>
                    </a:cubicBezTo>
                    <a:cubicBezTo>
                      <a:pt x="3" y="0"/>
                      <a:pt x="0" y="2"/>
                      <a:pt x="0" y="5"/>
                    </a:cubicBezTo>
                    <a:lnTo>
                      <a:pt x="0" y="20"/>
                    </a:lnTo>
                    <a:close/>
                  </a:path>
                </a:pathLst>
              </a:custGeom>
              <a:solidFill>
                <a:srgbClr val="F7C2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95" name="Freeform 94"/>
              <p:cNvSpPr>
                <a:spLocks/>
              </p:cNvSpPr>
              <p:nvPr/>
            </p:nvSpPr>
            <p:spPr bwMode="auto">
              <a:xfrm>
                <a:off x="3771133" y="1794482"/>
                <a:ext cx="92127" cy="205928"/>
              </a:xfrm>
              <a:custGeom>
                <a:avLst/>
                <a:gdLst>
                  <a:gd name="T0" fmla="*/ 3 w 7"/>
                  <a:gd name="T1" fmla="*/ 13 h 16"/>
                  <a:gd name="T2" fmla="*/ 3 w 7"/>
                  <a:gd name="T3" fmla="*/ 4 h 16"/>
                  <a:gd name="T4" fmla="*/ 0 w 7"/>
                  <a:gd name="T5" fmla="*/ 0 h 16"/>
                  <a:gd name="T6" fmla="*/ 1 w 7"/>
                  <a:gd name="T7" fmla="*/ 0 h 16"/>
                  <a:gd name="T8" fmla="*/ 7 w 7"/>
                  <a:gd name="T9" fmla="*/ 4 h 16"/>
                  <a:gd name="T10" fmla="*/ 7 w 7"/>
                  <a:gd name="T11" fmla="*/ 13 h 16"/>
                  <a:gd name="T12" fmla="*/ 2 w 7"/>
                  <a:gd name="T13" fmla="*/ 16 h 16"/>
                  <a:gd name="T14" fmla="*/ 1 w 7"/>
                  <a:gd name="T15" fmla="*/ 16 h 16"/>
                  <a:gd name="T16" fmla="*/ 3 w 7"/>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6">
                    <a:moveTo>
                      <a:pt x="3" y="13"/>
                    </a:moveTo>
                    <a:cubicBezTo>
                      <a:pt x="3" y="4"/>
                      <a:pt x="3" y="4"/>
                      <a:pt x="3" y="4"/>
                    </a:cubicBezTo>
                    <a:cubicBezTo>
                      <a:pt x="3" y="2"/>
                      <a:pt x="2" y="1"/>
                      <a:pt x="0" y="0"/>
                    </a:cubicBezTo>
                    <a:cubicBezTo>
                      <a:pt x="0" y="0"/>
                      <a:pt x="0" y="0"/>
                      <a:pt x="1" y="0"/>
                    </a:cubicBezTo>
                    <a:cubicBezTo>
                      <a:pt x="4" y="0"/>
                      <a:pt x="7" y="2"/>
                      <a:pt x="7" y="4"/>
                    </a:cubicBezTo>
                    <a:cubicBezTo>
                      <a:pt x="7" y="13"/>
                      <a:pt x="7" y="13"/>
                      <a:pt x="7" y="13"/>
                    </a:cubicBezTo>
                    <a:cubicBezTo>
                      <a:pt x="7" y="15"/>
                      <a:pt x="6" y="16"/>
                      <a:pt x="2" y="16"/>
                    </a:cubicBezTo>
                    <a:cubicBezTo>
                      <a:pt x="2" y="16"/>
                      <a:pt x="1" y="16"/>
                      <a:pt x="1" y="16"/>
                    </a:cubicBezTo>
                    <a:cubicBezTo>
                      <a:pt x="4" y="16"/>
                      <a:pt x="3" y="15"/>
                      <a:pt x="3"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96" name="Freeform 95"/>
              <p:cNvSpPr>
                <a:spLocks/>
              </p:cNvSpPr>
              <p:nvPr/>
            </p:nvSpPr>
            <p:spPr bwMode="auto">
              <a:xfrm>
                <a:off x="2253771" y="1740291"/>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7C2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97" name="Freeform 96"/>
              <p:cNvSpPr>
                <a:spLocks/>
              </p:cNvSpPr>
              <p:nvPr/>
            </p:nvSpPr>
            <p:spPr bwMode="auto">
              <a:xfrm>
                <a:off x="2280865" y="1794482"/>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98" name="Freeform 97"/>
              <p:cNvSpPr>
                <a:spLocks/>
              </p:cNvSpPr>
              <p:nvPr/>
            </p:nvSpPr>
            <p:spPr bwMode="auto">
              <a:xfrm>
                <a:off x="2882393" y="2168402"/>
                <a:ext cx="384761" cy="325149"/>
              </a:xfrm>
              <a:custGeom>
                <a:avLst/>
                <a:gdLst>
                  <a:gd name="T0" fmla="*/ 0 w 30"/>
                  <a:gd name="T1" fmla="*/ 0 h 25"/>
                  <a:gd name="T2" fmla="*/ 30 w 30"/>
                  <a:gd name="T3" fmla="*/ 0 h 25"/>
                  <a:gd name="T4" fmla="*/ 0 w 30"/>
                  <a:gd name="T5" fmla="*/ 0 h 25"/>
                </a:gdLst>
                <a:ahLst/>
                <a:cxnLst>
                  <a:cxn ang="0">
                    <a:pos x="T0" y="T1"/>
                  </a:cxn>
                  <a:cxn ang="0">
                    <a:pos x="T2" y="T3"/>
                  </a:cxn>
                  <a:cxn ang="0">
                    <a:pos x="T4" y="T5"/>
                  </a:cxn>
                </a:cxnLst>
                <a:rect l="0" t="0" r="r" b="b"/>
                <a:pathLst>
                  <a:path w="30" h="25">
                    <a:moveTo>
                      <a:pt x="0" y="0"/>
                    </a:moveTo>
                    <a:cubicBezTo>
                      <a:pt x="0" y="0"/>
                      <a:pt x="9" y="15"/>
                      <a:pt x="30" y="0"/>
                    </a:cubicBezTo>
                    <a:cubicBezTo>
                      <a:pt x="30" y="0"/>
                      <a:pt x="10" y="2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99" name="Freeform 98"/>
              <p:cNvSpPr>
                <a:spLocks/>
              </p:cNvSpPr>
              <p:nvPr/>
            </p:nvSpPr>
            <p:spPr bwMode="auto">
              <a:xfrm>
                <a:off x="2611435" y="1713194"/>
                <a:ext cx="233025" cy="108383"/>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00" name="Freeform 99"/>
              <p:cNvSpPr>
                <a:spLocks/>
              </p:cNvSpPr>
              <p:nvPr/>
            </p:nvSpPr>
            <p:spPr bwMode="auto">
              <a:xfrm>
                <a:off x="2329640" y="981610"/>
                <a:ext cx="1544459" cy="991706"/>
              </a:xfrm>
              <a:custGeom>
                <a:avLst/>
                <a:gdLst>
                  <a:gd name="T0" fmla="*/ 0 w 120"/>
                  <a:gd name="T1" fmla="*/ 77 h 77"/>
                  <a:gd name="T2" fmla="*/ 4 w 120"/>
                  <a:gd name="T3" fmla="*/ 77 h 77"/>
                  <a:gd name="T4" fmla="*/ 4 w 120"/>
                  <a:gd name="T5" fmla="*/ 68 h 77"/>
                  <a:gd name="T6" fmla="*/ 21 w 120"/>
                  <a:gd name="T7" fmla="*/ 38 h 77"/>
                  <a:gd name="T8" fmla="*/ 92 w 120"/>
                  <a:gd name="T9" fmla="*/ 38 h 77"/>
                  <a:gd name="T10" fmla="*/ 112 w 120"/>
                  <a:gd name="T11" fmla="*/ 68 h 77"/>
                  <a:gd name="T12" fmla="*/ 112 w 120"/>
                  <a:gd name="T13" fmla="*/ 77 h 77"/>
                  <a:gd name="T14" fmla="*/ 116 w 120"/>
                  <a:gd name="T15" fmla="*/ 77 h 77"/>
                  <a:gd name="T16" fmla="*/ 116 w 120"/>
                  <a:gd name="T17" fmla="*/ 68 h 77"/>
                  <a:gd name="T18" fmla="*/ 97 w 120"/>
                  <a:gd name="T19" fmla="*/ 19 h 77"/>
                  <a:gd name="T20" fmla="*/ 60 w 120"/>
                  <a:gd name="T21" fmla="*/ 12 h 77"/>
                  <a:gd name="T22" fmla="*/ 61 w 120"/>
                  <a:gd name="T23" fmla="*/ 0 h 77"/>
                  <a:gd name="T24" fmla="*/ 37 w 120"/>
                  <a:gd name="T25" fmla="*/ 14 h 77"/>
                  <a:gd name="T26" fmla="*/ 26 w 120"/>
                  <a:gd name="T27" fmla="*/ 19 h 77"/>
                  <a:gd name="T28" fmla="*/ 0 w 120"/>
                  <a:gd name="T29" fmla="*/ 67 h 77"/>
                  <a:gd name="T30" fmla="*/ 0 w 120"/>
                  <a:gd name="T3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77">
                    <a:moveTo>
                      <a:pt x="0" y="77"/>
                    </a:moveTo>
                    <a:cubicBezTo>
                      <a:pt x="4" y="77"/>
                      <a:pt x="4" y="77"/>
                      <a:pt x="4" y="77"/>
                    </a:cubicBezTo>
                    <a:cubicBezTo>
                      <a:pt x="4" y="77"/>
                      <a:pt x="4" y="69"/>
                      <a:pt x="4" y="68"/>
                    </a:cubicBezTo>
                    <a:cubicBezTo>
                      <a:pt x="5" y="61"/>
                      <a:pt x="11" y="37"/>
                      <a:pt x="21" y="38"/>
                    </a:cubicBezTo>
                    <a:cubicBezTo>
                      <a:pt x="40" y="39"/>
                      <a:pt x="75" y="41"/>
                      <a:pt x="92" y="38"/>
                    </a:cubicBezTo>
                    <a:cubicBezTo>
                      <a:pt x="98" y="37"/>
                      <a:pt x="111" y="49"/>
                      <a:pt x="112" y="68"/>
                    </a:cubicBezTo>
                    <a:cubicBezTo>
                      <a:pt x="112" y="69"/>
                      <a:pt x="112" y="76"/>
                      <a:pt x="112" y="77"/>
                    </a:cubicBezTo>
                    <a:cubicBezTo>
                      <a:pt x="116" y="77"/>
                      <a:pt x="116" y="77"/>
                      <a:pt x="116" y="77"/>
                    </a:cubicBezTo>
                    <a:cubicBezTo>
                      <a:pt x="116" y="77"/>
                      <a:pt x="115" y="69"/>
                      <a:pt x="116" y="68"/>
                    </a:cubicBezTo>
                    <a:cubicBezTo>
                      <a:pt x="117" y="60"/>
                      <a:pt x="120" y="33"/>
                      <a:pt x="97" y="19"/>
                    </a:cubicBezTo>
                    <a:cubicBezTo>
                      <a:pt x="90" y="14"/>
                      <a:pt x="70" y="8"/>
                      <a:pt x="60" y="12"/>
                    </a:cubicBezTo>
                    <a:cubicBezTo>
                      <a:pt x="60" y="12"/>
                      <a:pt x="56" y="9"/>
                      <a:pt x="61" y="0"/>
                    </a:cubicBezTo>
                    <a:cubicBezTo>
                      <a:pt x="61" y="0"/>
                      <a:pt x="37" y="5"/>
                      <a:pt x="37" y="14"/>
                    </a:cubicBezTo>
                    <a:cubicBezTo>
                      <a:pt x="37" y="14"/>
                      <a:pt x="26" y="11"/>
                      <a:pt x="26" y="19"/>
                    </a:cubicBezTo>
                    <a:cubicBezTo>
                      <a:pt x="26" y="19"/>
                      <a:pt x="2" y="21"/>
                      <a:pt x="0" y="67"/>
                    </a:cubicBezTo>
                    <a:cubicBezTo>
                      <a:pt x="0" y="68"/>
                      <a:pt x="0" y="76"/>
                      <a:pt x="0" y="77"/>
                    </a:cubicBez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01" name="Freeform 100"/>
              <p:cNvSpPr>
                <a:spLocks/>
              </p:cNvSpPr>
              <p:nvPr/>
            </p:nvSpPr>
            <p:spPr bwMode="auto">
              <a:xfrm>
                <a:off x="3001614" y="2000410"/>
                <a:ext cx="75868" cy="113804"/>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02" name="Freeform 101"/>
              <p:cNvSpPr>
                <a:spLocks/>
              </p:cNvSpPr>
              <p:nvPr/>
            </p:nvSpPr>
            <p:spPr bwMode="auto">
              <a:xfrm>
                <a:off x="2649368" y="1794482"/>
                <a:ext cx="249281" cy="216766"/>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03" name="Oval 102"/>
              <p:cNvSpPr>
                <a:spLocks noChangeArrowheads="1"/>
              </p:cNvSpPr>
              <p:nvPr/>
            </p:nvSpPr>
            <p:spPr bwMode="auto">
              <a:xfrm>
                <a:off x="2714397" y="1821576"/>
                <a:ext cx="157157" cy="15173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04" name="Oval 103"/>
              <p:cNvSpPr>
                <a:spLocks noChangeArrowheads="1"/>
              </p:cNvSpPr>
              <p:nvPr/>
            </p:nvSpPr>
            <p:spPr bwMode="auto">
              <a:xfrm>
                <a:off x="2741495" y="1859512"/>
                <a:ext cx="37936" cy="379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05" name="Freeform 104"/>
              <p:cNvSpPr>
                <a:spLocks/>
              </p:cNvSpPr>
              <p:nvPr/>
            </p:nvSpPr>
            <p:spPr bwMode="auto">
              <a:xfrm>
                <a:off x="3245474" y="1713194"/>
                <a:ext cx="227604" cy="108383"/>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06" name="Freeform 105"/>
              <p:cNvSpPr>
                <a:spLocks/>
              </p:cNvSpPr>
              <p:nvPr/>
            </p:nvSpPr>
            <p:spPr bwMode="auto">
              <a:xfrm>
                <a:off x="3180444" y="1794482"/>
                <a:ext cx="254702" cy="216766"/>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07" name="Oval 106"/>
              <p:cNvSpPr>
                <a:spLocks noChangeArrowheads="1"/>
              </p:cNvSpPr>
              <p:nvPr/>
            </p:nvSpPr>
            <p:spPr bwMode="auto">
              <a:xfrm>
                <a:off x="3218380" y="1821576"/>
                <a:ext cx="151736" cy="15173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08" name="Oval 107"/>
              <p:cNvSpPr>
                <a:spLocks noChangeArrowheads="1"/>
              </p:cNvSpPr>
              <p:nvPr/>
            </p:nvSpPr>
            <p:spPr bwMode="auto">
              <a:xfrm>
                <a:off x="3310504" y="1859512"/>
                <a:ext cx="37936" cy="379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09" name="Freeform 108"/>
              <p:cNvSpPr>
                <a:spLocks/>
              </p:cNvSpPr>
              <p:nvPr/>
            </p:nvSpPr>
            <p:spPr bwMode="auto">
              <a:xfrm>
                <a:off x="5185529" y="1637325"/>
                <a:ext cx="709910" cy="709910"/>
              </a:xfrm>
              <a:custGeom>
                <a:avLst/>
                <a:gdLst>
                  <a:gd name="T0" fmla="*/ 17 w 55"/>
                  <a:gd name="T1" fmla="*/ 16 h 55"/>
                  <a:gd name="T2" fmla="*/ 47 w 55"/>
                  <a:gd name="T3" fmla="*/ 2 h 55"/>
                  <a:gd name="T4" fmla="*/ 50 w 55"/>
                  <a:gd name="T5" fmla="*/ 9 h 55"/>
                  <a:gd name="T6" fmla="*/ 32 w 55"/>
                  <a:gd name="T7" fmla="*/ 18 h 55"/>
                  <a:gd name="T8" fmla="*/ 32 w 55"/>
                  <a:gd name="T9" fmla="*/ 19 h 55"/>
                  <a:gd name="T10" fmla="*/ 41 w 55"/>
                  <a:gd name="T11" fmla="*/ 15 h 55"/>
                  <a:gd name="T12" fmla="*/ 45 w 55"/>
                  <a:gd name="T13" fmla="*/ 21 h 55"/>
                  <a:gd name="T14" fmla="*/ 35 w 55"/>
                  <a:gd name="T15" fmla="*/ 26 h 55"/>
                  <a:gd name="T16" fmla="*/ 36 w 55"/>
                  <a:gd name="T17" fmla="*/ 27 h 55"/>
                  <a:gd name="T18" fmla="*/ 43 w 55"/>
                  <a:gd name="T19" fmla="*/ 23 h 55"/>
                  <a:gd name="T20" fmla="*/ 46 w 55"/>
                  <a:gd name="T21" fmla="*/ 29 h 55"/>
                  <a:gd name="T22" fmla="*/ 39 w 55"/>
                  <a:gd name="T23" fmla="*/ 32 h 55"/>
                  <a:gd name="T24" fmla="*/ 39 w 55"/>
                  <a:gd name="T25" fmla="*/ 34 h 55"/>
                  <a:gd name="T26" fmla="*/ 42 w 55"/>
                  <a:gd name="T27" fmla="*/ 32 h 55"/>
                  <a:gd name="T28" fmla="*/ 44 w 55"/>
                  <a:gd name="T29" fmla="*/ 38 h 55"/>
                  <a:gd name="T30" fmla="*/ 26 w 55"/>
                  <a:gd name="T31" fmla="*/ 48 h 55"/>
                  <a:gd name="T32" fmla="*/ 17 w 55"/>
                  <a:gd name="T33" fmla="*/ 49 h 55"/>
                  <a:gd name="T34" fmla="*/ 0 w 55"/>
                  <a:gd name="T35" fmla="*/ 55 h 55"/>
                  <a:gd name="T36" fmla="*/ 0 w 55"/>
                  <a:gd name="T37" fmla="*/ 29 h 55"/>
                  <a:gd name="T38" fmla="*/ 3 w 55"/>
                  <a:gd name="T39" fmla="*/ 28 h 55"/>
                  <a:gd name="T40" fmla="*/ 7 w 55"/>
                  <a:gd name="T41" fmla="*/ 16 h 55"/>
                  <a:gd name="T42" fmla="*/ 24 w 55"/>
                  <a:gd name="T43" fmla="*/ 3 h 55"/>
                  <a:gd name="T44" fmla="*/ 22 w 55"/>
                  <a:gd name="T45" fmla="*/ 11 h 55"/>
                  <a:gd name="T46" fmla="*/ 19 w 55"/>
                  <a:gd name="T47" fmla="*/ 13 h 55"/>
                  <a:gd name="T48" fmla="*/ 16 w 55"/>
                  <a:gd name="T49" fmla="*/ 16 h 55"/>
                  <a:gd name="T50" fmla="*/ 17 w 55"/>
                  <a:gd name="T51"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55">
                    <a:moveTo>
                      <a:pt x="17" y="16"/>
                    </a:moveTo>
                    <a:cubicBezTo>
                      <a:pt x="47" y="2"/>
                      <a:pt x="47" y="2"/>
                      <a:pt x="47" y="2"/>
                    </a:cubicBezTo>
                    <a:cubicBezTo>
                      <a:pt x="51" y="0"/>
                      <a:pt x="55" y="6"/>
                      <a:pt x="50" y="9"/>
                    </a:cubicBezTo>
                    <a:cubicBezTo>
                      <a:pt x="32" y="18"/>
                      <a:pt x="32" y="18"/>
                      <a:pt x="32" y="18"/>
                    </a:cubicBezTo>
                    <a:cubicBezTo>
                      <a:pt x="32" y="18"/>
                      <a:pt x="31" y="19"/>
                      <a:pt x="32" y="19"/>
                    </a:cubicBezTo>
                    <a:cubicBezTo>
                      <a:pt x="41" y="15"/>
                      <a:pt x="41" y="15"/>
                      <a:pt x="41" y="15"/>
                    </a:cubicBezTo>
                    <a:cubicBezTo>
                      <a:pt x="45" y="13"/>
                      <a:pt x="48" y="19"/>
                      <a:pt x="45" y="21"/>
                    </a:cubicBezTo>
                    <a:cubicBezTo>
                      <a:pt x="35" y="26"/>
                      <a:pt x="35" y="26"/>
                      <a:pt x="35" y="26"/>
                    </a:cubicBezTo>
                    <a:cubicBezTo>
                      <a:pt x="35" y="26"/>
                      <a:pt x="34" y="27"/>
                      <a:pt x="36" y="27"/>
                    </a:cubicBezTo>
                    <a:cubicBezTo>
                      <a:pt x="43" y="23"/>
                      <a:pt x="43" y="23"/>
                      <a:pt x="43" y="23"/>
                    </a:cubicBezTo>
                    <a:cubicBezTo>
                      <a:pt x="45" y="22"/>
                      <a:pt x="48" y="28"/>
                      <a:pt x="46" y="29"/>
                    </a:cubicBezTo>
                    <a:cubicBezTo>
                      <a:pt x="39" y="32"/>
                      <a:pt x="39" y="32"/>
                      <a:pt x="39" y="32"/>
                    </a:cubicBezTo>
                    <a:cubicBezTo>
                      <a:pt x="39" y="32"/>
                      <a:pt x="37" y="34"/>
                      <a:pt x="39" y="34"/>
                    </a:cubicBezTo>
                    <a:cubicBezTo>
                      <a:pt x="39" y="34"/>
                      <a:pt x="39" y="34"/>
                      <a:pt x="42" y="32"/>
                    </a:cubicBezTo>
                    <a:cubicBezTo>
                      <a:pt x="45" y="31"/>
                      <a:pt x="48" y="36"/>
                      <a:pt x="44" y="38"/>
                    </a:cubicBezTo>
                    <a:cubicBezTo>
                      <a:pt x="26" y="48"/>
                      <a:pt x="26" y="48"/>
                      <a:pt x="26" y="48"/>
                    </a:cubicBezTo>
                    <a:cubicBezTo>
                      <a:pt x="26" y="48"/>
                      <a:pt x="21" y="50"/>
                      <a:pt x="17" y="49"/>
                    </a:cubicBezTo>
                    <a:cubicBezTo>
                      <a:pt x="0" y="55"/>
                      <a:pt x="0" y="55"/>
                      <a:pt x="0" y="55"/>
                    </a:cubicBezTo>
                    <a:cubicBezTo>
                      <a:pt x="0" y="29"/>
                      <a:pt x="0" y="29"/>
                      <a:pt x="0" y="29"/>
                    </a:cubicBezTo>
                    <a:cubicBezTo>
                      <a:pt x="3" y="28"/>
                      <a:pt x="3" y="28"/>
                      <a:pt x="3" y="28"/>
                    </a:cubicBezTo>
                    <a:cubicBezTo>
                      <a:pt x="3" y="28"/>
                      <a:pt x="5" y="21"/>
                      <a:pt x="7" y="16"/>
                    </a:cubicBezTo>
                    <a:cubicBezTo>
                      <a:pt x="8" y="11"/>
                      <a:pt x="24" y="3"/>
                      <a:pt x="24" y="3"/>
                    </a:cubicBezTo>
                    <a:cubicBezTo>
                      <a:pt x="27" y="8"/>
                      <a:pt x="25" y="10"/>
                      <a:pt x="22" y="11"/>
                    </a:cubicBezTo>
                    <a:cubicBezTo>
                      <a:pt x="21" y="12"/>
                      <a:pt x="19" y="13"/>
                      <a:pt x="19" y="13"/>
                    </a:cubicBezTo>
                    <a:cubicBezTo>
                      <a:pt x="16" y="16"/>
                      <a:pt x="16" y="16"/>
                      <a:pt x="16" y="16"/>
                    </a:cubicBezTo>
                    <a:lnTo>
                      <a:pt x="17" y="16"/>
                    </a:lnTo>
                    <a:close/>
                  </a:path>
                </a:pathLst>
              </a:custGeom>
              <a:solidFill>
                <a:srgbClr val="FAD9BD"/>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10" name="Rectangle 109"/>
              <p:cNvSpPr>
                <a:spLocks noChangeArrowheads="1"/>
              </p:cNvSpPr>
              <p:nvPr/>
            </p:nvSpPr>
            <p:spPr bwMode="auto">
              <a:xfrm>
                <a:off x="5098822" y="1962474"/>
                <a:ext cx="102966" cy="438953"/>
              </a:xfrm>
              <a:prstGeom prst="rect">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11" name="Freeform 110"/>
              <p:cNvSpPr>
                <a:spLocks/>
              </p:cNvSpPr>
              <p:nvPr/>
            </p:nvSpPr>
            <p:spPr bwMode="auto">
              <a:xfrm>
                <a:off x="3760295" y="1897445"/>
                <a:ext cx="1349370" cy="915838"/>
              </a:xfrm>
              <a:custGeom>
                <a:avLst/>
                <a:gdLst>
                  <a:gd name="T0" fmla="*/ 4 w 105"/>
                  <a:gd name="T1" fmla="*/ 40 h 71"/>
                  <a:gd name="T2" fmla="*/ 105 w 105"/>
                  <a:gd name="T3" fmla="*/ 0 h 71"/>
                  <a:gd name="T4" fmla="*/ 105 w 105"/>
                  <a:gd name="T5" fmla="*/ 42 h 71"/>
                  <a:gd name="T6" fmla="*/ 0 w 105"/>
                  <a:gd name="T7" fmla="*/ 65 h 71"/>
                  <a:gd name="T8" fmla="*/ 4 w 105"/>
                  <a:gd name="T9" fmla="*/ 40 h 71"/>
                </a:gdLst>
                <a:ahLst/>
                <a:cxnLst>
                  <a:cxn ang="0">
                    <a:pos x="T0" y="T1"/>
                  </a:cxn>
                  <a:cxn ang="0">
                    <a:pos x="T2" y="T3"/>
                  </a:cxn>
                  <a:cxn ang="0">
                    <a:pos x="T4" y="T5"/>
                  </a:cxn>
                  <a:cxn ang="0">
                    <a:pos x="T6" y="T7"/>
                  </a:cxn>
                  <a:cxn ang="0">
                    <a:pos x="T8" y="T9"/>
                  </a:cxn>
                </a:cxnLst>
                <a:rect l="0" t="0" r="r" b="b"/>
                <a:pathLst>
                  <a:path w="105" h="71">
                    <a:moveTo>
                      <a:pt x="4" y="40"/>
                    </a:moveTo>
                    <a:cubicBezTo>
                      <a:pt x="4" y="40"/>
                      <a:pt x="68" y="46"/>
                      <a:pt x="105" y="0"/>
                    </a:cubicBezTo>
                    <a:cubicBezTo>
                      <a:pt x="105" y="42"/>
                      <a:pt x="105" y="42"/>
                      <a:pt x="105" y="42"/>
                    </a:cubicBezTo>
                    <a:cubicBezTo>
                      <a:pt x="77" y="71"/>
                      <a:pt x="0" y="65"/>
                      <a:pt x="0" y="65"/>
                    </a:cubicBezTo>
                    <a:lnTo>
                      <a:pt x="4" y="4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sp>
            <p:nvSpPr>
              <p:cNvPr id="112" name="Oval 111"/>
              <p:cNvSpPr>
                <a:spLocks noChangeArrowheads="1"/>
              </p:cNvSpPr>
              <p:nvPr/>
            </p:nvSpPr>
            <p:spPr bwMode="auto">
              <a:xfrm>
                <a:off x="5136758" y="2325559"/>
                <a:ext cx="37936" cy="37936"/>
              </a:xfrm>
              <a:prstGeom prst="ellipse">
                <a:avLst/>
              </a:prstGeom>
              <a:solidFill>
                <a:srgbClr val="250F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endParaRPr>
              </a:p>
            </p:txBody>
          </p:sp>
        </p:grpSp>
        <p:grpSp>
          <p:nvGrpSpPr>
            <p:cNvPr id="69" name="Group 68"/>
            <p:cNvGrpSpPr/>
            <p:nvPr/>
          </p:nvGrpSpPr>
          <p:grpSpPr>
            <a:xfrm rot="21023609" flipH="1">
              <a:off x="889089" y="2528494"/>
              <a:ext cx="736600" cy="1270000"/>
              <a:chOff x="3067050" y="2759075"/>
              <a:chExt cx="736600" cy="1270000"/>
            </a:xfrm>
          </p:grpSpPr>
          <p:sp>
            <p:nvSpPr>
              <p:cNvPr id="70" name="Freeform 69"/>
              <p:cNvSpPr>
                <a:spLocks/>
              </p:cNvSpPr>
              <p:nvPr/>
            </p:nvSpPr>
            <p:spPr bwMode="auto">
              <a:xfrm>
                <a:off x="3067050" y="2759075"/>
                <a:ext cx="574675" cy="1260475"/>
              </a:xfrm>
              <a:custGeom>
                <a:avLst/>
                <a:gdLst>
                  <a:gd name="T0" fmla="*/ 282 w 362"/>
                  <a:gd name="T1" fmla="*/ 0 h 794"/>
                  <a:gd name="T2" fmla="*/ 258 w 362"/>
                  <a:gd name="T3" fmla="*/ 0 h 794"/>
                  <a:gd name="T4" fmla="*/ 240 w 362"/>
                  <a:gd name="T5" fmla="*/ 10 h 794"/>
                  <a:gd name="T6" fmla="*/ 222 w 362"/>
                  <a:gd name="T7" fmla="*/ 24 h 794"/>
                  <a:gd name="T8" fmla="*/ 196 w 362"/>
                  <a:gd name="T9" fmla="*/ 66 h 794"/>
                  <a:gd name="T10" fmla="*/ 174 w 362"/>
                  <a:gd name="T11" fmla="*/ 132 h 794"/>
                  <a:gd name="T12" fmla="*/ 170 w 362"/>
                  <a:gd name="T13" fmla="*/ 140 h 794"/>
                  <a:gd name="T14" fmla="*/ 156 w 362"/>
                  <a:gd name="T15" fmla="*/ 166 h 794"/>
                  <a:gd name="T16" fmla="*/ 126 w 362"/>
                  <a:gd name="T17" fmla="*/ 196 h 794"/>
                  <a:gd name="T18" fmla="*/ 92 w 362"/>
                  <a:gd name="T19" fmla="*/ 232 h 794"/>
                  <a:gd name="T20" fmla="*/ 72 w 362"/>
                  <a:gd name="T21" fmla="*/ 268 h 794"/>
                  <a:gd name="T22" fmla="*/ 66 w 362"/>
                  <a:gd name="T23" fmla="*/ 284 h 794"/>
                  <a:gd name="T24" fmla="*/ 28 w 362"/>
                  <a:gd name="T25" fmla="*/ 386 h 794"/>
                  <a:gd name="T26" fmla="*/ 8 w 362"/>
                  <a:gd name="T27" fmla="*/ 458 h 794"/>
                  <a:gd name="T28" fmla="*/ 0 w 362"/>
                  <a:gd name="T29" fmla="*/ 510 h 794"/>
                  <a:gd name="T30" fmla="*/ 2 w 362"/>
                  <a:gd name="T31" fmla="*/ 540 h 794"/>
                  <a:gd name="T32" fmla="*/ 4 w 362"/>
                  <a:gd name="T33" fmla="*/ 554 h 794"/>
                  <a:gd name="T34" fmla="*/ 8 w 362"/>
                  <a:gd name="T35" fmla="*/ 582 h 794"/>
                  <a:gd name="T36" fmla="*/ 14 w 362"/>
                  <a:gd name="T37" fmla="*/ 646 h 794"/>
                  <a:gd name="T38" fmla="*/ 20 w 362"/>
                  <a:gd name="T39" fmla="*/ 680 h 794"/>
                  <a:gd name="T40" fmla="*/ 36 w 362"/>
                  <a:gd name="T41" fmla="*/ 712 h 794"/>
                  <a:gd name="T42" fmla="*/ 60 w 362"/>
                  <a:gd name="T43" fmla="*/ 740 h 794"/>
                  <a:gd name="T44" fmla="*/ 102 w 362"/>
                  <a:gd name="T45" fmla="*/ 766 h 794"/>
                  <a:gd name="T46" fmla="*/ 160 w 362"/>
                  <a:gd name="T47" fmla="*/ 788 h 794"/>
                  <a:gd name="T48" fmla="*/ 176 w 362"/>
                  <a:gd name="T49" fmla="*/ 792 h 794"/>
                  <a:gd name="T50" fmla="*/ 206 w 362"/>
                  <a:gd name="T51" fmla="*/ 794 h 794"/>
                  <a:gd name="T52" fmla="*/ 234 w 362"/>
                  <a:gd name="T53" fmla="*/ 792 h 794"/>
                  <a:gd name="T54" fmla="*/ 256 w 362"/>
                  <a:gd name="T55" fmla="*/ 782 h 794"/>
                  <a:gd name="T56" fmla="*/ 276 w 362"/>
                  <a:gd name="T57" fmla="*/ 770 h 794"/>
                  <a:gd name="T58" fmla="*/ 302 w 362"/>
                  <a:gd name="T59" fmla="*/ 742 h 794"/>
                  <a:gd name="T60" fmla="*/ 326 w 362"/>
                  <a:gd name="T61" fmla="*/ 698 h 794"/>
                  <a:gd name="T62" fmla="*/ 342 w 362"/>
                  <a:gd name="T63" fmla="*/ 646 h 794"/>
                  <a:gd name="T64" fmla="*/ 352 w 362"/>
                  <a:gd name="T65" fmla="*/ 592 h 794"/>
                  <a:gd name="T66" fmla="*/ 362 w 362"/>
                  <a:gd name="T67" fmla="*/ 504 h 794"/>
                  <a:gd name="T68" fmla="*/ 362 w 362"/>
                  <a:gd name="T69" fmla="*/ 486 h 794"/>
                  <a:gd name="T70" fmla="*/ 360 w 362"/>
                  <a:gd name="T71" fmla="*/ 454 h 794"/>
                  <a:gd name="T72" fmla="*/ 350 w 362"/>
                  <a:gd name="T73" fmla="*/ 410 h 794"/>
                  <a:gd name="T74" fmla="*/ 320 w 362"/>
                  <a:gd name="T75" fmla="*/ 360 h 794"/>
                  <a:gd name="T76" fmla="*/ 280 w 362"/>
                  <a:gd name="T77" fmla="*/ 324 h 794"/>
                  <a:gd name="T78" fmla="*/ 258 w 362"/>
                  <a:gd name="T79" fmla="*/ 312 h 794"/>
                  <a:gd name="T80" fmla="*/ 246 w 362"/>
                  <a:gd name="T81" fmla="*/ 306 h 794"/>
                  <a:gd name="T82" fmla="*/ 230 w 362"/>
                  <a:gd name="T83" fmla="*/ 294 h 794"/>
                  <a:gd name="T84" fmla="*/ 222 w 362"/>
                  <a:gd name="T85" fmla="*/ 280 h 794"/>
                  <a:gd name="T86" fmla="*/ 222 w 362"/>
                  <a:gd name="T87" fmla="*/ 264 h 794"/>
                  <a:gd name="T88" fmla="*/ 228 w 362"/>
                  <a:gd name="T89" fmla="*/ 240 h 794"/>
                  <a:gd name="T90" fmla="*/ 254 w 362"/>
                  <a:gd name="T91" fmla="*/ 210 h 794"/>
                  <a:gd name="T92" fmla="*/ 270 w 362"/>
                  <a:gd name="T93" fmla="*/ 198 h 794"/>
                  <a:gd name="T94" fmla="*/ 288 w 362"/>
                  <a:gd name="T95" fmla="*/ 182 h 794"/>
                  <a:gd name="T96" fmla="*/ 304 w 362"/>
                  <a:gd name="T97" fmla="*/ 158 h 794"/>
                  <a:gd name="T98" fmla="*/ 320 w 362"/>
                  <a:gd name="T99" fmla="*/ 130 h 794"/>
                  <a:gd name="T100" fmla="*/ 330 w 362"/>
                  <a:gd name="T101" fmla="*/ 100 h 794"/>
                  <a:gd name="T102" fmla="*/ 334 w 362"/>
                  <a:gd name="T103" fmla="*/ 68 h 794"/>
                  <a:gd name="T104" fmla="*/ 328 w 362"/>
                  <a:gd name="T105" fmla="*/ 40 h 794"/>
                  <a:gd name="T106" fmla="*/ 312 w 362"/>
                  <a:gd name="T107" fmla="*/ 16 h 794"/>
                  <a:gd name="T108" fmla="*/ 282 w 362"/>
                  <a:gd name="T109"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2" h="794">
                    <a:moveTo>
                      <a:pt x="282" y="0"/>
                    </a:moveTo>
                    <a:lnTo>
                      <a:pt x="282" y="0"/>
                    </a:lnTo>
                    <a:lnTo>
                      <a:pt x="270" y="0"/>
                    </a:lnTo>
                    <a:lnTo>
                      <a:pt x="258" y="0"/>
                    </a:lnTo>
                    <a:lnTo>
                      <a:pt x="248" y="4"/>
                    </a:lnTo>
                    <a:lnTo>
                      <a:pt x="240" y="10"/>
                    </a:lnTo>
                    <a:lnTo>
                      <a:pt x="230" y="16"/>
                    </a:lnTo>
                    <a:lnTo>
                      <a:pt x="222" y="24"/>
                    </a:lnTo>
                    <a:lnTo>
                      <a:pt x="208" y="44"/>
                    </a:lnTo>
                    <a:lnTo>
                      <a:pt x="196" y="66"/>
                    </a:lnTo>
                    <a:lnTo>
                      <a:pt x="188" y="88"/>
                    </a:lnTo>
                    <a:lnTo>
                      <a:pt x="174" y="132"/>
                    </a:lnTo>
                    <a:lnTo>
                      <a:pt x="174" y="132"/>
                    </a:lnTo>
                    <a:lnTo>
                      <a:pt x="170" y="140"/>
                    </a:lnTo>
                    <a:lnTo>
                      <a:pt x="166" y="150"/>
                    </a:lnTo>
                    <a:lnTo>
                      <a:pt x="156" y="166"/>
                    </a:lnTo>
                    <a:lnTo>
                      <a:pt x="142" y="180"/>
                    </a:lnTo>
                    <a:lnTo>
                      <a:pt x="126" y="196"/>
                    </a:lnTo>
                    <a:lnTo>
                      <a:pt x="108" y="214"/>
                    </a:lnTo>
                    <a:lnTo>
                      <a:pt x="92" y="232"/>
                    </a:lnTo>
                    <a:lnTo>
                      <a:pt x="78" y="256"/>
                    </a:lnTo>
                    <a:lnTo>
                      <a:pt x="72" y="268"/>
                    </a:lnTo>
                    <a:lnTo>
                      <a:pt x="66" y="284"/>
                    </a:lnTo>
                    <a:lnTo>
                      <a:pt x="66" y="284"/>
                    </a:lnTo>
                    <a:lnTo>
                      <a:pt x="42" y="350"/>
                    </a:lnTo>
                    <a:lnTo>
                      <a:pt x="28" y="386"/>
                    </a:lnTo>
                    <a:lnTo>
                      <a:pt x="16" y="422"/>
                    </a:lnTo>
                    <a:lnTo>
                      <a:pt x="8" y="458"/>
                    </a:lnTo>
                    <a:lnTo>
                      <a:pt x="2" y="492"/>
                    </a:lnTo>
                    <a:lnTo>
                      <a:pt x="0" y="510"/>
                    </a:lnTo>
                    <a:lnTo>
                      <a:pt x="0" y="526"/>
                    </a:lnTo>
                    <a:lnTo>
                      <a:pt x="2" y="540"/>
                    </a:lnTo>
                    <a:lnTo>
                      <a:pt x="4" y="554"/>
                    </a:lnTo>
                    <a:lnTo>
                      <a:pt x="4" y="554"/>
                    </a:lnTo>
                    <a:lnTo>
                      <a:pt x="8" y="568"/>
                    </a:lnTo>
                    <a:lnTo>
                      <a:pt x="8" y="582"/>
                    </a:lnTo>
                    <a:lnTo>
                      <a:pt x="10" y="614"/>
                    </a:lnTo>
                    <a:lnTo>
                      <a:pt x="14" y="646"/>
                    </a:lnTo>
                    <a:lnTo>
                      <a:pt x="16" y="664"/>
                    </a:lnTo>
                    <a:lnTo>
                      <a:pt x="20" y="680"/>
                    </a:lnTo>
                    <a:lnTo>
                      <a:pt x="26" y="696"/>
                    </a:lnTo>
                    <a:lnTo>
                      <a:pt x="36" y="712"/>
                    </a:lnTo>
                    <a:lnTo>
                      <a:pt x="46" y="726"/>
                    </a:lnTo>
                    <a:lnTo>
                      <a:pt x="60" y="740"/>
                    </a:lnTo>
                    <a:lnTo>
                      <a:pt x="78" y="754"/>
                    </a:lnTo>
                    <a:lnTo>
                      <a:pt x="102" y="766"/>
                    </a:lnTo>
                    <a:lnTo>
                      <a:pt x="128" y="778"/>
                    </a:lnTo>
                    <a:lnTo>
                      <a:pt x="160" y="788"/>
                    </a:lnTo>
                    <a:lnTo>
                      <a:pt x="160" y="788"/>
                    </a:lnTo>
                    <a:lnTo>
                      <a:pt x="176" y="792"/>
                    </a:lnTo>
                    <a:lnTo>
                      <a:pt x="192" y="794"/>
                    </a:lnTo>
                    <a:lnTo>
                      <a:pt x="206" y="794"/>
                    </a:lnTo>
                    <a:lnTo>
                      <a:pt x="220" y="794"/>
                    </a:lnTo>
                    <a:lnTo>
                      <a:pt x="234" y="792"/>
                    </a:lnTo>
                    <a:lnTo>
                      <a:pt x="246" y="788"/>
                    </a:lnTo>
                    <a:lnTo>
                      <a:pt x="256" y="782"/>
                    </a:lnTo>
                    <a:lnTo>
                      <a:pt x="266" y="776"/>
                    </a:lnTo>
                    <a:lnTo>
                      <a:pt x="276" y="770"/>
                    </a:lnTo>
                    <a:lnTo>
                      <a:pt x="286" y="762"/>
                    </a:lnTo>
                    <a:lnTo>
                      <a:pt x="302" y="742"/>
                    </a:lnTo>
                    <a:lnTo>
                      <a:pt x="314" y="722"/>
                    </a:lnTo>
                    <a:lnTo>
                      <a:pt x="326" y="698"/>
                    </a:lnTo>
                    <a:lnTo>
                      <a:pt x="334" y="672"/>
                    </a:lnTo>
                    <a:lnTo>
                      <a:pt x="342" y="646"/>
                    </a:lnTo>
                    <a:lnTo>
                      <a:pt x="348" y="618"/>
                    </a:lnTo>
                    <a:lnTo>
                      <a:pt x="352" y="592"/>
                    </a:lnTo>
                    <a:lnTo>
                      <a:pt x="358" y="542"/>
                    </a:lnTo>
                    <a:lnTo>
                      <a:pt x="362" y="504"/>
                    </a:lnTo>
                    <a:lnTo>
                      <a:pt x="362" y="504"/>
                    </a:lnTo>
                    <a:lnTo>
                      <a:pt x="362" y="486"/>
                    </a:lnTo>
                    <a:lnTo>
                      <a:pt x="362" y="470"/>
                    </a:lnTo>
                    <a:lnTo>
                      <a:pt x="360" y="454"/>
                    </a:lnTo>
                    <a:lnTo>
                      <a:pt x="358" y="440"/>
                    </a:lnTo>
                    <a:lnTo>
                      <a:pt x="350" y="410"/>
                    </a:lnTo>
                    <a:lnTo>
                      <a:pt x="336" y="384"/>
                    </a:lnTo>
                    <a:lnTo>
                      <a:pt x="320" y="360"/>
                    </a:lnTo>
                    <a:lnTo>
                      <a:pt x="302" y="340"/>
                    </a:lnTo>
                    <a:lnTo>
                      <a:pt x="280" y="324"/>
                    </a:lnTo>
                    <a:lnTo>
                      <a:pt x="268" y="318"/>
                    </a:lnTo>
                    <a:lnTo>
                      <a:pt x="258" y="312"/>
                    </a:lnTo>
                    <a:lnTo>
                      <a:pt x="258" y="312"/>
                    </a:lnTo>
                    <a:lnTo>
                      <a:pt x="246" y="306"/>
                    </a:lnTo>
                    <a:lnTo>
                      <a:pt x="238" y="300"/>
                    </a:lnTo>
                    <a:lnTo>
                      <a:pt x="230" y="294"/>
                    </a:lnTo>
                    <a:lnTo>
                      <a:pt x="226" y="288"/>
                    </a:lnTo>
                    <a:lnTo>
                      <a:pt x="222" y="280"/>
                    </a:lnTo>
                    <a:lnTo>
                      <a:pt x="222" y="272"/>
                    </a:lnTo>
                    <a:lnTo>
                      <a:pt x="222" y="264"/>
                    </a:lnTo>
                    <a:lnTo>
                      <a:pt x="222" y="256"/>
                    </a:lnTo>
                    <a:lnTo>
                      <a:pt x="228" y="240"/>
                    </a:lnTo>
                    <a:lnTo>
                      <a:pt x="240" y="224"/>
                    </a:lnTo>
                    <a:lnTo>
                      <a:pt x="254" y="210"/>
                    </a:lnTo>
                    <a:lnTo>
                      <a:pt x="270" y="198"/>
                    </a:lnTo>
                    <a:lnTo>
                      <a:pt x="270" y="198"/>
                    </a:lnTo>
                    <a:lnTo>
                      <a:pt x="278" y="190"/>
                    </a:lnTo>
                    <a:lnTo>
                      <a:pt x="288" y="182"/>
                    </a:lnTo>
                    <a:lnTo>
                      <a:pt x="296" y="170"/>
                    </a:lnTo>
                    <a:lnTo>
                      <a:pt x="304" y="158"/>
                    </a:lnTo>
                    <a:lnTo>
                      <a:pt x="312" y="144"/>
                    </a:lnTo>
                    <a:lnTo>
                      <a:pt x="320" y="130"/>
                    </a:lnTo>
                    <a:lnTo>
                      <a:pt x="326" y="116"/>
                    </a:lnTo>
                    <a:lnTo>
                      <a:pt x="330" y="100"/>
                    </a:lnTo>
                    <a:lnTo>
                      <a:pt x="332" y="84"/>
                    </a:lnTo>
                    <a:lnTo>
                      <a:pt x="334" y="68"/>
                    </a:lnTo>
                    <a:lnTo>
                      <a:pt x="332" y="54"/>
                    </a:lnTo>
                    <a:lnTo>
                      <a:pt x="328" y="40"/>
                    </a:lnTo>
                    <a:lnTo>
                      <a:pt x="322" y="28"/>
                    </a:lnTo>
                    <a:lnTo>
                      <a:pt x="312" y="16"/>
                    </a:lnTo>
                    <a:lnTo>
                      <a:pt x="298" y="8"/>
                    </a:lnTo>
                    <a:lnTo>
                      <a:pt x="282" y="0"/>
                    </a:lnTo>
                    <a:lnTo>
                      <a:pt x="282" y="0"/>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1" name="Freeform 70"/>
              <p:cNvSpPr>
                <a:spLocks/>
              </p:cNvSpPr>
              <p:nvPr/>
            </p:nvSpPr>
            <p:spPr bwMode="auto">
              <a:xfrm>
                <a:off x="3194050" y="3257550"/>
                <a:ext cx="571500" cy="768350"/>
              </a:xfrm>
              <a:custGeom>
                <a:avLst/>
                <a:gdLst>
                  <a:gd name="T0" fmla="*/ 298 w 360"/>
                  <a:gd name="T1" fmla="*/ 394 h 484"/>
                  <a:gd name="T2" fmla="*/ 296 w 360"/>
                  <a:gd name="T3" fmla="*/ 416 h 484"/>
                  <a:gd name="T4" fmla="*/ 288 w 360"/>
                  <a:gd name="T5" fmla="*/ 444 h 484"/>
                  <a:gd name="T6" fmla="*/ 270 w 360"/>
                  <a:gd name="T7" fmla="*/ 468 h 484"/>
                  <a:gd name="T8" fmla="*/ 248 w 360"/>
                  <a:gd name="T9" fmla="*/ 482 h 484"/>
                  <a:gd name="T10" fmla="*/ 230 w 360"/>
                  <a:gd name="T11" fmla="*/ 484 h 484"/>
                  <a:gd name="T12" fmla="*/ 182 w 360"/>
                  <a:gd name="T13" fmla="*/ 478 h 484"/>
                  <a:gd name="T14" fmla="*/ 100 w 360"/>
                  <a:gd name="T15" fmla="*/ 458 h 484"/>
                  <a:gd name="T16" fmla="*/ 66 w 360"/>
                  <a:gd name="T17" fmla="*/ 444 h 484"/>
                  <a:gd name="T18" fmla="*/ 54 w 360"/>
                  <a:gd name="T19" fmla="*/ 436 h 484"/>
                  <a:gd name="T20" fmla="*/ 34 w 360"/>
                  <a:gd name="T21" fmla="*/ 420 h 484"/>
                  <a:gd name="T22" fmla="*/ 22 w 360"/>
                  <a:gd name="T23" fmla="*/ 400 h 484"/>
                  <a:gd name="T24" fmla="*/ 12 w 360"/>
                  <a:gd name="T25" fmla="*/ 366 h 484"/>
                  <a:gd name="T26" fmla="*/ 8 w 360"/>
                  <a:gd name="T27" fmla="*/ 312 h 484"/>
                  <a:gd name="T28" fmla="*/ 4 w 360"/>
                  <a:gd name="T29" fmla="*/ 252 h 484"/>
                  <a:gd name="T30" fmla="*/ 0 w 360"/>
                  <a:gd name="T31" fmla="*/ 214 h 484"/>
                  <a:gd name="T32" fmla="*/ 4 w 360"/>
                  <a:gd name="T33" fmla="*/ 160 h 484"/>
                  <a:gd name="T34" fmla="*/ 12 w 360"/>
                  <a:gd name="T35" fmla="*/ 128 h 484"/>
                  <a:gd name="T36" fmla="*/ 24 w 360"/>
                  <a:gd name="T37" fmla="*/ 98 h 484"/>
                  <a:gd name="T38" fmla="*/ 42 w 360"/>
                  <a:gd name="T39" fmla="*/ 70 h 484"/>
                  <a:gd name="T40" fmla="*/ 68 w 360"/>
                  <a:gd name="T41" fmla="*/ 48 h 484"/>
                  <a:gd name="T42" fmla="*/ 98 w 360"/>
                  <a:gd name="T43" fmla="*/ 30 h 484"/>
                  <a:gd name="T44" fmla="*/ 116 w 360"/>
                  <a:gd name="T45" fmla="*/ 22 h 484"/>
                  <a:gd name="T46" fmla="*/ 180 w 360"/>
                  <a:gd name="T47" fmla="*/ 4 h 484"/>
                  <a:gd name="T48" fmla="*/ 228 w 360"/>
                  <a:gd name="T49" fmla="*/ 0 h 484"/>
                  <a:gd name="T50" fmla="*/ 266 w 360"/>
                  <a:gd name="T51" fmla="*/ 8 h 484"/>
                  <a:gd name="T52" fmla="*/ 292 w 360"/>
                  <a:gd name="T53" fmla="*/ 20 h 484"/>
                  <a:gd name="T54" fmla="*/ 304 w 360"/>
                  <a:gd name="T55" fmla="*/ 28 h 484"/>
                  <a:gd name="T56" fmla="*/ 324 w 360"/>
                  <a:gd name="T57" fmla="*/ 44 h 484"/>
                  <a:gd name="T58" fmla="*/ 334 w 360"/>
                  <a:gd name="T59" fmla="*/ 64 h 484"/>
                  <a:gd name="T60" fmla="*/ 340 w 360"/>
                  <a:gd name="T61" fmla="*/ 84 h 484"/>
                  <a:gd name="T62" fmla="*/ 336 w 360"/>
                  <a:gd name="T63" fmla="*/ 122 h 484"/>
                  <a:gd name="T64" fmla="*/ 320 w 360"/>
                  <a:gd name="T65" fmla="*/ 156 h 484"/>
                  <a:gd name="T66" fmla="*/ 328 w 360"/>
                  <a:gd name="T67" fmla="*/ 166 h 484"/>
                  <a:gd name="T68" fmla="*/ 340 w 360"/>
                  <a:gd name="T69" fmla="*/ 194 h 484"/>
                  <a:gd name="T70" fmla="*/ 344 w 360"/>
                  <a:gd name="T71" fmla="*/ 226 h 484"/>
                  <a:gd name="T72" fmla="*/ 336 w 360"/>
                  <a:gd name="T73" fmla="*/ 258 h 484"/>
                  <a:gd name="T74" fmla="*/ 326 w 360"/>
                  <a:gd name="T75" fmla="*/ 270 h 484"/>
                  <a:gd name="T76" fmla="*/ 308 w 360"/>
                  <a:gd name="T77" fmla="*/ 282 h 484"/>
                  <a:gd name="T78" fmla="*/ 326 w 360"/>
                  <a:gd name="T79" fmla="*/ 288 h 484"/>
                  <a:gd name="T80" fmla="*/ 338 w 360"/>
                  <a:gd name="T81" fmla="*/ 296 h 484"/>
                  <a:gd name="T82" fmla="*/ 348 w 360"/>
                  <a:gd name="T83" fmla="*/ 306 h 484"/>
                  <a:gd name="T84" fmla="*/ 360 w 360"/>
                  <a:gd name="T85" fmla="*/ 332 h 484"/>
                  <a:gd name="T86" fmla="*/ 356 w 360"/>
                  <a:gd name="T87" fmla="*/ 362 h 484"/>
                  <a:gd name="T88" fmla="*/ 346 w 360"/>
                  <a:gd name="T89" fmla="*/ 380 h 484"/>
                  <a:gd name="T90" fmla="*/ 332 w 360"/>
                  <a:gd name="T91" fmla="*/ 388 h 484"/>
                  <a:gd name="T92" fmla="*/ 324 w 360"/>
                  <a:gd name="T93" fmla="*/ 392 h 484"/>
                  <a:gd name="T94" fmla="*/ 298 w 360"/>
                  <a:gd name="T95" fmla="*/ 394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0" h="484">
                    <a:moveTo>
                      <a:pt x="298" y="394"/>
                    </a:moveTo>
                    <a:lnTo>
                      <a:pt x="298" y="394"/>
                    </a:lnTo>
                    <a:lnTo>
                      <a:pt x="298" y="404"/>
                    </a:lnTo>
                    <a:lnTo>
                      <a:pt x="296" y="416"/>
                    </a:lnTo>
                    <a:lnTo>
                      <a:pt x="294" y="428"/>
                    </a:lnTo>
                    <a:lnTo>
                      <a:pt x="288" y="444"/>
                    </a:lnTo>
                    <a:lnTo>
                      <a:pt x="280" y="456"/>
                    </a:lnTo>
                    <a:lnTo>
                      <a:pt x="270" y="468"/>
                    </a:lnTo>
                    <a:lnTo>
                      <a:pt x="260" y="478"/>
                    </a:lnTo>
                    <a:lnTo>
                      <a:pt x="248" y="482"/>
                    </a:lnTo>
                    <a:lnTo>
                      <a:pt x="248" y="482"/>
                    </a:lnTo>
                    <a:lnTo>
                      <a:pt x="230" y="484"/>
                    </a:lnTo>
                    <a:lnTo>
                      <a:pt x="208" y="482"/>
                    </a:lnTo>
                    <a:lnTo>
                      <a:pt x="182" y="478"/>
                    </a:lnTo>
                    <a:lnTo>
                      <a:pt x="154" y="472"/>
                    </a:lnTo>
                    <a:lnTo>
                      <a:pt x="100" y="458"/>
                    </a:lnTo>
                    <a:lnTo>
                      <a:pt x="80" y="450"/>
                    </a:lnTo>
                    <a:lnTo>
                      <a:pt x="66" y="444"/>
                    </a:lnTo>
                    <a:lnTo>
                      <a:pt x="66" y="444"/>
                    </a:lnTo>
                    <a:lnTo>
                      <a:pt x="54" y="436"/>
                    </a:lnTo>
                    <a:lnTo>
                      <a:pt x="42" y="428"/>
                    </a:lnTo>
                    <a:lnTo>
                      <a:pt x="34" y="420"/>
                    </a:lnTo>
                    <a:lnTo>
                      <a:pt x="28" y="410"/>
                    </a:lnTo>
                    <a:lnTo>
                      <a:pt x="22" y="400"/>
                    </a:lnTo>
                    <a:lnTo>
                      <a:pt x="18" y="390"/>
                    </a:lnTo>
                    <a:lnTo>
                      <a:pt x="12" y="366"/>
                    </a:lnTo>
                    <a:lnTo>
                      <a:pt x="8" y="340"/>
                    </a:lnTo>
                    <a:lnTo>
                      <a:pt x="8" y="312"/>
                    </a:lnTo>
                    <a:lnTo>
                      <a:pt x="6" y="284"/>
                    </a:lnTo>
                    <a:lnTo>
                      <a:pt x="4" y="252"/>
                    </a:lnTo>
                    <a:lnTo>
                      <a:pt x="4" y="252"/>
                    </a:lnTo>
                    <a:lnTo>
                      <a:pt x="0" y="214"/>
                    </a:lnTo>
                    <a:lnTo>
                      <a:pt x="2" y="178"/>
                    </a:lnTo>
                    <a:lnTo>
                      <a:pt x="4" y="160"/>
                    </a:lnTo>
                    <a:lnTo>
                      <a:pt x="8" y="144"/>
                    </a:lnTo>
                    <a:lnTo>
                      <a:pt x="12" y="128"/>
                    </a:lnTo>
                    <a:lnTo>
                      <a:pt x="18" y="112"/>
                    </a:lnTo>
                    <a:lnTo>
                      <a:pt x="24" y="98"/>
                    </a:lnTo>
                    <a:lnTo>
                      <a:pt x="32" y="84"/>
                    </a:lnTo>
                    <a:lnTo>
                      <a:pt x="42" y="70"/>
                    </a:lnTo>
                    <a:lnTo>
                      <a:pt x="54" y="60"/>
                    </a:lnTo>
                    <a:lnTo>
                      <a:pt x="68" y="48"/>
                    </a:lnTo>
                    <a:lnTo>
                      <a:pt x="82" y="38"/>
                    </a:lnTo>
                    <a:lnTo>
                      <a:pt x="98" y="30"/>
                    </a:lnTo>
                    <a:lnTo>
                      <a:pt x="116" y="22"/>
                    </a:lnTo>
                    <a:lnTo>
                      <a:pt x="116" y="22"/>
                    </a:lnTo>
                    <a:lnTo>
                      <a:pt x="158" y="10"/>
                    </a:lnTo>
                    <a:lnTo>
                      <a:pt x="180" y="4"/>
                    </a:lnTo>
                    <a:lnTo>
                      <a:pt x="204" y="2"/>
                    </a:lnTo>
                    <a:lnTo>
                      <a:pt x="228" y="0"/>
                    </a:lnTo>
                    <a:lnTo>
                      <a:pt x="254" y="4"/>
                    </a:lnTo>
                    <a:lnTo>
                      <a:pt x="266" y="8"/>
                    </a:lnTo>
                    <a:lnTo>
                      <a:pt x="278" y="14"/>
                    </a:lnTo>
                    <a:lnTo>
                      <a:pt x="292" y="20"/>
                    </a:lnTo>
                    <a:lnTo>
                      <a:pt x="304" y="28"/>
                    </a:lnTo>
                    <a:lnTo>
                      <a:pt x="304" y="28"/>
                    </a:lnTo>
                    <a:lnTo>
                      <a:pt x="316" y="36"/>
                    </a:lnTo>
                    <a:lnTo>
                      <a:pt x="324" y="44"/>
                    </a:lnTo>
                    <a:lnTo>
                      <a:pt x="330" y="54"/>
                    </a:lnTo>
                    <a:lnTo>
                      <a:pt x="334" y="64"/>
                    </a:lnTo>
                    <a:lnTo>
                      <a:pt x="338" y="74"/>
                    </a:lnTo>
                    <a:lnTo>
                      <a:pt x="340" y="84"/>
                    </a:lnTo>
                    <a:lnTo>
                      <a:pt x="338" y="104"/>
                    </a:lnTo>
                    <a:lnTo>
                      <a:pt x="336" y="122"/>
                    </a:lnTo>
                    <a:lnTo>
                      <a:pt x="330" y="136"/>
                    </a:lnTo>
                    <a:lnTo>
                      <a:pt x="320" y="156"/>
                    </a:lnTo>
                    <a:lnTo>
                      <a:pt x="320" y="156"/>
                    </a:lnTo>
                    <a:lnTo>
                      <a:pt x="328" y="166"/>
                    </a:lnTo>
                    <a:lnTo>
                      <a:pt x="336" y="178"/>
                    </a:lnTo>
                    <a:lnTo>
                      <a:pt x="340" y="194"/>
                    </a:lnTo>
                    <a:lnTo>
                      <a:pt x="344" y="210"/>
                    </a:lnTo>
                    <a:lnTo>
                      <a:pt x="344" y="226"/>
                    </a:lnTo>
                    <a:lnTo>
                      <a:pt x="342" y="242"/>
                    </a:lnTo>
                    <a:lnTo>
                      <a:pt x="336" y="258"/>
                    </a:lnTo>
                    <a:lnTo>
                      <a:pt x="326" y="270"/>
                    </a:lnTo>
                    <a:lnTo>
                      <a:pt x="326" y="270"/>
                    </a:lnTo>
                    <a:lnTo>
                      <a:pt x="318" y="278"/>
                    </a:lnTo>
                    <a:lnTo>
                      <a:pt x="308" y="282"/>
                    </a:lnTo>
                    <a:lnTo>
                      <a:pt x="308" y="282"/>
                    </a:lnTo>
                    <a:lnTo>
                      <a:pt x="326" y="288"/>
                    </a:lnTo>
                    <a:lnTo>
                      <a:pt x="338" y="296"/>
                    </a:lnTo>
                    <a:lnTo>
                      <a:pt x="338" y="296"/>
                    </a:lnTo>
                    <a:lnTo>
                      <a:pt x="344" y="300"/>
                    </a:lnTo>
                    <a:lnTo>
                      <a:pt x="348" y="306"/>
                    </a:lnTo>
                    <a:lnTo>
                      <a:pt x="356" y="318"/>
                    </a:lnTo>
                    <a:lnTo>
                      <a:pt x="360" y="332"/>
                    </a:lnTo>
                    <a:lnTo>
                      <a:pt x="360" y="348"/>
                    </a:lnTo>
                    <a:lnTo>
                      <a:pt x="356" y="362"/>
                    </a:lnTo>
                    <a:lnTo>
                      <a:pt x="350" y="376"/>
                    </a:lnTo>
                    <a:lnTo>
                      <a:pt x="346" y="380"/>
                    </a:lnTo>
                    <a:lnTo>
                      <a:pt x="340" y="386"/>
                    </a:lnTo>
                    <a:lnTo>
                      <a:pt x="332" y="388"/>
                    </a:lnTo>
                    <a:lnTo>
                      <a:pt x="324" y="392"/>
                    </a:lnTo>
                    <a:lnTo>
                      <a:pt x="324" y="392"/>
                    </a:lnTo>
                    <a:lnTo>
                      <a:pt x="298" y="394"/>
                    </a:lnTo>
                    <a:lnTo>
                      <a:pt x="298" y="394"/>
                    </a:lnTo>
                    <a:close/>
                  </a:path>
                </a:pathLst>
              </a:custGeom>
              <a:solidFill>
                <a:srgbClr val="DFB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2" name="Freeform 71"/>
              <p:cNvSpPr>
                <a:spLocks/>
              </p:cNvSpPr>
              <p:nvPr/>
            </p:nvSpPr>
            <p:spPr bwMode="auto">
              <a:xfrm>
                <a:off x="3238500" y="3663950"/>
                <a:ext cx="549275" cy="215900"/>
              </a:xfrm>
              <a:custGeom>
                <a:avLst/>
                <a:gdLst>
                  <a:gd name="T0" fmla="*/ 324 w 346"/>
                  <a:gd name="T1" fmla="*/ 42 h 136"/>
                  <a:gd name="T2" fmla="*/ 324 w 346"/>
                  <a:gd name="T3" fmla="*/ 42 h 136"/>
                  <a:gd name="T4" fmla="*/ 330 w 346"/>
                  <a:gd name="T5" fmla="*/ 46 h 136"/>
                  <a:gd name="T6" fmla="*/ 334 w 346"/>
                  <a:gd name="T7" fmla="*/ 52 h 136"/>
                  <a:gd name="T8" fmla="*/ 342 w 346"/>
                  <a:gd name="T9" fmla="*/ 64 h 136"/>
                  <a:gd name="T10" fmla="*/ 346 w 346"/>
                  <a:gd name="T11" fmla="*/ 78 h 136"/>
                  <a:gd name="T12" fmla="*/ 346 w 346"/>
                  <a:gd name="T13" fmla="*/ 92 h 136"/>
                  <a:gd name="T14" fmla="*/ 344 w 346"/>
                  <a:gd name="T15" fmla="*/ 106 h 136"/>
                  <a:gd name="T16" fmla="*/ 336 w 346"/>
                  <a:gd name="T17" fmla="*/ 118 h 136"/>
                  <a:gd name="T18" fmla="*/ 332 w 346"/>
                  <a:gd name="T19" fmla="*/ 122 h 136"/>
                  <a:gd name="T20" fmla="*/ 326 w 346"/>
                  <a:gd name="T21" fmla="*/ 128 h 136"/>
                  <a:gd name="T22" fmla="*/ 320 w 346"/>
                  <a:gd name="T23" fmla="*/ 130 h 136"/>
                  <a:gd name="T24" fmla="*/ 312 w 346"/>
                  <a:gd name="T25" fmla="*/ 132 h 136"/>
                  <a:gd name="T26" fmla="*/ 312 w 346"/>
                  <a:gd name="T27" fmla="*/ 132 h 136"/>
                  <a:gd name="T28" fmla="*/ 294 w 346"/>
                  <a:gd name="T29" fmla="*/ 136 h 136"/>
                  <a:gd name="T30" fmla="*/ 270 w 346"/>
                  <a:gd name="T31" fmla="*/ 136 h 136"/>
                  <a:gd name="T32" fmla="*/ 246 w 346"/>
                  <a:gd name="T33" fmla="*/ 134 h 136"/>
                  <a:gd name="T34" fmla="*/ 218 w 346"/>
                  <a:gd name="T35" fmla="*/ 130 h 136"/>
                  <a:gd name="T36" fmla="*/ 166 w 346"/>
                  <a:gd name="T37" fmla="*/ 122 h 136"/>
                  <a:gd name="T38" fmla="*/ 142 w 346"/>
                  <a:gd name="T39" fmla="*/ 116 h 136"/>
                  <a:gd name="T40" fmla="*/ 122 w 346"/>
                  <a:gd name="T41" fmla="*/ 110 h 136"/>
                  <a:gd name="T42" fmla="*/ 122 w 346"/>
                  <a:gd name="T43" fmla="*/ 110 h 136"/>
                  <a:gd name="T44" fmla="*/ 90 w 346"/>
                  <a:gd name="T45" fmla="*/ 98 h 136"/>
                  <a:gd name="T46" fmla="*/ 66 w 346"/>
                  <a:gd name="T47" fmla="*/ 88 h 136"/>
                  <a:gd name="T48" fmla="*/ 24 w 346"/>
                  <a:gd name="T49" fmla="*/ 68 h 136"/>
                  <a:gd name="T50" fmla="*/ 24 w 346"/>
                  <a:gd name="T51" fmla="*/ 68 h 136"/>
                  <a:gd name="T52" fmla="*/ 14 w 346"/>
                  <a:gd name="T53" fmla="*/ 62 h 136"/>
                  <a:gd name="T54" fmla="*/ 6 w 346"/>
                  <a:gd name="T55" fmla="*/ 54 h 136"/>
                  <a:gd name="T56" fmla="*/ 2 w 346"/>
                  <a:gd name="T57" fmla="*/ 46 h 136"/>
                  <a:gd name="T58" fmla="*/ 0 w 346"/>
                  <a:gd name="T59" fmla="*/ 34 h 136"/>
                  <a:gd name="T60" fmla="*/ 0 w 346"/>
                  <a:gd name="T61" fmla="*/ 24 h 136"/>
                  <a:gd name="T62" fmla="*/ 4 w 346"/>
                  <a:gd name="T63" fmla="*/ 16 h 136"/>
                  <a:gd name="T64" fmla="*/ 8 w 346"/>
                  <a:gd name="T65" fmla="*/ 8 h 136"/>
                  <a:gd name="T66" fmla="*/ 16 w 346"/>
                  <a:gd name="T67" fmla="*/ 4 h 136"/>
                  <a:gd name="T68" fmla="*/ 16 w 346"/>
                  <a:gd name="T69" fmla="*/ 4 h 136"/>
                  <a:gd name="T70" fmla="*/ 34 w 346"/>
                  <a:gd name="T71" fmla="*/ 2 h 136"/>
                  <a:gd name="T72" fmla="*/ 66 w 346"/>
                  <a:gd name="T73" fmla="*/ 0 h 136"/>
                  <a:gd name="T74" fmla="*/ 110 w 346"/>
                  <a:gd name="T75" fmla="*/ 2 h 136"/>
                  <a:gd name="T76" fmla="*/ 160 w 346"/>
                  <a:gd name="T77" fmla="*/ 6 h 136"/>
                  <a:gd name="T78" fmla="*/ 212 w 346"/>
                  <a:gd name="T79" fmla="*/ 12 h 136"/>
                  <a:gd name="T80" fmla="*/ 258 w 346"/>
                  <a:gd name="T81" fmla="*/ 20 h 136"/>
                  <a:gd name="T82" fmla="*/ 280 w 346"/>
                  <a:gd name="T83" fmla="*/ 24 h 136"/>
                  <a:gd name="T84" fmla="*/ 298 w 346"/>
                  <a:gd name="T85" fmla="*/ 30 h 136"/>
                  <a:gd name="T86" fmla="*/ 312 w 346"/>
                  <a:gd name="T87" fmla="*/ 36 h 136"/>
                  <a:gd name="T88" fmla="*/ 324 w 346"/>
                  <a:gd name="T89" fmla="*/ 42 h 136"/>
                  <a:gd name="T90" fmla="*/ 324 w 346"/>
                  <a:gd name="T91" fmla="*/ 4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6" h="136">
                    <a:moveTo>
                      <a:pt x="324" y="42"/>
                    </a:moveTo>
                    <a:lnTo>
                      <a:pt x="324" y="42"/>
                    </a:lnTo>
                    <a:lnTo>
                      <a:pt x="330" y="46"/>
                    </a:lnTo>
                    <a:lnTo>
                      <a:pt x="334" y="52"/>
                    </a:lnTo>
                    <a:lnTo>
                      <a:pt x="342" y="64"/>
                    </a:lnTo>
                    <a:lnTo>
                      <a:pt x="346" y="78"/>
                    </a:lnTo>
                    <a:lnTo>
                      <a:pt x="346" y="92"/>
                    </a:lnTo>
                    <a:lnTo>
                      <a:pt x="344" y="106"/>
                    </a:lnTo>
                    <a:lnTo>
                      <a:pt x="336" y="118"/>
                    </a:lnTo>
                    <a:lnTo>
                      <a:pt x="332" y="122"/>
                    </a:lnTo>
                    <a:lnTo>
                      <a:pt x="326" y="128"/>
                    </a:lnTo>
                    <a:lnTo>
                      <a:pt x="320" y="130"/>
                    </a:lnTo>
                    <a:lnTo>
                      <a:pt x="312" y="132"/>
                    </a:lnTo>
                    <a:lnTo>
                      <a:pt x="312" y="132"/>
                    </a:lnTo>
                    <a:lnTo>
                      <a:pt x="294" y="136"/>
                    </a:lnTo>
                    <a:lnTo>
                      <a:pt x="270" y="136"/>
                    </a:lnTo>
                    <a:lnTo>
                      <a:pt x="246" y="134"/>
                    </a:lnTo>
                    <a:lnTo>
                      <a:pt x="218" y="130"/>
                    </a:lnTo>
                    <a:lnTo>
                      <a:pt x="166" y="122"/>
                    </a:lnTo>
                    <a:lnTo>
                      <a:pt x="142" y="116"/>
                    </a:lnTo>
                    <a:lnTo>
                      <a:pt x="122" y="110"/>
                    </a:lnTo>
                    <a:lnTo>
                      <a:pt x="122" y="110"/>
                    </a:lnTo>
                    <a:lnTo>
                      <a:pt x="90" y="98"/>
                    </a:lnTo>
                    <a:lnTo>
                      <a:pt x="66" y="88"/>
                    </a:lnTo>
                    <a:lnTo>
                      <a:pt x="24" y="68"/>
                    </a:lnTo>
                    <a:lnTo>
                      <a:pt x="24" y="68"/>
                    </a:lnTo>
                    <a:lnTo>
                      <a:pt x="14" y="62"/>
                    </a:lnTo>
                    <a:lnTo>
                      <a:pt x="6" y="54"/>
                    </a:lnTo>
                    <a:lnTo>
                      <a:pt x="2" y="46"/>
                    </a:lnTo>
                    <a:lnTo>
                      <a:pt x="0" y="34"/>
                    </a:lnTo>
                    <a:lnTo>
                      <a:pt x="0" y="24"/>
                    </a:lnTo>
                    <a:lnTo>
                      <a:pt x="4" y="16"/>
                    </a:lnTo>
                    <a:lnTo>
                      <a:pt x="8" y="8"/>
                    </a:lnTo>
                    <a:lnTo>
                      <a:pt x="16" y="4"/>
                    </a:lnTo>
                    <a:lnTo>
                      <a:pt x="16" y="4"/>
                    </a:lnTo>
                    <a:lnTo>
                      <a:pt x="34" y="2"/>
                    </a:lnTo>
                    <a:lnTo>
                      <a:pt x="66" y="0"/>
                    </a:lnTo>
                    <a:lnTo>
                      <a:pt x="110" y="2"/>
                    </a:lnTo>
                    <a:lnTo>
                      <a:pt x="160" y="6"/>
                    </a:lnTo>
                    <a:lnTo>
                      <a:pt x="212" y="12"/>
                    </a:lnTo>
                    <a:lnTo>
                      <a:pt x="258" y="20"/>
                    </a:lnTo>
                    <a:lnTo>
                      <a:pt x="280" y="24"/>
                    </a:lnTo>
                    <a:lnTo>
                      <a:pt x="298" y="30"/>
                    </a:lnTo>
                    <a:lnTo>
                      <a:pt x="312" y="36"/>
                    </a:lnTo>
                    <a:lnTo>
                      <a:pt x="324" y="42"/>
                    </a:lnTo>
                    <a:lnTo>
                      <a:pt x="324" y="42"/>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3" name="Freeform 72"/>
              <p:cNvSpPr>
                <a:spLocks/>
              </p:cNvSpPr>
              <p:nvPr/>
            </p:nvSpPr>
            <p:spPr bwMode="auto">
              <a:xfrm>
                <a:off x="3248025" y="3790950"/>
                <a:ext cx="434975" cy="238125"/>
              </a:xfrm>
              <a:custGeom>
                <a:avLst/>
                <a:gdLst>
                  <a:gd name="T0" fmla="*/ 270 w 274"/>
                  <a:gd name="T1" fmla="*/ 62 h 150"/>
                  <a:gd name="T2" fmla="*/ 270 w 274"/>
                  <a:gd name="T3" fmla="*/ 62 h 150"/>
                  <a:gd name="T4" fmla="*/ 274 w 274"/>
                  <a:gd name="T5" fmla="*/ 70 h 150"/>
                  <a:gd name="T6" fmla="*/ 274 w 274"/>
                  <a:gd name="T7" fmla="*/ 80 h 150"/>
                  <a:gd name="T8" fmla="*/ 270 w 274"/>
                  <a:gd name="T9" fmla="*/ 94 h 150"/>
                  <a:gd name="T10" fmla="*/ 266 w 274"/>
                  <a:gd name="T11" fmla="*/ 108 h 150"/>
                  <a:gd name="T12" fmla="*/ 260 w 274"/>
                  <a:gd name="T13" fmla="*/ 120 h 150"/>
                  <a:gd name="T14" fmla="*/ 250 w 274"/>
                  <a:gd name="T15" fmla="*/ 134 h 150"/>
                  <a:gd name="T16" fmla="*/ 240 w 274"/>
                  <a:gd name="T17" fmla="*/ 142 h 150"/>
                  <a:gd name="T18" fmla="*/ 234 w 274"/>
                  <a:gd name="T19" fmla="*/ 146 h 150"/>
                  <a:gd name="T20" fmla="*/ 226 w 274"/>
                  <a:gd name="T21" fmla="*/ 148 h 150"/>
                  <a:gd name="T22" fmla="*/ 226 w 274"/>
                  <a:gd name="T23" fmla="*/ 148 h 150"/>
                  <a:gd name="T24" fmla="*/ 208 w 274"/>
                  <a:gd name="T25" fmla="*/ 150 h 150"/>
                  <a:gd name="T26" fmla="*/ 186 w 274"/>
                  <a:gd name="T27" fmla="*/ 148 h 150"/>
                  <a:gd name="T28" fmla="*/ 160 w 274"/>
                  <a:gd name="T29" fmla="*/ 144 h 150"/>
                  <a:gd name="T30" fmla="*/ 132 w 274"/>
                  <a:gd name="T31" fmla="*/ 140 h 150"/>
                  <a:gd name="T32" fmla="*/ 104 w 274"/>
                  <a:gd name="T33" fmla="*/ 132 h 150"/>
                  <a:gd name="T34" fmla="*/ 80 w 274"/>
                  <a:gd name="T35" fmla="*/ 124 h 150"/>
                  <a:gd name="T36" fmla="*/ 58 w 274"/>
                  <a:gd name="T37" fmla="*/ 116 h 150"/>
                  <a:gd name="T38" fmla="*/ 44 w 274"/>
                  <a:gd name="T39" fmla="*/ 108 h 150"/>
                  <a:gd name="T40" fmla="*/ 44 w 274"/>
                  <a:gd name="T41" fmla="*/ 108 h 150"/>
                  <a:gd name="T42" fmla="*/ 24 w 274"/>
                  <a:gd name="T43" fmla="*/ 94 h 150"/>
                  <a:gd name="T44" fmla="*/ 16 w 274"/>
                  <a:gd name="T45" fmla="*/ 84 h 150"/>
                  <a:gd name="T46" fmla="*/ 10 w 274"/>
                  <a:gd name="T47" fmla="*/ 76 h 150"/>
                  <a:gd name="T48" fmla="*/ 4 w 274"/>
                  <a:gd name="T49" fmla="*/ 64 h 150"/>
                  <a:gd name="T50" fmla="*/ 0 w 274"/>
                  <a:gd name="T51" fmla="*/ 52 h 150"/>
                  <a:gd name="T52" fmla="*/ 0 w 274"/>
                  <a:gd name="T53" fmla="*/ 38 h 150"/>
                  <a:gd name="T54" fmla="*/ 0 w 274"/>
                  <a:gd name="T55" fmla="*/ 22 h 150"/>
                  <a:gd name="T56" fmla="*/ 0 w 274"/>
                  <a:gd name="T57" fmla="*/ 22 h 150"/>
                  <a:gd name="T58" fmla="*/ 2 w 274"/>
                  <a:gd name="T59" fmla="*/ 16 h 150"/>
                  <a:gd name="T60" fmla="*/ 6 w 274"/>
                  <a:gd name="T61" fmla="*/ 10 h 150"/>
                  <a:gd name="T62" fmla="*/ 14 w 274"/>
                  <a:gd name="T63" fmla="*/ 6 h 150"/>
                  <a:gd name="T64" fmla="*/ 24 w 274"/>
                  <a:gd name="T65" fmla="*/ 0 h 150"/>
                  <a:gd name="T66" fmla="*/ 24 w 274"/>
                  <a:gd name="T67" fmla="*/ 0 h 150"/>
                  <a:gd name="T68" fmla="*/ 60 w 274"/>
                  <a:gd name="T69" fmla="*/ 16 h 150"/>
                  <a:gd name="T70" fmla="*/ 110 w 274"/>
                  <a:gd name="T71" fmla="*/ 36 h 150"/>
                  <a:gd name="T72" fmla="*/ 110 w 274"/>
                  <a:gd name="T73" fmla="*/ 36 h 150"/>
                  <a:gd name="T74" fmla="*/ 144 w 274"/>
                  <a:gd name="T75" fmla="*/ 46 h 150"/>
                  <a:gd name="T76" fmla="*/ 186 w 274"/>
                  <a:gd name="T77" fmla="*/ 54 h 150"/>
                  <a:gd name="T78" fmla="*/ 230 w 274"/>
                  <a:gd name="T79" fmla="*/ 60 h 150"/>
                  <a:gd name="T80" fmla="*/ 270 w 274"/>
                  <a:gd name="T81" fmla="*/ 62 h 150"/>
                  <a:gd name="T82" fmla="*/ 270 w 274"/>
                  <a:gd name="T83" fmla="*/ 6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4" h="150">
                    <a:moveTo>
                      <a:pt x="270" y="62"/>
                    </a:moveTo>
                    <a:lnTo>
                      <a:pt x="270" y="62"/>
                    </a:lnTo>
                    <a:lnTo>
                      <a:pt x="274" y="70"/>
                    </a:lnTo>
                    <a:lnTo>
                      <a:pt x="274" y="80"/>
                    </a:lnTo>
                    <a:lnTo>
                      <a:pt x="270" y="94"/>
                    </a:lnTo>
                    <a:lnTo>
                      <a:pt x="266" y="108"/>
                    </a:lnTo>
                    <a:lnTo>
                      <a:pt x="260" y="120"/>
                    </a:lnTo>
                    <a:lnTo>
                      <a:pt x="250" y="134"/>
                    </a:lnTo>
                    <a:lnTo>
                      <a:pt x="240" y="142"/>
                    </a:lnTo>
                    <a:lnTo>
                      <a:pt x="234" y="146"/>
                    </a:lnTo>
                    <a:lnTo>
                      <a:pt x="226" y="148"/>
                    </a:lnTo>
                    <a:lnTo>
                      <a:pt x="226" y="148"/>
                    </a:lnTo>
                    <a:lnTo>
                      <a:pt x="208" y="150"/>
                    </a:lnTo>
                    <a:lnTo>
                      <a:pt x="186" y="148"/>
                    </a:lnTo>
                    <a:lnTo>
                      <a:pt x="160" y="144"/>
                    </a:lnTo>
                    <a:lnTo>
                      <a:pt x="132" y="140"/>
                    </a:lnTo>
                    <a:lnTo>
                      <a:pt x="104" y="132"/>
                    </a:lnTo>
                    <a:lnTo>
                      <a:pt x="80" y="124"/>
                    </a:lnTo>
                    <a:lnTo>
                      <a:pt x="58" y="116"/>
                    </a:lnTo>
                    <a:lnTo>
                      <a:pt x="44" y="108"/>
                    </a:lnTo>
                    <a:lnTo>
                      <a:pt x="44" y="108"/>
                    </a:lnTo>
                    <a:lnTo>
                      <a:pt x="24" y="94"/>
                    </a:lnTo>
                    <a:lnTo>
                      <a:pt x="16" y="84"/>
                    </a:lnTo>
                    <a:lnTo>
                      <a:pt x="10" y="76"/>
                    </a:lnTo>
                    <a:lnTo>
                      <a:pt x="4" y="64"/>
                    </a:lnTo>
                    <a:lnTo>
                      <a:pt x="0" y="52"/>
                    </a:lnTo>
                    <a:lnTo>
                      <a:pt x="0" y="38"/>
                    </a:lnTo>
                    <a:lnTo>
                      <a:pt x="0" y="22"/>
                    </a:lnTo>
                    <a:lnTo>
                      <a:pt x="0" y="22"/>
                    </a:lnTo>
                    <a:lnTo>
                      <a:pt x="2" y="16"/>
                    </a:lnTo>
                    <a:lnTo>
                      <a:pt x="6" y="10"/>
                    </a:lnTo>
                    <a:lnTo>
                      <a:pt x="14" y="6"/>
                    </a:lnTo>
                    <a:lnTo>
                      <a:pt x="24" y="0"/>
                    </a:lnTo>
                    <a:lnTo>
                      <a:pt x="24" y="0"/>
                    </a:lnTo>
                    <a:lnTo>
                      <a:pt x="60" y="16"/>
                    </a:lnTo>
                    <a:lnTo>
                      <a:pt x="110" y="36"/>
                    </a:lnTo>
                    <a:lnTo>
                      <a:pt x="110" y="36"/>
                    </a:lnTo>
                    <a:lnTo>
                      <a:pt x="144" y="46"/>
                    </a:lnTo>
                    <a:lnTo>
                      <a:pt x="186" y="54"/>
                    </a:lnTo>
                    <a:lnTo>
                      <a:pt x="230" y="60"/>
                    </a:lnTo>
                    <a:lnTo>
                      <a:pt x="270" y="62"/>
                    </a:lnTo>
                    <a:lnTo>
                      <a:pt x="270" y="62"/>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4" name="Freeform 73"/>
              <p:cNvSpPr>
                <a:spLocks/>
              </p:cNvSpPr>
              <p:nvPr/>
            </p:nvSpPr>
            <p:spPr bwMode="auto">
              <a:xfrm>
                <a:off x="3251200" y="3492500"/>
                <a:ext cx="552450" cy="215900"/>
              </a:xfrm>
              <a:custGeom>
                <a:avLst/>
                <a:gdLst>
                  <a:gd name="T0" fmla="*/ 314 w 348"/>
                  <a:gd name="T1" fmla="*/ 16 h 136"/>
                  <a:gd name="T2" fmla="*/ 314 w 348"/>
                  <a:gd name="T3" fmla="*/ 16 h 136"/>
                  <a:gd name="T4" fmla="*/ 326 w 348"/>
                  <a:gd name="T5" fmla="*/ 24 h 136"/>
                  <a:gd name="T6" fmla="*/ 334 w 348"/>
                  <a:gd name="T7" fmla="*/ 34 h 136"/>
                  <a:gd name="T8" fmla="*/ 342 w 348"/>
                  <a:gd name="T9" fmla="*/ 48 h 136"/>
                  <a:gd name="T10" fmla="*/ 346 w 348"/>
                  <a:gd name="T11" fmla="*/ 64 h 136"/>
                  <a:gd name="T12" fmla="*/ 348 w 348"/>
                  <a:gd name="T13" fmla="*/ 80 h 136"/>
                  <a:gd name="T14" fmla="*/ 346 w 348"/>
                  <a:gd name="T15" fmla="*/ 96 h 136"/>
                  <a:gd name="T16" fmla="*/ 342 w 348"/>
                  <a:gd name="T17" fmla="*/ 112 h 136"/>
                  <a:gd name="T18" fmla="*/ 336 w 348"/>
                  <a:gd name="T19" fmla="*/ 118 h 136"/>
                  <a:gd name="T20" fmla="*/ 332 w 348"/>
                  <a:gd name="T21" fmla="*/ 124 h 136"/>
                  <a:gd name="T22" fmla="*/ 332 w 348"/>
                  <a:gd name="T23" fmla="*/ 124 h 136"/>
                  <a:gd name="T24" fmla="*/ 326 w 348"/>
                  <a:gd name="T25" fmla="*/ 128 h 136"/>
                  <a:gd name="T26" fmla="*/ 318 w 348"/>
                  <a:gd name="T27" fmla="*/ 132 h 136"/>
                  <a:gd name="T28" fmla="*/ 300 w 348"/>
                  <a:gd name="T29" fmla="*/ 136 h 136"/>
                  <a:gd name="T30" fmla="*/ 300 w 348"/>
                  <a:gd name="T31" fmla="*/ 136 h 136"/>
                  <a:gd name="T32" fmla="*/ 270 w 348"/>
                  <a:gd name="T33" fmla="*/ 128 h 136"/>
                  <a:gd name="T34" fmla="*/ 234 w 348"/>
                  <a:gd name="T35" fmla="*/ 120 h 136"/>
                  <a:gd name="T36" fmla="*/ 192 w 348"/>
                  <a:gd name="T37" fmla="*/ 114 h 136"/>
                  <a:gd name="T38" fmla="*/ 150 w 348"/>
                  <a:gd name="T39" fmla="*/ 110 h 136"/>
                  <a:gd name="T40" fmla="*/ 108 w 348"/>
                  <a:gd name="T41" fmla="*/ 106 h 136"/>
                  <a:gd name="T42" fmla="*/ 70 w 348"/>
                  <a:gd name="T43" fmla="*/ 104 h 136"/>
                  <a:gd name="T44" fmla="*/ 38 w 348"/>
                  <a:gd name="T45" fmla="*/ 104 h 136"/>
                  <a:gd name="T46" fmla="*/ 18 w 348"/>
                  <a:gd name="T47" fmla="*/ 106 h 136"/>
                  <a:gd name="T48" fmla="*/ 18 w 348"/>
                  <a:gd name="T49" fmla="*/ 106 h 136"/>
                  <a:gd name="T50" fmla="*/ 12 w 348"/>
                  <a:gd name="T51" fmla="*/ 98 h 136"/>
                  <a:gd name="T52" fmla="*/ 6 w 348"/>
                  <a:gd name="T53" fmla="*/ 90 h 136"/>
                  <a:gd name="T54" fmla="*/ 4 w 348"/>
                  <a:gd name="T55" fmla="*/ 80 h 136"/>
                  <a:gd name="T56" fmla="*/ 2 w 348"/>
                  <a:gd name="T57" fmla="*/ 72 h 136"/>
                  <a:gd name="T58" fmla="*/ 0 w 348"/>
                  <a:gd name="T59" fmla="*/ 52 h 136"/>
                  <a:gd name="T60" fmla="*/ 4 w 348"/>
                  <a:gd name="T61" fmla="*/ 36 h 136"/>
                  <a:gd name="T62" fmla="*/ 4 w 348"/>
                  <a:gd name="T63" fmla="*/ 36 h 136"/>
                  <a:gd name="T64" fmla="*/ 8 w 348"/>
                  <a:gd name="T65" fmla="*/ 32 h 136"/>
                  <a:gd name="T66" fmla="*/ 16 w 348"/>
                  <a:gd name="T67" fmla="*/ 28 h 136"/>
                  <a:gd name="T68" fmla="*/ 26 w 348"/>
                  <a:gd name="T69" fmla="*/ 22 h 136"/>
                  <a:gd name="T70" fmla="*/ 40 w 348"/>
                  <a:gd name="T71" fmla="*/ 18 h 136"/>
                  <a:gd name="T72" fmla="*/ 74 w 348"/>
                  <a:gd name="T73" fmla="*/ 10 h 136"/>
                  <a:gd name="T74" fmla="*/ 116 w 348"/>
                  <a:gd name="T75" fmla="*/ 4 h 136"/>
                  <a:gd name="T76" fmla="*/ 164 w 348"/>
                  <a:gd name="T77" fmla="*/ 0 h 136"/>
                  <a:gd name="T78" fmla="*/ 216 w 348"/>
                  <a:gd name="T79" fmla="*/ 2 h 136"/>
                  <a:gd name="T80" fmla="*/ 240 w 348"/>
                  <a:gd name="T81" fmla="*/ 4 h 136"/>
                  <a:gd name="T82" fmla="*/ 266 w 348"/>
                  <a:gd name="T83" fmla="*/ 6 h 136"/>
                  <a:gd name="T84" fmla="*/ 290 w 348"/>
                  <a:gd name="T85" fmla="*/ 10 h 136"/>
                  <a:gd name="T86" fmla="*/ 314 w 348"/>
                  <a:gd name="T87" fmla="*/ 16 h 136"/>
                  <a:gd name="T88" fmla="*/ 314 w 348"/>
                  <a:gd name="T89" fmla="*/ 1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8" h="136">
                    <a:moveTo>
                      <a:pt x="314" y="16"/>
                    </a:moveTo>
                    <a:lnTo>
                      <a:pt x="314" y="16"/>
                    </a:lnTo>
                    <a:lnTo>
                      <a:pt x="326" y="24"/>
                    </a:lnTo>
                    <a:lnTo>
                      <a:pt x="334" y="34"/>
                    </a:lnTo>
                    <a:lnTo>
                      <a:pt x="342" y="48"/>
                    </a:lnTo>
                    <a:lnTo>
                      <a:pt x="346" y="64"/>
                    </a:lnTo>
                    <a:lnTo>
                      <a:pt x="348" y="80"/>
                    </a:lnTo>
                    <a:lnTo>
                      <a:pt x="346" y="96"/>
                    </a:lnTo>
                    <a:lnTo>
                      <a:pt x="342" y="112"/>
                    </a:lnTo>
                    <a:lnTo>
                      <a:pt x="336" y="118"/>
                    </a:lnTo>
                    <a:lnTo>
                      <a:pt x="332" y="124"/>
                    </a:lnTo>
                    <a:lnTo>
                      <a:pt x="332" y="124"/>
                    </a:lnTo>
                    <a:lnTo>
                      <a:pt x="326" y="128"/>
                    </a:lnTo>
                    <a:lnTo>
                      <a:pt x="318" y="132"/>
                    </a:lnTo>
                    <a:lnTo>
                      <a:pt x="300" y="136"/>
                    </a:lnTo>
                    <a:lnTo>
                      <a:pt x="300" y="136"/>
                    </a:lnTo>
                    <a:lnTo>
                      <a:pt x="270" y="128"/>
                    </a:lnTo>
                    <a:lnTo>
                      <a:pt x="234" y="120"/>
                    </a:lnTo>
                    <a:lnTo>
                      <a:pt x="192" y="114"/>
                    </a:lnTo>
                    <a:lnTo>
                      <a:pt x="150" y="110"/>
                    </a:lnTo>
                    <a:lnTo>
                      <a:pt x="108" y="106"/>
                    </a:lnTo>
                    <a:lnTo>
                      <a:pt x="70" y="104"/>
                    </a:lnTo>
                    <a:lnTo>
                      <a:pt x="38" y="104"/>
                    </a:lnTo>
                    <a:lnTo>
                      <a:pt x="18" y="106"/>
                    </a:lnTo>
                    <a:lnTo>
                      <a:pt x="18" y="106"/>
                    </a:lnTo>
                    <a:lnTo>
                      <a:pt x="12" y="98"/>
                    </a:lnTo>
                    <a:lnTo>
                      <a:pt x="6" y="90"/>
                    </a:lnTo>
                    <a:lnTo>
                      <a:pt x="4" y="80"/>
                    </a:lnTo>
                    <a:lnTo>
                      <a:pt x="2" y="72"/>
                    </a:lnTo>
                    <a:lnTo>
                      <a:pt x="0" y="52"/>
                    </a:lnTo>
                    <a:lnTo>
                      <a:pt x="4" y="36"/>
                    </a:lnTo>
                    <a:lnTo>
                      <a:pt x="4" y="36"/>
                    </a:lnTo>
                    <a:lnTo>
                      <a:pt x="8" y="32"/>
                    </a:lnTo>
                    <a:lnTo>
                      <a:pt x="16" y="28"/>
                    </a:lnTo>
                    <a:lnTo>
                      <a:pt x="26" y="22"/>
                    </a:lnTo>
                    <a:lnTo>
                      <a:pt x="40" y="18"/>
                    </a:lnTo>
                    <a:lnTo>
                      <a:pt x="74" y="10"/>
                    </a:lnTo>
                    <a:lnTo>
                      <a:pt x="116" y="4"/>
                    </a:lnTo>
                    <a:lnTo>
                      <a:pt x="164" y="0"/>
                    </a:lnTo>
                    <a:lnTo>
                      <a:pt x="216" y="2"/>
                    </a:lnTo>
                    <a:lnTo>
                      <a:pt x="240" y="4"/>
                    </a:lnTo>
                    <a:lnTo>
                      <a:pt x="266" y="6"/>
                    </a:lnTo>
                    <a:lnTo>
                      <a:pt x="290" y="10"/>
                    </a:lnTo>
                    <a:lnTo>
                      <a:pt x="314" y="16"/>
                    </a:lnTo>
                    <a:lnTo>
                      <a:pt x="314" y="16"/>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75" name="Freeform 74"/>
              <p:cNvSpPr>
                <a:spLocks/>
              </p:cNvSpPr>
              <p:nvPr/>
            </p:nvSpPr>
            <p:spPr bwMode="auto">
              <a:xfrm>
                <a:off x="3257550" y="3254375"/>
                <a:ext cx="495300" cy="266700"/>
              </a:xfrm>
              <a:custGeom>
                <a:avLst/>
                <a:gdLst>
                  <a:gd name="T0" fmla="*/ 286 w 312"/>
                  <a:gd name="T1" fmla="*/ 154 h 168"/>
                  <a:gd name="T2" fmla="*/ 286 w 312"/>
                  <a:gd name="T3" fmla="*/ 154 h 168"/>
                  <a:gd name="T4" fmla="*/ 296 w 312"/>
                  <a:gd name="T5" fmla="*/ 140 h 168"/>
                  <a:gd name="T6" fmla="*/ 302 w 312"/>
                  <a:gd name="T7" fmla="*/ 126 h 168"/>
                  <a:gd name="T8" fmla="*/ 310 w 312"/>
                  <a:gd name="T9" fmla="*/ 108 h 168"/>
                  <a:gd name="T10" fmla="*/ 312 w 312"/>
                  <a:gd name="T11" fmla="*/ 98 h 168"/>
                  <a:gd name="T12" fmla="*/ 312 w 312"/>
                  <a:gd name="T13" fmla="*/ 88 h 168"/>
                  <a:gd name="T14" fmla="*/ 312 w 312"/>
                  <a:gd name="T15" fmla="*/ 78 h 168"/>
                  <a:gd name="T16" fmla="*/ 310 w 312"/>
                  <a:gd name="T17" fmla="*/ 66 h 168"/>
                  <a:gd name="T18" fmla="*/ 306 w 312"/>
                  <a:gd name="T19" fmla="*/ 56 h 168"/>
                  <a:gd name="T20" fmla="*/ 300 w 312"/>
                  <a:gd name="T21" fmla="*/ 46 h 168"/>
                  <a:gd name="T22" fmla="*/ 290 w 312"/>
                  <a:gd name="T23" fmla="*/ 36 h 168"/>
                  <a:gd name="T24" fmla="*/ 280 w 312"/>
                  <a:gd name="T25" fmla="*/ 28 h 168"/>
                  <a:gd name="T26" fmla="*/ 280 w 312"/>
                  <a:gd name="T27" fmla="*/ 28 h 168"/>
                  <a:gd name="T28" fmla="*/ 266 w 312"/>
                  <a:gd name="T29" fmla="*/ 20 h 168"/>
                  <a:gd name="T30" fmla="*/ 254 w 312"/>
                  <a:gd name="T31" fmla="*/ 14 h 168"/>
                  <a:gd name="T32" fmla="*/ 240 w 312"/>
                  <a:gd name="T33" fmla="*/ 8 h 168"/>
                  <a:gd name="T34" fmla="*/ 228 w 312"/>
                  <a:gd name="T35" fmla="*/ 4 h 168"/>
                  <a:gd name="T36" fmla="*/ 202 w 312"/>
                  <a:gd name="T37" fmla="*/ 0 h 168"/>
                  <a:gd name="T38" fmla="*/ 178 w 312"/>
                  <a:gd name="T39" fmla="*/ 0 h 168"/>
                  <a:gd name="T40" fmla="*/ 156 w 312"/>
                  <a:gd name="T41" fmla="*/ 4 h 168"/>
                  <a:gd name="T42" fmla="*/ 132 w 312"/>
                  <a:gd name="T43" fmla="*/ 8 h 168"/>
                  <a:gd name="T44" fmla="*/ 90 w 312"/>
                  <a:gd name="T45" fmla="*/ 22 h 168"/>
                  <a:gd name="T46" fmla="*/ 90 w 312"/>
                  <a:gd name="T47" fmla="*/ 22 h 168"/>
                  <a:gd name="T48" fmla="*/ 70 w 312"/>
                  <a:gd name="T49" fmla="*/ 30 h 168"/>
                  <a:gd name="T50" fmla="*/ 52 w 312"/>
                  <a:gd name="T51" fmla="*/ 38 h 168"/>
                  <a:gd name="T52" fmla="*/ 34 w 312"/>
                  <a:gd name="T53" fmla="*/ 50 h 168"/>
                  <a:gd name="T54" fmla="*/ 20 w 312"/>
                  <a:gd name="T55" fmla="*/ 62 h 168"/>
                  <a:gd name="T56" fmla="*/ 14 w 312"/>
                  <a:gd name="T57" fmla="*/ 70 h 168"/>
                  <a:gd name="T58" fmla="*/ 10 w 312"/>
                  <a:gd name="T59" fmla="*/ 78 h 168"/>
                  <a:gd name="T60" fmla="*/ 6 w 312"/>
                  <a:gd name="T61" fmla="*/ 88 h 168"/>
                  <a:gd name="T62" fmla="*/ 2 w 312"/>
                  <a:gd name="T63" fmla="*/ 98 h 168"/>
                  <a:gd name="T64" fmla="*/ 0 w 312"/>
                  <a:gd name="T65" fmla="*/ 110 h 168"/>
                  <a:gd name="T66" fmla="*/ 0 w 312"/>
                  <a:gd name="T67" fmla="*/ 122 h 168"/>
                  <a:gd name="T68" fmla="*/ 2 w 312"/>
                  <a:gd name="T69" fmla="*/ 136 h 168"/>
                  <a:gd name="T70" fmla="*/ 6 w 312"/>
                  <a:gd name="T71" fmla="*/ 152 h 168"/>
                  <a:gd name="T72" fmla="*/ 6 w 312"/>
                  <a:gd name="T73" fmla="*/ 152 h 168"/>
                  <a:gd name="T74" fmla="*/ 8 w 312"/>
                  <a:gd name="T75" fmla="*/ 160 h 168"/>
                  <a:gd name="T76" fmla="*/ 14 w 312"/>
                  <a:gd name="T77" fmla="*/ 168 h 168"/>
                  <a:gd name="T78" fmla="*/ 14 w 312"/>
                  <a:gd name="T79" fmla="*/ 168 h 168"/>
                  <a:gd name="T80" fmla="*/ 34 w 312"/>
                  <a:gd name="T81" fmla="*/ 162 h 168"/>
                  <a:gd name="T82" fmla="*/ 62 w 312"/>
                  <a:gd name="T83" fmla="*/ 156 h 168"/>
                  <a:gd name="T84" fmla="*/ 94 w 312"/>
                  <a:gd name="T85" fmla="*/ 150 h 168"/>
                  <a:gd name="T86" fmla="*/ 130 w 312"/>
                  <a:gd name="T87" fmla="*/ 146 h 168"/>
                  <a:gd name="T88" fmla="*/ 168 w 312"/>
                  <a:gd name="T89" fmla="*/ 146 h 168"/>
                  <a:gd name="T90" fmla="*/ 208 w 312"/>
                  <a:gd name="T91" fmla="*/ 146 h 168"/>
                  <a:gd name="T92" fmla="*/ 246 w 312"/>
                  <a:gd name="T93" fmla="*/ 150 h 168"/>
                  <a:gd name="T94" fmla="*/ 286 w 312"/>
                  <a:gd name="T95" fmla="*/ 156 h 168"/>
                  <a:gd name="T96" fmla="*/ 286 w 312"/>
                  <a:gd name="T97" fmla="*/ 156 h 168"/>
                  <a:gd name="T98" fmla="*/ 286 w 312"/>
                  <a:gd name="T99" fmla="*/ 154 h 168"/>
                  <a:gd name="T100" fmla="*/ 286 w 312"/>
                  <a:gd name="T101" fmla="*/ 15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2" h="168">
                    <a:moveTo>
                      <a:pt x="286" y="154"/>
                    </a:moveTo>
                    <a:lnTo>
                      <a:pt x="286" y="154"/>
                    </a:lnTo>
                    <a:lnTo>
                      <a:pt x="296" y="140"/>
                    </a:lnTo>
                    <a:lnTo>
                      <a:pt x="302" y="126"/>
                    </a:lnTo>
                    <a:lnTo>
                      <a:pt x="310" y="108"/>
                    </a:lnTo>
                    <a:lnTo>
                      <a:pt x="312" y="98"/>
                    </a:lnTo>
                    <a:lnTo>
                      <a:pt x="312" y="88"/>
                    </a:lnTo>
                    <a:lnTo>
                      <a:pt x="312" y="78"/>
                    </a:lnTo>
                    <a:lnTo>
                      <a:pt x="310" y="66"/>
                    </a:lnTo>
                    <a:lnTo>
                      <a:pt x="306" y="56"/>
                    </a:lnTo>
                    <a:lnTo>
                      <a:pt x="300" y="46"/>
                    </a:lnTo>
                    <a:lnTo>
                      <a:pt x="290" y="36"/>
                    </a:lnTo>
                    <a:lnTo>
                      <a:pt x="280" y="28"/>
                    </a:lnTo>
                    <a:lnTo>
                      <a:pt x="280" y="28"/>
                    </a:lnTo>
                    <a:lnTo>
                      <a:pt x="266" y="20"/>
                    </a:lnTo>
                    <a:lnTo>
                      <a:pt x="254" y="14"/>
                    </a:lnTo>
                    <a:lnTo>
                      <a:pt x="240" y="8"/>
                    </a:lnTo>
                    <a:lnTo>
                      <a:pt x="228" y="4"/>
                    </a:lnTo>
                    <a:lnTo>
                      <a:pt x="202" y="0"/>
                    </a:lnTo>
                    <a:lnTo>
                      <a:pt x="178" y="0"/>
                    </a:lnTo>
                    <a:lnTo>
                      <a:pt x="156" y="4"/>
                    </a:lnTo>
                    <a:lnTo>
                      <a:pt x="132" y="8"/>
                    </a:lnTo>
                    <a:lnTo>
                      <a:pt x="90" y="22"/>
                    </a:lnTo>
                    <a:lnTo>
                      <a:pt x="90" y="22"/>
                    </a:lnTo>
                    <a:lnTo>
                      <a:pt x="70" y="30"/>
                    </a:lnTo>
                    <a:lnTo>
                      <a:pt x="52" y="38"/>
                    </a:lnTo>
                    <a:lnTo>
                      <a:pt x="34" y="50"/>
                    </a:lnTo>
                    <a:lnTo>
                      <a:pt x="20" y="62"/>
                    </a:lnTo>
                    <a:lnTo>
                      <a:pt x="14" y="70"/>
                    </a:lnTo>
                    <a:lnTo>
                      <a:pt x="10" y="78"/>
                    </a:lnTo>
                    <a:lnTo>
                      <a:pt x="6" y="88"/>
                    </a:lnTo>
                    <a:lnTo>
                      <a:pt x="2" y="98"/>
                    </a:lnTo>
                    <a:lnTo>
                      <a:pt x="0" y="110"/>
                    </a:lnTo>
                    <a:lnTo>
                      <a:pt x="0" y="122"/>
                    </a:lnTo>
                    <a:lnTo>
                      <a:pt x="2" y="136"/>
                    </a:lnTo>
                    <a:lnTo>
                      <a:pt x="6" y="152"/>
                    </a:lnTo>
                    <a:lnTo>
                      <a:pt x="6" y="152"/>
                    </a:lnTo>
                    <a:lnTo>
                      <a:pt x="8" y="160"/>
                    </a:lnTo>
                    <a:lnTo>
                      <a:pt x="14" y="168"/>
                    </a:lnTo>
                    <a:lnTo>
                      <a:pt x="14" y="168"/>
                    </a:lnTo>
                    <a:lnTo>
                      <a:pt x="34" y="162"/>
                    </a:lnTo>
                    <a:lnTo>
                      <a:pt x="62" y="156"/>
                    </a:lnTo>
                    <a:lnTo>
                      <a:pt x="94" y="150"/>
                    </a:lnTo>
                    <a:lnTo>
                      <a:pt x="130" y="146"/>
                    </a:lnTo>
                    <a:lnTo>
                      <a:pt x="168" y="146"/>
                    </a:lnTo>
                    <a:lnTo>
                      <a:pt x="208" y="146"/>
                    </a:lnTo>
                    <a:lnTo>
                      <a:pt x="246" y="150"/>
                    </a:lnTo>
                    <a:lnTo>
                      <a:pt x="286" y="156"/>
                    </a:lnTo>
                    <a:lnTo>
                      <a:pt x="286" y="156"/>
                    </a:lnTo>
                    <a:lnTo>
                      <a:pt x="286" y="154"/>
                    </a:lnTo>
                    <a:lnTo>
                      <a:pt x="286" y="154"/>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grpSp>
      <p:sp>
        <p:nvSpPr>
          <p:cNvPr id="2" name="Title 1"/>
          <p:cNvSpPr>
            <a:spLocks noGrp="1"/>
          </p:cNvSpPr>
          <p:nvPr>
            <p:ph type="title"/>
          </p:nvPr>
        </p:nvSpPr>
        <p:spPr/>
        <p:txBody>
          <a:bodyPr>
            <a:normAutofit/>
          </a:bodyPr>
          <a:lstStyle/>
          <a:p>
            <a:pPr lvl="2" rtl="1"/>
            <a:r>
              <a:rPr lang="ar-SA" sz="4000" b="1" u="sng" dirty="0" smtClean="0"/>
              <a:t>د- </a:t>
            </a:r>
            <a:r>
              <a:rPr lang="ar-JO" sz="4000" b="1" u="sng" dirty="0" smtClean="0"/>
              <a:t>مكونات</a:t>
            </a:r>
            <a:r>
              <a:rPr lang="ar-SA" sz="4000" b="1" u="sng" dirty="0" smtClean="0"/>
              <a:t> </a:t>
            </a:r>
            <a:r>
              <a:rPr lang="ar-SA" sz="4000" b="1" u="sng" dirty="0"/>
              <a:t>ومتطلبات التعليم الالكتروني</a:t>
            </a:r>
            <a:endParaRPr lang="en-US" sz="4000" u="sng" dirty="0"/>
          </a:p>
        </p:txBody>
      </p:sp>
      <p:grpSp>
        <p:nvGrpSpPr>
          <p:cNvPr id="4" name="Group 3"/>
          <p:cNvGrpSpPr/>
          <p:nvPr/>
        </p:nvGrpSpPr>
        <p:grpSpPr>
          <a:xfrm>
            <a:off x="8430966" y="2755110"/>
            <a:ext cx="3740372" cy="3477416"/>
            <a:chOff x="8430966" y="2755110"/>
            <a:chExt cx="3740372" cy="3477416"/>
          </a:xfrm>
        </p:grpSpPr>
        <p:sp>
          <p:nvSpPr>
            <p:cNvPr id="5" name="Oval 4"/>
            <p:cNvSpPr/>
            <p:nvPr/>
          </p:nvSpPr>
          <p:spPr>
            <a:xfrm rot="21168761" flipH="1">
              <a:off x="9923042" y="5692888"/>
              <a:ext cx="2248296" cy="471488"/>
            </a:xfrm>
            <a:prstGeom prst="ellipse">
              <a:avLst/>
            </a:prstGeom>
            <a:gradFill>
              <a:gsLst>
                <a:gs pos="24000">
                  <a:schemeClr val="bg1">
                    <a:lumMod val="95000"/>
                  </a:schemeClr>
                </a:gs>
                <a:gs pos="100000">
                  <a:schemeClr val="tx1">
                    <a:lumMod val="65000"/>
                    <a:lumOff val="35000"/>
                  </a:schemeClr>
                </a:gs>
              </a:gsLst>
              <a:path path="circle">
                <a:fillToRect t="100000" r="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nvGrpSpPr>
            <p:cNvPr id="6" name="Group 5"/>
            <p:cNvGrpSpPr/>
            <p:nvPr/>
          </p:nvGrpSpPr>
          <p:grpSpPr>
            <a:xfrm flipH="1">
              <a:off x="8430966" y="2755110"/>
              <a:ext cx="3316758" cy="3477416"/>
              <a:chOff x="472605" y="2024860"/>
              <a:chExt cx="3316758" cy="3477416"/>
            </a:xfrm>
          </p:grpSpPr>
          <p:sp>
            <p:nvSpPr>
              <p:cNvPr id="7" name="Freeform 68"/>
              <p:cNvSpPr>
                <a:spLocks/>
              </p:cNvSpPr>
              <p:nvPr/>
            </p:nvSpPr>
            <p:spPr bwMode="auto">
              <a:xfrm>
                <a:off x="472605" y="2139951"/>
                <a:ext cx="1437951" cy="3352800"/>
              </a:xfrm>
              <a:custGeom>
                <a:avLst/>
                <a:gdLst>
                  <a:gd name="T0" fmla="*/ 6 w 1194"/>
                  <a:gd name="T1" fmla="*/ 1396 h 2864"/>
                  <a:gd name="T2" fmla="*/ 20 w 1194"/>
                  <a:gd name="T3" fmla="*/ 1522 h 2864"/>
                  <a:gd name="T4" fmla="*/ 40 w 1194"/>
                  <a:gd name="T5" fmla="*/ 1640 h 2864"/>
                  <a:gd name="T6" fmla="*/ 60 w 1194"/>
                  <a:gd name="T7" fmla="*/ 1728 h 2864"/>
                  <a:gd name="T8" fmla="*/ 78 w 1194"/>
                  <a:gd name="T9" fmla="*/ 1800 h 2864"/>
                  <a:gd name="T10" fmla="*/ 102 w 1194"/>
                  <a:gd name="T11" fmla="*/ 1876 h 2864"/>
                  <a:gd name="T12" fmla="*/ 126 w 1194"/>
                  <a:gd name="T13" fmla="*/ 1948 h 2864"/>
                  <a:gd name="T14" fmla="*/ 152 w 1194"/>
                  <a:gd name="T15" fmla="*/ 2014 h 2864"/>
                  <a:gd name="T16" fmla="*/ 174 w 1194"/>
                  <a:gd name="T17" fmla="*/ 2066 h 2864"/>
                  <a:gd name="T18" fmla="*/ 206 w 1194"/>
                  <a:gd name="T19" fmla="*/ 2136 h 2864"/>
                  <a:gd name="T20" fmla="*/ 228 w 1194"/>
                  <a:gd name="T21" fmla="*/ 2178 h 2864"/>
                  <a:gd name="T22" fmla="*/ 254 w 1194"/>
                  <a:gd name="T23" fmla="*/ 2226 h 2864"/>
                  <a:gd name="T24" fmla="*/ 290 w 1194"/>
                  <a:gd name="T25" fmla="*/ 2286 h 2864"/>
                  <a:gd name="T26" fmla="*/ 304 w 1194"/>
                  <a:gd name="T27" fmla="*/ 2308 h 2864"/>
                  <a:gd name="T28" fmla="*/ 330 w 1194"/>
                  <a:gd name="T29" fmla="*/ 2346 h 2864"/>
                  <a:gd name="T30" fmla="*/ 368 w 1194"/>
                  <a:gd name="T31" fmla="*/ 2398 h 2864"/>
                  <a:gd name="T32" fmla="*/ 392 w 1194"/>
                  <a:gd name="T33" fmla="*/ 2430 h 2864"/>
                  <a:gd name="T34" fmla="*/ 414 w 1194"/>
                  <a:gd name="T35" fmla="*/ 2458 h 2864"/>
                  <a:gd name="T36" fmla="*/ 450 w 1194"/>
                  <a:gd name="T37" fmla="*/ 2500 h 2864"/>
                  <a:gd name="T38" fmla="*/ 482 w 1194"/>
                  <a:gd name="T39" fmla="*/ 2534 h 2864"/>
                  <a:gd name="T40" fmla="*/ 504 w 1194"/>
                  <a:gd name="T41" fmla="*/ 2556 h 2864"/>
                  <a:gd name="T42" fmla="*/ 540 w 1194"/>
                  <a:gd name="T43" fmla="*/ 2590 h 2864"/>
                  <a:gd name="T44" fmla="*/ 574 w 1194"/>
                  <a:gd name="T45" fmla="*/ 2620 h 2864"/>
                  <a:gd name="T46" fmla="*/ 598 w 1194"/>
                  <a:gd name="T47" fmla="*/ 2640 h 2864"/>
                  <a:gd name="T48" fmla="*/ 634 w 1194"/>
                  <a:gd name="T49" fmla="*/ 2668 h 2864"/>
                  <a:gd name="T50" fmla="*/ 662 w 1194"/>
                  <a:gd name="T51" fmla="*/ 2688 h 2864"/>
                  <a:gd name="T52" fmla="*/ 688 w 1194"/>
                  <a:gd name="T53" fmla="*/ 2704 h 2864"/>
                  <a:gd name="T54" fmla="*/ 728 w 1194"/>
                  <a:gd name="T55" fmla="*/ 2730 h 2864"/>
                  <a:gd name="T56" fmla="*/ 770 w 1194"/>
                  <a:gd name="T57" fmla="*/ 2754 h 2864"/>
                  <a:gd name="T58" fmla="*/ 800 w 1194"/>
                  <a:gd name="T59" fmla="*/ 2768 h 2864"/>
                  <a:gd name="T60" fmla="*/ 832 w 1194"/>
                  <a:gd name="T61" fmla="*/ 2782 h 2864"/>
                  <a:gd name="T62" fmla="*/ 872 w 1194"/>
                  <a:gd name="T63" fmla="*/ 2798 h 2864"/>
                  <a:gd name="T64" fmla="*/ 918 w 1194"/>
                  <a:gd name="T65" fmla="*/ 2812 h 2864"/>
                  <a:gd name="T66" fmla="*/ 966 w 1194"/>
                  <a:gd name="T67" fmla="*/ 2826 h 2864"/>
                  <a:gd name="T68" fmla="*/ 1006 w 1194"/>
                  <a:gd name="T69" fmla="*/ 2834 h 2864"/>
                  <a:gd name="T70" fmla="*/ 1016 w 1194"/>
                  <a:gd name="T71" fmla="*/ 2836 h 2864"/>
                  <a:gd name="T72" fmla="*/ 1102 w 1194"/>
                  <a:gd name="T73" fmla="*/ 2842 h 2864"/>
                  <a:gd name="T74" fmla="*/ 1006 w 1194"/>
                  <a:gd name="T75" fmla="*/ 2806 h 2864"/>
                  <a:gd name="T76" fmla="*/ 908 w 1194"/>
                  <a:gd name="T77" fmla="*/ 2756 h 2864"/>
                  <a:gd name="T78" fmla="*/ 814 w 1194"/>
                  <a:gd name="T79" fmla="*/ 2692 h 2864"/>
                  <a:gd name="T80" fmla="*/ 720 w 1194"/>
                  <a:gd name="T81" fmla="*/ 2610 h 2864"/>
                  <a:gd name="T82" fmla="*/ 628 w 1194"/>
                  <a:gd name="T83" fmla="*/ 2516 h 2864"/>
                  <a:gd name="T84" fmla="*/ 544 w 1194"/>
                  <a:gd name="T85" fmla="*/ 2410 h 2864"/>
                  <a:gd name="T86" fmla="*/ 466 w 1194"/>
                  <a:gd name="T87" fmla="*/ 2292 h 2864"/>
                  <a:gd name="T88" fmla="*/ 392 w 1194"/>
                  <a:gd name="T89" fmla="*/ 2158 h 2864"/>
                  <a:gd name="T90" fmla="*/ 330 w 1194"/>
                  <a:gd name="T91" fmla="*/ 2022 h 2864"/>
                  <a:gd name="T92" fmla="*/ 274 w 1194"/>
                  <a:gd name="T93" fmla="*/ 1870 h 2864"/>
                  <a:gd name="T94" fmla="*/ 230 w 1194"/>
                  <a:gd name="T95" fmla="*/ 1712 h 2864"/>
                  <a:gd name="T96" fmla="*/ 200 w 1194"/>
                  <a:gd name="T97" fmla="*/ 1572 h 2864"/>
                  <a:gd name="T98" fmla="*/ 178 w 1194"/>
                  <a:gd name="T99" fmla="*/ 1410 h 2864"/>
                  <a:gd name="T100" fmla="*/ 166 w 1194"/>
                  <a:gd name="T101" fmla="*/ 1240 h 2864"/>
                  <a:gd name="T102" fmla="*/ 170 w 1194"/>
                  <a:gd name="T103" fmla="*/ 1032 h 2864"/>
                  <a:gd name="T104" fmla="*/ 260 w 1194"/>
                  <a:gd name="T105" fmla="*/ 580 h 2864"/>
                  <a:gd name="T106" fmla="*/ 516 w 1194"/>
                  <a:gd name="T107" fmla="*/ 142 h 2864"/>
                  <a:gd name="T108" fmla="*/ 702 w 1194"/>
                  <a:gd name="T109" fmla="*/ 0 h 2864"/>
                  <a:gd name="T110" fmla="*/ 354 w 1194"/>
                  <a:gd name="T111" fmla="*/ 228 h 2864"/>
                  <a:gd name="T112" fmla="*/ 126 w 1194"/>
                  <a:gd name="T113" fmla="*/ 580 h 2864"/>
                  <a:gd name="T114" fmla="*/ 6 w 1194"/>
                  <a:gd name="T115" fmla="*/ 1086 h 2864"/>
                  <a:gd name="T116" fmla="*/ 0 w 1194"/>
                  <a:gd name="T117" fmla="*/ 1244 h 2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4" h="2864">
                    <a:moveTo>
                      <a:pt x="2" y="1286"/>
                    </a:moveTo>
                    <a:lnTo>
                      <a:pt x="2" y="1286"/>
                    </a:lnTo>
                    <a:lnTo>
                      <a:pt x="2" y="1324"/>
                    </a:lnTo>
                    <a:lnTo>
                      <a:pt x="2" y="1324"/>
                    </a:lnTo>
                    <a:lnTo>
                      <a:pt x="4" y="1366"/>
                    </a:lnTo>
                    <a:lnTo>
                      <a:pt x="4" y="1366"/>
                    </a:lnTo>
                    <a:lnTo>
                      <a:pt x="6" y="1396"/>
                    </a:lnTo>
                    <a:lnTo>
                      <a:pt x="6" y="1396"/>
                    </a:lnTo>
                    <a:lnTo>
                      <a:pt x="6" y="1402"/>
                    </a:lnTo>
                    <a:lnTo>
                      <a:pt x="6" y="1402"/>
                    </a:lnTo>
                    <a:lnTo>
                      <a:pt x="10" y="1446"/>
                    </a:lnTo>
                    <a:lnTo>
                      <a:pt x="10" y="1446"/>
                    </a:lnTo>
                    <a:lnTo>
                      <a:pt x="14" y="1482"/>
                    </a:lnTo>
                    <a:lnTo>
                      <a:pt x="14" y="1482"/>
                    </a:lnTo>
                    <a:lnTo>
                      <a:pt x="20" y="1522"/>
                    </a:lnTo>
                    <a:lnTo>
                      <a:pt x="20" y="1522"/>
                    </a:lnTo>
                    <a:lnTo>
                      <a:pt x="24" y="1552"/>
                    </a:lnTo>
                    <a:lnTo>
                      <a:pt x="24" y="1552"/>
                    </a:lnTo>
                    <a:lnTo>
                      <a:pt x="26" y="1562"/>
                    </a:lnTo>
                    <a:lnTo>
                      <a:pt x="26" y="1562"/>
                    </a:lnTo>
                    <a:lnTo>
                      <a:pt x="32" y="1600"/>
                    </a:lnTo>
                    <a:lnTo>
                      <a:pt x="32" y="1600"/>
                    </a:lnTo>
                    <a:lnTo>
                      <a:pt x="40" y="1640"/>
                    </a:lnTo>
                    <a:lnTo>
                      <a:pt x="40" y="1640"/>
                    </a:lnTo>
                    <a:lnTo>
                      <a:pt x="48" y="1676"/>
                    </a:lnTo>
                    <a:lnTo>
                      <a:pt x="48" y="1676"/>
                    </a:lnTo>
                    <a:lnTo>
                      <a:pt x="54" y="1704"/>
                    </a:lnTo>
                    <a:lnTo>
                      <a:pt x="54" y="1704"/>
                    </a:lnTo>
                    <a:lnTo>
                      <a:pt x="58" y="1724"/>
                    </a:lnTo>
                    <a:lnTo>
                      <a:pt x="58" y="1724"/>
                    </a:lnTo>
                    <a:lnTo>
                      <a:pt x="60" y="1728"/>
                    </a:lnTo>
                    <a:lnTo>
                      <a:pt x="60" y="1728"/>
                    </a:lnTo>
                    <a:lnTo>
                      <a:pt x="60" y="1732"/>
                    </a:lnTo>
                    <a:lnTo>
                      <a:pt x="60" y="1732"/>
                    </a:lnTo>
                    <a:lnTo>
                      <a:pt x="62" y="1744"/>
                    </a:lnTo>
                    <a:lnTo>
                      <a:pt x="62" y="1744"/>
                    </a:lnTo>
                    <a:lnTo>
                      <a:pt x="74" y="1786"/>
                    </a:lnTo>
                    <a:lnTo>
                      <a:pt x="74" y="1786"/>
                    </a:lnTo>
                    <a:lnTo>
                      <a:pt x="78" y="1800"/>
                    </a:lnTo>
                    <a:lnTo>
                      <a:pt x="78" y="1800"/>
                    </a:lnTo>
                    <a:lnTo>
                      <a:pt x="82" y="1812"/>
                    </a:lnTo>
                    <a:lnTo>
                      <a:pt x="82" y="1812"/>
                    </a:lnTo>
                    <a:lnTo>
                      <a:pt x="86" y="1826"/>
                    </a:lnTo>
                    <a:lnTo>
                      <a:pt x="86" y="1826"/>
                    </a:lnTo>
                    <a:lnTo>
                      <a:pt x="98" y="1866"/>
                    </a:lnTo>
                    <a:lnTo>
                      <a:pt x="98" y="1866"/>
                    </a:lnTo>
                    <a:lnTo>
                      <a:pt x="102" y="1876"/>
                    </a:lnTo>
                    <a:lnTo>
                      <a:pt x="102" y="1876"/>
                    </a:lnTo>
                    <a:lnTo>
                      <a:pt x="104" y="1884"/>
                    </a:lnTo>
                    <a:lnTo>
                      <a:pt x="104" y="1884"/>
                    </a:lnTo>
                    <a:lnTo>
                      <a:pt x="108" y="1896"/>
                    </a:lnTo>
                    <a:lnTo>
                      <a:pt x="108" y="1896"/>
                    </a:lnTo>
                    <a:lnTo>
                      <a:pt x="118" y="1928"/>
                    </a:lnTo>
                    <a:lnTo>
                      <a:pt x="118" y="1928"/>
                    </a:lnTo>
                    <a:lnTo>
                      <a:pt x="126" y="1948"/>
                    </a:lnTo>
                    <a:lnTo>
                      <a:pt x="126" y="1948"/>
                    </a:lnTo>
                    <a:lnTo>
                      <a:pt x="128" y="1956"/>
                    </a:lnTo>
                    <a:lnTo>
                      <a:pt x="128" y="1956"/>
                    </a:lnTo>
                    <a:lnTo>
                      <a:pt x="130" y="1958"/>
                    </a:lnTo>
                    <a:lnTo>
                      <a:pt x="130" y="1958"/>
                    </a:lnTo>
                    <a:lnTo>
                      <a:pt x="142" y="1988"/>
                    </a:lnTo>
                    <a:lnTo>
                      <a:pt x="142" y="1988"/>
                    </a:lnTo>
                    <a:lnTo>
                      <a:pt x="152" y="2014"/>
                    </a:lnTo>
                    <a:lnTo>
                      <a:pt x="152" y="2014"/>
                    </a:lnTo>
                    <a:lnTo>
                      <a:pt x="154" y="2020"/>
                    </a:lnTo>
                    <a:lnTo>
                      <a:pt x="154" y="2020"/>
                    </a:lnTo>
                    <a:lnTo>
                      <a:pt x="158" y="2028"/>
                    </a:lnTo>
                    <a:lnTo>
                      <a:pt x="158" y="2028"/>
                    </a:lnTo>
                    <a:lnTo>
                      <a:pt x="162" y="2040"/>
                    </a:lnTo>
                    <a:lnTo>
                      <a:pt x="162" y="2040"/>
                    </a:lnTo>
                    <a:lnTo>
                      <a:pt x="174" y="2066"/>
                    </a:lnTo>
                    <a:lnTo>
                      <a:pt x="174" y="2066"/>
                    </a:lnTo>
                    <a:lnTo>
                      <a:pt x="186" y="2092"/>
                    </a:lnTo>
                    <a:lnTo>
                      <a:pt x="186" y="2092"/>
                    </a:lnTo>
                    <a:lnTo>
                      <a:pt x="188" y="2096"/>
                    </a:lnTo>
                    <a:lnTo>
                      <a:pt x="188" y="2096"/>
                    </a:lnTo>
                    <a:lnTo>
                      <a:pt x="196" y="2114"/>
                    </a:lnTo>
                    <a:lnTo>
                      <a:pt x="196" y="2114"/>
                    </a:lnTo>
                    <a:lnTo>
                      <a:pt x="206" y="2136"/>
                    </a:lnTo>
                    <a:lnTo>
                      <a:pt x="206" y="2136"/>
                    </a:lnTo>
                    <a:lnTo>
                      <a:pt x="218" y="2158"/>
                    </a:lnTo>
                    <a:lnTo>
                      <a:pt x="218" y="2158"/>
                    </a:lnTo>
                    <a:lnTo>
                      <a:pt x="218" y="2158"/>
                    </a:lnTo>
                    <a:lnTo>
                      <a:pt x="218" y="2158"/>
                    </a:lnTo>
                    <a:lnTo>
                      <a:pt x="220" y="2164"/>
                    </a:lnTo>
                    <a:lnTo>
                      <a:pt x="220" y="2164"/>
                    </a:lnTo>
                    <a:lnTo>
                      <a:pt x="228" y="2178"/>
                    </a:lnTo>
                    <a:lnTo>
                      <a:pt x="228" y="2178"/>
                    </a:lnTo>
                    <a:lnTo>
                      <a:pt x="240" y="2198"/>
                    </a:lnTo>
                    <a:lnTo>
                      <a:pt x="240" y="2198"/>
                    </a:lnTo>
                    <a:lnTo>
                      <a:pt x="250" y="2218"/>
                    </a:lnTo>
                    <a:lnTo>
                      <a:pt x="250" y="2218"/>
                    </a:lnTo>
                    <a:lnTo>
                      <a:pt x="254" y="2224"/>
                    </a:lnTo>
                    <a:lnTo>
                      <a:pt x="254" y="2224"/>
                    </a:lnTo>
                    <a:lnTo>
                      <a:pt x="254" y="2226"/>
                    </a:lnTo>
                    <a:lnTo>
                      <a:pt x="254" y="2226"/>
                    </a:lnTo>
                    <a:lnTo>
                      <a:pt x="260" y="2236"/>
                    </a:lnTo>
                    <a:lnTo>
                      <a:pt x="260" y="2236"/>
                    </a:lnTo>
                    <a:lnTo>
                      <a:pt x="272" y="2256"/>
                    </a:lnTo>
                    <a:lnTo>
                      <a:pt x="272" y="2256"/>
                    </a:lnTo>
                    <a:lnTo>
                      <a:pt x="282" y="2274"/>
                    </a:lnTo>
                    <a:lnTo>
                      <a:pt x="282" y="2274"/>
                    </a:lnTo>
                    <a:lnTo>
                      <a:pt x="290" y="2286"/>
                    </a:lnTo>
                    <a:lnTo>
                      <a:pt x="290" y="2286"/>
                    </a:lnTo>
                    <a:lnTo>
                      <a:pt x="292" y="2288"/>
                    </a:lnTo>
                    <a:lnTo>
                      <a:pt x="292" y="2288"/>
                    </a:lnTo>
                    <a:lnTo>
                      <a:pt x="292" y="2288"/>
                    </a:lnTo>
                    <a:lnTo>
                      <a:pt x="292" y="2288"/>
                    </a:lnTo>
                    <a:lnTo>
                      <a:pt x="294" y="2292"/>
                    </a:lnTo>
                    <a:lnTo>
                      <a:pt x="294" y="2292"/>
                    </a:lnTo>
                    <a:lnTo>
                      <a:pt x="304" y="2308"/>
                    </a:lnTo>
                    <a:lnTo>
                      <a:pt x="304" y="2308"/>
                    </a:lnTo>
                    <a:lnTo>
                      <a:pt x="316" y="2326"/>
                    </a:lnTo>
                    <a:lnTo>
                      <a:pt x="316" y="2326"/>
                    </a:lnTo>
                    <a:lnTo>
                      <a:pt x="326" y="2342"/>
                    </a:lnTo>
                    <a:lnTo>
                      <a:pt x="326" y="2342"/>
                    </a:lnTo>
                    <a:lnTo>
                      <a:pt x="328" y="2344"/>
                    </a:lnTo>
                    <a:lnTo>
                      <a:pt x="328" y="2344"/>
                    </a:lnTo>
                    <a:lnTo>
                      <a:pt x="330" y="2346"/>
                    </a:lnTo>
                    <a:lnTo>
                      <a:pt x="330" y="2346"/>
                    </a:lnTo>
                    <a:lnTo>
                      <a:pt x="338" y="2358"/>
                    </a:lnTo>
                    <a:lnTo>
                      <a:pt x="338" y="2358"/>
                    </a:lnTo>
                    <a:lnTo>
                      <a:pt x="348" y="2372"/>
                    </a:lnTo>
                    <a:lnTo>
                      <a:pt x="348" y="2372"/>
                    </a:lnTo>
                    <a:lnTo>
                      <a:pt x="360" y="2388"/>
                    </a:lnTo>
                    <a:lnTo>
                      <a:pt x="360" y="2388"/>
                    </a:lnTo>
                    <a:lnTo>
                      <a:pt x="368" y="2398"/>
                    </a:lnTo>
                    <a:lnTo>
                      <a:pt x="368" y="2398"/>
                    </a:lnTo>
                    <a:lnTo>
                      <a:pt x="370" y="2400"/>
                    </a:lnTo>
                    <a:lnTo>
                      <a:pt x="370" y="2400"/>
                    </a:lnTo>
                    <a:lnTo>
                      <a:pt x="370" y="2402"/>
                    </a:lnTo>
                    <a:lnTo>
                      <a:pt x="370" y="2402"/>
                    </a:lnTo>
                    <a:lnTo>
                      <a:pt x="382" y="2416"/>
                    </a:lnTo>
                    <a:lnTo>
                      <a:pt x="382" y="2416"/>
                    </a:lnTo>
                    <a:lnTo>
                      <a:pt x="392" y="2430"/>
                    </a:lnTo>
                    <a:lnTo>
                      <a:pt x="392" y="2430"/>
                    </a:lnTo>
                    <a:lnTo>
                      <a:pt x="404" y="2444"/>
                    </a:lnTo>
                    <a:lnTo>
                      <a:pt x="404" y="2444"/>
                    </a:lnTo>
                    <a:lnTo>
                      <a:pt x="408" y="2450"/>
                    </a:lnTo>
                    <a:lnTo>
                      <a:pt x="408" y="2450"/>
                    </a:lnTo>
                    <a:lnTo>
                      <a:pt x="410" y="2454"/>
                    </a:lnTo>
                    <a:lnTo>
                      <a:pt x="410" y="2454"/>
                    </a:lnTo>
                    <a:lnTo>
                      <a:pt x="414" y="2458"/>
                    </a:lnTo>
                    <a:lnTo>
                      <a:pt x="414" y="2458"/>
                    </a:lnTo>
                    <a:lnTo>
                      <a:pt x="426" y="2472"/>
                    </a:lnTo>
                    <a:lnTo>
                      <a:pt x="426" y="2472"/>
                    </a:lnTo>
                    <a:lnTo>
                      <a:pt x="436" y="2484"/>
                    </a:lnTo>
                    <a:lnTo>
                      <a:pt x="436" y="2484"/>
                    </a:lnTo>
                    <a:lnTo>
                      <a:pt x="448" y="2496"/>
                    </a:lnTo>
                    <a:lnTo>
                      <a:pt x="448" y="2496"/>
                    </a:lnTo>
                    <a:lnTo>
                      <a:pt x="450" y="2500"/>
                    </a:lnTo>
                    <a:lnTo>
                      <a:pt x="450" y="2500"/>
                    </a:lnTo>
                    <a:lnTo>
                      <a:pt x="454" y="2504"/>
                    </a:lnTo>
                    <a:lnTo>
                      <a:pt x="454" y="2504"/>
                    </a:lnTo>
                    <a:lnTo>
                      <a:pt x="458" y="2510"/>
                    </a:lnTo>
                    <a:lnTo>
                      <a:pt x="458" y="2510"/>
                    </a:lnTo>
                    <a:lnTo>
                      <a:pt x="470" y="2522"/>
                    </a:lnTo>
                    <a:lnTo>
                      <a:pt x="470" y="2522"/>
                    </a:lnTo>
                    <a:lnTo>
                      <a:pt x="482" y="2534"/>
                    </a:lnTo>
                    <a:lnTo>
                      <a:pt x="482" y="2534"/>
                    </a:lnTo>
                    <a:lnTo>
                      <a:pt x="492" y="2544"/>
                    </a:lnTo>
                    <a:lnTo>
                      <a:pt x="492" y="2544"/>
                    </a:lnTo>
                    <a:lnTo>
                      <a:pt x="494" y="2546"/>
                    </a:lnTo>
                    <a:lnTo>
                      <a:pt x="494" y="2546"/>
                    </a:lnTo>
                    <a:lnTo>
                      <a:pt x="498" y="2550"/>
                    </a:lnTo>
                    <a:lnTo>
                      <a:pt x="498" y="2550"/>
                    </a:lnTo>
                    <a:lnTo>
                      <a:pt x="504" y="2556"/>
                    </a:lnTo>
                    <a:lnTo>
                      <a:pt x="504" y="2556"/>
                    </a:lnTo>
                    <a:lnTo>
                      <a:pt x="516" y="2568"/>
                    </a:lnTo>
                    <a:lnTo>
                      <a:pt x="516" y="2568"/>
                    </a:lnTo>
                    <a:lnTo>
                      <a:pt x="526" y="2578"/>
                    </a:lnTo>
                    <a:lnTo>
                      <a:pt x="526" y="2578"/>
                    </a:lnTo>
                    <a:lnTo>
                      <a:pt x="538" y="2590"/>
                    </a:lnTo>
                    <a:lnTo>
                      <a:pt x="538" y="2590"/>
                    </a:lnTo>
                    <a:lnTo>
                      <a:pt x="540" y="2590"/>
                    </a:lnTo>
                    <a:lnTo>
                      <a:pt x="540" y="2590"/>
                    </a:lnTo>
                    <a:lnTo>
                      <a:pt x="542" y="2592"/>
                    </a:lnTo>
                    <a:lnTo>
                      <a:pt x="542" y="2592"/>
                    </a:lnTo>
                    <a:lnTo>
                      <a:pt x="550" y="2600"/>
                    </a:lnTo>
                    <a:lnTo>
                      <a:pt x="550" y="2600"/>
                    </a:lnTo>
                    <a:lnTo>
                      <a:pt x="562" y="2610"/>
                    </a:lnTo>
                    <a:lnTo>
                      <a:pt x="562" y="2610"/>
                    </a:lnTo>
                    <a:lnTo>
                      <a:pt x="574" y="2620"/>
                    </a:lnTo>
                    <a:lnTo>
                      <a:pt x="574" y="2620"/>
                    </a:lnTo>
                    <a:lnTo>
                      <a:pt x="586" y="2630"/>
                    </a:lnTo>
                    <a:lnTo>
                      <a:pt x="586" y="2630"/>
                    </a:lnTo>
                    <a:lnTo>
                      <a:pt x="586" y="2630"/>
                    </a:lnTo>
                    <a:lnTo>
                      <a:pt x="586" y="2630"/>
                    </a:lnTo>
                    <a:lnTo>
                      <a:pt x="588" y="2632"/>
                    </a:lnTo>
                    <a:lnTo>
                      <a:pt x="588" y="2632"/>
                    </a:lnTo>
                    <a:lnTo>
                      <a:pt x="598" y="2640"/>
                    </a:lnTo>
                    <a:lnTo>
                      <a:pt x="598" y="2640"/>
                    </a:lnTo>
                    <a:lnTo>
                      <a:pt x="610" y="2650"/>
                    </a:lnTo>
                    <a:lnTo>
                      <a:pt x="610" y="2650"/>
                    </a:lnTo>
                    <a:lnTo>
                      <a:pt x="622" y="2660"/>
                    </a:lnTo>
                    <a:lnTo>
                      <a:pt x="622" y="2660"/>
                    </a:lnTo>
                    <a:lnTo>
                      <a:pt x="634" y="2668"/>
                    </a:lnTo>
                    <a:lnTo>
                      <a:pt x="634" y="2668"/>
                    </a:lnTo>
                    <a:lnTo>
                      <a:pt x="634" y="2668"/>
                    </a:lnTo>
                    <a:lnTo>
                      <a:pt x="634" y="2668"/>
                    </a:lnTo>
                    <a:lnTo>
                      <a:pt x="634" y="2668"/>
                    </a:lnTo>
                    <a:lnTo>
                      <a:pt x="634" y="2668"/>
                    </a:lnTo>
                    <a:lnTo>
                      <a:pt x="636" y="2668"/>
                    </a:lnTo>
                    <a:lnTo>
                      <a:pt x="636" y="2668"/>
                    </a:lnTo>
                    <a:lnTo>
                      <a:pt x="648" y="2678"/>
                    </a:lnTo>
                    <a:lnTo>
                      <a:pt x="648" y="2678"/>
                    </a:lnTo>
                    <a:lnTo>
                      <a:pt x="662" y="2688"/>
                    </a:lnTo>
                    <a:lnTo>
                      <a:pt x="662" y="2688"/>
                    </a:lnTo>
                    <a:lnTo>
                      <a:pt x="674" y="2696"/>
                    </a:lnTo>
                    <a:lnTo>
                      <a:pt x="674" y="2696"/>
                    </a:lnTo>
                    <a:lnTo>
                      <a:pt x="680" y="2700"/>
                    </a:lnTo>
                    <a:lnTo>
                      <a:pt x="680" y="2700"/>
                    </a:lnTo>
                    <a:lnTo>
                      <a:pt x="682" y="2702"/>
                    </a:lnTo>
                    <a:lnTo>
                      <a:pt x="682" y="2702"/>
                    </a:lnTo>
                    <a:lnTo>
                      <a:pt x="688" y="2704"/>
                    </a:lnTo>
                    <a:lnTo>
                      <a:pt x="688" y="2704"/>
                    </a:lnTo>
                    <a:lnTo>
                      <a:pt x="700" y="2714"/>
                    </a:lnTo>
                    <a:lnTo>
                      <a:pt x="700" y="2714"/>
                    </a:lnTo>
                    <a:lnTo>
                      <a:pt x="714" y="2722"/>
                    </a:lnTo>
                    <a:lnTo>
                      <a:pt x="714" y="2722"/>
                    </a:lnTo>
                    <a:lnTo>
                      <a:pt x="726" y="2728"/>
                    </a:lnTo>
                    <a:lnTo>
                      <a:pt x="726" y="2728"/>
                    </a:lnTo>
                    <a:lnTo>
                      <a:pt x="728" y="2730"/>
                    </a:lnTo>
                    <a:lnTo>
                      <a:pt x="728" y="2730"/>
                    </a:lnTo>
                    <a:lnTo>
                      <a:pt x="728" y="2730"/>
                    </a:lnTo>
                    <a:lnTo>
                      <a:pt x="728" y="2730"/>
                    </a:lnTo>
                    <a:lnTo>
                      <a:pt x="742" y="2738"/>
                    </a:lnTo>
                    <a:lnTo>
                      <a:pt x="742" y="2738"/>
                    </a:lnTo>
                    <a:lnTo>
                      <a:pt x="756" y="2746"/>
                    </a:lnTo>
                    <a:lnTo>
                      <a:pt x="756" y="2746"/>
                    </a:lnTo>
                    <a:lnTo>
                      <a:pt x="770" y="2754"/>
                    </a:lnTo>
                    <a:lnTo>
                      <a:pt x="770" y="2754"/>
                    </a:lnTo>
                    <a:lnTo>
                      <a:pt x="774" y="2754"/>
                    </a:lnTo>
                    <a:lnTo>
                      <a:pt x="774" y="2754"/>
                    </a:lnTo>
                    <a:lnTo>
                      <a:pt x="776" y="2756"/>
                    </a:lnTo>
                    <a:lnTo>
                      <a:pt x="776" y="2756"/>
                    </a:lnTo>
                    <a:lnTo>
                      <a:pt x="786" y="2760"/>
                    </a:lnTo>
                    <a:lnTo>
                      <a:pt x="786" y="2760"/>
                    </a:lnTo>
                    <a:lnTo>
                      <a:pt x="800" y="2768"/>
                    </a:lnTo>
                    <a:lnTo>
                      <a:pt x="800" y="2768"/>
                    </a:lnTo>
                    <a:lnTo>
                      <a:pt x="816" y="2774"/>
                    </a:lnTo>
                    <a:lnTo>
                      <a:pt x="816" y="2774"/>
                    </a:lnTo>
                    <a:lnTo>
                      <a:pt x="820" y="2776"/>
                    </a:lnTo>
                    <a:lnTo>
                      <a:pt x="820" y="2776"/>
                    </a:lnTo>
                    <a:lnTo>
                      <a:pt x="824" y="2778"/>
                    </a:lnTo>
                    <a:lnTo>
                      <a:pt x="824" y="2778"/>
                    </a:lnTo>
                    <a:lnTo>
                      <a:pt x="832" y="2782"/>
                    </a:lnTo>
                    <a:lnTo>
                      <a:pt x="832" y="2782"/>
                    </a:lnTo>
                    <a:lnTo>
                      <a:pt x="846" y="2788"/>
                    </a:lnTo>
                    <a:lnTo>
                      <a:pt x="846" y="2788"/>
                    </a:lnTo>
                    <a:lnTo>
                      <a:pt x="862" y="2794"/>
                    </a:lnTo>
                    <a:lnTo>
                      <a:pt x="862" y="2794"/>
                    </a:lnTo>
                    <a:lnTo>
                      <a:pt x="868" y="2796"/>
                    </a:lnTo>
                    <a:lnTo>
                      <a:pt x="868" y="2796"/>
                    </a:lnTo>
                    <a:lnTo>
                      <a:pt x="872" y="2798"/>
                    </a:lnTo>
                    <a:lnTo>
                      <a:pt x="872" y="2798"/>
                    </a:lnTo>
                    <a:lnTo>
                      <a:pt x="880" y="2800"/>
                    </a:lnTo>
                    <a:lnTo>
                      <a:pt x="880" y="2800"/>
                    </a:lnTo>
                    <a:lnTo>
                      <a:pt x="898" y="2806"/>
                    </a:lnTo>
                    <a:lnTo>
                      <a:pt x="898" y="2806"/>
                    </a:lnTo>
                    <a:lnTo>
                      <a:pt x="914" y="2812"/>
                    </a:lnTo>
                    <a:lnTo>
                      <a:pt x="914" y="2812"/>
                    </a:lnTo>
                    <a:lnTo>
                      <a:pt x="918" y="2812"/>
                    </a:lnTo>
                    <a:lnTo>
                      <a:pt x="918" y="2812"/>
                    </a:lnTo>
                    <a:lnTo>
                      <a:pt x="920" y="2814"/>
                    </a:lnTo>
                    <a:lnTo>
                      <a:pt x="920" y="2814"/>
                    </a:lnTo>
                    <a:lnTo>
                      <a:pt x="932" y="2816"/>
                    </a:lnTo>
                    <a:lnTo>
                      <a:pt x="932" y="2816"/>
                    </a:lnTo>
                    <a:lnTo>
                      <a:pt x="950" y="2822"/>
                    </a:lnTo>
                    <a:lnTo>
                      <a:pt x="950" y="2822"/>
                    </a:lnTo>
                    <a:lnTo>
                      <a:pt x="966" y="2826"/>
                    </a:lnTo>
                    <a:lnTo>
                      <a:pt x="966" y="2826"/>
                    </a:lnTo>
                    <a:lnTo>
                      <a:pt x="968" y="2826"/>
                    </a:lnTo>
                    <a:lnTo>
                      <a:pt x="968" y="2826"/>
                    </a:lnTo>
                    <a:lnTo>
                      <a:pt x="970" y="2826"/>
                    </a:lnTo>
                    <a:lnTo>
                      <a:pt x="970" y="2826"/>
                    </a:lnTo>
                    <a:lnTo>
                      <a:pt x="988" y="2830"/>
                    </a:lnTo>
                    <a:lnTo>
                      <a:pt x="988" y="2830"/>
                    </a:lnTo>
                    <a:lnTo>
                      <a:pt x="1006" y="2834"/>
                    </a:lnTo>
                    <a:lnTo>
                      <a:pt x="1006" y="2834"/>
                    </a:lnTo>
                    <a:lnTo>
                      <a:pt x="1010" y="2834"/>
                    </a:lnTo>
                    <a:lnTo>
                      <a:pt x="1010" y="2834"/>
                    </a:lnTo>
                    <a:lnTo>
                      <a:pt x="1012" y="2834"/>
                    </a:lnTo>
                    <a:lnTo>
                      <a:pt x="1012" y="2834"/>
                    </a:lnTo>
                    <a:lnTo>
                      <a:pt x="1014" y="2836"/>
                    </a:lnTo>
                    <a:lnTo>
                      <a:pt x="1014" y="2836"/>
                    </a:lnTo>
                    <a:lnTo>
                      <a:pt x="1016" y="2836"/>
                    </a:lnTo>
                    <a:lnTo>
                      <a:pt x="1016" y="2836"/>
                    </a:lnTo>
                    <a:lnTo>
                      <a:pt x="1194" y="2864"/>
                    </a:lnTo>
                    <a:lnTo>
                      <a:pt x="1194" y="2864"/>
                    </a:lnTo>
                    <a:lnTo>
                      <a:pt x="1150" y="2854"/>
                    </a:lnTo>
                    <a:lnTo>
                      <a:pt x="1150" y="2854"/>
                    </a:lnTo>
                    <a:lnTo>
                      <a:pt x="1148" y="2854"/>
                    </a:lnTo>
                    <a:lnTo>
                      <a:pt x="1148" y="2854"/>
                    </a:lnTo>
                    <a:lnTo>
                      <a:pt x="1102" y="2842"/>
                    </a:lnTo>
                    <a:lnTo>
                      <a:pt x="1102" y="2842"/>
                    </a:lnTo>
                    <a:lnTo>
                      <a:pt x="1098" y="2842"/>
                    </a:lnTo>
                    <a:lnTo>
                      <a:pt x="1098" y="2842"/>
                    </a:lnTo>
                    <a:lnTo>
                      <a:pt x="1054" y="2826"/>
                    </a:lnTo>
                    <a:lnTo>
                      <a:pt x="1054" y="2826"/>
                    </a:lnTo>
                    <a:lnTo>
                      <a:pt x="1050" y="2824"/>
                    </a:lnTo>
                    <a:lnTo>
                      <a:pt x="1050" y="2824"/>
                    </a:lnTo>
                    <a:lnTo>
                      <a:pt x="1006" y="2806"/>
                    </a:lnTo>
                    <a:lnTo>
                      <a:pt x="1006" y="2806"/>
                    </a:lnTo>
                    <a:lnTo>
                      <a:pt x="1002" y="2804"/>
                    </a:lnTo>
                    <a:lnTo>
                      <a:pt x="1002" y="2804"/>
                    </a:lnTo>
                    <a:lnTo>
                      <a:pt x="956" y="2782"/>
                    </a:lnTo>
                    <a:lnTo>
                      <a:pt x="956" y="2782"/>
                    </a:lnTo>
                    <a:lnTo>
                      <a:pt x="954" y="2782"/>
                    </a:lnTo>
                    <a:lnTo>
                      <a:pt x="954" y="2782"/>
                    </a:lnTo>
                    <a:lnTo>
                      <a:pt x="908" y="2756"/>
                    </a:lnTo>
                    <a:lnTo>
                      <a:pt x="908" y="2756"/>
                    </a:lnTo>
                    <a:lnTo>
                      <a:pt x="908" y="2754"/>
                    </a:lnTo>
                    <a:lnTo>
                      <a:pt x="908" y="2754"/>
                    </a:lnTo>
                    <a:lnTo>
                      <a:pt x="862" y="2726"/>
                    </a:lnTo>
                    <a:lnTo>
                      <a:pt x="862" y="2726"/>
                    </a:lnTo>
                    <a:lnTo>
                      <a:pt x="860" y="2724"/>
                    </a:lnTo>
                    <a:lnTo>
                      <a:pt x="860" y="2724"/>
                    </a:lnTo>
                    <a:lnTo>
                      <a:pt x="814" y="2692"/>
                    </a:lnTo>
                    <a:lnTo>
                      <a:pt x="814" y="2692"/>
                    </a:lnTo>
                    <a:lnTo>
                      <a:pt x="768" y="2654"/>
                    </a:lnTo>
                    <a:lnTo>
                      <a:pt x="768" y="2654"/>
                    </a:lnTo>
                    <a:lnTo>
                      <a:pt x="766" y="2652"/>
                    </a:lnTo>
                    <a:lnTo>
                      <a:pt x="766" y="2652"/>
                    </a:lnTo>
                    <a:lnTo>
                      <a:pt x="722" y="2612"/>
                    </a:lnTo>
                    <a:lnTo>
                      <a:pt x="722" y="2612"/>
                    </a:lnTo>
                    <a:lnTo>
                      <a:pt x="720" y="2610"/>
                    </a:lnTo>
                    <a:lnTo>
                      <a:pt x="720" y="2610"/>
                    </a:lnTo>
                    <a:lnTo>
                      <a:pt x="676" y="2568"/>
                    </a:lnTo>
                    <a:lnTo>
                      <a:pt x="676" y="2568"/>
                    </a:lnTo>
                    <a:lnTo>
                      <a:pt x="674" y="2564"/>
                    </a:lnTo>
                    <a:lnTo>
                      <a:pt x="674" y="2564"/>
                    </a:lnTo>
                    <a:lnTo>
                      <a:pt x="632" y="2520"/>
                    </a:lnTo>
                    <a:lnTo>
                      <a:pt x="632" y="2520"/>
                    </a:lnTo>
                    <a:lnTo>
                      <a:pt x="628" y="2516"/>
                    </a:lnTo>
                    <a:lnTo>
                      <a:pt x="628" y="2516"/>
                    </a:lnTo>
                    <a:lnTo>
                      <a:pt x="588" y="2468"/>
                    </a:lnTo>
                    <a:lnTo>
                      <a:pt x="588" y="2468"/>
                    </a:lnTo>
                    <a:lnTo>
                      <a:pt x="584" y="2464"/>
                    </a:lnTo>
                    <a:lnTo>
                      <a:pt x="584" y="2464"/>
                    </a:lnTo>
                    <a:lnTo>
                      <a:pt x="546" y="2412"/>
                    </a:lnTo>
                    <a:lnTo>
                      <a:pt x="546" y="2412"/>
                    </a:lnTo>
                    <a:lnTo>
                      <a:pt x="544" y="2410"/>
                    </a:lnTo>
                    <a:lnTo>
                      <a:pt x="544" y="2410"/>
                    </a:lnTo>
                    <a:lnTo>
                      <a:pt x="506" y="2356"/>
                    </a:lnTo>
                    <a:lnTo>
                      <a:pt x="506" y="2356"/>
                    </a:lnTo>
                    <a:lnTo>
                      <a:pt x="504" y="2352"/>
                    </a:lnTo>
                    <a:lnTo>
                      <a:pt x="504" y="2352"/>
                    </a:lnTo>
                    <a:lnTo>
                      <a:pt x="468" y="2294"/>
                    </a:lnTo>
                    <a:lnTo>
                      <a:pt x="468" y="2294"/>
                    </a:lnTo>
                    <a:lnTo>
                      <a:pt x="466" y="2292"/>
                    </a:lnTo>
                    <a:lnTo>
                      <a:pt x="466" y="2292"/>
                    </a:lnTo>
                    <a:lnTo>
                      <a:pt x="430" y="2230"/>
                    </a:lnTo>
                    <a:lnTo>
                      <a:pt x="430" y="2230"/>
                    </a:lnTo>
                    <a:lnTo>
                      <a:pt x="428" y="2226"/>
                    </a:lnTo>
                    <a:lnTo>
                      <a:pt x="428" y="2226"/>
                    </a:lnTo>
                    <a:lnTo>
                      <a:pt x="394" y="2162"/>
                    </a:lnTo>
                    <a:lnTo>
                      <a:pt x="394" y="2162"/>
                    </a:lnTo>
                    <a:lnTo>
                      <a:pt x="392" y="2158"/>
                    </a:lnTo>
                    <a:lnTo>
                      <a:pt x="392" y="2158"/>
                    </a:lnTo>
                    <a:lnTo>
                      <a:pt x="360" y="2092"/>
                    </a:lnTo>
                    <a:lnTo>
                      <a:pt x="360" y="2092"/>
                    </a:lnTo>
                    <a:lnTo>
                      <a:pt x="358" y="2088"/>
                    </a:lnTo>
                    <a:lnTo>
                      <a:pt x="358" y="2088"/>
                    </a:lnTo>
                    <a:lnTo>
                      <a:pt x="358" y="2088"/>
                    </a:lnTo>
                    <a:lnTo>
                      <a:pt x="358" y="2088"/>
                    </a:lnTo>
                    <a:lnTo>
                      <a:pt x="330" y="2022"/>
                    </a:lnTo>
                    <a:lnTo>
                      <a:pt x="330" y="2022"/>
                    </a:lnTo>
                    <a:lnTo>
                      <a:pt x="326" y="2014"/>
                    </a:lnTo>
                    <a:lnTo>
                      <a:pt x="326" y="2014"/>
                    </a:lnTo>
                    <a:lnTo>
                      <a:pt x="300" y="1946"/>
                    </a:lnTo>
                    <a:lnTo>
                      <a:pt x="300" y="1946"/>
                    </a:lnTo>
                    <a:lnTo>
                      <a:pt x="298" y="1938"/>
                    </a:lnTo>
                    <a:lnTo>
                      <a:pt x="298" y="1938"/>
                    </a:lnTo>
                    <a:lnTo>
                      <a:pt x="274" y="1870"/>
                    </a:lnTo>
                    <a:lnTo>
                      <a:pt x="274" y="1870"/>
                    </a:lnTo>
                    <a:lnTo>
                      <a:pt x="272" y="1862"/>
                    </a:lnTo>
                    <a:lnTo>
                      <a:pt x="272" y="1862"/>
                    </a:lnTo>
                    <a:lnTo>
                      <a:pt x="252" y="1794"/>
                    </a:lnTo>
                    <a:lnTo>
                      <a:pt x="252" y="1794"/>
                    </a:lnTo>
                    <a:lnTo>
                      <a:pt x="248" y="1780"/>
                    </a:lnTo>
                    <a:lnTo>
                      <a:pt x="248" y="1780"/>
                    </a:lnTo>
                    <a:lnTo>
                      <a:pt x="230" y="1712"/>
                    </a:lnTo>
                    <a:lnTo>
                      <a:pt x="230" y="1712"/>
                    </a:lnTo>
                    <a:lnTo>
                      <a:pt x="226" y="1700"/>
                    </a:lnTo>
                    <a:lnTo>
                      <a:pt x="226" y="1700"/>
                    </a:lnTo>
                    <a:lnTo>
                      <a:pt x="216" y="1652"/>
                    </a:lnTo>
                    <a:lnTo>
                      <a:pt x="216" y="1652"/>
                    </a:lnTo>
                    <a:lnTo>
                      <a:pt x="208" y="1612"/>
                    </a:lnTo>
                    <a:lnTo>
                      <a:pt x="208" y="1612"/>
                    </a:lnTo>
                    <a:lnTo>
                      <a:pt x="200" y="1572"/>
                    </a:lnTo>
                    <a:lnTo>
                      <a:pt x="200" y="1572"/>
                    </a:lnTo>
                    <a:lnTo>
                      <a:pt x="192" y="1530"/>
                    </a:lnTo>
                    <a:lnTo>
                      <a:pt x="192" y="1530"/>
                    </a:lnTo>
                    <a:lnTo>
                      <a:pt x="188" y="1492"/>
                    </a:lnTo>
                    <a:lnTo>
                      <a:pt x="188" y="1492"/>
                    </a:lnTo>
                    <a:lnTo>
                      <a:pt x="182" y="1448"/>
                    </a:lnTo>
                    <a:lnTo>
                      <a:pt x="182" y="1448"/>
                    </a:lnTo>
                    <a:lnTo>
                      <a:pt x="178" y="1410"/>
                    </a:lnTo>
                    <a:lnTo>
                      <a:pt x="178" y="1410"/>
                    </a:lnTo>
                    <a:lnTo>
                      <a:pt x="172" y="1364"/>
                    </a:lnTo>
                    <a:lnTo>
                      <a:pt x="172" y="1364"/>
                    </a:lnTo>
                    <a:lnTo>
                      <a:pt x="170" y="1326"/>
                    </a:lnTo>
                    <a:lnTo>
                      <a:pt x="170" y="1326"/>
                    </a:lnTo>
                    <a:lnTo>
                      <a:pt x="168" y="1280"/>
                    </a:lnTo>
                    <a:lnTo>
                      <a:pt x="168" y="1280"/>
                    </a:lnTo>
                    <a:lnTo>
                      <a:pt x="166" y="1240"/>
                    </a:lnTo>
                    <a:lnTo>
                      <a:pt x="166" y="1240"/>
                    </a:lnTo>
                    <a:lnTo>
                      <a:pt x="166" y="1198"/>
                    </a:lnTo>
                    <a:lnTo>
                      <a:pt x="166" y="1198"/>
                    </a:lnTo>
                    <a:lnTo>
                      <a:pt x="166" y="1146"/>
                    </a:lnTo>
                    <a:lnTo>
                      <a:pt x="166" y="1146"/>
                    </a:lnTo>
                    <a:lnTo>
                      <a:pt x="166" y="1114"/>
                    </a:lnTo>
                    <a:lnTo>
                      <a:pt x="166" y="1114"/>
                    </a:lnTo>
                    <a:lnTo>
                      <a:pt x="170" y="1032"/>
                    </a:lnTo>
                    <a:lnTo>
                      <a:pt x="170" y="1032"/>
                    </a:lnTo>
                    <a:lnTo>
                      <a:pt x="174" y="982"/>
                    </a:lnTo>
                    <a:lnTo>
                      <a:pt x="180" y="934"/>
                    </a:lnTo>
                    <a:lnTo>
                      <a:pt x="186" y="886"/>
                    </a:lnTo>
                    <a:lnTo>
                      <a:pt x="194" y="838"/>
                    </a:lnTo>
                    <a:lnTo>
                      <a:pt x="212" y="748"/>
                    </a:lnTo>
                    <a:lnTo>
                      <a:pt x="234" y="662"/>
                    </a:lnTo>
                    <a:lnTo>
                      <a:pt x="234" y="662"/>
                    </a:lnTo>
                    <a:lnTo>
                      <a:pt x="260" y="580"/>
                    </a:lnTo>
                    <a:lnTo>
                      <a:pt x="288" y="504"/>
                    </a:lnTo>
                    <a:lnTo>
                      <a:pt x="320" y="430"/>
                    </a:lnTo>
                    <a:lnTo>
                      <a:pt x="356" y="362"/>
                    </a:lnTo>
                    <a:lnTo>
                      <a:pt x="356" y="362"/>
                    </a:lnTo>
                    <a:lnTo>
                      <a:pt x="392" y="302"/>
                    </a:lnTo>
                    <a:lnTo>
                      <a:pt x="432" y="244"/>
                    </a:lnTo>
                    <a:lnTo>
                      <a:pt x="472" y="190"/>
                    </a:lnTo>
                    <a:lnTo>
                      <a:pt x="516" y="142"/>
                    </a:lnTo>
                    <a:lnTo>
                      <a:pt x="516" y="142"/>
                    </a:lnTo>
                    <a:lnTo>
                      <a:pt x="552" y="110"/>
                    </a:lnTo>
                    <a:lnTo>
                      <a:pt x="588" y="78"/>
                    </a:lnTo>
                    <a:lnTo>
                      <a:pt x="588" y="78"/>
                    </a:lnTo>
                    <a:lnTo>
                      <a:pt x="620" y="52"/>
                    </a:lnTo>
                    <a:lnTo>
                      <a:pt x="654" y="30"/>
                    </a:lnTo>
                    <a:lnTo>
                      <a:pt x="654" y="30"/>
                    </a:lnTo>
                    <a:lnTo>
                      <a:pt x="702" y="0"/>
                    </a:lnTo>
                    <a:lnTo>
                      <a:pt x="702" y="0"/>
                    </a:lnTo>
                    <a:lnTo>
                      <a:pt x="702" y="0"/>
                    </a:lnTo>
                    <a:lnTo>
                      <a:pt x="542" y="88"/>
                    </a:lnTo>
                    <a:lnTo>
                      <a:pt x="542" y="88"/>
                    </a:lnTo>
                    <a:lnTo>
                      <a:pt x="492" y="116"/>
                    </a:lnTo>
                    <a:lnTo>
                      <a:pt x="446" y="150"/>
                    </a:lnTo>
                    <a:lnTo>
                      <a:pt x="400" y="188"/>
                    </a:lnTo>
                    <a:lnTo>
                      <a:pt x="354" y="228"/>
                    </a:lnTo>
                    <a:lnTo>
                      <a:pt x="354" y="228"/>
                    </a:lnTo>
                    <a:lnTo>
                      <a:pt x="312" y="276"/>
                    </a:lnTo>
                    <a:lnTo>
                      <a:pt x="270" y="328"/>
                    </a:lnTo>
                    <a:lnTo>
                      <a:pt x="230" y="384"/>
                    </a:lnTo>
                    <a:lnTo>
                      <a:pt x="194" y="444"/>
                    </a:lnTo>
                    <a:lnTo>
                      <a:pt x="194" y="444"/>
                    </a:lnTo>
                    <a:lnTo>
                      <a:pt x="158" y="510"/>
                    </a:lnTo>
                    <a:lnTo>
                      <a:pt x="126" y="580"/>
                    </a:lnTo>
                    <a:lnTo>
                      <a:pt x="96" y="654"/>
                    </a:lnTo>
                    <a:lnTo>
                      <a:pt x="72" y="730"/>
                    </a:lnTo>
                    <a:lnTo>
                      <a:pt x="72" y="730"/>
                    </a:lnTo>
                    <a:lnTo>
                      <a:pt x="50" y="814"/>
                    </a:lnTo>
                    <a:lnTo>
                      <a:pt x="30" y="902"/>
                    </a:lnTo>
                    <a:lnTo>
                      <a:pt x="16" y="992"/>
                    </a:lnTo>
                    <a:lnTo>
                      <a:pt x="6" y="1086"/>
                    </a:lnTo>
                    <a:lnTo>
                      <a:pt x="6" y="1086"/>
                    </a:lnTo>
                    <a:lnTo>
                      <a:pt x="2" y="1164"/>
                    </a:lnTo>
                    <a:lnTo>
                      <a:pt x="2" y="1164"/>
                    </a:lnTo>
                    <a:lnTo>
                      <a:pt x="2" y="1198"/>
                    </a:lnTo>
                    <a:lnTo>
                      <a:pt x="2" y="1198"/>
                    </a:lnTo>
                    <a:lnTo>
                      <a:pt x="0" y="1240"/>
                    </a:lnTo>
                    <a:lnTo>
                      <a:pt x="0" y="1240"/>
                    </a:lnTo>
                    <a:lnTo>
                      <a:pt x="0" y="1244"/>
                    </a:lnTo>
                    <a:lnTo>
                      <a:pt x="0" y="1244"/>
                    </a:lnTo>
                    <a:lnTo>
                      <a:pt x="2" y="1286"/>
                    </a:lnTo>
                    <a:lnTo>
                      <a:pt x="2" y="1286"/>
                    </a:lnTo>
                    <a:close/>
                  </a:path>
                </a:pathLst>
              </a:custGeom>
              <a:solidFill>
                <a:srgbClr val="B6B6B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8" name="Freeform 6"/>
              <p:cNvSpPr>
                <a:spLocks/>
              </p:cNvSpPr>
              <p:nvPr/>
            </p:nvSpPr>
            <p:spPr bwMode="auto">
              <a:xfrm>
                <a:off x="2495550" y="5502276"/>
                <a:ext cx="4763" cy="0"/>
              </a:xfrm>
              <a:custGeom>
                <a:avLst/>
                <a:gdLst>
                  <a:gd name="T0" fmla="*/ 3 w 3"/>
                  <a:gd name="T1" fmla="*/ 3 w 3"/>
                  <a:gd name="T2" fmla="*/ 0 w 3"/>
                  <a:gd name="T3" fmla="*/ 0 w 3"/>
                  <a:gd name="T4" fmla="*/ 0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0" y="0"/>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9" name="Freeform 7"/>
              <p:cNvSpPr>
                <a:spLocks/>
              </p:cNvSpPr>
              <p:nvPr/>
            </p:nvSpPr>
            <p:spPr bwMode="auto">
              <a:xfrm>
                <a:off x="2495550" y="5502276"/>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0" name="Freeform 8"/>
              <p:cNvSpPr>
                <a:spLocks/>
              </p:cNvSpPr>
              <p:nvPr/>
            </p:nvSpPr>
            <p:spPr bwMode="auto">
              <a:xfrm>
                <a:off x="2495550" y="550227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1" name="Freeform 9"/>
              <p:cNvSpPr>
                <a:spLocks/>
              </p:cNvSpPr>
              <p:nvPr/>
            </p:nvSpPr>
            <p:spPr bwMode="auto">
              <a:xfrm>
                <a:off x="1096963" y="2149476"/>
                <a:ext cx="1398588" cy="3352800"/>
              </a:xfrm>
              <a:custGeom>
                <a:avLst/>
                <a:gdLst>
                  <a:gd name="T0" fmla="*/ 229 w 881"/>
                  <a:gd name="T1" fmla="*/ 204 h 2112"/>
                  <a:gd name="T2" fmla="*/ 52 w 881"/>
                  <a:gd name="T3" fmla="*/ 540 h 2112"/>
                  <a:gd name="T4" fmla="*/ 2 w 881"/>
                  <a:gd name="T5" fmla="*/ 858 h 2112"/>
                  <a:gd name="T6" fmla="*/ 0 w 881"/>
                  <a:gd name="T7" fmla="*/ 948 h 2112"/>
                  <a:gd name="T8" fmla="*/ 5 w 881"/>
                  <a:gd name="T9" fmla="*/ 1034 h 2112"/>
                  <a:gd name="T10" fmla="*/ 18 w 881"/>
                  <a:gd name="T11" fmla="*/ 1144 h 2112"/>
                  <a:gd name="T12" fmla="*/ 34 w 881"/>
                  <a:gd name="T13" fmla="*/ 1236 h 2112"/>
                  <a:gd name="T14" fmla="*/ 45 w 881"/>
                  <a:gd name="T15" fmla="*/ 1277 h 2112"/>
                  <a:gd name="T16" fmla="*/ 59 w 881"/>
                  <a:gd name="T17" fmla="*/ 1336 h 2112"/>
                  <a:gd name="T18" fmla="*/ 77 w 881"/>
                  <a:gd name="T19" fmla="*/ 1389 h 2112"/>
                  <a:gd name="T20" fmla="*/ 95 w 881"/>
                  <a:gd name="T21" fmla="*/ 1442 h 2112"/>
                  <a:gd name="T22" fmla="*/ 114 w 881"/>
                  <a:gd name="T23" fmla="*/ 1489 h 2112"/>
                  <a:gd name="T24" fmla="*/ 136 w 881"/>
                  <a:gd name="T25" fmla="*/ 1542 h 2112"/>
                  <a:gd name="T26" fmla="*/ 161 w 881"/>
                  <a:gd name="T27" fmla="*/ 1591 h 2112"/>
                  <a:gd name="T28" fmla="*/ 185 w 881"/>
                  <a:gd name="T29" fmla="*/ 1635 h 2112"/>
                  <a:gd name="T30" fmla="*/ 201 w 881"/>
                  <a:gd name="T31" fmla="*/ 1663 h 2112"/>
                  <a:gd name="T32" fmla="*/ 217 w 881"/>
                  <a:gd name="T33" fmla="*/ 1690 h 2112"/>
                  <a:gd name="T34" fmla="*/ 242 w 881"/>
                  <a:gd name="T35" fmla="*/ 1728 h 2112"/>
                  <a:gd name="T36" fmla="*/ 264 w 881"/>
                  <a:gd name="T37" fmla="*/ 1761 h 2112"/>
                  <a:gd name="T38" fmla="*/ 281 w 881"/>
                  <a:gd name="T39" fmla="*/ 1781 h 2112"/>
                  <a:gd name="T40" fmla="*/ 303 w 881"/>
                  <a:gd name="T41" fmla="*/ 1809 h 2112"/>
                  <a:gd name="T42" fmla="*/ 329 w 881"/>
                  <a:gd name="T43" fmla="*/ 1840 h 2112"/>
                  <a:gd name="T44" fmla="*/ 347 w 881"/>
                  <a:gd name="T45" fmla="*/ 1859 h 2112"/>
                  <a:gd name="T46" fmla="*/ 372 w 881"/>
                  <a:gd name="T47" fmla="*/ 1884 h 2112"/>
                  <a:gd name="T48" fmla="*/ 399 w 881"/>
                  <a:gd name="T49" fmla="*/ 1910 h 2112"/>
                  <a:gd name="T50" fmla="*/ 424 w 881"/>
                  <a:gd name="T51" fmla="*/ 1932 h 2112"/>
                  <a:gd name="T52" fmla="*/ 441 w 881"/>
                  <a:gd name="T53" fmla="*/ 1946 h 2112"/>
                  <a:gd name="T54" fmla="*/ 468 w 881"/>
                  <a:gd name="T55" fmla="*/ 1967 h 2112"/>
                  <a:gd name="T56" fmla="*/ 500 w 881"/>
                  <a:gd name="T57" fmla="*/ 1991 h 2112"/>
                  <a:gd name="T58" fmla="*/ 527 w 881"/>
                  <a:gd name="T59" fmla="*/ 2007 h 2112"/>
                  <a:gd name="T60" fmla="*/ 558 w 881"/>
                  <a:gd name="T61" fmla="*/ 2025 h 2112"/>
                  <a:gd name="T62" fmla="*/ 578 w 881"/>
                  <a:gd name="T63" fmla="*/ 2035 h 2112"/>
                  <a:gd name="T64" fmla="*/ 608 w 881"/>
                  <a:gd name="T65" fmla="*/ 2048 h 2112"/>
                  <a:gd name="T66" fmla="*/ 640 w 881"/>
                  <a:gd name="T67" fmla="*/ 2061 h 2112"/>
                  <a:gd name="T68" fmla="*/ 674 w 881"/>
                  <a:gd name="T69" fmla="*/ 2073 h 2112"/>
                  <a:gd name="T70" fmla="*/ 701 w 881"/>
                  <a:gd name="T71" fmla="*/ 2081 h 2112"/>
                  <a:gd name="T72" fmla="*/ 742 w 881"/>
                  <a:gd name="T73" fmla="*/ 2089 h 2112"/>
                  <a:gd name="T74" fmla="*/ 749 w 881"/>
                  <a:gd name="T75" fmla="*/ 2091 h 2112"/>
                  <a:gd name="T76" fmla="*/ 810 w 881"/>
                  <a:gd name="T77" fmla="*/ 2095 h 2112"/>
                  <a:gd name="T78" fmla="*/ 738 w 881"/>
                  <a:gd name="T79" fmla="*/ 2067 h 2112"/>
                  <a:gd name="T80" fmla="*/ 668 w 881"/>
                  <a:gd name="T81" fmla="*/ 2030 h 2112"/>
                  <a:gd name="T82" fmla="*/ 565 w 881"/>
                  <a:gd name="T83" fmla="*/ 1957 h 2112"/>
                  <a:gd name="T84" fmla="*/ 465 w 881"/>
                  <a:gd name="T85" fmla="*/ 1858 h 2112"/>
                  <a:gd name="T86" fmla="*/ 403 w 881"/>
                  <a:gd name="T87" fmla="*/ 1778 h 2112"/>
                  <a:gd name="T88" fmla="*/ 344 w 881"/>
                  <a:gd name="T89" fmla="*/ 1691 h 2112"/>
                  <a:gd name="T90" fmla="*/ 291 w 881"/>
                  <a:gd name="T91" fmla="*/ 1594 h 2112"/>
                  <a:gd name="T92" fmla="*/ 264 w 881"/>
                  <a:gd name="T93" fmla="*/ 1539 h 2112"/>
                  <a:gd name="T94" fmla="*/ 219 w 881"/>
                  <a:gd name="T95" fmla="*/ 1429 h 2112"/>
                  <a:gd name="T96" fmla="*/ 182 w 881"/>
                  <a:gd name="T97" fmla="*/ 1312 h 2112"/>
                  <a:gd name="T98" fmla="*/ 152 w 881"/>
                  <a:gd name="T99" fmla="*/ 1189 h 2112"/>
                  <a:gd name="T100" fmla="*/ 133 w 881"/>
                  <a:gd name="T101" fmla="*/ 1068 h 2112"/>
                  <a:gd name="T102" fmla="*/ 123 w 881"/>
                  <a:gd name="T103" fmla="*/ 944 h 2112"/>
                  <a:gd name="T104" fmla="*/ 123 w 881"/>
                  <a:gd name="T105" fmla="*/ 821 h 2112"/>
                  <a:gd name="T106" fmla="*/ 173 w 881"/>
                  <a:gd name="T107" fmla="*/ 488 h 2112"/>
                  <a:gd name="T108" fmla="*/ 317 w 881"/>
                  <a:gd name="T109" fmla="*/ 180 h 2112"/>
                  <a:gd name="T110" fmla="*/ 481 w 881"/>
                  <a:gd name="T111" fmla="*/ 22 h 2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1" h="2112">
                    <a:moveTo>
                      <a:pt x="399" y="65"/>
                    </a:moveTo>
                    <a:lnTo>
                      <a:pt x="399" y="65"/>
                    </a:lnTo>
                    <a:lnTo>
                      <a:pt x="363" y="86"/>
                    </a:lnTo>
                    <a:lnTo>
                      <a:pt x="328" y="111"/>
                    </a:lnTo>
                    <a:lnTo>
                      <a:pt x="294" y="139"/>
                    </a:lnTo>
                    <a:lnTo>
                      <a:pt x="261" y="168"/>
                    </a:lnTo>
                    <a:lnTo>
                      <a:pt x="261" y="168"/>
                    </a:lnTo>
                    <a:lnTo>
                      <a:pt x="229" y="204"/>
                    </a:lnTo>
                    <a:lnTo>
                      <a:pt x="198" y="242"/>
                    </a:lnTo>
                    <a:lnTo>
                      <a:pt x="170" y="283"/>
                    </a:lnTo>
                    <a:lnTo>
                      <a:pt x="142" y="328"/>
                    </a:lnTo>
                    <a:lnTo>
                      <a:pt x="142" y="328"/>
                    </a:lnTo>
                    <a:lnTo>
                      <a:pt x="117" y="376"/>
                    </a:lnTo>
                    <a:lnTo>
                      <a:pt x="93" y="428"/>
                    </a:lnTo>
                    <a:lnTo>
                      <a:pt x="71" y="482"/>
                    </a:lnTo>
                    <a:lnTo>
                      <a:pt x="52" y="540"/>
                    </a:lnTo>
                    <a:lnTo>
                      <a:pt x="52" y="540"/>
                    </a:lnTo>
                    <a:lnTo>
                      <a:pt x="36" y="600"/>
                    </a:lnTo>
                    <a:lnTo>
                      <a:pt x="23" y="665"/>
                    </a:lnTo>
                    <a:lnTo>
                      <a:pt x="12" y="732"/>
                    </a:lnTo>
                    <a:lnTo>
                      <a:pt x="5" y="801"/>
                    </a:lnTo>
                    <a:lnTo>
                      <a:pt x="5" y="801"/>
                    </a:lnTo>
                    <a:lnTo>
                      <a:pt x="2" y="858"/>
                    </a:lnTo>
                    <a:lnTo>
                      <a:pt x="2" y="858"/>
                    </a:lnTo>
                    <a:lnTo>
                      <a:pt x="0" y="883"/>
                    </a:lnTo>
                    <a:lnTo>
                      <a:pt x="0" y="883"/>
                    </a:lnTo>
                    <a:lnTo>
                      <a:pt x="0" y="914"/>
                    </a:lnTo>
                    <a:lnTo>
                      <a:pt x="0" y="914"/>
                    </a:lnTo>
                    <a:lnTo>
                      <a:pt x="0" y="917"/>
                    </a:lnTo>
                    <a:lnTo>
                      <a:pt x="0" y="917"/>
                    </a:lnTo>
                    <a:lnTo>
                      <a:pt x="0" y="948"/>
                    </a:lnTo>
                    <a:lnTo>
                      <a:pt x="0" y="948"/>
                    </a:lnTo>
                    <a:lnTo>
                      <a:pt x="2" y="976"/>
                    </a:lnTo>
                    <a:lnTo>
                      <a:pt x="2" y="976"/>
                    </a:lnTo>
                    <a:lnTo>
                      <a:pt x="3" y="1007"/>
                    </a:lnTo>
                    <a:lnTo>
                      <a:pt x="3" y="1007"/>
                    </a:lnTo>
                    <a:lnTo>
                      <a:pt x="5" y="1031"/>
                    </a:lnTo>
                    <a:lnTo>
                      <a:pt x="5" y="1031"/>
                    </a:lnTo>
                    <a:lnTo>
                      <a:pt x="5" y="1034"/>
                    </a:lnTo>
                    <a:lnTo>
                      <a:pt x="5" y="1034"/>
                    </a:lnTo>
                    <a:lnTo>
                      <a:pt x="8" y="1066"/>
                    </a:lnTo>
                    <a:lnTo>
                      <a:pt x="8" y="1066"/>
                    </a:lnTo>
                    <a:lnTo>
                      <a:pt x="11" y="1093"/>
                    </a:lnTo>
                    <a:lnTo>
                      <a:pt x="11" y="1093"/>
                    </a:lnTo>
                    <a:lnTo>
                      <a:pt x="15" y="1122"/>
                    </a:lnTo>
                    <a:lnTo>
                      <a:pt x="15" y="1122"/>
                    </a:lnTo>
                    <a:lnTo>
                      <a:pt x="18" y="1144"/>
                    </a:lnTo>
                    <a:lnTo>
                      <a:pt x="18" y="1144"/>
                    </a:lnTo>
                    <a:lnTo>
                      <a:pt x="18" y="1152"/>
                    </a:lnTo>
                    <a:lnTo>
                      <a:pt x="18" y="1152"/>
                    </a:lnTo>
                    <a:lnTo>
                      <a:pt x="24" y="1180"/>
                    </a:lnTo>
                    <a:lnTo>
                      <a:pt x="24" y="1180"/>
                    </a:lnTo>
                    <a:lnTo>
                      <a:pt x="28" y="1209"/>
                    </a:lnTo>
                    <a:lnTo>
                      <a:pt x="28" y="1209"/>
                    </a:lnTo>
                    <a:lnTo>
                      <a:pt x="34" y="1236"/>
                    </a:lnTo>
                    <a:lnTo>
                      <a:pt x="34" y="1236"/>
                    </a:lnTo>
                    <a:lnTo>
                      <a:pt x="39" y="1256"/>
                    </a:lnTo>
                    <a:lnTo>
                      <a:pt x="39" y="1256"/>
                    </a:lnTo>
                    <a:lnTo>
                      <a:pt x="43" y="1271"/>
                    </a:lnTo>
                    <a:lnTo>
                      <a:pt x="43" y="1271"/>
                    </a:lnTo>
                    <a:lnTo>
                      <a:pt x="43" y="1274"/>
                    </a:lnTo>
                    <a:lnTo>
                      <a:pt x="43" y="1274"/>
                    </a:lnTo>
                    <a:lnTo>
                      <a:pt x="45" y="1277"/>
                    </a:lnTo>
                    <a:lnTo>
                      <a:pt x="45" y="1277"/>
                    </a:lnTo>
                    <a:lnTo>
                      <a:pt x="46" y="1286"/>
                    </a:lnTo>
                    <a:lnTo>
                      <a:pt x="46" y="1286"/>
                    </a:lnTo>
                    <a:lnTo>
                      <a:pt x="55" y="1317"/>
                    </a:lnTo>
                    <a:lnTo>
                      <a:pt x="55" y="1317"/>
                    </a:lnTo>
                    <a:lnTo>
                      <a:pt x="58" y="1327"/>
                    </a:lnTo>
                    <a:lnTo>
                      <a:pt x="58" y="1327"/>
                    </a:lnTo>
                    <a:lnTo>
                      <a:pt x="59" y="1336"/>
                    </a:lnTo>
                    <a:lnTo>
                      <a:pt x="59" y="1336"/>
                    </a:lnTo>
                    <a:lnTo>
                      <a:pt x="62" y="1346"/>
                    </a:lnTo>
                    <a:lnTo>
                      <a:pt x="62" y="1346"/>
                    </a:lnTo>
                    <a:lnTo>
                      <a:pt x="71" y="1376"/>
                    </a:lnTo>
                    <a:lnTo>
                      <a:pt x="71" y="1376"/>
                    </a:lnTo>
                    <a:lnTo>
                      <a:pt x="74" y="1383"/>
                    </a:lnTo>
                    <a:lnTo>
                      <a:pt x="74" y="1383"/>
                    </a:lnTo>
                    <a:lnTo>
                      <a:pt x="77" y="1389"/>
                    </a:lnTo>
                    <a:lnTo>
                      <a:pt x="77" y="1389"/>
                    </a:lnTo>
                    <a:lnTo>
                      <a:pt x="80" y="1398"/>
                    </a:lnTo>
                    <a:lnTo>
                      <a:pt x="80" y="1398"/>
                    </a:lnTo>
                    <a:lnTo>
                      <a:pt x="87" y="1422"/>
                    </a:lnTo>
                    <a:lnTo>
                      <a:pt x="87" y="1422"/>
                    </a:lnTo>
                    <a:lnTo>
                      <a:pt x="93" y="1436"/>
                    </a:lnTo>
                    <a:lnTo>
                      <a:pt x="93" y="1436"/>
                    </a:lnTo>
                    <a:lnTo>
                      <a:pt x="95" y="1442"/>
                    </a:lnTo>
                    <a:lnTo>
                      <a:pt x="95" y="1442"/>
                    </a:lnTo>
                    <a:lnTo>
                      <a:pt x="96" y="1444"/>
                    </a:lnTo>
                    <a:lnTo>
                      <a:pt x="96" y="1444"/>
                    </a:lnTo>
                    <a:lnTo>
                      <a:pt x="104" y="1466"/>
                    </a:lnTo>
                    <a:lnTo>
                      <a:pt x="104" y="1466"/>
                    </a:lnTo>
                    <a:lnTo>
                      <a:pt x="113" y="1486"/>
                    </a:lnTo>
                    <a:lnTo>
                      <a:pt x="113" y="1486"/>
                    </a:lnTo>
                    <a:lnTo>
                      <a:pt x="114" y="1489"/>
                    </a:lnTo>
                    <a:lnTo>
                      <a:pt x="114" y="1489"/>
                    </a:lnTo>
                    <a:lnTo>
                      <a:pt x="117" y="1495"/>
                    </a:lnTo>
                    <a:lnTo>
                      <a:pt x="117" y="1495"/>
                    </a:lnTo>
                    <a:lnTo>
                      <a:pt x="120" y="1504"/>
                    </a:lnTo>
                    <a:lnTo>
                      <a:pt x="120" y="1504"/>
                    </a:lnTo>
                    <a:lnTo>
                      <a:pt x="129" y="1523"/>
                    </a:lnTo>
                    <a:lnTo>
                      <a:pt x="129" y="1523"/>
                    </a:lnTo>
                    <a:lnTo>
                      <a:pt x="136" y="1542"/>
                    </a:lnTo>
                    <a:lnTo>
                      <a:pt x="136" y="1542"/>
                    </a:lnTo>
                    <a:lnTo>
                      <a:pt x="138" y="1545"/>
                    </a:lnTo>
                    <a:lnTo>
                      <a:pt x="138" y="1545"/>
                    </a:lnTo>
                    <a:lnTo>
                      <a:pt x="145" y="1559"/>
                    </a:lnTo>
                    <a:lnTo>
                      <a:pt x="145" y="1559"/>
                    </a:lnTo>
                    <a:lnTo>
                      <a:pt x="152" y="1575"/>
                    </a:lnTo>
                    <a:lnTo>
                      <a:pt x="152" y="1575"/>
                    </a:lnTo>
                    <a:lnTo>
                      <a:pt x="160" y="1591"/>
                    </a:lnTo>
                    <a:lnTo>
                      <a:pt x="161" y="1591"/>
                    </a:lnTo>
                    <a:lnTo>
                      <a:pt x="161" y="1591"/>
                    </a:lnTo>
                    <a:lnTo>
                      <a:pt x="163" y="1595"/>
                    </a:lnTo>
                    <a:lnTo>
                      <a:pt x="163" y="1595"/>
                    </a:lnTo>
                    <a:lnTo>
                      <a:pt x="169" y="1606"/>
                    </a:lnTo>
                    <a:lnTo>
                      <a:pt x="169" y="1606"/>
                    </a:lnTo>
                    <a:lnTo>
                      <a:pt x="176" y="1621"/>
                    </a:lnTo>
                    <a:lnTo>
                      <a:pt x="176" y="1621"/>
                    </a:lnTo>
                    <a:lnTo>
                      <a:pt x="185" y="1635"/>
                    </a:lnTo>
                    <a:lnTo>
                      <a:pt x="185" y="1635"/>
                    </a:lnTo>
                    <a:lnTo>
                      <a:pt x="186" y="1640"/>
                    </a:lnTo>
                    <a:lnTo>
                      <a:pt x="186" y="1640"/>
                    </a:lnTo>
                    <a:lnTo>
                      <a:pt x="188" y="1641"/>
                    </a:lnTo>
                    <a:lnTo>
                      <a:pt x="188" y="1641"/>
                    </a:lnTo>
                    <a:lnTo>
                      <a:pt x="192" y="1649"/>
                    </a:lnTo>
                    <a:lnTo>
                      <a:pt x="192" y="1649"/>
                    </a:lnTo>
                    <a:lnTo>
                      <a:pt x="201" y="1663"/>
                    </a:lnTo>
                    <a:lnTo>
                      <a:pt x="201" y="1663"/>
                    </a:lnTo>
                    <a:lnTo>
                      <a:pt x="208" y="1677"/>
                    </a:lnTo>
                    <a:lnTo>
                      <a:pt x="208" y="1677"/>
                    </a:lnTo>
                    <a:lnTo>
                      <a:pt x="214" y="1685"/>
                    </a:lnTo>
                    <a:lnTo>
                      <a:pt x="214" y="1687"/>
                    </a:lnTo>
                    <a:lnTo>
                      <a:pt x="214" y="1687"/>
                    </a:lnTo>
                    <a:lnTo>
                      <a:pt x="214" y="1687"/>
                    </a:lnTo>
                    <a:lnTo>
                      <a:pt x="217" y="1690"/>
                    </a:lnTo>
                    <a:lnTo>
                      <a:pt x="217" y="1690"/>
                    </a:lnTo>
                    <a:lnTo>
                      <a:pt x="225" y="1702"/>
                    </a:lnTo>
                    <a:lnTo>
                      <a:pt x="225" y="1702"/>
                    </a:lnTo>
                    <a:lnTo>
                      <a:pt x="233" y="1715"/>
                    </a:lnTo>
                    <a:lnTo>
                      <a:pt x="233" y="1715"/>
                    </a:lnTo>
                    <a:lnTo>
                      <a:pt x="241" y="1727"/>
                    </a:lnTo>
                    <a:lnTo>
                      <a:pt x="241" y="1727"/>
                    </a:lnTo>
                    <a:lnTo>
                      <a:pt x="242" y="1728"/>
                    </a:lnTo>
                    <a:lnTo>
                      <a:pt x="242" y="1728"/>
                    </a:lnTo>
                    <a:lnTo>
                      <a:pt x="244" y="1730"/>
                    </a:lnTo>
                    <a:lnTo>
                      <a:pt x="244" y="1730"/>
                    </a:lnTo>
                    <a:lnTo>
                      <a:pt x="248" y="1739"/>
                    </a:lnTo>
                    <a:lnTo>
                      <a:pt x="248" y="1739"/>
                    </a:lnTo>
                    <a:lnTo>
                      <a:pt x="257" y="1749"/>
                    </a:lnTo>
                    <a:lnTo>
                      <a:pt x="257" y="1749"/>
                    </a:lnTo>
                    <a:lnTo>
                      <a:pt x="264" y="1761"/>
                    </a:lnTo>
                    <a:lnTo>
                      <a:pt x="264" y="1761"/>
                    </a:lnTo>
                    <a:lnTo>
                      <a:pt x="270" y="1768"/>
                    </a:lnTo>
                    <a:lnTo>
                      <a:pt x="270" y="1768"/>
                    </a:lnTo>
                    <a:lnTo>
                      <a:pt x="272" y="1769"/>
                    </a:lnTo>
                    <a:lnTo>
                      <a:pt x="273" y="1771"/>
                    </a:lnTo>
                    <a:lnTo>
                      <a:pt x="273" y="1771"/>
                    </a:lnTo>
                    <a:lnTo>
                      <a:pt x="281" y="1781"/>
                    </a:lnTo>
                    <a:lnTo>
                      <a:pt x="281" y="1781"/>
                    </a:lnTo>
                    <a:lnTo>
                      <a:pt x="289" y="1792"/>
                    </a:lnTo>
                    <a:lnTo>
                      <a:pt x="289" y="1792"/>
                    </a:lnTo>
                    <a:lnTo>
                      <a:pt x="297" y="1802"/>
                    </a:lnTo>
                    <a:lnTo>
                      <a:pt x="297" y="1802"/>
                    </a:lnTo>
                    <a:lnTo>
                      <a:pt x="301" y="1806"/>
                    </a:lnTo>
                    <a:lnTo>
                      <a:pt x="301" y="1806"/>
                    </a:lnTo>
                    <a:lnTo>
                      <a:pt x="303" y="1809"/>
                    </a:lnTo>
                    <a:lnTo>
                      <a:pt x="303" y="1809"/>
                    </a:lnTo>
                    <a:lnTo>
                      <a:pt x="306" y="1812"/>
                    </a:lnTo>
                    <a:lnTo>
                      <a:pt x="306" y="1812"/>
                    </a:lnTo>
                    <a:lnTo>
                      <a:pt x="313" y="1823"/>
                    </a:lnTo>
                    <a:lnTo>
                      <a:pt x="313" y="1823"/>
                    </a:lnTo>
                    <a:lnTo>
                      <a:pt x="322" y="1831"/>
                    </a:lnTo>
                    <a:lnTo>
                      <a:pt x="322" y="1831"/>
                    </a:lnTo>
                    <a:lnTo>
                      <a:pt x="329" y="1840"/>
                    </a:lnTo>
                    <a:lnTo>
                      <a:pt x="329" y="1840"/>
                    </a:lnTo>
                    <a:lnTo>
                      <a:pt x="332" y="1843"/>
                    </a:lnTo>
                    <a:lnTo>
                      <a:pt x="332" y="1843"/>
                    </a:lnTo>
                    <a:lnTo>
                      <a:pt x="335" y="1846"/>
                    </a:lnTo>
                    <a:lnTo>
                      <a:pt x="335" y="1846"/>
                    </a:lnTo>
                    <a:lnTo>
                      <a:pt x="338" y="1851"/>
                    </a:lnTo>
                    <a:lnTo>
                      <a:pt x="338" y="1851"/>
                    </a:lnTo>
                    <a:lnTo>
                      <a:pt x="347" y="1859"/>
                    </a:lnTo>
                    <a:lnTo>
                      <a:pt x="347" y="1859"/>
                    </a:lnTo>
                    <a:lnTo>
                      <a:pt x="354" y="1868"/>
                    </a:lnTo>
                    <a:lnTo>
                      <a:pt x="354" y="1868"/>
                    </a:lnTo>
                    <a:lnTo>
                      <a:pt x="363" y="1876"/>
                    </a:lnTo>
                    <a:lnTo>
                      <a:pt x="365" y="1877"/>
                    </a:lnTo>
                    <a:lnTo>
                      <a:pt x="365" y="1877"/>
                    </a:lnTo>
                    <a:lnTo>
                      <a:pt x="366" y="1880"/>
                    </a:lnTo>
                    <a:lnTo>
                      <a:pt x="366" y="1880"/>
                    </a:lnTo>
                    <a:lnTo>
                      <a:pt x="372" y="1884"/>
                    </a:lnTo>
                    <a:lnTo>
                      <a:pt x="372" y="1884"/>
                    </a:lnTo>
                    <a:lnTo>
                      <a:pt x="379" y="1893"/>
                    </a:lnTo>
                    <a:lnTo>
                      <a:pt x="379" y="1893"/>
                    </a:lnTo>
                    <a:lnTo>
                      <a:pt x="388" y="1901"/>
                    </a:lnTo>
                    <a:lnTo>
                      <a:pt x="388" y="1901"/>
                    </a:lnTo>
                    <a:lnTo>
                      <a:pt x="397" y="1910"/>
                    </a:lnTo>
                    <a:lnTo>
                      <a:pt x="399" y="1910"/>
                    </a:lnTo>
                    <a:lnTo>
                      <a:pt x="399" y="1910"/>
                    </a:lnTo>
                    <a:lnTo>
                      <a:pt x="400" y="1911"/>
                    </a:lnTo>
                    <a:lnTo>
                      <a:pt x="400" y="1911"/>
                    </a:lnTo>
                    <a:lnTo>
                      <a:pt x="406" y="1917"/>
                    </a:lnTo>
                    <a:lnTo>
                      <a:pt x="406" y="1917"/>
                    </a:lnTo>
                    <a:lnTo>
                      <a:pt x="415" y="1924"/>
                    </a:lnTo>
                    <a:lnTo>
                      <a:pt x="415" y="1924"/>
                    </a:lnTo>
                    <a:lnTo>
                      <a:pt x="424" y="1932"/>
                    </a:lnTo>
                    <a:lnTo>
                      <a:pt x="424" y="1932"/>
                    </a:lnTo>
                    <a:lnTo>
                      <a:pt x="432" y="1939"/>
                    </a:lnTo>
                    <a:lnTo>
                      <a:pt x="432" y="1939"/>
                    </a:lnTo>
                    <a:lnTo>
                      <a:pt x="432" y="1939"/>
                    </a:lnTo>
                    <a:lnTo>
                      <a:pt x="432" y="1939"/>
                    </a:lnTo>
                    <a:lnTo>
                      <a:pt x="434" y="1940"/>
                    </a:lnTo>
                    <a:lnTo>
                      <a:pt x="434" y="1940"/>
                    </a:lnTo>
                    <a:lnTo>
                      <a:pt x="441" y="1946"/>
                    </a:lnTo>
                    <a:lnTo>
                      <a:pt x="441" y="1946"/>
                    </a:lnTo>
                    <a:lnTo>
                      <a:pt x="450" y="1954"/>
                    </a:lnTo>
                    <a:lnTo>
                      <a:pt x="450" y="1954"/>
                    </a:lnTo>
                    <a:lnTo>
                      <a:pt x="459" y="1961"/>
                    </a:lnTo>
                    <a:lnTo>
                      <a:pt x="459" y="1961"/>
                    </a:lnTo>
                    <a:lnTo>
                      <a:pt x="468" y="1967"/>
                    </a:lnTo>
                    <a:lnTo>
                      <a:pt x="468" y="1967"/>
                    </a:lnTo>
                    <a:lnTo>
                      <a:pt x="468" y="1967"/>
                    </a:lnTo>
                    <a:lnTo>
                      <a:pt x="468" y="1967"/>
                    </a:lnTo>
                    <a:lnTo>
                      <a:pt x="468" y="1967"/>
                    </a:lnTo>
                    <a:lnTo>
                      <a:pt x="478" y="1974"/>
                    </a:lnTo>
                    <a:lnTo>
                      <a:pt x="478" y="1974"/>
                    </a:lnTo>
                    <a:lnTo>
                      <a:pt x="487" y="1982"/>
                    </a:lnTo>
                    <a:lnTo>
                      <a:pt x="487" y="1982"/>
                    </a:lnTo>
                    <a:lnTo>
                      <a:pt x="497" y="1988"/>
                    </a:lnTo>
                    <a:lnTo>
                      <a:pt x="497" y="1988"/>
                    </a:lnTo>
                    <a:lnTo>
                      <a:pt x="500" y="1991"/>
                    </a:lnTo>
                    <a:lnTo>
                      <a:pt x="503" y="1992"/>
                    </a:lnTo>
                    <a:lnTo>
                      <a:pt x="503" y="1992"/>
                    </a:lnTo>
                    <a:lnTo>
                      <a:pt x="506" y="1994"/>
                    </a:lnTo>
                    <a:lnTo>
                      <a:pt x="506" y="1994"/>
                    </a:lnTo>
                    <a:lnTo>
                      <a:pt x="517" y="2001"/>
                    </a:lnTo>
                    <a:lnTo>
                      <a:pt x="517" y="2001"/>
                    </a:lnTo>
                    <a:lnTo>
                      <a:pt x="527" y="2007"/>
                    </a:lnTo>
                    <a:lnTo>
                      <a:pt x="527" y="2007"/>
                    </a:lnTo>
                    <a:lnTo>
                      <a:pt x="536" y="2011"/>
                    </a:lnTo>
                    <a:lnTo>
                      <a:pt x="537" y="2013"/>
                    </a:lnTo>
                    <a:lnTo>
                      <a:pt x="537" y="2013"/>
                    </a:lnTo>
                    <a:lnTo>
                      <a:pt x="537" y="2013"/>
                    </a:lnTo>
                    <a:lnTo>
                      <a:pt x="547" y="2019"/>
                    </a:lnTo>
                    <a:lnTo>
                      <a:pt x="547" y="2019"/>
                    </a:lnTo>
                    <a:lnTo>
                      <a:pt x="558" y="2025"/>
                    </a:lnTo>
                    <a:lnTo>
                      <a:pt x="558" y="2025"/>
                    </a:lnTo>
                    <a:lnTo>
                      <a:pt x="568" y="2030"/>
                    </a:lnTo>
                    <a:lnTo>
                      <a:pt x="568" y="2030"/>
                    </a:lnTo>
                    <a:lnTo>
                      <a:pt x="570" y="2030"/>
                    </a:lnTo>
                    <a:lnTo>
                      <a:pt x="570" y="2030"/>
                    </a:lnTo>
                    <a:lnTo>
                      <a:pt x="573" y="2032"/>
                    </a:lnTo>
                    <a:lnTo>
                      <a:pt x="573" y="2032"/>
                    </a:lnTo>
                    <a:lnTo>
                      <a:pt x="578" y="2035"/>
                    </a:lnTo>
                    <a:lnTo>
                      <a:pt x="578" y="2035"/>
                    </a:lnTo>
                    <a:lnTo>
                      <a:pt x="589" y="2041"/>
                    </a:lnTo>
                    <a:lnTo>
                      <a:pt x="589" y="2041"/>
                    </a:lnTo>
                    <a:lnTo>
                      <a:pt x="601" y="2045"/>
                    </a:lnTo>
                    <a:lnTo>
                      <a:pt x="601" y="2045"/>
                    </a:lnTo>
                    <a:lnTo>
                      <a:pt x="605" y="2048"/>
                    </a:lnTo>
                    <a:lnTo>
                      <a:pt x="605" y="2048"/>
                    </a:lnTo>
                    <a:lnTo>
                      <a:pt x="608" y="2048"/>
                    </a:lnTo>
                    <a:lnTo>
                      <a:pt x="608" y="2048"/>
                    </a:lnTo>
                    <a:lnTo>
                      <a:pt x="612" y="2051"/>
                    </a:lnTo>
                    <a:lnTo>
                      <a:pt x="612" y="2051"/>
                    </a:lnTo>
                    <a:lnTo>
                      <a:pt x="624" y="2055"/>
                    </a:lnTo>
                    <a:lnTo>
                      <a:pt x="624" y="2055"/>
                    </a:lnTo>
                    <a:lnTo>
                      <a:pt x="636" y="2060"/>
                    </a:lnTo>
                    <a:lnTo>
                      <a:pt x="636" y="2060"/>
                    </a:lnTo>
                    <a:lnTo>
                      <a:pt x="640" y="2061"/>
                    </a:lnTo>
                    <a:lnTo>
                      <a:pt x="640" y="2061"/>
                    </a:lnTo>
                    <a:lnTo>
                      <a:pt x="643" y="2063"/>
                    </a:lnTo>
                    <a:lnTo>
                      <a:pt x="643" y="2063"/>
                    </a:lnTo>
                    <a:lnTo>
                      <a:pt x="649" y="2064"/>
                    </a:lnTo>
                    <a:lnTo>
                      <a:pt x="649" y="2064"/>
                    </a:lnTo>
                    <a:lnTo>
                      <a:pt x="661" y="2069"/>
                    </a:lnTo>
                    <a:lnTo>
                      <a:pt x="661" y="2069"/>
                    </a:lnTo>
                    <a:lnTo>
                      <a:pt x="674" y="2073"/>
                    </a:lnTo>
                    <a:lnTo>
                      <a:pt x="674" y="2073"/>
                    </a:lnTo>
                    <a:lnTo>
                      <a:pt x="676" y="2073"/>
                    </a:lnTo>
                    <a:lnTo>
                      <a:pt x="676" y="2073"/>
                    </a:lnTo>
                    <a:lnTo>
                      <a:pt x="679" y="2075"/>
                    </a:lnTo>
                    <a:lnTo>
                      <a:pt x="679" y="2075"/>
                    </a:lnTo>
                    <a:lnTo>
                      <a:pt x="686" y="2076"/>
                    </a:lnTo>
                    <a:lnTo>
                      <a:pt x="686" y="2076"/>
                    </a:lnTo>
                    <a:lnTo>
                      <a:pt x="701" y="2081"/>
                    </a:lnTo>
                    <a:lnTo>
                      <a:pt x="701" y="2081"/>
                    </a:lnTo>
                    <a:lnTo>
                      <a:pt x="713" y="2083"/>
                    </a:lnTo>
                    <a:lnTo>
                      <a:pt x="714" y="2083"/>
                    </a:lnTo>
                    <a:lnTo>
                      <a:pt x="714" y="2083"/>
                    </a:lnTo>
                    <a:lnTo>
                      <a:pt x="714" y="2083"/>
                    </a:lnTo>
                    <a:lnTo>
                      <a:pt x="729" y="2086"/>
                    </a:lnTo>
                    <a:lnTo>
                      <a:pt x="729" y="2086"/>
                    </a:lnTo>
                    <a:lnTo>
                      <a:pt x="742" y="2089"/>
                    </a:lnTo>
                    <a:lnTo>
                      <a:pt x="742" y="2089"/>
                    </a:lnTo>
                    <a:lnTo>
                      <a:pt x="744" y="2089"/>
                    </a:lnTo>
                    <a:lnTo>
                      <a:pt x="744" y="2089"/>
                    </a:lnTo>
                    <a:lnTo>
                      <a:pt x="747" y="2089"/>
                    </a:lnTo>
                    <a:lnTo>
                      <a:pt x="747" y="2089"/>
                    </a:lnTo>
                    <a:lnTo>
                      <a:pt x="748" y="2091"/>
                    </a:lnTo>
                    <a:lnTo>
                      <a:pt x="748" y="2091"/>
                    </a:lnTo>
                    <a:lnTo>
                      <a:pt x="749" y="2091"/>
                    </a:lnTo>
                    <a:lnTo>
                      <a:pt x="749" y="2091"/>
                    </a:lnTo>
                    <a:lnTo>
                      <a:pt x="881" y="2112"/>
                    </a:lnTo>
                    <a:lnTo>
                      <a:pt x="881" y="2112"/>
                    </a:lnTo>
                    <a:lnTo>
                      <a:pt x="847" y="2104"/>
                    </a:lnTo>
                    <a:lnTo>
                      <a:pt x="847" y="2104"/>
                    </a:lnTo>
                    <a:lnTo>
                      <a:pt x="847" y="2104"/>
                    </a:lnTo>
                    <a:lnTo>
                      <a:pt x="811" y="2095"/>
                    </a:lnTo>
                    <a:lnTo>
                      <a:pt x="811" y="2095"/>
                    </a:lnTo>
                    <a:lnTo>
                      <a:pt x="810" y="2095"/>
                    </a:lnTo>
                    <a:lnTo>
                      <a:pt x="810" y="2095"/>
                    </a:lnTo>
                    <a:lnTo>
                      <a:pt x="776" y="2083"/>
                    </a:lnTo>
                    <a:lnTo>
                      <a:pt x="776" y="2083"/>
                    </a:lnTo>
                    <a:lnTo>
                      <a:pt x="773" y="2082"/>
                    </a:lnTo>
                    <a:lnTo>
                      <a:pt x="773" y="2082"/>
                    </a:lnTo>
                    <a:lnTo>
                      <a:pt x="741" y="2069"/>
                    </a:lnTo>
                    <a:lnTo>
                      <a:pt x="741" y="2069"/>
                    </a:lnTo>
                    <a:lnTo>
                      <a:pt x="738" y="2067"/>
                    </a:lnTo>
                    <a:lnTo>
                      <a:pt x="738" y="2067"/>
                    </a:lnTo>
                    <a:lnTo>
                      <a:pt x="705" y="2051"/>
                    </a:lnTo>
                    <a:lnTo>
                      <a:pt x="705" y="2051"/>
                    </a:lnTo>
                    <a:lnTo>
                      <a:pt x="704" y="2051"/>
                    </a:lnTo>
                    <a:lnTo>
                      <a:pt x="704" y="2051"/>
                    </a:lnTo>
                    <a:lnTo>
                      <a:pt x="670" y="2032"/>
                    </a:lnTo>
                    <a:lnTo>
                      <a:pt x="668" y="2030"/>
                    </a:lnTo>
                    <a:lnTo>
                      <a:pt x="668" y="2030"/>
                    </a:lnTo>
                    <a:lnTo>
                      <a:pt x="636" y="2010"/>
                    </a:lnTo>
                    <a:lnTo>
                      <a:pt x="634" y="2008"/>
                    </a:lnTo>
                    <a:lnTo>
                      <a:pt x="634" y="2008"/>
                    </a:lnTo>
                    <a:lnTo>
                      <a:pt x="601" y="1985"/>
                    </a:lnTo>
                    <a:lnTo>
                      <a:pt x="601" y="1985"/>
                    </a:lnTo>
                    <a:lnTo>
                      <a:pt x="565" y="1957"/>
                    </a:lnTo>
                    <a:lnTo>
                      <a:pt x="565" y="1957"/>
                    </a:lnTo>
                    <a:lnTo>
                      <a:pt x="565" y="1957"/>
                    </a:lnTo>
                    <a:lnTo>
                      <a:pt x="531" y="1926"/>
                    </a:lnTo>
                    <a:lnTo>
                      <a:pt x="530" y="1924"/>
                    </a:lnTo>
                    <a:lnTo>
                      <a:pt x="530" y="1924"/>
                    </a:lnTo>
                    <a:lnTo>
                      <a:pt x="499" y="1893"/>
                    </a:lnTo>
                    <a:lnTo>
                      <a:pt x="499" y="1893"/>
                    </a:lnTo>
                    <a:lnTo>
                      <a:pt x="496" y="1890"/>
                    </a:lnTo>
                    <a:lnTo>
                      <a:pt x="496" y="1890"/>
                    </a:lnTo>
                    <a:lnTo>
                      <a:pt x="465" y="1858"/>
                    </a:lnTo>
                    <a:lnTo>
                      <a:pt x="465" y="1858"/>
                    </a:lnTo>
                    <a:lnTo>
                      <a:pt x="463" y="1855"/>
                    </a:lnTo>
                    <a:lnTo>
                      <a:pt x="463" y="1855"/>
                    </a:lnTo>
                    <a:lnTo>
                      <a:pt x="434" y="1820"/>
                    </a:lnTo>
                    <a:lnTo>
                      <a:pt x="434" y="1820"/>
                    </a:lnTo>
                    <a:lnTo>
                      <a:pt x="431" y="1817"/>
                    </a:lnTo>
                    <a:lnTo>
                      <a:pt x="431" y="1817"/>
                    </a:lnTo>
                    <a:lnTo>
                      <a:pt x="403" y="1778"/>
                    </a:lnTo>
                    <a:lnTo>
                      <a:pt x="403" y="1778"/>
                    </a:lnTo>
                    <a:lnTo>
                      <a:pt x="402" y="1777"/>
                    </a:lnTo>
                    <a:lnTo>
                      <a:pt x="402" y="1777"/>
                    </a:lnTo>
                    <a:lnTo>
                      <a:pt x="373" y="1737"/>
                    </a:lnTo>
                    <a:lnTo>
                      <a:pt x="373" y="1737"/>
                    </a:lnTo>
                    <a:lnTo>
                      <a:pt x="372" y="1736"/>
                    </a:lnTo>
                    <a:lnTo>
                      <a:pt x="372" y="1736"/>
                    </a:lnTo>
                    <a:lnTo>
                      <a:pt x="344" y="1691"/>
                    </a:lnTo>
                    <a:lnTo>
                      <a:pt x="344" y="1691"/>
                    </a:lnTo>
                    <a:lnTo>
                      <a:pt x="343" y="1690"/>
                    </a:lnTo>
                    <a:lnTo>
                      <a:pt x="343" y="1690"/>
                    </a:lnTo>
                    <a:lnTo>
                      <a:pt x="317" y="1644"/>
                    </a:lnTo>
                    <a:lnTo>
                      <a:pt x="317" y="1644"/>
                    </a:lnTo>
                    <a:lnTo>
                      <a:pt x="315" y="1641"/>
                    </a:lnTo>
                    <a:lnTo>
                      <a:pt x="315" y="1641"/>
                    </a:lnTo>
                    <a:lnTo>
                      <a:pt x="291" y="1594"/>
                    </a:lnTo>
                    <a:lnTo>
                      <a:pt x="291" y="1594"/>
                    </a:lnTo>
                    <a:lnTo>
                      <a:pt x="289" y="1591"/>
                    </a:lnTo>
                    <a:lnTo>
                      <a:pt x="289" y="1591"/>
                    </a:lnTo>
                    <a:lnTo>
                      <a:pt x="266" y="1542"/>
                    </a:lnTo>
                    <a:lnTo>
                      <a:pt x="266" y="1542"/>
                    </a:lnTo>
                    <a:lnTo>
                      <a:pt x="264" y="1539"/>
                    </a:lnTo>
                    <a:lnTo>
                      <a:pt x="264" y="1539"/>
                    </a:lnTo>
                    <a:lnTo>
                      <a:pt x="264" y="1539"/>
                    </a:lnTo>
                    <a:lnTo>
                      <a:pt x="244" y="1491"/>
                    </a:lnTo>
                    <a:lnTo>
                      <a:pt x="244" y="1491"/>
                    </a:lnTo>
                    <a:lnTo>
                      <a:pt x="241" y="1485"/>
                    </a:lnTo>
                    <a:lnTo>
                      <a:pt x="241" y="1485"/>
                    </a:lnTo>
                    <a:lnTo>
                      <a:pt x="222" y="1435"/>
                    </a:lnTo>
                    <a:lnTo>
                      <a:pt x="222" y="1435"/>
                    </a:lnTo>
                    <a:lnTo>
                      <a:pt x="219" y="1429"/>
                    </a:lnTo>
                    <a:lnTo>
                      <a:pt x="219" y="1429"/>
                    </a:lnTo>
                    <a:lnTo>
                      <a:pt x="202" y="1379"/>
                    </a:lnTo>
                    <a:lnTo>
                      <a:pt x="202" y="1379"/>
                    </a:lnTo>
                    <a:lnTo>
                      <a:pt x="200" y="1373"/>
                    </a:lnTo>
                    <a:lnTo>
                      <a:pt x="200" y="1373"/>
                    </a:lnTo>
                    <a:lnTo>
                      <a:pt x="185" y="1323"/>
                    </a:lnTo>
                    <a:lnTo>
                      <a:pt x="185" y="1323"/>
                    </a:lnTo>
                    <a:lnTo>
                      <a:pt x="182" y="1312"/>
                    </a:lnTo>
                    <a:lnTo>
                      <a:pt x="182" y="1312"/>
                    </a:lnTo>
                    <a:lnTo>
                      <a:pt x="169" y="1262"/>
                    </a:lnTo>
                    <a:lnTo>
                      <a:pt x="169" y="1262"/>
                    </a:lnTo>
                    <a:lnTo>
                      <a:pt x="167" y="1253"/>
                    </a:lnTo>
                    <a:lnTo>
                      <a:pt x="167" y="1253"/>
                    </a:lnTo>
                    <a:lnTo>
                      <a:pt x="160" y="1218"/>
                    </a:lnTo>
                    <a:lnTo>
                      <a:pt x="160" y="1218"/>
                    </a:lnTo>
                    <a:lnTo>
                      <a:pt x="152" y="1189"/>
                    </a:lnTo>
                    <a:lnTo>
                      <a:pt x="152" y="1189"/>
                    </a:lnTo>
                    <a:lnTo>
                      <a:pt x="148" y="1159"/>
                    </a:lnTo>
                    <a:lnTo>
                      <a:pt x="148" y="1159"/>
                    </a:lnTo>
                    <a:lnTo>
                      <a:pt x="142" y="1128"/>
                    </a:lnTo>
                    <a:lnTo>
                      <a:pt x="142" y="1128"/>
                    </a:lnTo>
                    <a:lnTo>
                      <a:pt x="138" y="1100"/>
                    </a:lnTo>
                    <a:lnTo>
                      <a:pt x="138" y="1100"/>
                    </a:lnTo>
                    <a:lnTo>
                      <a:pt x="133" y="1068"/>
                    </a:lnTo>
                    <a:lnTo>
                      <a:pt x="133" y="1068"/>
                    </a:lnTo>
                    <a:lnTo>
                      <a:pt x="130" y="1040"/>
                    </a:lnTo>
                    <a:lnTo>
                      <a:pt x="130" y="1040"/>
                    </a:lnTo>
                    <a:lnTo>
                      <a:pt x="127" y="1006"/>
                    </a:lnTo>
                    <a:lnTo>
                      <a:pt x="127" y="1006"/>
                    </a:lnTo>
                    <a:lnTo>
                      <a:pt x="126" y="978"/>
                    </a:lnTo>
                    <a:lnTo>
                      <a:pt x="126" y="978"/>
                    </a:lnTo>
                    <a:lnTo>
                      <a:pt x="123" y="944"/>
                    </a:lnTo>
                    <a:lnTo>
                      <a:pt x="123" y="944"/>
                    </a:lnTo>
                    <a:lnTo>
                      <a:pt x="123" y="914"/>
                    </a:lnTo>
                    <a:lnTo>
                      <a:pt x="123" y="914"/>
                    </a:lnTo>
                    <a:lnTo>
                      <a:pt x="121" y="883"/>
                    </a:lnTo>
                    <a:lnTo>
                      <a:pt x="121" y="883"/>
                    </a:lnTo>
                    <a:lnTo>
                      <a:pt x="123" y="845"/>
                    </a:lnTo>
                    <a:lnTo>
                      <a:pt x="123" y="845"/>
                    </a:lnTo>
                    <a:lnTo>
                      <a:pt x="123" y="821"/>
                    </a:lnTo>
                    <a:lnTo>
                      <a:pt x="123" y="821"/>
                    </a:lnTo>
                    <a:lnTo>
                      <a:pt x="126" y="761"/>
                    </a:lnTo>
                    <a:lnTo>
                      <a:pt x="126" y="761"/>
                    </a:lnTo>
                    <a:lnTo>
                      <a:pt x="129" y="724"/>
                    </a:lnTo>
                    <a:lnTo>
                      <a:pt x="133" y="689"/>
                    </a:lnTo>
                    <a:lnTo>
                      <a:pt x="138" y="653"/>
                    </a:lnTo>
                    <a:lnTo>
                      <a:pt x="143" y="618"/>
                    </a:lnTo>
                    <a:lnTo>
                      <a:pt x="157" y="552"/>
                    </a:lnTo>
                    <a:lnTo>
                      <a:pt x="173" y="488"/>
                    </a:lnTo>
                    <a:lnTo>
                      <a:pt x="173" y="488"/>
                    </a:lnTo>
                    <a:lnTo>
                      <a:pt x="191" y="428"/>
                    </a:lnTo>
                    <a:lnTo>
                      <a:pt x="213" y="372"/>
                    </a:lnTo>
                    <a:lnTo>
                      <a:pt x="236" y="317"/>
                    </a:lnTo>
                    <a:lnTo>
                      <a:pt x="261" y="267"/>
                    </a:lnTo>
                    <a:lnTo>
                      <a:pt x="261" y="267"/>
                    </a:lnTo>
                    <a:lnTo>
                      <a:pt x="289" y="223"/>
                    </a:lnTo>
                    <a:lnTo>
                      <a:pt x="317" y="180"/>
                    </a:lnTo>
                    <a:lnTo>
                      <a:pt x="348" y="140"/>
                    </a:lnTo>
                    <a:lnTo>
                      <a:pt x="381" y="105"/>
                    </a:lnTo>
                    <a:lnTo>
                      <a:pt x="381" y="105"/>
                    </a:lnTo>
                    <a:lnTo>
                      <a:pt x="406" y="81"/>
                    </a:lnTo>
                    <a:lnTo>
                      <a:pt x="432" y="58"/>
                    </a:lnTo>
                    <a:lnTo>
                      <a:pt x="432" y="58"/>
                    </a:lnTo>
                    <a:lnTo>
                      <a:pt x="458" y="39"/>
                    </a:lnTo>
                    <a:lnTo>
                      <a:pt x="481" y="22"/>
                    </a:lnTo>
                    <a:lnTo>
                      <a:pt x="481" y="22"/>
                    </a:lnTo>
                    <a:lnTo>
                      <a:pt x="518" y="0"/>
                    </a:lnTo>
                    <a:lnTo>
                      <a:pt x="518" y="0"/>
                    </a:lnTo>
                    <a:lnTo>
                      <a:pt x="518" y="0"/>
                    </a:lnTo>
                    <a:lnTo>
                      <a:pt x="399"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2" name="Freeform 11"/>
              <p:cNvSpPr>
                <a:spLocks/>
              </p:cNvSpPr>
              <p:nvPr/>
            </p:nvSpPr>
            <p:spPr bwMode="auto">
              <a:xfrm>
                <a:off x="670721" y="2024860"/>
                <a:ext cx="2327275" cy="3454400"/>
              </a:xfrm>
              <a:custGeom>
                <a:avLst/>
                <a:gdLst>
                  <a:gd name="T0" fmla="*/ 342 w 1466"/>
                  <a:gd name="T1" fmla="*/ 92 h 2176"/>
                  <a:gd name="T2" fmla="*/ 243 w 1466"/>
                  <a:gd name="T3" fmla="*/ 179 h 2176"/>
                  <a:gd name="T4" fmla="*/ 158 w 1466"/>
                  <a:gd name="T5" fmla="*/ 294 h 2176"/>
                  <a:gd name="T6" fmla="*/ 108 w 1466"/>
                  <a:gd name="T7" fmla="*/ 390 h 2176"/>
                  <a:gd name="T8" fmla="*/ 47 w 1466"/>
                  <a:gd name="T9" fmla="*/ 557 h 2176"/>
                  <a:gd name="T10" fmla="*/ 10 w 1466"/>
                  <a:gd name="T11" fmla="*/ 750 h 2176"/>
                  <a:gd name="T12" fmla="*/ 0 w 1466"/>
                  <a:gd name="T13" fmla="*/ 891 h 2176"/>
                  <a:gd name="T14" fmla="*/ 10 w 1466"/>
                  <a:gd name="T15" fmla="*/ 1108 h 2176"/>
                  <a:gd name="T16" fmla="*/ 47 w 1466"/>
                  <a:gd name="T17" fmla="*/ 1319 h 2176"/>
                  <a:gd name="T18" fmla="*/ 86 w 1466"/>
                  <a:gd name="T19" fmla="*/ 1455 h 2176"/>
                  <a:gd name="T20" fmla="*/ 162 w 1466"/>
                  <a:gd name="T21" fmla="*/ 1640 h 2176"/>
                  <a:gd name="T22" fmla="*/ 258 w 1466"/>
                  <a:gd name="T23" fmla="*/ 1804 h 2176"/>
                  <a:gd name="T24" fmla="*/ 329 w 1466"/>
                  <a:gd name="T25" fmla="*/ 1898 h 2176"/>
                  <a:gd name="T26" fmla="*/ 442 w 1466"/>
                  <a:gd name="T27" fmla="*/ 2013 h 2176"/>
                  <a:gd name="T28" fmla="*/ 563 w 1466"/>
                  <a:gd name="T29" fmla="*/ 2099 h 2176"/>
                  <a:gd name="T30" fmla="*/ 644 w 1466"/>
                  <a:gd name="T31" fmla="*/ 2139 h 2176"/>
                  <a:gd name="T32" fmla="*/ 765 w 1466"/>
                  <a:gd name="T33" fmla="*/ 2171 h 2176"/>
                  <a:gd name="T34" fmla="*/ 885 w 1466"/>
                  <a:gd name="T35" fmla="*/ 2174 h 2176"/>
                  <a:gd name="T36" fmla="*/ 960 w 1466"/>
                  <a:gd name="T37" fmla="*/ 2161 h 2176"/>
                  <a:gd name="T38" fmla="*/ 1062 w 1466"/>
                  <a:gd name="T39" fmla="*/ 2121 h 2176"/>
                  <a:gd name="T40" fmla="*/ 1153 w 1466"/>
                  <a:gd name="T41" fmla="*/ 2061 h 2176"/>
                  <a:gd name="T42" fmla="*/ 1205 w 1466"/>
                  <a:gd name="T43" fmla="*/ 2013 h 2176"/>
                  <a:gd name="T44" fmla="*/ 1274 w 1466"/>
                  <a:gd name="T45" fmla="*/ 1931 h 2176"/>
                  <a:gd name="T46" fmla="*/ 1331 w 1466"/>
                  <a:gd name="T47" fmla="*/ 1837 h 2176"/>
                  <a:gd name="T48" fmla="*/ 1364 w 1466"/>
                  <a:gd name="T49" fmla="*/ 1770 h 2176"/>
                  <a:gd name="T50" fmla="*/ 1404 w 1466"/>
                  <a:gd name="T51" fmla="*/ 1665 h 2176"/>
                  <a:gd name="T52" fmla="*/ 1433 w 1466"/>
                  <a:gd name="T53" fmla="*/ 1553 h 2176"/>
                  <a:gd name="T54" fmla="*/ 1448 w 1466"/>
                  <a:gd name="T55" fmla="*/ 1477 h 2176"/>
                  <a:gd name="T56" fmla="*/ 1461 w 1466"/>
                  <a:gd name="T57" fmla="*/ 1357 h 2176"/>
                  <a:gd name="T58" fmla="*/ 1466 w 1466"/>
                  <a:gd name="T59" fmla="*/ 1232 h 2176"/>
                  <a:gd name="T60" fmla="*/ 1463 w 1466"/>
                  <a:gd name="T61" fmla="*/ 1148 h 2176"/>
                  <a:gd name="T62" fmla="*/ 1449 w 1466"/>
                  <a:gd name="T63" fmla="*/ 1023 h 2176"/>
                  <a:gd name="T64" fmla="*/ 1429 w 1466"/>
                  <a:gd name="T65" fmla="*/ 903 h 2176"/>
                  <a:gd name="T66" fmla="*/ 1410 w 1466"/>
                  <a:gd name="T67" fmla="*/ 824 h 2176"/>
                  <a:gd name="T68" fmla="*/ 1376 w 1466"/>
                  <a:gd name="T69" fmla="*/ 710 h 2176"/>
                  <a:gd name="T70" fmla="*/ 1333 w 1466"/>
                  <a:gd name="T71" fmla="*/ 600 h 2176"/>
                  <a:gd name="T72" fmla="*/ 1299 w 1466"/>
                  <a:gd name="T73" fmla="*/ 529 h 2176"/>
                  <a:gd name="T74" fmla="*/ 1243 w 1466"/>
                  <a:gd name="T75" fmla="*/ 426 h 2176"/>
                  <a:gd name="T76" fmla="*/ 1180 w 1466"/>
                  <a:gd name="T77" fmla="*/ 331 h 2176"/>
                  <a:gd name="T78" fmla="*/ 1131 w 1466"/>
                  <a:gd name="T79" fmla="*/ 271 h 2176"/>
                  <a:gd name="T80" fmla="*/ 1051 w 1466"/>
                  <a:gd name="T81" fmla="*/ 187 h 2176"/>
                  <a:gd name="T82" fmla="*/ 963 w 1466"/>
                  <a:gd name="T83" fmla="*/ 116 h 2176"/>
                  <a:gd name="T84" fmla="*/ 898 w 1466"/>
                  <a:gd name="T85" fmla="*/ 75 h 2176"/>
                  <a:gd name="T86" fmla="*/ 795 w 1466"/>
                  <a:gd name="T87" fmla="*/ 29 h 2176"/>
                  <a:gd name="T88" fmla="*/ 693 w 1466"/>
                  <a:gd name="T89" fmla="*/ 4 h 2176"/>
                  <a:gd name="T90" fmla="*/ 627 w 1466"/>
                  <a:gd name="T91" fmla="*/ 0 h 2176"/>
                  <a:gd name="T92" fmla="*/ 562 w 1466"/>
                  <a:gd name="T93" fmla="*/ 4 h 2176"/>
                  <a:gd name="T94" fmla="*/ 467 w 1466"/>
                  <a:gd name="T95" fmla="*/ 28 h 2176"/>
                  <a:gd name="T96" fmla="*/ 376 w 1466"/>
                  <a:gd name="T97" fmla="*/ 70 h 2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66" h="2176">
                    <a:moveTo>
                      <a:pt x="376" y="70"/>
                    </a:moveTo>
                    <a:lnTo>
                      <a:pt x="376" y="70"/>
                    </a:lnTo>
                    <a:lnTo>
                      <a:pt x="342" y="92"/>
                    </a:lnTo>
                    <a:lnTo>
                      <a:pt x="308" y="119"/>
                    </a:lnTo>
                    <a:lnTo>
                      <a:pt x="276" y="148"/>
                    </a:lnTo>
                    <a:lnTo>
                      <a:pt x="243" y="179"/>
                    </a:lnTo>
                    <a:lnTo>
                      <a:pt x="214" y="215"/>
                    </a:lnTo>
                    <a:lnTo>
                      <a:pt x="186" y="253"/>
                    </a:lnTo>
                    <a:lnTo>
                      <a:pt x="158" y="294"/>
                    </a:lnTo>
                    <a:lnTo>
                      <a:pt x="133" y="340"/>
                    </a:lnTo>
                    <a:lnTo>
                      <a:pt x="133" y="340"/>
                    </a:lnTo>
                    <a:lnTo>
                      <a:pt x="108" y="390"/>
                    </a:lnTo>
                    <a:lnTo>
                      <a:pt x="86" y="443"/>
                    </a:lnTo>
                    <a:lnTo>
                      <a:pt x="65" y="498"/>
                    </a:lnTo>
                    <a:lnTo>
                      <a:pt x="47" y="557"/>
                    </a:lnTo>
                    <a:lnTo>
                      <a:pt x="32" y="619"/>
                    </a:lnTo>
                    <a:lnTo>
                      <a:pt x="21" y="684"/>
                    </a:lnTo>
                    <a:lnTo>
                      <a:pt x="10" y="750"/>
                    </a:lnTo>
                    <a:lnTo>
                      <a:pt x="4" y="819"/>
                    </a:lnTo>
                    <a:lnTo>
                      <a:pt x="4" y="819"/>
                    </a:lnTo>
                    <a:lnTo>
                      <a:pt x="0" y="891"/>
                    </a:lnTo>
                    <a:lnTo>
                      <a:pt x="0" y="964"/>
                    </a:lnTo>
                    <a:lnTo>
                      <a:pt x="3" y="1036"/>
                    </a:lnTo>
                    <a:lnTo>
                      <a:pt x="10" y="1108"/>
                    </a:lnTo>
                    <a:lnTo>
                      <a:pt x="19" y="1179"/>
                    </a:lnTo>
                    <a:lnTo>
                      <a:pt x="31" y="1250"/>
                    </a:lnTo>
                    <a:lnTo>
                      <a:pt x="47" y="1319"/>
                    </a:lnTo>
                    <a:lnTo>
                      <a:pt x="65" y="1388"/>
                    </a:lnTo>
                    <a:lnTo>
                      <a:pt x="65" y="1388"/>
                    </a:lnTo>
                    <a:lnTo>
                      <a:pt x="86" y="1455"/>
                    </a:lnTo>
                    <a:lnTo>
                      <a:pt x="109" y="1518"/>
                    </a:lnTo>
                    <a:lnTo>
                      <a:pt x="134" y="1580"/>
                    </a:lnTo>
                    <a:lnTo>
                      <a:pt x="162" y="1640"/>
                    </a:lnTo>
                    <a:lnTo>
                      <a:pt x="192" y="1698"/>
                    </a:lnTo>
                    <a:lnTo>
                      <a:pt x="224" y="1752"/>
                    </a:lnTo>
                    <a:lnTo>
                      <a:pt x="258" y="1804"/>
                    </a:lnTo>
                    <a:lnTo>
                      <a:pt x="293" y="1854"/>
                    </a:lnTo>
                    <a:lnTo>
                      <a:pt x="293" y="1854"/>
                    </a:lnTo>
                    <a:lnTo>
                      <a:pt x="329" y="1898"/>
                    </a:lnTo>
                    <a:lnTo>
                      <a:pt x="366" y="1940"/>
                    </a:lnTo>
                    <a:lnTo>
                      <a:pt x="403" y="1978"/>
                    </a:lnTo>
                    <a:lnTo>
                      <a:pt x="442" y="2013"/>
                    </a:lnTo>
                    <a:lnTo>
                      <a:pt x="482" y="2046"/>
                    </a:lnTo>
                    <a:lnTo>
                      <a:pt x="522" y="2074"/>
                    </a:lnTo>
                    <a:lnTo>
                      <a:pt x="563" y="2099"/>
                    </a:lnTo>
                    <a:lnTo>
                      <a:pt x="606" y="2121"/>
                    </a:lnTo>
                    <a:lnTo>
                      <a:pt x="606" y="2121"/>
                    </a:lnTo>
                    <a:lnTo>
                      <a:pt x="644" y="2139"/>
                    </a:lnTo>
                    <a:lnTo>
                      <a:pt x="684" y="2152"/>
                    </a:lnTo>
                    <a:lnTo>
                      <a:pt x="725" y="2162"/>
                    </a:lnTo>
                    <a:lnTo>
                      <a:pt x="765" y="2171"/>
                    </a:lnTo>
                    <a:lnTo>
                      <a:pt x="805" y="2176"/>
                    </a:lnTo>
                    <a:lnTo>
                      <a:pt x="845" y="2176"/>
                    </a:lnTo>
                    <a:lnTo>
                      <a:pt x="885" y="2174"/>
                    </a:lnTo>
                    <a:lnTo>
                      <a:pt x="924" y="2168"/>
                    </a:lnTo>
                    <a:lnTo>
                      <a:pt x="924" y="2168"/>
                    </a:lnTo>
                    <a:lnTo>
                      <a:pt x="960" y="2161"/>
                    </a:lnTo>
                    <a:lnTo>
                      <a:pt x="995" y="2149"/>
                    </a:lnTo>
                    <a:lnTo>
                      <a:pt x="1029" y="2136"/>
                    </a:lnTo>
                    <a:lnTo>
                      <a:pt x="1062" y="2121"/>
                    </a:lnTo>
                    <a:lnTo>
                      <a:pt x="1094" y="2103"/>
                    </a:lnTo>
                    <a:lnTo>
                      <a:pt x="1124" y="2083"/>
                    </a:lnTo>
                    <a:lnTo>
                      <a:pt x="1153" y="2061"/>
                    </a:lnTo>
                    <a:lnTo>
                      <a:pt x="1181" y="2037"/>
                    </a:lnTo>
                    <a:lnTo>
                      <a:pt x="1181" y="2037"/>
                    </a:lnTo>
                    <a:lnTo>
                      <a:pt x="1205" y="2013"/>
                    </a:lnTo>
                    <a:lnTo>
                      <a:pt x="1230" y="1987"/>
                    </a:lnTo>
                    <a:lnTo>
                      <a:pt x="1252" y="1960"/>
                    </a:lnTo>
                    <a:lnTo>
                      <a:pt x="1274" y="1931"/>
                    </a:lnTo>
                    <a:lnTo>
                      <a:pt x="1295" y="1901"/>
                    </a:lnTo>
                    <a:lnTo>
                      <a:pt x="1314" y="1869"/>
                    </a:lnTo>
                    <a:lnTo>
                      <a:pt x="1331" y="1837"/>
                    </a:lnTo>
                    <a:lnTo>
                      <a:pt x="1349" y="1803"/>
                    </a:lnTo>
                    <a:lnTo>
                      <a:pt x="1349" y="1803"/>
                    </a:lnTo>
                    <a:lnTo>
                      <a:pt x="1364" y="1770"/>
                    </a:lnTo>
                    <a:lnTo>
                      <a:pt x="1379" y="1736"/>
                    </a:lnTo>
                    <a:lnTo>
                      <a:pt x="1392" y="1701"/>
                    </a:lnTo>
                    <a:lnTo>
                      <a:pt x="1404" y="1665"/>
                    </a:lnTo>
                    <a:lnTo>
                      <a:pt x="1414" y="1629"/>
                    </a:lnTo>
                    <a:lnTo>
                      <a:pt x="1424" y="1592"/>
                    </a:lnTo>
                    <a:lnTo>
                      <a:pt x="1433" y="1553"/>
                    </a:lnTo>
                    <a:lnTo>
                      <a:pt x="1441" y="1514"/>
                    </a:lnTo>
                    <a:lnTo>
                      <a:pt x="1441" y="1514"/>
                    </a:lnTo>
                    <a:lnTo>
                      <a:pt x="1448" y="1477"/>
                    </a:lnTo>
                    <a:lnTo>
                      <a:pt x="1454" y="1437"/>
                    </a:lnTo>
                    <a:lnTo>
                      <a:pt x="1458" y="1397"/>
                    </a:lnTo>
                    <a:lnTo>
                      <a:pt x="1461" y="1357"/>
                    </a:lnTo>
                    <a:lnTo>
                      <a:pt x="1464" y="1316"/>
                    </a:lnTo>
                    <a:lnTo>
                      <a:pt x="1466" y="1275"/>
                    </a:lnTo>
                    <a:lnTo>
                      <a:pt x="1466" y="1232"/>
                    </a:lnTo>
                    <a:lnTo>
                      <a:pt x="1464" y="1189"/>
                    </a:lnTo>
                    <a:lnTo>
                      <a:pt x="1464" y="1189"/>
                    </a:lnTo>
                    <a:lnTo>
                      <a:pt x="1463" y="1148"/>
                    </a:lnTo>
                    <a:lnTo>
                      <a:pt x="1460" y="1105"/>
                    </a:lnTo>
                    <a:lnTo>
                      <a:pt x="1455" y="1064"/>
                    </a:lnTo>
                    <a:lnTo>
                      <a:pt x="1449" y="1023"/>
                    </a:lnTo>
                    <a:lnTo>
                      <a:pt x="1443" y="983"/>
                    </a:lnTo>
                    <a:lnTo>
                      <a:pt x="1436" y="943"/>
                    </a:lnTo>
                    <a:lnTo>
                      <a:pt x="1429" y="903"/>
                    </a:lnTo>
                    <a:lnTo>
                      <a:pt x="1420" y="863"/>
                    </a:lnTo>
                    <a:lnTo>
                      <a:pt x="1420" y="863"/>
                    </a:lnTo>
                    <a:lnTo>
                      <a:pt x="1410" y="824"/>
                    </a:lnTo>
                    <a:lnTo>
                      <a:pt x="1399" y="785"/>
                    </a:lnTo>
                    <a:lnTo>
                      <a:pt x="1387" y="747"/>
                    </a:lnTo>
                    <a:lnTo>
                      <a:pt x="1376" y="710"/>
                    </a:lnTo>
                    <a:lnTo>
                      <a:pt x="1362" y="672"/>
                    </a:lnTo>
                    <a:lnTo>
                      <a:pt x="1348" y="636"/>
                    </a:lnTo>
                    <a:lnTo>
                      <a:pt x="1333" y="600"/>
                    </a:lnTo>
                    <a:lnTo>
                      <a:pt x="1317" y="564"/>
                    </a:lnTo>
                    <a:lnTo>
                      <a:pt x="1317" y="564"/>
                    </a:lnTo>
                    <a:lnTo>
                      <a:pt x="1299" y="529"/>
                    </a:lnTo>
                    <a:lnTo>
                      <a:pt x="1281" y="493"/>
                    </a:lnTo>
                    <a:lnTo>
                      <a:pt x="1262" y="460"/>
                    </a:lnTo>
                    <a:lnTo>
                      <a:pt x="1243" y="426"/>
                    </a:lnTo>
                    <a:lnTo>
                      <a:pt x="1222" y="393"/>
                    </a:lnTo>
                    <a:lnTo>
                      <a:pt x="1202" y="362"/>
                    </a:lnTo>
                    <a:lnTo>
                      <a:pt x="1180" y="331"/>
                    </a:lnTo>
                    <a:lnTo>
                      <a:pt x="1156" y="300"/>
                    </a:lnTo>
                    <a:lnTo>
                      <a:pt x="1156" y="300"/>
                    </a:lnTo>
                    <a:lnTo>
                      <a:pt x="1131" y="271"/>
                    </a:lnTo>
                    <a:lnTo>
                      <a:pt x="1106" y="241"/>
                    </a:lnTo>
                    <a:lnTo>
                      <a:pt x="1079" y="213"/>
                    </a:lnTo>
                    <a:lnTo>
                      <a:pt x="1051" y="187"/>
                    </a:lnTo>
                    <a:lnTo>
                      <a:pt x="1022" y="162"/>
                    </a:lnTo>
                    <a:lnTo>
                      <a:pt x="992" y="138"/>
                    </a:lnTo>
                    <a:lnTo>
                      <a:pt x="963" y="116"/>
                    </a:lnTo>
                    <a:lnTo>
                      <a:pt x="932" y="94"/>
                    </a:lnTo>
                    <a:lnTo>
                      <a:pt x="932" y="94"/>
                    </a:lnTo>
                    <a:lnTo>
                      <a:pt x="898" y="75"/>
                    </a:lnTo>
                    <a:lnTo>
                      <a:pt x="864" y="57"/>
                    </a:lnTo>
                    <a:lnTo>
                      <a:pt x="830" y="41"/>
                    </a:lnTo>
                    <a:lnTo>
                      <a:pt x="795" y="29"/>
                    </a:lnTo>
                    <a:lnTo>
                      <a:pt x="761" y="17"/>
                    </a:lnTo>
                    <a:lnTo>
                      <a:pt x="727" y="10"/>
                    </a:lnTo>
                    <a:lnTo>
                      <a:pt x="693" y="4"/>
                    </a:lnTo>
                    <a:lnTo>
                      <a:pt x="658" y="1"/>
                    </a:lnTo>
                    <a:lnTo>
                      <a:pt x="658" y="1"/>
                    </a:lnTo>
                    <a:lnTo>
                      <a:pt x="627" y="0"/>
                    </a:lnTo>
                    <a:lnTo>
                      <a:pt x="627" y="0"/>
                    </a:lnTo>
                    <a:lnTo>
                      <a:pt x="594" y="1"/>
                    </a:lnTo>
                    <a:lnTo>
                      <a:pt x="562" y="4"/>
                    </a:lnTo>
                    <a:lnTo>
                      <a:pt x="529" y="10"/>
                    </a:lnTo>
                    <a:lnTo>
                      <a:pt x="498" y="17"/>
                    </a:lnTo>
                    <a:lnTo>
                      <a:pt x="467" y="28"/>
                    </a:lnTo>
                    <a:lnTo>
                      <a:pt x="436" y="39"/>
                    </a:lnTo>
                    <a:lnTo>
                      <a:pt x="407" y="54"/>
                    </a:lnTo>
                    <a:lnTo>
                      <a:pt x="376" y="70"/>
                    </a:lnTo>
                    <a:close/>
                  </a:path>
                </a:pathLst>
              </a:custGeom>
              <a:solidFill>
                <a:srgbClr val="F3F3F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3" name="Freeform 14"/>
              <p:cNvSpPr>
                <a:spLocks/>
              </p:cNvSpPr>
              <p:nvPr/>
            </p:nvSpPr>
            <p:spPr bwMode="auto">
              <a:xfrm>
                <a:off x="775891" y="2143126"/>
                <a:ext cx="2159000" cy="3206750"/>
              </a:xfrm>
              <a:custGeom>
                <a:avLst/>
                <a:gdLst>
                  <a:gd name="T0" fmla="*/ 317 w 1360"/>
                  <a:gd name="T1" fmla="*/ 87 h 2020"/>
                  <a:gd name="T2" fmla="*/ 226 w 1360"/>
                  <a:gd name="T3" fmla="*/ 168 h 2020"/>
                  <a:gd name="T4" fmla="*/ 146 w 1360"/>
                  <a:gd name="T5" fmla="*/ 274 h 2020"/>
                  <a:gd name="T6" fmla="*/ 101 w 1360"/>
                  <a:gd name="T7" fmla="*/ 363 h 2020"/>
                  <a:gd name="T8" fmla="*/ 45 w 1360"/>
                  <a:gd name="T9" fmla="*/ 517 h 2020"/>
                  <a:gd name="T10" fmla="*/ 9 w 1360"/>
                  <a:gd name="T11" fmla="*/ 696 h 2020"/>
                  <a:gd name="T12" fmla="*/ 0 w 1360"/>
                  <a:gd name="T13" fmla="*/ 828 h 2020"/>
                  <a:gd name="T14" fmla="*/ 9 w 1360"/>
                  <a:gd name="T15" fmla="*/ 1029 h 2020"/>
                  <a:gd name="T16" fmla="*/ 43 w 1360"/>
                  <a:gd name="T17" fmla="*/ 1225 h 2020"/>
                  <a:gd name="T18" fmla="*/ 80 w 1360"/>
                  <a:gd name="T19" fmla="*/ 1350 h 2020"/>
                  <a:gd name="T20" fmla="*/ 151 w 1360"/>
                  <a:gd name="T21" fmla="*/ 1523 h 2020"/>
                  <a:gd name="T22" fmla="*/ 239 w 1360"/>
                  <a:gd name="T23" fmla="*/ 1675 h 2020"/>
                  <a:gd name="T24" fmla="*/ 304 w 1360"/>
                  <a:gd name="T25" fmla="*/ 1762 h 2020"/>
                  <a:gd name="T26" fmla="*/ 410 w 1360"/>
                  <a:gd name="T27" fmla="*/ 1869 h 2020"/>
                  <a:gd name="T28" fmla="*/ 522 w 1360"/>
                  <a:gd name="T29" fmla="*/ 1949 h 2020"/>
                  <a:gd name="T30" fmla="*/ 599 w 1360"/>
                  <a:gd name="T31" fmla="*/ 1984 h 2020"/>
                  <a:gd name="T32" fmla="*/ 709 w 1360"/>
                  <a:gd name="T33" fmla="*/ 2015 h 2020"/>
                  <a:gd name="T34" fmla="*/ 822 w 1360"/>
                  <a:gd name="T35" fmla="*/ 2018 h 2020"/>
                  <a:gd name="T36" fmla="*/ 891 w 1360"/>
                  <a:gd name="T37" fmla="*/ 2005 h 2020"/>
                  <a:gd name="T38" fmla="*/ 985 w 1360"/>
                  <a:gd name="T39" fmla="*/ 1968 h 2020"/>
                  <a:gd name="T40" fmla="*/ 1069 w 1360"/>
                  <a:gd name="T41" fmla="*/ 1913 h 2020"/>
                  <a:gd name="T42" fmla="*/ 1118 w 1360"/>
                  <a:gd name="T43" fmla="*/ 1868 h 2020"/>
                  <a:gd name="T44" fmla="*/ 1181 w 1360"/>
                  <a:gd name="T45" fmla="*/ 1793 h 2020"/>
                  <a:gd name="T46" fmla="*/ 1236 w 1360"/>
                  <a:gd name="T47" fmla="*/ 1706 h 2020"/>
                  <a:gd name="T48" fmla="*/ 1265 w 1360"/>
                  <a:gd name="T49" fmla="*/ 1644 h 2020"/>
                  <a:gd name="T50" fmla="*/ 1302 w 1360"/>
                  <a:gd name="T51" fmla="*/ 1546 h 2020"/>
                  <a:gd name="T52" fmla="*/ 1330 w 1360"/>
                  <a:gd name="T53" fmla="*/ 1442 h 2020"/>
                  <a:gd name="T54" fmla="*/ 1343 w 1360"/>
                  <a:gd name="T55" fmla="*/ 1371 h 2020"/>
                  <a:gd name="T56" fmla="*/ 1355 w 1360"/>
                  <a:gd name="T57" fmla="*/ 1260 h 2020"/>
                  <a:gd name="T58" fmla="*/ 1360 w 1360"/>
                  <a:gd name="T59" fmla="*/ 1144 h 2020"/>
                  <a:gd name="T60" fmla="*/ 1357 w 1360"/>
                  <a:gd name="T61" fmla="*/ 1066 h 2020"/>
                  <a:gd name="T62" fmla="*/ 1345 w 1360"/>
                  <a:gd name="T63" fmla="*/ 951 h 2020"/>
                  <a:gd name="T64" fmla="*/ 1326 w 1360"/>
                  <a:gd name="T65" fmla="*/ 839 h 2020"/>
                  <a:gd name="T66" fmla="*/ 1308 w 1360"/>
                  <a:gd name="T67" fmla="*/ 765 h 2020"/>
                  <a:gd name="T68" fmla="*/ 1276 w 1360"/>
                  <a:gd name="T69" fmla="*/ 659 h 2020"/>
                  <a:gd name="T70" fmla="*/ 1236 w 1360"/>
                  <a:gd name="T71" fmla="*/ 557 h 2020"/>
                  <a:gd name="T72" fmla="*/ 1206 w 1360"/>
                  <a:gd name="T73" fmla="*/ 491 h 2020"/>
                  <a:gd name="T74" fmla="*/ 1153 w 1360"/>
                  <a:gd name="T75" fmla="*/ 396 h 2020"/>
                  <a:gd name="T76" fmla="*/ 1094 w 1360"/>
                  <a:gd name="T77" fmla="*/ 308 h 2020"/>
                  <a:gd name="T78" fmla="*/ 1050 w 1360"/>
                  <a:gd name="T79" fmla="*/ 252 h 2020"/>
                  <a:gd name="T80" fmla="*/ 975 w 1360"/>
                  <a:gd name="T81" fmla="*/ 174 h 2020"/>
                  <a:gd name="T82" fmla="*/ 894 w 1360"/>
                  <a:gd name="T83" fmla="*/ 107 h 2020"/>
                  <a:gd name="T84" fmla="*/ 833 w 1360"/>
                  <a:gd name="T85" fmla="*/ 69 h 2020"/>
                  <a:gd name="T86" fmla="*/ 737 w 1360"/>
                  <a:gd name="T87" fmla="*/ 26 h 2020"/>
                  <a:gd name="T88" fmla="*/ 642 w 1360"/>
                  <a:gd name="T89" fmla="*/ 4 h 2020"/>
                  <a:gd name="T90" fmla="*/ 581 w 1360"/>
                  <a:gd name="T91" fmla="*/ 0 h 2020"/>
                  <a:gd name="T92" fmla="*/ 521 w 1360"/>
                  <a:gd name="T93" fmla="*/ 4 h 2020"/>
                  <a:gd name="T94" fmla="*/ 434 w 1360"/>
                  <a:gd name="T95" fmla="*/ 25 h 2020"/>
                  <a:gd name="T96" fmla="*/ 350 w 1360"/>
                  <a:gd name="T97" fmla="*/ 65 h 2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0" h="2020">
                    <a:moveTo>
                      <a:pt x="350" y="65"/>
                    </a:moveTo>
                    <a:lnTo>
                      <a:pt x="350" y="65"/>
                    </a:lnTo>
                    <a:lnTo>
                      <a:pt x="317" y="87"/>
                    </a:lnTo>
                    <a:lnTo>
                      <a:pt x="285" y="110"/>
                    </a:lnTo>
                    <a:lnTo>
                      <a:pt x="255" y="138"/>
                    </a:lnTo>
                    <a:lnTo>
                      <a:pt x="226" y="168"/>
                    </a:lnTo>
                    <a:lnTo>
                      <a:pt x="198" y="200"/>
                    </a:lnTo>
                    <a:lnTo>
                      <a:pt x="171" y="236"/>
                    </a:lnTo>
                    <a:lnTo>
                      <a:pt x="146" y="274"/>
                    </a:lnTo>
                    <a:lnTo>
                      <a:pt x="123" y="315"/>
                    </a:lnTo>
                    <a:lnTo>
                      <a:pt x="123" y="315"/>
                    </a:lnTo>
                    <a:lnTo>
                      <a:pt x="101" y="363"/>
                    </a:lnTo>
                    <a:lnTo>
                      <a:pt x="80" y="411"/>
                    </a:lnTo>
                    <a:lnTo>
                      <a:pt x="61" y="463"/>
                    </a:lnTo>
                    <a:lnTo>
                      <a:pt x="45" y="517"/>
                    </a:lnTo>
                    <a:lnTo>
                      <a:pt x="30" y="575"/>
                    </a:lnTo>
                    <a:lnTo>
                      <a:pt x="18" y="634"/>
                    </a:lnTo>
                    <a:lnTo>
                      <a:pt x="9" y="696"/>
                    </a:lnTo>
                    <a:lnTo>
                      <a:pt x="3" y="761"/>
                    </a:lnTo>
                    <a:lnTo>
                      <a:pt x="3" y="761"/>
                    </a:lnTo>
                    <a:lnTo>
                      <a:pt x="0" y="828"/>
                    </a:lnTo>
                    <a:lnTo>
                      <a:pt x="0" y="895"/>
                    </a:lnTo>
                    <a:lnTo>
                      <a:pt x="3" y="963"/>
                    </a:lnTo>
                    <a:lnTo>
                      <a:pt x="9" y="1029"/>
                    </a:lnTo>
                    <a:lnTo>
                      <a:pt x="18" y="1095"/>
                    </a:lnTo>
                    <a:lnTo>
                      <a:pt x="30" y="1160"/>
                    </a:lnTo>
                    <a:lnTo>
                      <a:pt x="43" y="1225"/>
                    </a:lnTo>
                    <a:lnTo>
                      <a:pt x="61" y="1288"/>
                    </a:lnTo>
                    <a:lnTo>
                      <a:pt x="61" y="1288"/>
                    </a:lnTo>
                    <a:lnTo>
                      <a:pt x="80" y="1350"/>
                    </a:lnTo>
                    <a:lnTo>
                      <a:pt x="101" y="1409"/>
                    </a:lnTo>
                    <a:lnTo>
                      <a:pt x="124" y="1467"/>
                    </a:lnTo>
                    <a:lnTo>
                      <a:pt x="151" y="1523"/>
                    </a:lnTo>
                    <a:lnTo>
                      <a:pt x="179" y="1576"/>
                    </a:lnTo>
                    <a:lnTo>
                      <a:pt x="208" y="1626"/>
                    </a:lnTo>
                    <a:lnTo>
                      <a:pt x="239" y="1675"/>
                    </a:lnTo>
                    <a:lnTo>
                      <a:pt x="272" y="1720"/>
                    </a:lnTo>
                    <a:lnTo>
                      <a:pt x="272" y="1720"/>
                    </a:lnTo>
                    <a:lnTo>
                      <a:pt x="304" y="1762"/>
                    </a:lnTo>
                    <a:lnTo>
                      <a:pt x="339" y="1800"/>
                    </a:lnTo>
                    <a:lnTo>
                      <a:pt x="373" y="1837"/>
                    </a:lnTo>
                    <a:lnTo>
                      <a:pt x="410" y="1869"/>
                    </a:lnTo>
                    <a:lnTo>
                      <a:pt x="447" y="1899"/>
                    </a:lnTo>
                    <a:lnTo>
                      <a:pt x="484" y="1925"/>
                    </a:lnTo>
                    <a:lnTo>
                      <a:pt x="522" y="1949"/>
                    </a:lnTo>
                    <a:lnTo>
                      <a:pt x="562" y="1970"/>
                    </a:lnTo>
                    <a:lnTo>
                      <a:pt x="562" y="1970"/>
                    </a:lnTo>
                    <a:lnTo>
                      <a:pt x="599" y="1984"/>
                    </a:lnTo>
                    <a:lnTo>
                      <a:pt x="636" y="1998"/>
                    </a:lnTo>
                    <a:lnTo>
                      <a:pt x="673" y="2008"/>
                    </a:lnTo>
                    <a:lnTo>
                      <a:pt x="709" y="2015"/>
                    </a:lnTo>
                    <a:lnTo>
                      <a:pt x="746" y="2020"/>
                    </a:lnTo>
                    <a:lnTo>
                      <a:pt x="785" y="2020"/>
                    </a:lnTo>
                    <a:lnTo>
                      <a:pt x="822" y="2018"/>
                    </a:lnTo>
                    <a:lnTo>
                      <a:pt x="858" y="2012"/>
                    </a:lnTo>
                    <a:lnTo>
                      <a:pt x="858" y="2012"/>
                    </a:lnTo>
                    <a:lnTo>
                      <a:pt x="891" y="2005"/>
                    </a:lnTo>
                    <a:lnTo>
                      <a:pt x="923" y="1996"/>
                    </a:lnTo>
                    <a:lnTo>
                      <a:pt x="956" y="1983"/>
                    </a:lnTo>
                    <a:lnTo>
                      <a:pt x="985" y="1968"/>
                    </a:lnTo>
                    <a:lnTo>
                      <a:pt x="1015" y="1952"/>
                    </a:lnTo>
                    <a:lnTo>
                      <a:pt x="1043" y="1934"/>
                    </a:lnTo>
                    <a:lnTo>
                      <a:pt x="1069" y="1913"/>
                    </a:lnTo>
                    <a:lnTo>
                      <a:pt x="1096" y="1891"/>
                    </a:lnTo>
                    <a:lnTo>
                      <a:pt x="1096" y="1891"/>
                    </a:lnTo>
                    <a:lnTo>
                      <a:pt x="1118" y="1868"/>
                    </a:lnTo>
                    <a:lnTo>
                      <a:pt x="1140" y="1844"/>
                    </a:lnTo>
                    <a:lnTo>
                      <a:pt x="1162" y="1819"/>
                    </a:lnTo>
                    <a:lnTo>
                      <a:pt x="1181" y="1793"/>
                    </a:lnTo>
                    <a:lnTo>
                      <a:pt x="1200" y="1765"/>
                    </a:lnTo>
                    <a:lnTo>
                      <a:pt x="1218" y="1735"/>
                    </a:lnTo>
                    <a:lnTo>
                      <a:pt x="1236" y="1706"/>
                    </a:lnTo>
                    <a:lnTo>
                      <a:pt x="1252" y="1675"/>
                    </a:lnTo>
                    <a:lnTo>
                      <a:pt x="1252" y="1675"/>
                    </a:lnTo>
                    <a:lnTo>
                      <a:pt x="1265" y="1644"/>
                    </a:lnTo>
                    <a:lnTo>
                      <a:pt x="1279" y="1611"/>
                    </a:lnTo>
                    <a:lnTo>
                      <a:pt x="1290" y="1579"/>
                    </a:lnTo>
                    <a:lnTo>
                      <a:pt x="1302" y="1546"/>
                    </a:lnTo>
                    <a:lnTo>
                      <a:pt x="1312" y="1512"/>
                    </a:lnTo>
                    <a:lnTo>
                      <a:pt x="1321" y="1477"/>
                    </a:lnTo>
                    <a:lnTo>
                      <a:pt x="1330" y="1442"/>
                    </a:lnTo>
                    <a:lnTo>
                      <a:pt x="1338" y="1406"/>
                    </a:lnTo>
                    <a:lnTo>
                      <a:pt x="1338" y="1406"/>
                    </a:lnTo>
                    <a:lnTo>
                      <a:pt x="1343" y="1371"/>
                    </a:lnTo>
                    <a:lnTo>
                      <a:pt x="1348" y="1334"/>
                    </a:lnTo>
                    <a:lnTo>
                      <a:pt x="1352" y="1297"/>
                    </a:lnTo>
                    <a:lnTo>
                      <a:pt x="1355" y="1260"/>
                    </a:lnTo>
                    <a:lnTo>
                      <a:pt x="1358" y="1222"/>
                    </a:lnTo>
                    <a:lnTo>
                      <a:pt x="1360" y="1184"/>
                    </a:lnTo>
                    <a:lnTo>
                      <a:pt x="1360" y="1144"/>
                    </a:lnTo>
                    <a:lnTo>
                      <a:pt x="1358" y="1104"/>
                    </a:lnTo>
                    <a:lnTo>
                      <a:pt x="1358" y="1104"/>
                    </a:lnTo>
                    <a:lnTo>
                      <a:pt x="1357" y="1066"/>
                    </a:lnTo>
                    <a:lnTo>
                      <a:pt x="1354" y="1027"/>
                    </a:lnTo>
                    <a:lnTo>
                      <a:pt x="1349" y="989"/>
                    </a:lnTo>
                    <a:lnTo>
                      <a:pt x="1345" y="951"/>
                    </a:lnTo>
                    <a:lnTo>
                      <a:pt x="1339" y="912"/>
                    </a:lnTo>
                    <a:lnTo>
                      <a:pt x="1333" y="876"/>
                    </a:lnTo>
                    <a:lnTo>
                      <a:pt x="1326" y="839"/>
                    </a:lnTo>
                    <a:lnTo>
                      <a:pt x="1317" y="802"/>
                    </a:lnTo>
                    <a:lnTo>
                      <a:pt x="1317" y="802"/>
                    </a:lnTo>
                    <a:lnTo>
                      <a:pt x="1308" y="765"/>
                    </a:lnTo>
                    <a:lnTo>
                      <a:pt x="1298" y="730"/>
                    </a:lnTo>
                    <a:lnTo>
                      <a:pt x="1287" y="694"/>
                    </a:lnTo>
                    <a:lnTo>
                      <a:pt x="1276" y="659"/>
                    </a:lnTo>
                    <a:lnTo>
                      <a:pt x="1264" y="625"/>
                    </a:lnTo>
                    <a:lnTo>
                      <a:pt x="1251" y="591"/>
                    </a:lnTo>
                    <a:lnTo>
                      <a:pt x="1236" y="557"/>
                    </a:lnTo>
                    <a:lnTo>
                      <a:pt x="1223" y="525"/>
                    </a:lnTo>
                    <a:lnTo>
                      <a:pt x="1223" y="525"/>
                    </a:lnTo>
                    <a:lnTo>
                      <a:pt x="1206" y="491"/>
                    </a:lnTo>
                    <a:lnTo>
                      <a:pt x="1189" y="458"/>
                    </a:lnTo>
                    <a:lnTo>
                      <a:pt x="1172" y="427"/>
                    </a:lnTo>
                    <a:lnTo>
                      <a:pt x="1153" y="396"/>
                    </a:lnTo>
                    <a:lnTo>
                      <a:pt x="1134" y="365"/>
                    </a:lnTo>
                    <a:lnTo>
                      <a:pt x="1115" y="336"/>
                    </a:lnTo>
                    <a:lnTo>
                      <a:pt x="1094" y="308"/>
                    </a:lnTo>
                    <a:lnTo>
                      <a:pt x="1072" y="280"/>
                    </a:lnTo>
                    <a:lnTo>
                      <a:pt x="1072" y="280"/>
                    </a:lnTo>
                    <a:lnTo>
                      <a:pt x="1050" y="252"/>
                    </a:lnTo>
                    <a:lnTo>
                      <a:pt x="1026" y="224"/>
                    </a:lnTo>
                    <a:lnTo>
                      <a:pt x="1001" y="199"/>
                    </a:lnTo>
                    <a:lnTo>
                      <a:pt x="975" y="174"/>
                    </a:lnTo>
                    <a:lnTo>
                      <a:pt x="948" y="150"/>
                    </a:lnTo>
                    <a:lnTo>
                      <a:pt x="922" y="128"/>
                    </a:lnTo>
                    <a:lnTo>
                      <a:pt x="894" y="107"/>
                    </a:lnTo>
                    <a:lnTo>
                      <a:pt x="864" y="88"/>
                    </a:lnTo>
                    <a:lnTo>
                      <a:pt x="864" y="88"/>
                    </a:lnTo>
                    <a:lnTo>
                      <a:pt x="833" y="69"/>
                    </a:lnTo>
                    <a:lnTo>
                      <a:pt x="801" y="53"/>
                    </a:lnTo>
                    <a:lnTo>
                      <a:pt x="770" y="38"/>
                    </a:lnTo>
                    <a:lnTo>
                      <a:pt x="737" y="26"/>
                    </a:lnTo>
                    <a:lnTo>
                      <a:pt x="707" y="18"/>
                    </a:lnTo>
                    <a:lnTo>
                      <a:pt x="674" y="9"/>
                    </a:lnTo>
                    <a:lnTo>
                      <a:pt x="642" y="4"/>
                    </a:lnTo>
                    <a:lnTo>
                      <a:pt x="611" y="1"/>
                    </a:lnTo>
                    <a:lnTo>
                      <a:pt x="611" y="1"/>
                    </a:lnTo>
                    <a:lnTo>
                      <a:pt x="581" y="0"/>
                    </a:lnTo>
                    <a:lnTo>
                      <a:pt x="581" y="0"/>
                    </a:lnTo>
                    <a:lnTo>
                      <a:pt x="552" y="1"/>
                    </a:lnTo>
                    <a:lnTo>
                      <a:pt x="521" y="4"/>
                    </a:lnTo>
                    <a:lnTo>
                      <a:pt x="491" y="9"/>
                    </a:lnTo>
                    <a:lnTo>
                      <a:pt x="462" y="16"/>
                    </a:lnTo>
                    <a:lnTo>
                      <a:pt x="434" y="25"/>
                    </a:lnTo>
                    <a:lnTo>
                      <a:pt x="404" y="37"/>
                    </a:lnTo>
                    <a:lnTo>
                      <a:pt x="376" y="50"/>
                    </a:lnTo>
                    <a:lnTo>
                      <a:pt x="350" y="65"/>
                    </a:lnTo>
                    <a:close/>
                  </a:path>
                </a:pathLst>
              </a:custGeom>
              <a:gradFill>
                <a:gsLst>
                  <a:gs pos="0">
                    <a:srgbClr val="BD2223"/>
                  </a:gs>
                  <a:gs pos="100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4" name="Freeform 17"/>
              <p:cNvSpPr>
                <a:spLocks/>
              </p:cNvSpPr>
              <p:nvPr/>
            </p:nvSpPr>
            <p:spPr bwMode="auto">
              <a:xfrm>
                <a:off x="1104106" y="2603500"/>
                <a:ext cx="1576388" cy="2338388"/>
              </a:xfrm>
              <a:custGeom>
                <a:avLst/>
                <a:gdLst>
                  <a:gd name="T0" fmla="*/ 232 w 993"/>
                  <a:gd name="T1" fmla="*/ 64 h 1473"/>
                  <a:gd name="T2" fmla="*/ 166 w 993"/>
                  <a:gd name="T3" fmla="*/ 123 h 1473"/>
                  <a:gd name="T4" fmla="*/ 108 w 993"/>
                  <a:gd name="T5" fmla="*/ 200 h 1473"/>
                  <a:gd name="T6" fmla="*/ 74 w 993"/>
                  <a:gd name="T7" fmla="*/ 264 h 1473"/>
                  <a:gd name="T8" fmla="*/ 33 w 993"/>
                  <a:gd name="T9" fmla="*/ 378 h 1473"/>
                  <a:gd name="T10" fmla="*/ 8 w 993"/>
                  <a:gd name="T11" fmla="*/ 508 h 1473"/>
                  <a:gd name="T12" fmla="*/ 0 w 993"/>
                  <a:gd name="T13" fmla="*/ 603 h 1473"/>
                  <a:gd name="T14" fmla="*/ 8 w 993"/>
                  <a:gd name="T15" fmla="*/ 751 h 1473"/>
                  <a:gd name="T16" fmla="*/ 33 w 993"/>
                  <a:gd name="T17" fmla="*/ 894 h 1473"/>
                  <a:gd name="T18" fmla="*/ 59 w 993"/>
                  <a:gd name="T19" fmla="*/ 985 h 1473"/>
                  <a:gd name="T20" fmla="*/ 111 w 993"/>
                  <a:gd name="T21" fmla="*/ 1111 h 1473"/>
                  <a:gd name="T22" fmla="*/ 174 w 993"/>
                  <a:gd name="T23" fmla="*/ 1223 h 1473"/>
                  <a:gd name="T24" fmla="*/ 223 w 993"/>
                  <a:gd name="T25" fmla="*/ 1286 h 1473"/>
                  <a:gd name="T26" fmla="*/ 300 w 993"/>
                  <a:gd name="T27" fmla="*/ 1363 h 1473"/>
                  <a:gd name="T28" fmla="*/ 382 w 993"/>
                  <a:gd name="T29" fmla="*/ 1422 h 1473"/>
                  <a:gd name="T30" fmla="*/ 437 w 993"/>
                  <a:gd name="T31" fmla="*/ 1448 h 1473"/>
                  <a:gd name="T32" fmla="*/ 518 w 993"/>
                  <a:gd name="T33" fmla="*/ 1470 h 1473"/>
                  <a:gd name="T34" fmla="*/ 599 w 993"/>
                  <a:gd name="T35" fmla="*/ 1472 h 1473"/>
                  <a:gd name="T36" fmla="*/ 651 w 993"/>
                  <a:gd name="T37" fmla="*/ 1463 h 1473"/>
                  <a:gd name="T38" fmla="*/ 720 w 993"/>
                  <a:gd name="T39" fmla="*/ 1436 h 1473"/>
                  <a:gd name="T40" fmla="*/ 780 w 993"/>
                  <a:gd name="T41" fmla="*/ 1395 h 1473"/>
                  <a:gd name="T42" fmla="*/ 817 w 993"/>
                  <a:gd name="T43" fmla="*/ 1363 h 1473"/>
                  <a:gd name="T44" fmla="*/ 863 w 993"/>
                  <a:gd name="T45" fmla="*/ 1308 h 1473"/>
                  <a:gd name="T46" fmla="*/ 903 w 993"/>
                  <a:gd name="T47" fmla="*/ 1245 h 1473"/>
                  <a:gd name="T48" fmla="*/ 923 w 993"/>
                  <a:gd name="T49" fmla="*/ 1199 h 1473"/>
                  <a:gd name="T50" fmla="*/ 965 w 993"/>
                  <a:gd name="T51" fmla="*/ 1078 h 1473"/>
                  <a:gd name="T52" fmla="*/ 984 w 993"/>
                  <a:gd name="T53" fmla="*/ 974 h 1473"/>
                  <a:gd name="T54" fmla="*/ 991 w 993"/>
                  <a:gd name="T55" fmla="*/ 805 h 1473"/>
                  <a:gd name="T56" fmla="*/ 982 w 993"/>
                  <a:gd name="T57" fmla="*/ 693 h 1473"/>
                  <a:gd name="T58" fmla="*/ 962 w 993"/>
                  <a:gd name="T59" fmla="*/ 584 h 1473"/>
                  <a:gd name="T60" fmla="*/ 913 w 993"/>
                  <a:gd name="T61" fmla="*/ 431 h 1473"/>
                  <a:gd name="T62" fmla="*/ 869 w 993"/>
                  <a:gd name="T63" fmla="*/ 335 h 1473"/>
                  <a:gd name="T64" fmla="*/ 783 w 993"/>
                  <a:gd name="T65" fmla="*/ 204 h 1473"/>
                  <a:gd name="T66" fmla="*/ 749 w 993"/>
                  <a:gd name="T67" fmla="*/ 164 h 1473"/>
                  <a:gd name="T68" fmla="*/ 693 w 993"/>
                  <a:gd name="T69" fmla="*/ 110 h 1473"/>
                  <a:gd name="T70" fmla="*/ 631 w 993"/>
                  <a:gd name="T71" fmla="*/ 64 h 1473"/>
                  <a:gd name="T72" fmla="*/ 586 w 993"/>
                  <a:gd name="T73" fmla="*/ 39 h 1473"/>
                  <a:gd name="T74" fmla="*/ 515 w 993"/>
                  <a:gd name="T75" fmla="*/ 12 h 1473"/>
                  <a:gd name="T76" fmla="*/ 446 w 993"/>
                  <a:gd name="T77" fmla="*/ 0 h 1473"/>
                  <a:gd name="T78" fmla="*/ 425 w 993"/>
                  <a:gd name="T79" fmla="*/ 0 h 1473"/>
                  <a:gd name="T80" fmla="*/ 359 w 993"/>
                  <a:gd name="T81" fmla="*/ 6 h 1473"/>
                  <a:gd name="T82" fmla="*/ 297 w 993"/>
                  <a:gd name="T83" fmla="*/ 27 h 1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93" h="1473">
                    <a:moveTo>
                      <a:pt x="255" y="48"/>
                    </a:moveTo>
                    <a:lnTo>
                      <a:pt x="255" y="48"/>
                    </a:lnTo>
                    <a:lnTo>
                      <a:pt x="232" y="64"/>
                    </a:lnTo>
                    <a:lnTo>
                      <a:pt x="208" y="82"/>
                    </a:lnTo>
                    <a:lnTo>
                      <a:pt x="186" y="101"/>
                    </a:lnTo>
                    <a:lnTo>
                      <a:pt x="166" y="123"/>
                    </a:lnTo>
                    <a:lnTo>
                      <a:pt x="145" y="146"/>
                    </a:lnTo>
                    <a:lnTo>
                      <a:pt x="126" y="172"/>
                    </a:lnTo>
                    <a:lnTo>
                      <a:pt x="108" y="200"/>
                    </a:lnTo>
                    <a:lnTo>
                      <a:pt x="90" y="230"/>
                    </a:lnTo>
                    <a:lnTo>
                      <a:pt x="90" y="230"/>
                    </a:lnTo>
                    <a:lnTo>
                      <a:pt x="74" y="264"/>
                    </a:lnTo>
                    <a:lnTo>
                      <a:pt x="58" y="300"/>
                    </a:lnTo>
                    <a:lnTo>
                      <a:pt x="45" y="338"/>
                    </a:lnTo>
                    <a:lnTo>
                      <a:pt x="33" y="378"/>
                    </a:lnTo>
                    <a:lnTo>
                      <a:pt x="22" y="419"/>
                    </a:lnTo>
                    <a:lnTo>
                      <a:pt x="14" y="463"/>
                    </a:lnTo>
                    <a:lnTo>
                      <a:pt x="8" y="508"/>
                    </a:lnTo>
                    <a:lnTo>
                      <a:pt x="3" y="555"/>
                    </a:lnTo>
                    <a:lnTo>
                      <a:pt x="3" y="555"/>
                    </a:lnTo>
                    <a:lnTo>
                      <a:pt x="0" y="603"/>
                    </a:lnTo>
                    <a:lnTo>
                      <a:pt x="0" y="654"/>
                    </a:lnTo>
                    <a:lnTo>
                      <a:pt x="3" y="702"/>
                    </a:lnTo>
                    <a:lnTo>
                      <a:pt x="8" y="751"/>
                    </a:lnTo>
                    <a:lnTo>
                      <a:pt x="14" y="800"/>
                    </a:lnTo>
                    <a:lnTo>
                      <a:pt x="22" y="847"/>
                    </a:lnTo>
                    <a:lnTo>
                      <a:pt x="33" y="894"/>
                    </a:lnTo>
                    <a:lnTo>
                      <a:pt x="45" y="940"/>
                    </a:lnTo>
                    <a:lnTo>
                      <a:pt x="45" y="940"/>
                    </a:lnTo>
                    <a:lnTo>
                      <a:pt x="59" y="985"/>
                    </a:lnTo>
                    <a:lnTo>
                      <a:pt x="74" y="1028"/>
                    </a:lnTo>
                    <a:lnTo>
                      <a:pt x="92" y="1071"/>
                    </a:lnTo>
                    <a:lnTo>
                      <a:pt x="111" y="1111"/>
                    </a:lnTo>
                    <a:lnTo>
                      <a:pt x="130" y="1149"/>
                    </a:lnTo>
                    <a:lnTo>
                      <a:pt x="152" y="1187"/>
                    </a:lnTo>
                    <a:lnTo>
                      <a:pt x="174" y="1223"/>
                    </a:lnTo>
                    <a:lnTo>
                      <a:pt x="199" y="1255"/>
                    </a:lnTo>
                    <a:lnTo>
                      <a:pt x="199" y="1255"/>
                    </a:lnTo>
                    <a:lnTo>
                      <a:pt x="223" y="1286"/>
                    </a:lnTo>
                    <a:lnTo>
                      <a:pt x="248" y="1314"/>
                    </a:lnTo>
                    <a:lnTo>
                      <a:pt x="273" y="1339"/>
                    </a:lnTo>
                    <a:lnTo>
                      <a:pt x="300" y="1363"/>
                    </a:lnTo>
                    <a:lnTo>
                      <a:pt x="326" y="1385"/>
                    </a:lnTo>
                    <a:lnTo>
                      <a:pt x="354" y="1404"/>
                    </a:lnTo>
                    <a:lnTo>
                      <a:pt x="382" y="1422"/>
                    </a:lnTo>
                    <a:lnTo>
                      <a:pt x="410" y="1436"/>
                    </a:lnTo>
                    <a:lnTo>
                      <a:pt x="410" y="1436"/>
                    </a:lnTo>
                    <a:lnTo>
                      <a:pt x="437" y="1448"/>
                    </a:lnTo>
                    <a:lnTo>
                      <a:pt x="465" y="1457"/>
                    </a:lnTo>
                    <a:lnTo>
                      <a:pt x="491" y="1464"/>
                    </a:lnTo>
                    <a:lnTo>
                      <a:pt x="518" y="1470"/>
                    </a:lnTo>
                    <a:lnTo>
                      <a:pt x="546" y="1473"/>
                    </a:lnTo>
                    <a:lnTo>
                      <a:pt x="572" y="1473"/>
                    </a:lnTo>
                    <a:lnTo>
                      <a:pt x="599" y="1472"/>
                    </a:lnTo>
                    <a:lnTo>
                      <a:pt x="627" y="1469"/>
                    </a:lnTo>
                    <a:lnTo>
                      <a:pt x="627" y="1469"/>
                    </a:lnTo>
                    <a:lnTo>
                      <a:pt x="651" y="1463"/>
                    </a:lnTo>
                    <a:lnTo>
                      <a:pt x="674" y="1456"/>
                    </a:lnTo>
                    <a:lnTo>
                      <a:pt x="698" y="1447"/>
                    </a:lnTo>
                    <a:lnTo>
                      <a:pt x="720" y="1436"/>
                    </a:lnTo>
                    <a:lnTo>
                      <a:pt x="741" y="1425"/>
                    </a:lnTo>
                    <a:lnTo>
                      <a:pt x="761" y="1411"/>
                    </a:lnTo>
                    <a:lnTo>
                      <a:pt x="780" y="1395"/>
                    </a:lnTo>
                    <a:lnTo>
                      <a:pt x="799" y="1379"/>
                    </a:lnTo>
                    <a:lnTo>
                      <a:pt x="799" y="1379"/>
                    </a:lnTo>
                    <a:lnTo>
                      <a:pt x="817" y="1363"/>
                    </a:lnTo>
                    <a:lnTo>
                      <a:pt x="832" y="1345"/>
                    </a:lnTo>
                    <a:lnTo>
                      <a:pt x="848" y="1327"/>
                    </a:lnTo>
                    <a:lnTo>
                      <a:pt x="863" y="1308"/>
                    </a:lnTo>
                    <a:lnTo>
                      <a:pt x="876" y="1288"/>
                    </a:lnTo>
                    <a:lnTo>
                      <a:pt x="889" y="1267"/>
                    </a:lnTo>
                    <a:lnTo>
                      <a:pt x="903" y="1245"/>
                    </a:lnTo>
                    <a:lnTo>
                      <a:pt x="913" y="1221"/>
                    </a:lnTo>
                    <a:lnTo>
                      <a:pt x="913" y="1221"/>
                    </a:lnTo>
                    <a:lnTo>
                      <a:pt x="923" y="1199"/>
                    </a:lnTo>
                    <a:lnTo>
                      <a:pt x="934" y="1176"/>
                    </a:lnTo>
                    <a:lnTo>
                      <a:pt x="950" y="1128"/>
                    </a:lnTo>
                    <a:lnTo>
                      <a:pt x="965" y="1078"/>
                    </a:lnTo>
                    <a:lnTo>
                      <a:pt x="976" y="1025"/>
                    </a:lnTo>
                    <a:lnTo>
                      <a:pt x="976" y="1025"/>
                    </a:lnTo>
                    <a:lnTo>
                      <a:pt x="984" y="974"/>
                    </a:lnTo>
                    <a:lnTo>
                      <a:pt x="990" y="919"/>
                    </a:lnTo>
                    <a:lnTo>
                      <a:pt x="993" y="863"/>
                    </a:lnTo>
                    <a:lnTo>
                      <a:pt x="991" y="805"/>
                    </a:lnTo>
                    <a:lnTo>
                      <a:pt x="991" y="805"/>
                    </a:lnTo>
                    <a:lnTo>
                      <a:pt x="988" y="749"/>
                    </a:lnTo>
                    <a:lnTo>
                      <a:pt x="982" y="693"/>
                    </a:lnTo>
                    <a:lnTo>
                      <a:pt x="973" y="639"/>
                    </a:lnTo>
                    <a:lnTo>
                      <a:pt x="962" y="584"/>
                    </a:lnTo>
                    <a:lnTo>
                      <a:pt x="962" y="584"/>
                    </a:lnTo>
                    <a:lnTo>
                      <a:pt x="948" y="533"/>
                    </a:lnTo>
                    <a:lnTo>
                      <a:pt x="932" y="481"/>
                    </a:lnTo>
                    <a:lnTo>
                      <a:pt x="913" y="431"/>
                    </a:lnTo>
                    <a:lnTo>
                      <a:pt x="892" y="382"/>
                    </a:lnTo>
                    <a:lnTo>
                      <a:pt x="892" y="382"/>
                    </a:lnTo>
                    <a:lnTo>
                      <a:pt x="869" y="335"/>
                    </a:lnTo>
                    <a:lnTo>
                      <a:pt x="842" y="289"/>
                    </a:lnTo>
                    <a:lnTo>
                      <a:pt x="814" y="245"/>
                    </a:lnTo>
                    <a:lnTo>
                      <a:pt x="783" y="204"/>
                    </a:lnTo>
                    <a:lnTo>
                      <a:pt x="783" y="204"/>
                    </a:lnTo>
                    <a:lnTo>
                      <a:pt x="767" y="183"/>
                    </a:lnTo>
                    <a:lnTo>
                      <a:pt x="749" y="164"/>
                    </a:lnTo>
                    <a:lnTo>
                      <a:pt x="730" y="145"/>
                    </a:lnTo>
                    <a:lnTo>
                      <a:pt x="712" y="127"/>
                    </a:lnTo>
                    <a:lnTo>
                      <a:pt x="693" y="110"/>
                    </a:lnTo>
                    <a:lnTo>
                      <a:pt x="673" y="93"/>
                    </a:lnTo>
                    <a:lnTo>
                      <a:pt x="652" y="79"/>
                    </a:lnTo>
                    <a:lnTo>
                      <a:pt x="631" y="64"/>
                    </a:lnTo>
                    <a:lnTo>
                      <a:pt x="631" y="64"/>
                    </a:lnTo>
                    <a:lnTo>
                      <a:pt x="608" y="51"/>
                    </a:lnTo>
                    <a:lnTo>
                      <a:pt x="586" y="39"/>
                    </a:lnTo>
                    <a:lnTo>
                      <a:pt x="562" y="28"/>
                    </a:lnTo>
                    <a:lnTo>
                      <a:pt x="539" y="20"/>
                    </a:lnTo>
                    <a:lnTo>
                      <a:pt x="515" y="12"/>
                    </a:lnTo>
                    <a:lnTo>
                      <a:pt x="493" y="6"/>
                    </a:lnTo>
                    <a:lnTo>
                      <a:pt x="469" y="3"/>
                    </a:lnTo>
                    <a:lnTo>
                      <a:pt x="446" y="0"/>
                    </a:lnTo>
                    <a:lnTo>
                      <a:pt x="446" y="0"/>
                    </a:lnTo>
                    <a:lnTo>
                      <a:pt x="425" y="0"/>
                    </a:lnTo>
                    <a:lnTo>
                      <a:pt x="425" y="0"/>
                    </a:lnTo>
                    <a:lnTo>
                      <a:pt x="403" y="0"/>
                    </a:lnTo>
                    <a:lnTo>
                      <a:pt x="381" y="3"/>
                    </a:lnTo>
                    <a:lnTo>
                      <a:pt x="359" y="6"/>
                    </a:lnTo>
                    <a:lnTo>
                      <a:pt x="338" y="12"/>
                    </a:lnTo>
                    <a:lnTo>
                      <a:pt x="317" y="18"/>
                    </a:lnTo>
                    <a:lnTo>
                      <a:pt x="297" y="27"/>
                    </a:lnTo>
                    <a:lnTo>
                      <a:pt x="276" y="36"/>
                    </a:lnTo>
                    <a:lnTo>
                      <a:pt x="255" y="48"/>
                    </a:lnTo>
                    <a:close/>
                  </a:path>
                </a:pathLst>
              </a:custGeom>
              <a:gradFill>
                <a:gsLst>
                  <a:gs pos="0">
                    <a:srgbClr val="F0F0F0"/>
                  </a:gs>
                  <a:gs pos="100000">
                    <a:srgbClr val="F8F8F8"/>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5" name="Freeform 20"/>
              <p:cNvSpPr>
                <a:spLocks/>
              </p:cNvSpPr>
              <p:nvPr/>
            </p:nvSpPr>
            <p:spPr bwMode="auto">
              <a:xfrm>
                <a:off x="1299940" y="2881088"/>
                <a:ext cx="1219200" cy="1814513"/>
              </a:xfrm>
              <a:custGeom>
                <a:avLst/>
                <a:gdLst>
                  <a:gd name="T0" fmla="*/ 198 w 768"/>
                  <a:gd name="T1" fmla="*/ 37 h 1143"/>
                  <a:gd name="T2" fmla="*/ 161 w 768"/>
                  <a:gd name="T3" fmla="*/ 64 h 1143"/>
                  <a:gd name="T4" fmla="*/ 128 w 768"/>
                  <a:gd name="T5" fmla="*/ 95 h 1143"/>
                  <a:gd name="T6" fmla="*/ 97 w 768"/>
                  <a:gd name="T7" fmla="*/ 134 h 1143"/>
                  <a:gd name="T8" fmla="*/ 69 w 768"/>
                  <a:gd name="T9" fmla="*/ 179 h 1143"/>
                  <a:gd name="T10" fmla="*/ 56 w 768"/>
                  <a:gd name="T11" fmla="*/ 205 h 1143"/>
                  <a:gd name="T12" fmla="*/ 34 w 768"/>
                  <a:gd name="T13" fmla="*/ 263 h 1143"/>
                  <a:gd name="T14" fmla="*/ 16 w 768"/>
                  <a:gd name="T15" fmla="*/ 326 h 1143"/>
                  <a:gd name="T16" fmla="*/ 6 w 768"/>
                  <a:gd name="T17" fmla="*/ 394 h 1143"/>
                  <a:gd name="T18" fmla="*/ 1 w 768"/>
                  <a:gd name="T19" fmla="*/ 431 h 1143"/>
                  <a:gd name="T20" fmla="*/ 0 w 768"/>
                  <a:gd name="T21" fmla="*/ 507 h 1143"/>
                  <a:gd name="T22" fmla="*/ 4 w 768"/>
                  <a:gd name="T23" fmla="*/ 583 h 1143"/>
                  <a:gd name="T24" fmla="*/ 16 w 768"/>
                  <a:gd name="T25" fmla="*/ 656 h 1143"/>
                  <a:gd name="T26" fmla="*/ 34 w 768"/>
                  <a:gd name="T27" fmla="*/ 729 h 1143"/>
                  <a:gd name="T28" fmla="*/ 44 w 768"/>
                  <a:gd name="T29" fmla="*/ 764 h 1143"/>
                  <a:gd name="T30" fmla="*/ 71 w 768"/>
                  <a:gd name="T31" fmla="*/ 830 h 1143"/>
                  <a:gd name="T32" fmla="*/ 100 w 768"/>
                  <a:gd name="T33" fmla="*/ 892 h 1143"/>
                  <a:gd name="T34" fmla="*/ 134 w 768"/>
                  <a:gd name="T35" fmla="*/ 948 h 1143"/>
                  <a:gd name="T36" fmla="*/ 153 w 768"/>
                  <a:gd name="T37" fmla="*/ 973 h 1143"/>
                  <a:gd name="T38" fmla="*/ 192 w 768"/>
                  <a:gd name="T39" fmla="*/ 1019 h 1143"/>
                  <a:gd name="T40" fmla="*/ 231 w 768"/>
                  <a:gd name="T41" fmla="*/ 1057 h 1143"/>
                  <a:gd name="T42" fmla="*/ 274 w 768"/>
                  <a:gd name="T43" fmla="*/ 1090 h 1143"/>
                  <a:gd name="T44" fmla="*/ 317 w 768"/>
                  <a:gd name="T45" fmla="*/ 1113 h 1143"/>
                  <a:gd name="T46" fmla="*/ 338 w 768"/>
                  <a:gd name="T47" fmla="*/ 1124 h 1143"/>
                  <a:gd name="T48" fmla="*/ 380 w 768"/>
                  <a:gd name="T49" fmla="*/ 1135 h 1143"/>
                  <a:gd name="T50" fmla="*/ 422 w 768"/>
                  <a:gd name="T51" fmla="*/ 1143 h 1143"/>
                  <a:gd name="T52" fmla="*/ 464 w 768"/>
                  <a:gd name="T53" fmla="*/ 1141 h 1143"/>
                  <a:gd name="T54" fmla="*/ 485 w 768"/>
                  <a:gd name="T55" fmla="*/ 1138 h 1143"/>
                  <a:gd name="T56" fmla="*/ 522 w 768"/>
                  <a:gd name="T57" fmla="*/ 1130 h 1143"/>
                  <a:gd name="T58" fmla="*/ 557 w 768"/>
                  <a:gd name="T59" fmla="*/ 1113 h 1143"/>
                  <a:gd name="T60" fmla="*/ 590 w 768"/>
                  <a:gd name="T61" fmla="*/ 1094 h 1143"/>
                  <a:gd name="T62" fmla="*/ 619 w 768"/>
                  <a:gd name="T63" fmla="*/ 1069 h 1143"/>
                  <a:gd name="T64" fmla="*/ 632 w 768"/>
                  <a:gd name="T65" fmla="*/ 1057 h 1143"/>
                  <a:gd name="T66" fmla="*/ 656 w 768"/>
                  <a:gd name="T67" fmla="*/ 1029 h 1143"/>
                  <a:gd name="T68" fmla="*/ 688 w 768"/>
                  <a:gd name="T69" fmla="*/ 982 h 1143"/>
                  <a:gd name="T70" fmla="*/ 708 w 768"/>
                  <a:gd name="T71" fmla="*/ 947 h 1143"/>
                  <a:gd name="T72" fmla="*/ 736 w 768"/>
                  <a:gd name="T73" fmla="*/ 874 h 1143"/>
                  <a:gd name="T74" fmla="*/ 756 w 768"/>
                  <a:gd name="T75" fmla="*/ 795 h 1143"/>
                  <a:gd name="T76" fmla="*/ 762 w 768"/>
                  <a:gd name="T77" fmla="*/ 755 h 1143"/>
                  <a:gd name="T78" fmla="*/ 768 w 768"/>
                  <a:gd name="T79" fmla="*/ 670 h 1143"/>
                  <a:gd name="T80" fmla="*/ 768 w 768"/>
                  <a:gd name="T81" fmla="*/ 625 h 1143"/>
                  <a:gd name="T82" fmla="*/ 761 w 768"/>
                  <a:gd name="T83" fmla="*/ 538 h 1143"/>
                  <a:gd name="T84" fmla="*/ 744 w 768"/>
                  <a:gd name="T85" fmla="*/ 454 h 1143"/>
                  <a:gd name="T86" fmla="*/ 734 w 768"/>
                  <a:gd name="T87" fmla="*/ 413 h 1143"/>
                  <a:gd name="T88" fmla="*/ 708 w 768"/>
                  <a:gd name="T89" fmla="*/ 335 h 1143"/>
                  <a:gd name="T90" fmla="*/ 691 w 768"/>
                  <a:gd name="T91" fmla="*/ 297 h 1143"/>
                  <a:gd name="T92" fmla="*/ 652 w 768"/>
                  <a:gd name="T93" fmla="*/ 224 h 1143"/>
                  <a:gd name="T94" fmla="*/ 606 w 768"/>
                  <a:gd name="T95" fmla="*/ 158 h 1143"/>
                  <a:gd name="T96" fmla="*/ 579 w 768"/>
                  <a:gd name="T97" fmla="*/ 127 h 1143"/>
                  <a:gd name="T98" fmla="*/ 520 w 768"/>
                  <a:gd name="T99" fmla="*/ 72 h 1143"/>
                  <a:gd name="T100" fmla="*/ 488 w 768"/>
                  <a:gd name="T101" fmla="*/ 50 h 1143"/>
                  <a:gd name="T102" fmla="*/ 470 w 768"/>
                  <a:gd name="T103" fmla="*/ 40 h 1143"/>
                  <a:gd name="T104" fmla="*/ 435 w 768"/>
                  <a:gd name="T105" fmla="*/ 22 h 1143"/>
                  <a:gd name="T106" fmla="*/ 399 w 768"/>
                  <a:gd name="T107" fmla="*/ 11 h 1143"/>
                  <a:gd name="T108" fmla="*/ 363 w 768"/>
                  <a:gd name="T109" fmla="*/ 3 h 1143"/>
                  <a:gd name="T110" fmla="*/ 345 w 768"/>
                  <a:gd name="T111" fmla="*/ 0 h 1143"/>
                  <a:gd name="T112" fmla="*/ 329 w 768"/>
                  <a:gd name="T113" fmla="*/ 0 h 1143"/>
                  <a:gd name="T114" fmla="*/ 295 w 768"/>
                  <a:gd name="T115" fmla="*/ 3 h 1143"/>
                  <a:gd name="T116" fmla="*/ 261 w 768"/>
                  <a:gd name="T117" fmla="*/ 9 h 1143"/>
                  <a:gd name="T118" fmla="*/ 228 w 768"/>
                  <a:gd name="T119" fmla="*/ 21 h 1143"/>
                  <a:gd name="T120" fmla="*/ 198 w 768"/>
                  <a:gd name="T121" fmla="*/ 37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8" h="1143">
                    <a:moveTo>
                      <a:pt x="198" y="37"/>
                    </a:moveTo>
                    <a:lnTo>
                      <a:pt x="198" y="37"/>
                    </a:lnTo>
                    <a:lnTo>
                      <a:pt x="178" y="49"/>
                    </a:lnTo>
                    <a:lnTo>
                      <a:pt x="161" y="64"/>
                    </a:lnTo>
                    <a:lnTo>
                      <a:pt x="144" y="78"/>
                    </a:lnTo>
                    <a:lnTo>
                      <a:pt x="128" y="95"/>
                    </a:lnTo>
                    <a:lnTo>
                      <a:pt x="112" y="114"/>
                    </a:lnTo>
                    <a:lnTo>
                      <a:pt x="97" y="134"/>
                    </a:lnTo>
                    <a:lnTo>
                      <a:pt x="83" y="155"/>
                    </a:lnTo>
                    <a:lnTo>
                      <a:pt x="69" y="179"/>
                    </a:lnTo>
                    <a:lnTo>
                      <a:pt x="69" y="179"/>
                    </a:lnTo>
                    <a:lnTo>
                      <a:pt x="56" y="205"/>
                    </a:lnTo>
                    <a:lnTo>
                      <a:pt x="44" y="233"/>
                    </a:lnTo>
                    <a:lnTo>
                      <a:pt x="34" y="263"/>
                    </a:lnTo>
                    <a:lnTo>
                      <a:pt x="25" y="294"/>
                    </a:lnTo>
                    <a:lnTo>
                      <a:pt x="16" y="326"/>
                    </a:lnTo>
                    <a:lnTo>
                      <a:pt x="10" y="358"/>
                    </a:lnTo>
                    <a:lnTo>
                      <a:pt x="6" y="394"/>
                    </a:lnTo>
                    <a:lnTo>
                      <a:pt x="1" y="431"/>
                    </a:lnTo>
                    <a:lnTo>
                      <a:pt x="1" y="431"/>
                    </a:lnTo>
                    <a:lnTo>
                      <a:pt x="0" y="469"/>
                    </a:lnTo>
                    <a:lnTo>
                      <a:pt x="0" y="507"/>
                    </a:lnTo>
                    <a:lnTo>
                      <a:pt x="1" y="544"/>
                    </a:lnTo>
                    <a:lnTo>
                      <a:pt x="4" y="583"/>
                    </a:lnTo>
                    <a:lnTo>
                      <a:pt x="10" y="619"/>
                    </a:lnTo>
                    <a:lnTo>
                      <a:pt x="16" y="656"/>
                    </a:lnTo>
                    <a:lnTo>
                      <a:pt x="25" y="693"/>
                    </a:lnTo>
                    <a:lnTo>
                      <a:pt x="34" y="729"/>
                    </a:lnTo>
                    <a:lnTo>
                      <a:pt x="34" y="729"/>
                    </a:lnTo>
                    <a:lnTo>
                      <a:pt x="44" y="764"/>
                    </a:lnTo>
                    <a:lnTo>
                      <a:pt x="57" y="798"/>
                    </a:lnTo>
                    <a:lnTo>
                      <a:pt x="71" y="830"/>
                    </a:lnTo>
                    <a:lnTo>
                      <a:pt x="85" y="861"/>
                    </a:lnTo>
                    <a:lnTo>
                      <a:pt x="100" y="892"/>
                    </a:lnTo>
                    <a:lnTo>
                      <a:pt x="116" y="920"/>
                    </a:lnTo>
                    <a:lnTo>
                      <a:pt x="134" y="948"/>
                    </a:lnTo>
                    <a:lnTo>
                      <a:pt x="153" y="973"/>
                    </a:lnTo>
                    <a:lnTo>
                      <a:pt x="153" y="973"/>
                    </a:lnTo>
                    <a:lnTo>
                      <a:pt x="172" y="997"/>
                    </a:lnTo>
                    <a:lnTo>
                      <a:pt x="192" y="1019"/>
                    </a:lnTo>
                    <a:lnTo>
                      <a:pt x="211" y="1040"/>
                    </a:lnTo>
                    <a:lnTo>
                      <a:pt x="231" y="1057"/>
                    </a:lnTo>
                    <a:lnTo>
                      <a:pt x="252" y="1074"/>
                    </a:lnTo>
                    <a:lnTo>
                      <a:pt x="274" y="1090"/>
                    </a:lnTo>
                    <a:lnTo>
                      <a:pt x="295" y="1103"/>
                    </a:lnTo>
                    <a:lnTo>
                      <a:pt x="317" y="1113"/>
                    </a:lnTo>
                    <a:lnTo>
                      <a:pt x="317" y="1113"/>
                    </a:lnTo>
                    <a:lnTo>
                      <a:pt x="338" y="1124"/>
                    </a:lnTo>
                    <a:lnTo>
                      <a:pt x="360" y="1131"/>
                    </a:lnTo>
                    <a:lnTo>
                      <a:pt x="380" y="1135"/>
                    </a:lnTo>
                    <a:lnTo>
                      <a:pt x="401" y="1140"/>
                    </a:lnTo>
                    <a:lnTo>
                      <a:pt x="422" y="1143"/>
                    </a:lnTo>
                    <a:lnTo>
                      <a:pt x="444" y="1143"/>
                    </a:lnTo>
                    <a:lnTo>
                      <a:pt x="464" y="1141"/>
                    </a:lnTo>
                    <a:lnTo>
                      <a:pt x="485" y="1138"/>
                    </a:lnTo>
                    <a:lnTo>
                      <a:pt x="485" y="1138"/>
                    </a:lnTo>
                    <a:lnTo>
                      <a:pt x="504" y="1134"/>
                    </a:lnTo>
                    <a:lnTo>
                      <a:pt x="522" y="1130"/>
                    </a:lnTo>
                    <a:lnTo>
                      <a:pt x="540" y="1122"/>
                    </a:lnTo>
                    <a:lnTo>
                      <a:pt x="557" y="1113"/>
                    </a:lnTo>
                    <a:lnTo>
                      <a:pt x="573" y="1104"/>
                    </a:lnTo>
                    <a:lnTo>
                      <a:pt x="590" y="1094"/>
                    </a:lnTo>
                    <a:lnTo>
                      <a:pt x="604" y="1082"/>
                    </a:lnTo>
                    <a:lnTo>
                      <a:pt x="619" y="1069"/>
                    </a:lnTo>
                    <a:lnTo>
                      <a:pt x="619" y="1069"/>
                    </a:lnTo>
                    <a:lnTo>
                      <a:pt x="632" y="1057"/>
                    </a:lnTo>
                    <a:lnTo>
                      <a:pt x="644" y="1044"/>
                    </a:lnTo>
                    <a:lnTo>
                      <a:pt x="656" y="1029"/>
                    </a:lnTo>
                    <a:lnTo>
                      <a:pt x="668" y="1015"/>
                    </a:lnTo>
                    <a:lnTo>
                      <a:pt x="688" y="982"/>
                    </a:lnTo>
                    <a:lnTo>
                      <a:pt x="708" y="947"/>
                    </a:lnTo>
                    <a:lnTo>
                      <a:pt x="708" y="947"/>
                    </a:lnTo>
                    <a:lnTo>
                      <a:pt x="722" y="911"/>
                    </a:lnTo>
                    <a:lnTo>
                      <a:pt x="736" y="874"/>
                    </a:lnTo>
                    <a:lnTo>
                      <a:pt x="747" y="836"/>
                    </a:lnTo>
                    <a:lnTo>
                      <a:pt x="756" y="795"/>
                    </a:lnTo>
                    <a:lnTo>
                      <a:pt x="756" y="795"/>
                    </a:lnTo>
                    <a:lnTo>
                      <a:pt x="762" y="755"/>
                    </a:lnTo>
                    <a:lnTo>
                      <a:pt x="767" y="712"/>
                    </a:lnTo>
                    <a:lnTo>
                      <a:pt x="768" y="670"/>
                    </a:lnTo>
                    <a:lnTo>
                      <a:pt x="768" y="625"/>
                    </a:lnTo>
                    <a:lnTo>
                      <a:pt x="768" y="625"/>
                    </a:lnTo>
                    <a:lnTo>
                      <a:pt x="765" y="581"/>
                    </a:lnTo>
                    <a:lnTo>
                      <a:pt x="761" y="538"/>
                    </a:lnTo>
                    <a:lnTo>
                      <a:pt x="753" y="496"/>
                    </a:lnTo>
                    <a:lnTo>
                      <a:pt x="744" y="454"/>
                    </a:lnTo>
                    <a:lnTo>
                      <a:pt x="744" y="454"/>
                    </a:lnTo>
                    <a:lnTo>
                      <a:pt x="734" y="413"/>
                    </a:lnTo>
                    <a:lnTo>
                      <a:pt x="721" y="373"/>
                    </a:lnTo>
                    <a:lnTo>
                      <a:pt x="708" y="335"/>
                    </a:lnTo>
                    <a:lnTo>
                      <a:pt x="691" y="297"/>
                    </a:lnTo>
                    <a:lnTo>
                      <a:pt x="691" y="297"/>
                    </a:lnTo>
                    <a:lnTo>
                      <a:pt x="672" y="260"/>
                    </a:lnTo>
                    <a:lnTo>
                      <a:pt x="652" y="224"/>
                    </a:lnTo>
                    <a:lnTo>
                      <a:pt x="629" y="190"/>
                    </a:lnTo>
                    <a:lnTo>
                      <a:pt x="606" y="158"/>
                    </a:lnTo>
                    <a:lnTo>
                      <a:pt x="606" y="158"/>
                    </a:lnTo>
                    <a:lnTo>
                      <a:pt x="579" y="127"/>
                    </a:lnTo>
                    <a:lnTo>
                      <a:pt x="551" y="99"/>
                    </a:lnTo>
                    <a:lnTo>
                      <a:pt x="520" y="72"/>
                    </a:lnTo>
                    <a:lnTo>
                      <a:pt x="506" y="61"/>
                    </a:lnTo>
                    <a:lnTo>
                      <a:pt x="488" y="50"/>
                    </a:lnTo>
                    <a:lnTo>
                      <a:pt x="488" y="50"/>
                    </a:lnTo>
                    <a:lnTo>
                      <a:pt x="470" y="40"/>
                    </a:lnTo>
                    <a:lnTo>
                      <a:pt x="453" y="30"/>
                    </a:lnTo>
                    <a:lnTo>
                      <a:pt x="435" y="22"/>
                    </a:lnTo>
                    <a:lnTo>
                      <a:pt x="417" y="15"/>
                    </a:lnTo>
                    <a:lnTo>
                      <a:pt x="399" y="11"/>
                    </a:lnTo>
                    <a:lnTo>
                      <a:pt x="380" y="6"/>
                    </a:lnTo>
                    <a:lnTo>
                      <a:pt x="363" y="3"/>
                    </a:lnTo>
                    <a:lnTo>
                      <a:pt x="345" y="0"/>
                    </a:lnTo>
                    <a:lnTo>
                      <a:pt x="345" y="0"/>
                    </a:lnTo>
                    <a:lnTo>
                      <a:pt x="329" y="0"/>
                    </a:lnTo>
                    <a:lnTo>
                      <a:pt x="329" y="0"/>
                    </a:lnTo>
                    <a:lnTo>
                      <a:pt x="311" y="0"/>
                    </a:lnTo>
                    <a:lnTo>
                      <a:pt x="295" y="3"/>
                    </a:lnTo>
                    <a:lnTo>
                      <a:pt x="277" y="5"/>
                    </a:lnTo>
                    <a:lnTo>
                      <a:pt x="261" y="9"/>
                    </a:lnTo>
                    <a:lnTo>
                      <a:pt x="245" y="15"/>
                    </a:lnTo>
                    <a:lnTo>
                      <a:pt x="228" y="21"/>
                    </a:lnTo>
                    <a:lnTo>
                      <a:pt x="212" y="28"/>
                    </a:lnTo>
                    <a:lnTo>
                      <a:pt x="198" y="37"/>
                    </a:lnTo>
                    <a:close/>
                  </a:path>
                </a:pathLst>
              </a:custGeom>
              <a:gradFill>
                <a:gsLst>
                  <a:gs pos="13000">
                    <a:srgbClr val="BD2223"/>
                  </a:gs>
                  <a:gs pos="92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6" name="Freeform 23"/>
              <p:cNvSpPr>
                <a:spLocks/>
              </p:cNvSpPr>
              <p:nvPr/>
            </p:nvSpPr>
            <p:spPr bwMode="auto">
              <a:xfrm>
                <a:off x="1565162" y="3221037"/>
                <a:ext cx="741363" cy="1103313"/>
              </a:xfrm>
              <a:custGeom>
                <a:avLst/>
                <a:gdLst>
                  <a:gd name="T0" fmla="*/ 121 w 467"/>
                  <a:gd name="T1" fmla="*/ 22 h 695"/>
                  <a:gd name="T2" fmla="*/ 99 w 467"/>
                  <a:gd name="T3" fmla="*/ 39 h 695"/>
                  <a:gd name="T4" fmla="*/ 78 w 467"/>
                  <a:gd name="T5" fmla="*/ 58 h 695"/>
                  <a:gd name="T6" fmla="*/ 59 w 467"/>
                  <a:gd name="T7" fmla="*/ 81 h 695"/>
                  <a:gd name="T8" fmla="*/ 43 w 467"/>
                  <a:gd name="T9" fmla="*/ 109 h 695"/>
                  <a:gd name="T10" fmla="*/ 34 w 467"/>
                  <a:gd name="T11" fmla="*/ 124 h 695"/>
                  <a:gd name="T12" fmla="*/ 21 w 467"/>
                  <a:gd name="T13" fmla="*/ 160 h 695"/>
                  <a:gd name="T14" fmla="*/ 10 w 467"/>
                  <a:gd name="T15" fmla="*/ 198 h 695"/>
                  <a:gd name="T16" fmla="*/ 3 w 467"/>
                  <a:gd name="T17" fmla="*/ 239 h 695"/>
                  <a:gd name="T18" fmla="*/ 1 w 467"/>
                  <a:gd name="T19" fmla="*/ 261 h 695"/>
                  <a:gd name="T20" fmla="*/ 0 w 467"/>
                  <a:gd name="T21" fmla="*/ 308 h 695"/>
                  <a:gd name="T22" fmla="*/ 3 w 467"/>
                  <a:gd name="T23" fmla="*/ 354 h 695"/>
                  <a:gd name="T24" fmla="*/ 10 w 467"/>
                  <a:gd name="T25" fmla="*/ 400 h 695"/>
                  <a:gd name="T26" fmla="*/ 21 w 467"/>
                  <a:gd name="T27" fmla="*/ 444 h 695"/>
                  <a:gd name="T28" fmla="*/ 28 w 467"/>
                  <a:gd name="T29" fmla="*/ 465 h 695"/>
                  <a:gd name="T30" fmla="*/ 43 w 467"/>
                  <a:gd name="T31" fmla="*/ 505 h 695"/>
                  <a:gd name="T32" fmla="*/ 62 w 467"/>
                  <a:gd name="T33" fmla="*/ 541 h 695"/>
                  <a:gd name="T34" fmla="*/ 82 w 467"/>
                  <a:gd name="T35" fmla="*/ 577 h 695"/>
                  <a:gd name="T36" fmla="*/ 94 w 467"/>
                  <a:gd name="T37" fmla="*/ 592 h 695"/>
                  <a:gd name="T38" fmla="*/ 116 w 467"/>
                  <a:gd name="T39" fmla="*/ 620 h 695"/>
                  <a:gd name="T40" fmla="*/ 141 w 467"/>
                  <a:gd name="T41" fmla="*/ 643 h 695"/>
                  <a:gd name="T42" fmla="*/ 166 w 467"/>
                  <a:gd name="T43" fmla="*/ 662 h 695"/>
                  <a:gd name="T44" fmla="*/ 193 w 467"/>
                  <a:gd name="T45" fmla="*/ 677 h 695"/>
                  <a:gd name="T46" fmla="*/ 206 w 467"/>
                  <a:gd name="T47" fmla="*/ 683 h 695"/>
                  <a:gd name="T48" fmla="*/ 231 w 467"/>
                  <a:gd name="T49" fmla="*/ 690 h 695"/>
                  <a:gd name="T50" fmla="*/ 256 w 467"/>
                  <a:gd name="T51" fmla="*/ 695 h 695"/>
                  <a:gd name="T52" fmla="*/ 283 w 467"/>
                  <a:gd name="T53" fmla="*/ 695 h 695"/>
                  <a:gd name="T54" fmla="*/ 295 w 467"/>
                  <a:gd name="T55" fmla="*/ 692 h 695"/>
                  <a:gd name="T56" fmla="*/ 317 w 467"/>
                  <a:gd name="T57" fmla="*/ 686 h 695"/>
                  <a:gd name="T58" fmla="*/ 358 w 467"/>
                  <a:gd name="T59" fmla="*/ 665 h 695"/>
                  <a:gd name="T60" fmla="*/ 377 w 467"/>
                  <a:gd name="T61" fmla="*/ 650 h 695"/>
                  <a:gd name="T62" fmla="*/ 407 w 467"/>
                  <a:gd name="T63" fmla="*/ 617 h 695"/>
                  <a:gd name="T64" fmla="*/ 430 w 467"/>
                  <a:gd name="T65" fmla="*/ 575 h 695"/>
                  <a:gd name="T66" fmla="*/ 439 w 467"/>
                  <a:gd name="T67" fmla="*/ 555 h 695"/>
                  <a:gd name="T68" fmla="*/ 454 w 467"/>
                  <a:gd name="T69" fmla="*/ 509 h 695"/>
                  <a:gd name="T70" fmla="*/ 460 w 467"/>
                  <a:gd name="T71" fmla="*/ 484 h 695"/>
                  <a:gd name="T72" fmla="*/ 466 w 467"/>
                  <a:gd name="T73" fmla="*/ 434 h 695"/>
                  <a:gd name="T74" fmla="*/ 467 w 467"/>
                  <a:gd name="T75" fmla="*/ 381 h 695"/>
                  <a:gd name="T76" fmla="*/ 466 w 467"/>
                  <a:gd name="T77" fmla="*/ 353 h 695"/>
                  <a:gd name="T78" fmla="*/ 458 w 467"/>
                  <a:gd name="T79" fmla="*/ 301 h 695"/>
                  <a:gd name="T80" fmla="*/ 452 w 467"/>
                  <a:gd name="T81" fmla="*/ 276 h 695"/>
                  <a:gd name="T82" fmla="*/ 439 w 467"/>
                  <a:gd name="T83" fmla="*/ 227 h 695"/>
                  <a:gd name="T84" fmla="*/ 420 w 467"/>
                  <a:gd name="T85" fmla="*/ 180 h 695"/>
                  <a:gd name="T86" fmla="*/ 408 w 467"/>
                  <a:gd name="T87" fmla="*/ 158 h 695"/>
                  <a:gd name="T88" fmla="*/ 383 w 467"/>
                  <a:gd name="T89" fmla="*/ 115 h 695"/>
                  <a:gd name="T90" fmla="*/ 368 w 467"/>
                  <a:gd name="T91" fmla="*/ 96 h 695"/>
                  <a:gd name="T92" fmla="*/ 336 w 467"/>
                  <a:gd name="T93" fmla="*/ 61 h 695"/>
                  <a:gd name="T94" fmla="*/ 298 w 467"/>
                  <a:gd name="T95" fmla="*/ 31 h 695"/>
                  <a:gd name="T96" fmla="*/ 276 w 467"/>
                  <a:gd name="T97" fmla="*/ 18 h 695"/>
                  <a:gd name="T98" fmla="*/ 231 w 467"/>
                  <a:gd name="T99" fmla="*/ 3 h 695"/>
                  <a:gd name="T100" fmla="*/ 211 w 467"/>
                  <a:gd name="T101" fmla="*/ 0 h 695"/>
                  <a:gd name="T102" fmla="*/ 200 w 467"/>
                  <a:gd name="T103" fmla="*/ 0 h 695"/>
                  <a:gd name="T104" fmla="*/ 159 w 467"/>
                  <a:gd name="T105" fmla="*/ 6 h 695"/>
                  <a:gd name="T106" fmla="*/ 121 w 467"/>
                  <a:gd name="T107" fmla="*/ 22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7" h="695">
                    <a:moveTo>
                      <a:pt x="121" y="22"/>
                    </a:moveTo>
                    <a:lnTo>
                      <a:pt x="121" y="22"/>
                    </a:lnTo>
                    <a:lnTo>
                      <a:pt x="109" y="30"/>
                    </a:lnTo>
                    <a:lnTo>
                      <a:pt x="99" y="39"/>
                    </a:lnTo>
                    <a:lnTo>
                      <a:pt x="88" y="47"/>
                    </a:lnTo>
                    <a:lnTo>
                      <a:pt x="78" y="58"/>
                    </a:lnTo>
                    <a:lnTo>
                      <a:pt x="68" y="70"/>
                    </a:lnTo>
                    <a:lnTo>
                      <a:pt x="59" y="81"/>
                    </a:lnTo>
                    <a:lnTo>
                      <a:pt x="50" y="95"/>
                    </a:lnTo>
                    <a:lnTo>
                      <a:pt x="43" y="109"/>
                    </a:lnTo>
                    <a:lnTo>
                      <a:pt x="43" y="109"/>
                    </a:lnTo>
                    <a:lnTo>
                      <a:pt x="34" y="124"/>
                    </a:lnTo>
                    <a:lnTo>
                      <a:pt x="28" y="142"/>
                    </a:lnTo>
                    <a:lnTo>
                      <a:pt x="21" y="160"/>
                    </a:lnTo>
                    <a:lnTo>
                      <a:pt x="15" y="179"/>
                    </a:lnTo>
                    <a:lnTo>
                      <a:pt x="10" y="198"/>
                    </a:lnTo>
                    <a:lnTo>
                      <a:pt x="6" y="219"/>
                    </a:lnTo>
                    <a:lnTo>
                      <a:pt x="3" y="239"/>
                    </a:lnTo>
                    <a:lnTo>
                      <a:pt x="1" y="261"/>
                    </a:lnTo>
                    <a:lnTo>
                      <a:pt x="1" y="261"/>
                    </a:lnTo>
                    <a:lnTo>
                      <a:pt x="0" y="285"/>
                    </a:lnTo>
                    <a:lnTo>
                      <a:pt x="0" y="308"/>
                    </a:lnTo>
                    <a:lnTo>
                      <a:pt x="1" y="331"/>
                    </a:lnTo>
                    <a:lnTo>
                      <a:pt x="3" y="354"/>
                    </a:lnTo>
                    <a:lnTo>
                      <a:pt x="6" y="376"/>
                    </a:lnTo>
                    <a:lnTo>
                      <a:pt x="10" y="400"/>
                    </a:lnTo>
                    <a:lnTo>
                      <a:pt x="15" y="422"/>
                    </a:lnTo>
                    <a:lnTo>
                      <a:pt x="21" y="444"/>
                    </a:lnTo>
                    <a:lnTo>
                      <a:pt x="21" y="444"/>
                    </a:lnTo>
                    <a:lnTo>
                      <a:pt x="28" y="465"/>
                    </a:lnTo>
                    <a:lnTo>
                      <a:pt x="35" y="485"/>
                    </a:lnTo>
                    <a:lnTo>
                      <a:pt x="43" y="505"/>
                    </a:lnTo>
                    <a:lnTo>
                      <a:pt x="51" y="524"/>
                    </a:lnTo>
                    <a:lnTo>
                      <a:pt x="62" y="541"/>
                    </a:lnTo>
                    <a:lnTo>
                      <a:pt x="71" y="559"/>
                    </a:lnTo>
                    <a:lnTo>
                      <a:pt x="82" y="577"/>
                    </a:lnTo>
                    <a:lnTo>
                      <a:pt x="94" y="592"/>
                    </a:lnTo>
                    <a:lnTo>
                      <a:pt x="94" y="592"/>
                    </a:lnTo>
                    <a:lnTo>
                      <a:pt x="105" y="606"/>
                    </a:lnTo>
                    <a:lnTo>
                      <a:pt x="116" y="620"/>
                    </a:lnTo>
                    <a:lnTo>
                      <a:pt x="128" y="631"/>
                    </a:lnTo>
                    <a:lnTo>
                      <a:pt x="141" y="643"/>
                    </a:lnTo>
                    <a:lnTo>
                      <a:pt x="153" y="653"/>
                    </a:lnTo>
                    <a:lnTo>
                      <a:pt x="166" y="662"/>
                    </a:lnTo>
                    <a:lnTo>
                      <a:pt x="180" y="670"/>
                    </a:lnTo>
                    <a:lnTo>
                      <a:pt x="193" y="677"/>
                    </a:lnTo>
                    <a:lnTo>
                      <a:pt x="193" y="677"/>
                    </a:lnTo>
                    <a:lnTo>
                      <a:pt x="206" y="683"/>
                    </a:lnTo>
                    <a:lnTo>
                      <a:pt x="218" y="687"/>
                    </a:lnTo>
                    <a:lnTo>
                      <a:pt x="231" y="690"/>
                    </a:lnTo>
                    <a:lnTo>
                      <a:pt x="245" y="693"/>
                    </a:lnTo>
                    <a:lnTo>
                      <a:pt x="256" y="695"/>
                    </a:lnTo>
                    <a:lnTo>
                      <a:pt x="270" y="695"/>
                    </a:lnTo>
                    <a:lnTo>
                      <a:pt x="283" y="695"/>
                    </a:lnTo>
                    <a:lnTo>
                      <a:pt x="295" y="692"/>
                    </a:lnTo>
                    <a:lnTo>
                      <a:pt x="295" y="692"/>
                    </a:lnTo>
                    <a:lnTo>
                      <a:pt x="307" y="690"/>
                    </a:lnTo>
                    <a:lnTo>
                      <a:pt x="317" y="686"/>
                    </a:lnTo>
                    <a:lnTo>
                      <a:pt x="339" y="677"/>
                    </a:lnTo>
                    <a:lnTo>
                      <a:pt x="358" y="665"/>
                    </a:lnTo>
                    <a:lnTo>
                      <a:pt x="377" y="650"/>
                    </a:lnTo>
                    <a:lnTo>
                      <a:pt x="377" y="650"/>
                    </a:lnTo>
                    <a:lnTo>
                      <a:pt x="392" y="634"/>
                    </a:lnTo>
                    <a:lnTo>
                      <a:pt x="407" y="617"/>
                    </a:lnTo>
                    <a:lnTo>
                      <a:pt x="419" y="597"/>
                    </a:lnTo>
                    <a:lnTo>
                      <a:pt x="430" y="575"/>
                    </a:lnTo>
                    <a:lnTo>
                      <a:pt x="430" y="575"/>
                    </a:lnTo>
                    <a:lnTo>
                      <a:pt x="439" y="555"/>
                    </a:lnTo>
                    <a:lnTo>
                      <a:pt x="448" y="533"/>
                    </a:lnTo>
                    <a:lnTo>
                      <a:pt x="454" y="509"/>
                    </a:lnTo>
                    <a:lnTo>
                      <a:pt x="460" y="484"/>
                    </a:lnTo>
                    <a:lnTo>
                      <a:pt x="460" y="484"/>
                    </a:lnTo>
                    <a:lnTo>
                      <a:pt x="464" y="459"/>
                    </a:lnTo>
                    <a:lnTo>
                      <a:pt x="466" y="434"/>
                    </a:lnTo>
                    <a:lnTo>
                      <a:pt x="467" y="407"/>
                    </a:lnTo>
                    <a:lnTo>
                      <a:pt x="467" y="381"/>
                    </a:lnTo>
                    <a:lnTo>
                      <a:pt x="467" y="381"/>
                    </a:lnTo>
                    <a:lnTo>
                      <a:pt x="466" y="353"/>
                    </a:lnTo>
                    <a:lnTo>
                      <a:pt x="463" y="328"/>
                    </a:lnTo>
                    <a:lnTo>
                      <a:pt x="458" y="301"/>
                    </a:lnTo>
                    <a:lnTo>
                      <a:pt x="452" y="276"/>
                    </a:lnTo>
                    <a:lnTo>
                      <a:pt x="452" y="276"/>
                    </a:lnTo>
                    <a:lnTo>
                      <a:pt x="447" y="251"/>
                    </a:lnTo>
                    <a:lnTo>
                      <a:pt x="439" y="227"/>
                    </a:lnTo>
                    <a:lnTo>
                      <a:pt x="430" y="204"/>
                    </a:lnTo>
                    <a:lnTo>
                      <a:pt x="420" y="180"/>
                    </a:lnTo>
                    <a:lnTo>
                      <a:pt x="420" y="180"/>
                    </a:lnTo>
                    <a:lnTo>
                      <a:pt x="408" y="158"/>
                    </a:lnTo>
                    <a:lnTo>
                      <a:pt x="396" y="136"/>
                    </a:lnTo>
                    <a:lnTo>
                      <a:pt x="383" y="115"/>
                    </a:lnTo>
                    <a:lnTo>
                      <a:pt x="368" y="96"/>
                    </a:lnTo>
                    <a:lnTo>
                      <a:pt x="368" y="96"/>
                    </a:lnTo>
                    <a:lnTo>
                      <a:pt x="352" y="77"/>
                    </a:lnTo>
                    <a:lnTo>
                      <a:pt x="336" y="61"/>
                    </a:lnTo>
                    <a:lnTo>
                      <a:pt x="317" y="45"/>
                    </a:lnTo>
                    <a:lnTo>
                      <a:pt x="298" y="31"/>
                    </a:lnTo>
                    <a:lnTo>
                      <a:pt x="298" y="31"/>
                    </a:lnTo>
                    <a:lnTo>
                      <a:pt x="276" y="18"/>
                    </a:lnTo>
                    <a:lnTo>
                      <a:pt x="253" y="9"/>
                    </a:lnTo>
                    <a:lnTo>
                      <a:pt x="231" y="3"/>
                    </a:lnTo>
                    <a:lnTo>
                      <a:pt x="211" y="0"/>
                    </a:lnTo>
                    <a:lnTo>
                      <a:pt x="211" y="0"/>
                    </a:lnTo>
                    <a:lnTo>
                      <a:pt x="200" y="0"/>
                    </a:lnTo>
                    <a:lnTo>
                      <a:pt x="200" y="0"/>
                    </a:lnTo>
                    <a:lnTo>
                      <a:pt x="180" y="2"/>
                    </a:lnTo>
                    <a:lnTo>
                      <a:pt x="159" y="6"/>
                    </a:lnTo>
                    <a:lnTo>
                      <a:pt x="140" y="14"/>
                    </a:lnTo>
                    <a:lnTo>
                      <a:pt x="121" y="22"/>
                    </a:lnTo>
                    <a:close/>
                  </a:path>
                </a:pathLst>
              </a:custGeom>
              <a:gradFill>
                <a:gsLst>
                  <a:gs pos="0">
                    <a:srgbClr val="F0F0F0"/>
                  </a:gs>
                  <a:gs pos="100000">
                    <a:srgbClr val="F8F8F8"/>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7" name="Freeform 26"/>
              <p:cNvSpPr>
                <a:spLocks/>
              </p:cNvSpPr>
              <p:nvPr/>
            </p:nvSpPr>
            <p:spPr bwMode="auto">
              <a:xfrm>
                <a:off x="1802606" y="3540124"/>
                <a:ext cx="315913" cy="465138"/>
              </a:xfrm>
              <a:custGeom>
                <a:avLst/>
                <a:gdLst>
                  <a:gd name="T0" fmla="*/ 52 w 199"/>
                  <a:gd name="T1" fmla="*/ 9 h 293"/>
                  <a:gd name="T2" fmla="*/ 34 w 199"/>
                  <a:gd name="T3" fmla="*/ 23 h 293"/>
                  <a:gd name="T4" fmla="*/ 18 w 199"/>
                  <a:gd name="T5" fmla="*/ 46 h 293"/>
                  <a:gd name="T6" fmla="*/ 12 w 199"/>
                  <a:gd name="T7" fmla="*/ 59 h 293"/>
                  <a:gd name="T8" fmla="*/ 3 w 199"/>
                  <a:gd name="T9" fmla="*/ 91 h 293"/>
                  <a:gd name="T10" fmla="*/ 2 w 199"/>
                  <a:gd name="T11" fmla="*/ 110 h 293"/>
                  <a:gd name="T12" fmla="*/ 2 w 199"/>
                  <a:gd name="T13" fmla="*/ 149 h 293"/>
                  <a:gd name="T14" fmla="*/ 9 w 199"/>
                  <a:gd name="T15" fmla="*/ 187 h 293"/>
                  <a:gd name="T16" fmla="*/ 15 w 199"/>
                  <a:gd name="T17" fmla="*/ 205 h 293"/>
                  <a:gd name="T18" fmla="*/ 31 w 199"/>
                  <a:gd name="T19" fmla="*/ 237 h 293"/>
                  <a:gd name="T20" fmla="*/ 40 w 199"/>
                  <a:gd name="T21" fmla="*/ 250 h 293"/>
                  <a:gd name="T22" fmla="*/ 60 w 199"/>
                  <a:gd name="T23" fmla="*/ 273 h 293"/>
                  <a:gd name="T24" fmla="*/ 83 w 199"/>
                  <a:gd name="T25" fmla="*/ 286 h 293"/>
                  <a:gd name="T26" fmla="*/ 93 w 199"/>
                  <a:gd name="T27" fmla="*/ 290 h 293"/>
                  <a:gd name="T28" fmla="*/ 115 w 199"/>
                  <a:gd name="T29" fmla="*/ 293 h 293"/>
                  <a:gd name="T30" fmla="*/ 125 w 199"/>
                  <a:gd name="T31" fmla="*/ 293 h 293"/>
                  <a:gd name="T32" fmla="*/ 145 w 199"/>
                  <a:gd name="T33" fmla="*/ 286 h 293"/>
                  <a:gd name="T34" fmla="*/ 161 w 199"/>
                  <a:gd name="T35" fmla="*/ 276 h 293"/>
                  <a:gd name="T36" fmla="*/ 167 w 199"/>
                  <a:gd name="T37" fmla="*/ 268 h 293"/>
                  <a:gd name="T38" fmla="*/ 183 w 199"/>
                  <a:gd name="T39" fmla="*/ 243 h 293"/>
                  <a:gd name="T40" fmla="*/ 190 w 199"/>
                  <a:gd name="T41" fmla="*/ 225 h 293"/>
                  <a:gd name="T42" fmla="*/ 196 w 199"/>
                  <a:gd name="T43" fmla="*/ 205 h 293"/>
                  <a:gd name="T44" fmla="*/ 199 w 199"/>
                  <a:gd name="T45" fmla="*/ 161 h 293"/>
                  <a:gd name="T46" fmla="*/ 196 w 199"/>
                  <a:gd name="T47" fmla="*/ 138 h 293"/>
                  <a:gd name="T48" fmla="*/ 193 w 199"/>
                  <a:gd name="T49" fmla="*/ 116 h 293"/>
                  <a:gd name="T50" fmla="*/ 178 w 199"/>
                  <a:gd name="T51" fmla="*/ 75 h 293"/>
                  <a:gd name="T52" fmla="*/ 168 w 199"/>
                  <a:gd name="T53" fmla="*/ 57 h 293"/>
                  <a:gd name="T54" fmla="*/ 156 w 199"/>
                  <a:gd name="T55" fmla="*/ 40 h 293"/>
                  <a:gd name="T56" fmla="*/ 134 w 199"/>
                  <a:gd name="T57" fmla="*/ 18 h 293"/>
                  <a:gd name="T58" fmla="*/ 127 w 199"/>
                  <a:gd name="T59" fmla="*/ 12 h 293"/>
                  <a:gd name="T60" fmla="*/ 108 w 199"/>
                  <a:gd name="T61" fmla="*/ 3 h 293"/>
                  <a:gd name="T62" fmla="*/ 90 w 199"/>
                  <a:gd name="T63" fmla="*/ 0 h 293"/>
                  <a:gd name="T64" fmla="*/ 86 w 199"/>
                  <a:gd name="T65" fmla="*/ 0 h 293"/>
                  <a:gd name="T66" fmla="*/ 77 w 199"/>
                  <a:gd name="T67" fmla="*/ 0 h 293"/>
                  <a:gd name="T68" fmla="*/ 59 w 199"/>
                  <a:gd name="T69" fmla="*/ 4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9" h="293">
                    <a:moveTo>
                      <a:pt x="52" y="9"/>
                    </a:moveTo>
                    <a:lnTo>
                      <a:pt x="52" y="9"/>
                    </a:lnTo>
                    <a:lnTo>
                      <a:pt x="43" y="15"/>
                    </a:lnTo>
                    <a:lnTo>
                      <a:pt x="34" y="23"/>
                    </a:lnTo>
                    <a:lnTo>
                      <a:pt x="25" y="34"/>
                    </a:lnTo>
                    <a:lnTo>
                      <a:pt x="18" y="46"/>
                    </a:lnTo>
                    <a:lnTo>
                      <a:pt x="18" y="46"/>
                    </a:lnTo>
                    <a:lnTo>
                      <a:pt x="12" y="59"/>
                    </a:lnTo>
                    <a:lnTo>
                      <a:pt x="7" y="75"/>
                    </a:lnTo>
                    <a:lnTo>
                      <a:pt x="3" y="91"/>
                    </a:lnTo>
                    <a:lnTo>
                      <a:pt x="2" y="110"/>
                    </a:lnTo>
                    <a:lnTo>
                      <a:pt x="2" y="110"/>
                    </a:lnTo>
                    <a:lnTo>
                      <a:pt x="0" y="130"/>
                    </a:lnTo>
                    <a:lnTo>
                      <a:pt x="2" y="149"/>
                    </a:lnTo>
                    <a:lnTo>
                      <a:pt x="4" y="168"/>
                    </a:lnTo>
                    <a:lnTo>
                      <a:pt x="9" y="187"/>
                    </a:lnTo>
                    <a:lnTo>
                      <a:pt x="9" y="187"/>
                    </a:lnTo>
                    <a:lnTo>
                      <a:pt x="15" y="205"/>
                    </a:lnTo>
                    <a:lnTo>
                      <a:pt x="22" y="221"/>
                    </a:lnTo>
                    <a:lnTo>
                      <a:pt x="31" y="237"/>
                    </a:lnTo>
                    <a:lnTo>
                      <a:pt x="40" y="250"/>
                    </a:lnTo>
                    <a:lnTo>
                      <a:pt x="40" y="250"/>
                    </a:lnTo>
                    <a:lnTo>
                      <a:pt x="50" y="262"/>
                    </a:lnTo>
                    <a:lnTo>
                      <a:pt x="60" y="273"/>
                    </a:lnTo>
                    <a:lnTo>
                      <a:pt x="71" y="280"/>
                    </a:lnTo>
                    <a:lnTo>
                      <a:pt x="83" y="286"/>
                    </a:lnTo>
                    <a:lnTo>
                      <a:pt x="83" y="286"/>
                    </a:lnTo>
                    <a:lnTo>
                      <a:pt x="93" y="290"/>
                    </a:lnTo>
                    <a:lnTo>
                      <a:pt x="105" y="293"/>
                    </a:lnTo>
                    <a:lnTo>
                      <a:pt x="115" y="293"/>
                    </a:lnTo>
                    <a:lnTo>
                      <a:pt x="125" y="293"/>
                    </a:lnTo>
                    <a:lnTo>
                      <a:pt x="125" y="293"/>
                    </a:lnTo>
                    <a:lnTo>
                      <a:pt x="136" y="290"/>
                    </a:lnTo>
                    <a:lnTo>
                      <a:pt x="145" y="286"/>
                    </a:lnTo>
                    <a:lnTo>
                      <a:pt x="152" y="281"/>
                    </a:lnTo>
                    <a:lnTo>
                      <a:pt x="161" y="276"/>
                    </a:lnTo>
                    <a:lnTo>
                      <a:pt x="161" y="276"/>
                    </a:lnTo>
                    <a:lnTo>
                      <a:pt x="167" y="268"/>
                    </a:lnTo>
                    <a:lnTo>
                      <a:pt x="173" y="261"/>
                    </a:lnTo>
                    <a:lnTo>
                      <a:pt x="183" y="243"/>
                    </a:lnTo>
                    <a:lnTo>
                      <a:pt x="183" y="243"/>
                    </a:lnTo>
                    <a:lnTo>
                      <a:pt x="190" y="225"/>
                    </a:lnTo>
                    <a:lnTo>
                      <a:pt x="196" y="205"/>
                    </a:lnTo>
                    <a:lnTo>
                      <a:pt x="196" y="205"/>
                    </a:lnTo>
                    <a:lnTo>
                      <a:pt x="198" y="183"/>
                    </a:lnTo>
                    <a:lnTo>
                      <a:pt x="199" y="161"/>
                    </a:lnTo>
                    <a:lnTo>
                      <a:pt x="199" y="161"/>
                    </a:lnTo>
                    <a:lnTo>
                      <a:pt x="196" y="138"/>
                    </a:lnTo>
                    <a:lnTo>
                      <a:pt x="193" y="116"/>
                    </a:lnTo>
                    <a:lnTo>
                      <a:pt x="193" y="116"/>
                    </a:lnTo>
                    <a:lnTo>
                      <a:pt x="187" y="96"/>
                    </a:lnTo>
                    <a:lnTo>
                      <a:pt x="178" y="75"/>
                    </a:lnTo>
                    <a:lnTo>
                      <a:pt x="178" y="75"/>
                    </a:lnTo>
                    <a:lnTo>
                      <a:pt x="168" y="57"/>
                    </a:lnTo>
                    <a:lnTo>
                      <a:pt x="156" y="40"/>
                    </a:lnTo>
                    <a:lnTo>
                      <a:pt x="156" y="40"/>
                    </a:lnTo>
                    <a:lnTo>
                      <a:pt x="143" y="25"/>
                    </a:lnTo>
                    <a:lnTo>
                      <a:pt x="134" y="18"/>
                    </a:lnTo>
                    <a:lnTo>
                      <a:pt x="127" y="12"/>
                    </a:lnTo>
                    <a:lnTo>
                      <a:pt x="127" y="12"/>
                    </a:lnTo>
                    <a:lnTo>
                      <a:pt x="118" y="7"/>
                    </a:lnTo>
                    <a:lnTo>
                      <a:pt x="108" y="3"/>
                    </a:lnTo>
                    <a:lnTo>
                      <a:pt x="99" y="0"/>
                    </a:lnTo>
                    <a:lnTo>
                      <a:pt x="90" y="0"/>
                    </a:lnTo>
                    <a:lnTo>
                      <a:pt x="90" y="0"/>
                    </a:lnTo>
                    <a:lnTo>
                      <a:pt x="86" y="0"/>
                    </a:lnTo>
                    <a:lnTo>
                      <a:pt x="86" y="0"/>
                    </a:lnTo>
                    <a:lnTo>
                      <a:pt x="77" y="0"/>
                    </a:lnTo>
                    <a:lnTo>
                      <a:pt x="68" y="1"/>
                    </a:lnTo>
                    <a:lnTo>
                      <a:pt x="59" y="4"/>
                    </a:lnTo>
                    <a:lnTo>
                      <a:pt x="52" y="9"/>
                    </a:lnTo>
                    <a:close/>
                  </a:path>
                </a:pathLst>
              </a:custGeom>
              <a:gradFill>
                <a:gsLst>
                  <a:gs pos="13000">
                    <a:srgbClr val="BD2223"/>
                  </a:gs>
                  <a:gs pos="92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19" name="Freeform 30"/>
              <p:cNvSpPr>
                <a:spLocks/>
              </p:cNvSpPr>
              <p:nvPr/>
            </p:nvSpPr>
            <p:spPr bwMode="auto">
              <a:xfrm>
                <a:off x="3681413" y="3667126"/>
                <a:ext cx="107950" cy="160338"/>
              </a:xfrm>
              <a:custGeom>
                <a:avLst/>
                <a:gdLst>
                  <a:gd name="T0" fmla="*/ 18 w 68"/>
                  <a:gd name="T1" fmla="*/ 3 h 101"/>
                  <a:gd name="T2" fmla="*/ 18 w 68"/>
                  <a:gd name="T3" fmla="*/ 3 h 101"/>
                  <a:gd name="T4" fmla="*/ 12 w 68"/>
                  <a:gd name="T5" fmla="*/ 8 h 101"/>
                  <a:gd name="T6" fmla="*/ 6 w 68"/>
                  <a:gd name="T7" fmla="*/ 16 h 101"/>
                  <a:gd name="T8" fmla="*/ 6 w 68"/>
                  <a:gd name="T9" fmla="*/ 16 h 101"/>
                  <a:gd name="T10" fmla="*/ 2 w 68"/>
                  <a:gd name="T11" fmla="*/ 26 h 101"/>
                  <a:gd name="T12" fmla="*/ 0 w 68"/>
                  <a:gd name="T13" fmla="*/ 38 h 101"/>
                  <a:gd name="T14" fmla="*/ 0 w 68"/>
                  <a:gd name="T15" fmla="*/ 38 h 101"/>
                  <a:gd name="T16" fmla="*/ 0 w 68"/>
                  <a:gd name="T17" fmla="*/ 51 h 101"/>
                  <a:gd name="T18" fmla="*/ 3 w 68"/>
                  <a:gd name="T19" fmla="*/ 65 h 101"/>
                  <a:gd name="T20" fmla="*/ 3 w 68"/>
                  <a:gd name="T21" fmla="*/ 65 h 101"/>
                  <a:gd name="T22" fmla="*/ 8 w 68"/>
                  <a:gd name="T23" fmla="*/ 76 h 101"/>
                  <a:gd name="T24" fmla="*/ 13 w 68"/>
                  <a:gd name="T25" fmla="*/ 87 h 101"/>
                  <a:gd name="T26" fmla="*/ 13 w 68"/>
                  <a:gd name="T27" fmla="*/ 87 h 101"/>
                  <a:gd name="T28" fmla="*/ 21 w 68"/>
                  <a:gd name="T29" fmla="*/ 94 h 101"/>
                  <a:gd name="T30" fmla="*/ 28 w 68"/>
                  <a:gd name="T31" fmla="*/ 98 h 101"/>
                  <a:gd name="T32" fmla="*/ 28 w 68"/>
                  <a:gd name="T33" fmla="*/ 98 h 101"/>
                  <a:gd name="T34" fmla="*/ 36 w 68"/>
                  <a:gd name="T35" fmla="*/ 101 h 101"/>
                  <a:gd name="T36" fmla="*/ 43 w 68"/>
                  <a:gd name="T37" fmla="*/ 101 h 101"/>
                  <a:gd name="T38" fmla="*/ 43 w 68"/>
                  <a:gd name="T39" fmla="*/ 101 h 101"/>
                  <a:gd name="T40" fmla="*/ 50 w 68"/>
                  <a:gd name="T41" fmla="*/ 98 h 101"/>
                  <a:gd name="T42" fmla="*/ 55 w 68"/>
                  <a:gd name="T43" fmla="*/ 95 h 101"/>
                  <a:gd name="T44" fmla="*/ 55 w 68"/>
                  <a:gd name="T45" fmla="*/ 95 h 101"/>
                  <a:gd name="T46" fmla="*/ 59 w 68"/>
                  <a:gd name="T47" fmla="*/ 90 h 101"/>
                  <a:gd name="T48" fmla="*/ 64 w 68"/>
                  <a:gd name="T49" fmla="*/ 84 h 101"/>
                  <a:gd name="T50" fmla="*/ 64 w 68"/>
                  <a:gd name="T51" fmla="*/ 84 h 101"/>
                  <a:gd name="T52" fmla="*/ 65 w 68"/>
                  <a:gd name="T53" fmla="*/ 78 h 101"/>
                  <a:gd name="T54" fmla="*/ 68 w 68"/>
                  <a:gd name="T55" fmla="*/ 70 h 101"/>
                  <a:gd name="T56" fmla="*/ 68 w 68"/>
                  <a:gd name="T57" fmla="*/ 70 h 101"/>
                  <a:gd name="T58" fmla="*/ 68 w 68"/>
                  <a:gd name="T59" fmla="*/ 56 h 101"/>
                  <a:gd name="T60" fmla="*/ 68 w 68"/>
                  <a:gd name="T61" fmla="*/ 56 h 101"/>
                  <a:gd name="T62" fmla="*/ 67 w 68"/>
                  <a:gd name="T63" fmla="*/ 39 h 101"/>
                  <a:gd name="T64" fmla="*/ 67 w 68"/>
                  <a:gd name="T65" fmla="*/ 39 h 101"/>
                  <a:gd name="T66" fmla="*/ 62 w 68"/>
                  <a:gd name="T67" fmla="*/ 26 h 101"/>
                  <a:gd name="T68" fmla="*/ 62 w 68"/>
                  <a:gd name="T69" fmla="*/ 26 h 101"/>
                  <a:gd name="T70" fmla="*/ 58 w 68"/>
                  <a:gd name="T71" fmla="*/ 20 h 101"/>
                  <a:gd name="T72" fmla="*/ 55 w 68"/>
                  <a:gd name="T73" fmla="*/ 14 h 101"/>
                  <a:gd name="T74" fmla="*/ 55 w 68"/>
                  <a:gd name="T75" fmla="*/ 14 h 101"/>
                  <a:gd name="T76" fmla="*/ 49 w 68"/>
                  <a:gd name="T77" fmla="*/ 8 h 101"/>
                  <a:gd name="T78" fmla="*/ 43 w 68"/>
                  <a:gd name="T79" fmla="*/ 4 h 101"/>
                  <a:gd name="T80" fmla="*/ 43 w 68"/>
                  <a:gd name="T81" fmla="*/ 4 h 101"/>
                  <a:gd name="T82" fmla="*/ 37 w 68"/>
                  <a:gd name="T83" fmla="*/ 1 h 101"/>
                  <a:gd name="T84" fmla="*/ 31 w 68"/>
                  <a:gd name="T85" fmla="*/ 0 h 101"/>
                  <a:gd name="T86" fmla="*/ 30 w 68"/>
                  <a:gd name="T87" fmla="*/ 0 h 101"/>
                  <a:gd name="T88" fmla="*/ 30 w 68"/>
                  <a:gd name="T89" fmla="*/ 0 h 101"/>
                  <a:gd name="T90" fmla="*/ 24 w 68"/>
                  <a:gd name="T91" fmla="*/ 1 h 101"/>
                  <a:gd name="T92" fmla="*/ 18 w 68"/>
                  <a:gd name="T93" fmla="*/ 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8" h="101">
                    <a:moveTo>
                      <a:pt x="18" y="3"/>
                    </a:moveTo>
                    <a:lnTo>
                      <a:pt x="18" y="3"/>
                    </a:lnTo>
                    <a:lnTo>
                      <a:pt x="12" y="8"/>
                    </a:lnTo>
                    <a:lnTo>
                      <a:pt x="6" y="16"/>
                    </a:lnTo>
                    <a:lnTo>
                      <a:pt x="6" y="16"/>
                    </a:lnTo>
                    <a:lnTo>
                      <a:pt x="2" y="26"/>
                    </a:lnTo>
                    <a:lnTo>
                      <a:pt x="0" y="38"/>
                    </a:lnTo>
                    <a:lnTo>
                      <a:pt x="0" y="38"/>
                    </a:lnTo>
                    <a:lnTo>
                      <a:pt x="0" y="51"/>
                    </a:lnTo>
                    <a:lnTo>
                      <a:pt x="3" y="65"/>
                    </a:lnTo>
                    <a:lnTo>
                      <a:pt x="3" y="65"/>
                    </a:lnTo>
                    <a:lnTo>
                      <a:pt x="8" y="76"/>
                    </a:lnTo>
                    <a:lnTo>
                      <a:pt x="13" y="87"/>
                    </a:lnTo>
                    <a:lnTo>
                      <a:pt x="13" y="87"/>
                    </a:lnTo>
                    <a:lnTo>
                      <a:pt x="21" y="94"/>
                    </a:lnTo>
                    <a:lnTo>
                      <a:pt x="28" y="98"/>
                    </a:lnTo>
                    <a:lnTo>
                      <a:pt x="28" y="98"/>
                    </a:lnTo>
                    <a:lnTo>
                      <a:pt x="36" y="101"/>
                    </a:lnTo>
                    <a:lnTo>
                      <a:pt x="43" y="101"/>
                    </a:lnTo>
                    <a:lnTo>
                      <a:pt x="43" y="101"/>
                    </a:lnTo>
                    <a:lnTo>
                      <a:pt x="50" y="98"/>
                    </a:lnTo>
                    <a:lnTo>
                      <a:pt x="55" y="95"/>
                    </a:lnTo>
                    <a:lnTo>
                      <a:pt x="55" y="95"/>
                    </a:lnTo>
                    <a:lnTo>
                      <a:pt x="59" y="90"/>
                    </a:lnTo>
                    <a:lnTo>
                      <a:pt x="64" y="84"/>
                    </a:lnTo>
                    <a:lnTo>
                      <a:pt x="64" y="84"/>
                    </a:lnTo>
                    <a:lnTo>
                      <a:pt x="65" y="78"/>
                    </a:lnTo>
                    <a:lnTo>
                      <a:pt x="68" y="70"/>
                    </a:lnTo>
                    <a:lnTo>
                      <a:pt x="68" y="70"/>
                    </a:lnTo>
                    <a:lnTo>
                      <a:pt x="68" y="56"/>
                    </a:lnTo>
                    <a:lnTo>
                      <a:pt x="68" y="56"/>
                    </a:lnTo>
                    <a:lnTo>
                      <a:pt x="67" y="39"/>
                    </a:lnTo>
                    <a:lnTo>
                      <a:pt x="67" y="39"/>
                    </a:lnTo>
                    <a:lnTo>
                      <a:pt x="62" y="26"/>
                    </a:lnTo>
                    <a:lnTo>
                      <a:pt x="62" y="26"/>
                    </a:lnTo>
                    <a:lnTo>
                      <a:pt x="58" y="20"/>
                    </a:lnTo>
                    <a:lnTo>
                      <a:pt x="55" y="14"/>
                    </a:lnTo>
                    <a:lnTo>
                      <a:pt x="55" y="14"/>
                    </a:lnTo>
                    <a:lnTo>
                      <a:pt x="49" y="8"/>
                    </a:lnTo>
                    <a:lnTo>
                      <a:pt x="43" y="4"/>
                    </a:lnTo>
                    <a:lnTo>
                      <a:pt x="43" y="4"/>
                    </a:lnTo>
                    <a:lnTo>
                      <a:pt x="37" y="1"/>
                    </a:lnTo>
                    <a:lnTo>
                      <a:pt x="31" y="0"/>
                    </a:lnTo>
                    <a:lnTo>
                      <a:pt x="30" y="0"/>
                    </a:lnTo>
                    <a:lnTo>
                      <a:pt x="30" y="0"/>
                    </a:lnTo>
                    <a:lnTo>
                      <a:pt x="24" y="1"/>
                    </a:lnTo>
                    <a:lnTo>
                      <a:pt x="18"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sp>
            <p:nvSpPr>
              <p:cNvPr id="20" name="Freeform 65"/>
              <p:cNvSpPr>
                <a:spLocks/>
              </p:cNvSpPr>
              <p:nvPr/>
            </p:nvSpPr>
            <p:spPr bwMode="auto">
              <a:xfrm>
                <a:off x="984252" y="2149476"/>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F15A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endParaRPr>
              </a:p>
            </p:txBody>
          </p:sp>
        </p:grpSp>
      </p:grpSp>
      <p:grpSp>
        <p:nvGrpSpPr>
          <p:cNvPr id="21" name="Group 20"/>
          <p:cNvGrpSpPr/>
          <p:nvPr/>
        </p:nvGrpSpPr>
        <p:grpSpPr>
          <a:xfrm>
            <a:off x="9024217" y="3213742"/>
            <a:ext cx="1290440" cy="1318405"/>
            <a:chOff x="5920323" y="2302554"/>
            <a:chExt cx="2180669" cy="2227927"/>
          </a:xfrm>
          <a:effectLst>
            <a:outerShdw blurRad="177800" dir="18900000" sy="23000" kx="-1200000" algn="bl" rotWithShape="0">
              <a:prstClr val="black">
                <a:alpha val="29000"/>
              </a:prstClr>
            </a:outerShdw>
          </a:effectLst>
        </p:grpSpPr>
        <p:sp>
          <p:nvSpPr>
            <p:cNvPr id="22" name="Freeform 21"/>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23" name="Freeform 22"/>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24" name="Freeform 23"/>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25" name="Freeform 24"/>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26" name="Freeform 25"/>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27" name="Freeform 26"/>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1">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28" name="Freeform 27"/>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1">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29" name="Freeform 28"/>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grpSp>
      <p:grpSp>
        <p:nvGrpSpPr>
          <p:cNvPr id="30" name="Group 29"/>
          <p:cNvGrpSpPr/>
          <p:nvPr/>
        </p:nvGrpSpPr>
        <p:grpSpPr>
          <a:xfrm>
            <a:off x="9409844" y="4398572"/>
            <a:ext cx="1290440" cy="1318405"/>
            <a:chOff x="5920323" y="2302554"/>
            <a:chExt cx="2180669" cy="2227927"/>
          </a:xfrm>
          <a:effectLst>
            <a:outerShdw blurRad="177800" dir="18900000" sy="23000" kx="-1200000" algn="bl" rotWithShape="0">
              <a:prstClr val="black">
                <a:alpha val="29000"/>
              </a:prstClr>
            </a:outerShdw>
          </a:effectLst>
        </p:grpSpPr>
        <p:sp>
          <p:nvSpPr>
            <p:cNvPr id="31" name="Freeform 30"/>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32" name="Freeform 31"/>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33" name="Freeform 32"/>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34" name="Freeform 33"/>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35" name="Freeform 34"/>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36" name="Freeform 35"/>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37" name="Freeform 36"/>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38" name="Freeform 37"/>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grpSp>
      <p:grpSp>
        <p:nvGrpSpPr>
          <p:cNvPr id="39" name="Group 38"/>
          <p:cNvGrpSpPr/>
          <p:nvPr/>
        </p:nvGrpSpPr>
        <p:grpSpPr>
          <a:xfrm>
            <a:off x="9639107" y="2459754"/>
            <a:ext cx="1290440" cy="1318405"/>
            <a:chOff x="5920323" y="2302554"/>
            <a:chExt cx="2180669" cy="2227927"/>
          </a:xfrm>
          <a:effectLst>
            <a:outerShdw blurRad="177800" dir="18900000" sy="23000" kx="-1200000" algn="bl" rotWithShape="0">
              <a:prstClr val="black">
                <a:alpha val="29000"/>
              </a:prstClr>
            </a:outerShdw>
          </a:effectLst>
        </p:grpSpPr>
        <p:sp>
          <p:nvSpPr>
            <p:cNvPr id="40" name="Freeform 39"/>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41" name="Freeform 40"/>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42" name="Freeform 41"/>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43" name="Freeform 42"/>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44" name="Freeform 43"/>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45" name="Freeform 44"/>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3">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46" name="Freeform 45"/>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3">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sp>
          <p:nvSpPr>
            <p:cNvPr id="47" name="Freeform 46"/>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endParaRPr>
            </a:p>
          </p:txBody>
        </p:sp>
      </p:grpSp>
      <p:sp>
        <p:nvSpPr>
          <p:cNvPr id="61" name="Text Placeholder 6"/>
          <p:cNvSpPr txBox="1">
            <a:spLocks/>
          </p:cNvSpPr>
          <p:nvPr/>
        </p:nvSpPr>
        <p:spPr>
          <a:xfrm>
            <a:off x="1178417" y="2380204"/>
            <a:ext cx="7777954" cy="259371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a:r>
              <a:rPr lang="ar-JO" sz="3200" b="1" dirty="0">
                <a:solidFill>
                  <a:srgbClr val="0070C0"/>
                </a:solidFill>
              </a:rPr>
              <a:t>يتطلب التعليم الإلكتروني توافر جملة من المكونات والمتطلبات المادية والتقنية، والتي يمكن تصنيفها إلى ما يلي (العتري، 2009: 54):</a:t>
            </a:r>
            <a:endParaRPr lang="en-US" sz="3200" b="1" dirty="0">
              <a:solidFill>
                <a:srgbClr val="0070C0"/>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33377150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67"/>
                                        </p:tgtEl>
                                        <p:attrNameLst>
                                          <p:attrName>style.visibility</p:attrName>
                                        </p:attrNameLst>
                                      </p:cBhvr>
                                      <p:to>
                                        <p:strVal val="visible"/>
                                      </p:to>
                                    </p:set>
                                    <p:anim calcmode="lin" valueType="num">
                                      <p:cBhvr>
                                        <p:cTn id="13" dur="500" fill="hold"/>
                                        <p:tgtEl>
                                          <p:spTgt spid="67"/>
                                        </p:tgtEl>
                                        <p:attrNameLst>
                                          <p:attrName>ppt_w</p:attrName>
                                        </p:attrNameLst>
                                      </p:cBhvr>
                                      <p:tavLst>
                                        <p:tav tm="0">
                                          <p:val>
                                            <p:fltVal val="0"/>
                                          </p:val>
                                        </p:tav>
                                        <p:tav tm="100000">
                                          <p:val>
                                            <p:strVal val="#ppt_w"/>
                                          </p:val>
                                        </p:tav>
                                      </p:tavLst>
                                    </p:anim>
                                    <p:anim calcmode="lin" valueType="num">
                                      <p:cBhvr>
                                        <p:cTn id="14" dur="500" fill="hold"/>
                                        <p:tgtEl>
                                          <p:spTgt spid="67"/>
                                        </p:tgtEl>
                                        <p:attrNameLst>
                                          <p:attrName>ppt_h</p:attrName>
                                        </p:attrNameLst>
                                      </p:cBhvr>
                                      <p:tavLst>
                                        <p:tav tm="0">
                                          <p:val>
                                            <p:fltVal val="0"/>
                                          </p:val>
                                        </p:tav>
                                        <p:tav tm="100000">
                                          <p:val>
                                            <p:strVal val="#ppt_h"/>
                                          </p:val>
                                        </p:tav>
                                      </p:tavLst>
                                    </p:anim>
                                    <p:animEffect transition="in" filter="fade">
                                      <p:cBhvr>
                                        <p:cTn id="15" dur="500"/>
                                        <p:tgtEl>
                                          <p:spTgt spid="67"/>
                                        </p:tgtEl>
                                      </p:cBhvr>
                                    </p:animEffect>
                                  </p:childTnLst>
                                </p:cTn>
                              </p:par>
                            </p:childTnLst>
                          </p:cTn>
                        </p:par>
                        <p:par>
                          <p:cTn id="16" fill="hold">
                            <p:stCondLst>
                              <p:cond delay="1000"/>
                            </p:stCondLst>
                            <p:childTnLst>
                              <p:par>
                                <p:cTn id="17" presetID="2" presetClass="entr" presetSubtype="9" fill="hold" nodeType="after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0-#ppt_w/2"/>
                                          </p:val>
                                        </p:tav>
                                        <p:tav tm="100000">
                                          <p:val>
                                            <p:strVal val="#ppt_x"/>
                                          </p:val>
                                        </p:tav>
                                      </p:tavLst>
                                    </p:anim>
                                    <p:anim calcmode="lin" valueType="num">
                                      <p:cBhvr additive="base">
                                        <p:cTn id="20" dur="500" fill="hold"/>
                                        <p:tgtEl>
                                          <p:spTgt spid="21"/>
                                        </p:tgtEl>
                                        <p:attrNameLst>
                                          <p:attrName>ppt_y</p:attrName>
                                        </p:attrNameLst>
                                      </p:cBhvr>
                                      <p:tavLst>
                                        <p:tav tm="0">
                                          <p:val>
                                            <p:strVal val="0-#ppt_h/2"/>
                                          </p:val>
                                        </p:tav>
                                        <p:tav tm="100000">
                                          <p:val>
                                            <p:strVal val="#ppt_y"/>
                                          </p:val>
                                        </p:tav>
                                      </p:tavLst>
                                    </p:anim>
                                  </p:childTnLst>
                                </p:cTn>
                              </p:par>
                            </p:childTnLst>
                          </p:cTn>
                        </p:par>
                        <p:par>
                          <p:cTn id="21" fill="hold">
                            <p:stCondLst>
                              <p:cond delay="1500"/>
                            </p:stCondLst>
                            <p:childTnLst>
                              <p:par>
                                <p:cTn id="22" presetID="2" presetClass="entr" presetSubtype="9" fill="hold" nodeType="afterEffect">
                                  <p:stCondLst>
                                    <p:cond delay="0"/>
                                  </p:stCondLst>
                                  <p:childTnLst>
                                    <p:set>
                                      <p:cBhvr>
                                        <p:cTn id="23" dur="1" fill="hold">
                                          <p:stCondLst>
                                            <p:cond delay="0"/>
                                          </p:stCondLst>
                                        </p:cTn>
                                        <p:tgtEl>
                                          <p:spTgt spid="30"/>
                                        </p:tgtEl>
                                        <p:attrNameLst>
                                          <p:attrName>style.visibility</p:attrName>
                                        </p:attrNameLst>
                                      </p:cBhvr>
                                      <p:to>
                                        <p:strVal val="visible"/>
                                      </p:to>
                                    </p:set>
                                    <p:anim calcmode="lin" valueType="num">
                                      <p:cBhvr additive="base">
                                        <p:cTn id="24" dur="500" fill="hold"/>
                                        <p:tgtEl>
                                          <p:spTgt spid="30"/>
                                        </p:tgtEl>
                                        <p:attrNameLst>
                                          <p:attrName>ppt_x</p:attrName>
                                        </p:attrNameLst>
                                      </p:cBhvr>
                                      <p:tavLst>
                                        <p:tav tm="0">
                                          <p:val>
                                            <p:strVal val="0-#ppt_w/2"/>
                                          </p:val>
                                        </p:tav>
                                        <p:tav tm="100000">
                                          <p:val>
                                            <p:strVal val="#ppt_x"/>
                                          </p:val>
                                        </p:tav>
                                      </p:tavLst>
                                    </p:anim>
                                    <p:anim calcmode="lin" valueType="num">
                                      <p:cBhvr additive="base">
                                        <p:cTn id="25" dur="500" fill="hold"/>
                                        <p:tgtEl>
                                          <p:spTgt spid="30"/>
                                        </p:tgtEl>
                                        <p:attrNameLst>
                                          <p:attrName>ppt_y</p:attrName>
                                        </p:attrNameLst>
                                      </p:cBhvr>
                                      <p:tavLst>
                                        <p:tav tm="0">
                                          <p:val>
                                            <p:strVal val="0-#ppt_h/2"/>
                                          </p:val>
                                        </p:tav>
                                        <p:tav tm="100000">
                                          <p:val>
                                            <p:strVal val="#ppt_y"/>
                                          </p:val>
                                        </p:tav>
                                      </p:tavLst>
                                    </p:anim>
                                  </p:childTnLst>
                                </p:cTn>
                              </p:par>
                            </p:childTnLst>
                          </p:cTn>
                        </p:par>
                        <p:par>
                          <p:cTn id="26" fill="hold">
                            <p:stCondLst>
                              <p:cond delay="2000"/>
                            </p:stCondLst>
                            <p:childTnLst>
                              <p:par>
                                <p:cTn id="27" presetID="2" presetClass="entr" presetSubtype="9" fill="hold"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additive="base">
                                        <p:cTn id="29" dur="500" fill="hold"/>
                                        <p:tgtEl>
                                          <p:spTgt spid="39"/>
                                        </p:tgtEl>
                                        <p:attrNameLst>
                                          <p:attrName>ppt_x</p:attrName>
                                        </p:attrNameLst>
                                      </p:cBhvr>
                                      <p:tavLst>
                                        <p:tav tm="0">
                                          <p:val>
                                            <p:strVal val="0-#ppt_w/2"/>
                                          </p:val>
                                        </p:tav>
                                        <p:tav tm="100000">
                                          <p:val>
                                            <p:strVal val="#ppt_x"/>
                                          </p:val>
                                        </p:tav>
                                      </p:tavLst>
                                    </p:anim>
                                    <p:anim calcmode="lin" valueType="num">
                                      <p:cBhvr additive="base">
                                        <p:cTn id="30" dur="500" fill="hold"/>
                                        <p:tgtEl>
                                          <p:spTgt spid="39"/>
                                        </p:tgtEl>
                                        <p:attrNameLst>
                                          <p:attrName>ppt_y</p:attrName>
                                        </p:attrNameLst>
                                      </p:cBhvr>
                                      <p:tavLst>
                                        <p:tav tm="0">
                                          <p:val>
                                            <p:strVal val="0-#ppt_h/2"/>
                                          </p:val>
                                        </p:tav>
                                        <p:tav tm="100000">
                                          <p:val>
                                            <p:strVal val="#ppt_y"/>
                                          </p:val>
                                        </p:tav>
                                      </p:tavLst>
                                    </p:anim>
                                  </p:childTnLst>
                                </p:cTn>
                              </p:par>
                            </p:childTnLst>
                          </p:cTn>
                        </p:par>
                        <p:par>
                          <p:cTn id="31" fill="hold">
                            <p:stCondLst>
                              <p:cond delay="2500"/>
                            </p:stCondLst>
                            <p:childTnLst>
                              <p:par>
                                <p:cTn id="32" presetID="10" presetClass="entr" presetSubtype="0" fill="hold" grpId="0" nodeType="afterEffect">
                                  <p:stCondLst>
                                    <p:cond delay="0"/>
                                  </p:stCondLst>
                                  <p:childTnLst>
                                    <p:set>
                                      <p:cBhvr>
                                        <p:cTn id="33" dur="1" fill="hold">
                                          <p:stCondLst>
                                            <p:cond delay="0"/>
                                          </p:stCondLst>
                                        </p:cTn>
                                        <p:tgtEl>
                                          <p:spTgt spid="61"/>
                                        </p:tgtEl>
                                        <p:attrNameLst>
                                          <p:attrName>style.visibility</p:attrName>
                                        </p:attrNameLst>
                                      </p:cBhvr>
                                      <p:to>
                                        <p:strVal val="visible"/>
                                      </p:to>
                                    </p:set>
                                    <p:animEffect transition="in" filter="fade">
                                      <p:cBhvr>
                                        <p:cTn id="34"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rc 32"/>
          <p:cNvSpPr/>
          <p:nvPr/>
        </p:nvSpPr>
        <p:spPr>
          <a:xfrm rot="978750">
            <a:off x="6989436" y="477263"/>
            <a:ext cx="2420101" cy="2467492"/>
          </a:xfrm>
          <a:prstGeom prst="arc">
            <a:avLst>
              <a:gd name="adj1" fmla="val 10260430"/>
              <a:gd name="adj2" fmla="val 20552529"/>
            </a:avLst>
          </a:prstGeom>
          <a:ln w="28575">
            <a:solidFill>
              <a:schemeClr val="accent4"/>
            </a:solidFill>
            <a:headEnd type="none"/>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dirty="0">
              <a:solidFill>
                <a:prstClr val="black"/>
              </a:solidFill>
            </a:endParaRPr>
          </a:p>
        </p:txBody>
      </p:sp>
      <p:sp>
        <p:nvSpPr>
          <p:cNvPr id="34" name="Arc 33"/>
          <p:cNvSpPr/>
          <p:nvPr/>
        </p:nvSpPr>
        <p:spPr>
          <a:xfrm rot="21031606" flipV="1">
            <a:off x="3225557" y="3536385"/>
            <a:ext cx="3090710" cy="2858455"/>
          </a:xfrm>
          <a:prstGeom prst="arc">
            <a:avLst>
              <a:gd name="adj1" fmla="val 11192536"/>
              <a:gd name="adj2" fmla="val 21179245"/>
            </a:avLst>
          </a:prstGeom>
          <a:ln w="28575">
            <a:headEnd type="none"/>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n-US" dirty="0">
              <a:solidFill>
                <a:prstClr val="black"/>
              </a:solidFill>
            </a:endParaRPr>
          </a:p>
        </p:txBody>
      </p:sp>
      <p:grpSp>
        <p:nvGrpSpPr>
          <p:cNvPr id="3" name="Group 2"/>
          <p:cNvGrpSpPr/>
          <p:nvPr/>
        </p:nvGrpSpPr>
        <p:grpSpPr>
          <a:xfrm>
            <a:off x="590354" y="2012208"/>
            <a:ext cx="3484907" cy="3180962"/>
            <a:chOff x="1561121" y="2574129"/>
            <a:chExt cx="2782202" cy="2249044"/>
          </a:xfrm>
        </p:grpSpPr>
        <p:sp>
          <p:nvSpPr>
            <p:cNvPr id="25" name="Rounded Rectangle 24"/>
            <p:cNvSpPr/>
            <p:nvPr/>
          </p:nvSpPr>
          <p:spPr>
            <a:xfrm>
              <a:off x="1561121" y="2574129"/>
              <a:ext cx="2782202" cy="1927882"/>
            </a:xfrm>
            <a:prstGeom prst="roundRect">
              <a:avLst>
                <a:gd name="adj" fmla="val 7971"/>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Rounded Rectangle 29"/>
            <p:cNvSpPr/>
            <p:nvPr/>
          </p:nvSpPr>
          <p:spPr>
            <a:xfrm>
              <a:off x="2148899" y="4297574"/>
              <a:ext cx="1639279" cy="474367"/>
            </a:xfrm>
            <a:prstGeom prst="roundRect">
              <a:avLst>
                <a:gd name="adj" fmla="val 1299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TextBox 34"/>
            <p:cNvSpPr txBox="1"/>
            <p:nvPr/>
          </p:nvSpPr>
          <p:spPr>
            <a:xfrm>
              <a:off x="1655705" y="2590739"/>
              <a:ext cx="2625668" cy="1610285"/>
            </a:xfrm>
            <a:prstGeom prst="rect">
              <a:avLst/>
            </a:prstGeom>
            <a:noFill/>
            <a:ln>
              <a:noFill/>
            </a:ln>
          </p:spPr>
          <p:txBody>
            <a:bodyPr wrap="square" lIns="121899" tIns="60950" rIns="121899" bIns="60950" rtlCol="0">
              <a:spAutoFit/>
            </a:bodyPr>
            <a:lstStyle/>
            <a:p>
              <a:pPr algn="ctr" fontAlgn="auto">
                <a:spcBef>
                  <a:spcPts val="0"/>
                </a:spcBef>
                <a:spcAft>
                  <a:spcPts val="0"/>
                </a:spcAft>
              </a:pPr>
              <a:r>
                <a:rPr lang="ar-SA" sz="2800" b="1" dirty="0"/>
                <a:t>وهي برامج لتأليف ودمج محتويات المقرر الإلكتروني، مثل: محرر الوسائط، وبرنامج فرونت بيج </a:t>
              </a:r>
              <a:endParaRPr lang="en-US" sz="2800" b="1" dirty="0">
                <a:solidFill>
                  <a:prstClr val="white">
                    <a:lumMod val="65000"/>
                  </a:prstClr>
                </a:solidFill>
                <a:latin typeface="Calibri Light" panose="020F0302020204030204"/>
              </a:endParaRPr>
            </a:p>
          </p:txBody>
        </p:sp>
        <p:sp>
          <p:nvSpPr>
            <p:cNvPr id="40" name="Rectangle 39"/>
            <p:cNvSpPr/>
            <p:nvPr/>
          </p:nvSpPr>
          <p:spPr>
            <a:xfrm>
              <a:off x="2106310" y="4361508"/>
              <a:ext cx="1639279" cy="461665"/>
            </a:xfrm>
            <a:prstGeom prst="rect">
              <a:avLst/>
            </a:prstGeom>
            <a:ln>
              <a:noFill/>
            </a:ln>
          </p:spPr>
          <p:txBody>
            <a:bodyPr wrap="square">
              <a:spAutoFit/>
            </a:bodyPr>
            <a:lstStyle/>
            <a:p>
              <a:pPr algn="ctr" fontAlgn="auto">
                <a:spcBef>
                  <a:spcPts val="0"/>
                </a:spcBef>
                <a:spcAft>
                  <a:spcPts val="0"/>
                </a:spcAft>
              </a:pPr>
              <a:r>
                <a:rPr lang="ar-SA" sz="2400" b="1" dirty="0">
                  <a:solidFill>
                    <a:schemeClr val="bg1"/>
                  </a:solidFill>
                </a:rPr>
                <a:t>تقنيات الإنتاج</a:t>
              </a:r>
              <a:endParaRPr lang="en-US" sz="2400" b="1" dirty="0">
                <a:solidFill>
                  <a:schemeClr val="bg1"/>
                </a:solidFill>
                <a:latin typeface="Lato Light"/>
                <a:cs typeface="Lato Light"/>
              </a:endParaRPr>
            </a:p>
          </p:txBody>
        </p:sp>
      </p:grpSp>
      <p:grpSp>
        <p:nvGrpSpPr>
          <p:cNvPr id="4" name="Group 3"/>
          <p:cNvGrpSpPr/>
          <p:nvPr/>
        </p:nvGrpSpPr>
        <p:grpSpPr>
          <a:xfrm>
            <a:off x="4428002" y="1662227"/>
            <a:ext cx="3484907" cy="3076266"/>
            <a:chOff x="4573436" y="2326990"/>
            <a:chExt cx="2782202" cy="2175021"/>
          </a:xfrm>
        </p:grpSpPr>
        <p:sp>
          <p:nvSpPr>
            <p:cNvPr id="28" name="Rounded Rectangle 27"/>
            <p:cNvSpPr/>
            <p:nvPr/>
          </p:nvSpPr>
          <p:spPr>
            <a:xfrm>
              <a:off x="4573436" y="2574129"/>
              <a:ext cx="2782202" cy="1927882"/>
            </a:xfrm>
            <a:prstGeom prst="roundRect">
              <a:avLst>
                <a:gd name="adj" fmla="val 7971"/>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1" name="Rounded Rectangle 30"/>
            <p:cNvSpPr/>
            <p:nvPr/>
          </p:nvSpPr>
          <p:spPr>
            <a:xfrm>
              <a:off x="5171488" y="2326990"/>
              <a:ext cx="1639279" cy="474367"/>
            </a:xfrm>
            <a:prstGeom prst="roundRect">
              <a:avLst>
                <a:gd name="adj" fmla="val 1299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6" name="TextBox 35"/>
            <p:cNvSpPr txBox="1"/>
            <p:nvPr/>
          </p:nvSpPr>
          <p:spPr>
            <a:xfrm>
              <a:off x="4651702" y="3118722"/>
              <a:ext cx="2625668" cy="696332"/>
            </a:xfrm>
            <a:prstGeom prst="rect">
              <a:avLst/>
            </a:prstGeom>
            <a:noFill/>
            <a:ln>
              <a:noFill/>
            </a:ln>
          </p:spPr>
          <p:txBody>
            <a:bodyPr wrap="square" lIns="121899" tIns="60950" rIns="121899" bIns="60950" rtlCol="0">
              <a:spAutoFit/>
            </a:bodyPr>
            <a:lstStyle/>
            <a:p>
              <a:pPr algn="ctr" fontAlgn="auto">
                <a:spcBef>
                  <a:spcPts val="0"/>
                </a:spcBef>
                <a:spcAft>
                  <a:spcPts val="0"/>
                </a:spcAft>
              </a:pPr>
              <a:r>
                <a:rPr lang="ar-SA" sz="2800" b="1" dirty="0"/>
                <a:t>وهي برامج لتوصيل مواد التعلم للمتعلمين</a:t>
              </a:r>
              <a:endParaRPr lang="en-US" sz="2800" b="1" dirty="0">
                <a:solidFill>
                  <a:prstClr val="white">
                    <a:lumMod val="65000"/>
                  </a:prstClr>
                </a:solidFill>
                <a:latin typeface="Calibri Light" panose="020F0302020204030204"/>
              </a:endParaRPr>
            </a:p>
          </p:txBody>
        </p:sp>
        <p:sp>
          <p:nvSpPr>
            <p:cNvPr id="41" name="Rectangle 40"/>
            <p:cNvSpPr/>
            <p:nvPr/>
          </p:nvSpPr>
          <p:spPr>
            <a:xfrm>
              <a:off x="5157341" y="2356069"/>
              <a:ext cx="1639279" cy="369934"/>
            </a:xfrm>
            <a:prstGeom prst="rect">
              <a:avLst/>
            </a:prstGeom>
            <a:ln>
              <a:noFill/>
            </a:ln>
          </p:spPr>
          <p:txBody>
            <a:bodyPr wrap="square">
              <a:spAutoFit/>
            </a:bodyPr>
            <a:lstStyle/>
            <a:p>
              <a:pPr algn="ctr" fontAlgn="auto">
                <a:spcBef>
                  <a:spcPts val="0"/>
                </a:spcBef>
                <a:spcAft>
                  <a:spcPts val="0"/>
                </a:spcAft>
              </a:pPr>
              <a:r>
                <a:rPr lang="ar-SA" sz="2800" b="1" dirty="0">
                  <a:solidFill>
                    <a:schemeClr val="bg1"/>
                  </a:solidFill>
                </a:rPr>
                <a:t>تقنيات التوصيل</a:t>
              </a:r>
              <a:endParaRPr lang="en-US" sz="2800" b="1" dirty="0">
                <a:solidFill>
                  <a:schemeClr val="bg1"/>
                </a:solidFill>
                <a:latin typeface="Lato Light"/>
                <a:cs typeface="Lato Light"/>
              </a:endParaRPr>
            </a:p>
          </p:txBody>
        </p:sp>
      </p:grpSp>
      <p:grpSp>
        <p:nvGrpSpPr>
          <p:cNvPr id="23" name="Group 22"/>
          <p:cNvGrpSpPr/>
          <p:nvPr/>
        </p:nvGrpSpPr>
        <p:grpSpPr>
          <a:xfrm>
            <a:off x="8062487" y="1989243"/>
            <a:ext cx="3484907" cy="3103393"/>
            <a:chOff x="7585751" y="2574129"/>
            <a:chExt cx="2782202" cy="2194200"/>
          </a:xfrm>
        </p:grpSpPr>
        <p:sp>
          <p:nvSpPr>
            <p:cNvPr id="29" name="Rounded Rectangle 28"/>
            <p:cNvSpPr/>
            <p:nvPr/>
          </p:nvSpPr>
          <p:spPr>
            <a:xfrm>
              <a:off x="7585751" y="2574129"/>
              <a:ext cx="2782202" cy="1927882"/>
            </a:xfrm>
            <a:prstGeom prst="roundRect">
              <a:avLst>
                <a:gd name="adj" fmla="val 7971"/>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2" name="Rounded Rectangle 31"/>
            <p:cNvSpPr/>
            <p:nvPr/>
          </p:nvSpPr>
          <p:spPr>
            <a:xfrm>
              <a:off x="8295477" y="4293962"/>
              <a:ext cx="1639279" cy="474367"/>
            </a:xfrm>
            <a:prstGeom prst="roundRect">
              <a:avLst>
                <a:gd name="adj" fmla="val 12991"/>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8" name="TextBox 37"/>
            <p:cNvSpPr txBox="1"/>
            <p:nvPr/>
          </p:nvSpPr>
          <p:spPr>
            <a:xfrm>
              <a:off x="7667642" y="2783934"/>
              <a:ext cx="2625668" cy="1305634"/>
            </a:xfrm>
            <a:prstGeom prst="rect">
              <a:avLst/>
            </a:prstGeom>
            <a:noFill/>
            <a:ln>
              <a:noFill/>
            </a:ln>
          </p:spPr>
          <p:txBody>
            <a:bodyPr wrap="square" lIns="121899" tIns="60950" rIns="121899" bIns="60950" rtlCol="0">
              <a:spAutoFit/>
            </a:bodyPr>
            <a:lstStyle/>
            <a:p>
              <a:pPr algn="ctr" fontAlgn="auto">
                <a:spcBef>
                  <a:spcPts val="0"/>
                </a:spcBef>
                <a:spcAft>
                  <a:spcPts val="0"/>
                </a:spcAft>
              </a:pPr>
              <a:r>
                <a:rPr lang="ar-SA" sz="2800" b="1" dirty="0"/>
                <a:t>وهي برامج تمكن المتعلمين من عرض محتويات المقرر أيًا كانت صيغة ذلك المحتوى</a:t>
              </a:r>
              <a:endParaRPr lang="en-US" sz="2800" b="1" dirty="0">
                <a:latin typeface="Calibri Light" panose="020F0302020204030204"/>
              </a:endParaRPr>
            </a:p>
          </p:txBody>
        </p:sp>
        <p:sp>
          <p:nvSpPr>
            <p:cNvPr id="42" name="Rectangle 41"/>
            <p:cNvSpPr/>
            <p:nvPr/>
          </p:nvSpPr>
          <p:spPr>
            <a:xfrm>
              <a:off x="8295477" y="4343551"/>
              <a:ext cx="1639279" cy="369934"/>
            </a:xfrm>
            <a:prstGeom prst="rect">
              <a:avLst/>
            </a:prstGeom>
            <a:ln>
              <a:noFill/>
            </a:ln>
          </p:spPr>
          <p:txBody>
            <a:bodyPr wrap="square">
              <a:spAutoFit/>
            </a:bodyPr>
            <a:lstStyle/>
            <a:p>
              <a:pPr algn="ctr" fontAlgn="auto">
                <a:spcBef>
                  <a:spcPts val="0"/>
                </a:spcBef>
                <a:spcAft>
                  <a:spcPts val="0"/>
                </a:spcAft>
              </a:pPr>
              <a:r>
                <a:rPr lang="ar-SA" sz="2800" b="1" dirty="0">
                  <a:solidFill>
                    <a:schemeClr val="bg1"/>
                  </a:solidFill>
                </a:rPr>
                <a:t>تقنيات الوصول </a:t>
              </a:r>
              <a:endParaRPr lang="en-US" sz="2800" b="1" dirty="0">
                <a:solidFill>
                  <a:schemeClr val="bg1"/>
                </a:solidFill>
                <a:latin typeface="Lato Light"/>
                <a:cs typeface="Lato Light"/>
              </a:endParaRPr>
            </a:p>
          </p:txBody>
        </p:sp>
      </p:grpSp>
      <p:sp>
        <p:nvSpPr>
          <p:cNvPr id="2" name="Footer Placeholder 1"/>
          <p:cNvSpPr>
            <a:spLocks noGrp="1"/>
          </p:cNvSpPr>
          <p:nvPr>
            <p:ph type="ftr" sz="quarter" idx="11"/>
          </p:nvPr>
        </p:nvSpPr>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32546580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4"/>
                                        </p:tgtEl>
                                        <p:attrNameLst>
                                          <p:attrName>style.visibility</p:attrName>
                                        </p:attrNameLst>
                                      </p:cBhvr>
                                      <p:to>
                                        <p:strVal val="visible"/>
                                      </p:to>
                                    </p:set>
                                    <p:animEffect transition="in" filter="fade">
                                      <p:cBhvr>
                                        <p:cTn id="11" dur="500"/>
                                        <p:tgtEl>
                                          <p:spTgt spid="34"/>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Group 66"/>
          <p:cNvGrpSpPr/>
          <p:nvPr/>
        </p:nvGrpSpPr>
        <p:grpSpPr>
          <a:xfrm>
            <a:off x="-93857" y="3269361"/>
            <a:ext cx="3830701" cy="3572472"/>
            <a:chOff x="889089" y="1802237"/>
            <a:chExt cx="3349536" cy="3253526"/>
          </a:xfrm>
        </p:grpSpPr>
        <p:grpSp>
          <p:nvGrpSpPr>
            <p:cNvPr id="68" name="Group 67"/>
            <p:cNvGrpSpPr/>
            <p:nvPr/>
          </p:nvGrpSpPr>
          <p:grpSpPr>
            <a:xfrm>
              <a:off x="1296966" y="1802237"/>
              <a:ext cx="2941659" cy="3253526"/>
              <a:chOff x="2112874" y="981610"/>
              <a:chExt cx="3782565" cy="4183583"/>
            </a:xfrm>
          </p:grpSpPr>
          <p:sp>
            <p:nvSpPr>
              <p:cNvPr id="76" name="Freeform 75"/>
              <p:cNvSpPr>
                <a:spLocks/>
              </p:cNvSpPr>
              <p:nvPr/>
            </p:nvSpPr>
            <p:spPr bwMode="auto">
              <a:xfrm>
                <a:off x="2112874" y="4910491"/>
                <a:ext cx="682813" cy="254702"/>
              </a:xfrm>
              <a:custGeom>
                <a:avLst/>
                <a:gdLst>
                  <a:gd name="T0" fmla="*/ 46 w 53"/>
                  <a:gd name="T1" fmla="*/ 0 h 20"/>
                  <a:gd name="T2" fmla="*/ 38 w 53"/>
                  <a:gd name="T3" fmla="*/ 2 h 20"/>
                  <a:gd name="T4" fmla="*/ 37 w 53"/>
                  <a:gd name="T5" fmla="*/ 4 h 20"/>
                  <a:gd name="T6" fmla="*/ 34 w 53"/>
                  <a:gd name="T7" fmla="*/ 7 h 20"/>
                  <a:gd name="T8" fmla="*/ 3 w 53"/>
                  <a:gd name="T9" fmla="*/ 17 h 20"/>
                  <a:gd name="T10" fmla="*/ 0 w 53"/>
                  <a:gd name="T11" fmla="*/ 20 h 20"/>
                  <a:gd name="T12" fmla="*/ 0 w 53"/>
                  <a:gd name="T13" fmla="*/ 20 h 20"/>
                  <a:gd name="T14" fmla="*/ 51 w 53"/>
                  <a:gd name="T15" fmla="*/ 20 h 20"/>
                  <a:gd name="T16" fmla="*/ 51 w 53"/>
                  <a:gd name="T17" fmla="*/ 13 h 20"/>
                  <a:gd name="T18" fmla="*/ 48 w 53"/>
                  <a:gd name="T19" fmla="*/ 4 h 20"/>
                  <a:gd name="T20" fmla="*/ 49 w 53"/>
                  <a:gd name="T21" fmla="*/ 4 h 20"/>
                  <a:gd name="T22" fmla="*/ 49 w 53"/>
                  <a:gd name="T23" fmla="*/ 2 h 20"/>
                  <a:gd name="T24" fmla="*/ 46 w 53"/>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20">
                    <a:moveTo>
                      <a:pt x="46" y="0"/>
                    </a:moveTo>
                    <a:cubicBezTo>
                      <a:pt x="43" y="0"/>
                      <a:pt x="38" y="2"/>
                      <a:pt x="38" y="2"/>
                    </a:cubicBezTo>
                    <a:cubicBezTo>
                      <a:pt x="38" y="2"/>
                      <a:pt x="39" y="3"/>
                      <a:pt x="37" y="4"/>
                    </a:cubicBezTo>
                    <a:cubicBezTo>
                      <a:pt x="37" y="5"/>
                      <a:pt x="37" y="6"/>
                      <a:pt x="34" y="7"/>
                    </a:cubicBezTo>
                    <a:cubicBezTo>
                      <a:pt x="3" y="17"/>
                      <a:pt x="3" y="17"/>
                      <a:pt x="3" y="17"/>
                    </a:cubicBezTo>
                    <a:cubicBezTo>
                      <a:pt x="3" y="17"/>
                      <a:pt x="1" y="18"/>
                      <a:pt x="0" y="20"/>
                    </a:cubicBezTo>
                    <a:cubicBezTo>
                      <a:pt x="0" y="20"/>
                      <a:pt x="0" y="20"/>
                      <a:pt x="0" y="20"/>
                    </a:cubicBezTo>
                    <a:cubicBezTo>
                      <a:pt x="51" y="20"/>
                      <a:pt x="51" y="20"/>
                      <a:pt x="51" y="20"/>
                    </a:cubicBezTo>
                    <a:cubicBezTo>
                      <a:pt x="52" y="18"/>
                      <a:pt x="53" y="13"/>
                      <a:pt x="51" y="13"/>
                    </a:cubicBezTo>
                    <a:cubicBezTo>
                      <a:pt x="51" y="13"/>
                      <a:pt x="48" y="7"/>
                      <a:pt x="48" y="4"/>
                    </a:cubicBezTo>
                    <a:cubicBezTo>
                      <a:pt x="49" y="4"/>
                      <a:pt x="49" y="4"/>
                      <a:pt x="49" y="4"/>
                    </a:cubicBezTo>
                    <a:cubicBezTo>
                      <a:pt x="49" y="3"/>
                      <a:pt x="49" y="2"/>
                      <a:pt x="49" y="2"/>
                    </a:cubicBezTo>
                    <a:cubicBezTo>
                      <a:pt x="49" y="1"/>
                      <a:pt x="48" y="0"/>
                      <a:pt x="46" y="0"/>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77" name="Freeform 76"/>
              <p:cNvSpPr>
                <a:spLocks/>
              </p:cNvSpPr>
              <p:nvPr/>
            </p:nvSpPr>
            <p:spPr bwMode="auto">
              <a:xfrm>
                <a:off x="3321342" y="4910491"/>
                <a:ext cx="666557" cy="254702"/>
              </a:xfrm>
              <a:custGeom>
                <a:avLst/>
                <a:gdLst>
                  <a:gd name="T0" fmla="*/ 7 w 52"/>
                  <a:gd name="T1" fmla="*/ 0 h 20"/>
                  <a:gd name="T2" fmla="*/ 4 w 52"/>
                  <a:gd name="T3" fmla="*/ 2 h 20"/>
                  <a:gd name="T4" fmla="*/ 2 w 52"/>
                  <a:gd name="T5" fmla="*/ 11 h 20"/>
                  <a:gd name="T6" fmla="*/ 2 w 52"/>
                  <a:gd name="T7" fmla="*/ 11 h 20"/>
                  <a:gd name="T8" fmla="*/ 1 w 52"/>
                  <a:gd name="T9" fmla="*/ 13 h 20"/>
                  <a:gd name="T10" fmla="*/ 0 w 52"/>
                  <a:gd name="T11" fmla="*/ 13 h 20"/>
                  <a:gd name="T12" fmla="*/ 2 w 52"/>
                  <a:gd name="T13" fmla="*/ 20 h 20"/>
                  <a:gd name="T14" fmla="*/ 52 w 52"/>
                  <a:gd name="T15" fmla="*/ 20 h 20"/>
                  <a:gd name="T16" fmla="*/ 49 w 52"/>
                  <a:gd name="T17" fmla="*/ 17 h 20"/>
                  <a:gd name="T18" fmla="*/ 17 w 52"/>
                  <a:gd name="T19" fmla="*/ 7 h 20"/>
                  <a:gd name="T20" fmla="*/ 14 w 52"/>
                  <a:gd name="T21" fmla="*/ 4 h 20"/>
                  <a:gd name="T22" fmla="*/ 15 w 52"/>
                  <a:gd name="T23" fmla="*/ 4 h 20"/>
                  <a:gd name="T24" fmla="*/ 15 w 52"/>
                  <a:gd name="T25" fmla="*/ 2 h 20"/>
                  <a:gd name="T26" fmla="*/ 7 w 52"/>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20">
                    <a:moveTo>
                      <a:pt x="7" y="0"/>
                    </a:moveTo>
                    <a:cubicBezTo>
                      <a:pt x="5" y="0"/>
                      <a:pt x="4" y="1"/>
                      <a:pt x="4" y="2"/>
                    </a:cubicBezTo>
                    <a:cubicBezTo>
                      <a:pt x="5" y="5"/>
                      <a:pt x="2" y="11"/>
                      <a:pt x="2" y="11"/>
                    </a:cubicBezTo>
                    <a:cubicBezTo>
                      <a:pt x="2" y="11"/>
                      <a:pt x="2" y="11"/>
                      <a:pt x="2" y="11"/>
                    </a:cubicBezTo>
                    <a:cubicBezTo>
                      <a:pt x="1" y="12"/>
                      <a:pt x="1" y="13"/>
                      <a:pt x="1" y="13"/>
                    </a:cubicBezTo>
                    <a:cubicBezTo>
                      <a:pt x="1" y="13"/>
                      <a:pt x="0" y="13"/>
                      <a:pt x="0" y="13"/>
                    </a:cubicBezTo>
                    <a:cubicBezTo>
                      <a:pt x="0" y="16"/>
                      <a:pt x="2" y="20"/>
                      <a:pt x="2" y="20"/>
                    </a:cubicBezTo>
                    <a:cubicBezTo>
                      <a:pt x="52" y="20"/>
                      <a:pt x="52" y="20"/>
                      <a:pt x="52" y="20"/>
                    </a:cubicBezTo>
                    <a:cubicBezTo>
                      <a:pt x="51" y="19"/>
                      <a:pt x="49" y="17"/>
                      <a:pt x="49" y="17"/>
                    </a:cubicBezTo>
                    <a:cubicBezTo>
                      <a:pt x="17" y="7"/>
                      <a:pt x="17" y="7"/>
                      <a:pt x="17" y="7"/>
                    </a:cubicBezTo>
                    <a:cubicBezTo>
                      <a:pt x="14" y="6"/>
                      <a:pt x="14" y="4"/>
                      <a:pt x="14" y="4"/>
                    </a:cubicBezTo>
                    <a:cubicBezTo>
                      <a:pt x="15" y="4"/>
                      <a:pt x="15" y="4"/>
                      <a:pt x="15" y="4"/>
                    </a:cubicBezTo>
                    <a:cubicBezTo>
                      <a:pt x="15" y="3"/>
                      <a:pt x="15" y="2"/>
                      <a:pt x="15" y="2"/>
                    </a:cubicBezTo>
                    <a:cubicBezTo>
                      <a:pt x="15" y="2"/>
                      <a:pt x="10" y="0"/>
                      <a:pt x="7" y="0"/>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78" name="Freeform 77"/>
              <p:cNvSpPr>
                <a:spLocks/>
              </p:cNvSpPr>
              <p:nvPr/>
            </p:nvSpPr>
            <p:spPr bwMode="auto">
              <a:xfrm>
                <a:off x="2562661" y="3691184"/>
                <a:ext cx="395600" cy="1240987"/>
              </a:xfrm>
              <a:custGeom>
                <a:avLst/>
                <a:gdLst>
                  <a:gd name="T0" fmla="*/ 38 w 73"/>
                  <a:gd name="T1" fmla="*/ 0 h 229"/>
                  <a:gd name="T2" fmla="*/ 0 w 73"/>
                  <a:gd name="T3" fmla="*/ 229 h 229"/>
                  <a:gd name="T4" fmla="*/ 45 w 73"/>
                  <a:gd name="T5" fmla="*/ 229 h 229"/>
                  <a:gd name="T6" fmla="*/ 73 w 73"/>
                  <a:gd name="T7" fmla="*/ 0 h 229"/>
                  <a:gd name="T8" fmla="*/ 38 w 73"/>
                  <a:gd name="T9" fmla="*/ 0 h 229"/>
                </a:gdLst>
                <a:ahLst/>
                <a:cxnLst>
                  <a:cxn ang="0">
                    <a:pos x="T0" y="T1"/>
                  </a:cxn>
                  <a:cxn ang="0">
                    <a:pos x="T2" y="T3"/>
                  </a:cxn>
                  <a:cxn ang="0">
                    <a:pos x="T4" y="T5"/>
                  </a:cxn>
                  <a:cxn ang="0">
                    <a:pos x="T6" y="T7"/>
                  </a:cxn>
                  <a:cxn ang="0">
                    <a:pos x="T8" y="T9"/>
                  </a:cxn>
                </a:cxnLst>
                <a:rect l="0" t="0" r="r" b="b"/>
                <a:pathLst>
                  <a:path w="73" h="229">
                    <a:moveTo>
                      <a:pt x="38" y="0"/>
                    </a:moveTo>
                    <a:lnTo>
                      <a:pt x="0" y="229"/>
                    </a:lnTo>
                    <a:lnTo>
                      <a:pt x="45" y="229"/>
                    </a:lnTo>
                    <a:lnTo>
                      <a:pt x="73" y="0"/>
                    </a:lnTo>
                    <a:lnTo>
                      <a:pt x="38" y="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79" name="Freeform 78"/>
              <p:cNvSpPr>
                <a:spLocks/>
              </p:cNvSpPr>
              <p:nvPr/>
            </p:nvSpPr>
            <p:spPr bwMode="auto">
              <a:xfrm>
                <a:off x="3180444" y="3691184"/>
                <a:ext cx="395600" cy="1240987"/>
              </a:xfrm>
              <a:custGeom>
                <a:avLst/>
                <a:gdLst>
                  <a:gd name="T0" fmla="*/ 35 w 73"/>
                  <a:gd name="T1" fmla="*/ 0 h 229"/>
                  <a:gd name="T2" fmla="*/ 73 w 73"/>
                  <a:gd name="T3" fmla="*/ 229 h 229"/>
                  <a:gd name="T4" fmla="*/ 28 w 73"/>
                  <a:gd name="T5" fmla="*/ 229 h 229"/>
                  <a:gd name="T6" fmla="*/ 0 w 73"/>
                  <a:gd name="T7" fmla="*/ 0 h 229"/>
                  <a:gd name="T8" fmla="*/ 35 w 73"/>
                  <a:gd name="T9" fmla="*/ 0 h 229"/>
                </a:gdLst>
                <a:ahLst/>
                <a:cxnLst>
                  <a:cxn ang="0">
                    <a:pos x="T0" y="T1"/>
                  </a:cxn>
                  <a:cxn ang="0">
                    <a:pos x="T2" y="T3"/>
                  </a:cxn>
                  <a:cxn ang="0">
                    <a:pos x="T4" y="T5"/>
                  </a:cxn>
                  <a:cxn ang="0">
                    <a:pos x="T6" y="T7"/>
                  </a:cxn>
                  <a:cxn ang="0">
                    <a:pos x="T8" y="T9"/>
                  </a:cxn>
                </a:cxnLst>
                <a:rect l="0" t="0" r="r" b="b"/>
                <a:pathLst>
                  <a:path w="73" h="229">
                    <a:moveTo>
                      <a:pt x="35" y="0"/>
                    </a:moveTo>
                    <a:lnTo>
                      <a:pt x="73" y="229"/>
                    </a:lnTo>
                    <a:lnTo>
                      <a:pt x="28" y="229"/>
                    </a:lnTo>
                    <a:lnTo>
                      <a:pt x="0" y="0"/>
                    </a:lnTo>
                    <a:lnTo>
                      <a:pt x="35" y="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0" name="Freeform 79"/>
              <p:cNvSpPr>
                <a:spLocks/>
              </p:cNvSpPr>
              <p:nvPr/>
            </p:nvSpPr>
            <p:spPr bwMode="auto">
              <a:xfrm>
                <a:off x="2329640" y="1225470"/>
                <a:ext cx="1479429" cy="1642004"/>
              </a:xfrm>
              <a:custGeom>
                <a:avLst/>
                <a:gdLst>
                  <a:gd name="T0" fmla="*/ 115 w 115"/>
                  <a:gd name="T1" fmla="*/ 57 h 127"/>
                  <a:gd name="T2" fmla="*/ 58 w 115"/>
                  <a:gd name="T3" fmla="*/ 0 h 127"/>
                  <a:gd name="T4" fmla="*/ 0 w 115"/>
                  <a:gd name="T5" fmla="*/ 57 h 127"/>
                  <a:gd name="T6" fmla="*/ 0 w 115"/>
                  <a:gd name="T7" fmla="*/ 95 h 127"/>
                  <a:gd name="T8" fmla="*/ 115 w 115"/>
                  <a:gd name="T9" fmla="*/ 95 h 127"/>
                  <a:gd name="T10" fmla="*/ 115 w 115"/>
                  <a:gd name="T11" fmla="*/ 57 h 127"/>
                </a:gdLst>
                <a:ahLst/>
                <a:cxnLst>
                  <a:cxn ang="0">
                    <a:pos x="T0" y="T1"/>
                  </a:cxn>
                  <a:cxn ang="0">
                    <a:pos x="T2" y="T3"/>
                  </a:cxn>
                  <a:cxn ang="0">
                    <a:pos x="T4" y="T5"/>
                  </a:cxn>
                  <a:cxn ang="0">
                    <a:pos x="T6" y="T7"/>
                  </a:cxn>
                  <a:cxn ang="0">
                    <a:pos x="T8" y="T9"/>
                  </a:cxn>
                  <a:cxn ang="0">
                    <a:pos x="T10" y="T11"/>
                  </a:cxn>
                </a:cxnLst>
                <a:rect l="0" t="0" r="r" b="b"/>
                <a:pathLst>
                  <a:path w="115" h="127">
                    <a:moveTo>
                      <a:pt x="115" y="57"/>
                    </a:moveTo>
                    <a:cubicBezTo>
                      <a:pt x="115" y="26"/>
                      <a:pt x="89" y="0"/>
                      <a:pt x="58" y="0"/>
                    </a:cubicBezTo>
                    <a:cubicBezTo>
                      <a:pt x="26" y="0"/>
                      <a:pt x="0" y="26"/>
                      <a:pt x="0" y="57"/>
                    </a:cubicBezTo>
                    <a:cubicBezTo>
                      <a:pt x="0" y="95"/>
                      <a:pt x="0" y="95"/>
                      <a:pt x="0" y="95"/>
                    </a:cubicBezTo>
                    <a:cubicBezTo>
                      <a:pt x="0" y="127"/>
                      <a:pt x="115" y="127"/>
                      <a:pt x="115" y="95"/>
                    </a:cubicBezTo>
                    <a:lnTo>
                      <a:pt x="115" y="57"/>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1" name="Freeform 80"/>
              <p:cNvSpPr>
                <a:spLocks/>
              </p:cNvSpPr>
              <p:nvPr/>
            </p:nvSpPr>
            <p:spPr bwMode="auto">
              <a:xfrm>
                <a:off x="2318801" y="2412265"/>
                <a:ext cx="1506523" cy="1408978"/>
              </a:xfrm>
              <a:custGeom>
                <a:avLst/>
                <a:gdLst>
                  <a:gd name="T0" fmla="*/ 268 w 278"/>
                  <a:gd name="T1" fmla="*/ 260 h 260"/>
                  <a:gd name="T2" fmla="*/ 7 w 278"/>
                  <a:gd name="T3" fmla="*/ 260 h 260"/>
                  <a:gd name="T4" fmla="*/ 0 w 278"/>
                  <a:gd name="T5" fmla="*/ 0 h 260"/>
                  <a:gd name="T6" fmla="*/ 278 w 278"/>
                  <a:gd name="T7" fmla="*/ 0 h 260"/>
                  <a:gd name="T8" fmla="*/ 268 w 278"/>
                  <a:gd name="T9" fmla="*/ 260 h 260"/>
                </a:gdLst>
                <a:ahLst/>
                <a:cxnLst>
                  <a:cxn ang="0">
                    <a:pos x="T0" y="T1"/>
                  </a:cxn>
                  <a:cxn ang="0">
                    <a:pos x="T2" y="T3"/>
                  </a:cxn>
                  <a:cxn ang="0">
                    <a:pos x="T4" y="T5"/>
                  </a:cxn>
                  <a:cxn ang="0">
                    <a:pos x="T6" y="T7"/>
                  </a:cxn>
                  <a:cxn ang="0">
                    <a:pos x="T8" y="T9"/>
                  </a:cxn>
                </a:cxnLst>
                <a:rect l="0" t="0" r="r" b="b"/>
                <a:pathLst>
                  <a:path w="278" h="260">
                    <a:moveTo>
                      <a:pt x="268" y="260"/>
                    </a:moveTo>
                    <a:lnTo>
                      <a:pt x="7" y="260"/>
                    </a:lnTo>
                    <a:lnTo>
                      <a:pt x="0" y="0"/>
                    </a:lnTo>
                    <a:lnTo>
                      <a:pt x="278" y="0"/>
                    </a:lnTo>
                    <a:lnTo>
                      <a:pt x="268" y="26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2" name="Freeform 81"/>
              <p:cNvSpPr>
                <a:spLocks/>
              </p:cNvSpPr>
              <p:nvPr/>
            </p:nvSpPr>
            <p:spPr bwMode="auto">
              <a:xfrm>
                <a:off x="2318801" y="2412265"/>
                <a:ext cx="1506523" cy="1408978"/>
              </a:xfrm>
              <a:custGeom>
                <a:avLst/>
                <a:gdLst>
                  <a:gd name="T0" fmla="*/ 268 w 278"/>
                  <a:gd name="T1" fmla="*/ 260 h 260"/>
                  <a:gd name="T2" fmla="*/ 7 w 278"/>
                  <a:gd name="T3" fmla="*/ 260 h 260"/>
                  <a:gd name="T4" fmla="*/ 0 w 278"/>
                  <a:gd name="T5" fmla="*/ 0 h 260"/>
                  <a:gd name="T6" fmla="*/ 278 w 278"/>
                  <a:gd name="T7" fmla="*/ 0 h 260"/>
                  <a:gd name="T8" fmla="*/ 268 w 278"/>
                  <a:gd name="T9" fmla="*/ 260 h 260"/>
                </a:gdLst>
                <a:ahLst/>
                <a:cxnLst>
                  <a:cxn ang="0">
                    <a:pos x="T0" y="T1"/>
                  </a:cxn>
                  <a:cxn ang="0">
                    <a:pos x="T2" y="T3"/>
                  </a:cxn>
                  <a:cxn ang="0">
                    <a:pos x="T4" y="T5"/>
                  </a:cxn>
                  <a:cxn ang="0">
                    <a:pos x="T6" y="T7"/>
                  </a:cxn>
                  <a:cxn ang="0">
                    <a:pos x="T8" y="T9"/>
                  </a:cxn>
                </a:cxnLst>
                <a:rect l="0" t="0" r="r" b="b"/>
                <a:pathLst>
                  <a:path w="278" h="260">
                    <a:moveTo>
                      <a:pt x="268" y="260"/>
                    </a:moveTo>
                    <a:lnTo>
                      <a:pt x="7" y="260"/>
                    </a:lnTo>
                    <a:lnTo>
                      <a:pt x="0" y="0"/>
                    </a:lnTo>
                    <a:lnTo>
                      <a:pt x="278" y="0"/>
                    </a:lnTo>
                    <a:lnTo>
                      <a:pt x="268" y="2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3" name="Freeform 82"/>
              <p:cNvSpPr>
                <a:spLocks/>
              </p:cNvSpPr>
              <p:nvPr/>
            </p:nvSpPr>
            <p:spPr bwMode="auto">
              <a:xfrm>
                <a:off x="2535567" y="2412265"/>
                <a:ext cx="525659" cy="709910"/>
              </a:xfrm>
              <a:custGeom>
                <a:avLst/>
                <a:gdLst>
                  <a:gd name="T0" fmla="*/ 38 w 97"/>
                  <a:gd name="T1" fmla="*/ 0 h 131"/>
                  <a:gd name="T2" fmla="*/ 97 w 97"/>
                  <a:gd name="T3" fmla="*/ 131 h 131"/>
                  <a:gd name="T4" fmla="*/ 14 w 97"/>
                  <a:gd name="T5" fmla="*/ 77 h 131"/>
                  <a:gd name="T6" fmla="*/ 36 w 97"/>
                  <a:gd name="T7" fmla="*/ 46 h 131"/>
                  <a:gd name="T8" fmla="*/ 0 w 97"/>
                  <a:gd name="T9" fmla="*/ 38 h 131"/>
                  <a:gd name="T10" fmla="*/ 38 w 97"/>
                  <a:gd name="T11" fmla="*/ 0 h 131"/>
                </a:gdLst>
                <a:ahLst/>
                <a:cxnLst>
                  <a:cxn ang="0">
                    <a:pos x="T0" y="T1"/>
                  </a:cxn>
                  <a:cxn ang="0">
                    <a:pos x="T2" y="T3"/>
                  </a:cxn>
                  <a:cxn ang="0">
                    <a:pos x="T4" y="T5"/>
                  </a:cxn>
                  <a:cxn ang="0">
                    <a:pos x="T6" y="T7"/>
                  </a:cxn>
                  <a:cxn ang="0">
                    <a:pos x="T8" y="T9"/>
                  </a:cxn>
                  <a:cxn ang="0">
                    <a:pos x="T10" y="T11"/>
                  </a:cxn>
                </a:cxnLst>
                <a:rect l="0" t="0" r="r" b="b"/>
                <a:pathLst>
                  <a:path w="97" h="131">
                    <a:moveTo>
                      <a:pt x="38" y="0"/>
                    </a:moveTo>
                    <a:lnTo>
                      <a:pt x="97" y="131"/>
                    </a:lnTo>
                    <a:lnTo>
                      <a:pt x="14" y="77"/>
                    </a:lnTo>
                    <a:lnTo>
                      <a:pt x="36" y="46"/>
                    </a:lnTo>
                    <a:lnTo>
                      <a:pt x="0" y="38"/>
                    </a:lnTo>
                    <a:lnTo>
                      <a:pt x="38" y="0"/>
                    </a:lnTo>
                    <a:close/>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4" name="Freeform 83"/>
              <p:cNvSpPr>
                <a:spLocks/>
              </p:cNvSpPr>
              <p:nvPr/>
            </p:nvSpPr>
            <p:spPr bwMode="auto">
              <a:xfrm>
                <a:off x="3061223" y="2412265"/>
                <a:ext cx="541915" cy="709910"/>
              </a:xfrm>
              <a:custGeom>
                <a:avLst/>
                <a:gdLst>
                  <a:gd name="T0" fmla="*/ 62 w 100"/>
                  <a:gd name="T1" fmla="*/ 0 h 131"/>
                  <a:gd name="T2" fmla="*/ 0 w 100"/>
                  <a:gd name="T3" fmla="*/ 131 h 131"/>
                  <a:gd name="T4" fmla="*/ 84 w 100"/>
                  <a:gd name="T5" fmla="*/ 77 h 131"/>
                  <a:gd name="T6" fmla="*/ 65 w 100"/>
                  <a:gd name="T7" fmla="*/ 46 h 131"/>
                  <a:gd name="T8" fmla="*/ 100 w 100"/>
                  <a:gd name="T9" fmla="*/ 38 h 131"/>
                  <a:gd name="T10" fmla="*/ 62 w 100"/>
                  <a:gd name="T11" fmla="*/ 0 h 131"/>
                </a:gdLst>
                <a:ahLst/>
                <a:cxnLst>
                  <a:cxn ang="0">
                    <a:pos x="T0" y="T1"/>
                  </a:cxn>
                  <a:cxn ang="0">
                    <a:pos x="T2" y="T3"/>
                  </a:cxn>
                  <a:cxn ang="0">
                    <a:pos x="T4" y="T5"/>
                  </a:cxn>
                  <a:cxn ang="0">
                    <a:pos x="T6" y="T7"/>
                  </a:cxn>
                  <a:cxn ang="0">
                    <a:pos x="T8" y="T9"/>
                  </a:cxn>
                  <a:cxn ang="0">
                    <a:pos x="T10" y="T11"/>
                  </a:cxn>
                </a:cxnLst>
                <a:rect l="0" t="0" r="r" b="b"/>
                <a:pathLst>
                  <a:path w="100" h="131">
                    <a:moveTo>
                      <a:pt x="62" y="0"/>
                    </a:moveTo>
                    <a:lnTo>
                      <a:pt x="0" y="131"/>
                    </a:lnTo>
                    <a:lnTo>
                      <a:pt x="84" y="77"/>
                    </a:lnTo>
                    <a:lnTo>
                      <a:pt x="65" y="46"/>
                    </a:lnTo>
                    <a:lnTo>
                      <a:pt x="100" y="38"/>
                    </a:lnTo>
                    <a:lnTo>
                      <a:pt x="62" y="0"/>
                    </a:lnTo>
                    <a:close/>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5" name="Freeform 84"/>
              <p:cNvSpPr>
                <a:spLocks/>
              </p:cNvSpPr>
              <p:nvPr/>
            </p:nvSpPr>
            <p:spPr bwMode="auto">
              <a:xfrm>
                <a:off x="2741495" y="2412265"/>
                <a:ext cx="655719" cy="709910"/>
              </a:xfrm>
              <a:custGeom>
                <a:avLst/>
                <a:gdLst>
                  <a:gd name="T0" fmla="*/ 0 w 121"/>
                  <a:gd name="T1" fmla="*/ 0 h 131"/>
                  <a:gd name="T2" fmla="*/ 121 w 121"/>
                  <a:gd name="T3" fmla="*/ 0 h 131"/>
                  <a:gd name="T4" fmla="*/ 59 w 121"/>
                  <a:gd name="T5" fmla="*/ 131 h 131"/>
                  <a:gd name="T6" fmla="*/ 0 w 121"/>
                  <a:gd name="T7" fmla="*/ 0 h 131"/>
                </a:gdLst>
                <a:ahLst/>
                <a:cxnLst>
                  <a:cxn ang="0">
                    <a:pos x="T0" y="T1"/>
                  </a:cxn>
                  <a:cxn ang="0">
                    <a:pos x="T2" y="T3"/>
                  </a:cxn>
                  <a:cxn ang="0">
                    <a:pos x="T4" y="T5"/>
                  </a:cxn>
                  <a:cxn ang="0">
                    <a:pos x="T6" y="T7"/>
                  </a:cxn>
                </a:cxnLst>
                <a:rect l="0" t="0" r="r" b="b"/>
                <a:pathLst>
                  <a:path w="121" h="131">
                    <a:moveTo>
                      <a:pt x="0" y="0"/>
                    </a:moveTo>
                    <a:lnTo>
                      <a:pt x="121" y="0"/>
                    </a:lnTo>
                    <a:lnTo>
                      <a:pt x="59" y="131"/>
                    </a:lnTo>
                    <a:lnTo>
                      <a:pt x="0" y="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6" name="Freeform 85"/>
              <p:cNvSpPr>
                <a:spLocks/>
              </p:cNvSpPr>
              <p:nvPr/>
            </p:nvSpPr>
            <p:spPr bwMode="auto">
              <a:xfrm>
                <a:off x="2844457" y="2412265"/>
                <a:ext cx="449791" cy="81289"/>
              </a:xfrm>
              <a:custGeom>
                <a:avLst/>
                <a:gdLst>
                  <a:gd name="T0" fmla="*/ 19 w 83"/>
                  <a:gd name="T1" fmla="*/ 0 h 15"/>
                  <a:gd name="T2" fmla="*/ 0 w 83"/>
                  <a:gd name="T3" fmla="*/ 15 h 15"/>
                  <a:gd name="T4" fmla="*/ 83 w 83"/>
                  <a:gd name="T5" fmla="*/ 15 h 15"/>
                  <a:gd name="T6" fmla="*/ 67 w 83"/>
                  <a:gd name="T7" fmla="*/ 0 h 15"/>
                  <a:gd name="T8" fmla="*/ 19 w 83"/>
                  <a:gd name="T9" fmla="*/ 0 h 15"/>
                </a:gdLst>
                <a:ahLst/>
                <a:cxnLst>
                  <a:cxn ang="0">
                    <a:pos x="T0" y="T1"/>
                  </a:cxn>
                  <a:cxn ang="0">
                    <a:pos x="T2" y="T3"/>
                  </a:cxn>
                  <a:cxn ang="0">
                    <a:pos x="T4" y="T5"/>
                  </a:cxn>
                  <a:cxn ang="0">
                    <a:pos x="T6" y="T7"/>
                  </a:cxn>
                  <a:cxn ang="0">
                    <a:pos x="T8" y="T9"/>
                  </a:cxn>
                </a:cxnLst>
                <a:rect l="0" t="0" r="r" b="b"/>
                <a:pathLst>
                  <a:path w="83" h="15">
                    <a:moveTo>
                      <a:pt x="19" y="0"/>
                    </a:moveTo>
                    <a:lnTo>
                      <a:pt x="0" y="15"/>
                    </a:lnTo>
                    <a:lnTo>
                      <a:pt x="83" y="15"/>
                    </a:lnTo>
                    <a:lnTo>
                      <a:pt x="67" y="0"/>
                    </a:lnTo>
                    <a:lnTo>
                      <a:pt x="19" y="0"/>
                    </a:ln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7" name="Freeform 86"/>
              <p:cNvSpPr>
                <a:spLocks/>
              </p:cNvSpPr>
              <p:nvPr/>
            </p:nvSpPr>
            <p:spPr bwMode="auto">
              <a:xfrm>
                <a:off x="2958261" y="2450198"/>
                <a:ext cx="222187" cy="671974"/>
              </a:xfrm>
              <a:custGeom>
                <a:avLst/>
                <a:gdLst>
                  <a:gd name="T0" fmla="*/ 10 w 41"/>
                  <a:gd name="T1" fmla="*/ 0 h 124"/>
                  <a:gd name="T2" fmla="*/ 0 w 41"/>
                  <a:gd name="T3" fmla="*/ 79 h 124"/>
                  <a:gd name="T4" fmla="*/ 19 w 41"/>
                  <a:gd name="T5" fmla="*/ 124 h 124"/>
                  <a:gd name="T6" fmla="*/ 41 w 41"/>
                  <a:gd name="T7" fmla="*/ 77 h 124"/>
                  <a:gd name="T8" fmla="*/ 29 w 41"/>
                  <a:gd name="T9" fmla="*/ 0 h 124"/>
                  <a:gd name="T10" fmla="*/ 10 w 41"/>
                  <a:gd name="T11" fmla="*/ 0 h 124"/>
                </a:gdLst>
                <a:ahLst/>
                <a:cxnLst>
                  <a:cxn ang="0">
                    <a:pos x="T0" y="T1"/>
                  </a:cxn>
                  <a:cxn ang="0">
                    <a:pos x="T2" y="T3"/>
                  </a:cxn>
                  <a:cxn ang="0">
                    <a:pos x="T4" y="T5"/>
                  </a:cxn>
                  <a:cxn ang="0">
                    <a:pos x="T6" y="T7"/>
                  </a:cxn>
                  <a:cxn ang="0">
                    <a:pos x="T8" y="T9"/>
                  </a:cxn>
                  <a:cxn ang="0">
                    <a:pos x="T10" y="T11"/>
                  </a:cxn>
                </a:cxnLst>
                <a:rect l="0" t="0" r="r" b="b"/>
                <a:pathLst>
                  <a:path w="41" h="124">
                    <a:moveTo>
                      <a:pt x="10" y="0"/>
                    </a:moveTo>
                    <a:lnTo>
                      <a:pt x="0" y="79"/>
                    </a:lnTo>
                    <a:lnTo>
                      <a:pt x="19" y="124"/>
                    </a:lnTo>
                    <a:lnTo>
                      <a:pt x="41" y="77"/>
                    </a:lnTo>
                    <a:lnTo>
                      <a:pt x="29" y="0"/>
                    </a:lnTo>
                    <a:lnTo>
                      <a:pt x="10" y="0"/>
                    </a:ln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8" name="Oval 87"/>
              <p:cNvSpPr>
                <a:spLocks noChangeArrowheads="1"/>
              </p:cNvSpPr>
              <p:nvPr/>
            </p:nvSpPr>
            <p:spPr bwMode="auto">
              <a:xfrm>
                <a:off x="3039546" y="3187202"/>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9" name="Oval 88"/>
              <p:cNvSpPr>
                <a:spLocks noChangeArrowheads="1"/>
              </p:cNvSpPr>
              <p:nvPr/>
            </p:nvSpPr>
            <p:spPr bwMode="auto">
              <a:xfrm>
                <a:off x="3039546" y="3344359"/>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0" name="Oval 89"/>
              <p:cNvSpPr>
                <a:spLocks noChangeArrowheads="1"/>
              </p:cNvSpPr>
              <p:nvPr/>
            </p:nvSpPr>
            <p:spPr bwMode="auto">
              <a:xfrm>
                <a:off x="3039546" y="3501512"/>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1" name="Oval 90"/>
              <p:cNvSpPr>
                <a:spLocks noChangeArrowheads="1"/>
              </p:cNvSpPr>
              <p:nvPr/>
            </p:nvSpPr>
            <p:spPr bwMode="auto">
              <a:xfrm>
                <a:off x="3039546" y="3653249"/>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2" name="Freeform 91"/>
              <p:cNvSpPr>
                <a:spLocks/>
              </p:cNvSpPr>
              <p:nvPr/>
            </p:nvSpPr>
            <p:spPr bwMode="auto">
              <a:xfrm>
                <a:off x="2470537" y="3409389"/>
                <a:ext cx="298055" cy="10838"/>
              </a:xfrm>
              <a:custGeom>
                <a:avLst/>
                <a:gdLst>
                  <a:gd name="T0" fmla="*/ 23 w 23"/>
                  <a:gd name="T1" fmla="*/ 0 h 1"/>
                  <a:gd name="T2" fmla="*/ 0 w 23"/>
                  <a:gd name="T3" fmla="*/ 0 h 1"/>
                  <a:gd name="T4" fmla="*/ 11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cubicBezTo>
                      <a:pt x="0" y="0"/>
                      <a:pt x="0" y="0"/>
                      <a:pt x="0" y="0"/>
                    </a:cubicBezTo>
                    <a:cubicBezTo>
                      <a:pt x="0" y="0"/>
                      <a:pt x="4" y="1"/>
                      <a:pt x="11" y="1"/>
                    </a:cubicBezTo>
                    <a:cubicBezTo>
                      <a:pt x="14" y="1"/>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3" name="Freeform 92"/>
              <p:cNvSpPr>
                <a:spLocks/>
              </p:cNvSpPr>
              <p:nvPr/>
            </p:nvSpPr>
            <p:spPr bwMode="auto">
              <a:xfrm>
                <a:off x="3321342" y="3436483"/>
                <a:ext cx="298055" cy="21677"/>
              </a:xfrm>
              <a:custGeom>
                <a:avLst/>
                <a:gdLst>
                  <a:gd name="T0" fmla="*/ 23 w 23"/>
                  <a:gd name="T1" fmla="*/ 0 h 2"/>
                  <a:gd name="T2" fmla="*/ 0 w 23"/>
                  <a:gd name="T3" fmla="*/ 0 h 2"/>
                  <a:gd name="T4" fmla="*/ 11 w 23"/>
                  <a:gd name="T5" fmla="*/ 2 h 2"/>
                  <a:gd name="T6" fmla="*/ 23 w 23"/>
                  <a:gd name="T7" fmla="*/ 0 h 2"/>
                </a:gdLst>
                <a:ahLst/>
                <a:cxnLst>
                  <a:cxn ang="0">
                    <a:pos x="T0" y="T1"/>
                  </a:cxn>
                  <a:cxn ang="0">
                    <a:pos x="T2" y="T3"/>
                  </a:cxn>
                  <a:cxn ang="0">
                    <a:pos x="T4" y="T5"/>
                  </a:cxn>
                  <a:cxn ang="0">
                    <a:pos x="T6" y="T7"/>
                  </a:cxn>
                </a:cxnLst>
                <a:rect l="0" t="0" r="r" b="b"/>
                <a:pathLst>
                  <a:path w="23" h="2">
                    <a:moveTo>
                      <a:pt x="23" y="0"/>
                    </a:moveTo>
                    <a:cubicBezTo>
                      <a:pt x="0" y="0"/>
                      <a:pt x="0" y="0"/>
                      <a:pt x="0" y="0"/>
                    </a:cubicBezTo>
                    <a:cubicBezTo>
                      <a:pt x="0" y="0"/>
                      <a:pt x="4" y="2"/>
                      <a:pt x="11" y="2"/>
                    </a:cubicBezTo>
                    <a:cubicBezTo>
                      <a:pt x="14" y="2"/>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4" name="Freeform 93"/>
              <p:cNvSpPr>
                <a:spLocks/>
              </p:cNvSpPr>
              <p:nvPr/>
            </p:nvSpPr>
            <p:spPr bwMode="auto">
              <a:xfrm>
                <a:off x="3760295" y="1740291"/>
                <a:ext cx="124642" cy="325149"/>
              </a:xfrm>
              <a:custGeom>
                <a:avLst/>
                <a:gdLst>
                  <a:gd name="T0" fmla="*/ 0 w 10"/>
                  <a:gd name="T1" fmla="*/ 20 h 25"/>
                  <a:gd name="T2" fmla="*/ 5 w 10"/>
                  <a:gd name="T3" fmla="*/ 25 h 25"/>
                  <a:gd name="T4" fmla="*/ 10 w 10"/>
                  <a:gd name="T5" fmla="*/ 20 h 25"/>
                  <a:gd name="T6" fmla="*/ 10 w 10"/>
                  <a:gd name="T7" fmla="*/ 5 h 25"/>
                  <a:gd name="T8" fmla="*/ 5 w 10"/>
                  <a:gd name="T9" fmla="*/ 0 h 25"/>
                  <a:gd name="T10" fmla="*/ 0 w 10"/>
                  <a:gd name="T11" fmla="*/ 5 h 25"/>
                  <a:gd name="T12" fmla="*/ 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0" y="20"/>
                    </a:moveTo>
                    <a:cubicBezTo>
                      <a:pt x="0" y="23"/>
                      <a:pt x="3" y="25"/>
                      <a:pt x="5" y="25"/>
                    </a:cubicBezTo>
                    <a:cubicBezTo>
                      <a:pt x="8" y="25"/>
                      <a:pt x="10" y="23"/>
                      <a:pt x="10" y="20"/>
                    </a:cubicBezTo>
                    <a:cubicBezTo>
                      <a:pt x="10" y="5"/>
                      <a:pt x="10" y="5"/>
                      <a:pt x="10" y="5"/>
                    </a:cubicBezTo>
                    <a:cubicBezTo>
                      <a:pt x="10" y="2"/>
                      <a:pt x="8" y="0"/>
                      <a:pt x="5" y="0"/>
                    </a:cubicBezTo>
                    <a:cubicBezTo>
                      <a:pt x="3" y="0"/>
                      <a:pt x="0" y="2"/>
                      <a:pt x="0" y="5"/>
                    </a:cubicBezTo>
                    <a:lnTo>
                      <a:pt x="0" y="20"/>
                    </a:lnTo>
                    <a:close/>
                  </a:path>
                </a:pathLst>
              </a:custGeom>
              <a:solidFill>
                <a:srgbClr val="F7C2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5" name="Freeform 94"/>
              <p:cNvSpPr>
                <a:spLocks/>
              </p:cNvSpPr>
              <p:nvPr/>
            </p:nvSpPr>
            <p:spPr bwMode="auto">
              <a:xfrm>
                <a:off x="3771133" y="1794482"/>
                <a:ext cx="92127" cy="205928"/>
              </a:xfrm>
              <a:custGeom>
                <a:avLst/>
                <a:gdLst>
                  <a:gd name="T0" fmla="*/ 3 w 7"/>
                  <a:gd name="T1" fmla="*/ 13 h 16"/>
                  <a:gd name="T2" fmla="*/ 3 w 7"/>
                  <a:gd name="T3" fmla="*/ 4 h 16"/>
                  <a:gd name="T4" fmla="*/ 0 w 7"/>
                  <a:gd name="T5" fmla="*/ 0 h 16"/>
                  <a:gd name="T6" fmla="*/ 1 w 7"/>
                  <a:gd name="T7" fmla="*/ 0 h 16"/>
                  <a:gd name="T8" fmla="*/ 7 w 7"/>
                  <a:gd name="T9" fmla="*/ 4 h 16"/>
                  <a:gd name="T10" fmla="*/ 7 w 7"/>
                  <a:gd name="T11" fmla="*/ 13 h 16"/>
                  <a:gd name="T12" fmla="*/ 2 w 7"/>
                  <a:gd name="T13" fmla="*/ 16 h 16"/>
                  <a:gd name="T14" fmla="*/ 1 w 7"/>
                  <a:gd name="T15" fmla="*/ 16 h 16"/>
                  <a:gd name="T16" fmla="*/ 3 w 7"/>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6">
                    <a:moveTo>
                      <a:pt x="3" y="13"/>
                    </a:moveTo>
                    <a:cubicBezTo>
                      <a:pt x="3" y="4"/>
                      <a:pt x="3" y="4"/>
                      <a:pt x="3" y="4"/>
                    </a:cubicBezTo>
                    <a:cubicBezTo>
                      <a:pt x="3" y="2"/>
                      <a:pt x="2" y="1"/>
                      <a:pt x="0" y="0"/>
                    </a:cubicBezTo>
                    <a:cubicBezTo>
                      <a:pt x="0" y="0"/>
                      <a:pt x="0" y="0"/>
                      <a:pt x="1" y="0"/>
                    </a:cubicBezTo>
                    <a:cubicBezTo>
                      <a:pt x="4" y="0"/>
                      <a:pt x="7" y="2"/>
                      <a:pt x="7" y="4"/>
                    </a:cubicBezTo>
                    <a:cubicBezTo>
                      <a:pt x="7" y="13"/>
                      <a:pt x="7" y="13"/>
                      <a:pt x="7" y="13"/>
                    </a:cubicBezTo>
                    <a:cubicBezTo>
                      <a:pt x="7" y="15"/>
                      <a:pt x="6" y="16"/>
                      <a:pt x="2" y="16"/>
                    </a:cubicBezTo>
                    <a:cubicBezTo>
                      <a:pt x="2" y="16"/>
                      <a:pt x="1" y="16"/>
                      <a:pt x="1" y="16"/>
                    </a:cubicBezTo>
                    <a:cubicBezTo>
                      <a:pt x="4" y="16"/>
                      <a:pt x="3" y="15"/>
                      <a:pt x="3"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6" name="Freeform 95"/>
              <p:cNvSpPr>
                <a:spLocks/>
              </p:cNvSpPr>
              <p:nvPr/>
            </p:nvSpPr>
            <p:spPr bwMode="auto">
              <a:xfrm>
                <a:off x="2253771" y="1740291"/>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7C2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7" name="Freeform 96"/>
              <p:cNvSpPr>
                <a:spLocks/>
              </p:cNvSpPr>
              <p:nvPr/>
            </p:nvSpPr>
            <p:spPr bwMode="auto">
              <a:xfrm>
                <a:off x="2280865" y="1794482"/>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8" name="Freeform 97"/>
              <p:cNvSpPr>
                <a:spLocks/>
              </p:cNvSpPr>
              <p:nvPr/>
            </p:nvSpPr>
            <p:spPr bwMode="auto">
              <a:xfrm>
                <a:off x="2882393" y="2168402"/>
                <a:ext cx="384761" cy="325149"/>
              </a:xfrm>
              <a:custGeom>
                <a:avLst/>
                <a:gdLst>
                  <a:gd name="T0" fmla="*/ 0 w 30"/>
                  <a:gd name="T1" fmla="*/ 0 h 25"/>
                  <a:gd name="T2" fmla="*/ 30 w 30"/>
                  <a:gd name="T3" fmla="*/ 0 h 25"/>
                  <a:gd name="T4" fmla="*/ 0 w 30"/>
                  <a:gd name="T5" fmla="*/ 0 h 25"/>
                </a:gdLst>
                <a:ahLst/>
                <a:cxnLst>
                  <a:cxn ang="0">
                    <a:pos x="T0" y="T1"/>
                  </a:cxn>
                  <a:cxn ang="0">
                    <a:pos x="T2" y="T3"/>
                  </a:cxn>
                  <a:cxn ang="0">
                    <a:pos x="T4" y="T5"/>
                  </a:cxn>
                </a:cxnLst>
                <a:rect l="0" t="0" r="r" b="b"/>
                <a:pathLst>
                  <a:path w="30" h="25">
                    <a:moveTo>
                      <a:pt x="0" y="0"/>
                    </a:moveTo>
                    <a:cubicBezTo>
                      <a:pt x="0" y="0"/>
                      <a:pt x="9" y="15"/>
                      <a:pt x="30" y="0"/>
                    </a:cubicBezTo>
                    <a:cubicBezTo>
                      <a:pt x="30" y="0"/>
                      <a:pt x="10" y="2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9" name="Freeform 98"/>
              <p:cNvSpPr>
                <a:spLocks/>
              </p:cNvSpPr>
              <p:nvPr/>
            </p:nvSpPr>
            <p:spPr bwMode="auto">
              <a:xfrm>
                <a:off x="2611435" y="1713194"/>
                <a:ext cx="233025" cy="108383"/>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0" name="Freeform 99"/>
              <p:cNvSpPr>
                <a:spLocks/>
              </p:cNvSpPr>
              <p:nvPr/>
            </p:nvSpPr>
            <p:spPr bwMode="auto">
              <a:xfrm>
                <a:off x="2329640" y="981610"/>
                <a:ext cx="1544459" cy="991706"/>
              </a:xfrm>
              <a:custGeom>
                <a:avLst/>
                <a:gdLst>
                  <a:gd name="T0" fmla="*/ 0 w 120"/>
                  <a:gd name="T1" fmla="*/ 77 h 77"/>
                  <a:gd name="T2" fmla="*/ 4 w 120"/>
                  <a:gd name="T3" fmla="*/ 77 h 77"/>
                  <a:gd name="T4" fmla="*/ 4 w 120"/>
                  <a:gd name="T5" fmla="*/ 68 h 77"/>
                  <a:gd name="T6" fmla="*/ 21 w 120"/>
                  <a:gd name="T7" fmla="*/ 38 h 77"/>
                  <a:gd name="T8" fmla="*/ 92 w 120"/>
                  <a:gd name="T9" fmla="*/ 38 h 77"/>
                  <a:gd name="T10" fmla="*/ 112 w 120"/>
                  <a:gd name="T11" fmla="*/ 68 h 77"/>
                  <a:gd name="T12" fmla="*/ 112 w 120"/>
                  <a:gd name="T13" fmla="*/ 77 h 77"/>
                  <a:gd name="T14" fmla="*/ 116 w 120"/>
                  <a:gd name="T15" fmla="*/ 77 h 77"/>
                  <a:gd name="T16" fmla="*/ 116 w 120"/>
                  <a:gd name="T17" fmla="*/ 68 h 77"/>
                  <a:gd name="T18" fmla="*/ 97 w 120"/>
                  <a:gd name="T19" fmla="*/ 19 h 77"/>
                  <a:gd name="T20" fmla="*/ 60 w 120"/>
                  <a:gd name="T21" fmla="*/ 12 h 77"/>
                  <a:gd name="T22" fmla="*/ 61 w 120"/>
                  <a:gd name="T23" fmla="*/ 0 h 77"/>
                  <a:gd name="T24" fmla="*/ 37 w 120"/>
                  <a:gd name="T25" fmla="*/ 14 h 77"/>
                  <a:gd name="T26" fmla="*/ 26 w 120"/>
                  <a:gd name="T27" fmla="*/ 19 h 77"/>
                  <a:gd name="T28" fmla="*/ 0 w 120"/>
                  <a:gd name="T29" fmla="*/ 67 h 77"/>
                  <a:gd name="T30" fmla="*/ 0 w 120"/>
                  <a:gd name="T3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77">
                    <a:moveTo>
                      <a:pt x="0" y="77"/>
                    </a:moveTo>
                    <a:cubicBezTo>
                      <a:pt x="4" y="77"/>
                      <a:pt x="4" y="77"/>
                      <a:pt x="4" y="77"/>
                    </a:cubicBezTo>
                    <a:cubicBezTo>
                      <a:pt x="4" y="77"/>
                      <a:pt x="4" y="69"/>
                      <a:pt x="4" y="68"/>
                    </a:cubicBezTo>
                    <a:cubicBezTo>
                      <a:pt x="5" y="61"/>
                      <a:pt x="11" y="37"/>
                      <a:pt x="21" y="38"/>
                    </a:cubicBezTo>
                    <a:cubicBezTo>
                      <a:pt x="40" y="39"/>
                      <a:pt x="75" y="41"/>
                      <a:pt x="92" y="38"/>
                    </a:cubicBezTo>
                    <a:cubicBezTo>
                      <a:pt x="98" y="37"/>
                      <a:pt x="111" y="49"/>
                      <a:pt x="112" y="68"/>
                    </a:cubicBezTo>
                    <a:cubicBezTo>
                      <a:pt x="112" y="69"/>
                      <a:pt x="112" y="76"/>
                      <a:pt x="112" y="77"/>
                    </a:cubicBezTo>
                    <a:cubicBezTo>
                      <a:pt x="116" y="77"/>
                      <a:pt x="116" y="77"/>
                      <a:pt x="116" y="77"/>
                    </a:cubicBezTo>
                    <a:cubicBezTo>
                      <a:pt x="116" y="77"/>
                      <a:pt x="115" y="69"/>
                      <a:pt x="116" y="68"/>
                    </a:cubicBezTo>
                    <a:cubicBezTo>
                      <a:pt x="117" y="60"/>
                      <a:pt x="120" y="33"/>
                      <a:pt x="97" y="19"/>
                    </a:cubicBezTo>
                    <a:cubicBezTo>
                      <a:pt x="90" y="14"/>
                      <a:pt x="70" y="8"/>
                      <a:pt x="60" y="12"/>
                    </a:cubicBezTo>
                    <a:cubicBezTo>
                      <a:pt x="60" y="12"/>
                      <a:pt x="56" y="9"/>
                      <a:pt x="61" y="0"/>
                    </a:cubicBezTo>
                    <a:cubicBezTo>
                      <a:pt x="61" y="0"/>
                      <a:pt x="37" y="5"/>
                      <a:pt x="37" y="14"/>
                    </a:cubicBezTo>
                    <a:cubicBezTo>
                      <a:pt x="37" y="14"/>
                      <a:pt x="26" y="11"/>
                      <a:pt x="26" y="19"/>
                    </a:cubicBezTo>
                    <a:cubicBezTo>
                      <a:pt x="26" y="19"/>
                      <a:pt x="2" y="21"/>
                      <a:pt x="0" y="67"/>
                    </a:cubicBezTo>
                    <a:cubicBezTo>
                      <a:pt x="0" y="68"/>
                      <a:pt x="0" y="76"/>
                      <a:pt x="0" y="77"/>
                    </a:cubicBez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1" name="Freeform 100"/>
              <p:cNvSpPr>
                <a:spLocks/>
              </p:cNvSpPr>
              <p:nvPr/>
            </p:nvSpPr>
            <p:spPr bwMode="auto">
              <a:xfrm>
                <a:off x="3001614" y="2000410"/>
                <a:ext cx="75868" cy="113804"/>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2" name="Freeform 101"/>
              <p:cNvSpPr>
                <a:spLocks/>
              </p:cNvSpPr>
              <p:nvPr/>
            </p:nvSpPr>
            <p:spPr bwMode="auto">
              <a:xfrm>
                <a:off x="2649368" y="1794482"/>
                <a:ext cx="249281" cy="216766"/>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3" name="Oval 102"/>
              <p:cNvSpPr>
                <a:spLocks noChangeArrowheads="1"/>
              </p:cNvSpPr>
              <p:nvPr/>
            </p:nvSpPr>
            <p:spPr bwMode="auto">
              <a:xfrm>
                <a:off x="2714397" y="1821576"/>
                <a:ext cx="157157" cy="15173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4" name="Oval 103"/>
              <p:cNvSpPr>
                <a:spLocks noChangeArrowheads="1"/>
              </p:cNvSpPr>
              <p:nvPr/>
            </p:nvSpPr>
            <p:spPr bwMode="auto">
              <a:xfrm>
                <a:off x="2741495" y="1859512"/>
                <a:ext cx="37936" cy="379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5" name="Freeform 104"/>
              <p:cNvSpPr>
                <a:spLocks/>
              </p:cNvSpPr>
              <p:nvPr/>
            </p:nvSpPr>
            <p:spPr bwMode="auto">
              <a:xfrm>
                <a:off x="3245474" y="1713194"/>
                <a:ext cx="227604" cy="108383"/>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6" name="Freeform 105"/>
              <p:cNvSpPr>
                <a:spLocks/>
              </p:cNvSpPr>
              <p:nvPr/>
            </p:nvSpPr>
            <p:spPr bwMode="auto">
              <a:xfrm>
                <a:off x="3180444" y="1794482"/>
                <a:ext cx="254702" cy="216766"/>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7" name="Oval 106"/>
              <p:cNvSpPr>
                <a:spLocks noChangeArrowheads="1"/>
              </p:cNvSpPr>
              <p:nvPr/>
            </p:nvSpPr>
            <p:spPr bwMode="auto">
              <a:xfrm>
                <a:off x="3218380" y="1821576"/>
                <a:ext cx="151736" cy="15173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8" name="Oval 107"/>
              <p:cNvSpPr>
                <a:spLocks noChangeArrowheads="1"/>
              </p:cNvSpPr>
              <p:nvPr/>
            </p:nvSpPr>
            <p:spPr bwMode="auto">
              <a:xfrm>
                <a:off x="3310504" y="1859512"/>
                <a:ext cx="37936" cy="379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9" name="Freeform 108"/>
              <p:cNvSpPr>
                <a:spLocks/>
              </p:cNvSpPr>
              <p:nvPr/>
            </p:nvSpPr>
            <p:spPr bwMode="auto">
              <a:xfrm>
                <a:off x="5185529" y="1637325"/>
                <a:ext cx="709910" cy="709910"/>
              </a:xfrm>
              <a:custGeom>
                <a:avLst/>
                <a:gdLst>
                  <a:gd name="T0" fmla="*/ 17 w 55"/>
                  <a:gd name="T1" fmla="*/ 16 h 55"/>
                  <a:gd name="T2" fmla="*/ 47 w 55"/>
                  <a:gd name="T3" fmla="*/ 2 h 55"/>
                  <a:gd name="T4" fmla="*/ 50 w 55"/>
                  <a:gd name="T5" fmla="*/ 9 h 55"/>
                  <a:gd name="T6" fmla="*/ 32 w 55"/>
                  <a:gd name="T7" fmla="*/ 18 h 55"/>
                  <a:gd name="T8" fmla="*/ 32 w 55"/>
                  <a:gd name="T9" fmla="*/ 19 h 55"/>
                  <a:gd name="T10" fmla="*/ 41 w 55"/>
                  <a:gd name="T11" fmla="*/ 15 h 55"/>
                  <a:gd name="T12" fmla="*/ 45 w 55"/>
                  <a:gd name="T13" fmla="*/ 21 h 55"/>
                  <a:gd name="T14" fmla="*/ 35 w 55"/>
                  <a:gd name="T15" fmla="*/ 26 h 55"/>
                  <a:gd name="T16" fmla="*/ 36 w 55"/>
                  <a:gd name="T17" fmla="*/ 27 h 55"/>
                  <a:gd name="T18" fmla="*/ 43 w 55"/>
                  <a:gd name="T19" fmla="*/ 23 h 55"/>
                  <a:gd name="T20" fmla="*/ 46 w 55"/>
                  <a:gd name="T21" fmla="*/ 29 h 55"/>
                  <a:gd name="T22" fmla="*/ 39 w 55"/>
                  <a:gd name="T23" fmla="*/ 32 h 55"/>
                  <a:gd name="T24" fmla="*/ 39 w 55"/>
                  <a:gd name="T25" fmla="*/ 34 h 55"/>
                  <a:gd name="T26" fmla="*/ 42 w 55"/>
                  <a:gd name="T27" fmla="*/ 32 h 55"/>
                  <a:gd name="T28" fmla="*/ 44 w 55"/>
                  <a:gd name="T29" fmla="*/ 38 h 55"/>
                  <a:gd name="T30" fmla="*/ 26 w 55"/>
                  <a:gd name="T31" fmla="*/ 48 h 55"/>
                  <a:gd name="T32" fmla="*/ 17 w 55"/>
                  <a:gd name="T33" fmla="*/ 49 h 55"/>
                  <a:gd name="T34" fmla="*/ 0 w 55"/>
                  <a:gd name="T35" fmla="*/ 55 h 55"/>
                  <a:gd name="T36" fmla="*/ 0 w 55"/>
                  <a:gd name="T37" fmla="*/ 29 h 55"/>
                  <a:gd name="T38" fmla="*/ 3 w 55"/>
                  <a:gd name="T39" fmla="*/ 28 h 55"/>
                  <a:gd name="T40" fmla="*/ 7 w 55"/>
                  <a:gd name="T41" fmla="*/ 16 h 55"/>
                  <a:gd name="T42" fmla="*/ 24 w 55"/>
                  <a:gd name="T43" fmla="*/ 3 h 55"/>
                  <a:gd name="T44" fmla="*/ 22 w 55"/>
                  <a:gd name="T45" fmla="*/ 11 h 55"/>
                  <a:gd name="T46" fmla="*/ 19 w 55"/>
                  <a:gd name="T47" fmla="*/ 13 h 55"/>
                  <a:gd name="T48" fmla="*/ 16 w 55"/>
                  <a:gd name="T49" fmla="*/ 16 h 55"/>
                  <a:gd name="T50" fmla="*/ 17 w 55"/>
                  <a:gd name="T51"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55">
                    <a:moveTo>
                      <a:pt x="17" y="16"/>
                    </a:moveTo>
                    <a:cubicBezTo>
                      <a:pt x="47" y="2"/>
                      <a:pt x="47" y="2"/>
                      <a:pt x="47" y="2"/>
                    </a:cubicBezTo>
                    <a:cubicBezTo>
                      <a:pt x="51" y="0"/>
                      <a:pt x="55" y="6"/>
                      <a:pt x="50" y="9"/>
                    </a:cubicBezTo>
                    <a:cubicBezTo>
                      <a:pt x="32" y="18"/>
                      <a:pt x="32" y="18"/>
                      <a:pt x="32" y="18"/>
                    </a:cubicBezTo>
                    <a:cubicBezTo>
                      <a:pt x="32" y="18"/>
                      <a:pt x="31" y="19"/>
                      <a:pt x="32" y="19"/>
                    </a:cubicBezTo>
                    <a:cubicBezTo>
                      <a:pt x="41" y="15"/>
                      <a:pt x="41" y="15"/>
                      <a:pt x="41" y="15"/>
                    </a:cubicBezTo>
                    <a:cubicBezTo>
                      <a:pt x="45" y="13"/>
                      <a:pt x="48" y="19"/>
                      <a:pt x="45" y="21"/>
                    </a:cubicBezTo>
                    <a:cubicBezTo>
                      <a:pt x="35" y="26"/>
                      <a:pt x="35" y="26"/>
                      <a:pt x="35" y="26"/>
                    </a:cubicBezTo>
                    <a:cubicBezTo>
                      <a:pt x="35" y="26"/>
                      <a:pt x="34" y="27"/>
                      <a:pt x="36" y="27"/>
                    </a:cubicBezTo>
                    <a:cubicBezTo>
                      <a:pt x="43" y="23"/>
                      <a:pt x="43" y="23"/>
                      <a:pt x="43" y="23"/>
                    </a:cubicBezTo>
                    <a:cubicBezTo>
                      <a:pt x="45" y="22"/>
                      <a:pt x="48" y="28"/>
                      <a:pt x="46" y="29"/>
                    </a:cubicBezTo>
                    <a:cubicBezTo>
                      <a:pt x="39" y="32"/>
                      <a:pt x="39" y="32"/>
                      <a:pt x="39" y="32"/>
                    </a:cubicBezTo>
                    <a:cubicBezTo>
                      <a:pt x="39" y="32"/>
                      <a:pt x="37" y="34"/>
                      <a:pt x="39" y="34"/>
                    </a:cubicBezTo>
                    <a:cubicBezTo>
                      <a:pt x="39" y="34"/>
                      <a:pt x="39" y="34"/>
                      <a:pt x="42" y="32"/>
                    </a:cubicBezTo>
                    <a:cubicBezTo>
                      <a:pt x="45" y="31"/>
                      <a:pt x="48" y="36"/>
                      <a:pt x="44" y="38"/>
                    </a:cubicBezTo>
                    <a:cubicBezTo>
                      <a:pt x="26" y="48"/>
                      <a:pt x="26" y="48"/>
                      <a:pt x="26" y="48"/>
                    </a:cubicBezTo>
                    <a:cubicBezTo>
                      <a:pt x="26" y="48"/>
                      <a:pt x="21" y="50"/>
                      <a:pt x="17" y="49"/>
                    </a:cubicBezTo>
                    <a:cubicBezTo>
                      <a:pt x="0" y="55"/>
                      <a:pt x="0" y="55"/>
                      <a:pt x="0" y="55"/>
                    </a:cubicBezTo>
                    <a:cubicBezTo>
                      <a:pt x="0" y="29"/>
                      <a:pt x="0" y="29"/>
                      <a:pt x="0" y="29"/>
                    </a:cubicBezTo>
                    <a:cubicBezTo>
                      <a:pt x="3" y="28"/>
                      <a:pt x="3" y="28"/>
                      <a:pt x="3" y="28"/>
                    </a:cubicBezTo>
                    <a:cubicBezTo>
                      <a:pt x="3" y="28"/>
                      <a:pt x="5" y="21"/>
                      <a:pt x="7" y="16"/>
                    </a:cubicBezTo>
                    <a:cubicBezTo>
                      <a:pt x="8" y="11"/>
                      <a:pt x="24" y="3"/>
                      <a:pt x="24" y="3"/>
                    </a:cubicBezTo>
                    <a:cubicBezTo>
                      <a:pt x="27" y="8"/>
                      <a:pt x="25" y="10"/>
                      <a:pt x="22" y="11"/>
                    </a:cubicBezTo>
                    <a:cubicBezTo>
                      <a:pt x="21" y="12"/>
                      <a:pt x="19" y="13"/>
                      <a:pt x="19" y="13"/>
                    </a:cubicBezTo>
                    <a:cubicBezTo>
                      <a:pt x="16" y="16"/>
                      <a:pt x="16" y="16"/>
                      <a:pt x="16" y="16"/>
                    </a:cubicBezTo>
                    <a:lnTo>
                      <a:pt x="17" y="16"/>
                    </a:lnTo>
                    <a:close/>
                  </a:path>
                </a:pathLst>
              </a:custGeom>
              <a:solidFill>
                <a:srgbClr val="FAD9BD"/>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10" name="Rectangle 109"/>
              <p:cNvSpPr>
                <a:spLocks noChangeArrowheads="1"/>
              </p:cNvSpPr>
              <p:nvPr/>
            </p:nvSpPr>
            <p:spPr bwMode="auto">
              <a:xfrm>
                <a:off x="5098822" y="1962474"/>
                <a:ext cx="102966" cy="438953"/>
              </a:xfrm>
              <a:prstGeom prst="rect">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11" name="Freeform 110"/>
              <p:cNvSpPr>
                <a:spLocks/>
              </p:cNvSpPr>
              <p:nvPr/>
            </p:nvSpPr>
            <p:spPr bwMode="auto">
              <a:xfrm>
                <a:off x="3760295" y="1897445"/>
                <a:ext cx="1349370" cy="915838"/>
              </a:xfrm>
              <a:custGeom>
                <a:avLst/>
                <a:gdLst>
                  <a:gd name="T0" fmla="*/ 4 w 105"/>
                  <a:gd name="T1" fmla="*/ 40 h 71"/>
                  <a:gd name="T2" fmla="*/ 105 w 105"/>
                  <a:gd name="T3" fmla="*/ 0 h 71"/>
                  <a:gd name="T4" fmla="*/ 105 w 105"/>
                  <a:gd name="T5" fmla="*/ 42 h 71"/>
                  <a:gd name="T6" fmla="*/ 0 w 105"/>
                  <a:gd name="T7" fmla="*/ 65 h 71"/>
                  <a:gd name="T8" fmla="*/ 4 w 105"/>
                  <a:gd name="T9" fmla="*/ 40 h 71"/>
                </a:gdLst>
                <a:ahLst/>
                <a:cxnLst>
                  <a:cxn ang="0">
                    <a:pos x="T0" y="T1"/>
                  </a:cxn>
                  <a:cxn ang="0">
                    <a:pos x="T2" y="T3"/>
                  </a:cxn>
                  <a:cxn ang="0">
                    <a:pos x="T4" y="T5"/>
                  </a:cxn>
                  <a:cxn ang="0">
                    <a:pos x="T6" y="T7"/>
                  </a:cxn>
                  <a:cxn ang="0">
                    <a:pos x="T8" y="T9"/>
                  </a:cxn>
                </a:cxnLst>
                <a:rect l="0" t="0" r="r" b="b"/>
                <a:pathLst>
                  <a:path w="105" h="71">
                    <a:moveTo>
                      <a:pt x="4" y="40"/>
                    </a:moveTo>
                    <a:cubicBezTo>
                      <a:pt x="4" y="40"/>
                      <a:pt x="68" y="46"/>
                      <a:pt x="105" y="0"/>
                    </a:cubicBezTo>
                    <a:cubicBezTo>
                      <a:pt x="105" y="42"/>
                      <a:pt x="105" y="42"/>
                      <a:pt x="105" y="42"/>
                    </a:cubicBezTo>
                    <a:cubicBezTo>
                      <a:pt x="77" y="71"/>
                      <a:pt x="0" y="65"/>
                      <a:pt x="0" y="65"/>
                    </a:cubicBezTo>
                    <a:lnTo>
                      <a:pt x="4" y="4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12" name="Oval 111"/>
              <p:cNvSpPr>
                <a:spLocks noChangeArrowheads="1"/>
              </p:cNvSpPr>
              <p:nvPr/>
            </p:nvSpPr>
            <p:spPr bwMode="auto">
              <a:xfrm>
                <a:off x="5136758" y="2325559"/>
                <a:ext cx="37936" cy="37936"/>
              </a:xfrm>
              <a:prstGeom prst="ellipse">
                <a:avLst/>
              </a:prstGeom>
              <a:solidFill>
                <a:srgbClr val="250F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grpSp>
        <p:grpSp>
          <p:nvGrpSpPr>
            <p:cNvPr id="69" name="Group 68"/>
            <p:cNvGrpSpPr/>
            <p:nvPr/>
          </p:nvGrpSpPr>
          <p:grpSpPr>
            <a:xfrm rot="21023609" flipH="1">
              <a:off x="889089" y="2528494"/>
              <a:ext cx="736600" cy="1270000"/>
              <a:chOff x="3067050" y="2759075"/>
              <a:chExt cx="736600" cy="1270000"/>
            </a:xfrm>
          </p:grpSpPr>
          <p:sp>
            <p:nvSpPr>
              <p:cNvPr id="70" name="Freeform 69"/>
              <p:cNvSpPr>
                <a:spLocks/>
              </p:cNvSpPr>
              <p:nvPr/>
            </p:nvSpPr>
            <p:spPr bwMode="auto">
              <a:xfrm>
                <a:off x="3067050" y="2759075"/>
                <a:ext cx="574675" cy="1260475"/>
              </a:xfrm>
              <a:custGeom>
                <a:avLst/>
                <a:gdLst>
                  <a:gd name="T0" fmla="*/ 282 w 362"/>
                  <a:gd name="T1" fmla="*/ 0 h 794"/>
                  <a:gd name="T2" fmla="*/ 258 w 362"/>
                  <a:gd name="T3" fmla="*/ 0 h 794"/>
                  <a:gd name="T4" fmla="*/ 240 w 362"/>
                  <a:gd name="T5" fmla="*/ 10 h 794"/>
                  <a:gd name="T6" fmla="*/ 222 w 362"/>
                  <a:gd name="T7" fmla="*/ 24 h 794"/>
                  <a:gd name="T8" fmla="*/ 196 w 362"/>
                  <a:gd name="T9" fmla="*/ 66 h 794"/>
                  <a:gd name="T10" fmla="*/ 174 w 362"/>
                  <a:gd name="T11" fmla="*/ 132 h 794"/>
                  <a:gd name="T12" fmla="*/ 170 w 362"/>
                  <a:gd name="T13" fmla="*/ 140 h 794"/>
                  <a:gd name="T14" fmla="*/ 156 w 362"/>
                  <a:gd name="T15" fmla="*/ 166 h 794"/>
                  <a:gd name="T16" fmla="*/ 126 w 362"/>
                  <a:gd name="T17" fmla="*/ 196 h 794"/>
                  <a:gd name="T18" fmla="*/ 92 w 362"/>
                  <a:gd name="T19" fmla="*/ 232 h 794"/>
                  <a:gd name="T20" fmla="*/ 72 w 362"/>
                  <a:gd name="T21" fmla="*/ 268 h 794"/>
                  <a:gd name="T22" fmla="*/ 66 w 362"/>
                  <a:gd name="T23" fmla="*/ 284 h 794"/>
                  <a:gd name="T24" fmla="*/ 28 w 362"/>
                  <a:gd name="T25" fmla="*/ 386 h 794"/>
                  <a:gd name="T26" fmla="*/ 8 w 362"/>
                  <a:gd name="T27" fmla="*/ 458 h 794"/>
                  <a:gd name="T28" fmla="*/ 0 w 362"/>
                  <a:gd name="T29" fmla="*/ 510 h 794"/>
                  <a:gd name="T30" fmla="*/ 2 w 362"/>
                  <a:gd name="T31" fmla="*/ 540 h 794"/>
                  <a:gd name="T32" fmla="*/ 4 w 362"/>
                  <a:gd name="T33" fmla="*/ 554 h 794"/>
                  <a:gd name="T34" fmla="*/ 8 w 362"/>
                  <a:gd name="T35" fmla="*/ 582 h 794"/>
                  <a:gd name="T36" fmla="*/ 14 w 362"/>
                  <a:gd name="T37" fmla="*/ 646 h 794"/>
                  <a:gd name="T38" fmla="*/ 20 w 362"/>
                  <a:gd name="T39" fmla="*/ 680 h 794"/>
                  <a:gd name="T40" fmla="*/ 36 w 362"/>
                  <a:gd name="T41" fmla="*/ 712 h 794"/>
                  <a:gd name="T42" fmla="*/ 60 w 362"/>
                  <a:gd name="T43" fmla="*/ 740 h 794"/>
                  <a:gd name="T44" fmla="*/ 102 w 362"/>
                  <a:gd name="T45" fmla="*/ 766 h 794"/>
                  <a:gd name="T46" fmla="*/ 160 w 362"/>
                  <a:gd name="T47" fmla="*/ 788 h 794"/>
                  <a:gd name="T48" fmla="*/ 176 w 362"/>
                  <a:gd name="T49" fmla="*/ 792 h 794"/>
                  <a:gd name="T50" fmla="*/ 206 w 362"/>
                  <a:gd name="T51" fmla="*/ 794 h 794"/>
                  <a:gd name="T52" fmla="*/ 234 w 362"/>
                  <a:gd name="T53" fmla="*/ 792 h 794"/>
                  <a:gd name="T54" fmla="*/ 256 w 362"/>
                  <a:gd name="T55" fmla="*/ 782 h 794"/>
                  <a:gd name="T56" fmla="*/ 276 w 362"/>
                  <a:gd name="T57" fmla="*/ 770 h 794"/>
                  <a:gd name="T58" fmla="*/ 302 w 362"/>
                  <a:gd name="T59" fmla="*/ 742 h 794"/>
                  <a:gd name="T60" fmla="*/ 326 w 362"/>
                  <a:gd name="T61" fmla="*/ 698 h 794"/>
                  <a:gd name="T62" fmla="*/ 342 w 362"/>
                  <a:gd name="T63" fmla="*/ 646 h 794"/>
                  <a:gd name="T64" fmla="*/ 352 w 362"/>
                  <a:gd name="T65" fmla="*/ 592 h 794"/>
                  <a:gd name="T66" fmla="*/ 362 w 362"/>
                  <a:gd name="T67" fmla="*/ 504 h 794"/>
                  <a:gd name="T68" fmla="*/ 362 w 362"/>
                  <a:gd name="T69" fmla="*/ 486 h 794"/>
                  <a:gd name="T70" fmla="*/ 360 w 362"/>
                  <a:gd name="T71" fmla="*/ 454 h 794"/>
                  <a:gd name="T72" fmla="*/ 350 w 362"/>
                  <a:gd name="T73" fmla="*/ 410 h 794"/>
                  <a:gd name="T74" fmla="*/ 320 w 362"/>
                  <a:gd name="T75" fmla="*/ 360 h 794"/>
                  <a:gd name="T76" fmla="*/ 280 w 362"/>
                  <a:gd name="T77" fmla="*/ 324 h 794"/>
                  <a:gd name="T78" fmla="*/ 258 w 362"/>
                  <a:gd name="T79" fmla="*/ 312 h 794"/>
                  <a:gd name="T80" fmla="*/ 246 w 362"/>
                  <a:gd name="T81" fmla="*/ 306 h 794"/>
                  <a:gd name="T82" fmla="*/ 230 w 362"/>
                  <a:gd name="T83" fmla="*/ 294 h 794"/>
                  <a:gd name="T84" fmla="*/ 222 w 362"/>
                  <a:gd name="T85" fmla="*/ 280 h 794"/>
                  <a:gd name="T86" fmla="*/ 222 w 362"/>
                  <a:gd name="T87" fmla="*/ 264 h 794"/>
                  <a:gd name="T88" fmla="*/ 228 w 362"/>
                  <a:gd name="T89" fmla="*/ 240 h 794"/>
                  <a:gd name="T90" fmla="*/ 254 w 362"/>
                  <a:gd name="T91" fmla="*/ 210 h 794"/>
                  <a:gd name="T92" fmla="*/ 270 w 362"/>
                  <a:gd name="T93" fmla="*/ 198 h 794"/>
                  <a:gd name="T94" fmla="*/ 288 w 362"/>
                  <a:gd name="T95" fmla="*/ 182 h 794"/>
                  <a:gd name="T96" fmla="*/ 304 w 362"/>
                  <a:gd name="T97" fmla="*/ 158 h 794"/>
                  <a:gd name="T98" fmla="*/ 320 w 362"/>
                  <a:gd name="T99" fmla="*/ 130 h 794"/>
                  <a:gd name="T100" fmla="*/ 330 w 362"/>
                  <a:gd name="T101" fmla="*/ 100 h 794"/>
                  <a:gd name="T102" fmla="*/ 334 w 362"/>
                  <a:gd name="T103" fmla="*/ 68 h 794"/>
                  <a:gd name="T104" fmla="*/ 328 w 362"/>
                  <a:gd name="T105" fmla="*/ 40 h 794"/>
                  <a:gd name="T106" fmla="*/ 312 w 362"/>
                  <a:gd name="T107" fmla="*/ 16 h 794"/>
                  <a:gd name="T108" fmla="*/ 282 w 362"/>
                  <a:gd name="T109"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2" h="794">
                    <a:moveTo>
                      <a:pt x="282" y="0"/>
                    </a:moveTo>
                    <a:lnTo>
                      <a:pt x="282" y="0"/>
                    </a:lnTo>
                    <a:lnTo>
                      <a:pt x="270" y="0"/>
                    </a:lnTo>
                    <a:lnTo>
                      <a:pt x="258" y="0"/>
                    </a:lnTo>
                    <a:lnTo>
                      <a:pt x="248" y="4"/>
                    </a:lnTo>
                    <a:lnTo>
                      <a:pt x="240" y="10"/>
                    </a:lnTo>
                    <a:lnTo>
                      <a:pt x="230" y="16"/>
                    </a:lnTo>
                    <a:lnTo>
                      <a:pt x="222" y="24"/>
                    </a:lnTo>
                    <a:lnTo>
                      <a:pt x="208" y="44"/>
                    </a:lnTo>
                    <a:lnTo>
                      <a:pt x="196" y="66"/>
                    </a:lnTo>
                    <a:lnTo>
                      <a:pt x="188" y="88"/>
                    </a:lnTo>
                    <a:lnTo>
                      <a:pt x="174" y="132"/>
                    </a:lnTo>
                    <a:lnTo>
                      <a:pt x="174" y="132"/>
                    </a:lnTo>
                    <a:lnTo>
                      <a:pt x="170" y="140"/>
                    </a:lnTo>
                    <a:lnTo>
                      <a:pt x="166" y="150"/>
                    </a:lnTo>
                    <a:lnTo>
                      <a:pt x="156" y="166"/>
                    </a:lnTo>
                    <a:lnTo>
                      <a:pt x="142" y="180"/>
                    </a:lnTo>
                    <a:lnTo>
                      <a:pt x="126" y="196"/>
                    </a:lnTo>
                    <a:lnTo>
                      <a:pt x="108" y="214"/>
                    </a:lnTo>
                    <a:lnTo>
                      <a:pt x="92" y="232"/>
                    </a:lnTo>
                    <a:lnTo>
                      <a:pt x="78" y="256"/>
                    </a:lnTo>
                    <a:lnTo>
                      <a:pt x="72" y="268"/>
                    </a:lnTo>
                    <a:lnTo>
                      <a:pt x="66" y="284"/>
                    </a:lnTo>
                    <a:lnTo>
                      <a:pt x="66" y="284"/>
                    </a:lnTo>
                    <a:lnTo>
                      <a:pt x="42" y="350"/>
                    </a:lnTo>
                    <a:lnTo>
                      <a:pt x="28" y="386"/>
                    </a:lnTo>
                    <a:lnTo>
                      <a:pt x="16" y="422"/>
                    </a:lnTo>
                    <a:lnTo>
                      <a:pt x="8" y="458"/>
                    </a:lnTo>
                    <a:lnTo>
                      <a:pt x="2" y="492"/>
                    </a:lnTo>
                    <a:lnTo>
                      <a:pt x="0" y="510"/>
                    </a:lnTo>
                    <a:lnTo>
                      <a:pt x="0" y="526"/>
                    </a:lnTo>
                    <a:lnTo>
                      <a:pt x="2" y="540"/>
                    </a:lnTo>
                    <a:lnTo>
                      <a:pt x="4" y="554"/>
                    </a:lnTo>
                    <a:lnTo>
                      <a:pt x="4" y="554"/>
                    </a:lnTo>
                    <a:lnTo>
                      <a:pt x="8" y="568"/>
                    </a:lnTo>
                    <a:lnTo>
                      <a:pt x="8" y="582"/>
                    </a:lnTo>
                    <a:lnTo>
                      <a:pt x="10" y="614"/>
                    </a:lnTo>
                    <a:lnTo>
                      <a:pt x="14" y="646"/>
                    </a:lnTo>
                    <a:lnTo>
                      <a:pt x="16" y="664"/>
                    </a:lnTo>
                    <a:lnTo>
                      <a:pt x="20" y="680"/>
                    </a:lnTo>
                    <a:lnTo>
                      <a:pt x="26" y="696"/>
                    </a:lnTo>
                    <a:lnTo>
                      <a:pt x="36" y="712"/>
                    </a:lnTo>
                    <a:lnTo>
                      <a:pt x="46" y="726"/>
                    </a:lnTo>
                    <a:lnTo>
                      <a:pt x="60" y="740"/>
                    </a:lnTo>
                    <a:lnTo>
                      <a:pt x="78" y="754"/>
                    </a:lnTo>
                    <a:lnTo>
                      <a:pt x="102" y="766"/>
                    </a:lnTo>
                    <a:lnTo>
                      <a:pt x="128" y="778"/>
                    </a:lnTo>
                    <a:lnTo>
                      <a:pt x="160" y="788"/>
                    </a:lnTo>
                    <a:lnTo>
                      <a:pt x="160" y="788"/>
                    </a:lnTo>
                    <a:lnTo>
                      <a:pt x="176" y="792"/>
                    </a:lnTo>
                    <a:lnTo>
                      <a:pt x="192" y="794"/>
                    </a:lnTo>
                    <a:lnTo>
                      <a:pt x="206" y="794"/>
                    </a:lnTo>
                    <a:lnTo>
                      <a:pt x="220" y="794"/>
                    </a:lnTo>
                    <a:lnTo>
                      <a:pt x="234" y="792"/>
                    </a:lnTo>
                    <a:lnTo>
                      <a:pt x="246" y="788"/>
                    </a:lnTo>
                    <a:lnTo>
                      <a:pt x="256" y="782"/>
                    </a:lnTo>
                    <a:lnTo>
                      <a:pt x="266" y="776"/>
                    </a:lnTo>
                    <a:lnTo>
                      <a:pt x="276" y="770"/>
                    </a:lnTo>
                    <a:lnTo>
                      <a:pt x="286" y="762"/>
                    </a:lnTo>
                    <a:lnTo>
                      <a:pt x="302" y="742"/>
                    </a:lnTo>
                    <a:lnTo>
                      <a:pt x="314" y="722"/>
                    </a:lnTo>
                    <a:lnTo>
                      <a:pt x="326" y="698"/>
                    </a:lnTo>
                    <a:lnTo>
                      <a:pt x="334" y="672"/>
                    </a:lnTo>
                    <a:lnTo>
                      <a:pt x="342" y="646"/>
                    </a:lnTo>
                    <a:lnTo>
                      <a:pt x="348" y="618"/>
                    </a:lnTo>
                    <a:lnTo>
                      <a:pt x="352" y="592"/>
                    </a:lnTo>
                    <a:lnTo>
                      <a:pt x="358" y="542"/>
                    </a:lnTo>
                    <a:lnTo>
                      <a:pt x="362" y="504"/>
                    </a:lnTo>
                    <a:lnTo>
                      <a:pt x="362" y="504"/>
                    </a:lnTo>
                    <a:lnTo>
                      <a:pt x="362" y="486"/>
                    </a:lnTo>
                    <a:lnTo>
                      <a:pt x="362" y="470"/>
                    </a:lnTo>
                    <a:lnTo>
                      <a:pt x="360" y="454"/>
                    </a:lnTo>
                    <a:lnTo>
                      <a:pt x="358" y="440"/>
                    </a:lnTo>
                    <a:lnTo>
                      <a:pt x="350" y="410"/>
                    </a:lnTo>
                    <a:lnTo>
                      <a:pt x="336" y="384"/>
                    </a:lnTo>
                    <a:lnTo>
                      <a:pt x="320" y="360"/>
                    </a:lnTo>
                    <a:lnTo>
                      <a:pt x="302" y="340"/>
                    </a:lnTo>
                    <a:lnTo>
                      <a:pt x="280" y="324"/>
                    </a:lnTo>
                    <a:lnTo>
                      <a:pt x="268" y="318"/>
                    </a:lnTo>
                    <a:lnTo>
                      <a:pt x="258" y="312"/>
                    </a:lnTo>
                    <a:lnTo>
                      <a:pt x="258" y="312"/>
                    </a:lnTo>
                    <a:lnTo>
                      <a:pt x="246" y="306"/>
                    </a:lnTo>
                    <a:lnTo>
                      <a:pt x="238" y="300"/>
                    </a:lnTo>
                    <a:lnTo>
                      <a:pt x="230" y="294"/>
                    </a:lnTo>
                    <a:lnTo>
                      <a:pt x="226" y="288"/>
                    </a:lnTo>
                    <a:lnTo>
                      <a:pt x="222" y="280"/>
                    </a:lnTo>
                    <a:lnTo>
                      <a:pt x="222" y="272"/>
                    </a:lnTo>
                    <a:lnTo>
                      <a:pt x="222" y="264"/>
                    </a:lnTo>
                    <a:lnTo>
                      <a:pt x="222" y="256"/>
                    </a:lnTo>
                    <a:lnTo>
                      <a:pt x="228" y="240"/>
                    </a:lnTo>
                    <a:lnTo>
                      <a:pt x="240" y="224"/>
                    </a:lnTo>
                    <a:lnTo>
                      <a:pt x="254" y="210"/>
                    </a:lnTo>
                    <a:lnTo>
                      <a:pt x="270" y="198"/>
                    </a:lnTo>
                    <a:lnTo>
                      <a:pt x="270" y="198"/>
                    </a:lnTo>
                    <a:lnTo>
                      <a:pt x="278" y="190"/>
                    </a:lnTo>
                    <a:lnTo>
                      <a:pt x="288" y="182"/>
                    </a:lnTo>
                    <a:lnTo>
                      <a:pt x="296" y="170"/>
                    </a:lnTo>
                    <a:lnTo>
                      <a:pt x="304" y="158"/>
                    </a:lnTo>
                    <a:lnTo>
                      <a:pt x="312" y="144"/>
                    </a:lnTo>
                    <a:lnTo>
                      <a:pt x="320" y="130"/>
                    </a:lnTo>
                    <a:lnTo>
                      <a:pt x="326" y="116"/>
                    </a:lnTo>
                    <a:lnTo>
                      <a:pt x="330" y="100"/>
                    </a:lnTo>
                    <a:lnTo>
                      <a:pt x="332" y="84"/>
                    </a:lnTo>
                    <a:lnTo>
                      <a:pt x="334" y="68"/>
                    </a:lnTo>
                    <a:lnTo>
                      <a:pt x="332" y="54"/>
                    </a:lnTo>
                    <a:lnTo>
                      <a:pt x="328" y="40"/>
                    </a:lnTo>
                    <a:lnTo>
                      <a:pt x="322" y="28"/>
                    </a:lnTo>
                    <a:lnTo>
                      <a:pt x="312" y="16"/>
                    </a:lnTo>
                    <a:lnTo>
                      <a:pt x="298" y="8"/>
                    </a:lnTo>
                    <a:lnTo>
                      <a:pt x="282" y="0"/>
                    </a:lnTo>
                    <a:lnTo>
                      <a:pt x="282" y="0"/>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71" name="Freeform 70"/>
              <p:cNvSpPr>
                <a:spLocks/>
              </p:cNvSpPr>
              <p:nvPr/>
            </p:nvSpPr>
            <p:spPr bwMode="auto">
              <a:xfrm>
                <a:off x="3194050" y="3257550"/>
                <a:ext cx="571500" cy="768350"/>
              </a:xfrm>
              <a:custGeom>
                <a:avLst/>
                <a:gdLst>
                  <a:gd name="T0" fmla="*/ 298 w 360"/>
                  <a:gd name="T1" fmla="*/ 394 h 484"/>
                  <a:gd name="T2" fmla="*/ 296 w 360"/>
                  <a:gd name="T3" fmla="*/ 416 h 484"/>
                  <a:gd name="T4" fmla="*/ 288 w 360"/>
                  <a:gd name="T5" fmla="*/ 444 h 484"/>
                  <a:gd name="T6" fmla="*/ 270 w 360"/>
                  <a:gd name="T7" fmla="*/ 468 h 484"/>
                  <a:gd name="T8" fmla="*/ 248 w 360"/>
                  <a:gd name="T9" fmla="*/ 482 h 484"/>
                  <a:gd name="T10" fmla="*/ 230 w 360"/>
                  <a:gd name="T11" fmla="*/ 484 h 484"/>
                  <a:gd name="T12" fmla="*/ 182 w 360"/>
                  <a:gd name="T13" fmla="*/ 478 h 484"/>
                  <a:gd name="T14" fmla="*/ 100 w 360"/>
                  <a:gd name="T15" fmla="*/ 458 h 484"/>
                  <a:gd name="T16" fmla="*/ 66 w 360"/>
                  <a:gd name="T17" fmla="*/ 444 h 484"/>
                  <a:gd name="T18" fmla="*/ 54 w 360"/>
                  <a:gd name="T19" fmla="*/ 436 h 484"/>
                  <a:gd name="T20" fmla="*/ 34 w 360"/>
                  <a:gd name="T21" fmla="*/ 420 h 484"/>
                  <a:gd name="T22" fmla="*/ 22 w 360"/>
                  <a:gd name="T23" fmla="*/ 400 h 484"/>
                  <a:gd name="T24" fmla="*/ 12 w 360"/>
                  <a:gd name="T25" fmla="*/ 366 h 484"/>
                  <a:gd name="T26" fmla="*/ 8 w 360"/>
                  <a:gd name="T27" fmla="*/ 312 h 484"/>
                  <a:gd name="T28" fmla="*/ 4 w 360"/>
                  <a:gd name="T29" fmla="*/ 252 h 484"/>
                  <a:gd name="T30" fmla="*/ 0 w 360"/>
                  <a:gd name="T31" fmla="*/ 214 h 484"/>
                  <a:gd name="T32" fmla="*/ 4 w 360"/>
                  <a:gd name="T33" fmla="*/ 160 h 484"/>
                  <a:gd name="T34" fmla="*/ 12 w 360"/>
                  <a:gd name="T35" fmla="*/ 128 h 484"/>
                  <a:gd name="T36" fmla="*/ 24 w 360"/>
                  <a:gd name="T37" fmla="*/ 98 h 484"/>
                  <a:gd name="T38" fmla="*/ 42 w 360"/>
                  <a:gd name="T39" fmla="*/ 70 h 484"/>
                  <a:gd name="T40" fmla="*/ 68 w 360"/>
                  <a:gd name="T41" fmla="*/ 48 h 484"/>
                  <a:gd name="T42" fmla="*/ 98 w 360"/>
                  <a:gd name="T43" fmla="*/ 30 h 484"/>
                  <a:gd name="T44" fmla="*/ 116 w 360"/>
                  <a:gd name="T45" fmla="*/ 22 h 484"/>
                  <a:gd name="T46" fmla="*/ 180 w 360"/>
                  <a:gd name="T47" fmla="*/ 4 h 484"/>
                  <a:gd name="T48" fmla="*/ 228 w 360"/>
                  <a:gd name="T49" fmla="*/ 0 h 484"/>
                  <a:gd name="T50" fmla="*/ 266 w 360"/>
                  <a:gd name="T51" fmla="*/ 8 h 484"/>
                  <a:gd name="T52" fmla="*/ 292 w 360"/>
                  <a:gd name="T53" fmla="*/ 20 h 484"/>
                  <a:gd name="T54" fmla="*/ 304 w 360"/>
                  <a:gd name="T55" fmla="*/ 28 h 484"/>
                  <a:gd name="T56" fmla="*/ 324 w 360"/>
                  <a:gd name="T57" fmla="*/ 44 h 484"/>
                  <a:gd name="T58" fmla="*/ 334 w 360"/>
                  <a:gd name="T59" fmla="*/ 64 h 484"/>
                  <a:gd name="T60" fmla="*/ 340 w 360"/>
                  <a:gd name="T61" fmla="*/ 84 h 484"/>
                  <a:gd name="T62" fmla="*/ 336 w 360"/>
                  <a:gd name="T63" fmla="*/ 122 h 484"/>
                  <a:gd name="T64" fmla="*/ 320 w 360"/>
                  <a:gd name="T65" fmla="*/ 156 h 484"/>
                  <a:gd name="T66" fmla="*/ 328 w 360"/>
                  <a:gd name="T67" fmla="*/ 166 h 484"/>
                  <a:gd name="T68" fmla="*/ 340 w 360"/>
                  <a:gd name="T69" fmla="*/ 194 h 484"/>
                  <a:gd name="T70" fmla="*/ 344 w 360"/>
                  <a:gd name="T71" fmla="*/ 226 h 484"/>
                  <a:gd name="T72" fmla="*/ 336 w 360"/>
                  <a:gd name="T73" fmla="*/ 258 h 484"/>
                  <a:gd name="T74" fmla="*/ 326 w 360"/>
                  <a:gd name="T75" fmla="*/ 270 h 484"/>
                  <a:gd name="T76" fmla="*/ 308 w 360"/>
                  <a:gd name="T77" fmla="*/ 282 h 484"/>
                  <a:gd name="T78" fmla="*/ 326 w 360"/>
                  <a:gd name="T79" fmla="*/ 288 h 484"/>
                  <a:gd name="T80" fmla="*/ 338 w 360"/>
                  <a:gd name="T81" fmla="*/ 296 h 484"/>
                  <a:gd name="T82" fmla="*/ 348 w 360"/>
                  <a:gd name="T83" fmla="*/ 306 h 484"/>
                  <a:gd name="T84" fmla="*/ 360 w 360"/>
                  <a:gd name="T85" fmla="*/ 332 h 484"/>
                  <a:gd name="T86" fmla="*/ 356 w 360"/>
                  <a:gd name="T87" fmla="*/ 362 h 484"/>
                  <a:gd name="T88" fmla="*/ 346 w 360"/>
                  <a:gd name="T89" fmla="*/ 380 h 484"/>
                  <a:gd name="T90" fmla="*/ 332 w 360"/>
                  <a:gd name="T91" fmla="*/ 388 h 484"/>
                  <a:gd name="T92" fmla="*/ 324 w 360"/>
                  <a:gd name="T93" fmla="*/ 392 h 484"/>
                  <a:gd name="T94" fmla="*/ 298 w 360"/>
                  <a:gd name="T95" fmla="*/ 394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0" h="484">
                    <a:moveTo>
                      <a:pt x="298" y="394"/>
                    </a:moveTo>
                    <a:lnTo>
                      <a:pt x="298" y="394"/>
                    </a:lnTo>
                    <a:lnTo>
                      <a:pt x="298" y="404"/>
                    </a:lnTo>
                    <a:lnTo>
                      <a:pt x="296" y="416"/>
                    </a:lnTo>
                    <a:lnTo>
                      <a:pt x="294" y="428"/>
                    </a:lnTo>
                    <a:lnTo>
                      <a:pt x="288" y="444"/>
                    </a:lnTo>
                    <a:lnTo>
                      <a:pt x="280" y="456"/>
                    </a:lnTo>
                    <a:lnTo>
                      <a:pt x="270" y="468"/>
                    </a:lnTo>
                    <a:lnTo>
                      <a:pt x="260" y="478"/>
                    </a:lnTo>
                    <a:lnTo>
                      <a:pt x="248" y="482"/>
                    </a:lnTo>
                    <a:lnTo>
                      <a:pt x="248" y="482"/>
                    </a:lnTo>
                    <a:lnTo>
                      <a:pt x="230" y="484"/>
                    </a:lnTo>
                    <a:lnTo>
                      <a:pt x="208" y="482"/>
                    </a:lnTo>
                    <a:lnTo>
                      <a:pt x="182" y="478"/>
                    </a:lnTo>
                    <a:lnTo>
                      <a:pt x="154" y="472"/>
                    </a:lnTo>
                    <a:lnTo>
                      <a:pt x="100" y="458"/>
                    </a:lnTo>
                    <a:lnTo>
                      <a:pt x="80" y="450"/>
                    </a:lnTo>
                    <a:lnTo>
                      <a:pt x="66" y="444"/>
                    </a:lnTo>
                    <a:lnTo>
                      <a:pt x="66" y="444"/>
                    </a:lnTo>
                    <a:lnTo>
                      <a:pt x="54" y="436"/>
                    </a:lnTo>
                    <a:lnTo>
                      <a:pt x="42" y="428"/>
                    </a:lnTo>
                    <a:lnTo>
                      <a:pt x="34" y="420"/>
                    </a:lnTo>
                    <a:lnTo>
                      <a:pt x="28" y="410"/>
                    </a:lnTo>
                    <a:lnTo>
                      <a:pt x="22" y="400"/>
                    </a:lnTo>
                    <a:lnTo>
                      <a:pt x="18" y="390"/>
                    </a:lnTo>
                    <a:lnTo>
                      <a:pt x="12" y="366"/>
                    </a:lnTo>
                    <a:lnTo>
                      <a:pt x="8" y="340"/>
                    </a:lnTo>
                    <a:lnTo>
                      <a:pt x="8" y="312"/>
                    </a:lnTo>
                    <a:lnTo>
                      <a:pt x="6" y="284"/>
                    </a:lnTo>
                    <a:lnTo>
                      <a:pt x="4" y="252"/>
                    </a:lnTo>
                    <a:lnTo>
                      <a:pt x="4" y="252"/>
                    </a:lnTo>
                    <a:lnTo>
                      <a:pt x="0" y="214"/>
                    </a:lnTo>
                    <a:lnTo>
                      <a:pt x="2" y="178"/>
                    </a:lnTo>
                    <a:lnTo>
                      <a:pt x="4" y="160"/>
                    </a:lnTo>
                    <a:lnTo>
                      <a:pt x="8" y="144"/>
                    </a:lnTo>
                    <a:lnTo>
                      <a:pt x="12" y="128"/>
                    </a:lnTo>
                    <a:lnTo>
                      <a:pt x="18" y="112"/>
                    </a:lnTo>
                    <a:lnTo>
                      <a:pt x="24" y="98"/>
                    </a:lnTo>
                    <a:lnTo>
                      <a:pt x="32" y="84"/>
                    </a:lnTo>
                    <a:lnTo>
                      <a:pt x="42" y="70"/>
                    </a:lnTo>
                    <a:lnTo>
                      <a:pt x="54" y="60"/>
                    </a:lnTo>
                    <a:lnTo>
                      <a:pt x="68" y="48"/>
                    </a:lnTo>
                    <a:lnTo>
                      <a:pt x="82" y="38"/>
                    </a:lnTo>
                    <a:lnTo>
                      <a:pt x="98" y="30"/>
                    </a:lnTo>
                    <a:lnTo>
                      <a:pt x="116" y="22"/>
                    </a:lnTo>
                    <a:lnTo>
                      <a:pt x="116" y="22"/>
                    </a:lnTo>
                    <a:lnTo>
                      <a:pt x="158" y="10"/>
                    </a:lnTo>
                    <a:lnTo>
                      <a:pt x="180" y="4"/>
                    </a:lnTo>
                    <a:lnTo>
                      <a:pt x="204" y="2"/>
                    </a:lnTo>
                    <a:lnTo>
                      <a:pt x="228" y="0"/>
                    </a:lnTo>
                    <a:lnTo>
                      <a:pt x="254" y="4"/>
                    </a:lnTo>
                    <a:lnTo>
                      <a:pt x="266" y="8"/>
                    </a:lnTo>
                    <a:lnTo>
                      <a:pt x="278" y="14"/>
                    </a:lnTo>
                    <a:lnTo>
                      <a:pt x="292" y="20"/>
                    </a:lnTo>
                    <a:lnTo>
                      <a:pt x="304" y="28"/>
                    </a:lnTo>
                    <a:lnTo>
                      <a:pt x="304" y="28"/>
                    </a:lnTo>
                    <a:lnTo>
                      <a:pt x="316" y="36"/>
                    </a:lnTo>
                    <a:lnTo>
                      <a:pt x="324" y="44"/>
                    </a:lnTo>
                    <a:lnTo>
                      <a:pt x="330" y="54"/>
                    </a:lnTo>
                    <a:lnTo>
                      <a:pt x="334" y="64"/>
                    </a:lnTo>
                    <a:lnTo>
                      <a:pt x="338" y="74"/>
                    </a:lnTo>
                    <a:lnTo>
                      <a:pt x="340" y="84"/>
                    </a:lnTo>
                    <a:lnTo>
                      <a:pt x="338" y="104"/>
                    </a:lnTo>
                    <a:lnTo>
                      <a:pt x="336" y="122"/>
                    </a:lnTo>
                    <a:lnTo>
                      <a:pt x="330" y="136"/>
                    </a:lnTo>
                    <a:lnTo>
                      <a:pt x="320" y="156"/>
                    </a:lnTo>
                    <a:lnTo>
                      <a:pt x="320" y="156"/>
                    </a:lnTo>
                    <a:lnTo>
                      <a:pt x="328" y="166"/>
                    </a:lnTo>
                    <a:lnTo>
                      <a:pt x="336" y="178"/>
                    </a:lnTo>
                    <a:lnTo>
                      <a:pt x="340" y="194"/>
                    </a:lnTo>
                    <a:lnTo>
                      <a:pt x="344" y="210"/>
                    </a:lnTo>
                    <a:lnTo>
                      <a:pt x="344" y="226"/>
                    </a:lnTo>
                    <a:lnTo>
                      <a:pt x="342" y="242"/>
                    </a:lnTo>
                    <a:lnTo>
                      <a:pt x="336" y="258"/>
                    </a:lnTo>
                    <a:lnTo>
                      <a:pt x="326" y="270"/>
                    </a:lnTo>
                    <a:lnTo>
                      <a:pt x="326" y="270"/>
                    </a:lnTo>
                    <a:lnTo>
                      <a:pt x="318" y="278"/>
                    </a:lnTo>
                    <a:lnTo>
                      <a:pt x="308" y="282"/>
                    </a:lnTo>
                    <a:lnTo>
                      <a:pt x="308" y="282"/>
                    </a:lnTo>
                    <a:lnTo>
                      <a:pt x="326" y="288"/>
                    </a:lnTo>
                    <a:lnTo>
                      <a:pt x="338" y="296"/>
                    </a:lnTo>
                    <a:lnTo>
                      <a:pt x="338" y="296"/>
                    </a:lnTo>
                    <a:lnTo>
                      <a:pt x="344" y="300"/>
                    </a:lnTo>
                    <a:lnTo>
                      <a:pt x="348" y="306"/>
                    </a:lnTo>
                    <a:lnTo>
                      <a:pt x="356" y="318"/>
                    </a:lnTo>
                    <a:lnTo>
                      <a:pt x="360" y="332"/>
                    </a:lnTo>
                    <a:lnTo>
                      <a:pt x="360" y="348"/>
                    </a:lnTo>
                    <a:lnTo>
                      <a:pt x="356" y="362"/>
                    </a:lnTo>
                    <a:lnTo>
                      <a:pt x="350" y="376"/>
                    </a:lnTo>
                    <a:lnTo>
                      <a:pt x="346" y="380"/>
                    </a:lnTo>
                    <a:lnTo>
                      <a:pt x="340" y="386"/>
                    </a:lnTo>
                    <a:lnTo>
                      <a:pt x="332" y="388"/>
                    </a:lnTo>
                    <a:lnTo>
                      <a:pt x="324" y="392"/>
                    </a:lnTo>
                    <a:lnTo>
                      <a:pt x="324" y="392"/>
                    </a:lnTo>
                    <a:lnTo>
                      <a:pt x="298" y="394"/>
                    </a:lnTo>
                    <a:lnTo>
                      <a:pt x="298" y="394"/>
                    </a:lnTo>
                    <a:close/>
                  </a:path>
                </a:pathLst>
              </a:custGeom>
              <a:solidFill>
                <a:srgbClr val="DFB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72" name="Freeform 71"/>
              <p:cNvSpPr>
                <a:spLocks/>
              </p:cNvSpPr>
              <p:nvPr/>
            </p:nvSpPr>
            <p:spPr bwMode="auto">
              <a:xfrm>
                <a:off x="3238500" y="3663950"/>
                <a:ext cx="549275" cy="215900"/>
              </a:xfrm>
              <a:custGeom>
                <a:avLst/>
                <a:gdLst>
                  <a:gd name="T0" fmla="*/ 324 w 346"/>
                  <a:gd name="T1" fmla="*/ 42 h 136"/>
                  <a:gd name="T2" fmla="*/ 324 w 346"/>
                  <a:gd name="T3" fmla="*/ 42 h 136"/>
                  <a:gd name="T4" fmla="*/ 330 w 346"/>
                  <a:gd name="T5" fmla="*/ 46 h 136"/>
                  <a:gd name="T6" fmla="*/ 334 w 346"/>
                  <a:gd name="T7" fmla="*/ 52 h 136"/>
                  <a:gd name="T8" fmla="*/ 342 w 346"/>
                  <a:gd name="T9" fmla="*/ 64 h 136"/>
                  <a:gd name="T10" fmla="*/ 346 w 346"/>
                  <a:gd name="T11" fmla="*/ 78 h 136"/>
                  <a:gd name="T12" fmla="*/ 346 w 346"/>
                  <a:gd name="T13" fmla="*/ 92 h 136"/>
                  <a:gd name="T14" fmla="*/ 344 w 346"/>
                  <a:gd name="T15" fmla="*/ 106 h 136"/>
                  <a:gd name="T16" fmla="*/ 336 w 346"/>
                  <a:gd name="T17" fmla="*/ 118 h 136"/>
                  <a:gd name="T18" fmla="*/ 332 w 346"/>
                  <a:gd name="T19" fmla="*/ 122 h 136"/>
                  <a:gd name="T20" fmla="*/ 326 w 346"/>
                  <a:gd name="T21" fmla="*/ 128 h 136"/>
                  <a:gd name="T22" fmla="*/ 320 w 346"/>
                  <a:gd name="T23" fmla="*/ 130 h 136"/>
                  <a:gd name="T24" fmla="*/ 312 w 346"/>
                  <a:gd name="T25" fmla="*/ 132 h 136"/>
                  <a:gd name="T26" fmla="*/ 312 w 346"/>
                  <a:gd name="T27" fmla="*/ 132 h 136"/>
                  <a:gd name="T28" fmla="*/ 294 w 346"/>
                  <a:gd name="T29" fmla="*/ 136 h 136"/>
                  <a:gd name="T30" fmla="*/ 270 w 346"/>
                  <a:gd name="T31" fmla="*/ 136 h 136"/>
                  <a:gd name="T32" fmla="*/ 246 w 346"/>
                  <a:gd name="T33" fmla="*/ 134 h 136"/>
                  <a:gd name="T34" fmla="*/ 218 w 346"/>
                  <a:gd name="T35" fmla="*/ 130 h 136"/>
                  <a:gd name="T36" fmla="*/ 166 w 346"/>
                  <a:gd name="T37" fmla="*/ 122 h 136"/>
                  <a:gd name="T38" fmla="*/ 142 w 346"/>
                  <a:gd name="T39" fmla="*/ 116 h 136"/>
                  <a:gd name="T40" fmla="*/ 122 w 346"/>
                  <a:gd name="T41" fmla="*/ 110 h 136"/>
                  <a:gd name="T42" fmla="*/ 122 w 346"/>
                  <a:gd name="T43" fmla="*/ 110 h 136"/>
                  <a:gd name="T44" fmla="*/ 90 w 346"/>
                  <a:gd name="T45" fmla="*/ 98 h 136"/>
                  <a:gd name="T46" fmla="*/ 66 w 346"/>
                  <a:gd name="T47" fmla="*/ 88 h 136"/>
                  <a:gd name="T48" fmla="*/ 24 w 346"/>
                  <a:gd name="T49" fmla="*/ 68 h 136"/>
                  <a:gd name="T50" fmla="*/ 24 w 346"/>
                  <a:gd name="T51" fmla="*/ 68 h 136"/>
                  <a:gd name="T52" fmla="*/ 14 w 346"/>
                  <a:gd name="T53" fmla="*/ 62 h 136"/>
                  <a:gd name="T54" fmla="*/ 6 w 346"/>
                  <a:gd name="T55" fmla="*/ 54 h 136"/>
                  <a:gd name="T56" fmla="*/ 2 w 346"/>
                  <a:gd name="T57" fmla="*/ 46 h 136"/>
                  <a:gd name="T58" fmla="*/ 0 w 346"/>
                  <a:gd name="T59" fmla="*/ 34 h 136"/>
                  <a:gd name="T60" fmla="*/ 0 w 346"/>
                  <a:gd name="T61" fmla="*/ 24 h 136"/>
                  <a:gd name="T62" fmla="*/ 4 w 346"/>
                  <a:gd name="T63" fmla="*/ 16 h 136"/>
                  <a:gd name="T64" fmla="*/ 8 w 346"/>
                  <a:gd name="T65" fmla="*/ 8 h 136"/>
                  <a:gd name="T66" fmla="*/ 16 w 346"/>
                  <a:gd name="T67" fmla="*/ 4 h 136"/>
                  <a:gd name="T68" fmla="*/ 16 w 346"/>
                  <a:gd name="T69" fmla="*/ 4 h 136"/>
                  <a:gd name="T70" fmla="*/ 34 w 346"/>
                  <a:gd name="T71" fmla="*/ 2 h 136"/>
                  <a:gd name="T72" fmla="*/ 66 w 346"/>
                  <a:gd name="T73" fmla="*/ 0 h 136"/>
                  <a:gd name="T74" fmla="*/ 110 w 346"/>
                  <a:gd name="T75" fmla="*/ 2 h 136"/>
                  <a:gd name="T76" fmla="*/ 160 w 346"/>
                  <a:gd name="T77" fmla="*/ 6 h 136"/>
                  <a:gd name="T78" fmla="*/ 212 w 346"/>
                  <a:gd name="T79" fmla="*/ 12 h 136"/>
                  <a:gd name="T80" fmla="*/ 258 w 346"/>
                  <a:gd name="T81" fmla="*/ 20 h 136"/>
                  <a:gd name="T82" fmla="*/ 280 w 346"/>
                  <a:gd name="T83" fmla="*/ 24 h 136"/>
                  <a:gd name="T84" fmla="*/ 298 w 346"/>
                  <a:gd name="T85" fmla="*/ 30 h 136"/>
                  <a:gd name="T86" fmla="*/ 312 w 346"/>
                  <a:gd name="T87" fmla="*/ 36 h 136"/>
                  <a:gd name="T88" fmla="*/ 324 w 346"/>
                  <a:gd name="T89" fmla="*/ 42 h 136"/>
                  <a:gd name="T90" fmla="*/ 324 w 346"/>
                  <a:gd name="T91" fmla="*/ 4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6" h="136">
                    <a:moveTo>
                      <a:pt x="324" y="42"/>
                    </a:moveTo>
                    <a:lnTo>
                      <a:pt x="324" y="42"/>
                    </a:lnTo>
                    <a:lnTo>
                      <a:pt x="330" y="46"/>
                    </a:lnTo>
                    <a:lnTo>
                      <a:pt x="334" y="52"/>
                    </a:lnTo>
                    <a:lnTo>
                      <a:pt x="342" y="64"/>
                    </a:lnTo>
                    <a:lnTo>
                      <a:pt x="346" y="78"/>
                    </a:lnTo>
                    <a:lnTo>
                      <a:pt x="346" y="92"/>
                    </a:lnTo>
                    <a:lnTo>
                      <a:pt x="344" y="106"/>
                    </a:lnTo>
                    <a:lnTo>
                      <a:pt x="336" y="118"/>
                    </a:lnTo>
                    <a:lnTo>
                      <a:pt x="332" y="122"/>
                    </a:lnTo>
                    <a:lnTo>
                      <a:pt x="326" y="128"/>
                    </a:lnTo>
                    <a:lnTo>
                      <a:pt x="320" y="130"/>
                    </a:lnTo>
                    <a:lnTo>
                      <a:pt x="312" y="132"/>
                    </a:lnTo>
                    <a:lnTo>
                      <a:pt x="312" y="132"/>
                    </a:lnTo>
                    <a:lnTo>
                      <a:pt x="294" y="136"/>
                    </a:lnTo>
                    <a:lnTo>
                      <a:pt x="270" y="136"/>
                    </a:lnTo>
                    <a:lnTo>
                      <a:pt x="246" y="134"/>
                    </a:lnTo>
                    <a:lnTo>
                      <a:pt x="218" y="130"/>
                    </a:lnTo>
                    <a:lnTo>
                      <a:pt x="166" y="122"/>
                    </a:lnTo>
                    <a:lnTo>
                      <a:pt x="142" y="116"/>
                    </a:lnTo>
                    <a:lnTo>
                      <a:pt x="122" y="110"/>
                    </a:lnTo>
                    <a:lnTo>
                      <a:pt x="122" y="110"/>
                    </a:lnTo>
                    <a:lnTo>
                      <a:pt x="90" y="98"/>
                    </a:lnTo>
                    <a:lnTo>
                      <a:pt x="66" y="88"/>
                    </a:lnTo>
                    <a:lnTo>
                      <a:pt x="24" y="68"/>
                    </a:lnTo>
                    <a:lnTo>
                      <a:pt x="24" y="68"/>
                    </a:lnTo>
                    <a:lnTo>
                      <a:pt x="14" y="62"/>
                    </a:lnTo>
                    <a:lnTo>
                      <a:pt x="6" y="54"/>
                    </a:lnTo>
                    <a:lnTo>
                      <a:pt x="2" y="46"/>
                    </a:lnTo>
                    <a:lnTo>
                      <a:pt x="0" y="34"/>
                    </a:lnTo>
                    <a:lnTo>
                      <a:pt x="0" y="24"/>
                    </a:lnTo>
                    <a:lnTo>
                      <a:pt x="4" y="16"/>
                    </a:lnTo>
                    <a:lnTo>
                      <a:pt x="8" y="8"/>
                    </a:lnTo>
                    <a:lnTo>
                      <a:pt x="16" y="4"/>
                    </a:lnTo>
                    <a:lnTo>
                      <a:pt x="16" y="4"/>
                    </a:lnTo>
                    <a:lnTo>
                      <a:pt x="34" y="2"/>
                    </a:lnTo>
                    <a:lnTo>
                      <a:pt x="66" y="0"/>
                    </a:lnTo>
                    <a:lnTo>
                      <a:pt x="110" y="2"/>
                    </a:lnTo>
                    <a:lnTo>
                      <a:pt x="160" y="6"/>
                    </a:lnTo>
                    <a:lnTo>
                      <a:pt x="212" y="12"/>
                    </a:lnTo>
                    <a:lnTo>
                      <a:pt x="258" y="20"/>
                    </a:lnTo>
                    <a:lnTo>
                      <a:pt x="280" y="24"/>
                    </a:lnTo>
                    <a:lnTo>
                      <a:pt x="298" y="30"/>
                    </a:lnTo>
                    <a:lnTo>
                      <a:pt x="312" y="36"/>
                    </a:lnTo>
                    <a:lnTo>
                      <a:pt x="324" y="42"/>
                    </a:lnTo>
                    <a:lnTo>
                      <a:pt x="324" y="42"/>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73" name="Freeform 72"/>
              <p:cNvSpPr>
                <a:spLocks/>
              </p:cNvSpPr>
              <p:nvPr/>
            </p:nvSpPr>
            <p:spPr bwMode="auto">
              <a:xfrm>
                <a:off x="3248025" y="3790950"/>
                <a:ext cx="434975" cy="238125"/>
              </a:xfrm>
              <a:custGeom>
                <a:avLst/>
                <a:gdLst>
                  <a:gd name="T0" fmla="*/ 270 w 274"/>
                  <a:gd name="T1" fmla="*/ 62 h 150"/>
                  <a:gd name="T2" fmla="*/ 270 w 274"/>
                  <a:gd name="T3" fmla="*/ 62 h 150"/>
                  <a:gd name="T4" fmla="*/ 274 w 274"/>
                  <a:gd name="T5" fmla="*/ 70 h 150"/>
                  <a:gd name="T6" fmla="*/ 274 w 274"/>
                  <a:gd name="T7" fmla="*/ 80 h 150"/>
                  <a:gd name="T8" fmla="*/ 270 w 274"/>
                  <a:gd name="T9" fmla="*/ 94 h 150"/>
                  <a:gd name="T10" fmla="*/ 266 w 274"/>
                  <a:gd name="T11" fmla="*/ 108 h 150"/>
                  <a:gd name="T12" fmla="*/ 260 w 274"/>
                  <a:gd name="T13" fmla="*/ 120 h 150"/>
                  <a:gd name="T14" fmla="*/ 250 w 274"/>
                  <a:gd name="T15" fmla="*/ 134 h 150"/>
                  <a:gd name="T16" fmla="*/ 240 w 274"/>
                  <a:gd name="T17" fmla="*/ 142 h 150"/>
                  <a:gd name="T18" fmla="*/ 234 w 274"/>
                  <a:gd name="T19" fmla="*/ 146 h 150"/>
                  <a:gd name="T20" fmla="*/ 226 w 274"/>
                  <a:gd name="T21" fmla="*/ 148 h 150"/>
                  <a:gd name="T22" fmla="*/ 226 w 274"/>
                  <a:gd name="T23" fmla="*/ 148 h 150"/>
                  <a:gd name="T24" fmla="*/ 208 w 274"/>
                  <a:gd name="T25" fmla="*/ 150 h 150"/>
                  <a:gd name="T26" fmla="*/ 186 w 274"/>
                  <a:gd name="T27" fmla="*/ 148 h 150"/>
                  <a:gd name="T28" fmla="*/ 160 w 274"/>
                  <a:gd name="T29" fmla="*/ 144 h 150"/>
                  <a:gd name="T30" fmla="*/ 132 w 274"/>
                  <a:gd name="T31" fmla="*/ 140 h 150"/>
                  <a:gd name="T32" fmla="*/ 104 w 274"/>
                  <a:gd name="T33" fmla="*/ 132 h 150"/>
                  <a:gd name="T34" fmla="*/ 80 w 274"/>
                  <a:gd name="T35" fmla="*/ 124 h 150"/>
                  <a:gd name="T36" fmla="*/ 58 w 274"/>
                  <a:gd name="T37" fmla="*/ 116 h 150"/>
                  <a:gd name="T38" fmla="*/ 44 w 274"/>
                  <a:gd name="T39" fmla="*/ 108 h 150"/>
                  <a:gd name="T40" fmla="*/ 44 w 274"/>
                  <a:gd name="T41" fmla="*/ 108 h 150"/>
                  <a:gd name="T42" fmla="*/ 24 w 274"/>
                  <a:gd name="T43" fmla="*/ 94 h 150"/>
                  <a:gd name="T44" fmla="*/ 16 w 274"/>
                  <a:gd name="T45" fmla="*/ 84 h 150"/>
                  <a:gd name="T46" fmla="*/ 10 w 274"/>
                  <a:gd name="T47" fmla="*/ 76 h 150"/>
                  <a:gd name="T48" fmla="*/ 4 w 274"/>
                  <a:gd name="T49" fmla="*/ 64 h 150"/>
                  <a:gd name="T50" fmla="*/ 0 w 274"/>
                  <a:gd name="T51" fmla="*/ 52 h 150"/>
                  <a:gd name="T52" fmla="*/ 0 w 274"/>
                  <a:gd name="T53" fmla="*/ 38 h 150"/>
                  <a:gd name="T54" fmla="*/ 0 w 274"/>
                  <a:gd name="T55" fmla="*/ 22 h 150"/>
                  <a:gd name="T56" fmla="*/ 0 w 274"/>
                  <a:gd name="T57" fmla="*/ 22 h 150"/>
                  <a:gd name="T58" fmla="*/ 2 w 274"/>
                  <a:gd name="T59" fmla="*/ 16 h 150"/>
                  <a:gd name="T60" fmla="*/ 6 w 274"/>
                  <a:gd name="T61" fmla="*/ 10 h 150"/>
                  <a:gd name="T62" fmla="*/ 14 w 274"/>
                  <a:gd name="T63" fmla="*/ 6 h 150"/>
                  <a:gd name="T64" fmla="*/ 24 w 274"/>
                  <a:gd name="T65" fmla="*/ 0 h 150"/>
                  <a:gd name="T66" fmla="*/ 24 w 274"/>
                  <a:gd name="T67" fmla="*/ 0 h 150"/>
                  <a:gd name="T68" fmla="*/ 60 w 274"/>
                  <a:gd name="T69" fmla="*/ 16 h 150"/>
                  <a:gd name="T70" fmla="*/ 110 w 274"/>
                  <a:gd name="T71" fmla="*/ 36 h 150"/>
                  <a:gd name="T72" fmla="*/ 110 w 274"/>
                  <a:gd name="T73" fmla="*/ 36 h 150"/>
                  <a:gd name="T74" fmla="*/ 144 w 274"/>
                  <a:gd name="T75" fmla="*/ 46 h 150"/>
                  <a:gd name="T76" fmla="*/ 186 w 274"/>
                  <a:gd name="T77" fmla="*/ 54 h 150"/>
                  <a:gd name="T78" fmla="*/ 230 w 274"/>
                  <a:gd name="T79" fmla="*/ 60 h 150"/>
                  <a:gd name="T80" fmla="*/ 270 w 274"/>
                  <a:gd name="T81" fmla="*/ 62 h 150"/>
                  <a:gd name="T82" fmla="*/ 270 w 274"/>
                  <a:gd name="T83" fmla="*/ 6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4" h="150">
                    <a:moveTo>
                      <a:pt x="270" y="62"/>
                    </a:moveTo>
                    <a:lnTo>
                      <a:pt x="270" y="62"/>
                    </a:lnTo>
                    <a:lnTo>
                      <a:pt x="274" y="70"/>
                    </a:lnTo>
                    <a:lnTo>
                      <a:pt x="274" y="80"/>
                    </a:lnTo>
                    <a:lnTo>
                      <a:pt x="270" y="94"/>
                    </a:lnTo>
                    <a:lnTo>
                      <a:pt x="266" y="108"/>
                    </a:lnTo>
                    <a:lnTo>
                      <a:pt x="260" y="120"/>
                    </a:lnTo>
                    <a:lnTo>
                      <a:pt x="250" y="134"/>
                    </a:lnTo>
                    <a:lnTo>
                      <a:pt x="240" y="142"/>
                    </a:lnTo>
                    <a:lnTo>
                      <a:pt x="234" y="146"/>
                    </a:lnTo>
                    <a:lnTo>
                      <a:pt x="226" y="148"/>
                    </a:lnTo>
                    <a:lnTo>
                      <a:pt x="226" y="148"/>
                    </a:lnTo>
                    <a:lnTo>
                      <a:pt x="208" y="150"/>
                    </a:lnTo>
                    <a:lnTo>
                      <a:pt x="186" y="148"/>
                    </a:lnTo>
                    <a:lnTo>
                      <a:pt x="160" y="144"/>
                    </a:lnTo>
                    <a:lnTo>
                      <a:pt x="132" y="140"/>
                    </a:lnTo>
                    <a:lnTo>
                      <a:pt x="104" y="132"/>
                    </a:lnTo>
                    <a:lnTo>
                      <a:pt x="80" y="124"/>
                    </a:lnTo>
                    <a:lnTo>
                      <a:pt x="58" y="116"/>
                    </a:lnTo>
                    <a:lnTo>
                      <a:pt x="44" y="108"/>
                    </a:lnTo>
                    <a:lnTo>
                      <a:pt x="44" y="108"/>
                    </a:lnTo>
                    <a:lnTo>
                      <a:pt x="24" y="94"/>
                    </a:lnTo>
                    <a:lnTo>
                      <a:pt x="16" y="84"/>
                    </a:lnTo>
                    <a:lnTo>
                      <a:pt x="10" y="76"/>
                    </a:lnTo>
                    <a:lnTo>
                      <a:pt x="4" y="64"/>
                    </a:lnTo>
                    <a:lnTo>
                      <a:pt x="0" y="52"/>
                    </a:lnTo>
                    <a:lnTo>
                      <a:pt x="0" y="38"/>
                    </a:lnTo>
                    <a:lnTo>
                      <a:pt x="0" y="22"/>
                    </a:lnTo>
                    <a:lnTo>
                      <a:pt x="0" y="22"/>
                    </a:lnTo>
                    <a:lnTo>
                      <a:pt x="2" y="16"/>
                    </a:lnTo>
                    <a:lnTo>
                      <a:pt x="6" y="10"/>
                    </a:lnTo>
                    <a:lnTo>
                      <a:pt x="14" y="6"/>
                    </a:lnTo>
                    <a:lnTo>
                      <a:pt x="24" y="0"/>
                    </a:lnTo>
                    <a:lnTo>
                      <a:pt x="24" y="0"/>
                    </a:lnTo>
                    <a:lnTo>
                      <a:pt x="60" y="16"/>
                    </a:lnTo>
                    <a:lnTo>
                      <a:pt x="110" y="36"/>
                    </a:lnTo>
                    <a:lnTo>
                      <a:pt x="110" y="36"/>
                    </a:lnTo>
                    <a:lnTo>
                      <a:pt x="144" y="46"/>
                    </a:lnTo>
                    <a:lnTo>
                      <a:pt x="186" y="54"/>
                    </a:lnTo>
                    <a:lnTo>
                      <a:pt x="230" y="60"/>
                    </a:lnTo>
                    <a:lnTo>
                      <a:pt x="270" y="62"/>
                    </a:lnTo>
                    <a:lnTo>
                      <a:pt x="270" y="62"/>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74" name="Freeform 73"/>
              <p:cNvSpPr>
                <a:spLocks/>
              </p:cNvSpPr>
              <p:nvPr/>
            </p:nvSpPr>
            <p:spPr bwMode="auto">
              <a:xfrm>
                <a:off x="3251200" y="3492500"/>
                <a:ext cx="552450" cy="215900"/>
              </a:xfrm>
              <a:custGeom>
                <a:avLst/>
                <a:gdLst>
                  <a:gd name="T0" fmla="*/ 314 w 348"/>
                  <a:gd name="T1" fmla="*/ 16 h 136"/>
                  <a:gd name="T2" fmla="*/ 314 w 348"/>
                  <a:gd name="T3" fmla="*/ 16 h 136"/>
                  <a:gd name="T4" fmla="*/ 326 w 348"/>
                  <a:gd name="T5" fmla="*/ 24 h 136"/>
                  <a:gd name="T6" fmla="*/ 334 w 348"/>
                  <a:gd name="T7" fmla="*/ 34 h 136"/>
                  <a:gd name="T8" fmla="*/ 342 w 348"/>
                  <a:gd name="T9" fmla="*/ 48 h 136"/>
                  <a:gd name="T10" fmla="*/ 346 w 348"/>
                  <a:gd name="T11" fmla="*/ 64 h 136"/>
                  <a:gd name="T12" fmla="*/ 348 w 348"/>
                  <a:gd name="T13" fmla="*/ 80 h 136"/>
                  <a:gd name="T14" fmla="*/ 346 w 348"/>
                  <a:gd name="T15" fmla="*/ 96 h 136"/>
                  <a:gd name="T16" fmla="*/ 342 w 348"/>
                  <a:gd name="T17" fmla="*/ 112 h 136"/>
                  <a:gd name="T18" fmla="*/ 336 w 348"/>
                  <a:gd name="T19" fmla="*/ 118 h 136"/>
                  <a:gd name="T20" fmla="*/ 332 w 348"/>
                  <a:gd name="T21" fmla="*/ 124 h 136"/>
                  <a:gd name="T22" fmla="*/ 332 w 348"/>
                  <a:gd name="T23" fmla="*/ 124 h 136"/>
                  <a:gd name="T24" fmla="*/ 326 w 348"/>
                  <a:gd name="T25" fmla="*/ 128 h 136"/>
                  <a:gd name="T26" fmla="*/ 318 w 348"/>
                  <a:gd name="T27" fmla="*/ 132 h 136"/>
                  <a:gd name="T28" fmla="*/ 300 w 348"/>
                  <a:gd name="T29" fmla="*/ 136 h 136"/>
                  <a:gd name="T30" fmla="*/ 300 w 348"/>
                  <a:gd name="T31" fmla="*/ 136 h 136"/>
                  <a:gd name="T32" fmla="*/ 270 w 348"/>
                  <a:gd name="T33" fmla="*/ 128 h 136"/>
                  <a:gd name="T34" fmla="*/ 234 w 348"/>
                  <a:gd name="T35" fmla="*/ 120 h 136"/>
                  <a:gd name="T36" fmla="*/ 192 w 348"/>
                  <a:gd name="T37" fmla="*/ 114 h 136"/>
                  <a:gd name="T38" fmla="*/ 150 w 348"/>
                  <a:gd name="T39" fmla="*/ 110 h 136"/>
                  <a:gd name="T40" fmla="*/ 108 w 348"/>
                  <a:gd name="T41" fmla="*/ 106 h 136"/>
                  <a:gd name="T42" fmla="*/ 70 w 348"/>
                  <a:gd name="T43" fmla="*/ 104 h 136"/>
                  <a:gd name="T44" fmla="*/ 38 w 348"/>
                  <a:gd name="T45" fmla="*/ 104 h 136"/>
                  <a:gd name="T46" fmla="*/ 18 w 348"/>
                  <a:gd name="T47" fmla="*/ 106 h 136"/>
                  <a:gd name="T48" fmla="*/ 18 w 348"/>
                  <a:gd name="T49" fmla="*/ 106 h 136"/>
                  <a:gd name="T50" fmla="*/ 12 w 348"/>
                  <a:gd name="T51" fmla="*/ 98 h 136"/>
                  <a:gd name="T52" fmla="*/ 6 w 348"/>
                  <a:gd name="T53" fmla="*/ 90 h 136"/>
                  <a:gd name="T54" fmla="*/ 4 w 348"/>
                  <a:gd name="T55" fmla="*/ 80 h 136"/>
                  <a:gd name="T56" fmla="*/ 2 w 348"/>
                  <a:gd name="T57" fmla="*/ 72 h 136"/>
                  <a:gd name="T58" fmla="*/ 0 w 348"/>
                  <a:gd name="T59" fmla="*/ 52 h 136"/>
                  <a:gd name="T60" fmla="*/ 4 w 348"/>
                  <a:gd name="T61" fmla="*/ 36 h 136"/>
                  <a:gd name="T62" fmla="*/ 4 w 348"/>
                  <a:gd name="T63" fmla="*/ 36 h 136"/>
                  <a:gd name="T64" fmla="*/ 8 w 348"/>
                  <a:gd name="T65" fmla="*/ 32 h 136"/>
                  <a:gd name="T66" fmla="*/ 16 w 348"/>
                  <a:gd name="T67" fmla="*/ 28 h 136"/>
                  <a:gd name="T68" fmla="*/ 26 w 348"/>
                  <a:gd name="T69" fmla="*/ 22 h 136"/>
                  <a:gd name="T70" fmla="*/ 40 w 348"/>
                  <a:gd name="T71" fmla="*/ 18 h 136"/>
                  <a:gd name="T72" fmla="*/ 74 w 348"/>
                  <a:gd name="T73" fmla="*/ 10 h 136"/>
                  <a:gd name="T74" fmla="*/ 116 w 348"/>
                  <a:gd name="T75" fmla="*/ 4 h 136"/>
                  <a:gd name="T76" fmla="*/ 164 w 348"/>
                  <a:gd name="T77" fmla="*/ 0 h 136"/>
                  <a:gd name="T78" fmla="*/ 216 w 348"/>
                  <a:gd name="T79" fmla="*/ 2 h 136"/>
                  <a:gd name="T80" fmla="*/ 240 w 348"/>
                  <a:gd name="T81" fmla="*/ 4 h 136"/>
                  <a:gd name="T82" fmla="*/ 266 w 348"/>
                  <a:gd name="T83" fmla="*/ 6 h 136"/>
                  <a:gd name="T84" fmla="*/ 290 w 348"/>
                  <a:gd name="T85" fmla="*/ 10 h 136"/>
                  <a:gd name="T86" fmla="*/ 314 w 348"/>
                  <a:gd name="T87" fmla="*/ 16 h 136"/>
                  <a:gd name="T88" fmla="*/ 314 w 348"/>
                  <a:gd name="T89" fmla="*/ 1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8" h="136">
                    <a:moveTo>
                      <a:pt x="314" y="16"/>
                    </a:moveTo>
                    <a:lnTo>
                      <a:pt x="314" y="16"/>
                    </a:lnTo>
                    <a:lnTo>
                      <a:pt x="326" y="24"/>
                    </a:lnTo>
                    <a:lnTo>
                      <a:pt x="334" y="34"/>
                    </a:lnTo>
                    <a:lnTo>
                      <a:pt x="342" y="48"/>
                    </a:lnTo>
                    <a:lnTo>
                      <a:pt x="346" y="64"/>
                    </a:lnTo>
                    <a:lnTo>
                      <a:pt x="348" y="80"/>
                    </a:lnTo>
                    <a:lnTo>
                      <a:pt x="346" y="96"/>
                    </a:lnTo>
                    <a:lnTo>
                      <a:pt x="342" y="112"/>
                    </a:lnTo>
                    <a:lnTo>
                      <a:pt x="336" y="118"/>
                    </a:lnTo>
                    <a:lnTo>
                      <a:pt x="332" y="124"/>
                    </a:lnTo>
                    <a:lnTo>
                      <a:pt x="332" y="124"/>
                    </a:lnTo>
                    <a:lnTo>
                      <a:pt x="326" y="128"/>
                    </a:lnTo>
                    <a:lnTo>
                      <a:pt x="318" y="132"/>
                    </a:lnTo>
                    <a:lnTo>
                      <a:pt x="300" y="136"/>
                    </a:lnTo>
                    <a:lnTo>
                      <a:pt x="300" y="136"/>
                    </a:lnTo>
                    <a:lnTo>
                      <a:pt x="270" y="128"/>
                    </a:lnTo>
                    <a:lnTo>
                      <a:pt x="234" y="120"/>
                    </a:lnTo>
                    <a:lnTo>
                      <a:pt x="192" y="114"/>
                    </a:lnTo>
                    <a:lnTo>
                      <a:pt x="150" y="110"/>
                    </a:lnTo>
                    <a:lnTo>
                      <a:pt x="108" y="106"/>
                    </a:lnTo>
                    <a:lnTo>
                      <a:pt x="70" y="104"/>
                    </a:lnTo>
                    <a:lnTo>
                      <a:pt x="38" y="104"/>
                    </a:lnTo>
                    <a:lnTo>
                      <a:pt x="18" y="106"/>
                    </a:lnTo>
                    <a:lnTo>
                      <a:pt x="18" y="106"/>
                    </a:lnTo>
                    <a:lnTo>
                      <a:pt x="12" y="98"/>
                    </a:lnTo>
                    <a:lnTo>
                      <a:pt x="6" y="90"/>
                    </a:lnTo>
                    <a:lnTo>
                      <a:pt x="4" y="80"/>
                    </a:lnTo>
                    <a:lnTo>
                      <a:pt x="2" y="72"/>
                    </a:lnTo>
                    <a:lnTo>
                      <a:pt x="0" y="52"/>
                    </a:lnTo>
                    <a:lnTo>
                      <a:pt x="4" y="36"/>
                    </a:lnTo>
                    <a:lnTo>
                      <a:pt x="4" y="36"/>
                    </a:lnTo>
                    <a:lnTo>
                      <a:pt x="8" y="32"/>
                    </a:lnTo>
                    <a:lnTo>
                      <a:pt x="16" y="28"/>
                    </a:lnTo>
                    <a:lnTo>
                      <a:pt x="26" y="22"/>
                    </a:lnTo>
                    <a:lnTo>
                      <a:pt x="40" y="18"/>
                    </a:lnTo>
                    <a:lnTo>
                      <a:pt x="74" y="10"/>
                    </a:lnTo>
                    <a:lnTo>
                      <a:pt x="116" y="4"/>
                    </a:lnTo>
                    <a:lnTo>
                      <a:pt x="164" y="0"/>
                    </a:lnTo>
                    <a:lnTo>
                      <a:pt x="216" y="2"/>
                    </a:lnTo>
                    <a:lnTo>
                      <a:pt x="240" y="4"/>
                    </a:lnTo>
                    <a:lnTo>
                      <a:pt x="266" y="6"/>
                    </a:lnTo>
                    <a:lnTo>
                      <a:pt x="290" y="10"/>
                    </a:lnTo>
                    <a:lnTo>
                      <a:pt x="314" y="16"/>
                    </a:lnTo>
                    <a:lnTo>
                      <a:pt x="314" y="16"/>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75" name="Freeform 74"/>
              <p:cNvSpPr>
                <a:spLocks/>
              </p:cNvSpPr>
              <p:nvPr/>
            </p:nvSpPr>
            <p:spPr bwMode="auto">
              <a:xfrm>
                <a:off x="3257550" y="3254375"/>
                <a:ext cx="495300" cy="266700"/>
              </a:xfrm>
              <a:custGeom>
                <a:avLst/>
                <a:gdLst>
                  <a:gd name="T0" fmla="*/ 286 w 312"/>
                  <a:gd name="T1" fmla="*/ 154 h 168"/>
                  <a:gd name="T2" fmla="*/ 286 w 312"/>
                  <a:gd name="T3" fmla="*/ 154 h 168"/>
                  <a:gd name="T4" fmla="*/ 296 w 312"/>
                  <a:gd name="T5" fmla="*/ 140 h 168"/>
                  <a:gd name="T6" fmla="*/ 302 w 312"/>
                  <a:gd name="T7" fmla="*/ 126 h 168"/>
                  <a:gd name="T8" fmla="*/ 310 w 312"/>
                  <a:gd name="T9" fmla="*/ 108 h 168"/>
                  <a:gd name="T10" fmla="*/ 312 w 312"/>
                  <a:gd name="T11" fmla="*/ 98 h 168"/>
                  <a:gd name="T12" fmla="*/ 312 w 312"/>
                  <a:gd name="T13" fmla="*/ 88 h 168"/>
                  <a:gd name="T14" fmla="*/ 312 w 312"/>
                  <a:gd name="T15" fmla="*/ 78 h 168"/>
                  <a:gd name="T16" fmla="*/ 310 w 312"/>
                  <a:gd name="T17" fmla="*/ 66 h 168"/>
                  <a:gd name="T18" fmla="*/ 306 w 312"/>
                  <a:gd name="T19" fmla="*/ 56 h 168"/>
                  <a:gd name="T20" fmla="*/ 300 w 312"/>
                  <a:gd name="T21" fmla="*/ 46 h 168"/>
                  <a:gd name="T22" fmla="*/ 290 w 312"/>
                  <a:gd name="T23" fmla="*/ 36 h 168"/>
                  <a:gd name="T24" fmla="*/ 280 w 312"/>
                  <a:gd name="T25" fmla="*/ 28 h 168"/>
                  <a:gd name="T26" fmla="*/ 280 w 312"/>
                  <a:gd name="T27" fmla="*/ 28 h 168"/>
                  <a:gd name="T28" fmla="*/ 266 w 312"/>
                  <a:gd name="T29" fmla="*/ 20 h 168"/>
                  <a:gd name="T30" fmla="*/ 254 w 312"/>
                  <a:gd name="T31" fmla="*/ 14 h 168"/>
                  <a:gd name="T32" fmla="*/ 240 w 312"/>
                  <a:gd name="T33" fmla="*/ 8 h 168"/>
                  <a:gd name="T34" fmla="*/ 228 w 312"/>
                  <a:gd name="T35" fmla="*/ 4 h 168"/>
                  <a:gd name="T36" fmla="*/ 202 w 312"/>
                  <a:gd name="T37" fmla="*/ 0 h 168"/>
                  <a:gd name="T38" fmla="*/ 178 w 312"/>
                  <a:gd name="T39" fmla="*/ 0 h 168"/>
                  <a:gd name="T40" fmla="*/ 156 w 312"/>
                  <a:gd name="T41" fmla="*/ 4 h 168"/>
                  <a:gd name="T42" fmla="*/ 132 w 312"/>
                  <a:gd name="T43" fmla="*/ 8 h 168"/>
                  <a:gd name="T44" fmla="*/ 90 w 312"/>
                  <a:gd name="T45" fmla="*/ 22 h 168"/>
                  <a:gd name="T46" fmla="*/ 90 w 312"/>
                  <a:gd name="T47" fmla="*/ 22 h 168"/>
                  <a:gd name="T48" fmla="*/ 70 w 312"/>
                  <a:gd name="T49" fmla="*/ 30 h 168"/>
                  <a:gd name="T50" fmla="*/ 52 w 312"/>
                  <a:gd name="T51" fmla="*/ 38 h 168"/>
                  <a:gd name="T52" fmla="*/ 34 w 312"/>
                  <a:gd name="T53" fmla="*/ 50 h 168"/>
                  <a:gd name="T54" fmla="*/ 20 w 312"/>
                  <a:gd name="T55" fmla="*/ 62 h 168"/>
                  <a:gd name="T56" fmla="*/ 14 w 312"/>
                  <a:gd name="T57" fmla="*/ 70 h 168"/>
                  <a:gd name="T58" fmla="*/ 10 w 312"/>
                  <a:gd name="T59" fmla="*/ 78 h 168"/>
                  <a:gd name="T60" fmla="*/ 6 w 312"/>
                  <a:gd name="T61" fmla="*/ 88 h 168"/>
                  <a:gd name="T62" fmla="*/ 2 w 312"/>
                  <a:gd name="T63" fmla="*/ 98 h 168"/>
                  <a:gd name="T64" fmla="*/ 0 w 312"/>
                  <a:gd name="T65" fmla="*/ 110 h 168"/>
                  <a:gd name="T66" fmla="*/ 0 w 312"/>
                  <a:gd name="T67" fmla="*/ 122 h 168"/>
                  <a:gd name="T68" fmla="*/ 2 w 312"/>
                  <a:gd name="T69" fmla="*/ 136 h 168"/>
                  <a:gd name="T70" fmla="*/ 6 w 312"/>
                  <a:gd name="T71" fmla="*/ 152 h 168"/>
                  <a:gd name="T72" fmla="*/ 6 w 312"/>
                  <a:gd name="T73" fmla="*/ 152 h 168"/>
                  <a:gd name="T74" fmla="*/ 8 w 312"/>
                  <a:gd name="T75" fmla="*/ 160 h 168"/>
                  <a:gd name="T76" fmla="*/ 14 w 312"/>
                  <a:gd name="T77" fmla="*/ 168 h 168"/>
                  <a:gd name="T78" fmla="*/ 14 w 312"/>
                  <a:gd name="T79" fmla="*/ 168 h 168"/>
                  <a:gd name="T80" fmla="*/ 34 w 312"/>
                  <a:gd name="T81" fmla="*/ 162 h 168"/>
                  <a:gd name="T82" fmla="*/ 62 w 312"/>
                  <a:gd name="T83" fmla="*/ 156 h 168"/>
                  <a:gd name="T84" fmla="*/ 94 w 312"/>
                  <a:gd name="T85" fmla="*/ 150 h 168"/>
                  <a:gd name="T86" fmla="*/ 130 w 312"/>
                  <a:gd name="T87" fmla="*/ 146 h 168"/>
                  <a:gd name="T88" fmla="*/ 168 w 312"/>
                  <a:gd name="T89" fmla="*/ 146 h 168"/>
                  <a:gd name="T90" fmla="*/ 208 w 312"/>
                  <a:gd name="T91" fmla="*/ 146 h 168"/>
                  <a:gd name="T92" fmla="*/ 246 w 312"/>
                  <a:gd name="T93" fmla="*/ 150 h 168"/>
                  <a:gd name="T94" fmla="*/ 286 w 312"/>
                  <a:gd name="T95" fmla="*/ 156 h 168"/>
                  <a:gd name="T96" fmla="*/ 286 w 312"/>
                  <a:gd name="T97" fmla="*/ 156 h 168"/>
                  <a:gd name="T98" fmla="*/ 286 w 312"/>
                  <a:gd name="T99" fmla="*/ 154 h 168"/>
                  <a:gd name="T100" fmla="*/ 286 w 312"/>
                  <a:gd name="T101" fmla="*/ 15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2" h="168">
                    <a:moveTo>
                      <a:pt x="286" y="154"/>
                    </a:moveTo>
                    <a:lnTo>
                      <a:pt x="286" y="154"/>
                    </a:lnTo>
                    <a:lnTo>
                      <a:pt x="296" y="140"/>
                    </a:lnTo>
                    <a:lnTo>
                      <a:pt x="302" y="126"/>
                    </a:lnTo>
                    <a:lnTo>
                      <a:pt x="310" y="108"/>
                    </a:lnTo>
                    <a:lnTo>
                      <a:pt x="312" y="98"/>
                    </a:lnTo>
                    <a:lnTo>
                      <a:pt x="312" y="88"/>
                    </a:lnTo>
                    <a:lnTo>
                      <a:pt x="312" y="78"/>
                    </a:lnTo>
                    <a:lnTo>
                      <a:pt x="310" y="66"/>
                    </a:lnTo>
                    <a:lnTo>
                      <a:pt x="306" y="56"/>
                    </a:lnTo>
                    <a:lnTo>
                      <a:pt x="300" y="46"/>
                    </a:lnTo>
                    <a:lnTo>
                      <a:pt x="290" y="36"/>
                    </a:lnTo>
                    <a:lnTo>
                      <a:pt x="280" y="28"/>
                    </a:lnTo>
                    <a:lnTo>
                      <a:pt x="280" y="28"/>
                    </a:lnTo>
                    <a:lnTo>
                      <a:pt x="266" y="20"/>
                    </a:lnTo>
                    <a:lnTo>
                      <a:pt x="254" y="14"/>
                    </a:lnTo>
                    <a:lnTo>
                      <a:pt x="240" y="8"/>
                    </a:lnTo>
                    <a:lnTo>
                      <a:pt x="228" y="4"/>
                    </a:lnTo>
                    <a:lnTo>
                      <a:pt x="202" y="0"/>
                    </a:lnTo>
                    <a:lnTo>
                      <a:pt x="178" y="0"/>
                    </a:lnTo>
                    <a:lnTo>
                      <a:pt x="156" y="4"/>
                    </a:lnTo>
                    <a:lnTo>
                      <a:pt x="132" y="8"/>
                    </a:lnTo>
                    <a:lnTo>
                      <a:pt x="90" y="22"/>
                    </a:lnTo>
                    <a:lnTo>
                      <a:pt x="90" y="22"/>
                    </a:lnTo>
                    <a:lnTo>
                      <a:pt x="70" y="30"/>
                    </a:lnTo>
                    <a:lnTo>
                      <a:pt x="52" y="38"/>
                    </a:lnTo>
                    <a:lnTo>
                      <a:pt x="34" y="50"/>
                    </a:lnTo>
                    <a:lnTo>
                      <a:pt x="20" y="62"/>
                    </a:lnTo>
                    <a:lnTo>
                      <a:pt x="14" y="70"/>
                    </a:lnTo>
                    <a:lnTo>
                      <a:pt x="10" y="78"/>
                    </a:lnTo>
                    <a:lnTo>
                      <a:pt x="6" y="88"/>
                    </a:lnTo>
                    <a:lnTo>
                      <a:pt x="2" y="98"/>
                    </a:lnTo>
                    <a:lnTo>
                      <a:pt x="0" y="110"/>
                    </a:lnTo>
                    <a:lnTo>
                      <a:pt x="0" y="122"/>
                    </a:lnTo>
                    <a:lnTo>
                      <a:pt x="2" y="136"/>
                    </a:lnTo>
                    <a:lnTo>
                      <a:pt x="6" y="152"/>
                    </a:lnTo>
                    <a:lnTo>
                      <a:pt x="6" y="152"/>
                    </a:lnTo>
                    <a:lnTo>
                      <a:pt x="8" y="160"/>
                    </a:lnTo>
                    <a:lnTo>
                      <a:pt x="14" y="168"/>
                    </a:lnTo>
                    <a:lnTo>
                      <a:pt x="14" y="168"/>
                    </a:lnTo>
                    <a:lnTo>
                      <a:pt x="34" y="162"/>
                    </a:lnTo>
                    <a:lnTo>
                      <a:pt x="62" y="156"/>
                    </a:lnTo>
                    <a:lnTo>
                      <a:pt x="94" y="150"/>
                    </a:lnTo>
                    <a:lnTo>
                      <a:pt x="130" y="146"/>
                    </a:lnTo>
                    <a:lnTo>
                      <a:pt x="168" y="146"/>
                    </a:lnTo>
                    <a:lnTo>
                      <a:pt x="208" y="146"/>
                    </a:lnTo>
                    <a:lnTo>
                      <a:pt x="246" y="150"/>
                    </a:lnTo>
                    <a:lnTo>
                      <a:pt x="286" y="156"/>
                    </a:lnTo>
                    <a:lnTo>
                      <a:pt x="286" y="156"/>
                    </a:lnTo>
                    <a:lnTo>
                      <a:pt x="286" y="154"/>
                    </a:lnTo>
                    <a:lnTo>
                      <a:pt x="286" y="154"/>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grpSp>
      </p:grpSp>
      <p:grpSp>
        <p:nvGrpSpPr>
          <p:cNvPr id="4" name="Group 3"/>
          <p:cNvGrpSpPr/>
          <p:nvPr/>
        </p:nvGrpSpPr>
        <p:grpSpPr>
          <a:xfrm>
            <a:off x="8430966" y="2755110"/>
            <a:ext cx="3740372" cy="3477416"/>
            <a:chOff x="8430966" y="2755110"/>
            <a:chExt cx="3740372" cy="3477416"/>
          </a:xfrm>
        </p:grpSpPr>
        <p:sp>
          <p:nvSpPr>
            <p:cNvPr id="5" name="Oval 4"/>
            <p:cNvSpPr/>
            <p:nvPr/>
          </p:nvSpPr>
          <p:spPr>
            <a:xfrm rot="21168761" flipH="1">
              <a:off x="9923042" y="5692888"/>
              <a:ext cx="2248296" cy="471488"/>
            </a:xfrm>
            <a:prstGeom prst="ellipse">
              <a:avLst/>
            </a:prstGeom>
            <a:gradFill>
              <a:gsLst>
                <a:gs pos="24000">
                  <a:schemeClr val="bg1">
                    <a:lumMod val="95000"/>
                  </a:schemeClr>
                </a:gs>
                <a:gs pos="100000">
                  <a:schemeClr val="tx1">
                    <a:lumMod val="65000"/>
                    <a:lumOff val="35000"/>
                  </a:schemeClr>
                </a:gs>
              </a:gsLst>
              <a:path path="circle">
                <a:fillToRect t="100000" r="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nvGrpSpPr>
            <p:cNvPr id="6" name="Group 5"/>
            <p:cNvGrpSpPr/>
            <p:nvPr/>
          </p:nvGrpSpPr>
          <p:grpSpPr>
            <a:xfrm flipH="1">
              <a:off x="8430966" y="2755110"/>
              <a:ext cx="3316758" cy="3477416"/>
              <a:chOff x="472605" y="2024860"/>
              <a:chExt cx="3316758" cy="3477416"/>
            </a:xfrm>
          </p:grpSpPr>
          <p:sp>
            <p:nvSpPr>
              <p:cNvPr id="7" name="Freeform 68"/>
              <p:cNvSpPr>
                <a:spLocks/>
              </p:cNvSpPr>
              <p:nvPr/>
            </p:nvSpPr>
            <p:spPr bwMode="auto">
              <a:xfrm>
                <a:off x="472605" y="2139951"/>
                <a:ext cx="1437951" cy="3352800"/>
              </a:xfrm>
              <a:custGeom>
                <a:avLst/>
                <a:gdLst>
                  <a:gd name="T0" fmla="*/ 6 w 1194"/>
                  <a:gd name="T1" fmla="*/ 1396 h 2864"/>
                  <a:gd name="T2" fmla="*/ 20 w 1194"/>
                  <a:gd name="T3" fmla="*/ 1522 h 2864"/>
                  <a:gd name="T4" fmla="*/ 40 w 1194"/>
                  <a:gd name="T5" fmla="*/ 1640 h 2864"/>
                  <a:gd name="T6" fmla="*/ 60 w 1194"/>
                  <a:gd name="T7" fmla="*/ 1728 h 2864"/>
                  <a:gd name="T8" fmla="*/ 78 w 1194"/>
                  <a:gd name="T9" fmla="*/ 1800 h 2864"/>
                  <a:gd name="T10" fmla="*/ 102 w 1194"/>
                  <a:gd name="T11" fmla="*/ 1876 h 2864"/>
                  <a:gd name="T12" fmla="*/ 126 w 1194"/>
                  <a:gd name="T13" fmla="*/ 1948 h 2864"/>
                  <a:gd name="T14" fmla="*/ 152 w 1194"/>
                  <a:gd name="T15" fmla="*/ 2014 h 2864"/>
                  <a:gd name="T16" fmla="*/ 174 w 1194"/>
                  <a:gd name="T17" fmla="*/ 2066 h 2864"/>
                  <a:gd name="T18" fmla="*/ 206 w 1194"/>
                  <a:gd name="T19" fmla="*/ 2136 h 2864"/>
                  <a:gd name="T20" fmla="*/ 228 w 1194"/>
                  <a:gd name="T21" fmla="*/ 2178 h 2864"/>
                  <a:gd name="T22" fmla="*/ 254 w 1194"/>
                  <a:gd name="T23" fmla="*/ 2226 h 2864"/>
                  <a:gd name="T24" fmla="*/ 290 w 1194"/>
                  <a:gd name="T25" fmla="*/ 2286 h 2864"/>
                  <a:gd name="T26" fmla="*/ 304 w 1194"/>
                  <a:gd name="T27" fmla="*/ 2308 h 2864"/>
                  <a:gd name="T28" fmla="*/ 330 w 1194"/>
                  <a:gd name="T29" fmla="*/ 2346 h 2864"/>
                  <a:gd name="T30" fmla="*/ 368 w 1194"/>
                  <a:gd name="T31" fmla="*/ 2398 h 2864"/>
                  <a:gd name="T32" fmla="*/ 392 w 1194"/>
                  <a:gd name="T33" fmla="*/ 2430 h 2864"/>
                  <a:gd name="T34" fmla="*/ 414 w 1194"/>
                  <a:gd name="T35" fmla="*/ 2458 h 2864"/>
                  <a:gd name="T36" fmla="*/ 450 w 1194"/>
                  <a:gd name="T37" fmla="*/ 2500 h 2864"/>
                  <a:gd name="T38" fmla="*/ 482 w 1194"/>
                  <a:gd name="T39" fmla="*/ 2534 h 2864"/>
                  <a:gd name="T40" fmla="*/ 504 w 1194"/>
                  <a:gd name="T41" fmla="*/ 2556 h 2864"/>
                  <a:gd name="T42" fmla="*/ 540 w 1194"/>
                  <a:gd name="T43" fmla="*/ 2590 h 2864"/>
                  <a:gd name="T44" fmla="*/ 574 w 1194"/>
                  <a:gd name="T45" fmla="*/ 2620 h 2864"/>
                  <a:gd name="T46" fmla="*/ 598 w 1194"/>
                  <a:gd name="T47" fmla="*/ 2640 h 2864"/>
                  <a:gd name="T48" fmla="*/ 634 w 1194"/>
                  <a:gd name="T49" fmla="*/ 2668 h 2864"/>
                  <a:gd name="T50" fmla="*/ 662 w 1194"/>
                  <a:gd name="T51" fmla="*/ 2688 h 2864"/>
                  <a:gd name="T52" fmla="*/ 688 w 1194"/>
                  <a:gd name="T53" fmla="*/ 2704 h 2864"/>
                  <a:gd name="T54" fmla="*/ 728 w 1194"/>
                  <a:gd name="T55" fmla="*/ 2730 h 2864"/>
                  <a:gd name="T56" fmla="*/ 770 w 1194"/>
                  <a:gd name="T57" fmla="*/ 2754 h 2864"/>
                  <a:gd name="T58" fmla="*/ 800 w 1194"/>
                  <a:gd name="T59" fmla="*/ 2768 h 2864"/>
                  <a:gd name="T60" fmla="*/ 832 w 1194"/>
                  <a:gd name="T61" fmla="*/ 2782 h 2864"/>
                  <a:gd name="T62" fmla="*/ 872 w 1194"/>
                  <a:gd name="T63" fmla="*/ 2798 h 2864"/>
                  <a:gd name="T64" fmla="*/ 918 w 1194"/>
                  <a:gd name="T65" fmla="*/ 2812 h 2864"/>
                  <a:gd name="T66" fmla="*/ 966 w 1194"/>
                  <a:gd name="T67" fmla="*/ 2826 h 2864"/>
                  <a:gd name="T68" fmla="*/ 1006 w 1194"/>
                  <a:gd name="T69" fmla="*/ 2834 h 2864"/>
                  <a:gd name="T70" fmla="*/ 1016 w 1194"/>
                  <a:gd name="T71" fmla="*/ 2836 h 2864"/>
                  <a:gd name="T72" fmla="*/ 1102 w 1194"/>
                  <a:gd name="T73" fmla="*/ 2842 h 2864"/>
                  <a:gd name="T74" fmla="*/ 1006 w 1194"/>
                  <a:gd name="T75" fmla="*/ 2806 h 2864"/>
                  <a:gd name="T76" fmla="*/ 908 w 1194"/>
                  <a:gd name="T77" fmla="*/ 2756 h 2864"/>
                  <a:gd name="T78" fmla="*/ 814 w 1194"/>
                  <a:gd name="T79" fmla="*/ 2692 h 2864"/>
                  <a:gd name="T80" fmla="*/ 720 w 1194"/>
                  <a:gd name="T81" fmla="*/ 2610 h 2864"/>
                  <a:gd name="T82" fmla="*/ 628 w 1194"/>
                  <a:gd name="T83" fmla="*/ 2516 h 2864"/>
                  <a:gd name="T84" fmla="*/ 544 w 1194"/>
                  <a:gd name="T85" fmla="*/ 2410 h 2864"/>
                  <a:gd name="T86" fmla="*/ 466 w 1194"/>
                  <a:gd name="T87" fmla="*/ 2292 h 2864"/>
                  <a:gd name="T88" fmla="*/ 392 w 1194"/>
                  <a:gd name="T89" fmla="*/ 2158 h 2864"/>
                  <a:gd name="T90" fmla="*/ 330 w 1194"/>
                  <a:gd name="T91" fmla="*/ 2022 h 2864"/>
                  <a:gd name="T92" fmla="*/ 274 w 1194"/>
                  <a:gd name="T93" fmla="*/ 1870 h 2864"/>
                  <a:gd name="T94" fmla="*/ 230 w 1194"/>
                  <a:gd name="T95" fmla="*/ 1712 h 2864"/>
                  <a:gd name="T96" fmla="*/ 200 w 1194"/>
                  <a:gd name="T97" fmla="*/ 1572 h 2864"/>
                  <a:gd name="T98" fmla="*/ 178 w 1194"/>
                  <a:gd name="T99" fmla="*/ 1410 h 2864"/>
                  <a:gd name="T100" fmla="*/ 166 w 1194"/>
                  <a:gd name="T101" fmla="*/ 1240 h 2864"/>
                  <a:gd name="T102" fmla="*/ 170 w 1194"/>
                  <a:gd name="T103" fmla="*/ 1032 h 2864"/>
                  <a:gd name="T104" fmla="*/ 260 w 1194"/>
                  <a:gd name="T105" fmla="*/ 580 h 2864"/>
                  <a:gd name="T106" fmla="*/ 516 w 1194"/>
                  <a:gd name="T107" fmla="*/ 142 h 2864"/>
                  <a:gd name="T108" fmla="*/ 702 w 1194"/>
                  <a:gd name="T109" fmla="*/ 0 h 2864"/>
                  <a:gd name="T110" fmla="*/ 354 w 1194"/>
                  <a:gd name="T111" fmla="*/ 228 h 2864"/>
                  <a:gd name="T112" fmla="*/ 126 w 1194"/>
                  <a:gd name="T113" fmla="*/ 580 h 2864"/>
                  <a:gd name="T114" fmla="*/ 6 w 1194"/>
                  <a:gd name="T115" fmla="*/ 1086 h 2864"/>
                  <a:gd name="T116" fmla="*/ 0 w 1194"/>
                  <a:gd name="T117" fmla="*/ 1244 h 2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4" h="2864">
                    <a:moveTo>
                      <a:pt x="2" y="1286"/>
                    </a:moveTo>
                    <a:lnTo>
                      <a:pt x="2" y="1286"/>
                    </a:lnTo>
                    <a:lnTo>
                      <a:pt x="2" y="1324"/>
                    </a:lnTo>
                    <a:lnTo>
                      <a:pt x="2" y="1324"/>
                    </a:lnTo>
                    <a:lnTo>
                      <a:pt x="4" y="1366"/>
                    </a:lnTo>
                    <a:lnTo>
                      <a:pt x="4" y="1366"/>
                    </a:lnTo>
                    <a:lnTo>
                      <a:pt x="6" y="1396"/>
                    </a:lnTo>
                    <a:lnTo>
                      <a:pt x="6" y="1396"/>
                    </a:lnTo>
                    <a:lnTo>
                      <a:pt x="6" y="1402"/>
                    </a:lnTo>
                    <a:lnTo>
                      <a:pt x="6" y="1402"/>
                    </a:lnTo>
                    <a:lnTo>
                      <a:pt x="10" y="1446"/>
                    </a:lnTo>
                    <a:lnTo>
                      <a:pt x="10" y="1446"/>
                    </a:lnTo>
                    <a:lnTo>
                      <a:pt x="14" y="1482"/>
                    </a:lnTo>
                    <a:lnTo>
                      <a:pt x="14" y="1482"/>
                    </a:lnTo>
                    <a:lnTo>
                      <a:pt x="20" y="1522"/>
                    </a:lnTo>
                    <a:lnTo>
                      <a:pt x="20" y="1522"/>
                    </a:lnTo>
                    <a:lnTo>
                      <a:pt x="24" y="1552"/>
                    </a:lnTo>
                    <a:lnTo>
                      <a:pt x="24" y="1552"/>
                    </a:lnTo>
                    <a:lnTo>
                      <a:pt x="26" y="1562"/>
                    </a:lnTo>
                    <a:lnTo>
                      <a:pt x="26" y="1562"/>
                    </a:lnTo>
                    <a:lnTo>
                      <a:pt x="32" y="1600"/>
                    </a:lnTo>
                    <a:lnTo>
                      <a:pt x="32" y="1600"/>
                    </a:lnTo>
                    <a:lnTo>
                      <a:pt x="40" y="1640"/>
                    </a:lnTo>
                    <a:lnTo>
                      <a:pt x="40" y="1640"/>
                    </a:lnTo>
                    <a:lnTo>
                      <a:pt x="48" y="1676"/>
                    </a:lnTo>
                    <a:lnTo>
                      <a:pt x="48" y="1676"/>
                    </a:lnTo>
                    <a:lnTo>
                      <a:pt x="54" y="1704"/>
                    </a:lnTo>
                    <a:lnTo>
                      <a:pt x="54" y="1704"/>
                    </a:lnTo>
                    <a:lnTo>
                      <a:pt x="58" y="1724"/>
                    </a:lnTo>
                    <a:lnTo>
                      <a:pt x="58" y="1724"/>
                    </a:lnTo>
                    <a:lnTo>
                      <a:pt x="60" y="1728"/>
                    </a:lnTo>
                    <a:lnTo>
                      <a:pt x="60" y="1728"/>
                    </a:lnTo>
                    <a:lnTo>
                      <a:pt x="60" y="1732"/>
                    </a:lnTo>
                    <a:lnTo>
                      <a:pt x="60" y="1732"/>
                    </a:lnTo>
                    <a:lnTo>
                      <a:pt x="62" y="1744"/>
                    </a:lnTo>
                    <a:lnTo>
                      <a:pt x="62" y="1744"/>
                    </a:lnTo>
                    <a:lnTo>
                      <a:pt x="74" y="1786"/>
                    </a:lnTo>
                    <a:lnTo>
                      <a:pt x="74" y="1786"/>
                    </a:lnTo>
                    <a:lnTo>
                      <a:pt x="78" y="1800"/>
                    </a:lnTo>
                    <a:lnTo>
                      <a:pt x="78" y="1800"/>
                    </a:lnTo>
                    <a:lnTo>
                      <a:pt x="82" y="1812"/>
                    </a:lnTo>
                    <a:lnTo>
                      <a:pt x="82" y="1812"/>
                    </a:lnTo>
                    <a:lnTo>
                      <a:pt x="86" y="1826"/>
                    </a:lnTo>
                    <a:lnTo>
                      <a:pt x="86" y="1826"/>
                    </a:lnTo>
                    <a:lnTo>
                      <a:pt x="98" y="1866"/>
                    </a:lnTo>
                    <a:lnTo>
                      <a:pt x="98" y="1866"/>
                    </a:lnTo>
                    <a:lnTo>
                      <a:pt x="102" y="1876"/>
                    </a:lnTo>
                    <a:lnTo>
                      <a:pt x="102" y="1876"/>
                    </a:lnTo>
                    <a:lnTo>
                      <a:pt x="104" y="1884"/>
                    </a:lnTo>
                    <a:lnTo>
                      <a:pt x="104" y="1884"/>
                    </a:lnTo>
                    <a:lnTo>
                      <a:pt x="108" y="1896"/>
                    </a:lnTo>
                    <a:lnTo>
                      <a:pt x="108" y="1896"/>
                    </a:lnTo>
                    <a:lnTo>
                      <a:pt x="118" y="1928"/>
                    </a:lnTo>
                    <a:lnTo>
                      <a:pt x="118" y="1928"/>
                    </a:lnTo>
                    <a:lnTo>
                      <a:pt x="126" y="1948"/>
                    </a:lnTo>
                    <a:lnTo>
                      <a:pt x="126" y="1948"/>
                    </a:lnTo>
                    <a:lnTo>
                      <a:pt x="128" y="1956"/>
                    </a:lnTo>
                    <a:lnTo>
                      <a:pt x="128" y="1956"/>
                    </a:lnTo>
                    <a:lnTo>
                      <a:pt x="130" y="1958"/>
                    </a:lnTo>
                    <a:lnTo>
                      <a:pt x="130" y="1958"/>
                    </a:lnTo>
                    <a:lnTo>
                      <a:pt x="142" y="1988"/>
                    </a:lnTo>
                    <a:lnTo>
                      <a:pt x="142" y="1988"/>
                    </a:lnTo>
                    <a:lnTo>
                      <a:pt x="152" y="2014"/>
                    </a:lnTo>
                    <a:lnTo>
                      <a:pt x="152" y="2014"/>
                    </a:lnTo>
                    <a:lnTo>
                      <a:pt x="154" y="2020"/>
                    </a:lnTo>
                    <a:lnTo>
                      <a:pt x="154" y="2020"/>
                    </a:lnTo>
                    <a:lnTo>
                      <a:pt x="158" y="2028"/>
                    </a:lnTo>
                    <a:lnTo>
                      <a:pt x="158" y="2028"/>
                    </a:lnTo>
                    <a:lnTo>
                      <a:pt x="162" y="2040"/>
                    </a:lnTo>
                    <a:lnTo>
                      <a:pt x="162" y="2040"/>
                    </a:lnTo>
                    <a:lnTo>
                      <a:pt x="174" y="2066"/>
                    </a:lnTo>
                    <a:lnTo>
                      <a:pt x="174" y="2066"/>
                    </a:lnTo>
                    <a:lnTo>
                      <a:pt x="186" y="2092"/>
                    </a:lnTo>
                    <a:lnTo>
                      <a:pt x="186" y="2092"/>
                    </a:lnTo>
                    <a:lnTo>
                      <a:pt x="188" y="2096"/>
                    </a:lnTo>
                    <a:lnTo>
                      <a:pt x="188" y="2096"/>
                    </a:lnTo>
                    <a:lnTo>
                      <a:pt x="196" y="2114"/>
                    </a:lnTo>
                    <a:lnTo>
                      <a:pt x="196" y="2114"/>
                    </a:lnTo>
                    <a:lnTo>
                      <a:pt x="206" y="2136"/>
                    </a:lnTo>
                    <a:lnTo>
                      <a:pt x="206" y="2136"/>
                    </a:lnTo>
                    <a:lnTo>
                      <a:pt x="218" y="2158"/>
                    </a:lnTo>
                    <a:lnTo>
                      <a:pt x="218" y="2158"/>
                    </a:lnTo>
                    <a:lnTo>
                      <a:pt x="218" y="2158"/>
                    </a:lnTo>
                    <a:lnTo>
                      <a:pt x="218" y="2158"/>
                    </a:lnTo>
                    <a:lnTo>
                      <a:pt x="220" y="2164"/>
                    </a:lnTo>
                    <a:lnTo>
                      <a:pt x="220" y="2164"/>
                    </a:lnTo>
                    <a:lnTo>
                      <a:pt x="228" y="2178"/>
                    </a:lnTo>
                    <a:lnTo>
                      <a:pt x="228" y="2178"/>
                    </a:lnTo>
                    <a:lnTo>
                      <a:pt x="240" y="2198"/>
                    </a:lnTo>
                    <a:lnTo>
                      <a:pt x="240" y="2198"/>
                    </a:lnTo>
                    <a:lnTo>
                      <a:pt x="250" y="2218"/>
                    </a:lnTo>
                    <a:lnTo>
                      <a:pt x="250" y="2218"/>
                    </a:lnTo>
                    <a:lnTo>
                      <a:pt x="254" y="2224"/>
                    </a:lnTo>
                    <a:lnTo>
                      <a:pt x="254" y="2224"/>
                    </a:lnTo>
                    <a:lnTo>
                      <a:pt x="254" y="2226"/>
                    </a:lnTo>
                    <a:lnTo>
                      <a:pt x="254" y="2226"/>
                    </a:lnTo>
                    <a:lnTo>
                      <a:pt x="260" y="2236"/>
                    </a:lnTo>
                    <a:lnTo>
                      <a:pt x="260" y="2236"/>
                    </a:lnTo>
                    <a:lnTo>
                      <a:pt x="272" y="2256"/>
                    </a:lnTo>
                    <a:lnTo>
                      <a:pt x="272" y="2256"/>
                    </a:lnTo>
                    <a:lnTo>
                      <a:pt x="282" y="2274"/>
                    </a:lnTo>
                    <a:lnTo>
                      <a:pt x="282" y="2274"/>
                    </a:lnTo>
                    <a:lnTo>
                      <a:pt x="290" y="2286"/>
                    </a:lnTo>
                    <a:lnTo>
                      <a:pt x="290" y="2286"/>
                    </a:lnTo>
                    <a:lnTo>
                      <a:pt x="292" y="2288"/>
                    </a:lnTo>
                    <a:lnTo>
                      <a:pt x="292" y="2288"/>
                    </a:lnTo>
                    <a:lnTo>
                      <a:pt x="292" y="2288"/>
                    </a:lnTo>
                    <a:lnTo>
                      <a:pt x="292" y="2288"/>
                    </a:lnTo>
                    <a:lnTo>
                      <a:pt x="294" y="2292"/>
                    </a:lnTo>
                    <a:lnTo>
                      <a:pt x="294" y="2292"/>
                    </a:lnTo>
                    <a:lnTo>
                      <a:pt x="304" y="2308"/>
                    </a:lnTo>
                    <a:lnTo>
                      <a:pt x="304" y="2308"/>
                    </a:lnTo>
                    <a:lnTo>
                      <a:pt x="316" y="2326"/>
                    </a:lnTo>
                    <a:lnTo>
                      <a:pt x="316" y="2326"/>
                    </a:lnTo>
                    <a:lnTo>
                      <a:pt x="326" y="2342"/>
                    </a:lnTo>
                    <a:lnTo>
                      <a:pt x="326" y="2342"/>
                    </a:lnTo>
                    <a:lnTo>
                      <a:pt x="328" y="2344"/>
                    </a:lnTo>
                    <a:lnTo>
                      <a:pt x="328" y="2344"/>
                    </a:lnTo>
                    <a:lnTo>
                      <a:pt x="330" y="2346"/>
                    </a:lnTo>
                    <a:lnTo>
                      <a:pt x="330" y="2346"/>
                    </a:lnTo>
                    <a:lnTo>
                      <a:pt x="338" y="2358"/>
                    </a:lnTo>
                    <a:lnTo>
                      <a:pt x="338" y="2358"/>
                    </a:lnTo>
                    <a:lnTo>
                      <a:pt x="348" y="2372"/>
                    </a:lnTo>
                    <a:lnTo>
                      <a:pt x="348" y="2372"/>
                    </a:lnTo>
                    <a:lnTo>
                      <a:pt x="360" y="2388"/>
                    </a:lnTo>
                    <a:lnTo>
                      <a:pt x="360" y="2388"/>
                    </a:lnTo>
                    <a:lnTo>
                      <a:pt x="368" y="2398"/>
                    </a:lnTo>
                    <a:lnTo>
                      <a:pt x="368" y="2398"/>
                    </a:lnTo>
                    <a:lnTo>
                      <a:pt x="370" y="2400"/>
                    </a:lnTo>
                    <a:lnTo>
                      <a:pt x="370" y="2400"/>
                    </a:lnTo>
                    <a:lnTo>
                      <a:pt x="370" y="2402"/>
                    </a:lnTo>
                    <a:lnTo>
                      <a:pt x="370" y="2402"/>
                    </a:lnTo>
                    <a:lnTo>
                      <a:pt x="382" y="2416"/>
                    </a:lnTo>
                    <a:lnTo>
                      <a:pt x="382" y="2416"/>
                    </a:lnTo>
                    <a:lnTo>
                      <a:pt x="392" y="2430"/>
                    </a:lnTo>
                    <a:lnTo>
                      <a:pt x="392" y="2430"/>
                    </a:lnTo>
                    <a:lnTo>
                      <a:pt x="404" y="2444"/>
                    </a:lnTo>
                    <a:lnTo>
                      <a:pt x="404" y="2444"/>
                    </a:lnTo>
                    <a:lnTo>
                      <a:pt x="408" y="2450"/>
                    </a:lnTo>
                    <a:lnTo>
                      <a:pt x="408" y="2450"/>
                    </a:lnTo>
                    <a:lnTo>
                      <a:pt x="410" y="2454"/>
                    </a:lnTo>
                    <a:lnTo>
                      <a:pt x="410" y="2454"/>
                    </a:lnTo>
                    <a:lnTo>
                      <a:pt x="414" y="2458"/>
                    </a:lnTo>
                    <a:lnTo>
                      <a:pt x="414" y="2458"/>
                    </a:lnTo>
                    <a:lnTo>
                      <a:pt x="426" y="2472"/>
                    </a:lnTo>
                    <a:lnTo>
                      <a:pt x="426" y="2472"/>
                    </a:lnTo>
                    <a:lnTo>
                      <a:pt x="436" y="2484"/>
                    </a:lnTo>
                    <a:lnTo>
                      <a:pt x="436" y="2484"/>
                    </a:lnTo>
                    <a:lnTo>
                      <a:pt x="448" y="2496"/>
                    </a:lnTo>
                    <a:lnTo>
                      <a:pt x="448" y="2496"/>
                    </a:lnTo>
                    <a:lnTo>
                      <a:pt x="450" y="2500"/>
                    </a:lnTo>
                    <a:lnTo>
                      <a:pt x="450" y="2500"/>
                    </a:lnTo>
                    <a:lnTo>
                      <a:pt x="454" y="2504"/>
                    </a:lnTo>
                    <a:lnTo>
                      <a:pt x="454" y="2504"/>
                    </a:lnTo>
                    <a:lnTo>
                      <a:pt x="458" y="2510"/>
                    </a:lnTo>
                    <a:lnTo>
                      <a:pt x="458" y="2510"/>
                    </a:lnTo>
                    <a:lnTo>
                      <a:pt x="470" y="2522"/>
                    </a:lnTo>
                    <a:lnTo>
                      <a:pt x="470" y="2522"/>
                    </a:lnTo>
                    <a:lnTo>
                      <a:pt x="482" y="2534"/>
                    </a:lnTo>
                    <a:lnTo>
                      <a:pt x="482" y="2534"/>
                    </a:lnTo>
                    <a:lnTo>
                      <a:pt x="492" y="2544"/>
                    </a:lnTo>
                    <a:lnTo>
                      <a:pt x="492" y="2544"/>
                    </a:lnTo>
                    <a:lnTo>
                      <a:pt x="494" y="2546"/>
                    </a:lnTo>
                    <a:lnTo>
                      <a:pt x="494" y="2546"/>
                    </a:lnTo>
                    <a:lnTo>
                      <a:pt x="498" y="2550"/>
                    </a:lnTo>
                    <a:lnTo>
                      <a:pt x="498" y="2550"/>
                    </a:lnTo>
                    <a:lnTo>
                      <a:pt x="504" y="2556"/>
                    </a:lnTo>
                    <a:lnTo>
                      <a:pt x="504" y="2556"/>
                    </a:lnTo>
                    <a:lnTo>
                      <a:pt x="516" y="2568"/>
                    </a:lnTo>
                    <a:lnTo>
                      <a:pt x="516" y="2568"/>
                    </a:lnTo>
                    <a:lnTo>
                      <a:pt x="526" y="2578"/>
                    </a:lnTo>
                    <a:lnTo>
                      <a:pt x="526" y="2578"/>
                    </a:lnTo>
                    <a:lnTo>
                      <a:pt x="538" y="2590"/>
                    </a:lnTo>
                    <a:lnTo>
                      <a:pt x="538" y="2590"/>
                    </a:lnTo>
                    <a:lnTo>
                      <a:pt x="540" y="2590"/>
                    </a:lnTo>
                    <a:lnTo>
                      <a:pt x="540" y="2590"/>
                    </a:lnTo>
                    <a:lnTo>
                      <a:pt x="542" y="2592"/>
                    </a:lnTo>
                    <a:lnTo>
                      <a:pt x="542" y="2592"/>
                    </a:lnTo>
                    <a:lnTo>
                      <a:pt x="550" y="2600"/>
                    </a:lnTo>
                    <a:lnTo>
                      <a:pt x="550" y="2600"/>
                    </a:lnTo>
                    <a:lnTo>
                      <a:pt x="562" y="2610"/>
                    </a:lnTo>
                    <a:lnTo>
                      <a:pt x="562" y="2610"/>
                    </a:lnTo>
                    <a:lnTo>
                      <a:pt x="574" y="2620"/>
                    </a:lnTo>
                    <a:lnTo>
                      <a:pt x="574" y="2620"/>
                    </a:lnTo>
                    <a:lnTo>
                      <a:pt x="586" y="2630"/>
                    </a:lnTo>
                    <a:lnTo>
                      <a:pt x="586" y="2630"/>
                    </a:lnTo>
                    <a:lnTo>
                      <a:pt x="586" y="2630"/>
                    </a:lnTo>
                    <a:lnTo>
                      <a:pt x="586" y="2630"/>
                    </a:lnTo>
                    <a:lnTo>
                      <a:pt x="588" y="2632"/>
                    </a:lnTo>
                    <a:lnTo>
                      <a:pt x="588" y="2632"/>
                    </a:lnTo>
                    <a:lnTo>
                      <a:pt x="598" y="2640"/>
                    </a:lnTo>
                    <a:lnTo>
                      <a:pt x="598" y="2640"/>
                    </a:lnTo>
                    <a:lnTo>
                      <a:pt x="610" y="2650"/>
                    </a:lnTo>
                    <a:lnTo>
                      <a:pt x="610" y="2650"/>
                    </a:lnTo>
                    <a:lnTo>
                      <a:pt x="622" y="2660"/>
                    </a:lnTo>
                    <a:lnTo>
                      <a:pt x="622" y="2660"/>
                    </a:lnTo>
                    <a:lnTo>
                      <a:pt x="634" y="2668"/>
                    </a:lnTo>
                    <a:lnTo>
                      <a:pt x="634" y="2668"/>
                    </a:lnTo>
                    <a:lnTo>
                      <a:pt x="634" y="2668"/>
                    </a:lnTo>
                    <a:lnTo>
                      <a:pt x="634" y="2668"/>
                    </a:lnTo>
                    <a:lnTo>
                      <a:pt x="634" y="2668"/>
                    </a:lnTo>
                    <a:lnTo>
                      <a:pt x="634" y="2668"/>
                    </a:lnTo>
                    <a:lnTo>
                      <a:pt x="636" y="2668"/>
                    </a:lnTo>
                    <a:lnTo>
                      <a:pt x="636" y="2668"/>
                    </a:lnTo>
                    <a:lnTo>
                      <a:pt x="648" y="2678"/>
                    </a:lnTo>
                    <a:lnTo>
                      <a:pt x="648" y="2678"/>
                    </a:lnTo>
                    <a:lnTo>
                      <a:pt x="662" y="2688"/>
                    </a:lnTo>
                    <a:lnTo>
                      <a:pt x="662" y="2688"/>
                    </a:lnTo>
                    <a:lnTo>
                      <a:pt x="674" y="2696"/>
                    </a:lnTo>
                    <a:lnTo>
                      <a:pt x="674" y="2696"/>
                    </a:lnTo>
                    <a:lnTo>
                      <a:pt x="680" y="2700"/>
                    </a:lnTo>
                    <a:lnTo>
                      <a:pt x="680" y="2700"/>
                    </a:lnTo>
                    <a:lnTo>
                      <a:pt x="682" y="2702"/>
                    </a:lnTo>
                    <a:lnTo>
                      <a:pt x="682" y="2702"/>
                    </a:lnTo>
                    <a:lnTo>
                      <a:pt x="688" y="2704"/>
                    </a:lnTo>
                    <a:lnTo>
                      <a:pt x="688" y="2704"/>
                    </a:lnTo>
                    <a:lnTo>
                      <a:pt x="700" y="2714"/>
                    </a:lnTo>
                    <a:lnTo>
                      <a:pt x="700" y="2714"/>
                    </a:lnTo>
                    <a:lnTo>
                      <a:pt x="714" y="2722"/>
                    </a:lnTo>
                    <a:lnTo>
                      <a:pt x="714" y="2722"/>
                    </a:lnTo>
                    <a:lnTo>
                      <a:pt x="726" y="2728"/>
                    </a:lnTo>
                    <a:lnTo>
                      <a:pt x="726" y="2728"/>
                    </a:lnTo>
                    <a:lnTo>
                      <a:pt x="728" y="2730"/>
                    </a:lnTo>
                    <a:lnTo>
                      <a:pt x="728" y="2730"/>
                    </a:lnTo>
                    <a:lnTo>
                      <a:pt x="728" y="2730"/>
                    </a:lnTo>
                    <a:lnTo>
                      <a:pt x="728" y="2730"/>
                    </a:lnTo>
                    <a:lnTo>
                      <a:pt x="742" y="2738"/>
                    </a:lnTo>
                    <a:lnTo>
                      <a:pt x="742" y="2738"/>
                    </a:lnTo>
                    <a:lnTo>
                      <a:pt x="756" y="2746"/>
                    </a:lnTo>
                    <a:lnTo>
                      <a:pt x="756" y="2746"/>
                    </a:lnTo>
                    <a:lnTo>
                      <a:pt x="770" y="2754"/>
                    </a:lnTo>
                    <a:lnTo>
                      <a:pt x="770" y="2754"/>
                    </a:lnTo>
                    <a:lnTo>
                      <a:pt x="774" y="2754"/>
                    </a:lnTo>
                    <a:lnTo>
                      <a:pt x="774" y="2754"/>
                    </a:lnTo>
                    <a:lnTo>
                      <a:pt x="776" y="2756"/>
                    </a:lnTo>
                    <a:lnTo>
                      <a:pt x="776" y="2756"/>
                    </a:lnTo>
                    <a:lnTo>
                      <a:pt x="786" y="2760"/>
                    </a:lnTo>
                    <a:lnTo>
                      <a:pt x="786" y="2760"/>
                    </a:lnTo>
                    <a:lnTo>
                      <a:pt x="800" y="2768"/>
                    </a:lnTo>
                    <a:lnTo>
                      <a:pt x="800" y="2768"/>
                    </a:lnTo>
                    <a:lnTo>
                      <a:pt x="816" y="2774"/>
                    </a:lnTo>
                    <a:lnTo>
                      <a:pt x="816" y="2774"/>
                    </a:lnTo>
                    <a:lnTo>
                      <a:pt x="820" y="2776"/>
                    </a:lnTo>
                    <a:lnTo>
                      <a:pt x="820" y="2776"/>
                    </a:lnTo>
                    <a:lnTo>
                      <a:pt x="824" y="2778"/>
                    </a:lnTo>
                    <a:lnTo>
                      <a:pt x="824" y="2778"/>
                    </a:lnTo>
                    <a:lnTo>
                      <a:pt x="832" y="2782"/>
                    </a:lnTo>
                    <a:lnTo>
                      <a:pt x="832" y="2782"/>
                    </a:lnTo>
                    <a:lnTo>
                      <a:pt x="846" y="2788"/>
                    </a:lnTo>
                    <a:lnTo>
                      <a:pt x="846" y="2788"/>
                    </a:lnTo>
                    <a:lnTo>
                      <a:pt x="862" y="2794"/>
                    </a:lnTo>
                    <a:lnTo>
                      <a:pt x="862" y="2794"/>
                    </a:lnTo>
                    <a:lnTo>
                      <a:pt x="868" y="2796"/>
                    </a:lnTo>
                    <a:lnTo>
                      <a:pt x="868" y="2796"/>
                    </a:lnTo>
                    <a:lnTo>
                      <a:pt x="872" y="2798"/>
                    </a:lnTo>
                    <a:lnTo>
                      <a:pt x="872" y="2798"/>
                    </a:lnTo>
                    <a:lnTo>
                      <a:pt x="880" y="2800"/>
                    </a:lnTo>
                    <a:lnTo>
                      <a:pt x="880" y="2800"/>
                    </a:lnTo>
                    <a:lnTo>
                      <a:pt x="898" y="2806"/>
                    </a:lnTo>
                    <a:lnTo>
                      <a:pt x="898" y="2806"/>
                    </a:lnTo>
                    <a:lnTo>
                      <a:pt x="914" y="2812"/>
                    </a:lnTo>
                    <a:lnTo>
                      <a:pt x="914" y="2812"/>
                    </a:lnTo>
                    <a:lnTo>
                      <a:pt x="918" y="2812"/>
                    </a:lnTo>
                    <a:lnTo>
                      <a:pt x="918" y="2812"/>
                    </a:lnTo>
                    <a:lnTo>
                      <a:pt x="920" y="2814"/>
                    </a:lnTo>
                    <a:lnTo>
                      <a:pt x="920" y="2814"/>
                    </a:lnTo>
                    <a:lnTo>
                      <a:pt x="932" y="2816"/>
                    </a:lnTo>
                    <a:lnTo>
                      <a:pt x="932" y="2816"/>
                    </a:lnTo>
                    <a:lnTo>
                      <a:pt x="950" y="2822"/>
                    </a:lnTo>
                    <a:lnTo>
                      <a:pt x="950" y="2822"/>
                    </a:lnTo>
                    <a:lnTo>
                      <a:pt x="966" y="2826"/>
                    </a:lnTo>
                    <a:lnTo>
                      <a:pt x="966" y="2826"/>
                    </a:lnTo>
                    <a:lnTo>
                      <a:pt x="968" y="2826"/>
                    </a:lnTo>
                    <a:lnTo>
                      <a:pt x="968" y="2826"/>
                    </a:lnTo>
                    <a:lnTo>
                      <a:pt x="970" y="2826"/>
                    </a:lnTo>
                    <a:lnTo>
                      <a:pt x="970" y="2826"/>
                    </a:lnTo>
                    <a:lnTo>
                      <a:pt x="988" y="2830"/>
                    </a:lnTo>
                    <a:lnTo>
                      <a:pt x="988" y="2830"/>
                    </a:lnTo>
                    <a:lnTo>
                      <a:pt x="1006" y="2834"/>
                    </a:lnTo>
                    <a:lnTo>
                      <a:pt x="1006" y="2834"/>
                    </a:lnTo>
                    <a:lnTo>
                      <a:pt x="1010" y="2834"/>
                    </a:lnTo>
                    <a:lnTo>
                      <a:pt x="1010" y="2834"/>
                    </a:lnTo>
                    <a:lnTo>
                      <a:pt x="1012" y="2834"/>
                    </a:lnTo>
                    <a:lnTo>
                      <a:pt x="1012" y="2834"/>
                    </a:lnTo>
                    <a:lnTo>
                      <a:pt x="1014" y="2836"/>
                    </a:lnTo>
                    <a:lnTo>
                      <a:pt x="1014" y="2836"/>
                    </a:lnTo>
                    <a:lnTo>
                      <a:pt x="1016" y="2836"/>
                    </a:lnTo>
                    <a:lnTo>
                      <a:pt x="1016" y="2836"/>
                    </a:lnTo>
                    <a:lnTo>
                      <a:pt x="1194" y="2864"/>
                    </a:lnTo>
                    <a:lnTo>
                      <a:pt x="1194" y="2864"/>
                    </a:lnTo>
                    <a:lnTo>
                      <a:pt x="1150" y="2854"/>
                    </a:lnTo>
                    <a:lnTo>
                      <a:pt x="1150" y="2854"/>
                    </a:lnTo>
                    <a:lnTo>
                      <a:pt x="1148" y="2854"/>
                    </a:lnTo>
                    <a:lnTo>
                      <a:pt x="1148" y="2854"/>
                    </a:lnTo>
                    <a:lnTo>
                      <a:pt x="1102" y="2842"/>
                    </a:lnTo>
                    <a:lnTo>
                      <a:pt x="1102" y="2842"/>
                    </a:lnTo>
                    <a:lnTo>
                      <a:pt x="1098" y="2842"/>
                    </a:lnTo>
                    <a:lnTo>
                      <a:pt x="1098" y="2842"/>
                    </a:lnTo>
                    <a:lnTo>
                      <a:pt x="1054" y="2826"/>
                    </a:lnTo>
                    <a:lnTo>
                      <a:pt x="1054" y="2826"/>
                    </a:lnTo>
                    <a:lnTo>
                      <a:pt x="1050" y="2824"/>
                    </a:lnTo>
                    <a:lnTo>
                      <a:pt x="1050" y="2824"/>
                    </a:lnTo>
                    <a:lnTo>
                      <a:pt x="1006" y="2806"/>
                    </a:lnTo>
                    <a:lnTo>
                      <a:pt x="1006" y="2806"/>
                    </a:lnTo>
                    <a:lnTo>
                      <a:pt x="1002" y="2804"/>
                    </a:lnTo>
                    <a:lnTo>
                      <a:pt x="1002" y="2804"/>
                    </a:lnTo>
                    <a:lnTo>
                      <a:pt x="956" y="2782"/>
                    </a:lnTo>
                    <a:lnTo>
                      <a:pt x="956" y="2782"/>
                    </a:lnTo>
                    <a:lnTo>
                      <a:pt x="954" y="2782"/>
                    </a:lnTo>
                    <a:lnTo>
                      <a:pt x="954" y="2782"/>
                    </a:lnTo>
                    <a:lnTo>
                      <a:pt x="908" y="2756"/>
                    </a:lnTo>
                    <a:lnTo>
                      <a:pt x="908" y="2756"/>
                    </a:lnTo>
                    <a:lnTo>
                      <a:pt x="908" y="2754"/>
                    </a:lnTo>
                    <a:lnTo>
                      <a:pt x="908" y="2754"/>
                    </a:lnTo>
                    <a:lnTo>
                      <a:pt x="862" y="2726"/>
                    </a:lnTo>
                    <a:lnTo>
                      <a:pt x="862" y="2726"/>
                    </a:lnTo>
                    <a:lnTo>
                      <a:pt x="860" y="2724"/>
                    </a:lnTo>
                    <a:lnTo>
                      <a:pt x="860" y="2724"/>
                    </a:lnTo>
                    <a:lnTo>
                      <a:pt x="814" y="2692"/>
                    </a:lnTo>
                    <a:lnTo>
                      <a:pt x="814" y="2692"/>
                    </a:lnTo>
                    <a:lnTo>
                      <a:pt x="768" y="2654"/>
                    </a:lnTo>
                    <a:lnTo>
                      <a:pt x="768" y="2654"/>
                    </a:lnTo>
                    <a:lnTo>
                      <a:pt x="766" y="2652"/>
                    </a:lnTo>
                    <a:lnTo>
                      <a:pt x="766" y="2652"/>
                    </a:lnTo>
                    <a:lnTo>
                      <a:pt x="722" y="2612"/>
                    </a:lnTo>
                    <a:lnTo>
                      <a:pt x="722" y="2612"/>
                    </a:lnTo>
                    <a:lnTo>
                      <a:pt x="720" y="2610"/>
                    </a:lnTo>
                    <a:lnTo>
                      <a:pt x="720" y="2610"/>
                    </a:lnTo>
                    <a:lnTo>
                      <a:pt x="676" y="2568"/>
                    </a:lnTo>
                    <a:lnTo>
                      <a:pt x="676" y="2568"/>
                    </a:lnTo>
                    <a:lnTo>
                      <a:pt x="674" y="2564"/>
                    </a:lnTo>
                    <a:lnTo>
                      <a:pt x="674" y="2564"/>
                    </a:lnTo>
                    <a:lnTo>
                      <a:pt x="632" y="2520"/>
                    </a:lnTo>
                    <a:lnTo>
                      <a:pt x="632" y="2520"/>
                    </a:lnTo>
                    <a:lnTo>
                      <a:pt x="628" y="2516"/>
                    </a:lnTo>
                    <a:lnTo>
                      <a:pt x="628" y="2516"/>
                    </a:lnTo>
                    <a:lnTo>
                      <a:pt x="588" y="2468"/>
                    </a:lnTo>
                    <a:lnTo>
                      <a:pt x="588" y="2468"/>
                    </a:lnTo>
                    <a:lnTo>
                      <a:pt x="584" y="2464"/>
                    </a:lnTo>
                    <a:lnTo>
                      <a:pt x="584" y="2464"/>
                    </a:lnTo>
                    <a:lnTo>
                      <a:pt x="546" y="2412"/>
                    </a:lnTo>
                    <a:lnTo>
                      <a:pt x="546" y="2412"/>
                    </a:lnTo>
                    <a:lnTo>
                      <a:pt x="544" y="2410"/>
                    </a:lnTo>
                    <a:lnTo>
                      <a:pt x="544" y="2410"/>
                    </a:lnTo>
                    <a:lnTo>
                      <a:pt x="506" y="2356"/>
                    </a:lnTo>
                    <a:lnTo>
                      <a:pt x="506" y="2356"/>
                    </a:lnTo>
                    <a:lnTo>
                      <a:pt x="504" y="2352"/>
                    </a:lnTo>
                    <a:lnTo>
                      <a:pt x="504" y="2352"/>
                    </a:lnTo>
                    <a:lnTo>
                      <a:pt x="468" y="2294"/>
                    </a:lnTo>
                    <a:lnTo>
                      <a:pt x="468" y="2294"/>
                    </a:lnTo>
                    <a:lnTo>
                      <a:pt x="466" y="2292"/>
                    </a:lnTo>
                    <a:lnTo>
                      <a:pt x="466" y="2292"/>
                    </a:lnTo>
                    <a:lnTo>
                      <a:pt x="430" y="2230"/>
                    </a:lnTo>
                    <a:lnTo>
                      <a:pt x="430" y="2230"/>
                    </a:lnTo>
                    <a:lnTo>
                      <a:pt x="428" y="2226"/>
                    </a:lnTo>
                    <a:lnTo>
                      <a:pt x="428" y="2226"/>
                    </a:lnTo>
                    <a:lnTo>
                      <a:pt x="394" y="2162"/>
                    </a:lnTo>
                    <a:lnTo>
                      <a:pt x="394" y="2162"/>
                    </a:lnTo>
                    <a:lnTo>
                      <a:pt x="392" y="2158"/>
                    </a:lnTo>
                    <a:lnTo>
                      <a:pt x="392" y="2158"/>
                    </a:lnTo>
                    <a:lnTo>
                      <a:pt x="360" y="2092"/>
                    </a:lnTo>
                    <a:lnTo>
                      <a:pt x="360" y="2092"/>
                    </a:lnTo>
                    <a:lnTo>
                      <a:pt x="358" y="2088"/>
                    </a:lnTo>
                    <a:lnTo>
                      <a:pt x="358" y="2088"/>
                    </a:lnTo>
                    <a:lnTo>
                      <a:pt x="358" y="2088"/>
                    </a:lnTo>
                    <a:lnTo>
                      <a:pt x="358" y="2088"/>
                    </a:lnTo>
                    <a:lnTo>
                      <a:pt x="330" y="2022"/>
                    </a:lnTo>
                    <a:lnTo>
                      <a:pt x="330" y="2022"/>
                    </a:lnTo>
                    <a:lnTo>
                      <a:pt x="326" y="2014"/>
                    </a:lnTo>
                    <a:lnTo>
                      <a:pt x="326" y="2014"/>
                    </a:lnTo>
                    <a:lnTo>
                      <a:pt x="300" y="1946"/>
                    </a:lnTo>
                    <a:lnTo>
                      <a:pt x="300" y="1946"/>
                    </a:lnTo>
                    <a:lnTo>
                      <a:pt x="298" y="1938"/>
                    </a:lnTo>
                    <a:lnTo>
                      <a:pt x="298" y="1938"/>
                    </a:lnTo>
                    <a:lnTo>
                      <a:pt x="274" y="1870"/>
                    </a:lnTo>
                    <a:lnTo>
                      <a:pt x="274" y="1870"/>
                    </a:lnTo>
                    <a:lnTo>
                      <a:pt x="272" y="1862"/>
                    </a:lnTo>
                    <a:lnTo>
                      <a:pt x="272" y="1862"/>
                    </a:lnTo>
                    <a:lnTo>
                      <a:pt x="252" y="1794"/>
                    </a:lnTo>
                    <a:lnTo>
                      <a:pt x="252" y="1794"/>
                    </a:lnTo>
                    <a:lnTo>
                      <a:pt x="248" y="1780"/>
                    </a:lnTo>
                    <a:lnTo>
                      <a:pt x="248" y="1780"/>
                    </a:lnTo>
                    <a:lnTo>
                      <a:pt x="230" y="1712"/>
                    </a:lnTo>
                    <a:lnTo>
                      <a:pt x="230" y="1712"/>
                    </a:lnTo>
                    <a:lnTo>
                      <a:pt x="226" y="1700"/>
                    </a:lnTo>
                    <a:lnTo>
                      <a:pt x="226" y="1700"/>
                    </a:lnTo>
                    <a:lnTo>
                      <a:pt x="216" y="1652"/>
                    </a:lnTo>
                    <a:lnTo>
                      <a:pt x="216" y="1652"/>
                    </a:lnTo>
                    <a:lnTo>
                      <a:pt x="208" y="1612"/>
                    </a:lnTo>
                    <a:lnTo>
                      <a:pt x="208" y="1612"/>
                    </a:lnTo>
                    <a:lnTo>
                      <a:pt x="200" y="1572"/>
                    </a:lnTo>
                    <a:lnTo>
                      <a:pt x="200" y="1572"/>
                    </a:lnTo>
                    <a:lnTo>
                      <a:pt x="192" y="1530"/>
                    </a:lnTo>
                    <a:lnTo>
                      <a:pt x="192" y="1530"/>
                    </a:lnTo>
                    <a:lnTo>
                      <a:pt x="188" y="1492"/>
                    </a:lnTo>
                    <a:lnTo>
                      <a:pt x="188" y="1492"/>
                    </a:lnTo>
                    <a:lnTo>
                      <a:pt x="182" y="1448"/>
                    </a:lnTo>
                    <a:lnTo>
                      <a:pt x="182" y="1448"/>
                    </a:lnTo>
                    <a:lnTo>
                      <a:pt x="178" y="1410"/>
                    </a:lnTo>
                    <a:lnTo>
                      <a:pt x="178" y="1410"/>
                    </a:lnTo>
                    <a:lnTo>
                      <a:pt x="172" y="1364"/>
                    </a:lnTo>
                    <a:lnTo>
                      <a:pt x="172" y="1364"/>
                    </a:lnTo>
                    <a:lnTo>
                      <a:pt x="170" y="1326"/>
                    </a:lnTo>
                    <a:lnTo>
                      <a:pt x="170" y="1326"/>
                    </a:lnTo>
                    <a:lnTo>
                      <a:pt x="168" y="1280"/>
                    </a:lnTo>
                    <a:lnTo>
                      <a:pt x="168" y="1280"/>
                    </a:lnTo>
                    <a:lnTo>
                      <a:pt x="166" y="1240"/>
                    </a:lnTo>
                    <a:lnTo>
                      <a:pt x="166" y="1240"/>
                    </a:lnTo>
                    <a:lnTo>
                      <a:pt x="166" y="1198"/>
                    </a:lnTo>
                    <a:lnTo>
                      <a:pt x="166" y="1198"/>
                    </a:lnTo>
                    <a:lnTo>
                      <a:pt x="166" y="1146"/>
                    </a:lnTo>
                    <a:lnTo>
                      <a:pt x="166" y="1146"/>
                    </a:lnTo>
                    <a:lnTo>
                      <a:pt x="166" y="1114"/>
                    </a:lnTo>
                    <a:lnTo>
                      <a:pt x="166" y="1114"/>
                    </a:lnTo>
                    <a:lnTo>
                      <a:pt x="170" y="1032"/>
                    </a:lnTo>
                    <a:lnTo>
                      <a:pt x="170" y="1032"/>
                    </a:lnTo>
                    <a:lnTo>
                      <a:pt x="174" y="982"/>
                    </a:lnTo>
                    <a:lnTo>
                      <a:pt x="180" y="934"/>
                    </a:lnTo>
                    <a:lnTo>
                      <a:pt x="186" y="886"/>
                    </a:lnTo>
                    <a:lnTo>
                      <a:pt x="194" y="838"/>
                    </a:lnTo>
                    <a:lnTo>
                      <a:pt x="212" y="748"/>
                    </a:lnTo>
                    <a:lnTo>
                      <a:pt x="234" y="662"/>
                    </a:lnTo>
                    <a:lnTo>
                      <a:pt x="234" y="662"/>
                    </a:lnTo>
                    <a:lnTo>
                      <a:pt x="260" y="580"/>
                    </a:lnTo>
                    <a:lnTo>
                      <a:pt x="288" y="504"/>
                    </a:lnTo>
                    <a:lnTo>
                      <a:pt x="320" y="430"/>
                    </a:lnTo>
                    <a:lnTo>
                      <a:pt x="356" y="362"/>
                    </a:lnTo>
                    <a:lnTo>
                      <a:pt x="356" y="362"/>
                    </a:lnTo>
                    <a:lnTo>
                      <a:pt x="392" y="302"/>
                    </a:lnTo>
                    <a:lnTo>
                      <a:pt x="432" y="244"/>
                    </a:lnTo>
                    <a:lnTo>
                      <a:pt x="472" y="190"/>
                    </a:lnTo>
                    <a:lnTo>
                      <a:pt x="516" y="142"/>
                    </a:lnTo>
                    <a:lnTo>
                      <a:pt x="516" y="142"/>
                    </a:lnTo>
                    <a:lnTo>
                      <a:pt x="552" y="110"/>
                    </a:lnTo>
                    <a:lnTo>
                      <a:pt x="588" y="78"/>
                    </a:lnTo>
                    <a:lnTo>
                      <a:pt x="588" y="78"/>
                    </a:lnTo>
                    <a:lnTo>
                      <a:pt x="620" y="52"/>
                    </a:lnTo>
                    <a:lnTo>
                      <a:pt x="654" y="30"/>
                    </a:lnTo>
                    <a:lnTo>
                      <a:pt x="654" y="30"/>
                    </a:lnTo>
                    <a:lnTo>
                      <a:pt x="702" y="0"/>
                    </a:lnTo>
                    <a:lnTo>
                      <a:pt x="702" y="0"/>
                    </a:lnTo>
                    <a:lnTo>
                      <a:pt x="702" y="0"/>
                    </a:lnTo>
                    <a:lnTo>
                      <a:pt x="542" y="88"/>
                    </a:lnTo>
                    <a:lnTo>
                      <a:pt x="542" y="88"/>
                    </a:lnTo>
                    <a:lnTo>
                      <a:pt x="492" y="116"/>
                    </a:lnTo>
                    <a:lnTo>
                      <a:pt x="446" y="150"/>
                    </a:lnTo>
                    <a:lnTo>
                      <a:pt x="400" y="188"/>
                    </a:lnTo>
                    <a:lnTo>
                      <a:pt x="354" y="228"/>
                    </a:lnTo>
                    <a:lnTo>
                      <a:pt x="354" y="228"/>
                    </a:lnTo>
                    <a:lnTo>
                      <a:pt x="312" y="276"/>
                    </a:lnTo>
                    <a:lnTo>
                      <a:pt x="270" y="328"/>
                    </a:lnTo>
                    <a:lnTo>
                      <a:pt x="230" y="384"/>
                    </a:lnTo>
                    <a:lnTo>
                      <a:pt x="194" y="444"/>
                    </a:lnTo>
                    <a:lnTo>
                      <a:pt x="194" y="444"/>
                    </a:lnTo>
                    <a:lnTo>
                      <a:pt x="158" y="510"/>
                    </a:lnTo>
                    <a:lnTo>
                      <a:pt x="126" y="580"/>
                    </a:lnTo>
                    <a:lnTo>
                      <a:pt x="96" y="654"/>
                    </a:lnTo>
                    <a:lnTo>
                      <a:pt x="72" y="730"/>
                    </a:lnTo>
                    <a:lnTo>
                      <a:pt x="72" y="730"/>
                    </a:lnTo>
                    <a:lnTo>
                      <a:pt x="50" y="814"/>
                    </a:lnTo>
                    <a:lnTo>
                      <a:pt x="30" y="902"/>
                    </a:lnTo>
                    <a:lnTo>
                      <a:pt x="16" y="992"/>
                    </a:lnTo>
                    <a:lnTo>
                      <a:pt x="6" y="1086"/>
                    </a:lnTo>
                    <a:lnTo>
                      <a:pt x="6" y="1086"/>
                    </a:lnTo>
                    <a:lnTo>
                      <a:pt x="2" y="1164"/>
                    </a:lnTo>
                    <a:lnTo>
                      <a:pt x="2" y="1164"/>
                    </a:lnTo>
                    <a:lnTo>
                      <a:pt x="2" y="1198"/>
                    </a:lnTo>
                    <a:lnTo>
                      <a:pt x="2" y="1198"/>
                    </a:lnTo>
                    <a:lnTo>
                      <a:pt x="0" y="1240"/>
                    </a:lnTo>
                    <a:lnTo>
                      <a:pt x="0" y="1240"/>
                    </a:lnTo>
                    <a:lnTo>
                      <a:pt x="0" y="1244"/>
                    </a:lnTo>
                    <a:lnTo>
                      <a:pt x="0" y="1244"/>
                    </a:lnTo>
                    <a:lnTo>
                      <a:pt x="2" y="1286"/>
                    </a:lnTo>
                    <a:lnTo>
                      <a:pt x="2" y="1286"/>
                    </a:lnTo>
                    <a:close/>
                  </a:path>
                </a:pathLst>
              </a:custGeom>
              <a:solidFill>
                <a:srgbClr val="B6B6B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8" name="Freeform 6"/>
              <p:cNvSpPr>
                <a:spLocks/>
              </p:cNvSpPr>
              <p:nvPr/>
            </p:nvSpPr>
            <p:spPr bwMode="auto">
              <a:xfrm>
                <a:off x="2495550" y="5502276"/>
                <a:ext cx="4763" cy="0"/>
              </a:xfrm>
              <a:custGeom>
                <a:avLst/>
                <a:gdLst>
                  <a:gd name="T0" fmla="*/ 3 w 3"/>
                  <a:gd name="T1" fmla="*/ 3 w 3"/>
                  <a:gd name="T2" fmla="*/ 0 w 3"/>
                  <a:gd name="T3" fmla="*/ 0 w 3"/>
                  <a:gd name="T4" fmla="*/ 0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0" y="0"/>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9" name="Freeform 7"/>
              <p:cNvSpPr>
                <a:spLocks/>
              </p:cNvSpPr>
              <p:nvPr/>
            </p:nvSpPr>
            <p:spPr bwMode="auto">
              <a:xfrm>
                <a:off x="2495550" y="5502276"/>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0" name="Freeform 8"/>
              <p:cNvSpPr>
                <a:spLocks/>
              </p:cNvSpPr>
              <p:nvPr/>
            </p:nvSpPr>
            <p:spPr bwMode="auto">
              <a:xfrm>
                <a:off x="2495550" y="550227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1" name="Freeform 9"/>
              <p:cNvSpPr>
                <a:spLocks/>
              </p:cNvSpPr>
              <p:nvPr/>
            </p:nvSpPr>
            <p:spPr bwMode="auto">
              <a:xfrm>
                <a:off x="1096963" y="2149476"/>
                <a:ext cx="1398588" cy="3352800"/>
              </a:xfrm>
              <a:custGeom>
                <a:avLst/>
                <a:gdLst>
                  <a:gd name="T0" fmla="*/ 229 w 881"/>
                  <a:gd name="T1" fmla="*/ 204 h 2112"/>
                  <a:gd name="T2" fmla="*/ 52 w 881"/>
                  <a:gd name="T3" fmla="*/ 540 h 2112"/>
                  <a:gd name="T4" fmla="*/ 2 w 881"/>
                  <a:gd name="T5" fmla="*/ 858 h 2112"/>
                  <a:gd name="T6" fmla="*/ 0 w 881"/>
                  <a:gd name="T7" fmla="*/ 948 h 2112"/>
                  <a:gd name="T8" fmla="*/ 5 w 881"/>
                  <a:gd name="T9" fmla="*/ 1034 h 2112"/>
                  <a:gd name="T10" fmla="*/ 18 w 881"/>
                  <a:gd name="T11" fmla="*/ 1144 h 2112"/>
                  <a:gd name="T12" fmla="*/ 34 w 881"/>
                  <a:gd name="T13" fmla="*/ 1236 h 2112"/>
                  <a:gd name="T14" fmla="*/ 45 w 881"/>
                  <a:gd name="T15" fmla="*/ 1277 h 2112"/>
                  <a:gd name="T16" fmla="*/ 59 w 881"/>
                  <a:gd name="T17" fmla="*/ 1336 h 2112"/>
                  <a:gd name="T18" fmla="*/ 77 w 881"/>
                  <a:gd name="T19" fmla="*/ 1389 h 2112"/>
                  <a:gd name="T20" fmla="*/ 95 w 881"/>
                  <a:gd name="T21" fmla="*/ 1442 h 2112"/>
                  <a:gd name="T22" fmla="*/ 114 w 881"/>
                  <a:gd name="T23" fmla="*/ 1489 h 2112"/>
                  <a:gd name="T24" fmla="*/ 136 w 881"/>
                  <a:gd name="T25" fmla="*/ 1542 h 2112"/>
                  <a:gd name="T26" fmla="*/ 161 w 881"/>
                  <a:gd name="T27" fmla="*/ 1591 h 2112"/>
                  <a:gd name="T28" fmla="*/ 185 w 881"/>
                  <a:gd name="T29" fmla="*/ 1635 h 2112"/>
                  <a:gd name="T30" fmla="*/ 201 w 881"/>
                  <a:gd name="T31" fmla="*/ 1663 h 2112"/>
                  <a:gd name="T32" fmla="*/ 217 w 881"/>
                  <a:gd name="T33" fmla="*/ 1690 h 2112"/>
                  <a:gd name="T34" fmla="*/ 242 w 881"/>
                  <a:gd name="T35" fmla="*/ 1728 h 2112"/>
                  <a:gd name="T36" fmla="*/ 264 w 881"/>
                  <a:gd name="T37" fmla="*/ 1761 h 2112"/>
                  <a:gd name="T38" fmla="*/ 281 w 881"/>
                  <a:gd name="T39" fmla="*/ 1781 h 2112"/>
                  <a:gd name="T40" fmla="*/ 303 w 881"/>
                  <a:gd name="T41" fmla="*/ 1809 h 2112"/>
                  <a:gd name="T42" fmla="*/ 329 w 881"/>
                  <a:gd name="T43" fmla="*/ 1840 h 2112"/>
                  <a:gd name="T44" fmla="*/ 347 w 881"/>
                  <a:gd name="T45" fmla="*/ 1859 h 2112"/>
                  <a:gd name="T46" fmla="*/ 372 w 881"/>
                  <a:gd name="T47" fmla="*/ 1884 h 2112"/>
                  <a:gd name="T48" fmla="*/ 399 w 881"/>
                  <a:gd name="T49" fmla="*/ 1910 h 2112"/>
                  <a:gd name="T50" fmla="*/ 424 w 881"/>
                  <a:gd name="T51" fmla="*/ 1932 h 2112"/>
                  <a:gd name="T52" fmla="*/ 441 w 881"/>
                  <a:gd name="T53" fmla="*/ 1946 h 2112"/>
                  <a:gd name="T54" fmla="*/ 468 w 881"/>
                  <a:gd name="T55" fmla="*/ 1967 h 2112"/>
                  <a:gd name="T56" fmla="*/ 500 w 881"/>
                  <a:gd name="T57" fmla="*/ 1991 h 2112"/>
                  <a:gd name="T58" fmla="*/ 527 w 881"/>
                  <a:gd name="T59" fmla="*/ 2007 h 2112"/>
                  <a:gd name="T60" fmla="*/ 558 w 881"/>
                  <a:gd name="T61" fmla="*/ 2025 h 2112"/>
                  <a:gd name="T62" fmla="*/ 578 w 881"/>
                  <a:gd name="T63" fmla="*/ 2035 h 2112"/>
                  <a:gd name="T64" fmla="*/ 608 w 881"/>
                  <a:gd name="T65" fmla="*/ 2048 h 2112"/>
                  <a:gd name="T66" fmla="*/ 640 w 881"/>
                  <a:gd name="T67" fmla="*/ 2061 h 2112"/>
                  <a:gd name="T68" fmla="*/ 674 w 881"/>
                  <a:gd name="T69" fmla="*/ 2073 h 2112"/>
                  <a:gd name="T70" fmla="*/ 701 w 881"/>
                  <a:gd name="T71" fmla="*/ 2081 h 2112"/>
                  <a:gd name="T72" fmla="*/ 742 w 881"/>
                  <a:gd name="T73" fmla="*/ 2089 h 2112"/>
                  <a:gd name="T74" fmla="*/ 749 w 881"/>
                  <a:gd name="T75" fmla="*/ 2091 h 2112"/>
                  <a:gd name="T76" fmla="*/ 810 w 881"/>
                  <a:gd name="T77" fmla="*/ 2095 h 2112"/>
                  <a:gd name="T78" fmla="*/ 738 w 881"/>
                  <a:gd name="T79" fmla="*/ 2067 h 2112"/>
                  <a:gd name="T80" fmla="*/ 668 w 881"/>
                  <a:gd name="T81" fmla="*/ 2030 h 2112"/>
                  <a:gd name="T82" fmla="*/ 565 w 881"/>
                  <a:gd name="T83" fmla="*/ 1957 h 2112"/>
                  <a:gd name="T84" fmla="*/ 465 w 881"/>
                  <a:gd name="T85" fmla="*/ 1858 h 2112"/>
                  <a:gd name="T86" fmla="*/ 403 w 881"/>
                  <a:gd name="T87" fmla="*/ 1778 h 2112"/>
                  <a:gd name="T88" fmla="*/ 344 w 881"/>
                  <a:gd name="T89" fmla="*/ 1691 h 2112"/>
                  <a:gd name="T90" fmla="*/ 291 w 881"/>
                  <a:gd name="T91" fmla="*/ 1594 h 2112"/>
                  <a:gd name="T92" fmla="*/ 264 w 881"/>
                  <a:gd name="T93" fmla="*/ 1539 h 2112"/>
                  <a:gd name="T94" fmla="*/ 219 w 881"/>
                  <a:gd name="T95" fmla="*/ 1429 h 2112"/>
                  <a:gd name="T96" fmla="*/ 182 w 881"/>
                  <a:gd name="T97" fmla="*/ 1312 h 2112"/>
                  <a:gd name="T98" fmla="*/ 152 w 881"/>
                  <a:gd name="T99" fmla="*/ 1189 h 2112"/>
                  <a:gd name="T100" fmla="*/ 133 w 881"/>
                  <a:gd name="T101" fmla="*/ 1068 h 2112"/>
                  <a:gd name="T102" fmla="*/ 123 w 881"/>
                  <a:gd name="T103" fmla="*/ 944 h 2112"/>
                  <a:gd name="T104" fmla="*/ 123 w 881"/>
                  <a:gd name="T105" fmla="*/ 821 h 2112"/>
                  <a:gd name="T106" fmla="*/ 173 w 881"/>
                  <a:gd name="T107" fmla="*/ 488 h 2112"/>
                  <a:gd name="T108" fmla="*/ 317 w 881"/>
                  <a:gd name="T109" fmla="*/ 180 h 2112"/>
                  <a:gd name="T110" fmla="*/ 481 w 881"/>
                  <a:gd name="T111" fmla="*/ 22 h 2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1" h="2112">
                    <a:moveTo>
                      <a:pt x="399" y="65"/>
                    </a:moveTo>
                    <a:lnTo>
                      <a:pt x="399" y="65"/>
                    </a:lnTo>
                    <a:lnTo>
                      <a:pt x="363" y="86"/>
                    </a:lnTo>
                    <a:lnTo>
                      <a:pt x="328" y="111"/>
                    </a:lnTo>
                    <a:lnTo>
                      <a:pt x="294" y="139"/>
                    </a:lnTo>
                    <a:lnTo>
                      <a:pt x="261" y="168"/>
                    </a:lnTo>
                    <a:lnTo>
                      <a:pt x="261" y="168"/>
                    </a:lnTo>
                    <a:lnTo>
                      <a:pt x="229" y="204"/>
                    </a:lnTo>
                    <a:lnTo>
                      <a:pt x="198" y="242"/>
                    </a:lnTo>
                    <a:lnTo>
                      <a:pt x="170" y="283"/>
                    </a:lnTo>
                    <a:lnTo>
                      <a:pt x="142" y="328"/>
                    </a:lnTo>
                    <a:lnTo>
                      <a:pt x="142" y="328"/>
                    </a:lnTo>
                    <a:lnTo>
                      <a:pt x="117" y="376"/>
                    </a:lnTo>
                    <a:lnTo>
                      <a:pt x="93" y="428"/>
                    </a:lnTo>
                    <a:lnTo>
                      <a:pt x="71" y="482"/>
                    </a:lnTo>
                    <a:lnTo>
                      <a:pt x="52" y="540"/>
                    </a:lnTo>
                    <a:lnTo>
                      <a:pt x="52" y="540"/>
                    </a:lnTo>
                    <a:lnTo>
                      <a:pt x="36" y="600"/>
                    </a:lnTo>
                    <a:lnTo>
                      <a:pt x="23" y="665"/>
                    </a:lnTo>
                    <a:lnTo>
                      <a:pt x="12" y="732"/>
                    </a:lnTo>
                    <a:lnTo>
                      <a:pt x="5" y="801"/>
                    </a:lnTo>
                    <a:lnTo>
                      <a:pt x="5" y="801"/>
                    </a:lnTo>
                    <a:lnTo>
                      <a:pt x="2" y="858"/>
                    </a:lnTo>
                    <a:lnTo>
                      <a:pt x="2" y="858"/>
                    </a:lnTo>
                    <a:lnTo>
                      <a:pt x="0" y="883"/>
                    </a:lnTo>
                    <a:lnTo>
                      <a:pt x="0" y="883"/>
                    </a:lnTo>
                    <a:lnTo>
                      <a:pt x="0" y="914"/>
                    </a:lnTo>
                    <a:lnTo>
                      <a:pt x="0" y="914"/>
                    </a:lnTo>
                    <a:lnTo>
                      <a:pt x="0" y="917"/>
                    </a:lnTo>
                    <a:lnTo>
                      <a:pt x="0" y="917"/>
                    </a:lnTo>
                    <a:lnTo>
                      <a:pt x="0" y="948"/>
                    </a:lnTo>
                    <a:lnTo>
                      <a:pt x="0" y="948"/>
                    </a:lnTo>
                    <a:lnTo>
                      <a:pt x="2" y="976"/>
                    </a:lnTo>
                    <a:lnTo>
                      <a:pt x="2" y="976"/>
                    </a:lnTo>
                    <a:lnTo>
                      <a:pt x="3" y="1007"/>
                    </a:lnTo>
                    <a:lnTo>
                      <a:pt x="3" y="1007"/>
                    </a:lnTo>
                    <a:lnTo>
                      <a:pt x="5" y="1031"/>
                    </a:lnTo>
                    <a:lnTo>
                      <a:pt x="5" y="1031"/>
                    </a:lnTo>
                    <a:lnTo>
                      <a:pt x="5" y="1034"/>
                    </a:lnTo>
                    <a:lnTo>
                      <a:pt x="5" y="1034"/>
                    </a:lnTo>
                    <a:lnTo>
                      <a:pt x="8" y="1066"/>
                    </a:lnTo>
                    <a:lnTo>
                      <a:pt x="8" y="1066"/>
                    </a:lnTo>
                    <a:lnTo>
                      <a:pt x="11" y="1093"/>
                    </a:lnTo>
                    <a:lnTo>
                      <a:pt x="11" y="1093"/>
                    </a:lnTo>
                    <a:lnTo>
                      <a:pt x="15" y="1122"/>
                    </a:lnTo>
                    <a:lnTo>
                      <a:pt x="15" y="1122"/>
                    </a:lnTo>
                    <a:lnTo>
                      <a:pt x="18" y="1144"/>
                    </a:lnTo>
                    <a:lnTo>
                      <a:pt x="18" y="1144"/>
                    </a:lnTo>
                    <a:lnTo>
                      <a:pt x="18" y="1152"/>
                    </a:lnTo>
                    <a:lnTo>
                      <a:pt x="18" y="1152"/>
                    </a:lnTo>
                    <a:lnTo>
                      <a:pt x="24" y="1180"/>
                    </a:lnTo>
                    <a:lnTo>
                      <a:pt x="24" y="1180"/>
                    </a:lnTo>
                    <a:lnTo>
                      <a:pt x="28" y="1209"/>
                    </a:lnTo>
                    <a:lnTo>
                      <a:pt x="28" y="1209"/>
                    </a:lnTo>
                    <a:lnTo>
                      <a:pt x="34" y="1236"/>
                    </a:lnTo>
                    <a:lnTo>
                      <a:pt x="34" y="1236"/>
                    </a:lnTo>
                    <a:lnTo>
                      <a:pt x="39" y="1256"/>
                    </a:lnTo>
                    <a:lnTo>
                      <a:pt x="39" y="1256"/>
                    </a:lnTo>
                    <a:lnTo>
                      <a:pt x="43" y="1271"/>
                    </a:lnTo>
                    <a:lnTo>
                      <a:pt x="43" y="1271"/>
                    </a:lnTo>
                    <a:lnTo>
                      <a:pt x="43" y="1274"/>
                    </a:lnTo>
                    <a:lnTo>
                      <a:pt x="43" y="1274"/>
                    </a:lnTo>
                    <a:lnTo>
                      <a:pt x="45" y="1277"/>
                    </a:lnTo>
                    <a:lnTo>
                      <a:pt x="45" y="1277"/>
                    </a:lnTo>
                    <a:lnTo>
                      <a:pt x="46" y="1286"/>
                    </a:lnTo>
                    <a:lnTo>
                      <a:pt x="46" y="1286"/>
                    </a:lnTo>
                    <a:lnTo>
                      <a:pt x="55" y="1317"/>
                    </a:lnTo>
                    <a:lnTo>
                      <a:pt x="55" y="1317"/>
                    </a:lnTo>
                    <a:lnTo>
                      <a:pt x="58" y="1327"/>
                    </a:lnTo>
                    <a:lnTo>
                      <a:pt x="58" y="1327"/>
                    </a:lnTo>
                    <a:lnTo>
                      <a:pt x="59" y="1336"/>
                    </a:lnTo>
                    <a:lnTo>
                      <a:pt x="59" y="1336"/>
                    </a:lnTo>
                    <a:lnTo>
                      <a:pt x="62" y="1346"/>
                    </a:lnTo>
                    <a:lnTo>
                      <a:pt x="62" y="1346"/>
                    </a:lnTo>
                    <a:lnTo>
                      <a:pt x="71" y="1376"/>
                    </a:lnTo>
                    <a:lnTo>
                      <a:pt x="71" y="1376"/>
                    </a:lnTo>
                    <a:lnTo>
                      <a:pt x="74" y="1383"/>
                    </a:lnTo>
                    <a:lnTo>
                      <a:pt x="74" y="1383"/>
                    </a:lnTo>
                    <a:lnTo>
                      <a:pt x="77" y="1389"/>
                    </a:lnTo>
                    <a:lnTo>
                      <a:pt x="77" y="1389"/>
                    </a:lnTo>
                    <a:lnTo>
                      <a:pt x="80" y="1398"/>
                    </a:lnTo>
                    <a:lnTo>
                      <a:pt x="80" y="1398"/>
                    </a:lnTo>
                    <a:lnTo>
                      <a:pt x="87" y="1422"/>
                    </a:lnTo>
                    <a:lnTo>
                      <a:pt x="87" y="1422"/>
                    </a:lnTo>
                    <a:lnTo>
                      <a:pt x="93" y="1436"/>
                    </a:lnTo>
                    <a:lnTo>
                      <a:pt x="93" y="1436"/>
                    </a:lnTo>
                    <a:lnTo>
                      <a:pt x="95" y="1442"/>
                    </a:lnTo>
                    <a:lnTo>
                      <a:pt x="95" y="1442"/>
                    </a:lnTo>
                    <a:lnTo>
                      <a:pt x="96" y="1444"/>
                    </a:lnTo>
                    <a:lnTo>
                      <a:pt x="96" y="1444"/>
                    </a:lnTo>
                    <a:lnTo>
                      <a:pt x="104" y="1466"/>
                    </a:lnTo>
                    <a:lnTo>
                      <a:pt x="104" y="1466"/>
                    </a:lnTo>
                    <a:lnTo>
                      <a:pt x="113" y="1486"/>
                    </a:lnTo>
                    <a:lnTo>
                      <a:pt x="113" y="1486"/>
                    </a:lnTo>
                    <a:lnTo>
                      <a:pt x="114" y="1489"/>
                    </a:lnTo>
                    <a:lnTo>
                      <a:pt x="114" y="1489"/>
                    </a:lnTo>
                    <a:lnTo>
                      <a:pt x="117" y="1495"/>
                    </a:lnTo>
                    <a:lnTo>
                      <a:pt x="117" y="1495"/>
                    </a:lnTo>
                    <a:lnTo>
                      <a:pt x="120" y="1504"/>
                    </a:lnTo>
                    <a:lnTo>
                      <a:pt x="120" y="1504"/>
                    </a:lnTo>
                    <a:lnTo>
                      <a:pt x="129" y="1523"/>
                    </a:lnTo>
                    <a:lnTo>
                      <a:pt x="129" y="1523"/>
                    </a:lnTo>
                    <a:lnTo>
                      <a:pt x="136" y="1542"/>
                    </a:lnTo>
                    <a:lnTo>
                      <a:pt x="136" y="1542"/>
                    </a:lnTo>
                    <a:lnTo>
                      <a:pt x="138" y="1545"/>
                    </a:lnTo>
                    <a:lnTo>
                      <a:pt x="138" y="1545"/>
                    </a:lnTo>
                    <a:lnTo>
                      <a:pt x="145" y="1559"/>
                    </a:lnTo>
                    <a:lnTo>
                      <a:pt x="145" y="1559"/>
                    </a:lnTo>
                    <a:lnTo>
                      <a:pt x="152" y="1575"/>
                    </a:lnTo>
                    <a:lnTo>
                      <a:pt x="152" y="1575"/>
                    </a:lnTo>
                    <a:lnTo>
                      <a:pt x="160" y="1591"/>
                    </a:lnTo>
                    <a:lnTo>
                      <a:pt x="161" y="1591"/>
                    </a:lnTo>
                    <a:lnTo>
                      <a:pt x="161" y="1591"/>
                    </a:lnTo>
                    <a:lnTo>
                      <a:pt x="163" y="1595"/>
                    </a:lnTo>
                    <a:lnTo>
                      <a:pt x="163" y="1595"/>
                    </a:lnTo>
                    <a:lnTo>
                      <a:pt x="169" y="1606"/>
                    </a:lnTo>
                    <a:lnTo>
                      <a:pt x="169" y="1606"/>
                    </a:lnTo>
                    <a:lnTo>
                      <a:pt x="176" y="1621"/>
                    </a:lnTo>
                    <a:lnTo>
                      <a:pt x="176" y="1621"/>
                    </a:lnTo>
                    <a:lnTo>
                      <a:pt x="185" y="1635"/>
                    </a:lnTo>
                    <a:lnTo>
                      <a:pt x="185" y="1635"/>
                    </a:lnTo>
                    <a:lnTo>
                      <a:pt x="186" y="1640"/>
                    </a:lnTo>
                    <a:lnTo>
                      <a:pt x="186" y="1640"/>
                    </a:lnTo>
                    <a:lnTo>
                      <a:pt x="188" y="1641"/>
                    </a:lnTo>
                    <a:lnTo>
                      <a:pt x="188" y="1641"/>
                    </a:lnTo>
                    <a:lnTo>
                      <a:pt x="192" y="1649"/>
                    </a:lnTo>
                    <a:lnTo>
                      <a:pt x="192" y="1649"/>
                    </a:lnTo>
                    <a:lnTo>
                      <a:pt x="201" y="1663"/>
                    </a:lnTo>
                    <a:lnTo>
                      <a:pt x="201" y="1663"/>
                    </a:lnTo>
                    <a:lnTo>
                      <a:pt x="208" y="1677"/>
                    </a:lnTo>
                    <a:lnTo>
                      <a:pt x="208" y="1677"/>
                    </a:lnTo>
                    <a:lnTo>
                      <a:pt x="214" y="1685"/>
                    </a:lnTo>
                    <a:lnTo>
                      <a:pt x="214" y="1687"/>
                    </a:lnTo>
                    <a:lnTo>
                      <a:pt x="214" y="1687"/>
                    </a:lnTo>
                    <a:lnTo>
                      <a:pt x="214" y="1687"/>
                    </a:lnTo>
                    <a:lnTo>
                      <a:pt x="217" y="1690"/>
                    </a:lnTo>
                    <a:lnTo>
                      <a:pt x="217" y="1690"/>
                    </a:lnTo>
                    <a:lnTo>
                      <a:pt x="225" y="1702"/>
                    </a:lnTo>
                    <a:lnTo>
                      <a:pt x="225" y="1702"/>
                    </a:lnTo>
                    <a:lnTo>
                      <a:pt x="233" y="1715"/>
                    </a:lnTo>
                    <a:lnTo>
                      <a:pt x="233" y="1715"/>
                    </a:lnTo>
                    <a:lnTo>
                      <a:pt x="241" y="1727"/>
                    </a:lnTo>
                    <a:lnTo>
                      <a:pt x="241" y="1727"/>
                    </a:lnTo>
                    <a:lnTo>
                      <a:pt x="242" y="1728"/>
                    </a:lnTo>
                    <a:lnTo>
                      <a:pt x="242" y="1728"/>
                    </a:lnTo>
                    <a:lnTo>
                      <a:pt x="244" y="1730"/>
                    </a:lnTo>
                    <a:lnTo>
                      <a:pt x="244" y="1730"/>
                    </a:lnTo>
                    <a:lnTo>
                      <a:pt x="248" y="1739"/>
                    </a:lnTo>
                    <a:lnTo>
                      <a:pt x="248" y="1739"/>
                    </a:lnTo>
                    <a:lnTo>
                      <a:pt x="257" y="1749"/>
                    </a:lnTo>
                    <a:lnTo>
                      <a:pt x="257" y="1749"/>
                    </a:lnTo>
                    <a:lnTo>
                      <a:pt x="264" y="1761"/>
                    </a:lnTo>
                    <a:lnTo>
                      <a:pt x="264" y="1761"/>
                    </a:lnTo>
                    <a:lnTo>
                      <a:pt x="270" y="1768"/>
                    </a:lnTo>
                    <a:lnTo>
                      <a:pt x="270" y="1768"/>
                    </a:lnTo>
                    <a:lnTo>
                      <a:pt x="272" y="1769"/>
                    </a:lnTo>
                    <a:lnTo>
                      <a:pt x="273" y="1771"/>
                    </a:lnTo>
                    <a:lnTo>
                      <a:pt x="273" y="1771"/>
                    </a:lnTo>
                    <a:lnTo>
                      <a:pt x="281" y="1781"/>
                    </a:lnTo>
                    <a:lnTo>
                      <a:pt x="281" y="1781"/>
                    </a:lnTo>
                    <a:lnTo>
                      <a:pt x="289" y="1792"/>
                    </a:lnTo>
                    <a:lnTo>
                      <a:pt x="289" y="1792"/>
                    </a:lnTo>
                    <a:lnTo>
                      <a:pt x="297" y="1802"/>
                    </a:lnTo>
                    <a:lnTo>
                      <a:pt x="297" y="1802"/>
                    </a:lnTo>
                    <a:lnTo>
                      <a:pt x="301" y="1806"/>
                    </a:lnTo>
                    <a:lnTo>
                      <a:pt x="301" y="1806"/>
                    </a:lnTo>
                    <a:lnTo>
                      <a:pt x="303" y="1809"/>
                    </a:lnTo>
                    <a:lnTo>
                      <a:pt x="303" y="1809"/>
                    </a:lnTo>
                    <a:lnTo>
                      <a:pt x="306" y="1812"/>
                    </a:lnTo>
                    <a:lnTo>
                      <a:pt x="306" y="1812"/>
                    </a:lnTo>
                    <a:lnTo>
                      <a:pt x="313" y="1823"/>
                    </a:lnTo>
                    <a:lnTo>
                      <a:pt x="313" y="1823"/>
                    </a:lnTo>
                    <a:lnTo>
                      <a:pt x="322" y="1831"/>
                    </a:lnTo>
                    <a:lnTo>
                      <a:pt x="322" y="1831"/>
                    </a:lnTo>
                    <a:lnTo>
                      <a:pt x="329" y="1840"/>
                    </a:lnTo>
                    <a:lnTo>
                      <a:pt x="329" y="1840"/>
                    </a:lnTo>
                    <a:lnTo>
                      <a:pt x="332" y="1843"/>
                    </a:lnTo>
                    <a:lnTo>
                      <a:pt x="332" y="1843"/>
                    </a:lnTo>
                    <a:lnTo>
                      <a:pt x="335" y="1846"/>
                    </a:lnTo>
                    <a:lnTo>
                      <a:pt x="335" y="1846"/>
                    </a:lnTo>
                    <a:lnTo>
                      <a:pt x="338" y="1851"/>
                    </a:lnTo>
                    <a:lnTo>
                      <a:pt x="338" y="1851"/>
                    </a:lnTo>
                    <a:lnTo>
                      <a:pt x="347" y="1859"/>
                    </a:lnTo>
                    <a:lnTo>
                      <a:pt x="347" y="1859"/>
                    </a:lnTo>
                    <a:lnTo>
                      <a:pt x="354" y="1868"/>
                    </a:lnTo>
                    <a:lnTo>
                      <a:pt x="354" y="1868"/>
                    </a:lnTo>
                    <a:lnTo>
                      <a:pt x="363" y="1876"/>
                    </a:lnTo>
                    <a:lnTo>
                      <a:pt x="365" y="1877"/>
                    </a:lnTo>
                    <a:lnTo>
                      <a:pt x="365" y="1877"/>
                    </a:lnTo>
                    <a:lnTo>
                      <a:pt x="366" y="1880"/>
                    </a:lnTo>
                    <a:lnTo>
                      <a:pt x="366" y="1880"/>
                    </a:lnTo>
                    <a:lnTo>
                      <a:pt x="372" y="1884"/>
                    </a:lnTo>
                    <a:lnTo>
                      <a:pt x="372" y="1884"/>
                    </a:lnTo>
                    <a:lnTo>
                      <a:pt x="379" y="1893"/>
                    </a:lnTo>
                    <a:lnTo>
                      <a:pt x="379" y="1893"/>
                    </a:lnTo>
                    <a:lnTo>
                      <a:pt x="388" y="1901"/>
                    </a:lnTo>
                    <a:lnTo>
                      <a:pt x="388" y="1901"/>
                    </a:lnTo>
                    <a:lnTo>
                      <a:pt x="397" y="1910"/>
                    </a:lnTo>
                    <a:lnTo>
                      <a:pt x="399" y="1910"/>
                    </a:lnTo>
                    <a:lnTo>
                      <a:pt x="399" y="1910"/>
                    </a:lnTo>
                    <a:lnTo>
                      <a:pt x="400" y="1911"/>
                    </a:lnTo>
                    <a:lnTo>
                      <a:pt x="400" y="1911"/>
                    </a:lnTo>
                    <a:lnTo>
                      <a:pt x="406" y="1917"/>
                    </a:lnTo>
                    <a:lnTo>
                      <a:pt x="406" y="1917"/>
                    </a:lnTo>
                    <a:lnTo>
                      <a:pt x="415" y="1924"/>
                    </a:lnTo>
                    <a:lnTo>
                      <a:pt x="415" y="1924"/>
                    </a:lnTo>
                    <a:lnTo>
                      <a:pt x="424" y="1932"/>
                    </a:lnTo>
                    <a:lnTo>
                      <a:pt x="424" y="1932"/>
                    </a:lnTo>
                    <a:lnTo>
                      <a:pt x="432" y="1939"/>
                    </a:lnTo>
                    <a:lnTo>
                      <a:pt x="432" y="1939"/>
                    </a:lnTo>
                    <a:lnTo>
                      <a:pt x="432" y="1939"/>
                    </a:lnTo>
                    <a:lnTo>
                      <a:pt x="432" y="1939"/>
                    </a:lnTo>
                    <a:lnTo>
                      <a:pt x="434" y="1940"/>
                    </a:lnTo>
                    <a:lnTo>
                      <a:pt x="434" y="1940"/>
                    </a:lnTo>
                    <a:lnTo>
                      <a:pt x="441" y="1946"/>
                    </a:lnTo>
                    <a:lnTo>
                      <a:pt x="441" y="1946"/>
                    </a:lnTo>
                    <a:lnTo>
                      <a:pt x="450" y="1954"/>
                    </a:lnTo>
                    <a:lnTo>
                      <a:pt x="450" y="1954"/>
                    </a:lnTo>
                    <a:lnTo>
                      <a:pt x="459" y="1961"/>
                    </a:lnTo>
                    <a:lnTo>
                      <a:pt x="459" y="1961"/>
                    </a:lnTo>
                    <a:lnTo>
                      <a:pt x="468" y="1967"/>
                    </a:lnTo>
                    <a:lnTo>
                      <a:pt x="468" y="1967"/>
                    </a:lnTo>
                    <a:lnTo>
                      <a:pt x="468" y="1967"/>
                    </a:lnTo>
                    <a:lnTo>
                      <a:pt x="468" y="1967"/>
                    </a:lnTo>
                    <a:lnTo>
                      <a:pt x="468" y="1967"/>
                    </a:lnTo>
                    <a:lnTo>
                      <a:pt x="478" y="1974"/>
                    </a:lnTo>
                    <a:lnTo>
                      <a:pt x="478" y="1974"/>
                    </a:lnTo>
                    <a:lnTo>
                      <a:pt x="487" y="1982"/>
                    </a:lnTo>
                    <a:lnTo>
                      <a:pt x="487" y="1982"/>
                    </a:lnTo>
                    <a:lnTo>
                      <a:pt x="497" y="1988"/>
                    </a:lnTo>
                    <a:lnTo>
                      <a:pt x="497" y="1988"/>
                    </a:lnTo>
                    <a:lnTo>
                      <a:pt x="500" y="1991"/>
                    </a:lnTo>
                    <a:lnTo>
                      <a:pt x="503" y="1992"/>
                    </a:lnTo>
                    <a:lnTo>
                      <a:pt x="503" y="1992"/>
                    </a:lnTo>
                    <a:lnTo>
                      <a:pt x="506" y="1994"/>
                    </a:lnTo>
                    <a:lnTo>
                      <a:pt x="506" y="1994"/>
                    </a:lnTo>
                    <a:lnTo>
                      <a:pt x="517" y="2001"/>
                    </a:lnTo>
                    <a:lnTo>
                      <a:pt x="517" y="2001"/>
                    </a:lnTo>
                    <a:lnTo>
                      <a:pt x="527" y="2007"/>
                    </a:lnTo>
                    <a:lnTo>
                      <a:pt x="527" y="2007"/>
                    </a:lnTo>
                    <a:lnTo>
                      <a:pt x="536" y="2011"/>
                    </a:lnTo>
                    <a:lnTo>
                      <a:pt x="537" y="2013"/>
                    </a:lnTo>
                    <a:lnTo>
                      <a:pt x="537" y="2013"/>
                    </a:lnTo>
                    <a:lnTo>
                      <a:pt x="537" y="2013"/>
                    </a:lnTo>
                    <a:lnTo>
                      <a:pt x="547" y="2019"/>
                    </a:lnTo>
                    <a:lnTo>
                      <a:pt x="547" y="2019"/>
                    </a:lnTo>
                    <a:lnTo>
                      <a:pt x="558" y="2025"/>
                    </a:lnTo>
                    <a:lnTo>
                      <a:pt x="558" y="2025"/>
                    </a:lnTo>
                    <a:lnTo>
                      <a:pt x="568" y="2030"/>
                    </a:lnTo>
                    <a:lnTo>
                      <a:pt x="568" y="2030"/>
                    </a:lnTo>
                    <a:lnTo>
                      <a:pt x="570" y="2030"/>
                    </a:lnTo>
                    <a:lnTo>
                      <a:pt x="570" y="2030"/>
                    </a:lnTo>
                    <a:lnTo>
                      <a:pt x="573" y="2032"/>
                    </a:lnTo>
                    <a:lnTo>
                      <a:pt x="573" y="2032"/>
                    </a:lnTo>
                    <a:lnTo>
                      <a:pt x="578" y="2035"/>
                    </a:lnTo>
                    <a:lnTo>
                      <a:pt x="578" y="2035"/>
                    </a:lnTo>
                    <a:lnTo>
                      <a:pt x="589" y="2041"/>
                    </a:lnTo>
                    <a:lnTo>
                      <a:pt x="589" y="2041"/>
                    </a:lnTo>
                    <a:lnTo>
                      <a:pt x="601" y="2045"/>
                    </a:lnTo>
                    <a:lnTo>
                      <a:pt x="601" y="2045"/>
                    </a:lnTo>
                    <a:lnTo>
                      <a:pt x="605" y="2048"/>
                    </a:lnTo>
                    <a:lnTo>
                      <a:pt x="605" y="2048"/>
                    </a:lnTo>
                    <a:lnTo>
                      <a:pt x="608" y="2048"/>
                    </a:lnTo>
                    <a:lnTo>
                      <a:pt x="608" y="2048"/>
                    </a:lnTo>
                    <a:lnTo>
                      <a:pt x="612" y="2051"/>
                    </a:lnTo>
                    <a:lnTo>
                      <a:pt x="612" y="2051"/>
                    </a:lnTo>
                    <a:lnTo>
                      <a:pt x="624" y="2055"/>
                    </a:lnTo>
                    <a:lnTo>
                      <a:pt x="624" y="2055"/>
                    </a:lnTo>
                    <a:lnTo>
                      <a:pt x="636" y="2060"/>
                    </a:lnTo>
                    <a:lnTo>
                      <a:pt x="636" y="2060"/>
                    </a:lnTo>
                    <a:lnTo>
                      <a:pt x="640" y="2061"/>
                    </a:lnTo>
                    <a:lnTo>
                      <a:pt x="640" y="2061"/>
                    </a:lnTo>
                    <a:lnTo>
                      <a:pt x="643" y="2063"/>
                    </a:lnTo>
                    <a:lnTo>
                      <a:pt x="643" y="2063"/>
                    </a:lnTo>
                    <a:lnTo>
                      <a:pt x="649" y="2064"/>
                    </a:lnTo>
                    <a:lnTo>
                      <a:pt x="649" y="2064"/>
                    </a:lnTo>
                    <a:lnTo>
                      <a:pt x="661" y="2069"/>
                    </a:lnTo>
                    <a:lnTo>
                      <a:pt x="661" y="2069"/>
                    </a:lnTo>
                    <a:lnTo>
                      <a:pt x="674" y="2073"/>
                    </a:lnTo>
                    <a:lnTo>
                      <a:pt x="674" y="2073"/>
                    </a:lnTo>
                    <a:lnTo>
                      <a:pt x="676" y="2073"/>
                    </a:lnTo>
                    <a:lnTo>
                      <a:pt x="676" y="2073"/>
                    </a:lnTo>
                    <a:lnTo>
                      <a:pt x="679" y="2075"/>
                    </a:lnTo>
                    <a:lnTo>
                      <a:pt x="679" y="2075"/>
                    </a:lnTo>
                    <a:lnTo>
                      <a:pt x="686" y="2076"/>
                    </a:lnTo>
                    <a:lnTo>
                      <a:pt x="686" y="2076"/>
                    </a:lnTo>
                    <a:lnTo>
                      <a:pt x="701" y="2081"/>
                    </a:lnTo>
                    <a:lnTo>
                      <a:pt x="701" y="2081"/>
                    </a:lnTo>
                    <a:lnTo>
                      <a:pt x="713" y="2083"/>
                    </a:lnTo>
                    <a:lnTo>
                      <a:pt x="714" y="2083"/>
                    </a:lnTo>
                    <a:lnTo>
                      <a:pt x="714" y="2083"/>
                    </a:lnTo>
                    <a:lnTo>
                      <a:pt x="714" y="2083"/>
                    </a:lnTo>
                    <a:lnTo>
                      <a:pt x="729" y="2086"/>
                    </a:lnTo>
                    <a:lnTo>
                      <a:pt x="729" y="2086"/>
                    </a:lnTo>
                    <a:lnTo>
                      <a:pt x="742" y="2089"/>
                    </a:lnTo>
                    <a:lnTo>
                      <a:pt x="742" y="2089"/>
                    </a:lnTo>
                    <a:lnTo>
                      <a:pt x="744" y="2089"/>
                    </a:lnTo>
                    <a:lnTo>
                      <a:pt x="744" y="2089"/>
                    </a:lnTo>
                    <a:lnTo>
                      <a:pt x="747" y="2089"/>
                    </a:lnTo>
                    <a:lnTo>
                      <a:pt x="747" y="2089"/>
                    </a:lnTo>
                    <a:lnTo>
                      <a:pt x="748" y="2091"/>
                    </a:lnTo>
                    <a:lnTo>
                      <a:pt x="748" y="2091"/>
                    </a:lnTo>
                    <a:lnTo>
                      <a:pt x="749" y="2091"/>
                    </a:lnTo>
                    <a:lnTo>
                      <a:pt x="749" y="2091"/>
                    </a:lnTo>
                    <a:lnTo>
                      <a:pt x="881" y="2112"/>
                    </a:lnTo>
                    <a:lnTo>
                      <a:pt x="881" y="2112"/>
                    </a:lnTo>
                    <a:lnTo>
                      <a:pt x="847" y="2104"/>
                    </a:lnTo>
                    <a:lnTo>
                      <a:pt x="847" y="2104"/>
                    </a:lnTo>
                    <a:lnTo>
                      <a:pt x="847" y="2104"/>
                    </a:lnTo>
                    <a:lnTo>
                      <a:pt x="811" y="2095"/>
                    </a:lnTo>
                    <a:lnTo>
                      <a:pt x="811" y="2095"/>
                    </a:lnTo>
                    <a:lnTo>
                      <a:pt x="810" y="2095"/>
                    </a:lnTo>
                    <a:lnTo>
                      <a:pt x="810" y="2095"/>
                    </a:lnTo>
                    <a:lnTo>
                      <a:pt x="776" y="2083"/>
                    </a:lnTo>
                    <a:lnTo>
                      <a:pt x="776" y="2083"/>
                    </a:lnTo>
                    <a:lnTo>
                      <a:pt x="773" y="2082"/>
                    </a:lnTo>
                    <a:lnTo>
                      <a:pt x="773" y="2082"/>
                    </a:lnTo>
                    <a:lnTo>
                      <a:pt x="741" y="2069"/>
                    </a:lnTo>
                    <a:lnTo>
                      <a:pt x="741" y="2069"/>
                    </a:lnTo>
                    <a:lnTo>
                      <a:pt x="738" y="2067"/>
                    </a:lnTo>
                    <a:lnTo>
                      <a:pt x="738" y="2067"/>
                    </a:lnTo>
                    <a:lnTo>
                      <a:pt x="705" y="2051"/>
                    </a:lnTo>
                    <a:lnTo>
                      <a:pt x="705" y="2051"/>
                    </a:lnTo>
                    <a:lnTo>
                      <a:pt x="704" y="2051"/>
                    </a:lnTo>
                    <a:lnTo>
                      <a:pt x="704" y="2051"/>
                    </a:lnTo>
                    <a:lnTo>
                      <a:pt x="670" y="2032"/>
                    </a:lnTo>
                    <a:lnTo>
                      <a:pt x="668" y="2030"/>
                    </a:lnTo>
                    <a:lnTo>
                      <a:pt x="668" y="2030"/>
                    </a:lnTo>
                    <a:lnTo>
                      <a:pt x="636" y="2010"/>
                    </a:lnTo>
                    <a:lnTo>
                      <a:pt x="634" y="2008"/>
                    </a:lnTo>
                    <a:lnTo>
                      <a:pt x="634" y="2008"/>
                    </a:lnTo>
                    <a:lnTo>
                      <a:pt x="601" y="1985"/>
                    </a:lnTo>
                    <a:lnTo>
                      <a:pt x="601" y="1985"/>
                    </a:lnTo>
                    <a:lnTo>
                      <a:pt x="565" y="1957"/>
                    </a:lnTo>
                    <a:lnTo>
                      <a:pt x="565" y="1957"/>
                    </a:lnTo>
                    <a:lnTo>
                      <a:pt x="565" y="1957"/>
                    </a:lnTo>
                    <a:lnTo>
                      <a:pt x="531" y="1926"/>
                    </a:lnTo>
                    <a:lnTo>
                      <a:pt x="530" y="1924"/>
                    </a:lnTo>
                    <a:lnTo>
                      <a:pt x="530" y="1924"/>
                    </a:lnTo>
                    <a:lnTo>
                      <a:pt x="499" y="1893"/>
                    </a:lnTo>
                    <a:lnTo>
                      <a:pt x="499" y="1893"/>
                    </a:lnTo>
                    <a:lnTo>
                      <a:pt x="496" y="1890"/>
                    </a:lnTo>
                    <a:lnTo>
                      <a:pt x="496" y="1890"/>
                    </a:lnTo>
                    <a:lnTo>
                      <a:pt x="465" y="1858"/>
                    </a:lnTo>
                    <a:lnTo>
                      <a:pt x="465" y="1858"/>
                    </a:lnTo>
                    <a:lnTo>
                      <a:pt x="463" y="1855"/>
                    </a:lnTo>
                    <a:lnTo>
                      <a:pt x="463" y="1855"/>
                    </a:lnTo>
                    <a:lnTo>
                      <a:pt x="434" y="1820"/>
                    </a:lnTo>
                    <a:lnTo>
                      <a:pt x="434" y="1820"/>
                    </a:lnTo>
                    <a:lnTo>
                      <a:pt x="431" y="1817"/>
                    </a:lnTo>
                    <a:lnTo>
                      <a:pt x="431" y="1817"/>
                    </a:lnTo>
                    <a:lnTo>
                      <a:pt x="403" y="1778"/>
                    </a:lnTo>
                    <a:lnTo>
                      <a:pt x="403" y="1778"/>
                    </a:lnTo>
                    <a:lnTo>
                      <a:pt x="402" y="1777"/>
                    </a:lnTo>
                    <a:lnTo>
                      <a:pt x="402" y="1777"/>
                    </a:lnTo>
                    <a:lnTo>
                      <a:pt x="373" y="1737"/>
                    </a:lnTo>
                    <a:lnTo>
                      <a:pt x="373" y="1737"/>
                    </a:lnTo>
                    <a:lnTo>
                      <a:pt x="372" y="1736"/>
                    </a:lnTo>
                    <a:lnTo>
                      <a:pt x="372" y="1736"/>
                    </a:lnTo>
                    <a:lnTo>
                      <a:pt x="344" y="1691"/>
                    </a:lnTo>
                    <a:lnTo>
                      <a:pt x="344" y="1691"/>
                    </a:lnTo>
                    <a:lnTo>
                      <a:pt x="343" y="1690"/>
                    </a:lnTo>
                    <a:lnTo>
                      <a:pt x="343" y="1690"/>
                    </a:lnTo>
                    <a:lnTo>
                      <a:pt x="317" y="1644"/>
                    </a:lnTo>
                    <a:lnTo>
                      <a:pt x="317" y="1644"/>
                    </a:lnTo>
                    <a:lnTo>
                      <a:pt x="315" y="1641"/>
                    </a:lnTo>
                    <a:lnTo>
                      <a:pt x="315" y="1641"/>
                    </a:lnTo>
                    <a:lnTo>
                      <a:pt x="291" y="1594"/>
                    </a:lnTo>
                    <a:lnTo>
                      <a:pt x="291" y="1594"/>
                    </a:lnTo>
                    <a:lnTo>
                      <a:pt x="289" y="1591"/>
                    </a:lnTo>
                    <a:lnTo>
                      <a:pt x="289" y="1591"/>
                    </a:lnTo>
                    <a:lnTo>
                      <a:pt x="266" y="1542"/>
                    </a:lnTo>
                    <a:lnTo>
                      <a:pt x="266" y="1542"/>
                    </a:lnTo>
                    <a:lnTo>
                      <a:pt x="264" y="1539"/>
                    </a:lnTo>
                    <a:lnTo>
                      <a:pt x="264" y="1539"/>
                    </a:lnTo>
                    <a:lnTo>
                      <a:pt x="264" y="1539"/>
                    </a:lnTo>
                    <a:lnTo>
                      <a:pt x="244" y="1491"/>
                    </a:lnTo>
                    <a:lnTo>
                      <a:pt x="244" y="1491"/>
                    </a:lnTo>
                    <a:lnTo>
                      <a:pt x="241" y="1485"/>
                    </a:lnTo>
                    <a:lnTo>
                      <a:pt x="241" y="1485"/>
                    </a:lnTo>
                    <a:lnTo>
                      <a:pt x="222" y="1435"/>
                    </a:lnTo>
                    <a:lnTo>
                      <a:pt x="222" y="1435"/>
                    </a:lnTo>
                    <a:lnTo>
                      <a:pt x="219" y="1429"/>
                    </a:lnTo>
                    <a:lnTo>
                      <a:pt x="219" y="1429"/>
                    </a:lnTo>
                    <a:lnTo>
                      <a:pt x="202" y="1379"/>
                    </a:lnTo>
                    <a:lnTo>
                      <a:pt x="202" y="1379"/>
                    </a:lnTo>
                    <a:lnTo>
                      <a:pt x="200" y="1373"/>
                    </a:lnTo>
                    <a:lnTo>
                      <a:pt x="200" y="1373"/>
                    </a:lnTo>
                    <a:lnTo>
                      <a:pt x="185" y="1323"/>
                    </a:lnTo>
                    <a:lnTo>
                      <a:pt x="185" y="1323"/>
                    </a:lnTo>
                    <a:lnTo>
                      <a:pt x="182" y="1312"/>
                    </a:lnTo>
                    <a:lnTo>
                      <a:pt x="182" y="1312"/>
                    </a:lnTo>
                    <a:lnTo>
                      <a:pt x="169" y="1262"/>
                    </a:lnTo>
                    <a:lnTo>
                      <a:pt x="169" y="1262"/>
                    </a:lnTo>
                    <a:lnTo>
                      <a:pt x="167" y="1253"/>
                    </a:lnTo>
                    <a:lnTo>
                      <a:pt x="167" y="1253"/>
                    </a:lnTo>
                    <a:lnTo>
                      <a:pt x="160" y="1218"/>
                    </a:lnTo>
                    <a:lnTo>
                      <a:pt x="160" y="1218"/>
                    </a:lnTo>
                    <a:lnTo>
                      <a:pt x="152" y="1189"/>
                    </a:lnTo>
                    <a:lnTo>
                      <a:pt x="152" y="1189"/>
                    </a:lnTo>
                    <a:lnTo>
                      <a:pt x="148" y="1159"/>
                    </a:lnTo>
                    <a:lnTo>
                      <a:pt x="148" y="1159"/>
                    </a:lnTo>
                    <a:lnTo>
                      <a:pt x="142" y="1128"/>
                    </a:lnTo>
                    <a:lnTo>
                      <a:pt x="142" y="1128"/>
                    </a:lnTo>
                    <a:lnTo>
                      <a:pt x="138" y="1100"/>
                    </a:lnTo>
                    <a:lnTo>
                      <a:pt x="138" y="1100"/>
                    </a:lnTo>
                    <a:lnTo>
                      <a:pt x="133" y="1068"/>
                    </a:lnTo>
                    <a:lnTo>
                      <a:pt x="133" y="1068"/>
                    </a:lnTo>
                    <a:lnTo>
                      <a:pt x="130" y="1040"/>
                    </a:lnTo>
                    <a:lnTo>
                      <a:pt x="130" y="1040"/>
                    </a:lnTo>
                    <a:lnTo>
                      <a:pt x="127" y="1006"/>
                    </a:lnTo>
                    <a:lnTo>
                      <a:pt x="127" y="1006"/>
                    </a:lnTo>
                    <a:lnTo>
                      <a:pt x="126" y="978"/>
                    </a:lnTo>
                    <a:lnTo>
                      <a:pt x="126" y="978"/>
                    </a:lnTo>
                    <a:lnTo>
                      <a:pt x="123" y="944"/>
                    </a:lnTo>
                    <a:lnTo>
                      <a:pt x="123" y="944"/>
                    </a:lnTo>
                    <a:lnTo>
                      <a:pt x="123" y="914"/>
                    </a:lnTo>
                    <a:lnTo>
                      <a:pt x="123" y="914"/>
                    </a:lnTo>
                    <a:lnTo>
                      <a:pt x="121" y="883"/>
                    </a:lnTo>
                    <a:lnTo>
                      <a:pt x="121" y="883"/>
                    </a:lnTo>
                    <a:lnTo>
                      <a:pt x="123" y="845"/>
                    </a:lnTo>
                    <a:lnTo>
                      <a:pt x="123" y="845"/>
                    </a:lnTo>
                    <a:lnTo>
                      <a:pt x="123" y="821"/>
                    </a:lnTo>
                    <a:lnTo>
                      <a:pt x="123" y="821"/>
                    </a:lnTo>
                    <a:lnTo>
                      <a:pt x="126" y="761"/>
                    </a:lnTo>
                    <a:lnTo>
                      <a:pt x="126" y="761"/>
                    </a:lnTo>
                    <a:lnTo>
                      <a:pt x="129" y="724"/>
                    </a:lnTo>
                    <a:lnTo>
                      <a:pt x="133" y="689"/>
                    </a:lnTo>
                    <a:lnTo>
                      <a:pt x="138" y="653"/>
                    </a:lnTo>
                    <a:lnTo>
                      <a:pt x="143" y="618"/>
                    </a:lnTo>
                    <a:lnTo>
                      <a:pt x="157" y="552"/>
                    </a:lnTo>
                    <a:lnTo>
                      <a:pt x="173" y="488"/>
                    </a:lnTo>
                    <a:lnTo>
                      <a:pt x="173" y="488"/>
                    </a:lnTo>
                    <a:lnTo>
                      <a:pt x="191" y="428"/>
                    </a:lnTo>
                    <a:lnTo>
                      <a:pt x="213" y="372"/>
                    </a:lnTo>
                    <a:lnTo>
                      <a:pt x="236" y="317"/>
                    </a:lnTo>
                    <a:lnTo>
                      <a:pt x="261" y="267"/>
                    </a:lnTo>
                    <a:lnTo>
                      <a:pt x="261" y="267"/>
                    </a:lnTo>
                    <a:lnTo>
                      <a:pt x="289" y="223"/>
                    </a:lnTo>
                    <a:lnTo>
                      <a:pt x="317" y="180"/>
                    </a:lnTo>
                    <a:lnTo>
                      <a:pt x="348" y="140"/>
                    </a:lnTo>
                    <a:lnTo>
                      <a:pt x="381" y="105"/>
                    </a:lnTo>
                    <a:lnTo>
                      <a:pt x="381" y="105"/>
                    </a:lnTo>
                    <a:lnTo>
                      <a:pt x="406" y="81"/>
                    </a:lnTo>
                    <a:lnTo>
                      <a:pt x="432" y="58"/>
                    </a:lnTo>
                    <a:lnTo>
                      <a:pt x="432" y="58"/>
                    </a:lnTo>
                    <a:lnTo>
                      <a:pt x="458" y="39"/>
                    </a:lnTo>
                    <a:lnTo>
                      <a:pt x="481" y="22"/>
                    </a:lnTo>
                    <a:lnTo>
                      <a:pt x="481" y="22"/>
                    </a:lnTo>
                    <a:lnTo>
                      <a:pt x="518" y="0"/>
                    </a:lnTo>
                    <a:lnTo>
                      <a:pt x="518" y="0"/>
                    </a:lnTo>
                    <a:lnTo>
                      <a:pt x="518" y="0"/>
                    </a:lnTo>
                    <a:lnTo>
                      <a:pt x="399"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2" name="Freeform 11"/>
              <p:cNvSpPr>
                <a:spLocks/>
              </p:cNvSpPr>
              <p:nvPr/>
            </p:nvSpPr>
            <p:spPr bwMode="auto">
              <a:xfrm>
                <a:off x="670721" y="2024860"/>
                <a:ext cx="2327275" cy="3454400"/>
              </a:xfrm>
              <a:custGeom>
                <a:avLst/>
                <a:gdLst>
                  <a:gd name="T0" fmla="*/ 342 w 1466"/>
                  <a:gd name="T1" fmla="*/ 92 h 2176"/>
                  <a:gd name="T2" fmla="*/ 243 w 1466"/>
                  <a:gd name="T3" fmla="*/ 179 h 2176"/>
                  <a:gd name="T4" fmla="*/ 158 w 1466"/>
                  <a:gd name="T5" fmla="*/ 294 h 2176"/>
                  <a:gd name="T6" fmla="*/ 108 w 1466"/>
                  <a:gd name="T7" fmla="*/ 390 h 2176"/>
                  <a:gd name="T8" fmla="*/ 47 w 1466"/>
                  <a:gd name="T9" fmla="*/ 557 h 2176"/>
                  <a:gd name="T10" fmla="*/ 10 w 1466"/>
                  <a:gd name="T11" fmla="*/ 750 h 2176"/>
                  <a:gd name="T12" fmla="*/ 0 w 1466"/>
                  <a:gd name="T13" fmla="*/ 891 h 2176"/>
                  <a:gd name="T14" fmla="*/ 10 w 1466"/>
                  <a:gd name="T15" fmla="*/ 1108 h 2176"/>
                  <a:gd name="T16" fmla="*/ 47 w 1466"/>
                  <a:gd name="T17" fmla="*/ 1319 h 2176"/>
                  <a:gd name="T18" fmla="*/ 86 w 1466"/>
                  <a:gd name="T19" fmla="*/ 1455 h 2176"/>
                  <a:gd name="T20" fmla="*/ 162 w 1466"/>
                  <a:gd name="T21" fmla="*/ 1640 h 2176"/>
                  <a:gd name="T22" fmla="*/ 258 w 1466"/>
                  <a:gd name="T23" fmla="*/ 1804 h 2176"/>
                  <a:gd name="T24" fmla="*/ 329 w 1466"/>
                  <a:gd name="T25" fmla="*/ 1898 h 2176"/>
                  <a:gd name="T26" fmla="*/ 442 w 1466"/>
                  <a:gd name="T27" fmla="*/ 2013 h 2176"/>
                  <a:gd name="T28" fmla="*/ 563 w 1466"/>
                  <a:gd name="T29" fmla="*/ 2099 h 2176"/>
                  <a:gd name="T30" fmla="*/ 644 w 1466"/>
                  <a:gd name="T31" fmla="*/ 2139 h 2176"/>
                  <a:gd name="T32" fmla="*/ 765 w 1466"/>
                  <a:gd name="T33" fmla="*/ 2171 h 2176"/>
                  <a:gd name="T34" fmla="*/ 885 w 1466"/>
                  <a:gd name="T35" fmla="*/ 2174 h 2176"/>
                  <a:gd name="T36" fmla="*/ 960 w 1466"/>
                  <a:gd name="T37" fmla="*/ 2161 h 2176"/>
                  <a:gd name="T38" fmla="*/ 1062 w 1466"/>
                  <a:gd name="T39" fmla="*/ 2121 h 2176"/>
                  <a:gd name="T40" fmla="*/ 1153 w 1466"/>
                  <a:gd name="T41" fmla="*/ 2061 h 2176"/>
                  <a:gd name="T42" fmla="*/ 1205 w 1466"/>
                  <a:gd name="T43" fmla="*/ 2013 h 2176"/>
                  <a:gd name="T44" fmla="*/ 1274 w 1466"/>
                  <a:gd name="T45" fmla="*/ 1931 h 2176"/>
                  <a:gd name="T46" fmla="*/ 1331 w 1466"/>
                  <a:gd name="T47" fmla="*/ 1837 h 2176"/>
                  <a:gd name="T48" fmla="*/ 1364 w 1466"/>
                  <a:gd name="T49" fmla="*/ 1770 h 2176"/>
                  <a:gd name="T50" fmla="*/ 1404 w 1466"/>
                  <a:gd name="T51" fmla="*/ 1665 h 2176"/>
                  <a:gd name="T52" fmla="*/ 1433 w 1466"/>
                  <a:gd name="T53" fmla="*/ 1553 h 2176"/>
                  <a:gd name="T54" fmla="*/ 1448 w 1466"/>
                  <a:gd name="T55" fmla="*/ 1477 h 2176"/>
                  <a:gd name="T56" fmla="*/ 1461 w 1466"/>
                  <a:gd name="T57" fmla="*/ 1357 h 2176"/>
                  <a:gd name="T58" fmla="*/ 1466 w 1466"/>
                  <a:gd name="T59" fmla="*/ 1232 h 2176"/>
                  <a:gd name="T60" fmla="*/ 1463 w 1466"/>
                  <a:gd name="T61" fmla="*/ 1148 h 2176"/>
                  <a:gd name="T62" fmla="*/ 1449 w 1466"/>
                  <a:gd name="T63" fmla="*/ 1023 h 2176"/>
                  <a:gd name="T64" fmla="*/ 1429 w 1466"/>
                  <a:gd name="T65" fmla="*/ 903 h 2176"/>
                  <a:gd name="T66" fmla="*/ 1410 w 1466"/>
                  <a:gd name="T67" fmla="*/ 824 h 2176"/>
                  <a:gd name="T68" fmla="*/ 1376 w 1466"/>
                  <a:gd name="T69" fmla="*/ 710 h 2176"/>
                  <a:gd name="T70" fmla="*/ 1333 w 1466"/>
                  <a:gd name="T71" fmla="*/ 600 h 2176"/>
                  <a:gd name="T72" fmla="*/ 1299 w 1466"/>
                  <a:gd name="T73" fmla="*/ 529 h 2176"/>
                  <a:gd name="T74" fmla="*/ 1243 w 1466"/>
                  <a:gd name="T75" fmla="*/ 426 h 2176"/>
                  <a:gd name="T76" fmla="*/ 1180 w 1466"/>
                  <a:gd name="T77" fmla="*/ 331 h 2176"/>
                  <a:gd name="T78" fmla="*/ 1131 w 1466"/>
                  <a:gd name="T79" fmla="*/ 271 h 2176"/>
                  <a:gd name="T80" fmla="*/ 1051 w 1466"/>
                  <a:gd name="T81" fmla="*/ 187 h 2176"/>
                  <a:gd name="T82" fmla="*/ 963 w 1466"/>
                  <a:gd name="T83" fmla="*/ 116 h 2176"/>
                  <a:gd name="T84" fmla="*/ 898 w 1466"/>
                  <a:gd name="T85" fmla="*/ 75 h 2176"/>
                  <a:gd name="T86" fmla="*/ 795 w 1466"/>
                  <a:gd name="T87" fmla="*/ 29 h 2176"/>
                  <a:gd name="T88" fmla="*/ 693 w 1466"/>
                  <a:gd name="T89" fmla="*/ 4 h 2176"/>
                  <a:gd name="T90" fmla="*/ 627 w 1466"/>
                  <a:gd name="T91" fmla="*/ 0 h 2176"/>
                  <a:gd name="T92" fmla="*/ 562 w 1466"/>
                  <a:gd name="T93" fmla="*/ 4 h 2176"/>
                  <a:gd name="T94" fmla="*/ 467 w 1466"/>
                  <a:gd name="T95" fmla="*/ 28 h 2176"/>
                  <a:gd name="T96" fmla="*/ 376 w 1466"/>
                  <a:gd name="T97" fmla="*/ 70 h 2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66" h="2176">
                    <a:moveTo>
                      <a:pt x="376" y="70"/>
                    </a:moveTo>
                    <a:lnTo>
                      <a:pt x="376" y="70"/>
                    </a:lnTo>
                    <a:lnTo>
                      <a:pt x="342" y="92"/>
                    </a:lnTo>
                    <a:lnTo>
                      <a:pt x="308" y="119"/>
                    </a:lnTo>
                    <a:lnTo>
                      <a:pt x="276" y="148"/>
                    </a:lnTo>
                    <a:lnTo>
                      <a:pt x="243" y="179"/>
                    </a:lnTo>
                    <a:lnTo>
                      <a:pt x="214" y="215"/>
                    </a:lnTo>
                    <a:lnTo>
                      <a:pt x="186" y="253"/>
                    </a:lnTo>
                    <a:lnTo>
                      <a:pt x="158" y="294"/>
                    </a:lnTo>
                    <a:lnTo>
                      <a:pt x="133" y="340"/>
                    </a:lnTo>
                    <a:lnTo>
                      <a:pt x="133" y="340"/>
                    </a:lnTo>
                    <a:lnTo>
                      <a:pt x="108" y="390"/>
                    </a:lnTo>
                    <a:lnTo>
                      <a:pt x="86" y="443"/>
                    </a:lnTo>
                    <a:lnTo>
                      <a:pt x="65" y="498"/>
                    </a:lnTo>
                    <a:lnTo>
                      <a:pt x="47" y="557"/>
                    </a:lnTo>
                    <a:lnTo>
                      <a:pt x="32" y="619"/>
                    </a:lnTo>
                    <a:lnTo>
                      <a:pt x="21" y="684"/>
                    </a:lnTo>
                    <a:lnTo>
                      <a:pt x="10" y="750"/>
                    </a:lnTo>
                    <a:lnTo>
                      <a:pt x="4" y="819"/>
                    </a:lnTo>
                    <a:lnTo>
                      <a:pt x="4" y="819"/>
                    </a:lnTo>
                    <a:lnTo>
                      <a:pt x="0" y="891"/>
                    </a:lnTo>
                    <a:lnTo>
                      <a:pt x="0" y="964"/>
                    </a:lnTo>
                    <a:lnTo>
                      <a:pt x="3" y="1036"/>
                    </a:lnTo>
                    <a:lnTo>
                      <a:pt x="10" y="1108"/>
                    </a:lnTo>
                    <a:lnTo>
                      <a:pt x="19" y="1179"/>
                    </a:lnTo>
                    <a:lnTo>
                      <a:pt x="31" y="1250"/>
                    </a:lnTo>
                    <a:lnTo>
                      <a:pt x="47" y="1319"/>
                    </a:lnTo>
                    <a:lnTo>
                      <a:pt x="65" y="1388"/>
                    </a:lnTo>
                    <a:lnTo>
                      <a:pt x="65" y="1388"/>
                    </a:lnTo>
                    <a:lnTo>
                      <a:pt x="86" y="1455"/>
                    </a:lnTo>
                    <a:lnTo>
                      <a:pt x="109" y="1518"/>
                    </a:lnTo>
                    <a:lnTo>
                      <a:pt x="134" y="1580"/>
                    </a:lnTo>
                    <a:lnTo>
                      <a:pt x="162" y="1640"/>
                    </a:lnTo>
                    <a:lnTo>
                      <a:pt x="192" y="1698"/>
                    </a:lnTo>
                    <a:lnTo>
                      <a:pt x="224" y="1752"/>
                    </a:lnTo>
                    <a:lnTo>
                      <a:pt x="258" y="1804"/>
                    </a:lnTo>
                    <a:lnTo>
                      <a:pt x="293" y="1854"/>
                    </a:lnTo>
                    <a:lnTo>
                      <a:pt x="293" y="1854"/>
                    </a:lnTo>
                    <a:lnTo>
                      <a:pt x="329" y="1898"/>
                    </a:lnTo>
                    <a:lnTo>
                      <a:pt x="366" y="1940"/>
                    </a:lnTo>
                    <a:lnTo>
                      <a:pt x="403" y="1978"/>
                    </a:lnTo>
                    <a:lnTo>
                      <a:pt x="442" y="2013"/>
                    </a:lnTo>
                    <a:lnTo>
                      <a:pt x="482" y="2046"/>
                    </a:lnTo>
                    <a:lnTo>
                      <a:pt x="522" y="2074"/>
                    </a:lnTo>
                    <a:lnTo>
                      <a:pt x="563" y="2099"/>
                    </a:lnTo>
                    <a:lnTo>
                      <a:pt x="606" y="2121"/>
                    </a:lnTo>
                    <a:lnTo>
                      <a:pt x="606" y="2121"/>
                    </a:lnTo>
                    <a:lnTo>
                      <a:pt x="644" y="2139"/>
                    </a:lnTo>
                    <a:lnTo>
                      <a:pt x="684" y="2152"/>
                    </a:lnTo>
                    <a:lnTo>
                      <a:pt x="725" y="2162"/>
                    </a:lnTo>
                    <a:lnTo>
                      <a:pt x="765" y="2171"/>
                    </a:lnTo>
                    <a:lnTo>
                      <a:pt x="805" y="2176"/>
                    </a:lnTo>
                    <a:lnTo>
                      <a:pt x="845" y="2176"/>
                    </a:lnTo>
                    <a:lnTo>
                      <a:pt x="885" y="2174"/>
                    </a:lnTo>
                    <a:lnTo>
                      <a:pt x="924" y="2168"/>
                    </a:lnTo>
                    <a:lnTo>
                      <a:pt x="924" y="2168"/>
                    </a:lnTo>
                    <a:lnTo>
                      <a:pt x="960" y="2161"/>
                    </a:lnTo>
                    <a:lnTo>
                      <a:pt x="995" y="2149"/>
                    </a:lnTo>
                    <a:lnTo>
                      <a:pt x="1029" y="2136"/>
                    </a:lnTo>
                    <a:lnTo>
                      <a:pt x="1062" y="2121"/>
                    </a:lnTo>
                    <a:lnTo>
                      <a:pt x="1094" y="2103"/>
                    </a:lnTo>
                    <a:lnTo>
                      <a:pt x="1124" y="2083"/>
                    </a:lnTo>
                    <a:lnTo>
                      <a:pt x="1153" y="2061"/>
                    </a:lnTo>
                    <a:lnTo>
                      <a:pt x="1181" y="2037"/>
                    </a:lnTo>
                    <a:lnTo>
                      <a:pt x="1181" y="2037"/>
                    </a:lnTo>
                    <a:lnTo>
                      <a:pt x="1205" y="2013"/>
                    </a:lnTo>
                    <a:lnTo>
                      <a:pt x="1230" y="1987"/>
                    </a:lnTo>
                    <a:lnTo>
                      <a:pt x="1252" y="1960"/>
                    </a:lnTo>
                    <a:lnTo>
                      <a:pt x="1274" y="1931"/>
                    </a:lnTo>
                    <a:lnTo>
                      <a:pt x="1295" y="1901"/>
                    </a:lnTo>
                    <a:lnTo>
                      <a:pt x="1314" y="1869"/>
                    </a:lnTo>
                    <a:lnTo>
                      <a:pt x="1331" y="1837"/>
                    </a:lnTo>
                    <a:lnTo>
                      <a:pt x="1349" y="1803"/>
                    </a:lnTo>
                    <a:lnTo>
                      <a:pt x="1349" y="1803"/>
                    </a:lnTo>
                    <a:lnTo>
                      <a:pt x="1364" y="1770"/>
                    </a:lnTo>
                    <a:lnTo>
                      <a:pt x="1379" y="1736"/>
                    </a:lnTo>
                    <a:lnTo>
                      <a:pt x="1392" y="1701"/>
                    </a:lnTo>
                    <a:lnTo>
                      <a:pt x="1404" y="1665"/>
                    </a:lnTo>
                    <a:lnTo>
                      <a:pt x="1414" y="1629"/>
                    </a:lnTo>
                    <a:lnTo>
                      <a:pt x="1424" y="1592"/>
                    </a:lnTo>
                    <a:lnTo>
                      <a:pt x="1433" y="1553"/>
                    </a:lnTo>
                    <a:lnTo>
                      <a:pt x="1441" y="1514"/>
                    </a:lnTo>
                    <a:lnTo>
                      <a:pt x="1441" y="1514"/>
                    </a:lnTo>
                    <a:lnTo>
                      <a:pt x="1448" y="1477"/>
                    </a:lnTo>
                    <a:lnTo>
                      <a:pt x="1454" y="1437"/>
                    </a:lnTo>
                    <a:lnTo>
                      <a:pt x="1458" y="1397"/>
                    </a:lnTo>
                    <a:lnTo>
                      <a:pt x="1461" y="1357"/>
                    </a:lnTo>
                    <a:lnTo>
                      <a:pt x="1464" y="1316"/>
                    </a:lnTo>
                    <a:lnTo>
                      <a:pt x="1466" y="1275"/>
                    </a:lnTo>
                    <a:lnTo>
                      <a:pt x="1466" y="1232"/>
                    </a:lnTo>
                    <a:lnTo>
                      <a:pt x="1464" y="1189"/>
                    </a:lnTo>
                    <a:lnTo>
                      <a:pt x="1464" y="1189"/>
                    </a:lnTo>
                    <a:lnTo>
                      <a:pt x="1463" y="1148"/>
                    </a:lnTo>
                    <a:lnTo>
                      <a:pt x="1460" y="1105"/>
                    </a:lnTo>
                    <a:lnTo>
                      <a:pt x="1455" y="1064"/>
                    </a:lnTo>
                    <a:lnTo>
                      <a:pt x="1449" y="1023"/>
                    </a:lnTo>
                    <a:lnTo>
                      <a:pt x="1443" y="983"/>
                    </a:lnTo>
                    <a:lnTo>
                      <a:pt x="1436" y="943"/>
                    </a:lnTo>
                    <a:lnTo>
                      <a:pt x="1429" y="903"/>
                    </a:lnTo>
                    <a:lnTo>
                      <a:pt x="1420" y="863"/>
                    </a:lnTo>
                    <a:lnTo>
                      <a:pt x="1420" y="863"/>
                    </a:lnTo>
                    <a:lnTo>
                      <a:pt x="1410" y="824"/>
                    </a:lnTo>
                    <a:lnTo>
                      <a:pt x="1399" y="785"/>
                    </a:lnTo>
                    <a:lnTo>
                      <a:pt x="1387" y="747"/>
                    </a:lnTo>
                    <a:lnTo>
                      <a:pt x="1376" y="710"/>
                    </a:lnTo>
                    <a:lnTo>
                      <a:pt x="1362" y="672"/>
                    </a:lnTo>
                    <a:lnTo>
                      <a:pt x="1348" y="636"/>
                    </a:lnTo>
                    <a:lnTo>
                      <a:pt x="1333" y="600"/>
                    </a:lnTo>
                    <a:lnTo>
                      <a:pt x="1317" y="564"/>
                    </a:lnTo>
                    <a:lnTo>
                      <a:pt x="1317" y="564"/>
                    </a:lnTo>
                    <a:lnTo>
                      <a:pt x="1299" y="529"/>
                    </a:lnTo>
                    <a:lnTo>
                      <a:pt x="1281" y="493"/>
                    </a:lnTo>
                    <a:lnTo>
                      <a:pt x="1262" y="460"/>
                    </a:lnTo>
                    <a:lnTo>
                      <a:pt x="1243" y="426"/>
                    </a:lnTo>
                    <a:lnTo>
                      <a:pt x="1222" y="393"/>
                    </a:lnTo>
                    <a:lnTo>
                      <a:pt x="1202" y="362"/>
                    </a:lnTo>
                    <a:lnTo>
                      <a:pt x="1180" y="331"/>
                    </a:lnTo>
                    <a:lnTo>
                      <a:pt x="1156" y="300"/>
                    </a:lnTo>
                    <a:lnTo>
                      <a:pt x="1156" y="300"/>
                    </a:lnTo>
                    <a:lnTo>
                      <a:pt x="1131" y="271"/>
                    </a:lnTo>
                    <a:lnTo>
                      <a:pt x="1106" y="241"/>
                    </a:lnTo>
                    <a:lnTo>
                      <a:pt x="1079" y="213"/>
                    </a:lnTo>
                    <a:lnTo>
                      <a:pt x="1051" y="187"/>
                    </a:lnTo>
                    <a:lnTo>
                      <a:pt x="1022" y="162"/>
                    </a:lnTo>
                    <a:lnTo>
                      <a:pt x="992" y="138"/>
                    </a:lnTo>
                    <a:lnTo>
                      <a:pt x="963" y="116"/>
                    </a:lnTo>
                    <a:lnTo>
                      <a:pt x="932" y="94"/>
                    </a:lnTo>
                    <a:lnTo>
                      <a:pt x="932" y="94"/>
                    </a:lnTo>
                    <a:lnTo>
                      <a:pt x="898" y="75"/>
                    </a:lnTo>
                    <a:lnTo>
                      <a:pt x="864" y="57"/>
                    </a:lnTo>
                    <a:lnTo>
                      <a:pt x="830" y="41"/>
                    </a:lnTo>
                    <a:lnTo>
                      <a:pt x="795" y="29"/>
                    </a:lnTo>
                    <a:lnTo>
                      <a:pt x="761" y="17"/>
                    </a:lnTo>
                    <a:lnTo>
                      <a:pt x="727" y="10"/>
                    </a:lnTo>
                    <a:lnTo>
                      <a:pt x="693" y="4"/>
                    </a:lnTo>
                    <a:lnTo>
                      <a:pt x="658" y="1"/>
                    </a:lnTo>
                    <a:lnTo>
                      <a:pt x="658" y="1"/>
                    </a:lnTo>
                    <a:lnTo>
                      <a:pt x="627" y="0"/>
                    </a:lnTo>
                    <a:lnTo>
                      <a:pt x="627" y="0"/>
                    </a:lnTo>
                    <a:lnTo>
                      <a:pt x="594" y="1"/>
                    </a:lnTo>
                    <a:lnTo>
                      <a:pt x="562" y="4"/>
                    </a:lnTo>
                    <a:lnTo>
                      <a:pt x="529" y="10"/>
                    </a:lnTo>
                    <a:lnTo>
                      <a:pt x="498" y="17"/>
                    </a:lnTo>
                    <a:lnTo>
                      <a:pt x="467" y="28"/>
                    </a:lnTo>
                    <a:lnTo>
                      <a:pt x="436" y="39"/>
                    </a:lnTo>
                    <a:lnTo>
                      <a:pt x="407" y="54"/>
                    </a:lnTo>
                    <a:lnTo>
                      <a:pt x="376" y="70"/>
                    </a:lnTo>
                    <a:close/>
                  </a:path>
                </a:pathLst>
              </a:custGeom>
              <a:solidFill>
                <a:srgbClr val="F3F3F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3" name="Freeform 14"/>
              <p:cNvSpPr>
                <a:spLocks/>
              </p:cNvSpPr>
              <p:nvPr/>
            </p:nvSpPr>
            <p:spPr bwMode="auto">
              <a:xfrm>
                <a:off x="775891" y="2143126"/>
                <a:ext cx="2159000" cy="3206750"/>
              </a:xfrm>
              <a:custGeom>
                <a:avLst/>
                <a:gdLst>
                  <a:gd name="T0" fmla="*/ 317 w 1360"/>
                  <a:gd name="T1" fmla="*/ 87 h 2020"/>
                  <a:gd name="T2" fmla="*/ 226 w 1360"/>
                  <a:gd name="T3" fmla="*/ 168 h 2020"/>
                  <a:gd name="T4" fmla="*/ 146 w 1360"/>
                  <a:gd name="T5" fmla="*/ 274 h 2020"/>
                  <a:gd name="T6" fmla="*/ 101 w 1360"/>
                  <a:gd name="T7" fmla="*/ 363 h 2020"/>
                  <a:gd name="T8" fmla="*/ 45 w 1360"/>
                  <a:gd name="T9" fmla="*/ 517 h 2020"/>
                  <a:gd name="T10" fmla="*/ 9 w 1360"/>
                  <a:gd name="T11" fmla="*/ 696 h 2020"/>
                  <a:gd name="T12" fmla="*/ 0 w 1360"/>
                  <a:gd name="T13" fmla="*/ 828 h 2020"/>
                  <a:gd name="T14" fmla="*/ 9 w 1360"/>
                  <a:gd name="T15" fmla="*/ 1029 h 2020"/>
                  <a:gd name="T16" fmla="*/ 43 w 1360"/>
                  <a:gd name="T17" fmla="*/ 1225 h 2020"/>
                  <a:gd name="T18" fmla="*/ 80 w 1360"/>
                  <a:gd name="T19" fmla="*/ 1350 h 2020"/>
                  <a:gd name="T20" fmla="*/ 151 w 1360"/>
                  <a:gd name="T21" fmla="*/ 1523 h 2020"/>
                  <a:gd name="T22" fmla="*/ 239 w 1360"/>
                  <a:gd name="T23" fmla="*/ 1675 h 2020"/>
                  <a:gd name="T24" fmla="*/ 304 w 1360"/>
                  <a:gd name="T25" fmla="*/ 1762 h 2020"/>
                  <a:gd name="T26" fmla="*/ 410 w 1360"/>
                  <a:gd name="T27" fmla="*/ 1869 h 2020"/>
                  <a:gd name="T28" fmla="*/ 522 w 1360"/>
                  <a:gd name="T29" fmla="*/ 1949 h 2020"/>
                  <a:gd name="T30" fmla="*/ 599 w 1360"/>
                  <a:gd name="T31" fmla="*/ 1984 h 2020"/>
                  <a:gd name="T32" fmla="*/ 709 w 1360"/>
                  <a:gd name="T33" fmla="*/ 2015 h 2020"/>
                  <a:gd name="T34" fmla="*/ 822 w 1360"/>
                  <a:gd name="T35" fmla="*/ 2018 h 2020"/>
                  <a:gd name="T36" fmla="*/ 891 w 1360"/>
                  <a:gd name="T37" fmla="*/ 2005 h 2020"/>
                  <a:gd name="T38" fmla="*/ 985 w 1360"/>
                  <a:gd name="T39" fmla="*/ 1968 h 2020"/>
                  <a:gd name="T40" fmla="*/ 1069 w 1360"/>
                  <a:gd name="T41" fmla="*/ 1913 h 2020"/>
                  <a:gd name="T42" fmla="*/ 1118 w 1360"/>
                  <a:gd name="T43" fmla="*/ 1868 h 2020"/>
                  <a:gd name="T44" fmla="*/ 1181 w 1360"/>
                  <a:gd name="T45" fmla="*/ 1793 h 2020"/>
                  <a:gd name="T46" fmla="*/ 1236 w 1360"/>
                  <a:gd name="T47" fmla="*/ 1706 h 2020"/>
                  <a:gd name="T48" fmla="*/ 1265 w 1360"/>
                  <a:gd name="T49" fmla="*/ 1644 h 2020"/>
                  <a:gd name="T50" fmla="*/ 1302 w 1360"/>
                  <a:gd name="T51" fmla="*/ 1546 h 2020"/>
                  <a:gd name="T52" fmla="*/ 1330 w 1360"/>
                  <a:gd name="T53" fmla="*/ 1442 h 2020"/>
                  <a:gd name="T54" fmla="*/ 1343 w 1360"/>
                  <a:gd name="T55" fmla="*/ 1371 h 2020"/>
                  <a:gd name="T56" fmla="*/ 1355 w 1360"/>
                  <a:gd name="T57" fmla="*/ 1260 h 2020"/>
                  <a:gd name="T58" fmla="*/ 1360 w 1360"/>
                  <a:gd name="T59" fmla="*/ 1144 h 2020"/>
                  <a:gd name="T60" fmla="*/ 1357 w 1360"/>
                  <a:gd name="T61" fmla="*/ 1066 h 2020"/>
                  <a:gd name="T62" fmla="*/ 1345 w 1360"/>
                  <a:gd name="T63" fmla="*/ 951 h 2020"/>
                  <a:gd name="T64" fmla="*/ 1326 w 1360"/>
                  <a:gd name="T65" fmla="*/ 839 h 2020"/>
                  <a:gd name="T66" fmla="*/ 1308 w 1360"/>
                  <a:gd name="T67" fmla="*/ 765 h 2020"/>
                  <a:gd name="T68" fmla="*/ 1276 w 1360"/>
                  <a:gd name="T69" fmla="*/ 659 h 2020"/>
                  <a:gd name="T70" fmla="*/ 1236 w 1360"/>
                  <a:gd name="T71" fmla="*/ 557 h 2020"/>
                  <a:gd name="T72" fmla="*/ 1206 w 1360"/>
                  <a:gd name="T73" fmla="*/ 491 h 2020"/>
                  <a:gd name="T74" fmla="*/ 1153 w 1360"/>
                  <a:gd name="T75" fmla="*/ 396 h 2020"/>
                  <a:gd name="T76" fmla="*/ 1094 w 1360"/>
                  <a:gd name="T77" fmla="*/ 308 h 2020"/>
                  <a:gd name="T78" fmla="*/ 1050 w 1360"/>
                  <a:gd name="T79" fmla="*/ 252 h 2020"/>
                  <a:gd name="T80" fmla="*/ 975 w 1360"/>
                  <a:gd name="T81" fmla="*/ 174 h 2020"/>
                  <a:gd name="T82" fmla="*/ 894 w 1360"/>
                  <a:gd name="T83" fmla="*/ 107 h 2020"/>
                  <a:gd name="T84" fmla="*/ 833 w 1360"/>
                  <a:gd name="T85" fmla="*/ 69 h 2020"/>
                  <a:gd name="T86" fmla="*/ 737 w 1360"/>
                  <a:gd name="T87" fmla="*/ 26 h 2020"/>
                  <a:gd name="T88" fmla="*/ 642 w 1360"/>
                  <a:gd name="T89" fmla="*/ 4 h 2020"/>
                  <a:gd name="T90" fmla="*/ 581 w 1360"/>
                  <a:gd name="T91" fmla="*/ 0 h 2020"/>
                  <a:gd name="T92" fmla="*/ 521 w 1360"/>
                  <a:gd name="T93" fmla="*/ 4 h 2020"/>
                  <a:gd name="T94" fmla="*/ 434 w 1360"/>
                  <a:gd name="T95" fmla="*/ 25 h 2020"/>
                  <a:gd name="T96" fmla="*/ 350 w 1360"/>
                  <a:gd name="T97" fmla="*/ 65 h 2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0" h="2020">
                    <a:moveTo>
                      <a:pt x="350" y="65"/>
                    </a:moveTo>
                    <a:lnTo>
                      <a:pt x="350" y="65"/>
                    </a:lnTo>
                    <a:lnTo>
                      <a:pt x="317" y="87"/>
                    </a:lnTo>
                    <a:lnTo>
                      <a:pt x="285" y="110"/>
                    </a:lnTo>
                    <a:lnTo>
                      <a:pt x="255" y="138"/>
                    </a:lnTo>
                    <a:lnTo>
                      <a:pt x="226" y="168"/>
                    </a:lnTo>
                    <a:lnTo>
                      <a:pt x="198" y="200"/>
                    </a:lnTo>
                    <a:lnTo>
                      <a:pt x="171" y="236"/>
                    </a:lnTo>
                    <a:lnTo>
                      <a:pt x="146" y="274"/>
                    </a:lnTo>
                    <a:lnTo>
                      <a:pt x="123" y="315"/>
                    </a:lnTo>
                    <a:lnTo>
                      <a:pt x="123" y="315"/>
                    </a:lnTo>
                    <a:lnTo>
                      <a:pt x="101" y="363"/>
                    </a:lnTo>
                    <a:lnTo>
                      <a:pt x="80" y="411"/>
                    </a:lnTo>
                    <a:lnTo>
                      <a:pt x="61" y="463"/>
                    </a:lnTo>
                    <a:lnTo>
                      <a:pt x="45" y="517"/>
                    </a:lnTo>
                    <a:lnTo>
                      <a:pt x="30" y="575"/>
                    </a:lnTo>
                    <a:lnTo>
                      <a:pt x="18" y="634"/>
                    </a:lnTo>
                    <a:lnTo>
                      <a:pt x="9" y="696"/>
                    </a:lnTo>
                    <a:lnTo>
                      <a:pt x="3" y="761"/>
                    </a:lnTo>
                    <a:lnTo>
                      <a:pt x="3" y="761"/>
                    </a:lnTo>
                    <a:lnTo>
                      <a:pt x="0" y="828"/>
                    </a:lnTo>
                    <a:lnTo>
                      <a:pt x="0" y="895"/>
                    </a:lnTo>
                    <a:lnTo>
                      <a:pt x="3" y="963"/>
                    </a:lnTo>
                    <a:lnTo>
                      <a:pt x="9" y="1029"/>
                    </a:lnTo>
                    <a:lnTo>
                      <a:pt x="18" y="1095"/>
                    </a:lnTo>
                    <a:lnTo>
                      <a:pt x="30" y="1160"/>
                    </a:lnTo>
                    <a:lnTo>
                      <a:pt x="43" y="1225"/>
                    </a:lnTo>
                    <a:lnTo>
                      <a:pt x="61" y="1288"/>
                    </a:lnTo>
                    <a:lnTo>
                      <a:pt x="61" y="1288"/>
                    </a:lnTo>
                    <a:lnTo>
                      <a:pt x="80" y="1350"/>
                    </a:lnTo>
                    <a:lnTo>
                      <a:pt x="101" y="1409"/>
                    </a:lnTo>
                    <a:lnTo>
                      <a:pt x="124" y="1467"/>
                    </a:lnTo>
                    <a:lnTo>
                      <a:pt x="151" y="1523"/>
                    </a:lnTo>
                    <a:lnTo>
                      <a:pt x="179" y="1576"/>
                    </a:lnTo>
                    <a:lnTo>
                      <a:pt x="208" y="1626"/>
                    </a:lnTo>
                    <a:lnTo>
                      <a:pt x="239" y="1675"/>
                    </a:lnTo>
                    <a:lnTo>
                      <a:pt x="272" y="1720"/>
                    </a:lnTo>
                    <a:lnTo>
                      <a:pt x="272" y="1720"/>
                    </a:lnTo>
                    <a:lnTo>
                      <a:pt x="304" y="1762"/>
                    </a:lnTo>
                    <a:lnTo>
                      <a:pt x="339" y="1800"/>
                    </a:lnTo>
                    <a:lnTo>
                      <a:pt x="373" y="1837"/>
                    </a:lnTo>
                    <a:lnTo>
                      <a:pt x="410" y="1869"/>
                    </a:lnTo>
                    <a:lnTo>
                      <a:pt x="447" y="1899"/>
                    </a:lnTo>
                    <a:lnTo>
                      <a:pt x="484" y="1925"/>
                    </a:lnTo>
                    <a:lnTo>
                      <a:pt x="522" y="1949"/>
                    </a:lnTo>
                    <a:lnTo>
                      <a:pt x="562" y="1970"/>
                    </a:lnTo>
                    <a:lnTo>
                      <a:pt x="562" y="1970"/>
                    </a:lnTo>
                    <a:lnTo>
                      <a:pt x="599" y="1984"/>
                    </a:lnTo>
                    <a:lnTo>
                      <a:pt x="636" y="1998"/>
                    </a:lnTo>
                    <a:lnTo>
                      <a:pt x="673" y="2008"/>
                    </a:lnTo>
                    <a:lnTo>
                      <a:pt x="709" y="2015"/>
                    </a:lnTo>
                    <a:lnTo>
                      <a:pt x="746" y="2020"/>
                    </a:lnTo>
                    <a:lnTo>
                      <a:pt x="785" y="2020"/>
                    </a:lnTo>
                    <a:lnTo>
                      <a:pt x="822" y="2018"/>
                    </a:lnTo>
                    <a:lnTo>
                      <a:pt x="858" y="2012"/>
                    </a:lnTo>
                    <a:lnTo>
                      <a:pt x="858" y="2012"/>
                    </a:lnTo>
                    <a:lnTo>
                      <a:pt x="891" y="2005"/>
                    </a:lnTo>
                    <a:lnTo>
                      <a:pt x="923" y="1996"/>
                    </a:lnTo>
                    <a:lnTo>
                      <a:pt x="956" y="1983"/>
                    </a:lnTo>
                    <a:lnTo>
                      <a:pt x="985" y="1968"/>
                    </a:lnTo>
                    <a:lnTo>
                      <a:pt x="1015" y="1952"/>
                    </a:lnTo>
                    <a:lnTo>
                      <a:pt x="1043" y="1934"/>
                    </a:lnTo>
                    <a:lnTo>
                      <a:pt x="1069" y="1913"/>
                    </a:lnTo>
                    <a:lnTo>
                      <a:pt x="1096" y="1891"/>
                    </a:lnTo>
                    <a:lnTo>
                      <a:pt x="1096" y="1891"/>
                    </a:lnTo>
                    <a:lnTo>
                      <a:pt x="1118" y="1868"/>
                    </a:lnTo>
                    <a:lnTo>
                      <a:pt x="1140" y="1844"/>
                    </a:lnTo>
                    <a:lnTo>
                      <a:pt x="1162" y="1819"/>
                    </a:lnTo>
                    <a:lnTo>
                      <a:pt x="1181" y="1793"/>
                    </a:lnTo>
                    <a:lnTo>
                      <a:pt x="1200" y="1765"/>
                    </a:lnTo>
                    <a:lnTo>
                      <a:pt x="1218" y="1735"/>
                    </a:lnTo>
                    <a:lnTo>
                      <a:pt x="1236" y="1706"/>
                    </a:lnTo>
                    <a:lnTo>
                      <a:pt x="1252" y="1675"/>
                    </a:lnTo>
                    <a:lnTo>
                      <a:pt x="1252" y="1675"/>
                    </a:lnTo>
                    <a:lnTo>
                      <a:pt x="1265" y="1644"/>
                    </a:lnTo>
                    <a:lnTo>
                      <a:pt x="1279" y="1611"/>
                    </a:lnTo>
                    <a:lnTo>
                      <a:pt x="1290" y="1579"/>
                    </a:lnTo>
                    <a:lnTo>
                      <a:pt x="1302" y="1546"/>
                    </a:lnTo>
                    <a:lnTo>
                      <a:pt x="1312" y="1512"/>
                    </a:lnTo>
                    <a:lnTo>
                      <a:pt x="1321" y="1477"/>
                    </a:lnTo>
                    <a:lnTo>
                      <a:pt x="1330" y="1442"/>
                    </a:lnTo>
                    <a:lnTo>
                      <a:pt x="1338" y="1406"/>
                    </a:lnTo>
                    <a:lnTo>
                      <a:pt x="1338" y="1406"/>
                    </a:lnTo>
                    <a:lnTo>
                      <a:pt x="1343" y="1371"/>
                    </a:lnTo>
                    <a:lnTo>
                      <a:pt x="1348" y="1334"/>
                    </a:lnTo>
                    <a:lnTo>
                      <a:pt x="1352" y="1297"/>
                    </a:lnTo>
                    <a:lnTo>
                      <a:pt x="1355" y="1260"/>
                    </a:lnTo>
                    <a:lnTo>
                      <a:pt x="1358" y="1222"/>
                    </a:lnTo>
                    <a:lnTo>
                      <a:pt x="1360" y="1184"/>
                    </a:lnTo>
                    <a:lnTo>
                      <a:pt x="1360" y="1144"/>
                    </a:lnTo>
                    <a:lnTo>
                      <a:pt x="1358" y="1104"/>
                    </a:lnTo>
                    <a:lnTo>
                      <a:pt x="1358" y="1104"/>
                    </a:lnTo>
                    <a:lnTo>
                      <a:pt x="1357" y="1066"/>
                    </a:lnTo>
                    <a:lnTo>
                      <a:pt x="1354" y="1027"/>
                    </a:lnTo>
                    <a:lnTo>
                      <a:pt x="1349" y="989"/>
                    </a:lnTo>
                    <a:lnTo>
                      <a:pt x="1345" y="951"/>
                    </a:lnTo>
                    <a:lnTo>
                      <a:pt x="1339" y="912"/>
                    </a:lnTo>
                    <a:lnTo>
                      <a:pt x="1333" y="876"/>
                    </a:lnTo>
                    <a:lnTo>
                      <a:pt x="1326" y="839"/>
                    </a:lnTo>
                    <a:lnTo>
                      <a:pt x="1317" y="802"/>
                    </a:lnTo>
                    <a:lnTo>
                      <a:pt x="1317" y="802"/>
                    </a:lnTo>
                    <a:lnTo>
                      <a:pt x="1308" y="765"/>
                    </a:lnTo>
                    <a:lnTo>
                      <a:pt x="1298" y="730"/>
                    </a:lnTo>
                    <a:lnTo>
                      <a:pt x="1287" y="694"/>
                    </a:lnTo>
                    <a:lnTo>
                      <a:pt x="1276" y="659"/>
                    </a:lnTo>
                    <a:lnTo>
                      <a:pt x="1264" y="625"/>
                    </a:lnTo>
                    <a:lnTo>
                      <a:pt x="1251" y="591"/>
                    </a:lnTo>
                    <a:lnTo>
                      <a:pt x="1236" y="557"/>
                    </a:lnTo>
                    <a:lnTo>
                      <a:pt x="1223" y="525"/>
                    </a:lnTo>
                    <a:lnTo>
                      <a:pt x="1223" y="525"/>
                    </a:lnTo>
                    <a:lnTo>
                      <a:pt x="1206" y="491"/>
                    </a:lnTo>
                    <a:lnTo>
                      <a:pt x="1189" y="458"/>
                    </a:lnTo>
                    <a:lnTo>
                      <a:pt x="1172" y="427"/>
                    </a:lnTo>
                    <a:lnTo>
                      <a:pt x="1153" y="396"/>
                    </a:lnTo>
                    <a:lnTo>
                      <a:pt x="1134" y="365"/>
                    </a:lnTo>
                    <a:lnTo>
                      <a:pt x="1115" y="336"/>
                    </a:lnTo>
                    <a:lnTo>
                      <a:pt x="1094" y="308"/>
                    </a:lnTo>
                    <a:lnTo>
                      <a:pt x="1072" y="280"/>
                    </a:lnTo>
                    <a:lnTo>
                      <a:pt x="1072" y="280"/>
                    </a:lnTo>
                    <a:lnTo>
                      <a:pt x="1050" y="252"/>
                    </a:lnTo>
                    <a:lnTo>
                      <a:pt x="1026" y="224"/>
                    </a:lnTo>
                    <a:lnTo>
                      <a:pt x="1001" y="199"/>
                    </a:lnTo>
                    <a:lnTo>
                      <a:pt x="975" y="174"/>
                    </a:lnTo>
                    <a:lnTo>
                      <a:pt x="948" y="150"/>
                    </a:lnTo>
                    <a:lnTo>
                      <a:pt x="922" y="128"/>
                    </a:lnTo>
                    <a:lnTo>
                      <a:pt x="894" y="107"/>
                    </a:lnTo>
                    <a:lnTo>
                      <a:pt x="864" y="88"/>
                    </a:lnTo>
                    <a:lnTo>
                      <a:pt x="864" y="88"/>
                    </a:lnTo>
                    <a:lnTo>
                      <a:pt x="833" y="69"/>
                    </a:lnTo>
                    <a:lnTo>
                      <a:pt x="801" y="53"/>
                    </a:lnTo>
                    <a:lnTo>
                      <a:pt x="770" y="38"/>
                    </a:lnTo>
                    <a:lnTo>
                      <a:pt x="737" y="26"/>
                    </a:lnTo>
                    <a:lnTo>
                      <a:pt x="707" y="18"/>
                    </a:lnTo>
                    <a:lnTo>
                      <a:pt x="674" y="9"/>
                    </a:lnTo>
                    <a:lnTo>
                      <a:pt x="642" y="4"/>
                    </a:lnTo>
                    <a:lnTo>
                      <a:pt x="611" y="1"/>
                    </a:lnTo>
                    <a:lnTo>
                      <a:pt x="611" y="1"/>
                    </a:lnTo>
                    <a:lnTo>
                      <a:pt x="581" y="0"/>
                    </a:lnTo>
                    <a:lnTo>
                      <a:pt x="581" y="0"/>
                    </a:lnTo>
                    <a:lnTo>
                      <a:pt x="552" y="1"/>
                    </a:lnTo>
                    <a:lnTo>
                      <a:pt x="521" y="4"/>
                    </a:lnTo>
                    <a:lnTo>
                      <a:pt x="491" y="9"/>
                    </a:lnTo>
                    <a:lnTo>
                      <a:pt x="462" y="16"/>
                    </a:lnTo>
                    <a:lnTo>
                      <a:pt x="434" y="25"/>
                    </a:lnTo>
                    <a:lnTo>
                      <a:pt x="404" y="37"/>
                    </a:lnTo>
                    <a:lnTo>
                      <a:pt x="376" y="50"/>
                    </a:lnTo>
                    <a:lnTo>
                      <a:pt x="350" y="65"/>
                    </a:lnTo>
                    <a:close/>
                  </a:path>
                </a:pathLst>
              </a:custGeom>
              <a:gradFill>
                <a:gsLst>
                  <a:gs pos="0">
                    <a:srgbClr val="BD2223"/>
                  </a:gs>
                  <a:gs pos="100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4" name="Freeform 17"/>
              <p:cNvSpPr>
                <a:spLocks/>
              </p:cNvSpPr>
              <p:nvPr/>
            </p:nvSpPr>
            <p:spPr bwMode="auto">
              <a:xfrm>
                <a:off x="1104106" y="2603500"/>
                <a:ext cx="1576388" cy="2338388"/>
              </a:xfrm>
              <a:custGeom>
                <a:avLst/>
                <a:gdLst>
                  <a:gd name="T0" fmla="*/ 232 w 993"/>
                  <a:gd name="T1" fmla="*/ 64 h 1473"/>
                  <a:gd name="T2" fmla="*/ 166 w 993"/>
                  <a:gd name="T3" fmla="*/ 123 h 1473"/>
                  <a:gd name="T4" fmla="*/ 108 w 993"/>
                  <a:gd name="T5" fmla="*/ 200 h 1473"/>
                  <a:gd name="T6" fmla="*/ 74 w 993"/>
                  <a:gd name="T7" fmla="*/ 264 h 1473"/>
                  <a:gd name="T8" fmla="*/ 33 w 993"/>
                  <a:gd name="T9" fmla="*/ 378 h 1473"/>
                  <a:gd name="T10" fmla="*/ 8 w 993"/>
                  <a:gd name="T11" fmla="*/ 508 h 1473"/>
                  <a:gd name="T12" fmla="*/ 0 w 993"/>
                  <a:gd name="T13" fmla="*/ 603 h 1473"/>
                  <a:gd name="T14" fmla="*/ 8 w 993"/>
                  <a:gd name="T15" fmla="*/ 751 h 1473"/>
                  <a:gd name="T16" fmla="*/ 33 w 993"/>
                  <a:gd name="T17" fmla="*/ 894 h 1473"/>
                  <a:gd name="T18" fmla="*/ 59 w 993"/>
                  <a:gd name="T19" fmla="*/ 985 h 1473"/>
                  <a:gd name="T20" fmla="*/ 111 w 993"/>
                  <a:gd name="T21" fmla="*/ 1111 h 1473"/>
                  <a:gd name="T22" fmla="*/ 174 w 993"/>
                  <a:gd name="T23" fmla="*/ 1223 h 1473"/>
                  <a:gd name="T24" fmla="*/ 223 w 993"/>
                  <a:gd name="T25" fmla="*/ 1286 h 1473"/>
                  <a:gd name="T26" fmla="*/ 300 w 993"/>
                  <a:gd name="T27" fmla="*/ 1363 h 1473"/>
                  <a:gd name="T28" fmla="*/ 382 w 993"/>
                  <a:gd name="T29" fmla="*/ 1422 h 1473"/>
                  <a:gd name="T30" fmla="*/ 437 w 993"/>
                  <a:gd name="T31" fmla="*/ 1448 h 1473"/>
                  <a:gd name="T32" fmla="*/ 518 w 993"/>
                  <a:gd name="T33" fmla="*/ 1470 h 1473"/>
                  <a:gd name="T34" fmla="*/ 599 w 993"/>
                  <a:gd name="T35" fmla="*/ 1472 h 1473"/>
                  <a:gd name="T36" fmla="*/ 651 w 993"/>
                  <a:gd name="T37" fmla="*/ 1463 h 1473"/>
                  <a:gd name="T38" fmla="*/ 720 w 993"/>
                  <a:gd name="T39" fmla="*/ 1436 h 1473"/>
                  <a:gd name="T40" fmla="*/ 780 w 993"/>
                  <a:gd name="T41" fmla="*/ 1395 h 1473"/>
                  <a:gd name="T42" fmla="*/ 817 w 993"/>
                  <a:gd name="T43" fmla="*/ 1363 h 1473"/>
                  <a:gd name="T44" fmla="*/ 863 w 993"/>
                  <a:gd name="T45" fmla="*/ 1308 h 1473"/>
                  <a:gd name="T46" fmla="*/ 903 w 993"/>
                  <a:gd name="T47" fmla="*/ 1245 h 1473"/>
                  <a:gd name="T48" fmla="*/ 923 w 993"/>
                  <a:gd name="T49" fmla="*/ 1199 h 1473"/>
                  <a:gd name="T50" fmla="*/ 965 w 993"/>
                  <a:gd name="T51" fmla="*/ 1078 h 1473"/>
                  <a:gd name="T52" fmla="*/ 984 w 993"/>
                  <a:gd name="T53" fmla="*/ 974 h 1473"/>
                  <a:gd name="T54" fmla="*/ 991 w 993"/>
                  <a:gd name="T55" fmla="*/ 805 h 1473"/>
                  <a:gd name="T56" fmla="*/ 982 w 993"/>
                  <a:gd name="T57" fmla="*/ 693 h 1473"/>
                  <a:gd name="T58" fmla="*/ 962 w 993"/>
                  <a:gd name="T59" fmla="*/ 584 h 1473"/>
                  <a:gd name="T60" fmla="*/ 913 w 993"/>
                  <a:gd name="T61" fmla="*/ 431 h 1473"/>
                  <a:gd name="T62" fmla="*/ 869 w 993"/>
                  <a:gd name="T63" fmla="*/ 335 h 1473"/>
                  <a:gd name="T64" fmla="*/ 783 w 993"/>
                  <a:gd name="T65" fmla="*/ 204 h 1473"/>
                  <a:gd name="T66" fmla="*/ 749 w 993"/>
                  <a:gd name="T67" fmla="*/ 164 h 1473"/>
                  <a:gd name="T68" fmla="*/ 693 w 993"/>
                  <a:gd name="T69" fmla="*/ 110 h 1473"/>
                  <a:gd name="T70" fmla="*/ 631 w 993"/>
                  <a:gd name="T71" fmla="*/ 64 h 1473"/>
                  <a:gd name="T72" fmla="*/ 586 w 993"/>
                  <a:gd name="T73" fmla="*/ 39 h 1473"/>
                  <a:gd name="T74" fmla="*/ 515 w 993"/>
                  <a:gd name="T75" fmla="*/ 12 h 1473"/>
                  <a:gd name="T76" fmla="*/ 446 w 993"/>
                  <a:gd name="T77" fmla="*/ 0 h 1473"/>
                  <a:gd name="T78" fmla="*/ 425 w 993"/>
                  <a:gd name="T79" fmla="*/ 0 h 1473"/>
                  <a:gd name="T80" fmla="*/ 359 w 993"/>
                  <a:gd name="T81" fmla="*/ 6 h 1473"/>
                  <a:gd name="T82" fmla="*/ 297 w 993"/>
                  <a:gd name="T83" fmla="*/ 27 h 1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93" h="1473">
                    <a:moveTo>
                      <a:pt x="255" y="48"/>
                    </a:moveTo>
                    <a:lnTo>
                      <a:pt x="255" y="48"/>
                    </a:lnTo>
                    <a:lnTo>
                      <a:pt x="232" y="64"/>
                    </a:lnTo>
                    <a:lnTo>
                      <a:pt x="208" y="82"/>
                    </a:lnTo>
                    <a:lnTo>
                      <a:pt x="186" y="101"/>
                    </a:lnTo>
                    <a:lnTo>
                      <a:pt x="166" y="123"/>
                    </a:lnTo>
                    <a:lnTo>
                      <a:pt x="145" y="146"/>
                    </a:lnTo>
                    <a:lnTo>
                      <a:pt x="126" y="172"/>
                    </a:lnTo>
                    <a:lnTo>
                      <a:pt x="108" y="200"/>
                    </a:lnTo>
                    <a:lnTo>
                      <a:pt x="90" y="230"/>
                    </a:lnTo>
                    <a:lnTo>
                      <a:pt x="90" y="230"/>
                    </a:lnTo>
                    <a:lnTo>
                      <a:pt x="74" y="264"/>
                    </a:lnTo>
                    <a:lnTo>
                      <a:pt x="58" y="300"/>
                    </a:lnTo>
                    <a:lnTo>
                      <a:pt x="45" y="338"/>
                    </a:lnTo>
                    <a:lnTo>
                      <a:pt x="33" y="378"/>
                    </a:lnTo>
                    <a:lnTo>
                      <a:pt x="22" y="419"/>
                    </a:lnTo>
                    <a:lnTo>
                      <a:pt x="14" y="463"/>
                    </a:lnTo>
                    <a:lnTo>
                      <a:pt x="8" y="508"/>
                    </a:lnTo>
                    <a:lnTo>
                      <a:pt x="3" y="555"/>
                    </a:lnTo>
                    <a:lnTo>
                      <a:pt x="3" y="555"/>
                    </a:lnTo>
                    <a:lnTo>
                      <a:pt x="0" y="603"/>
                    </a:lnTo>
                    <a:lnTo>
                      <a:pt x="0" y="654"/>
                    </a:lnTo>
                    <a:lnTo>
                      <a:pt x="3" y="702"/>
                    </a:lnTo>
                    <a:lnTo>
                      <a:pt x="8" y="751"/>
                    </a:lnTo>
                    <a:lnTo>
                      <a:pt x="14" y="800"/>
                    </a:lnTo>
                    <a:lnTo>
                      <a:pt x="22" y="847"/>
                    </a:lnTo>
                    <a:lnTo>
                      <a:pt x="33" y="894"/>
                    </a:lnTo>
                    <a:lnTo>
                      <a:pt x="45" y="940"/>
                    </a:lnTo>
                    <a:lnTo>
                      <a:pt x="45" y="940"/>
                    </a:lnTo>
                    <a:lnTo>
                      <a:pt x="59" y="985"/>
                    </a:lnTo>
                    <a:lnTo>
                      <a:pt x="74" y="1028"/>
                    </a:lnTo>
                    <a:lnTo>
                      <a:pt x="92" y="1071"/>
                    </a:lnTo>
                    <a:lnTo>
                      <a:pt x="111" y="1111"/>
                    </a:lnTo>
                    <a:lnTo>
                      <a:pt x="130" y="1149"/>
                    </a:lnTo>
                    <a:lnTo>
                      <a:pt x="152" y="1187"/>
                    </a:lnTo>
                    <a:lnTo>
                      <a:pt x="174" y="1223"/>
                    </a:lnTo>
                    <a:lnTo>
                      <a:pt x="199" y="1255"/>
                    </a:lnTo>
                    <a:lnTo>
                      <a:pt x="199" y="1255"/>
                    </a:lnTo>
                    <a:lnTo>
                      <a:pt x="223" y="1286"/>
                    </a:lnTo>
                    <a:lnTo>
                      <a:pt x="248" y="1314"/>
                    </a:lnTo>
                    <a:lnTo>
                      <a:pt x="273" y="1339"/>
                    </a:lnTo>
                    <a:lnTo>
                      <a:pt x="300" y="1363"/>
                    </a:lnTo>
                    <a:lnTo>
                      <a:pt x="326" y="1385"/>
                    </a:lnTo>
                    <a:lnTo>
                      <a:pt x="354" y="1404"/>
                    </a:lnTo>
                    <a:lnTo>
                      <a:pt x="382" y="1422"/>
                    </a:lnTo>
                    <a:lnTo>
                      <a:pt x="410" y="1436"/>
                    </a:lnTo>
                    <a:lnTo>
                      <a:pt x="410" y="1436"/>
                    </a:lnTo>
                    <a:lnTo>
                      <a:pt x="437" y="1448"/>
                    </a:lnTo>
                    <a:lnTo>
                      <a:pt x="465" y="1457"/>
                    </a:lnTo>
                    <a:lnTo>
                      <a:pt x="491" y="1464"/>
                    </a:lnTo>
                    <a:lnTo>
                      <a:pt x="518" y="1470"/>
                    </a:lnTo>
                    <a:lnTo>
                      <a:pt x="546" y="1473"/>
                    </a:lnTo>
                    <a:lnTo>
                      <a:pt x="572" y="1473"/>
                    </a:lnTo>
                    <a:lnTo>
                      <a:pt x="599" y="1472"/>
                    </a:lnTo>
                    <a:lnTo>
                      <a:pt x="627" y="1469"/>
                    </a:lnTo>
                    <a:lnTo>
                      <a:pt x="627" y="1469"/>
                    </a:lnTo>
                    <a:lnTo>
                      <a:pt x="651" y="1463"/>
                    </a:lnTo>
                    <a:lnTo>
                      <a:pt x="674" y="1456"/>
                    </a:lnTo>
                    <a:lnTo>
                      <a:pt x="698" y="1447"/>
                    </a:lnTo>
                    <a:lnTo>
                      <a:pt x="720" y="1436"/>
                    </a:lnTo>
                    <a:lnTo>
                      <a:pt x="741" y="1425"/>
                    </a:lnTo>
                    <a:lnTo>
                      <a:pt x="761" y="1411"/>
                    </a:lnTo>
                    <a:lnTo>
                      <a:pt x="780" y="1395"/>
                    </a:lnTo>
                    <a:lnTo>
                      <a:pt x="799" y="1379"/>
                    </a:lnTo>
                    <a:lnTo>
                      <a:pt x="799" y="1379"/>
                    </a:lnTo>
                    <a:lnTo>
                      <a:pt x="817" y="1363"/>
                    </a:lnTo>
                    <a:lnTo>
                      <a:pt x="832" y="1345"/>
                    </a:lnTo>
                    <a:lnTo>
                      <a:pt x="848" y="1327"/>
                    </a:lnTo>
                    <a:lnTo>
                      <a:pt x="863" y="1308"/>
                    </a:lnTo>
                    <a:lnTo>
                      <a:pt x="876" y="1288"/>
                    </a:lnTo>
                    <a:lnTo>
                      <a:pt x="889" y="1267"/>
                    </a:lnTo>
                    <a:lnTo>
                      <a:pt x="903" y="1245"/>
                    </a:lnTo>
                    <a:lnTo>
                      <a:pt x="913" y="1221"/>
                    </a:lnTo>
                    <a:lnTo>
                      <a:pt x="913" y="1221"/>
                    </a:lnTo>
                    <a:lnTo>
                      <a:pt x="923" y="1199"/>
                    </a:lnTo>
                    <a:lnTo>
                      <a:pt x="934" y="1176"/>
                    </a:lnTo>
                    <a:lnTo>
                      <a:pt x="950" y="1128"/>
                    </a:lnTo>
                    <a:lnTo>
                      <a:pt x="965" y="1078"/>
                    </a:lnTo>
                    <a:lnTo>
                      <a:pt x="976" y="1025"/>
                    </a:lnTo>
                    <a:lnTo>
                      <a:pt x="976" y="1025"/>
                    </a:lnTo>
                    <a:lnTo>
                      <a:pt x="984" y="974"/>
                    </a:lnTo>
                    <a:lnTo>
                      <a:pt x="990" y="919"/>
                    </a:lnTo>
                    <a:lnTo>
                      <a:pt x="993" y="863"/>
                    </a:lnTo>
                    <a:lnTo>
                      <a:pt x="991" y="805"/>
                    </a:lnTo>
                    <a:lnTo>
                      <a:pt x="991" y="805"/>
                    </a:lnTo>
                    <a:lnTo>
                      <a:pt x="988" y="749"/>
                    </a:lnTo>
                    <a:lnTo>
                      <a:pt x="982" y="693"/>
                    </a:lnTo>
                    <a:lnTo>
                      <a:pt x="973" y="639"/>
                    </a:lnTo>
                    <a:lnTo>
                      <a:pt x="962" y="584"/>
                    </a:lnTo>
                    <a:lnTo>
                      <a:pt x="962" y="584"/>
                    </a:lnTo>
                    <a:lnTo>
                      <a:pt x="948" y="533"/>
                    </a:lnTo>
                    <a:lnTo>
                      <a:pt x="932" y="481"/>
                    </a:lnTo>
                    <a:lnTo>
                      <a:pt x="913" y="431"/>
                    </a:lnTo>
                    <a:lnTo>
                      <a:pt x="892" y="382"/>
                    </a:lnTo>
                    <a:lnTo>
                      <a:pt x="892" y="382"/>
                    </a:lnTo>
                    <a:lnTo>
                      <a:pt x="869" y="335"/>
                    </a:lnTo>
                    <a:lnTo>
                      <a:pt x="842" y="289"/>
                    </a:lnTo>
                    <a:lnTo>
                      <a:pt x="814" y="245"/>
                    </a:lnTo>
                    <a:lnTo>
                      <a:pt x="783" y="204"/>
                    </a:lnTo>
                    <a:lnTo>
                      <a:pt x="783" y="204"/>
                    </a:lnTo>
                    <a:lnTo>
                      <a:pt x="767" y="183"/>
                    </a:lnTo>
                    <a:lnTo>
                      <a:pt x="749" y="164"/>
                    </a:lnTo>
                    <a:lnTo>
                      <a:pt x="730" y="145"/>
                    </a:lnTo>
                    <a:lnTo>
                      <a:pt x="712" y="127"/>
                    </a:lnTo>
                    <a:lnTo>
                      <a:pt x="693" y="110"/>
                    </a:lnTo>
                    <a:lnTo>
                      <a:pt x="673" y="93"/>
                    </a:lnTo>
                    <a:lnTo>
                      <a:pt x="652" y="79"/>
                    </a:lnTo>
                    <a:lnTo>
                      <a:pt x="631" y="64"/>
                    </a:lnTo>
                    <a:lnTo>
                      <a:pt x="631" y="64"/>
                    </a:lnTo>
                    <a:lnTo>
                      <a:pt x="608" y="51"/>
                    </a:lnTo>
                    <a:lnTo>
                      <a:pt x="586" y="39"/>
                    </a:lnTo>
                    <a:lnTo>
                      <a:pt x="562" y="28"/>
                    </a:lnTo>
                    <a:lnTo>
                      <a:pt x="539" y="20"/>
                    </a:lnTo>
                    <a:lnTo>
                      <a:pt x="515" y="12"/>
                    </a:lnTo>
                    <a:lnTo>
                      <a:pt x="493" y="6"/>
                    </a:lnTo>
                    <a:lnTo>
                      <a:pt x="469" y="3"/>
                    </a:lnTo>
                    <a:lnTo>
                      <a:pt x="446" y="0"/>
                    </a:lnTo>
                    <a:lnTo>
                      <a:pt x="446" y="0"/>
                    </a:lnTo>
                    <a:lnTo>
                      <a:pt x="425" y="0"/>
                    </a:lnTo>
                    <a:lnTo>
                      <a:pt x="425" y="0"/>
                    </a:lnTo>
                    <a:lnTo>
                      <a:pt x="403" y="0"/>
                    </a:lnTo>
                    <a:lnTo>
                      <a:pt x="381" y="3"/>
                    </a:lnTo>
                    <a:lnTo>
                      <a:pt x="359" y="6"/>
                    </a:lnTo>
                    <a:lnTo>
                      <a:pt x="338" y="12"/>
                    </a:lnTo>
                    <a:lnTo>
                      <a:pt x="317" y="18"/>
                    </a:lnTo>
                    <a:lnTo>
                      <a:pt x="297" y="27"/>
                    </a:lnTo>
                    <a:lnTo>
                      <a:pt x="276" y="36"/>
                    </a:lnTo>
                    <a:lnTo>
                      <a:pt x="255" y="48"/>
                    </a:lnTo>
                    <a:close/>
                  </a:path>
                </a:pathLst>
              </a:custGeom>
              <a:gradFill>
                <a:gsLst>
                  <a:gs pos="0">
                    <a:srgbClr val="F0F0F0"/>
                  </a:gs>
                  <a:gs pos="100000">
                    <a:srgbClr val="F8F8F8"/>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5" name="Freeform 20"/>
              <p:cNvSpPr>
                <a:spLocks/>
              </p:cNvSpPr>
              <p:nvPr/>
            </p:nvSpPr>
            <p:spPr bwMode="auto">
              <a:xfrm>
                <a:off x="1299940" y="2881088"/>
                <a:ext cx="1219200" cy="1814513"/>
              </a:xfrm>
              <a:custGeom>
                <a:avLst/>
                <a:gdLst>
                  <a:gd name="T0" fmla="*/ 198 w 768"/>
                  <a:gd name="T1" fmla="*/ 37 h 1143"/>
                  <a:gd name="T2" fmla="*/ 161 w 768"/>
                  <a:gd name="T3" fmla="*/ 64 h 1143"/>
                  <a:gd name="T4" fmla="*/ 128 w 768"/>
                  <a:gd name="T5" fmla="*/ 95 h 1143"/>
                  <a:gd name="T6" fmla="*/ 97 w 768"/>
                  <a:gd name="T7" fmla="*/ 134 h 1143"/>
                  <a:gd name="T8" fmla="*/ 69 w 768"/>
                  <a:gd name="T9" fmla="*/ 179 h 1143"/>
                  <a:gd name="T10" fmla="*/ 56 w 768"/>
                  <a:gd name="T11" fmla="*/ 205 h 1143"/>
                  <a:gd name="T12" fmla="*/ 34 w 768"/>
                  <a:gd name="T13" fmla="*/ 263 h 1143"/>
                  <a:gd name="T14" fmla="*/ 16 w 768"/>
                  <a:gd name="T15" fmla="*/ 326 h 1143"/>
                  <a:gd name="T16" fmla="*/ 6 w 768"/>
                  <a:gd name="T17" fmla="*/ 394 h 1143"/>
                  <a:gd name="T18" fmla="*/ 1 w 768"/>
                  <a:gd name="T19" fmla="*/ 431 h 1143"/>
                  <a:gd name="T20" fmla="*/ 0 w 768"/>
                  <a:gd name="T21" fmla="*/ 507 h 1143"/>
                  <a:gd name="T22" fmla="*/ 4 w 768"/>
                  <a:gd name="T23" fmla="*/ 583 h 1143"/>
                  <a:gd name="T24" fmla="*/ 16 w 768"/>
                  <a:gd name="T25" fmla="*/ 656 h 1143"/>
                  <a:gd name="T26" fmla="*/ 34 w 768"/>
                  <a:gd name="T27" fmla="*/ 729 h 1143"/>
                  <a:gd name="T28" fmla="*/ 44 w 768"/>
                  <a:gd name="T29" fmla="*/ 764 h 1143"/>
                  <a:gd name="T30" fmla="*/ 71 w 768"/>
                  <a:gd name="T31" fmla="*/ 830 h 1143"/>
                  <a:gd name="T32" fmla="*/ 100 w 768"/>
                  <a:gd name="T33" fmla="*/ 892 h 1143"/>
                  <a:gd name="T34" fmla="*/ 134 w 768"/>
                  <a:gd name="T35" fmla="*/ 948 h 1143"/>
                  <a:gd name="T36" fmla="*/ 153 w 768"/>
                  <a:gd name="T37" fmla="*/ 973 h 1143"/>
                  <a:gd name="T38" fmla="*/ 192 w 768"/>
                  <a:gd name="T39" fmla="*/ 1019 h 1143"/>
                  <a:gd name="T40" fmla="*/ 231 w 768"/>
                  <a:gd name="T41" fmla="*/ 1057 h 1143"/>
                  <a:gd name="T42" fmla="*/ 274 w 768"/>
                  <a:gd name="T43" fmla="*/ 1090 h 1143"/>
                  <a:gd name="T44" fmla="*/ 317 w 768"/>
                  <a:gd name="T45" fmla="*/ 1113 h 1143"/>
                  <a:gd name="T46" fmla="*/ 338 w 768"/>
                  <a:gd name="T47" fmla="*/ 1124 h 1143"/>
                  <a:gd name="T48" fmla="*/ 380 w 768"/>
                  <a:gd name="T49" fmla="*/ 1135 h 1143"/>
                  <a:gd name="T50" fmla="*/ 422 w 768"/>
                  <a:gd name="T51" fmla="*/ 1143 h 1143"/>
                  <a:gd name="T52" fmla="*/ 464 w 768"/>
                  <a:gd name="T53" fmla="*/ 1141 h 1143"/>
                  <a:gd name="T54" fmla="*/ 485 w 768"/>
                  <a:gd name="T55" fmla="*/ 1138 h 1143"/>
                  <a:gd name="T56" fmla="*/ 522 w 768"/>
                  <a:gd name="T57" fmla="*/ 1130 h 1143"/>
                  <a:gd name="T58" fmla="*/ 557 w 768"/>
                  <a:gd name="T59" fmla="*/ 1113 h 1143"/>
                  <a:gd name="T60" fmla="*/ 590 w 768"/>
                  <a:gd name="T61" fmla="*/ 1094 h 1143"/>
                  <a:gd name="T62" fmla="*/ 619 w 768"/>
                  <a:gd name="T63" fmla="*/ 1069 h 1143"/>
                  <a:gd name="T64" fmla="*/ 632 w 768"/>
                  <a:gd name="T65" fmla="*/ 1057 h 1143"/>
                  <a:gd name="T66" fmla="*/ 656 w 768"/>
                  <a:gd name="T67" fmla="*/ 1029 h 1143"/>
                  <a:gd name="T68" fmla="*/ 688 w 768"/>
                  <a:gd name="T69" fmla="*/ 982 h 1143"/>
                  <a:gd name="T70" fmla="*/ 708 w 768"/>
                  <a:gd name="T71" fmla="*/ 947 h 1143"/>
                  <a:gd name="T72" fmla="*/ 736 w 768"/>
                  <a:gd name="T73" fmla="*/ 874 h 1143"/>
                  <a:gd name="T74" fmla="*/ 756 w 768"/>
                  <a:gd name="T75" fmla="*/ 795 h 1143"/>
                  <a:gd name="T76" fmla="*/ 762 w 768"/>
                  <a:gd name="T77" fmla="*/ 755 h 1143"/>
                  <a:gd name="T78" fmla="*/ 768 w 768"/>
                  <a:gd name="T79" fmla="*/ 670 h 1143"/>
                  <a:gd name="T80" fmla="*/ 768 w 768"/>
                  <a:gd name="T81" fmla="*/ 625 h 1143"/>
                  <a:gd name="T82" fmla="*/ 761 w 768"/>
                  <a:gd name="T83" fmla="*/ 538 h 1143"/>
                  <a:gd name="T84" fmla="*/ 744 w 768"/>
                  <a:gd name="T85" fmla="*/ 454 h 1143"/>
                  <a:gd name="T86" fmla="*/ 734 w 768"/>
                  <a:gd name="T87" fmla="*/ 413 h 1143"/>
                  <a:gd name="T88" fmla="*/ 708 w 768"/>
                  <a:gd name="T89" fmla="*/ 335 h 1143"/>
                  <a:gd name="T90" fmla="*/ 691 w 768"/>
                  <a:gd name="T91" fmla="*/ 297 h 1143"/>
                  <a:gd name="T92" fmla="*/ 652 w 768"/>
                  <a:gd name="T93" fmla="*/ 224 h 1143"/>
                  <a:gd name="T94" fmla="*/ 606 w 768"/>
                  <a:gd name="T95" fmla="*/ 158 h 1143"/>
                  <a:gd name="T96" fmla="*/ 579 w 768"/>
                  <a:gd name="T97" fmla="*/ 127 h 1143"/>
                  <a:gd name="T98" fmla="*/ 520 w 768"/>
                  <a:gd name="T99" fmla="*/ 72 h 1143"/>
                  <a:gd name="T100" fmla="*/ 488 w 768"/>
                  <a:gd name="T101" fmla="*/ 50 h 1143"/>
                  <a:gd name="T102" fmla="*/ 470 w 768"/>
                  <a:gd name="T103" fmla="*/ 40 h 1143"/>
                  <a:gd name="T104" fmla="*/ 435 w 768"/>
                  <a:gd name="T105" fmla="*/ 22 h 1143"/>
                  <a:gd name="T106" fmla="*/ 399 w 768"/>
                  <a:gd name="T107" fmla="*/ 11 h 1143"/>
                  <a:gd name="T108" fmla="*/ 363 w 768"/>
                  <a:gd name="T109" fmla="*/ 3 h 1143"/>
                  <a:gd name="T110" fmla="*/ 345 w 768"/>
                  <a:gd name="T111" fmla="*/ 0 h 1143"/>
                  <a:gd name="T112" fmla="*/ 329 w 768"/>
                  <a:gd name="T113" fmla="*/ 0 h 1143"/>
                  <a:gd name="T114" fmla="*/ 295 w 768"/>
                  <a:gd name="T115" fmla="*/ 3 h 1143"/>
                  <a:gd name="T116" fmla="*/ 261 w 768"/>
                  <a:gd name="T117" fmla="*/ 9 h 1143"/>
                  <a:gd name="T118" fmla="*/ 228 w 768"/>
                  <a:gd name="T119" fmla="*/ 21 h 1143"/>
                  <a:gd name="T120" fmla="*/ 198 w 768"/>
                  <a:gd name="T121" fmla="*/ 37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8" h="1143">
                    <a:moveTo>
                      <a:pt x="198" y="37"/>
                    </a:moveTo>
                    <a:lnTo>
                      <a:pt x="198" y="37"/>
                    </a:lnTo>
                    <a:lnTo>
                      <a:pt x="178" y="49"/>
                    </a:lnTo>
                    <a:lnTo>
                      <a:pt x="161" y="64"/>
                    </a:lnTo>
                    <a:lnTo>
                      <a:pt x="144" y="78"/>
                    </a:lnTo>
                    <a:lnTo>
                      <a:pt x="128" y="95"/>
                    </a:lnTo>
                    <a:lnTo>
                      <a:pt x="112" y="114"/>
                    </a:lnTo>
                    <a:lnTo>
                      <a:pt x="97" y="134"/>
                    </a:lnTo>
                    <a:lnTo>
                      <a:pt x="83" y="155"/>
                    </a:lnTo>
                    <a:lnTo>
                      <a:pt x="69" y="179"/>
                    </a:lnTo>
                    <a:lnTo>
                      <a:pt x="69" y="179"/>
                    </a:lnTo>
                    <a:lnTo>
                      <a:pt x="56" y="205"/>
                    </a:lnTo>
                    <a:lnTo>
                      <a:pt x="44" y="233"/>
                    </a:lnTo>
                    <a:lnTo>
                      <a:pt x="34" y="263"/>
                    </a:lnTo>
                    <a:lnTo>
                      <a:pt x="25" y="294"/>
                    </a:lnTo>
                    <a:lnTo>
                      <a:pt x="16" y="326"/>
                    </a:lnTo>
                    <a:lnTo>
                      <a:pt x="10" y="358"/>
                    </a:lnTo>
                    <a:lnTo>
                      <a:pt x="6" y="394"/>
                    </a:lnTo>
                    <a:lnTo>
                      <a:pt x="1" y="431"/>
                    </a:lnTo>
                    <a:lnTo>
                      <a:pt x="1" y="431"/>
                    </a:lnTo>
                    <a:lnTo>
                      <a:pt x="0" y="469"/>
                    </a:lnTo>
                    <a:lnTo>
                      <a:pt x="0" y="507"/>
                    </a:lnTo>
                    <a:lnTo>
                      <a:pt x="1" y="544"/>
                    </a:lnTo>
                    <a:lnTo>
                      <a:pt x="4" y="583"/>
                    </a:lnTo>
                    <a:lnTo>
                      <a:pt x="10" y="619"/>
                    </a:lnTo>
                    <a:lnTo>
                      <a:pt x="16" y="656"/>
                    </a:lnTo>
                    <a:lnTo>
                      <a:pt x="25" y="693"/>
                    </a:lnTo>
                    <a:lnTo>
                      <a:pt x="34" y="729"/>
                    </a:lnTo>
                    <a:lnTo>
                      <a:pt x="34" y="729"/>
                    </a:lnTo>
                    <a:lnTo>
                      <a:pt x="44" y="764"/>
                    </a:lnTo>
                    <a:lnTo>
                      <a:pt x="57" y="798"/>
                    </a:lnTo>
                    <a:lnTo>
                      <a:pt x="71" y="830"/>
                    </a:lnTo>
                    <a:lnTo>
                      <a:pt x="85" y="861"/>
                    </a:lnTo>
                    <a:lnTo>
                      <a:pt x="100" y="892"/>
                    </a:lnTo>
                    <a:lnTo>
                      <a:pt x="116" y="920"/>
                    </a:lnTo>
                    <a:lnTo>
                      <a:pt x="134" y="948"/>
                    </a:lnTo>
                    <a:lnTo>
                      <a:pt x="153" y="973"/>
                    </a:lnTo>
                    <a:lnTo>
                      <a:pt x="153" y="973"/>
                    </a:lnTo>
                    <a:lnTo>
                      <a:pt x="172" y="997"/>
                    </a:lnTo>
                    <a:lnTo>
                      <a:pt x="192" y="1019"/>
                    </a:lnTo>
                    <a:lnTo>
                      <a:pt x="211" y="1040"/>
                    </a:lnTo>
                    <a:lnTo>
                      <a:pt x="231" y="1057"/>
                    </a:lnTo>
                    <a:lnTo>
                      <a:pt x="252" y="1074"/>
                    </a:lnTo>
                    <a:lnTo>
                      <a:pt x="274" y="1090"/>
                    </a:lnTo>
                    <a:lnTo>
                      <a:pt x="295" y="1103"/>
                    </a:lnTo>
                    <a:lnTo>
                      <a:pt x="317" y="1113"/>
                    </a:lnTo>
                    <a:lnTo>
                      <a:pt x="317" y="1113"/>
                    </a:lnTo>
                    <a:lnTo>
                      <a:pt x="338" y="1124"/>
                    </a:lnTo>
                    <a:lnTo>
                      <a:pt x="360" y="1131"/>
                    </a:lnTo>
                    <a:lnTo>
                      <a:pt x="380" y="1135"/>
                    </a:lnTo>
                    <a:lnTo>
                      <a:pt x="401" y="1140"/>
                    </a:lnTo>
                    <a:lnTo>
                      <a:pt x="422" y="1143"/>
                    </a:lnTo>
                    <a:lnTo>
                      <a:pt x="444" y="1143"/>
                    </a:lnTo>
                    <a:lnTo>
                      <a:pt x="464" y="1141"/>
                    </a:lnTo>
                    <a:lnTo>
                      <a:pt x="485" y="1138"/>
                    </a:lnTo>
                    <a:lnTo>
                      <a:pt x="485" y="1138"/>
                    </a:lnTo>
                    <a:lnTo>
                      <a:pt x="504" y="1134"/>
                    </a:lnTo>
                    <a:lnTo>
                      <a:pt x="522" y="1130"/>
                    </a:lnTo>
                    <a:lnTo>
                      <a:pt x="540" y="1122"/>
                    </a:lnTo>
                    <a:lnTo>
                      <a:pt x="557" y="1113"/>
                    </a:lnTo>
                    <a:lnTo>
                      <a:pt x="573" y="1104"/>
                    </a:lnTo>
                    <a:lnTo>
                      <a:pt x="590" y="1094"/>
                    </a:lnTo>
                    <a:lnTo>
                      <a:pt x="604" y="1082"/>
                    </a:lnTo>
                    <a:lnTo>
                      <a:pt x="619" y="1069"/>
                    </a:lnTo>
                    <a:lnTo>
                      <a:pt x="619" y="1069"/>
                    </a:lnTo>
                    <a:lnTo>
                      <a:pt x="632" y="1057"/>
                    </a:lnTo>
                    <a:lnTo>
                      <a:pt x="644" y="1044"/>
                    </a:lnTo>
                    <a:lnTo>
                      <a:pt x="656" y="1029"/>
                    </a:lnTo>
                    <a:lnTo>
                      <a:pt x="668" y="1015"/>
                    </a:lnTo>
                    <a:lnTo>
                      <a:pt x="688" y="982"/>
                    </a:lnTo>
                    <a:lnTo>
                      <a:pt x="708" y="947"/>
                    </a:lnTo>
                    <a:lnTo>
                      <a:pt x="708" y="947"/>
                    </a:lnTo>
                    <a:lnTo>
                      <a:pt x="722" y="911"/>
                    </a:lnTo>
                    <a:lnTo>
                      <a:pt x="736" y="874"/>
                    </a:lnTo>
                    <a:lnTo>
                      <a:pt x="747" y="836"/>
                    </a:lnTo>
                    <a:lnTo>
                      <a:pt x="756" y="795"/>
                    </a:lnTo>
                    <a:lnTo>
                      <a:pt x="756" y="795"/>
                    </a:lnTo>
                    <a:lnTo>
                      <a:pt x="762" y="755"/>
                    </a:lnTo>
                    <a:lnTo>
                      <a:pt x="767" y="712"/>
                    </a:lnTo>
                    <a:lnTo>
                      <a:pt x="768" y="670"/>
                    </a:lnTo>
                    <a:lnTo>
                      <a:pt x="768" y="625"/>
                    </a:lnTo>
                    <a:lnTo>
                      <a:pt x="768" y="625"/>
                    </a:lnTo>
                    <a:lnTo>
                      <a:pt x="765" y="581"/>
                    </a:lnTo>
                    <a:lnTo>
                      <a:pt x="761" y="538"/>
                    </a:lnTo>
                    <a:lnTo>
                      <a:pt x="753" y="496"/>
                    </a:lnTo>
                    <a:lnTo>
                      <a:pt x="744" y="454"/>
                    </a:lnTo>
                    <a:lnTo>
                      <a:pt x="744" y="454"/>
                    </a:lnTo>
                    <a:lnTo>
                      <a:pt x="734" y="413"/>
                    </a:lnTo>
                    <a:lnTo>
                      <a:pt x="721" y="373"/>
                    </a:lnTo>
                    <a:lnTo>
                      <a:pt x="708" y="335"/>
                    </a:lnTo>
                    <a:lnTo>
                      <a:pt x="691" y="297"/>
                    </a:lnTo>
                    <a:lnTo>
                      <a:pt x="691" y="297"/>
                    </a:lnTo>
                    <a:lnTo>
                      <a:pt x="672" y="260"/>
                    </a:lnTo>
                    <a:lnTo>
                      <a:pt x="652" y="224"/>
                    </a:lnTo>
                    <a:lnTo>
                      <a:pt x="629" y="190"/>
                    </a:lnTo>
                    <a:lnTo>
                      <a:pt x="606" y="158"/>
                    </a:lnTo>
                    <a:lnTo>
                      <a:pt x="606" y="158"/>
                    </a:lnTo>
                    <a:lnTo>
                      <a:pt x="579" y="127"/>
                    </a:lnTo>
                    <a:lnTo>
                      <a:pt x="551" y="99"/>
                    </a:lnTo>
                    <a:lnTo>
                      <a:pt x="520" y="72"/>
                    </a:lnTo>
                    <a:lnTo>
                      <a:pt x="506" y="61"/>
                    </a:lnTo>
                    <a:lnTo>
                      <a:pt x="488" y="50"/>
                    </a:lnTo>
                    <a:lnTo>
                      <a:pt x="488" y="50"/>
                    </a:lnTo>
                    <a:lnTo>
                      <a:pt x="470" y="40"/>
                    </a:lnTo>
                    <a:lnTo>
                      <a:pt x="453" y="30"/>
                    </a:lnTo>
                    <a:lnTo>
                      <a:pt x="435" y="22"/>
                    </a:lnTo>
                    <a:lnTo>
                      <a:pt x="417" y="15"/>
                    </a:lnTo>
                    <a:lnTo>
                      <a:pt x="399" y="11"/>
                    </a:lnTo>
                    <a:lnTo>
                      <a:pt x="380" y="6"/>
                    </a:lnTo>
                    <a:lnTo>
                      <a:pt x="363" y="3"/>
                    </a:lnTo>
                    <a:lnTo>
                      <a:pt x="345" y="0"/>
                    </a:lnTo>
                    <a:lnTo>
                      <a:pt x="345" y="0"/>
                    </a:lnTo>
                    <a:lnTo>
                      <a:pt x="329" y="0"/>
                    </a:lnTo>
                    <a:lnTo>
                      <a:pt x="329" y="0"/>
                    </a:lnTo>
                    <a:lnTo>
                      <a:pt x="311" y="0"/>
                    </a:lnTo>
                    <a:lnTo>
                      <a:pt x="295" y="3"/>
                    </a:lnTo>
                    <a:lnTo>
                      <a:pt x="277" y="5"/>
                    </a:lnTo>
                    <a:lnTo>
                      <a:pt x="261" y="9"/>
                    </a:lnTo>
                    <a:lnTo>
                      <a:pt x="245" y="15"/>
                    </a:lnTo>
                    <a:lnTo>
                      <a:pt x="228" y="21"/>
                    </a:lnTo>
                    <a:lnTo>
                      <a:pt x="212" y="28"/>
                    </a:lnTo>
                    <a:lnTo>
                      <a:pt x="198" y="37"/>
                    </a:lnTo>
                    <a:close/>
                  </a:path>
                </a:pathLst>
              </a:custGeom>
              <a:gradFill>
                <a:gsLst>
                  <a:gs pos="13000">
                    <a:srgbClr val="BD2223"/>
                  </a:gs>
                  <a:gs pos="92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6" name="Freeform 23"/>
              <p:cNvSpPr>
                <a:spLocks/>
              </p:cNvSpPr>
              <p:nvPr/>
            </p:nvSpPr>
            <p:spPr bwMode="auto">
              <a:xfrm>
                <a:off x="1565162" y="3221037"/>
                <a:ext cx="741363" cy="1103313"/>
              </a:xfrm>
              <a:custGeom>
                <a:avLst/>
                <a:gdLst>
                  <a:gd name="T0" fmla="*/ 121 w 467"/>
                  <a:gd name="T1" fmla="*/ 22 h 695"/>
                  <a:gd name="T2" fmla="*/ 99 w 467"/>
                  <a:gd name="T3" fmla="*/ 39 h 695"/>
                  <a:gd name="T4" fmla="*/ 78 w 467"/>
                  <a:gd name="T5" fmla="*/ 58 h 695"/>
                  <a:gd name="T6" fmla="*/ 59 w 467"/>
                  <a:gd name="T7" fmla="*/ 81 h 695"/>
                  <a:gd name="T8" fmla="*/ 43 w 467"/>
                  <a:gd name="T9" fmla="*/ 109 h 695"/>
                  <a:gd name="T10" fmla="*/ 34 w 467"/>
                  <a:gd name="T11" fmla="*/ 124 h 695"/>
                  <a:gd name="T12" fmla="*/ 21 w 467"/>
                  <a:gd name="T13" fmla="*/ 160 h 695"/>
                  <a:gd name="T14" fmla="*/ 10 w 467"/>
                  <a:gd name="T15" fmla="*/ 198 h 695"/>
                  <a:gd name="T16" fmla="*/ 3 w 467"/>
                  <a:gd name="T17" fmla="*/ 239 h 695"/>
                  <a:gd name="T18" fmla="*/ 1 w 467"/>
                  <a:gd name="T19" fmla="*/ 261 h 695"/>
                  <a:gd name="T20" fmla="*/ 0 w 467"/>
                  <a:gd name="T21" fmla="*/ 308 h 695"/>
                  <a:gd name="T22" fmla="*/ 3 w 467"/>
                  <a:gd name="T23" fmla="*/ 354 h 695"/>
                  <a:gd name="T24" fmla="*/ 10 w 467"/>
                  <a:gd name="T25" fmla="*/ 400 h 695"/>
                  <a:gd name="T26" fmla="*/ 21 w 467"/>
                  <a:gd name="T27" fmla="*/ 444 h 695"/>
                  <a:gd name="T28" fmla="*/ 28 w 467"/>
                  <a:gd name="T29" fmla="*/ 465 h 695"/>
                  <a:gd name="T30" fmla="*/ 43 w 467"/>
                  <a:gd name="T31" fmla="*/ 505 h 695"/>
                  <a:gd name="T32" fmla="*/ 62 w 467"/>
                  <a:gd name="T33" fmla="*/ 541 h 695"/>
                  <a:gd name="T34" fmla="*/ 82 w 467"/>
                  <a:gd name="T35" fmla="*/ 577 h 695"/>
                  <a:gd name="T36" fmla="*/ 94 w 467"/>
                  <a:gd name="T37" fmla="*/ 592 h 695"/>
                  <a:gd name="T38" fmla="*/ 116 w 467"/>
                  <a:gd name="T39" fmla="*/ 620 h 695"/>
                  <a:gd name="T40" fmla="*/ 141 w 467"/>
                  <a:gd name="T41" fmla="*/ 643 h 695"/>
                  <a:gd name="T42" fmla="*/ 166 w 467"/>
                  <a:gd name="T43" fmla="*/ 662 h 695"/>
                  <a:gd name="T44" fmla="*/ 193 w 467"/>
                  <a:gd name="T45" fmla="*/ 677 h 695"/>
                  <a:gd name="T46" fmla="*/ 206 w 467"/>
                  <a:gd name="T47" fmla="*/ 683 h 695"/>
                  <a:gd name="T48" fmla="*/ 231 w 467"/>
                  <a:gd name="T49" fmla="*/ 690 h 695"/>
                  <a:gd name="T50" fmla="*/ 256 w 467"/>
                  <a:gd name="T51" fmla="*/ 695 h 695"/>
                  <a:gd name="T52" fmla="*/ 283 w 467"/>
                  <a:gd name="T53" fmla="*/ 695 h 695"/>
                  <a:gd name="T54" fmla="*/ 295 w 467"/>
                  <a:gd name="T55" fmla="*/ 692 h 695"/>
                  <a:gd name="T56" fmla="*/ 317 w 467"/>
                  <a:gd name="T57" fmla="*/ 686 h 695"/>
                  <a:gd name="T58" fmla="*/ 358 w 467"/>
                  <a:gd name="T59" fmla="*/ 665 h 695"/>
                  <a:gd name="T60" fmla="*/ 377 w 467"/>
                  <a:gd name="T61" fmla="*/ 650 h 695"/>
                  <a:gd name="T62" fmla="*/ 407 w 467"/>
                  <a:gd name="T63" fmla="*/ 617 h 695"/>
                  <a:gd name="T64" fmla="*/ 430 w 467"/>
                  <a:gd name="T65" fmla="*/ 575 h 695"/>
                  <a:gd name="T66" fmla="*/ 439 w 467"/>
                  <a:gd name="T67" fmla="*/ 555 h 695"/>
                  <a:gd name="T68" fmla="*/ 454 w 467"/>
                  <a:gd name="T69" fmla="*/ 509 h 695"/>
                  <a:gd name="T70" fmla="*/ 460 w 467"/>
                  <a:gd name="T71" fmla="*/ 484 h 695"/>
                  <a:gd name="T72" fmla="*/ 466 w 467"/>
                  <a:gd name="T73" fmla="*/ 434 h 695"/>
                  <a:gd name="T74" fmla="*/ 467 w 467"/>
                  <a:gd name="T75" fmla="*/ 381 h 695"/>
                  <a:gd name="T76" fmla="*/ 466 w 467"/>
                  <a:gd name="T77" fmla="*/ 353 h 695"/>
                  <a:gd name="T78" fmla="*/ 458 w 467"/>
                  <a:gd name="T79" fmla="*/ 301 h 695"/>
                  <a:gd name="T80" fmla="*/ 452 w 467"/>
                  <a:gd name="T81" fmla="*/ 276 h 695"/>
                  <a:gd name="T82" fmla="*/ 439 w 467"/>
                  <a:gd name="T83" fmla="*/ 227 h 695"/>
                  <a:gd name="T84" fmla="*/ 420 w 467"/>
                  <a:gd name="T85" fmla="*/ 180 h 695"/>
                  <a:gd name="T86" fmla="*/ 408 w 467"/>
                  <a:gd name="T87" fmla="*/ 158 h 695"/>
                  <a:gd name="T88" fmla="*/ 383 w 467"/>
                  <a:gd name="T89" fmla="*/ 115 h 695"/>
                  <a:gd name="T90" fmla="*/ 368 w 467"/>
                  <a:gd name="T91" fmla="*/ 96 h 695"/>
                  <a:gd name="T92" fmla="*/ 336 w 467"/>
                  <a:gd name="T93" fmla="*/ 61 h 695"/>
                  <a:gd name="T94" fmla="*/ 298 w 467"/>
                  <a:gd name="T95" fmla="*/ 31 h 695"/>
                  <a:gd name="T96" fmla="*/ 276 w 467"/>
                  <a:gd name="T97" fmla="*/ 18 h 695"/>
                  <a:gd name="T98" fmla="*/ 231 w 467"/>
                  <a:gd name="T99" fmla="*/ 3 h 695"/>
                  <a:gd name="T100" fmla="*/ 211 w 467"/>
                  <a:gd name="T101" fmla="*/ 0 h 695"/>
                  <a:gd name="T102" fmla="*/ 200 w 467"/>
                  <a:gd name="T103" fmla="*/ 0 h 695"/>
                  <a:gd name="T104" fmla="*/ 159 w 467"/>
                  <a:gd name="T105" fmla="*/ 6 h 695"/>
                  <a:gd name="T106" fmla="*/ 121 w 467"/>
                  <a:gd name="T107" fmla="*/ 22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7" h="695">
                    <a:moveTo>
                      <a:pt x="121" y="22"/>
                    </a:moveTo>
                    <a:lnTo>
                      <a:pt x="121" y="22"/>
                    </a:lnTo>
                    <a:lnTo>
                      <a:pt x="109" y="30"/>
                    </a:lnTo>
                    <a:lnTo>
                      <a:pt x="99" y="39"/>
                    </a:lnTo>
                    <a:lnTo>
                      <a:pt x="88" y="47"/>
                    </a:lnTo>
                    <a:lnTo>
                      <a:pt x="78" y="58"/>
                    </a:lnTo>
                    <a:lnTo>
                      <a:pt x="68" y="70"/>
                    </a:lnTo>
                    <a:lnTo>
                      <a:pt x="59" y="81"/>
                    </a:lnTo>
                    <a:lnTo>
                      <a:pt x="50" y="95"/>
                    </a:lnTo>
                    <a:lnTo>
                      <a:pt x="43" y="109"/>
                    </a:lnTo>
                    <a:lnTo>
                      <a:pt x="43" y="109"/>
                    </a:lnTo>
                    <a:lnTo>
                      <a:pt x="34" y="124"/>
                    </a:lnTo>
                    <a:lnTo>
                      <a:pt x="28" y="142"/>
                    </a:lnTo>
                    <a:lnTo>
                      <a:pt x="21" y="160"/>
                    </a:lnTo>
                    <a:lnTo>
                      <a:pt x="15" y="179"/>
                    </a:lnTo>
                    <a:lnTo>
                      <a:pt x="10" y="198"/>
                    </a:lnTo>
                    <a:lnTo>
                      <a:pt x="6" y="219"/>
                    </a:lnTo>
                    <a:lnTo>
                      <a:pt x="3" y="239"/>
                    </a:lnTo>
                    <a:lnTo>
                      <a:pt x="1" y="261"/>
                    </a:lnTo>
                    <a:lnTo>
                      <a:pt x="1" y="261"/>
                    </a:lnTo>
                    <a:lnTo>
                      <a:pt x="0" y="285"/>
                    </a:lnTo>
                    <a:lnTo>
                      <a:pt x="0" y="308"/>
                    </a:lnTo>
                    <a:lnTo>
                      <a:pt x="1" y="331"/>
                    </a:lnTo>
                    <a:lnTo>
                      <a:pt x="3" y="354"/>
                    </a:lnTo>
                    <a:lnTo>
                      <a:pt x="6" y="376"/>
                    </a:lnTo>
                    <a:lnTo>
                      <a:pt x="10" y="400"/>
                    </a:lnTo>
                    <a:lnTo>
                      <a:pt x="15" y="422"/>
                    </a:lnTo>
                    <a:lnTo>
                      <a:pt x="21" y="444"/>
                    </a:lnTo>
                    <a:lnTo>
                      <a:pt x="21" y="444"/>
                    </a:lnTo>
                    <a:lnTo>
                      <a:pt x="28" y="465"/>
                    </a:lnTo>
                    <a:lnTo>
                      <a:pt x="35" y="485"/>
                    </a:lnTo>
                    <a:lnTo>
                      <a:pt x="43" y="505"/>
                    </a:lnTo>
                    <a:lnTo>
                      <a:pt x="51" y="524"/>
                    </a:lnTo>
                    <a:lnTo>
                      <a:pt x="62" y="541"/>
                    </a:lnTo>
                    <a:lnTo>
                      <a:pt x="71" y="559"/>
                    </a:lnTo>
                    <a:lnTo>
                      <a:pt x="82" y="577"/>
                    </a:lnTo>
                    <a:lnTo>
                      <a:pt x="94" y="592"/>
                    </a:lnTo>
                    <a:lnTo>
                      <a:pt x="94" y="592"/>
                    </a:lnTo>
                    <a:lnTo>
                      <a:pt x="105" y="606"/>
                    </a:lnTo>
                    <a:lnTo>
                      <a:pt x="116" y="620"/>
                    </a:lnTo>
                    <a:lnTo>
                      <a:pt x="128" y="631"/>
                    </a:lnTo>
                    <a:lnTo>
                      <a:pt x="141" y="643"/>
                    </a:lnTo>
                    <a:lnTo>
                      <a:pt x="153" y="653"/>
                    </a:lnTo>
                    <a:lnTo>
                      <a:pt x="166" y="662"/>
                    </a:lnTo>
                    <a:lnTo>
                      <a:pt x="180" y="670"/>
                    </a:lnTo>
                    <a:lnTo>
                      <a:pt x="193" y="677"/>
                    </a:lnTo>
                    <a:lnTo>
                      <a:pt x="193" y="677"/>
                    </a:lnTo>
                    <a:lnTo>
                      <a:pt x="206" y="683"/>
                    </a:lnTo>
                    <a:lnTo>
                      <a:pt x="218" y="687"/>
                    </a:lnTo>
                    <a:lnTo>
                      <a:pt x="231" y="690"/>
                    </a:lnTo>
                    <a:lnTo>
                      <a:pt x="245" y="693"/>
                    </a:lnTo>
                    <a:lnTo>
                      <a:pt x="256" y="695"/>
                    </a:lnTo>
                    <a:lnTo>
                      <a:pt x="270" y="695"/>
                    </a:lnTo>
                    <a:lnTo>
                      <a:pt x="283" y="695"/>
                    </a:lnTo>
                    <a:lnTo>
                      <a:pt x="295" y="692"/>
                    </a:lnTo>
                    <a:lnTo>
                      <a:pt x="295" y="692"/>
                    </a:lnTo>
                    <a:lnTo>
                      <a:pt x="307" y="690"/>
                    </a:lnTo>
                    <a:lnTo>
                      <a:pt x="317" y="686"/>
                    </a:lnTo>
                    <a:lnTo>
                      <a:pt x="339" y="677"/>
                    </a:lnTo>
                    <a:lnTo>
                      <a:pt x="358" y="665"/>
                    </a:lnTo>
                    <a:lnTo>
                      <a:pt x="377" y="650"/>
                    </a:lnTo>
                    <a:lnTo>
                      <a:pt x="377" y="650"/>
                    </a:lnTo>
                    <a:lnTo>
                      <a:pt x="392" y="634"/>
                    </a:lnTo>
                    <a:lnTo>
                      <a:pt x="407" y="617"/>
                    </a:lnTo>
                    <a:lnTo>
                      <a:pt x="419" y="597"/>
                    </a:lnTo>
                    <a:lnTo>
                      <a:pt x="430" y="575"/>
                    </a:lnTo>
                    <a:lnTo>
                      <a:pt x="430" y="575"/>
                    </a:lnTo>
                    <a:lnTo>
                      <a:pt x="439" y="555"/>
                    </a:lnTo>
                    <a:lnTo>
                      <a:pt x="448" y="533"/>
                    </a:lnTo>
                    <a:lnTo>
                      <a:pt x="454" y="509"/>
                    </a:lnTo>
                    <a:lnTo>
                      <a:pt x="460" y="484"/>
                    </a:lnTo>
                    <a:lnTo>
                      <a:pt x="460" y="484"/>
                    </a:lnTo>
                    <a:lnTo>
                      <a:pt x="464" y="459"/>
                    </a:lnTo>
                    <a:lnTo>
                      <a:pt x="466" y="434"/>
                    </a:lnTo>
                    <a:lnTo>
                      <a:pt x="467" y="407"/>
                    </a:lnTo>
                    <a:lnTo>
                      <a:pt x="467" y="381"/>
                    </a:lnTo>
                    <a:lnTo>
                      <a:pt x="467" y="381"/>
                    </a:lnTo>
                    <a:lnTo>
                      <a:pt x="466" y="353"/>
                    </a:lnTo>
                    <a:lnTo>
                      <a:pt x="463" y="328"/>
                    </a:lnTo>
                    <a:lnTo>
                      <a:pt x="458" y="301"/>
                    </a:lnTo>
                    <a:lnTo>
                      <a:pt x="452" y="276"/>
                    </a:lnTo>
                    <a:lnTo>
                      <a:pt x="452" y="276"/>
                    </a:lnTo>
                    <a:lnTo>
                      <a:pt x="447" y="251"/>
                    </a:lnTo>
                    <a:lnTo>
                      <a:pt x="439" y="227"/>
                    </a:lnTo>
                    <a:lnTo>
                      <a:pt x="430" y="204"/>
                    </a:lnTo>
                    <a:lnTo>
                      <a:pt x="420" y="180"/>
                    </a:lnTo>
                    <a:lnTo>
                      <a:pt x="420" y="180"/>
                    </a:lnTo>
                    <a:lnTo>
                      <a:pt x="408" y="158"/>
                    </a:lnTo>
                    <a:lnTo>
                      <a:pt x="396" y="136"/>
                    </a:lnTo>
                    <a:lnTo>
                      <a:pt x="383" y="115"/>
                    </a:lnTo>
                    <a:lnTo>
                      <a:pt x="368" y="96"/>
                    </a:lnTo>
                    <a:lnTo>
                      <a:pt x="368" y="96"/>
                    </a:lnTo>
                    <a:lnTo>
                      <a:pt x="352" y="77"/>
                    </a:lnTo>
                    <a:lnTo>
                      <a:pt x="336" y="61"/>
                    </a:lnTo>
                    <a:lnTo>
                      <a:pt x="317" y="45"/>
                    </a:lnTo>
                    <a:lnTo>
                      <a:pt x="298" y="31"/>
                    </a:lnTo>
                    <a:lnTo>
                      <a:pt x="298" y="31"/>
                    </a:lnTo>
                    <a:lnTo>
                      <a:pt x="276" y="18"/>
                    </a:lnTo>
                    <a:lnTo>
                      <a:pt x="253" y="9"/>
                    </a:lnTo>
                    <a:lnTo>
                      <a:pt x="231" y="3"/>
                    </a:lnTo>
                    <a:lnTo>
                      <a:pt x="211" y="0"/>
                    </a:lnTo>
                    <a:lnTo>
                      <a:pt x="211" y="0"/>
                    </a:lnTo>
                    <a:lnTo>
                      <a:pt x="200" y="0"/>
                    </a:lnTo>
                    <a:lnTo>
                      <a:pt x="200" y="0"/>
                    </a:lnTo>
                    <a:lnTo>
                      <a:pt x="180" y="2"/>
                    </a:lnTo>
                    <a:lnTo>
                      <a:pt x="159" y="6"/>
                    </a:lnTo>
                    <a:lnTo>
                      <a:pt x="140" y="14"/>
                    </a:lnTo>
                    <a:lnTo>
                      <a:pt x="121" y="22"/>
                    </a:lnTo>
                    <a:close/>
                  </a:path>
                </a:pathLst>
              </a:custGeom>
              <a:gradFill>
                <a:gsLst>
                  <a:gs pos="0">
                    <a:srgbClr val="F0F0F0"/>
                  </a:gs>
                  <a:gs pos="100000">
                    <a:srgbClr val="F8F8F8"/>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7" name="Freeform 26"/>
              <p:cNvSpPr>
                <a:spLocks/>
              </p:cNvSpPr>
              <p:nvPr/>
            </p:nvSpPr>
            <p:spPr bwMode="auto">
              <a:xfrm>
                <a:off x="1802606" y="3540124"/>
                <a:ext cx="315913" cy="465138"/>
              </a:xfrm>
              <a:custGeom>
                <a:avLst/>
                <a:gdLst>
                  <a:gd name="T0" fmla="*/ 52 w 199"/>
                  <a:gd name="T1" fmla="*/ 9 h 293"/>
                  <a:gd name="T2" fmla="*/ 34 w 199"/>
                  <a:gd name="T3" fmla="*/ 23 h 293"/>
                  <a:gd name="T4" fmla="*/ 18 w 199"/>
                  <a:gd name="T5" fmla="*/ 46 h 293"/>
                  <a:gd name="T6" fmla="*/ 12 w 199"/>
                  <a:gd name="T7" fmla="*/ 59 h 293"/>
                  <a:gd name="T8" fmla="*/ 3 w 199"/>
                  <a:gd name="T9" fmla="*/ 91 h 293"/>
                  <a:gd name="T10" fmla="*/ 2 w 199"/>
                  <a:gd name="T11" fmla="*/ 110 h 293"/>
                  <a:gd name="T12" fmla="*/ 2 w 199"/>
                  <a:gd name="T13" fmla="*/ 149 h 293"/>
                  <a:gd name="T14" fmla="*/ 9 w 199"/>
                  <a:gd name="T15" fmla="*/ 187 h 293"/>
                  <a:gd name="T16" fmla="*/ 15 w 199"/>
                  <a:gd name="T17" fmla="*/ 205 h 293"/>
                  <a:gd name="T18" fmla="*/ 31 w 199"/>
                  <a:gd name="T19" fmla="*/ 237 h 293"/>
                  <a:gd name="T20" fmla="*/ 40 w 199"/>
                  <a:gd name="T21" fmla="*/ 250 h 293"/>
                  <a:gd name="T22" fmla="*/ 60 w 199"/>
                  <a:gd name="T23" fmla="*/ 273 h 293"/>
                  <a:gd name="T24" fmla="*/ 83 w 199"/>
                  <a:gd name="T25" fmla="*/ 286 h 293"/>
                  <a:gd name="T26" fmla="*/ 93 w 199"/>
                  <a:gd name="T27" fmla="*/ 290 h 293"/>
                  <a:gd name="T28" fmla="*/ 115 w 199"/>
                  <a:gd name="T29" fmla="*/ 293 h 293"/>
                  <a:gd name="T30" fmla="*/ 125 w 199"/>
                  <a:gd name="T31" fmla="*/ 293 h 293"/>
                  <a:gd name="T32" fmla="*/ 145 w 199"/>
                  <a:gd name="T33" fmla="*/ 286 h 293"/>
                  <a:gd name="T34" fmla="*/ 161 w 199"/>
                  <a:gd name="T35" fmla="*/ 276 h 293"/>
                  <a:gd name="T36" fmla="*/ 167 w 199"/>
                  <a:gd name="T37" fmla="*/ 268 h 293"/>
                  <a:gd name="T38" fmla="*/ 183 w 199"/>
                  <a:gd name="T39" fmla="*/ 243 h 293"/>
                  <a:gd name="T40" fmla="*/ 190 w 199"/>
                  <a:gd name="T41" fmla="*/ 225 h 293"/>
                  <a:gd name="T42" fmla="*/ 196 w 199"/>
                  <a:gd name="T43" fmla="*/ 205 h 293"/>
                  <a:gd name="T44" fmla="*/ 199 w 199"/>
                  <a:gd name="T45" fmla="*/ 161 h 293"/>
                  <a:gd name="T46" fmla="*/ 196 w 199"/>
                  <a:gd name="T47" fmla="*/ 138 h 293"/>
                  <a:gd name="T48" fmla="*/ 193 w 199"/>
                  <a:gd name="T49" fmla="*/ 116 h 293"/>
                  <a:gd name="T50" fmla="*/ 178 w 199"/>
                  <a:gd name="T51" fmla="*/ 75 h 293"/>
                  <a:gd name="T52" fmla="*/ 168 w 199"/>
                  <a:gd name="T53" fmla="*/ 57 h 293"/>
                  <a:gd name="T54" fmla="*/ 156 w 199"/>
                  <a:gd name="T55" fmla="*/ 40 h 293"/>
                  <a:gd name="T56" fmla="*/ 134 w 199"/>
                  <a:gd name="T57" fmla="*/ 18 h 293"/>
                  <a:gd name="T58" fmla="*/ 127 w 199"/>
                  <a:gd name="T59" fmla="*/ 12 h 293"/>
                  <a:gd name="T60" fmla="*/ 108 w 199"/>
                  <a:gd name="T61" fmla="*/ 3 h 293"/>
                  <a:gd name="T62" fmla="*/ 90 w 199"/>
                  <a:gd name="T63" fmla="*/ 0 h 293"/>
                  <a:gd name="T64" fmla="*/ 86 w 199"/>
                  <a:gd name="T65" fmla="*/ 0 h 293"/>
                  <a:gd name="T66" fmla="*/ 77 w 199"/>
                  <a:gd name="T67" fmla="*/ 0 h 293"/>
                  <a:gd name="T68" fmla="*/ 59 w 199"/>
                  <a:gd name="T69" fmla="*/ 4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9" h="293">
                    <a:moveTo>
                      <a:pt x="52" y="9"/>
                    </a:moveTo>
                    <a:lnTo>
                      <a:pt x="52" y="9"/>
                    </a:lnTo>
                    <a:lnTo>
                      <a:pt x="43" y="15"/>
                    </a:lnTo>
                    <a:lnTo>
                      <a:pt x="34" y="23"/>
                    </a:lnTo>
                    <a:lnTo>
                      <a:pt x="25" y="34"/>
                    </a:lnTo>
                    <a:lnTo>
                      <a:pt x="18" y="46"/>
                    </a:lnTo>
                    <a:lnTo>
                      <a:pt x="18" y="46"/>
                    </a:lnTo>
                    <a:lnTo>
                      <a:pt x="12" y="59"/>
                    </a:lnTo>
                    <a:lnTo>
                      <a:pt x="7" y="75"/>
                    </a:lnTo>
                    <a:lnTo>
                      <a:pt x="3" y="91"/>
                    </a:lnTo>
                    <a:lnTo>
                      <a:pt x="2" y="110"/>
                    </a:lnTo>
                    <a:lnTo>
                      <a:pt x="2" y="110"/>
                    </a:lnTo>
                    <a:lnTo>
                      <a:pt x="0" y="130"/>
                    </a:lnTo>
                    <a:lnTo>
                      <a:pt x="2" y="149"/>
                    </a:lnTo>
                    <a:lnTo>
                      <a:pt x="4" y="168"/>
                    </a:lnTo>
                    <a:lnTo>
                      <a:pt x="9" y="187"/>
                    </a:lnTo>
                    <a:lnTo>
                      <a:pt x="9" y="187"/>
                    </a:lnTo>
                    <a:lnTo>
                      <a:pt x="15" y="205"/>
                    </a:lnTo>
                    <a:lnTo>
                      <a:pt x="22" y="221"/>
                    </a:lnTo>
                    <a:lnTo>
                      <a:pt x="31" y="237"/>
                    </a:lnTo>
                    <a:lnTo>
                      <a:pt x="40" y="250"/>
                    </a:lnTo>
                    <a:lnTo>
                      <a:pt x="40" y="250"/>
                    </a:lnTo>
                    <a:lnTo>
                      <a:pt x="50" y="262"/>
                    </a:lnTo>
                    <a:lnTo>
                      <a:pt x="60" y="273"/>
                    </a:lnTo>
                    <a:lnTo>
                      <a:pt x="71" y="280"/>
                    </a:lnTo>
                    <a:lnTo>
                      <a:pt x="83" y="286"/>
                    </a:lnTo>
                    <a:lnTo>
                      <a:pt x="83" y="286"/>
                    </a:lnTo>
                    <a:lnTo>
                      <a:pt x="93" y="290"/>
                    </a:lnTo>
                    <a:lnTo>
                      <a:pt x="105" y="293"/>
                    </a:lnTo>
                    <a:lnTo>
                      <a:pt x="115" y="293"/>
                    </a:lnTo>
                    <a:lnTo>
                      <a:pt x="125" y="293"/>
                    </a:lnTo>
                    <a:lnTo>
                      <a:pt x="125" y="293"/>
                    </a:lnTo>
                    <a:lnTo>
                      <a:pt x="136" y="290"/>
                    </a:lnTo>
                    <a:lnTo>
                      <a:pt x="145" y="286"/>
                    </a:lnTo>
                    <a:lnTo>
                      <a:pt x="152" y="281"/>
                    </a:lnTo>
                    <a:lnTo>
                      <a:pt x="161" y="276"/>
                    </a:lnTo>
                    <a:lnTo>
                      <a:pt x="161" y="276"/>
                    </a:lnTo>
                    <a:lnTo>
                      <a:pt x="167" y="268"/>
                    </a:lnTo>
                    <a:lnTo>
                      <a:pt x="173" y="261"/>
                    </a:lnTo>
                    <a:lnTo>
                      <a:pt x="183" y="243"/>
                    </a:lnTo>
                    <a:lnTo>
                      <a:pt x="183" y="243"/>
                    </a:lnTo>
                    <a:lnTo>
                      <a:pt x="190" y="225"/>
                    </a:lnTo>
                    <a:lnTo>
                      <a:pt x="196" y="205"/>
                    </a:lnTo>
                    <a:lnTo>
                      <a:pt x="196" y="205"/>
                    </a:lnTo>
                    <a:lnTo>
                      <a:pt x="198" y="183"/>
                    </a:lnTo>
                    <a:lnTo>
                      <a:pt x="199" y="161"/>
                    </a:lnTo>
                    <a:lnTo>
                      <a:pt x="199" y="161"/>
                    </a:lnTo>
                    <a:lnTo>
                      <a:pt x="196" y="138"/>
                    </a:lnTo>
                    <a:lnTo>
                      <a:pt x="193" y="116"/>
                    </a:lnTo>
                    <a:lnTo>
                      <a:pt x="193" y="116"/>
                    </a:lnTo>
                    <a:lnTo>
                      <a:pt x="187" y="96"/>
                    </a:lnTo>
                    <a:lnTo>
                      <a:pt x="178" y="75"/>
                    </a:lnTo>
                    <a:lnTo>
                      <a:pt x="178" y="75"/>
                    </a:lnTo>
                    <a:lnTo>
                      <a:pt x="168" y="57"/>
                    </a:lnTo>
                    <a:lnTo>
                      <a:pt x="156" y="40"/>
                    </a:lnTo>
                    <a:lnTo>
                      <a:pt x="156" y="40"/>
                    </a:lnTo>
                    <a:lnTo>
                      <a:pt x="143" y="25"/>
                    </a:lnTo>
                    <a:lnTo>
                      <a:pt x="134" y="18"/>
                    </a:lnTo>
                    <a:lnTo>
                      <a:pt x="127" y="12"/>
                    </a:lnTo>
                    <a:lnTo>
                      <a:pt x="127" y="12"/>
                    </a:lnTo>
                    <a:lnTo>
                      <a:pt x="118" y="7"/>
                    </a:lnTo>
                    <a:lnTo>
                      <a:pt x="108" y="3"/>
                    </a:lnTo>
                    <a:lnTo>
                      <a:pt x="99" y="0"/>
                    </a:lnTo>
                    <a:lnTo>
                      <a:pt x="90" y="0"/>
                    </a:lnTo>
                    <a:lnTo>
                      <a:pt x="90" y="0"/>
                    </a:lnTo>
                    <a:lnTo>
                      <a:pt x="86" y="0"/>
                    </a:lnTo>
                    <a:lnTo>
                      <a:pt x="86" y="0"/>
                    </a:lnTo>
                    <a:lnTo>
                      <a:pt x="77" y="0"/>
                    </a:lnTo>
                    <a:lnTo>
                      <a:pt x="68" y="1"/>
                    </a:lnTo>
                    <a:lnTo>
                      <a:pt x="59" y="4"/>
                    </a:lnTo>
                    <a:lnTo>
                      <a:pt x="52" y="9"/>
                    </a:lnTo>
                    <a:close/>
                  </a:path>
                </a:pathLst>
              </a:custGeom>
              <a:gradFill>
                <a:gsLst>
                  <a:gs pos="13000">
                    <a:srgbClr val="BD2223"/>
                  </a:gs>
                  <a:gs pos="92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9" name="Freeform 30"/>
              <p:cNvSpPr>
                <a:spLocks/>
              </p:cNvSpPr>
              <p:nvPr/>
            </p:nvSpPr>
            <p:spPr bwMode="auto">
              <a:xfrm>
                <a:off x="3681413" y="3667126"/>
                <a:ext cx="107950" cy="160338"/>
              </a:xfrm>
              <a:custGeom>
                <a:avLst/>
                <a:gdLst>
                  <a:gd name="T0" fmla="*/ 18 w 68"/>
                  <a:gd name="T1" fmla="*/ 3 h 101"/>
                  <a:gd name="T2" fmla="*/ 18 w 68"/>
                  <a:gd name="T3" fmla="*/ 3 h 101"/>
                  <a:gd name="T4" fmla="*/ 12 w 68"/>
                  <a:gd name="T5" fmla="*/ 8 h 101"/>
                  <a:gd name="T6" fmla="*/ 6 w 68"/>
                  <a:gd name="T7" fmla="*/ 16 h 101"/>
                  <a:gd name="T8" fmla="*/ 6 w 68"/>
                  <a:gd name="T9" fmla="*/ 16 h 101"/>
                  <a:gd name="T10" fmla="*/ 2 w 68"/>
                  <a:gd name="T11" fmla="*/ 26 h 101"/>
                  <a:gd name="T12" fmla="*/ 0 w 68"/>
                  <a:gd name="T13" fmla="*/ 38 h 101"/>
                  <a:gd name="T14" fmla="*/ 0 w 68"/>
                  <a:gd name="T15" fmla="*/ 38 h 101"/>
                  <a:gd name="T16" fmla="*/ 0 w 68"/>
                  <a:gd name="T17" fmla="*/ 51 h 101"/>
                  <a:gd name="T18" fmla="*/ 3 w 68"/>
                  <a:gd name="T19" fmla="*/ 65 h 101"/>
                  <a:gd name="T20" fmla="*/ 3 w 68"/>
                  <a:gd name="T21" fmla="*/ 65 h 101"/>
                  <a:gd name="T22" fmla="*/ 8 w 68"/>
                  <a:gd name="T23" fmla="*/ 76 h 101"/>
                  <a:gd name="T24" fmla="*/ 13 w 68"/>
                  <a:gd name="T25" fmla="*/ 87 h 101"/>
                  <a:gd name="T26" fmla="*/ 13 w 68"/>
                  <a:gd name="T27" fmla="*/ 87 h 101"/>
                  <a:gd name="T28" fmla="*/ 21 w 68"/>
                  <a:gd name="T29" fmla="*/ 94 h 101"/>
                  <a:gd name="T30" fmla="*/ 28 w 68"/>
                  <a:gd name="T31" fmla="*/ 98 h 101"/>
                  <a:gd name="T32" fmla="*/ 28 w 68"/>
                  <a:gd name="T33" fmla="*/ 98 h 101"/>
                  <a:gd name="T34" fmla="*/ 36 w 68"/>
                  <a:gd name="T35" fmla="*/ 101 h 101"/>
                  <a:gd name="T36" fmla="*/ 43 w 68"/>
                  <a:gd name="T37" fmla="*/ 101 h 101"/>
                  <a:gd name="T38" fmla="*/ 43 w 68"/>
                  <a:gd name="T39" fmla="*/ 101 h 101"/>
                  <a:gd name="T40" fmla="*/ 50 w 68"/>
                  <a:gd name="T41" fmla="*/ 98 h 101"/>
                  <a:gd name="T42" fmla="*/ 55 w 68"/>
                  <a:gd name="T43" fmla="*/ 95 h 101"/>
                  <a:gd name="T44" fmla="*/ 55 w 68"/>
                  <a:gd name="T45" fmla="*/ 95 h 101"/>
                  <a:gd name="T46" fmla="*/ 59 w 68"/>
                  <a:gd name="T47" fmla="*/ 90 h 101"/>
                  <a:gd name="T48" fmla="*/ 64 w 68"/>
                  <a:gd name="T49" fmla="*/ 84 h 101"/>
                  <a:gd name="T50" fmla="*/ 64 w 68"/>
                  <a:gd name="T51" fmla="*/ 84 h 101"/>
                  <a:gd name="T52" fmla="*/ 65 w 68"/>
                  <a:gd name="T53" fmla="*/ 78 h 101"/>
                  <a:gd name="T54" fmla="*/ 68 w 68"/>
                  <a:gd name="T55" fmla="*/ 70 h 101"/>
                  <a:gd name="T56" fmla="*/ 68 w 68"/>
                  <a:gd name="T57" fmla="*/ 70 h 101"/>
                  <a:gd name="T58" fmla="*/ 68 w 68"/>
                  <a:gd name="T59" fmla="*/ 56 h 101"/>
                  <a:gd name="T60" fmla="*/ 68 w 68"/>
                  <a:gd name="T61" fmla="*/ 56 h 101"/>
                  <a:gd name="T62" fmla="*/ 67 w 68"/>
                  <a:gd name="T63" fmla="*/ 39 h 101"/>
                  <a:gd name="T64" fmla="*/ 67 w 68"/>
                  <a:gd name="T65" fmla="*/ 39 h 101"/>
                  <a:gd name="T66" fmla="*/ 62 w 68"/>
                  <a:gd name="T67" fmla="*/ 26 h 101"/>
                  <a:gd name="T68" fmla="*/ 62 w 68"/>
                  <a:gd name="T69" fmla="*/ 26 h 101"/>
                  <a:gd name="T70" fmla="*/ 58 w 68"/>
                  <a:gd name="T71" fmla="*/ 20 h 101"/>
                  <a:gd name="T72" fmla="*/ 55 w 68"/>
                  <a:gd name="T73" fmla="*/ 14 h 101"/>
                  <a:gd name="T74" fmla="*/ 55 w 68"/>
                  <a:gd name="T75" fmla="*/ 14 h 101"/>
                  <a:gd name="T76" fmla="*/ 49 w 68"/>
                  <a:gd name="T77" fmla="*/ 8 h 101"/>
                  <a:gd name="T78" fmla="*/ 43 w 68"/>
                  <a:gd name="T79" fmla="*/ 4 h 101"/>
                  <a:gd name="T80" fmla="*/ 43 w 68"/>
                  <a:gd name="T81" fmla="*/ 4 h 101"/>
                  <a:gd name="T82" fmla="*/ 37 w 68"/>
                  <a:gd name="T83" fmla="*/ 1 h 101"/>
                  <a:gd name="T84" fmla="*/ 31 w 68"/>
                  <a:gd name="T85" fmla="*/ 0 h 101"/>
                  <a:gd name="T86" fmla="*/ 30 w 68"/>
                  <a:gd name="T87" fmla="*/ 0 h 101"/>
                  <a:gd name="T88" fmla="*/ 30 w 68"/>
                  <a:gd name="T89" fmla="*/ 0 h 101"/>
                  <a:gd name="T90" fmla="*/ 24 w 68"/>
                  <a:gd name="T91" fmla="*/ 1 h 101"/>
                  <a:gd name="T92" fmla="*/ 18 w 68"/>
                  <a:gd name="T93" fmla="*/ 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8" h="101">
                    <a:moveTo>
                      <a:pt x="18" y="3"/>
                    </a:moveTo>
                    <a:lnTo>
                      <a:pt x="18" y="3"/>
                    </a:lnTo>
                    <a:lnTo>
                      <a:pt x="12" y="8"/>
                    </a:lnTo>
                    <a:lnTo>
                      <a:pt x="6" y="16"/>
                    </a:lnTo>
                    <a:lnTo>
                      <a:pt x="6" y="16"/>
                    </a:lnTo>
                    <a:lnTo>
                      <a:pt x="2" y="26"/>
                    </a:lnTo>
                    <a:lnTo>
                      <a:pt x="0" y="38"/>
                    </a:lnTo>
                    <a:lnTo>
                      <a:pt x="0" y="38"/>
                    </a:lnTo>
                    <a:lnTo>
                      <a:pt x="0" y="51"/>
                    </a:lnTo>
                    <a:lnTo>
                      <a:pt x="3" y="65"/>
                    </a:lnTo>
                    <a:lnTo>
                      <a:pt x="3" y="65"/>
                    </a:lnTo>
                    <a:lnTo>
                      <a:pt x="8" y="76"/>
                    </a:lnTo>
                    <a:lnTo>
                      <a:pt x="13" y="87"/>
                    </a:lnTo>
                    <a:lnTo>
                      <a:pt x="13" y="87"/>
                    </a:lnTo>
                    <a:lnTo>
                      <a:pt x="21" y="94"/>
                    </a:lnTo>
                    <a:lnTo>
                      <a:pt x="28" y="98"/>
                    </a:lnTo>
                    <a:lnTo>
                      <a:pt x="28" y="98"/>
                    </a:lnTo>
                    <a:lnTo>
                      <a:pt x="36" y="101"/>
                    </a:lnTo>
                    <a:lnTo>
                      <a:pt x="43" y="101"/>
                    </a:lnTo>
                    <a:lnTo>
                      <a:pt x="43" y="101"/>
                    </a:lnTo>
                    <a:lnTo>
                      <a:pt x="50" y="98"/>
                    </a:lnTo>
                    <a:lnTo>
                      <a:pt x="55" y="95"/>
                    </a:lnTo>
                    <a:lnTo>
                      <a:pt x="55" y="95"/>
                    </a:lnTo>
                    <a:lnTo>
                      <a:pt x="59" y="90"/>
                    </a:lnTo>
                    <a:lnTo>
                      <a:pt x="64" y="84"/>
                    </a:lnTo>
                    <a:lnTo>
                      <a:pt x="64" y="84"/>
                    </a:lnTo>
                    <a:lnTo>
                      <a:pt x="65" y="78"/>
                    </a:lnTo>
                    <a:lnTo>
                      <a:pt x="68" y="70"/>
                    </a:lnTo>
                    <a:lnTo>
                      <a:pt x="68" y="70"/>
                    </a:lnTo>
                    <a:lnTo>
                      <a:pt x="68" y="56"/>
                    </a:lnTo>
                    <a:lnTo>
                      <a:pt x="68" y="56"/>
                    </a:lnTo>
                    <a:lnTo>
                      <a:pt x="67" y="39"/>
                    </a:lnTo>
                    <a:lnTo>
                      <a:pt x="67" y="39"/>
                    </a:lnTo>
                    <a:lnTo>
                      <a:pt x="62" y="26"/>
                    </a:lnTo>
                    <a:lnTo>
                      <a:pt x="62" y="26"/>
                    </a:lnTo>
                    <a:lnTo>
                      <a:pt x="58" y="20"/>
                    </a:lnTo>
                    <a:lnTo>
                      <a:pt x="55" y="14"/>
                    </a:lnTo>
                    <a:lnTo>
                      <a:pt x="55" y="14"/>
                    </a:lnTo>
                    <a:lnTo>
                      <a:pt x="49" y="8"/>
                    </a:lnTo>
                    <a:lnTo>
                      <a:pt x="43" y="4"/>
                    </a:lnTo>
                    <a:lnTo>
                      <a:pt x="43" y="4"/>
                    </a:lnTo>
                    <a:lnTo>
                      <a:pt x="37" y="1"/>
                    </a:lnTo>
                    <a:lnTo>
                      <a:pt x="31" y="0"/>
                    </a:lnTo>
                    <a:lnTo>
                      <a:pt x="30" y="0"/>
                    </a:lnTo>
                    <a:lnTo>
                      <a:pt x="30" y="0"/>
                    </a:lnTo>
                    <a:lnTo>
                      <a:pt x="24" y="1"/>
                    </a:lnTo>
                    <a:lnTo>
                      <a:pt x="18"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20" name="Freeform 65"/>
              <p:cNvSpPr>
                <a:spLocks/>
              </p:cNvSpPr>
              <p:nvPr/>
            </p:nvSpPr>
            <p:spPr bwMode="auto">
              <a:xfrm>
                <a:off x="984252" y="2149476"/>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F15A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grpSp>
      </p:grpSp>
      <p:grpSp>
        <p:nvGrpSpPr>
          <p:cNvPr id="21" name="Group 20"/>
          <p:cNvGrpSpPr/>
          <p:nvPr/>
        </p:nvGrpSpPr>
        <p:grpSpPr>
          <a:xfrm>
            <a:off x="9024217" y="3213742"/>
            <a:ext cx="1290440" cy="1318405"/>
            <a:chOff x="5920323" y="2302554"/>
            <a:chExt cx="2180669" cy="2227927"/>
          </a:xfrm>
          <a:effectLst>
            <a:outerShdw blurRad="177800" dir="18900000" sy="23000" kx="-1200000" algn="bl" rotWithShape="0">
              <a:prstClr val="black">
                <a:alpha val="29000"/>
              </a:prstClr>
            </a:outerShdw>
          </a:effectLst>
        </p:grpSpPr>
        <p:sp>
          <p:nvSpPr>
            <p:cNvPr id="22" name="Freeform 21"/>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3" name="Freeform 22"/>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4" name="Freeform 23"/>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5" name="Freeform 24"/>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6" name="Freeform 25"/>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7" name="Freeform 26"/>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1">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8" name="Freeform 27"/>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1">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9" name="Freeform 28"/>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grpSp>
      <p:grpSp>
        <p:nvGrpSpPr>
          <p:cNvPr id="30" name="Group 29"/>
          <p:cNvGrpSpPr/>
          <p:nvPr/>
        </p:nvGrpSpPr>
        <p:grpSpPr>
          <a:xfrm>
            <a:off x="9409844" y="4398572"/>
            <a:ext cx="1290440" cy="1318405"/>
            <a:chOff x="5920323" y="2302554"/>
            <a:chExt cx="2180669" cy="2227927"/>
          </a:xfrm>
          <a:effectLst>
            <a:outerShdw blurRad="177800" dir="18900000" sy="23000" kx="-1200000" algn="bl" rotWithShape="0">
              <a:prstClr val="black">
                <a:alpha val="29000"/>
              </a:prstClr>
            </a:outerShdw>
          </a:effectLst>
        </p:grpSpPr>
        <p:sp>
          <p:nvSpPr>
            <p:cNvPr id="31" name="Freeform 30"/>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2" name="Freeform 31"/>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3" name="Freeform 32"/>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4" name="Freeform 33"/>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5" name="Freeform 34"/>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6" name="Freeform 35"/>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7" name="Freeform 36"/>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8" name="Freeform 37"/>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grpSp>
      <p:grpSp>
        <p:nvGrpSpPr>
          <p:cNvPr id="51" name="Group 50"/>
          <p:cNvGrpSpPr/>
          <p:nvPr/>
        </p:nvGrpSpPr>
        <p:grpSpPr>
          <a:xfrm flipH="1">
            <a:off x="5312228" y="2948803"/>
            <a:ext cx="3908213" cy="511741"/>
            <a:chOff x="3495205" y="2346448"/>
            <a:chExt cx="5504861" cy="998320"/>
          </a:xfrm>
        </p:grpSpPr>
        <p:cxnSp>
          <p:nvCxnSpPr>
            <p:cNvPr id="52" name="Straight Connector 51"/>
            <p:cNvCxnSpPr/>
            <p:nvPr/>
          </p:nvCxnSpPr>
          <p:spPr>
            <a:xfrm flipV="1">
              <a:off x="3495205" y="2346448"/>
              <a:ext cx="998320" cy="998320"/>
            </a:xfrm>
            <a:prstGeom prst="line">
              <a:avLst/>
            </a:prstGeom>
            <a:ln w="1905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a:off x="4493935" y="2347037"/>
              <a:ext cx="4506131" cy="0"/>
            </a:xfrm>
            <a:prstGeom prst="line">
              <a:avLst/>
            </a:prstGeom>
            <a:ln w="19050">
              <a:solidFill>
                <a:schemeClr val="accent1"/>
              </a:solidFill>
              <a:prstDash val="sysDash"/>
              <a:tailEnd type="oval"/>
            </a:ln>
          </p:spPr>
          <p:style>
            <a:lnRef idx="1">
              <a:schemeClr val="accent1"/>
            </a:lnRef>
            <a:fillRef idx="0">
              <a:schemeClr val="accent1"/>
            </a:fillRef>
            <a:effectRef idx="0">
              <a:schemeClr val="accent1"/>
            </a:effectRef>
            <a:fontRef idx="minor">
              <a:schemeClr val="tx1"/>
            </a:fontRef>
          </p:style>
        </p:cxnSp>
      </p:grpSp>
      <p:grpSp>
        <p:nvGrpSpPr>
          <p:cNvPr id="54" name="Group 53"/>
          <p:cNvGrpSpPr/>
          <p:nvPr/>
        </p:nvGrpSpPr>
        <p:grpSpPr>
          <a:xfrm flipH="1">
            <a:off x="6095999" y="4109822"/>
            <a:ext cx="3454268" cy="511741"/>
            <a:chOff x="3495205" y="2346448"/>
            <a:chExt cx="5504861" cy="998320"/>
          </a:xfrm>
        </p:grpSpPr>
        <p:cxnSp>
          <p:nvCxnSpPr>
            <p:cNvPr id="55" name="Straight Connector 54"/>
            <p:cNvCxnSpPr/>
            <p:nvPr/>
          </p:nvCxnSpPr>
          <p:spPr>
            <a:xfrm flipV="1">
              <a:off x="3495205" y="2346448"/>
              <a:ext cx="998320" cy="998320"/>
            </a:xfrm>
            <a:prstGeom prst="line">
              <a:avLst/>
            </a:prstGeom>
            <a:ln w="19050">
              <a:solidFill>
                <a:schemeClr val="accent4"/>
              </a:solidFill>
              <a:prstDash val="sysDash"/>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493935" y="2347037"/>
              <a:ext cx="4506131" cy="0"/>
            </a:xfrm>
            <a:prstGeom prst="line">
              <a:avLst/>
            </a:prstGeom>
            <a:ln w="19050">
              <a:solidFill>
                <a:schemeClr val="accent4"/>
              </a:solidFill>
              <a:prstDash val="sysDash"/>
              <a:tailEnd type="oval"/>
            </a:ln>
          </p:spPr>
          <p:style>
            <a:lnRef idx="1">
              <a:schemeClr val="accent1"/>
            </a:lnRef>
            <a:fillRef idx="0">
              <a:schemeClr val="accent1"/>
            </a:fillRef>
            <a:effectRef idx="0">
              <a:schemeClr val="accent1"/>
            </a:effectRef>
            <a:fontRef idx="minor">
              <a:schemeClr val="tx1"/>
            </a:fontRef>
          </p:style>
        </p:cxnSp>
      </p:grpSp>
      <p:sp>
        <p:nvSpPr>
          <p:cNvPr id="57" name="Text Placeholder 6"/>
          <p:cNvSpPr txBox="1">
            <a:spLocks/>
          </p:cNvSpPr>
          <p:nvPr/>
        </p:nvSpPr>
        <p:spPr>
          <a:xfrm>
            <a:off x="2910046" y="2874867"/>
            <a:ext cx="2438401" cy="27336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a:r>
              <a:rPr lang="ar-SA" sz="2400" b="1" dirty="0" smtClean="0">
                <a:solidFill>
                  <a:srgbClr val="74B5E0"/>
                </a:solidFill>
              </a:rPr>
              <a:t>المدونات </a:t>
            </a:r>
            <a:r>
              <a:rPr lang="ar-SA" sz="2400" b="1" dirty="0">
                <a:solidFill>
                  <a:srgbClr val="74B5E0"/>
                </a:solidFill>
              </a:rPr>
              <a:t>Blogs</a:t>
            </a:r>
            <a:endParaRPr lang="en-US" sz="2400" dirty="0">
              <a:solidFill>
                <a:srgbClr val="74B5E0"/>
              </a:solidFill>
            </a:endParaRPr>
          </a:p>
        </p:txBody>
      </p:sp>
      <p:sp>
        <p:nvSpPr>
          <p:cNvPr id="63" name="Text Placeholder 6"/>
          <p:cNvSpPr txBox="1">
            <a:spLocks/>
          </p:cNvSpPr>
          <p:nvPr/>
        </p:nvSpPr>
        <p:spPr>
          <a:xfrm>
            <a:off x="3437928" y="3988092"/>
            <a:ext cx="2438401" cy="273368"/>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fontAlgn="auto">
              <a:spcAft>
                <a:spcPts val="0"/>
              </a:spcAft>
            </a:pPr>
            <a:r>
              <a:rPr lang="ar-SA" sz="2800" b="1" dirty="0">
                <a:solidFill>
                  <a:srgbClr val="F8C471"/>
                </a:solidFill>
              </a:rPr>
              <a:t>الويكي wiki</a:t>
            </a:r>
            <a:endParaRPr lang="en-AU" sz="2800" b="1" dirty="0">
              <a:solidFill>
                <a:srgbClr val="F8C471"/>
              </a:solidFill>
              <a:latin typeface="Montserrat"/>
            </a:endParaRPr>
          </a:p>
        </p:txBody>
      </p:sp>
      <p:sp>
        <p:nvSpPr>
          <p:cNvPr id="113" name="Text Placeholder 6"/>
          <p:cNvSpPr txBox="1">
            <a:spLocks/>
          </p:cNvSpPr>
          <p:nvPr/>
        </p:nvSpPr>
        <p:spPr>
          <a:xfrm>
            <a:off x="700617" y="778530"/>
            <a:ext cx="9687321" cy="259371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rtl="1"/>
            <a:r>
              <a:rPr lang="ar-JO" sz="3200" b="1" dirty="0"/>
              <a:t>وقد ظهر بعد الجيل الأول السابق مجموعة من التقنيات المصنفة تحت مظلة الجيل الثاني من الويب والتي تدعم الجانب الاجتماعي للعملية التعليمية مثل (الخليفة، 2009: 5):</a:t>
            </a:r>
            <a:endParaRPr lang="en-US" sz="3200" b="1" dirty="0">
              <a:solidFill>
                <a:srgbClr val="0070C0"/>
              </a:solidFill>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4584709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13"/>
                                        </p:tgtEl>
                                        <p:attrNameLst>
                                          <p:attrName>style.visibility</p:attrName>
                                        </p:attrNameLst>
                                      </p:cBhvr>
                                      <p:to>
                                        <p:strVal val="visible"/>
                                      </p:to>
                                    </p:set>
                                    <p:animEffect transition="in" filter="fade">
                                      <p:cBhvr>
                                        <p:cTn id="7" dur="500"/>
                                        <p:tgtEl>
                                          <p:spTgt spid="113"/>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67"/>
                                        </p:tgtEl>
                                        <p:attrNameLst>
                                          <p:attrName>style.visibility</p:attrName>
                                        </p:attrNameLst>
                                      </p:cBhvr>
                                      <p:to>
                                        <p:strVal val="visible"/>
                                      </p:to>
                                    </p:set>
                                    <p:anim calcmode="lin" valueType="num">
                                      <p:cBhvr>
                                        <p:cTn id="17" dur="500" fill="hold"/>
                                        <p:tgtEl>
                                          <p:spTgt spid="67"/>
                                        </p:tgtEl>
                                        <p:attrNameLst>
                                          <p:attrName>ppt_w</p:attrName>
                                        </p:attrNameLst>
                                      </p:cBhvr>
                                      <p:tavLst>
                                        <p:tav tm="0">
                                          <p:val>
                                            <p:fltVal val="0"/>
                                          </p:val>
                                        </p:tav>
                                        <p:tav tm="100000">
                                          <p:val>
                                            <p:strVal val="#ppt_w"/>
                                          </p:val>
                                        </p:tav>
                                      </p:tavLst>
                                    </p:anim>
                                    <p:anim calcmode="lin" valueType="num">
                                      <p:cBhvr>
                                        <p:cTn id="18" dur="500" fill="hold"/>
                                        <p:tgtEl>
                                          <p:spTgt spid="67"/>
                                        </p:tgtEl>
                                        <p:attrNameLst>
                                          <p:attrName>ppt_h</p:attrName>
                                        </p:attrNameLst>
                                      </p:cBhvr>
                                      <p:tavLst>
                                        <p:tav tm="0">
                                          <p:val>
                                            <p:fltVal val="0"/>
                                          </p:val>
                                        </p:tav>
                                        <p:tav tm="100000">
                                          <p:val>
                                            <p:strVal val="#ppt_h"/>
                                          </p:val>
                                        </p:tav>
                                      </p:tavLst>
                                    </p:anim>
                                    <p:animEffect transition="in" filter="fade">
                                      <p:cBhvr>
                                        <p:cTn id="19" dur="500"/>
                                        <p:tgtEl>
                                          <p:spTgt spid="67"/>
                                        </p:tgtEl>
                                      </p:cBhvr>
                                    </p:animEffect>
                                  </p:childTnLst>
                                </p:cTn>
                              </p:par>
                            </p:childTnLst>
                          </p:cTn>
                        </p:par>
                        <p:par>
                          <p:cTn id="20" fill="hold">
                            <p:stCondLst>
                              <p:cond delay="1500"/>
                            </p:stCondLst>
                            <p:childTnLst>
                              <p:par>
                                <p:cTn id="21" presetID="2" presetClass="entr" presetSubtype="9" fill="hold" nodeType="after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500" fill="hold"/>
                                        <p:tgtEl>
                                          <p:spTgt spid="21"/>
                                        </p:tgtEl>
                                        <p:attrNameLst>
                                          <p:attrName>ppt_x</p:attrName>
                                        </p:attrNameLst>
                                      </p:cBhvr>
                                      <p:tavLst>
                                        <p:tav tm="0">
                                          <p:val>
                                            <p:strVal val="0-#ppt_w/2"/>
                                          </p:val>
                                        </p:tav>
                                        <p:tav tm="100000">
                                          <p:val>
                                            <p:strVal val="#ppt_x"/>
                                          </p:val>
                                        </p:tav>
                                      </p:tavLst>
                                    </p:anim>
                                    <p:anim calcmode="lin" valueType="num">
                                      <p:cBhvr additive="base">
                                        <p:cTn id="24" dur="500" fill="hold"/>
                                        <p:tgtEl>
                                          <p:spTgt spid="21"/>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 presetClass="entr" presetSubtype="9" fill="hold" nodeType="afterEffect">
                                  <p:stCondLst>
                                    <p:cond delay="0"/>
                                  </p:stCondLst>
                                  <p:childTnLst>
                                    <p:set>
                                      <p:cBhvr>
                                        <p:cTn id="27" dur="1" fill="hold">
                                          <p:stCondLst>
                                            <p:cond delay="0"/>
                                          </p:stCondLst>
                                        </p:cTn>
                                        <p:tgtEl>
                                          <p:spTgt spid="30"/>
                                        </p:tgtEl>
                                        <p:attrNameLst>
                                          <p:attrName>style.visibility</p:attrName>
                                        </p:attrNameLst>
                                      </p:cBhvr>
                                      <p:to>
                                        <p:strVal val="visible"/>
                                      </p:to>
                                    </p:set>
                                    <p:anim calcmode="lin" valueType="num">
                                      <p:cBhvr additive="base">
                                        <p:cTn id="28" dur="500" fill="hold"/>
                                        <p:tgtEl>
                                          <p:spTgt spid="30"/>
                                        </p:tgtEl>
                                        <p:attrNameLst>
                                          <p:attrName>ppt_x</p:attrName>
                                        </p:attrNameLst>
                                      </p:cBhvr>
                                      <p:tavLst>
                                        <p:tav tm="0">
                                          <p:val>
                                            <p:strVal val="0-#ppt_w/2"/>
                                          </p:val>
                                        </p:tav>
                                        <p:tav tm="100000">
                                          <p:val>
                                            <p:strVal val="#ppt_x"/>
                                          </p:val>
                                        </p:tav>
                                      </p:tavLst>
                                    </p:anim>
                                    <p:anim calcmode="lin" valueType="num">
                                      <p:cBhvr additive="base">
                                        <p:cTn id="29" dur="500" fill="hold"/>
                                        <p:tgtEl>
                                          <p:spTgt spid="30"/>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2" presetClass="entr" presetSubtype="2" fill="hold" nodeType="afterEffect">
                                  <p:stCondLst>
                                    <p:cond delay="0"/>
                                  </p:stCondLst>
                                  <p:childTnLst>
                                    <p:set>
                                      <p:cBhvr>
                                        <p:cTn id="32" dur="1" fill="hold">
                                          <p:stCondLst>
                                            <p:cond delay="0"/>
                                          </p:stCondLst>
                                        </p:cTn>
                                        <p:tgtEl>
                                          <p:spTgt spid="51"/>
                                        </p:tgtEl>
                                        <p:attrNameLst>
                                          <p:attrName>style.visibility</p:attrName>
                                        </p:attrNameLst>
                                      </p:cBhvr>
                                      <p:to>
                                        <p:strVal val="visible"/>
                                      </p:to>
                                    </p:set>
                                    <p:animEffect transition="in" filter="wipe(right)">
                                      <p:cBhvr>
                                        <p:cTn id="33" dur="500"/>
                                        <p:tgtEl>
                                          <p:spTgt spid="51"/>
                                        </p:tgtEl>
                                      </p:cBhvr>
                                    </p:animEffect>
                                  </p:childTnLst>
                                </p:cTn>
                              </p:par>
                            </p:childTnLst>
                          </p:cTn>
                        </p:par>
                        <p:par>
                          <p:cTn id="34" fill="hold">
                            <p:stCondLst>
                              <p:cond delay="3000"/>
                            </p:stCondLst>
                            <p:childTnLst>
                              <p:par>
                                <p:cTn id="35" presetID="10" presetClass="entr" presetSubtype="0" fill="hold" grpId="0" nodeType="afterEffect">
                                  <p:stCondLst>
                                    <p:cond delay="0"/>
                                  </p:stCondLst>
                                  <p:childTnLst>
                                    <p:set>
                                      <p:cBhvr>
                                        <p:cTn id="36" dur="1" fill="hold">
                                          <p:stCondLst>
                                            <p:cond delay="0"/>
                                          </p:stCondLst>
                                        </p:cTn>
                                        <p:tgtEl>
                                          <p:spTgt spid="57"/>
                                        </p:tgtEl>
                                        <p:attrNameLst>
                                          <p:attrName>style.visibility</p:attrName>
                                        </p:attrNameLst>
                                      </p:cBhvr>
                                      <p:to>
                                        <p:strVal val="visible"/>
                                      </p:to>
                                    </p:set>
                                    <p:animEffect transition="in" filter="fade">
                                      <p:cBhvr>
                                        <p:cTn id="37" dur="500"/>
                                        <p:tgtEl>
                                          <p:spTgt spid="57"/>
                                        </p:tgtEl>
                                      </p:cBhvr>
                                    </p:animEffect>
                                  </p:childTnLst>
                                </p:cTn>
                              </p:par>
                            </p:childTnLst>
                          </p:cTn>
                        </p:par>
                        <p:par>
                          <p:cTn id="38" fill="hold">
                            <p:stCondLst>
                              <p:cond delay="3500"/>
                            </p:stCondLst>
                            <p:childTnLst>
                              <p:par>
                                <p:cTn id="39" presetID="22" presetClass="entr" presetSubtype="2" fill="hold" nodeType="afterEffect">
                                  <p:stCondLst>
                                    <p:cond delay="0"/>
                                  </p:stCondLst>
                                  <p:childTnLst>
                                    <p:set>
                                      <p:cBhvr>
                                        <p:cTn id="40" dur="1" fill="hold">
                                          <p:stCondLst>
                                            <p:cond delay="0"/>
                                          </p:stCondLst>
                                        </p:cTn>
                                        <p:tgtEl>
                                          <p:spTgt spid="54"/>
                                        </p:tgtEl>
                                        <p:attrNameLst>
                                          <p:attrName>style.visibility</p:attrName>
                                        </p:attrNameLst>
                                      </p:cBhvr>
                                      <p:to>
                                        <p:strVal val="visible"/>
                                      </p:to>
                                    </p:set>
                                    <p:animEffect transition="in" filter="wipe(right)">
                                      <p:cBhvr>
                                        <p:cTn id="41" dur="500"/>
                                        <p:tgtEl>
                                          <p:spTgt spid="54"/>
                                        </p:tgtEl>
                                      </p:cBhvr>
                                    </p:animEffect>
                                  </p:childTnLst>
                                </p:cTn>
                              </p:par>
                            </p:childTnLst>
                          </p:cTn>
                        </p:par>
                        <p:par>
                          <p:cTn id="42" fill="hold">
                            <p:stCondLst>
                              <p:cond delay="4000"/>
                            </p:stCondLst>
                            <p:childTnLst>
                              <p:par>
                                <p:cTn id="43" presetID="10" presetClass="entr" presetSubtype="0" fill="hold" grpId="0" nodeType="afterEffect">
                                  <p:stCondLst>
                                    <p:cond delay="0"/>
                                  </p:stCondLst>
                                  <p:childTnLst>
                                    <p:set>
                                      <p:cBhvr>
                                        <p:cTn id="44" dur="1" fill="hold">
                                          <p:stCondLst>
                                            <p:cond delay="0"/>
                                          </p:stCondLst>
                                        </p:cTn>
                                        <p:tgtEl>
                                          <p:spTgt spid="63"/>
                                        </p:tgtEl>
                                        <p:attrNameLst>
                                          <p:attrName>style.visibility</p:attrName>
                                        </p:attrNameLst>
                                      </p:cBhvr>
                                      <p:to>
                                        <p:strVal val="visible"/>
                                      </p:to>
                                    </p:set>
                                    <p:animEffect transition="in" filter="fade">
                                      <p:cBhvr>
                                        <p:cTn id="45"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63" grpId="0"/>
      <p:bldP spid="113" grpId="0"/>
    </p:bldLst>
  </p:timing>
</p:sld>
</file>

<file path=ppt/slides/slide16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 name="Title 4"/>
          <p:cNvSpPr>
            <a:spLocks noGrp="1"/>
          </p:cNvSpPr>
          <p:nvPr>
            <p:ph type="title"/>
          </p:nvPr>
        </p:nvSpPr>
        <p:spPr>
          <a:xfrm>
            <a:off x="383085" y="1530268"/>
            <a:ext cx="6807112" cy="3494672"/>
          </a:xfrm>
        </p:spPr>
        <p:txBody>
          <a:bodyPr>
            <a:normAutofit/>
          </a:bodyPr>
          <a:lstStyle/>
          <a:p>
            <a:pPr algn="ctr" rtl="1"/>
            <a:r>
              <a:rPr lang="ar-SA" dirty="0"/>
              <a:t>وإضافة إلى التقنيات السابقة الذكر، هناك مجموعة من الإمكانات وأدوات تقنية المعلومات المادية التي يجب توفرها من أجل الحصول على المهارات المناسبة في التعليم الإلكتروني، نذكر منها (الموسى والمبارك، 2005: 16؛ الفار، 2003: 22): </a:t>
            </a:r>
            <a:endParaRPr lang="en-US" dirty="0">
              <a:solidFill>
                <a:srgbClr val="0070C0"/>
              </a:solidFill>
            </a:endParaRPr>
          </a:p>
        </p:txBody>
      </p:sp>
      <p:grpSp>
        <p:nvGrpSpPr>
          <p:cNvPr id="3" name="Group 2"/>
          <p:cNvGrpSpPr/>
          <p:nvPr/>
        </p:nvGrpSpPr>
        <p:grpSpPr>
          <a:xfrm>
            <a:off x="7547298" y="1421753"/>
            <a:ext cx="4289885" cy="3748930"/>
            <a:chOff x="8010258" y="2128103"/>
            <a:chExt cx="3239180" cy="3187756"/>
          </a:xfrm>
        </p:grpSpPr>
        <p:sp>
          <p:nvSpPr>
            <p:cNvPr id="12" name="Freeform 5"/>
            <p:cNvSpPr>
              <a:spLocks noEditPoints="1"/>
            </p:cNvSpPr>
            <p:nvPr/>
          </p:nvSpPr>
          <p:spPr bwMode="auto">
            <a:xfrm>
              <a:off x="8010258" y="2241910"/>
              <a:ext cx="969011" cy="3016567"/>
            </a:xfrm>
            <a:custGeom>
              <a:avLst/>
              <a:gdLst/>
              <a:ahLst/>
              <a:cxnLst>
                <a:cxn ang="0">
                  <a:pos x="463" y="788"/>
                </a:cxn>
                <a:cxn ang="0">
                  <a:pos x="470" y="944"/>
                </a:cxn>
                <a:cxn ang="0">
                  <a:pos x="497" y="1404"/>
                </a:cxn>
                <a:cxn ang="0">
                  <a:pos x="485" y="1473"/>
                </a:cxn>
                <a:cxn ang="0">
                  <a:pos x="509" y="1592"/>
                </a:cxn>
                <a:cxn ang="0">
                  <a:pos x="386" y="1521"/>
                </a:cxn>
                <a:cxn ang="0">
                  <a:pos x="349" y="1293"/>
                </a:cxn>
                <a:cxn ang="0">
                  <a:pos x="354" y="1113"/>
                </a:cxn>
                <a:cxn ang="0">
                  <a:pos x="301" y="973"/>
                </a:cxn>
                <a:cxn ang="0">
                  <a:pos x="279" y="1144"/>
                </a:cxn>
                <a:cxn ang="0">
                  <a:pos x="283" y="1349"/>
                </a:cxn>
                <a:cxn ang="0">
                  <a:pos x="308" y="1501"/>
                </a:cxn>
                <a:cxn ang="0">
                  <a:pos x="290" y="1540"/>
                </a:cxn>
                <a:cxn ang="0">
                  <a:pos x="270" y="1579"/>
                </a:cxn>
                <a:cxn ang="0">
                  <a:pos x="196" y="1603"/>
                </a:cxn>
                <a:cxn ang="0">
                  <a:pos x="192" y="1541"/>
                </a:cxn>
                <a:cxn ang="0">
                  <a:pos x="176" y="1433"/>
                </a:cxn>
                <a:cxn ang="0">
                  <a:pos x="171" y="1303"/>
                </a:cxn>
                <a:cxn ang="0">
                  <a:pos x="138" y="1082"/>
                </a:cxn>
                <a:cxn ang="0">
                  <a:pos x="115" y="941"/>
                </a:cxn>
                <a:cxn ang="0">
                  <a:pos x="24" y="874"/>
                </a:cxn>
                <a:cxn ang="0">
                  <a:pos x="14" y="848"/>
                </a:cxn>
                <a:cxn ang="0">
                  <a:pos x="11" y="479"/>
                </a:cxn>
                <a:cxn ang="0">
                  <a:pos x="108" y="264"/>
                </a:cxn>
                <a:cxn ang="0">
                  <a:pos x="176" y="217"/>
                </a:cxn>
                <a:cxn ang="0">
                  <a:pos x="159" y="156"/>
                </a:cxn>
                <a:cxn ang="0">
                  <a:pos x="146" y="92"/>
                </a:cxn>
                <a:cxn ang="0">
                  <a:pos x="295" y="92"/>
                </a:cxn>
                <a:cxn ang="0">
                  <a:pos x="293" y="144"/>
                </a:cxn>
                <a:cxn ang="0">
                  <a:pos x="283" y="172"/>
                </a:cxn>
                <a:cxn ang="0">
                  <a:pos x="304" y="231"/>
                </a:cxn>
                <a:cxn ang="0">
                  <a:pos x="409" y="260"/>
                </a:cxn>
                <a:cxn ang="0">
                  <a:pos x="457" y="306"/>
                </a:cxn>
                <a:cxn ang="0">
                  <a:pos x="472" y="389"/>
                </a:cxn>
                <a:cxn ang="0">
                  <a:pos x="494" y="532"/>
                </a:cxn>
                <a:cxn ang="0">
                  <a:pos x="500" y="582"/>
                </a:cxn>
                <a:cxn ang="0">
                  <a:pos x="498" y="634"/>
                </a:cxn>
                <a:cxn ang="0">
                  <a:pos x="475" y="785"/>
                </a:cxn>
                <a:cxn ang="0">
                  <a:pos x="193" y="359"/>
                </a:cxn>
                <a:cxn ang="0">
                  <a:pos x="383" y="694"/>
                </a:cxn>
                <a:cxn ang="0">
                  <a:pos x="324" y="529"/>
                </a:cxn>
                <a:cxn ang="0">
                  <a:pos x="299" y="423"/>
                </a:cxn>
                <a:cxn ang="0">
                  <a:pos x="281" y="220"/>
                </a:cxn>
                <a:cxn ang="0">
                  <a:pos x="244" y="305"/>
                </a:cxn>
                <a:cxn ang="0">
                  <a:pos x="201" y="258"/>
                </a:cxn>
                <a:cxn ang="0">
                  <a:pos x="179" y="220"/>
                </a:cxn>
              </a:cxnLst>
              <a:rect l="0" t="0" r="r" b="b"/>
              <a:pathLst>
                <a:path w="516" h="1608">
                  <a:moveTo>
                    <a:pt x="475" y="785"/>
                  </a:moveTo>
                  <a:cubicBezTo>
                    <a:pt x="474" y="788"/>
                    <a:pt x="466" y="786"/>
                    <a:pt x="463" y="788"/>
                  </a:cubicBezTo>
                  <a:cubicBezTo>
                    <a:pt x="468" y="818"/>
                    <a:pt x="460" y="848"/>
                    <a:pt x="460" y="873"/>
                  </a:cubicBezTo>
                  <a:cubicBezTo>
                    <a:pt x="459" y="895"/>
                    <a:pt x="466" y="920"/>
                    <a:pt x="470" y="944"/>
                  </a:cubicBezTo>
                  <a:cubicBezTo>
                    <a:pt x="481" y="1012"/>
                    <a:pt x="494" y="1085"/>
                    <a:pt x="496" y="1161"/>
                  </a:cubicBezTo>
                  <a:cubicBezTo>
                    <a:pt x="497" y="1241"/>
                    <a:pt x="497" y="1324"/>
                    <a:pt x="497" y="1404"/>
                  </a:cubicBezTo>
                  <a:cubicBezTo>
                    <a:pt x="497" y="1418"/>
                    <a:pt x="496" y="1430"/>
                    <a:pt x="494" y="1442"/>
                  </a:cubicBezTo>
                  <a:cubicBezTo>
                    <a:pt x="492" y="1453"/>
                    <a:pt x="486" y="1462"/>
                    <a:pt x="485" y="1473"/>
                  </a:cubicBezTo>
                  <a:cubicBezTo>
                    <a:pt x="482" y="1490"/>
                    <a:pt x="485" y="1509"/>
                    <a:pt x="473" y="1516"/>
                  </a:cubicBezTo>
                  <a:cubicBezTo>
                    <a:pt x="477" y="1549"/>
                    <a:pt x="516" y="1552"/>
                    <a:pt x="509" y="1592"/>
                  </a:cubicBezTo>
                  <a:cubicBezTo>
                    <a:pt x="483" y="1606"/>
                    <a:pt x="422" y="1608"/>
                    <a:pt x="417" y="1575"/>
                  </a:cubicBezTo>
                  <a:cubicBezTo>
                    <a:pt x="383" y="1580"/>
                    <a:pt x="386" y="1549"/>
                    <a:pt x="386" y="1521"/>
                  </a:cubicBezTo>
                  <a:cubicBezTo>
                    <a:pt x="387" y="1516"/>
                    <a:pt x="377" y="1520"/>
                    <a:pt x="376" y="1516"/>
                  </a:cubicBezTo>
                  <a:cubicBezTo>
                    <a:pt x="352" y="1460"/>
                    <a:pt x="350" y="1375"/>
                    <a:pt x="349" y="1293"/>
                  </a:cubicBezTo>
                  <a:cubicBezTo>
                    <a:pt x="349" y="1248"/>
                    <a:pt x="349" y="1201"/>
                    <a:pt x="351" y="1156"/>
                  </a:cubicBezTo>
                  <a:cubicBezTo>
                    <a:pt x="352" y="1142"/>
                    <a:pt x="355" y="1126"/>
                    <a:pt x="354" y="1113"/>
                  </a:cubicBezTo>
                  <a:cubicBezTo>
                    <a:pt x="353" y="1107"/>
                    <a:pt x="349" y="1097"/>
                    <a:pt x="346" y="1089"/>
                  </a:cubicBezTo>
                  <a:cubicBezTo>
                    <a:pt x="331" y="1049"/>
                    <a:pt x="316" y="1011"/>
                    <a:pt x="301" y="973"/>
                  </a:cubicBezTo>
                  <a:cubicBezTo>
                    <a:pt x="295" y="958"/>
                    <a:pt x="292" y="940"/>
                    <a:pt x="278" y="932"/>
                  </a:cubicBezTo>
                  <a:cubicBezTo>
                    <a:pt x="281" y="1000"/>
                    <a:pt x="279" y="1072"/>
                    <a:pt x="279" y="1144"/>
                  </a:cubicBezTo>
                  <a:cubicBezTo>
                    <a:pt x="279" y="1179"/>
                    <a:pt x="275" y="1213"/>
                    <a:pt x="277" y="1247"/>
                  </a:cubicBezTo>
                  <a:cubicBezTo>
                    <a:pt x="279" y="1282"/>
                    <a:pt x="278" y="1317"/>
                    <a:pt x="283" y="1349"/>
                  </a:cubicBezTo>
                  <a:cubicBezTo>
                    <a:pt x="287" y="1370"/>
                    <a:pt x="293" y="1391"/>
                    <a:pt x="298" y="1412"/>
                  </a:cubicBezTo>
                  <a:cubicBezTo>
                    <a:pt x="305" y="1442"/>
                    <a:pt x="312" y="1467"/>
                    <a:pt x="308" y="1501"/>
                  </a:cubicBezTo>
                  <a:cubicBezTo>
                    <a:pt x="307" y="1508"/>
                    <a:pt x="306" y="1518"/>
                    <a:pt x="304" y="1523"/>
                  </a:cubicBezTo>
                  <a:cubicBezTo>
                    <a:pt x="301" y="1530"/>
                    <a:pt x="292" y="1533"/>
                    <a:pt x="290" y="1540"/>
                  </a:cubicBezTo>
                  <a:cubicBezTo>
                    <a:pt x="287" y="1550"/>
                    <a:pt x="292" y="1563"/>
                    <a:pt x="287" y="1572"/>
                  </a:cubicBezTo>
                  <a:cubicBezTo>
                    <a:pt x="283" y="1577"/>
                    <a:pt x="277" y="1577"/>
                    <a:pt x="270" y="1579"/>
                  </a:cubicBezTo>
                  <a:cubicBezTo>
                    <a:pt x="256" y="1586"/>
                    <a:pt x="238" y="1602"/>
                    <a:pt x="224" y="1605"/>
                  </a:cubicBezTo>
                  <a:cubicBezTo>
                    <a:pt x="216" y="1606"/>
                    <a:pt x="206" y="1603"/>
                    <a:pt x="196" y="1603"/>
                  </a:cubicBezTo>
                  <a:cubicBezTo>
                    <a:pt x="178" y="1601"/>
                    <a:pt x="164" y="1602"/>
                    <a:pt x="166" y="1580"/>
                  </a:cubicBezTo>
                  <a:cubicBezTo>
                    <a:pt x="167" y="1564"/>
                    <a:pt x="186" y="1552"/>
                    <a:pt x="192" y="1541"/>
                  </a:cubicBezTo>
                  <a:cubicBezTo>
                    <a:pt x="201" y="1522"/>
                    <a:pt x="199" y="1480"/>
                    <a:pt x="191" y="1458"/>
                  </a:cubicBezTo>
                  <a:cubicBezTo>
                    <a:pt x="187" y="1449"/>
                    <a:pt x="178" y="1442"/>
                    <a:pt x="176" y="1433"/>
                  </a:cubicBezTo>
                  <a:cubicBezTo>
                    <a:pt x="171" y="1415"/>
                    <a:pt x="172" y="1388"/>
                    <a:pt x="173" y="1366"/>
                  </a:cubicBezTo>
                  <a:cubicBezTo>
                    <a:pt x="174" y="1344"/>
                    <a:pt x="173" y="1323"/>
                    <a:pt x="171" y="1303"/>
                  </a:cubicBezTo>
                  <a:cubicBezTo>
                    <a:pt x="167" y="1261"/>
                    <a:pt x="165" y="1218"/>
                    <a:pt x="161" y="1176"/>
                  </a:cubicBezTo>
                  <a:cubicBezTo>
                    <a:pt x="158" y="1143"/>
                    <a:pt x="145" y="1112"/>
                    <a:pt x="138" y="1082"/>
                  </a:cubicBezTo>
                  <a:cubicBezTo>
                    <a:pt x="134" y="1067"/>
                    <a:pt x="130" y="1050"/>
                    <a:pt x="127" y="1035"/>
                  </a:cubicBezTo>
                  <a:cubicBezTo>
                    <a:pt x="120" y="1006"/>
                    <a:pt x="112" y="977"/>
                    <a:pt x="115" y="941"/>
                  </a:cubicBezTo>
                  <a:cubicBezTo>
                    <a:pt x="89" y="937"/>
                    <a:pt x="66" y="941"/>
                    <a:pt x="51" y="927"/>
                  </a:cubicBezTo>
                  <a:cubicBezTo>
                    <a:pt x="39" y="918"/>
                    <a:pt x="26" y="891"/>
                    <a:pt x="24" y="874"/>
                  </a:cubicBezTo>
                  <a:cubicBezTo>
                    <a:pt x="23" y="866"/>
                    <a:pt x="23" y="859"/>
                    <a:pt x="25" y="852"/>
                  </a:cubicBezTo>
                  <a:cubicBezTo>
                    <a:pt x="25" y="847"/>
                    <a:pt x="15" y="852"/>
                    <a:pt x="14" y="848"/>
                  </a:cubicBezTo>
                  <a:cubicBezTo>
                    <a:pt x="10" y="782"/>
                    <a:pt x="0" y="717"/>
                    <a:pt x="0" y="647"/>
                  </a:cubicBezTo>
                  <a:cubicBezTo>
                    <a:pt x="1" y="592"/>
                    <a:pt x="9" y="536"/>
                    <a:pt x="11" y="479"/>
                  </a:cubicBezTo>
                  <a:cubicBezTo>
                    <a:pt x="12" y="422"/>
                    <a:pt x="15" y="364"/>
                    <a:pt x="24" y="310"/>
                  </a:cubicBezTo>
                  <a:cubicBezTo>
                    <a:pt x="50" y="295"/>
                    <a:pt x="77" y="277"/>
                    <a:pt x="108" y="264"/>
                  </a:cubicBezTo>
                  <a:cubicBezTo>
                    <a:pt x="120" y="259"/>
                    <a:pt x="135" y="256"/>
                    <a:pt x="144" y="249"/>
                  </a:cubicBezTo>
                  <a:cubicBezTo>
                    <a:pt x="154" y="242"/>
                    <a:pt x="174" y="227"/>
                    <a:pt x="176" y="217"/>
                  </a:cubicBezTo>
                  <a:cubicBezTo>
                    <a:pt x="179" y="199"/>
                    <a:pt x="171" y="184"/>
                    <a:pt x="167" y="172"/>
                  </a:cubicBezTo>
                  <a:cubicBezTo>
                    <a:pt x="164" y="166"/>
                    <a:pt x="162" y="159"/>
                    <a:pt x="159" y="156"/>
                  </a:cubicBezTo>
                  <a:cubicBezTo>
                    <a:pt x="154" y="149"/>
                    <a:pt x="146" y="148"/>
                    <a:pt x="142" y="142"/>
                  </a:cubicBezTo>
                  <a:cubicBezTo>
                    <a:pt x="135" y="129"/>
                    <a:pt x="132" y="97"/>
                    <a:pt x="146" y="92"/>
                  </a:cubicBezTo>
                  <a:cubicBezTo>
                    <a:pt x="148" y="42"/>
                    <a:pt x="164" y="7"/>
                    <a:pt x="213" y="3"/>
                  </a:cubicBezTo>
                  <a:cubicBezTo>
                    <a:pt x="269" y="0"/>
                    <a:pt x="302" y="30"/>
                    <a:pt x="295" y="92"/>
                  </a:cubicBezTo>
                  <a:cubicBezTo>
                    <a:pt x="297" y="99"/>
                    <a:pt x="302" y="98"/>
                    <a:pt x="304" y="105"/>
                  </a:cubicBezTo>
                  <a:cubicBezTo>
                    <a:pt x="307" y="119"/>
                    <a:pt x="300" y="137"/>
                    <a:pt x="293" y="144"/>
                  </a:cubicBezTo>
                  <a:cubicBezTo>
                    <a:pt x="290" y="147"/>
                    <a:pt x="287" y="148"/>
                    <a:pt x="285" y="152"/>
                  </a:cubicBezTo>
                  <a:cubicBezTo>
                    <a:pt x="284" y="156"/>
                    <a:pt x="285" y="165"/>
                    <a:pt x="283" y="172"/>
                  </a:cubicBezTo>
                  <a:cubicBezTo>
                    <a:pt x="282" y="181"/>
                    <a:pt x="277" y="197"/>
                    <a:pt x="281" y="210"/>
                  </a:cubicBezTo>
                  <a:cubicBezTo>
                    <a:pt x="282" y="216"/>
                    <a:pt x="296" y="227"/>
                    <a:pt x="304" y="231"/>
                  </a:cubicBezTo>
                  <a:cubicBezTo>
                    <a:pt x="314" y="235"/>
                    <a:pt x="328" y="236"/>
                    <a:pt x="340" y="240"/>
                  </a:cubicBezTo>
                  <a:cubicBezTo>
                    <a:pt x="363" y="247"/>
                    <a:pt x="384" y="253"/>
                    <a:pt x="409" y="260"/>
                  </a:cubicBezTo>
                  <a:cubicBezTo>
                    <a:pt x="423" y="265"/>
                    <a:pt x="437" y="267"/>
                    <a:pt x="444" y="275"/>
                  </a:cubicBezTo>
                  <a:cubicBezTo>
                    <a:pt x="449" y="281"/>
                    <a:pt x="453" y="295"/>
                    <a:pt x="457" y="306"/>
                  </a:cubicBezTo>
                  <a:cubicBezTo>
                    <a:pt x="461" y="317"/>
                    <a:pt x="465" y="329"/>
                    <a:pt x="467" y="338"/>
                  </a:cubicBezTo>
                  <a:cubicBezTo>
                    <a:pt x="470" y="355"/>
                    <a:pt x="469" y="372"/>
                    <a:pt x="472" y="389"/>
                  </a:cubicBezTo>
                  <a:cubicBezTo>
                    <a:pt x="477" y="421"/>
                    <a:pt x="482" y="452"/>
                    <a:pt x="487" y="485"/>
                  </a:cubicBezTo>
                  <a:cubicBezTo>
                    <a:pt x="489" y="501"/>
                    <a:pt x="490" y="518"/>
                    <a:pt x="494" y="532"/>
                  </a:cubicBezTo>
                  <a:cubicBezTo>
                    <a:pt x="497" y="542"/>
                    <a:pt x="507" y="551"/>
                    <a:pt x="507" y="563"/>
                  </a:cubicBezTo>
                  <a:cubicBezTo>
                    <a:pt x="507" y="570"/>
                    <a:pt x="501" y="576"/>
                    <a:pt x="500" y="582"/>
                  </a:cubicBezTo>
                  <a:cubicBezTo>
                    <a:pt x="500" y="588"/>
                    <a:pt x="505" y="593"/>
                    <a:pt x="505" y="599"/>
                  </a:cubicBezTo>
                  <a:cubicBezTo>
                    <a:pt x="506" y="613"/>
                    <a:pt x="500" y="624"/>
                    <a:pt x="498" y="634"/>
                  </a:cubicBezTo>
                  <a:cubicBezTo>
                    <a:pt x="495" y="646"/>
                    <a:pt x="495" y="660"/>
                    <a:pt x="493" y="673"/>
                  </a:cubicBezTo>
                  <a:cubicBezTo>
                    <a:pt x="488" y="708"/>
                    <a:pt x="480" y="750"/>
                    <a:pt x="475" y="785"/>
                  </a:cubicBezTo>
                  <a:close/>
                  <a:moveTo>
                    <a:pt x="177" y="222"/>
                  </a:moveTo>
                  <a:cubicBezTo>
                    <a:pt x="171" y="267"/>
                    <a:pt x="183" y="313"/>
                    <a:pt x="193" y="359"/>
                  </a:cubicBezTo>
                  <a:cubicBezTo>
                    <a:pt x="213" y="461"/>
                    <a:pt x="204" y="581"/>
                    <a:pt x="208" y="694"/>
                  </a:cubicBezTo>
                  <a:cubicBezTo>
                    <a:pt x="266" y="693"/>
                    <a:pt x="327" y="693"/>
                    <a:pt x="383" y="694"/>
                  </a:cubicBezTo>
                  <a:cubicBezTo>
                    <a:pt x="378" y="677"/>
                    <a:pt x="370" y="659"/>
                    <a:pt x="362" y="642"/>
                  </a:cubicBezTo>
                  <a:cubicBezTo>
                    <a:pt x="347" y="606"/>
                    <a:pt x="336" y="567"/>
                    <a:pt x="324" y="529"/>
                  </a:cubicBezTo>
                  <a:cubicBezTo>
                    <a:pt x="318" y="511"/>
                    <a:pt x="310" y="492"/>
                    <a:pt x="306" y="473"/>
                  </a:cubicBezTo>
                  <a:cubicBezTo>
                    <a:pt x="302" y="458"/>
                    <a:pt x="301" y="440"/>
                    <a:pt x="299" y="423"/>
                  </a:cubicBezTo>
                  <a:cubicBezTo>
                    <a:pt x="293" y="371"/>
                    <a:pt x="288" y="317"/>
                    <a:pt x="285" y="267"/>
                  </a:cubicBezTo>
                  <a:cubicBezTo>
                    <a:pt x="284" y="252"/>
                    <a:pt x="288" y="234"/>
                    <a:pt x="281" y="220"/>
                  </a:cubicBezTo>
                  <a:cubicBezTo>
                    <a:pt x="270" y="239"/>
                    <a:pt x="263" y="261"/>
                    <a:pt x="251" y="279"/>
                  </a:cubicBezTo>
                  <a:cubicBezTo>
                    <a:pt x="251" y="290"/>
                    <a:pt x="252" y="301"/>
                    <a:pt x="244" y="305"/>
                  </a:cubicBezTo>
                  <a:cubicBezTo>
                    <a:pt x="242" y="304"/>
                    <a:pt x="245" y="297"/>
                    <a:pt x="243" y="296"/>
                  </a:cubicBezTo>
                  <a:cubicBezTo>
                    <a:pt x="225" y="286"/>
                    <a:pt x="215" y="272"/>
                    <a:pt x="201" y="258"/>
                  </a:cubicBezTo>
                  <a:cubicBezTo>
                    <a:pt x="194" y="250"/>
                    <a:pt x="185" y="241"/>
                    <a:pt x="182" y="232"/>
                  </a:cubicBezTo>
                  <a:cubicBezTo>
                    <a:pt x="181" y="228"/>
                    <a:pt x="183" y="223"/>
                    <a:pt x="179" y="220"/>
                  </a:cubicBezTo>
                  <a:cubicBezTo>
                    <a:pt x="177" y="220"/>
                    <a:pt x="177" y="221"/>
                    <a:pt x="177" y="222"/>
                  </a:cubicBezTo>
                  <a:close/>
                </a:path>
              </a:pathLst>
            </a:custGeom>
            <a:solidFill>
              <a:schemeClr val="accent4"/>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9" name="Gruppe 92"/>
            <p:cNvGrpSpPr>
              <a:grpSpLocks/>
            </p:cNvGrpSpPr>
            <p:nvPr/>
          </p:nvGrpSpPr>
          <p:grpSpPr bwMode="auto">
            <a:xfrm flipH="1">
              <a:off x="10093070" y="2128103"/>
              <a:ext cx="1156368" cy="3128723"/>
              <a:chOff x="3176834" y="3904792"/>
              <a:chExt cx="823514" cy="2228684"/>
            </a:xfrm>
            <a:solidFill>
              <a:schemeClr val="accent1"/>
            </a:solidFill>
          </p:grpSpPr>
          <p:grpSp>
            <p:nvGrpSpPr>
              <p:cNvPr id="16" name="Gruppe 52"/>
              <p:cNvGrpSpPr>
                <a:grpSpLocks/>
              </p:cNvGrpSpPr>
              <p:nvPr/>
            </p:nvGrpSpPr>
            <p:grpSpPr bwMode="auto">
              <a:xfrm>
                <a:off x="3176834" y="3904792"/>
                <a:ext cx="823514" cy="2228684"/>
                <a:chOff x="3612263" y="3839478"/>
                <a:chExt cx="823514" cy="2228684"/>
              </a:xfrm>
              <a:grpFill/>
            </p:grpSpPr>
            <p:sp>
              <p:nvSpPr>
                <p:cNvPr id="19" name="Freeform 137"/>
                <p:cNvSpPr>
                  <a:spLocks noEditPoints="1"/>
                </p:cNvSpPr>
                <p:nvPr/>
              </p:nvSpPr>
              <p:spPr bwMode="auto">
                <a:xfrm>
                  <a:off x="3804323" y="4157631"/>
                  <a:ext cx="588073" cy="1305483"/>
                </a:xfrm>
                <a:custGeom>
                  <a:avLst/>
                  <a:gdLst>
                    <a:gd name="T0" fmla="*/ 811490228 w 350"/>
                    <a:gd name="T1" fmla="*/ 413305594 h 774"/>
                    <a:gd name="T2" fmla="*/ 756046810 w 350"/>
                    <a:gd name="T3" fmla="*/ 257055956 h 774"/>
                    <a:gd name="T4" fmla="*/ 756046810 w 350"/>
                    <a:gd name="T5" fmla="*/ 221773779 h 774"/>
                    <a:gd name="T6" fmla="*/ 740925878 w 350"/>
                    <a:gd name="T7" fmla="*/ 181451242 h 774"/>
                    <a:gd name="T8" fmla="*/ 725804945 w 350"/>
                    <a:gd name="T9" fmla="*/ 115927201 h 774"/>
                    <a:gd name="T10" fmla="*/ 705643702 w 350"/>
                    <a:gd name="T11" fmla="*/ 90725621 h 774"/>
                    <a:gd name="T12" fmla="*/ 650200284 w 350"/>
                    <a:gd name="T13" fmla="*/ 65524067 h 774"/>
                    <a:gd name="T14" fmla="*/ 569555312 w 350"/>
                    <a:gd name="T15" fmla="*/ 45362811 h 774"/>
                    <a:gd name="T16" fmla="*/ 302418744 w 350"/>
                    <a:gd name="T17" fmla="*/ 0 h 774"/>
                    <a:gd name="T18" fmla="*/ 246975326 w 350"/>
                    <a:gd name="T19" fmla="*/ 10080625 h 774"/>
                    <a:gd name="T20" fmla="*/ 191531858 w 350"/>
                    <a:gd name="T21" fmla="*/ 35282189 h 774"/>
                    <a:gd name="T22" fmla="*/ 105846575 w 350"/>
                    <a:gd name="T23" fmla="*/ 70564378 h 774"/>
                    <a:gd name="T24" fmla="*/ 30241877 w 350"/>
                    <a:gd name="T25" fmla="*/ 90725621 h 774"/>
                    <a:gd name="T26" fmla="*/ 15120938 w 350"/>
                    <a:gd name="T27" fmla="*/ 105846579 h 774"/>
                    <a:gd name="T28" fmla="*/ 0 w 350"/>
                    <a:gd name="T29" fmla="*/ 151209377 h 774"/>
                    <a:gd name="T30" fmla="*/ 15120938 w 350"/>
                    <a:gd name="T31" fmla="*/ 216733468 h 774"/>
                    <a:gd name="T32" fmla="*/ 45362809 w 350"/>
                    <a:gd name="T33" fmla="*/ 267136577 h 774"/>
                    <a:gd name="T34" fmla="*/ 105846575 w 350"/>
                    <a:gd name="T35" fmla="*/ 524192533 h 774"/>
                    <a:gd name="T36" fmla="*/ 151209372 w 350"/>
                    <a:gd name="T37" fmla="*/ 635079373 h 774"/>
                    <a:gd name="T38" fmla="*/ 181451236 w 350"/>
                    <a:gd name="T39" fmla="*/ 715724348 h 774"/>
                    <a:gd name="T40" fmla="*/ 211693150 w 350"/>
                    <a:gd name="T41" fmla="*/ 801409633 h 774"/>
                    <a:gd name="T42" fmla="*/ 196572169 w 350"/>
                    <a:gd name="T43" fmla="*/ 871974184 h 774"/>
                    <a:gd name="T44" fmla="*/ 161289993 w 350"/>
                    <a:gd name="T45" fmla="*/ 1003022268 h 774"/>
                    <a:gd name="T46" fmla="*/ 120967507 w 350"/>
                    <a:gd name="T47" fmla="*/ 1169352528 h 774"/>
                    <a:gd name="T48" fmla="*/ 115927197 w 350"/>
                    <a:gd name="T49" fmla="*/ 1229836259 h 774"/>
                    <a:gd name="T50" fmla="*/ 146169061 w 350"/>
                    <a:gd name="T51" fmla="*/ 1244957192 h 774"/>
                    <a:gd name="T52" fmla="*/ 146169061 w 350"/>
                    <a:gd name="T53" fmla="*/ 1401206830 h 774"/>
                    <a:gd name="T54" fmla="*/ 156249683 w 350"/>
                    <a:gd name="T55" fmla="*/ 1653222375 h 774"/>
                    <a:gd name="T56" fmla="*/ 156249683 w 350"/>
                    <a:gd name="T57" fmla="*/ 1718746814 h 774"/>
                    <a:gd name="T58" fmla="*/ 156249683 w 350"/>
                    <a:gd name="T59" fmla="*/ 1789311167 h 774"/>
                    <a:gd name="T60" fmla="*/ 156249683 w 350"/>
                    <a:gd name="T61" fmla="*/ 1895157696 h 774"/>
                    <a:gd name="T62" fmla="*/ 272176879 w 350"/>
                    <a:gd name="T63" fmla="*/ 1940520494 h 774"/>
                    <a:gd name="T64" fmla="*/ 342741230 w 350"/>
                    <a:gd name="T65" fmla="*/ 1950601116 h 774"/>
                    <a:gd name="T66" fmla="*/ 493950651 w 350"/>
                    <a:gd name="T67" fmla="*/ 1925399561 h 774"/>
                    <a:gd name="T68" fmla="*/ 665321216 w 350"/>
                    <a:gd name="T69" fmla="*/ 1880036763 h 774"/>
                    <a:gd name="T70" fmla="*/ 781248363 w 350"/>
                    <a:gd name="T71" fmla="*/ 1834673965 h 774"/>
                    <a:gd name="T72" fmla="*/ 826611160 w 350"/>
                    <a:gd name="T73" fmla="*/ 1703625881 h 774"/>
                    <a:gd name="T74" fmla="*/ 821570849 w 350"/>
                    <a:gd name="T75" fmla="*/ 1340723099 h 774"/>
                    <a:gd name="T76" fmla="*/ 821570849 w 350"/>
                    <a:gd name="T77" fmla="*/ 1159271906 h 774"/>
                    <a:gd name="T78" fmla="*/ 796369296 w 350"/>
                    <a:gd name="T79" fmla="*/ 1028223823 h 774"/>
                    <a:gd name="T80" fmla="*/ 776208053 w 350"/>
                    <a:gd name="T81" fmla="*/ 967740092 h 774"/>
                    <a:gd name="T82" fmla="*/ 861893534 w 350"/>
                    <a:gd name="T83" fmla="*/ 751006524 h 774"/>
                    <a:gd name="T84" fmla="*/ 877014466 w 350"/>
                    <a:gd name="T85" fmla="*/ 705643726 h 774"/>
                    <a:gd name="T86" fmla="*/ 877014466 w 350"/>
                    <a:gd name="T87" fmla="*/ 685482482 h 774"/>
                    <a:gd name="T88" fmla="*/ 705643702 w 350"/>
                    <a:gd name="T89" fmla="*/ 619958440 h 774"/>
                    <a:gd name="T90" fmla="*/ 685482459 w 350"/>
                    <a:gd name="T91" fmla="*/ 650200306 h 774"/>
                    <a:gd name="T92" fmla="*/ 700603392 w 350"/>
                    <a:gd name="T93" fmla="*/ 594756886 h 774"/>
                    <a:gd name="T94" fmla="*/ 710684013 w 350"/>
                    <a:gd name="T95" fmla="*/ 604837508 h 774"/>
                    <a:gd name="T96" fmla="*/ 705643702 w 350"/>
                    <a:gd name="T97" fmla="*/ 619958440 h 7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0"/>
                    <a:gd name="T148" fmla="*/ 0 h 774"/>
                    <a:gd name="T149" fmla="*/ 350 w 350"/>
                    <a:gd name="T150" fmla="*/ 774 h 7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0" h="774">
                      <a:moveTo>
                        <a:pt x="344" y="262"/>
                      </a:moveTo>
                      <a:lnTo>
                        <a:pt x="344" y="262"/>
                      </a:lnTo>
                      <a:lnTo>
                        <a:pt x="322" y="164"/>
                      </a:lnTo>
                      <a:lnTo>
                        <a:pt x="300" y="102"/>
                      </a:lnTo>
                      <a:lnTo>
                        <a:pt x="300" y="96"/>
                      </a:lnTo>
                      <a:lnTo>
                        <a:pt x="300" y="88"/>
                      </a:lnTo>
                      <a:lnTo>
                        <a:pt x="296" y="80"/>
                      </a:lnTo>
                      <a:lnTo>
                        <a:pt x="294" y="76"/>
                      </a:lnTo>
                      <a:lnTo>
                        <a:pt x="294" y="72"/>
                      </a:lnTo>
                      <a:lnTo>
                        <a:pt x="292" y="56"/>
                      </a:lnTo>
                      <a:lnTo>
                        <a:pt x="288" y="46"/>
                      </a:lnTo>
                      <a:lnTo>
                        <a:pt x="284" y="40"/>
                      </a:lnTo>
                      <a:lnTo>
                        <a:pt x="280" y="36"/>
                      </a:lnTo>
                      <a:lnTo>
                        <a:pt x="270" y="30"/>
                      </a:lnTo>
                      <a:lnTo>
                        <a:pt x="260" y="26"/>
                      </a:lnTo>
                      <a:lnTo>
                        <a:pt x="258" y="26"/>
                      </a:lnTo>
                      <a:lnTo>
                        <a:pt x="234" y="20"/>
                      </a:lnTo>
                      <a:lnTo>
                        <a:pt x="226" y="18"/>
                      </a:lnTo>
                      <a:lnTo>
                        <a:pt x="212" y="14"/>
                      </a:lnTo>
                      <a:lnTo>
                        <a:pt x="176" y="8"/>
                      </a:lnTo>
                      <a:lnTo>
                        <a:pt x="120" y="0"/>
                      </a:lnTo>
                      <a:lnTo>
                        <a:pt x="112" y="0"/>
                      </a:lnTo>
                      <a:lnTo>
                        <a:pt x="98" y="4"/>
                      </a:lnTo>
                      <a:lnTo>
                        <a:pt x="84" y="8"/>
                      </a:lnTo>
                      <a:lnTo>
                        <a:pt x="76" y="14"/>
                      </a:lnTo>
                      <a:lnTo>
                        <a:pt x="68" y="18"/>
                      </a:lnTo>
                      <a:lnTo>
                        <a:pt x="58" y="22"/>
                      </a:lnTo>
                      <a:lnTo>
                        <a:pt x="42" y="28"/>
                      </a:lnTo>
                      <a:lnTo>
                        <a:pt x="28" y="32"/>
                      </a:lnTo>
                      <a:lnTo>
                        <a:pt x="12" y="36"/>
                      </a:lnTo>
                      <a:lnTo>
                        <a:pt x="8" y="38"/>
                      </a:lnTo>
                      <a:lnTo>
                        <a:pt x="6" y="42"/>
                      </a:lnTo>
                      <a:lnTo>
                        <a:pt x="4" y="48"/>
                      </a:lnTo>
                      <a:lnTo>
                        <a:pt x="0" y="60"/>
                      </a:lnTo>
                      <a:lnTo>
                        <a:pt x="0" y="70"/>
                      </a:lnTo>
                      <a:lnTo>
                        <a:pt x="2" y="80"/>
                      </a:lnTo>
                      <a:lnTo>
                        <a:pt x="6" y="86"/>
                      </a:lnTo>
                      <a:lnTo>
                        <a:pt x="18" y="106"/>
                      </a:lnTo>
                      <a:lnTo>
                        <a:pt x="30" y="158"/>
                      </a:lnTo>
                      <a:lnTo>
                        <a:pt x="42" y="208"/>
                      </a:lnTo>
                      <a:lnTo>
                        <a:pt x="50" y="224"/>
                      </a:lnTo>
                      <a:lnTo>
                        <a:pt x="56" y="240"/>
                      </a:lnTo>
                      <a:lnTo>
                        <a:pt x="60" y="252"/>
                      </a:lnTo>
                      <a:lnTo>
                        <a:pt x="64" y="266"/>
                      </a:lnTo>
                      <a:lnTo>
                        <a:pt x="72" y="284"/>
                      </a:lnTo>
                      <a:lnTo>
                        <a:pt x="80" y="304"/>
                      </a:lnTo>
                      <a:lnTo>
                        <a:pt x="82" y="312"/>
                      </a:lnTo>
                      <a:lnTo>
                        <a:pt x="84" y="318"/>
                      </a:lnTo>
                      <a:lnTo>
                        <a:pt x="82" y="332"/>
                      </a:lnTo>
                      <a:lnTo>
                        <a:pt x="78" y="346"/>
                      </a:lnTo>
                      <a:lnTo>
                        <a:pt x="72" y="364"/>
                      </a:lnTo>
                      <a:lnTo>
                        <a:pt x="64" y="398"/>
                      </a:lnTo>
                      <a:lnTo>
                        <a:pt x="54" y="438"/>
                      </a:lnTo>
                      <a:lnTo>
                        <a:pt x="48" y="464"/>
                      </a:lnTo>
                      <a:lnTo>
                        <a:pt x="42" y="484"/>
                      </a:lnTo>
                      <a:lnTo>
                        <a:pt x="46" y="488"/>
                      </a:lnTo>
                      <a:lnTo>
                        <a:pt x="52" y="492"/>
                      </a:lnTo>
                      <a:lnTo>
                        <a:pt x="58" y="494"/>
                      </a:lnTo>
                      <a:lnTo>
                        <a:pt x="58" y="506"/>
                      </a:lnTo>
                      <a:lnTo>
                        <a:pt x="58" y="524"/>
                      </a:lnTo>
                      <a:lnTo>
                        <a:pt x="58" y="556"/>
                      </a:lnTo>
                      <a:lnTo>
                        <a:pt x="60" y="606"/>
                      </a:lnTo>
                      <a:lnTo>
                        <a:pt x="62" y="656"/>
                      </a:lnTo>
                      <a:lnTo>
                        <a:pt x="62" y="672"/>
                      </a:lnTo>
                      <a:lnTo>
                        <a:pt x="62" y="682"/>
                      </a:lnTo>
                      <a:lnTo>
                        <a:pt x="62" y="710"/>
                      </a:lnTo>
                      <a:lnTo>
                        <a:pt x="62" y="732"/>
                      </a:lnTo>
                      <a:lnTo>
                        <a:pt x="62" y="752"/>
                      </a:lnTo>
                      <a:lnTo>
                        <a:pt x="72" y="756"/>
                      </a:lnTo>
                      <a:lnTo>
                        <a:pt x="108" y="770"/>
                      </a:lnTo>
                      <a:lnTo>
                        <a:pt x="122" y="774"/>
                      </a:lnTo>
                      <a:lnTo>
                        <a:pt x="136" y="774"/>
                      </a:lnTo>
                      <a:lnTo>
                        <a:pt x="152" y="774"/>
                      </a:lnTo>
                      <a:lnTo>
                        <a:pt x="168" y="770"/>
                      </a:lnTo>
                      <a:lnTo>
                        <a:pt x="196" y="764"/>
                      </a:lnTo>
                      <a:lnTo>
                        <a:pt x="214" y="760"/>
                      </a:lnTo>
                      <a:lnTo>
                        <a:pt x="264" y="746"/>
                      </a:lnTo>
                      <a:lnTo>
                        <a:pt x="288" y="738"/>
                      </a:lnTo>
                      <a:lnTo>
                        <a:pt x="310" y="728"/>
                      </a:lnTo>
                      <a:lnTo>
                        <a:pt x="330" y="716"/>
                      </a:lnTo>
                      <a:lnTo>
                        <a:pt x="328" y="676"/>
                      </a:lnTo>
                      <a:lnTo>
                        <a:pt x="326" y="616"/>
                      </a:lnTo>
                      <a:lnTo>
                        <a:pt x="326" y="532"/>
                      </a:lnTo>
                      <a:lnTo>
                        <a:pt x="324" y="468"/>
                      </a:lnTo>
                      <a:lnTo>
                        <a:pt x="326" y="460"/>
                      </a:lnTo>
                      <a:lnTo>
                        <a:pt x="326" y="446"/>
                      </a:lnTo>
                      <a:lnTo>
                        <a:pt x="324" y="434"/>
                      </a:lnTo>
                      <a:lnTo>
                        <a:pt x="316" y="408"/>
                      </a:lnTo>
                      <a:lnTo>
                        <a:pt x="310" y="392"/>
                      </a:lnTo>
                      <a:lnTo>
                        <a:pt x="308" y="384"/>
                      </a:lnTo>
                      <a:lnTo>
                        <a:pt x="324" y="344"/>
                      </a:lnTo>
                      <a:lnTo>
                        <a:pt x="338" y="314"/>
                      </a:lnTo>
                      <a:lnTo>
                        <a:pt x="342" y="298"/>
                      </a:lnTo>
                      <a:lnTo>
                        <a:pt x="344" y="290"/>
                      </a:lnTo>
                      <a:lnTo>
                        <a:pt x="348" y="280"/>
                      </a:lnTo>
                      <a:lnTo>
                        <a:pt x="350" y="276"/>
                      </a:lnTo>
                      <a:lnTo>
                        <a:pt x="348" y="272"/>
                      </a:lnTo>
                      <a:lnTo>
                        <a:pt x="344" y="262"/>
                      </a:lnTo>
                      <a:close/>
                      <a:moveTo>
                        <a:pt x="280" y="246"/>
                      </a:moveTo>
                      <a:lnTo>
                        <a:pt x="276" y="250"/>
                      </a:lnTo>
                      <a:lnTo>
                        <a:pt x="276" y="256"/>
                      </a:lnTo>
                      <a:lnTo>
                        <a:pt x="272" y="258"/>
                      </a:lnTo>
                      <a:lnTo>
                        <a:pt x="274" y="236"/>
                      </a:lnTo>
                      <a:lnTo>
                        <a:pt x="278" y="236"/>
                      </a:lnTo>
                      <a:lnTo>
                        <a:pt x="280" y="238"/>
                      </a:lnTo>
                      <a:lnTo>
                        <a:pt x="282" y="240"/>
                      </a:lnTo>
                      <a:lnTo>
                        <a:pt x="282" y="246"/>
                      </a:lnTo>
                      <a:lnTo>
                        <a:pt x="280" y="24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0" name="Freeform 139"/>
                <p:cNvSpPr>
                  <a:spLocks/>
                </p:cNvSpPr>
                <p:nvPr/>
              </p:nvSpPr>
              <p:spPr bwMode="auto">
                <a:xfrm>
                  <a:off x="3882332" y="3839514"/>
                  <a:ext cx="339041" cy="366135"/>
                </a:xfrm>
                <a:custGeom>
                  <a:avLst/>
                  <a:gdLst>
                    <a:gd name="T0" fmla="*/ 282257514 w 202"/>
                    <a:gd name="T1" fmla="*/ 10080625 h 216"/>
                    <a:gd name="T2" fmla="*/ 317539691 w 202"/>
                    <a:gd name="T3" fmla="*/ 5040313 h 216"/>
                    <a:gd name="T4" fmla="*/ 327620313 w 202"/>
                    <a:gd name="T5" fmla="*/ 10080625 h 216"/>
                    <a:gd name="T6" fmla="*/ 403224977 w 202"/>
                    <a:gd name="T7" fmla="*/ 15120939 h 216"/>
                    <a:gd name="T8" fmla="*/ 433466942 w 202"/>
                    <a:gd name="T9" fmla="*/ 30241879 h 216"/>
                    <a:gd name="T10" fmla="*/ 443547564 w 202"/>
                    <a:gd name="T11" fmla="*/ 45362812 h 216"/>
                    <a:gd name="T12" fmla="*/ 463708808 w 202"/>
                    <a:gd name="T13" fmla="*/ 100806246 h 216"/>
                    <a:gd name="T14" fmla="*/ 463708808 w 202"/>
                    <a:gd name="T15" fmla="*/ 156249693 h 216"/>
                    <a:gd name="T16" fmla="*/ 473789430 w 202"/>
                    <a:gd name="T17" fmla="*/ 226814098 h 216"/>
                    <a:gd name="T18" fmla="*/ 473789430 w 202"/>
                    <a:gd name="T19" fmla="*/ 307459075 h 216"/>
                    <a:gd name="T20" fmla="*/ 453628186 w 202"/>
                    <a:gd name="T21" fmla="*/ 372983119 h 216"/>
                    <a:gd name="T22" fmla="*/ 453628186 w 202"/>
                    <a:gd name="T23" fmla="*/ 393144363 h 216"/>
                    <a:gd name="T24" fmla="*/ 473789430 w 202"/>
                    <a:gd name="T25" fmla="*/ 443547573 h 216"/>
                    <a:gd name="T26" fmla="*/ 493950674 w 202"/>
                    <a:gd name="T27" fmla="*/ 453628195 h 216"/>
                    <a:gd name="T28" fmla="*/ 483870052 w 202"/>
                    <a:gd name="T29" fmla="*/ 453628195 h 216"/>
                    <a:gd name="T30" fmla="*/ 463708808 w 202"/>
                    <a:gd name="T31" fmla="*/ 453628195 h 216"/>
                    <a:gd name="T32" fmla="*/ 473789430 w 202"/>
                    <a:gd name="T33" fmla="*/ 478829751 h 216"/>
                    <a:gd name="T34" fmla="*/ 498990985 w 202"/>
                    <a:gd name="T35" fmla="*/ 493950684 h 216"/>
                    <a:gd name="T36" fmla="*/ 509071607 w 202"/>
                    <a:gd name="T37" fmla="*/ 488910373 h 216"/>
                    <a:gd name="T38" fmla="*/ 493950674 w 202"/>
                    <a:gd name="T39" fmla="*/ 534273172 h 216"/>
                    <a:gd name="T40" fmla="*/ 473789430 w 202"/>
                    <a:gd name="T41" fmla="*/ 544353795 h 216"/>
                    <a:gd name="T42" fmla="*/ 453628186 w 202"/>
                    <a:gd name="T43" fmla="*/ 544353795 h 216"/>
                    <a:gd name="T44" fmla="*/ 418346010 w 202"/>
                    <a:gd name="T45" fmla="*/ 534273172 h 216"/>
                    <a:gd name="T46" fmla="*/ 398184666 w 202"/>
                    <a:gd name="T47" fmla="*/ 509071617 h 216"/>
                    <a:gd name="T48" fmla="*/ 398184666 w 202"/>
                    <a:gd name="T49" fmla="*/ 493950684 h 216"/>
                    <a:gd name="T50" fmla="*/ 388104044 w 202"/>
                    <a:gd name="T51" fmla="*/ 478829751 h 216"/>
                    <a:gd name="T52" fmla="*/ 352821868 w 202"/>
                    <a:gd name="T53" fmla="*/ 468749128 h 216"/>
                    <a:gd name="T54" fmla="*/ 337700935 w 202"/>
                    <a:gd name="T55" fmla="*/ 453628195 h 216"/>
                    <a:gd name="T56" fmla="*/ 196572178 w 202"/>
                    <a:gd name="T57" fmla="*/ 453628195 h 216"/>
                    <a:gd name="T58" fmla="*/ 176410934 w 202"/>
                    <a:gd name="T59" fmla="*/ 478829751 h 216"/>
                    <a:gd name="T60" fmla="*/ 176410934 w 202"/>
                    <a:gd name="T61" fmla="*/ 504031306 h 216"/>
                    <a:gd name="T62" fmla="*/ 171370623 w 202"/>
                    <a:gd name="T63" fmla="*/ 524192550 h 216"/>
                    <a:gd name="T64" fmla="*/ 151209379 w 202"/>
                    <a:gd name="T65" fmla="*/ 534273172 h 216"/>
                    <a:gd name="T66" fmla="*/ 141128757 w 202"/>
                    <a:gd name="T67" fmla="*/ 539313484 h 216"/>
                    <a:gd name="T68" fmla="*/ 120967513 w 202"/>
                    <a:gd name="T69" fmla="*/ 534273172 h 216"/>
                    <a:gd name="T70" fmla="*/ 70564378 w 202"/>
                    <a:gd name="T71" fmla="*/ 544353795 h 216"/>
                    <a:gd name="T72" fmla="*/ 35282189 w 202"/>
                    <a:gd name="T73" fmla="*/ 529232861 h 216"/>
                    <a:gd name="T74" fmla="*/ 15120939 w 202"/>
                    <a:gd name="T75" fmla="*/ 493950684 h 216"/>
                    <a:gd name="T76" fmla="*/ 0 w 202"/>
                    <a:gd name="T77" fmla="*/ 473789440 h 216"/>
                    <a:gd name="T78" fmla="*/ 30241878 w 202"/>
                    <a:gd name="T79" fmla="*/ 478829751 h 216"/>
                    <a:gd name="T80" fmla="*/ 35282189 w 202"/>
                    <a:gd name="T81" fmla="*/ 473789440 h 216"/>
                    <a:gd name="T82" fmla="*/ 45362811 w 202"/>
                    <a:gd name="T83" fmla="*/ 458668506 h 216"/>
                    <a:gd name="T84" fmla="*/ 65524068 w 202"/>
                    <a:gd name="T85" fmla="*/ 433466951 h 216"/>
                    <a:gd name="T86" fmla="*/ 60483757 w 202"/>
                    <a:gd name="T87" fmla="*/ 398184674 h 216"/>
                    <a:gd name="T88" fmla="*/ 55443446 w 202"/>
                    <a:gd name="T89" fmla="*/ 367942808 h 216"/>
                    <a:gd name="T90" fmla="*/ 45362811 w 202"/>
                    <a:gd name="T91" fmla="*/ 312499386 h 216"/>
                    <a:gd name="T92" fmla="*/ 55443446 w 202"/>
                    <a:gd name="T93" fmla="*/ 267136586 h 216"/>
                    <a:gd name="T94" fmla="*/ 80645000 w 202"/>
                    <a:gd name="T95" fmla="*/ 196572182 h 216"/>
                    <a:gd name="T96" fmla="*/ 90725622 w 202"/>
                    <a:gd name="T97" fmla="*/ 171370626 h 216"/>
                    <a:gd name="T98" fmla="*/ 120967513 w 202"/>
                    <a:gd name="T99" fmla="*/ 105846582 h 216"/>
                    <a:gd name="T100" fmla="*/ 181451245 w 202"/>
                    <a:gd name="T101" fmla="*/ 45362812 h 216"/>
                    <a:gd name="T102" fmla="*/ 236894715 w 202"/>
                    <a:gd name="T103" fmla="*/ 5040313 h 216"/>
                    <a:gd name="T104" fmla="*/ 272176892 w 202"/>
                    <a:gd name="T105" fmla="*/ 5040313 h 216"/>
                    <a:gd name="T106" fmla="*/ 282257514 w 202"/>
                    <a:gd name="T107" fmla="*/ 10080625 h 2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2"/>
                    <a:gd name="T163" fmla="*/ 0 h 216"/>
                    <a:gd name="T164" fmla="*/ 202 w 202"/>
                    <a:gd name="T165" fmla="*/ 216 h 2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2" h="216">
                      <a:moveTo>
                        <a:pt x="112" y="4"/>
                      </a:moveTo>
                      <a:lnTo>
                        <a:pt x="112" y="4"/>
                      </a:lnTo>
                      <a:lnTo>
                        <a:pt x="120" y="2"/>
                      </a:lnTo>
                      <a:lnTo>
                        <a:pt x="126" y="2"/>
                      </a:lnTo>
                      <a:lnTo>
                        <a:pt x="130" y="4"/>
                      </a:lnTo>
                      <a:lnTo>
                        <a:pt x="146" y="4"/>
                      </a:lnTo>
                      <a:lnTo>
                        <a:pt x="160" y="6"/>
                      </a:lnTo>
                      <a:lnTo>
                        <a:pt x="166" y="8"/>
                      </a:lnTo>
                      <a:lnTo>
                        <a:pt x="172" y="12"/>
                      </a:lnTo>
                      <a:lnTo>
                        <a:pt x="176" y="18"/>
                      </a:lnTo>
                      <a:lnTo>
                        <a:pt x="180" y="24"/>
                      </a:lnTo>
                      <a:lnTo>
                        <a:pt x="184" y="40"/>
                      </a:lnTo>
                      <a:lnTo>
                        <a:pt x="184" y="54"/>
                      </a:lnTo>
                      <a:lnTo>
                        <a:pt x="184" y="62"/>
                      </a:lnTo>
                      <a:lnTo>
                        <a:pt x="188" y="90"/>
                      </a:lnTo>
                      <a:lnTo>
                        <a:pt x="190" y="108"/>
                      </a:lnTo>
                      <a:lnTo>
                        <a:pt x="188" y="122"/>
                      </a:lnTo>
                      <a:lnTo>
                        <a:pt x="180" y="148"/>
                      </a:lnTo>
                      <a:lnTo>
                        <a:pt x="180" y="156"/>
                      </a:lnTo>
                      <a:lnTo>
                        <a:pt x="182" y="166"/>
                      </a:lnTo>
                      <a:lnTo>
                        <a:pt x="188" y="176"/>
                      </a:lnTo>
                      <a:lnTo>
                        <a:pt x="192" y="178"/>
                      </a:lnTo>
                      <a:lnTo>
                        <a:pt x="196" y="180"/>
                      </a:lnTo>
                      <a:lnTo>
                        <a:pt x="192" y="180"/>
                      </a:lnTo>
                      <a:lnTo>
                        <a:pt x="188" y="180"/>
                      </a:lnTo>
                      <a:lnTo>
                        <a:pt x="184" y="180"/>
                      </a:lnTo>
                      <a:lnTo>
                        <a:pt x="188" y="190"/>
                      </a:lnTo>
                      <a:lnTo>
                        <a:pt x="194" y="194"/>
                      </a:lnTo>
                      <a:lnTo>
                        <a:pt x="198" y="196"/>
                      </a:lnTo>
                      <a:lnTo>
                        <a:pt x="202" y="194"/>
                      </a:lnTo>
                      <a:lnTo>
                        <a:pt x="200" y="204"/>
                      </a:lnTo>
                      <a:lnTo>
                        <a:pt x="196" y="212"/>
                      </a:lnTo>
                      <a:lnTo>
                        <a:pt x="192" y="214"/>
                      </a:lnTo>
                      <a:lnTo>
                        <a:pt x="188" y="216"/>
                      </a:lnTo>
                      <a:lnTo>
                        <a:pt x="180" y="216"/>
                      </a:lnTo>
                      <a:lnTo>
                        <a:pt x="170" y="214"/>
                      </a:lnTo>
                      <a:lnTo>
                        <a:pt x="166" y="212"/>
                      </a:lnTo>
                      <a:lnTo>
                        <a:pt x="162" y="208"/>
                      </a:lnTo>
                      <a:lnTo>
                        <a:pt x="158" y="202"/>
                      </a:lnTo>
                      <a:lnTo>
                        <a:pt x="158" y="196"/>
                      </a:lnTo>
                      <a:lnTo>
                        <a:pt x="156" y="192"/>
                      </a:lnTo>
                      <a:lnTo>
                        <a:pt x="154" y="190"/>
                      </a:lnTo>
                      <a:lnTo>
                        <a:pt x="144" y="188"/>
                      </a:lnTo>
                      <a:lnTo>
                        <a:pt x="140" y="186"/>
                      </a:lnTo>
                      <a:lnTo>
                        <a:pt x="136" y="184"/>
                      </a:lnTo>
                      <a:lnTo>
                        <a:pt x="134" y="180"/>
                      </a:lnTo>
                      <a:lnTo>
                        <a:pt x="134" y="176"/>
                      </a:lnTo>
                      <a:lnTo>
                        <a:pt x="78" y="180"/>
                      </a:lnTo>
                      <a:lnTo>
                        <a:pt x="70" y="190"/>
                      </a:lnTo>
                      <a:lnTo>
                        <a:pt x="70" y="194"/>
                      </a:lnTo>
                      <a:lnTo>
                        <a:pt x="70" y="200"/>
                      </a:lnTo>
                      <a:lnTo>
                        <a:pt x="70" y="206"/>
                      </a:lnTo>
                      <a:lnTo>
                        <a:pt x="68" y="208"/>
                      </a:lnTo>
                      <a:lnTo>
                        <a:pt x="64" y="212"/>
                      </a:lnTo>
                      <a:lnTo>
                        <a:pt x="60" y="212"/>
                      </a:lnTo>
                      <a:lnTo>
                        <a:pt x="56" y="214"/>
                      </a:lnTo>
                      <a:lnTo>
                        <a:pt x="48" y="212"/>
                      </a:lnTo>
                      <a:lnTo>
                        <a:pt x="42" y="214"/>
                      </a:lnTo>
                      <a:lnTo>
                        <a:pt x="28" y="216"/>
                      </a:lnTo>
                      <a:lnTo>
                        <a:pt x="22" y="214"/>
                      </a:lnTo>
                      <a:lnTo>
                        <a:pt x="14" y="210"/>
                      </a:lnTo>
                      <a:lnTo>
                        <a:pt x="8" y="204"/>
                      </a:lnTo>
                      <a:lnTo>
                        <a:pt x="6" y="196"/>
                      </a:lnTo>
                      <a:lnTo>
                        <a:pt x="0" y="188"/>
                      </a:lnTo>
                      <a:lnTo>
                        <a:pt x="6" y="190"/>
                      </a:lnTo>
                      <a:lnTo>
                        <a:pt x="12" y="190"/>
                      </a:lnTo>
                      <a:lnTo>
                        <a:pt x="14" y="190"/>
                      </a:lnTo>
                      <a:lnTo>
                        <a:pt x="14" y="188"/>
                      </a:lnTo>
                      <a:lnTo>
                        <a:pt x="18" y="182"/>
                      </a:lnTo>
                      <a:lnTo>
                        <a:pt x="24" y="178"/>
                      </a:lnTo>
                      <a:lnTo>
                        <a:pt x="26" y="172"/>
                      </a:lnTo>
                      <a:lnTo>
                        <a:pt x="26" y="166"/>
                      </a:lnTo>
                      <a:lnTo>
                        <a:pt x="24" y="158"/>
                      </a:lnTo>
                      <a:lnTo>
                        <a:pt x="22" y="146"/>
                      </a:lnTo>
                      <a:lnTo>
                        <a:pt x="18" y="134"/>
                      </a:lnTo>
                      <a:lnTo>
                        <a:pt x="18" y="124"/>
                      </a:lnTo>
                      <a:lnTo>
                        <a:pt x="18" y="114"/>
                      </a:lnTo>
                      <a:lnTo>
                        <a:pt x="22" y="106"/>
                      </a:lnTo>
                      <a:lnTo>
                        <a:pt x="30" y="88"/>
                      </a:lnTo>
                      <a:lnTo>
                        <a:pt x="32" y="78"/>
                      </a:lnTo>
                      <a:lnTo>
                        <a:pt x="36" y="68"/>
                      </a:lnTo>
                      <a:lnTo>
                        <a:pt x="40" y="56"/>
                      </a:lnTo>
                      <a:lnTo>
                        <a:pt x="48" y="42"/>
                      </a:lnTo>
                      <a:lnTo>
                        <a:pt x="60" y="30"/>
                      </a:lnTo>
                      <a:lnTo>
                        <a:pt x="72" y="18"/>
                      </a:lnTo>
                      <a:lnTo>
                        <a:pt x="84" y="10"/>
                      </a:lnTo>
                      <a:lnTo>
                        <a:pt x="94" y="2"/>
                      </a:lnTo>
                      <a:lnTo>
                        <a:pt x="104" y="0"/>
                      </a:lnTo>
                      <a:lnTo>
                        <a:pt x="108" y="2"/>
                      </a:lnTo>
                      <a:lnTo>
                        <a:pt x="112" y="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1" name="Freeform 141"/>
                <p:cNvSpPr>
                  <a:spLocks/>
                </p:cNvSpPr>
                <p:nvPr/>
              </p:nvSpPr>
              <p:spPr bwMode="auto">
                <a:xfrm>
                  <a:off x="3999346" y="3881529"/>
                  <a:ext cx="174022" cy="249093"/>
                </a:xfrm>
                <a:custGeom>
                  <a:avLst/>
                  <a:gdLst>
                    <a:gd name="T0" fmla="*/ 231854407 w 106"/>
                    <a:gd name="T1" fmla="*/ 50403117 h 150"/>
                    <a:gd name="T2" fmla="*/ 231854407 w 106"/>
                    <a:gd name="T3" fmla="*/ 50403117 h 150"/>
                    <a:gd name="T4" fmla="*/ 246975341 w 106"/>
                    <a:gd name="T5" fmla="*/ 85685302 h 150"/>
                    <a:gd name="T6" fmla="*/ 262096274 w 106"/>
                    <a:gd name="T7" fmla="*/ 115927190 h 150"/>
                    <a:gd name="T8" fmla="*/ 267136585 w 106"/>
                    <a:gd name="T9" fmla="*/ 141128742 h 150"/>
                    <a:gd name="T10" fmla="*/ 267136585 w 106"/>
                    <a:gd name="T11" fmla="*/ 141128742 h 150"/>
                    <a:gd name="T12" fmla="*/ 267136585 w 106"/>
                    <a:gd name="T13" fmla="*/ 186491536 h 150"/>
                    <a:gd name="T14" fmla="*/ 267136585 w 106"/>
                    <a:gd name="T15" fmla="*/ 186491536 h 150"/>
                    <a:gd name="T16" fmla="*/ 257055963 w 106"/>
                    <a:gd name="T17" fmla="*/ 241935001 h 150"/>
                    <a:gd name="T18" fmla="*/ 252015652 w 106"/>
                    <a:gd name="T19" fmla="*/ 277217174 h 150"/>
                    <a:gd name="T20" fmla="*/ 241935030 w 106"/>
                    <a:gd name="T21" fmla="*/ 302418726 h 150"/>
                    <a:gd name="T22" fmla="*/ 241935030 w 106"/>
                    <a:gd name="T23" fmla="*/ 302418726 h 150"/>
                    <a:gd name="T24" fmla="*/ 201612492 w 106"/>
                    <a:gd name="T25" fmla="*/ 367942762 h 150"/>
                    <a:gd name="T26" fmla="*/ 201612492 w 106"/>
                    <a:gd name="T27" fmla="*/ 367942762 h 150"/>
                    <a:gd name="T28" fmla="*/ 191531869 w 106"/>
                    <a:gd name="T29" fmla="*/ 372983072 h 150"/>
                    <a:gd name="T30" fmla="*/ 176410936 w 106"/>
                    <a:gd name="T31" fmla="*/ 378023383 h 150"/>
                    <a:gd name="T32" fmla="*/ 161290003 w 106"/>
                    <a:gd name="T33" fmla="*/ 378023383 h 150"/>
                    <a:gd name="T34" fmla="*/ 161290003 w 106"/>
                    <a:gd name="T35" fmla="*/ 378023383 h 150"/>
                    <a:gd name="T36" fmla="*/ 136088448 w 106"/>
                    <a:gd name="T37" fmla="*/ 372983072 h 150"/>
                    <a:gd name="T38" fmla="*/ 105846582 w 106"/>
                    <a:gd name="T39" fmla="*/ 362902452 h 150"/>
                    <a:gd name="T40" fmla="*/ 65524068 w 106"/>
                    <a:gd name="T41" fmla="*/ 342741210 h 150"/>
                    <a:gd name="T42" fmla="*/ 65524068 w 106"/>
                    <a:gd name="T43" fmla="*/ 342741210 h 150"/>
                    <a:gd name="T44" fmla="*/ 40322501 w 106"/>
                    <a:gd name="T45" fmla="*/ 332660589 h 150"/>
                    <a:gd name="T46" fmla="*/ 20161250 w 106"/>
                    <a:gd name="T47" fmla="*/ 317539658 h 150"/>
                    <a:gd name="T48" fmla="*/ 10080625 w 106"/>
                    <a:gd name="T49" fmla="*/ 307459037 h 150"/>
                    <a:gd name="T50" fmla="*/ 5040313 w 106"/>
                    <a:gd name="T51" fmla="*/ 297378416 h 150"/>
                    <a:gd name="T52" fmla="*/ 5040313 w 106"/>
                    <a:gd name="T53" fmla="*/ 297378416 h 150"/>
                    <a:gd name="T54" fmla="*/ 0 w 106"/>
                    <a:gd name="T55" fmla="*/ 262096243 h 150"/>
                    <a:gd name="T56" fmla="*/ 0 w 106"/>
                    <a:gd name="T57" fmla="*/ 246975311 h 150"/>
                    <a:gd name="T58" fmla="*/ 0 w 106"/>
                    <a:gd name="T59" fmla="*/ 246975311 h 150"/>
                    <a:gd name="T60" fmla="*/ 10080625 w 106"/>
                    <a:gd name="T61" fmla="*/ 206652778 h 150"/>
                    <a:gd name="T62" fmla="*/ 15120939 w 106"/>
                    <a:gd name="T63" fmla="*/ 166330294 h 150"/>
                    <a:gd name="T64" fmla="*/ 20161250 w 106"/>
                    <a:gd name="T65" fmla="*/ 126007811 h 150"/>
                    <a:gd name="T66" fmla="*/ 20161250 w 106"/>
                    <a:gd name="T67" fmla="*/ 126007811 h 150"/>
                    <a:gd name="T68" fmla="*/ 20161250 w 106"/>
                    <a:gd name="T69" fmla="*/ 105846569 h 150"/>
                    <a:gd name="T70" fmla="*/ 25201561 w 106"/>
                    <a:gd name="T71" fmla="*/ 85685302 h 150"/>
                    <a:gd name="T72" fmla="*/ 40322501 w 106"/>
                    <a:gd name="T73" fmla="*/ 65524061 h 150"/>
                    <a:gd name="T74" fmla="*/ 50403123 w 106"/>
                    <a:gd name="T75" fmla="*/ 45362806 h 150"/>
                    <a:gd name="T76" fmla="*/ 65524068 w 106"/>
                    <a:gd name="T77" fmla="*/ 30241875 h 150"/>
                    <a:gd name="T78" fmla="*/ 85685313 w 106"/>
                    <a:gd name="T79" fmla="*/ 15120938 h 150"/>
                    <a:gd name="T80" fmla="*/ 100806246 w 106"/>
                    <a:gd name="T81" fmla="*/ 5040312 h 150"/>
                    <a:gd name="T82" fmla="*/ 120967515 w 106"/>
                    <a:gd name="T83" fmla="*/ 0 h 150"/>
                    <a:gd name="T84" fmla="*/ 120967515 w 106"/>
                    <a:gd name="T85" fmla="*/ 0 h 150"/>
                    <a:gd name="T86" fmla="*/ 156249692 w 106"/>
                    <a:gd name="T87" fmla="*/ 5040312 h 150"/>
                    <a:gd name="T88" fmla="*/ 186491558 w 106"/>
                    <a:gd name="T89" fmla="*/ 15120938 h 150"/>
                    <a:gd name="T90" fmla="*/ 211693163 w 106"/>
                    <a:gd name="T91" fmla="*/ 30241875 h 150"/>
                    <a:gd name="T92" fmla="*/ 231854407 w 106"/>
                    <a:gd name="T93" fmla="*/ 50403117 h 150"/>
                    <a:gd name="T94" fmla="*/ 231854407 w 106"/>
                    <a:gd name="T95" fmla="*/ 50403117 h 1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6"/>
                    <a:gd name="T145" fmla="*/ 0 h 150"/>
                    <a:gd name="T146" fmla="*/ 106 w 106"/>
                    <a:gd name="T147" fmla="*/ 150 h 1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6" h="150">
                      <a:moveTo>
                        <a:pt x="92" y="20"/>
                      </a:moveTo>
                      <a:lnTo>
                        <a:pt x="92" y="20"/>
                      </a:lnTo>
                      <a:lnTo>
                        <a:pt x="98" y="34"/>
                      </a:lnTo>
                      <a:lnTo>
                        <a:pt x="104" y="46"/>
                      </a:lnTo>
                      <a:lnTo>
                        <a:pt x="106" y="56"/>
                      </a:lnTo>
                      <a:lnTo>
                        <a:pt x="106" y="74"/>
                      </a:lnTo>
                      <a:lnTo>
                        <a:pt x="102" y="96"/>
                      </a:lnTo>
                      <a:lnTo>
                        <a:pt x="100" y="110"/>
                      </a:lnTo>
                      <a:lnTo>
                        <a:pt x="96" y="120"/>
                      </a:lnTo>
                      <a:lnTo>
                        <a:pt x="80" y="146"/>
                      </a:lnTo>
                      <a:lnTo>
                        <a:pt x="76" y="148"/>
                      </a:lnTo>
                      <a:lnTo>
                        <a:pt x="70" y="150"/>
                      </a:lnTo>
                      <a:lnTo>
                        <a:pt x="64" y="150"/>
                      </a:lnTo>
                      <a:lnTo>
                        <a:pt x="54" y="148"/>
                      </a:lnTo>
                      <a:lnTo>
                        <a:pt x="42" y="144"/>
                      </a:lnTo>
                      <a:lnTo>
                        <a:pt x="26" y="136"/>
                      </a:lnTo>
                      <a:lnTo>
                        <a:pt x="16" y="132"/>
                      </a:lnTo>
                      <a:lnTo>
                        <a:pt x="8" y="126"/>
                      </a:lnTo>
                      <a:lnTo>
                        <a:pt x="4" y="122"/>
                      </a:lnTo>
                      <a:lnTo>
                        <a:pt x="2" y="118"/>
                      </a:lnTo>
                      <a:lnTo>
                        <a:pt x="0" y="104"/>
                      </a:lnTo>
                      <a:lnTo>
                        <a:pt x="0" y="98"/>
                      </a:lnTo>
                      <a:lnTo>
                        <a:pt x="4" y="82"/>
                      </a:lnTo>
                      <a:lnTo>
                        <a:pt x="6" y="66"/>
                      </a:lnTo>
                      <a:lnTo>
                        <a:pt x="8" y="50"/>
                      </a:lnTo>
                      <a:lnTo>
                        <a:pt x="8" y="42"/>
                      </a:lnTo>
                      <a:lnTo>
                        <a:pt x="10" y="34"/>
                      </a:lnTo>
                      <a:lnTo>
                        <a:pt x="16" y="26"/>
                      </a:lnTo>
                      <a:lnTo>
                        <a:pt x="20" y="18"/>
                      </a:lnTo>
                      <a:lnTo>
                        <a:pt x="26" y="12"/>
                      </a:lnTo>
                      <a:lnTo>
                        <a:pt x="34" y="6"/>
                      </a:lnTo>
                      <a:lnTo>
                        <a:pt x="40" y="2"/>
                      </a:lnTo>
                      <a:lnTo>
                        <a:pt x="48" y="0"/>
                      </a:lnTo>
                      <a:lnTo>
                        <a:pt x="62" y="2"/>
                      </a:lnTo>
                      <a:lnTo>
                        <a:pt x="74" y="6"/>
                      </a:lnTo>
                      <a:lnTo>
                        <a:pt x="84" y="12"/>
                      </a:lnTo>
                      <a:lnTo>
                        <a:pt x="92" y="20"/>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2" name="Freeform 142"/>
                <p:cNvSpPr>
                  <a:spLocks/>
                </p:cNvSpPr>
                <p:nvPr/>
              </p:nvSpPr>
              <p:spPr bwMode="auto">
                <a:xfrm>
                  <a:off x="3903334" y="4739846"/>
                  <a:ext cx="207027" cy="147055"/>
                </a:xfrm>
                <a:custGeom>
                  <a:avLst/>
                  <a:gdLst>
                    <a:gd name="T0" fmla="*/ 126007831 w 124"/>
                    <a:gd name="T1" fmla="*/ 40322498 h 88"/>
                    <a:gd name="T2" fmla="*/ 211693172 w 124"/>
                    <a:gd name="T3" fmla="*/ 5040312 h 88"/>
                    <a:gd name="T4" fmla="*/ 246975351 w 124"/>
                    <a:gd name="T5" fmla="*/ 0 h 88"/>
                    <a:gd name="T6" fmla="*/ 267136596 w 124"/>
                    <a:gd name="T7" fmla="*/ 10080625 h 88"/>
                    <a:gd name="T8" fmla="*/ 267136596 w 124"/>
                    <a:gd name="T9" fmla="*/ 15120938 h 88"/>
                    <a:gd name="T10" fmla="*/ 191531877 w 124"/>
                    <a:gd name="T11" fmla="*/ 50403120 h 88"/>
                    <a:gd name="T12" fmla="*/ 166330321 w 124"/>
                    <a:gd name="T13" fmla="*/ 65524065 h 88"/>
                    <a:gd name="T14" fmla="*/ 216733483 w 124"/>
                    <a:gd name="T15" fmla="*/ 65524065 h 88"/>
                    <a:gd name="T16" fmla="*/ 302418775 w 124"/>
                    <a:gd name="T17" fmla="*/ 75604686 h 88"/>
                    <a:gd name="T18" fmla="*/ 307459086 w 124"/>
                    <a:gd name="T19" fmla="*/ 80644997 h 88"/>
                    <a:gd name="T20" fmla="*/ 312499397 w 124"/>
                    <a:gd name="T21" fmla="*/ 90725618 h 88"/>
                    <a:gd name="T22" fmla="*/ 302418775 w 124"/>
                    <a:gd name="T23" fmla="*/ 95765929 h 88"/>
                    <a:gd name="T24" fmla="*/ 262096285 w 124"/>
                    <a:gd name="T25" fmla="*/ 100806240 h 88"/>
                    <a:gd name="T26" fmla="*/ 176410944 w 124"/>
                    <a:gd name="T27" fmla="*/ 110886886 h 88"/>
                    <a:gd name="T28" fmla="*/ 241935040 w 124"/>
                    <a:gd name="T29" fmla="*/ 110886886 h 88"/>
                    <a:gd name="T30" fmla="*/ 277217218 w 124"/>
                    <a:gd name="T31" fmla="*/ 110886886 h 88"/>
                    <a:gd name="T32" fmla="*/ 297378464 w 124"/>
                    <a:gd name="T33" fmla="*/ 120967508 h 88"/>
                    <a:gd name="T34" fmla="*/ 297378464 w 124"/>
                    <a:gd name="T35" fmla="*/ 126007818 h 88"/>
                    <a:gd name="T36" fmla="*/ 287297841 w 124"/>
                    <a:gd name="T37" fmla="*/ 141128751 h 88"/>
                    <a:gd name="T38" fmla="*/ 277217218 w 124"/>
                    <a:gd name="T39" fmla="*/ 141128751 h 88"/>
                    <a:gd name="T40" fmla="*/ 146169076 w 124"/>
                    <a:gd name="T41" fmla="*/ 156249683 h 88"/>
                    <a:gd name="T42" fmla="*/ 191531877 w 124"/>
                    <a:gd name="T43" fmla="*/ 166330304 h 88"/>
                    <a:gd name="T44" fmla="*/ 221773795 w 124"/>
                    <a:gd name="T45" fmla="*/ 161289994 h 88"/>
                    <a:gd name="T46" fmla="*/ 236894728 w 124"/>
                    <a:gd name="T47" fmla="*/ 161289994 h 88"/>
                    <a:gd name="T48" fmla="*/ 246975351 w 124"/>
                    <a:gd name="T49" fmla="*/ 171370615 h 88"/>
                    <a:gd name="T50" fmla="*/ 241935040 w 124"/>
                    <a:gd name="T51" fmla="*/ 181451237 h 88"/>
                    <a:gd name="T52" fmla="*/ 216733483 w 124"/>
                    <a:gd name="T53" fmla="*/ 186491547 h 88"/>
                    <a:gd name="T54" fmla="*/ 136088454 w 124"/>
                    <a:gd name="T55" fmla="*/ 191531858 h 88"/>
                    <a:gd name="T56" fmla="*/ 100806250 w 124"/>
                    <a:gd name="T57" fmla="*/ 201612480 h 88"/>
                    <a:gd name="T58" fmla="*/ 65524071 w 124"/>
                    <a:gd name="T59" fmla="*/ 216733462 h 88"/>
                    <a:gd name="T60" fmla="*/ 0 w 124"/>
                    <a:gd name="T61" fmla="*/ 221773772 h 88"/>
                    <a:gd name="T62" fmla="*/ 30241880 w 124"/>
                    <a:gd name="T63" fmla="*/ 171370615 h 88"/>
                    <a:gd name="T64" fmla="*/ 60483760 w 124"/>
                    <a:gd name="T65" fmla="*/ 105846575 h 88"/>
                    <a:gd name="T66" fmla="*/ 65524071 w 124"/>
                    <a:gd name="T67" fmla="*/ 80644997 h 88"/>
                    <a:gd name="T68" fmla="*/ 100806250 w 124"/>
                    <a:gd name="T69" fmla="*/ 50403120 h 88"/>
                    <a:gd name="T70" fmla="*/ 126007831 w 124"/>
                    <a:gd name="T71" fmla="*/ 40322498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4"/>
                    <a:gd name="T109" fmla="*/ 0 h 88"/>
                    <a:gd name="T110" fmla="*/ 124 w 124"/>
                    <a:gd name="T111" fmla="*/ 88 h 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4" h="88">
                      <a:moveTo>
                        <a:pt x="50" y="16"/>
                      </a:moveTo>
                      <a:lnTo>
                        <a:pt x="50" y="16"/>
                      </a:lnTo>
                      <a:lnTo>
                        <a:pt x="72" y="6"/>
                      </a:lnTo>
                      <a:lnTo>
                        <a:pt x="84" y="2"/>
                      </a:lnTo>
                      <a:lnTo>
                        <a:pt x="98" y="0"/>
                      </a:lnTo>
                      <a:lnTo>
                        <a:pt x="104" y="2"/>
                      </a:lnTo>
                      <a:lnTo>
                        <a:pt x="106" y="4"/>
                      </a:lnTo>
                      <a:lnTo>
                        <a:pt x="106" y="6"/>
                      </a:lnTo>
                      <a:lnTo>
                        <a:pt x="98" y="10"/>
                      </a:lnTo>
                      <a:lnTo>
                        <a:pt x="76" y="20"/>
                      </a:lnTo>
                      <a:lnTo>
                        <a:pt x="66" y="26"/>
                      </a:lnTo>
                      <a:lnTo>
                        <a:pt x="86" y="26"/>
                      </a:lnTo>
                      <a:lnTo>
                        <a:pt x="104" y="28"/>
                      </a:lnTo>
                      <a:lnTo>
                        <a:pt x="120" y="30"/>
                      </a:lnTo>
                      <a:lnTo>
                        <a:pt x="122" y="32"/>
                      </a:lnTo>
                      <a:lnTo>
                        <a:pt x="124" y="34"/>
                      </a:lnTo>
                      <a:lnTo>
                        <a:pt x="124" y="36"/>
                      </a:lnTo>
                      <a:lnTo>
                        <a:pt x="120" y="38"/>
                      </a:lnTo>
                      <a:lnTo>
                        <a:pt x="112" y="40"/>
                      </a:lnTo>
                      <a:lnTo>
                        <a:pt x="104" y="40"/>
                      </a:lnTo>
                      <a:lnTo>
                        <a:pt x="92" y="40"/>
                      </a:lnTo>
                      <a:lnTo>
                        <a:pt x="70" y="44"/>
                      </a:lnTo>
                      <a:lnTo>
                        <a:pt x="96" y="44"/>
                      </a:lnTo>
                      <a:lnTo>
                        <a:pt x="110" y="44"/>
                      </a:lnTo>
                      <a:lnTo>
                        <a:pt x="114" y="46"/>
                      </a:lnTo>
                      <a:lnTo>
                        <a:pt x="118" y="48"/>
                      </a:lnTo>
                      <a:lnTo>
                        <a:pt x="118" y="50"/>
                      </a:lnTo>
                      <a:lnTo>
                        <a:pt x="116" y="54"/>
                      </a:lnTo>
                      <a:lnTo>
                        <a:pt x="114" y="56"/>
                      </a:lnTo>
                      <a:lnTo>
                        <a:pt x="110" y="56"/>
                      </a:lnTo>
                      <a:lnTo>
                        <a:pt x="62" y="60"/>
                      </a:lnTo>
                      <a:lnTo>
                        <a:pt x="58" y="62"/>
                      </a:lnTo>
                      <a:lnTo>
                        <a:pt x="76" y="66"/>
                      </a:lnTo>
                      <a:lnTo>
                        <a:pt x="88" y="64"/>
                      </a:lnTo>
                      <a:lnTo>
                        <a:pt x="94" y="64"/>
                      </a:lnTo>
                      <a:lnTo>
                        <a:pt x="96" y="66"/>
                      </a:lnTo>
                      <a:lnTo>
                        <a:pt x="98" y="68"/>
                      </a:lnTo>
                      <a:lnTo>
                        <a:pt x="96" y="72"/>
                      </a:lnTo>
                      <a:lnTo>
                        <a:pt x="92" y="74"/>
                      </a:lnTo>
                      <a:lnTo>
                        <a:pt x="86" y="74"/>
                      </a:lnTo>
                      <a:lnTo>
                        <a:pt x="54" y="76"/>
                      </a:lnTo>
                      <a:lnTo>
                        <a:pt x="40" y="80"/>
                      </a:lnTo>
                      <a:lnTo>
                        <a:pt x="26" y="86"/>
                      </a:lnTo>
                      <a:lnTo>
                        <a:pt x="14" y="88"/>
                      </a:lnTo>
                      <a:lnTo>
                        <a:pt x="0" y="88"/>
                      </a:lnTo>
                      <a:lnTo>
                        <a:pt x="12" y="68"/>
                      </a:lnTo>
                      <a:lnTo>
                        <a:pt x="22" y="50"/>
                      </a:lnTo>
                      <a:lnTo>
                        <a:pt x="24" y="42"/>
                      </a:lnTo>
                      <a:lnTo>
                        <a:pt x="26" y="32"/>
                      </a:lnTo>
                      <a:lnTo>
                        <a:pt x="32" y="26"/>
                      </a:lnTo>
                      <a:lnTo>
                        <a:pt x="40" y="20"/>
                      </a:lnTo>
                      <a:lnTo>
                        <a:pt x="50" y="1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3" name="Freeform 143"/>
                <p:cNvSpPr>
                  <a:spLocks noEditPoints="1"/>
                </p:cNvSpPr>
                <p:nvPr/>
              </p:nvSpPr>
              <p:spPr bwMode="auto">
                <a:xfrm>
                  <a:off x="3876332" y="5385085"/>
                  <a:ext cx="558069" cy="684253"/>
                </a:xfrm>
                <a:custGeom>
                  <a:avLst/>
                  <a:gdLst>
                    <a:gd name="T0" fmla="*/ 186491543 w 330"/>
                    <a:gd name="T1" fmla="*/ 866933887 h 408"/>
                    <a:gd name="T2" fmla="*/ 151209369 w 330"/>
                    <a:gd name="T3" fmla="*/ 730845292 h 408"/>
                    <a:gd name="T4" fmla="*/ 146169058 w 330"/>
                    <a:gd name="T5" fmla="*/ 720764670 h 408"/>
                    <a:gd name="T6" fmla="*/ 141128747 w 330"/>
                    <a:gd name="T7" fmla="*/ 690522804 h 408"/>
                    <a:gd name="T8" fmla="*/ 141128747 w 330"/>
                    <a:gd name="T9" fmla="*/ 589716584 h 408"/>
                    <a:gd name="T10" fmla="*/ 141128747 w 330"/>
                    <a:gd name="T11" fmla="*/ 554434408 h 408"/>
                    <a:gd name="T12" fmla="*/ 50403119 w 330"/>
                    <a:gd name="T13" fmla="*/ 55443446 h 408"/>
                    <a:gd name="T14" fmla="*/ 35282187 w 330"/>
                    <a:gd name="T15" fmla="*/ 80645001 h 408"/>
                    <a:gd name="T16" fmla="*/ 10080624 w 330"/>
                    <a:gd name="T17" fmla="*/ 156249690 h 408"/>
                    <a:gd name="T18" fmla="*/ 0 w 330"/>
                    <a:gd name="T19" fmla="*/ 282257515 h 408"/>
                    <a:gd name="T20" fmla="*/ 10080624 w 330"/>
                    <a:gd name="T21" fmla="*/ 403224979 h 408"/>
                    <a:gd name="T22" fmla="*/ 25201559 w 330"/>
                    <a:gd name="T23" fmla="*/ 493950676 h 408"/>
                    <a:gd name="T24" fmla="*/ 35282187 w 330"/>
                    <a:gd name="T25" fmla="*/ 599797206 h 408"/>
                    <a:gd name="T26" fmla="*/ 30241876 w 330"/>
                    <a:gd name="T27" fmla="*/ 670361560 h 408"/>
                    <a:gd name="T28" fmla="*/ 30241876 w 330"/>
                    <a:gd name="T29" fmla="*/ 665321249 h 408"/>
                    <a:gd name="T30" fmla="*/ 10080624 w 330"/>
                    <a:gd name="T31" fmla="*/ 801409646 h 408"/>
                    <a:gd name="T32" fmla="*/ 30241876 w 330"/>
                    <a:gd name="T33" fmla="*/ 806449957 h 408"/>
                    <a:gd name="T34" fmla="*/ 30241876 w 330"/>
                    <a:gd name="T35" fmla="*/ 801409646 h 408"/>
                    <a:gd name="T36" fmla="*/ 40322497 w 330"/>
                    <a:gd name="T37" fmla="*/ 846772644 h 408"/>
                    <a:gd name="T38" fmla="*/ 40322497 w 330"/>
                    <a:gd name="T39" fmla="*/ 907256375 h 408"/>
                    <a:gd name="T40" fmla="*/ 60483752 w 330"/>
                    <a:gd name="T41" fmla="*/ 972780418 h 408"/>
                    <a:gd name="T42" fmla="*/ 70564374 w 330"/>
                    <a:gd name="T43" fmla="*/ 992941662 h 408"/>
                    <a:gd name="T44" fmla="*/ 105846573 w 330"/>
                    <a:gd name="T45" fmla="*/ 1018143217 h 408"/>
                    <a:gd name="T46" fmla="*/ 146169058 w 330"/>
                    <a:gd name="T47" fmla="*/ 1028223839 h 408"/>
                    <a:gd name="T48" fmla="*/ 216733457 w 330"/>
                    <a:gd name="T49" fmla="*/ 1018143217 h 408"/>
                    <a:gd name="T50" fmla="*/ 236894699 w 330"/>
                    <a:gd name="T51" fmla="*/ 982861040 h 408"/>
                    <a:gd name="T52" fmla="*/ 236894699 w 330"/>
                    <a:gd name="T53" fmla="*/ 967740107 h 408"/>
                    <a:gd name="T54" fmla="*/ 216733457 w 330"/>
                    <a:gd name="T55" fmla="*/ 922377308 h 408"/>
                    <a:gd name="T56" fmla="*/ 821570832 w 330"/>
                    <a:gd name="T57" fmla="*/ 675401871 h 408"/>
                    <a:gd name="T58" fmla="*/ 816530521 w 330"/>
                    <a:gd name="T59" fmla="*/ 670361560 h 408"/>
                    <a:gd name="T60" fmla="*/ 801409589 w 330"/>
                    <a:gd name="T61" fmla="*/ 660280938 h 408"/>
                    <a:gd name="T62" fmla="*/ 751006483 w 330"/>
                    <a:gd name="T63" fmla="*/ 619958450 h 408"/>
                    <a:gd name="T64" fmla="*/ 735885551 w 330"/>
                    <a:gd name="T65" fmla="*/ 599797206 h 408"/>
                    <a:gd name="T66" fmla="*/ 715724309 w 330"/>
                    <a:gd name="T67" fmla="*/ 579635963 h 408"/>
                    <a:gd name="T68" fmla="*/ 690522756 w 330"/>
                    <a:gd name="T69" fmla="*/ 544353786 h 408"/>
                    <a:gd name="T70" fmla="*/ 675401824 w 330"/>
                    <a:gd name="T71" fmla="*/ 509071609 h 408"/>
                    <a:gd name="T72" fmla="*/ 660280892 w 330"/>
                    <a:gd name="T73" fmla="*/ 463708810 h 408"/>
                    <a:gd name="T74" fmla="*/ 478829709 w 330"/>
                    <a:gd name="T75" fmla="*/ 65524068 h 408"/>
                    <a:gd name="T76" fmla="*/ 483870019 w 330"/>
                    <a:gd name="T77" fmla="*/ 105846580 h 408"/>
                    <a:gd name="T78" fmla="*/ 483870019 w 330"/>
                    <a:gd name="T79" fmla="*/ 166330312 h 408"/>
                    <a:gd name="T80" fmla="*/ 504031262 w 330"/>
                    <a:gd name="T81" fmla="*/ 282257515 h 408"/>
                    <a:gd name="T82" fmla="*/ 534273126 w 330"/>
                    <a:gd name="T83" fmla="*/ 398184668 h 408"/>
                    <a:gd name="T84" fmla="*/ 534273126 w 330"/>
                    <a:gd name="T85" fmla="*/ 448587877 h 408"/>
                    <a:gd name="T86" fmla="*/ 529232815 w 330"/>
                    <a:gd name="T87" fmla="*/ 468749121 h 408"/>
                    <a:gd name="T88" fmla="*/ 509071573 w 330"/>
                    <a:gd name="T89" fmla="*/ 524192542 h 408"/>
                    <a:gd name="T90" fmla="*/ 509071573 w 330"/>
                    <a:gd name="T91" fmla="*/ 574595652 h 408"/>
                    <a:gd name="T92" fmla="*/ 514111883 w 330"/>
                    <a:gd name="T93" fmla="*/ 584676274 h 408"/>
                    <a:gd name="T94" fmla="*/ 524192505 w 330"/>
                    <a:gd name="T95" fmla="*/ 614918139 h 408"/>
                    <a:gd name="T96" fmla="*/ 534273126 w 330"/>
                    <a:gd name="T97" fmla="*/ 695563115 h 408"/>
                    <a:gd name="T98" fmla="*/ 559474679 w 330"/>
                    <a:gd name="T99" fmla="*/ 690522804 h 408"/>
                    <a:gd name="T100" fmla="*/ 564514990 w 330"/>
                    <a:gd name="T101" fmla="*/ 599797206 h 408"/>
                    <a:gd name="T102" fmla="*/ 594756853 w 330"/>
                    <a:gd name="T103" fmla="*/ 614918139 h 408"/>
                    <a:gd name="T104" fmla="*/ 614918096 w 330"/>
                    <a:gd name="T105" fmla="*/ 645160005 h 408"/>
                    <a:gd name="T106" fmla="*/ 619958407 w 330"/>
                    <a:gd name="T107" fmla="*/ 655240627 h 408"/>
                    <a:gd name="T108" fmla="*/ 650200270 w 330"/>
                    <a:gd name="T109" fmla="*/ 720764670 h 408"/>
                    <a:gd name="T110" fmla="*/ 660280892 w 330"/>
                    <a:gd name="T111" fmla="*/ 740925914 h 408"/>
                    <a:gd name="T112" fmla="*/ 690522756 w 330"/>
                    <a:gd name="T113" fmla="*/ 756046847 h 408"/>
                    <a:gd name="T114" fmla="*/ 811490211 w 330"/>
                    <a:gd name="T115" fmla="*/ 766127469 h 408"/>
                    <a:gd name="T116" fmla="*/ 816530521 w 330"/>
                    <a:gd name="T117" fmla="*/ 756046847 h 408"/>
                    <a:gd name="T118" fmla="*/ 826611143 w 330"/>
                    <a:gd name="T119" fmla="*/ 725804981 h 408"/>
                    <a:gd name="T120" fmla="*/ 831651453 w 330"/>
                    <a:gd name="T121" fmla="*/ 715724359 h 408"/>
                    <a:gd name="T122" fmla="*/ 821570832 w 330"/>
                    <a:gd name="T123" fmla="*/ 675401871 h 4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0"/>
                    <a:gd name="T187" fmla="*/ 0 h 408"/>
                    <a:gd name="T188" fmla="*/ 330 w 330"/>
                    <a:gd name="T189" fmla="*/ 408 h 4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0" h="408">
                      <a:moveTo>
                        <a:pt x="74" y="344"/>
                      </a:moveTo>
                      <a:lnTo>
                        <a:pt x="74" y="344"/>
                      </a:lnTo>
                      <a:lnTo>
                        <a:pt x="60" y="290"/>
                      </a:lnTo>
                      <a:lnTo>
                        <a:pt x="58" y="286"/>
                      </a:lnTo>
                      <a:lnTo>
                        <a:pt x="56" y="274"/>
                      </a:lnTo>
                      <a:lnTo>
                        <a:pt x="56" y="254"/>
                      </a:lnTo>
                      <a:lnTo>
                        <a:pt x="56" y="234"/>
                      </a:lnTo>
                      <a:lnTo>
                        <a:pt x="56" y="220"/>
                      </a:lnTo>
                      <a:lnTo>
                        <a:pt x="92" y="44"/>
                      </a:lnTo>
                      <a:lnTo>
                        <a:pt x="20" y="22"/>
                      </a:lnTo>
                      <a:lnTo>
                        <a:pt x="14" y="32"/>
                      </a:lnTo>
                      <a:lnTo>
                        <a:pt x="10" y="40"/>
                      </a:lnTo>
                      <a:lnTo>
                        <a:pt x="4" y="62"/>
                      </a:lnTo>
                      <a:lnTo>
                        <a:pt x="2" y="88"/>
                      </a:lnTo>
                      <a:lnTo>
                        <a:pt x="0" y="112"/>
                      </a:lnTo>
                      <a:lnTo>
                        <a:pt x="2" y="138"/>
                      </a:lnTo>
                      <a:lnTo>
                        <a:pt x="4" y="160"/>
                      </a:lnTo>
                      <a:lnTo>
                        <a:pt x="10" y="196"/>
                      </a:lnTo>
                      <a:lnTo>
                        <a:pt x="14" y="218"/>
                      </a:lnTo>
                      <a:lnTo>
                        <a:pt x="14" y="238"/>
                      </a:lnTo>
                      <a:lnTo>
                        <a:pt x="14" y="254"/>
                      </a:lnTo>
                      <a:lnTo>
                        <a:pt x="12" y="266"/>
                      </a:lnTo>
                      <a:lnTo>
                        <a:pt x="12" y="264"/>
                      </a:lnTo>
                      <a:lnTo>
                        <a:pt x="6" y="292"/>
                      </a:lnTo>
                      <a:lnTo>
                        <a:pt x="4" y="318"/>
                      </a:lnTo>
                      <a:lnTo>
                        <a:pt x="8" y="322"/>
                      </a:lnTo>
                      <a:lnTo>
                        <a:pt x="12" y="320"/>
                      </a:lnTo>
                      <a:lnTo>
                        <a:pt x="12" y="318"/>
                      </a:lnTo>
                      <a:lnTo>
                        <a:pt x="16" y="336"/>
                      </a:lnTo>
                      <a:lnTo>
                        <a:pt x="16" y="360"/>
                      </a:lnTo>
                      <a:lnTo>
                        <a:pt x="18" y="370"/>
                      </a:lnTo>
                      <a:lnTo>
                        <a:pt x="24" y="386"/>
                      </a:lnTo>
                      <a:lnTo>
                        <a:pt x="28" y="394"/>
                      </a:lnTo>
                      <a:lnTo>
                        <a:pt x="42" y="404"/>
                      </a:lnTo>
                      <a:lnTo>
                        <a:pt x="50" y="406"/>
                      </a:lnTo>
                      <a:lnTo>
                        <a:pt x="58" y="408"/>
                      </a:lnTo>
                      <a:lnTo>
                        <a:pt x="74" y="406"/>
                      </a:lnTo>
                      <a:lnTo>
                        <a:pt x="86" y="404"/>
                      </a:lnTo>
                      <a:lnTo>
                        <a:pt x="92" y="402"/>
                      </a:lnTo>
                      <a:lnTo>
                        <a:pt x="94" y="390"/>
                      </a:lnTo>
                      <a:lnTo>
                        <a:pt x="94" y="384"/>
                      </a:lnTo>
                      <a:lnTo>
                        <a:pt x="92" y="376"/>
                      </a:lnTo>
                      <a:lnTo>
                        <a:pt x="86" y="366"/>
                      </a:lnTo>
                      <a:lnTo>
                        <a:pt x="74" y="344"/>
                      </a:lnTo>
                      <a:close/>
                      <a:moveTo>
                        <a:pt x="326" y="268"/>
                      </a:moveTo>
                      <a:lnTo>
                        <a:pt x="326" y="268"/>
                      </a:lnTo>
                      <a:lnTo>
                        <a:pt x="324" y="266"/>
                      </a:lnTo>
                      <a:lnTo>
                        <a:pt x="318" y="262"/>
                      </a:lnTo>
                      <a:lnTo>
                        <a:pt x="310" y="254"/>
                      </a:lnTo>
                      <a:lnTo>
                        <a:pt x="298" y="246"/>
                      </a:lnTo>
                      <a:lnTo>
                        <a:pt x="292" y="238"/>
                      </a:lnTo>
                      <a:lnTo>
                        <a:pt x="284" y="230"/>
                      </a:lnTo>
                      <a:lnTo>
                        <a:pt x="280" y="224"/>
                      </a:lnTo>
                      <a:lnTo>
                        <a:pt x="274" y="216"/>
                      </a:lnTo>
                      <a:lnTo>
                        <a:pt x="268" y="202"/>
                      </a:lnTo>
                      <a:lnTo>
                        <a:pt x="262" y="184"/>
                      </a:lnTo>
                      <a:lnTo>
                        <a:pt x="260" y="0"/>
                      </a:lnTo>
                      <a:lnTo>
                        <a:pt x="190" y="26"/>
                      </a:lnTo>
                      <a:lnTo>
                        <a:pt x="192" y="42"/>
                      </a:lnTo>
                      <a:lnTo>
                        <a:pt x="192" y="66"/>
                      </a:lnTo>
                      <a:lnTo>
                        <a:pt x="194" y="82"/>
                      </a:lnTo>
                      <a:lnTo>
                        <a:pt x="200" y="112"/>
                      </a:lnTo>
                      <a:lnTo>
                        <a:pt x="212" y="158"/>
                      </a:lnTo>
                      <a:lnTo>
                        <a:pt x="212" y="178"/>
                      </a:lnTo>
                      <a:lnTo>
                        <a:pt x="210" y="186"/>
                      </a:lnTo>
                      <a:lnTo>
                        <a:pt x="206" y="194"/>
                      </a:lnTo>
                      <a:lnTo>
                        <a:pt x="202" y="208"/>
                      </a:lnTo>
                      <a:lnTo>
                        <a:pt x="200" y="222"/>
                      </a:lnTo>
                      <a:lnTo>
                        <a:pt x="202" y="228"/>
                      </a:lnTo>
                      <a:lnTo>
                        <a:pt x="204" y="232"/>
                      </a:lnTo>
                      <a:lnTo>
                        <a:pt x="206" y="238"/>
                      </a:lnTo>
                      <a:lnTo>
                        <a:pt x="208" y="244"/>
                      </a:lnTo>
                      <a:lnTo>
                        <a:pt x="210" y="258"/>
                      </a:lnTo>
                      <a:lnTo>
                        <a:pt x="212" y="276"/>
                      </a:lnTo>
                      <a:lnTo>
                        <a:pt x="218" y="278"/>
                      </a:lnTo>
                      <a:lnTo>
                        <a:pt x="222" y="274"/>
                      </a:lnTo>
                      <a:lnTo>
                        <a:pt x="218" y="232"/>
                      </a:lnTo>
                      <a:lnTo>
                        <a:pt x="224" y="238"/>
                      </a:lnTo>
                      <a:lnTo>
                        <a:pt x="236" y="244"/>
                      </a:lnTo>
                      <a:lnTo>
                        <a:pt x="242" y="250"/>
                      </a:lnTo>
                      <a:lnTo>
                        <a:pt x="244" y="256"/>
                      </a:lnTo>
                      <a:lnTo>
                        <a:pt x="246" y="260"/>
                      </a:lnTo>
                      <a:lnTo>
                        <a:pt x="252" y="276"/>
                      </a:lnTo>
                      <a:lnTo>
                        <a:pt x="258" y="286"/>
                      </a:lnTo>
                      <a:lnTo>
                        <a:pt x="262" y="294"/>
                      </a:lnTo>
                      <a:lnTo>
                        <a:pt x="266" y="298"/>
                      </a:lnTo>
                      <a:lnTo>
                        <a:pt x="274" y="300"/>
                      </a:lnTo>
                      <a:lnTo>
                        <a:pt x="294" y="302"/>
                      </a:lnTo>
                      <a:lnTo>
                        <a:pt x="322" y="304"/>
                      </a:lnTo>
                      <a:lnTo>
                        <a:pt x="324" y="300"/>
                      </a:lnTo>
                      <a:lnTo>
                        <a:pt x="326" y="296"/>
                      </a:lnTo>
                      <a:lnTo>
                        <a:pt x="328" y="288"/>
                      </a:lnTo>
                      <a:lnTo>
                        <a:pt x="330" y="284"/>
                      </a:lnTo>
                      <a:lnTo>
                        <a:pt x="328" y="276"/>
                      </a:lnTo>
                      <a:lnTo>
                        <a:pt x="326" y="26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4" name="Freeform 144"/>
                <p:cNvSpPr>
                  <a:spLocks/>
                </p:cNvSpPr>
                <p:nvPr/>
              </p:nvSpPr>
              <p:spPr bwMode="auto">
                <a:xfrm>
                  <a:off x="3612299" y="4175638"/>
                  <a:ext cx="333040" cy="723268"/>
                </a:xfrm>
                <a:custGeom>
                  <a:avLst/>
                  <a:gdLst>
                    <a:gd name="T0" fmla="*/ 418346010 w 202"/>
                    <a:gd name="T1" fmla="*/ 463708816 h 426"/>
                    <a:gd name="T2" fmla="*/ 352821868 w 202"/>
                    <a:gd name="T3" fmla="*/ 529232859 h 426"/>
                    <a:gd name="T4" fmla="*/ 327620313 w 202"/>
                    <a:gd name="T5" fmla="*/ 569555348 h 426"/>
                    <a:gd name="T6" fmla="*/ 297378447 w 202"/>
                    <a:gd name="T7" fmla="*/ 609877836 h 426"/>
                    <a:gd name="T8" fmla="*/ 231854404 w 202"/>
                    <a:gd name="T9" fmla="*/ 650200325 h 426"/>
                    <a:gd name="T10" fmla="*/ 221773782 w 202"/>
                    <a:gd name="T11" fmla="*/ 650200325 h 426"/>
                    <a:gd name="T12" fmla="*/ 216733471 w 202"/>
                    <a:gd name="T13" fmla="*/ 670361569 h 426"/>
                    <a:gd name="T14" fmla="*/ 226814093 w 202"/>
                    <a:gd name="T15" fmla="*/ 675401880 h 426"/>
                    <a:gd name="T16" fmla="*/ 236894715 w 202"/>
                    <a:gd name="T17" fmla="*/ 685482502 h 426"/>
                    <a:gd name="T18" fmla="*/ 246975337 w 202"/>
                    <a:gd name="T19" fmla="*/ 710684057 h 426"/>
                    <a:gd name="T20" fmla="*/ 292338136 w 202"/>
                    <a:gd name="T21" fmla="*/ 771167790 h 426"/>
                    <a:gd name="T22" fmla="*/ 357862179 w 202"/>
                    <a:gd name="T23" fmla="*/ 846772654 h 426"/>
                    <a:gd name="T24" fmla="*/ 418346010 w 202"/>
                    <a:gd name="T25" fmla="*/ 877014521 h 426"/>
                    <a:gd name="T26" fmla="*/ 493950674 w 202"/>
                    <a:gd name="T27" fmla="*/ 907256387 h 426"/>
                    <a:gd name="T28" fmla="*/ 498990985 w 202"/>
                    <a:gd name="T29" fmla="*/ 912296698 h 426"/>
                    <a:gd name="T30" fmla="*/ 483870052 w 202"/>
                    <a:gd name="T31" fmla="*/ 982861053 h 426"/>
                    <a:gd name="T32" fmla="*/ 453628186 w 202"/>
                    <a:gd name="T33" fmla="*/ 1038304474 h 426"/>
                    <a:gd name="T34" fmla="*/ 413305599 w 202"/>
                    <a:gd name="T35" fmla="*/ 1073586652 h 426"/>
                    <a:gd name="T36" fmla="*/ 120967513 w 202"/>
                    <a:gd name="T37" fmla="*/ 841732343 h 426"/>
                    <a:gd name="T38" fmla="*/ 85685311 w 202"/>
                    <a:gd name="T39" fmla="*/ 811490278 h 426"/>
                    <a:gd name="T40" fmla="*/ 50403122 w 202"/>
                    <a:gd name="T41" fmla="*/ 771167790 h 426"/>
                    <a:gd name="T42" fmla="*/ 15120939 w 202"/>
                    <a:gd name="T43" fmla="*/ 710684057 h 426"/>
                    <a:gd name="T44" fmla="*/ 10080625 w 202"/>
                    <a:gd name="T45" fmla="*/ 700603435 h 426"/>
                    <a:gd name="T46" fmla="*/ 0 w 202"/>
                    <a:gd name="T47" fmla="*/ 660280947 h 426"/>
                    <a:gd name="T48" fmla="*/ 10080625 w 202"/>
                    <a:gd name="T49" fmla="*/ 635079391 h 426"/>
                    <a:gd name="T50" fmla="*/ 206652800 w 202"/>
                    <a:gd name="T51" fmla="*/ 312499385 h 426"/>
                    <a:gd name="T52" fmla="*/ 262096270 w 202"/>
                    <a:gd name="T53" fmla="*/ 156249692 h 426"/>
                    <a:gd name="T54" fmla="*/ 297378447 w 202"/>
                    <a:gd name="T55" fmla="*/ 90725624 h 426"/>
                    <a:gd name="T56" fmla="*/ 312499380 w 202"/>
                    <a:gd name="T57" fmla="*/ 70564380 h 426"/>
                    <a:gd name="T58" fmla="*/ 337700935 w 202"/>
                    <a:gd name="T59" fmla="*/ 55443446 h 426"/>
                    <a:gd name="T60" fmla="*/ 362902490 w 202"/>
                    <a:gd name="T61" fmla="*/ 50403123 h 426"/>
                    <a:gd name="T62" fmla="*/ 509071607 w 202"/>
                    <a:gd name="T63" fmla="*/ 0 h 426"/>
                    <a:gd name="T64" fmla="*/ 483870052 w 202"/>
                    <a:gd name="T65" fmla="*/ 196572181 h 426"/>
                    <a:gd name="T66" fmla="*/ 458668497 w 202"/>
                    <a:gd name="T67" fmla="*/ 347781562 h 426"/>
                    <a:gd name="T68" fmla="*/ 418346010 w 202"/>
                    <a:gd name="T69" fmla="*/ 463708816 h 4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2"/>
                    <a:gd name="T106" fmla="*/ 0 h 426"/>
                    <a:gd name="T107" fmla="*/ 202 w 202"/>
                    <a:gd name="T108" fmla="*/ 426 h 4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2" h="426">
                      <a:moveTo>
                        <a:pt x="166" y="184"/>
                      </a:moveTo>
                      <a:lnTo>
                        <a:pt x="166" y="184"/>
                      </a:lnTo>
                      <a:lnTo>
                        <a:pt x="152" y="196"/>
                      </a:lnTo>
                      <a:lnTo>
                        <a:pt x="140" y="210"/>
                      </a:lnTo>
                      <a:lnTo>
                        <a:pt x="130" y="226"/>
                      </a:lnTo>
                      <a:lnTo>
                        <a:pt x="124" y="236"/>
                      </a:lnTo>
                      <a:lnTo>
                        <a:pt x="118" y="242"/>
                      </a:lnTo>
                      <a:lnTo>
                        <a:pt x="104" y="252"/>
                      </a:lnTo>
                      <a:lnTo>
                        <a:pt x="92" y="258"/>
                      </a:lnTo>
                      <a:lnTo>
                        <a:pt x="88" y="258"/>
                      </a:lnTo>
                      <a:lnTo>
                        <a:pt x="86" y="262"/>
                      </a:lnTo>
                      <a:lnTo>
                        <a:pt x="86" y="266"/>
                      </a:lnTo>
                      <a:lnTo>
                        <a:pt x="90" y="268"/>
                      </a:lnTo>
                      <a:lnTo>
                        <a:pt x="92" y="270"/>
                      </a:lnTo>
                      <a:lnTo>
                        <a:pt x="94" y="272"/>
                      </a:lnTo>
                      <a:lnTo>
                        <a:pt x="98" y="282"/>
                      </a:lnTo>
                      <a:lnTo>
                        <a:pt x="104" y="292"/>
                      </a:lnTo>
                      <a:lnTo>
                        <a:pt x="116" y="306"/>
                      </a:lnTo>
                      <a:lnTo>
                        <a:pt x="134" y="324"/>
                      </a:lnTo>
                      <a:lnTo>
                        <a:pt x="142" y="336"/>
                      </a:lnTo>
                      <a:lnTo>
                        <a:pt x="166" y="348"/>
                      </a:lnTo>
                      <a:lnTo>
                        <a:pt x="184" y="356"/>
                      </a:lnTo>
                      <a:lnTo>
                        <a:pt x="196" y="360"/>
                      </a:lnTo>
                      <a:lnTo>
                        <a:pt x="198" y="362"/>
                      </a:lnTo>
                      <a:lnTo>
                        <a:pt x="198" y="370"/>
                      </a:lnTo>
                      <a:lnTo>
                        <a:pt x="192" y="390"/>
                      </a:lnTo>
                      <a:lnTo>
                        <a:pt x="186" y="400"/>
                      </a:lnTo>
                      <a:lnTo>
                        <a:pt x="180" y="412"/>
                      </a:lnTo>
                      <a:lnTo>
                        <a:pt x="172" y="420"/>
                      </a:lnTo>
                      <a:lnTo>
                        <a:pt x="164" y="426"/>
                      </a:lnTo>
                      <a:lnTo>
                        <a:pt x="48" y="334"/>
                      </a:lnTo>
                      <a:lnTo>
                        <a:pt x="34" y="322"/>
                      </a:lnTo>
                      <a:lnTo>
                        <a:pt x="26" y="314"/>
                      </a:lnTo>
                      <a:lnTo>
                        <a:pt x="20" y="306"/>
                      </a:lnTo>
                      <a:lnTo>
                        <a:pt x="6" y="282"/>
                      </a:lnTo>
                      <a:lnTo>
                        <a:pt x="4" y="278"/>
                      </a:lnTo>
                      <a:lnTo>
                        <a:pt x="0" y="270"/>
                      </a:lnTo>
                      <a:lnTo>
                        <a:pt x="0" y="262"/>
                      </a:lnTo>
                      <a:lnTo>
                        <a:pt x="0" y="258"/>
                      </a:lnTo>
                      <a:lnTo>
                        <a:pt x="4" y="252"/>
                      </a:lnTo>
                      <a:lnTo>
                        <a:pt x="82" y="124"/>
                      </a:lnTo>
                      <a:lnTo>
                        <a:pt x="104" y="62"/>
                      </a:lnTo>
                      <a:lnTo>
                        <a:pt x="112" y="48"/>
                      </a:lnTo>
                      <a:lnTo>
                        <a:pt x="118" y="36"/>
                      </a:lnTo>
                      <a:lnTo>
                        <a:pt x="124" y="28"/>
                      </a:lnTo>
                      <a:lnTo>
                        <a:pt x="130" y="24"/>
                      </a:lnTo>
                      <a:lnTo>
                        <a:pt x="134" y="22"/>
                      </a:lnTo>
                      <a:lnTo>
                        <a:pt x="144" y="20"/>
                      </a:lnTo>
                      <a:lnTo>
                        <a:pt x="202" y="0"/>
                      </a:lnTo>
                      <a:lnTo>
                        <a:pt x="200" y="24"/>
                      </a:lnTo>
                      <a:lnTo>
                        <a:pt x="192" y="78"/>
                      </a:lnTo>
                      <a:lnTo>
                        <a:pt x="188" y="108"/>
                      </a:lnTo>
                      <a:lnTo>
                        <a:pt x="182" y="138"/>
                      </a:lnTo>
                      <a:lnTo>
                        <a:pt x="174" y="164"/>
                      </a:lnTo>
                      <a:lnTo>
                        <a:pt x="166" y="18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sp>
            <p:nvSpPr>
              <p:cNvPr id="17" name="Freeform 138"/>
              <p:cNvSpPr>
                <a:spLocks/>
              </p:cNvSpPr>
              <p:nvPr/>
            </p:nvSpPr>
            <p:spPr bwMode="auto">
              <a:xfrm>
                <a:off x="3544225" y="4214357"/>
                <a:ext cx="202273" cy="330410"/>
              </a:xfrm>
              <a:custGeom>
                <a:avLst/>
                <a:gdLst>
                  <a:gd name="T0" fmla="*/ 2147483647 w 120"/>
                  <a:gd name="T1" fmla="*/ 2147483647 h 196"/>
                  <a:gd name="T2" fmla="*/ 2147483647 w 120"/>
                  <a:gd name="T3" fmla="*/ 2147483647 h 196"/>
                  <a:gd name="T4" fmla="*/ 2147483647 w 120"/>
                  <a:gd name="T5" fmla="*/ 2147483647 h 196"/>
                  <a:gd name="T6" fmla="*/ 2147483647 w 120"/>
                  <a:gd name="T7" fmla="*/ 2147483647 h 196"/>
                  <a:gd name="T8" fmla="*/ 2147483647 w 120"/>
                  <a:gd name="T9" fmla="*/ 2147483647 h 196"/>
                  <a:gd name="T10" fmla="*/ 2147483647 w 120"/>
                  <a:gd name="T11" fmla="*/ 2147483647 h 196"/>
                  <a:gd name="T12" fmla="*/ 2147483647 w 120"/>
                  <a:gd name="T13" fmla="*/ 2147483647 h 196"/>
                  <a:gd name="T14" fmla="*/ 2147483647 w 120"/>
                  <a:gd name="T15" fmla="*/ 2147483647 h 196"/>
                  <a:gd name="T16" fmla="*/ 2147483647 w 120"/>
                  <a:gd name="T17" fmla="*/ 2147483647 h 196"/>
                  <a:gd name="T18" fmla="*/ 2147483647 w 120"/>
                  <a:gd name="T19" fmla="*/ 2147483647 h 196"/>
                  <a:gd name="T20" fmla="*/ 2147483647 w 120"/>
                  <a:gd name="T21" fmla="*/ 2147483647 h 196"/>
                  <a:gd name="T22" fmla="*/ 2147483647 w 120"/>
                  <a:gd name="T23" fmla="*/ 2147483647 h 196"/>
                  <a:gd name="T24" fmla="*/ 2147483647 w 120"/>
                  <a:gd name="T25" fmla="*/ 2147483647 h 196"/>
                  <a:gd name="T26" fmla="*/ 2147483647 w 120"/>
                  <a:gd name="T27" fmla="*/ 2147483647 h 196"/>
                  <a:gd name="T28" fmla="*/ 2147483647 w 120"/>
                  <a:gd name="T29" fmla="*/ 2147483647 h 196"/>
                  <a:gd name="T30" fmla="*/ 2147483647 w 120"/>
                  <a:gd name="T31" fmla="*/ 2147483647 h 196"/>
                  <a:gd name="T32" fmla="*/ 2147483647 w 120"/>
                  <a:gd name="T33" fmla="*/ 2147483647 h 196"/>
                  <a:gd name="T34" fmla="*/ 2147483647 w 120"/>
                  <a:gd name="T35" fmla="*/ 2147483647 h 196"/>
                  <a:gd name="T36" fmla="*/ 2147483647 w 120"/>
                  <a:gd name="T37" fmla="*/ 2147483647 h 196"/>
                  <a:gd name="T38" fmla="*/ 2147483647 w 120"/>
                  <a:gd name="T39" fmla="*/ 2147483647 h 196"/>
                  <a:gd name="T40" fmla="*/ 0 w 120"/>
                  <a:gd name="T41" fmla="*/ 2147483647 h 196"/>
                  <a:gd name="T42" fmla="*/ 2147483647 w 120"/>
                  <a:gd name="T43" fmla="*/ 2147483647 h 196"/>
                  <a:gd name="T44" fmla="*/ 2147483647 w 120"/>
                  <a:gd name="T45" fmla="*/ 2147483647 h 196"/>
                  <a:gd name="T46" fmla="*/ 2147483647 w 120"/>
                  <a:gd name="T47" fmla="*/ 2147483647 h 196"/>
                  <a:gd name="T48" fmla="*/ 2147483647 w 120"/>
                  <a:gd name="T49" fmla="*/ 0 h 196"/>
                  <a:gd name="T50" fmla="*/ 2147483647 w 120"/>
                  <a:gd name="T51" fmla="*/ 0 h 196"/>
                  <a:gd name="T52" fmla="*/ 2147483647 w 120"/>
                  <a:gd name="T53" fmla="*/ 2147483647 h 196"/>
                  <a:gd name="T54" fmla="*/ 2147483647 w 120"/>
                  <a:gd name="T55" fmla="*/ 2147483647 h 19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0"/>
                  <a:gd name="T85" fmla="*/ 0 h 196"/>
                  <a:gd name="T86" fmla="*/ 120 w 120"/>
                  <a:gd name="T87" fmla="*/ 196 h 19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0" h="196">
                    <a:moveTo>
                      <a:pt x="82" y="2"/>
                    </a:moveTo>
                    <a:lnTo>
                      <a:pt x="82" y="2"/>
                    </a:lnTo>
                    <a:lnTo>
                      <a:pt x="96" y="24"/>
                    </a:lnTo>
                    <a:lnTo>
                      <a:pt x="98" y="34"/>
                    </a:lnTo>
                    <a:lnTo>
                      <a:pt x="102" y="46"/>
                    </a:lnTo>
                    <a:lnTo>
                      <a:pt x="106" y="70"/>
                    </a:lnTo>
                    <a:lnTo>
                      <a:pt x="114" y="120"/>
                    </a:lnTo>
                    <a:lnTo>
                      <a:pt x="118" y="170"/>
                    </a:lnTo>
                    <a:lnTo>
                      <a:pt x="120" y="188"/>
                    </a:lnTo>
                    <a:lnTo>
                      <a:pt x="118" y="196"/>
                    </a:lnTo>
                    <a:lnTo>
                      <a:pt x="106" y="174"/>
                    </a:lnTo>
                    <a:lnTo>
                      <a:pt x="76" y="120"/>
                    </a:lnTo>
                    <a:lnTo>
                      <a:pt x="58" y="90"/>
                    </a:lnTo>
                    <a:lnTo>
                      <a:pt x="38" y="62"/>
                    </a:lnTo>
                    <a:lnTo>
                      <a:pt x="22" y="40"/>
                    </a:lnTo>
                    <a:lnTo>
                      <a:pt x="14" y="32"/>
                    </a:lnTo>
                    <a:lnTo>
                      <a:pt x="8" y="26"/>
                    </a:lnTo>
                    <a:lnTo>
                      <a:pt x="0" y="22"/>
                    </a:lnTo>
                    <a:lnTo>
                      <a:pt x="2" y="12"/>
                    </a:lnTo>
                    <a:lnTo>
                      <a:pt x="36" y="4"/>
                    </a:lnTo>
                    <a:lnTo>
                      <a:pt x="64" y="0"/>
                    </a:lnTo>
                    <a:lnTo>
                      <a:pt x="74" y="0"/>
                    </a:lnTo>
                    <a:lnTo>
                      <a:pt x="8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8" name="Freeform 140"/>
              <p:cNvSpPr>
                <a:spLocks/>
              </p:cNvSpPr>
              <p:nvPr/>
            </p:nvSpPr>
            <p:spPr bwMode="auto">
              <a:xfrm>
                <a:off x="3575919" y="4138914"/>
                <a:ext cx="147019" cy="234086"/>
              </a:xfrm>
              <a:custGeom>
                <a:avLst/>
                <a:gdLst>
                  <a:gd name="T0" fmla="*/ 196572170 w 90"/>
                  <a:gd name="T1" fmla="*/ 120967497 h 140"/>
                  <a:gd name="T2" fmla="*/ 196572170 w 90"/>
                  <a:gd name="T3" fmla="*/ 120967497 h 140"/>
                  <a:gd name="T4" fmla="*/ 191531860 w 90"/>
                  <a:gd name="T5" fmla="*/ 136088428 h 140"/>
                  <a:gd name="T6" fmla="*/ 181451238 w 90"/>
                  <a:gd name="T7" fmla="*/ 171370600 h 140"/>
                  <a:gd name="T8" fmla="*/ 181451238 w 90"/>
                  <a:gd name="T9" fmla="*/ 196572151 h 140"/>
                  <a:gd name="T10" fmla="*/ 186491549 w 90"/>
                  <a:gd name="T11" fmla="*/ 211693132 h 140"/>
                  <a:gd name="T12" fmla="*/ 191531860 w 90"/>
                  <a:gd name="T13" fmla="*/ 226814063 h 140"/>
                  <a:gd name="T14" fmla="*/ 206652792 w 90"/>
                  <a:gd name="T15" fmla="*/ 236894683 h 140"/>
                  <a:gd name="T16" fmla="*/ 206652792 w 90"/>
                  <a:gd name="T17" fmla="*/ 236894683 h 140"/>
                  <a:gd name="T18" fmla="*/ 226814085 w 90"/>
                  <a:gd name="T19" fmla="*/ 241934994 h 140"/>
                  <a:gd name="T20" fmla="*/ 226814085 w 90"/>
                  <a:gd name="T21" fmla="*/ 241934994 h 140"/>
                  <a:gd name="T22" fmla="*/ 226814085 w 90"/>
                  <a:gd name="T23" fmla="*/ 257055925 h 140"/>
                  <a:gd name="T24" fmla="*/ 226814085 w 90"/>
                  <a:gd name="T25" fmla="*/ 272176856 h 140"/>
                  <a:gd name="T26" fmla="*/ 221773774 w 90"/>
                  <a:gd name="T27" fmla="*/ 282257476 h 140"/>
                  <a:gd name="T28" fmla="*/ 221773774 w 90"/>
                  <a:gd name="T29" fmla="*/ 282257476 h 140"/>
                  <a:gd name="T30" fmla="*/ 211693152 w 90"/>
                  <a:gd name="T31" fmla="*/ 297378407 h 140"/>
                  <a:gd name="T32" fmla="*/ 206652792 w 90"/>
                  <a:gd name="T33" fmla="*/ 322579959 h 140"/>
                  <a:gd name="T34" fmla="*/ 196572170 w 90"/>
                  <a:gd name="T35" fmla="*/ 352821820 h 140"/>
                  <a:gd name="T36" fmla="*/ 186491549 w 90"/>
                  <a:gd name="T37" fmla="*/ 347781510 h 140"/>
                  <a:gd name="T38" fmla="*/ 186491549 w 90"/>
                  <a:gd name="T39" fmla="*/ 347781510 h 140"/>
                  <a:gd name="T40" fmla="*/ 196572170 w 90"/>
                  <a:gd name="T41" fmla="*/ 337700889 h 140"/>
                  <a:gd name="T42" fmla="*/ 196572170 w 90"/>
                  <a:gd name="T43" fmla="*/ 322579959 h 140"/>
                  <a:gd name="T44" fmla="*/ 186491549 w 90"/>
                  <a:gd name="T45" fmla="*/ 307459028 h 140"/>
                  <a:gd name="T46" fmla="*/ 186491549 w 90"/>
                  <a:gd name="T47" fmla="*/ 307459028 h 140"/>
                  <a:gd name="T48" fmla="*/ 171370617 w 90"/>
                  <a:gd name="T49" fmla="*/ 297378407 h 140"/>
                  <a:gd name="T50" fmla="*/ 146169063 w 90"/>
                  <a:gd name="T51" fmla="*/ 282257476 h 140"/>
                  <a:gd name="T52" fmla="*/ 95765930 w 90"/>
                  <a:gd name="T53" fmla="*/ 257055925 h 140"/>
                  <a:gd name="T54" fmla="*/ 95765930 w 90"/>
                  <a:gd name="T55" fmla="*/ 257055925 h 140"/>
                  <a:gd name="T56" fmla="*/ 70564376 w 90"/>
                  <a:gd name="T57" fmla="*/ 241934994 h 140"/>
                  <a:gd name="T58" fmla="*/ 55443444 w 90"/>
                  <a:gd name="T59" fmla="*/ 226814063 h 140"/>
                  <a:gd name="T60" fmla="*/ 35282188 w 90"/>
                  <a:gd name="T61" fmla="*/ 206652772 h 140"/>
                  <a:gd name="T62" fmla="*/ 20161249 w 90"/>
                  <a:gd name="T63" fmla="*/ 191531841 h 140"/>
                  <a:gd name="T64" fmla="*/ 20161249 w 90"/>
                  <a:gd name="T65" fmla="*/ 191531841 h 140"/>
                  <a:gd name="T66" fmla="*/ 15120939 w 90"/>
                  <a:gd name="T67" fmla="*/ 120967497 h 140"/>
                  <a:gd name="T68" fmla="*/ 15120939 w 90"/>
                  <a:gd name="T69" fmla="*/ 120967497 h 140"/>
                  <a:gd name="T70" fmla="*/ 10080625 w 90"/>
                  <a:gd name="T71" fmla="*/ 70564369 h 140"/>
                  <a:gd name="T72" fmla="*/ 0 w 90"/>
                  <a:gd name="T73" fmla="*/ 35282185 h 140"/>
                  <a:gd name="T74" fmla="*/ 0 w 90"/>
                  <a:gd name="T75" fmla="*/ 35282185 h 140"/>
                  <a:gd name="T76" fmla="*/ 10080625 w 90"/>
                  <a:gd name="T77" fmla="*/ 25201558 h 140"/>
                  <a:gd name="T78" fmla="*/ 20161249 w 90"/>
                  <a:gd name="T79" fmla="*/ 5040312 h 140"/>
                  <a:gd name="T80" fmla="*/ 20161249 w 90"/>
                  <a:gd name="T81" fmla="*/ 5040312 h 140"/>
                  <a:gd name="T82" fmla="*/ 25201560 w 90"/>
                  <a:gd name="T83" fmla="*/ 0 h 140"/>
                  <a:gd name="T84" fmla="*/ 30241877 w 90"/>
                  <a:gd name="T85" fmla="*/ 5040312 h 140"/>
                  <a:gd name="T86" fmla="*/ 50403120 w 90"/>
                  <a:gd name="T87" fmla="*/ 15120937 h 140"/>
                  <a:gd name="T88" fmla="*/ 110886887 w 90"/>
                  <a:gd name="T89" fmla="*/ 55443438 h 140"/>
                  <a:gd name="T90" fmla="*/ 196572170 w 90"/>
                  <a:gd name="T91" fmla="*/ 120967497 h 140"/>
                  <a:gd name="T92" fmla="*/ 196572170 w 90"/>
                  <a:gd name="T93" fmla="*/ 120967497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0"/>
                  <a:gd name="T142" fmla="*/ 0 h 140"/>
                  <a:gd name="T143" fmla="*/ 90 w 90"/>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0" h="140">
                    <a:moveTo>
                      <a:pt x="78" y="48"/>
                    </a:moveTo>
                    <a:lnTo>
                      <a:pt x="78" y="48"/>
                    </a:lnTo>
                    <a:lnTo>
                      <a:pt x="76" y="54"/>
                    </a:lnTo>
                    <a:lnTo>
                      <a:pt x="72" y="68"/>
                    </a:lnTo>
                    <a:lnTo>
                      <a:pt x="72" y="78"/>
                    </a:lnTo>
                    <a:lnTo>
                      <a:pt x="74" y="84"/>
                    </a:lnTo>
                    <a:lnTo>
                      <a:pt x="76" y="90"/>
                    </a:lnTo>
                    <a:lnTo>
                      <a:pt x="82" y="94"/>
                    </a:lnTo>
                    <a:lnTo>
                      <a:pt x="90" y="96"/>
                    </a:lnTo>
                    <a:lnTo>
                      <a:pt x="90" y="102"/>
                    </a:lnTo>
                    <a:lnTo>
                      <a:pt x="90" y="108"/>
                    </a:lnTo>
                    <a:lnTo>
                      <a:pt x="88" y="112"/>
                    </a:lnTo>
                    <a:lnTo>
                      <a:pt x="84" y="118"/>
                    </a:lnTo>
                    <a:lnTo>
                      <a:pt x="82" y="128"/>
                    </a:lnTo>
                    <a:lnTo>
                      <a:pt x="78" y="140"/>
                    </a:lnTo>
                    <a:lnTo>
                      <a:pt x="74" y="138"/>
                    </a:lnTo>
                    <a:lnTo>
                      <a:pt x="78" y="134"/>
                    </a:lnTo>
                    <a:lnTo>
                      <a:pt x="78" y="128"/>
                    </a:lnTo>
                    <a:lnTo>
                      <a:pt x="74" y="122"/>
                    </a:lnTo>
                    <a:lnTo>
                      <a:pt x="68" y="118"/>
                    </a:lnTo>
                    <a:lnTo>
                      <a:pt x="58" y="112"/>
                    </a:lnTo>
                    <a:lnTo>
                      <a:pt x="38" y="102"/>
                    </a:lnTo>
                    <a:lnTo>
                      <a:pt x="28" y="96"/>
                    </a:lnTo>
                    <a:lnTo>
                      <a:pt x="22" y="90"/>
                    </a:lnTo>
                    <a:lnTo>
                      <a:pt x="14" y="82"/>
                    </a:lnTo>
                    <a:lnTo>
                      <a:pt x="8" y="76"/>
                    </a:lnTo>
                    <a:lnTo>
                      <a:pt x="6" y="48"/>
                    </a:lnTo>
                    <a:lnTo>
                      <a:pt x="4" y="28"/>
                    </a:lnTo>
                    <a:lnTo>
                      <a:pt x="0" y="14"/>
                    </a:lnTo>
                    <a:lnTo>
                      <a:pt x="4" y="10"/>
                    </a:lnTo>
                    <a:lnTo>
                      <a:pt x="8" y="2"/>
                    </a:lnTo>
                    <a:lnTo>
                      <a:pt x="10" y="0"/>
                    </a:lnTo>
                    <a:lnTo>
                      <a:pt x="12" y="2"/>
                    </a:lnTo>
                    <a:lnTo>
                      <a:pt x="20" y="6"/>
                    </a:lnTo>
                    <a:lnTo>
                      <a:pt x="44" y="22"/>
                    </a:lnTo>
                    <a:lnTo>
                      <a:pt x="78" y="48"/>
                    </a:lnTo>
                    <a:close/>
                  </a:path>
                </a:pathLst>
              </a:custGeom>
              <a:grpFill/>
              <a:ln w="9525">
                <a:noFill/>
                <a:round/>
                <a:headEnd/>
                <a:tailEnd/>
              </a:ln>
            </p:spPr>
            <p:txBody>
              <a:bodyPr/>
              <a:lstStyle/>
              <a:p>
                <a:pPr fontAlgn="auto">
                  <a:spcBef>
                    <a:spcPts val="0"/>
                  </a:spcBef>
                  <a:spcAft>
                    <a:spcPts val="0"/>
                  </a:spcAft>
                  <a:defRPr/>
                </a:pPr>
                <a:endParaRPr sz="2000">
                  <a:solidFill>
                    <a:prstClr val="black"/>
                  </a:solidFill>
                  <a:latin typeface="Roboto Lt"/>
                </a:endParaRPr>
              </a:p>
            </p:txBody>
          </p:sp>
        </p:grpSp>
        <p:sp>
          <p:nvSpPr>
            <p:cNvPr id="10" name="Freeform 5"/>
            <p:cNvSpPr>
              <a:spLocks noEditPoints="1"/>
            </p:cNvSpPr>
            <p:nvPr/>
          </p:nvSpPr>
          <p:spPr bwMode="auto">
            <a:xfrm>
              <a:off x="8639116" y="2198798"/>
              <a:ext cx="1116469" cy="2902813"/>
            </a:xfrm>
            <a:custGeom>
              <a:avLst/>
              <a:gdLst>
                <a:gd name="T0" fmla="*/ 2147483647 w 600"/>
                <a:gd name="T1" fmla="*/ 1302100615 h 1727"/>
                <a:gd name="T2" fmla="*/ 2132965708 w 600"/>
                <a:gd name="T3" fmla="*/ 1014817518 h 1727"/>
                <a:gd name="T4" fmla="*/ 2114775135 w 600"/>
                <a:gd name="T5" fmla="*/ 861847602 h 1727"/>
                <a:gd name="T6" fmla="*/ 1982886016 w 600"/>
                <a:gd name="T7" fmla="*/ 936466814 h 1727"/>
                <a:gd name="T8" fmla="*/ 1791874337 w 600"/>
                <a:gd name="T9" fmla="*/ 179084624 h 1727"/>
                <a:gd name="T10" fmla="*/ 1664531796 w 600"/>
                <a:gd name="T11" fmla="*/ 41039906 h 1727"/>
                <a:gd name="T12" fmla="*/ 1459878253 w 600"/>
                <a:gd name="T13" fmla="*/ 22385578 h 1727"/>
                <a:gd name="T14" fmla="*/ 1064208499 w 600"/>
                <a:gd name="T15" fmla="*/ 813345211 h 1727"/>
                <a:gd name="T16" fmla="*/ 1059661922 w 600"/>
                <a:gd name="T17" fmla="*/ 820807712 h 1727"/>
                <a:gd name="T18" fmla="*/ 786788399 w 600"/>
                <a:gd name="T19" fmla="*/ 1085705480 h 1727"/>
                <a:gd name="T20" fmla="*/ 650350571 w 600"/>
                <a:gd name="T21" fmla="*/ 1078242979 h 1727"/>
                <a:gd name="T22" fmla="*/ 659445858 w 600"/>
                <a:gd name="T23" fmla="*/ 1227481403 h 1727"/>
                <a:gd name="T24" fmla="*/ 418406771 w 600"/>
                <a:gd name="T25" fmla="*/ 1652809174 h 1727"/>
                <a:gd name="T26" fmla="*/ 18190581 w 600"/>
                <a:gd name="T27" fmla="*/ 2147483647 h 1727"/>
                <a:gd name="T28" fmla="*/ 841362251 w 600"/>
                <a:gd name="T29" fmla="*/ 2147483647 h 1727"/>
                <a:gd name="T30" fmla="*/ 768595694 w 600"/>
                <a:gd name="T31" fmla="*/ 2147483647 h 1727"/>
                <a:gd name="T32" fmla="*/ 463885336 w 600"/>
                <a:gd name="T33" fmla="*/ 2147483647 h 1727"/>
                <a:gd name="T34" fmla="*/ 836813541 w 600"/>
                <a:gd name="T35" fmla="*/ 1757274526 h 1727"/>
                <a:gd name="T36" fmla="*/ 941416800 w 600"/>
                <a:gd name="T37" fmla="*/ 2089329247 h 1727"/>
                <a:gd name="T38" fmla="*/ 809527682 w 600"/>
                <a:gd name="T39" fmla="*/ 2147483647 h 1727"/>
                <a:gd name="T40" fmla="*/ 845910960 w 600"/>
                <a:gd name="T41" fmla="*/ 2147483647 h 1727"/>
                <a:gd name="T42" fmla="*/ 668541144 w 600"/>
                <a:gd name="T43" fmla="*/ 2147483647 h 1727"/>
                <a:gd name="T44" fmla="*/ 886840816 w 600"/>
                <a:gd name="T45" fmla="*/ 2147483647 h 1727"/>
                <a:gd name="T46" fmla="*/ 968702659 w 600"/>
                <a:gd name="T47" fmla="*/ 2147483647 h 1727"/>
                <a:gd name="T48" fmla="*/ 1296152433 w 600"/>
                <a:gd name="T49" fmla="*/ 2147483647 h 1727"/>
                <a:gd name="T50" fmla="*/ 1368918990 w 600"/>
                <a:gd name="T51" fmla="*/ 2147483647 h 1727"/>
                <a:gd name="T52" fmla="*/ 1878284890 w 600"/>
                <a:gd name="T53" fmla="*/ 2147483647 h 1727"/>
                <a:gd name="T54" fmla="*/ 1987434726 w 600"/>
                <a:gd name="T55" fmla="*/ 2147483647 h 1727"/>
                <a:gd name="T56" fmla="*/ 2147483647 w 600"/>
                <a:gd name="T57" fmla="*/ 2147483647 h 1727"/>
                <a:gd name="T58" fmla="*/ 2147483647 w 600"/>
                <a:gd name="T59" fmla="*/ 2147483647 h 1727"/>
                <a:gd name="T60" fmla="*/ 2147483647 w 600"/>
                <a:gd name="T61" fmla="*/ 2147483647 h 1727"/>
                <a:gd name="T62" fmla="*/ 1700915074 w 600"/>
                <a:gd name="T63" fmla="*/ 2147483647 h 1727"/>
                <a:gd name="T64" fmla="*/ 1891928886 w 600"/>
                <a:gd name="T65" fmla="*/ 2147483647 h 1727"/>
                <a:gd name="T66" fmla="*/ 1650889932 w 600"/>
                <a:gd name="T67" fmla="*/ 2147483647 h 1727"/>
                <a:gd name="T68" fmla="*/ 1578123375 w 600"/>
                <a:gd name="T69" fmla="*/ 2147483647 h 1727"/>
                <a:gd name="T70" fmla="*/ 1455329543 w 600"/>
                <a:gd name="T71" fmla="*/ 2147483647 h 1727"/>
                <a:gd name="T72" fmla="*/ 1432590261 w 600"/>
                <a:gd name="T73" fmla="*/ 2147483647 h 1727"/>
                <a:gd name="T74" fmla="*/ 1964693311 w 600"/>
                <a:gd name="T75" fmla="*/ 2147483647 h 1727"/>
                <a:gd name="T76" fmla="*/ 1782779051 w 600"/>
                <a:gd name="T77" fmla="*/ 1962477842 h 1727"/>
                <a:gd name="T78" fmla="*/ 1105140487 w 600"/>
                <a:gd name="T79" fmla="*/ 1414028468 h 1727"/>
                <a:gd name="T80" fmla="*/ 1332535712 w 600"/>
                <a:gd name="T81" fmla="*/ 1201364583 h 1727"/>
                <a:gd name="T82" fmla="*/ 1896475463 w 600"/>
                <a:gd name="T83" fmla="*/ 1354332326 h 1727"/>
                <a:gd name="T84" fmla="*/ 1937407451 w 600"/>
                <a:gd name="T85" fmla="*/ 1078242979 h 1727"/>
                <a:gd name="T86" fmla="*/ 2147483647 w 600"/>
                <a:gd name="T87" fmla="*/ 2147483647 h 1727"/>
                <a:gd name="T88" fmla="*/ 2147483647 w 600"/>
                <a:gd name="T89" fmla="*/ 2147483647 h 1727"/>
                <a:gd name="T90" fmla="*/ 2147483647 w 600"/>
                <a:gd name="T91" fmla="*/ 1839356238 h 1727"/>
                <a:gd name="T92" fmla="*/ 2147483647 w 600"/>
                <a:gd name="T93" fmla="*/ 2147483647 h 17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0"/>
                <a:gd name="T142" fmla="*/ 0 h 1727"/>
                <a:gd name="T143" fmla="*/ 600 w 600"/>
                <a:gd name="T144" fmla="*/ 1727 h 17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0" h="1727">
                  <a:moveTo>
                    <a:pt x="588" y="660"/>
                  </a:moveTo>
                  <a:cubicBezTo>
                    <a:pt x="584" y="609"/>
                    <a:pt x="581" y="557"/>
                    <a:pt x="581" y="506"/>
                  </a:cubicBezTo>
                  <a:cubicBezTo>
                    <a:pt x="580" y="455"/>
                    <a:pt x="582" y="399"/>
                    <a:pt x="567" y="349"/>
                  </a:cubicBezTo>
                  <a:cubicBezTo>
                    <a:pt x="562" y="333"/>
                    <a:pt x="560" y="307"/>
                    <a:pt x="545" y="296"/>
                  </a:cubicBezTo>
                  <a:cubicBezTo>
                    <a:pt x="535" y="288"/>
                    <a:pt x="517" y="285"/>
                    <a:pt x="504" y="281"/>
                  </a:cubicBezTo>
                  <a:cubicBezTo>
                    <a:pt x="493" y="277"/>
                    <a:pt x="481" y="274"/>
                    <a:pt x="469" y="272"/>
                  </a:cubicBezTo>
                  <a:cubicBezTo>
                    <a:pt x="477" y="267"/>
                    <a:pt x="490" y="260"/>
                    <a:pt x="486" y="250"/>
                  </a:cubicBezTo>
                  <a:cubicBezTo>
                    <a:pt x="478" y="255"/>
                    <a:pt x="472" y="262"/>
                    <a:pt x="461" y="259"/>
                  </a:cubicBezTo>
                  <a:cubicBezTo>
                    <a:pt x="464" y="250"/>
                    <a:pt x="469" y="241"/>
                    <a:pt x="465" y="231"/>
                  </a:cubicBezTo>
                  <a:cubicBezTo>
                    <a:pt x="463" y="239"/>
                    <a:pt x="461" y="251"/>
                    <a:pt x="452" y="254"/>
                  </a:cubicBezTo>
                  <a:cubicBezTo>
                    <a:pt x="450" y="248"/>
                    <a:pt x="449" y="240"/>
                    <a:pt x="448" y="233"/>
                  </a:cubicBezTo>
                  <a:cubicBezTo>
                    <a:pt x="448" y="244"/>
                    <a:pt x="443" y="255"/>
                    <a:pt x="436" y="251"/>
                  </a:cubicBezTo>
                  <a:cubicBezTo>
                    <a:pt x="433" y="237"/>
                    <a:pt x="431" y="222"/>
                    <a:pt x="427" y="208"/>
                  </a:cubicBezTo>
                  <a:cubicBezTo>
                    <a:pt x="420" y="176"/>
                    <a:pt x="418" y="143"/>
                    <a:pt x="413" y="110"/>
                  </a:cubicBezTo>
                  <a:cubicBezTo>
                    <a:pt x="409" y="91"/>
                    <a:pt x="404" y="67"/>
                    <a:pt x="394" y="48"/>
                  </a:cubicBezTo>
                  <a:cubicBezTo>
                    <a:pt x="392" y="41"/>
                    <a:pt x="389" y="35"/>
                    <a:pt x="386" y="29"/>
                  </a:cubicBezTo>
                  <a:cubicBezTo>
                    <a:pt x="384" y="26"/>
                    <a:pt x="381" y="22"/>
                    <a:pt x="378" y="19"/>
                  </a:cubicBezTo>
                  <a:cubicBezTo>
                    <a:pt x="374" y="14"/>
                    <a:pt x="370" y="11"/>
                    <a:pt x="366" y="11"/>
                  </a:cubicBezTo>
                  <a:cubicBezTo>
                    <a:pt x="356" y="4"/>
                    <a:pt x="344" y="0"/>
                    <a:pt x="334" y="2"/>
                  </a:cubicBezTo>
                  <a:cubicBezTo>
                    <a:pt x="328" y="4"/>
                    <a:pt x="326" y="7"/>
                    <a:pt x="319" y="5"/>
                  </a:cubicBezTo>
                  <a:cubicBezTo>
                    <a:pt x="321" y="6"/>
                    <a:pt x="321" y="6"/>
                    <a:pt x="321" y="6"/>
                  </a:cubicBezTo>
                  <a:cubicBezTo>
                    <a:pt x="211" y="11"/>
                    <a:pt x="239" y="136"/>
                    <a:pt x="235" y="208"/>
                  </a:cubicBezTo>
                  <a:cubicBezTo>
                    <a:pt x="233" y="220"/>
                    <a:pt x="233" y="220"/>
                    <a:pt x="233" y="220"/>
                  </a:cubicBezTo>
                  <a:cubicBezTo>
                    <a:pt x="233" y="219"/>
                    <a:pt x="234" y="219"/>
                    <a:pt x="234" y="218"/>
                  </a:cubicBezTo>
                  <a:cubicBezTo>
                    <a:pt x="234" y="219"/>
                    <a:pt x="234" y="219"/>
                    <a:pt x="234" y="219"/>
                  </a:cubicBezTo>
                  <a:cubicBezTo>
                    <a:pt x="233" y="226"/>
                    <a:pt x="232" y="234"/>
                    <a:pt x="230" y="242"/>
                  </a:cubicBezTo>
                  <a:cubicBezTo>
                    <a:pt x="233" y="220"/>
                    <a:pt x="233" y="220"/>
                    <a:pt x="233" y="220"/>
                  </a:cubicBezTo>
                  <a:cubicBezTo>
                    <a:pt x="233" y="221"/>
                    <a:pt x="232" y="223"/>
                    <a:pt x="232" y="224"/>
                  </a:cubicBezTo>
                  <a:cubicBezTo>
                    <a:pt x="226" y="238"/>
                    <a:pt x="221" y="253"/>
                    <a:pt x="212" y="265"/>
                  </a:cubicBezTo>
                  <a:cubicBezTo>
                    <a:pt x="203" y="278"/>
                    <a:pt x="191" y="292"/>
                    <a:pt x="173" y="291"/>
                  </a:cubicBezTo>
                  <a:cubicBezTo>
                    <a:pt x="165" y="291"/>
                    <a:pt x="156" y="287"/>
                    <a:pt x="153" y="280"/>
                  </a:cubicBezTo>
                  <a:cubicBezTo>
                    <a:pt x="155" y="292"/>
                    <a:pt x="155" y="300"/>
                    <a:pt x="171" y="306"/>
                  </a:cubicBezTo>
                  <a:cubicBezTo>
                    <a:pt x="157" y="307"/>
                    <a:pt x="151" y="297"/>
                    <a:pt x="143" y="289"/>
                  </a:cubicBezTo>
                  <a:cubicBezTo>
                    <a:pt x="144" y="297"/>
                    <a:pt x="151" y="307"/>
                    <a:pt x="158" y="312"/>
                  </a:cubicBezTo>
                  <a:cubicBezTo>
                    <a:pt x="162" y="314"/>
                    <a:pt x="166" y="317"/>
                    <a:pt x="170" y="318"/>
                  </a:cubicBezTo>
                  <a:cubicBezTo>
                    <a:pt x="161" y="321"/>
                    <a:pt x="152" y="324"/>
                    <a:pt x="145" y="329"/>
                  </a:cubicBezTo>
                  <a:cubicBezTo>
                    <a:pt x="135" y="335"/>
                    <a:pt x="138" y="340"/>
                    <a:pt x="135" y="349"/>
                  </a:cubicBezTo>
                  <a:cubicBezTo>
                    <a:pt x="133" y="354"/>
                    <a:pt x="124" y="368"/>
                    <a:pt x="126" y="375"/>
                  </a:cubicBezTo>
                  <a:cubicBezTo>
                    <a:pt x="118" y="398"/>
                    <a:pt x="102" y="421"/>
                    <a:pt x="92" y="443"/>
                  </a:cubicBezTo>
                  <a:cubicBezTo>
                    <a:pt x="85" y="460"/>
                    <a:pt x="77" y="476"/>
                    <a:pt x="68" y="492"/>
                  </a:cubicBezTo>
                  <a:cubicBezTo>
                    <a:pt x="57" y="512"/>
                    <a:pt x="44" y="534"/>
                    <a:pt x="30" y="551"/>
                  </a:cubicBezTo>
                  <a:cubicBezTo>
                    <a:pt x="16" y="568"/>
                    <a:pt x="0" y="578"/>
                    <a:pt x="4" y="599"/>
                  </a:cubicBezTo>
                  <a:cubicBezTo>
                    <a:pt x="16" y="669"/>
                    <a:pt x="113" y="687"/>
                    <a:pt x="157" y="739"/>
                  </a:cubicBezTo>
                  <a:cubicBezTo>
                    <a:pt x="161" y="728"/>
                    <a:pt x="171" y="731"/>
                    <a:pt x="178" y="724"/>
                  </a:cubicBezTo>
                  <a:cubicBezTo>
                    <a:pt x="182" y="720"/>
                    <a:pt x="184" y="712"/>
                    <a:pt x="185" y="706"/>
                  </a:cubicBezTo>
                  <a:cubicBezTo>
                    <a:pt x="183" y="709"/>
                    <a:pt x="179" y="713"/>
                    <a:pt x="171" y="716"/>
                  </a:cubicBezTo>
                  <a:cubicBezTo>
                    <a:pt x="142" y="725"/>
                    <a:pt x="137" y="650"/>
                    <a:pt x="160" y="655"/>
                  </a:cubicBezTo>
                  <a:cubicBezTo>
                    <a:pt x="163" y="655"/>
                    <a:pt x="166" y="655"/>
                    <a:pt x="169" y="655"/>
                  </a:cubicBezTo>
                  <a:cubicBezTo>
                    <a:pt x="143" y="640"/>
                    <a:pt x="121" y="619"/>
                    <a:pt x="100" y="599"/>
                  </a:cubicBezTo>
                  <a:cubicBezTo>
                    <a:pt x="103" y="598"/>
                    <a:pt x="106" y="597"/>
                    <a:pt x="109" y="596"/>
                  </a:cubicBezTo>
                  <a:cubicBezTo>
                    <a:pt x="105" y="592"/>
                    <a:pt x="102" y="586"/>
                    <a:pt x="102" y="580"/>
                  </a:cubicBezTo>
                  <a:cubicBezTo>
                    <a:pt x="121" y="557"/>
                    <a:pt x="132" y="526"/>
                    <a:pt x="152" y="501"/>
                  </a:cubicBezTo>
                  <a:cubicBezTo>
                    <a:pt x="158" y="493"/>
                    <a:pt x="167" y="482"/>
                    <a:pt x="176" y="476"/>
                  </a:cubicBezTo>
                  <a:cubicBezTo>
                    <a:pt x="179" y="474"/>
                    <a:pt x="181" y="473"/>
                    <a:pt x="184" y="471"/>
                  </a:cubicBezTo>
                  <a:cubicBezTo>
                    <a:pt x="185" y="474"/>
                    <a:pt x="186" y="477"/>
                    <a:pt x="187" y="479"/>
                  </a:cubicBezTo>
                  <a:cubicBezTo>
                    <a:pt x="193" y="492"/>
                    <a:pt x="200" y="506"/>
                    <a:pt x="204" y="519"/>
                  </a:cubicBezTo>
                  <a:cubicBezTo>
                    <a:pt x="209" y="535"/>
                    <a:pt x="206" y="546"/>
                    <a:pt x="207" y="560"/>
                  </a:cubicBezTo>
                  <a:cubicBezTo>
                    <a:pt x="209" y="574"/>
                    <a:pt x="219" y="589"/>
                    <a:pt x="221" y="603"/>
                  </a:cubicBezTo>
                  <a:cubicBezTo>
                    <a:pt x="222" y="608"/>
                    <a:pt x="222" y="613"/>
                    <a:pt x="222" y="617"/>
                  </a:cubicBezTo>
                  <a:cubicBezTo>
                    <a:pt x="199" y="623"/>
                    <a:pt x="198" y="646"/>
                    <a:pt x="178" y="659"/>
                  </a:cubicBezTo>
                  <a:cubicBezTo>
                    <a:pt x="178" y="659"/>
                    <a:pt x="177" y="659"/>
                    <a:pt x="177" y="658"/>
                  </a:cubicBezTo>
                  <a:cubicBezTo>
                    <a:pt x="163" y="687"/>
                    <a:pt x="181" y="700"/>
                    <a:pt x="186" y="702"/>
                  </a:cubicBezTo>
                  <a:cubicBezTo>
                    <a:pt x="186" y="702"/>
                    <a:pt x="186" y="702"/>
                    <a:pt x="186" y="701"/>
                  </a:cubicBezTo>
                  <a:cubicBezTo>
                    <a:pt x="190" y="702"/>
                    <a:pt x="194" y="702"/>
                    <a:pt x="198" y="703"/>
                  </a:cubicBezTo>
                  <a:cubicBezTo>
                    <a:pt x="197" y="705"/>
                    <a:pt x="196" y="708"/>
                    <a:pt x="195" y="710"/>
                  </a:cubicBezTo>
                  <a:cubicBezTo>
                    <a:pt x="176" y="749"/>
                    <a:pt x="158" y="791"/>
                    <a:pt x="147" y="832"/>
                  </a:cubicBezTo>
                  <a:cubicBezTo>
                    <a:pt x="154" y="833"/>
                    <a:pt x="195" y="837"/>
                    <a:pt x="202" y="842"/>
                  </a:cubicBezTo>
                  <a:cubicBezTo>
                    <a:pt x="201" y="863"/>
                    <a:pt x="197" y="891"/>
                    <a:pt x="196" y="915"/>
                  </a:cubicBezTo>
                  <a:cubicBezTo>
                    <a:pt x="194" y="963"/>
                    <a:pt x="190" y="990"/>
                    <a:pt x="195" y="1029"/>
                  </a:cubicBezTo>
                  <a:cubicBezTo>
                    <a:pt x="201" y="1081"/>
                    <a:pt x="197" y="1136"/>
                    <a:pt x="190" y="1187"/>
                  </a:cubicBezTo>
                  <a:cubicBezTo>
                    <a:pt x="200" y="1191"/>
                    <a:pt x="209" y="1191"/>
                    <a:pt x="218" y="1191"/>
                  </a:cubicBezTo>
                  <a:cubicBezTo>
                    <a:pt x="216" y="1206"/>
                    <a:pt x="213" y="1221"/>
                    <a:pt x="213" y="1237"/>
                  </a:cubicBezTo>
                  <a:cubicBezTo>
                    <a:pt x="212" y="1255"/>
                    <a:pt x="214" y="1273"/>
                    <a:pt x="217" y="1291"/>
                  </a:cubicBezTo>
                  <a:cubicBezTo>
                    <a:pt x="225" y="1341"/>
                    <a:pt x="240" y="1389"/>
                    <a:pt x="259" y="1436"/>
                  </a:cubicBezTo>
                  <a:cubicBezTo>
                    <a:pt x="274" y="1473"/>
                    <a:pt x="294" y="1521"/>
                    <a:pt x="285" y="1560"/>
                  </a:cubicBezTo>
                  <a:cubicBezTo>
                    <a:pt x="280" y="1583"/>
                    <a:pt x="279" y="1609"/>
                    <a:pt x="281" y="1632"/>
                  </a:cubicBezTo>
                  <a:cubicBezTo>
                    <a:pt x="283" y="1648"/>
                    <a:pt x="290" y="1663"/>
                    <a:pt x="292" y="1679"/>
                  </a:cubicBezTo>
                  <a:cubicBezTo>
                    <a:pt x="294" y="1691"/>
                    <a:pt x="287" y="1699"/>
                    <a:pt x="301" y="1706"/>
                  </a:cubicBezTo>
                  <a:cubicBezTo>
                    <a:pt x="317" y="1713"/>
                    <a:pt x="366" y="1727"/>
                    <a:pt x="383" y="1719"/>
                  </a:cubicBezTo>
                  <a:cubicBezTo>
                    <a:pt x="392" y="1714"/>
                    <a:pt x="396" y="1709"/>
                    <a:pt x="398" y="1703"/>
                  </a:cubicBezTo>
                  <a:cubicBezTo>
                    <a:pt x="401" y="1708"/>
                    <a:pt x="405" y="1711"/>
                    <a:pt x="413" y="1712"/>
                  </a:cubicBezTo>
                  <a:cubicBezTo>
                    <a:pt x="428" y="1715"/>
                    <a:pt x="442" y="1713"/>
                    <a:pt x="456" y="1709"/>
                  </a:cubicBezTo>
                  <a:cubicBezTo>
                    <a:pt x="500" y="1697"/>
                    <a:pt x="454" y="1666"/>
                    <a:pt x="443" y="1643"/>
                  </a:cubicBezTo>
                  <a:cubicBezTo>
                    <a:pt x="439" y="1634"/>
                    <a:pt x="438" y="1622"/>
                    <a:pt x="437" y="1610"/>
                  </a:cubicBezTo>
                  <a:cubicBezTo>
                    <a:pt x="437" y="1588"/>
                    <a:pt x="432" y="1578"/>
                    <a:pt x="433" y="1563"/>
                  </a:cubicBezTo>
                  <a:cubicBezTo>
                    <a:pt x="434" y="1546"/>
                    <a:pt x="475" y="1428"/>
                    <a:pt x="479" y="1417"/>
                  </a:cubicBezTo>
                  <a:cubicBezTo>
                    <a:pt x="482" y="1406"/>
                    <a:pt x="519" y="1310"/>
                    <a:pt x="522" y="1297"/>
                  </a:cubicBezTo>
                  <a:cubicBezTo>
                    <a:pt x="524" y="1287"/>
                    <a:pt x="538" y="1222"/>
                    <a:pt x="542" y="1204"/>
                  </a:cubicBezTo>
                  <a:cubicBezTo>
                    <a:pt x="550" y="1201"/>
                    <a:pt x="549" y="1016"/>
                    <a:pt x="561" y="923"/>
                  </a:cubicBezTo>
                  <a:cubicBezTo>
                    <a:pt x="569" y="860"/>
                    <a:pt x="568" y="859"/>
                    <a:pt x="582" y="855"/>
                  </a:cubicBezTo>
                  <a:cubicBezTo>
                    <a:pt x="587" y="849"/>
                    <a:pt x="591" y="840"/>
                    <a:pt x="594" y="830"/>
                  </a:cubicBezTo>
                  <a:cubicBezTo>
                    <a:pt x="596" y="821"/>
                    <a:pt x="598" y="808"/>
                    <a:pt x="598" y="795"/>
                  </a:cubicBezTo>
                  <a:cubicBezTo>
                    <a:pt x="600" y="750"/>
                    <a:pt x="591" y="706"/>
                    <a:pt x="588" y="660"/>
                  </a:cubicBezTo>
                  <a:close/>
                  <a:moveTo>
                    <a:pt x="376" y="1659"/>
                  </a:moveTo>
                  <a:cubicBezTo>
                    <a:pt x="366" y="1644"/>
                    <a:pt x="365" y="1625"/>
                    <a:pt x="362" y="1608"/>
                  </a:cubicBezTo>
                  <a:cubicBezTo>
                    <a:pt x="367" y="1612"/>
                    <a:pt x="372" y="1616"/>
                    <a:pt x="374" y="1623"/>
                  </a:cubicBezTo>
                  <a:cubicBezTo>
                    <a:pt x="378" y="1635"/>
                    <a:pt x="376" y="1647"/>
                    <a:pt x="376" y="1659"/>
                  </a:cubicBezTo>
                  <a:close/>
                  <a:moveTo>
                    <a:pt x="432" y="1268"/>
                  </a:moveTo>
                  <a:cubicBezTo>
                    <a:pt x="429" y="1284"/>
                    <a:pt x="421" y="1302"/>
                    <a:pt x="416" y="1317"/>
                  </a:cubicBezTo>
                  <a:cubicBezTo>
                    <a:pt x="409" y="1339"/>
                    <a:pt x="408" y="1361"/>
                    <a:pt x="406" y="1383"/>
                  </a:cubicBezTo>
                  <a:cubicBezTo>
                    <a:pt x="404" y="1425"/>
                    <a:pt x="404" y="1467"/>
                    <a:pt x="388" y="1507"/>
                  </a:cubicBezTo>
                  <a:cubicBezTo>
                    <a:pt x="382" y="1522"/>
                    <a:pt x="374" y="1535"/>
                    <a:pt x="363" y="1547"/>
                  </a:cubicBezTo>
                  <a:cubicBezTo>
                    <a:pt x="361" y="1550"/>
                    <a:pt x="357" y="1553"/>
                    <a:pt x="353" y="1557"/>
                  </a:cubicBezTo>
                  <a:cubicBezTo>
                    <a:pt x="353" y="1553"/>
                    <a:pt x="352" y="1549"/>
                    <a:pt x="350" y="1546"/>
                  </a:cubicBezTo>
                  <a:cubicBezTo>
                    <a:pt x="349" y="1543"/>
                    <a:pt x="348" y="1541"/>
                    <a:pt x="347" y="1538"/>
                  </a:cubicBezTo>
                  <a:cubicBezTo>
                    <a:pt x="340" y="1511"/>
                    <a:pt x="330" y="1467"/>
                    <a:pt x="329" y="1444"/>
                  </a:cubicBezTo>
                  <a:cubicBezTo>
                    <a:pt x="327" y="1417"/>
                    <a:pt x="320" y="1330"/>
                    <a:pt x="320" y="1330"/>
                  </a:cubicBezTo>
                  <a:cubicBezTo>
                    <a:pt x="320" y="1330"/>
                    <a:pt x="320" y="1330"/>
                    <a:pt x="320" y="1330"/>
                  </a:cubicBezTo>
                  <a:cubicBezTo>
                    <a:pt x="319" y="1315"/>
                    <a:pt x="317" y="1300"/>
                    <a:pt x="315" y="1285"/>
                  </a:cubicBezTo>
                  <a:cubicBezTo>
                    <a:pt x="312" y="1268"/>
                    <a:pt x="307" y="1252"/>
                    <a:pt x="308" y="1235"/>
                  </a:cubicBezTo>
                  <a:cubicBezTo>
                    <a:pt x="310" y="1221"/>
                    <a:pt x="313" y="1208"/>
                    <a:pt x="315" y="1195"/>
                  </a:cubicBezTo>
                  <a:cubicBezTo>
                    <a:pt x="317" y="1194"/>
                    <a:pt x="319" y="1194"/>
                    <a:pt x="322" y="1194"/>
                  </a:cubicBezTo>
                  <a:cubicBezTo>
                    <a:pt x="335" y="1193"/>
                    <a:pt x="347" y="1193"/>
                    <a:pt x="360" y="1194"/>
                  </a:cubicBezTo>
                  <a:cubicBezTo>
                    <a:pt x="372" y="1195"/>
                    <a:pt x="420" y="1196"/>
                    <a:pt x="432" y="1197"/>
                  </a:cubicBezTo>
                  <a:cubicBezTo>
                    <a:pt x="432" y="1210"/>
                    <a:pt x="440" y="1213"/>
                    <a:pt x="432" y="1268"/>
                  </a:cubicBezTo>
                  <a:close/>
                  <a:moveTo>
                    <a:pt x="426" y="371"/>
                  </a:moveTo>
                  <a:cubicBezTo>
                    <a:pt x="417" y="395"/>
                    <a:pt x="392" y="526"/>
                    <a:pt x="392" y="526"/>
                  </a:cubicBezTo>
                  <a:cubicBezTo>
                    <a:pt x="392" y="526"/>
                    <a:pt x="392" y="526"/>
                    <a:pt x="384" y="526"/>
                  </a:cubicBezTo>
                  <a:cubicBezTo>
                    <a:pt x="384" y="526"/>
                    <a:pt x="384" y="526"/>
                    <a:pt x="301" y="363"/>
                  </a:cubicBezTo>
                  <a:cubicBezTo>
                    <a:pt x="301" y="354"/>
                    <a:pt x="243" y="379"/>
                    <a:pt x="243" y="379"/>
                  </a:cubicBezTo>
                  <a:cubicBezTo>
                    <a:pt x="243" y="379"/>
                    <a:pt x="243" y="346"/>
                    <a:pt x="243" y="273"/>
                  </a:cubicBezTo>
                  <a:cubicBezTo>
                    <a:pt x="243" y="273"/>
                    <a:pt x="243" y="273"/>
                    <a:pt x="276" y="264"/>
                  </a:cubicBezTo>
                  <a:cubicBezTo>
                    <a:pt x="285" y="289"/>
                    <a:pt x="293" y="322"/>
                    <a:pt x="293" y="322"/>
                  </a:cubicBezTo>
                  <a:cubicBezTo>
                    <a:pt x="293" y="322"/>
                    <a:pt x="293" y="322"/>
                    <a:pt x="310" y="354"/>
                  </a:cubicBezTo>
                  <a:cubicBezTo>
                    <a:pt x="384" y="485"/>
                    <a:pt x="384" y="485"/>
                    <a:pt x="384" y="485"/>
                  </a:cubicBezTo>
                  <a:cubicBezTo>
                    <a:pt x="384" y="485"/>
                    <a:pt x="384" y="485"/>
                    <a:pt x="417" y="363"/>
                  </a:cubicBezTo>
                  <a:cubicBezTo>
                    <a:pt x="426" y="354"/>
                    <a:pt x="417" y="297"/>
                    <a:pt x="417" y="297"/>
                  </a:cubicBezTo>
                  <a:cubicBezTo>
                    <a:pt x="417" y="297"/>
                    <a:pt x="417" y="297"/>
                    <a:pt x="417" y="281"/>
                  </a:cubicBezTo>
                  <a:cubicBezTo>
                    <a:pt x="417" y="281"/>
                    <a:pt x="417" y="281"/>
                    <a:pt x="426" y="289"/>
                  </a:cubicBezTo>
                  <a:cubicBezTo>
                    <a:pt x="426" y="289"/>
                    <a:pt x="426" y="289"/>
                    <a:pt x="467" y="371"/>
                  </a:cubicBezTo>
                  <a:cubicBezTo>
                    <a:pt x="467" y="371"/>
                    <a:pt x="467" y="371"/>
                    <a:pt x="426" y="371"/>
                  </a:cubicBezTo>
                  <a:close/>
                  <a:moveTo>
                    <a:pt x="487" y="649"/>
                  </a:moveTo>
                  <a:cubicBezTo>
                    <a:pt x="483" y="649"/>
                    <a:pt x="483" y="649"/>
                    <a:pt x="483" y="649"/>
                  </a:cubicBezTo>
                  <a:cubicBezTo>
                    <a:pt x="483" y="644"/>
                    <a:pt x="475" y="632"/>
                    <a:pt x="474" y="622"/>
                  </a:cubicBezTo>
                  <a:cubicBezTo>
                    <a:pt x="472" y="613"/>
                    <a:pt x="474" y="599"/>
                    <a:pt x="474" y="588"/>
                  </a:cubicBezTo>
                  <a:cubicBezTo>
                    <a:pt x="476" y="556"/>
                    <a:pt x="487" y="525"/>
                    <a:pt x="487" y="493"/>
                  </a:cubicBezTo>
                  <a:cubicBezTo>
                    <a:pt x="487" y="490"/>
                    <a:pt x="487" y="488"/>
                    <a:pt x="487" y="486"/>
                  </a:cubicBezTo>
                  <a:cubicBezTo>
                    <a:pt x="487" y="488"/>
                    <a:pt x="487" y="490"/>
                    <a:pt x="487" y="493"/>
                  </a:cubicBezTo>
                  <a:cubicBezTo>
                    <a:pt x="488" y="525"/>
                    <a:pt x="493" y="556"/>
                    <a:pt x="481" y="587"/>
                  </a:cubicBezTo>
                  <a:cubicBezTo>
                    <a:pt x="484" y="586"/>
                    <a:pt x="487" y="587"/>
                    <a:pt x="489" y="587"/>
                  </a:cubicBezTo>
                  <a:cubicBezTo>
                    <a:pt x="484" y="599"/>
                    <a:pt x="492" y="605"/>
                    <a:pt x="492" y="616"/>
                  </a:cubicBezTo>
                  <a:cubicBezTo>
                    <a:pt x="492" y="627"/>
                    <a:pt x="488" y="638"/>
                    <a:pt x="487" y="649"/>
                  </a:cubicBezTo>
                  <a:close/>
                </a:path>
              </a:pathLst>
            </a:custGeom>
            <a:solidFill>
              <a:schemeClr val="accent5"/>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11" name="Gruppe 51"/>
            <p:cNvGrpSpPr>
              <a:grpSpLocks/>
            </p:cNvGrpSpPr>
            <p:nvPr/>
          </p:nvGrpSpPr>
          <p:grpSpPr bwMode="auto">
            <a:xfrm>
              <a:off x="9473848" y="2187136"/>
              <a:ext cx="953260" cy="3128723"/>
              <a:chOff x="2763678" y="1597834"/>
              <a:chExt cx="744650" cy="2444643"/>
            </a:xfrm>
            <a:solidFill>
              <a:schemeClr val="accent2"/>
            </a:solidFill>
          </p:grpSpPr>
          <p:sp>
            <p:nvSpPr>
              <p:cNvPr id="13" name="Freeform 125"/>
              <p:cNvSpPr>
                <a:spLocks/>
              </p:cNvSpPr>
              <p:nvPr/>
            </p:nvSpPr>
            <p:spPr bwMode="auto">
              <a:xfrm>
                <a:off x="2764652" y="1599232"/>
                <a:ext cx="743788" cy="2452477"/>
              </a:xfrm>
              <a:custGeom>
                <a:avLst/>
                <a:gdLst>
                  <a:gd name="T0" fmla="*/ 2147483647 w 364"/>
                  <a:gd name="T1" fmla="*/ 2147483647 h 1186"/>
                  <a:gd name="T2" fmla="*/ 2147483647 w 364"/>
                  <a:gd name="T3" fmla="*/ 2147483647 h 1186"/>
                  <a:gd name="T4" fmla="*/ 2147483647 w 364"/>
                  <a:gd name="T5" fmla="*/ 2147483647 h 1186"/>
                  <a:gd name="T6" fmla="*/ 2147483647 w 364"/>
                  <a:gd name="T7" fmla="*/ 2147483647 h 1186"/>
                  <a:gd name="T8" fmla="*/ 2147483647 w 364"/>
                  <a:gd name="T9" fmla="*/ 2147483647 h 1186"/>
                  <a:gd name="T10" fmla="*/ 2147483647 w 364"/>
                  <a:gd name="T11" fmla="*/ 2147483647 h 1186"/>
                  <a:gd name="T12" fmla="*/ 2147483647 w 364"/>
                  <a:gd name="T13" fmla="*/ 2147483647 h 1186"/>
                  <a:gd name="T14" fmla="*/ 2147483647 w 364"/>
                  <a:gd name="T15" fmla="*/ 2147483647 h 1186"/>
                  <a:gd name="T16" fmla="*/ 2147483647 w 364"/>
                  <a:gd name="T17" fmla="*/ 0 h 1186"/>
                  <a:gd name="T18" fmla="*/ 2147483647 w 364"/>
                  <a:gd name="T19" fmla="*/ 2147483647 h 1186"/>
                  <a:gd name="T20" fmla="*/ 2147483647 w 364"/>
                  <a:gd name="T21" fmla="*/ 2147483647 h 1186"/>
                  <a:gd name="T22" fmla="*/ 2147483647 w 364"/>
                  <a:gd name="T23" fmla="*/ 2147483647 h 1186"/>
                  <a:gd name="T24" fmla="*/ 2147483647 w 364"/>
                  <a:gd name="T25" fmla="*/ 2147483647 h 1186"/>
                  <a:gd name="T26" fmla="*/ 2147483647 w 364"/>
                  <a:gd name="T27" fmla="*/ 2147483647 h 1186"/>
                  <a:gd name="T28" fmla="*/ 2147483647 w 364"/>
                  <a:gd name="T29" fmla="*/ 2147483647 h 1186"/>
                  <a:gd name="T30" fmla="*/ 2147483647 w 364"/>
                  <a:gd name="T31" fmla="*/ 2147483647 h 1186"/>
                  <a:gd name="T32" fmla="*/ 2147483647 w 364"/>
                  <a:gd name="T33" fmla="*/ 2147483647 h 1186"/>
                  <a:gd name="T34" fmla="*/ 2147483647 w 364"/>
                  <a:gd name="T35" fmla="*/ 2147483647 h 1186"/>
                  <a:gd name="T36" fmla="*/ 2147483647 w 364"/>
                  <a:gd name="T37" fmla="*/ 2147483647 h 1186"/>
                  <a:gd name="T38" fmla="*/ 2147483647 w 364"/>
                  <a:gd name="T39" fmla="*/ 2147483647 h 1186"/>
                  <a:gd name="T40" fmla="*/ 2147483647 w 364"/>
                  <a:gd name="T41" fmla="*/ 2147483647 h 1186"/>
                  <a:gd name="T42" fmla="*/ 0 w 364"/>
                  <a:gd name="T43" fmla="*/ 2147483647 h 1186"/>
                  <a:gd name="T44" fmla="*/ 2147483647 w 364"/>
                  <a:gd name="T45" fmla="*/ 2147483647 h 1186"/>
                  <a:gd name="T46" fmla="*/ 2147483647 w 364"/>
                  <a:gd name="T47" fmla="*/ 2147483647 h 1186"/>
                  <a:gd name="T48" fmla="*/ 2147483647 w 364"/>
                  <a:gd name="T49" fmla="*/ 2147483647 h 1186"/>
                  <a:gd name="T50" fmla="*/ 2147483647 w 364"/>
                  <a:gd name="T51" fmla="*/ 2147483647 h 1186"/>
                  <a:gd name="T52" fmla="*/ 2147483647 w 364"/>
                  <a:gd name="T53" fmla="*/ 2147483647 h 1186"/>
                  <a:gd name="T54" fmla="*/ 2147483647 w 364"/>
                  <a:gd name="T55" fmla="*/ 2147483647 h 1186"/>
                  <a:gd name="T56" fmla="*/ 2147483647 w 364"/>
                  <a:gd name="T57" fmla="*/ 2147483647 h 1186"/>
                  <a:gd name="T58" fmla="*/ 2147483647 w 364"/>
                  <a:gd name="T59" fmla="*/ 2147483647 h 1186"/>
                  <a:gd name="T60" fmla="*/ 2147483647 w 364"/>
                  <a:gd name="T61" fmla="*/ 2147483647 h 1186"/>
                  <a:gd name="T62" fmla="*/ 2147483647 w 364"/>
                  <a:gd name="T63" fmla="*/ 2147483647 h 1186"/>
                  <a:gd name="T64" fmla="*/ 2147483647 w 364"/>
                  <a:gd name="T65" fmla="*/ 2147483647 h 1186"/>
                  <a:gd name="T66" fmla="*/ 2147483647 w 364"/>
                  <a:gd name="T67" fmla="*/ 2147483647 h 1186"/>
                  <a:gd name="T68" fmla="*/ 2147483647 w 364"/>
                  <a:gd name="T69" fmla="*/ 2147483647 h 1186"/>
                  <a:gd name="T70" fmla="*/ 2147483647 w 364"/>
                  <a:gd name="T71" fmla="*/ 2147483647 h 1186"/>
                  <a:gd name="T72" fmla="*/ 2147483647 w 364"/>
                  <a:gd name="T73" fmla="*/ 2147483647 h 1186"/>
                  <a:gd name="T74" fmla="*/ 2147483647 w 364"/>
                  <a:gd name="T75" fmla="*/ 2147483647 h 1186"/>
                  <a:gd name="T76" fmla="*/ 2147483647 w 364"/>
                  <a:gd name="T77" fmla="*/ 2147483647 h 1186"/>
                  <a:gd name="T78" fmla="*/ 2147483647 w 364"/>
                  <a:gd name="T79" fmla="*/ 2147483647 h 1186"/>
                  <a:gd name="T80" fmla="*/ 2147483647 w 364"/>
                  <a:gd name="T81" fmla="*/ 2147483647 h 1186"/>
                  <a:gd name="T82" fmla="*/ 2147483647 w 364"/>
                  <a:gd name="T83" fmla="*/ 2147483647 h 1186"/>
                  <a:gd name="T84" fmla="*/ 2147483647 w 364"/>
                  <a:gd name="T85" fmla="*/ 2147483647 h 1186"/>
                  <a:gd name="T86" fmla="*/ 2147483647 w 364"/>
                  <a:gd name="T87" fmla="*/ 2147483647 h 1186"/>
                  <a:gd name="T88" fmla="*/ 2147483647 w 364"/>
                  <a:gd name="T89" fmla="*/ 2147483647 h 1186"/>
                  <a:gd name="T90" fmla="*/ 2147483647 w 364"/>
                  <a:gd name="T91" fmla="*/ 2147483647 h 1186"/>
                  <a:gd name="T92" fmla="*/ 2147483647 w 364"/>
                  <a:gd name="T93" fmla="*/ 2147483647 h 1186"/>
                  <a:gd name="T94" fmla="*/ 2147483647 w 364"/>
                  <a:gd name="T95" fmla="*/ 2147483647 h 1186"/>
                  <a:gd name="T96" fmla="*/ 2147483647 w 364"/>
                  <a:gd name="T97" fmla="*/ 2147483647 h 1186"/>
                  <a:gd name="T98" fmla="*/ 2147483647 w 364"/>
                  <a:gd name="T99" fmla="*/ 2147483647 h 1186"/>
                  <a:gd name="T100" fmla="*/ 2147483647 w 364"/>
                  <a:gd name="T101" fmla="*/ 2147483647 h 1186"/>
                  <a:gd name="T102" fmla="*/ 2147483647 w 364"/>
                  <a:gd name="T103" fmla="*/ 2147483647 h 1186"/>
                  <a:gd name="T104" fmla="*/ 2147483647 w 364"/>
                  <a:gd name="T105" fmla="*/ 2147483647 h 1186"/>
                  <a:gd name="T106" fmla="*/ 2147483647 w 364"/>
                  <a:gd name="T107" fmla="*/ 2147483647 h 1186"/>
                  <a:gd name="T108" fmla="*/ 2147483647 w 364"/>
                  <a:gd name="T109" fmla="*/ 2147483647 h 1186"/>
                  <a:gd name="T110" fmla="*/ 2147483647 w 364"/>
                  <a:gd name="T111" fmla="*/ 2147483647 h 1186"/>
                  <a:gd name="T112" fmla="*/ 2147483647 w 364"/>
                  <a:gd name="T113" fmla="*/ 2147483647 h 1186"/>
                  <a:gd name="T114" fmla="*/ 2147483647 w 364"/>
                  <a:gd name="T115" fmla="*/ 2147483647 h 1186"/>
                  <a:gd name="T116" fmla="*/ 2147483647 w 364"/>
                  <a:gd name="T117" fmla="*/ 2147483647 h 11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4"/>
                  <a:gd name="T178" fmla="*/ 0 h 1186"/>
                  <a:gd name="T179" fmla="*/ 364 w 364"/>
                  <a:gd name="T180" fmla="*/ 1186 h 11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4" h="1186">
                    <a:moveTo>
                      <a:pt x="350" y="338"/>
                    </a:moveTo>
                    <a:lnTo>
                      <a:pt x="350" y="338"/>
                    </a:lnTo>
                    <a:lnTo>
                      <a:pt x="342" y="314"/>
                    </a:lnTo>
                    <a:lnTo>
                      <a:pt x="336" y="286"/>
                    </a:lnTo>
                    <a:lnTo>
                      <a:pt x="326" y="232"/>
                    </a:lnTo>
                    <a:lnTo>
                      <a:pt x="322" y="224"/>
                    </a:lnTo>
                    <a:lnTo>
                      <a:pt x="318" y="216"/>
                    </a:lnTo>
                    <a:lnTo>
                      <a:pt x="312" y="212"/>
                    </a:lnTo>
                    <a:lnTo>
                      <a:pt x="306" y="210"/>
                    </a:lnTo>
                    <a:lnTo>
                      <a:pt x="278" y="200"/>
                    </a:lnTo>
                    <a:lnTo>
                      <a:pt x="258" y="192"/>
                    </a:lnTo>
                    <a:lnTo>
                      <a:pt x="246" y="186"/>
                    </a:lnTo>
                    <a:lnTo>
                      <a:pt x="240" y="180"/>
                    </a:lnTo>
                    <a:lnTo>
                      <a:pt x="234" y="174"/>
                    </a:lnTo>
                    <a:lnTo>
                      <a:pt x="230" y="168"/>
                    </a:lnTo>
                    <a:lnTo>
                      <a:pt x="224" y="162"/>
                    </a:lnTo>
                    <a:lnTo>
                      <a:pt x="220" y="158"/>
                    </a:lnTo>
                    <a:lnTo>
                      <a:pt x="216" y="156"/>
                    </a:lnTo>
                    <a:lnTo>
                      <a:pt x="216" y="146"/>
                    </a:lnTo>
                    <a:lnTo>
                      <a:pt x="218" y="140"/>
                    </a:lnTo>
                    <a:lnTo>
                      <a:pt x="222" y="136"/>
                    </a:lnTo>
                    <a:lnTo>
                      <a:pt x="228" y="126"/>
                    </a:lnTo>
                    <a:lnTo>
                      <a:pt x="236" y="110"/>
                    </a:lnTo>
                    <a:lnTo>
                      <a:pt x="238" y="102"/>
                    </a:lnTo>
                    <a:lnTo>
                      <a:pt x="238" y="96"/>
                    </a:lnTo>
                    <a:lnTo>
                      <a:pt x="238" y="90"/>
                    </a:lnTo>
                    <a:lnTo>
                      <a:pt x="234" y="88"/>
                    </a:lnTo>
                    <a:lnTo>
                      <a:pt x="236" y="76"/>
                    </a:lnTo>
                    <a:lnTo>
                      <a:pt x="236" y="68"/>
                    </a:lnTo>
                    <a:lnTo>
                      <a:pt x="236" y="56"/>
                    </a:lnTo>
                    <a:lnTo>
                      <a:pt x="232" y="42"/>
                    </a:lnTo>
                    <a:lnTo>
                      <a:pt x="230" y="32"/>
                    </a:lnTo>
                    <a:lnTo>
                      <a:pt x="226" y="24"/>
                    </a:lnTo>
                    <a:lnTo>
                      <a:pt x="222" y="16"/>
                    </a:lnTo>
                    <a:lnTo>
                      <a:pt x="214" y="10"/>
                    </a:lnTo>
                    <a:lnTo>
                      <a:pt x="204" y="4"/>
                    </a:lnTo>
                    <a:lnTo>
                      <a:pt x="192" y="0"/>
                    </a:lnTo>
                    <a:lnTo>
                      <a:pt x="174" y="0"/>
                    </a:lnTo>
                    <a:lnTo>
                      <a:pt x="158" y="2"/>
                    </a:lnTo>
                    <a:lnTo>
                      <a:pt x="146" y="6"/>
                    </a:lnTo>
                    <a:lnTo>
                      <a:pt x="136" y="14"/>
                    </a:lnTo>
                    <a:lnTo>
                      <a:pt x="128" y="20"/>
                    </a:lnTo>
                    <a:lnTo>
                      <a:pt x="124" y="28"/>
                    </a:lnTo>
                    <a:lnTo>
                      <a:pt x="120" y="36"/>
                    </a:lnTo>
                    <a:lnTo>
                      <a:pt x="118" y="44"/>
                    </a:lnTo>
                    <a:lnTo>
                      <a:pt x="116" y="60"/>
                    </a:lnTo>
                    <a:lnTo>
                      <a:pt x="118" y="72"/>
                    </a:lnTo>
                    <a:lnTo>
                      <a:pt x="120" y="82"/>
                    </a:lnTo>
                    <a:lnTo>
                      <a:pt x="118" y="84"/>
                    </a:lnTo>
                    <a:lnTo>
                      <a:pt x="116" y="92"/>
                    </a:lnTo>
                    <a:lnTo>
                      <a:pt x="116" y="98"/>
                    </a:lnTo>
                    <a:lnTo>
                      <a:pt x="118" y="106"/>
                    </a:lnTo>
                    <a:lnTo>
                      <a:pt x="122" y="116"/>
                    </a:lnTo>
                    <a:lnTo>
                      <a:pt x="130" y="126"/>
                    </a:lnTo>
                    <a:lnTo>
                      <a:pt x="132" y="128"/>
                    </a:lnTo>
                    <a:lnTo>
                      <a:pt x="134" y="130"/>
                    </a:lnTo>
                    <a:lnTo>
                      <a:pt x="136" y="136"/>
                    </a:lnTo>
                    <a:lnTo>
                      <a:pt x="138" y="152"/>
                    </a:lnTo>
                    <a:lnTo>
                      <a:pt x="140" y="158"/>
                    </a:lnTo>
                    <a:lnTo>
                      <a:pt x="138" y="164"/>
                    </a:lnTo>
                    <a:lnTo>
                      <a:pt x="134" y="168"/>
                    </a:lnTo>
                    <a:lnTo>
                      <a:pt x="126" y="174"/>
                    </a:lnTo>
                    <a:lnTo>
                      <a:pt x="112" y="186"/>
                    </a:lnTo>
                    <a:lnTo>
                      <a:pt x="102" y="192"/>
                    </a:lnTo>
                    <a:lnTo>
                      <a:pt x="90" y="198"/>
                    </a:lnTo>
                    <a:lnTo>
                      <a:pt x="70" y="204"/>
                    </a:lnTo>
                    <a:lnTo>
                      <a:pt x="62" y="208"/>
                    </a:lnTo>
                    <a:lnTo>
                      <a:pt x="52" y="212"/>
                    </a:lnTo>
                    <a:lnTo>
                      <a:pt x="46" y="216"/>
                    </a:lnTo>
                    <a:lnTo>
                      <a:pt x="42" y="222"/>
                    </a:lnTo>
                    <a:lnTo>
                      <a:pt x="38" y="228"/>
                    </a:lnTo>
                    <a:lnTo>
                      <a:pt x="36" y="236"/>
                    </a:lnTo>
                    <a:lnTo>
                      <a:pt x="32" y="274"/>
                    </a:lnTo>
                    <a:lnTo>
                      <a:pt x="30" y="302"/>
                    </a:lnTo>
                    <a:lnTo>
                      <a:pt x="24" y="392"/>
                    </a:lnTo>
                    <a:lnTo>
                      <a:pt x="18" y="448"/>
                    </a:lnTo>
                    <a:lnTo>
                      <a:pt x="14" y="482"/>
                    </a:lnTo>
                    <a:lnTo>
                      <a:pt x="10" y="514"/>
                    </a:lnTo>
                    <a:lnTo>
                      <a:pt x="8" y="540"/>
                    </a:lnTo>
                    <a:lnTo>
                      <a:pt x="6" y="566"/>
                    </a:lnTo>
                    <a:lnTo>
                      <a:pt x="4" y="588"/>
                    </a:lnTo>
                    <a:lnTo>
                      <a:pt x="6" y="594"/>
                    </a:lnTo>
                    <a:lnTo>
                      <a:pt x="8" y="598"/>
                    </a:lnTo>
                    <a:lnTo>
                      <a:pt x="12" y="598"/>
                    </a:lnTo>
                    <a:lnTo>
                      <a:pt x="4" y="616"/>
                    </a:lnTo>
                    <a:lnTo>
                      <a:pt x="2" y="626"/>
                    </a:lnTo>
                    <a:lnTo>
                      <a:pt x="0" y="638"/>
                    </a:lnTo>
                    <a:lnTo>
                      <a:pt x="2" y="650"/>
                    </a:lnTo>
                    <a:lnTo>
                      <a:pt x="6" y="660"/>
                    </a:lnTo>
                    <a:lnTo>
                      <a:pt x="14" y="670"/>
                    </a:lnTo>
                    <a:lnTo>
                      <a:pt x="26" y="676"/>
                    </a:lnTo>
                    <a:lnTo>
                      <a:pt x="36" y="680"/>
                    </a:lnTo>
                    <a:lnTo>
                      <a:pt x="40" y="680"/>
                    </a:lnTo>
                    <a:lnTo>
                      <a:pt x="42" y="678"/>
                    </a:lnTo>
                    <a:lnTo>
                      <a:pt x="42" y="674"/>
                    </a:lnTo>
                    <a:lnTo>
                      <a:pt x="38" y="670"/>
                    </a:lnTo>
                    <a:lnTo>
                      <a:pt x="36" y="664"/>
                    </a:lnTo>
                    <a:lnTo>
                      <a:pt x="34" y="660"/>
                    </a:lnTo>
                    <a:lnTo>
                      <a:pt x="34" y="654"/>
                    </a:lnTo>
                    <a:lnTo>
                      <a:pt x="36" y="650"/>
                    </a:lnTo>
                    <a:lnTo>
                      <a:pt x="34" y="644"/>
                    </a:lnTo>
                    <a:lnTo>
                      <a:pt x="34" y="636"/>
                    </a:lnTo>
                    <a:lnTo>
                      <a:pt x="38" y="628"/>
                    </a:lnTo>
                    <a:lnTo>
                      <a:pt x="40" y="622"/>
                    </a:lnTo>
                    <a:lnTo>
                      <a:pt x="38" y="616"/>
                    </a:lnTo>
                    <a:lnTo>
                      <a:pt x="38" y="612"/>
                    </a:lnTo>
                    <a:lnTo>
                      <a:pt x="38" y="608"/>
                    </a:lnTo>
                    <a:lnTo>
                      <a:pt x="40" y="606"/>
                    </a:lnTo>
                    <a:lnTo>
                      <a:pt x="42" y="604"/>
                    </a:lnTo>
                    <a:lnTo>
                      <a:pt x="44" y="604"/>
                    </a:lnTo>
                    <a:lnTo>
                      <a:pt x="48" y="602"/>
                    </a:lnTo>
                    <a:lnTo>
                      <a:pt x="50" y="596"/>
                    </a:lnTo>
                    <a:lnTo>
                      <a:pt x="50" y="594"/>
                    </a:lnTo>
                    <a:lnTo>
                      <a:pt x="58" y="534"/>
                    </a:lnTo>
                    <a:lnTo>
                      <a:pt x="56" y="568"/>
                    </a:lnTo>
                    <a:lnTo>
                      <a:pt x="56" y="578"/>
                    </a:lnTo>
                    <a:lnTo>
                      <a:pt x="56" y="586"/>
                    </a:lnTo>
                    <a:lnTo>
                      <a:pt x="60" y="598"/>
                    </a:lnTo>
                    <a:lnTo>
                      <a:pt x="62" y="612"/>
                    </a:lnTo>
                    <a:lnTo>
                      <a:pt x="62" y="644"/>
                    </a:lnTo>
                    <a:lnTo>
                      <a:pt x="64" y="686"/>
                    </a:lnTo>
                    <a:lnTo>
                      <a:pt x="70" y="758"/>
                    </a:lnTo>
                    <a:lnTo>
                      <a:pt x="76" y="832"/>
                    </a:lnTo>
                    <a:lnTo>
                      <a:pt x="78" y="876"/>
                    </a:lnTo>
                    <a:lnTo>
                      <a:pt x="80" y="948"/>
                    </a:lnTo>
                    <a:lnTo>
                      <a:pt x="80" y="990"/>
                    </a:lnTo>
                    <a:lnTo>
                      <a:pt x="76" y="1022"/>
                    </a:lnTo>
                    <a:lnTo>
                      <a:pt x="74" y="1044"/>
                    </a:lnTo>
                    <a:lnTo>
                      <a:pt x="72" y="1068"/>
                    </a:lnTo>
                    <a:lnTo>
                      <a:pt x="74" y="1088"/>
                    </a:lnTo>
                    <a:lnTo>
                      <a:pt x="76" y="1104"/>
                    </a:lnTo>
                    <a:lnTo>
                      <a:pt x="84" y="1124"/>
                    </a:lnTo>
                    <a:lnTo>
                      <a:pt x="86" y="1130"/>
                    </a:lnTo>
                    <a:lnTo>
                      <a:pt x="84" y="1134"/>
                    </a:lnTo>
                    <a:lnTo>
                      <a:pt x="66" y="1150"/>
                    </a:lnTo>
                    <a:lnTo>
                      <a:pt x="56" y="1162"/>
                    </a:lnTo>
                    <a:lnTo>
                      <a:pt x="54" y="1166"/>
                    </a:lnTo>
                    <a:lnTo>
                      <a:pt x="54" y="1170"/>
                    </a:lnTo>
                    <a:lnTo>
                      <a:pt x="56" y="1174"/>
                    </a:lnTo>
                    <a:lnTo>
                      <a:pt x="60" y="1176"/>
                    </a:lnTo>
                    <a:lnTo>
                      <a:pt x="72" y="1180"/>
                    </a:lnTo>
                    <a:lnTo>
                      <a:pt x="86" y="1180"/>
                    </a:lnTo>
                    <a:lnTo>
                      <a:pt x="102" y="1174"/>
                    </a:lnTo>
                    <a:lnTo>
                      <a:pt x="118" y="1168"/>
                    </a:lnTo>
                    <a:lnTo>
                      <a:pt x="134" y="1164"/>
                    </a:lnTo>
                    <a:lnTo>
                      <a:pt x="146" y="1160"/>
                    </a:lnTo>
                    <a:lnTo>
                      <a:pt x="150" y="1158"/>
                    </a:lnTo>
                    <a:lnTo>
                      <a:pt x="152" y="1156"/>
                    </a:lnTo>
                    <a:lnTo>
                      <a:pt x="152" y="1152"/>
                    </a:lnTo>
                    <a:lnTo>
                      <a:pt x="150" y="1146"/>
                    </a:lnTo>
                    <a:lnTo>
                      <a:pt x="148" y="1138"/>
                    </a:lnTo>
                    <a:lnTo>
                      <a:pt x="150" y="1130"/>
                    </a:lnTo>
                    <a:lnTo>
                      <a:pt x="154" y="1116"/>
                    </a:lnTo>
                    <a:lnTo>
                      <a:pt x="156" y="1106"/>
                    </a:lnTo>
                    <a:lnTo>
                      <a:pt x="156" y="1090"/>
                    </a:lnTo>
                    <a:lnTo>
                      <a:pt x="156" y="1052"/>
                    </a:lnTo>
                    <a:lnTo>
                      <a:pt x="156" y="984"/>
                    </a:lnTo>
                    <a:lnTo>
                      <a:pt x="158" y="920"/>
                    </a:lnTo>
                    <a:lnTo>
                      <a:pt x="162" y="886"/>
                    </a:lnTo>
                    <a:lnTo>
                      <a:pt x="164" y="868"/>
                    </a:lnTo>
                    <a:lnTo>
                      <a:pt x="168" y="840"/>
                    </a:lnTo>
                    <a:lnTo>
                      <a:pt x="174" y="772"/>
                    </a:lnTo>
                    <a:lnTo>
                      <a:pt x="178" y="706"/>
                    </a:lnTo>
                    <a:lnTo>
                      <a:pt x="178" y="666"/>
                    </a:lnTo>
                    <a:lnTo>
                      <a:pt x="178" y="624"/>
                    </a:lnTo>
                    <a:lnTo>
                      <a:pt x="182" y="650"/>
                    </a:lnTo>
                    <a:lnTo>
                      <a:pt x="190" y="714"/>
                    </a:lnTo>
                    <a:lnTo>
                      <a:pt x="194" y="756"/>
                    </a:lnTo>
                    <a:lnTo>
                      <a:pt x="196" y="800"/>
                    </a:lnTo>
                    <a:lnTo>
                      <a:pt x="200" y="840"/>
                    </a:lnTo>
                    <a:lnTo>
                      <a:pt x="204" y="878"/>
                    </a:lnTo>
                    <a:lnTo>
                      <a:pt x="206" y="914"/>
                    </a:lnTo>
                    <a:lnTo>
                      <a:pt x="208" y="954"/>
                    </a:lnTo>
                    <a:lnTo>
                      <a:pt x="206" y="1012"/>
                    </a:lnTo>
                    <a:lnTo>
                      <a:pt x="206" y="1040"/>
                    </a:lnTo>
                    <a:lnTo>
                      <a:pt x="206" y="1078"/>
                    </a:lnTo>
                    <a:lnTo>
                      <a:pt x="208" y="1096"/>
                    </a:lnTo>
                    <a:lnTo>
                      <a:pt x="208" y="1112"/>
                    </a:lnTo>
                    <a:lnTo>
                      <a:pt x="212" y="1124"/>
                    </a:lnTo>
                    <a:lnTo>
                      <a:pt x="214" y="1126"/>
                    </a:lnTo>
                    <a:lnTo>
                      <a:pt x="216" y="1128"/>
                    </a:lnTo>
                    <a:lnTo>
                      <a:pt x="218" y="1142"/>
                    </a:lnTo>
                    <a:lnTo>
                      <a:pt x="220" y="1154"/>
                    </a:lnTo>
                    <a:lnTo>
                      <a:pt x="222" y="1162"/>
                    </a:lnTo>
                    <a:lnTo>
                      <a:pt x="226" y="1172"/>
                    </a:lnTo>
                    <a:lnTo>
                      <a:pt x="234" y="1178"/>
                    </a:lnTo>
                    <a:lnTo>
                      <a:pt x="246" y="1184"/>
                    </a:lnTo>
                    <a:lnTo>
                      <a:pt x="252" y="1186"/>
                    </a:lnTo>
                    <a:lnTo>
                      <a:pt x="262" y="1186"/>
                    </a:lnTo>
                    <a:lnTo>
                      <a:pt x="282" y="1182"/>
                    </a:lnTo>
                    <a:lnTo>
                      <a:pt x="290" y="1178"/>
                    </a:lnTo>
                    <a:lnTo>
                      <a:pt x="292" y="1176"/>
                    </a:lnTo>
                    <a:lnTo>
                      <a:pt x="294" y="1174"/>
                    </a:lnTo>
                    <a:lnTo>
                      <a:pt x="292" y="1168"/>
                    </a:lnTo>
                    <a:lnTo>
                      <a:pt x="288" y="1162"/>
                    </a:lnTo>
                    <a:lnTo>
                      <a:pt x="276" y="1148"/>
                    </a:lnTo>
                    <a:lnTo>
                      <a:pt x="274" y="1142"/>
                    </a:lnTo>
                    <a:lnTo>
                      <a:pt x="274" y="1140"/>
                    </a:lnTo>
                    <a:lnTo>
                      <a:pt x="274" y="1138"/>
                    </a:lnTo>
                    <a:lnTo>
                      <a:pt x="280" y="1132"/>
                    </a:lnTo>
                    <a:lnTo>
                      <a:pt x="284" y="1130"/>
                    </a:lnTo>
                    <a:lnTo>
                      <a:pt x="288" y="1128"/>
                    </a:lnTo>
                    <a:lnTo>
                      <a:pt x="288" y="1122"/>
                    </a:lnTo>
                    <a:lnTo>
                      <a:pt x="286" y="936"/>
                    </a:lnTo>
                    <a:lnTo>
                      <a:pt x="288" y="864"/>
                    </a:lnTo>
                    <a:lnTo>
                      <a:pt x="288" y="834"/>
                    </a:lnTo>
                    <a:lnTo>
                      <a:pt x="286" y="810"/>
                    </a:lnTo>
                    <a:lnTo>
                      <a:pt x="286" y="780"/>
                    </a:lnTo>
                    <a:lnTo>
                      <a:pt x="288" y="738"/>
                    </a:lnTo>
                    <a:lnTo>
                      <a:pt x="290" y="660"/>
                    </a:lnTo>
                    <a:lnTo>
                      <a:pt x="290" y="602"/>
                    </a:lnTo>
                    <a:lnTo>
                      <a:pt x="304" y="598"/>
                    </a:lnTo>
                    <a:lnTo>
                      <a:pt x="314" y="590"/>
                    </a:lnTo>
                    <a:lnTo>
                      <a:pt x="322" y="582"/>
                    </a:lnTo>
                    <a:lnTo>
                      <a:pt x="326" y="572"/>
                    </a:lnTo>
                    <a:lnTo>
                      <a:pt x="330" y="564"/>
                    </a:lnTo>
                    <a:lnTo>
                      <a:pt x="330" y="556"/>
                    </a:lnTo>
                    <a:lnTo>
                      <a:pt x="330" y="544"/>
                    </a:lnTo>
                    <a:lnTo>
                      <a:pt x="332" y="536"/>
                    </a:lnTo>
                    <a:lnTo>
                      <a:pt x="334" y="530"/>
                    </a:lnTo>
                    <a:lnTo>
                      <a:pt x="338" y="526"/>
                    </a:lnTo>
                    <a:lnTo>
                      <a:pt x="340" y="526"/>
                    </a:lnTo>
                    <a:lnTo>
                      <a:pt x="344" y="526"/>
                    </a:lnTo>
                    <a:lnTo>
                      <a:pt x="346" y="526"/>
                    </a:lnTo>
                    <a:lnTo>
                      <a:pt x="348" y="524"/>
                    </a:lnTo>
                    <a:lnTo>
                      <a:pt x="352" y="514"/>
                    </a:lnTo>
                    <a:lnTo>
                      <a:pt x="354" y="502"/>
                    </a:lnTo>
                    <a:lnTo>
                      <a:pt x="356" y="492"/>
                    </a:lnTo>
                    <a:lnTo>
                      <a:pt x="358" y="454"/>
                    </a:lnTo>
                    <a:lnTo>
                      <a:pt x="362" y="416"/>
                    </a:lnTo>
                    <a:lnTo>
                      <a:pt x="364" y="396"/>
                    </a:lnTo>
                    <a:lnTo>
                      <a:pt x="362" y="382"/>
                    </a:lnTo>
                    <a:lnTo>
                      <a:pt x="356" y="362"/>
                    </a:lnTo>
                    <a:lnTo>
                      <a:pt x="350" y="33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14" name="Freeform 127"/>
              <p:cNvSpPr>
                <a:spLocks/>
              </p:cNvSpPr>
              <p:nvPr/>
            </p:nvSpPr>
            <p:spPr bwMode="auto">
              <a:xfrm>
                <a:off x="3016156" y="1924561"/>
                <a:ext cx="209678" cy="353852"/>
              </a:xfrm>
              <a:custGeom>
                <a:avLst/>
                <a:gdLst>
                  <a:gd name="T0" fmla="*/ 0 w 102"/>
                  <a:gd name="T1" fmla="*/ 2147483647 h 172"/>
                  <a:gd name="T2" fmla="*/ 0 w 102"/>
                  <a:gd name="T3" fmla="*/ 2147483647 h 172"/>
                  <a:gd name="T4" fmla="*/ 2147483647 w 102"/>
                  <a:gd name="T5" fmla="*/ 2147483647 h 172"/>
                  <a:gd name="T6" fmla="*/ 2147483647 w 102"/>
                  <a:gd name="T7" fmla="*/ 2147483647 h 172"/>
                  <a:gd name="T8" fmla="*/ 2147483647 w 102"/>
                  <a:gd name="T9" fmla="*/ 2147483647 h 172"/>
                  <a:gd name="T10" fmla="*/ 2147483647 w 102"/>
                  <a:gd name="T11" fmla="*/ 2147483647 h 172"/>
                  <a:gd name="T12" fmla="*/ 2147483647 w 102"/>
                  <a:gd name="T13" fmla="*/ 2147483647 h 172"/>
                  <a:gd name="T14" fmla="*/ 2147483647 w 102"/>
                  <a:gd name="T15" fmla="*/ 2147483647 h 172"/>
                  <a:gd name="T16" fmla="*/ 2147483647 w 102"/>
                  <a:gd name="T17" fmla="*/ 2147483647 h 172"/>
                  <a:gd name="T18" fmla="*/ 2147483647 w 102"/>
                  <a:gd name="T19" fmla="*/ 2147483647 h 172"/>
                  <a:gd name="T20" fmla="*/ 2147483647 w 102"/>
                  <a:gd name="T21" fmla="*/ 2147483647 h 172"/>
                  <a:gd name="T22" fmla="*/ 2147483647 w 102"/>
                  <a:gd name="T23" fmla="*/ 2147483647 h 172"/>
                  <a:gd name="T24" fmla="*/ 2147483647 w 102"/>
                  <a:gd name="T25" fmla="*/ 2147483647 h 172"/>
                  <a:gd name="T26" fmla="*/ 2147483647 w 102"/>
                  <a:gd name="T27" fmla="*/ 2147483647 h 172"/>
                  <a:gd name="T28" fmla="*/ 2147483647 w 102"/>
                  <a:gd name="T29" fmla="*/ 2147483647 h 172"/>
                  <a:gd name="T30" fmla="*/ 2147483647 w 102"/>
                  <a:gd name="T31" fmla="*/ 2147483647 h 172"/>
                  <a:gd name="T32" fmla="*/ 2147483647 w 102"/>
                  <a:gd name="T33" fmla="*/ 2147483647 h 172"/>
                  <a:gd name="T34" fmla="*/ 2147483647 w 102"/>
                  <a:gd name="T35" fmla="*/ 2147483647 h 172"/>
                  <a:gd name="T36" fmla="*/ 2147483647 w 102"/>
                  <a:gd name="T37" fmla="*/ 2147483647 h 172"/>
                  <a:gd name="T38" fmla="*/ 2147483647 w 102"/>
                  <a:gd name="T39" fmla="*/ 2147483647 h 172"/>
                  <a:gd name="T40" fmla="*/ 2147483647 w 102"/>
                  <a:gd name="T41" fmla="*/ 2147483647 h 172"/>
                  <a:gd name="T42" fmla="*/ 2147483647 w 102"/>
                  <a:gd name="T43" fmla="*/ 2147483647 h 172"/>
                  <a:gd name="T44" fmla="*/ 2147483647 w 102"/>
                  <a:gd name="T45" fmla="*/ 2147483647 h 172"/>
                  <a:gd name="T46" fmla="*/ 2147483647 w 102"/>
                  <a:gd name="T47" fmla="*/ 2147483647 h 172"/>
                  <a:gd name="T48" fmla="*/ 2147483647 w 102"/>
                  <a:gd name="T49" fmla="*/ 2147483647 h 172"/>
                  <a:gd name="T50" fmla="*/ 2147483647 w 102"/>
                  <a:gd name="T51" fmla="*/ 0 h 172"/>
                  <a:gd name="T52" fmla="*/ 2147483647 w 102"/>
                  <a:gd name="T53" fmla="*/ 0 h 172"/>
                  <a:gd name="T54" fmla="*/ 2147483647 w 102"/>
                  <a:gd name="T55" fmla="*/ 0 h 172"/>
                  <a:gd name="T56" fmla="*/ 2147483647 w 102"/>
                  <a:gd name="T57" fmla="*/ 2147483647 h 172"/>
                  <a:gd name="T58" fmla="*/ 2147483647 w 102"/>
                  <a:gd name="T59" fmla="*/ 2147483647 h 172"/>
                  <a:gd name="T60" fmla="*/ 2147483647 w 102"/>
                  <a:gd name="T61" fmla="*/ 2147483647 h 172"/>
                  <a:gd name="T62" fmla="*/ 2147483647 w 102"/>
                  <a:gd name="T63" fmla="*/ 2147483647 h 172"/>
                  <a:gd name="T64" fmla="*/ 2147483647 w 102"/>
                  <a:gd name="T65" fmla="*/ 2147483647 h 172"/>
                  <a:gd name="T66" fmla="*/ 2147483647 w 102"/>
                  <a:gd name="T67" fmla="*/ 2147483647 h 172"/>
                  <a:gd name="T68" fmla="*/ 2147483647 w 102"/>
                  <a:gd name="T69" fmla="*/ 2147483647 h 172"/>
                  <a:gd name="T70" fmla="*/ 2147483647 w 102"/>
                  <a:gd name="T71" fmla="*/ 2147483647 h 172"/>
                  <a:gd name="T72" fmla="*/ 2147483647 w 102"/>
                  <a:gd name="T73" fmla="*/ 2147483647 h 172"/>
                  <a:gd name="T74" fmla="*/ 2147483647 w 102"/>
                  <a:gd name="T75" fmla="*/ 2147483647 h 172"/>
                  <a:gd name="T76" fmla="*/ 2147483647 w 102"/>
                  <a:gd name="T77" fmla="*/ 2147483647 h 172"/>
                  <a:gd name="T78" fmla="*/ 2147483647 w 102"/>
                  <a:gd name="T79" fmla="*/ 2147483647 h 172"/>
                  <a:gd name="T80" fmla="*/ 2147483647 w 102"/>
                  <a:gd name="T81" fmla="*/ 2147483647 h 172"/>
                  <a:gd name="T82" fmla="*/ 2147483647 w 102"/>
                  <a:gd name="T83" fmla="*/ 2147483647 h 172"/>
                  <a:gd name="T84" fmla="*/ 0 w 102"/>
                  <a:gd name="T85" fmla="*/ 2147483647 h 1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2"/>
                  <a:gd name="T130" fmla="*/ 0 h 172"/>
                  <a:gd name="T131" fmla="*/ 102 w 102"/>
                  <a:gd name="T132" fmla="*/ 172 h 1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2" h="172">
                    <a:moveTo>
                      <a:pt x="0" y="14"/>
                    </a:moveTo>
                    <a:lnTo>
                      <a:pt x="0" y="14"/>
                    </a:lnTo>
                    <a:lnTo>
                      <a:pt x="2" y="22"/>
                    </a:lnTo>
                    <a:lnTo>
                      <a:pt x="4" y="32"/>
                    </a:lnTo>
                    <a:lnTo>
                      <a:pt x="8" y="42"/>
                    </a:lnTo>
                    <a:lnTo>
                      <a:pt x="12" y="66"/>
                    </a:lnTo>
                    <a:lnTo>
                      <a:pt x="18" y="106"/>
                    </a:lnTo>
                    <a:lnTo>
                      <a:pt x="24" y="126"/>
                    </a:lnTo>
                    <a:lnTo>
                      <a:pt x="30" y="146"/>
                    </a:lnTo>
                    <a:lnTo>
                      <a:pt x="38" y="162"/>
                    </a:lnTo>
                    <a:lnTo>
                      <a:pt x="42" y="168"/>
                    </a:lnTo>
                    <a:lnTo>
                      <a:pt x="46" y="172"/>
                    </a:lnTo>
                    <a:lnTo>
                      <a:pt x="64" y="144"/>
                    </a:lnTo>
                    <a:lnTo>
                      <a:pt x="78" y="118"/>
                    </a:lnTo>
                    <a:lnTo>
                      <a:pt x="90" y="94"/>
                    </a:lnTo>
                    <a:lnTo>
                      <a:pt x="98" y="72"/>
                    </a:lnTo>
                    <a:lnTo>
                      <a:pt x="102" y="52"/>
                    </a:lnTo>
                    <a:lnTo>
                      <a:pt x="102" y="34"/>
                    </a:lnTo>
                    <a:lnTo>
                      <a:pt x="100" y="16"/>
                    </a:lnTo>
                    <a:lnTo>
                      <a:pt x="100" y="10"/>
                    </a:lnTo>
                    <a:lnTo>
                      <a:pt x="96" y="6"/>
                    </a:lnTo>
                    <a:lnTo>
                      <a:pt x="90" y="0"/>
                    </a:lnTo>
                    <a:lnTo>
                      <a:pt x="88" y="0"/>
                    </a:lnTo>
                    <a:lnTo>
                      <a:pt x="88" y="2"/>
                    </a:lnTo>
                    <a:lnTo>
                      <a:pt x="86" y="6"/>
                    </a:lnTo>
                    <a:lnTo>
                      <a:pt x="86" y="14"/>
                    </a:lnTo>
                    <a:lnTo>
                      <a:pt x="82" y="20"/>
                    </a:lnTo>
                    <a:lnTo>
                      <a:pt x="74" y="30"/>
                    </a:lnTo>
                    <a:lnTo>
                      <a:pt x="66" y="34"/>
                    </a:lnTo>
                    <a:lnTo>
                      <a:pt x="56" y="38"/>
                    </a:lnTo>
                    <a:lnTo>
                      <a:pt x="44" y="38"/>
                    </a:lnTo>
                    <a:lnTo>
                      <a:pt x="32" y="34"/>
                    </a:lnTo>
                    <a:lnTo>
                      <a:pt x="20" y="26"/>
                    </a:lnTo>
                    <a:lnTo>
                      <a:pt x="12" y="16"/>
                    </a:lnTo>
                    <a:lnTo>
                      <a:pt x="6" y="6"/>
                    </a:ln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5" name="Freeform 128"/>
              <p:cNvSpPr>
                <a:spLocks/>
              </p:cNvSpPr>
              <p:nvPr/>
            </p:nvSpPr>
            <p:spPr bwMode="auto">
              <a:xfrm>
                <a:off x="3090470" y="2007429"/>
                <a:ext cx="62532" cy="292981"/>
              </a:xfrm>
              <a:custGeom>
                <a:avLst/>
                <a:gdLst>
                  <a:gd name="T0" fmla="*/ 2147483647 w 30"/>
                  <a:gd name="T1" fmla="*/ 2147483647 h 136"/>
                  <a:gd name="T2" fmla="*/ 2147483647 w 30"/>
                  <a:gd name="T3" fmla="*/ 2147483647 h 136"/>
                  <a:gd name="T4" fmla="*/ 2147483647 w 30"/>
                  <a:gd name="T5" fmla="*/ 2147483647 h 136"/>
                  <a:gd name="T6" fmla="*/ 0 w 30"/>
                  <a:gd name="T7" fmla="*/ 2147483647 h 136"/>
                  <a:gd name="T8" fmla="*/ 2147483647 w 30"/>
                  <a:gd name="T9" fmla="*/ 2147483647 h 136"/>
                  <a:gd name="T10" fmla="*/ 2147483647 w 30"/>
                  <a:gd name="T11" fmla="*/ 2147483647 h 136"/>
                  <a:gd name="T12" fmla="*/ 2147483647 w 30"/>
                  <a:gd name="T13" fmla="*/ 2147483647 h 136"/>
                  <a:gd name="T14" fmla="*/ 2147483647 w 30"/>
                  <a:gd name="T15" fmla="*/ 2147483647 h 136"/>
                  <a:gd name="T16" fmla="*/ 2147483647 w 30"/>
                  <a:gd name="T17" fmla="*/ 2147483647 h 136"/>
                  <a:gd name="T18" fmla="*/ 2147483647 w 30"/>
                  <a:gd name="T19" fmla="*/ 2147483647 h 136"/>
                  <a:gd name="T20" fmla="*/ 2147483647 w 30"/>
                  <a:gd name="T21" fmla="*/ 2147483647 h 136"/>
                  <a:gd name="T22" fmla="*/ 2147483647 w 30"/>
                  <a:gd name="T23" fmla="*/ 2147483647 h 136"/>
                  <a:gd name="T24" fmla="*/ 0 w 30"/>
                  <a:gd name="T25" fmla="*/ 2147483647 h 136"/>
                  <a:gd name="T26" fmla="*/ 0 w 30"/>
                  <a:gd name="T27" fmla="*/ 2147483647 h 136"/>
                  <a:gd name="T28" fmla="*/ 0 w 30"/>
                  <a:gd name="T29" fmla="*/ 2147483647 h 136"/>
                  <a:gd name="T30" fmla="*/ 2147483647 w 30"/>
                  <a:gd name="T31" fmla="*/ 2147483647 h 136"/>
                  <a:gd name="T32" fmla="*/ 2147483647 w 30"/>
                  <a:gd name="T33" fmla="*/ 0 h 136"/>
                  <a:gd name="T34" fmla="*/ 2147483647 w 30"/>
                  <a:gd name="T35" fmla="*/ 0 h 136"/>
                  <a:gd name="T36" fmla="*/ 2147483647 w 30"/>
                  <a:gd name="T37" fmla="*/ 2147483647 h 136"/>
                  <a:gd name="T38" fmla="*/ 2147483647 w 30"/>
                  <a:gd name="T39" fmla="*/ 2147483647 h 136"/>
                  <a:gd name="T40" fmla="*/ 2147483647 w 30"/>
                  <a:gd name="T41" fmla="*/ 2147483647 h 136"/>
                  <a:gd name="T42" fmla="*/ 2147483647 w 30"/>
                  <a:gd name="T43" fmla="*/ 2147483647 h 136"/>
                  <a:gd name="T44" fmla="*/ 2147483647 w 30"/>
                  <a:gd name="T45" fmla="*/ 2147483647 h 136"/>
                  <a:gd name="T46" fmla="*/ 2147483647 w 30"/>
                  <a:gd name="T47" fmla="*/ 2147483647 h 136"/>
                  <a:gd name="T48" fmla="*/ 2147483647 w 30"/>
                  <a:gd name="T49" fmla="*/ 2147483647 h 136"/>
                  <a:gd name="T50" fmla="*/ 2147483647 w 30"/>
                  <a:gd name="T51" fmla="*/ 2147483647 h 136"/>
                  <a:gd name="T52" fmla="*/ 2147483647 w 30"/>
                  <a:gd name="T53" fmla="*/ 2147483647 h 136"/>
                  <a:gd name="T54" fmla="*/ 2147483647 w 30"/>
                  <a:gd name="T55" fmla="*/ 2147483647 h 136"/>
                  <a:gd name="T56" fmla="*/ 2147483647 w 30"/>
                  <a:gd name="T57" fmla="*/ 2147483647 h 136"/>
                  <a:gd name="T58" fmla="*/ 2147483647 w 30"/>
                  <a:gd name="T59" fmla="*/ 2147483647 h 136"/>
                  <a:gd name="T60" fmla="*/ 2147483647 w 30"/>
                  <a:gd name="T61" fmla="*/ 2147483647 h 136"/>
                  <a:gd name="T62" fmla="*/ 2147483647 w 30"/>
                  <a:gd name="T63" fmla="*/ 2147483647 h 136"/>
                  <a:gd name="T64" fmla="*/ 2147483647 w 30"/>
                  <a:gd name="T65" fmla="*/ 2147483647 h 136"/>
                  <a:gd name="T66" fmla="*/ 2147483647 w 30"/>
                  <a:gd name="T67" fmla="*/ 2147483647 h 136"/>
                  <a:gd name="T68" fmla="*/ 2147483647 w 30"/>
                  <a:gd name="T69" fmla="*/ 2147483647 h 136"/>
                  <a:gd name="T70" fmla="*/ 2147483647 w 30"/>
                  <a:gd name="T71" fmla="*/ 2147483647 h 136"/>
                  <a:gd name="T72" fmla="*/ 2147483647 w 30"/>
                  <a:gd name="T73" fmla="*/ 2147483647 h 1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
                  <a:gd name="T112" fmla="*/ 0 h 136"/>
                  <a:gd name="T113" fmla="*/ 30 w 30"/>
                  <a:gd name="T114" fmla="*/ 136 h 1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 h="136">
                    <a:moveTo>
                      <a:pt x="4" y="134"/>
                    </a:moveTo>
                    <a:lnTo>
                      <a:pt x="4" y="134"/>
                    </a:lnTo>
                    <a:lnTo>
                      <a:pt x="2" y="124"/>
                    </a:lnTo>
                    <a:lnTo>
                      <a:pt x="0" y="104"/>
                    </a:lnTo>
                    <a:lnTo>
                      <a:pt x="2" y="62"/>
                    </a:lnTo>
                    <a:lnTo>
                      <a:pt x="2" y="50"/>
                    </a:lnTo>
                    <a:lnTo>
                      <a:pt x="6" y="40"/>
                    </a:lnTo>
                    <a:lnTo>
                      <a:pt x="10" y="28"/>
                    </a:lnTo>
                    <a:lnTo>
                      <a:pt x="8" y="24"/>
                    </a:lnTo>
                    <a:lnTo>
                      <a:pt x="6" y="18"/>
                    </a:lnTo>
                    <a:lnTo>
                      <a:pt x="0" y="8"/>
                    </a:lnTo>
                    <a:lnTo>
                      <a:pt x="0" y="6"/>
                    </a:lnTo>
                    <a:lnTo>
                      <a:pt x="4" y="2"/>
                    </a:lnTo>
                    <a:lnTo>
                      <a:pt x="14" y="0"/>
                    </a:lnTo>
                    <a:lnTo>
                      <a:pt x="18" y="2"/>
                    </a:lnTo>
                    <a:lnTo>
                      <a:pt x="22" y="4"/>
                    </a:lnTo>
                    <a:lnTo>
                      <a:pt x="26" y="8"/>
                    </a:lnTo>
                    <a:lnTo>
                      <a:pt x="24" y="14"/>
                    </a:lnTo>
                    <a:lnTo>
                      <a:pt x="20" y="20"/>
                    </a:lnTo>
                    <a:lnTo>
                      <a:pt x="20" y="24"/>
                    </a:lnTo>
                    <a:lnTo>
                      <a:pt x="20" y="28"/>
                    </a:lnTo>
                    <a:lnTo>
                      <a:pt x="26" y="66"/>
                    </a:lnTo>
                    <a:lnTo>
                      <a:pt x="30" y="104"/>
                    </a:lnTo>
                    <a:lnTo>
                      <a:pt x="28" y="114"/>
                    </a:lnTo>
                    <a:lnTo>
                      <a:pt x="22" y="126"/>
                    </a:lnTo>
                    <a:lnTo>
                      <a:pt x="18" y="132"/>
                    </a:lnTo>
                    <a:lnTo>
                      <a:pt x="14" y="134"/>
                    </a:lnTo>
                    <a:lnTo>
                      <a:pt x="8" y="136"/>
                    </a:lnTo>
                    <a:lnTo>
                      <a:pt x="4" y="13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gr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30442778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nodeType="afterEffect">
                                  <p:stCondLst>
                                    <p:cond delay="25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Group 66"/>
          <p:cNvGrpSpPr/>
          <p:nvPr/>
        </p:nvGrpSpPr>
        <p:grpSpPr>
          <a:xfrm>
            <a:off x="-93857" y="3269361"/>
            <a:ext cx="3830701" cy="3572472"/>
            <a:chOff x="889089" y="1802237"/>
            <a:chExt cx="3349536" cy="3253526"/>
          </a:xfrm>
        </p:grpSpPr>
        <p:grpSp>
          <p:nvGrpSpPr>
            <p:cNvPr id="68" name="Group 67"/>
            <p:cNvGrpSpPr/>
            <p:nvPr/>
          </p:nvGrpSpPr>
          <p:grpSpPr>
            <a:xfrm>
              <a:off x="1296966" y="1802237"/>
              <a:ext cx="2941659" cy="3253526"/>
              <a:chOff x="2112874" y="981610"/>
              <a:chExt cx="3782565" cy="4183583"/>
            </a:xfrm>
          </p:grpSpPr>
          <p:sp>
            <p:nvSpPr>
              <p:cNvPr id="76" name="Freeform 75"/>
              <p:cNvSpPr>
                <a:spLocks/>
              </p:cNvSpPr>
              <p:nvPr/>
            </p:nvSpPr>
            <p:spPr bwMode="auto">
              <a:xfrm>
                <a:off x="2112874" y="4910491"/>
                <a:ext cx="682813" cy="254702"/>
              </a:xfrm>
              <a:custGeom>
                <a:avLst/>
                <a:gdLst>
                  <a:gd name="T0" fmla="*/ 46 w 53"/>
                  <a:gd name="T1" fmla="*/ 0 h 20"/>
                  <a:gd name="T2" fmla="*/ 38 w 53"/>
                  <a:gd name="T3" fmla="*/ 2 h 20"/>
                  <a:gd name="T4" fmla="*/ 37 w 53"/>
                  <a:gd name="T5" fmla="*/ 4 h 20"/>
                  <a:gd name="T6" fmla="*/ 34 w 53"/>
                  <a:gd name="T7" fmla="*/ 7 h 20"/>
                  <a:gd name="T8" fmla="*/ 3 w 53"/>
                  <a:gd name="T9" fmla="*/ 17 h 20"/>
                  <a:gd name="T10" fmla="*/ 0 w 53"/>
                  <a:gd name="T11" fmla="*/ 20 h 20"/>
                  <a:gd name="T12" fmla="*/ 0 w 53"/>
                  <a:gd name="T13" fmla="*/ 20 h 20"/>
                  <a:gd name="T14" fmla="*/ 51 w 53"/>
                  <a:gd name="T15" fmla="*/ 20 h 20"/>
                  <a:gd name="T16" fmla="*/ 51 w 53"/>
                  <a:gd name="T17" fmla="*/ 13 h 20"/>
                  <a:gd name="T18" fmla="*/ 48 w 53"/>
                  <a:gd name="T19" fmla="*/ 4 h 20"/>
                  <a:gd name="T20" fmla="*/ 49 w 53"/>
                  <a:gd name="T21" fmla="*/ 4 h 20"/>
                  <a:gd name="T22" fmla="*/ 49 w 53"/>
                  <a:gd name="T23" fmla="*/ 2 h 20"/>
                  <a:gd name="T24" fmla="*/ 46 w 53"/>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20">
                    <a:moveTo>
                      <a:pt x="46" y="0"/>
                    </a:moveTo>
                    <a:cubicBezTo>
                      <a:pt x="43" y="0"/>
                      <a:pt x="38" y="2"/>
                      <a:pt x="38" y="2"/>
                    </a:cubicBezTo>
                    <a:cubicBezTo>
                      <a:pt x="38" y="2"/>
                      <a:pt x="39" y="3"/>
                      <a:pt x="37" y="4"/>
                    </a:cubicBezTo>
                    <a:cubicBezTo>
                      <a:pt x="37" y="5"/>
                      <a:pt x="37" y="6"/>
                      <a:pt x="34" y="7"/>
                    </a:cubicBezTo>
                    <a:cubicBezTo>
                      <a:pt x="3" y="17"/>
                      <a:pt x="3" y="17"/>
                      <a:pt x="3" y="17"/>
                    </a:cubicBezTo>
                    <a:cubicBezTo>
                      <a:pt x="3" y="17"/>
                      <a:pt x="1" y="18"/>
                      <a:pt x="0" y="20"/>
                    </a:cubicBezTo>
                    <a:cubicBezTo>
                      <a:pt x="0" y="20"/>
                      <a:pt x="0" y="20"/>
                      <a:pt x="0" y="20"/>
                    </a:cubicBezTo>
                    <a:cubicBezTo>
                      <a:pt x="51" y="20"/>
                      <a:pt x="51" y="20"/>
                      <a:pt x="51" y="20"/>
                    </a:cubicBezTo>
                    <a:cubicBezTo>
                      <a:pt x="52" y="18"/>
                      <a:pt x="53" y="13"/>
                      <a:pt x="51" y="13"/>
                    </a:cubicBezTo>
                    <a:cubicBezTo>
                      <a:pt x="51" y="13"/>
                      <a:pt x="48" y="7"/>
                      <a:pt x="48" y="4"/>
                    </a:cubicBezTo>
                    <a:cubicBezTo>
                      <a:pt x="49" y="4"/>
                      <a:pt x="49" y="4"/>
                      <a:pt x="49" y="4"/>
                    </a:cubicBezTo>
                    <a:cubicBezTo>
                      <a:pt x="49" y="3"/>
                      <a:pt x="49" y="2"/>
                      <a:pt x="49" y="2"/>
                    </a:cubicBezTo>
                    <a:cubicBezTo>
                      <a:pt x="49" y="1"/>
                      <a:pt x="48" y="0"/>
                      <a:pt x="46" y="0"/>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77" name="Freeform 76"/>
              <p:cNvSpPr>
                <a:spLocks/>
              </p:cNvSpPr>
              <p:nvPr/>
            </p:nvSpPr>
            <p:spPr bwMode="auto">
              <a:xfrm>
                <a:off x="3321342" y="4910491"/>
                <a:ext cx="666557" cy="254702"/>
              </a:xfrm>
              <a:custGeom>
                <a:avLst/>
                <a:gdLst>
                  <a:gd name="T0" fmla="*/ 7 w 52"/>
                  <a:gd name="T1" fmla="*/ 0 h 20"/>
                  <a:gd name="T2" fmla="*/ 4 w 52"/>
                  <a:gd name="T3" fmla="*/ 2 h 20"/>
                  <a:gd name="T4" fmla="*/ 2 w 52"/>
                  <a:gd name="T5" fmla="*/ 11 h 20"/>
                  <a:gd name="T6" fmla="*/ 2 w 52"/>
                  <a:gd name="T7" fmla="*/ 11 h 20"/>
                  <a:gd name="T8" fmla="*/ 1 w 52"/>
                  <a:gd name="T9" fmla="*/ 13 h 20"/>
                  <a:gd name="T10" fmla="*/ 0 w 52"/>
                  <a:gd name="T11" fmla="*/ 13 h 20"/>
                  <a:gd name="T12" fmla="*/ 2 w 52"/>
                  <a:gd name="T13" fmla="*/ 20 h 20"/>
                  <a:gd name="T14" fmla="*/ 52 w 52"/>
                  <a:gd name="T15" fmla="*/ 20 h 20"/>
                  <a:gd name="T16" fmla="*/ 49 w 52"/>
                  <a:gd name="T17" fmla="*/ 17 h 20"/>
                  <a:gd name="T18" fmla="*/ 17 w 52"/>
                  <a:gd name="T19" fmla="*/ 7 h 20"/>
                  <a:gd name="T20" fmla="*/ 14 w 52"/>
                  <a:gd name="T21" fmla="*/ 4 h 20"/>
                  <a:gd name="T22" fmla="*/ 15 w 52"/>
                  <a:gd name="T23" fmla="*/ 4 h 20"/>
                  <a:gd name="T24" fmla="*/ 15 w 52"/>
                  <a:gd name="T25" fmla="*/ 2 h 20"/>
                  <a:gd name="T26" fmla="*/ 7 w 52"/>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20">
                    <a:moveTo>
                      <a:pt x="7" y="0"/>
                    </a:moveTo>
                    <a:cubicBezTo>
                      <a:pt x="5" y="0"/>
                      <a:pt x="4" y="1"/>
                      <a:pt x="4" y="2"/>
                    </a:cubicBezTo>
                    <a:cubicBezTo>
                      <a:pt x="5" y="5"/>
                      <a:pt x="2" y="11"/>
                      <a:pt x="2" y="11"/>
                    </a:cubicBezTo>
                    <a:cubicBezTo>
                      <a:pt x="2" y="11"/>
                      <a:pt x="2" y="11"/>
                      <a:pt x="2" y="11"/>
                    </a:cubicBezTo>
                    <a:cubicBezTo>
                      <a:pt x="1" y="12"/>
                      <a:pt x="1" y="13"/>
                      <a:pt x="1" y="13"/>
                    </a:cubicBezTo>
                    <a:cubicBezTo>
                      <a:pt x="1" y="13"/>
                      <a:pt x="0" y="13"/>
                      <a:pt x="0" y="13"/>
                    </a:cubicBezTo>
                    <a:cubicBezTo>
                      <a:pt x="0" y="16"/>
                      <a:pt x="2" y="20"/>
                      <a:pt x="2" y="20"/>
                    </a:cubicBezTo>
                    <a:cubicBezTo>
                      <a:pt x="52" y="20"/>
                      <a:pt x="52" y="20"/>
                      <a:pt x="52" y="20"/>
                    </a:cubicBezTo>
                    <a:cubicBezTo>
                      <a:pt x="51" y="19"/>
                      <a:pt x="49" y="17"/>
                      <a:pt x="49" y="17"/>
                    </a:cubicBezTo>
                    <a:cubicBezTo>
                      <a:pt x="17" y="7"/>
                      <a:pt x="17" y="7"/>
                      <a:pt x="17" y="7"/>
                    </a:cubicBezTo>
                    <a:cubicBezTo>
                      <a:pt x="14" y="6"/>
                      <a:pt x="14" y="4"/>
                      <a:pt x="14" y="4"/>
                    </a:cubicBezTo>
                    <a:cubicBezTo>
                      <a:pt x="15" y="4"/>
                      <a:pt x="15" y="4"/>
                      <a:pt x="15" y="4"/>
                    </a:cubicBezTo>
                    <a:cubicBezTo>
                      <a:pt x="15" y="3"/>
                      <a:pt x="15" y="2"/>
                      <a:pt x="15" y="2"/>
                    </a:cubicBezTo>
                    <a:cubicBezTo>
                      <a:pt x="15" y="2"/>
                      <a:pt x="10" y="0"/>
                      <a:pt x="7" y="0"/>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78" name="Freeform 77"/>
              <p:cNvSpPr>
                <a:spLocks/>
              </p:cNvSpPr>
              <p:nvPr/>
            </p:nvSpPr>
            <p:spPr bwMode="auto">
              <a:xfrm>
                <a:off x="2562661" y="3691184"/>
                <a:ext cx="395600" cy="1240987"/>
              </a:xfrm>
              <a:custGeom>
                <a:avLst/>
                <a:gdLst>
                  <a:gd name="T0" fmla="*/ 38 w 73"/>
                  <a:gd name="T1" fmla="*/ 0 h 229"/>
                  <a:gd name="T2" fmla="*/ 0 w 73"/>
                  <a:gd name="T3" fmla="*/ 229 h 229"/>
                  <a:gd name="T4" fmla="*/ 45 w 73"/>
                  <a:gd name="T5" fmla="*/ 229 h 229"/>
                  <a:gd name="T6" fmla="*/ 73 w 73"/>
                  <a:gd name="T7" fmla="*/ 0 h 229"/>
                  <a:gd name="T8" fmla="*/ 38 w 73"/>
                  <a:gd name="T9" fmla="*/ 0 h 229"/>
                </a:gdLst>
                <a:ahLst/>
                <a:cxnLst>
                  <a:cxn ang="0">
                    <a:pos x="T0" y="T1"/>
                  </a:cxn>
                  <a:cxn ang="0">
                    <a:pos x="T2" y="T3"/>
                  </a:cxn>
                  <a:cxn ang="0">
                    <a:pos x="T4" y="T5"/>
                  </a:cxn>
                  <a:cxn ang="0">
                    <a:pos x="T6" y="T7"/>
                  </a:cxn>
                  <a:cxn ang="0">
                    <a:pos x="T8" y="T9"/>
                  </a:cxn>
                </a:cxnLst>
                <a:rect l="0" t="0" r="r" b="b"/>
                <a:pathLst>
                  <a:path w="73" h="229">
                    <a:moveTo>
                      <a:pt x="38" y="0"/>
                    </a:moveTo>
                    <a:lnTo>
                      <a:pt x="0" y="229"/>
                    </a:lnTo>
                    <a:lnTo>
                      <a:pt x="45" y="229"/>
                    </a:lnTo>
                    <a:lnTo>
                      <a:pt x="73" y="0"/>
                    </a:lnTo>
                    <a:lnTo>
                      <a:pt x="38" y="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79" name="Freeform 78"/>
              <p:cNvSpPr>
                <a:spLocks/>
              </p:cNvSpPr>
              <p:nvPr/>
            </p:nvSpPr>
            <p:spPr bwMode="auto">
              <a:xfrm>
                <a:off x="3180444" y="3691184"/>
                <a:ext cx="395600" cy="1240987"/>
              </a:xfrm>
              <a:custGeom>
                <a:avLst/>
                <a:gdLst>
                  <a:gd name="T0" fmla="*/ 35 w 73"/>
                  <a:gd name="T1" fmla="*/ 0 h 229"/>
                  <a:gd name="T2" fmla="*/ 73 w 73"/>
                  <a:gd name="T3" fmla="*/ 229 h 229"/>
                  <a:gd name="T4" fmla="*/ 28 w 73"/>
                  <a:gd name="T5" fmla="*/ 229 h 229"/>
                  <a:gd name="T6" fmla="*/ 0 w 73"/>
                  <a:gd name="T7" fmla="*/ 0 h 229"/>
                  <a:gd name="T8" fmla="*/ 35 w 73"/>
                  <a:gd name="T9" fmla="*/ 0 h 229"/>
                </a:gdLst>
                <a:ahLst/>
                <a:cxnLst>
                  <a:cxn ang="0">
                    <a:pos x="T0" y="T1"/>
                  </a:cxn>
                  <a:cxn ang="0">
                    <a:pos x="T2" y="T3"/>
                  </a:cxn>
                  <a:cxn ang="0">
                    <a:pos x="T4" y="T5"/>
                  </a:cxn>
                  <a:cxn ang="0">
                    <a:pos x="T6" y="T7"/>
                  </a:cxn>
                  <a:cxn ang="0">
                    <a:pos x="T8" y="T9"/>
                  </a:cxn>
                </a:cxnLst>
                <a:rect l="0" t="0" r="r" b="b"/>
                <a:pathLst>
                  <a:path w="73" h="229">
                    <a:moveTo>
                      <a:pt x="35" y="0"/>
                    </a:moveTo>
                    <a:lnTo>
                      <a:pt x="73" y="229"/>
                    </a:lnTo>
                    <a:lnTo>
                      <a:pt x="28" y="229"/>
                    </a:lnTo>
                    <a:lnTo>
                      <a:pt x="0" y="0"/>
                    </a:lnTo>
                    <a:lnTo>
                      <a:pt x="35" y="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0" name="Freeform 79"/>
              <p:cNvSpPr>
                <a:spLocks/>
              </p:cNvSpPr>
              <p:nvPr/>
            </p:nvSpPr>
            <p:spPr bwMode="auto">
              <a:xfrm>
                <a:off x="2329640" y="1225470"/>
                <a:ext cx="1479429" cy="1642004"/>
              </a:xfrm>
              <a:custGeom>
                <a:avLst/>
                <a:gdLst>
                  <a:gd name="T0" fmla="*/ 115 w 115"/>
                  <a:gd name="T1" fmla="*/ 57 h 127"/>
                  <a:gd name="T2" fmla="*/ 58 w 115"/>
                  <a:gd name="T3" fmla="*/ 0 h 127"/>
                  <a:gd name="T4" fmla="*/ 0 w 115"/>
                  <a:gd name="T5" fmla="*/ 57 h 127"/>
                  <a:gd name="T6" fmla="*/ 0 w 115"/>
                  <a:gd name="T7" fmla="*/ 95 h 127"/>
                  <a:gd name="T8" fmla="*/ 115 w 115"/>
                  <a:gd name="T9" fmla="*/ 95 h 127"/>
                  <a:gd name="T10" fmla="*/ 115 w 115"/>
                  <a:gd name="T11" fmla="*/ 57 h 127"/>
                </a:gdLst>
                <a:ahLst/>
                <a:cxnLst>
                  <a:cxn ang="0">
                    <a:pos x="T0" y="T1"/>
                  </a:cxn>
                  <a:cxn ang="0">
                    <a:pos x="T2" y="T3"/>
                  </a:cxn>
                  <a:cxn ang="0">
                    <a:pos x="T4" y="T5"/>
                  </a:cxn>
                  <a:cxn ang="0">
                    <a:pos x="T6" y="T7"/>
                  </a:cxn>
                  <a:cxn ang="0">
                    <a:pos x="T8" y="T9"/>
                  </a:cxn>
                  <a:cxn ang="0">
                    <a:pos x="T10" y="T11"/>
                  </a:cxn>
                </a:cxnLst>
                <a:rect l="0" t="0" r="r" b="b"/>
                <a:pathLst>
                  <a:path w="115" h="127">
                    <a:moveTo>
                      <a:pt x="115" y="57"/>
                    </a:moveTo>
                    <a:cubicBezTo>
                      <a:pt x="115" y="26"/>
                      <a:pt x="89" y="0"/>
                      <a:pt x="58" y="0"/>
                    </a:cubicBezTo>
                    <a:cubicBezTo>
                      <a:pt x="26" y="0"/>
                      <a:pt x="0" y="26"/>
                      <a:pt x="0" y="57"/>
                    </a:cubicBezTo>
                    <a:cubicBezTo>
                      <a:pt x="0" y="95"/>
                      <a:pt x="0" y="95"/>
                      <a:pt x="0" y="95"/>
                    </a:cubicBezTo>
                    <a:cubicBezTo>
                      <a:pt x="0" y="127"/>
                      <a:pt x="115" y="127"/>
                      <a:pt x="115" y="95"/>
                    </a:cubicBezTo>
                    <a:lnTo>
                      <a:pt x="115" y="57"/>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1" name="Freeform 80"/>
              <p:cNvSpPr>
                <a:spLocks/>
              </p:cNvSpPr>
              <p:nvPr/>
            </p:nvSpPr>
            <p:spPr bwMode="auto">
              <a:xfrm>
                <a:off x="2318801" y="2412265"/>
                <a:ext cx="1506523" cy="1408978"/>
              </a:xfrm>
              <a:custGeom>
                <a:avLst/>
                <a:gdLst>
                  <a:gd name="T0" fmla="*/ 268 w 278"/>
                  <a:gd name="T1" fmla="*/ 260 h 260"/>
                  <a:gd name="T2" fmla="*/ 7 w 278"/>
                  <a:gd name="T3" fmla="*/ 260 h 260"/>
                  <a:gd name="T4" fmla="*/ 0 w 278"/>
                  <a:gd name="T5" fmla="*/ 0 h 260"/>
                  <a:gd name="T6" fmla="*/ 278 w 278"/>
                  <a:gd name="T7" fmla="*/ 0 h 260"/>
                  <a:gd name="T8" fmla="*/ 268 w 278"/>
                  <a:gd name="T9" fmla="*/ 260 h 260"/>
                </a:gdLst>
                <a:ahLst/>
                <a:cxnLst>
                  <a:cxn ang="0">
                    <a:pos x="T0" y="T1"/>
                  </a:cxn>
                  <a:cxn ang="0">
                    <a:pos x="T2" y="T3"/>
                  </a:cxn>
                  <a:cxn ang="0">
                    <a:pos x="T4" y="T5"/>
                  </a:cxn>
                  <a:cxn ang="0">
                    <a:pos x="T6" y="T7"/>
                  </a:cxn>
                  <a:cxn ang="0">
                    <a:pos x="T8" y="T9"/>
                  </a:cxn>
                </a:cxnLst>
                <a:rect l="0" t="0" r="r" b="b"/>
                <a:pathLst>
                  <a:path w="278" h="260">
                    <a:moveTo>
                      <a:pt x="268" y="260"/>
                    </a:moveTo>
                    <a:lnTo>
                      <a:pt x="7" y="260"/>
                    </a:lnTo>
                    <a:lnTo>
                      <a:pt x="0" y="0"/>
                    </a:lnTo>
                    <a:lnTo>
                      <a:pt x="278" y="0"/>
                    </a:lnTo>
                    <a:lnTo>
                      <a:pt x="268" y="26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2" name="Freeform 81"/>
              <p:cNvSpPr>
                <a:spLocks/>
              </p:cNvSpPr>
              <p:nvPr/>
            </p:nvSpPr>
            <p:spPr bwMode="auto">
              <a:xfrm>
                <a:off x="2318801" y="2412265"/>
                <a:ext cx="1506523" cy="1408978"/>
              </a:xfrm>
              <a:custGeom>
                <a:avLst/>
                <a:gdLst>
                  <a:gd name="T0" fmla="*/ 268 w 278"/>
                  <a:gd name="T1" fmla="*/ 260 h 260"/>
                  <a:gd name="T2" fmla="*/ 7 w 278"/>
                  <a:gd name="T3" fmla="*/ 260 h 260"/>
                  <a:gd name="T4" fmla="*/ 0 w 278"/>
                  <a:gd name="T5" fmla="*/ 0 h 260"/>
                  <a:gd name="T6" fmla="*/ 278 w 278"/>
                  <a:gd name="T7" fmla="*/ 0 h 260"/>
                  <a:gd name="T8" fmla="*/ 268 w 278"/>
                  <a:gd name="T9" fmla="*/ 260 h 260"/>
                </a:gdLst>
                <a:ahLst/>
                <a:cxnLst>
                  <a:cxn ang="0">
                    <a:pos x="T0" y="T1"/>
                  </a:cxn>
                  <a:cxn ang="0">
                    <a:pos x="T2" y="T3"/>
                  </a:cxn>
                  <a:cxn ang="0">
                    <a:pos x="T4" y="T5"/>
                  </a:cxn>
                  <a:cxn ang="0">
                    <a:pos x="T6" y="T7"/>
                  </a:cxn>
                  <a:cxn ang="0">
                    <a:pos x="T8" y="T9"/>
                  </a:cxn>
                </a:cxnLst>
                <a:rect l="0" t="0" r="r" b="b"/>
                <a:pathLst>
                  <a:path w="278" h="260">
                    <a:moveTo>
                      <a:pt x="268" y="260"/>
                    </a:moveTo>
                    <a:lnTo>
                      <a:pt x="7" y="260"/>
                    </a:lnTo>
                    <a:lnTo>
                      <a:pt x="0" y="0"/>
                    </a:lnTo>
                    <a:lnTo>
                      <a:pt x="278" y="0"/>
                    </a:lnTo>
                    <a:lnTo>
                      <a:pt x="268" y="2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3" name="Freeform 82"/>
              <p:cNvSpPr>
                <a:spLocks/>
              </p:cNvSpPr>
              <p:nvPr/>
            </p:nvSpPr>
            <p:spPr bwMode="auto">
              <a:xfrm>
                <a:off x="2535567" y="2412265"/>
                <a:ext cx="525659" cy="709910"/>
              </a:xfrm>
              <a:custGeom>
                <a:avLst/>
                <a:gdLst>
                  <a:gd name="T0" fmla="*/ 38 w 97"/>
                  <a:gd name="T1" fmla="*/ 0 h 131"/>
                  <a:gd name="T2" fmla="*/ 97 w 97"/>
                  <a:gd name="T3" fmla="*/ 131 h 131"/>
                  <a:gd name="T4" fmla="*/ 14 w 97"/>
                  <a:gd name="T5" fmla="*/ 77 h 131"/>
                  <a:gd name="T6" fmla="*/ 36 w 97"/>
                  <a:gd name="T7" fmla="*/ 46 h 131"/>
                  <a:gd name="T8" fmla="*/ 0 w 97"/>
                  <a:gd name="T9" fmla="*/ 38 h 131"/>
                  <a:gd name="T10" fmla="*/ 38 w 97"/>
                  <a:gd name="T11" fmla="*/ 0 h 131"/>
                </a:gdLst>
                <a:ahLst/>
                <a:cxnLst>
                  <a:cxn ang="0">
                    <a:pos x="T0" y="T1"/>
                  </a:cxn>
                  <a:cxn ang="0">
                    <a:pos x="T2" y="T3"/>
                  </a:cxn>
                  <a:cxn ang="0">
                    <a:pos x="T4" y="T5"/>
                  </a:cxn>
                  <a:cxn ang="0">
                    <a:pos x="T6" y="T7"/>
                  </a:cxn>
                  <a:cxn ang="0">
                    <a:pos x="T8" y="T9"/>
                  </a:cxn>
                  <a:cxn ang="0">
                    <a:pos x="T10" y="T11"/>
                  </a:cxn>
                </a:cxnLst>
                <a:rect l="0" t="0" r="r" b="b"/>
                <a:pathLst>
                  <a:path w="97" h="131">
                    <a:moveTo>
                      <a:pt x="38" y="0"/>
                    </a:moveTo>
                    <a:lnTo>
                      <a:pt x="97" y="131"/>
                    </a:lnTo>
                    <a:lnTo>
                      <a:pt x="14" y="77"/>
                    </a:lnTo>
                    <a:lnTo>
                      <a:pt x="36" y="46"/>
                    </a:lnTo>
                    <a:lnTo>
                      <a:pt x="0" y="38"/>
                    </a:lnTo>
                    <a:lnTo>
                      <a:pt x="38" y="0"/>
                    </a:lnTo>
                    <a:close/>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4" name="Freeform 83"/>
              <p:cNvSpPr>
                <a:spLocks/>
              </p:cNvSpPr>
              <p:nvPr/>
            </p:nvSpPr>
            <p:spPr bwMode="auto">
              <a:xfrm>
                <a:off x="3061223" y="2412265"/>
                <a:ext cx="541915" cy="709910"/>
              </a:xfrm>
              <a:custGeom>
                <a:avLst/>
                <a:gdLst>
                  <a:gd name="T0" fmla="*/ 62 w 100"/>
                  <a:gd name="T1" fmla="*/ 0 h 131"/>
                  <a:gd name="T2" fmla="*/ 0 w 100"/>
                  <a:gd name="T3" fmla="*/ 131 h 131"/>
                  <a:gd name="T4" fmla="*/ 84 w 100"/>
                  <a:gd name="T5" fmla="*/ 77 h 131"/>
                  <a:gd name="T6" fmla="*/ 65 w 100"/>
                  <a:gd name="T7" fmla="*/ 46 h 131"/>
                  <a:gd name="T8" fmla="*/ 100 w 100"/>
                  <a:gd name="T9" fmla="*/ 38 h 131"/>
                  <a:gd name="T10" fmla="*/ 62 w 100"/>
                  <a:gd name="T11" fmla="*/ 0 h 131"/>
                </a:gdLst>
                <a:ahLst/>
                <a:cxnLst>
                  <a:cxn ang="0">
                    <a:pos x="T0" y="T1"/>
                  </a:cxn>
                  <a:cxn ang="0">
                    <a:pos x="T2" y="T3"/>
                  </a:cxn>
                  <a:cxn ang="0">
                    <a:pos x="T4" y="T5"/>
                  </a:cxn>
                  <a:cxn ang="0">
                    <a:pos x="T6" y="T7"/>
                  </a:cxn>
                  <a:cxn ang="0">
                    <a:pos x="T8" y="T9"/>
                  </a:cxn>
                  <a:cxn ang="0">
                    <a:pos x="T10" y="T11"/>
                  </a:cxn>
                </a:cxnLst>
                <a:rect l="0" t="0" r="r" b="b"/>
                <a:pathLst>
                  <a:path w="100" h="131">
                    <a:moveTo>
                      <a:pt x="62" y="0"/>
                    </a:moveTo>
                    <a:lnTo>
                      <a:pt x="0" y="131"/>
                    </a:lnTo>
                    <a:lnTo>
                      <a:pt x="84" y="77"/>
                    </a:lnTo>
                    <a:lnTo>
                      <a:pt x="65" y="46"/>
                    </a:lnTo>
                    <a:lnTo>
                      <a:pt x="100" y="38"/>
                    </a:lnTo>
                    <a:lnTo>
                      <a:pt x="62" y="0"/>
                    </a:lnTo>
                    <a:close/>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5" name="Freeform 84"/>
              <p:cNvSpPr>
                <a:spLocks/>
              </p:cNvSpPr>
              <p:nvPr/>
            </p:nvSpPr>
            <p:spPr bwMode="auto">
              <a:xfrm>
                <a:off x="2741495" y="2412265"/>
                <a:ext cx="655719" cy="709910"/>
              </a:xfrm>
              <a:custGeom>
                <a:avLst/>
                <a:gdLst>
                  <a:gd name="T0" fmla="*/ 0 w 121"/>
                  <a:gd name="T1" fmla="*/ 0 h 131"/>
                  <a:gd name="T2" fmla="*/ 121 w 121"/>
                  <a:gd name="T3" fmla="*/ 0 h 131"/>
                  <a:gd name="T4" fmla="*/ 59 w 121"/>
                  <a:gd name="T5" fmla="*/ 131 h 131"/>
                  <a:gd name="T6" fmla="*/ 0 w 121"/>
                  <a:gd name="T7" fmla="*/ 0 h 131"/>
                </a:gdLst>
                <a:ahLst/>
                <a:cxnLst>
                  <a:cxn ang="0">
                    <a:pos x="T0" y="T1"/>
                  </a:cxn>
                  <a:cxn ang="0">
                    <a:pos x="T2" y="T3"/>
                  </a:cxn>
                  <a:cxn ang="0">
                    <a:pos x="T4" y="T5"/>
                  </a:cxn>
                  <a:cxn ang="0">
                    <a:pos x="T6" y="T7"/>
                  </a:cxn>
                </a:cxnLst>
                <a:rect l="0" t="0" r="r" b="b"/>
                <a:pathLst>
                  <a:path w="121" h="131">
                    <a:moveTo>
                      <a:pt x="0" y="0"/>
                    </a:moveTo>
                    <a:lnTo>
                      <a:pt x="121" y="0"/>
                    </a:lnTo>
                    <a:lnTo>
                      <a:pt x="59" y="131"/>
                    </a:lnTo>
                    <a:lnTo>
                      <a:pt x="0" y="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6" name="Freeform 85"/>
              <p:cNvSpPr>
                <a:spLocks/>
              </p:cNvSpPr>
              <p:nvPr/>
            </p:nvSpPr>
            <p:spPr bwMode="auto">
              <a:xfrm>
                <a:off x="2844457" y="2412265"/>
                <a:ext cx="449791" cy="81289"/>
              </a:xfrm>
              <a:custGeom>
                <a:avLst/>
                <a:gdLst>
                  <a:gd name="T0" fmla="*/ 19 w 83"/>
                  <a:gd name="T1" fmla="*/ 0 h 15"/>
                  <a:gd name="T2" fmla="*/ 0 w 83"/>
                  <a:gd name="T3" fmla="*/ 15 h 15"/>
                  <a:gd name="T4" fmla="*/ 83 w 83"/>
                  <a:gd name="T5" fmla="*/ 15 h 15"/>
                  <a:gd name="T6" fmla="*/ 67 w 83"/>
                  <a:gd name="T7" fmla="*/ 0 h 15"/>
                  <a:gd name="T8" fmla="*/ 19 w 83"/>
                  <a:gd name="T9" fmla="*/ 0 h 15"/>
                </a:gdLst>
                <a:ahLst/>
                <a:cxnLst>
                  <a:cxn ang="0">
                    <a:pos x="T0" y="T1"/>
                  </a:cxn>
                  <a:cxn ang="0">
                    <a:pos x="T2" y="T3"/>
                  </a:cxn>
                  <a:cxn ang="0">
                    <a:pos x="T4" y="T5"/>
                  </a:cxn>
                  <a:cxn ang="0">
                    <a:pos x="T6" y="T7"/>
                  </a:cxn>
                  <a:cxn ang="0">
                    <a:pos x="T8" y="T9"/>
                  </a:cxn>
                </a:cxnLst>
                <a:rect l="0" t="0" r="r" b="b"/>
                <a:pathLst>
                  <a:path w="83" h="15">
                    <a:moveTo>
                      <a:pt x="19" y="0"/>
                    </a:moveTo>
                    <a:lnTo>
                      <a:pt x="0" y="15"/>
                    </a:lnTo>
                    <a:lnTo>
                      <a:pt x="83" y="15"/>
                    </a:lnTo>
                    <a:lnTo>
                      <a:pt x="67" y="0"/>
                    </a:lnTo>
                    <a:lnTo>
                      <a:pt x="19" y="0"/>
                    </a:ln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7" name="Freeform 86"/>
              <p:cNvSpPr>
                <a:spLocks/>
              </p:cNvSpPr>
              <p:nvPr/>
            </p:nvSpPr>
            <p:spPr bwMode="auto">
              <a:xfrm>
                <a:off x="2958261" y="2450198"/>
                <a:ext cx="222187" cy="671974"/>
              </a:xfrm>
              <a:custGeom>
                <a:avLst/>
                <a:gdLst>
                  <a:gd name="T0" fmla="*/ 10 w 41"/>
                  <a:gd name="T1" fmla="*/ 0 h 124"/>
                  <a:gd name="T2" fmla="*/ 0 w 41"/>
                  <a:gd name="T3" fmla="*/ 79 h 124"/>
                  <a:gd name="T4" fmla="*/ 19 w 41"/>
                  <a:gd name="T5" fmla="*/ 124 h 124"/>
                  <a:gd name="T6" fmla="*/ 41 w 41"/>
                  <a:gd name="T7" fmla="*/ 77 h 124"/>
                  <a:gd name="T8" fmla="*/ 29 w 41"/>
                  <a:gd name="T9" fmla="*/ 0 h 124"/>
                  <a:gd name="T10" fmla="*/ 10 w 41"/>
                  <a:gd name="T11" fmla="*/ 0 h 124"/>
                </a:gdLst>
                <a:ahLst/>
                <a:cxnLst>
                  <a:cxn ang="0">
                    <a:pos x="T0" y="T1"/>
                  </a:cxn>
                  <a:cxn ang="0">
                    <a:pos x="T2" y="T3"/>
                  </a:cxn>
                  <a:cxn ang="0">
                    <a:pos x="T4" y="T5"/>
                  </a:cxn>
                  <a:cxn ang="0">
                    <a:pos x="T6" y="T7"/>
                  </a:cxn>
                  <a:cxn ang="0">
                    <a:pos x="T8" y="T9"/>
                  </a:cxn>
                  <a:cxn ang="0">
                    <a:pos x="T10" y="T11"/>
                  </a:cxn>
                </a:cxnLst>
                <a:rect l="0" t="0" r="r" b="b"/>
                <a:pathLst>
                  <a:path w="41" h="124">
                    <a:moveTo>
                      <a:pt x="10" y="0"/>
                    </a:moveTo>
                    <a:lnTo>
                      <a:pt x="0" y="79"/>
                    </a:lnTo>
                    <a:lnTo>
                      <a:pt x="19" y="124"/>
                    </a:lnTo>
                    <a:lnTo>
                      <a:pt x="41" y="77"/>
                    </a:lnTo>
                    <a:lnTo>
                      <a:pt x="29" y="0"/>
                    </a:lnTo>
                    <a:lnTo>
                      <a:pt x="10" y="0"/>
                    </a:ln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8" name="Oval 87"/>
              <p:cNvSpPr>
                <a:spLocks noChangeArrowheads="1"/>
              </p:cNvSpPr>
              <p:nvPr/>
            </p:nvSpPr>
            <p:spPr bwMode="auto">
              <a:xfrm>
                <a:off x="3039546" y="3187202"/>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9" name="Oval 88"/>
              <p:cNvSpPr>
                <a:spLocks noChangeArrowheads="1"/>
              </p:cNvSpPr>
              <p:nvPr/>
            </p:nvSpPr>
            <p:spPr bwMode="auto">
              <a:xfrm>
                <a:off x="3039546" y="3344359"/>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0" name="Oval 89"/>
              <p:cNvSpPr>
                <a:spLocks noChangeArrowheads="1"/>
              </p:cNvSpPr>
              <p:nvPr/>
            </p:nvSpPr>
            <p:spPr bwMode="auto">
              <a:xfrm>
                <a:off x="3039546" y="3501512"/>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1" name="Oval 90"/>
              <p:cNvSpPr>
                <a:spLocks noChangeArrowheads="1"/>
              </p:cNvSpPr>
              <p:nvPr/>
            </p:nvSpPr>
            <p:spPr bwMode="auto">
              <a:xfrm>
                <a:off x="3039546" y="3653249"/>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2" name="Freeform 91"/>
              <p:cNvSpPr>
                <a:spLocks/>
              </p:cNvSpPr>
              <p:nvPr/>
            </p:nvSpPr>
            <p:spPr bwMode="auto">
              <a:xfrm>
                <a:off x="2470537" y="3409389"/>
                <a:ext cx="298055" cy="10838"/>
              </a:xfrm>
              <a:custGeom>
                <a:avLst/>
                <a:gdLst>
                  <a:gd name="T0" fmla="*/ 23 w 23"/>
                  <a:gd name="T1" fmla="*/ 0 h 1"/>
                  <a:gd name="T2" fmla="*/ 0 w 23"/>
                  <a:gd name="T3" fmla="*/ 0 h 1"/>
                  <a:gd name="T4" fmla="*/ 11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cubicBezTo>
                      <a:pt x="0" y="0"/>
                      <a:pt x="0" y="0"/>
                      <a:pt x="0" y="0"/>
                    </a:cubicBezTo>
                    <a:cubicBezTo>
                      <a:pt x="0" y="0"/>
                      <a:pt x="4" y="1"/>
                      <a:pt x="11" y="1"/>
                    </a:cubicBezTo>
                    <a:cubicBezTo>
                      <a:pt x="14" y="1"/>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3" name="Freeform 92"/>
              <p:cNvSpPr>
                <a:spLocks/>
              </p:cNvSpPr>
              <p:nvPr/>
            </p:nvSpPr>
            <p:spPr bwMode="auto">
              <a:xfrm>
                <a:off x="3321342" y="3436483"/>
                <a:ext cx="298055" cy="21677"/>
              </a:xfrm>
              <a:custGeom>
                <a:avLst/>
                <a:gdLst>
                  <a:gd name="T0" fmla="*/ 23 w 23"/>
                  <a:gd name="T1" fmla="*/ 0 h 2"/>
                  <a:gd name="T2" fmla="*/ 0 w 23"/>
                  <a:gd name="T3" fmla="*/ 0 h 2"/>
                  <a:gd name="T4" fmla="*/ 11 w 23"/>
                  <a:gd name="T5" fmla="*/ 2 h 2"/>
                  <a:gd name="T6" fmla="*/ 23 w 23"/>
                  <a:gd name="T7" fmla="*/ 0 h 2"/>
                </a:gdLst>
                <a:ahLst/>
                <a:cxnLst>
                  <a:cxn ang="0">
                    <a:pos x="T0" y="T1"/>
                  </a:cxn>
                  <a:cxn ang="0">
                    <a:pos x="T2" y="T3"/>
                  </a:cxn>
                  <a:cxn ang="0">
                    <a:pos x="T4" y="T5"/>
                  </a:cxn>
                  <a:cxn ang="0">
                    <a:pos x="T6" y="T7"/>
                  </a:cxn>
                </a:cxnLst>
                <a:rect l="0" t="0" r="r" b="b"/>
                <a:pathLst>
                  <a:path w="23" h="2">
                    <a:moveTo>
                      <a:pt x="23" y="0"/>
                    </a:moveTo>
                    <a:cubicBezTo>
                      <a:pt x="0" y="0"/>
                      <a:pt x="0" y="0"/>
                      <a:pt x="0" y="0"/>
                    </a:cubicBezTo>
                    <a:cubicBezTo>
                      <a:pt x="0" y="0"/>
                      <a:pt x="4" y="2"/>
                      <a:pt x="11" y="2"/>
                    </a:cubicBezTo>
                    <a:cubicBezTo>
                      <a:pt x="14" y="2"/>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4" name="Freeform 93"/>
              <p:cNvSpPr>
                <a:spLocks/>
              </p:cNvSpPr>
              <p:nvPr/>
            </p:nvSpPr>
            <p:spPr bwMode="auto">
              <a:xfrm>
                <a:off x="3760295" y="1740291"/>
                <a:ext cx="124642" cy="325149"/>
              </a:xfrm>
              <a:custGeom>
                <a:avLst/>
                <a:gdLst>
                  <a:gd name="T0" fmla="*/ 0 w 10"/>
                  <a:gd name="T1" fmla="*/ 20 h 25"/>
                  <a:gd name="T2" fmla="*/ 5 w 10"/>
                  <a:gd name="T3" fmla="*/ 25 h 25"/>
                  <a:gd name="T4" fmla="*/ 10 w 10"/>
                  <a:gd name="T5" fmla="*/ 20 h 25"/>
                  <a:gd name="T6" fmla="*/ 10 w 10"/>
                  <a:gd name="T7" fmla="*/ 5 h 25"/>
                  <a:gd name="T8" fmla="*/ 5 w 10"/>
                  <a:gd name="T9" fmla="*/ 0 h 25"/>
                  <a:gd name="T10" fmla="*/ 0 w 10"/>
                  <a:gd name="T11" fmla="*/ 5 h 25"/>
                  <a:gd name="T12" fmla="*/ 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0" y="20"/>
                    </a:moveTo>
                    <a:cubicBezTo>
                      <a:pt x="0" y="23"/>
                      <a:pt x="3" y="25"/>
                      <a:pt x="5" y="25"/>
                    </a:cubicBezTo>
                    <a:cubicBezTo>
                      <a:pt x="8" y="25"/>
                      <a:pt x="10" y="23"/>
                      <a:pt x="10" y="20"/>
                    </a:cubicBezTo>
                    <a:cubicBezTo>
                      <a:pt x="10" y="5"/>
                      <a:pt x="10" y="5"/>
                      <a:pt x="10" y="5"/>
                    </a:cubicBezTo>
                    <a:cubicBezTo>
                      <a:pt x="10" y="2"/>
                      <a:pt x="8" y="0"/>
                      <a:pt x="5" y="0"/>
                    </a:cubicBezTo>
                    <a:cubicBezTo>
                      <a:pt x="3" y="0"/>
                      <a:pt x="0" y="2"/>
                      <a:pt x="0" y="5"/>
                    </a:cubicBezTo>
                    <a:lnTo>
                      <a:pt x="0" y="20"/>
                    </a:lnTo>
                    <a:close/>
                  </a:path>
                </a:pathLst>
              </a:custGeom>
              <a:solidFill>
                <a:srgbClr val="F7C2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5" name="Freeform 94"/>
              <p:cNvSpPr>
                <a:spLocks/>
              </p:cNvSpPr>
              <p:nvPr/>
            </p:nvSpPr>
            <p:spPr bwMode="auto">
              <a:xfrm>
                <a:off x="3771133" y="1794482"/>
                <a:ext cx="92127" cy="205928"/>
              </a:xfrm>
              <a:custGeom>
                <a:avLst/>
                <a:gdLst>
                  <a:gd name="T0" fmla="*/ 3 w 7"/>
                  <a:gd name="T1" fmla="*/ 13 h 16"/>
                  <a:gd name="T2" fmla="*/ 3 w 7"/>
                  <a:gd name="T3" fmla="*/ 4 h 16"/>
                  <a:gd name="T4" fmla="*/ 0 w 7"/>
                  <a:gd name="T5" fmla="*/ 0 h 16"/>
                  <a:gd name="T6" fmla="*/ 1 w 7"/>
                  <a:gd name="T7" fmla="*/ 0 h 16"/>
                  <a:gd name="T8" fmla="*/ 7 w 7"/>
                  <a:gd name="T9" fmla="*/ 4 h 16"/>
                  <a:gd name="T10" fmla="*/ 7 w 7"/>
                  <a:gd name="T11" fmla="*/ 13 h 16"/>
                  <a:gd name="T12" fmla="*/ 2 w 7"/>
                  <a:gd name="T13" fmla="*/ 16 h 16"/>
                  <a:gd name="T14" fmla="*/ 1 w 7"/>
                  <a:gd name="T15" fmla="*/ 16 h 16"/>
                  <a:gd name="T16" fmla="*/ 3 w 7"/>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6">
                    <a:moveTo>
                      <a:pt x="3" y="13"/>
                    </a:moveTo>
                    <a:cubicBezTo>
                      <a:pt x="3" y="4"/>
                      <a:pt x="3" y="4"/>
                      <a:pt x="3" y="4"/>
                    </a:cubicBezTo>
                    <a:cubicBezTo>
                      <a:pt x="3" y="2"/>
                      <a:pt x="2" y="1"/>
                      <a:pt x="0" y="0"/>
                    </a:cubicBezTo>
                    <a:cubicBezTo>
                      <a:pt x="0" y="0"/>
                      <a:pt x="0" y="0"/>
                      <a:pt x="1" y="0"/>
                    </a:cubicBezTo>
                    <a:cubicBezTo>
                      <a:pt x="4" y="0"/>
                      <a:pt x="7" y="2"/>
                      <a:pt x="7" y="4"/>
                    </a:cubicBezTo>
                    <a:cubicBezTo>
                      <a:pt x="7" y="13"/>
                      <a:pt x="7" y="13"/>
                      <a:pt x="7" y="13"/>
                    </a:cubicBezTo>
                    <a:cubicBezTo>
                      <a:pt x="7" y="15"/>
                      <a:pt x="6" y="16"/>
                      <a:pt x="2" y="16"/>
                    </a:cubicBezTo>
                    <a:cubicBezTo>
                      <a:pt x="2" y="16"/>
                      <a:pt x="1" y="16"/>
                      <a:pt x="1" y="16"/>
                    </a:cubicBezTo>
                    <a:cubicBezTo>
                      <a:pt x="4" y="16"/>
                      <a:pt x="3" y="15"/>
                      <a:pt x="3"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6" name="Freeform 95"/>
              <p:cNvSpPr>
                <a:spLocks/>
              </p:cNvSpPr>
              <p:nvPr/>
            </p:nvSpPr>
            <p:spPr bwMode="auto">
              <a:xfrm>
                <a:off x="2253771" y="1740291"/>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7C2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7" name="Freeform 96"/>
              <p:cNvSpPr>
                <a:spLocks/>
              </p:cNvSpPr>
              <p:nvPr/>
            </p:nvSpPr>
            <p:spPr bwMode="auto">
              <a:xfrm>
                <a:off x="2280865" y="1794482"/>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8" name="Freeform 97"/>
              <p:cNvSpPr>
                <a:spLocks/>
              </p:cNvSpPr>
              <p:nvPr/>
            </p:nvSpPr>
            <p:spPr bwMode="auto">
              <a:xfrm>
                <a:off x="2882393" y="2168402"/>
                <a:ext cx="384761" cy="325149"/>
              </a:xfrm>
              <a:custGeom>
                <a:avLst/>
                <a:gdLst>
                  <a:gd name="T0" fmla="*/ 0 w 30"/>
                  <a:gd name="T1" fmla="*/ 0 h 25"/>
                  <a:gd name="T2" fmla="*/ 30 w 30"/>
                  <a:gd name="T3" fmla="*/ 0 h 25"/>
                  <a:gd name="T4" fmla="*/ 0 w 30"/>
                  <a:gd name="T5" fmla="*/ 0 h 25"/>
                </a:gdLst>
                <a:ahLst/>
                <a:cxnLst>
                  <a:cxn ang="0">
                    <a:pos x="T0" y="T1"/>
                  </a:cxn>
                  <a:cxn ang="0">
                    <a:pos x="T2" y="T3"/>
                  </a:cxn>
                  <a:cxn ang="0">
                    <a:pos x="T4" y="T5"/>
                  </a:cxn>
                </a:cxnLst>
                <a:rect l="0" t="0" r="r" b="b"/>
                <a:pathLst>
                  <a:path w="30" h="25">
                    <a:moveTo>
                      <a:pt x="0" y="0"/>
                    </a:moveTo>
                    <a:cubicBezTo>
                      <a:pt x="0" y="0"/>
                      <a:pt x="9" y="15"/>
                      <a:pt x="30" y="0"/>
                    </a:cubicBezTo>
                    <a:cubicBezTo>
                      <a:pt x="30" y="0"/>
                      <a:pt x="10" y="2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9" name="Freeform 98"/>
              <p:cNvSpPr>
                <a:spLocks/>
              </p:cNvSpPr>
              <p:nvPr/>
            </p:nvSpPr>
            <p:spPr bwMode="auto">
              <a:xfrm>
                <a:off x="2611435" y="1713194"/>
                <a:ext cx="233025" cy="108383"/>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0" name="Freeform 99"/>
              <p:cNvSpPr>
                <a:spLocks/>
              </p:cNvSpPr>
              <p:nvPr/>
            </p:nvSpPr>
            <p:spPr bwMode="auto">
              <a:xfrm>
                <a:off x="2329640" y="981610"/>
                <a:ext cx="1544459" cy="991706"/>
              </a:xfrm>
              <a:custGeom>
                <a:avLst/>
                <a:gdLst>
                  <a:gd name="T0" fmla="*/ 0 w 120"/>
                  <a:gd name="T1" fmla="*/ 77 h 77"/>
                  <a:gd name="T2" fmla="*/ 4 w 120"/>
                  <a:gd name="T3" fmla="*/ 77 h 77"/>
                  <a:gd name="T4" fmla="*/ 4 w 120"/>
                  <a:gd name="T5" fmla="*/ 68 h 77"/>
                  <a:gd name="T6" fmla="*/ 21 w 120"/>
                  <a:gd name="T7" fmla="*/ 38 h 77"/>
                  <a:gd name="T8" fmla="*/ 92 w 120"/>
                  <a:gd name="T9" fmla="*/ 38 h 77"/>
                  <a:gd name="T10" fmla="*/ 112 w 120"/>
                  <a:gd name="T11" fmla="*/ 68 h 77"/>
                  <a:gd name="T12" fmla="*/ 112 w 120"/>
                  <a:gd name="T13" fmla="*/ 77 h 77"/>
                  <a:gd name="T14" fmla="*/ 116 w 120"/>
                  <a:gd name="T15" fmla="*/ 77 h 77"/>
                  <a:gd name="T16" fmla="*/ 116 w 120"/>
                  <a:gd name="T17" fmla="*/ 68 h 77"/>
                  <a:gd name="T18" fmla="*/ 97 w 120"/>
                  <a:gd name="T19" fmla="*/ 19 h 77"/>
                  <a:gd name="T20" fmla="*/ 60 w 120"/>
                  <a:gd name="T21" fmla="*/ 12 h 77"/>
                  <a:gd name="T22" fmla="*/ 61 w 120"/>
                  <a:gd name="T23" fmla="*/ 0 h 77"/>
                  <a:gd name="T24" fmla="*/ 37 w 120"/>
                  <a:gd name="T25" fmla="*/ 14 h 77"/>
                  <a:gd name="T26" fmla="*/ 26 w 120"/>
                  <a:gd name="T27" fmla="*/ 19 h 77"/>
                  <a:gd name="T28" fmla="*/ 0 w 120"/>
                  <a:gd name="T29" fmla="*/ 67 h 77"/>
                  <a:gd name="T30" fmla="*/ 0 w 120"/>
                  <a:gd name="T3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77">
                    <a:moveTo>
                      <a:pt x="0" y="77"/>
                    </a:moveTo>
                    <a:cubicBezTo>
                      <a:pt x="4" y="77"/>
                      <a:pt x="4" y="77"/>
                      <a:pt x="4" y="77"/>
                    </a:cubicBezTo>
                    <a:cubicBezTo>
                      <a:pt x="4" y="77"/>
                      <a:pt x="4" y="69"/>
                      <a:pt x="4" y="68"/>
                    </a:cubicBezTo>
                    <a:cubicBezTo>
                      <a:pt x="5" y="61"/>
                      <a:pt x="11" y="37"/>
                      <a:pt x="21" y="38"/>
                    </a:cubicBezTo>
                    <a:cubicBezTo>
                      <a:pt x="40" y="39"/>
                      <a:pt x="75" y="41"/>
                      <a:pt x="92" y="38"/>
                    </a:cubicBezTo>
                    <a:cubicBezTo>
                      <a:pt x="98" y="37"/>
                      <a:pt x="111" y="49"/>
                      <a:pt x="112" y="68"/>
                    </a:cubicBezTo>
                    <a:cubicBezTo>
                      <a:pt x="112" y="69"/>
                      <a:pt x="112" y="76"/>
                      <a:pt x="112" y="77"/>
                    </a:cubicBezTo>
                    <a:cubicBezTo>
                      <a:pt x="116" y="77"/>
                      <a:pt x="116" y="77"/>
                      <a:pt x="116" y="77"/>
                    </a:cubicBezTo>
                    <a:cubicBezTo>
                      <a:pt x="116" y="77"/>
                      <a:pt x="115" y="69"/>
                      <a:pt x="116" y="68"/>
                    </a:cubicBezTo>
                    <a:cubicBezTo>
                      <a:pt x="117" y="60"/>
                      <a:pt x="120" y="33"/>
                      <a:pt x="97" y="19"/>
                    </a:cubicBezTo>
                    <a:cubicBezTo>
                      <a:pt x="90" y="14"/>
                      <a:pt x="70" y="8"/>
                      <a:pt x="60" y="12"/>
                    </a:cubicBezTo>
                    <a:cubicBezTo>
                      <a:pt x="60" y="12"/>
                      <a:pt x="56" y="9"/>
                      <a:pt x="61" y="0"/>
                    </a:cubicBezTo>
                    <a:cubicBezTo>
                      <a:pt x="61" y="0"/>
                      <a:pt x="37" y="5"/>
                      <a:pt x="37" y="14"/>
                    </a:cubicBezTo>
                    <a:cubicBezTo>
                      <a:pt x="37" y="14"/>
                      <a:pt x="26" y="11"/>
                      <a:pt x="26" y="19"/>
                    </a:cubicBezTo>
                    <a:cubicBezTo>
                      <a:pt x="26" y="19"/>
                      <a:pt x="2" y="21"/>
                      <a:pt x="0" y="67"/>
                    </a:cubicBezTo>
                    <a:cubicBezTo>
                      <a:pt x="0" y="68"/>
                      <a:pt x="0" y="76"/>
                      <a:pt x="0" y="77"/>
                    </a:cubicBez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1" name="Freeform 100"/>
              <p:cNvSpPr>
                <a:spLocks/>
              </p:cNvSpPr>
              <p:nvPr/>
            </p:nvSpPr>
            <p:spPr bwMode="auto">
              <a:xfrm>
                <a:off x="3001614" y="2000410"/>
                <a:ext cx="75868" cy="113804"/>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2" name="Freeform 101"/>
              <p:cNvSpPr>
                <a:spLocks/>
              </p:cNvSpPr>
              <p:nvPr/>
            </p:nvSpPr>
            <p:spPr bwMode="auto">
              <a:xfrm>
                <a:off x="2649368" y="1794482"/>
                <a:ext cx="249281" cy="216766"/>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3" name="Oval 102"/>
              <p:cNvSpPr>
                <a:spLocks noChangeArrowheads="1"/>
              </p:cNvSpPr>
              <p:nvPr/>
            </p:nvSpPr>
            <p:spPr bwMode="auto">
              <a:xfrm>
                <a:off x="2714397" y="1821576"/>
                <a:ext cx="157157" cy="15173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4" name="Oval 103"/>
              <p:cNvSpPr>
                <a:spLocks noChangeArrowheads="1"/>
              </p:cNvSpPr>
              <p:nvPr/>
            </p:nvSpPr>
            <p:spPr bwMode="auto">
              <a:xfrm>
                <a:off x="2741495" y="1859512"/>
                <a:ext cx="37936" cy="379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5" name="Freeform 104"/>
              <p:cNvSpPr>
                <a:spLocks/>
              </p:cNvSpPr>
              <p:nvPr/>
            </p:nvSpPr>
            <p:spPr bwMode="auto">
              <a:xfrm>
                <a:off x="3245474" y="1713194"/>
                <a:ext cx="227604" cy="108383"/>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6" name="Freeform 105"/>
              <p:cNvSpPr>
                <a:spLocks/>
              </p:cNvSpPr>
              <p:nvPr/>
            </p:nvSpPr>
            <p:spPr bwMode="auto">
              <a:xfrm>
                <a:off x="3180444" y="1794482"/>
                <a:ext cx="254702" cy="216766"/>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7" name="Oval 106"/>
              <p:cNvSpPr>
                <a:spLocks noChangeArrowheads="1"/>
              </p:cNvSpPr>
              <p:nvPr/>
            </p:nvSpPr>
            <p:spPr bwMode="auto">
              <a:xfrm>
                <a:off x="3218380" y="1821576"/>
                <a:ext cx="151736" cy="15173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8" name="Oval 107"/>
              <p:cNvSpPr>
                <a:spLocks noChangeArrowheads="1"/>
              </p:cNvSpPr>
              <p:nvPr/>
            </p:nvSpPr>
            <p:spPr bwMode="auto">
              <a:xfrm>
                <a:off x="3310504" y="1859512"/>
                <a:ext cx="37936" cy="379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9" name="Freeform 108"/>
              <p:cNvSpPr>
                <a:spLocks/>
              </p:cNvSpPr>
              <p:nvPr/>
            </p:nvSpPr>
            <p:spPr bwMode="auto">
              <a:xfrm>
                <a:off x="5185529" y="1637325"/>
                <a:ext cx="709910" cy="709910"/>
              </a:xfrm>
              <a:custGeom>
                <a:avLst/>
                <a:gdLst>
                  <a:gd name="T0" fmla="*/ 17 w 55"/>
                  <a:gd name="T1" fmla="*/ 16 h 55"/>
                  <a:gd name="T2" fmla="*/ 47 w 55"/>
                  <a:gd name="T3" fmla="*/ 2 h 55"/>
                  <a:gd name="T4" fmla="*/ 50 w 55"/>
                  <a:gd name="T5" fmla="*/ 9 h 55"/>
                  <a:gd name="T6" fmla="*/ 32 w 55"/>
                  <a:gd name="T7" fmla="*/ 18 h 55"/>
                  <a:gd name="T8" fmla="*/ 32 w 55"/>
                  <a:gd name="T9" fmla="*/ 19 h 55"/>
                  <a:gd name="T10" fmla="*/ 41 w 55"/>
                  <a:gd name="T11" fmla="*/ 15 h 55"/>
                  <a:gd name="T12" fmla="*/ 45 w 55"/>
                  <a:gd name="T13" fmla="*/ 21 h 55"/>
                  <a:gd name="T14" fmla="*/ 35 w 55"/>
                  <a:gd name="T15" fmla="*/ 26 h 55"/>
                  <a:gd name="T16" fmla="*/ 36 w 55"/>
                  <a:gd name="T17" fmla="*/ 27 h 55"/>
                  <a:gd name="T18" fmla="*/ 43 w 55"/>
                  <a:gd name="T19" fmla="*/ 23 h 55"/>
                  <a:gd name="T20" fmla="*/ 46 w 55"/>
                  <a:gd name="T21" fmla="*/ 29 h 55"/>
                  <a:gd name="T22" fmla="*/ 39 w 55"/>
                  <a:gd name="T23" fmla="*/ 32 h 55"/>
                  <a:gd name="T24" fmla="*/ 39 w 55"/>
                  <a:gd name="T25" fmla="*/ 34 h 55"/>
                  <a:gd name="T26" fmla="*/ 42 w 55"/>
                  <a:gd name="T27" fmla="*/ 32 h 55"/>
                  <a:gd name="T28" fmla="*/ 44 w 55"/>
                  <a:gd name="T29" fmla="*/ 38 h 55"/>
                  <a:gd name="T30" fmla="*/ 26 w 55"/>
                  <a:gd name="T31" fmla="*/ 48 h 55"/>
                  <a:gd name="T32" fmla="*/ 17 w 55"/>
                  <a:gd name="T33" fmla="*/ 49 h 55"/>
                  <a:gd name="T34" fmla="*/ 0 w 55"/>
                  <a:gd name="T35" fmla="*/ 55 h 55"/>
                  <a:gd name="T36" fmla="*/ 0 w 55"/>
                  <a:gd name="T37" fmla="*/ 29 h 55"/>
                  <a:gd name="T38" fmla="*/ 3 w 55"/>
                  <a:gd name="T39" fmla="*/ 28 h 55"/>
                  <a:gd name="T40" fmla="*/ 7 w 55"/>
                  <a:gd name="T41" fmla="*/ 16 h 55"/>
                  <a:gd name="T42" fmla="*/ 24 w 55"/>
                  <a:gd name="T43" fmla="*/ 3 h 55"/>
                  <a:gd name="T44" fmla="*/ 22 w 55"/>
                  <a:gd name="T45" fmla="*/ 11 h 55"/>
                  <a:gd name="T46" fmla="*/ 19 w 55"/>
                  <a:gd name="T47" fmla="*/ 13 h 55"/>
                  <a:gd name="T48" fmla="*/ 16 w 55"/>
                  <a:gd name="T49" fmla="*/ 16 h 55"/>
                  <a:gd name="T50" fmla="*/ 17 w 55"/>
                  <a:gd name="T51"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55">
                    <a:moveTo>
                      <a:pt x="17" y="16"/>
                    </a:moveTo>
                    <a:cubicBezTo>
                      <a:pt x="47" y="2"/>
                      <a:pt x="47" y="2"/>
                      <a:pt x="47" y="2"/>
                    </a:cubicBezTo>
                    <a:cubicBezTo>
                      <a:pt x="51" y="0"/>
                      <a:pt x="55" y="6"/>
                      <a:pt x="50" y="9"/>
                    </a:cubicBezTo>
                    <a:cubicBezTo>
                      <a:pt x="32" y="18"/>
                      <a:pt x="32" y="18"/>
                      <a:pt x="32" y="18"/>
                    </a:cubicBezTo>
                    <a:cubicBezTo>
                      <a:pt x="32" y="18"/>
                      <a:pt x="31" y="19"/>
                      <a:pt x="32" y="19"/>
                    </a:cubicBezTo>
                    <a:cubicBezTo>
                      <a:pt x="41" y="15"/>
                      <a:pt x="41" y="15"/>
                      <a:pt x="41" y="15"/>
                    </a:cubicBezTo>
                    <a:cubicBezTo>
                      <a:pt x="45" y="13"/>
                      <a:pt x="48" y="19"/>
                      <a:pt x="45" y="21"/>
                    </a:cubicBezTo>
                    <a:cubicBezTo>
                      <a:pt x="35" y="26"/>
                      <a:pt x="35" y="26"/>
                      <a:pt x="35" y="26"/>
                    </a:cubicBezTo>
                    <a:cubicBezTo>
                      <a:pt x="35" y="26"/>
                      <a:pt x="34" y="27"/>
                      <a:pt x="36" y="27"/>
                    </a:cubicBezTo>
                    <a:cubicBezTo>
                      <a:pt x="43" y="23"/>
                      <a:pt x="43" y="23"/>
                      <a:pt x="43" y="23"/>
                    </a:cubicBezTo>
                    <a:cubicBezTo>
                      <a:pt x="45" y="22"/>
                      <a:pt x="48" y="28"/>
                      <a:pt x="46" y="29"/>
                    </a:cubicBezTo>
                    <a:cubicBezTo>
                      <a:pt x="39" y="32"/>
                      <a:pt x="39" y="32"/>
                      <a:pt x="39" y="32"/>
                    </a:cubicBezTo>
                    <a:cubicBezTo>
                      <a:pt x="39" y="32"/>
                      <a:pt x="37" y="34"/>
                      <a:pt x="39" y="34"/>
                    </a:cubicBezTo>
                    <a:cubicBezTo>
                      <a:pt x="39" y="34"/>
                      <a:pt x="39" y="34"/>
                      <a:pt x="42" y="32"/>
                    </a:cubicBezTo>
                    <a:cubicBezTo>
                      <a:pt x="45" y="31"/>
                      <a:pt x="48" y="36"/>
                      <a:pt x="44" y="38"/>
                    </a:cubicBezTo>
                    <a:cubicBezTo>
                      <a:pt x="26" y="48"/>
                      <a:pt x="26" y="48"/>
                      <a:pt x="26" y="48"/>
                    </a:cubicBezTo>
                    <a:cubicBezTo>
                      <a:pt x="26" y="48"/>
                      <a:pt x="21" y="50"/>
                      <a:pt x="17" y="49"/>
                    </a:cubicBezTo>
                    <a:cubicBezTo>
                      <a:pt x="0" y="55"/>
                      <a:pt x="0" y="55"/>
                      <a:pt x="0" y="55"/>
                    </a:cubicBezTo>
                    <a:cubicBezTo>
                      <a:pt x="0" y="29"/>
                      <a:pt x="0" y="29"/>
                      <a:pt x="0" y="29"/>
                    </a:cubicBezTo>
                    <a:cubicBezTo>
                      <a:pt x="3" y="28"/>
                      <a:pt x="3" y="28"/>
                      <a:pt x="3" y="28"/>
                    </a:cubicBezTo>
                    <a:cubicBezTo>
                      <a:pt x="3" y="28"/>
                      <a:pt x="5" y="21"/>
                      <a:pt x="7" y="16"/>
                    </a:cubicBezTo>
                    <a:cubicBezTo>
                      <a:pt x="8" y="11"/>
                      <a:pt x="24" y="3"/>
                      <a:pt x="24" y="3"/>
                    </a:cubicBezTo>
                    <a:cubicBezTo>
                      <a:pt x="27" y="8"/>
                      <a:pt x="25" y="10"/>
                      <a:pt x="22" y="11"/>
                    </a:cubicBezTo>
                    <a:cubicBezTo>
                      <a:pt x="21" y="12"/>
                      <a:pt x="19" y="13"/>
                      <a:pt x="19" y="13"/>
                    </a:cubicBezTo>
                    <a:cubicBezTo>
                      <a:pt x="16" y="16"/>
                      <a:pt x="16" y="16"/>
                      <a:pt x="16" y="16"/>
                    </a:cubicBezTo>
                    <a:lnTo>
                      <a:pt x="17" y="16"/>
                    </a:lnTo>
                    <a:close/>
                  </a:path>
                </a:pathLst>
              </a:custGeom>
              <a:solidFill>
                <a:srgbClr val="FAD9BD"/>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10" name="Rectangle 109"/>
              <p:cNvSpPr>
                <a:spLocks noChangeArrowheads="1"/>
              </p:cNvSpPr>
              <p:nvPr/>
            </p:nvSpPr>
            <p:spPr bwMode="auto">
              <a:xfrm>
                <a:off x="5098822" y="1962474"/>
                <a:ext cx="102966" cy="438953"/>
              </a:xfrm>
              <a:prstGeom prst="rect">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11" name="Freeform 110"/>
              <p:cNvSpPr>
                <a:spLocks/>
              </p:cNvSpPr>
              <p:nvPr/>
            </p:nvSpPr>
            <p:spPr bwMode="auto">
              <a:xfrm>
                <a:off x="3760295" y="1897445"/>
                <a:ext cx="1349370" cy="915838"/>
              </a:xfrm>
              <a:custGeom>
                <a:avLst/>
                <a:gdLst>
                  <a:gd name="T0" fmla="*/ 4 w 105"/>
                  <a:gd name="T1" fmla="*/ 40 h 71"/>
                  <a:gd name="T2" fmla="*/ 105 w 105"/>
                  <a:gd name="T3" fmla="*/ 0 h 71"/>
                  <a:gd name="T4" fmla="*/ 105 w 105"/>
                  <a:gd name="T5" fmla="*/ 42 h 71"/>
                  <a:gd name="T6" fmla="*/ 0 w 105"/>
                  <a:gd name="T7" fmla="*/ 65 h 71"/>
                  <a:gd name="T8" fmla="*/ 4 w 105"/>
                  <a:gd name="T9" fmla="*/ 40 h 71"/>
                </a:gdLst>
                <a:ahLst/>
                <a:cxnLst>
                  <a:cxn ang="0">
                    <a:pos x="T0" y="T1"/>
                  </a:cxn>
                  <a:cxn ang="0">
                    <a:pos x="T2" y="T3"/>
                  </a:cxn>
                  <a:cxn ang="0">
                    <a:pos x="T4" y="T5"/>
                  </a:cxn>
                  <a:cxn ang="0">
                    <a:pos x="T6" y="T7"/>
                  </a:cxn>
                  <a:cxn ang="0">
                    <a:pos x="T8" y="T9"/>
                  </a:cxn>
                </a:cxnLst>
                <a:rect l="0" t="0" r="r" b="b"/>
                <a:pathLst>
                  <a:path w="105" h="71">
                    <a:moveTo>
                      <a:pt x="4" y="40"/>
                    </a:moveTo>
                    <a:cubicBezTo>
                      <a:pt x="4" y="40"/>
                      <a:pt x="68" y="46"/>
                      <a:pt x="105" y="0"/>
                    </a:cubicBezTo>
                    <a:cubicBezTo>
                      <a:pt x="105" y="42"/>
                      <a:pt x="105" y="42"/>
                      <a:pt x="105" y="42"/>
                    </a:cubicBezTo>
                    <a:cubicBezTo>
                      <a:pt x="77" y="71"/>
                      <a:pt x="0" y="65"/>
                      <a:pt x="0" y="65"/>
                    </a:cubicBezTo>
                    <a:lnTo>
                      <a:pt x="4" y="4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12" name="Oval 111"/>
              <p:cNvSpPr>
                <a:spLocks noChangeArrowheads="1"/>
              </p:cNvSpPr>
              <p:nvPr/>
            </p:nvSpPr>
            <p:spPr bwMode="auto">
              <a:xfrm>
                <a:off x="5136758" y="2325559"/>
                <a:ext cx="37936" cy="37936"/>
              </a:xfrm>
              <a:prstGeom prst="ellipse">
                <a:avLst/>
              </a:prstGeom>
              <a:solidFill>
                <a:srgbClr val="250F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grpSp>
        <p:grpSp>
          <p:nvGrpSpPr>
            <p:cNvPr id="69" name="Group 68"/>
            <p:cNvGrpSpPr/>
            <p:nvPr/>
          </p:nvGrpSpPr>
          <p:grpSpPr>
            <a:xfrm rot="21023609" flipH="1">
              <a:off x="889089" y="2528494"/>
              <a:ext cx="736600" cy="1270000"/>
              <a:chOff x="3067050" y="2759075"/>
              <a:chExt cx="736600" cy="1270000"/>
            </a:xfrm>
          </p:grpSpPr>
          <p:sp>
            <p:nvSpPr>
              <p:cNvPr id="70" name="Freeform 69"/>
              <p:cNvSpPr>
                <a:spLocks/>
              </p:cNvSpPr>
              <p:nvPr/>
            </p:nvSpPr>
            <p:spPr bwMode="auto">
              <a:xfrm>
                <a:off x="3067050" y="2759075"/>
                <a:ext cx="574675" cy="1260475"/>
              </a:xfrm>
              <a:custGeom>
                <a:avLst/>
                <a:gdLst>
                  <a:gd name="T0" fmla="*/ 282 w 362"/>
                  <a:gd name="T1" fmla="*/ 0 h 794"/>
                  <a:gd name="T2" fmla="*/ 258 w 362"/>
                  <a:gd name="T3" fmla="*/ 0 h 794"/>
                  <a:gd name="T4" fmla="*/ 240 w 362"/>
                  <a:gd name="T5" fmla="*/ 10 h 794"/>
                  <a:gd name="T6" fmla="*/ 222 w 362"/>
                  <a:gd name="T7" fmla="*/ 24 h 794"/>
                  <a:gd name="T8" fmla="*/ 196 w 362"/>
                  <a:gd name="T9" fmla="*/ 66 h 794"/>
                  <a:gd name="T10" fmla="*/ 174 w 362"/>
                  <a:gd name="T11" fmla="*/ 132 h 794"/>
                  <a:gd name="T12" fmla="*/ 170 w 362"/>
                  <a:gd name="T13" fmla="*/ 140 h 794"/>
                  <a:gd name="T14" fmla="*/ 156 w 362"/>
                  <a:gd name="T15" fmla="*/ 166 h 794"/>
                  <a:gd name="T16" fmla="*/ 126 w 362"/>
                  <a:gd name="T17" fmla="*/ 196 h 794"/>
                  <a:gd name="T18" fmla="*/ 92 w 362"/>
                  <a:gd name="T19" fmla="*/ 232 h 794"/>
                  <a:gd name="T20" fmla="*/ 72 w 362"/>
                  <a:gd name="T21" fmla="*/ 268 h 794"/>
                  <a:gd name="T22" fmla="*/ 66 w 362"/>
                  <a:gd name="T23" fmla="*/ 284 h 794"/>
                  <a:gd name="T24" fmla="*/ 28 w 362"/>
                  <a:gd name="T25" fmla="*/ 386 h 794"/>
                  <a:gd name="T26" fmla="*/ 8 w 362"/>
                  <a:gd name="T27" fmla="*/ 458 h 794"/>
                  <a:gd name="T28" fmla="*/ 0 w 362"/>
                  <a:gd name="T29" fmla="*/ 510 h 794"/>
                  <a:gd name="T30" fmla="*/ 2 w 362"/>
                  <a:gd name="T31" fmla="*/ 540 h 794"/>
                  <a:gd name="T32" fmla="*/ 4 w 362"/>
                  <a:gd name="T33" fmla="*/ 554 h 794"/>
                  <a:gd name="T34" fmla="*/ 8 w 362"/>
                  <a:gd name="T35" fmla="*/ 582 h 794"/>
                  <a:gd name="T36" fmla="*/ 14 w 362"/>
                  <a:gd name="T37" fmla="*/ 646 h 794"/>
                  <a:gd name="T38" fmla="*/ 20 w 362"/>
                  <a:gd name="T39" fmla="*/ 680 h 794"/>
                  <a:gd name="T40" fmla="*/ 36 w 362"/>
                  <a:gd name="T41" fmla="*/ 712 h 794"/>
                  <a:gd name="T42" fmla="*/ 60 w 362"/>
                  <a:gd name="T43" fmla="*/ 740 h 794"/>
                  <a:gd name="T44" fmla="*/ 102 w 362"/>
                  <a:gd name="T45" fmla="*/ 766 h 794"/>
                  <a:gd name="T46" fmla="*/ 160 w 362"/>
                  <a:gd name="T47" fmla="*/ 788 h 794"/>
                  <a:gd name="T48" fmla="*/ 176 w 362"/>
                  <a:gd name="T49" fmla="*/ 792 h 794"/>
                  <a:gd name="T50" fmla="*/ 206 w 362"/>
                  <a:gd name="T51" fmla="*/ 794 h 794"/>
                  <a:gd name="T52" fmla="*/ 234 w 362"/>
                  <a:gd name="T53" fmla="*/ 792 h 794"/>
                  <a:gd name="T54" fmla="*/ 256 w 362"/>
                  <a:gd name="T55" fmla="*/ 782 h 794"/>
                  <a:gd name="T56" fmla="*/ 276 w 362"/>
                  <a:gd name="T57" fmla="*/ 770 h 794"/>
                  <a:gd name="T58" fmla="*/ 302 w 362"/>
                  <a:gd name="T59" fmla="*/ 742 h 794"/>
                  <a:gd name="T60" fmla="*/ 326 w 362"/>
                  <a:gd name="T61" fmla="*/ 698 h 794"/>
                  <a:gd name="T62" fmla="*/ 342 w 362"/>
                  <a:gd name="T63" fmla="*/ 646 h 794"/>
                  <a:gd name="T64" fmla="*/ 352 w 362"/>
                  <a:gd name="T65" fmla="*/ 592 h 794"/>
                  <a:gd name="T66" fmla="*/ 362 w 362"/>
                  <a:gd name="T67" fmla="*/ 504 h 794"/>
                  <a:gd name="T68" fmla="*/ 362 w 362"/>
                  <a:gd name="T69" fmla="*/ 486 h 794"/>
                  <a:gd name="T70" fmla="*/ 360 w 362"/>
                  <a:gd name="T71" fmla="*/ 454 h 794"/>
                  <a:gd name="T72" fmla="*/ 350 w 362"/>
                  <a:gd name="T73" fmla="*/ 410 h 794"/>
                  <a:gd name="T74" fmla="*/ 320 w 362"/>
                  <a:gd name="T75" fmla="*/ 360 h 794"/>
                  <a:gd name="T76" fmla="*/ 280 w 362"/>
                  <a:gd name="T77" fmla="*/ 324 h 794"/>
                  <a:gd name="T78" fmla="*/ 258 w 362"/>
                  <a:gd name="T79" fmla="*/ 312 h 794"/>
                  <a:gd name="T80" fmla="*/ 246 w 362"/>
                  <a:gd name="T81" fmla="*/ 306 h 794"/>
                  <a:gd name="T82" fmla="*/ 230 w 362"/>
                  <a:gd name="T83" fmla="*/ 294 h 794"/>
                  <a:gd name="T84" fmla="*/ 222 w 362"/>
                  <a:gd name="T85" fmla="*/ 280 h 794"/>
                  <a:gd name="T86" fmla="*/ 222 w 362"/>
                  <a:gd name="T87" fmla="*/ 264 h 794"/>
                  <a:gd name="T88" fmla="*/ 228 w 362"/>
                  <a:gd name="T89" fmla="*/ 240 h 794"/>
                  <a:gd name="T90" fmla="*/ 254 w 362"/>
                  <a:gd name="T91" fmla="*/ 210 h 794"/>
                  <a:gd name="T92" fmla="*/ 270 w 362"/>
                  <a:gd name="T93" fmla="*/ 198 h 794"/>
                  <a:gd name="T94" fmla="*/ 288 w 362"/>
                  <a:gd name="T95" fmla="*/ 182 h 794"/>
                  <a:gd name="T96" fmla="*/ 304 w 362"/>
                  <a:gd name="T97" fmla="*/ 158 h 794"/>
                  <a:gd name="T98" fmla="*/ 320 w 362"/>
                  <a:gd name="T99" fmla="*/ 130 h 794"/>
                  <a:gd name="T100" fmla="*/ 330 w 362"/>
                  <a:gd name="T101" fmla="*/ 100 h 794"/>
                  <a:gd name="T102" fmla="*/ 334 w 362"/>
                  <a:gd name="T103" fmla="*/ 68 h 794"/>
                  <a:gd name="T104" fmla="*/ 328 w 362"/>
                  <a:gd name="T105" fmla="*/ 40 h 794"/>
                  <a:gd name="T106" fmla="*/ 312 w 362"/>
                  <a:gd name="T107" fmla="*/ 16 h 794"/>
                  <a:gd name="T108" fmla="*/ 282 w 362"/>
                  <a:gd name="T109"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2" h="794">
                    <a:moveTo>
                      <a:pt x="282" y="0"/>
                    </a:moveTo>
                    <a:lnTo>
                      <a:pt x="282" y="0"/>
                    </a:lnTo>
                    <a:lnTo>
                      <a:pt x="270" y="0"/>
                    </a:lnTo>
                    <a:lnTo>
                      <a:pt x="258" y="0"/>
                    </a:lnTo>
                    <a:lnTo>
                      <a:pt x="248" y="4"/>
                    </a:lnTo>
                    <a:lnTo>
                      <a:pt x="240" y="10"/>
                    </a:lnTo>
                    <a:lnTo>
                      <a:pt x="230" y="16"/>
                    </a:lnTo>
                    <a:lnTo>
                      <a:pt x="222" y="24"/>
                    </a:lnTo>
                    <a:lnTo>
                      <a:pt x="208" y="44"/>
                    </a:lnTo>
                    <a:lnTo>
                      <a:pt x="196" y="66"/>
                    </a:lnTo>
                    <a:lnTo>
                      <a:pt x="188" y="88"/>
                    </a:lnTo>
                    <a:lnTo>
                      <a:pt x="174" y="132"/>
                    </a:lnTo>
                    <a:lnTo>
                      <a:pt x="174" y="132"/>
                    </a:lnTo>
                    <a:lnTo>
                      <a:pt x="170" y="140"/>
                    </a:lnTo>
                    <a:lnTo>
                      <a:pt x="166" y="150"/>
                    </a:lnTo>
                    <a:lnTo>
                      <a:pt x="156" y="166"/>
                    </a:lnTo>
                    <a:lnTo>
                      <a:pt x="142" y="180"/>
                    </a:lnTo>
                    <a:lnTo>
                      <a:pt x="126" y="196"/>
                    </a:lnTo>
                    <a:lnTo>
                      <a:pt x="108" y="214"/>
                    </a:lnTo>
                    <a:lnTo>
                      <a:pt x="92" y="232"/>
                    </a:lnTo>
                    <a:lnTo>
                      <a:pt x="78" y="256"/>
                    </a:lnTo>
                    <a:lnTo>
                      <a:pt x="72" y="268"/>
                    </a:lnTo>
                    <a:lnTo>
                      <a:pt x="66" y="284"/>
                    </a:lnTo>
                    <a:lnTo>
                      <a:pt x="66" y="284"/>
                    </a:lnTo>
                    <a:lnTo>
                      <a:pt x="42" y="350"/>
                    </a:lnTo>
                    <a:lnTo>
                      <a:pt x="28" y="386"/>
                    </a:lnTo>
                    <a:lnTo>
                      <a:pt x="16" y="422"/>
                    </a:lnTo>
                    <a:lnTo>
                      <a:pt x="8" y="458"/>
                    </a:lnTo>
                    <a:lnTo>
                      <a:pt x="2" y="492"/>
                    </a:lnTo>
                    <a:lnTo>
                      <a:pt x="0" y="510"/>
                    </a:lnTo>
                    <a:lnTo>
                      <a:pt x="0" y="526"/>
                    </a:lnTo>
                    <a:lnTo>
                      <a:pt x="2" y="540"/>
                    </a:lnTo>
                    <a:lnTo>
                      <a:pt x="4" y="554"/>
                    </a:lnTo>
                    <a:lnTo>
                      <a:pt x="4" y="554"/>
                    </a:lnTo>
                    <a:lnTo>
                      <a:pt x="8" y="568"/>
                    </a:lnTo>
                    <a:lnTo>
                      <a:pt x="8" y="582"/>
                    </a:lnTo>
                    <a:lnTo>
                      <a:pt x="10" y="614"/>
                    </a:lnTo>
                    <a:lnTo>
                      <a:pt x="14" y="646"/>
                    </a:lnTo>
                    <a:lnTo>
                      <a:pt x="16" y="664"/>
                    </a:lnTo>
                    <a:lnTo>
                      <a:pt x="20" y="680"/>
                    </a:lnTo>
                    <a:lnTo>
                      <a:pt x="26" y="696"/>
                    </a:lnTo>
                    <a:lnTo>
                      <a:pt x="36" y="712"/>
                    </a:lnTo>
                    <a:lnTo>
                      <a:pt x="46" y="726"/>
                    </a:lnTo>
                    <a:lnTo>
                      <a:pt x="60" y="740"/>
                    </a:lnTo>
                    <a:lnTo>
                      <a:pt x="78" y="754"/>
                    </a:lnTo>
                    <a:lnTo>
                      <a:pt x="102" y="766"/>
                    </a:lnTo>
                    <a:lnTo>
                      <a:pt x="128" y="778"/>
                    </a:lnTo>
                    <a:lnTo>
                      <a:pt x="160" y="788"/>
                    </a:lnTo>
                    <a:lnTo>
                      <a:pt x="160" y="788"/>
                    </a:lnTo>
                    <a:lnTo>
                      <a:pt x="176" y="792"/>
                    </a:lnTo>
                    <a:lnTo>
                      <a:pt x="192" y="794"/>
                    </a:lnTo>
                    <a:lnTo>
                      <a:pt x="206" y="794"/>
                    </a:lnTo>
                    <a:lnTo>
                      <a:pt x="220" y="794"/>
                    </a:lnTo>
                    <a:lnTo>
                      <a:pt x="234" y="792"/>
                    </a:lnTo>
                    <a:lnTo>
                      <a:pt x="246" y="788"/>
                    </a:lnTo>
                    <a:lnTo>
                      <a:pt x="256" y="782"/>
                    </a:lnTo>
                    <a:lnTo>
                      <a:pt x="266" y="776"/>
                    </a:lnTo>
                    <a:lnTo>
                      <a:pt x="276" y="770"/>
                    </a:lnTo>
                    <a:lnTo>
                      <a:pt x="286" y="762"/>
                    </a:lnTo>
                    <a:lnTo>
                      <a:pt x="302" y="742"/>
                    </a:lnTo>
                    <a:lnTo>
                      <a:pt x="314" y="722"/>
                    </a:lnTo>
                    <a:lnTo>
                      <a:pt x="326" y="698"/>
                    </a:lnTo>
                    <a:lnTo>
                      <a:pt x="334" y="672"/>
                    </a:lnTo>
                    <a:lnTo>
                      <a:pt x="342" y="646"/>
                    </a:lnTo>
                    <a:lnTo>
                      <a:pt x="348" y="618"/>
                    </a:lnTo>
                    <a:lnTo>
                      <a:pt x="352" y="592"/>
                    </a:lnTo>
                    <a:lnTo>
                      <a:pt x="358" y="542"/>
                    </a:lnTo>
                    <a:lnTo>
                      <a:pt x="362" y="504"/>
                    </a:lnTo>
                    <a:lnTo>
                      <a:pt x="362" y="504"/>
                    </a:lnTo>
                    <a:lnTo>
                      <a:pt x="362" y="486"/>
                    </a:lnTo>
                    <a:lnTo>
                      <a:pt x="362" y="470"/>
                    </a:lnTo>
                    <a:lnTo>
                      <a:pt x="360" y="454"/>
                    </a:lnTo>
                    <a:lnTo>
                      <a:pt x="358" y="440"/>
                    </a:lnTo>
                    <a:lnTo>
                      <a:pt x="350" y="410"/>
                    </a:lnTo>
                    <a:lnTo>
                      <a:pt x="336" y="384"/>
                    </a:lnTo>
                    <a:lnTo>
                      <a:pt x="320" y="360"/>
                    </a:lnTo>
                    <a:lnTo>
                      <a:pt x="302" y="340"/>
                    </a:lnTo>
                    <a:lnTo>
                      <a:pt x="280" y="324"/>
                    </a:lnTo>
                    <a:lnTo>
                      <a:pt x="268" y="318"/>
                    </a:lnTo>
                    <a:lnTo>
                      <a:pt x="258" y="312"/>
                    </a:lnTo>
                    <a:lnTo>
                      <a:pt x="258" y="312"/>
                    </a:lnTo>
                    <a:lnTo>
                      <a:pt x="246" y="306"/>
                    </a:lnTo>
                    <a:lnTo>
                      <a:pt x="238" y="300"/>
                    </a:lnTo>
                    <a:lnTo>
                      <a:pt x="230" y="294"/>
                    </a:lnTo>
                    <a:lnTo>
                      <a:pt x="226" y="288"/>
                    </a:lnTo>
                    <a:lnTo>
                      <a:pt x="222" y="280"/>
                    </a:lnTo>
                    <a:lnTo>
                      <a:pt x="222" y="272"/>
                    </a:lnTo>
                    <a:lnTo>
                      <a:pt x="222" y="264"/>
                    </a:lnTo>
                    <a:lnTo>
                      <a:pt x="222" y="256"/>
                    </a:lnTo>
                    <a:lnTo>
                      <a:pt x="228" y="240"/>
                    </a:lnTo>
                    <a:lnTo>
                      <a:pt x="240" y="224"/>
                    </a:lnTo>
                    <a:lnTo>
                      <a:pt x="254" y="210"/>
                    </a:lnTo>
                    <a:lnTo>
                      <a:pt x="270" y="198"/>
                    </a:lnTo>
                    <a:lnTo>
                      <a:pt x="270" y="198"/>
                    </a:lnTo>
                    <a:lnTo>
                      <a:pt x="278" y="190"/>
                    </a:lnTo>
                    <a:lnTo>
                      <a:pt x="288" y="182"/>
                    </a:lnTo>
                    <a:lnTo>
                      <a:pt x="296" y="170"/>
                    </a:lnTo>
                    <a:lnTo>
                      <a:pt x="304" y="158"/>
                    </a:lnTo>
                    <a:lnTo>
                      <a:pt x="312" y="144"/>
                    </a:lnTo>
                    <a:lnTo>
                      <a:pt x="320" y="130"/>
                    </a:lnTo>
                    <a:lnTo>
                      <a:pt x="326" y="116"/>
                    </a:lnTo>
                    <a:lnTo>
                      <a:pt x="330" y="100"/>
                    </a:lnTo>
                    <a:lnTo>
                      <a:pt x="332" y="84"/>
                    </a:lnTo>
                    <a:lnTo>
                      <a:pt x="334" y="68"/>
                    </a:lnTo>
                    <a:lnTo>
                      <a:pt x="332" y="54"/>
                    </a:lnTo>
                    <a:lnTo>
                      <a:pt x="328" y="40"/>
                    </a:lnTo>
                    <a:lnTo>
                      <a:pt x="322" y="28"/>
                    </a:lnTo>
                    <a:lnTo>
                      <a:pt x="312" y="16"/>
                    </a:lnTo>
                    <a:lnTo>
                      <a:pt x="298" y="8"/>
                    </a:lnTo>
                    <a:lnTo>
                      <a:pt x="282" y="0"/>
                    </a:lnTo>
                    <a:lnTo>
                      <a:pt x="282" y="0"/>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71" name="Freeform 70"/>
              <p:cNvSpPr>
                <a:spLocks/>
              </p:cNvSpPr>
              <p:nvPr/>
            </p:nvSpPr>
            <p:spPr bwMode="auto">
              <a:xfrm>
                <a:off x="3194050" y="3257550"/>
                <a:ext cx="571500" cy="768350"/>
              </a:xfrm>
              <a:custGeom>
                <a:avLst/>
                <a:gdLst>
                  <a:gd name="T0" fmla="*/ 298 w 360"/>
                  <a:gd name="T1" fmla="*/ 394 h 484"/>
                  <a:gd name="T2" fmla="*/ 296 w 360"/>
                  <a:gd name="T3" fmla="*/ 416 h 484"/>
                  <a:gd name="T4" fmla="*/ 288 w 360"/>
                  <a:gd name="T5" fmla="*/ 444 h 484"/>
                  <a:gd name="T6" fmla="*/ 270 w 360"/>
                  <a:gd name="T7" fmla="*/ 468 h 484"/>
                  <a:gd name="T8" fmla="*/ 248 w 360"/>
                  <a:gd name="T9" fmla="*/ 482 h 484"/>
                  <a:gd name="T10" fmla="*/ 230 w 360"/>
                  <a:gd name="T11" fmla="*/ 484 h 484"/>
                  <a:gd name="T12" fmla="*/ 182 w 360"/>
                  <a:gd name="T13" fmla="*/ 478 h 484"/>
                  <a:gd name="T14" fmla="*/ 100 w 360"/>
                  <a:gd name="T15" fmla="*/ 458 h 484"/>
                  <a:gd name="T16" fmla="*/ 66 w 360"/>
                  <a:gd name="T17" fmla="*/ 444 h 484"/>
                  <a:gd name="T18" fmla="*/ 54 w 360"/>
                  <a:gd name="T19" fmla="*/ 436 h 484"/>
                  <a:gd name="T20" fmla="*/ 34 w 360"/>
                  <a:gd name="T21" fmla="*/ 420 h 484"/>
                  <a:gd name="T22" fmla="*/ 22 w 360"/>
                  <a:gd name="T23" fmla="*/ 400 h 484"/>
                  <a:gd name="T24" fmla="*/ 12 w 360"/>
                  <a:gd name="T25" fmla="*/ 366 h 484"/>
                  <a:gd name="T26" fmla="*/ 8 w 360"/>
                  <a:gd name="T27" fmla="*/ 312 h 484"/>
                  <a:gd name="T28" fmla="*/ 4 w 360"/>
                  <a:gd name="T29" fmla="*/ 252 h 484"/>
                  <a:gd name="T30" fmla="*/ 0 w 360"/>
                  <a:gd name="T31" fmla="*/ 214 h 484"/>
                  <a:gd name="T32" fmla="*/ 4 w 360"/>
                  <a:gd name="T33" fmla="*/ 160 h 484"/>
                  <a:gd name="T34" fmla="*/ 12 w 360"/>
                  <a:gd name="T35" fmla="*/ 128 h 484"/>
                  <a:gd name="T36" fmla="*/ 24 w 360"/>
                  <a:gd name="T37" fmla="*/ 98 h 484"/>
                  <a:gd name="T38" fmla="*/ 42 w 360"/>
                  <a:gd name="T39" fmla="*/ 70 h 484"/>
                  <a:gd name="T40" fmla="*/ 68 w 360"/>
                  <a:gd name="T41" fmla="*/ 48 h 484"/>
                  <a:gd name="T42" fmla="*/ 98 w 360"/>
                  <a:gd name="T43" fmla="*/ 30 h 484"/>
                  <a:gd name="T44" fmla="*/ 116 w 360"/>
                  <a:gd name="T45" fmla="*/ 22 h 484"/>
                  <a:gd name="T46" fmla="*/ 180 w 360"/>
                  <a:gd name="T47" fmla="*/ 4 h 484"/>
                  <a:gd name="T48" fmla="*/ 228 w 360"/>
                  <a:gd name="T49" fmla="*/ 0 h 484"/>
                  <a:gd name="T50" fmla="*/ 266 w 360"/>
                  <a:gd name="T51" fmla="*/ 8 h 484"/>
                  <a:gd name="T52" fmla="*/ 292 w 360"/>
                  <a:gd name="T53" fmla="*/ 20 h 484"/>
                  <a:gd name="T54" fmla="*/ 304 w 360"/>
                  <a:gd name="T55" fmla="*/ 28 h 484"/>
                  <a:gd name="T56" fmla="*/ 324 w 360"/>
                  <a:gd name="T57" fmla="*/ 44 h 484"/>
                  <a:gd name="T58" fmla="*/ 334 w 360"/>
                  <a:gd name="T59" fmla="*/ 64 h 484"/>
                  <a:gd name="T60" fmla="*/ 340 w 360"/>
                  <a:gd name="T61" fmla="*/ 84 h 484"/>
                  <a:gd name="T62" fmla="*/ 336 w 360"/>
                  <a:gd name="T63" fmla="*/ 122 h 484"/>
                  <a:gd name="T64" fmla="*/ 320 w 360"/>
                  <a:gd name="T65" fmla="*/ 156 h 484"/>
                  <a:gd name="T66" fmla="*/ 328 w 360"/>
                  <a:gd name="T67" fmla="*/ 166 h 484"/>
                  <a:gd name="T68" fmla="*/ 340 w 360"/>
                  <a:gd name="T69" fmla="*/ 194 h 484"/>
                  <a:gd name="T70" fmla="*/ 344 w 360"/>
                  <a:gd name="T71" fmla="*/ 226 h 484"/>
                  <a:gd name="T72" fmla="*/ 336 w 360"/>
                  <a:gd name="T73" fmla="*/ 258 h 484"/>
                  <a:gd name="T74" fmla="*/ 326 w 360"/>
                  <a:gd name="T75" fmla="*/ 270 h 484"/>
                  <a:gd name="T76" fmla="*/ 308 w 360"/>
                  <a:gd name="T77" fmla="*/ 282 h 484"/>
                  <a:gd name="T78" fmla="*/ 326 w 360"/>
                  <a:gd name="T79" fmla="*/ 288 h 484"/>
                  <a:gd name="T80" fmla="*/ 338 w 360"/>
                  <a:gd name="T81" fmla="*/ 296 h 484"/>
                  <a:gd name="T82" fmla="*/ 348 w 360"/>
                  <a:gd name="T83" fmla="*/ 306 h 484"/>
                  <a:gd name="T84" fmla="*/ 360 w 360"/>
                  <a:gd name="T85" fmla="*/ 332 h 484"/>
                  <a:gd name="T86" fmla="*/ 356 w 360"/>
                  <a:gd name="T87" fmla="*/ 362 h 484"/>
                  <a:gd name="T88" fmla="*/ 346 w 360"/>
                  <a:gd name="T89" fmla="*/ 380 h 484"/>
                  <a:gd name="T90" fmla="*/ 332 w 360"/>
                  <a:gd name="T91" fmla="*/ 388 h 484"/>
                  <a:gd name="T92" fmla="*/ 324 w 360"/>
                  <a:gd name="T93" fmla="*/ 392 h 484"/>
                  <a:gd name="T94" fmla="*/ 298 w 360"/>
                  <a:gd name="T95" fmla="*/ 394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0" h="484">
                    <a:moveTo>
                      <a:pt x="298" y="394"/>
                    </a:moveTo>
                    <a:lnTo>
                      <a:pt x="298" y="394"/>
                    </a:lnTo>
                    <a:lnTo>
                      <a:pt x="298" y="404"/>
                    </a:lnTo>
                    <a:lnTo>
                      <a:pt x="296" y="416"/>
                    </a:lnTo>
                    <a:lnTo>
                      <a:pt x="294" y="428"/>
                    </a:lnTo>
                    <a:lnTo>
                      <a:pt x="288" y="444"/>
                    </a:lnTo>
                    <a:lnTo>
                      <a:pt x="280" y="456"/>
                    </a:lnTo>
                    <a:lnTo>
                      <a:pt x="270" y="468"/>
                    </a:lnTo>
                    <a:lnTo>
                      <a:pt x="260" y="478"/>
                    </a:lnTo>
                    <a:lnTo>
                      <a:pt x="248" y="482"/>
                    </a:lnTo>
                    <a:lnTo>
                      <a:pt x="248" y="482"/>
                    </a:lnTo>
                    <a:lnTo>
                      <a:pt x="230" y="484"/>
                    </a:lnTo>
                    <a:lnTo>
                      <a:pt x="208" y="482"/>
                    </a:lnTo>
                    <a:lnTo>
                      <a:pt x="182" y="478"/>
                    </a:lnTo>
                    <a:lnTo>
                      <a:pt x="154" y="472"/>
                    </a:lnTo>
                    <a:lnTo>
                      <a:pt x="100" y="458"/>
                    </a:lnTo>
                    <a:lnTo>
                      <a:pt x="80" y="450"/>
                    </a:lnTo>
                    <a:lnTo>
                      <a:pt x="66" y="444"/>
                    </a:lnTo>
                    <a:lnTo>
                      <a:pt x="66" y="444"/>
                    </a:lnTo>
                    <a:lnTo>
                      <a:pt x="54" y="436"/>
                    </a:lnTo>
                    <a:lnTo>
                      <a:pt x="42" y="428"/>
                    </a:lnTo>
                    <a:lnTo>
                      <a:pt x="34" y="420"/>
                    </a:lnTo>
                    <a:lnTo>
                      <a:pt x="28" y="410"/>
                    </a:lnTo>
                    <a:lnTo>
                      <a:pt x="22" y="400"/>
                    </a:lnTo>
                    <a:lnTo>
                      <a:pt x="18" y="390"/>
                    </a:lnTo>
                    <a:lnTo>
                      <a:pt x="12" y="366"/>
                    </a:lnTo>
                    <a:lnTo>
                      <a:pt x="8" y="340"/>
                    </a:lnTo>
                    <a:lnTo>
                      <a:pt x="8" y="312"/>
                    </a:lnTo>
                    <a:lnTo>
                      <a:pt x="6" y="284"/>
                    </a:lnTo>
                    <a:lnTo>
                      <a:pt x="4" y="252"/>
                    </a:lnTo>
                    <a:lnTo>
                      <a:pt x="4" y="252"/>
                    </a:lnTo>
                    <a:lnTo>
                      <a:pt x="0" y="214"/>
                    </a:lnTo>
                    <a:lnTo>
                      <a:pt x="2" y="178"/>
                    </a:lnTo>
                    <a:lnTo>
                      <a:pt x="4" y="160"/>
                    </a:lnTo>
                    <a:lnTo>
                      <a:pt x="8" y="144"/>
                    </a:lnTo>
                    <a:lnTo>
                      <a:pt x="12" y="128"/>
                    </a:lnTo>
                    <a:lnTo>
                      <a:pt x="18" y="112"/>
                    </a:lnTo>
                    <a:lnTo>
                      <a:pt x="24" y="98"/>
                    </a:lnTo>
                    <a:lnTo>
                      <a:pt x="32" y="84"/>
                    </a:lnTo>
                    <a:lnTo>
                      <a:pt x="42" y="70"/>
                    </a:lnTo>
                    <a:lnTo>
                      <a:pt x="54" y="60"/>
                    </a:lnTo>
                    <a:lnTo>
                      <a:pt x="68" y="48"/>
                    </a:lnTo>
                    <a:lnTo>
                      <a:pt x="82" y="38"/>
                    </a:lnTo>
                    <a:lnTo>
                      <a:pt x="98" y="30"/>
                    </a:lnTo>
                    <a:lnTo>
                      <a:pt x="116" y="22"/>
                    </a:lnTo>
                    <a:lnTo>
                      <a:pt x="116" y="22"/>
                    </a:lnTo>
                    <a:lnTo>
                      <a:pt x="158" y="10"/>
                    </a:lnTo>
                    <a:lnTo>
                      <a:pt x="180" y="4"/>
                    </a:lnTo>
                    <a:lnTo>
                      <a:pt x="204" y="2"/>
                    </a:lnTo>
                    <a:lnTo>
                      <a:pt x="228" y="0"/>
                    </a:lnTo>
                    <a:lnTo>
                      <a:pt x="254" y="4"/>
                    </a:lnTo>
                    <a:lnTo>
                      <a:pt x="266" y="8"/>
                    </a:lnTo>
                    <a:lnTo>
                      <a:pt x="278" y="14"/>
                    </a:lnTo>
                    <a:lnTo>
                      <a:pt x="292" y="20"/>
                    </a:lnTo>
                    <a:lnTo>
                      <a:pt x="304" y="28"/>
                    </a:lnTo>
                    <a:lnTo>
                      <a:pt x="304" y="28"/>
                    </a:lnTo>
                    <a:lnTo>
                      <a:pt x="316" y="36"/>
                    </a:lnTo>
                    <a:lnTo>
                      <a:pt x="324" y="44"/>
                    </a:lnTo>
                    <a:lnTo>
                      <a:pt x="330" y="54"/>
                    </a:lnTo>
                    <a:lnTo>
                      <a:pt x="334" y="64"/>
                    </a:lnTo>
                    <a:lnTo>
                      <a:pt x="338" y="74"/>
                    </a:lnTo>
                    <a:lnTo>
                      <a:pt x="340" y="84"/>
                    </a:lnTo>
                    <a:lnTo>
                      <a:pt x="338" y="104"/>
                    </a:lnTo>
                    <a:lnTo>
                      <a:pt x="336" y="122"/>
                    </a:lnTo>
                    <a:lnTo>
                      <a:pt x="330" y="136"/>
                    </a:lnTo>
                    <a:lnTo>
                      <a:pt x="320" y="156"/>
                    </a:lnTo>
                    <a:lnTo>
                      <a:pt x="320" y="156"/>
                    </a:lnTo>
                    <a:lnTo>
                      <a:pt x="328" y="166"/>
                    </a:lnTo>
                    <a:lnTo>
                      <a:pt x="336" y="178"/>
                    </a:lnTo>
                    <a:lnTo>
                      <a:pt x="340" y="194"/>
                    </a:lnTo>
                    <a:lnTo>
                      <a:pt x="344" y="210"/>
                    </a:lnTo>
                    <a:lnTo>
                      <a:pt x="344" y="226"/>
                    </a:lnTo>
                    <a:lnTo>
                      <a:pt x="342" y="242"/>
                    </a:lnTo>
                    <a:lnTo>
                      <a:pt x="336" y="258"/>
                    </a:lnTo>
                    <a:lnTo>
                      <a:pt x="326" y="270"/>
                    </a:lnTo>
                    <a:lnTo>
                      <a:pt x="326" y="270"/>
                    </a:lnTo>
                    <a:lnTo>
                      <a:pt x="318" y="278"/>
                    </a:lnTo>
                    <a:lnTo>
                      <a:pt x="308" y="282"/>
                    </a:lnTo>
                    <a:lnTo>
                      <a:pt x="308" y="282"/>
                    </a:lnTo>
                    <a:lnTo>
                      <a:pt x="326" y="288"/>
                    </a:lnTo>
                    <a:lnTo>
                      <a:pt x="338" y="296"/>
                    </a:lnTo>
                    <a:lnTo>
                      <a:pt x="338" y="296"/>
                    </a:lnTo>
                    <a:lnTo>
                      <a:pt x="344" y="300"/>
                    </a:lnTo>
                    <a:lnTo>
                      <a:pt x="348" y="306"/>
                    </a:lnTo>
                    <a:lnTo>
                      <a:pt x="356" y="318"/>
                    </a:lnTo>
                    <a:lnTo>
                      <a:pt x="360" y="332"/>
                    </a:lnTo>
                    <a:lnTo>
                      <a:pt x="360" y="348"/>
                    </a:lnTo>
                    <a:lnTo>
                      <a:pt x="356" y="362"/>
                    </a:lnTo>
                    <a:lnTo>
                      <a:pt x="350" y="376"/>
                    </a:lnTo>
                    <a:lnTo>
                      <a:pt x="346" y="380"/>
                    </a:lnTo>
                    <a:lnTo>
                      <a:pt x="340" y="386"/>
                    </a:lnTo>
                    <a:lnTo>
                      <a:pt x="332" y="388"/>
                    </a:lnTo>
                    <a:lnTo>
                      <a:pt x="324" y="392"/>
                    </a:lnTo>
                    <a:lnTo>
                      <a:pt x="324" y="392"/>
                    </a:lnTo>
                    <a:lnTo>
                      <a:pt x="298" y="394"/>
                    </a:lnTo>
                    <a:lnTo>
                      <a:pt x="298" y="394"/>
                    </a:lnTo>
                    <a:close/>
                  </a:path>
                </a:pathLst>
              </a:custGeom>
              <a:solidFill>
                <a:srgbClr val="DFB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72" name="Freeform 71"/>
              <p:cNvSpPr>
                <a:spLocks/>
              </p:cNvSpPr>
              <p:nvPr/>
            </p:nvSpPr>
            <p:spPr bwMode="auto">
              <a:xfrm>
                <a:off x="3238500" y="3663950"/>
                <a:ext cx="549275" cy="215900"/>
              </a:xfrm>
              <a:custGeom>
                <a:avLst/>
                <a:gdLst>
                  <a:gd name="T0" fmla="*/ 324 w 346"/>
                  <a:gd name="T1" fmla="*/ 42 h 136"/>
                  <a:gd name="T2" fmla="*/ 324 w 346"/>
                  <a:gd name="T3" fmla="*/ 42 h 136"/>
                  <a:gd name="T4" fmla="*/ 330 w 346"/>
                  <a:gd name="T5" fmla="*/ 46 h 136"/>
                  <a:gd name="T6" fmla="*/ 334 w 346"/>
                  <a:gd name="T7" fmla="*/ 52 h 136"/>
                  <a:gd name="T8" fmla="*/ 342 w 346"/>
                  <a:gd name="T9" fmla="*/ 64 h 136"/>
                  <a:gd name="T10" fmla="*/ 346 w 346"/>
                  <a:gd name="T11" fmla="*/ 78 h 136"/>
                  <a:gd name="T12" fmla="*/ 346 w 346"/>
                  <a:gd name="T13" fmla="*/ 92 h 136"/>
                  <a:gd name="T14" fmla="*/ 344 w 346"/>
                  <a:gd name="T15" fmla="*/ 106 h 136"/>
                  <a:gd name="T16" fmla="*/ 336 w 346"/>
                  <a:gd name="T17" fmla="*/ 118 h 136"/>
                  <a:gd name="T18" fmla="*/ 332 w 346"/>
                  <a:gd name="T19" fmla="*/ 122 h 136"/>
                  <a:gd name="T20" fmla="*/ 326 w 346"/>
                  <a:gd name="T21" fmla="*/ 128 h 136"/>
                  <a:gd name="T22" fmla="*/ 320 w 346"/>
                  <a:gd name="T23" fmla="*/ 130 h 136"/>
                  <a:gd name="T24" fmla="*/ 312 w 346"/>
                  <a:gd name="T25" fmla="*/ 132 h 136"/>
                  <a:gd name="T26" fmla="*/ 312 w 346"/>
                  <a:gd name="T27" fmla="*/ 132 h 136"/>
                  <a:gd name="T28" fmla="*/ 294 w 346"/>
                  <a:gd name="T29" fmla="*/ 136 h 136"/>
                  <a:gd name="T30" fmla="*/ 270 w 346"/>
                  <a:gd name="T31" fmla="*/ 136 h 136"/>
                  <a:gd name="T32" fmla="*/ 246 w 346"/>
                  <a:gd name="T33" fmla="*/ 134 h 136"/>
                  <a:gd name="T34" fmla="*/ 218 w 346"/>
                  <a:gd name="T35" fmla="*/ 130 h 136"/>
                  <a:gd name="T36" fmla="*/ 166 w 346"/>
                  <a:gd name="T37" fmla="*/ 122 h 136"/>
                  <a:gd name="T38" fmla="*/ 142 w 346"/>
                  <a:gd name="T39" fmla="*/ 116 h 136"/>
                  <a:gd name="T40" fmla="*/ 122 w 346"/>
                  <a:gd name="T41" fmla="*/ 110 h 136"/>
                  <a:gd name="T42" fmla="*/ 122 w 346"/>
                  <a:gd name="T43" fmla="*/ 110 h 136"/>
                  <a:gd name="T44" fmla="*/ 90 w 346"/>
                  <a:gd name="T45" fmla="*/ 98 h 136"/>
                  <a:gd name="T46" fmla="*/ 66 w 346"/>
                  <a:gd name="T47" fmla="*/ 88 h 136"/>
                  <a:gd name="T48" fmla="*/ 24 w 346"/>
                  <a:gd name="T49" fmla="*/ 68 h 136"/>
                  <a:gd name="T50" fmla="*/ 24 w 346"/>
                  <a:gd name="T51" fmla="*/ 68 h 136"/>
                  <a:gd name="T52" fmla="*/ 14 w 346"/>
                  <a:gd name="T53" fmla="*/ 62 h 136"/>
                  <a:gd name="T54" fmla="*/ 6 w 346"/>
                  <a:gd name="T55" fmla="*/ 54 h 136"/>
                  <a:gd name="T56" fmla="*/ 2 w 346"/>
                  <a:gd name="T57" fmla="*/ 46 h 136"/>
                  <a:gd name="T58" fmla="*/ 0 w 346"/>
                  <a:gd name="T59" fmla="*/ 34 h 136"/>
                  <a:gd name="T60" fmla="*/ 0 w 346"/>
                  <a:gd name="T61" fmla="*/ 24 h 136"/>
                  <a:gd name="T62" fmla="*/ 4 w 346"/>
                  <a:gd name="T63" fmla="*/ 16 h 136"/>
                  <a:gd name="T64" fmla="*/ 8 w 346"/>
                  <a:gd name="T65" fmla="*/ 8 h 136"/>
                  <a:gd name="T66" fmla="*/ 16 w 346"/>
                  <a:gd name="T67" fmla="*/ 4 h 136"/>
                  <a:gd name="T68" fmla="*/ 16 w 346"/>
                  <a:gd name="T69" fmla="*/ 4 h 136"/>
                  <a:gd name="T70" fmla="*/ 34 w 346"/>
                  <a:gd name="T71" fmla="*/ 2 h 136"/>
                  <a:gd name="T72" fmla="*/ 66 w 346"/>
                  <a:gd name="T73" fmla="*/ 0 h 136"/>
                  <a:gd name="T74" fmla="*/ 110 w 346"/>
                  <a:gd name="T75" fmla="*/ 2 h 136"/>
                  <a:gd name="T76" fmla="*/ 160 w 346"/>
                  <a:gd name="T77" fmla="*/ 6 h 136"/>
                  <a:gd name="T78" fmla="*/ 212 w 346"/>
                  <a:gd name="T79" fmla="*/ 12 h 136"/>
                  <a:gd name="T80" fmla="*/ 258 w 346"/>
                  <a:gd name="T81" fmla="*/ 20 h 136"/>
                  <a:gd name="T82" fmla="*/ 280 w 346"/>
                  <a:gd name="T83" fmla="*/ 24 h 136"/>
                  <a:gd name="T84" fmla="*/ 298 w 346"/>
                  <a:gd name="T85" fmla="*/ 30 h 136"/>
                  <a:gd name="T86" fmla="*/ 312 w 346"/>
                  <a:gd name="T87" fmla="*/ 36 h 136"/>
                  <a:gd name="T88" fmla="*/ 324 w 346"/>
                  <a:gd name="T89" fmla="*/ 42 h 136"/>
                  <a:gd name="T90" fmla="*/ 324 w 346"/>
                  <a:gd name="T91" fmla="*/ 4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6" h="136">
                    <a:moveTo>
                      <a:pt x="324" y="42"/>
                    </a:moveTo>
                    <a:lnTo>
                      <a:pt x="324" y="42"/>
                    </a:lnTo>
                    <a:lnTo>
                      <a:pt x="330" y="46"/>
                    </a:lnTo>
                    <a:lnTo>
                      <a:pt x="334" y="52"/>
                    </a:lnTo>
                    <a:lnTo>
                      <a:pt x="342" y="64"/>
                    </a:lnTo>
                    <a:lnTo>
                      <a:pt x="346" y="78"/>
                    </a:lnTo>
                    <a:lnTo>
                      <a:pt x="346" y="92"/>
                    </a:lnTo>
                    <a:lnTo>
                      <a:pt x="344" y="106"/>
                    </a:lnTo>
                    <a:lnTo>
                      <a:pt x="336" y="118"/>
                    </a:lnTo>
                    <a:lnTo>
                      <a:pt x="332" y="122"/>
                    </a:lnTo>
                    <a:lnTo>
                      <a:pt x="326" y="128"/>
                    </a:lnTo>
                    <a:lnTo>
                      <a:pt x="320" y="130"/>
                    </a:lnTo>
                    <a:lnTo>
                      <a:pt x="312" y="132"/>
                    </a:lnTo>
                    <a:lnTo>
                      <a:pt x="312" y="132"/>
                    </a:lnTo>
                    <a:lnTo>
                      <a:pt x="294" y="136"/>
                    </a:lnTo>
                    <a:lnTo>
                      <a:pt x="270" y="136"/>
                    </a:lnTo>
                    <a:lnTo>
                      <a:pt x="246" y="134"/>
                    </a:lnTo>
                    <a:lnTo>
                      <a:pt x="218" y="130"/>
                    </a:lnTo>
                    <a:lnTo>
                      <a:pt x="166" y="122"/>
                    </a:lnTo>
                    <a:lnTo>
                      <a:pt x="142" y="116"/>
                    </a:lnTo>
                    <a:lnTo>
                      <a:pt x="122" y="110"/>
                    </a:lnTo>
                    <a:lnTo>
                      <a:pt x="122" y="110"/>
                    </a:lnTo>
                    <a:lnTo>
                      <a:pt x="90" y="98"/>
                    </a:lnTo>
                    <a:lnTo>
                      <a:pt x="66" y="88"/>
                    </a:lnTo>
                    <a:lnTo>
                      <a:pt x="24" y="68"/>
                    </a:lnTo>
                    <a:lnTo>
                      <a:pt x="24" y="68"/>
                    </a:lnTo>
                    <a:lnTo>
                      <a:pt x="14" y="62"/>
                    </a:lnTo>
                    <a:lnTo>
                      <a:pt x="6" y="54"/>
                    </a:lnTo>
                    <a:lnTo>
                      <a:pt x="2" y="46"/>
                    </a:lnTo>
                    <a:lnTo>
                      <a:pt x="0" y="34"/>
                    </a:lnTo>
                    <a:lnTo>
                      <a:pt x="0" y="24"/>
                    </a:lnTo>
                    <a:lnTo>
                      <a:pt x="4" y="16"/>
                    </a:lnTo>
                    <a:lnTo>
                      <a:pt x="8" y="8"/>
                    </a:lnTo>
                    <a:lnTo>
                      <a:pt x="16" y="4"/>
                    </a:lnTo>
                    <a:lnTo>
                      <a:pt x="16" y="4"/>
                    </a:lnTo>
                    <a:lnTo>
                      <a:pt x="34" y="2"/>
                    </a:lnTo>
                    <a:lnTo>
                      <a:pt x="66" y="0"/>
                    </a:lnTo>
                    <a:lnTo>
                      <a:pt x="110" y="2"/>
                    </a:lnTo>
                    <a:lnTo>
                      <a:pt x="160" y="6"/>
                    </a:lnTo>
                    <a:lnTo>
                      <a:pt x="212" y="12"/>
                    </a:lnTo>
                    <a:lnTo>
                      <a:pt x="258" y="20"/>
                    </a:lnTo>
                    <a:lnTo>
                      <a:pt x="280" y="24"/>
                    </a:lnTo>
                    <a:lnTo>
                      <a:pt x="298" y="30"/>
                    </a:lnTo>
                    <a:lnTo>
                      <a:pt x="312" y="36"/>
                    </a:lnTo>
                    <a:lnTo>
                      <a:pt x="324" y="42"/>
                    </a:lnTo>
                    <a:lnTo>
                      <a:pt x="324" y="42"/>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73" name="Freeform 72"/>
              <p:cNvSpPr>
                <a:spLocks/>
              </p:cNvSpPr>
              <p:nvPr/>
            </p:nvSpPr>
            <p:spPr bwMode="auto">
              <a:xfrm>
                <a:off x="3248025" y="3790950"/>
                <a:ext cx="434975" cy="238125"/>
              </a:xfrm>
              <a:custGeom>
                <a:avLst/>
                <a:gdLst>
                  <a:gd name="T0" fmla="*/ 270 w 274"/>
                  <a:gd name="T1" fmla="*/ 62 h 150"/>
                  <a:gd name="T2" fmla="*/ 270 w 274"/>
                  <a:gd name="T3" fmla="*/ 62 h 150"/>
                  <a:gd name="T4" fmla="*/ 274 w 274"/>
                  <a:gd name="T5" fmla="*/ 70 h 150"/>
                  <a:gd name="T6" fmla="*/ 274 w 274"/>
                  <a:gd name="T7" fmla="*/ 80 h 150"/>
                  <a:gd name="T8" fmla="*/ 270 w 274"/>
                  <a:gd name="T9" fmla="*/ 94 h 150"/>
                  <a:gd name="T10" fmla="*/ 266 w 274"/>
                  <a:gd name="T11" fmla="*/ 108 h 150"/>
                  <a:gd name="T12" fmla="*/ 260 w 274"/>
                  <a:gd name="T13" fmla="*/ 120 h 150"/>
                  <a:gd name="T14" fmla="*/ 250 w 274"/>
                  <a:gd name="T15" fmla="*/ 134 h 150"/>
                  <a:gd name="T16" fmla="*/ 240 w 274"/>
                  <a:gd name="T17" fmla="*/ 142 h 150"/>
                  <a:gd name="T18" fmla="*/ 234 w 274"/>
                  <a:gd name="T19" fmla="*/ 146 h 150"/>
                  <a:gd name="T20" fmla="*/ 226 w 274"/>
                  <a:gd name="T21" fmla="*/ 148 h 150"/>
                  <a:gd name="T22" fmla="*/ 226 w 274"/>
                  <a:gd name="T23" fmla="*/ 148 h 150"/>
                  <a:gd name="T24" fmla="*/ 208 w 274"/>
                  <a:gd name="T25" fmla="*/ 150 h 150"/>
                  <a:gd name="T26" fmla="*/ 186 w 274"/>
                  <a:gd name="T27" fmla="*/ 148 h 150"/>
                  <a:gd name="T28" fmla="*/ 160 w 274"/>
                  <a:gd name="T29" fmla="*/ 144 h 150"/>
                  <a:gd name="T30" fmla="*/ 132 w 274"/>
                  <a:gd name="T31" fmla="*/ 140 h 150"/>
                  <a:gd name="T32" fmla="*/ 104 w 274"/>
                  <a:gd name="T33" fmla="*/ 132 h 150"/>
                  <a:gd name="T34" fmla="*/ 80 w 274"/>
                  <a:gd name="T35" fmla="*/ 124 h 150"/>
                  <a:gd name="T36" fmla="*/ 58 w 274"/>
                  <a:gd name="T37" fmla="*/ 116 h 150"/>
                  <a:gd name="T38" fmla="*/ 44 w 274"/>
                  <a:gd name="T39" fmla="*/ 108 h 150"/>
                  <a:gd name="T40" fmla="*/ 44 w 274"/>
                  <a:gd name="T41" fmla="*/ 108 h 150"/>
                  <a:gd name="T42" fmla="*/ 24 w 274"/>
                  <a:gd name="T43" fmla="*/ 94 h 150"/>
                  <a:gd name="T44" fmla="*/ 16 w 274"/>
                  <a:gd name="T45" fmla="*/ 84 h 150"/>
                  <a:gd name="T46" fmla="*/ 10 w 274"/>
                  <a:gd name="T47" fmla="*/ 76 h 150"/>
                  <a:gd name="T48" fmla="*/ 4 w 274"/>
                  <a:gd name="T49" fmla="*/ 64 h 150"/>
                  <a:gd name="T50" fmla="*/ 0 w 274"/>
                  <a:gd name="T51" fmla="*/ 52 h 150"/>
                  <a:gd name="T52" fmla="*/ 0 w 274"/>
                  <a:gd name="T53" fmla="*/ 38 h 150"/>
                  <a:gd name="T54" fmla="*/ 0 w 274"/>
                  <a:gd name="T55" fmla="*/ 22 h 150"/>
                  <a:gd name="T56" fmla="*/ 0 w 274"/>
                  <a:gd name="T57" fmla="*/ 22 h 150"/>
                  <a:gd name="T58" fmla="*/ 2 w 274"/>
                  <a:gd name="T59" fmla="*/ 16 h 150"/>
                  <a:gd name="T60" fmla="*/ 6 w 274"/>
                  <a:gd name="T61" fmla="*/ 10 h 150"/>
                  <a:gd name="T62" fmla="*/ 14 w 274"/>
                  <a:gd name="T63" fmla="*/ 6 h 150"/>
                  <a:gd name="T64" fmla="*/ 24 w 274"/>
                  <a:gd name="T65" fmla="*/ 0 h 150"/>
                  <a:gd name="T66" fmla="*/ 24 w 274"/>
                  <a:gd name="T67" fmla="*/ 0 h 150"/>
                  <a:gd name="T68" fmla="*/ 60 w 274"/>
                  <a:gd name="T69" fmla="*/ 16 h 150"/>
                  <a:gd name="T70" fmla="*/ 110 w 274"/>
                  <a:gd name="T71" fmla="*/ 36 h 150"/>
                  <a:gd name="T72" fmla="*/ 110 w 274"/>
                  <a:gd name="T73" fmla="*/ 36 h 150"/>
                  <a:gd name="T74" fmla="*/ 144 w 274"/>
                  <a:gd name="T75" fmla="*/ 46 h 150"/>
                  <a:gd name="T76" fmla="*/ 186 w 274"/>
                  <a:gd name="T77" fmla="*/ 54 h 150"/>
                  <a:gd name="T78" fmla="*/ 230 w 274"/>
                  <a:gd name="T79" fmla="*/ 60 h 150"/>
                  <a:gd name="T80" fmla="*/ 270 w 274"/>
                  <a:gd name="T81" fmla="*/ 62 h 150"/>
                  <a:gd name="T82" fmla="*/ 270 w 274"/>
                  <a:gd name="T83" fmla="*/ 6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4" h="150">
                    <a:moveTo>
                      <a:pt x="270" y="62"/>
                    </a:moveTo>
                    <a:lnTo>
                      <a:pt x="270" y="62"/>
                    </a:lnTo>
                    <a:lnTo>
                      <a:pt x="274" y="70"/>
                    </a:lnTo>
                    <a:lnTo>
                      <a:pt x="274" y="80"/>
                    </a:lnTo>
                    <a:lnTo>
                      <a:pt x="270" y="94"/>
                    </a:lnTo>
                    <a:lnTo>
                      <a:pt x="266" y="108"/>
                    </a:lnTo>
                    <a:lnTo>
                      <a:pt x="260" y="120"/>
                    </a:lnTo>
                    <a:lnTo>
                      <a:pt x="250" y="134"/>
                    </a:lnTo>
                    <a:lnTo>
                      <a:pt x="240" y="142"/>
                    </a:lnTo>
                    <a:lnTo>
                      <a:pt x="234" y="146"/>
                    </a:lnTo>
                    <a:lnTo>
                      <a:pt x="226" y="148"/>
                    </a:lnTo>
                    <a:lnTo>
                      <a:pt x="226" y="148"/>
                    </a:lnTo>
                    <a:lnTo>
                      <a:pt x="208" y="150"/>
                    </a:lnTo>
                    <a:lnTo>
                      <a:pt x="186" y="148"/>
                    </a:lnTo>
                    <a:lnTo>
                      <a:pt x="160" y="144"/>
                    </a:lnTo>
                    <a:lnTo>
                      <a:pt x="132" y="140"/>
                    </a:lnTo>
                    <a:lnTo>
                      <a:pt x="104" y="132"/>
                    </a:lnTo>
                    <a:lnTo>
                      <a:pt x="80" y="124"/>
                    </a:lnTo>
                    <a:lnTo>
                      <a:pt x="58" y="116"/>
                    </a:lnTo>
                    <a:lnTo>
                      <a:pt x="44" y="108"/>
                    </a:lnTo>
                    <a:lnTo>
                      <a:pt x="44" y="108"/>
                    </a:lnTo>
                    <a:lnTo>
                      <a:pt x="24" y="94"/>
                    </a:lnTo>
                    <a:lnTo>
                      <a:pt x="16" y="84"/>
                    </a:lnTo>
                    <a:lnTo>
                      <a:pt x="10" y="76"/>
                    </a:lnTo>
                    <a:lnTo>
                      <a:pt x="4" y="64"/>
                    </a:lnTo>
                    <a:lnTo>
                      <a:pt x="0" y="52"/>
                    </a:lnTo>
                    <a:lnTo>
                      <a:pt x="0" y="38"/>
                    </a:lnTo>
                    <a:lnTo>
                      <a:pt x="0" y="22"/>
                    </a:lnTo>
                    <a:lnTo>
                      <a:pt x="0" y="22"/>
                    </a:lnTo>
                    <a:lnTo>
                      <a:pt x="2" y="16"/>
                    </a:lnTo>
                    <a:lnTo>
                      <a:pt x="6" y="10"/>
                    </a:lnTo>
                    <a:lnTo>
                      <a:pt x="14" y="6"/>
                    </a:lnTo>
                    <a:lnTo>
                      <a:pt x="24" y="0"/>
                    </a:lnTo>
                    <a:lnTo>
                      <a:pt x="24" y="0"/>
                    </a:lnTo>
                    <a:lnTo>
                      <a:pt x="60" y="16"/>
                    </a:lnTo>
                    <a:lnTo>
                      <a:pt x="110" y="36"/>
                    </a:lnTo>
                    <a:lnTo>
                      <a:pt x="110" y="36"/>
                    </a:lnTo>
                    <a:lnTo>
                      <a:pt x="144" y="46"/>
                    </a:lnTo>
                    <a:lnTo>
                      <a:pt x="186" y="54"/>
                    </a:lnTo>
                    <a:lnTo>
                      <a:pt x="230" y="60"/>
                    </a:lnTo>
                    <a:lnTo>
                      <a:pt x="270" y="62"/>
                    </a:lnTo>
                    <a:lnTo>
                      <a:pt x="270" y="62"/>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74" name="Freeform 73"/>
              <p:cNvSpPr>
                <a:spLocks/>
              </p:cNvSpPr>
              <p:nvPr/>
            </p:nvSpPr>
            <p:spPr bwMode="auto">
              <a:xfrm>
                <a:off x="3251200" y="3492500"/>
                <a:ext cx="552450" cy="215900"/>
              </a:xfrm>
              <a:custGeom>
                <a:avLst/>
                <a:gdLst>
                  <a:gd name="T0" fmla="*/ 314 w 348"/>
                  <a:gd name="T1" fmla="*/ 16 h 136"/>
                  <a:gd name="T2" fmla="*/ 314 w 348"/>
                  <a:gd name="T3" fmla="*/ 16 h 136"/>
                  <a:gd name="T4" fmla="*/ 326 w 348"/>
                  <a:gd name="T5" fmla="*/ 24 h 136"/>
                  <a:gd name="T6" fmla="*/ 334 w 348"/>
                  <a:gd name="T7" fmla="*/ 34 h 136"/>
                  <a:gd name="T8" fmla="*/ 342 w 348"/>
                  <a:gd name="T9" fmla="*/ 48 h 136"/>
                  <a:gd name="T10" fmla="*/ 346 w 348"/>
                  <a:gd name="T11" fmla="*/ 64 h 136"/>
                  <a:gd name="T12" fmla="*/ 348 w 348"/>
                  <a:gd name="T13" fmla="*/ 80 h 136"/>
                  <a:gd name="T14" fmla="*/ 346 w 348"/>
                  <a:gd name="T15" fmla="*/ 96 h 136"/>
                  <a:gd name="T16" fmla="*/ 342 w 348"/>
                  <a:gd name="T17" fmla="*/ 112 h 136"/>
                  <a:gd name="T18" fmla="*/ 336 w 348"/>
                  <a:gd name="T19" fmla="*/ 118 h 136"/>
                  <a:gd name="T20" fmla="*/ 332 w 348"/>
                  <a:gd name="T21" fmla="*/ 124 h 136"/>
                  <a:gd name="T22" fmla="*/ 332 w 348"/>
                  <a:gd name="T23" fmla="*/ 124 h 136"/>
                  <a:gd name="T24" fmla="*/ 326 w 348"/>
                  <a:gd name="T25" fmla="*/ 128 h 136"/>
                  <a:gd name="T26" fmla="*/ 318 w 348"/>
                  <a:gd name="T27" fmla="*/ 132 h 136"/>
                  <a:gd name="T28" fmla="*/ 300 w 348"/>
                  <a:gd name="T29" fmla="*/ 136 h 136"/>
                  <a:gd name="T30" fmla="*/ 300 w 348"/>
                  <a:gd name="T31" fmla="*/ 136 h 136"/>
                  <a:gd name="T32" fmla="*/ 270 w 348"/>
                  <a:gd name="T33" fmla="*/ 128 h 136"/>
                  <a:gd name="T34" fmla="*/ 234 w 348"/>
                  <a:gd name="T35" fmla="*/ 120 h 136"/>
                  <a:gd name="T36" fmla="*/ 192 w 348"/>
                  <a:gd name="T37" fmla="*/ 114 h 136"/>
                  <a:gd name="T38" fmla="*/ 150 w 348"/>
                  <a:gd name="T39" fmla="*/ 110 h 136"/>
                  <a:gd name="T40" fmla="*/ 108 w 348"/>
                  <a:gd name="T41" fmla="*/ 106 h 136"/>
                  <a:gd name="T42" fmla="*/ 70 w 348"/>
                  <a:gd name="T43" fmla="*/ 104 h 136"/>
                  <a:gd name="T44" fmla="*/ 38 w 348"/>
                  <a:gd name="T45" fmla="*/ 104 h 136"/>
                  <a:gd name="T46" fmla="*/ 18 w 348"/>
                  <a:gd name="T47" fmla="*/ 106 h 136"/>
                  <a:gd name="T48" fmla="*/ 18 w 348"/>
                  <a:gd name="T49" fmla="*/ 106 h 136"/>
                  <a:gd name="T50" fmla="*/ 12 w 348"/>
                  <a:gd name="T51" fmla="*/ 98 h 136"/>
                  <a:gd name="T52" fmla="*/ 6 w 348"/>
                  <a:gd name="T53" fmla="*/ 90 h 136"/>
                  <a:gd name="T54" fmla="*/ 4 w 348"/>
                  <a:gd name="T55" fmla="*/ 80 h 136"/>
                  <a:gd name="T56" fmla="*/ 2 w 348"/>
                  <a:gd name="T57" fmla="*/ 72 h 136"/>
                  <a:gd name="T58" fmla="*/ 0 w 348"/>
                  <a:gd name="T59" fmla="*/ 52 h 136"/>
                  <a:gd name="T60" fmla="*/ 4 w 348"/>
                  <a:gd name="T61" fmla="*/ 36 h 136"/>
                  <a:gd name="T62" fmla="*/ 4 w 348"/>
                  <a:gd name="T63" fmla="*/ 36 h 136"/>
                  <a:gd name="T64" fmla="*/ 8 w 348"/>
                  <a:gd name="T65" fmla="*/ 32 h 136"/>
                  <a:gd name="T66" fmla="*/ 16 w 348"/>
                  <a:gd name="T67" fmla="*/ 28 h 136"/>
                  <a:gd name="T68" fmla="*/ 26 w 348"/>
                  <a:gd name="T69" fmla="*/ 22 h 136"/>
                  <a:gd name="T70" fmla="*/ 40 w 348"/>
                  <a:gd name="T71" fmla="*/ 18 h 136"/>
                  <a:gd name="T72" fmla="*/ 74 w 348"/>
                  <a:gd name="T73" fmla="*/ 10 h 136"/>
                  <a:gd name="T74" fmla="*/ 116 w 348"/>
                  <a:gd name="T75" fmla="*/ 4 h 136"/>
                  <a:gd name="T76" fmla="*/ 164 w 348"/>
                  <a:gd name="T77" fmla="*/ 0 h 136"/>
                  <a:gd name="T78" fmla="*/ 216 w 348"/>
                  <a:gd name="T79" fmla="*/ 2 h 136"/>
                  <a:gd name="T80" fmla="*/ 240 w 348"/>
                  <a:gd name="T81" fmla="*/ 4 h 136"/>
                  <a:gd name="T82" fmla="*/ 266 w 348"/>
                  <a:gd name="T83" fmla="*/ 6 h 136"/>
                  <a:gd name="T84" fmla="*/ 290 w 348"/>
                  <a:gd name="T85" fmla="*/ 10 h 136"/>
                  <a:gd name="T86" fmla="*/ 314 w 348"/>
                  <a:gd name="T87" fmla="*/ 16 h 136"/>
                  <a:gd name="T88" fmla="*/ 314 w 348"/>
                  <a:gd name="T89" fmla="*/ 1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8" h="136">
                    <a:moveTo>
                      <a:pt x="314" y="16"/>
                    </a:moveTo>
                    <a:lnTo>
                      <a:pt x="314" y="16"/>
                    </a:lnTo>
                    <a:lnTo>
                      <a:pt x="326" y="24"/>
                    </a:lnTo>
                    <a:lnTo>
                      <a:pt x="334" y="34"/>
                    </a:lnTo>
                    <a:lnTo>
                      <a:pt x="342" y="48"/>
                    </a:lnTo>
                    <a:lnTo>
                      <a:pt x="346" y="64"/>
                    </a:lnTo>
                    <a:lnTo>
                      <a:pt x="348" y="80"/>
                    </a:lnTo>
                    <a:lnTo>
                      <a:pt x="346" y="96"/>
                    </a:lnTo>
                    <a:lnTo>
                      <a:pt x="342" y="112"/>
                    </a:lnTo>
                    <a:lnTo>
                      <a:pt x="336" y="118"/>
                    </a:lnTo>
                    <a:lnTo>
                      <a:pt x="332" y="124"/>
                    </a:lnTo>
                    <a:lnTo>
                      <a:pt x="332" y="124"/>
                    </a:lnTo>
                    <a:lnTo>
                      <a:pt x="326" y="128"/>
                    </a:lnTo>
                    <a:lnTo>
                      <a:pt x="318" y="132"/>
                    </a:lnTo>
                    <a:lnTo>
                      <a:pt x="300" y="136"/>
                    </a:lnTo>
                    <a:lnTo>
                      <a:pt x="300" y="136"/>
                    </a:lnTo>
                    <a:lnTo>
                      <a:pt x="270" y="128"/>
                    </a:lnTo>
                    <a:lnTo>
                      <a:pt x="234" y="120"/>
                    </a:lnTo>
                    <a:lnTo>
                      <a:pt x="192" y="114"/>
                    </a:lnTo>
                    <a:lnTo>
                      <a:pt x="150" y="110"/>
                    </a:lnTo>
                    <a:lnTo>
                      <a:pt x="108" y="106"/>
                    </a:lnTo>
                    <a:lnTo>
                      <a:pt x="70" y="104"/>
                    </a:lnTo>
                    <a:lnTo>
                      <a:pt x="38" y="104"/>
                    </a:lnTo>
                    <a:lnTo>
                      <a:pt x="18" y="106"/>
                    </a:lnTo>
                    <a:lnTo>
                      <a:pt x="18" y="106"/>
                    </a:lnTo>
                    <a:lnTo>
                      <a:pt x="12" y="98"/>
                    </a:lnTo>
                    <a:lnTo>
                      <a:pt x="6" y="90"/>
                    </a:lnTo>
                    <a:lnTo>
                      <a:pt x="4" y="80"/>
                    </a:lnTo>
                    <a:lnTo>
                      <a:pt x="2" y="72"/>
                    </a:lnTo>
                    <a:lnTo>
                      <a:pt x="0" y="52"/>
                    </a:lnTo>
                    <a:lnTo>
                      <a:pt x="4" y="36"/>
                    </a:lnTo>
                    <a:lnTo>
                      <a:pt x="4" y="36"/>
                    </a:lnTo>
                    <a:lnTo>
                      <a:pt x="8" y="32"/>
                    </a:lnTo>
                    <a:lnTo>
                      <a:pt x="16" y="28"/>
                    </a:lnTo>
                    <a:lnTo>
                      <a:pt x="26" y="22"/>
                    </a:lnTo>
                    <a:lnTo>
                      <a:pt x="40" y="18"/>
                    </a:lnTo>
                    <a:lnTo>
                      <a:pt x="74" y="10"/>
                    </a:lnTo>
                    <a:lnTo>
                      <a:pt x="116" y="4"/>
                    </a:lnTo>
                    <a:lnTo>
                      <a:pt x="164" y="0"/>
                    </a:lnTo>
                    <a:lnTo>
                      <a:pt x="216" y="2"/>
                    </a:lnTo>
                    <a:lnTo>
                      <a:pt x="240" y="4"/>
                    </a:lnTo>
                    <a:lnTo>
                      <a:pt x="266" y="6"/>
                    </a:lnTo>
                    <a:lnTo>
                      <a:pt x="290" y="10"/>
                    </a:lnTo>
                    <a:lnTo>
                      <a:pt x="314" y="16"/>
                    </a:lnTo>
                    <a:lnTo>
                      <a:pt x="314" y="16"/>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75" name="Freeform 74"/>
              <p:cNvSpPr>
                <a:spLocks/>
              </p:cNvSpPr>
              <p:nvPr/>
            </p:nvSpPr>
            <p:spPr bwMode="auto">
              <a:xfrm>
                <a:off x="3257550" y="3254375"/>
                <a:ext cx="495300" cy="266700"/>
              </a:xfrm>
              <a:custGeom>
                <a:avLst/>
                <a:gdLst>
                  <a:gd name="T0" fmla="*/ 286 w 312"/>
                  <a:gd name="T1" fmla="*/ 154 h 168"/>
                  <a:gd name="T2" fmla="*/ 286 w 312"/>
                  <a:gd name="T3" fmla="*/ 154 h 168"/>
                  <a:gd name="T4" fmla="*/ 296 w 312"/>
                  <a:gd name="T5" fmla="*/ 140 h 168"/>
                  <a:gd name="T6" fmla="*/ 302 w 312"/>
                  <a:gd name="T7" fmla="*/ 126 h 168"/>
                  <a:gd name="T8" fmla="*/ 310 w 312"/>
                  <a:gd name="T9" fmla="*/ 108 h 168"/>
                  <a:gd name="T10" fmla="*/ 312 w 312"/>
                  <a:gd name="T11" fmla="*/ 98 h 168"/>
                  <a:gd name="T12" fmla="*/ 312 w 312"/>
                  <a:gd name="T13" fmla="*/ 88 h 168"/>
                  <a:gd name="T14" fmla="*/ 312 w 312"/>
                  <a:gd name="T15" fmla="*/ 78 h 168"/>
                  <a:gd name="T16" fmla="*/ 310 w 312"/>
                  <a:gd name="T17" fmla="*/ 66 h 168"/>
                  <a:gd name="T18" fmla="*/ 306 w 312"/>
                  <a:gd name="T19" fmla="*/ 56 h 168"/>
                  <a:gd name="T20" fmla="*/ 300 w 312"/>
                  <a:gd name="T21" fmla="*/ 46 h 168"/>
                  <a:gd name="T22" fmla="*/ 290 w 312"/>
                  <a:gd name="T23" fmla="*/ 36 h 168"/>
                  <a:gd name="T24" fmla="*/ 280 w 312"/>
                  <a:gd name="T25" fmla="*/ 28 h 168"/>
                  <a:gd name="T26" fmla="*/ 280 w 312"/>
                  <a:gd name="T27" fmla="*/ 28 h 168"/>
                  <a:gd name="T28" fmla="*/ 266 w 312"/>
                  <a:gd name="T29" fmla="*/ 20 h 168"/>
                  <a:gd name="T30" fmla="*/ 254 w 312"/>
                  <a:gd name="T31" fmla="*/ 14 h 168"/>
                  <a:gd name="T32" fmla="*/ 240 w 312"/>
                  <a:gd name="T33" fmla="*/ 8 h 168"/>
                  <a:gd name="T34" fmla="*/ 228 w 312"/>
                  <a:gd name="T35" fmla="*/ 4 h 168"/>
                  <a:gd name="T36" fmla="*/ 202 w 312"/>
                  <a:gd name="T37" fmla="*/ 0 h 168"/>
                  <a:gd name="T38" fmla="*/ 178 w 312"/>
                  <a:gd name="T39" fmla="*/ 0 h 168"/>
                  <a:gd name="T40" fmla="*/ 156 w 312"/>
                  <a:gd name="T41" fmla="*/ 4 h 168"/>
                  <a:gd name="T42" fmla="*/ 132 w 312"/>
                  <a:gd name="T43" fmla="*/ 8 h 168"/>
                  <a:gd name="T44" fmla="*/ 90 w 312"/>
                  <a:gd name="T45" fmla="*/ 22 h 168"/>
                  <a:gd name="T46" fmla="*/ 90 w 312"/>
                  <a:gd name="T47" fmla="*/ 22 h 168"/>
                  <a:gd name="T48" fmla="*/ 70 w 312"/>
                  <a:gd name="T49" fmla="*/ 30 h 168"/>
                  <a:gd name="T50" fmla="*/ 52 w 312"/>
                  <a:gd name="T51" fmla="*/ 38 h 168"/>
                  <a:gd name="T52" fmla="*/ 34 w 312"/>
                  <a:gd name="T53" fmla="*/ 50 h 168"/>
                  <a:gd name="T54" fmla="*/ 20 w 312"/>
                  <a:gd name="T55" fmla="*/ 62 h 168"/>
                  <a:gd name="T56" fmla="*/ 14 w 312"/>
                  <a:gd name="T57" fmla="*/ 70 h 168"/>
                  <a:gd name="T58" fmla="*/ 10 w 312"/>
                  <a:gd name="T59" fmla="*/ 78 h 168"/>
                  <a:gd name="T60" fmla="*/ 6 w 312"/>
                  <a:gd name="T61" fmla="*/ 88 h 168"/>
                  <a:gd name="T62" fmla="*/ 2 w 312"/>
                  <a:gd name="T63" fmla="*/ 98 h 168"/>
                  <a:gd name="T64" fmla="*/ 0 w 312"/>
                  <a:gd name="T65" fmla="*/ 110 h 168"/>
                  <a:gd name="T66" fmla="*/ 0 w 312"/>
                  <a:gd name="T67" fmla="*/ 122 h 168"/>
                  <a:gd name="T68" fmla="*/ 2 w 312"/>
                  <a:gd name="T69" fmla="*/ 136 h 168"/>
                  <a:gd name="T70" fmla="*/ 6 w 312"/>
                  <a:gd name="T71" fmla="*/ 152 h 168"/>
                  <a:gd name="T72" fmla="*/ 6 w 312"/>
                  <a:gd name="T73" fmla="*/ 152 h 168"/>
                  <a:gd name="T74" fmla="*/ 8 w 312"/>
                  <a:gd name="T75" fmla="*/ 160 h 168"/>
                  <a:gd name="T76" fmla="*/ 14 w 312"/>
                  <a:gd name="T77" fmla="*/ 168 h 168"/>
                  <a:gd name="T78" fmla="*/ 14 w 312"/>
                  <a:gd name="T79" fmla="*/ 168 h 168"/>
                  <a:gd name="T80" fmla="*/ 34 w 312"/>
                  <a:gd name="T81" fmla="*/ 162 h 168"/>
                  <a:gd name="T82" fmla="*/ 62 w 312"/>
                  <a:gd name="T83" fmla="*/ 156 h 168"/>
                  <a:gd name="T84" fmla="*/ 94 w 312"/>
                  <a:gd name="T85" fmla="*/ 150 h 168"/>
                  <a:gd name="T86" fmla="*/ 130 w 312"/>
                  <a:gd name="T87" fmla="*/ 146 h 168"/>
                  <a:gd name="T88" fmla="*/ 168 w 312"/>
                  <a:gd name="T89" fmla="*/ 146 h 168"/>
                  <a:gd name="T90" fmla="*/ 208 w 312"/>
                  <a:gd name="T91" fmla="*/ 146 h 168"/>
                  <a:gd name="T92" fmla="*/ 246 w 312"/>
                  <a:gd name="T93" fmla="*/ 150 h 168"/>
                  <a:gd name="T94" fmla="*/ 286 w 312"/>
                  <a:gd name="T95" fmla="*/ 156 h 168"/>
                  <a:gd name="T96" fmla="*/ 286 w 312"/>
                  <a:gd name="T97" fmla="*/ 156 h 168"/>
                  <a:gd name="T98" fmla="*/ 286 w 312"/>
                  <a:gd name="T99" fmla="*/ 154 h 168"/>
                  <a:gd name="T100" fmla="*/ 286 w 312"/>
                  <a:gd name="T101" fmla="*/ 15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2" h="168">
                    <a:moveTo>
                      <a:pt x="286" y="154"/>
                    </a:moveTo>
                    <a:lnTo>
                      <a:pt x="286" y="154"/>
                    </a:lnTo>
                    <a:lnTo>
                      <a:pt x="296" y="140"/>
                    </a:lnTo>
                    <a:lnTo>
                      <a:pt x="302" y="126"/>
                    </a:lnTo>
                    <a:lnTo>
                      <a:pt x="310" y="108"/>
                    </a:lnTo>
                    <a:lnTo>
                      <a:pt x="312" y="98"/>
                    </a:lnTo>
                    <a:lnTo>
                      <a:pt x="312" y="88"/>
                    </a:lnTo>
                    <a:lnTo>
                      <a:pt x="312" y="78"/>
                    </a:lnTo>
                    <a:lnTo>
                      <a:pt x="310" y="66"/>
                    </a:lnTo>
                    <a:lnTo>
                      <a:pt x="306" y="56"/>
                    </a:lnTo>
                    <a:lnTo>
                      <a:pt x="300" y="46"/>
                    </a:lnTo>
                    <a:lnTo>
                      <a:pt x="290" y="36"/>
                    </a:lnTo>
                    <a:lnTo>
                      <a:pt x="280" y="28"/>
                    </a:lnTo>
                    <a:lnTo>
                      <a:pt x="280" y="28"/>
                    </a:lnTo>
                    <a:lnTo>
                      <a:pt x="266" y="20"/>
                    </a:lnTo>
                    <a:lnTo>
                      <a:pt x="254" y="14"/>
                    </a:lnTo>
                    <a:lnTo>
                      <a:pt x="240" y="8"/>
                    </a:lnTo>
                    <a:lnTo>
                      <a:pt x="228" y="4"/>
                    </a:lnTo>
                    <a:lnTo>
                      <a:pt x="202" y="0"/>
                    </a:lnTo>
                    <a:lnTo>
                      <a:pt x="178" y="0"/>
                    </a:lnTo>
                    <a:lnTo>
                      <a:pt x="156" y="4"/>
                    </a:lnTo>
                    <a:lnTo>
                      <a:pt x="132" y="8"/>
                    </a:lnTo>
                    <a:lnTo>
                      <a:pt x="90" y="22"/>
                    </a:lnTo>
                    <a:lnTo>
                      <a:pt x="90" y="22"/>
                    </a:lnTo>
                    <a:lnTo>
                      <a:pt x="70" y="30"/>
                    </a:lnTo>
                    <a:lnTo>
                      <a:pt x="52" y="38"/>
                    </a:lnTo>
                    <a:lnTo>
                      <a:pt x="34" y="50"/>
                    </a:lnTo>
                    <a:lnTo>
                      <a:pt x="20" y="62"/>
                    </a:lnTo>
                    <a:lnTo>
                      <a:pt x="14" y="70"/>
                    </a:lnTo>
                    <a:lnTo>
                      <a:pt x="10" y="78"/>
                    </a:lnTo>
                    <a:lnTo>
                      <a:pt x="6" y="88"/>
                    </a:lnTo>
                    <a:lnTo>
                      <a:pt x="2" y="98"/>
                    </a:lnTo>
                    <a:lnTo>
                      <a:pt x="0" y="110"/>
                    </a:lnTo>
                    <a:lnTo>
                      <a:pt x="0" y="122"/>
                    </a:lnTo>
                    <a:lnTo>
                      <a:pt x="2" y="136"/>
                    </a:lnTo>
                    <a:lnTo>
                      <a:pt x="6" y="152"/>
                    </a:lnTo>
                    <a:lnTo>
                      <a:pt x="6" y="152"/>
                    </a:lnTo>
                    <a:lnTo>
                      <a:pt x="8" y="160"/>
                    </a:lnTo>
                    <a:lnTo>
                      <a:pt x="14" y="168"/>
                    </a:lnTo>
                    <a:lnTo>
                      <a:pt x="14" y="168"/>
                    </a:lnTo>
                    <a:lnTo>
                      <a:pt x="34" y="162"/>
                    </a:lnTo>
                    <a:lnTo>
                      <a:pt x="62" y="156"/>
                    </a:lnTo>
                    <a:lnTo>
                      <a:pt x="94" y="150"/>
                    </a:lnTo>
                    <a:lnTo>
                      <a:pt x="130" y="146"/>
                    </a:lnTo>
                    <a:lnTo>
                      <a:pt x="168" y="146"/>
                    </a:lnTo>
                    <a:lnTo>
                      <a:pt x="208" y="146"/>
                    </a:lnTo>
                    <a:lnTo>
                      <a:pt x="246" y="150"/>
                    </a:lnTo>
                    <a:lnTo>
                      <a:pt x="286" y="156"/>
                    </a:lnTo>
                    <a:lnTo>
                      <a:pt x="286" y="156"/>
                    </a:lnTo>
                    <a:lnTo>
                      <a:pt x="286" y="154"/>
                    </a:lnTo>
                    <a:lnTo>
                      <a:pt x="286" y="154"/>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grpSp>
      </p:grpSp>
      <p:grpSp>
        <p:nvGrpSpPr>
          <p:cNvPr id="4" name="Group 3"/>
          <p:cNvGrpSpPr/>
          <p:nvPr/>
        </p:nvGrpSpPr>
        <p:grpSpPr>
          <a:xfrm>
            <a:off x="8430966" y="2755110"/>
            <a:ext cx="3740372" cy="3477416"/>
            <a:chOff x="8430966" y="2755110"/>
            <a:chExt cx="3740372" cy="3477416"/>
          </a:xfrm>
        </p:grpSpPr>
        <p:sp>
          <p:nvSpPr>
            <p:cNvPr id="5" name="Oval 4"/>
            <p:cNvSpPr/>
            <p:nvPr/>
          </p:nvSpPr>
          <p:spPr>
            <a:xfrm rot="21168761" flipH="1">
              <a:off x="9923042" y="5692888"/>
              <a:ext cx="2248296" cy="471488"/>
            </a:xfrm>
            <a:prstGeom prst="ellipse">
              <a:avLst/>
            </a:prstGeom>
            <a:gradFill>
              <a:gsLst>
                <a:gs pos="24000">
                  <a:schemeClr val="bg1">
                    <a:lumMod val="95000"/>
                  </a:schemeClr>
                </a:gs>
                <a:gs pos="100000">
                  <a:schemeClr val="tx1">
                    <a:lumMod val="65000"/>
                    <a:lumOff val="35000"/>
                  </a:schemeClr>
                </a:gs>
              </a:gsLst>
              <a:path path="circle">
                <a:fillToRect t="100000" r="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nvGrpSpPr>
            <p:cNvPr id="6" name="Group 5"/>
            <p:cNvGrpSpPr/>
            <p:nvPr/>
          </p:nvGrpSpPr>
          <p:grpSpPr>
            <a:xfrm flipH="1">
              <a:off x="8430966" y="2755110"/>
              <a:ext cx="3316758" cy="3477416"/>
              <a:chOff x="472605" y="2024860"/>
              <a:chExt cx="3316758" cy="3477416"/>
            </a:xfrm>
          </p:grpSpPr>
          <p:sp>
            <p:nvSpPr>
              <p:cNvPr id="7" name="Freeform 68"/>
              <p:cNvSpPr>
                <a:spLocks/>
              </p:cNvSpPr>
              <p:nvPr/>
            </p:nvSpPr>
            <p:spPr bwMode="auto">
              <a:xfrm>
                <a:off x="472605" y="2139951"/>
                <a:ext cx="1437951" cy="3352800"/>
              </a:xfrm>
              <a:custGeom>
                <a:avLst/>
                <a:gdLst>
                  <a:gd name="T0" fmla="*/ 6 w 1194"/>
                  <a:gd name="T1" fmla="*/ 1396 h 2864"/>
                  <a:gd name="T2" fmla="*/ 20 w 1194"/>
                  <a:gd name="T3" fmla="*/ 1522 h 2864"/>
                  <a:gd name="T4" fmla="*/ 40 w 1194"/>
                  <a:gd name="T5" fmla="*/ 1640 h 2864"/>
                  <a:gd name="T6" fmla="*/ 60 w 1194"/>
                  <a:gd name="T7" fmla="*/ 1728 h 2864"/>
                  <a:gd name="T8" fmla="*/ 78 w 1194"/>
                  <a:gd name="T9" fmla="*/ 1800 h 2864"/>
                  <a:gd name="T10" fmla="*/ 102 w 1194"/>
                  <a:gd name="T11" fmla="*/ 1876 h 2864"/>
                  <a:gd name="T12" fmla="*/ 126 w 1194"/>
                  <a:gd name="T13" fmla="*/ 1948 h 2864"/>
                  <a:gd name="T14" fmla="*/ 152 w 1194"/>
                  <a:gd name="T15" fmla="*/ 2014 h 2864"/>
                  <a:gd name="T16" fmla="*/ 174 w 1194"/>
                  <a:gd name="T17" fmla="*/ 2066 h 2864"/>
                  <a:gd name="T18" fmla="*/ 206 w 1194"/>
                  <a:gd name="T19" fmla="*/ 2136 h 2864"/>
                  <a:gd name="T20" fmla="*/ 228 w 1194"/>
                  <a:gd name="T21" fmla="*/ 2178 h 2864"/>
                  <a:gd name="T22" fmla="*/ 254 w 1194"/>
                  <a:gd name="T23" fmla="*/ 2226 h 2864"/>
                  <a:gd name="T24" fmla="*/ 290 w 1194"/>
                  <a:gd name="T25" fmla="*/ 2286 h 2864"/>
                  <a:gd name="T26" fmla="*/ 304 w 1194"/>
                  <a:gd name="T27" fmla="*/ 2308 h 2864"/>
                  <a:gd name="T28" fmla="*/ 330 w 1194"/>
                  <a:gd name="T29" fmla="*/ 2346 h 2864"/>
                  <a:gd name="T30" fmla="*/ 368 w 1194"/>
                  <a:gd name="T31" fmla="*/ 2398 h 2864"/>
                  <a:gd name="T32" fmla="*/ 392 w 1194"/>
                  <a:gd name="T33" fmla="*/ 2430 h 2864"/>
                  <a:gd name="T34" fmla="*/ 414 w 1194"/>
                  <a:gd name="T35" fmla="*/ 2458 h 2864"/>
                  <a:gd name="T36" fmla="*/ 450 w 1194"/>
                  <a:gd name="T37" fmla="*/ 2500 h 2864"/>
                  <a:gd name="T38" fmla="*/ 482 w 1194"/>
                  <a:gd name="T39" fmla="*/ 2534 h 2864"/>
                  <a:gd name="T40" fmla="*/ 504 w 1194"/>
                  <a:gd name="T41" fmla="*/ 2556 h 2864"/>
                  <a:gd name="T42" fmla="*/ 540 w 1194"/>
                  <a:gd name="T43" fmla="*/ 2590 h 2864"/>
                  <a:gd name="T44" fmla="*/ 574 w 1194"/>
                  <a:gd name="T45" fmla="*/ 2620 h 2864"/>
                  <a:gd name="T46" fmla="*/ 598 w 1194"/>
                  <a:gd name="T47" fmla="*/ 2640 h 2864"/>
                  <a:gd name="T48" fmla="*/ 634 w 1194"/>
                  <a:gd name="T49" fmla="*/ 2668 h 2864"/>
                  <a:gd name="T50" fmla="*/ 662 w 1194"/>
                  <a:gd name="T51" fmla="*/ 2688 h 2864"/>
                  <a:gd name="T52" fmla="*/ 688 w 1194"/>
                  <a:gd name="T53" fmla="*/ 2704 h 2864"/>
                  <a:gd name="T54" fmla="*/ 728 w 1194"/>
                  <a:gd name="T55" fmla="*/ 2730 h 2864"/>
                  <a:gd name="T56" fmla="*/ 770 w 1194"/>
                  <a:gd name="T57" fmla="*/ 2754 h 2864"/>
                  <a:gd name="T58" fmla="*/ 800 w 1194"/>
                  <a:gd name="T59" fmla="*/ 2768 h 2864"/>
                  <a:gd name="T60" fmla="*/ 832 w 1194"/>
                  <a:gd name="T61" fmla="*/ 2782 h 2864"/>
                  <a:gd name="T62" fmla="*/ 872 w 1194"/>
                  <a:gd name="T63" fmla="*/ 2798 h 2864"/>
                  <a:gd name="T64" fmla="*/ 918 w 1194"/>
                  <a:gd name="T65" fmla="*/ 2812 h 2864"/>
                  <a:gd name="T66" fmla="*/ 966 w 1194"/>
                  <a:gd name="T67" fmla="*/ 2826 h 2864"/>
                  <a:gd name="T68" fmla="*/ 1006 w 1194"/>
                  <a:gd name="T69" fmla="*/ 2834 h 2864"/>
                  <a:gd name="T70" fmla="*/ 1016 w 1194"/>
                  <a:gd name="T71" fmla="*/ 2836 h 2864"/>
                  <a:gd name="T72" fmla="*/ 1102 w 1194"/>
                  <a:gd name="T73" fmla="*/ 2842 h 2864"/>
                  <a:gd name="T74" fmla="*/ 1006 w 1194"/>
                  <a:gd name="T75" fmla="*/ 2806 h 2864"/>
                  <a:gd name="T76" fmla="*/ 908 w 1194"/>
                  <a:gd name="T77" fmla="*/ 2756 h 2864"/>
                  <a:gd name="T78" fmla="*/ 814 w 1194"/>
                  <a:gd name="T79" fmla="*/ 2692 h 2864"/>
                  <a:gd name="T80" fmla="*/ 720 w 1194"/>
                  <a:gd name="T81" fmla="*/ 2610 h 2864"/>
                  <a:gd name="T82" fmla="*/ 628 w 1194"/>
                  <a:gd name="T83" fmla="*/ 2516 h 2864"/>
                  <a:gd name="T84" fmla="*/ 544 w 1194"/>
                  <a:gd name="T85" fmla="*/ 2410 h 2864"/>
                  <a:gd name="T86" fmla="*/ 466 w 1194"/>
                  <a:gd name="T87" fmla="*/ 2292 h 2864"/>
                  <a:gd name="T88" fmla="*/ 392 w 1194"/>
                  <a:gd name="T89" fmla="*/ 2158 h 2864"/>
                  <a:gd name="T90" fmla="*/ 330 w 1194"/>
                  <a:gd name="T91" fmla="*/ 2022 h 2864"/>
                  <a:gd name="T92" fmla="*/ 274 w 1194"/>
                  <a:gd name="T93" fmla="*/ 1870 h 2864"/>
                  <a:gd name="T94" fmla="*/ 230 w 1194"/>
                  <a:gd name="T95" fmla="*/ 1712 h 2864"/>
                  <a:gd name="T96" fmla="*/ 200 w 1194"/>
                  <a:gd name="T97" fmla="*/ 1572 h 2864"/>
                  <a:gd name="T98" fmla="*/ 178 w 1194"/>
                  <a:gd name="T99" fmla="*/ 1410 h 2864"/>
                  <a:gd name="T100" fmla="*/ 166 w 1194"/>
                  <a:gd name="T101" fmla="*/ 1240 h 2864"/>
                  <a:gd name="T102" fmla="*/ 170 w 1194"/>
                  <a:gd name="T103" fmla="*/ 1032 h 2864"/>
                  <a:gd name="T104" fmla="*/ 260 w 1194"/>
                  <a:gd name="T105" fmla="*/ 580 h 2864"/>
                  <a:gd name="T106" fmla="*/ 516 w 1194"/>
                  <a:gd name="T107" fmla="*/ 142 h 2864"/>
                  <a:gd name="T108" fmla="*/ 702 w 1194"/>
                  <a:gd name="T109" fmla="*/ 0 h 2864"/>
                  <a:gd name="T110" fmla="*/ 354 w 1194"/>
                  <a:gd name="T111" fmla="*/ 228 h 2864"/>
                  <a:gd name="T112" fmla="*/ 126 w 1194"/>
                  <a:gd name="T113" fmla="*/ 580 h 2864"/>
                  <a:gd name="T114" fmla="*/ 6 w 1194"/>
                  <a:gd name="T115" fmla="*/ 1086 h 2864"/>
                  <a:gd name="T116" fmla="*/ 0 w 1194"/>
                  <a:gd name="T117" fmla="*/ 1244 h 2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4" h="2864">
                    <a:moveTo>
                      <a:pt x="2" y="1286"/>
                    </a:moveTo>
                    <a:lnTo>
                      <a:pt x="2" y="1286"/>
                    </a:lnTo>
                    <a:lnTo>
                      <a:pt x="2" y="1324"/>
                    </a:lnTo>
                    <a:lnTo>
                      <a:pt x="2" y="1324"/>
                    </a:lnTo>
                    <a:lnTo>
                      <a:pt x="4" y="1366"/>
                    </a:lnTo>
                    <a:lnTo>
                      <a:pt x="4" y="1366"/>
                    </a:lnTo>
                    <a:lnTo>
                      <a:pt x="6" y="1396"/>
                    </a:lnTo>
                    <a:lnTo>
                      <a:pt x="6" y="1396"/>
                    </a:lnTo>
                    <a:lnTo>
                      <a:pt x="6" y="1402"/>
                    </a:lnTo>
                    <a:lnTo>
                      <a:pt x="6" y="1402"/>
                    </a:lnTo>
                    <a:lnTo>
                      <a:pt x="10" y="1446"/>
                    </a:lnTo>
                    <a:lnTo>
                      <a:pt x="10" y="1446"/>
                    </a:lnTo>
                    <a:lnTo>
                      <a:pt x="14" y="1482"/>
                    </a:lnTo>
                    <a:lnTo>
                      <a:pt x="14" y="1482"/>
                    </a:lnTo>
                    <a:lnTo>
                      <a:pt x="20" y="1522"/>
                    </a:lnTo>
                    <a:lnTo>
                      <a:pt x="20" y="1522"/>
                    </a:lnTo>
                    <a:lnTo>
                      <a:pt x="24" y="1552"/>
                    </a:lnTo>
                    <a:lnTo>
                      <a:pt x="24" y="1552"/>
                    </a:lnTo>
                    <a:lnTo>
                      <a:pt x="26" y="1562"/>
                    </a:lnTo>
                    <a:lnTo>
                      <a:pt x="26" y="1562"/>
                    </a:lnTo>
                    <a:lnTo>
                      <a:pt x="32" y="1600"/>
                    </a:lnTo>
                    <a:lnTo>
                      <a:pt x="32" y="1600"/>
                    </a:lnTo>
                    <a:lnTo>
                      <a:pt x="40" y="1640"/>
                    </a:lnTo>
                    <a:lnTo>
                      <a:pt x="40" y="1640"/>
                    </a:lnTo>
                    <a:lnTo>
                      <a:pt x="48" y="1676"/>
                    </a:lnTo>
                    <a:lnTo>
                      <a:pt x="48" y="1676"/>
                    </a:lnTo>
                    <a:lnTo>
                      <a:pt x="54" y="1704"/>
                    </a:lnTo>
                    <a:lnTo>
                      <a:pt x="54" y="1704"/>
                    </a:lnTo>
                    <a:lnTo>
                      <a:pt x="58" y="1724"/>
                    </a:lnTo>
                    <a:lnTo>
                      <a:pt x="58" y="1724"/>
                    </a:lnTo>
                    <a:lnTo>
                      <a:pt x="60" y="1728"/>
                    </a:lnTo>
                    <a:lnTo>
                      <a:pt x="60" y="1728"/>
                    </a:lnTo>
                    <a:lnTo>
                      <a:pt x="60" y="1732"/>
                    </a:lnTo>
                    <a:lnTo>
                      <a:pt x="60" y="1732"/>
                    </a:lnTo>
                    <a:lnTo>
                      <a:pt x="62" y="1744"/>
                    </a:lnTo>
                    <a:lnTo>
                      <a:pt x="62" y="1744"/>
                    </a:lnTo>
                    <a:lnTo>
                      <a:pt x="74" y="1786"/>
                    </a:lnTo>
                    <a:lnTo>
                      <a:pt x="74" y="1786"/>
                    </a:lnTo>
                    <a:lnTo>
                      <a:pt x="78" y="1800"/>
                    </a:lnTo>
                    <a:lnTo>
                      <a:pt x="78" y="1800"/>
                    </a:lnTo>
                    <a:lnTo>
                      <a:pt x="82" y="1812"/>
                    </a:lnTo>
                    <a:lnTo>
                      <a:pt x="82" y="1812"/>
                    </a:lnTo>
                    <a:lnTo>
                      <a:pt x="86" y="1826"/>
                    </a:lnTo>
                    <a:lnTo>
                      <a:pt x="86" y="1826"/>
                    </a:lnTo>
                    <a:lnTo>
                      <a:pt x="98" y="1866"/>
                    </a:lnTo>
                    <a:lnTo>
                      <a:pt x="98" y="1866"/>
                    </a:lnTo>
                    <a:lnTo>
                      <a:pt x="102" y="1876"/>
                    </a:lnTo>
                    <a:lnTo>
                      <a:pt x="102" y="1876"/>
                    </a:lnTo>
                    <a:lnTo>
                      <a:pt x="104" y="1884"/>
                    </a:lnTo>
                    <a:lnTo>
                      <a:pt x="104" y="1884"/>
                    </a:lnTo>
                    <a:lnTo>
                      <a:pt x="108" y="1896"/>
                    </a:lnTo>
                    <a:lnTo>
                      <a:pt x="108" y="1896"/>
                    </a:lnTo>
                    <a:lnTo>
                      <a:pt x="118" y="1928"/>
                    </a:lnTo>
                    <a:lnTo>
                      <a:pt x="118" y="1928"/>
                    </a:lnTo>
                    <a:lnTo>
                      <a:pt x="126" y="1948"/>
                    </a:lnTo>
                    <a:lnTo>
                      <a:pt x="126" y="1948"/>
                    </a:lnTo>
                    <a:lnTo>
                      <a:pt x="128" y="1956"/>
                    </a:lnTo>
                    <a:lnTo>
                      <a:pt x="128" y="1956"/>
                    </a:lnTo>
                    <a:lnTo>
                      <a:pt x="130" y="1958"/>
                    </a:lnTo>
                    <a:lnTo>
                      <a:pt x="130" y="1958"/>
                    </a:lnTo>
                    <a:lnTo>
                      <a:pt x="142" y="1988"/>
                    </a:lnTo>
                    <a:lnTo>
                      <a:pt x="142" y="1988"/>
                    </a:lnTo>
                    <a:lnTo>
                      <a:pt x="152" y="2014"/>
                    </a:lnTo>
                    <a:lnTo>
                      <a:pt x="152" y="2014"/>
                    </a:lnTo>
                    <a:lnTo>
                      <a:pt x="154" y="2020"/>
                    </a:lnTo>
                    <a:lnTo>
                      <a:pt x="154" y="2020"/>
                    </a:lnTo>
                    <a:lnTo>
                      <a:pt x="158" y="2028"/>
                    </a:lnTo>
                    <a:lnTo>
                      <a:pt x="158" y="2028"/>
                    </a:lnTo>
                    <a:lnTo>
                      <a:pt x="162" y="2040"/>
                    </a:lnTo>
                    <a:lnTo>
                      <a:pt x="162" y="2040"/>
                    </a:lnTo>
                    <a:lnTo>
                      <a:pt x="174" y="2066"/>
                    </a:lnTo>
                    <a:lnTo>
                      <a:pt x="174" y="2066"/>
                    </a:lnTo>
                    <a:lnTo>
                      <a:pt x="186" y="2092"/>
                    </a:lnTo>
                    <a:lnTo>
                      <a:pt x="186" y="2092"/>
                    </a:lnTo>
                    <a:lnTo>
                      <a:pt x="188" y="2096"/>
                    </a:lnTo>
                    <a:lnTo>
                      <a:pt x="188" y="2096"/>
                    </a:lnTo>
                    <a:lnTo>
                      <a:pt x="196" y="2114"/>
                    </a:lnTo>
                    <a:lnTo>
                      <a:pt x="196" y="2114"/>
                    </a:lnTo>
                    <a:lnTo>
                      <a:pt x="206" y="2136"/>
                    </a:lnTo>
                    <a:lnTo>
                      <a:pt x="206" y="2136"/>
                    </a:lnTo>
                    <a:lnTo>
                      <a:pt x="218" y="2158"/>
                    </a:lnTo>
                    <a:lnTo>
                      <a:pt x="218" y="2158"/>
                    </a:lnTo>
                    <a:lnTo>
                      <a:pt x="218" y="2158"/>
                    </a:lnTo>
                    <a:lnTo>
                      <a:pt x="218" y="2158"/>
                    </a:lnTo>
                    <a:lnTo>
                      <a:pt x="220" y="2164"/>
                    </a:lnTo>
                    <a:lnTo>
                      <a:pt x="220" y="2164"/>
                    </a:lnTo>
                    <a:lnTo>
                      <a:pt x="228" y="2178"/>
                    </a:lnTo>
                    <a:lnTo>
                      <a:pt x="228" y="2178"/>
                    </a:lnTo>
                    <a:lnTo>
                      <a:pt x="240" y="2198"/>
                    </a:lnTo>
                    <a:lnTo>
                      <a:pt x="240" y="2198"/>
                    </a:lnTo>
                    <a:lnTo>
                      <a:pt x="250" y="2218"/>
                    </a:lnTo>
                    <a:lnTo>
                      <a:pt x="250" y="2218"/>
                    </a:lnTo>
                    <a:lnTo>
                      <a:pt x="254" y="2224"/>
                    </a:lnTo>
                    <a:lnTo>
                      <a:pt x="254" y="2224"/>
                    </a:lnTo>
                    <a:lnTo>
                      <a:pt x="254" y="2226"/>
                    </a:lnTo>
                    <a:lnTo>
                      <a:pt x="254" y="2226"/>
                    </a:lnTo>
                    <a:lnTo>
                      <a:pt x="260" y="2236"/>
                    </a:lnTo>
                    <a:lnTo>
                      <a:pt x="260" y="2236"/>
                    </a:lnTo>
                    <a:lnTo>
                      <a:pt x="272" y="2256"/>
                    </a:lnTo>
                    <a:lnTo>
                      <a:pt x="272" y="2256"/>
                    </a:lnTo>
                    <a:lnTo>
                      <a:pt x="282" y="2274"/>
                    </a:lnTo>
                    <a:lnTo>
                      <a:pt x="282" y="2274"/>
                    </a:lnTo>
                    <a:lnTo>
                      <a:pt x="290" y="2286"/>
                    </a:lnTo>
                    <a:lnTo>
                      <a:pt x="290" y="2286"/>
                    </a:lnTo>
                    <a:lnTo>
                      <a:pt x="292" y="2288"/>
                    </a:lnTo>
                    <a:lnTo>
                      <a:pt x="292" y="2288"/>
                    </a:lnTo>
                    <a:lnTo>
                      <a:pt x="292" y="2288"/>
                    </a:lnTo>
                    <a:lnTo>
                      <a:pt x="292" y="2288"/>
                    </a:lnTo>
                    <a:lnTo>
                      <a:pt x="294" y="2292"/>
                    </a:lnTo>
                    <a:lnTo>
                      <a:pt x="294" y="2292"/>
                    </a:lnTo>
                    <a:lnTo>
                      <a:pt x="304" y="2308"/>
                    </a:lnTo>
                    <a:lnTo>
                      <a:pt x="304" y="2308"/>
                    </a:lnTo>
                    <a:lnTo>
                      <a:pt x="316" y="2326"/>
                    </a:lnTo>
                    <a:lnTo>
                      <a:pt x="316" y="2326"/>
                    </a:lnTo>
                    <a:lnTo>
                      <a:pt x="326" y="2342"/>
                    </a:lnTo>
                    <a:lnTo>
                      <a:pt x="326" y="2342"/>
                    </a:lnTo>
                    <a:lnTo>
                      <a:pt x="328" y="2344"/>
                    </a:lnTo>
                    <a:lnTo>
                      <a:pt x="328" y="2344"/>
                    </a:lnTo>
                    <a:lnTo>
                      <a:pt x="330" y="2346"/>
                    </a:lnTo>
                    <a:lnTo>
                      <a:pt x="330" y="2346"/>
                    </a:lnTo>
                    <a:lnTo>
                      <a:pt x="338" y="2358"/>
                    </a:lnTo>
                    <a:lnTo>
                      <a:pt x="338" y="2358"/>
                    </a:lnTo>
                    <a:lnTo>
                      <a:pt x="348" y="2372"/>
                    </a:lnTo>
                    <a:lnTo>
                      <a:pt x="348" y="2372"/>
                    </a:lnTo>
                    <a:lnTo>
                      <a:pt x="360" y="2388"/>
                    </a:lnTo>
                    <a:lnTo>
                      <a:pt x="360" y="2388"/>
                    </a:lnTo>
                    <a:lnTo>
                      <a:pt x="368" y="2398"/>
                    </a:lnTo>
                    <a:lnTo>
                      <a:pt x="368" y="2398"/>
                    </a:lnTo>
                    <a:lnTo>
                      <a:pt x="370" y="2400"/>
                    </a:lnTo>
                    <a:lnTo>
                      <a:pt x="370" y="2400"/>
                    </a:lnTo>
                    <a:lnTo>
                      <a:pt x="370" y="2402"/>
                    </a:lnTo>
                    <a:lnTo>
                      <a:pt x="370" y="2402"/>
                    </a:lnTo>
                    <a:lnTo>
                      <a:pt x="382" y="2416"/>
                    </a:lnTo>
                    <a:lnTo>
                      <a:pt x="382" y="2416"/>
                    </a:lnTo>
                    <a:lnTo>
                      <a:pt x="392" y="2430"/>
                    </a:lnTo>
                    <a:lnTo>
                      <a:pt x="392" y="2430"/>
                    </a:lnTo>
                    <a:lnTo>
                      <a:pt x="404" y="2444"/>
                    </a:lnTo>
                    <a:lnTo>
                      <a:pt x="404" y="2444"/>
                    </a:lnTo>
                    <a:lnTo>
                      <a:pt x="408" y="2450"/>
                    </a:lnTo>
                    <a:lnTo>
                      <a:pt x="408" y="2450"/>
                    </a:lnTo>
                    <a:lnTo>
                      <a:pt x="410" y="2454"/>
                    </a:lnTo>
                    <a:lnTo>
                      <a:pt x="410" y="2454"/>
                    </a:lnTo>
                    <a:lnTo>
                      <a:pt x="414" y="2458"/>
                    </a:lnTo>
                    <a:lnTo>
                      <a:pt x="414" y="2458"/>
                    </a:lnTo>
                    <a:lnTo>
                      <a:pt x="426" y="2472"/>
                    </a:lnTo>
                    <a:lnTo>
                      <a:pt x="426" y="2472"/>
                    </a:lnTo>
                    <a:lnTo>
                      <a:pt x="436" y="2484"/>
                    </a:lnTo>
                    <a:lnTo>
                      <a:pt x="436" y="2484"/>
                    </a:lnTo>
                    <a:lnTo>
                      <a:pt x="448" y="2496"/>
                    </a:lnTo>
                    <a:lnTo>
                      <a:pt x="448" y="2496"/>
                    </a:lnTo>
                    <a:lnTo>
                      <a:pt x="450" y="2500"/>
                    </a:lnTo>
                    <a:lnTo>
                      <a:pt x="450" y="2500"/>
                    </a:lnTo>
                    <a:lnTo>
                      <a:pt x="454" y="2504"/>
                    </a:lnTo>
                    <a:lnTo>
                      <a:pt x="454" y="2504"/>
                    </a:lnTo>
                    <a:lnTo>
                      <a:pt x="458" y="2510"/>
                    </a:lnTo>
                    <a:lnTo>
                      <a:pt x="458" y="2510"/>
                    </a:lnTo>
                    <a:lnTo>
                      <a:pt x="470" y="2522"/>
                    </a:lnTo>
                    <a:lnTo>
                      <a:pt x="470" y="2522"/>
                    </a:lnTo>
                    <a:lnTo>
                      <a:pt x="482" y="2534"/>
                    </a:lnTo>
                    <a:lnTo>
                      <a:pt x="482" y="2534"/>
                    </a:lnTo>
                    <a:lnTo>
                      <a:pt x="492" y="2544"/>
                    </a:lnTo>
                    <a:lnTo>
                      <a:pt x="492" y="2544"/>
                    </a:lnTo>
                    <a:lnTo>
                      <a:pt x="494" y="2546"/>
                    </a:lnTo>
                    <a:lnTo>
                      <a:pt x="494" y="2546"/>
                    </a:lnTo>
                    <a:lnTo>
                      <a:pt x="498" y="2550"/>
                    </a:lnTo>
                    <a:lnTo>
                      <a:pt x="498" y="2550"/>
                    </a:lnTo>
                    <a:lnTo>
                      <a:pt x="504" y="2556"/>
                    </a:lnTo>
                    <a:lnTo>
                      <a:pt x="504" y="2556"/>
                    </a:lnTo>
                    <a:lnTo>
                      <a:pt x="516" y="2568"/>
                    </a:lnTo>
                    <a:lnTo>
                      <a:pt x="516" y="2568"/>
                    </a:lnTo>
                    <a:lnTo>
                      <a:pt x="526" y="2578"/>
                    </a:lnTo>
                    <a:lnTo>
                      <a:pt x="526" y="2578"/>
                    </a:lnTo>
                    <a:lnTo>
                      <a:pt x="538" y="2590"/>
                    </a:lnTo>
                    <a:lnTo>
                      <a:pt x="538" y="2590"/>
                    </a:lnTo>
                    <a:lnTo>
                      <a:pt x="540" y="2590"/>
                    </a:lnTo>
                    <a:lnTo>
                      <a:pt x="540" y="2590"/>
                    </a:lnTo>
                    <a:lnTo>
                      <a:pt x="542" y="2592"/>
                    </a:lnTo>
                    <a:lnTo>
                      <a:pt x="542" y="2592"/>
                    </a:lnTo>
                    <a:lnTo>
                      <a:pt x="550" y="2600"/>
                    </a:lnTo>
                    <a:lnTo>
                      <a:pt x="550" y="2600"/>
                    </a:lnTo>
                    <a:lnTo>
                      <a:pt x="562" y="2610"/>
                    </a:lnTo>
                    <a:lnTo>
                      <a:pt x="562" y="2610"/>
                    </a:lnTo>
                    <a:lnTo>
                      <a:pt x="574" y="2620"/>
                    </a:lnTo>
                    <a:lnTo>
                      <a:pt x="574" y="2620"/>
                    </a:lnTo>
                    <a:lnTo>
                      <a:pt x="586" y="2630"/>
                    </a:lnTo>
                    <a:lnTo>
                      <a:pt x="586" y="2630"/>
                    </a:lnTo>
                    <a:lnTo>
                      <a:pt x="586" y="2630"/>
                    </a:lnTo>
                    <a:lnTo>
                      <a:pt x="586" y="2630"/>
                    </a:lnTo>
                    <a:lnTo>
                      <a:pt x="588" y="2632"/>
                    </a:lnTo>
                    <a:lnTo>
                      <a:pt x="588" y="2632"/>
                    </a:lnTo>
                    <a:lnTo>
                      <a:pt x="598" y="2640"/>
                    </a:lnTo>
                    <a:lnTo>
                      <a:pt x="598" y="2640"/>
                    </a:lnTo>
                    <a:lnTo>
                      <a:pt x="610" y="2650"/>
                    </a:lnTo>
                    <a:lnTo>
                      <a:pt x="610" y="2650"/>
                    </a:lnTo>
                    <a:lnTo>
                      <a:pt x="622" y="2660"/>
                    </a:lnTo>
                    <a:lnTo>
                      <a:pt x="622" y="2660"/>
                    </a:lnTo>
                    <a:lnTo>
                      <a:pt x="634" y="2668"/>
                    </a:lnTo>
                    <a:lnTo>
                      <a:pt x="634" y="2668"/>
                    </a:lnTo>
                    <a:lnTo>
                      <a:pt x="634" y="2668"/>
                    </a:lnTo>
                    <a:lnTo>
                      <a:pt x="634" y="2668"/>
                    </a:lnTo>
                    <a:lnTo>
                      <a:pt x="634" y="2668"/>
                    </a:lnTo>
                    <a:lnTo>
                      <a:pt x="634" y="2668"/>
                    </a:lnTo>
                    <a:lnTo>
                      <a:pt x="636" y="2668"/>
                    </a:lnTo>
                    <a:lnTo>
                      <a:pt x="636" y="2668"/>
                    </a:lnTo>
                    <a:lnTo>
                      <a:pt x="648" y="2678"/>
                    </a:lnTo>
                    <a:lnTo>
                      <a:pt x="648" y="2678"/>
                    </a:lnTo>
                    <a:lnTo>
                      <a:pt x="662" y="2688"/>
                    </a:lnTo>
                    <a:lnTo>
                      <a:pt x="662" y="2688"/>
                    </a:lnTo>
                    <a:lnTo>
                      <a:pt x="674" y="2696"/>
                    </a:lnTo>
                    <a:lnTo>
                      <a:pt x="674" y="2696"/>
                    </a:lnTo>
                    <a:lnTo>
                      <a:pt x="680" y="2700"/>
                    </a:lnTo>
                    <a:lnTo>
                      <a:pt x="680" y="2700"/>
                    </a:lnTo>
                    <a:lnTo>
                      <a:pt x="682" y="2702"/>
                    </a:lnTo>
                    <a:lnTo>
                      <a:pt x="682" y="2702"/>
                    </a:lnTo>
                    <a:lnTo>
                      <a:pt x="688" y="2704"/>
                    </a:lnTo>
                    <a:lnTo>
                      <a:pt x="688" y="2704"/>
                    </a:lnTo>
                    <a:lnTo>
                      <a:pt x="700" y="2714"/>
                    </a:lnTo>
                    <a:lnTo>
                      <a:pt x="700" y="2714"/>
                    </a:lnTo>
                    <a:lnTo>
                      <a:pt x="714" y="2722"/>
                    </a:lnTo>
                    <a:lnTo>
                      <a:pt x="714" y="2722"/>
                    </a:lnTo>
                    <a:lnTo>
                      <a:pt x="726" y="2728"/>
                    </a:lnTo>
                    <a:lnTo>
                      <a:pt x="726" y="2728"/>
                    </a:lnTo>
                    <a:lnTo>
                      <a:pt x="728" y="2730"/>
                    </a:lnTo>
                    <a:lnTo>
                      <a:pt x="728" y="2730"/>
                    </a:lnTo>
                    <a:lnTo>
                      <a:pt x="728" y="2730"/>
                    </a:lnTo>
                    <a:lnTo>
                      <a:pt x="728" y="2730"/>
                    </a:lnTo>
                    <a:lnTo>
                      <a:pt x="742" y="2738"/>
                    </a:lnTo>
                    <a:lnTo>
                      <a:pt x="742" y="2738"/>
                    </a:lnTo>
                    <a:lnTo>
                      <a:pt x="756" y="2746"/>
                    </a:lnTo>
                    <a:lnTo>
                      <a:pt x="756" y="2746"/>
                    </a:lnTo>
                    <a:lnTo>
                      <a:pt x="770" y="2754"/>
                    </a:lnTo>
                    <a:lnTo>
                      <a:pt x="770" y="2754"/>
                    </a:lnTo>
                    <a:lnTo>
                      <a:pt x="774" y="2754"/>
                    </a:lnTo>
                    <a:lnTo>
                      <a:pt x="774" y="2754"/>
                    </a:lnTo>
                    <a:lnTo>
                      <a:pt x="776" y="2756"/>
                    </a:lnTo>
                    <a:lnTo>
                      <a:pt x="776" y="2756"/>
                    </a:lnTo>
                    <a:lnTo>
                      <a:pt x="786" y="2760"/>
                    </a:lnTo>
                    <a:lnTo>
                      <a:pt x="786" y="2760"/>
                    </a:lnTo>
                    <a:lnTo>
                      <a:pt x="800" y="2768"/>
                    </a:lnTo>
                    <a:lnTo>
                      <a:pt x="800" y="2768"/>
                    </a:lnTo>
                    <a:lnTo>
                      <a:pt x="816" y="2774"/>
                    </a:lnTo>
                    <a:lnTo>
                      <a:pt x="816" y="2774"/>
                    </a:lnTo>
                    <a:lnTo>
                      <a:pt x="820" y="2776"/>
                    </a:lnTo>
                    <a:lnTo>
                      <a:pt x="820" y="2776"/>
                    </a:lnTo>
                    <a:lnTo>
                      <a:pt x="824" y="2778"/>
                    </a:lnTo>
                    <a:lnTo>
                      <a:pt x="824" y="2778"/>
                    </a:lnTo>
                    <a:lnTo>
                      <a:pt x="832" y="2782"/>
                    </a:lnTo>
                    <a:lnTo>
                      <a:pt x="832" y="2782"/>
                    </a:lnTo>
                    <a:lnTo>
                      <a:pt x="846" y="2788"/>
                    </a:lnTo>
                    <a:lnTo>
                      <a:pt x="846" y="2788"/>
                    </a:lnTo>
                    <a:lnTo>
                      <a:pt x="862" y="2794"/>
                    </a:lnTo>
                    <a:lnTo>
                      <a:pt x="862" y="2794"/>
                    </a:lnTo>
                    <a:lnTo>
                      <a:pt x="868" y="2796"/>
                    </a:lnTo>
                    <a:lnTo>
                      <a:pt x="868" y="2796"/>
                    </a:lnTo>
                    <a:lnTo>
                      <a:pt x="872" y="2798"/>
                    </a:lnTo>
                    <a:lnTo>
                      <a:pt x="872" y="2798"/>
                    </a:lnTo>
                    <a:lnTo>
                      <a:pt x="880" y="2800"/>
                    </a:lnTo>
                    <a:lnTo>
                      <a:pt x="880" y="2800"/>
                    </a:lnTo>
                    <a:lnTo>
                      <a:pt x="898" y="2806"/>
                    </a:lnTo>
                    <a:lnTo>
                      <a:pt x="898" y="2806"/>
                    </a:lnTo>
                    <a:lnTo>
                      <a:pt x="914" y="2812"/>
                    </a:lnTo>
                    <a:lnTo>
                      <a:pt x="914" y="2812"/>
                    </a:lnTo>
                    <a:lnTo>
                      <a:pt x="918" y="2812"/>
                    </a:lnTo>
                    <a:lnTo>
                      <a:pt x="918" y="2812"/>
                    </a:lnTo>
                    <a:lnTo>
                      <a:pt x="920" y="2814"/>
                    </a:lnTo>
                    <a:lnTo>
                      <a:pt x="920" y="2814"/>
                    </a:lnTo>
                    <a:lnTo>
                      <a:pt x="932" y="2816"/>
                    </a:lnTo>
                    <a:lnTo>
                      <a:pt x="932" y="2816"/>
                    </a:lnTo>
                    <a:lnTo>
                      <a:pt x="950" y="2822"/>
                    </a:lnTo>
                    <a:lnTo>
                      <a:pt x="950" y="2822"/>
                    </a:lnTo>
                    <a:lnTo>
                      <a:pt x="966" y="2826"/>
                    </a:lnTo>
                    <a:lnTo>
                      <a:pt x="966" y="2826"/>
                    </a:lnTo>
                    <a:lnTo>
                      <a:pt x="968" y="2826"/>
                    </a:lnTo>
                    <a:lnTo>
                      <a:pt x="968" y="2826"/>
                    </a:lnTo>
                    <a:lnTo>
                      <a:pt x="970" y="2826"/>
                    </a:lnTo>
                    <a:lnTo>
                      <a:pt x="970" y="2826"/>
                    </a:lnTo>
                    <a:lnTo>
                      <a:pt x="988" y="2830"/>
                    </a:lnTo>
                    <a:lnTo>
                      <a:pt x="988" y="2830"/>
                    </a:lnTo>
                    <a:lnTo>
                      <a:pt x="1006" y="2834"/>
                    </a:lnTo>
                    <a:lnTo>
                      <a:pt x="1006" y="2834"/>
                    </a:lnTo>
                    <a:lnTo>
                      <a:pt x="1010" y="2834"/>
                    </a:lnTo>
                    <a:lnTo>
                      <a:pt x="1010" y="2834"/>
                    </a:lnTo>
                    <a:lnTo>
                      <a:pt x="1012" y="2834"/>
                    </a:lnTo>
                    <a:lnTo>
                      <a:pt x="1012" y="2834"/>
                    </a:lnTo>
                    <a:lnTo>
                      <a:pt x="1014" y="2836"/>
                    </a:lnTo>
                    <a:lnTo>
                      <a:pt x="1014" y="2836"/>
                    </a:lnTo>
                    <a:lnTo>
                      <a:pt x="1016" y="2836"/>
                    </a:lnTo>
                    <a:lnTo>
                      <a:pt x="1016" y="2836"/>
                    </a:lnTo>
                    <a:lnTo>
                      <a:pt x="1194" y="2864"/>
                    </a:lnTo>
                    <a:lnTo>
                      <a:pt x="1194" y="2864"/>
                    </a:lnTo>
                    <a:lnTo>
                      <a:pt x="1150" y="2854"/>
                    </a:lnTo>
                    <a:lnTo>
                      <a:pt x="1150" y="2854"/>
                    </a:lnTo>
                    <a:lnTo>
                      <a:pt x="1148" y="2854"/>
                    </a:lnTo>
                    <a:lnTo>
                      <a:pt x="1148" y="2854"/>
                    </a:lnTo>
                    <a:lnTo>
                      <a:pt x="1102" y="2842"/>
                    </a:lnTo>
                    <a:lnTo>
                      <a:pt x="1102" y="2842"/>
                    </a:lnTo>
                    <a:lnTo>
                      <a:pt x="1098" y="2842"/>
                    </a:lnTo>
                    <a:lnTo>
                      <a:pt x="1098" y="2842"/>
                    </a:lnTo>
                    <a:lnTo>
                      <a:pt x="1054" y="2826"/>
                    </a:lnTo>
                    <a:lnTo>
                      <a:pt x="1054" y="2826"/>
                    </a:lnTo>
                    <a:lnTo>
                      <a:pt x="1050" y="2824"/>
                    </a:lnTo>
                    <a:lnTo>
                      <a:pt x="1050" y="2824"/>
                    </a:lnTo>
                    <a:lnTo>
                      <a:pt x="1006" y="2806"/>
                    </a:lnTo>
                    <a:lnTo>
                      <a:pt x="1006" y="2806"/>
                    </a:lnTo>
                    <a:lnTo>
                      <a:pt x="1002" y="2804"/>
                    </a:lnTo>
                    <a:lnTo>
                      <a:pt x="1002" y="2804"/>
                    </a:lnTo>
                    <a:lnTo>
                      <a:pt x="956" y="2782"/>
                    </a:lnTo>
                    <a:lnTo>
                      <a:pt x="956" y="2782"/>
                    </a:lnTo>
                    <a:lnTo>
                      <a:pt x="954" y="2782"/>
                    </a:lnTo>
                    <a:lnTo>
                      <a:pt x="954" y="2782"/>
                    </a:lnTo>
                    <a:lnTo>
                      <a:pt x="908" y="2756"/>
                    </a:lnTo>
                    <a:lnTo>
                      <a:pt x="908" y="2756"/>
                    </a:lnTo>
                    <a:lnTo>
                      <a:pt x="908" y="2754"/>
                    </a:lnTo>
                    <a:lnTo>
                      <a:pt x="908" y="2754"/>
                    </a:lnTo>
                    <a:lnTo>
                      <a:pt x="862" y="2726"/>
                    </a:lnTo>
                    <a:lnTo>
                      <a:pt x="862" y="2726"/>
                    </a:lnTo>
                    <a:lnTo>
                      <a:pt x="860" y="2724"/>
                    </a:lnTo>
                    <a:lnTo>
                      <a:pt x="860" y="2724"/>
                    </a:lnTo>
                    <a:lnTo>
                      <a:pt x="814" y="2692"/>
                    </a:lnTo>
                    <a:lnTo>
                      <a:pt x="814" y="2692"/>
                    </a:lnTo>
                    <a:lnTo>
                      <a:pt x="768" y="2654"/>
                    </a:lnTo>
                    <a:lnTo>
                      <a:pt x="768" y="2654"/>
                    </a:lnTo>
                    <a:lnTo>
                      <a:pt x="766" y="2652"/>
                    </a:lnTo>
                    <a:lnTo>
                      <a:pt x="766" y="2652"/>
                    </a:lnTo>
                    <a:lnTo>
                      <a:pt x="722" y="2612"/>
                    </a:lnTo>
                    <a:lnTo>
                      <a:pt x="722" y="2612"/>
                    </a:lnTo>
                    <a:lnTo>
                      <a:pt x="720" y="2610"/>
                    </a:lnTo>
                    <a:lnTo>
                      <a:pt x="720" y="2610"/>
                    </a:lnTo>
                    <a:lnTo>
                      <a:pt x="676" y="2568"/>
                    </a:lnTo>
                    <a:lnTo>
                      <a:pt x="676" y="2568"/>
                    </a:lnTo>
                    <a:lnTo>
                      <a:pt x="674" y="2564"/>
                    </a:lnTo>
                    <a:lnTo>
                      <a:pt x="674" y="2564"/>
                    </a:lnTo>
                    <a:lnTo>
                      <a:pt x="632" y="2520"/>
                    </a:lnTo>
                    <a:lnTo>
                      <a:pt x="632" y="2520"/>
                    </a:lnTo>
                    <a:lnTo>
                      <a:pt x="628" y="2516"/>
                    </a:lnTo>
                    <a:lnTo>
                      <a:pt x="628" y="2516"/>
                    </a:lnTo>
                    <a:lnTo>
                      <a:pt x="588" y="2468"/>
                    </a:lnTo>
                    <a:lnTo>
                      <a:pt x="588" y="2468"/>
                    </a:lnTo>
                    <a:lnTo>
                      <a:pt x="584" y="2464"/>
                    </a:lnTo>
                    <a:lnTo>
                      <a:pt x="584" y="2464"/>
                    </a:lnTo>
                    <a:lnTo>
                      <a:pt x="546" y="2412"/>
                    </a:lnTo>
                    <a:lnTo>
                      <a:pt x="546" y="2412"/>
                    </a:lnTo>
                    <a:lnTo>
                      <a:pt x="544" y="2410"/>
                    </a:lnTo>
                    <a:lnTo>
                      <a:pt x="544" y="2410"/>
                    </a:lnTo>
                    <a:lnTo>
                      <a:pt x="506" y="2356"/>
                    </a:lnTo>
                    <a:lnTo>
                      <a:pt x="506" y="2356"/>
                    </a:lnTo>
                    <a:lnTo>
                      <a:pt x="504" y="2352"/>
                    </a:lnTo>
                    <a:lnTo>
                      <a:pt x="504" y="2352"/>
                    </a:lnTo>
                    <a:lnTo>
                      <a:pt x="468" y="2294"/>
                    </a:lnTo>
                    <a:lnTo>
                      <a:pt x="468" y="2294"/>
                    </a:lnTo>
                    <a:lnTo>
                      <a:pt x="466" y="2292"/>
                    </a:lnTo>
                    <a:lnTo>
                      <a:pt x="466" y="2292"/>
                    </a:lnTo>
                    <a:lnTo>
                      <a:pt x="430" y="2230"/>
                    </a:lnTo>
                    <a:lnTo>
                      <a:pt x="430" y="2230"/>
                    </a:lnTo>
                    <a:lnTo>
                      <a:pt x="428" y="2226"/>
                    </a:lnTo>
                    <a:lnTo>
                      <a:pt x="428" y="2226"/>
                    </a:lnTo>
                    <a:lnTo>
                      <a:pt x="394" y="2162"/>
                    </a:lnTo>
                    <a:lnTo>
                      <a:pt x="394" y="2162"/>
                    </a:lnTo>
                    <a:lnTo>
                      <a:pt x="392" y="2158"/>
                    </a:lnTo>
                    <a:lnTo>
                      <a:pt x="392" y="2158"/>
                    </a:lnTo>
                    <a:lnTo>
                      <a:pt x="360" y="2092"/>
                    </a:lnTo>
                    <a:lnTo>
                      <a:pt x="360" y="2092"/>
                    </a:lnTo>
                    <a:lnTo>
                      <a:pt x="358" y="2088"/>
                    </a:lnTo>
                    <a:lnTo>
                      <a:pt x="358" y="2088"/>
                    </a:lnTo>
                    <a:lnTo>
                      <a:pt x="358" y="2088"/>
                    </a:lnTo>
                    <a:lnTo>
                      <a:pt x="358" y="2088"/>
                    </a:lnTo>
                    <a:lnTo>
                      <a:pt x="330" y="2022"/>
                    </a:lnTo>
                    <a:lnTo>
                      <a:pt x="330" y="2022"/>
                    </a:lnTo>
                    <a:lnTo>
                      <a:pt x="326" y="2014"/>
                    </a:lnTo>
                    <a:lnTo>
                      <a:pt x="326" y="2014"/>
                    </a:lnTo>
                    <a:lnTo>
                      <a:pt x="300" y="1946"/>
                    </a:lnTo>
                    <a:lnTo>
                      <a:pt x="300" y="1946"/>
                    </a:lnTo>
                    <a:lnTo>
                      <a:pt x="298" y="1938"/>
                    </a:lnTo>
                    <a:lnTo>
                      <a:pt x="298" y="1938"/>
                    </a:lnTo>
                    <a:lnTo>
                      <a:pt x="274" y="1870"/>
                    </a:lnTo>
                    <a:lnTo>
                      <a:pt x="274" y="1870"/>
                    </a:lnTo>
                    <a:lnTo>
                      <a:pt x="272" y="1862"/>
                    </a:lnTo>
                    <a:lnTo>
                      <a:pt x="272" y="1862"/>
                    </a:lnTo>
                    <a:lnTo>
                      <a:pt x="252" y="1794"/>
                    </a:lnTo>
                    <a:lnTo>
                      <a:pt x="252" y="1794"/>
                    </a:lnTo>
                    <a:lnTo>
                      <a:pt x="248" y="1780"/>
                    </a:lnTo>
                    <a:lnTo>
                      <a:pt x="248" y="1780"/>
                    </a:lnTo>
                    <a:lnTo>
                      <a:pt x="230" y="1712"/>
                    </a:lnTo>
                    <a:lnTo>
                      <a:pt x="230" y="1712"/>
                    </a:lnTo>
                    <a:lnTo>
                      <a:pt x="226" y="1700"/>
                    </a:lnTo>
                    <a:lnTo>
                      <a:pt x="226" y="1700"/>
                    </a:lnTo>
                    <a:lnTo>
                      <a:pt x="216" y="1652"/>
                    </a:lnTo>
                    <a:lnTo>
                      <a:pt x="216" y="1652"/>
                    </a:lnTo>
                    <a:lnTo>
                      <a:pt x="208" y="1612"/>
                    </a:lnTo>
                    <a:lnTo>
                      <a:pt x="208" y="1612"/>
                    </a:lnTo>
                    <a:lnTo>
                      <a:pt x="200" y="1572"/>
                    </a:lnTo>
                    <a:lnTo>
                      <a:pt x="200" y="1572"/>
                    </a:lnTo>
                    <a:lnTo>
                      <a:pt x="192" y="1530"/>
                    </a:lnTo>
                    <a:lnTo>
                      <a:pt x="192" y="1530"/>
                    </a:lnTo>
                    <a:lnTo>
                      <a:pt x="188" y="1492"/>
                    </a:lnTo>
                    <a:lnTo>
                      <a:pt x="188" y="1492"/>
                    </a:lnTo>
                    <a:lnTo>
                      <a:pt x="182" y="1448"/>
                    </a:lnTo>
                    <a:lnTo>
                      <a:pt x="182" y="1448"/>
                    </a:lnTo>
                    <a:lnTo>
                      <a:pt x="178" y="1410"/>
                    </a:lnTo>
                    <a:lnTo>
                      <a:pt x="178" y="1410"/>
                    </a:lnTo>
                    <a:lnTo>
                      <a:pt x="172" y="1364"/>
                    </a:lnTo>
                    <a:lnTo>
                      <a:pt x="172" y="1364"/>
                    </a:lnTo>
                    <a:lnTo>
                      <a:pt x="170" y="1326"/>
                    </a:lnTo>
                    <a:lnTo>
                      <a:pt x="170" y="1326"/>
                    </a:lnTo>
                    <a:lnTo>
                      <a:pt x="168" y="1280"/>
                    </a:lnTo>
                    <a:lnTo>
                      <a:pt x="168" y="1280"/>
                    </a:lnTo>
                    <a:lnTo>
                      <a:pt x="166" y="1240"/>
                    </a:lnTo>
                    <a:lnTo>
                      <a:pt x="166" y="1240"/>
                    </a:lnTo>
                    <a:lnTo>
                      <a:pt x="166" y="1198"/>
                    </a:lnTo>
                    <a:lnTo>
                      <a:pt x="166" y="1198"/>
                    </a:lnTo>
                    <a:lnTo>
                      <a:pt x="166" y="1146"/>
                    </a:lnTo>
                    <a:lnTo>
                      <a:pt x="166" y="1146"/>
                    </a:lnTo>
                    <a:lnTo>
                      <a:pt x="166" y="1114"/>
                    </a:lnTo>
                    <a:lnTo>
                      <a:pt x="166" y="1114"/>
                    </a:lnTo>
                    <a:lnTo>
                      <a:pt x="170" y="1032"/>
                    </a:lnTo>
                    <a:lnTo>
                      <a:pt x="170" y="1032"/>
                    </a:lnTo>
                    <a:lnTo>
                      <a:pt x="174" y="982"/>
                    </a:lnTo>
                    <a:lnTo>
                      <a:pt x="180" y="934"/>
                    </a:lnTo>
                    <a:lnTo>
                      <a:pt x="186" y="886"/>
                    </a:lnTo>
                    <a:lnTo>
                      <a:pt x="194" y="838"/>
                    </a:lnTo>
                    <a:lnTo>
                      <a:pt x="212" y="748"/>
                    </a:lnTo>
                    <a:lnTo>
                      <a:pt x="234" y="662"/>
                    </a:lnTo>
                    <a:lnTo>
                      <a:pt x="234" y="662"/>
                    </a:lnTo>
                    <a:lnTo>
                      <a:pt x="260" y="580"/>
                    </a:lnTo>
                    <a:lnTo>
                      <a:pt x="288" y="504"/>
                    </a:lnTo>
                    <a:lnTo>
                      <a:pt x="320" y="430"/>
                    </a:lnTo>
                    <a:lnTo>
                      <a:pt x="356" y="362"/>
                    </a:lnTo>
                    <a:lnTo>
                      <a:pt x="356" y="362"/>
                    </a:lnTo>
                    <a:lnTo>
                      <a:pt x="392" y="302"/>
                    </a:lnTo>
                    <a:lnTo>
                      <a:pt x="432" y="244"/>
                    </a:lnTo>
                    <a:lnTo>
                      <a:pt x="472" y="190"/>
                    </a:lnTo>
                    <a:lnTo>
                      <a:pt x="516" y="142"/>
                    </a:lnTo>
                    <a:lnTo>
                      <a:pt x="516" y="142"/>
                    </a:lnTo>
                    <a:lnTo>
                      <a:pt x="552" y="110"/>
                    </a:lnTo>
                    <a:lnTo>
                      <a:pt x="588" y="78"/>
                    </a:lnTo>
                    <a:lnTo>
                      <a:pt x="588" y="78"/>
                    </a:lnTo>
                    <a:lnTo>
                      <a:pt x="620" y="52"/>
                    </a:lnTo>
                    <a:lnTo>
                      <a:pt x="654" y="30"/>
                    </a:lnTo>
                    <a:lnTo>
                      <a:pt x="654" y="30"/>
                    </a:lnTo>
                    <a:lnTo>
                      <a:pt x="702" y="0"/>
                    </a:lnTo>
                    <a:lnTo>
                      <a:pt x="702" y="0"/>
                    </a:lnTo>
                    <a:lnTo>
                      <a:pt x="702" y="0"/>
                    </a:lnTo>
                    <a:lnTo>
                      <a:pt x="542" y="88"/>
                    </a:lnTo>
                    <a:lnTo>
                      <a:pt x="542" y="88"/>
                    </a:lnTo>
                    <a:lnTo>
                      <a:pt x="492" y="116"/>
                    </a:lnTo>
                    <a:lnTo>
                      <a:pt x="446" y="150"/>
                    </a:lnTo>
                    <a:lnTo>
                      <a:pt x="400" y="188"/>
                    </a:lnTo>
                    <a:lnTo>
                      <a:pt x="354" y="228"/>
                    </a:lnTo>
                    <a:lnTo>
                      <a:pt x="354" y="228"/>
                    </a:lnTo>
                    <a:lnTo>
                      <a:pt x="312" y="276"/>
                    </a:lnTo>
                    <a:lnTo>
                      <a:pt x="270" y="328"/>
                    </a:lnTo>
                    <a:lnTo>
                      <a:pt x="230" y="384"/>
                    </a:lnTo>
                    <a:lnTo>
                      <a:pt x="194" y="444"/>
                    </a:lnTo>
                    <a:lnTo>
                      <a:pt x="194" y="444"/>
                    </a:lnTo>
                    <a:lnTo>
                      <a:pt x="158" y="510"/>
                    </a:lnTo>
                    <a:lnTo>
                      <a:pt x="126" y="580"/>
                    </a:lnTo>
                    <a:lnTo>
                      <a:pt x="96" y="654"/>
                    </a:lnTo>
                    <a:lnTo>
                      <a:pt x="72" y="730"/>
                    </a:lnTo>
                    <a:lnTo>
                      <a:pt x="72" y="730"/>
                    </a:lnTo>
                    <a:lnTo>
                      <a:pt x="50" y="814"/>
                    </a:lnTo>
                    <a:lnTo>
                      <a:pt x="30" y="902"/>
                    </a:lnTo>
                    <a:lnTo>
                      <a:pt x="16" y="992"/>
                    </a:lnTo>
                    <a:lnTo>
                      <a:pt x="6" y="1086"/>
                    </a:lnTo>
                    <a:lnTo>
                      <a:pt x="6" y="1086"/>
                    </a:lnTo>
                    <a:lnTo>
                      <a:pt x="2" y="1164"/>
                    </a:lnTo>
                    <a:lnTo>
                      <a:pt x="2" y="1164"/>
                    </a:lnTo>
                    <a:lnTo>
                      <a:pt x="2" y="1198"/>
                    </a:lnTo>
                    <a:lnTo>
                      <a:pt x="2" y="1198"/>
                    </a:lnTo>
                    <a:lnTo>
                      <a:pt x="0" y="1240"/>
                    </a:lnTo>
                    <a:lnTo>
                      <a:pt x="0" y="1240"/>
                    </a:lnTo>
                    <a:lnTo>
                      <a:pt x="0" y="1244"/>
                    </a:lnTo>
                    <a:lnTo>
                      <a:pt x="0" y="1244"/>
                    </a:lnTo>
                    <a:lnTo>
                      <a:pt x="2" y="1286"/>
                    </a:lnTo>
                    <a:lnTo>
                      <a:pt x="2" y="1286"/>
                    </a:lnTo>
                    <a:close/>
                  </a:path>
                </a:pathLst>
              </a:custGeom>
              <a:solidFill>
                <a:srgbClr val="B6B6B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8" name="Freeform 6"/>
              <p:cNvSpPr>
                <a:spLocks/>
              </p:cNvSpPr>
              <p:nvPr/>
            </p:nvSpPr>
            <p:spPr bwMode="auto">
              <a:xfrm>
                <a:off x="2495550" y="5502276"/>
                <a:ext cx="4763" cy="0"/>
              </a:xfrm>
              <a:custGeom>
                <a:avLst/>
                <a:gdLst>
                  <a:gd name="T0" fmla="*/ 3 w 3"/>
                  <a:gd name="T1" fmla="*/ 3 w 3"/>
                  <a:gd name="T2" fmla="*/ 0 w 3"/>
                  <a:gd name="T3" fmla="*/ 0 w 3"/>
                  <a:gd name="T4" fmla="*/ 0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0" y="0"/>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9" name="Freeform 7"/>
              <p:cNvSpPr>
                <a:spLocks/>
              </p:cNvSpPr>
              <p:nvPr/>
            </p:nvSpPr>
            <p:spPr bwMode="auto">
              <a:xfrm>
                <a:off x="2495550" y="5502276"/>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0" name="Freeform 8"/>
              <p:cNvSpPr>
                <a:spLocks/>
              </p:cNvSpPr>
              <p:nvPr/>
            </p:nvSpPr>
            <p:spPr bwMode="auto">
              <a:xfrm>
                <a:off x="2495550" y="550227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1" name="Freeform 9"/>
              <p:cNvSpPr>
                <a:spLocks/>
              </p:cNvSpPr>
              <p:nvPr/>
            </p:nvSpPr>
            <p:spPr bwMode="auto">
              <a:xfrm>
                <a:off x="1096963" y="2149476"/>
                <a:ext cx="1398588" cy="3352800"/>
              </a:xfrm>
              <a:custGeom>
                <a:avLst/>
                <a:gdLst>
                  <a:gd name="T0" fmla="*/ 229 w 881"/>
                  <a:gd name="T1" fmla="*/ 204 h 2112"/>
                  <a:gd name="T2" fmla="*/ 52 w 881"/>
                  <a:gd name="T3" fmla="*/ 540 h 2112"/>
                  <a:gd name="T4" fmla="*/ 2 w 881"/>
                  <a:gd name="T5" fmla="*/ 858 h 2112"/>
                  <a:gd name="T6" fmla="*/ 0 w 881"/>
                  <a:gd name="T7" fmla="*/ 948 h 2112"/>
                  <a:gd name="T8" fmla="*/ 5 w 881"/>
                  <a:gd name="T9" fmla="*/ 1034 h 2112"/>
                  <a:gd name="T10" fmla="*/ 18 w 881"/>
                  <a:gd name="T11" fmla="*/ 1144 h 2112"/>
                  <a:gd name="T12" fmla="*/ 34 w 881"/>
                  <a:gd name="T13" fmla="*/ 1236 h 2112"/>
                  <a:gd name="T14" fmla="*/ 45 w 881"/>
                  <a:gd name="T15" fmla="*/ 1277 h 2112"/>
                  <a:gd name="T16" fmla="*/ 59 w 881"/>
                  <a:gd name="T17" fmla="*/ 1336 h 2112"/>
                  <a:gd name="T18" fmla="*/ 77 w 881"/>
                  <a:gd name="T19" fmla="*/ 1389 h 2112"/>
                  <a:gd name="T20" fmla="*/ 95 w 881"/>
                  <a:gd name="T21" fmla="*/ 1442 h 2112"/>
                  <a:gd name="T22" fmla="*/ 114 w 881"/>
                  <a:gd name="T23" fmla="*/ 1489 h 2112"/>
                  <a:gd name="T24" fmla="*/ 136 w 881"/>
                  <a:gd name="T25" fmla="*/ 1542 h 2112"/>
                  <a:gd name="T26" fmla="*/ 161 w 881"/>
                  <a:gd name="T27" fmla="*/ 1591 h 2112"/>
                  <a:gd name="T28" fmla="*/ 185 w 881"/>
                  <a:gd name="T29" fmla="*/ 1635 h 2112"/>
                  <a:gd name="T30" fmla="*/ 201 w 881"/>
                  <a:gd name="T31" fmla="*/ 1663 h 2112"/>
                  <a:gd name="T32" fmla="*/ 217 w 881"/>
                  <a:gd name="T33" fmla="*/ 1690 h 2112"/>
                  <a:gd name="T34" fmla="*/ 242 w 881"/>
                  <a:gd name="T35" fmla="*/ 1728 h 2112"/>
                  <a:gd name="T36" fmla="*/ 264 w 881"/>
                  <a:gd name="T37" fmla="*/ 1761 h 2112"/>
                  <a:gd name="T38" fmla="*/ 281 w 881"/>
                  <a:gd name="T39" fmla="*/ 1781 h 2112"/>
                  <a:gd name="T40" fmla="*/ 303 w 881"/>
                  <a:gd name="T41" fmla="*/ 1809 h 2112"/>
                  <a:gd name="T42" fmla="*/ 329 w 881"/>
                  <a:gd name="T43" fmla="*/ 1840 h 2112"/>
                  <a:gd name="T44" fmla="*/ 347 w 881"/>
                  <a:gd name="T45" fmla="*/ 1859 h 2112"/>
                  <a:gd name="T46" fmla="*/ 372 w 881"/>
                  <a:gd name="T47" fmla="*/ 1884 h 2112"/>
                  <a:gd name="T48" fmla="*/ 399 w 881"/>
                  <a:gd name="T49" fmla="*/ 1910 h 2112"/>
                  <a:gd name="T50" fmla="*/ 424 w 881"/>
                  <a:gd name="T51" fmla="*/ 1932 h 2112"/>
                  <a:gd name="T52" fmla="*/ 441 w 881"/>
                  <a:gd name="T53" fmla="*/ 1946 h 2112"/>
                  <a:gd name="T54" fmla="*/ 468 w 881"/>
                  <a:gd name="T55" fmla="*/ 1967 h 2112"/>
                  <a:gd name="T56" fmla="*/ 500 w 881"/>
                  <a:gd name="T57" fmla="*/ 1991 h 2112"/>
                  <a:gd name="T58" fmla="*/ 527 w 881"/>
                  <a:gd name="T59" fmla="*/ 2007 h 2112"/>
                  <a:gd name="T60" fmla="*/ 558 w 881"/>
                  <a:gd name="T61" fmla="*/ 2025 h 2112"/>
                  <a:gd name="T62" fmla="*/ 578 w 881"/>
                  <a:gd name="T63" fmla="*/ 2035 h 2112"/>
                  <a:gd name="T64" fmla="*/ 608 w 881"/>
                  <a:gd name="T65" fmla="*/ 2048 h 2112"/>
                  <a:gd name="T66" fmla="*/ 640 w 881"/>
                  <a:gd name="T67" fmla="*/ 2061 h 2112"/>
                  <a:gd name="T68" fmla="*/ 674 w 881"/>
                  <a:gd name="T69" fmla="*/ 2073 h 2112"/>
                  <a:gd name="T70" fmla="*/ 701 w 881"/>
                  <a:gd name="T71" fmla="*/ 2081 h 2112"/>
                  <a:gd name="T72" fmla="*/ 742 w 881"/>
                  <a:gd name="T73" fmla="*/ 2089 h 2112"/>
                  <a:gd name="T74" fmla="*/ 749 w 881"/>
                  <a:gd name="T75" fmla="*/ 2091 h 2112"/>
                  <a:gd name="T76" fmla="*/ 810 w 881"/>
                  <a:gd name="T77" fmla="*/ 2095 h 2112"/>
                  <a:gd name="T78" fmla="*/ 738 w 881"/>
                  <a:gd name="T79" fmla="*/ 2067 h 2112"/>
                  <a:gd name="T80" fmla="*/ 668 w 881"/>
                  <a:gd name="T81" fmla="*/ 2030 h 2112"/>
                  <a:gd name="T82" fmla="*/ 565 w 881"/>
                  <a:gd name="T83" fmla="*/ 1957 h 2112"/>
                  <a:gd name="T84" fmla="*/ 465 w 881"/>
                  <a:gd name="T85" fmla="*/ 1858 h 2112"/>
                  <a:gd name="T86" fmla="*/ 403 w 881"/>
                  <a:gd name="T87" fmla="*/ 1778 h 2112"/>
                  <a:gd name="T88" fmla="*/ 344 w 881"/>
                  <a:gd name="T89" fmla="*/ 1691 h 2112"/>
                  <a:gd name="T90" fmla="*/ 291 w 881"/>
                  <a:gd name="T91" fmla="*/ 1594 h 2112"/>
                  <a:gd name="T92" fmla="*/ 264 w 881"/>
                  <a:gd name="T93" fmla="*/ 1539 h 2112"/>
                  <a:gd name="T94" fmla="*/ 219 w 881"/>
                  <a:gd name="T95" fmla="*/ 1429 h 2112"/>
                  <a:gd name="T96" fmla="*/ 182 w 881"/>
                  <a:gd name="T97" fmla="*/ 1312 h 2112"/>
                  <a:gd name="T98" fmla="*/ 152 w 881"/>
                  <a:gd name="T99" fmla="*/ 1189 h 2112"/>
                  <a:gd name="T100" fmla="*/ 133 w 881"/>
                  <a:gd name="T101" fmla="*/ 1068 h 2112"/>
                  <a:gd name="T102" fmla="*/ 123 w 881"/>
                  <a:gd name="T103" fmla="*/ 944 h 2112"/>
                  <a:gd name="T104" fmla="*/ 123 w 881"/>
                  <a:gd name="T105" fmla="*/ 821 h 2112"/>
                  <a:gd name="T106" fmla="*/ 173 w 881"/>
                  <a:gd name="T107" fmla="*/ 488 h 2112"/>
                  <a:gd name="T108" fmla="*/ 317 w 881"/>
                  <a:gd name="T109" fmla="*/ 180 h 2112"/>
                  <a:gd name="T110" fmla="*/ 481 w 881"/>
                  <a:gd name="T111" fmla="*/ 22 h 2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1" h="2112">
                    <a:moveTo>
                      <a:pt x="399" y="65"/>
                    </a:moveTo>
                    <a:lnTo>
                      <a:pt x="399" y="65"/>
                    </a:lnTo>
                    <a:lnTo>
                      <a:pt x="363" y="86"/>
                    </a:lnTo>
                    <a:lnTo>
                      <a:pt x="328" y="111"/>
                    </a:lnTo>
                    <a:lnTo>
                      <a:pt x="294" y="139"/>
                    </a:lnTo>
                    <a:lnTo>
                      <a:pt x="261" y="168"/>
                    </a:lnTo>
                    <a:lnTo>
                      <a:pt x="261" y="168"/>
                    </a:lnTo>
                    <a:lnTo>
                      <a:pt x="229" y="204"/>
                    </a:lnTo>
                    <a:lnTo>
                      <a:pt x="198" y="242"/>
                    </a:lnTo>
                    <a:lnTo>
                      <a:pt x="170" y="283"/>
                    </a:lnTo>
                    <a:lnTo>
                      <a:pt x="142" y="328"/>
                    </a:lnTo>
                    <a:lnTo>
                      <a:pt x="142" y="328"/>
                    </a:lnTo>
                    <a:lnTo>
                      <a:pt x="117" y="376"/>
                    </a:lnTo>
                    <a:lnTo>
                      <a:pt x="93" y="428"/>
                    </a:lnTo>
                    <a:lnTo>
                      <a:pt x="71" y="482"/>
                    </a:lnTo>
                    <a:lnTo>
                      <a:pt x="52" y="540"/>
                    </a:lnTo>
                    <a:lnTo>
                      <a:pt x="52" y="540"/>
                    </a:lnTo>
                    <a:lnTo>
                      <a:pt x="36" y="600"/>
                    </a:lnTo>
                    <a:lnTo>
                      <a:pt x="23" y="665"/>
                    </a:lnTo>
                    <a:lnTo>
                      <a:pt x="12" y="732"/>
                    </a:lnTo>
                    <a:lnTo>
                      <a:pt x="5" y="801"/>
                    </a:lnTo>
                    <a:lnTo>
                      <a:pt x="5" y="801"/>
                    </a:lnTo>
                    <a:lnTo>
                      <a:pt x="2" y="858"/>
                    </a:lnTo>
                    <a:lnTo>
                      <a:pt x="2" y="858"/>
                    </a:lnTo>
                    <a:lnTo>
                      <a:pt x="0" y="883"/>
                    </a:lnTo>
                    <a:lnTo>
                      <a:pt x="0" y="883"/>
                    </a:lnTo>
                    <a:lnTo>
                      <a:pt x="0" y="914"/>
                    </a:lnTo>
                    <a:lnTo>
                      <a:pt x="0" y="914"/>
                    </a:lnTo>
                    <a:lnTo>
                      <a:pt x="0" y="917"/>
                    </a:lnTo>
                    <a:lnTo>
                      <a:pt x="0" y="917"/>
                    </a:lnTo>
                    <a:lnTo>
                      <a:pt x="0" y="948"/>
                    </a:lnTo>
                    <a:lnTo>
                      <a:pt x="0" y="948"/>
                    </a:lnTo>
                    <a:lnTo>
                      <a:pt x="2" y="976"/>
                    </a:lnTo>
                    <a:lnTo>
                      <a:pt x="2" y="976"/>
                    </a:lnTo>
                    <a:lnTo>
                      <a:pt x="3" y="1007"/>
                    </a:lnTo>
                    <a:lnTo>
                      <a:pt x="3" y="1007"/>
                    </a:lnTo>
                    <a:lnTo>
                      <a:pt x="5" y="1031"/>
                    </a:lnTo>
                    <a:lnTo>
                      <a:pt x="5" y="1031"/>
                    </a:lnTo>
                    <a:lnTo>
                      <a:pt x="5" y="1034"/>
                    </a:lnTo>
                    <a:lnTo>
                      <a:pt x="5" y="1034"/>
                    </a:lnTo>
                    <a:lnTo>
                      <a:pt x="8" y="1066"/>
                    </a:lnTo>
                    <a:lnTo>
                      <a:pt x="8" y="1066"/>
                    </a:lnTo>
                    <a:lnTo>
                      <a:pt x="11" y="1093"/>
                    </a:lnTo>
                    <a:lnTo>
                      <a:pt x="11" y="1093"/>
                    </a:lnTo>
                    <a:lnTo>
                      <a:pt x="15" y="1122"/>
                    </a:lnTo>
                    <a:lnTo>
                      <a:pt x="15" y="1122"/>
                    </a:lnTo>
                    <a:lnTo>
                      <a:pt x="18" y="1144"/>
                    </a:lnTo>
                    <a:lnTo>
                      <a:pt x="18" y="1144"/>
                    </a:lnTo>
                    <a:lnTo>
                      <a:pt x="18" y="1152"/>
                    </a:lnTo>
                    <a:lnTo>
                      <a:pt x="18" y="1152"/>
                    </a:lnTo>
                    <a:lnTo>
                      <a:pt x="24" y="1180"/>
                    </a:lnTo>
                    <a:lnTo>
                      <a:pt x="24" y="1180"/>
                    </a:lnTo>
                    <a:lnTo>
                      <a:pt x="28" y="1209"/>
                    </a:lnTo>
                    <a:lnTo>
                      <a:pt x="28" y="1209"/>
                    </a:lnTo>
                    <a:lnTo>
                      <a:pt x="34" y="1236"/>
                    </a:lnTo>
                    <a:lnTo>
                      <a:pt x="34" y="1236"/>
                    </a:lnTo>
                    <a:lnTo>
                      <a:pt x="39" y="1256"/>
                    </a:lnTo>
                    <a:lnTo>
                      <a:pt x="39" y="1256"/>
                    </a:lnTo>
                    <a:lnTo>
                      <a:pt x="43" y="1271"/>
                    </a:lnTo>
                    <a:lnTo>
                      <a:pt x="43" y="1271"/>
                    </a:lnTo>
                    <a:lnTo>
                      <a:pt x="43" y="1274"/>
                    </a:lnTo>
                    <a:lnTo>
                      <a:pt x="43" y="1274"/>
                    </a:lnTo>
                    <a:lnTo>
                      <a:pt x="45" y="1277"/>
                    </a:lnTo>
                    <a:lnTo>
                      <a:pt x="45" y="1277"/>
                    </a:lnTo>
                    <a:lnTo>
                      <a:pt x="46" y="1286"/>
                    </a:lnTo>
                    <a:lnTo>
                      <a:pt x="46" y="1286"/>
                    </a:lnTo>
                    <a:lnTo>
                      <a:pt x="55" y="1317"/>
                    </a:lnTo>
                    <a:lnTo>
                      <a:pt x="55" y="1317"/>
                    </a:lnTo>
                    <a:lnTo>
                      <a:pt x="58" y="1327"/>
                    </a:lnTo>
                    <a:lnTo>
                      <a:pt x="58" y="1327"/>
                    </a:lnTo>
                    <a:lnTo>
                      <a:pt x="59" y="1336"/>
                    </a:lnTo>
                    <a:lnTo>
                      <a:pt x="59" y="1336"/>
                    </a:lnTo>
                    <a:lnTo>
                      <a:pt x="62" y="1346"/>
                    </a:lnTo>
                    <a:lnTo>
                      <a:pt x="62" y="1346"/>
                    </a:lnTo>
                    <a:lnTo>
                      <a:pt x="71" y="1376"/>
                    </a:lnTo>
                    <a:lnTo>
                      <a:pt x="71" y="1376"/>
                    </a:lnTo>
                    <a:lnTo>
                      <a:pt x="74" y="1383"/>
                    </a:lnTo>
                    <a:lnTo>
                      <a:pt x="74" y="1383"/>
                    </a:lnTo>
                    <a:lnTo>
                      <a:pt x="77" y="1389"/>
                    </a:lnTo>
                    <a:lnTo>
                      <a:pt x="77" y="1389"/>
                    </a:lnTo>
                    <a:lnTo>
                      <a:pt x="80" y="1398"/>
                    </a:lnTo>
                    <a:lnTo>
                      <a:pt x="80" y="1398"/>
                    </a:lnTo>
                    <a:lnTo>
                      <a:pt x="87" y="1422"/>
                    </a:lnTo>
                    <a:lnTo>
                      <a:pt x="87" y="1422"/>
                    </a:lnTo>
                    <a:lnTo>
                      <a:pt x="93" y="1436"/>
                    </a:lnTo>
                    <a:lnTo>
                      <a:pt x="93" y="1436"/>
                    </a:lnTo>
                    <a:lnTo>
                      <a:pt x="95" y="1442"/>
                    </a:lnTo>
                    <a:lnTo>
                      <a:pt x="95" y="1442"/>
                    </a:lnTo>
                    <a:lnTo>
                      <a:pt x="96" y="1444"/>
                    </a:lnTo>
                    <a:lnTo>
                      <a:pt x="96" y="1444"/>
                    </a:lnTo>
                    <a:lnTo>
                      <a:pt x="104" y="1466"/>
                    </a:lnTo>
                    <a:lnTo>
                      <a:pt x="104" y="1466"/>
                    </a:lnTo>
                    <a:lnTo>
                      <a:pt x="113" y="1486"/>
                    </a:lnTo>
                    <a:lnTo>
                      <a:pt x="113" y="1486"/>
                    </a:lnTo>
                    <a:lnTo>
                      <a:pt x="114" y="1489"/>
                    </a:lnTo>
                    <a:lnTo>
                      <a:pt x="114" y="1489"/>
                    </a:lnTo>
                    <a:lnTo>
                      <a:pt x="117" y="1495"/>
                    </a:lnTo>
                    <a:lnTo>
                      <a:pt x="117" y="1495"/>
                    </a:lnTo>
                    <a:lnTo>
                      <a:pt x="120" y="1504"/>
                    </a:lnTo>
                    <a:lnTo>
                      <a:pt x="120" y="1504"/>
                    </a:lnTo>
                    <a:lnTo>
                      <a:pt x="129" y="1523"/>
                    </a:lnTo>
                    <a:lnTo>
                      <a:pt x="129" y="1523"/>
                    </a:lnTo>
                    <a:lnTo>
                      <a:pt x="136" y="1542"/>
                    </a:lnTo>
                    <a:lnTo>
                      <a:pt x="136" y="1542"/>
                    </a:lnTo>
                    <a:lnTo>
                      <a:pt x="138" y="1545"/>
                    </a:lnTo>
                    <a:lnTo>
                      <a:pt x="138" y="1545"/>
                    </a:lnTo>
                    <a:lnTo>
                      <a:pt x="145" y="1559"/>
                    </a:lnTo>
                    <a:lnTo>
                      <a:pt x="145" y="1559"/>
                    </a:lnTo>
                    <a:lnTo>
                      <a:pt x="152" y="1575"/>
                    </a:lnTo>
                    <a:lnTo>
                      <a:pt x="152" y="1575"/>
                    </a:lnTo>
                    <a:lnTo>
                      <a:pt x="160" y="1591"/>
                    </a:lnTo>
                    <a:lnTo>
                      <a:pt x="161" y="1591"/>
                    </a:lnTo>
                    <a:lnTo>
                      <a:pt x="161" y="1591"/>
                    </a:lnTo>
                    <a:lnTo>
                      <a:pt x="163" y="1595"/>
                    </a:lnTo>
                    <a:lnTo>
                      <a:pt x="163" y="1595"/>
                    </a:lnTo>
                    <a:lnTo>
                      <a:pt x="169" y="1606"/>
                    </a:lnTo>
                    <a:lnTo>
                      <a:pt x="169" y="1606"/>
                    </a:lnTo>
                    <a:lnTo>
                      <a:pt x="176" y="1621"/>
                    </a:lnTo>
                    <a:lnTo>
                      <a:pt x="176" y="1621"/>
                    </a:lnTo>
                    <a:lnTo>
                      <a:pt x="185" y="1635"/>
                    </a:lnTo>
                    <a:lnTo>
                      <a:pt x="185" y="1635"/>
                    </a:lnTo>
                    <a:lnTo>
                      <a:pt x="186" y="1640"/>
                    </a:lnTo>
                    <a:lnTo>
                      <a:pt x="186" y="1640"/>
                    </a:lnTo>
                    <a:lnTo>
                      <a:pt x="188" y="1641"/>
                    </a:lnTo>
                    <a:lnTo>
                      <a:pt x="188" y="1641"/>
                    </a:lnTo>
                    <a:lnTo>
                      <a:pt x="192" y="1649"/>
                    </a:lnTo>
                    <a:lnTo>
                      <a:pt x="192" y="1649"/>
                    </a:lnTo>
                    <a:lnTo>
                      <a:pt x="201" y="1663"/>
                    </a:lnTo>
                    <a:lnTo>
                      <a:pt x="201" y="1663"/>
                    </a:lnTo>
                    <a:lnTo>
                      <a:pt x="208" y="1677"/>
                    </a:lnTo>
                    <a:lnTo>
                      <a:pt x="208" y="1677"/>
                    </a:lnTo>
                    <a:lnTo>
                      <a:pt x="214" y="1685"/>
                    </a:lnTo>
                    <a:lnTo>
                      <a:pt x="214" y="1687"/>
                    </a:lnTo>
                    <a:lnTo>
                      <a:pt x="214" y="1687"/>
                    </a:lnTo>
                    <a:lnTo>
                      <a:pt x="214" y="1687"/>
                    </a:lnTo>
                    <a:lnTo>
                      <a:pt x="217" y="1690"/>
                    </a:lnTo>
                    <a:lnTo>
                      <a:pt x="217" y="1690"/>
                    </a:lnTo>
                    <a:lnTo>
                      <a:pt x="225" y="1702"/>
                    </a:lnTo>
                    <a:lnTo>
                      <a:pt x="225" y="1702"/>
                    </a:lnTo>
                    <a:lnTo>
                      <a:pt x="233" y="1715"/>
                    </a:lnTo>
                    <a:lnTo>
                      <a:pt x="233" y="1715"/>
                    </a:lnTo>
                    <a:lnTo>
                      <a:pt x="241" y="1727"/>
                    </a:lnTo>
                    <a:lnTo>
                      <a:pt x="241" y="1727"/>
                    </a:lnTo>
                    <a:lnTo>
                      <a:pt x="242" y="1728"/>
                    </a:lnTo>
                    <a:lnTo>
                      <a:pt x="242" y="1728"/>
                    </a:lnTo>
                    <a:lnTo>
                      <a:pt x="244" y="1730"/>
                    </a:lnTo>
                    <a:lnTo>
                      <a:pt x="244" y="1730"/>
                    </a:lnTo>
                    <a:lnTo>
                      <a:pt x="248" y="1739"/>
                    </a:lnTo>
                    <a:lnTo>
                      <a:pt x="248" y="1739"/>
                    </a:lnTo>
                    <a:lnTo>
                      <a:pt x="257" y="1749"/>
                    </a:lnTo>
                    <a:lnTo>
                      <a:pt x="257" y="1749"/>
                    </a:lnTo>
                    <a:lnTo>
                      <a:pt x="264" y="1761"/>
                    </a:lnTo>
                    <a:lnTo>
                      <a:pt x="264" y="1761"/>
                    </a:lnTo>
                    <a:lnTo>
                      <a:pt x="270" y="1768"/>
                    </a:lnTo>
                    <a:lnTo>
                      <a:pt x="270" y="1768"/>
                    </a:lnTo>
                    <a:lnTo>
                      <a:pt x="272" y="1769"/>
                    </a:lnTo>
                    <a:lnTo>
                      <a:pt x="273" y="1771"/>
                    </a:lnTo>
                    <a:lnTo>
                      <a:pt x="273" y="1771"/>
                    </a:lnTo>
                    <a:lnTo>
                      <a:pt x="281" y="1781"/>
                    </a:lnTo>
                    <a:lnTo>
                      <a:pt x="281" y="1781"/>
                    </a:lnTo>
                    <a:lnTo>
                      <a:pt x="289" y="1792"/>
                    </a:lnTo>
                    <a:lnTo>
                      <a:pt x="289" y="1792"/>
                    </a:lnTo>
                    <a:lnTo>
                      <a:pt x="297" y="1802"/>
                    </a:lnTo>
                    <a:lnTo>
                      <a:pt x="297" y="1802"/>
                    </a:lnTo>
                    <a:lnTo>
                      <a:pt x="301" y="1806"/>
                    </a:lnTo>
                    <a:lnTo>
                      <a:pt x="301" y="1806"/>
                    </a:lnTo>
                    <a:lnTo>
                      <a:pt x="303" y="1809"/>
                    </a:lnTo>
                    <a:lnTo>
                      <a:pt x="303" y="1809"/>
                    </a:lnTo>
                    <a:lnTo>
                      <a:pt x="306" y="1812"/>
                    </a:lnTo>
                    <a:lnTo>
                      <a:pt x="306" y="1812"/>
                    </a:lnTo>
                    <a:lnTo>
                      <a:pt x="313" y="1823"/>
                    </a:lnTo>
                    <a:lnTo>
                      <a:pt x="313" y="1823"/>
                    </a:lnTo>
                    <a:lnTo>
                      <a:pt x="322" y="1831"/>
                    </a:lnTo>
                    <a:lnTo>
                      <a:pt x="322" y="1831"/>
                    </a:lnTo>
                    <a:lnTo>
                      <a:pt x="329" y="1840"/>
                    </a:lnTo>
                    <a:lnTo>
                      <a:pt x="329" y="1840"/>
                    </a:lnTo>
                    <a:lnTo>
                      <a:pt x="332" y="1843"/>
                    </a:lnTo>
                    <a:lnTo>
                      <a:pt x="332" y="1843"/>
                    </a:lnTo>
                    <a:lnTo>
                      <a:pt x="335" y="1846"/>
                    </a:lnTo>
                    <a:lnTo>
                      <a:pt x="335" y="1846"/>
                    </a:lnTo>
                    <a:lnTo>
                      <a:pt x="338" y="1851"/>
                    </a:lnTo>
                    <a:lnTo>
                      <a:pt x="338" y="1851"/>
                    </a:lnTo>
                    <a:lnTo>
                      <a:pt x="347" y="1859"/>
                    </a:lnTo>
                    <a:lnTo>
                      <a:pt x="347" y="1859"/>
                    </a:lnTo>
                    <a:lnTo>
                      <a:pt x="354" y="1868"/>
                    </a:lnTo>
                    <a:lnTo>
                      <a:pt x="354" y="1868"/>
                    </a:lnTo>
                    <a:lnTo>
                      <a:pt x="363" y="1876"/>
                    </a:lnTo>
                    <a:lnTo>
                      <a:pt x="365" y="1877"/>
                    </a:lnTo>
                    <a:lnTo>
                      <a:pt x="365" y="1877"/>
                    </a:lnTo>
                    <a:lnTo>
                      <a:pt x="366" y="1880"/>
                    </a:lnTo>
                    <a:lnTo>
                      <a:pt x="366" y="1880"/>
                    </a:lnTo>
                    <a:lnTo>
                      <a:pt x="372" y="1884"/>
                    </a:lnTo>
                    <a:lnTo>
                      <a:pt x="372" y="1884"/>
                    </a:lnTo>
                    <a:lnTo>
                      <a:pt x="379" y="1893"/>
                    </a:lnTo>
                    <a:lnTo>
                      <a:pt x="379" y="1893"/>
                    </a:lnTo>
                    <a:lnTo>
                      <a:pt x="388" y="1901"/>
                    </a:lnTo>
                    <a:lnTo>
                      <a:pt x="388" y="1901"/>
                    </a:lnTo>
                    <a:lnTo>
                      <a:pt x="397" y="1910"/>
                    </a:lnTo>
                    <a:lnTo>
                      <a:pt x="399" y="1910"/>
                    </a:lnTo>
                    <a:lnTo>
                      <a:pt x="399" y="1910"/>
                    </a:lnTo>
                    <a:lnTo>
                      <a:pt x="400" y="1911"/>
                    </a:lnTo>
                    <a:lnTo>
                      <a:pt x="400" y="1911"/>
                    </a:lnTo>
                    <a:lnTo>
                      <a:pt x="406" y="1917"/>
                    </a:lnTo>
                    <a:lnTo>
                      <a:pt x="406" y="1917"/>
                    </a:lnTo>
                    <a:lnTo>
                      <a:pt x="415" y="1924"/>
                    </a:lnTo>
                    <a:lnTo>
                      <a:pt x="415" y="1924"/>
                    </a:lnTo>
                    <a:lnTo>
                      <a:pt x="424" y="1932"/>
                    </a:lnTo>
                    <a:lnTo>
                      <a:pt x="424" y="1932"/>
                    </a:lnTo>
                    <a:lnTo>
                      <a:pt x="432" y="1939"/>
                    </a:lnTo>
                    <a:lnTo>
                      <a:pt x="432" y="1939"/>
                    </a:lnTo>
                    <a:lnTo>
                      <a:pt x="432" y="1939"/>
                    </a:lnTo>
                    <a:lnTo>
                      <a:pt x="432" y="1939"/>
                    </a:lnTo>
                    <a:lnTo>
                      <a:pt x="434" y="1940"/>
                    </a:lnTo>
                    <a:lnTo>
                      <a:pt x="434" y="1940"/>
                    </a:lnTo>
                    <a:lnTo>
                      <a:pt x="441" y="1946"/>
                    </a:lnTo>
                    <a:lnTo>
                      <a:pt x="441" y="1946"/>
                    </a:lnTo>
                    <a:lnTo>
                      <a:pt x="450" y="1954"/>
                    </a:lnTo>
                    <a:lnTo>
                      <a:pt x="450" y="1954"/>
                    </a:lnTo>
                    <a:lnTo>
                      <a:pt x="459" y="1961"/>
                    </a:lnTo>
                    <a:lnTo>
                      <a:pt x="459" y="1961"/>
                    </a:lnTo>
                    <a:lnTo>
                      <a:pt x="468" y="1967"/>
                    </a:lnTo>
                    <a:lnTo>
                      <a:pt x="468" y="1967"/>
                    </a:lnTo>
                    <a:lnTo>
                      <a:pt x="468" y="1967"/>
                    </a:lnTo>
                    <a:lnTo>
                      <a:pt x="468" y="1967"/>
                    </a:lnTo>
                    <a:lnTo>
                      <a:pt x="468" y="1967"/>
                    </a:lnTo>
                    <a:lnTo>
                      <a:pt x="478" y="1974"/>
                    </a:lnTo>
                    <a:lnTo>
                      <a:pt x="478" y="1974"/>
                    </a:lnTo>
                    <a:lnTo>
                      <a:pt x="487" y="1982"/>
                    </a:lnTo>
                    <a:lnTo>
                      <a:pt x="487" y="1982"/>
                    </a:lnTo>
                    <a:lnTo>
                      <a:pt x="497" y="1988"/>
                    </a:lnTo>
                    <a:lnTo>
                      <a:pt x="497" y="1988"/>
                    </a:lnTo>
                    <a:lnTo>
                      <a:pt x="500" y="1991"/>
                    </a:lnTo>
                    <a:lnTo>
                      <a:pt x="503" y="1992"/>
                    </a:lnTo>
                    <a:lnTo>
                      <a:pt x="503" y="1992"/>
                    </a:lnTo>
                    <a:lnTo>
                      <a:pt x="506" y="1994"/>
                    </a:lnTo>
                    <a:lnTo>
                      <a:pt x="506" y="1994"/>
                    </a:lnTo>
                    <a:lnTo>
                      <a:pt x="517" y="2001"/>
                    </a:lnTo>
                    <a:lnTo>
                      <a:pt x="517" y="2001"/>
                    </a:lnTo>
                    <a:lnTo>
                      <a:pt x="527" y="2007"/>
                    </a:lnTo>
                    <a:lnTo>
                      <a:pt x="527" y="2007"/>
                    </a:lnTo>
                    <a:lnTo>
                      <a:pt x="536" y="2011"/>
                    </a:lnTo>
                    <a:lnTo>
                      <a:pt x="537" y="2013"/>
                    </a:lnTo>
                    <a:lnTo>
                      <a:pt x="537" y="2013"/>
                    </a:lnTo>
                    <a:lnTo>
                      <a:pt x="537" y="2013"/>
                    </a:lnTo>
                    <a:lnTo>
                      <a:pt x="547" y="2019"/>
                    </a:lnTo>
                    <a:lnTo>
                      <a:pt x="547" y="2019"/>
                    </a:lnTo>
                    <a:lnTo>
                      <a:pt x="558" y="2025"/>
                    </a:lnTo>
                    <a:lnTo>
                      <a:pt x="558" y="2025"/>
                    </a:lnTo>
                    <a:lnTo>
                      <a:pt x="568" y="2030"/>
                    </a:lnTo>
                    <a:lnTo>
                      <a:pt x="568" y="2030"/>
                    </a:lnTo>
                    <a:lnTo>
                      <a:pt x="570" y="2030"/>
                    </a:lnTo>
                    <a:lnTo>
                      <a:pt x="570" y="2030"/>
                    </a:lnTo>
                    <a:lnTo>
                      <a:pt x="573" y="2032"/>
                    </a:lnTo>
                    <a:lnTo>
                      <a:pt x="573" y="2032"/>
                    </a:lnTo>
                    <a:lnTo>
                      <a:pt x="578" y="2035"/>
                    </a:lnTo>
                    <a:lnTo>
                      <a:pt x="578" y="2035"/>
                    </a:lnTo>
                    <a:lnTo>
                      <a:pt x="589" y="2041"/>
                    </a:lnTo>
                    <a:lnTo>
                      <a:pt x="589" y="2041"/>
                    </a:lnTo>
                    <a:lnTo>
                      <a:pt x="601" y="2045"/>
                    </a:lnTo>
                    <a:lnTo>
                      <a:pt x="601" y="2045"/>
                    </a:lnTo>
                    <a:lnTo>
                      <a:pt x="605" y="2048"/>
                    </a:lnTo>
                    <a:lnTo>
                      <a:pt x="605" y="2048"/>
                    </a:lnTo>
                    <a:lnTo>
                      <a:pt x="608" y="2048"/>
                    </a:lnTo>
                    <a:lnTo>
                      <a:pt x="608" y="2048"/>
                    </a:lnTo>
                    <a:lnTo>
                      <a:pt x="612" y="2051"/>
                    </a:lnTo>
                    <a:lnTo>
                      <a:pt x="612" y="2051"/>
                    </a:lnTo>
                    <a:lnTo>
                      <a:pt x="624" y="2055"/>
                    </a:lnTo>
                    <a:lnTo>
                      <a:pt x="624" y="2055"/>
                    </a:lnTo>
                    <a:lnTo>
                      <a:pt x="636" y="2060"/>
                    </a:lnTo>
                    <a:lnTo>
                      <a:pt x="636" y="2060"/>
                    </a:lnTo>
                    <a:lnTo>
                      <a:pt x="640" y="2061"/>
                    </a:lnTo>
                    <a:lnTo>
                      <a:pt x="640" y="2061"/>
                    </a:lnTo>
                    <a:lnTo>
                      <a:pt x="643" y="2063"/>
                    </a:lnTo>
                    <a:lnTo>
                      <a:pt x="643" y="2063"/>
                    </a:lnTo>
                    <a:lnTo>
                      <a:pt x="649" y="2064"/>
                    </a:lnTo>
                    <a:lnTo>
                      <a:pt x="649" y="2064"/>
                    </a:lnTo>
                    <a:lnTo>
                      <a:pt x="661" y="2069"/>
                    </a:lnTo>
                    <a:lnTo>
                      <a:pt x="661" y="2069"/>
                    </a:lnTo>
                    <a:lnTo>
                      <a:pt x="674" y="2073"/>
                    </a:lnTo>
                    <a:lnTo>
                      <a:pt x="674" y="2073"/>
                    </a:lnTo>
                    <a:lnTo>
                      <a:pt x="676" y="2073"/>
                    </a:lnTo>
                    <a:lnTo>
                      <a:pt x="676" y="2073"/>
                    </a:lnTo>
                    <a:lnTo>
                      <a:pt x="679" y="2075"/>
                    </a:lnTo>
                    <a:lnTo>
                      <a:pt x="679" y="2075"/>
                    </a:lnTo>
                    <a:lnTo>
                      <a:pt x="686" y="2076"/>
                    </a:lnTo>
                    <a:lnTo>
                      <a:pt x="686" y="2076"/>
                    </a:lnTo>
                    <a:lnTo>
                      <a:pt x="701" y="2081"/>
                    </a:lnTo>
                    <a:lnTo>
                      <a:pt x="701" y="2081"/>
                    </a:lnTo>
                    <a:lnTo>
                      <a:pt x="713" y="2083"/>
                    </a:lnTo>
                    <a:lnTo>
                      <a:pt x="714" y="2083"/>
                    </a:lnTo>
                    <a:lnTo>
                      <a:pt x="714" y="2083"/>
                    </a:lnTo>
                    <a:lnTo>
                      <a:pt x="714" y="2083"/>
                    </a:lnTo>
                    <a:lnTo>
                      <a:pt x="729" y="2086"/>
                    </a:lnTo>
                    <a:lnTo>
                      <a:pt x="729" y="2086"/>
                    </a:lnTo>
                    <a:lnTo>
                      <a:pt x="742" y="2089"/>
                    </a:lnTo>
                    <a:lnTo>
                      <a:pt x="742" y="2089"/>
                    </a:lnTo>
                    <a:lnTo>
                      <a:pt x="744" y="2089"/>
                    </a:lnTo>
                    <a:lnTo>
                      <a:pt x="744" y="2089"/>
                    </a:lnTo>
                    <a:lnTo>
                      <a:pt x="747" y="2089"/>
                    </a:lnTo>
                    <a:lnTo>
                      <a:pt x="747" y="2089"/>
                    </a:lnTo>
                    <a:lnTo>
                      <a:pt x="748" y="2091"/>
                    </a:lnTo>
                    <a:lnTo>
                      <a:pt x="748" y="2091"/>
                    </a:lnTo>
                    <a:lnTo>
                      <a:pt x="749" y="2091"/>
                    </a:lnTo>
                    <a:lnTo>
                      <a:pt x="749" y="2091"/>
                    </a:lnTo>
                    <a:lnTo>
                      <a:pt x="881" y="2112"/>
                    </a:lnTo>
                    <a:lnTo>
                      <a:pt x="881" y="2112"/>
                    </a:lnTo>
                    <a:lnTo>
                      <a:pt x="847" y="2104"/>
                    </a:lnTo>
                    <a:lnTo>
                      <a:pt x="847" y="2104"/>
                    </a:lnTo>
                    <a:lnTo>
                      <a:pt x="847" y="2104"/>
                    </a:lnTo>
                    <a:lnTo>
                      <a:pt x="811" y="2095"/>
                    </a:lnTo>
                    <a:lnTo>
                      <a:pt x="811" y="2095"/>
                    </a:lnTo>
                    <a:lnTo>
                      <a:pt x="810" y="2095"/>
                    </a:lnTo>
                    <a:lnTo>
                      <a:pt x="810" y="2095"/>
                    </a:lnTo>
                    <a:lnTo>
                      <a:pt x="776" y="2083"/>
                    </a:lnTo>
                    <a:lnTo>
                      <a:pt x="776" y="2083"/>
                    </a:lnTo>
                    <a:lnTo>
                      <a:pt x="773" y="2082"/>
                    </a:lnTo>
                    <a:lnTo>
                      <a:pt x="773" y="2082"/>
                    </a:lnTo>
                    <a:lnTo>
                      <a:pt x="741" y="2069"/>
                    </a:lnTo>
                    <a:lnTo>
                      <a:pt x="741" y="2069"/>
                    </a:lnTo>
                    <a:lnTo>
                      <a:pt x="738" y="2067"/>
                    </a:lnTo>
                    <a:lnTo>
                      <a:pt x="738" y="2067"/>
                    </a:lnTo>
                    <a:lnTo>
                      <a:pt x="705" y="2051"/>
                    </a:lnTo>
                    <a:lnTo>
                      <a:pt x="705" y="2051"/>
                    </a:lnTo>
                    <a:lnTo>
                      <a:pt x="704" y="2051"/>
                    </a:lnTo>
                    <a:lnTo>
                      <a:pt x="704" y="2051"/>
                    </a:lnTo>
                    <a:lnTo>
                      <a:pt x="670" y="2032"/>
                    </a:lnTo>
                    <a:lnTo>
                      <a:pt x="668" y="2030"/>
                    </a:lnTo>
                    <a:lnTo>
                      <a:pt x="668" y="2030"/>
                    </a:lnTo>
                    <a:lnTo>
                      <a:pt x="636" y="2010"/>
                    </a:lnTo>
                    <a:lnTo>
                      <a:pt x="634" y="2008"/>
                    </a:lnTo>
                    <a:lnTo>
                      <a:pt x="634" y="2008"/>
                    </a:lnTo>
                    <a:lnTo>
                      <a:pt x="601" y="1985"/>
                    </a:lnTo>
                    <a:lnTo>
                      <a:pt x="601" y="1985"/>
                    </a:lnTo>
                    <a:lnTo>
                      <a:pt x="565" y="1957"/>
                    </a:lnTo>
                    <a:lnTo>
                      <a:pt x="565" y="1957"/>
                    </a:lnTo>
                    <a:lnTo>
                      <a:pt x="565" y="1957"/>
                    </a:lnTo>
                    <a:lnTo>
                      <a:pt x="531" y="1926"/>
                    </a:lnTo>
                    <a:lnTo>
                      <a:pt x="530" y="1924"/>
                    </a:lnTo>
                    <a:lnTo>
                      <a:pt x="530" y="1924"/>
                    </a:lnTo>
                    <a:lnTo>
                      <a:pt x="499" y="1893"/>
                    </a:lnTo>
                    <a:lnTo>
                      <a:pt x="499" y="1893"/>
                    </a:lnTo>
                    <a:lnTo>
                      <a:pt x="496" y="1890"/>
                    </a:lnTo>
                    <a:lnTo>
                      <a:pt x="496" y="1890"/>
                    </a:lnTo>
                    <a:lnTo>
                      <a:pt x="465" y="1858"/>
                    </a:lnTo>
                    <a:lnTo>
                      <a:pt x="465" y="1858"/>
                    </a:lnTo>
                    <a:lnTo>
                      <a:pt x="463" y="1855"/>
                    </a:lnTo>
                    <a:lnTo>
                      <a:pt x="463" y="1855"/>
                    </a:lnTo>
                    <a:lnTo>
                      <a:pt x="434" y="1820"/>
                    </a:lnTo>
                    <a:lnTo>
                      <a:pt x="434" y="1820"/>
                    </a:lnTo>
                    <a:lnTo>
                      <a:pt x="431" y="1817"/>
                    </a:lnTo>
                    <a:lnTo>
                      <a:pt x="431" y="1817"/>
                    </a:lnTo>
                    <a:lnTo>
                      <a:pt x="403" y="1778"/>
                    </a:lnTo>
                    <a:lnTo>
                      <a:pt x="403" y="1778"/>
                    </a:lnTo>
                    <a:lnTo>
                      <a:pt x="402" y="1777"/>
                    </a:lnTo>
                    <a:lnTo>
                      <a:pt x="402" y="1777"/>
                    </a:lnTo>
                    <a:lnTo>
                      <a:pt x="373" y="1737"/>
                    </a:lnTo>
                    <a:lnTo>
                      <a:pt x="373" y="1737"/>
                    </a:lnTo>
                    <a:lnTo>
                      <a:pt x="372" y="1736"/>
                    </a:lnTo>
                    <a:lnTo>
                      <a:pt x="372" y="1736"/>
                    </a:lnTo>
                    <a:lnTo>
                      <a:pt x="344" y="1691"/>
                    </a:lnTo>
                    <a:lnTo>
                      <a:pt x="344" y="1691"/>
                    </a:lnTo>
                    <a:lnTo>
                      <a:pt x="343" y="1690"/>
                    </a:lnTo>
                    <a:lnTo>
                      <a:pt x="343" y="1690"/>
                    </a:lnTo>
                    <a:lnTo>
                      <a:pt x="317" y="1644"/>
                    </a:lnTo>
                    <a:lnTo>
                      <a:pt x="317" y="1644"/>
                    </a:lnTo>
                    <a:lnTo>
                      <a:pt x="315" y="1641"/>
                    </a:lnTo>
                    <a:lnTo>
                      <a:pt x="315" y="1641"/>
                    </a:lnTo>
                    <a:lnTo>
                      <a:pt x="291" y="1594"/>
                    </a:lnTo>
                    <a:lnTo>
                      <a:pt x="291" y="1594"/>
                    </a:lnTo>
                    <a:lnTo>
                      <a:pt x="289" y="1591"/>
                    </a:lnTo>
                    <a:lnTo>
                      <a:pt x="289" y="1591"/>
                    </a:lnTo>
                    <a:lnTo>
                      <a:pt x="266" y="1542"/>
                    </a:lnTo>
                    <a:lnTo>
                      <a:pt x="266" y="1542"/>
                    </a:lnTo>
                    <a:lnTo>
                      <a:pt x="264" y="1539"/>
                    </a:lnTo>
                    <a:lnTo>
                      <a:pt x="264" y="1539"/>
                    </a:lnTo>
                    <a:lnTo>
                      <a:pt x="264" y="1539"/>
                    </a:lnTo>
                    <a:lnTo>
                      <a:pt x="244" y="1491"/>
                    </a:lnTo>
                    <a:lnTo>
                      <a:pt x="244" y="1491"/>
                    </a:lnTo>
                    <a:lnTo>
                      <a:pt x="241" y="1485"/>
                    </a:lnTo>
                    <a:lnTo>
                      <a:pt x="241" y="1485"/>
                    </a:lnTo>
                    <a:lnTo>
                      <a:pt x="222" y="1435"/>
                    </a:lnTo>
                    <a:lnTo>
                      <a:pt x="222" y="1435"/>
                    </a:lnTo>
                    <a:lnTo>
                      <a:pt x="219" y="1429"/>
                    </a:lnTo>
                    <a:lnTo>
                      <a:pt x="219" y="1429"/>
                    </a:lnTo>
                    <a:lnTo>
                      <a:pt x="202" y="1379"/>
                    </a:lnTo>
                    <a:lnTo>
                      <a:pt x="202" y="1379"/>
                    </a:lnTo>
                    <a:lnTo>
                      <a:pt x="200" y="1373"/>
                    </a:lnTo>
                    <a:lnTo>
                      <a:pt x="200" y="1373"/>
                    </a:lnTo>
                    <a:lnTo>
                      <a:pt x="185" y="1323"/>
                    </a:lnTo>
                    <a:lnTo>
                      <a:pt x="185" y="1323"/>
                    </a:lnTo>
                    <a:lnTo>
                      <a:pt x="182" y="1312"/>
                    </a:lnTo>
                    <a:lnTo>
                      <a:pt x="182" y="1312"/>
                    </a:lnTo>
                    <a:lnTo>
                      <a:pt x="169" y="1262"/>
                    </a:lnTo>
                    <a:lnTo>
                      <a:pt x="169" y="1262"/>
                    </a:lnTo>
                    <a:lnTo>
                      <a:pt x="167" y="1253"/>
                    </a:lnTo>
                    <a:lnTo>
                      <a:pt x="167" y="1253"/>
                    </a:lnTo>
                    <a:lnTo>
                      <a:pt x="160" y="1218"/>
                    </a:lnTo>
                    <a:lnTo>
                      <a:pt x="160" y="1218"/>
                    </a:lnTo>
                    <a:lnTo>
                      <a:pt x="152" y="1189"/>
                    </a:lnTo>
                    <a:lnTo>
                      <a:pt x="152" y="1189"/>
                    </a:lnTo>
                    <a:lnTo>
                      <a:pt x="148" y="1159"/>
                    </a:lnTo>
                    <a:lnTo>
                      <a:pt x="148" y="1159"/>
                    </a:lnTo>
                    <a:lnTo>
                      <a:pt x="142" y="1128"/>
                    </a:lnTo>
                    <a:lnTo>
                      <a:pt x="142" y="1128"/>
                    </a:lnTo>
                    <a:lnTo>
                      <a:pt x="138" y="1100"/>
                    </a:lnTo>
                    <a:lnTo>
                      <a:pt x="138" y="1100"/>
                    </a:lnTo>
                    <a:lnTo>
                      <a:pt x="133" y="1068"/>
                    </a:lnTo>
                    <a:lnTo>
                      <a:pt x="133" y="1068"/>
                    </a:lnTo>
                    <a:lnTo>
                      <a:pt x="130" y="1040"/>
                    </a:lnTo>
                    <a:lnTo>
                      <a:pt x="130" y="1040"/>
                    </a:lnTo>
                    <a:lnTo>
                      <a:pt x="127" y="1006"/>
                    </a:lnTo>
                    <a:lnTo>
                      <a:pt x="127" y="1006"/>
                    </a:lnTo>
                    <a:lnTo>
                      <a:pt x="126" y="978"/>
                    </a:lnTo>
                    <a:lnTo>
                      <a:pt x="126" y="978"/>
                    </a:lnTo>
                    <a:lnTo>
                      <a:pt x="123" y="944"/>
                    </a:lnTo>
                    <a:lnTo>
                      <a:pt x="123" y="944"/>
                    </a:lnTo>
                    <a:lnTo>
                      <a:pt x="123" y="914"/>
                    </a:lnTo>
                    <a:lnTo>
                      <a:pt x="123" y="914"/>
                    </a:lnTo>
                    <a:lnTo>
                      <a:pt x="121" y="883"/>
                    </a:lnTo>
                    <a:lnTo>
                      <a:pt x="121" y="883"/>
                    </a:lnTo>
                    <a:lnTo>
                      <a:pt x="123" y="845"/>
                    </a:lnTo>
                    <a:lnTo>
                      <a:pt x="123" y="845"/>
                    </a:lnTo>
                    <a:lnTo>
                      <a:pt x="123" y="821"/>
                    </a:lnTo>
                    <a:lnTo>
                      <a:pt x="123" y="821"/>
                    </a:lnTo>
                    <a:lnTo>
                      <a:pt x="126" y="761"/>
                    </a:lnTo>
                    <a:lnTo>
                      <a:pt x="126" y="761"/>
                    </a:lnTo>
                    <a:lnTo>
                      <a:pt x="129" y="724"/>
                    </a:lnTo>
                    <a:lnTo>
                      <a:pt x="133" y="689"/>
                    </a:lnTo>
                    <a:lnTo>
                      <a:pt x="138" y="653"/>
                    </a:lnTo>
                    <a:lnTo>
                      <a:pt x="143" y="618"/>
                    </a:lnTo>
                    <a:lnTo>
                      <a:pt x="157" y="552"/>
                    </a:lnTo>
                    <a:lnTo>
                      <a:pt x="173" y="488"/>
                    </a:lnTo>
                    <a:lnTo>
                      <a:pt x="173" y="488"/>
                    </a:lnTo>
                    <a:lnTo>
                      <a:pt x="191" y="428"/>
                    </a:lnTo>
                    <a:lnTo>
                      <a:pt x="213" y="372"/>
                    </a:lnTo>
                    <a:lnTo>
                      <a:pt x="236" y="317"/>
                    </a:lnTo>
                    <a:lnTo>
                      <a:pt x="261" y="267"/>
                    </a:lnTo>
                    <a:lnTo>
                      <a:pt x="261" y="267"/>
                    </a:lnTo>
                    <a:lnTo>
                      <a:pt x="289" y="223"/>
                    </a:lnTo>
                    <a:lnTo>
                      <a:pt x="317" y="180"/>
                    </a:lnTo>
                    <a:lnTo>
                      <a:pt x="348" y="140"/>
                    </a:lnTo>
                    <a:lnTo>
                      <a:pt x="381" y="105"/>
                    </a:lnTo>
                    <a:lnTo>
                      <a:pt x="381" y="105"/>
                    </a:lnTo>
                    <a:lnTo>
                      <a:pt x="406" y="81"/>
                    </a:lnTo>
                    <a:lnTo>
                      <a:pt x="432" y="58"/>
                    </a:lnTo>
                    <a:lnTo>
                      <a:pt x="432" y="58"/>
                    </a:lnTo>
                    <a:lnTo>
                      <a:pt x="458" y="39"/>
                    </a:lnTo>
                    <a:lnTo>
                      <a:pt x="481" y="22"/>
                    </a:lnTo>
                    <a:lnTo>
                      <a:pt x="481" y="22"/>
                    </a:lnTo>
                    <a:lnTo>
                      <a:pt x="518" y="0"/>
                    </a:lnTo>
                    <a:lnTo>
                      <a:pt x="518" y="0"/>
                    </a:lnTo>
                    <a:lnTo>
                      <a:pt x="518" y="0"/>
                    </a:lnTo>
                    <a:lnTo>
                      <a:pt x="399"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2" name="Freeform 11"/>
              <p:cNvSpPr>
                <a:spLocks/>
              </p:cNvSpPr>
              <p:nvPr/>
            </p:nvSpPr>
            <p:spPr bwMode="auto">
              <a:xfrm>
                <a:off x="670721" y="2024860"/>
                <a:ext cx="2327275" cy="3454400"/>
              </a:xfrm>
              <a:custGeom>
                <a:avLst/>
                <a:gdLst>
                  <a:gd name="T0" fmla="*/ 342 w 1466"/>
                  <a:gd name="T1" fmla="*/ 92 h 2176"/>
                  <a:gd name="T2" fmla="*/ 243 w 1466"/>
                  <a:gd name="T3" fmla="*/ 179 h 2176"/>
                  <a:gd name="T4" fmla="*/ 158 w 1466"/>
                  <a:gd name="T5" fmla="*/ 294 h 2176"/>
                  <a:gd name="T6" fmla="*/ 108 w 1466"/>
                  <a:gd name="T7" fmla="*/ 390 h 2176"/>
                  <a:gd name="T8" fmla="*/ 47 w 1466"/>
                  <a:gd name="T9" fmla="*/ 557 h 2176"/>
                  <a:gd name="T10" fmla="*/ 10 w 1466"/>
                  <a:gd name="T11" fmla="*/ 750 h 2176"/>
                  <a:gd name="T12" fmla="*/ 0 w 1466"/>
                  <a:gd name="T13" fmla="*/ 891 h 2176"/>
                  <a:gd name="T14" fmla="*/ 10 w 1466"/>
                  <a:gd name="T15" fmla="*/ 1108 h 2176"/>
                  <a:gd name="T16" fmla="*/ 47 w 1466"/>
                  <a:gd name="T17" fmla="*/ 1319 h 2176"/>
                  <a:gd name="T18" fmla="*/ 86 w 1466"/>
                  <a:gd name="T19" fmla="*/ 1455 h 2176"/>
                  <a:gd name="T20" fmla="*/ 162 w 1466"/>
                  <a:gd name="T21" fmla="*/ 1640 h 2176"/>
                  <a:gd name="T22" fmla="*/ 258 w 1466"/>
                  <a:gd name="T23" fmla="*/ 1804 h 2176"/>
                  <a:gd name="T24" fmla="*/ 329 w 1466"/>
                  <a:gd name="T25" fmla="*/ 1898 h 2176"/>
                  <a:gd name="T26" fmla="*/ 442 w 1466"/>
                  <a:gd name="T27" fmla="*/ 2013 h 2176"/>
                  <a:gd name="T28" fmla="*/ 563 w 1466"/>
                  <a:gd name="T29" fmla="*/ 2099 h 2176"/>
                  <a:gd name="T30" fmla="*/ 644 w 1466"/>
                  <a:gd name="T31" fmla="*/ 2139 h 2176"/>
                  <a:gd name="T32" fmla="*/ 765 w 1466"/>
                  <a:gd name="T33" fmla="*/ 2171 h 2176"/>
                  <a:gd name="T34" fmla="*/ 885 w 1466"/>
                  <a:gd name="T35" fmla="*/ 2174 h 2176"/>
                  <a:gd name="T36" fmla="*/ 960 w 1466"/>
                  <a:gd name="T37" fmla="*/ 2161 h 2176"/>
                  <a:gd name="T38" fmla="*/ 1062 w 1466"/>
                  <a:gd name="T39" fmla="*/ 2121 h 2176"/>
                  <a:gd name="T40" fmla="*/ 1153 w 1466"/>
                  <a:gd name="T41" fmla="*/ 2061 h 2176"/>
                  <a:gd name="T42" fmla="*/ 1205 w 1466"/>
                  <a:gd name="T43" fmla="*/ 2013 h 2176"/>
                  <a:gd name="T44" fmla="*/ 1274 w 1466"/>
                  <a:gd name="T45" fmla="*/ 1931 h 2176"/>
                  <a:gd name="T46" fmla="*/ 1331 w 1466"/>
                  <a:gd name="T47" fmla="*/ 1837 h 2176"/>
                  <a:gd name="T48" fmla="*/ 1364 w 1466"/>
                  <a:gd name="T49" fmla="*/ 1770 h 2176"/>
                  <a:gd name="T50" fmla="*/ 1404 w 1466"/>
                  <a:gd name="T51" fmla="*/ 1665 h 2176"/>
                  <a:gd name="T52" fmla="*/ 1433 w 1466"/>
                  <a:gd name="T53" fmla="*/ 1553 h 2176"/>
                  <a:gd name="T54" fmla="*/ 1448 w 1466"/>
                  <a:gd name="T55" fmla="*/ 1477 h 2176"/>
                  <a:gd name="T56" fmla="*/ 1461 w 1466"/>
                  <a:gd name="T57" fmla="*/ 1357 h 2176"/>
                  <a:gd name="T58" fmla="*/ 1466 w 1466"/>
                  <a:gd name="T59" fmla="*/ 1232 h 2176"/>
                  <a:gd name="T60" fmla="*/ 1463 w 1466"/>
                  <a:gd name="T61" fmla="*/ 1148 h 2176"/>
                  <a:gd name="T62" fmla="*/ 1449 w 1466"/>
                  <a:gd name="T63" fmla="*/ 1023 h 2176"/>
                  <a:gd name="T64" fmla="*/ 1429 w 1466"/>
                  <a:gd name="T65" fmla="*/ 903 h 2176"/>
                  <a:gd name="T66" fmla="*/ 1410 w 1466"/>
                  <a:gd name="T67" fmla="*/ 824 h 2176"/>
                  <a:gd name="T68" fmla="*/ 1376 w 1466"/>
                  <a:gd name="T69" fmla="*/ 710 h 2176"/>
                  <a:gd name="T70" fmla="*/ 1333 w 1466"/>
                  <a:gd name="T71" fmla="*/ 600 h 2176"/>
                  <a:gd name="T72" fmla="*/ 1299 w 1466"/>
                  <a:gd name="T73" fmla="*/ 529 h 2176"/>
                  <a:gd name="T74" fmla="*/ 1243 w 1466"/>
                  <a:gd name="T75" fmla="*/ 426 h 2176"/>
                  <a:gd name="T76" fmla="*/ 1180 w 1466"/>
                  <a:gd name="T77" fmla="*/ 331 h 2176"/>
                  <a:gd name="T78" fmla="*/ 1131 w 1466"/>
                  <a:gd name="T79" fmla="*/ 271 h 2176"/>
                  <a:gd name="T80" fmla="*/ 1051 w 1466"/>
                  <a:gd name="T81" fmla="*/ 187 h 2176"/>
                  <a:gd name="T82" fmla="*/ 963 w 1466"/>
                  <a:gd name="T83" fmla="*/ 116 h 2176"/>
                  <a:gd name="T84" fmla="*/ 898 w 1466"/>
                  <a:gd name="T85" fmla="*/ 75 h 2176"/>
                  <a:gd name="T86" fmla="*/ 795 w 1466"/>
                  <a:gd name="T87" fmla="*/ 29 h 2176"/>
                  <a:gd name="T88" fmla="*/ 693 w 1466"/>
                  <a:gd name="T89" fmla="*/ 4 h 2176"/>
                  <a:gd name="T90" fmla="*/ 627 w 1466"/>
                  <a:gd name="T91" fmla="*/ 0 h 2176"/>
                  <a:gd name="T92" fmla="*/ 562 w 1466"/>
                  <a:gd name="T93" fmla="*/ 4 h 2176"/>
                  <a:gd name="T94" fmla="*/ 467 w 1466"/>
                  <a:gd name="T95" fmla="*/ 28 h 2176"/>
                  <a:gd name="T96" fmla="*/ 376 w 1466"/>
                  <a:gd name="T97" fmla="*/ 70 h 2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66" h="2176">
                    <a:moveTo>
                      <a:pt x="376" y="70"/>
                    </a:moveTo>
                    <a:lnTo>
                      <a:pt x="376" y="70"/>
                    </a:lnTo>
                    <a:lnTo>
                      <a:pt x="342" y="92"/>
                    </a:lnTo>
                    <a:lnTo>
                      <a:pt x="308" y="119"/>
                    </a:lnTo>
                    <a:lnTo>
                      <a:pt x="276" y="148"/>
                    </a:lnTo>
                    <a:lnTo>
                      <a:pt x="243" y="179"/>
                    </a:lnTo>
                    <a:lnTo>
                      <a:pt x="214" y="215"/>
                    </a:lnTo>
                    <a:lnTo>
                      <a:pt x="186" y="253"/>
                    </a:lnTo>
                    <a:lnTo>
                      <a:pt x="158" y="294"/>
                    </a:lnTo>
                    <a:lnTo>
                      <a:pt x="133" y="340"/>
                    </a:lnTo>
                    <a:lnTo>
                      <a:pt x="133" y="340"/>
                    </a:lnTo>
                    <a:lnTo>
                      <a:pt x="108" y="390"/>
                    </a:lnTo>
                    <a:lnTo>
                      <a:pt x="86" y="443"/>
                    </a:lnTo>
                    <a:lnTo>
                      <a:pt x="65" y="498"/>
                    </a:lnTo>
                    <a:lnTo>
                      <a:pt x="47" y="557"/>
                    </a:lnTo>
                    <a:lnTo>
                      <a:pt x="32" y="619"/>
                    </a:lnTo>
                    <a:lnTo>
                      <a:pt x="21" y="684"/>
                    </a:lnTo>
                    <a:lnTo>
                      <a:pt x="10" y="750"/>
                    </a:lnTo>
                    <a:lnTo>
                      <a:pt x="4" y="819"/>
                    </a:lnTo>
                    <a:lnTo>
                      <a:pt x="4" y="819"/>
                    </a:lnTo>
                    <a:lnTo>
                      <a:pt x="0" y="891"/>
                    </a:lnTo>
                    <a:lnTo>
                      <a:pt x="0" y="964"/>
                    </a:lnTo>
                    <a:lnTo>
                      <a:pt x="3" y="1036"/>
                    </a:lnTo>
                    <a:lnTo>
                      <a:pt x="10" y="1108"/>
                    </a:lnTo>
                    <a:lnTo>
                      <a:pt x="19" y="1179"/>
                    </a:lnTo>
                    <a:lnTo>
                      <a:pt x="31" y="1250"/>
                    </a:lnTo>
                    <a:lnTo>
                      <a:pt x="47" y="1319"/>
                    </a:lnTo>
                    <a:lnTo>
                      <a:pt x="65" y="1388"/>
                    </a:lnTo>
                    <a:lnTo>
                      <a:pt x="65" y="1388"/>
                    </a:lnTo>
                    <a:lnTo>
                      <a:pt x="86" y="1455"/>
                    </a:lnTo>
                    <a:lnTo>
                      <a:pt x="109" y="1518"/>
                    </a:lnTo>
                    <a:lnTo>
                      <a:pt x="134" y="1580"/>
                    </a:lnTo>
                    <a:lnTo>
                      <a:pt x="162" y="1640"/>
                    </a:lnTo>
                    <a:lnTo>
                      <a:pt x="192" y="1698"/>
                    </a:lnTo>
                    <a:lnTo>
                      <a:pt x="224" y="1752"/>
                    </a:lnTo>
                    <a:lnTo>
                      <a:pt x="258" y="1804"/>
                    </a:lnTo>
                    <a:lnTo>
                      <a:pt x="293" y="1854"/>
                    </a:lnTo>
                    <a:lnTo>
                      <a:pt x="293" y="1854"/>
                    </a:lnTo>
                    <a:lnTo>
                      <a:pt x="329" y="1898"/>
                    </a:lnTo>
                    <a:lnTo>
                      <a:pt x="366" y="1940"/>
                    </a:lnTo>
                    <a:lnTo>
                      <a:pt x="403" y="1978"/>
                    </a:lnTo>
                    <a:lnTo>
                      <a:pt x="442" y="2013"/>
                    </a:lnTo>
                    <a:lnTo>
                      <a:pt x="482" y="2046"/>
                    </a:lnTo>
                    <a:lnTo>
                      <a:pt x="522" y="2074"/>
                    </a:lnTo>
                    <a:lnTo>
                      <a:pt x="563" y="2099"/>
                    </a:lnTo>
                    <a:lnTo>
                      <a:pt x="606" y="2121"/>
                    </a:lnTo>
                    <a:lnTo>
                      <a:pt x="606" y="2121"/>
                    </a:lnTo>
                    <a:lnTo>
                      <a:pt x="644" y="2139"/>
                    </a:lnTo>
                    <a:lnTo>
                      <a:pt x="684" y="2152"/>
                    </a:lnTo>
                    <a:lnTo>
                      <a:pt x="725" y="2162"/>
                    </a:lnTo>
                    <a:lnTo>
                      <a:pt x="765" y="2171"/>
                    </a:lnTo>
                    <a:lnTo>
                      <a:pt x="805" y="2176"/>
                    </a:lnTo>
                    <a:lnTo>
                      <a:pt x="845" y="2176"/>
                    </a:lnTo>
                    <a:lnTo>
                      <a:pt x="885" y="2174"/>
                    </a:lnTo>
                    <a:lnTo>
                      <a:pt x="924" y="2168"/>
                    </a:lnTo>
                    <a:lnTo>
                      <a:pt x="924" y="2168"/>
                    </a:lnTo>
                    <a:lnTo>
                      <a:pt x="960" y="2161"/>
                    </a:lnTo>
                    <a:lnTo>
                      <a:pt x="995" y="2149"/>
                    </a:lnTo>
                    <a:lnTo>
                      <a:pt x="1029" y="2136"/>
                    </a:lnTo>
                    <a:lnTo>
                      <a:pt x="1062" y="2121"/>
                    </a:lnTo>
                    <a:lnTo>
                      <a:pt x="1094" y="2103"/>
                    </a:lnTo>
                    <a:lnTo>
                      <a:pt x="1124" y="2083"/>
                    </a:lnTo>
                    <a:lnTo>
                      <a:pt x="1153" y="2061"/>
                    </a:lnTo>
                    <a:lnTo>
                      <a:pt x="1181" y="2037"/>
                    </a:lnTo>
                    <a:lnTo>
                      <a:pt x="1181" y="2037"/>
                    </a:lnTo>
                    <a:lnTo>
                      <a:pt x="1205" y="2013"/>
                    </a:lnTo>
                    <a:lnTo>
                      <a:pt x="1230" y="1987"/>
                    </a:lnTo>
                    <a:lnTo>
                      <a:pt x="1252" y="1960"/>
                    </a:lnTo>
                    <a:lnTo>
                      <a:pt x="1274" y="1931"/>
                    </a:lnTo>
                    <a:lnTo>
                      <a:pt x="1295" y="1901"/>
                    </a:lnTo>
                    <a:lnTo>
                      <a:pt x="1314" y="1869"/>
                    </a:lnTo>
                    <a:lnTo>
                      <a:pt x="1331" y="1837"/>
                    </a:lnTo>
                    <a:lnTo>
                      <a:pt x="1349" y="1803"/>
                    </a:lnTo>
                    <a:lnTo>
                      <a:pt x="1349" y="1803"/>
                    </a:lnTo>
                    <a:lnTo>
                      <a:pt x="1364" y="1770"/>
                    </a:lnTo>
                    <a:lnTo>
                      <a:pt x="1379" y="1736"/>
                    </a:lnTo>
                    <a:lnTo>
                      <a:pt x="1392" y="1701"/>
                    </a:lnTo>
                    <a:lnTo>
                      <a:pt x="1404" y="1665"/>
                    </a:lnTo>
                    <a:lnTo>
                      <a:pt x="1414" y="1629"/>
                    </a:lnTo>
                    <a:lnTo>
                      <a:pt x="1424" y="1592"/>
                    </a:lnTo>
                    <a:lnTo>
                      <a:pt x="1433" y="1553"/>
                    </a:lnTo>
                    <a:lnTo>
                      <a:pt x="1441" y="1514"/>
                    </a:lnTo>
                    <a:lnTo>
                      <a:pt x="1441" y="1514"/>
                    </a:lnTo>
                    <a:lnTo>
                      <a:pt x="1448" y="1477"/>
                    </a:lnTo>
                    <a:lnTo>
                      <a:pt x="1454" y="1437"/>
                    </a:lnTo>
                    <a:lnTo>
                      <a:pt x="1458" y="1397"/>
                    </a:lnTo>
                    <a:lnTo>
                      <a:pt x="1461" y="1357"/>
                    </a:lnTo>
                    <a:lnTo>
                      <a:pt x="1464" y="1316"/>
                    </a:lnTo>
                    <a:lnTo>
                      <a:pt x="1466" y="1275"/>
                    </a:lnTo>
                    <a:lnTo>
                      <a:pt x="1466" y="1232"/>
                    </a:lnTo>
                    <a:lnTo>
                      <a:pt x="1464" y="1189"/>
                    </a:lnTo>
                    <a:lnTo>
                      <a:pt x="1464" y="1189"/>
                    </a:lnTo>
                    <a:lnTo>
                      <a:pt x="1463" y="1148"/>
                    </a:lnTo>
                    <a:lnTo>
                      <a:pt x="1460" y="1105"/>
                    </a:lnTo>
                    <a:lnTo>
                      <a:pt x="1455" y="1064"/>
                    </a:lnTo>
                    <a:lnTo>
                      <a:pt x="1449" y="1023"/>
                    </a:lnTo>
                    <a:lnTo>
                      <a:pt x="1443" y="983"/>
                    </a:lnTo>
                    <a:lnTo>
                      <a:pt x="1436" y="943"/>
                    </a:lnTo>
                    <a:lnTo>
                      <a:pt x="1429" y="903"/>
                    </a:lnTo>
                    <a:lnTo>
                      <a:pt x="1420" y="863"/>
                    </a:lnTo>
                    <a:lnTo>
                      <a:pt x="1420" y="863"/>
                    </a:lnTo>
                    <a:lnTo>
                      <a:pt x="1410" y="824"/>
                    </a:lnTo>
                    <a:lnTo>
                      <a:pt x="1399" y="785"/>
                    </a:lnTo>
                    <a:lnTo>
                      <a:pt x="1387" y="747"/>
                    </a:lnTo>
                    <a:lnTo>
                      <a:pt x="1376" y="710"/>
                    </a:lnTo>
                    <a:lnTo>
                      <a:pt x="1362" y="672"/>
                    </a:lnTo>
                    <a:lnTo>
                      <a:pt x="1348" y="636"/>
                    </a:lnTo>
                    <a:lnTo>
                      <a:pt x="1333" y="600"/>
                    </a:lnTo>
                    <a:lnTo>
                      <a:pt x="1317" y="564"/>
                    </a:lnTo>
                    <a:lnTo>
                      <a:pt x="1317" y="564"/>
                    </a:lnTo>
                    <a:lnTo>
                      <a:pt x="1299" y="529"/>
                    </a:lnTo>
                    <a:lnTo>
                      <a:pt x="1281" y="493"/>
                    </a:lnTo>
                    <a:lnTo>
                      <a:pt x="1262" y="460"/>
                    </a:lnTo>
                    <a:lnTo>
                      <a:pt x="1243" y="426"/>
                    </a:lnTo>
                    <a:lnTo>
                      <a:pt x="1222" y="393"/>
                    </a:lnTo>
                    <a:lnTo>
                      <a:pt x="1202" y="362"/>
                    </a:lnTo>
                    <a:lnTo>
                      <a:pt x="1180" y="331"/>
                    </a:lnTo>
                    <a:lnTo>
                      <a:pt x="1156" y="300"/>
                    </a:lnTo>
                    <a:lnTo>
                      <a:pt x="1156" y="300"/>
                    </a:lnTo>
                    <a:lnTo>
                      <a:pt x="1131" y="271"/>
                    </a:lnTo>
                    <a:lnTo>
                      <a:pt x="1106" y="241"/>
                    </a:lnTo>
                    <a:lnTo>
                      <a:pt x="1079" y="213"/>
                    </a:lnTo>
                    <a:lnTo>
                      <a:pt x="1051" y="187"/>
                    </a:lnTo>
                    <a:lnTo>
                      <a:pt x="1022" y="162"/>
                    </a:lnTo>
                    <a:lnTo>
                      <a:pt x="992" y="138"/>
                    </a:lnTo>
                    <a:lnTo>
                      <a:pt x="963" y="116"/>
                    </a:lnTo>
                    <a:lnTo>
                      <a:pt x="932" y="94"/>
                    </a:lnTo>
                    <a:lnTo>
                      <a:pt x="932" y="94"/>
                    </a:lnTo>
                    <a:lnTo>
                      <a:pt x="898" y="75"/>
                    </a:lnTo>
                    <a:lnTo>
                      <a:pt x="864" y="57"/>
                    </a:lnTo>
                    <a:lnTo>
                      <a:pt x="830" y="41"/>
                    </a:lnTo>
                    <a:lnTo>
                      <a:pt x="795" y="29"/>
                    </a:lnTo>
                    <a:lnTo>
                      <a:pt x="761" y="17"/>
                    </a:lnTo>
                    <a:lnTo>
                      <a:pt x="727" y="10"/>
                    </a:lnTo>
                    <a:lnTo>
                      <a:pt x="693" y="4"/>
                    </a:lnTo>
                    <a:lnTo>
                      <a:pt x="658" y="1"/>
                    </a:lnTo>
                    <a:lnTo>
                      <a:pt x="658" y="1"/>
                    </a:lnTo>
                    <a:lnTo>
                      <a:pt x="627" y="0"/>
                    </a:lnTo>
                    <a:lnTo>
                      <a:pt x="627" y="0"/>
                    </a:lnTo>
                    <a:lnTo>
                      <a:pt x="594" y="1"/>
                    </a:lnTo>
                    <a:lnTo>
                      <a:pt x="562" y="4"/>
                    </a:lnTo>
                    <a:lnTo>
                      <a:pt x="529" y="10"/>
                    </a:lnTo>
                    <a:lnTo>
                      <a:pt x="498" y="17"/>
                    </a:lnTo>
                    <a:lnTo>
                      <a:pt x="467" y="28"/>
                    </a:lnTo>
                    <a:lnTo>
                      <a:pt x="436" y="39"/>
                    </a:lnTo>
                    <a:lnTo>
                      <a:pt x="407" y="54"/>
                    </a:lnTo>
                    <a:lnTo>
                      <a:pt x="376" y="70"/>
                    </a:lnTo>
                    <a:close/>
                  </a:path>
                </a:pathLst>
              </a:custGeom>
              <a:solidFill>
                <a:srgbClr val="F3F3F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3" name="Freeform 14"/>
              <p:cNvSpPr>
                <a:spLocks/>
              </p:cNvSpPr>
              <p:nvPr/>
            </p:nvSpPr>
            <p:spPr bwMode="auto">
              <a:xfrm>
                <a:off x="775891" y="2143126"/>
                <a:ext cx="2159000" cy="3206750"/>
              </a:xfrm>
              <a:custGeom>
                <a:avLst/>
                <a:gdLst>
                  <a:gd name="T0" fmla="*/ 317 w 1360"/>
                  <a:gd name="T1" fmla="*/ 87 h 2020"/>
                  <a:gd name="T2" fmla="*/ 226 w 1360"/>
                  <a:gd name="T3" fmla="*/ 168 h 2020"/>
                  <a:gd name="T4" fmla="*/ 146 w 1360"/>
                  <a:gd name="T5" fmla="*/ 274 h 2020"/>
                  <a:gd name="T6" fmla="*/ 101 w 1360"/>
                  <a:gd name="T7" fmla="*/ 363 h 2020"/>
                  <a:gd name="T8" fmla="*/ 45 w 1360"/>
                  <a:gd name="T9" fmla="*/ 517 h 2020"/>
                  <a:gd name="T10" fmla="*/ 9 w 1360"/>
                  <a:gd name="T11" fmla="*/ 696 h 2020"/>
                  <a:gd name="T12" fmla="*/ 0 w 1360"/>
                  <a:gd name="T13" fmla="*/ 828 h 2020"/>
                  <a:gd name="T14" fmla="*/ 9 w 1360"/>
                  <a:gd name="T15" fmla="*/ 1029 h 2020"/>
                  <a:gd name="T16" fmla="*/ 43 w 1360"/>
                  <a:gd name="T17" fmla="*/ 1225 h 2020"/>
                  <a:gd name="T18" fmla="*/ 80 w 1360"/>
                  <a:gd name="T19" fmla="*/ 1350 h 2020"/>
                  <a:gd name="T20" fmla="*/ 151 w 1360"/>
                  <a:gd name="T21" fmla="*/ 1523 h 2020"/>
                  <a:gd name="T22" fmla="*/ 239 w 1360"/>
                  <a:gd name="T23" fmla="*/ 1675 h 2020"/>
                  <a:gd name="T24" fmla="*/ 304 w 1360"/>
                  <a:gd name="T25" fmla="*/ 1762 h 2020"/>
                  <a:gd name="T26" fmla="*/ 410 w 1360"/>
                  <a:gd name="T27" fmla="*/ 1869 h 2020"/>
                  <a:gd name="T28" fmla="*/ 522 w 1360"/>
                  <a:gd name="T29" fmla="*/ 1949 h 2020"/>
                  <a:gd name="T30" fmla="*/ 599 w 1360"/>
                  <a:gd name="T31" fmla="*/ 1984 h 2020"/>
                  <a:gd name="T32" fmla="*/ 709 w 1360"/>
                  <a:gd name="T33" fmla="*/ 2015 h 2020"/>
                  <a:gd name="T34" fmla="*/ 822 w 1360"/>
                  <a:gd name="T35" fmla="*/ 2018 h 2020"/>
                  <a:gd name="T36" fmla="*/ 891 w 1360"/>
                  <a:gd name="T37" fmla="*/ 2005 h 2020"/>
                  <a:gd name="T38" fmla="*/ 985 w 1360"/>
                  <a:gd name="T39" fmla="*/ 1968 h 2020"/>
                  <a:gd name="T40" fmla="*/ 1069 w 1360"/>
                  <a:gd name="T41" fmla="*/ 1913 h 2020"/>
                  <a:gd name="T42" fmla="*/ 1118 w 1360"/>
                  <a:gd name="T43" fmla="*/ 1868 h 2020"/>
                  <a:gd name="T44" fmla="*/ 1181 w 1360"/>
                  <a:gd name="T45" fmla="*/ 1793 h 2020"/>
                  <a:gd name="T46" fmla="*/ 1236 w 1360"/>
                  <a:gd name="T47" fmla="*/ 1706 h 2020"/>
                  <a:gd name="T48" fmla="*/ 1265 w 1360"/>
                  <a:gd name="T49" fmla="*/ 1644 h 2020"/>
                  <a:gd name="T50" fmla="*/ 1302 w 1360"/>
                  <a:gd name="T51" fmla="*/ 1546 h 2020"/>
                  <a:gd name="T52" fmla="*/ 1330 w 1360"/>
                  <a:gd name="T53" fmla="*/ 1442 h 2020"/>
                  <a:gd name="T54" fmla="*/ 1343 w 1360"/>
                  <a:gd name="T55" fmla="*/ 1371 h 2020"/>
                  <a:gd name="T56" fmla="*/ 1355 w 1360"/>
                  <a:gd name="T57" fmla="*/ 1260 h 2020"/>
                  <a:gd name="T58" fmla="*/ 1360 w 1360"/>
                  <a:gd name="T59" fmla="*/ 1144 h 2020"/>
                  <a:gd name="T60" fmla="*/ 1357 w 1360"/>
                  <a:gd name="T61" fmla="*/ 1066 h 2020"/>
                  <a:gd name="T62" fmla="*/ 1345 w 1360"/>
                  <a:gd name="T63" fmla="*/ 951 h 2020"/>
                  <a:gd name="T64" fmla="*/ 1326 w 1360"/>
                  <a:gd name="T65" fmla="*/ 839 h 2020"/>
                  <a:gd name="T66" fmla="*/ 1308 w 1360"/>
                  <a:gd name="T67" fmla="*/ 765 h 2020"/>
                  <a:gd name="T68" fmla="*/ 1276 w 1360"/>
                  <a:gd name="T69" fmla="*/ 659 h 2020"/>
                  <a:gd name="T70" fmla="*/ 1236 w 1360"/>
                  <a:gd name="T71" fmla="*/ 557 h 2020"/>
                  <a:gd name="T72" fmla="*/ 1206 w 1360"/>
                  <a:gd name="T73" fmla="*/ 491 h 2020"/>
                  <a:gd name="T74" fmla="*/ 1153 w 1360"/>
                  <a:gd name="T75" fmla="*/ 396 h 2020"/>
                  <a:gd name="T76" fmla="*/ 1094 w 1360"/>
                  <a:gd name="T77" fmla="*/ 308 h 2020"/>
                  <a:gd name="T78" fmla="*/ 1050 w 1360"/>
                  <a:gd name="T79" fmla="*/ 252 h 2020"/>
                  <a:gd name="T80" fmla="*/ 975 w 1360"/>
                  <a:gd name="T81" fmla="*/ 174 h 2020"/>
                  <a:gd name="T82" fmla="*/ 894 w 1360"/>
                  <a:gd name="T83" fmla="*/ 107 h 2020"/>
                  <a:gd name="T84" fmla="*/ 833 w 1360"/>
                  <a:gd name="T85" fmla="*/ 69 h 2020"/>
                  <a:gd name="T86" fmla="*/ 737 w 1360"/>
                  <a:gd name="T87" fmla="*/ 26 h 2020"/>
                  <a:gd name="T88" fmla="*/ 642 w 1360"/>
                  <a:gd name="T89" fmla="*/ 4 h 2020"/>
                  <a:gd name="T90" fmla="*/ 581 w 1360"/>
                  <a:gd name="T91" fmla="*/ 0 h 2020"/>
                  <a:gd name="T92" fmla="*/ 521 w 1360"/>
                  <a:gd name="T93" fmla="*/ 4 h 2020"/>
                  <a:gd name="T94" fmla="*/ 434 w 1360"/>
                  <a:gd name="T95" fmla="*/ 25 h 2020"/>
                  <a:gd name="T96" fmla="*/ 350 w 1360"/>
                  <a:gd name="T97" fmla="*/ 65 h 2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0" h="2020">
                    <a:moveTo>
                      <a:pt x="350" y="65"/>
                    </a:moveTo>
                    <a:lnTo>
                      <a:pt x="350" y="65"/>
                    </a:lnTo>
                    <a:lnTo>
                      <a:pt x="317" y="87"/>
                    </a:lnTo>
                    <a:lnTo>
                      <a:pt x="285" y="110"/>
                    </a:lnTo>
                    <a:lnTo>
                      <a:pt x="255" y="138"/>
                    </a:lnTo>
                    <a:lnTo>
                      <a:pt x="226" y="168"/>
                    </a:lnTo>
                    <a:lnTo>
                      <a:pt x="198" y="200"/>
                    </a:lnTo>
                    <a:lnTo>
                      <a:pt x="171" y="236"/>
                    </a:lnTo>
                    <a:lnTo>
                      <a:pt x="146" y="274"/>
                    </a:lnTo>
                    <a:lnTo>
                      <a:pt x="123" y="315"/>
                    </a:lnTo>
                    <a:lnTo>
                      <a:pt x="123" y="315"/>
                    </a:lnTo>
                    <a:lnTo>
                      <a:pt x="101" y="363"/>
                    </a:lnTo>
                    <a:lnTo>
                      <a:pt x="80" y="411"/>
                    </a:lnTo>
                    <a:lnTo>
                      <a:pt x="61" y="463"/>
                    </a:lnTo>
                    <a:lnTo>
                      <a:pt x="45" y="517"/>
                    </a:lnTo>
                    <a:lnTo>
                      <a:pt x="30" y="575"/>
                    </a:lnTo>
                    <a:lnTo>
                      <a:pt x="18" y="634"/>
                    </a:lnTo>
                    <a:lnTo>
                      <a:pt x="9" y="696"/>
                    </a:lnTo>
                    <a:lnTo>
                      <a:pt x="3" y="761"/>
                    </a:lnTo>
                    <a:lnTo>
                      <a:pt x="3" y="761"/>
                    </a:lnTo>
                    <a:lnTo>
                      <a:pt x="0" y="828"/>
                    </a:lnTo>
                    <a:lnTo>
                      <a:pt x="0" y="895"/>
                    </a:lnTo>
                    <a:lnTo>
                      <a:pt x="3" y="963"/>
                    </a:lnTo>
                    <a:lnTo>
                      <a:pt x="9" y="1029"/>
                    </a:lnTo>
                    <a:lnTo>
                      <a:pt x="18" y="1095"/>
                    </a:lnTo>
                    <a:lnTo>
                      <a:pt x="30" y="1160"/>
                    </a:lnTo>
                    <a:lnTo>
                      <a:pt x="43" y="1225"/>
                    </a:lnTo>
                    <a:lnTo>
                      <a:pt x="61" y="1288"/>
                    </a:lnTo>
                    <a:lnTo>
                      <a:pt x="61" y="1288"/>
                    </a:lnTo>
                    <a:lnTo>
                      <a:pt x="80" y="1350"/>
                    </a:lnTo>
                    <a:lnTo>
                      <a:pt x="101" y="1409"/>
                    </a:lnTo>
                    <a:lnTo>
                      <a:pt x="124" y="1467"/>
                    </a:lnTo>
                    <a:lnTo>
                      <a:pt x="151" y="1523"/>
                    </a:lnTo>
                    <a:lnTo>
                      <a:pt x="179" y="1576"/>
                    </a:lnTo>
                    <a:lnTo>
                      <a:pt x="208" y="1626"/>
                    </a:lnTo>
                    <a:lnTo>
                      <a:pt x="239" y="1675"/>
                    </a:lnTo>
                    <a:lnTo>
                      <a:pt x="272" y="1720"/>
                    </a:lnTo>
                    <a:lnTo>
                      <a:pt x="272" y="1720"/>
                    </a:lnTo>
                    <a:lnTo>
                      <a:pt x="304" y="1762"/>
                    </a:lnTo>
                    <a:lnTo>
                      <a:pt x="339" y="1800"/>
                    </a:lnTo>
                    <a:lnTo>
                      <a:pt x="373" y="1837"/>
                    </a:lnTo>
                    <a:lnTo>
                      <a:pt x="410" y="1869"/>
                    </a:lnTo>
                    <a:lnTo>
                      <a:pt x="447" y="1899"/>
                    </a:lnTo>
                    <a:lnTo>
                      <a:pt x="484" y="1925"/>
                    </a:lnTo>
                    <a:lnTo>
                      <a:pt x="522" y="1949"/>
                    </a:lnTo>
                    <a:lnTo>
                      <a:pt x="562" y="1970"/>
                    </a:lnTo>
                    <a:lnTo>
                      <a:pt x="562" y="1970"/>
                    </a:lnTo>
                    <a:lnTo>
                      <a:pt x="599" y="1984"/>
                    </a:lnTo>
                    <a:lnTo>
                      <a:pt x="636" y="1998"/>
                    </a:lnTo>
                    <a:lnTo>
                      <a:pt x="673" y="2008"/>
                    </a:lnTo>
                    <a:lnTo>
                      <a:pt x="709" y="2015"/>
                    </a:lnTo>
                    <a:lnTo>
                      <a:pt x="746" y="2020"/>
                    </a:lnTo>
                    <a:lnTo>
                      <a:pt x="785" y="2020"/>
                    </a:lnTo>
                    <a:lnTo>
                      <a:pt x="822" y="2018"/>
                    </a:lnTo>
                    <a:lnTo>
                      <a:pt x="858" y="2012"/>
                    </a:lnTo>
                    <a:lnTo>
                      <a:pt x="858" y="2012"/>
                    </a:lnTo>
                    <a:lnTo>
                      <a:pt x="891" y="2005"/>
                    </a:lnTo>
                    <a:lnTo>
                      <a:pt x="923" y="1996"/>
                    </a:lnTo>
                    <a:lnTo>
                      <a:pt x="956" y="1983"/>
                    </a:lnTo>
                    <a:lnTo>
                      <a:pt x="985" y="1968"/>
                    </a:lnTo>
                    <a:lnTo>
                      <a:pt x="1015" y="1952"/>
                    </a:lnTo>
                    <a:lnTo>
                      <a:pt x="1043" y="1934"/>
                    </a:lnTo>
                    <a:lnTo>
                      <a:pt x="1069" y="1913"/>
                    </a:lnTo>
                    <a:lnTo>
                      <a:pt x="1096" y="1891"/>
                    </a:lnTo>
                    <a:lnTo>
                      <a:pt x="1096" y="1891"/>
                    </a:lnTo>
                    <a:lnTo>
                      <a:pt x="1118" y="1868"/>
                    </a:lnTo>
                    <a:lnTo>
                      <a:pt x="1140" y="1844"/>
                    </a:lnTo>
                    <a:lnTo>
                      <a:pt x="1162" y="1819"/>
                    </a:lnTo>
                    <a:lnTo>
                      <a:pt x="1181" y="1793"/>
                    </a:lnTo>
                    <a:lnTo>
                      <a:pt x="1200" y="1765"/>
                    </a:lnTo>
                    <a:lnTo>
                      <a:pt x="1218" y="1735"/>
                    </a:lnTo>
                    <a:lnTo>
                      <a:pt x="1236" y="1706"/>
                    </a:lnTo>
                    <a:lnTo>
                      <a:pt x="1252" y="1675"/>
                    </a:lnTo>
                    <a:lnTo>
                      <a:pt x="1252" y="1675"/>
                    </a:lnTo>
                    <a:lnTo>
                      <a:pt x="1265" y="1644"/>
                    </a:lnTo>
                    <a:lnTo>
                      <a:pt x="1279" y="1611"/>
                    </a:lnTo>
                    <a:lnTo>
                      <a:pt x="1290" y="1579"/>
                    </a:lnTo>
                    <a:lnTo>
                      <a:pt x="1302" y="1546"/>
                    </a:lnTo>
                    <a:lnTo>
                      <a:pt x="1312" y="1512"/>
                    </a:lnTo>
                    <a:lnTo>
                      <a:pt x="1321" y="1477"/>
                    </a:lnTo>
                    <a:lnTo>
                      <a:pt x="1330" y="1442"/>
                    </a:lnTo>
                    <a:lnTo>
                      <a:pt x="1338" y="1406"/>
                    </a:lnTo>
                    <a:lnTo>
                      <a:pt x="1338" y="1406"/>
                    </a:lnTo>
                    <a:lnTo>
                      <a:pt x="1343" y="1371"/>
                    </a:lnTo>
                    <a:lnTo>
                      <a:pt x="1348" y="1334"/>
                    </a:lnTo>
                    <a:lnTo>
                      <a:pt x="1352" y="1297"/>
                    </a:lnTo>
                    <a:lnTo>
                      <a:pt x="1355" y="1260"/>
                    </a:lnTo>
                    <a:lnTo>
                      <a:pt x="1358" y="1222"/>
                    </a:lnTo>
                    <a:lnTo>
                      <a:pt x="1360" y="1184"/>
                    </a:lnTo>
                    <a:lnTo>
                      <a:pt x="1360" y="1144"/>
                    </a:lnTo>
                    <a:lnTo>
                      <a:pt x="1358" y="1104"/>
                    </a:lnTo>
                    <a:lnTo>
                      <a:pt x="1358" y="1104"/>
                    </a:lnTo>
                    <a:lnTo>
                      <a:pt x="1357" y="1066"/>
                    </a:lnTo>
                    <a:lnTo>
                      <a:pt x="1354" y="1027"/>
                    </a:lnTo>
                    <a:lnTo>
                      <a:pt x="1349" y="989"/>
                    </a:lnTo>
                    <a:lnTo>
                      <a:pt x="1345" y="951"/>
                    </a:lnTo>
                    <a:lnTo>
                      <a:pt x="1339" y="912"/>
                    </a:lnTo>
                    <a:lnTo>
                      <a:pt x="1333" y="876"/>
                    </a:lnTo>
                    <a:lnTo>
                      <a:pt x="1326" y="839"/>
                    </a:lnTo>
                    <a:lnTo>
                      <a:pt x="1317" y="802"/>
                    </a:lnTo>
                    <a:lnTo>
                      <a:pt x="1317" y="802"/>
                    </a:lnTo>
                    <a:lnTo>
                      <a:pt x="1308" y="765"/>
                    </a:lnTo>
                    <a:lnTo>
                      <a:pt x="1298" y="730"/>
                    </a:lnTo>
                    <a:lnTo>
                      <a:pt x="1287" y="694"/>
                    </a:lnTo>
                    <a:lnTo>
                      <a:pt x="1276" y="659"/>
                    </a:lnTo>
                    <a:lnTo>
                      <a:pt x="1264" y="625"/>
                    </a:lnTo>
                    <a:lnTo>
                      <a:pt x="1251" y="591"/>
                    </a:lnTo>
                    <a:lnTo>
                      <a:pt x="1236" y="557"/>
                    </a:lnTo>
                    <a:lnTo>
                      <a:pt x="1223" y="525"/>
                    </a:lnTo>
                    <a:lnTo>
                      <a:pt x="1223" y="525"/>
                    </a:lnTo>
                    <a:lnTo>
                      <a:pt x="1206" y="491"/>
                    </a:lnTo>
                    <a:lnTo>
                      <a:pt x="1189" y="458"/>
                    </a:lnTo>
                    <a:lnTo>
                      <a:pt x="1172" y="427"/>
                    </a:lnTo>
                    <a:lnTo>
                      <a:pt x="1153" y="396"/>
                    </a:lnTo>
                    <a:lnTo>
                      <a:pt x="1134" y="365"/>
                    </a:lnTo>
                    <a:lnTo>
                      <a:pt x="1115" y="336"/>
                    </a:lnTo>
                    <a:lnTo>
                      <a:pt x="1094" y="308"/>
                    </a:lnTo>
                    <a:lnTo>
                      <a:pt x="1072" y="280"/>
                    </a:lnTo>
                    <a:lnTo>
                      <a:pt x="1072" y="280"/>
                    </a:lnTo>
                    <a:lnTo>
                      <a:pt x="1050" y="252"/>
                    </a:lnTo>
                    <a:lnTo>
                      <a:pt x="1026" y="224"/>
                    </a:lnTo>
                    <a:lnTo>
                      <a:pt x="1001" y="199"/>
                    </a:lnTo>
                    <a:lnTo>
                      <a:pt x="975" y="174"/>
                    </a:lnTo>
                    <a:lnTo>
                      <a:pt x="948" y="150"/>
                    </a:lnTo>
                    <a:lnTo>
                      <a:pt x="922" y="128"/>
                    </a:lnTo>
                    <a:lnTo>
                      <a:pt x="894" y="107"/>
                    </a:lnTo>
                    <a:lnTo>
                      <a:pt x="864" y="88"/>
                    </a:lnTo>
                    <a:lnTo>
                      <a:pt x="864" y="88"/>
                    </a:lnTo>
                    <a:lnTo>
                      <a:pt x="833" y="69"/>
                    </a:lnTo>
                    <a:lnTo>
                      <a:pt x="801" y="53"/>
                    </a:lnTo>
                    <a:lnTo>
                      <a:pt x="770" y="38"/>
                    </a:lnTo>
                    <a:lnTo>
                      <a:pt x="737" y="26"/>
                    </a:lnTo>
                    <a:lnTo>
                      <a:pt x="707" y="18"/>
                    </a:lnTo>
                    <a:lnTo>
                      <a:pt x="674" y="9"/>
                    </a:lnTo>
                    <a:lnTo>
                      <a:pt x="642" y="4"/>
                    </a:lnTo>
                    <a:lnTo>
                      <a:pt x="611" y="1"/>
                    </a:lnTo>
                    <a:lnTo>
                      <a:pt x="611" y="1"/>
                    </a:lnTo>
                    <a:lnTo>
                      <a:pt x="581" y="0"/>
                    </a:lnTo>
                    <a:lnTo>
                      <a:pt x="581" y="0"/>
                    </a:lnTo>
                    <a:lnTo>
                      <a:pt x="552" y="1"/>
                    </a:lnTo>
                    <a:lnTo>
                      <a:pt x="521" y="4"/>
                    </a:lnTo>
                    <a:lnTo>
                      <a:pt x="491" y="9"/>
                    </a:lnTo>
                    <a:lnTo>
                      <a:pt x="462" y="16"/>
                    </a:lnTo>
                    <a:lnTo>
                      <a:pt x="434" y="25"/>
                    </a:lnTo>
                    <a:lnTo>
                      <a:pt x="404" y="37"/>
                    </a:lnTo>
                    <a:lnTo>
                      <a:pt x="376" y="50"/>
                    </a:lnTo>
                    <a:lnTo>
                      <a:pt x="350" y="65"/>
                    </a:lnTo>
                    <a:close/>
                  </a:path>
                </a:pathLst>
              </a:custGeom>
              <a:gradFill>
                <a:gsLst>
                  <a:gs pos="0">
                    <a:srgbClr val="BD2223"/>
                  </a:gs>
                  <a:gs pos="100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4" name="Freeform 17"/>
              <p:cNvSpPr>
                <a:spLocks/>
              </p:cNvSpPr>
              <p:nvPr/>
            </p:nvSpPr>
            <p:spPr bwMode="auto">
              <a:xfrm>
                <a:off x="1104106" y="2603500"/>
                <a:ext cx="1576388" cy="2338388"/>
              </a:xfrm>
              <a:custGeom>
                <a:avLst/>
                <a:gdLst>
                  <a:gd name="T0" fmla="*/ 232 w 993"/>
                  <a:gd name="T1" fmla="*/ 64 h 1473"/>
                  <a:gd name="T2" fmla="*/ 166 w 993"/>
                  <a:gd name="T3" fmla="*/ 123 h 1473"/>
                  <a:gd name="T4" fmla="*/ 108 w 993"/>
                  <a:gd name="T5" fmla="*/ 200 h 1473"/>
                  <a:gd name="T6" fmla="*/ 74 w 993"/>
                  <a:gd name="T7" fmla="*/ 264 h 1473"/>
                  <a:gd name="T8" fmla="*/ 33 w 993"/>
                  <a:gd name="T9" fmla="*/ 378 h 1473"/>
                  <a:gd name="T10" fmla="*/ 8 w 993"/>
                  <a:gd name="T11" fmla="*/ 508 h 1473"/>
                  <a:gd name="T12" fmla="*/ 0 w 993"/>
                  <a:gd name="T13" fmla="*/ 603 h 1473"/>
                  <a:gd name="T14" fmla="*/ 8 w 993"/>
                  <a:gd name="T15" fmla="*/ 751 h 1473"/>
                  <a:gd name="T16" fmla="*/ 33 w 993"/>
                  <a:gd name="T17" fmla="*/ 894 h 1473"/>
                  <a:gd name="T18" fmla="*/ 59 w 993"/>
                  <a:gd name="T19" fmla="*/ 985 h 1473"/>
                  <a:gd name="T20" fmla="*/ 111 w 993"/>
                  <a:gd name="T21" fmla="*/ 1111 h 1473"/>
                  <a:gd name="T22" fmla="*/ 174 w 993"/>
                  <a:gd name="T23" fmla="*/ 1223 h 1473"/>
                  <a:gd name="T24" fmla="*/ 223 w 993"/>
                  <a:gd name="T25" fmla="*/ 1286 h 1473"/>
                  <a:gd name="T26" fmla="*/ 300 w 993"/>
                  <a:gd name="T27" fmla="*/ 1363 h 1473"/>
                  <a:gd name="T28" fmla="*/ 382 w 993"/>
                  <a:gd name="T29" fmla="*/ 1422 h 1473"/>
                  <a:gd name="T30" fmla="*/ 437 w 993"/>
                  <a:gd name="T31" fmla="*/ 1448 h 1473"/>
                  <a:gd name="T32" fmla="*/ 518 w 993"/>
                  <a:gd name="T33" fmla="*/ 1470 h 1473"/>
                  <a:gd name="T34" fmla="*/ 599 w 993"/>
                  <a:gd name="T35" fmla="*/ 1472 h 1473"/>
                  <a:gd name="T36" fmla="*/ 651 w 993"/>
                  <a:gd name="T37" fmla="*/ 1463 h 1473"/>
                  <a:gd name="T38" fmla="*/ 720 w 993"/>
                  <a:gd name="T39" fmla="*/ 1436 h 1473"/>
                  <a:gd name="T40" fmla="*/ 780 w 993"/>
                  <a:gd name="T41" fmla="*/ 1395 h 1473"/>
                  <a:gd name="T42" fmla="*/ 817 w 993"/>
                  <a:gd name="T43" fmla="*/ 1363 h 1473"/>
                  <a:gd name="T44" fmla="*/ 863 w 993"/>
                  <a:gd name="T45" fmla="*/ 1308 h 1473"/>
                  <a:gd name="T46" fmla="*/ 903 w 993"/>
                  <a:gd name="T47" fmla="*/ 1245 h 1473"/>
                  <a:gd name="T48" fmla="*/ 923 w 993"/>
                  <a:gd name="T49" fmla="*/ 1199 h 1473"/>
                  <a:gd name="T50" fmla="*/ 965 w 993"/>
                  <a:gd name="T51" fmla="*/ 1078 h 1473"/>
                  <a:gd name="T52" fmla="*/ 984 w 993"/>
                  <a:gd name="T53" fmla="*/ 974 h 1473"/>
                  <a:gd name="T54" fmla="*/ 991 w 993"/>
                  <a:gd name="T55" fmla="*/ 805 h 1473"/>
                  <a:gd name="T56" fmla="*/ 982 w 993"/>
                  <a:gd name="T57" fmla="*/ 693 h 1473"/>
                  <a:gd name="T58" fmla="*/ 962 w 993"/>
                  <a:gd name="T59" fmla="*/ 584 h 1473"/>
                  <a:gd name="T60" fmla="*/ 913 w 993"/>
                  <a:gd name="T61" fmla="*/ 431 h 1473"/>
                  <a:gd name="T62" fmla="*/ 869 w 993"/>
                  <a:gd name="T63" fmla="*/ 335 h 1473"/>
                  <a:gd name="T64" fmla="*/ 783 w 993"/>
                  <a:gd name="T65" fmla="*/ 204 h 1473"/>
                  <a:gd name="T66" fmla="*/ 749 w 993"/>
                  <a:gd name="T67" fmla="*/ 164 h 1473"/>
                  <a:gd name="T68" fmla="*/ 693 w 993"/>
                  <a:gd name="T69" fmla="*/ 110 h 1473"/>
                  <a:gd name="T70" fmla="*/ 631 w 993"/>
                  <a:gd name="T71" fmla="*/ 64 h 1473"/>
                  <a:gd name="T72" fmla="*/ 586 w 993"/>
                  <a:gd name="T73" fmla="*/ 39 h 1473"/>
                  <a:gd name="T74" fmla="*/ 515 w 993"/>
                  <a:gd name="T75" fmla="*/ 12 h 1473"/>
                  <a:gd name="T76" fmla="*/ 446 w 993"/>
                  <a:gd name="T77" fmla="*/ 0 h 1473"/>
                  <a:gd name="T78" fmla="*/ 425 w 993"/>
                  <a:gd name="T79" fmla="*/ 0 h 1473"/>
                  <a:gd name="T80" fmla="*/ 359 w 993"/>
                  <a:gd name="T81" fmla="*/ 6 h 1473"/>
                  <a:gd name="T82" fmla="*/ 297 w 993"/>
                  <a:gd name="T83" fmla="*/ 27 h 1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93" h="1473">
                    <a:moveTo>
                      <a:pt x="255" y="48"/>
                    </a:moveTo>
                    <a:lnTo>
                      <a:pt x="255" y="48"/>
                    </a:lnTo>
                    <a:lnTo>
                      <a:pt x="232" y="64"/>
                    </a:lnTo>
                    <a:lnTo>
                      <a:pt x="208" y="82"/>
                    </a:lnTo>
                    <a:lnTo>
                      <a:pt x="186" y="101"/>
                    </a:lnTo>
                    <a:lnTo>
                      <a:pt x="166" y="123"/>
                    </a:lnTo>
                    <a:lnTo>
                      <a:pt x="145" y="146"/>
                    </a:lnTo>
                    <a:lnTo>
                      <a:pt x="126" y="172"/>
                    </a:lnTo>
                    <a:lnTo>
                      <a:pt x="108" y="200"/>
                    </a:lnTo>
                    <a:lnTo>
                      <a:pt x="90" y="230"/>
                    </a:lnTo>
                    <a:lnTo>
                      <a:pt x="90" y="230"/>
                    </a:lnTo>
                    <a:lnTo>
                      <a:pt x="74" y="264"/>
                    </a:lnTo>
                    <a:lnTo>
                      <a:pt x="58" y="300"/>
                    </a:lnTo>
                    <a:lnTo>
                      <a:pt x="45" y="338"/>
                    </a:lnTo>
                    <a:lnTo>
                      <a:pt x="33" y="378"/>
                    </a:lnTo>
                    <a:lnTo>
                      <a:pt x="22" y="419"/>
                    </a:lnTo>
                    <a:lnTo>
                      <a:pt x="14" y="463"/>
                    </a:lnTo>
                    <a:lnTo>
                      <a:pt x="8" y="508"/>
                    </a:lnTo>
                    <a:lnTo>
                      <a:pt x="3" y="555"/>
                    </a:lnTo>
                    <a:lnTo>
                      <a:pt x="3" y="555"/>
                    </a:lnTo>
                    <a:lnTo>
                      <a:pt x="0" y="603"/>
                    </a:lnTo>
                    <a:lnTo>
                      <a:pt x="0" y="654"/>
                    </a:lnTo>
                    <a:lnTo>
                      <a:pt x="3" y="702"/>
                    </a:lnTo>
                    <a:lnTo>
                      <a:pt x="8" y="751"/>
                    </a:lnTo>
                    <a:lnTo>
                      <a:pt x="14" y="800"/>
                    </a:lnTo>
                    <a:lnTo>
                      <a:pt x="22" y="847"/>
                    </a:lnTo>
                    <a:lnTo>
                      <a:pt x="33" y="894"/>
                    </a:lnTo>
                    <a:lnTo>
                      <a:pt x="45" y="940"/>
                    </a:lnTo>
                    <a:lnTo>
                      <a:pt x="45" y="940"/>
                    </a:lnTo>
                    <a:lnTo>
                      <a:pt x="59" y="985"/>
                    </a:lnTo>
                    <a:lnTo>
                      <a:pt x="74" y="1028"/>
                    </a:lnTo>
                    <a:lnTo>
                      <a:pt x="92" y="1071"/>
                    </a:lnTo>
                    <a:lnTo>
                      <a:pt x="111" y="1111"/>
                    </a:lnTo>
                    <a:lnTo>
                      <a:pt x="130" y="1149"/>
                    </a:lnTo>
                    <a:lnTo>
                      <a:pt x="152" y="1187"/>
                    </a:lnTo>
                    <a:lnTo>
                      <a:pt x="174" y="1223"/>
                    </a:lnTo>
                    <a:lnTo>
                      <a:pt x="199" y="1255"/>
                    </a:lnTo>
                    <a:lnTo>
                      <a:pt x="199" y="1255"/>
                    </a:lnTo>
                    <a:lnTo>
                      <a:pt x="223" y="1286"/>
                    </a:lnTo>
                    <a:lnTo>
                      <a:pt x="248" y="1314"/>
                    </a:lnTo>
                    <a:lnTo>
                      <a:pt x="273" y="1339"/>
                    </a:lnTo>
                    <a:lnTo>
                      <a:pt x="300" y="1363"/>
                    </a:lnTo>
                    <a:lnTo>
                      <a:pt x="326" y="1385"/>
                    </a:lnTo>
                    <a:lnTo>
                      <a:pt x="354" y="1404"/>
                    </a:lnTo>
                    <a:lnTo>
                      <a:pt x="382" y="1422"/>
                    </a:lnTo>
                    <a:lnTo>
                      <a:pt x="410" y="1436"/>
                    </a:lnTo>
                    <a:lnTo>
                      <a:pt x="410" y="1436"/>
                    </a:lnTo>
                    <a:lnTo>
                      <a:pt x="437" y="1448"/>
                    </a:lnTo>
                    <a:lnTo>
                      <a:pt x="465" y="1457"/>
                    </a:lnTo>
                    <a:lnTo>
                      <a:pt x="491" y="1464"/>
                    </a:lnTo>
                    <a:lnTo>
                      <a:pt x="518" y="1470"/>
                    </a:lnTo>
                    <a:lnTo>
                      <a:pt x="546" y="1473"/>
                    </a:lnTo>
                    <a:lnTo>
                      <a:pt x="572" y="1473"/>
                    </a:lnTo>
                    <a:lnTo>
                      <a:pt x="599" y="1472"/>
                    </a:lnTo>
                    <a:lnTo>
                      <a:pt x="627" y="1469"/>
                    </a:lnTo>
                    <a:lnTo>
                      <a:pt x="627" y="1469"/>
                    </a:lnTo>
                    <a:lnTo>
                      <a:pt x="651" y="1463"/>
                    </a:lnTo>
                    <a:lnTo>
                      <a:pt x="674" y="1456"/>
                    </a:lnTo>
                    <a:lnTo>
                      <a:pt x="698" y="1447"/>
                    </a:lnTo>
                    <a:lnTo>
                      <a:pt x="720" y="1436"/>
                    </a:lnTo>
                    <a:lnTo>
                      <a:pt x="741" y="1425"/>
                    </a:lnTo>
                    <a:lnTo>
                      <a:pt x="761" y="1411"/>
                    </a:lnTo>
                    <a:lnTo>
                      <a:pt x="780" y="1395"/>
                    </a:lnTo>
                    <a:lnTo>
                      <a:pt x="799" y="1379"/>
                    </a:lnTo>
                    <a:lnTo>
                      <a:pt x="799" y="1379"/>
                    </a:lnTo>
                    <a:lnTo>
                      <a:pt x="817" y="1363"/>
                    </a:lnTo>
                    <a:lnTo>
                      <a:pt x="832" y="1345"/>
                    </a:lnTo>
                    <a:lnTo>
                      <a:pt x="848" y="1327"/>
                    </a:lnTo>
                    <a:lnTo>
                      <a:pt x="863" y="1308"/>
                    </a:lnTo>
                    <a:lnTo>
                      <a:pt x="876" y="1288"/>
                    </a:lnTo>
                    <a:lnTo>
                      <a:pt x="889" y="1267"/>
                    </a:lnTo>
                    <a:lnTo>
                      <a:pt x="903" y="1245"/>
                    </a:lnTo>
                    <a:lnTo>
                      <a:pt x="913" y="1221"/>
                    </a:lnTo>
                    <a:lnTo>
                      <a:pt x="913" y="1221"/>
                    </a:lnTo>
                    <a:lnTo>
                      <a:pt x="923" y="1199"/>
                    </a:lnTo>
                    <a:lnTo>
                      <a:pt x="934" y="1176"/>
                    </a:lnTo>
                    <a:lnTo>
                      <a:pt x="950" y="1128"/>
                    </a:lnTo>
                    <a:lnTo>
                      <a:pt x="965" y="1078"/>
                    </a:lnTo>
                    <a:lnTo>
                      <a:pt x="976" y="1025"/>
                    </a:lnTo>
                    <a:lnTo>
                      <a:pt x="976" y="1025"/>
                    </a:lnTo>
                    <a:lnTo>
                      <a:pt x="984" y="974"/>
                    </a:lnTo>
                    <a:lnTo>
                      <a:pt x="990" y="919"/>
                    </a:lnTo>
                    <a:lnTo>
                      <a:pt x="993" y="863"/>
                    </a:lnTo>
                    <a:lnTo>
                      <a:pt x="991" y="805"/>
                    </a:lnTo>
                    <a:lnTo>
                      <a:pt x="991" y="805"/>
                    </a:lnTo>
                    <a:lnTo>
                      <a:pt x="988" y="749"/>
                    </a:lnTo>
                    <a:lnTo>
                      <a:pt x="982" y="693"/>
                    </a:lnTo>
                    <a:lnTo>
                      <a:pt x="973" y="639"/>
                    </a:lnTo>
                    <a:lnTo>
                      <a:pt x="962" y="584"/>
                    </a:lnTo>
                    <a:lnTo>
                      <a:pt x="962" y="584"/>
                    </a:lnTo>
                    <a:lnTo>
                      <a:pt x="948" y="533"/>
                    </a:lnTo>
                    <a:lnTo>
                      <a:pt x="932" y="481"/>
                    </a:lnTo>
                    <a:lnTo>
                      <a:pt x="913" y="431"/>
                    </a:lnTo>
                    <a:lnTo>
                      <a:pt x="892" y="382"/>
                    </a:lnTo>
                    <a:lnTo>
                      <a:pt x="892" y="382"/>
                    </a:lnTo>
                    <a:lnTo>
                      <a:pt x="869" y="335"/>
                    </a:lnTo>
                    <a:lnTo>
                      <a:pt x="842" y="289"/>
                    </a:lnTo>
                    <a:lnTo>
                      <a:pt x="814" y="245"/>
                    </a:lnTo>
                    <a:lnTo>
                      <a:pt x="783" y="204"/>
                    </a:lnTo>
                    <a:lnTo>
                      <a:pt x="783" y="204"/>
                    </a:lnTo>
                    <a:lnTo>
                      <a:pt x="767" y="183"/>
                    </a:lnTo>
                    <a:lnTo>
                      <a:pt x="749" y="164"/>
                    </a:lnTo>
                    <a:lnTo>
                      <a:pt x="730" y="145"/>
                    </a:lnTo>
                    <a:lnTo>
                      <a:pt x="712" y="127"/>
                    </a:lnTo>
                    <a:lnTo>
                      <a:pt x="693" y="110"/>
                    </a:lnTo>
                    <a:lnTo>
                      <a:pt x="673" y="93"/>
                    </a:lnTo>
                    <a:lnTo>
                      <a:pt x="652" y="79"/>
                    </a:lnTo>
                    <a:lnTo>
                      <a:pt x="631" y="64"/>
                    </a:lnTo>
                    <a:lnTo>
                      <a:pt x="631" y="64"/>
                    </a:lnTo>
                    <a:lnTo>
                      <a:pt x="608" y="51"/>
                    </a:lnTo>
                    <a:lnTo>
                      <a:pt x="586" y="39"/>
                    </a:lnTo>
                    <a:lnTo>
                      <a:pt x="562" y="28"/>
                    </a:lnTo>
                    <a:lnTo>
                      <a:pt x="539" y="20"/>
                    </a:lnTo>
                    <a:lnTo>
                      <a:pt x="515" y="12"/>
                    </a:lnTo>
                    <a:lnTo>
                      <a:pt x="493" y="6"/>
                    </a:lnTo>
                    <a:lnTo>
                      <a:pt x="469" y="3"/>
                    </a:lnTo>
                    <a:lnTo>
                      <a:pt x="446" y="0"/>
                    </a:lnTo>
                    <a:lnTo>
                      <a:pt x="446" y="0"/>
                    </a:lnTo>
                    <a:lnTo>
                      <a:pt x="425" y="0"/>
                    </a:lnTo>
                    <a:lnTo>
                      <a:pt x="425" y="0"/>
                    </a:lnTo>
                    <a:lnTo>
                      <a:pt x="403" y="0"/>
                    </a:lnTo>
                    <a:lnTo>
                      <a:pt x="381" y="3"/>
                    </a:lnTo>
                    <a:lnTo>
                      <a:pt x="359" y="6"/>
                    </a:lnTo>
                    <a:lnTo>
                      <a:pt x="338" y="12"/>
                    </a:lnTo>
                    <a:lnTo>
                      <a:pt x="317" y="18"/>
                    </a:lnTo>
                    <a:lnTo>
                      <a:pt x="297" y="27"/>
                    </a:lnTo>
                    <a:lnTo>
                      <a:pt x="276" y="36"/>
                    </a:lnTo>
                    <a:lnTo>
                      <a:pt x="255" y="48"/>
                    </a:lnTo>
                    <a:close/>
                  </a:path>
                </a:pathLst>
              </a:custGeom>
              <a:gradFill>
                <a:gsLst>
                  <a:gs pos="0">
                    <a:srgbClr val="F0F0F0"/>
                  </a:gs>
                  <a:gs pos="100000">
                    <a:srgbClr val="F8F8F8"/>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5" name="Freeform 20"/>
              <p:cNvSpPr>
                <a:spLocks/>
              </p:cNvSpPr>
              <p:nvPr/>
            </p:nvSpPr>
            <p:spPr bwMode="auto">
              <a:xfrm>
                <a:off x="1299940" y="2881088"/>
                <a:ext cx="1219200" cy="1814513"/>
              </a:xfrm>
              <a:custGeom>
                <a:avLst/>
                <a:gdLst>
                  <a:gd name="T0" fmla="*/ 198 w 768"/>
                  <a:gd name="T1" fmla="*/ 37 h 1143"/>
                  <a:gd name="T2" fmla="*/ 161 w 768"/>
                  <a:gd name="T3" fmla="*/ 64 h 1143"/>
                  <a:gd name="T4" fmla="*/ 128 w 768"/>
                  <a:gd name="T5" fmla="*/ 95 h 1143"/>
                  <a:gd name="T6" fmla="*/ 97 w 768"/>
                  <a:gd name="T7" fmla="*/ 134 h 1143"/>
                  <a:gd name="T8" fmla="*/ 69 w 768"/>
                  <a:gd name="T9" fmla="*/ 179 h 1143"/>
                  <a:gd name="T10" fmla="*/ 56 w 768"/>
                  <a:gd name="T11" fmla="*/ 205 h 1143"/>
                  <a:gd name="T12" fmla="*/ 34 w 768"/>
                  <a:gd name="T13" fmla="*/ 263 h 1143"/>
                  <a:gd name="T14" fmla="*/ 16 w 768"/>
                  <a:gd name="T15" fmla="*/ 326 h 1143"/>
                  <a:gd name="T16" fmla="*/ 6 w 768"/>
                  <a:gd name="T17" fmla="*/ 394 h 1143"/>
                  <a:gd name="T18" fmla="*/ 1 w 768"/>
                  <a:gd name="T19" fmla="*/ 431 h 1143"/>
                  <a:gd name="T20" fmla="*/ 0 w 768"/>
                  <a:gd name="T21" fmla="*/ 507 h 1143"/>
                  <a:gd name="T22" fmla="*/ 4 w 768"/>
                  <a:gd name="T23" fmla="*/ 583 h 1143"/>
                  <a:gd name="T24" fmla="*/ 16 w 768"/>
                  <a:gd name="T25" fmla="*/ 656 h 1143"/>
                  <a:gd name="T26" fmla="*/ 34 w 768"/>
                  <a:gd name="T27" fmla="*/ 729 h 1143"/>
                  <a:gd name="T28" fmla="*/ 44 w 768"/>
                  <a:gd name="T29" fmla="*/ 764 h 1143"/>
                  <a:gd name="T30" fmla="*/ 71 w 768"/>
                  <a:gd name="T31" fmla="*/ 830 h 1143"/>
                  <a:gd name="T32" fmla="*/ 100 w 768"/>
                  <a:gd name="T33" fmla="*/ 892 h 1143"/>
                  <a:gd name="T34" fmla="*/ 134 w 768"/>
                  <a:gd name="T35" fmla="*/ 948 h 1143"/>
                  <a:gd name="T36" fmla="*/ 153 w 768"/>
                  <a:gd name="T37" fmla="*/ 973 h 1143"/>
                  <a:gd name="T38" fmla="*/ 192 w 768"/>
                  <a:gd name="T39" fmla="*/ 1019 h 1143"/>
                  <a:gd name="T40" fmla="*/ 231 w 768"/>
                  <a:gd name="T41" fmla="*/ 1057 h 1143"/>
                  <a:gd name="T42" fmla="*/ 274 w 768"/>
                  <a:gd name="T43" fmla="*/ 1090 h 1143"/>
                  <a:gd name="T44" fmla="*/ 317 w 768"/>
                  <a:gd name="T45" fmla="*/ 1113 h 1143"/>
                  <a:gd name="T46" fmla="*/ 338 w 768"/>
                  <a:gd name="T47" fmla="*/ 1124 h 1143"/>
                  <a:gd name="T48" fmla="*/ 380 w 768"/>
                  <a:gd name="T49" fmla="*/ 1135 h 1143"/>
                  <a:gd name="T50" fmla="*/ 422 w 768"/>
                  <a:gd name="T51" fmla="*/ 1143 h 1143"/>
                  <a:gd name="T52" fmla="*/ 464 w 768"/>
                  <a:gd name="T53" fmla="*/ 1141 h 1143"/>
                  <a:gd name="T54" fmla="*/ 485 w 768"/>
                  <a:gd name="T55" fmla="*/ 1138 h 1143"/>
                  <a:gd name="T56" fmla="*/ 522 w 768"/>
                  <a:gd name="T57" fmla="*/ 1130 h 1143"/>
                  <a:gd name="T58" fmla="*/ 557 w 768"/>
                  <a:gd name="T59" fmla="*/ 1113 h 1143"/>
                  <a:gd name="T60" fmla="*/ 590 w 768"/>
                  <a:gd name="T61" fmla="*/ 1094 h 1143"/>
                  <a:gd name="T62" fmla="*/ 619 w 768"/>
                  <a:gd name="T63" fmla="*/ 1069 h 1143"/>
                  <a:gd name="T64" fmla="*/ 632 w 768"/>
                  <a:gd name="T65" fmla="*/ 1057 h 1143"/>
                  <a:gd name="T66" fmla="*/ 656 w 768"/>
                  <a:gd name="T67" fmla="*/ 1029 h 1143"/>
                  <a:gd name="T68" fmla="*/ 688 w 768"/>
                  <a:gd name="T69" fmla="*/ 982 h 1143"/>
                  <a:gd name="T70" fmla="*/ 708 w 768"/>
                  <a:gd name="T71" fmla="*/ 947 h 1143"/>
                  <a:gd name="T72" fmla="*/ 736 w 768"/>
                  <a:gd name="T73" fmla="*/ 874 h 1143"/>
                  <a:gd name="T74" fmla="*/ 756 w 768"/>
                  <a:gd name="T75" fmla="*/ 795 h 1143"/>
                  <a:gd name="T76" fmla="*/ 762 w 768"/>
                  <a:gd name="T77" fmla="*/ 755 h 1143"/>
                  <a:gd name="T78" fmla="*/ 768 w 768"/>
                  <a:gd name="T79" fmla="*/ 670 h 1143"/>
                  <a:gd name="T80" fmla="*/ 768 w 768"/>
                  <a:gd name="T81" fmla="*/ 625 h 1143"/>
                  <a:gd name="T82" fmla="*/ 761 w 768"/>
                  <a:gd name="T83" fmla="*/ 538 h 1143"/>
                  <a:gd name="T84" fmla="*/ 744 w 768"/>
                  <a:gd name="T85" fmla="*/ 454 h 1143"/>
                  <a:gd name="T86" fmla="*/ 734 w 768"/>
                  <a:gd name="T87" fmla="*/ 413 h 1143"/>
                  <a:gd name="T88" fmla="*/ 708 w 768"/>
                  <a:gd name="T89" fmla="*/ 335 h 1143"/>
                  <a:gd name="T90" fmla="*/ 691 w 768"/>
                  <a:gd name="T91" fmla="*/ 297 h 1143"/>
                  <a:gd name="T92" fmla="*/ 652 w 768"/>
                  <a:gd name="T93" fmla="*/ 224 h 1143"/>
                  <a:gd name="T94" fmla="*/ 606 w 768"/>
                  <a:gd name="T95" fmla="*/ 158 h 1143"/>
                  <a:gd name="T96" fmla="*/ 579 w 768"/>
                  <a:gd name="T97" fmla="*/ 127 h 1143"/>
                  <a:gd name="T98" fmla="*/ 520 w 768"/>
                  <a:gd name="T99" fmla="*/ 72 h 1143"/>
                  <a:gd name="T100" fmla="*/ 488 w 768"/>
                  <a:gd name="T101" fmla="*/ 50 h 1143"/>
                  <a:gd name="T102" fmla="*/ 470 w 768"/>
                  <a:gd name="T103" fmla="*/ 40 h 1143"/>
                  <a:gd name="T104" fmla="*/ 435 w 768"/>
                  <a:gd name="T105" fmla="*/ 22 h 1143"/>
                  <a:gd name="T106" fmla="*/ 399 w 768"/>
                  <a:gd name="T107" fmla="*/ 11 h 1143"/>
                  <a:gd name="T108" fmla="*/ 363 w 768"/>
                  <a:gd name="T109" fmla="*/ 3 h 1143"/>
                  <a:gd name="T110" fmla="*/ 345 w 768"/>
                  <a:gd name="T111" fmla="*/ 0 h 1143"/>
                  <a:gd name="T112" fmla="*/ 329 w 768"/>
                  <a:gd name="T113" fmla="*/ 0 h 1143"/>
                  <a:gd name="T114" fmla="*/ 295 w 768"/>
                  <a:gd name="T115" fmla="*/ 3 h 1143"/>
                  <a:gd name="T116" fmla="*/ 261 w 768"/>
                  <a:gd name="T117" fmla="*/ 9 h 1143"/>
                  <a:gd name="T118" fmla="*/ 228 w 768"/>
                  <a:gd name="T119" fmla="*/ 21 h 1143"/>
                  <a:gd name="T120" fmla="*/ 198 w 768"/>
                  <a:gd name="T121" fmla="*/ 37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8" h="1143">
                    <a:moveTo>
                      <a:pt x="198" y="37"/>
                    </a:moveTo>
                    <a:lnTo>
                      <a:pt x="198" y="37"/>
                    </a:lnTo>
                    <a:lnTo>
                      <a:pt x="178" y="49"/>
                    </a:lnTo>
                    <a:lnTo>
                      <a:pt x="161" y="64"/>
                    </a:lnTo>
                    <a:lnTo>
                      <a:pt x="144" y="78"/>
                    </a:lnTo>
                    <a:lnTo>
                      <a:pt x="128" y="95"/>
                    </a:lnTo>
                    <a:lnTo>
                      <a:pt x="112" y="114"/>
                    </a:lnTo>
                    <a:lnTo>
                      <a:pt x="97" y="134"/>
                    </a:lnTo>
                    <a:lnTo>
                      <a:pt x="83" y="155"/>
                    </a:lnTo>
                    <a:lnTo>
                      <a:pt x="69" y="179"/>
                    </a:lnTo>
                    <a:lnTo>
                      <a:pt x="69" y="179"/>
                    </a:lnTo>
                    <a:lnTo>
                      <a:pt x="56" y="205"/>
                    </a:lnTo>
                    <a:lnTo>
                      <a:pt x="44" y="233"/>
                    </a:lnTo>
                    <a:lnTo>
                      <a:pt x="34" y="263"/>
                    </a:lnTo>
                    <a:lnTo>
                      <a:pt x="25" y="294"/>
                    </a:lnTo>
                    <a:lnTo>
                      <a:pt x="16" y="326"/>
                    </a:lnTo>
                    <a:lnTo>
                      <a:pt x="10" y="358"/>
                    </a:lnTo>
                    <a:lnTo>
                      <a:pt x="6" y="394"/>
                    </a:lnTo>
                    <a:lnTo>
                      <a:pt x="1" y="431"/>
                    </a:lnTo>
                    <a:lnTo>
                      <a:pt x="1" y="431"/>
                    </a:lnTo>
                    <a:lnTo>
                      <a:pt x="0" y="469"/>
                    </a:lnTo>
                    <a:lnTo>
                      <a:pt x="0" y="507"/>
                    </a:lnTo>
                    <a:lnTo>
                      <a:pt x="1" y="544"/>
                    </a:lnTo>
                    <a:lnTo>
                      <a:pt x="4" y="583"/>
                    </a:lnTo>
                    <a:lnTo>
                      <a:pt x="10" y="619"/>
                    </a:lnTo>
                    <a:lnTo>
                      <a:pt x="16" y="656"/>
                    </a:lnTo>
                    <a:lnTo>
                      <a:pt x="25" y="693"/>
                    </a:lnTo>
                    <a:lnTo>
                      <a:pt x="34" y="729"/>
                    </a:lnTo>
                    <a:lnTo>
                      <a:pt x="34" y="729"/>
                    </a:lnTo>
                    <a:lnTo>
                      <a:pt x="44" y="764"/>
                    </a:lnTo>
                    <a:lnTo>
                      <a:pt x="57" y="798"/>
                    </a:lnTo>
                    <a:lnTo>
                      <a:pt x="71" y="830"/>
                    </a:lnTo>
                    <a:lnTo>
                      <a:pt x="85" y="861"/>
                    </a:lnTo>
                    <a:lnTo>
                      <a:pt x="100" y="892"/>
                    </a:lnTo>
                    <a:lnTo>
                      <a:pt x="116" y="920"/>
                    </a:lnTo>
                    <a:lnTo>
                      <a:pt x="134" y="948"/>
                    </a:lnTo>
                    <a:lnTo>
                      <a:pt x="153" y="973"/>
                    </a:lnTo>
                    <a:lnTo>
                      <a:pt x="153" y="973"/>
                    </a:lnTo>
                    <a:lnTo>
                      <a:pt x="172" y="997"/>
                    </a:lnTo>
                    <a:lnTo>
                      <a:pt x="192" y="1019"/>
                    </a:lnTo>
                    <a:lnTo>
                      <a:pt x="211" y="1040"/>
                    </a:lnTo>
                    <a:lnTo>
                      <a:pt x="231" y="1057"/>
                    </a:lnTo>
                    <a:lnTo>
                      <a:pt x="252" y="1074"/>
                    </a:lnTo>
                    <a:lnTo>
                      <a:pt x="274" y="1090"/>
                    </a:lnTo>
                    <a:lnTo>
                      <a:pt x="295" y="1103"/>
                    </a:lnTo>
                    <a:lnTo>
                      <a:pt x="317" y="1113"/>
                    </a:lnTo>
                    <a:lnTo>
                      <a:pt x="317" y="1113"/>
                    </a:lnTo>
                    <a:lnTo>
                      <a:pt x="338" y="1124"/>
                    </a:lnTo>
                    <a:lnTo>
                      <a:pt x="360" y="1131"/>
                    </a:lnTo>
                    <a:lnTo>
                      <a:pt x="380" y="1135"/>
                    </a:lnTo>
                    <a:lnTo>
                      <a:pt x="401" y="1140"/>
                    </a:lnTo>
                    <a:lnTo>
                      <a:pt x="422" y="1143"/>
                    </a:lnTo>
                    <a:lnTo>
                      <a:pt x="444" y="1143"/>
                    </a:lnTo>
                    <a:lnTo>
                      <a:pt x="464" y="1141"/>
                    </a:lnTo>
                    <a:lnTo>
                      <a:pt x="485" y="1138"/>
                    </a:lnTo>
                    <a:lnTo>
                      <a:pt x="485" y="1138"/>
                    </a:lnTo>
                    <a:lnTo>
                      <a:pt x="504" y="1134"/>
                    </a:lnTo>
                    <a:lnTo>
                      <a:pt x="522" y="1130"/>
                    </a:lnTo>
                    <a:lnTo>
                      <a:pt x="540" y="1122"/>
                    </a:lnTo>
                    <a:lnTo>
                      <a:pt x="557" y="1113"/>
                    </a:lnTo>
                    <a:lnTo>
                      <a:pt x="573" y="1104"/>
                    </a:lnTo>
                    <a:lnTo>
                      <a:pt x="590" y="1094"/>
                    </a:lnTo>
                    <a:lnTo>
                      <a:pt x="604" y="1082"/>
                    </a:lnTo>
                    <a:lnTo>
                      <a:pt x="619" y="1069"/>
                    </a:lnTo>
                    <a:lnTo>
                      <a:pt x="619" y="1069"/>
                    </a:lnTo>
                    <a:lnTo>
                      <a:pt x="632" y="1057"/>
                    </a:lnTo>
                    <a:lnTo>
                      <a:pt x="644" y="1044"/>
                    </a:lnTo>
                    <a:lnTo>
                      <a:pt x="656" y="1029"/>
                    </a:lnTo>
                    <a:lnTo>
                      <a:pt x="668" y="1015"/>
                    </a:lnTo>
                    <a:lnTo>
                      <a:pt x="688" y="982"/>
                    </a:lnTo>
                    <a:lnTo>
                      <a:pt x="708" y="947"/>
                    </a:lnTo>
                    <a:lnTo>
                      <a:pt x="708" y="947"/>
                    </a:lnTo>
                    <a:lnTo>
                      <a:pt x="722" y="911"/>
                    </a:lnTo>
                    <a:lnTo>
                      <a:pt x="736" y="874"/>
                    </a:lnTo>
                    <a:lnTo>
                      <a:pt x="747" y="836"/>
                    </a:lnTo>
                    <a:lnTo>
                      <a:pt x="756" y="795"/>
                    </a:lnTo>
                    <a:lnTo>
                      <a:pt x="756" y="795"/>
                    </a:lnTo>
                    <a:lnTo>
                      <a:pt x="762" y="755"/>
                    </a:lnTo>
                    <a:lnTo>
                      <a:pt x="767" y="712"/>
                    </a:lnTo>
                    <a:lnTo>
                      <a:pt x="768" y="670"/>
                    </a:lnTo>
                    <a:lnTo>
                      <a:pt x="768" y="625"/>
                    </a:lnTo>
                    <a:lnTo>
                      <a:pt x="768" y="625"/>
                    </a:lnTo>
                    <a:lnTo>
                      <a:pt x="765" y="581"/>
                    </a:lnTo>
                    <a:lnTo>
                      <a:pt x="761" y="538"/>
                    </a:lnTo>
                    <a:lnTo>
                      <a:pt x="753" y="496"/>
                    </a:lnTo>
                    <a:lnTo>
                      <a:pt x="744" y="454"/>
                    </a:lnTo>
                    <a:lnTo>
                      <a:pt x="744" y="454"/>
                    </a:lnTo>
                    <a:lnTo>
                      <a:pt x="734" y="413"/>
                    </a:lnTo>
                    <a:lnTo>
                      <a:pt x="721" y="373"/>
                    </a:lnTo>
                    <a:lnTo>
                      <a:pt x="708" y="335"/>
                    </a:lnTo>
                    <a:lnTo>
                      <a:pt x="691" y="297"/>
                    </a:lnTo>
                    <a:lnTo>
                      <a:pt x="691" y="297"/>
                    </a:lnTo>
                    <a:lnTo>
                      <a:pt x="672" y="260"/>
                    </a:lnTo>
                    <a:lnTo>
                      <a:pt x="652" y="224"/>
                    </a:lnTo>
                    <a:lnTo>
                      <a:pt x="629" y="190"/>
                    </a:lnTo>
                    <a:lnTo>
                      <a:pt x="606" y="158"/>
                    </a:lnTo>
                    <a:lnTo>
                      <a:pt x="606" y="158"/>
                    </a:lnTo>
                    <a:lnTo>
                      <a:pt x="579" y="127"/>
                    </a:lnTo>
                    <a:lnTo>
                      <a:pt x="551" y="99"/>
                    </a:lnTo>
                    <a:lnTo>
                      <a:pt x="520" y="72"/>
                    </a:lnTo>
                    <a:lnTo>
                      <a:pt x="506" y="61"/>
                    </a:lnTo>
                    <a:lnTo>
                      <a:pt x="488" y="50"/>
                    </a:lnTo>
                    <a:lnTo>
                      <a:pt x="488" y="50"/>
                    </a:lnTo>
                    <a:lnTo>
                      <a:pt x="470" y="40"/>
                    </a:lnTo>
                    <a:lnTo>
                      <a:pt x="453" y="30"/>
                    </a:lnTo>
                    <a:lnTo>
                      <a:pt x="435" y="22"/>
                    </a:lnTo>
                    <a:lnTo>
                      <a:pt x="417" y="15"/>
                    </a:lnTo>
                    <a:lnTo>
                      <a:pt x="399" y="11"/>
                    </a:lnTo>
                    <a:lnTo>
                      <a:pt x="380" y="6"/>
                    </a:lnTo>
                    <a:lnTo>
                      <a:pt x="363" y="3"/>
                    </a:lnTo>
                    <a:lnTo>
                      <a:pt x="345" y="0"/>
                    </a:lnTo>
                    <a:lnTo>
                      <a:pt x="345" y="0"/>
                    </a:lnTo>
                    <a:lnTo>
                      <a:pt x="329" y="0"/>
                    </a:lnTo>
                    <a:lnTo>
                      <a:pt x="329" y="0"/>
                    </a:lnTo>
                    <a:lnTo>
                      <a:pt x="311" y="0"/>
                    </a:lnTo>
                    <a:lnTo>
                      <a:pt x="295" y="3"/>
                    </a:lnTo>
                    <a:lnTo>
                      <a:pt x="277" y="5"/>
                    </a:lnTo>
                    <a:lnTo>
                      <a:pt x="261" y="9"/>
                    </a:lnTo>
                    <a:lnTo>
                      <a:pt x="245" y="15"/>
                    </a:lnTo>
                    <a:lnTo>
                      <a:pt x="228" y="21"/>
                    </a:lnTo>
                    <a:lnTo>
                      <a:pt x="212" y="28"/>
                    </a:lnTo>
                    <a:lnTo>
                      <a:pt x="198" y="37"/>
                    </a:lnTo>
                    <a:close/>
                  </a:path>
                </a:pathLst>
              </a:custGeom>
              <a:gradFill>
                <a:gsLst>
                  <a:gs pos="13000">
                    <a:srgbClr val="BD2223"/>
                  </a:gs>
                  <a:gs pos="92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6" name="Freeform 23"/>
              <p:cNvSpPr>
                <a:spLocks/>
              </p:cNvSpPr>
              <p:nvPr/>
            </p:nvSpPr>
            <p:spPr bwMode="auto">
              <a:xfrm>
                <a:off x="1565162" y="3221037"/>
                <a:ext cx="741363" cy="1103313"/>
              </a:xfrm>
              <a:custGeom>
                <a:avLst/>
                <a:gdLst>
                  <a:gd name="T0" fmla="*/ 121 w 467"/>
                  <a:gd name="T1" fmla="*/ 22 h 695"/>
                  <a:gd name="T2" fmla="*/ 99 w 467"/>
                  <a:gd name="T3" fmla="*/ 39 h 695"/>
                  <a:gd name="T4" fmla="*/ 78 w 467"/>
                  <a:gd name="T5" fmla="*/ 58 h 695"/>
                  <a:gd name="T6" fmla="*/ 59 w 467"/>
                  <a:gd name="T7" fmla="*/ 81 h 695"/>
                  <a:gd name="T8" fmla="*/ 43 w 467"/>
                  <a:gd name="T9" fmla="*/ 109 h 695"/>
                  <a:gd name="T10" fmla="*/ 34 w 467"/>
                  <a:gd name="T11" fmla="*/ 124 h 695"/>
                  <a:gd name="T12" fmla="*/ 21 w 467"/>
                  <a:gd name="T13" fmla="*/ 160 h 695"/>
                  <a:gd name="T14" fmla="*/ 10 w 467"/>
                  <a:gd name="T15" fmla="*/ 198 h 695"/>
                  <a:gd name="T16" fmla="*/ 3 w 467"/>
                  <a:gd name="T17" fmla="*/ 239 h 695"/>
                  <a:gd name="T18" fmla="*/ 1 w 467"/>
                  <a:gd name="T19" fmla="*/ 261 h 695"/>
                  <a:gd name="T20" fmla="*/ 0 w 467"/>
                  <a:gd name="T21" fmla="*/ 308 h 695"/>
                  <a:gd name="T22" fmla="*/ 3 w 467"/>
                  <a:gd name="T23" fmla="*/ 354 h 695"/>
                  <a:gd name="T24" fmla="*/ 10 w 467"/>
                  <a:gd name="T25" fmla="*/ 400 h 695"/>
                  <a:gd name="T26" fmla="*/ 21 w 467"/>
                  <a:gd name="T27" fmla="*/ 444 h 695"/>
                  <a:gd name="T28" fmla="*/ 28 w 467"/>
                  <a:gd name="T29" fmla="*/ 465 h 695"/>
                  <a:gd name="T30" fmla="*/ 43 w 467"/>
                  <a:gd name="T31" fmla="*/ 505 h 695"/>
                  <a:gd name="T32" fmla="*/ 62 w 467"/>
                  <a:gd name="T33" fmla="*/ 541 h 695"/>
                  <a:gd name="T34" fmla="*/ 82 w 467"/>
                  <a:gd name="T35" fmla="*/ 577 h 695"/>
                  <a:gd name="T36" fmla="*/ 94 w 467"/>
                  <a:gd name="T37" fmla="*/ 592 h 695"/>
                  <a:gd name="T38" fmla="*/ 116 w 467"/>
                  <a:gd name="T39" fmla="*/ 620 h 695"/>
                  <a:gd name="T40" fmla="*/ 141 w 467"/>
                  <a:gd name="T41" fmla="*/ 643 h 695"/>
                  <a:gd name="T42" fmla="*/ 166 w 467"/>
                  <a:gd name="T43" fmla="*/ 662 h 695"/>
                  <a:gd name="T44" fmla="*/ 193 w 467"/>
                  <a:gd name="T45" fmla="*/ 677 h 695"/>
                  <a:gd name="T46" fmla="*/ 206 w 467"/>
                  <a:gd name="T47" fmla="*/ 683 h 695"/>
                  <a:gd name="T48" fmla="*/ 231 w 467"/>
                  <a:gd name="T49" fmla="*/ 690 h 695"/>
                  <a:gd name="T50" fmla="*/ 256 w 467"/>
                  <a:gd name="T51" fmla="*/ 695 h 695"/>
                  <a:gd name="T52" fmla="*/ 283 w 467"/>
                  <a:gd name="T53" fmla="*/ 695 h 695"/>
                  <a:gd name="T54" fmla="*/ 295 w 467"/>
                  <a:gd name="T55" fmla="*/ 692 h 695"/>
                  <a:gd name="T56" fmla="*/ 317 w 467"/>
                  <a:gd name="T57" fmla="*/ 686 h 695"/>
                  <a:gd name="T58" fmla="*/ 358 w 467"/>
                  <a:gd name="T59" fmla="*/ 665 h 695"/>
                  <a:gd name="T60" fmla="*/ 377 w 467"/>
                  <a:gd name="T61" fmla="*/ 650 h 695"/>
                  <a:gd name="T62" fmla="*/ 407 w 467"/>
                  <a:gd name="T63" fmla="*/ 617 h 695"/>
                  <a:gd name="T64" fmla="*/ 430 w 467"/>
                  <a:gd name="T65" fmla="*/ 575 h 695"/>
                  <a:gd name="T66" fmla="*/ 439 w 467"/>
                  <a:gd name="T67" fmla="*/ 555 h 695"/>
                  <a:gd name="T68" fmla="*/ 454 w 467"/>
                  <a:gd name="T69" fmla="*/ 509 h 695"/>
                  <a:gd name="T70" fmla="*/ 460 w 467"/>
                  <a:gd name="T71" fmla="*/ 484 h 695"/>
                  <a:gd name="T72" fmla="*/ 466 w 467"/>
                  <a:gd name="T73" fmla="*/ 434 h 695"/>
                  <a:gd name="T74" fmla="*/ 467 w 467"/>
                  <a:gd name="T75" fmla="*/ 381 h 695"/>
                  <a:gd name="T76" fmla="*/ 466 w 467"/>
                  <a:gd name="T77" fmla="*/ 353 h 695"/>
                  <a:gd name="T78" fmla="*/ 458 w 467"/>
                  <a:gd name="T79" fmla="*/ 301 h 695"/>
                  <a:gd name="T80" fmla="*/ 452 w 467"/>
                  <a:gd name="T81" fmla="*/ 276 h 695"/>
                  <a:gd name="T82" fmla="*/ 439 w 467"/>
                  <a:gd name="T83" fmla="*/ 227 h 695"/>
                  <a:gd name="T84" fmla="*/ 420 w 467"/>
                  <a:gd name="T85" fmla="*/ 180 h 695"/>
                  <a:gd name="T86" fmla="*/ 408 w 467"/>
                  <a:gd name="T87" fmla="*/ 158 h 695"/>
                  <a:gd name="T88" fmla="*/ 383 w 467"/>
                  <a:gd name="T89" fmla="*/ 115 h 695"/>
                  <a:gd name="T90" fmla="*/ 368 w 467"/>
                  <a:gd name="T91" fmla="*/ 96 h 695"/>
                  <a:gd name="T92" fmla="*/ 336 w 467"/>
                  <a:gd name="T93" fmla="*/ 61 h 695"/>
                  <a:gd name="T94" fmla="*/ 298 w 467"/>
                  <a:gd name="T95" fmla="*/ 31 h 695"/>
                  <a:gd name="T96" fmla="*/ 276 w 467"/>
                  <a:gd name="T97" fmla="*/ 18 h 695"/>
                  <a:gd name="T98" fmla="*/ 231 w 467"/>
                  <a:gd name="T99" fmla="*/ 3 h 695"/>
                  <a:gd name="T100" fmla="*/ 211 w 467"/>
                  <a:gd name="T101" fmla="*/ 0 h 695"/>
                  <a:gd name="T102" fmla="*/ 200 w 467"/>
                  <a:gd name="T103" fmla="*/ 0 h 695"/>
                  <a:gd name="T104" fmla="*/ 159 w 467"/>
                  <a:gd name="T105" fmla="*/ 6 h 695"/>
                  <a:gd name="T106" fmla="*/ 121 w 467"/>
                  <a:gd name="T107" fmla="*/ 22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7" h="695">
                    <a:moveTo>
                      <a:pt x="121" y="22"/>
                    </a:moveTo>
                    <a:lnTo>
                      <a:pt x="121" y="22"/>
                    </a:lnTo>
                    <a:lnTo>
                      <a:pt x="109" y="30"/>
                    </a:lnTo>
                    <a:lnTo>
                      <a:pt x="99" y="39"/>
                    </a:lnTo>
                    <a:lnTo>
                      <a:pt x="88" y="47"/>
                    </a:lnTo>
                    <a:lnTo>
                      <a:pt x="78" y="58"/>
                    </a:lnTo>
                    <a:lnTo>
                      <a:pt x="68" y="70"/>
                    </a:lnTo>
                    <a:lnTo>
                      <a:pt x="59" y="81"/>
                    </a:lnTo>
                    <a:lnTo>
                      <a:pt x="50" y="95"/>
                    </a:lnTo>
                    <a:lnTo>
                      <a:pt x="43" y="109"/>
                    </a:lnTo>
                    <a:lnTo>
                      <a:pt x="43" y="109"/>
                    </a:lnTo>
                    <a:lnTo>
                      <a:pt x="34" y="124"/>
                    </a:lnTo>
                    <a:lnTo>
                      <a:pt x="28" y="142"/>
                    </a:lnTo>
                    <a:lnTo>
                      <a:pt x="21" y="160"/>
                    </a:lnTo>
                    <a:lnTo>
                      <a:pt x="15" y="179"/>
                    </a:lnTo>
                    <a:lnTo>
                      <a:pt x="10" y="198"/>
                    </a:lnTo>
                    <a:lnTo>
                      <a:pt x="6" y="219"/>
                    </a:lnTo>
                    <a:lnTo>
                      <a:pt x="3" y="239"/>
                    </a:lnTo>
                    <a:lnTo>
                      <a:pt x="1" y="261"/>
                    </a:lnTo>
                    <a:lnTo>
                      <a:pt x="1" y="261"/>
                    </a:lnTo>
                    <a:lnTo>
                      <a:pt x="0" y="285"/>
                    </a:lnTo>
                    <a:lnTo>
                      <a:pt x="0" y="308"/>
                    </a:lnTo>
                    <a:lnTo>
                      <a:pt x="1" y="331"/>
                    </a:lnTo>
                    <a:lnTo>
                      <a:pt x="3" y="354"/>
                    </a:lnTo>
                    <a:lnTo>
                      <a:pt x="6" y="376"/>
                    </a:lnTo>
                    <a:lnTo>
                      <a:pt x="10" y="400"/>
                    </a:lnTo>
                    <a:lnTo>
                      <a:pt x="15" y="422"/>
                    </a:lnTo>
                    <a:lnTo>
                      <a:pt x="21" y="444"/>
                    </a:lnTo>
                    <a:lnTo>
                      <a:pt x="21" y="444"/>
                    </a:lnTo>
                    <a:lnTo>
                      <a:pt x="28" y="465"/>
                    </a:lnTo>
                    <a:lnTo>
                      <a:pt x="35" y="485"/>
                    </a:lnTo>
                    <a:lnTo>
                      <a:pt x="43" y="505"/>
                    </a:lnTo>
                    <a:lnTo>
                      <a:pt x="51" y="524"/>
                    </a:lnTo>
                    <a:lnTo>
                      <a:pt x="62" y="541"/>
                    </a:lnTo>
                    <a:lnTo>
                      <a:pt x="71" y="559"/>
                    </a:lnTo>
                    <a:lnTo>
                      <a:pt x="82" y="577"/>
                    </a:lnTo>
                    <a:lnTo>
                      <a:pt x="94" y="592"/>
                    </a:lnTo>
                    <a:lnTo>
                      <a:pt x="94" y="592"/>
                    </a:lnTo>
                    <a:lnTo>
                      <a:pt x="105" y="606"/>
                    </a:lnTo>
                    <a:lnTo>
                      <a:pt x="116" y="620"/>
                    </a:lnTo>
                    <a:lnTo>
                      <a:pt x="128" y="631"/>
                    </a:lnTo>
                    <a:lnTo>
                      <a:pt x="141" y="643"/>
                    </a:lnTo>
                    <a:lnTo>
                      <a:pt x="153" y="653"/>
                    </a:lnTo>
                    <a:lnTo>
                      <a:pt x="166" y="662"/>
                    </a:lnTo>
                    <a:lnTo>
                      <a:pt x="180" y="670"/>
                    </a:lnTo>
                    <a:lnTo>
                      <a:pt x="193" y="677"/>
                    </a:lnTo>
                    <a:lnTo>
                      <a:pt x="193" y="677"/>
                    </a:lnTo>
                    <a:lnTo>
                      <a:pt x="206" y="683"/>
                    </a:lnTo>
                    <a:lnTo>
                      <a:pt x="218" y="687"/>
                    </a:lnTo>
                    <a:lnTo>
                      <a:pt x="231" y="690"/>
                    </a:lnTo>
                    <a:lnTo>
                      <a:pt x="245" y="693"/>
                    </a:lnTo>
                    <a:lnTo>
                      <a:pt x="256" y="695"/>
                    </a:lnTo>
                    <a:lnTo>
                      <a:pt x="270" y="695"/>
                    </a:lnTo>
                    <a:lnTo>
                      <a:pt x="283" y="695"/>
                    </a:lnTo>
                    <a:lnTo>
                      <a:pt x="295" y="692"/>
                    </a:lnTo>
                    <a:lnTo>
                      <a:pt x="295" y="692"/>
                    </a:lnTo>
                    <a:lnTo>
                      <a:pt x="307" y="690"/>
                    </a:lnTo>
                    <a:lnTo>
                      <a:pt x="317" y="686"/>
                    </a:lnTo>
                    <a:lnTo>
                      <a:pt x="339" y="677"/>
                    </a:lnTo>
                    <a:lnTo>
                      <a:pt x="358" y="665"/>
                    </a:lnTo>
                    <a:lnTo>
                      <a:pt x="377" y="650"/>
                    </a:lnTo>
                    <a:lnTo>
                      <a:pt x="377" y="650"/>
                    </a:lnTo>
                    <a:lnTo>
                      <a:pt x="392" y="634"/>
                    </a:lnTo>
                    <a:lnTo>
                      <a:pt x="407" y="617"/>
                    </a:lnTo>
                    <a:lnTo>
                      <a:pt x="419" y="597"/>
                    </a:lnTo>
                    <a:lnTo>
                      <a:pt x="430" y="575"/>
                    </a:lnTo>
                    <a:lnTo>
                      <a:pt x="430" y="575"/>
                    </a:lnTo>
                    <a:lnTo>
                      <a:pt x="439" y="555"/>
                    </a:lnTo>
                    <a:lnTo>
                      <a:pt x="448" y="533"/>
                    </a:lnTo>
                    <a:lnTo>
                      <a:pt x="454" y="509"/>
                    </a:lnTo>
                    <a:lnTo>
                      <a:pt x="460" y="484"/>
                    </a:lnTo>
                    <a:lnTo>
                      <a:pt x="460" y="484"/>
                    </a:lnTo>
                    <a:lnTo>
                      <a:pt x="464" y="459"/>
                    </a:lnTo>
                    <a:lnTo>
                      <a:pt x="466" y="434"/>
                    </a:lnTo>
                    <a:lnTo>
                      <a:pt x="467" y="407"/>
                    </a:lnTo>
                    <a:lnTo>
                      <a:pt x="467" y="381"/>
                    </a:lnTo>
                    <a:lnTo>
                      <a:pt x="467" y="381"/>
                    </a:lnTo>
                    <a:lnTo>
                      <a:pt x="466" y="353"/>
                    </a:lnTo>
                    <a:lnTo>
                      <a:pt x="463" y="328"/>
                    </a:lnTo>
                    <a:lnTo>
                      <a:pt x="458" y="301"/>
                    </a:lnTo>
                    <a:lnTo>
                      <a:pt x="452" y="276"/>
                    </a:lnTo>
                    <a:lnTo>
                      <a:pt x="452" y="276"/>
                    </a:lnTo>
                    <a:lnTo>
                      <a:pt x="447" y="251"/>
                    </a:lnTo>
                    <a:lnTo>
                      <a:pt x="439" y="227"/>
                    </a:lnTo>
                    <a:lnTo>
                      <a:pt x="430" y="204"/>
                    </a:lnTo>
                    <a:lnTo>
                      <a:pt x="420" y="180"/>
                    </a:lnTo>
                    <a:lnTo>
                      <a:pt x="420" y="180"/>
                    </a:lnTo>
                    <a:lnTo>
                      <a:pt x="408" y="158"/>
                    </a:lnTo>
                    <a:lnTo>
                      <a:pt x="396" y="136"/>
                    </a:lnTo>
                    <a:lnTo>
                      <a:pt x="383" y="115"/>
                    </a:lnTo>
                    <a:lnTo>
                      <a:pt x="368" y="96"/>
                    </a:lnTo>
                    <a:lnTo>
                      <a:pt x="368" y="96"/>
                    </a:lnTo>
                    <a:lnTo>
                      <a:pt x="352" y="77"/>
                    </a:lnTo>
                    <a:lnTo>
                      <a:pt x="336" y="61"/>
                    </a:lnTo>
                    <a:lnTo>
                      <a:pt x="317" y="45"/>
                    </a:lnTo>
                    <a:lnTo>
                      <a:pt x="298" y="31"/>
                    </a:lnTo>
                    <a:lnTo>
                      <a:pt x="298" y="31"/>
                    </a:lnTo>
                    <a:lnTo>
                      <a:pt x="276" y="18"/>
                    </a:lnTo>
                    <a:lnTo>
                      <a:pt x="253" y="9"/>
                    </a:lnTo>
                    <a:lnTo>
                      <a:pt x="231" y="3"/>
                    </a:lnTo>
                    <a:lnTo>
                      <a:pt x="211" y="0"/>
                    </a:lnTo>
                    <a:lnTo>
                      <a:pt x="211" y="0"/>
                    </a:lnTo>
                    <a:lnTo>
                      <a:pt x="200" y="0"/>
                    </a:lnTo>
                    <a:lnTo>
                      <a:pt x="200" y="0"/>
                    </a:lnTo>
                    <a:lnTo>
                      <a:pt x="180" y="2"/>
                    </a:lnTo>
                    <a:lnTo>
                      <a:pt x="159" y="6"/>
                    </a:lnTo>
                    <a:lnTo>
                      <a:pt x="140" y="14"/>
                    </a:lnTo>
                    <a:lnTo>
                      <a:pt x="121" y="22"/>
                    </a:lnTo>
                    <a:close/>
                  </a:path>
                </a:pathLst>
              </a:custGeom>
              <a:gradFill>
                <a:gsLst>
                  <a:gs pos="0">
                    <a:srgbClr val="F0F0F0"/>
                  </a:gs>
                  <a:gs pos="100000">
                    <a:srgbClr val="F8F8F8"/>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7" name="Freeform 26"/>
              <p:cNvSpPr>
                <a:spLocks/>
              </p:cNvSpPr>
              <p:nvPr/>
            </p:nvSpPr>
            <p:spPr bwMode="auto">
              <a:xfrm>
                <a:off x="1802606" y="3540124"/>
                <a:ext cx="315913" cy="465138"/>
              </a:xfrm>
              <a:custGeom>
                <a:avLst/>
                <a:gdLst>
                  <a:gd name="T0" fmla="*/ 52 w 199"/>
                  <a:gd name="T1" fmla="*/ 9 h 293"/>
                  <a:gd name="T2" fmla="*/ 34 w 199"/>
                  <a:gd name="T3" fmla="*/ 23 h 293"/>
                  <a:gd name="T4" fmla="*/ 18 w 199"/>
                  <a:gd name="T5" fmla="*/ 46 h 293"/>
                  <a:gd name="T6" fmla="*/ 12 w 199"/>
                  <a:gd name="T7" fmla="*/ 59 h 293"/>
                  <a:gd name="T8" fmla="*/ 3 w 199"/>
                  <a:gd name="T9" fmla="*/ 91 h 293"/>
                  <a:gd name="T10" fmla="*/ 2 w 199"/>
                  <a:gd name="T11" fmla="*/ 110 h 293"/>
                  <a:gd name="T12" fmla="*/ 2 w 199"/>
                  <a:gd name="T13" fmla="*/ 149 h 293"/>
                  <a:gd name="T14" fmla="*/ 9 w 199"/>
                  <a:gd name="T15" fmla="*/ 187 h 293"/>
                  <a:gd name="T16" fmla="*/ 15 w 199"/>
                  <a:gd name="T17" fmla="*/ 205 h 293"/>
                  <a:gd name="T18" fmla="*/ 31 w 199"/>
                  <a:gd name="T19" fmla="*/ 237 h 293"/>
                  <a:gd name="T20" fmla="*/ 40 w 199"/>
                  <a:gd name="T21" fmla="*/ 250 h 293"/>
                  <a:gd name="T22" fmla="*/ 60 w 199"/>
                  <a:gd name="T23" fmla="*/ 273 h 293"/>
                  <a:gd name="T24" fmla="*/ 83 w 199"/>
                  <a:gd name="T25" fmla="*/ 286 h 293"/>
                  <a:gd name="T26" fmla="*/ 93 w 199"/>
                  <a:gd name="T27" fmla="*/ 290 h 293"/>
                  <a:gd name="T28" fmla="*/ 115 w 199"/>
                  <a:gd name="T29" fmla="*/ 293 h 293"/>
                  <a:gd name="T30" fmla="*/ 125 w 199"/>
                  <a:gd name="T31" fmla="*/ 293 h 293"/>
                  <a:gd name="T32" fmla="*/ 145 w 199"/>
                  <a:gd name="T33" fmla="*/ 286 h 293"/>
                  <a:gd name="T34" fmla="*/ 161 w 199"/>
                  <a:gd name="T35" fmla="*/ 276 h 293"/>
                  <a:gd name="T36" fmla="*/ 167 w 199"/>
                  <a:gd name="T37" fmla="*/ 268 h 293"/>
                  <a:gd name="T38" fmla="*/ 183 w 199"/>
                  <a:gd name="T39" fmla="*/ 243 h 293"/>
                  <a:gd name="T40" fmla="*/ 190 w 199"/>
                  <a:gd name="T41" fmla="*/ 225 h 293"/>
                  <a:gd name="T42" fmla="*/ 196 w 199"/>
                  <a:gd name="T43" fmla="*/ 205 h 293"/>
                  <a:gd name="T44" fmla="*/ 199 w 199"/>
                  <a:gd name="T45" fmla="*/ 161 h 293"/>
                  <a:gd name="T46" fmla="*/ 196 w 199"/>
                  <a:gd name="T47" fmla="*/ 138 h 293"/>
                  <a:gd name="T48" fmla="*/ 193 w 199"/>
                  <a:gd name="T49" fmla="*/ 116 h 293"/>
                  <a:gd name="T50" fmla="*/ 178 w 199"/>
                  <a:gd name="T51" fmla="*/ 75 h 293"/>
                  <a:gd name="T52" fmla="*/ 168 w 199"/>
                  <a:gd name="T53" fmla="*/ 57 h 293"/>
                  <a:gd name="T54" fmla="*/ 156 w 199"/>
                  <a:gd name="T55" fmla="*/ 40 h 293"/>
                  <a:gd name="T56" fmla="*/ 134 w 199"/>
                  <a:gd name="T57" fmla="*/ 18 h 293"/>
                  <a:gd name="T58" fmla="*/ 127 w 199"/>
                  <a:gd name="T59" fmla="*/ 12 h 293"/>
                  <a:gd name="T60" fmla="*/ 108 w 199"/>
                  <a:gd name="T61" fmla="*/ 3 h 293"/>
                  <a:gd name="T62" fmla="*/ 90 w 199"/>
                  <a:gd name="T63" fmla="*/ 0 h 293"/>
                  <a:gd name="T64" fmla="*/ 86 w 199"/>
                  <a:gd name="T65" fmla="*/ 0 h 293"/>
                  <a:gd name="T66" fmla="*/ 77 w 199"/>
                  <a:gd name="T67" fmla="*/ 0 h 293"/>
                  <a:gd name="T68" fmla="*/ 59 w 199"/>
                  <a:gd name="T69" fmla="*/ 4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9" h="293">
                    <a:moveTo>
                      <a:pt x="52" y="9"/>
                    </a:moveTo>
                    <a:lnTo>
                      <a:pt x="52" y="9"/>
                    </a:lnTo>
                    <a:lnTo>
                      <a:pt x="43" y="15"/>
                    </a:lnTo>
                    <a:lnTo>
                      <a:pt x="34" y="23"/>
                    </a:lnTo>
                    <a:lnTo>
                      <a:pt x="25" y="34"/>
                    </a:lnTo>
                    <a:lnTo>
                      <a:pt x="18" y="46"/>
                    </a:lnTo>
                    <a:lnTo>
                      <a:pt x="18" y="46"/>
                    </a:lnTo>
                    <a:lnTo>
                      <a:pt x="12" y="59"/>
                    </a:lnTo>
                    <a:lnTo>
                      <a:pt x="7" y="75"/>
                    </a:lnTo>
                    <a:lnTo>
                      <a:pt x="3" y="91"/>
                    </a:lnTo>
                    <a:lnTo>
                      <a:pt x="2" y="110"/>
                    </a:lnTo>
                    <a:lnTo>
                      <a:pt x="2" y="110"/>
                    </a:lnTo>
                    <a:lnTo>
                      <a:pt x="0" y="130"/>
                    </a:lnTo>
                    <a:lnTo>
                      <a:pt x="2" y="149"/>
                    </a:lnTo>
                    <a:lnTo>
                      <a:pt x="4" y="168"/>
                    </a:lnTo>
                    <a:lnTo>
                      <a:pt x="9" y="187"/>
                    </a:lnTo>
                    <a:lnTo>
                      <a:pt x="9" y="187"/>
                    </a:lnTo>
                    <a:lnTo>
                      <a:pt x="15" y="205"/>
                    </a:lnTo>
                    <a:lnTo>
                      <a:pt x="22" y="221"/>
                    </a:lnTo>
                    <a:lnTo>
                      <a:pt x="31" y="237"/>
                    </a:lnTo>
                    <a:lnTo>
                      <a:pt x="40" y="250"/>
                    </a:lnTo>
                    <a:lnTo>
                      <a:pt x="40" y="250"/>
                    </a:lnTo>
                    <a:lnTo>
                      <a:pt x="50" y="262"/>
                    </a:lnTo>
                    <a:lnTo>
                      <a:pt x="60" y="273"/>
                    </a:lnTo>
                    <a:lnTo>
                      <a:pt x="71" y="280"/>
                    </a:lnTo>
                    <a:lnTo>
                      <a:pt x="83" y="286"/>
                    </a:lnTo>
                    <a:lnTo>
                      <a:pt x="83" y="286"/>
                    </a:lnTo>
                    <a:lnTo>
                      <a:pt x="93" y="290"/>
                    </a:lnTo>
                    <a:lnTo>
                      <a:pt x="105" y="293"/>
                    </a:lnTo>
                    <a:lnTo>
                      <a:pt x="115" y="293"/>
                    </a:lnTo>
                    <a:lnTo>
                      <a:pt x="125" y="293"/>
                    </a:lnTo>
                    <a:lnTo>
                      <a:pt x="125" y="293"/>
                    </a:lnTo>
                    <a:lnTo>
                      <a:pt x="136" y="290"/>
                    </a:lnTo>
                    <a:lnTo>
                      <a:pt x="145" y="286"/>
                    </a:lnTo>
                    <a:lnTo>
                      <a:pt x="152" y="281"/>
                    </a:lnTo>
                    <a:lnTo>
                      <a:pt x="161" y="276"/>
                    </a:lnTo>
                    <a:lnTo>
                      <a:pt x="161" y="276"/>
                    </a:lnTo>
                    <a:lnTo>
                      <a:pt x="167" y="268"/>
                    </a:lnTo>
                    <a:lnTo>
                      <a:pt x="173" y="261"/>
                    </a:lnTo>
                    <a:lnTo>
                      <a:pt x="183" y="243"/>
                    </a:lnTo>
                    <a:lnTo>
                      <a:pt x="183" y="243"/>
                    </a:lnTo>
                    <a:lnTo>
                      <a:pt x="190" y="225"/>
                    </a:lnTo>
                    <a:lnTo>
                      <a:pt x="196" y="205"/>
                    </a:lnTo>
                    <a:lnTo>
                      <a:pt x="196" y="205"/>
                    </a:lnTo>
                    <a:lnTo>
                      <a:pt x="198" y="183"/>
                    </a:lnTo>
                    <a:lnTo>
                      <a:pt x="199" y="161"/>
                    </a:lnTo>
                    <a:lnTo>
                      <a:pt x="199" y="161"/>
                    </a:lnTo>
                    <a:lnTo>
                      <a:pt x="196" y="138"/>
                    </a:lnTo>
                    <a:lnTo>
                      <a:pt x="193" y="116"/>
                    </a:lnTo>
                    <a:lnTo>
                      <a:pt x="193" y="116"/>
                    </a:lnTo>
                    <a:lnTo>
                      <a:pt x="187" y="96"/>
                    </a:lnTo>
                    <a:lnTo>
                      <a:pt x="178" y="75"/>
                    </a:lnTo>
                    <a:lnTo>
                      <a:pt x="178" y="75"/>
                    </a:lnTo>
                    <a:lnTo>
                      <a:pt x="168" y="57"/>
                    </a:lnTo>
                    <a:lnTo>
                      <a:pt x="156" y="40"/>
                    </a:lnTo>
                    <a:lnTo>
                      <a:pt x="156" y="40"/>
                    </a:lnTo>
                    <a:lnTo>
                      <a:pt x="143" y="25"/>
                    </a:lnTo>
                    <a:lnTo>
                      <a:pt x="134" y="18"/>
                    </a:lnTo>
                    <a:lnTo>
                      <a:pt x="127" y="12"/>
                    </a:lnTo>
                    <a:lnTo>
                      <a:pt x="127" y="12"/>
                    </a:lnTo>
                    <a:lnTo>
                      <a:pt x="118" y="7"/>
                    </a:lnTo>
                    <a:lnTo>
                      <a:pt x="108" y="3"/>
                    </a:lnTo>
                    <a:lnTo>
                      <a:pt x="99" y="0"/>
                    </a:lnTo>
                    <a:lnTo>
                      <a:pt x="90" y="0"/>
                    </a:lnTo>
                    <a:lnTo>
                      <a:pt x="90" y="0"/>
                    </a:lnTo>
                    <a:lnTo>
                      <a:pt x="86" y="0"/>
                    </a:lnTo>
                    <a:lnTo>
                      <a:pt x="86" y="0"/>
                    </a:lnTo>
                    <a:lnTo>
                      <a:pt x="77" y="0"/>
                    </a:lnTo>
                    <a:lnTo>
                      <a:pt x="68" y="1"/>
                    </a:lnTo>
                    <a:lnTo>
                      <a:pt x="59" y="4"/>
                    </a:lnTo>
                    <a:lnTo>
                      <a:pt x="52" y="9"/>
                    </a:lnTo>
                    <a:close/>
                  </a:path>
                </a:pathLst>
              </a:custGeom>
              <a:gradFill>
                <a:gsLst>
                  <a:gs pos="13000">
                    <a:srgbClr val="BD2223"/>
                  </a:gs>
                  <a:gs pos="92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9" name="Freeform 30"/>
              <p:cNvSpPr>
                <a:spLocks/>
              </p:cNvSpPr>
              <p:nvPr/>
            </p:nvSpPr>
            <p:spPr bwMode="auto">
              <a:xfrm>
                <a:off x="3681413" y="3667126"/>
                <a:ext cx="107950" cy="160338"/>
              </a:xfrm>
              <a:custGeom>
                <a:avLst/>
                <a:gdLst>
                  <a:gd name="T0" fmla="*/ 18 w 68"/>
                  <a:gd name="T1" fmla="*/ 3 h 101"/>
                  <a:gd name="T2" fmla="*/ 18 w 68"/>
                  <a:gd name="T3" fmla="*/ 3 h 101"/>
                  <a:gd name="T4" fmla="*/ 12 w 68"/>
                  <a:gd name="T5" fmla="*/ 8 h 101"/>
                  <a:gd name="T6" fmla="*/ 6 w 68"/>
                  <a:gd name="T7" fmla="*/ 16 h 101"/>
                  <a:gd name="T8" fmla="*/ 6 w 68"/>
                  <a:gd name="T9" fmla="*/ 16 h 101"/>
                  <a:gd name="T10" fmla="*/ 2 w 68"/>
                  <a:gd name="T11" fmla="*/ 26 h 101"/>
                  <a:gd name="T12" fmla="*/ 0 w 68"/>
                  <a:gd name="T13" fmla="*/ 38 h 101"/>
                  <a:gd name="T14" fmla="*/ 0 w 68"/>
                  <a:gd name="T15" fmla="*/ 38 h 101"/>
                  <a:gd name="T16" fmla="*/ 0 w 68"/>
                  <a:gd name="T17" fmla="*/ 51 h 101"/>
                  <a:gd name="T18" fmla="*/ 3 w 68"/>
                  <a:gd name="T19" fmla="*/ 65 h 101"/>
                  <a:gd name="T20" fmla="*/ 3 w 68"/>
                  <a:gd name="T21" fmla="*/ 65 h 101"/>
                  <a:gd name="T22" fmla="*/ 8 w 68"/>
                  <a:gd name="T23" fmla="*/ 76 h 101"/>
                  <a:gd name="T24" fmla="*/ 13 w 68"/>
                  <a:gd name="T25" fmla="*/ 87 h 101"/>
                  <a:gd name="T26" fmla="*/ 13 w 68"/>
                  <a:gd name="T27" fmla="*/ 87 h 101"/>
                  <a:gd name="T28" fmla="*/ 21 w 68"/>
                  <a:gd name="T29" fmla="*/ 94 h 101"/>
                  <a:gd name="T30" fmla="*/ 28 w 68"/>
                  <a:gd name="T31" fmla="*/ 98 h 101"/>
                  <a:gd name="T32" fmla="*/ 28 w 68"/>
                  <a:gd name="T33" fmla="*/ 98 h 101"/>
                  <a:gd name="T34" fmla="*/ 36 w 68"/>
                  <a:gd name="T35" fmla="*/ 101 h 101"/>
                  <a:gd name="T36" fmla="*/ 43 w 68"/>
                  <a:gd name="T37" fmla="*/ 101 h 101"/>
                  <a:gd name="T38" fmla="*/ 43 w 68"/>
                  <a:gd name="T39" fmla="*/ 101 h 101"/>
                  <a:gd name="T40" fmla="*/ 50 w 68"/>
                  <a:gd name="T41" fmla="*/ 98 h 101"/>
                  <a:gd name="T42" fmla="*/ 55 w 68"/>
                  <a:gd name="T43" fmla="*/ 95 h 101"/>
                  <a:gd name="T44" fmla="*/ 55 w 68"/>
                  <a:gd name="T45" fmla="*/ 95 h 101"/>
                  <a:gd name="T46" fmla="*/ 59 w 68"/>
                  <a:gd name="T47" fmla="*/ 90 h 101"/>
                  <a:gd name="T48" fmla="*/ 64 w 68"/>
                  <a:gd name="T49" fmla="*/ 84 h 101"/>
                  <a:gd name="T50" fmla="*/ 64 w 68"/>
                  <a:gd name="T51" fmla="*/ 84 h 101"/>
                  <a:gd name="T52" fmla="*/ 65 w 68"/>
                  <a:gd name="T53" fmla="*/ 78 h 101"/>
                  <a:gd name="T54" fmla="*/ 68 w 68"/>
                  <a:gd name="T55" fmla="*/ 70 h 101"/>
                  <a:gd name="T56" fmla="*/ 68 w 68"/>
                  <a:gd name="T57" fmla="*/ 70 h 101"/>
                  <a:gd name="T58" fmla="*/ 68 w 68"/>
                  <a:gd name="T59" fmla="*/ 56 h 101"/>
                  <a:gd name="T60" fmla="*/ 68 w 68"/>
                  <a:gd name="T61" fmla="*/ 56 h 101"/>
                  <a:gd name="T62" fmla="*/ 67 w 68"/>
                  <a:gd name="T63" fmla="*/ 39 h 101"/>
                  <a:gd name="T64" fmla="*/ 67 w 68"/>
                  <a:gd name="T65" fmla="*/ 39 h 101"/>
                  <a:gd name="T66" fmla="*/ 62 w 68"/>
                  <a:gd name="T67" fmla="*/ 26 h 101"/>
                  <a:gd name="T68" fmla="*/ 62 w 68"/>
                  <a:gd name="T69" fmla="*/ 26 h 101"/>
                  <a:gd name="T70" fmla="*/ 58 w 68"/>
                  <a:gd name="T71" fmla="*/ 20 h 101"/>
                  <a:gd name="T72" fmla="*/ 55 w 68"/>
                  <a:gd name="T73" fmla="*/ 14 h 101"/>
                  <a:gd name="T74" fmla="*/ 55 w 68"/>
                  <a:gd name="T75" fmla="*/ 14 h 101"/>
                  <a:gd name="T76" fmla="*/ 49 w 68"/>
                  <a:gd name="T77" fmla="*/ 8 h 101"/>
                  <a:gd name="T78" fmla="*/ 43 w 68"/>
                  <a:gd name="T79" fmla="*/ 4 h 101"/>
                  <a:gd name="T80" fmla="*/ 43 w 68"/>
                  <a:gd name="T81" fmla="*/ 4 h 101"/>
                  <a:gd name="T82" fmla="*/ 37 w 68"/>
                  <a:gd name="T83" fmla="*/ 1 h 101"/>
                  <a:gd name="T84" fmla="*/ 31 w 68"/>
                  <a:gd name="T85" fmla="*/ 0 h 101"/>
                  <a:gd name="T86" fmla="*/ 30 w 68"/>
                  <a:gd name="T87" fmla="*/ 0 h 101"/>
                  <a:gd name="T88" fmla="*/ 30 w 68"/>
                  <a:gd name="T89" fmla="*/ 0 h 101"/>
                  <a:gd name="T90" fmla="*/ 24 w 68"/>
                  <a:gd name="T91" fmla="*/ 1 h 101"/>
                  <a:gd name="T92" fmla="*/ 18 w 68"/>
                  <a:gd name="T93" fmla="*/ 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8" h="101">
                    <a:moveTo>
                      <a:pt x="18" y="3"/>
                    </a:moveTo>
                    <a:lnTo>
                      <a:pt x="18" y="3"/>
                    </a:lnTo>
                    <a:lnTo>
                      <a:pt x="12" y="8"/>
                    </a:lnTo>
                    <a:lnTo>
                      <a:pt x="6" y="16"/>
                    </a:lnTo>
                    <a:lnTo>
                      <a:pt x="6" y="16"/>
                    </a:lnTo>
                    <a:lnTo>
                      <a:pt x="2" y="26"/>
                    </a:lnTo>
                    <a:lnTo>
                      <a:pt x="0" y="38"/>
                    </a:lnTo>
                    <a:lnTo>
                      <a:pt x="0" y="38"/>
                    </a:lnTo>
                    <a:lnTo>
                      <a:pt x="0" y="51"/>
                    </a:lnTo>
                    <a:lnTo>
                      <a:pt x="3" y="65"/>
                    </a:lnTo>
                    <a:lnTo>
                      <a:pt x="3" y="65"/>
                    </a:lnTo>
                    <a:lnTo>
                      <a:pt x="8" y="76"/>
                    </a:lnTo>
                    <a:lnTo>
                      <a:pt x="13" y="87"/>
                    </a:lnTo>
                    <a:lnTo>
                      <a:pt x="13" y="87"/>
                    </a:lnTo>
                    <a:lnTo>
                      <a:pt x="21" y="94"/>
                    </a:lnTo>
                    <a:lnTo>
                      <a:pt x="28" y="98"/>
                    </a:lnTo>
                    <a:lnTo>
                      <a:pt x="28" y="98"/>
                    </a:lnTo>
                    <a:lnTo>
                      <a:pt x="36" y="101"/>
                    </a:lnTo>
                    <a:lnTo>
                      <a:pt x="43" y="101"/>
                    </a:lnTo>
                    <a:lnTo>
                      <a:pt x="43" y="101"/>
                    </a:lnTo>
                    <a:lnTo>
                      <a:pt x="50" y="98"/>
                    </a:lnTo>
                    <a:lnTo>
                      <a:pt x="55" y="95"/>
                    </a:lnTo>
                    <a:lnTo>
                      <a:pt x="55" y="95"/>
                    </a:lnTo>
                    <a:lnTo>
                      <a:pt x="59" y="90"/>
                    </a:lnTo>
                    <a:lnTo>
                      <a:pt x="64" y="84"/>
                    </a:lnTo>
                    <a:lnTo>
                      <a:pt x="64" y="84"/>
                    </a:lnTo>
                    <a:lnTo>
                      <a:pt x="65" y="78"/>
                    </a:lnTo>
                    <a:lnTo>
                      <a:pt x="68" y="70"/>
                    </a:lnTo>
                    <a:lnTo>
                      <a:pt x="68" y="70"/>
                    </a:lnTo>
                    <a:lnTo>
                      <a:pt x="68" y="56"/>
                    </a:lnTo>
                    <a:lnTo>
                      <a:pt x="68" y="56"/>
                    </a:lnTo>
                    <a:lnTo>
                      <a:pt x="67" y="39"/>
                    </a:lnTo>
                    <a:lnTo>
                      <a:pt x="67" y="39"/>
                    </a:lnTo>
                    <a:lnTo>
                      <a:pt x="62" y="26"/>
                    </a:lnTo>
                    <a:lnTo>
                      <a:pt x="62" y="26"/>
                    </a:lnTo>
                    <a:lnTo>
                      <a:pt x="58" y="20"/>
                    </a:lnTo>
                    <a:lnTo>
                      <a:pt x="55" y="14"/>
                    </a:lnTo>
                    <a:lnTo>
                      <a:pt x="55" y="14"/>
                    </a:lnTo>
                    <a:lnTo>
                      <a:pt x="49" y="8"/>
                    </a:lnTo>
                    <a:lnTo>
                      <a:pt x="43" y="4"/>
                    </a:lnTo>
                    <a:lnTo>
                      <a:pt x="43" y="4"/>
                    </a:lnTo>
                    <a:lnTo>
                      <a:pt x="37" y="1"/>
                    </a:lnTo>
                    <a:lnTo>
                      <a:pt x="31" y="0"/>
                    </a:lnTo>
                    <a:lnTo>
                      <a:pt x="30" y="0"/>
                    </a:lnTo>
                    <a:lnTo>
                      <a:pt x="30" y="0"/>
                    </a:lnTo>
                    <a:lnTo>
                      <a:pt x="24" y="1"/>
                    </a:lnTo>
                    <a:lnTo>
                      <a:pt x="18"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20" name="Freeform 65"/>
              <p:cNvSpPr>
                <a:spLocks/>
              </p:cNvSpPr>
              <p:nvPr/>
            </p:nvSpPr>
            <p:spPr bwMode="auto">
              <a:xfrm>
                <a:off x="984252" y="2149476"/>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F15A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grpSp>
      </p:grpSp>
      <p:grpSp>
        <p:nvGrpSpPr>
          <p:cNvPr id="21" name="Group 20"/>
          <p:cNvGrpSpPr/>
          <p:nvPr/>
        </p:nvGrpSpPr>
        <p:grpSpPr>
          <a:xfrm>
            <a:off x="9024217" y="3213742"/>
            <a:ext cx="1290440" cy="1318405"/>
            <a:chOff x="5920323" y="2302554"/>
            <a:chExt cx="2180669" cy="2227927"/>
          </a:xfrm>
          <a:effectLst>
            <a:outerShdw blurRad="177800" dir="18900000" sy="23000" kx="-1200000" algn="bl" rotWithShape="0">
              <a:prstClr val="black">
                <a:alpha val="29000"/>
              </a:prstClr>
            </a:outerShdw>
          </a:effectLst>
        </p:grpSpPr>
        <p:sp>
          <p:nvSpPr>
            <p:cNvPr id="22" name="Freeform 21"/>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3" name="Freeform 22"/>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4" name="Freeform 23"/>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5" name="Freeform 24"/>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6" name="Freeform 25"/>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7" name="Freeform 26"/>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1">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8" name="Freeform 27"/>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1">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9" name="Freeform 28"/>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grpSp>
      <p:grpSp>
        <p:nvGrpSpPr>
          <p:cNvPr id="30" name="Group 29"/>
          <p:cNvGrpSpPr/>
          <p:nvPr/>
        </p:nvGrpSpPr>
        <p:grpSpPr>
          <a:xfrm>
            <a:off x="9409844" y="4398572"/>
            <a:ext cx="1290440" cy="1318405"/>
            <a:chOff x="5920323" y="2302554"/>
            <a:chExt cx="2180669" cy="2227927"/>
          </a:xfrm>
          <a:effectLst>
            <a:outerShdw blurRad="177800" dir="18900000" sy="23000" kx="-1200000" algn="bl" rotWithShape="0">
              <a:prstClr val="black">
                <a:alpha val="29000"/>
              </a:prstClr>
            </a:outerShdw>
          </a:effectLst>
        </p:grpSpPr>
        <p:sp>
          <p:nvSpPr>
            <p:cNvPr id="31" name="Freeform 30"/>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2" name="Freeform 31"/>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3" name="Freeform 32"/>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4" name="Freeform 33"/>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5" name="Freeform 34"/>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6" name="Freeform 35"/>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7" name="Freeform 36"/>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8" name="Freeform 37"/>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grpSp>
      <p:grpSp>
        <p:nvGrpSpPr>
          <p:cNvPr id="51" name="Group 50"/>
          <p:cNvGrpSpPr/>
          <p:nvPr/>
        </p:nvGrpSpPr>
        <p:grpSpPr>
          <a:xfrm flipH="1">
            <a:off x="5312228" y="2948803"/>
            <a:ext cx="3908213" cy="511741"/>
            <a:chOff x="3495205" y="2346448"/>
            <a:chExt cx="5504861" cy="998320"/>
          </a:xfrm>
        </p:grpSpPr>
        <p:cxnSp>
          <p:nvCxnSpPr>
            <p:cNvPr id="52" name="Straight Connector 51"/>
            <p:cNvCxnSpPr/>
            <p:nvPr/>
          </p:nvCxnSpPr>
          <p:spPr>
            <a:xfrm flipV="1">
              <a:off x="3495205" y="2346448"/>
              <a:ext cx="998320" cy="998320"/>
            </a:xfrm>
            <a:prstGeom prst="line">
              <a:avLst/>
            </a:prstGeom>
            <a:ln w="1905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a:off x="4493935" y="2347037"/>
              <a:ext cx="4506131" cy="0"/>
            </a:xfrm>
            <a:prstGeom prst="line">
              <a:avLst/>
            </a:prstGeom>
            <a:ln w="19050">
              <a:solidFill>
                <a:schemeClr val="accent1"/>
              </a:solidFill>
              <a:prstDash val="sysDash"/>
              <a:tailEnd type="oval"/>
            </a:ln>
          </p:spPr>
          <p:style>
            <a:lnRef idx="1">
              <a:schemeClr val="accent1"/>
            </a:lnRef>
            <a:fillRef idx="0">
              <a:schemeClr val="accent1"/>
            </a:fillRef>
            <a:effectRef idx="0">
              <a:schemeClr val="accent1"/>
            </a:effectRef>
            <a:fontRef idx="minor">
              <a:schemeClr val="tx1"/>
            </a:fontRef>
          </p:style>
        </p:cxnSp>
      </p:grpSp>
      <p:grpSp>
        <p:nvGrpSpPr>
          <p:cNvPr id="54" name="Group 53"/>
          <p:cNvGrpSpPr/>
          <p:nvPr/>
        </p:nvGrpSpPr>
        <p:grpSpPr>
          <a:xfrm flipH="1">
            <a:off x="6832867" y="4109822"/>
            <a:ext cx="2717399" cy="511741"/>
            <a:chOff x="3495205" y="2346448"/>
            <a:chExt cx="5504861" cy="998320"/>
          </a:xfrm>
        </p:grpSpPr>
        <p:cxnSp>
          <p:nvCxnSpPr>
            <p:cNvPr id="55" name="Straight Connector 54"/>
            <p:cNvCxnSpPr/>
            <p:nvPr/>
          </p:nvCxnSpPr>
          <p:spPr>
            <a:xfrm flipV="1">
              <a:off x="3495205" y="2346448"/>
              <a:ext cx="998320" cy="998320"/>
            </a:xfrm>
            <a:prstGeom prst="line">
              <a:avLst/>
            </a:prstGeom>
            <a:ln w="19050">
              <a:solidFill>
                <a:schemeClr val="accent4"/>
              </a:solidFill>
              <a:prstDash val="sysDash"/>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493935" y="2347037"/>
              <a:ext cx="4506131" cy="0"/>
            </a:xfrm>
            <a:prstGeom prst="line">
              <a:avLst/>
            </a:prstGeom>
            <a:ln w="19050">
              <a:solidFill>
                <a:schemeClr val="accent4"/>
              </a:solidFill>
              <a:prstDash val="sysDash"/>
              <a:tailEnd type="oval"/>
            </a:ln>
          </p:spPr>
          <p:style>
            <a:lnRef idx="1">
              <a:schemeClr val="accent1"/>
            </a:lnRef>
            <a:fillRef idx="0">
              <a:schemeClr val="accent1"/>
            </a:fillRef>
            <a:effectRef idx="0">
              <a:schemeClr val="accent1"/>
            </a:effectRef>
            <a:fontRef idx="minor">
              <a:schemeClr val="tx1"/>
            </a:fontRef>
          </p:style>
        </p:cxnSp>
      </p:grpSp>
      <p:sp>
        <p:nvSpPr>
          <p:cNvPr id="57" name="Text Placeholder 6"/>
          <p:cNvSpPr txBox="1">
            <a:spLocks/>
          </p:cNvSpPr>
          <p:nvPr/>
        </p:nvSpPr>
        <p:spPr>
          <a:xfrm>
            <a:off x="2385813" y="2655885"/>
            <a:ext cx="3409393" cy="312525"/>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lgn="ctr" rtl="1">
              <a:buFont typeface="+mj-lt"/>
              <a:buAutoNum type="arabicPeriod"/>
            </a:pPr>
            <a:r>
              <a:rPr lang="ar-SA" sz="3200" b="1" dirty="0">
                <a:solidFill>
                  <a:srgbClr val="74B5E0"/>
                </a:solidFill>
              </a:rPr>
              <a:t>الحاسب الآلي</a:t>
            </a:r>
            <a:endParaRPr lang="en-US" sz="3200" dirty="0">
              <a:solidFill>
                <a:srgbClr val="74B5E0"/>
              </a:solidFill>
            </a:endParaRPr>
          </a:p>
        </p:txBody>
      </p:sp>
      <p:sp>
        <p:nvSpPr>
          <p:cNvPr id="63" name="Text Placeholder 6"/>
          <p:cNvSpPr txBox="1">
            <a:spLocks/>
          </p:cNvSpPr>
          <p:nvPr/>
        </p:nvSpPr>
        <p:spPr>
          <a:xfrm>
            <a:off x="3712612" y="3766785"/>
            <a:ext cx="3717334" cy="482281"/>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lgn="l" rtl="1" fontAlgn="auto">
              <a:spcAft>
                <a:spcPts val="0"/>
              </a:spcAft>
              <a:buFont typeface="+mj-lt"/>
              <a:buAutoNum type="arabicPeriod" startAt="2"/>
            </a:pPr>
            <a:r>
              <a:rPr lang="ar-JO" sz="3200" b="1" dirty="0">
                <a:solidFill>
                  <a:srgbClr val="F8C471"/>
                </a:solidFill>
              </a:rPr>
              <a:t>الشبكات والإنترنت</a:t>
            </a:r>
            <a:endParaRPr lang="en-AU" sz="3200" b="1" dirty="0">
              <a:solidFill>
                <a:srgbClr val="F8C471"/>
              </a:solidFill>
              <a:latin typeface="Montserrat"/>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4363594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67"/>
                                        </p:tgtEl>
                                        <p:attrNameLst>
                                          <p:attrName>style.visibility</p:attrName>
                                        </p:attrNameLst>
                                      </p:cBhvr>
                                      <p:to>
                                        <p:strVal val="visible"/>
                                      </p:to>
                                    </p:set>
                                    <p:anim calcmode="lin" valueType="num">
                                      <p:cBhvr>
                                        <p:cTn id="13" dur="500" fill="hold"/>
                                        <p:tgtEl>
                                          <p:spTgt spid="67"/>
                                        </p:tgtEl>
                                        <p:attrNameLst>
                                          <p:attrName>ppt_w</p:attrName>
                                        </p:attrNameLst>
                                      </p:cBhvr>
                                      <p:tavLst>
                                        <p:tav tm="0">
                                          <p:val>
                                            <p:fltVal val="0"/>
                                          </p:val>
                                        </p:tav>
                                        <p:tav tm="100000">
                                          <p:val>
                                            <p:strVal val="#ppt_w"/>
                                          </p:val>
                                        </p:tav>
                                      </p:tavLst>
                                    </p:anim>
                                    <p:anim calcmode="lin" valueType="num">
                                      <p:cBhvr>
                                        <p:cTn id="14" dur="500" fill="hold"/>
                                        <p:tgtEl>
                                          <p:spTgt spid="67"/>
                                        </p:tgtEl>
                                        <p:attrNameLst>
                                          <p:attrName>ppt_h</p:attrName>
                                        </p:attrNameLst>
                                      </p:cBhvr>
                                      <p:tavLst>
                                        <p:tav tm="0">
                                          <p:val>
                                            <p:fltVal val="0"/>
                                          </p:val>
                                        </p:tav>
                                        <p:tav tm="100000">
                                          <p:val>
                                            <p:strVal val="#ppt_h"/>
                                          </p:val>
                                        </p:tav>
                                      </p:tavLst>
                                    </p:anim>
                                    <p:animEffect transition="in" filter="fade">
                                      <p:cBhvr>
                                        <p:cTn id="15" dur="500"/>
                                        <p:tgtEl>
                                          <p:spTgt spid="67"/>
                                        </p:tgtEl>
                                      </p:cBhvr>
                                    </p:animEffect>
                                  </p:childTnLst>
                                </p:cTn>
                              </p:par>
                            </p:childTnLst>
                          </p:cTn>
                        </p:par>
                        <p:par>
                          <p:cTn id="16" fill="hold">
                            <p:stCondLst>
                              <p:cond delay="1000"/>
                            </p:stCondLst>
                            <p:childTnLst>
                              <p:par>
                                <p:cTn id="17" presetID="2" presetClass="entr" presetSubtype="9" fill="hold" nodeType="after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0-#ppt_w/2"/>
                                          </p:val>
                                        </p:tav>
                                        <p:tav tm="100000">
                                          <p:val>
                                            <p:strVal val="#ppt_x"/>
                                          </p:val>
                                        </p:tav>
                                      </p:tavLst>
                                    </p:anim>
                                    <p:anim calcmode="lin" valueType="num">
                                      <p:cBhvr additive="base">
                                        <p:cTn id="20" dur="500" fill="hold"/>
                                        <p:tgtEl>
                                          <p:spTgt spid="21"/>
                                        </p:tgtEl>
                                        <p:attrNameLst>
                                          <p:attrName>ppt_y</p:attrName>
                                        </p:attrNameLst>
                                      </p:cBhvr>
                                      <p:tavLst>
                                        <p:tav tm="0">
                                          <p:val>
                                            <p:strVal val="0-#ppt_h/2"/>
                                          </p:val>
                                        </p:tav>
                                        <p:tav tm="100000">
                                          <p:val>
                                            <p:strVal val="#ppt_y"/>
                                          </p:val>
                                        </p:tav>
                                      </p:tavLst>
                                    </p:anim>
                                  </p:childTnLst>
                                </p:cTn>
                              </p:par>
                            </p:childTnLst>
                          </p:cTn>
                        </p:par>
                        <p:par>
                          <p:cTn id="21" fill="hold">
                            <p:stCondLst>
                              <p:cond delay="1500"/>
                            </p:stCondLst>
                            <p:childTnLst>
                              <p:par>
                                <p:cTn id="22" presetID="2" presetClass="entr" presetSubtype="9" fill="hold" nodeType="afterEffect">
                                  <p:stCondLst>
                                    <p:cond delay="0"/>
                                  </p:stCondLst>
                                  <p:childTnLst>
                                    <p:set>
                                      <p:cBhvr>
                                        <p:cTn id="23" dur="1" fill="hold">
                                          <p:stCondLst>
                                            <p:cond delay="0"/>
                                          </p:stCondLst>
                                        </p:cTn>
                                        <p:tgtEl>
                                          <p:spTgt spid="30"/>
                                        </p:tgtEl>
                                        <p:attrNameLst>
                                          <p:attrName>style.visibility</p:attrName>
                                        </p:attrNameLst>
                                      </p:cBhvr>
                                      <p:to>
                                        <p:strVal val="visible"/>
                                      </p:to>
                                    </p:set>
                                    <p:anim calcmode="lin" valueType="num">
                                      <p:cBhvr additive="base">
                                        <p:cTn id="24" dur="500" fill="hold"/>
                                        <p:tgtEl>
                                          <p:spTgt spid="30"/>
                                        </p:tgtEl>
                                        <p:attrNameLst>
                                          <p:attrName>ppt_x</p:attrName>
                                        </p:attrNameLst>
                                      </p:cBhvr>
                                      <p:tavLst>
                                        <p:tav tm="0">
                                          <p:val>
                                            <p:strVal val="0-#ppt_w/2"/>
                                          </p:val>
                                        </p:tav>
                                        <p:tav tm="100000">
                                          <p:val>
                                            <p:strVal val="#ppt_x"/>
                                          </p:val>
                                        </p:tav>
                                      </p:tavLst>
                                    </p:anim>
                                    <p:anim calcmode="lin" valueType="num">
                                      <p:cBhvr additive="base">
                                        <p:cTn id="25" dur="500" fill="hold"/>
                                        <p:tgtEl>
                                          <p:spTgt spid="30"/>
                                        </p:tgtEl>
                                        <p:attrNameLst>
                                          <p:attrName>ppt_y</p:attrName>
                                        </p:attrNameLst>
                                      </p:cBhvr>
                                      <p:tavLst>
                                        <p:tav tm="0">
                                          <p:val>
                                            <p:strVal val="0-#ppt_h/2"/>
                                          </p:val>
                                        </p:tav>
                                        <p:tav tm="100000">
                                          <p:val>
                                            <p:strVal val="#ppt_y"/>
                                          </p:val>
                                        </p:tav>
                                      </p:tavLst>
                                    </p:anim>
                                  </p:childTnLst>
                                </p:cTn>
                              </p:par>
                            </p:childTnLst>
                          </p:cTn>
                        </p:par>
                        <p:par>
                          <p:cTn id="26" fill="hold">
                            <p:stCondLst>
                              <p:cond delay="2000"/>
                            </p:stCondLst>
                            <p:childTnLst>
                              <p:par>
                                <p:cTn id="27" presetID="22" presetClass="entr" presetSubtype="2" fill="hold" nodeType="afterEffect">
                                  <p:stCondLst>
                                    <p:cond delay="0"/>
                                  </p:stCondLst>
                                  <p:childTnLst>
                                    <p:set>
                                      <p:cBhvr>
                                        <p:cTn id="28" dur="1" fill="hold">
                                          <p:stCondLst>
                                            <p:cond delay="0"/>
                                          </p:stCondLst>
                                        </p:cTn>
                                        <p:tgtEl>
                                          <p:spTgt spid="51"/>
                                        </p:tgtEl>
                                        <p:attrNameLst>
                                          <p:attrName>style.visibility</p:attrName>
                                        </p:attrNameLst>
                                      </p:cBhvr>
                                      <p:to>
                                        <p:strVal val="visible"/>
                                      </p:to>
                                    </p:set>
                                    <p:animEffect transition="in" filter="wipe(right)">
                                      <p:cBhvr>
                                        <p:cTn id="29" dur="500"/>
                                        <p:tgtEl>
                                          <p:spTgt spid="51"/>
                                        </p:tgtEl>
                                      </p:cBhvr>
                                    </p:animEffect>
                                  </p:childTnLst>
                                </p:cTn>
                              </p:par>
                            </p:childTnLst>
                          </p:cTn>
                        </p:par>
                        <p:par>
                          <p:cTn id="30" fill="hold">
                            <p:stCondLst>
                              <p:cond delay="2500"/>
                            </p:stCondLst>
                            <p:childTnLst>
                              <p:par>
                                <p:cTn id="31" presetID="10" presetClass="entr" presetSubtype="0" fill="hold" grpId="0" nodeType="afterEffect">
                                  <p:stCondLst>
                                    <p:cond delay="0"/>
                                  </p:stCondLst>
                                  <p:childTnLst>
                                    <p:set>
                                      <p:cBhvr>
                                        <p:cTn id="32" dur="1" fill="hold">
                                          <p:stCondLst>
                                            <p:cond delay="0"/>
                                          </p:stCondLst>
                                        </p:cTn>
                                        <p:tgtEl>
                                          <p:spTgt spid="57"/>
                                        </p:tgtEl>
                                        <p:attrNameLst>
                                          <p:attrName>style.visibility</p:attrName>
                                        </p:attrNameLst>
                                      </p:cBhvr>
                                      <p:to>
                                        <p:strVal val="visible"/>
                                      </p:to>
                                    </p:set>
                                    <p:animEffect transition="in" filter="fade">
                                      <p:cBhvr>
                                        <p:cTn id="33" dur="500"/>
                                        <p:tgtEl>
                                          <p:spTgt spid="57"/>
                                        </p:tgtEl>
                                      </p:cBhvr>
                                    </p:animEffect>
                                  </p:childTnLst>
                                </p:cTn>
                              </p:par>
                            </p:childTnLst>
                          </p:cTn>
                        </p:par>
                        <p:par>
                          <p:cTn id="34" fill="hold">
                            <p:stCondLst>
                              <p:cond delay="3000"/>
                            </p:stCondLst>
                            <p:childTnLst>
                              <p:par>
                                <p:cTn id="35" presetID="22" presetClass="entr" presetSubtype="2" fill="hold" nodeType="afterEffect">
                                  <p:stCondLst>
                                    <p:cond delay="0"/>
                                  </p:stCondLst>
                                  <p:childTnLst>
                                    <p:set>
                                      <p:cBhvr>
                                        <p:cTn id="36" dur="1" fill="hold">
                                          <p:stCondLst>
                                            <p:cond delay="0"/>
                                          </p:stCondLst>
                                        </p:cTn>
                                        <p:tgtEl>
                                          <p:spTgt spid="54"/>
                                        </p:tgtEl>
                                        <p:attrNameLst>
                                          <p:attrName>style.visibility</p:attrName>
                                        </p:attrNameLst>
                                      </p:cBhvr>
                                      <p:to>
                                        <p:strVal val="visible"/>
                                      </p:to>
                                    </p:set>
                                    <p:animEffect transition="in" filter="wipe(right)">
                                      <p:cBhvr>
                                        <p:cTn id="37" dur="500"/>
                                        <p:tgtEl>
                                          <p:spTgt spid="54"/>
                                        </p:tgtEl>
                                      </p:cBhvr>
                                    </p:animEffect>
                                  </p:childTnLst>
                                </p:cTn>
                              </p:par>
                            </p:childTnLst>
                          </p:cTn>
                        </p:par>
                        <p:par>
                          <p:cTn id="38" fill="hold">
                            <p:stCondLst>
                              <p:cond delay="3500"/>
                            </p:stCondLst>
                            <p:childTnLst>
                              <p:par>
                                <p:cTn id="39" presetID="10" presetClass="entr" presetSubtype="0" fill="hold" grpId="0" nodeType="afterEffect">
                                  <p:stCondLst>
                                    <p:cond delay="0"/>
                                  </p:stCondLst>
                                  <p:childTnLst>
                                    <p:set>
                                      <p:cBhvr>
                                        <p:cTn id="40" dur="1" fill="hold">
                                          <p:stCondLst>
                                            <p:cond delay="0"/>
                                          </p:stCondLst>
                                        </p:cTn>
                                        <p:tgtEl>
                                          <p:spTgt spid="63"/>
                                        </p:tgtEl>
                                        <p:attrNameLst>
                                          <p:attrName>style.visibility</p:attrName>
                                        </p:attrNameLst>
                                      </p:cBhvr>
                                      <p:to>
                                        <p:strVal val="visible"/>
                                      </p:to>
                                    </p:set>
                                    <p:animEffect transition="in" filter="fade">
                                      <p:cBhvr>
                                        <p:cTn id="41"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63"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Group 66"/>
          <p:cNvGrpSpPr/>
          <p:nvPr/>
        </p:nvGrpSpPr>
        <p:grpSpPr>
          <a:xfrm>
            <a:off x="256107" y="4507411"/>
            <a:ext cx="2346049" cy="2278803"/>
            <a:chOff x="889089" y="1802237"/>
            <a:chExt cx="3349536" cy="3253526"/>
          </a:xfrm>
        </p:grpSpPr>
        <p:grpSp>
          <p:nvGrpSpPr>
            <p:cNvPr id="68" name="Group 67"/>
            <p:cNvGrpSpPr/>
            <p:nvPr/>
          </p:nvGrpSpPr>
          <p:grpSpPr>
            <a:xfrm>
              <a:off x="1296966" y="1802237"/>
              <a:ext cx="2941659" cy="3253526"/>
              <a:chOff x="2112874" y="981610"/>
              <a:chExt cx="3782565" cy="4183583"/>
            </a:xfrm>
          </p:grpSpPr>
          <p:sp>
            <p:nvSpPr>
              <p:cNvPr id="76" name="Freeform 75"/>
              <p:cNvSpPr>
                <a:spLocks/>
              </p:cNvSpPr>
              <p:nvPr/>
            </p:nvSpPr>
            <p:spPr bwMode="auto">
              <a:xfrm>
                <a:off x="2112874" y="4910491"/>
                <a:ext cx="682813" cy="254702"/>
              </a:xfrm>
              <a:custGeom>
                <a:avLst/>
                <a:gdLst>
                  <a:gd name="T0" fmla="*/ 46 w 53"/>
                  <a:gd name="T1" fmla="*/ 0 h 20"/>
                  <a:gd name="T2" fmla="*/ 38 w 53"/>
                  <a:gd name="T3" fmla="*/ 2 h 20"/>
                  <a:gd name="T4" fmla="*/ 37 w 53"/>
                  <a:gd name="T5" fmla="*/ 4 h 20"/>
                  <a:gd name="T6" fmla="*/ 34 w 53"/>
                  <a:gd name="T7" fmla="*/ 7 h 20"/>
                  <a:gd name="T8" fmla="*/ 3 w 53"/>
                  <a:gd name="T9" fmla="*/ 17 h 20"/>
                  <a:gd name="T10" fmla="*/ 0 w 53"/>
                  <a:gd name="T11" fmla="*/ 20 h 20"/>
                  <a:gd name="T12" fmla="*/ 0 w 53"/>
                  <a:gd name="T13" fmla="*/ 20 h 20"/>
                  <a:gd name="T14" fmla="*/ 51 w 53"/>
                  <a:gd name="T15" fmla="*/ 20 h 20"/>
                  <a:gd name="T16" fmla="*/ 51 w 53"/>
                  <a:gd name="T17" fmla="*/ 13 h 20"/>
                  <a:gd name="T18" fmla="*/ 48 w 53"/>
                  <a:gd name="T19" fmla="*/ 4 h 20"/>
                  <a:gd name="T20" fmla="*/ 49 w 53"/>
                  <a:gd name="T21" fmla="*/ 4 h 20"/>
                  <a:gd name="T22" fmla="*/ 49 w 53"/>
                  <a:gd name="T23" fmla="*/ 2 h 20"/>
                  <a:gd name="T24" fmla="*/ 46 w 53"/>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20">
                    <a:moveTo>
                      <a:pt x="46" y="0"/>
                    </a:moveTo>
                    <a:cubicBezTo>
                      <a:pt x="43" y="0"/>
                      <a:pt x="38" y="2"/>
                      <a:pt x="38" y="2"/>
                    </a:cubicBezTo>
                    <a:cubicBezTo>
                      <a:pt x="38" y="2"/>
                      <a:pt x="39" y="3"/>
                      <a:pt x="37" y="4"/>
                    </a:cubicBezTo>
                    <a:cubicBezTo>
                      <a:pt x="37" y="5"/>
                      <a:pt x="37" y="6"/>
                      <a:pt x="34" y="7"/>
                    </a:cubicBezTo>
                    <a:cubicBezTo>
                      <a:pt x="3" y="17"/>
                      <a:pt x="3" y="17"/>
                      <a:pt x="3" y="17"/>
                    </a:cubicBezTo>
                    <a:cubicBezTo>
                      <a:pt x="3" y="17"/>
                      <a:pt x="1" y="18"/>
                      <a:pt x="0" y="20"/>
                    </a:cubicBezTo>
                    <a:cubicBezTo>
                      <a:pt x="0" y="20"/>
                      <a:pt x="0" y="20"/>
                      <a:pt x="0" y="20"/>
                    </a:cubicBezTo>
                    <a:cubicBezTo>
                      <a:pt x="51" y="20"/>
                      <a:pt x="51" y="20"/>
                      <a:pt x="51" y="20"/>
                    </a:cubicBezTo>
                    <a:cubicBezTo>
                      <a:pt x="52" y="18"/>
                      <a:pt x="53" y="13"/>
                      <a:pt x="51" y="13"/>
                    </a:cubicBezTo>
                    <a:cubicBezTo>
                      <a:pt x="51" y="13"/>
                      <a:pt x="48" y="7"/>
                      <a:pt x="48" y="4"/>
                    </a:cubicBezTo>
                    <a:cubicBezTo>
                      <a:pt x="49" y="4"/>
                      <a:pt x="49" y="4"/>
                      <a:pt x="49" y="4"/>
                    </a:cubicBezTo>
                    <a:cubicBezTo>
                      <a:pt x="49" y="3"/>
                      <a:pt x="49" y="2"/>
                      <a:pt x="49" y="2"/>
                    </a:cubicBezTo>
                    <a:cubicBezTo>
                      <a:pt x="49" y="1"/>
                      <a:pt x="48" y="0"/>
                      <a:pt x="46" y="0"/>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77" name="Freeform 76"/>
              <p:cNvSpPr>
                <a:spLocks/>
              </p:cNvSpPr>
              <p:nvPr/>
            </p:nvSpPr>
            <p:spPr bwMode="auto">
              <a:xfrm>
                <a:off x="3321342" y="4910491"/>
                <a:ext cx="666557" cy="254702"/>
              </a:xfrm>
              <a:custGeom>
                <a:avLst/>
                <a:gdLst>
                  <a:gd name="T0" fmla="*/ 7 w 52"/>
                  <a:gd name="T1" fmla="*/ 0 h 20"/>
                  <a:gd name="T2" fmla="*/ 4 w 52"/>
                  <a:gd name="T3" fmla="*/ 2 h 20"/>
                  <a:gd name="T4" fmla="*/ 2 w 52"/>
                  <a:gd name="T5" fmla="*/ 11 h 20"/>
                  <a:gd name="T6" fmla="*/ 2 w 52"/>
                  <a:gd name="T7" fmla="*/ 11 h 20"/>
                  <a:gd name="T8" fmla="*/ 1 w 52"/>
                  <a:gd name="T9" fmla="*/ 13 h 20"/>
                  <a:gd name="T10" fmla="*/ 0 w 52"/>
                  <a:gd name="T11" fmla="*/ 13 h 20"/>
                  <a:gd name="T12" fmla="*/ 2 w 52"/>
                  <a:gd name="T13" fmla="*/ 20 h 20"/>
                  <a:gd name="T14" fmla="*/ 52 w 52"/>
                  <a:gd name="T15" fmla="*/ 20 h 20"/>
                  <a:gd name="T16" fmla="*/ 49 w 52"/>
                  <a:gd name="T17" fmla="*/ 17 h 20"/>
                  <a:gd name="T18" fmla="*/ 17 w 52"/>
                  <a:gd name="T19" fmla="*/ 7 h 20"/>
                  <a:gd name="T20" fmla="*/ 14 w 52"/>
                  <a:gd name="T21" fmla="*/ 4 h 20"/>
                  <a:gd name="T22" fmla="*/ 15 w 52"/>
                  <a:gd name="T23" fmla="*/ 4 h 20"/>
                  <a:gd name="T24" fmla="*/ 15 w 52"/>
                  <a:gd name="T25" fmla="*/ 2 h 20"/>
                  <a:gd name="T26" fmla="*/ 7 w 52"/>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20">
                    <a:moveTo>
                      <a:pt x="7" y="0"/>
                    </a:moveTo>
                    <a:cubicBezTo>
                      <a:pt x="5" y="0"/>
                      <a:pt x="4" y="1"/>
                      <a:pt x="4" y="2"/>
                    </a:cubicBezTo>
                    <a:cubicBezTo>
                      <a:pt x="5" y="5"/>
                      <a:pt x="2" y="11"/>
                      <a:pt x="2" y="11"/>
                    </a:cubicBezTo>
                    <a:cubicBezTo>
                      <a:pt x="2" y="11"/>
                      <a:pt x="2" y="11"/>
                      <a:pt x="2" y="11"/>
                    </a:cubicBezTo>
                    <a:cubicBezTo>
                      <a:pt x="1" y="12"/>
                      <a:pt x="1" y="13"/>
                      <a:pt x="1" y="13"/>
                    </a:cubicBezTo>
                    <a:cubicBezTo>
                      <a:pt x="1" y="13"/>
                      <a:pt x="0" y="13"/>
                      <a:pt x="0" y="13"/>
                    </a:cubicBezTo>
                    <a:cubicBezTo>
                      <a:pt x="0" y="16"/>
                      <a:pt x="2" y="20"/>
                      <a:pt x="2" y="20"/>
                    </a:cubicBezTo>
                    <a:cubicBezTo>
                      <a:pt x="52" y="20"/>
                      <a:pt x="52" y="20"/>
                      <a:pt x="52" y="20"/>
                    </a:cubicBezTo>
                    <a:cubicBezTo>
                      <a:pt x="51" y="19"/>
                      <a:pt x="49" y="17"/>
                      <a:pt x="49" y="17"/>
                    </a:cubicBezTo>
                    <a:cubicBezTo>
                      <a:pt x="17" y="7"/>
                      <a:pt x="17" y="7"/>
                      <a:pt x="17" y="7"/>
                    </a:cubicBezTo>
                    <a:cubicBezTo>
                      <a:pt x="14" y="6"/>
                      <a:pt x="14" y="4"/>
                      <a:pt x="14" y="4"/>
                    </a:cubicBezTo>
                    <a:cubicBezTo>
                      <a:pt x="15" y="4"/>
                      <a:pt x="15" y="4"/>
                      <a:pt x="15" y="4"/>
                    </a:cubicBezTo>
                    <a:cubicBezTo>
                      <a:pt x="15" y="3"/>
                      <a:pt x="15" y="2"/>
                      <a:pt x="15" y="2"/>
                    </a:cubicBezTo>
                    <a:cubicBezTo>
                      <a:pt x="15" y="2"/>
                      <a:pt x="10" y="0"/>
                      <a:pt x="7" y="0"/>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78" name="Freeform 77"/>
              <p:cNvSpPr>
                <a:spLocks/>
              </p:cNvSpPr>
              <p:nvPr/>
            </p:nvSpPr>
            <p:spPr bwMode="auto">
              <a:xfrm>
                <a:off x="2562661" y="3691184"/>
                <a:ext cx="395600" cy="1240987"/>
              </a:xfrm>
              <a:custGeom>
                <a:avLst/>
                <a:gdLst>
                  <a:gd name="T0" fmla="*/ 38 w 73"/>
                  <a:gd name="T1" fmla="*/ 0 h 229"/>
                  <a:gd name="T2" fmla="*/ 0 w 73"/>
                  <a:gd name="T3" fmla="*/ 229 h 229"/>
                  <a:gd name="T4" fmla="*/ 45 w 73"/>
                  <a:gd name="T5" fmla="*/ 229 h 229"/>
                  <a:gd name="T6" fmla="*/ 73 w 73"/>
                  <a:gd name="T7" fmla="*/ 0 h 229"/>
                  <a:gd name="T8" fmla="*/ 38 w 73"/>
                  <a:gd name="T9" fmla="*/ 0 h 229"/>
                </a:gdLst>
                <a:ahLst/>
                <a:cxnLst>
                  <a:cxn ang="0">
                    <a:pos x="T0" y="T1"/>
                  </a:cxn>
                  <a:cxn ang="0">
                    <a:pos x="T2" y="T3"/>
                  </a:cxn>
                  <a:cxn ang="0">
                    <a:pos x="T4" y="T5"/>
                  </a:cxn>
                  <a:cxn ang="0">
                    <a:pos x="T6" y="T7"/>
                  </a:cxn>
                  <a:cxn ang="0">
                    <a:pos x="T8" y="T9"/>
                  </a:cxn>
                </a:cxnLst>
                <a:rect l="0" t="0" r="r" b="b"/>
                <a:pathLst>
                  <a:path w="73" h="229">
                    <a:moveTo>
                      <a:pt x="38" y="0"/>
                    </a:moveTo>
                    <a:lnTo>
                      <a:pt x="0" y="229"/>
                    </a:lnTo>
                    <a:lnTo>
                      <a:pt x="45" y="229"/>
                    </a:lnTo>
                    <a:lnTo>
                      <a:pt x="73" y="0"/>
                    </a:lnTo>
                    <a:lnTo>
                      <a:pt x="38" y="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79" name="Freeform 78"/>
              <p:cNvSpPr>
                <a:spLocks/>
              </p:cNvSpPr>
              <p:nvPr/>
            </p:nvSpPr>
            <p:spPr bwMode="auto">
              <a:xfrm>
                <a:off x="3180444" y="3691184"/>
                <a:ext cx="395600" cy="1240987"/>
              </a:xfrm>
              <a:custGeom>
                <a:avLst/>
                <a:gdLst>
                  <a:gd name="T0" fmla="*/ 35 w 73"/>
                  <a:gd name="T1" fmla="*/ 0 h 229"/>
                  <a:gd name="T2" fmla="*/ 73 w 73"/>
                  <a:gd name="T3" fmla="*/ 229 h 229"/>
                  <a:gd name="T4" fmla="*/ 28 w 73"/>
                  <a:gd name="T5" fmla="*/ 229 h 229"/>
                  <a:gd name="T6" fmla="*/ 0 w 73"/>
                  <a:gd name="T7" fmla="*/ 0 h 229"/>
                  <a:gd name="T8" fmla="*/ 35 w 73"/>
                  <a:gd name="T9" fmla="*/ 0 h 229"/>
                </a:gdLst>
                <a:ahLst/>
                <a:cxnLst>
                  <a:cxn ang="0">
                    <a:pos x="T0" y="T1"/>
                  </a:cxn>
                  <a:cxn ang="0">
                    <a:pos x="T2" y="T3"/>
                  </a:cxn>
                  <a:cxn ang="0">
                    <a:pos x="T4" y="T5"/>
                  </a:cxn>
                  <a:cxn ang="0">
                    <a:pos x="T6" y="T7"/>
                  </a:cxn>
                  <a:cxn ang="0">
                    <a:pos x="T8" y="T9"/>
                  </a:cxn>
                </a:cxnLst>
                <a:rect l="0" t="0" r="r" b="b"/>
                <a:pathLst>
                  <a:path w="73" h="229">
                    <a:moveTo>
                      <a:pt x="35" y="0"/>
                    </a:moveTo>
                    <a:lnTo>
                      <a:pt x="73" y="229"/>
                    </a:lnTo>
                    <a:lnTo>
                      <a:pt x="28" y="229"/>
                    </a:lnTo>
                    <a:lnTo>
                      <a:pt x="0" y="0"/>
                    </a:lnTo>
                    <a:lnTo>
                      <a:pt x="35" y="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0" name="Freeform 79"/>
              <p:cNvSpPr>
                <a:spLocks/>
              </p:cNvSpPr>
              <p:nvPr/>
            </p:nvSpPr>
            <p:spPr bwMode="auto">
              <a:xfrm>
                <a:off x="2329640" y="1225470"/>
                <a:ext cx="1479429" cy="1642004"/>
              </a:xfrm>
              <a:custGeom>
                <a:avLst/>
                <a:gdLst>
                  <a:gd name="T0" fmla="*/ 115 w 115"/>
                  <a:gd name="T1" fmla="*/ 57 h 127"/>
                  <a:gd name="T2" fmla="*/ 58 w 115"/>
                  <a:gd name="T3" fmla="*/ 0 h 127"/>
                  <a:gd name="T4" fmla="*/ 0 w 115"/>
                  <a:gd name="T5" fmla="*/ 57 h 127"/>
                  <a:gd name="T6" fmla="*/ 0 w 115"/>
                  <a:gd name="T7" fmla="*/ 95 h 127"/>
                  <a:gd name="T8" fmla="*/ 115 w 115"/>
                  <a:gd name="T9" fmla="*/ 95 h 127"/>
                  <a:gd name="T10" fmla="*/ 115 w 115"/>
                  <a:gd name="T11" fmla="*/ 57 h 127"/>
                </a:gdLst>
                <a:ahLst/>
                <a:cxnLst>
                  <a:cxn ang="0">
                    <a:pos x="T0" y="T1"/>
                  </a:cxn>
                  <a:cxn ang="0">
                    <a:pos x="T2" y="T3"/>
                  </a:cxn>
                  <a:cxn ang="0">
                    <a:pos x="T4" y="T5"/>
                  </a:cxn>
                  <a:cxn ang="0">
                    <a:pos x="T6" y="T7"/>
                  </a:cxn>
                  <a:cxn ang="0">
                    <a:pos x="T8" y="T9"/>
                  </a:cxn>
                  <a:cxn ang="0">
                    <a:pos x="T10" y="T11"/>
                  </a:cxn>
                </a:cxnLst>
                <a:rect l="0" t="0" r="r" b="b"/>
                <a:pathLst>
                  <a:path w="115" h="127">
                    <a:moveTo>
                      <a:pt x="115" y="57"/>
                    </a:moveTo>
                    <a:cubicBezTo>
                      <a:pt x="115" y="26"/>
                      <a:pt x="89" y="0"/>
                      <a:pt x="58" y="0"/>
                    </a:cubicBezTo>
                    <a:cubicBezTo>
                      <a:pt x="26" y="0"/>
                      <a:pt x="0" y="26"/>
                      <a:pt x="0" y="57"/>
                    </a:cubicBezTo>
                    <a:cubicBezTo>
                      <a:pt x="0" y="95"/>
                      <a:pt x="0" y="95"/>
                      <a:pt x="0" y="95"/>
                    </a:cubicBezTo>
                    <a:cubicBezTo>
                      <a:pt x="0" y="127"/>
                      <a:pt x="115" y="127"/>
                      <a:pt x="115" y="95"/>
                    </a:cubicBezTo>
                    <a:lnTo>
                      <a:pt x="115" y="57"/>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1" name="Freeform 80"/>
              <p:cNvSpPr>
                <a:spLocks/>
              </p:cNvSpPr>
              <p:nvPr/>
            </p:nvSpPr>
            <p:spPr bwMode="auto">
              <a:xfrm>
                <a:off x="2318801" y="2412265"/>
                <a:ext cx="1506523" cy="1408978"/>
              </a:xfrm>
              <a:custGeom>
                <a:avLst/>
                <a:gdLst>
                  <a:gd name="T0" fmla="*/ 268 w 278"/>
                  <a:gd name="T1" fmla="*/ 260 h 260"/>
                  <a:gd name="T2" fmla="*/ 7 w 278"/>
                  <a:gd name="T3" fmla="*/ 260 h 260"/>
                  <a:gd name="T4" fmla="*/ 0 w 278"/>
                  <a:gd name="T5" fmla="*/ 0 h 260"/>
                  <a:gd name="T6" fmla="*/ 278 w 278"/>
                  <a:gd name="T7" fmla="*/ 0 h 260"/>
                  <a:gd name="T8" fmla="*/ 268 w 278"/>
                  <a:gd name="T9" fmla="*/ 260 h 260"/>
                </a:gdLst>
                <a:ahLst/>
                <a:cxnLst>
                  <a:cxn ang="0">
                    <a:pos x="T0" y="T1"/>
                  </a:cxn>
                  <a:cxn ang="0">
                    <a:pos x="T2" y="T3"/>
                  </a:cxn>
                  <a:cxn ang="0">
                    <a:pos x="T4" y="T5"/>
                  </a:cxn>
                  <a:cxn ang="0">
                    <a:pos x="T6" y="T7"/>
                  </a:cxn>
                  <a:cxn ang="0">
                    <a:pos x="T8" y="T9"/>
                  </a:cxn>
                </a:cxnLst>
                <a:rect l="0" t="0" r="r" b="b"/>
                <a:pathLst>
                  <a:path w="278" h="260">
                    <a:moveTo>
                      <a:pt x="268" y="260"/>
                    </a:moveTo>
                    <a:lnTo>
                      <a:pt x="7" y="260"/>
                    </a:lnTo>
                    <a:lnTo>
                      <a:pt x="0" y="0"/>
                    </a:lnTo>
                    <a:lnTo>
                      <a:pt x="278" y="0"/>
                    </a:lnTo>
                    <a:lnTo>
                      <a:pt x="268" y="26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2" name="Freeform 81"/>
              <p:cNvSpPr>
                <a:spLocks/>
              </p:cNvSpPr>
              <p:nvPr/>
            </p:nvSpPr>
            <p:spPr bwMode="auto">
              <a:xfrm>
                <a:off x="2318801" y="2412265"/>
                <a:ext cx="1506523" cy="1408978"/>
              </a:xfrm>
              <a:custGeom>
                <a:avLst/>
                <a:gdLst>
                  <a:gd name="T0" fmla="*/ 268 w 278"/>
                  <a:gd name="T1" fmla="*/ 260 h 260"/>
                  <a:gd name="T2" fmla="*/ 7 w 278"/>
                  <a:gd name="T3" fmla="*/ 260 h 260"/>
                  <a:gd name="T4" fmla="*/ 0 w 278"/>
                  <a:gd name="T5" fmla="*/ 0 h 260"/>
                  <a:gd name="T6" fmla="*/ 278 w 278"/>
                  <a:gd name="T7" fmla="*/ 0 h 260"/>
                  <a:gd name="T8" fmla="*/ 268 w 278"/>
                  <a:gd name="T9" fmla="*/ 260 h 260"/>
                </a:gdLst>
                <a:ahLst/>
                <a:cxnLst>
                  <a:cxn ang="0">
                    <a:pos x="T0" y="T1"/>
                  </a:cxn>
                  <a:cxn ang="0">
                    <a:pos x="T2" y="T3"/>
                  </a:cxn>
                  <a:cxn ang="0">
                    <a:pos x="T4" y="T5"/>
                  </a:cxn>
                  <a:cxn ang="0">
                    <a:pos x="T6" y="T7"/>
                  </a:cxn>
                  <a:cxn ang="0">
                    <a:pos x="T8" y="T9"/>
                  </a:cxn>
                </a:cxnLst>
                <a:rect l="0" t="0" r="r" b="b"/>
                <a:pathLst>
                  <a:path w="278" h="260">
                    <a:moveTo>
                      <a:pt x="268" y="260"/>
                    </a:moveTo>
                    <a:lnTo>
                      <a:pt x="7" y="260"/>
                    </a:lnTo>
                    <a:lnTo>
                      <a:pt x="0" y="0"/>
                    </a:lnTo>
                    <a:lnTo>
                      <a:pt x="278" y="0"/>
                    </a:lnTo>
                    <a:lnTo>
                      <a:pt x="268" y="2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3" name="Freeform 82"/>
              <p:cNvSpPr>
                <a:spLocks/>
              </p:cNvSpPr>
              <p:nvPr/>
            </p:nvSpPr>
            <p:spPr bwMode="auto">
              <a:xfrm>
                <a:off x="2535567" y="2412265"/>
                <a:ext cx="525659" cy="709910"/>
              </a:xfrm>
              <a:custGeom>
                <a:avLst/>
                <a:gdLst>
                  <a:gd name="T0" fmla="*/ 38 w 97"/>
                  <a:gd name="T1" fmla="*/ 0 h 131"/>
                  <a:gd name="T2" fmla="*/ 97 w 97"/>
                  <a:gd name="T3" fmla="*/ 131 h 131"/>
                  <a:gd name="T4" fmla="*/ 14 w 97"/>
                  <a:gd name="T5" fmla="*/ 77 h 131"/>
                  <a:gd name="T6" fmla="*/ 36 w 97"/>
                  <a:gd name="T7" fmla="*/ 46 h 131"/>
                  <a:gd name="T8" fmla="*/ 0 w 97"/>
                  <a:gd name="T9" fmla="*/ 38 h 131"/>
                  <a:gd name="T10" fmla="*/ 38 w 97"/>
                  <a:gd name="T11" fmla="*/ 0 h 131"/>
                </a:gdLst>
                <a:ahLst/>
                <a:cxnLst>
                  <a:cxn ang="0">
                    <a:pos x="T0" y="T1"/>
                  </a:cxn>
                  <a:cxn ang="0">
                    <a:pos x="T2" y="T3"/>
                  </a:cxn>
                  <a:cxn ang="0">
                    <a:pos x="T4" y="T5"/>
                  </a:cxn>
                  <a:cxn ang="0">
                    <a:pos x="T6" y="T7"/>
                  </a:cxn>
                  <a:cxn ang="0">
                    <a:pos x="T8" y="T9"/>
                  </a:cxn>
                  <a:cxn ang="0">
                    <a:pos x="T10" y="T11"/>
                  </a:cxn>
                </a:cxnLst>
                <a:rect l="0" t="0" r="r" b="b"/>
                <a:pathLst>
                  <a:path w="97" h="131">
                    <a:moveTo>
                      <a:pt x="38" y="0"/>
                    </a:moveTo>
                    <a:lnTo>
                      <a:pt x="97" y="131"/>
                    </a:lnTo>
                    <a:lnTo>
                      <a:pt x="14" y="77"/>
                    </a:lnTo>
                    <a:lnTo>
                      <a:pt x="36" y="46"/>
                    </a:lnTo>
                    <a:lnTo>
                      <a:pt x="0" y="38"/>
                    </a:lnTo>
                    <a:lnTo>
                      <a:pt x="38" y="0"/>
                    </a:lnTo>
                    <a:close/>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4" name="Freeform 83"/>
              <p:cNvSpPr>
                <a:spLocks/>
              </p:cNvSpPr>
              <p:nvPr/>
            </p:nvSpPr>
            <p:spPr bwMode="auto">
              <a:xfrm>
                <a:off x="3061223" y="2412265"/>
                <a:ext cx="541915" cy="709910"/>
              </a:xfrm>
              <a:custGeom>
                <a:avLst/>
                <a:gdLst>
                  <a:gd name="T0" fmla="*/ 62 w 100"/>
                  <a:gd name="T1" fmla="*/ 0 h 131"/>
                  <a:gd name="T2" fmla="*/ 0 w 100"/>
                  <a:gd name="T3" fmla="*/ 131 h 131"/>
                  <a:gd name="T4" fmla="*/ 84 w 100"/>
                  <a:gd name="T5" fmla="*/ 77 h 131"/>
                  <a:gd name="T6" fmla="*/ 65 w 100"/>
                  <a:gd name="T7" fmla="*/ 46 h 131"/>
                  <a:gd name="T8" fmla="*/ 100 w 100"/>
                  <a:gd name="T9" fmla="*/ 38 h 131"/>
                  <a:gd name="T10" fmla="*/ 62 w 100"/>
                  <a:gd name="T11" fmla="*/ 0 h 131"/>
                </a:gdLst>
                <a:ahLst/>
                <a:cxnLst>
                  <a:cxn ang="0">
                    <a:pos x="T0" y="T1"/>
                  </a:cxn>
                  <a:cxn ang="0">
                    <a:pos x="T2" y="T3"/>
                  </a:cxn>
                  <a:cxn ang="0">
                    <a:pos x="T4" y="T5"/>
                  </a:cxn>
                  <a:cxn ang="0">
                    <a:pos x="T6" y="T7"/>
                  </a:cxn>
                  <a:cxn ang="0">
                    <a:pos x="T8" y="T9"/>
                  </a:cxn>
                  <a:cxn ang="0">
                    <a:pos x="T10" y="T11"/>
                  </a:cxn>
                </a:cxnLst>
                <a:rect l="0" t="0" r="r" b="b"/>
                <a:pathLst>
                  <a:path w="100" h="131">
                    <a:moveTo>
                      <a:pt x="62" y="0"/>
                    </a:moveTo>
                    <a:lnTo>
                      <a:pt x="0" y="131"/>
                    </a:lnTo>
                    <a:lnTo>
                      <a:pt x="84" y="77"/>
                    </a:lnTo>
                    <a:lnTo>
                      <a:pt x="65" y="46"/>
                    </a:lnTo>
                    <a:lnTo>
                      <a:pt x="100" y="38"/>
                    </a:lnTo>
                    <a:lnTo>
                      <a:pt x="62" y="0"/>
                    </a:lnTo>
                    <a:close/>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5" name="Freeform 84"/>
              <p:cNvSpPr>
                <a:spLocks/>
              </p:cNvSpPr>
              <p:nvPr/>
            </p:nvSpPr>
            <p:spPr bwMode="auto">
              <a:xfrm>
                <a:off x="2741495" y="2412265"/>
                <a:ext cx="655719" cy="709910"/>
              </a:xfrm>
              <a:custGeom>
                <a:avLst/>
                <a:gdLst>
                  <a:gd name="T0" fmla="*/ 0 w 121"/>
                  <a:gd name="T1" fmla="*/ 0 h 131"/>
                  <a:gd name="T2" fmla="*/ 121 w 121"/>
                  <a:gd name="T3" fmla="*/ 0 h 131"/>
                  <a:gd name="T4" fmla="*/ 59 w 121"/>
                  <a:gd name="T5" fmla="*/ 131 h 131"/>
                  <a:gd name="T6" fmla="*/ 0 w 121"/>
                  <a:gd name="T7" fmla="*/ 0 h 131"/>
                </a:gdLst>
                <a:ahLst/>
                <a:cxnLst>
                  <a:cxn ang="0">
                    <a:pos x="T0" y="T1"/>
                  </a:cxn>
                  <a:cxn ang="0">
                    <a:pos x="T2" y="T3"/>
                  </a:cxn>
                  <a:cxn ang="0">
                    <a:pos x="T4" y="T5"/>
                  </a:cxn>
                  <a:cxn ang="0">
                    <a:pos x="T6" y="T7"/>
                  </a:cxn>
                </a:cxnLst>
                <a:rect l="0" t="0" r="r" b="b"/>
                <a:pathLst>
                  <a:path w="121" h="131">
                    <a:moveTo>
                      <a:pt x="0" y="0"/>
                    </a:moveTo>
                    <a:lnTo>
                      <a:pt x="121" y="0"/>
                    </a:lnTo>
                    <a:lnTo>
                      <a:pt x="59" y="131"/>
                    </a:lnTo>
                    <a:lnTo>
                      <a:pt x="0" y="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6" name="Freeform 85"/>
              <p:cNvSpPr>
                <a:spLocks/>
              </p:cNvSpPr>
              <p:nvPr/>
            </p:nvSpPr>
            <p:spPr bwMode="auto">
              <a:xfrm>
                <a:off x="2844457" y="2412265"/>
                <a:ext cx="449791" cy="81289"/>
              </a:xfrm>
              <a:custGeom>
                <a:avLst/>
                <a:gdLst>
                  <a:gd name="T0" fmla="*/ 19 w 83"/>
                  <a:gd name="T1" fmla="*/ 0 h 15"/>
                  <a:gd name="T2" fmla="*/ 0 w 83"/>
                  <a:gd name="T3" fmla="*/ 15 h 15"/>
                  <a:gd name="T4" fmla="*/ 83 w 83"/>
                  <a:gd name="T5" fmla="*/ 15 h 15"/>
                  <a:gd name="T6" fmla="*/ 67 w 83"/>
                  <a:gd name="T7" fmla="*/ 0 h 15"/>
                  <a:gd name="T8" fmla="*/ 19 w 83"/>
                  <a:gd name="T9" fmla="*/ 0 h 15"/>
                </a:gdLst>
                <a:ahLst/>
                <a:cxnLst>
                  <a:cxn ang="0">
                    <a:pos x="T0" y="T1"/>
                  </a:cxn>
                  <a:cxn ang="0">
                    <a:pos x="T2" y="T3"/>
                  </a:cxn>
                  <a:cxn ang="0">
                    <a:pos x="T4" y="T5"/>
                  </a:cxn>
                  <a:cxn ang="0">
                    <a:pos x="T6" y="T7"/>
                  </a:cxn>
                  <a:cxn ang="0">
                    <a:pos x="T8" y="T9"/>
                  </a:cxn>
                </a:cxnLst>
                <a:rect l="0" t="0" r="r" b="b"/>
                <a:pathLst>
                  <a:path w="83" h="15">
                    <a:moveTo>
                      <a:pt x="19" y="0"/>
                    </a:moveTo>
                    <a:lnTo>
                      <a:pt x="0" y="15"/>
                    </a:lnTo>
                    <a:lnTo>
                      <a:pt x="83" y="15"/>
                    </a:lnTo>
                    <a:lnTo>
                      <a:pt x="67" y="0"/>
                    </a:lnTo>
                    <a:lnTo>
                      <a:pt x="19" y="0"/>
                    </a:ln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7" name="Freeform 86"/>
              <p:cNvSpPr>
                <a:spLocks/>
              </p:cNvSpPr>
              <p:nvPr/>
            </p:nvSpPr>
            <p:spPr bwMode="auto">
              <a:xfrm>
                <a:off x="2958261" y="2450198"/>
                <a:ext cx="222187" cy="671974"/>
              </a:xfrm>
              <a:custGeom>
                <a:avLst/>
                <a:gdLst>
                  <a:gd name="T0" fmla="*/ 10 w 41"/>
                  <a:gd name="T1" fmla="*/ 0 h 124"/>
                  <a:gd name="T2" fmla="*/ 0 w 41"/>
                  <a:gd name="T3" fmla="*/ 79 h 124"/>
                  <a:gd name="T4" fmla="*/ 19 w 41"/>
                  <a:gd name="T5" fmla="*/ 124 h 124"/>
                  <a:gd name="T6" fmla="*/ 41 w 41"/>
                  <a:gd name="T7" fmla="*/ 77 h 124"/>
                  <a:gd name="T8" fmla="*/ 29 w 41"/>
                  <a:gd name="T9" fmla="*/ 0 h 124"/>
                  <a:gd name="T10" fmla="*/ 10 w 41"/>
                  <a:gd name="T11" fmla="*/ 0 h 124"/>
                </a:gdLst>
                <a:ahLst/>
                <a:cxnLst>
                  <a:cxn ang="0">
                    <a:pos x="T0" y="T1"/>
                  </a:cxn>
                  <a:cxn ang="0">
                    <a:pos x="T2" y="T3"/>
                  </a:cxn>
                  <a:cxn ang="0">
                    <a:pos x="T4" y="T5"/>
                  </a:cxn>
                  <a:cxn ang="0">
                    <a:pos x="T6" y="T7"/>
                  </a:cxn>
                  <a:cxn ang="0">
                    <a:pos x="T8" y="T9"/>
                  </a:cxn>
                  <a:cxn ang="0">
                    <a:pos x="T10" y="T11"/>
                  </a:cxn>
                </a:cxnLst>
                <a:rect l="0" t="0" r="r" b="b"/>
                <a:pathLst>
                  <a:path w="41" h="124">
                    <a:moveTo>
                      <a:pt x="10" y="0"/>
                    </a:moveTo>
                    <a:lnTo>
                      <a:pt x="0" y="79"/>
                    </a:lnTo>
                    <a:lnTo>
                      <a:pt x="19" y="124"/>
                    </a:lnTo>
                    <a:lnTo>
                      <a:pt x="41" y="77"/>
                    </a:lnTo>
                    <a:lnTo>
                      <a:pt x="29" y="0"/>
                    </a:lnTo>
                    <a:lnTo>
                      <a:pt x="10" y="0"/>
                    </a:ln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8" name="Oval 87"/>
              <p:cNvSpPr>
                <a:spLocks noChangeArrowheads="1"/>
              </p:cNvSpPr>
              <p:nvPr/>
            </p:nvSpPr>
            <p:spPr bwMode="auto">
              <a:xfrm>
                <a:off x="3039546" y="3187202"/>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89" name="Oval 88"/>
              <p:cNvSpPr>
                <a:spLocks noChangeArrowheads="1"/>
              </p:cNvSpPr>
              <p:nvPr/>
            </p:nvSpPr>
            <p:spPr bwMode="auto">
              <a:xfrm>
                <a:off x="3039546" y="3344359"/>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0" name="Oval 89"/>
              <p:cNvSpPr>
                <a:spLocks noChangeArrowheads="1"/>
              </p:cNvSpPr>
              <p:nvPr/>
            </p:nvSpPr>
            <p:spPr bwMode="auto">
              <a:xfrm>
                <a:off x="3039546" y="3501512"/>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1" name="Oval 90"/>
              <p:cNvSpPr>
                <a:spLocks noChangeArrowheads="1"/>
              </p:cNvSpPr>
              <p:nvPr/>
            </p:nvSpPr>
            <p:spPr bwMode="auto">
              <a:xfrm>
                <a:off x="3039546" y="3653249"/>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2" name="Freeform 91"/>
              <p:cNvSpPr>
                <a:spLocks/>
              </p:cNvSpPr>
              <p:nvPr/>
            </p:nvSpPr>
            <p:spPr bwMode="auto">
              <a:xfrm>
                <a:off x="2470537" y="3409389"/>
                <a:ext cx="298055" cy="10838"/>
              </a:xfrm>
              <a:custGeom>
                <a:avLst/>
                <a:gdLst>
                  <a:gd name="T0" fmla="*/ 23 w 23"/>
                  <a:gd name="T1" fmla="*/ 0 h 1"/>
                  <a:gd name="T2" fmla="*/ 0 w 23"/>
                  <a:gd name="T3" fmla="*/ 0 h 1"/>
                  <a:gd name="T4" fmla="*/ 11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cubicBezTo>
                      <a:pt x="0" y="0"/>
                      <a:pt x="0" y="0"/>
                      <a:pt x="0" y="0"/>
                    </a:cubicBezTo>
                    <a:cubicBezTo>
                      <a:pt x="0" y="0"/>
                      <a:pt x="4" y="1"/>
                      <a:pt x="11" y="1"/>
                    </a:cubicBezTo>
                    <a:cubicBezTo>
                      <a:pt x="14" y="1"/>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3" name="Freeform 92"/>
              <p:cNvSpPr>
                <a:spLocks/>
              </p:cNvSpPr>
              <p:nvPr/>
            </p:nvSpPr>
            <p:spPr bwMode="auto">
              <a:xfrm>
                <a:off x="3321342" y="3436483"/>
                <a:ext cx="298055" cy="21677"/>
              </a:xfrm>
              <a:custGeom>
                <a:avLst/>
                <a:gdLst>
                  <a:gd name="T0" fmla="*/ 23 w 23"/>
                  <a:gd name="T1" fmla="*/ 0 h 2"/>
                  <a:gd name="T2" fmla="*/ 0 w 23"/>
                  <a:gd name="T3" fmla="*/ 0 h 2"/>
                  <a:gd name="T4" fmla="*/ 11 w 23"/>
                  <a:gd name="T5" fmla="*/ 2 h 2"/>
                  <a:gd name="T6" fmla="*/ 23 w 23"/>
                  <a:gd name="T7" fmla="*/ 0 h 2"/>
                </a:gdLst>
                <a:ahLst/>
                <a:cxnLst>
                  <a:cxn ang="0">
                    <a:pos x="T0" y="T1"/>
                  </a:cxn>
                  <a:cxn ang="0">
                    <a:pos x="T2" y="T3"/>
                  </a:cxn>
                  <a:cxn ang="0">
                    <a:pos x="T4" y="T5"/>
                  </a:cxn>
                  <a:cxn ang="0">
                    <a:pos x="T6" y="T7"/>
                  </a:cxn>
                </a:cxnLst>
                <a:rect l="0" t="0" r="r" b="b"/>
                <a:pathLst>
                  <a:path w="23" h="2">
                    <a:moveTo>
                      <a:pt x="23" y="0"/>
                    </a:moveTo>
                    <a:cubicBezTo>
                      <a:pt x="0" y="0"/>
                      <a:pt x="0" y="0"/>
                      <a:pt x="0" y="0"/>
                    </a:cubicBezTo>
                    <a:cubicBezTo>
                      <a:pt x="0" y="0"/>
                      <a:pt x="4" y="2"/>
                      <a:pt x="11" y="2"/>
                    </a:cubicBezTo>
                    <a:cubicBezTo>
                      <a:pt x="14" y="2"/>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4" name="Freeform 93"/>
              <p:cNvSpPr>
                <a:spLocks/>
              </p:cNvSpPr>
              <p:nvPr/>
            </p:nvSpPr>
            <p:spPr bwMode="auto">
              <a:xfrm>
                <a:off x="3760295" y="1740291"/>
                <a:ext cx="124642" cy="325149"/>
              </a:xfrm>
              <a:custGeom>
                <a:avLst/>
                <a:gdLst>
                  <a:gd name="T0" fmla="*/ 0 w 10"/>
                  <a:gd name="T1" fmla="*/ 20 h 25"/>
                  <a:gd name="T2" fmla="*/ 5 w 10"/>
                  <a:gd name="T3" fmla="*/ 25 h 25"/>
                  <a:gd name="T4" fmla="*/ 10 w 10"/>
                  <a:gd name="T5" fmla="*/ 20 h 25"/>
                  <a:gd name="T6" fmla="*/ 10 w 10"/>
                  <a:gd name="T7" fmla="*/ 5 h 25"/>
                  <a:gd name="T8" fmla="*/ 5 w 10"/>
                  <a:gd name="T9" fmla="*/ 0 h 25"/>
                  <a:gd name="T10" fmla="*/ 0 w 10"/>
                  <a:gd name="T11" fmla="*/ 5 h 25"/>
                  <a:gd name="T12" fmla="*/ 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0" y="20"/>
                    </a:moveTo>
                    <a:cubicBezTo>
                      <a:pt x="0" y="23"/>
                      <a:pt x="3" y="25"/>
                      <a:pt x="5" y="25"/>
                    </a:cubicBezTo>
                    <a:cubicBezTo>
                      <a:pt x="8" y="25"/>
                      <a:pt x="10" y="23"/>
                      <a:pt x="10" y="20"/>
                    </a:cubicBezTo>
                    <a:cubicBezTo>
                      <a:pt x="10" y="5"/>
                      <a:pt x="10" y="5"/>
                      <a:pt x="10" y="5"/>
                    </a:cubicBezTo>
                    <a:cubicBezTo>
                      <a:pt x="10" y="2"/>
                      <a:pt x="8" y="0"/>
                      <a:pt x="5" y="0"/>
                    </a:cubicBezTo>
                    <a:cubicBezTo>
                      <a:pt x="3" y="0"/>
                      <a:pt x="0" y="2"/>
                      <a:pt x="0" y="5"/>
                    </a:cubicBezTo>
                    <a:lnTo>
                      <a:pt x="0" y="20"/>
                    </a:lnTo>
                    <a:close/>
                  </a:path>
                </a:pathLst>
              </a:custGeom>
              <a:solidFill>
                <a:srgbClr val="F7C2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5" name="Freeform 94"/>
              <p:cNvSpPr>
                <a:spLocks/>
              </p:cNvSpPr>
              <p:nvPr/>
            </p:nvSpPr>
            <p:spPr bwMode="auto">
              <a:xfrm>
                <a:off x="3771133" y="1794482"/>
                <a:ext cx="92127" cy="205928"/>
              </a:xfrm>
              <a:custGeom>
                <a:avLst/>
                <a:gdLst>
                  <a:gd name="T0" fmla="*/ 3 w 7"/>
                  <a:gd name="T1" fmla="*/ 13 h 16"/>
                  <a:gd name="T2" fmla="*/ 3 w 7"/>
                  <a:gd name="T3" fmla="*/ 4 h 16"/>
                  <a:gd name="T4" fmla="*/ 0 w 7"/>
                  <a:gd name="T5" fmla="*/ 0 h 16"/>
                  <a:gd name="T6" fmla="*/ 1 w 7"/>
                  <a:gd name="T7" fmla="*/ 0 h 16"/>
                  <a:gd name="T8" fmla="*/ 7 w 7"/>
                  <a:gd name="T9" fmla="*/ 4 h 16"/>
                  <a:gd name="T10" fmla="*/ 7 w 7"/>
                  <a:gd name="T11" fmla="*/ 13 h 16"/>
                  <a:gd name="T12" fmla="*/ 2 w 7"/>
                  <a:gd name="T13" fmla="*/ 16 h 16"/>
                  <a:gd name="T14" fmla="*/ 1 w 7"/>
                  <a:gd name="T15" fmla="*/ 16 h 16"/>
                  <a:gd name="T16" fmla="*/ 3 w 7"/>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6">
                    <a:moveTo>
                      <a:pt x="3" y="13"/>
                    </a:moveTo>
                    <a:cubicBezTo>
                      <a:pt x="3" y="4"/>
                      <a:pt x="3" y="4"/>
                      <a:pt x="3" y="4"/>
                    </a:cubicBezTo>
                    <a:cubicBezTo>
                      <a:pt x="3" y="2"/>
                      <a:pt x="2" y="1"/>
                      <a:pt x="0" y="0"/>
                    </a:cubicBezTo>
                    <a:cubicBezTo>
                      <a:pt x="0" y="0"/>
                      <a:pt x="0" y="0"/>
                      <a:pt x="1" y="0"/>
                    </a:cubicBezTo>
                    <a:cubicBezTo>
                      <a:pt x="4" y="0"/>
                      <a:pt x="7" y="2"/>
                      <a:pt x="7" y="4"/>
                    </a:cubicBezTo>
                    <a:cubicBezTo>
                      <a:pt x="7" y="13"/>
                      <a:pt x="7" y="13"/>
                      <a:pt x="7" y="13"/>
                    </a:cubicBezTo>
                    <a:cubicBezTo>
                      <a:pt x="7" y="15"/>
                      <a:pt x="6" y="16"/>
                      <a:pt x="2" y="16"/>
                    </a:cubicBezTo>
                    <a:cubicBezTo>
                      <a:pt x="2" y="16"/>
                      <a:pt x="1" y="16"/>
                      <a:pt x="1" y="16"/>
                    </a:cubicBezTo>
                    <a:cubicBezTo>
                      <a:pt x="4" y="16"/>
                      <a:pt x="3" y="15"/>
                      <a:pt x="3"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6" name="Freeform 95"/>
              <p:cNvSpPr>
                <a:spLocks/>
              </p:cNvSpPr>
              <p:nvPr/>
            </p:nvSpPr>
            <p:spPr bwMode="auto">
              <a:xfrm>
                <a:off x="2253771" y="1740291"/>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7C2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7" name="Freeform 96"/>
              <p:cNvSpPr>
                <a:spLocks/>
              </p:cNvSpPr>
              <p:nvPr/>
            </p:nvSpPr>
            <p:spPr bwMode="auto">
              <a:xfrm>
                <a:off x="2280865" y="1794482"/>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8" name="Freeform 97"/>
              <p:cNvSpPr>
                <a:spLocks/>
              </p:cNvSpPr>
              <p:nvPr/>
            </p:nvSpPr>
            <p:spPr bwMode="auto">
              <a:xfrm>
                <a:off x="2882393" y="2168402"/>
                <a:ext cx="384761" cy="325149"/>
              </a:xfrm>
              <a:custGeom>
                <a:avLst/>
                <a:gdLst>
                  <a:gd name="T0" fmla="*/ 0 w 30"/>
                  <a:gd name="T1" fmla="*/ 0 h 25"/>
                  <a:gd name="T2" fmla="*/ 30 w 30"/>
                  <a:gd name="T3" fmla="*/ 0 h 25"/>
                  <a:gd name="T4" fmla="*/ 0 w 30"/>
                  <a:gd name="T5" fmla="*/ 0 h 25"/>
                </a:gdLst>
                <a:ahLst/>
                <a:cxnLst>
                  <a:cxn ang="0">
                    <a:pos x="T0" y="T1"/>
                  </a:cxn>
                  <a:cxn ang="0">
                    <a:pos x="T2" y="T3"/>
                  </a:cxn>
                  <a:cxn ang="0">
                    <a:pos x="T4" y="T5"/>
                  </a:cxn>
                </a:cxnLst>
                <a:rect l="0" t="0" r="r" b="b"/>
                <a:pathLst>
                  <a:path w="30" h="25">
                    <a:moveTo>
                      <a:pt x="0" y="0"/>
                    </a:moveTo>
                    <a:cubicBezTo>
                      <a:pt x="0" y="0"/>
                      <a:pt x="9" y="15"/>
                      <a:pt x="30" y="0"/>
                    </a:cubicBezTo>
                    <a:cubicBezTo>
                      <a:pt x="30" y="0"/>
                      <a:pt x="10" y="2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99" name="Freeform 98"/>
              <p:cNvSpPr>
                <a:spLocks/>
              </p:cNvSpPr>
              <p:nvPr/>
            </p:nvSpPr>
            <p:spPr bwMode="auto">
              <a:xfrm>
                <a:off x="2611435" y="1713194"/>
                <a:ext cx="233025" cy="108383"/>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0" name="Freeform 99"/>
              <p:cNvSpPr>
                <a:spLocks/>
              </p:cNvSpPr>
              <p:nvPr/>
            </p:nvSpPr>
            <p:spPr bwMode="auto">
              <a:xfrm>
                <a:off x="2329640" y="981610"/>
                <a:ext cx="1544459" cy="991706"/>
              </a:xfrm>
              <a:custGeom>
                <a:avLst/>
                <a:gdLst>
                  <a:gd name="T0" fmla="*/ 0 w 120"/>
                  <a:gd name="T1" fmla="*/ 77 h 77"/>
                  <a:gd name="T2" fmla="*/ 4 w 120"/>
                  <a:gd name="T3" fmla="*/ 77 h 77"/>
                  <a:gd name="T4" fmla="*/ 4 w 120"/>
                  <a:gd name="T5" fmla="*/ 68 h 77"/>
                  <a:gd name="T6" fmla="*/ 21 w 120"/>
                  <a:gd name="T7" fmla="*/ 38 h 77"/>
                  <a:gd name="T8" fmla="*/ 92 w 120"/>
                  <a:gd name="T9" fmla="*/ 38 h 77"/>
                  <a:gd name="T10" fmla="*/ 112 w 120"/>
                  <a:gd name="T11" fmla="*/ 68 h 77"/>
                  <a:gd name="T12" fmla="*/ 112 w 120"/>
                  <a:gd name="T13" fmla="*/ 77 h 77"/>
                  <a:gd name="T14" fmla="*/ 116 w 120"/>
                  <a:gd name="T15" fmla="*/ 77 h 77"/>
                  <a:gd name="T16" fmla="*/ 116 w 120"/>
                  <a:gd name="T17" fmla="*/ 68 h 77"/>
                  <a:gd name="T18" fmla="*/ 97 w 120"/>
                  <a:gd name="T19" fmla="*/ 19 h 77"/>
                  <a:gd name="T20" fmla="*/ 60 w 120"/>
                  <a:gd name="T21" fmla="*/ 12 h 77"/>
                  <a:gd name="T22" fmla="*/ 61 w 120"/>
                  <a:gd name="T23" fmla="*/ 0 h 77"/>
                  <a:gd name="T24" fmla="*/ 37 w 120"/>
                  <a:gd name="T25" fmla="*/ 14 h 77"/>
                  <a:gd name="T26" fmla="*/ 26 w 120"/>
                  <a:gd name="T27" fmla="*/ 19 h 77"/>
                  <a:gd name="T28" fmla="*/ 0 w 120"/>
                  <a:gd name="T29" fmla="*/ 67 h 77"/>
                  <a:gd name="T30" fmla="*/ 0 w 120"/>
                  <a:gd name="T3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77">
                    <a:moveTo>
                      <a:pt x="0" y="77"/>
                    </a:moveTo>
                    <a:cubicBezTo>
                      <a:pt x="4" y="77"/>
                      <a:pt x="4" y="77"/>
                      <a:pt x="4" y="77"/>
                    </a:cubicBezTo>
                    <a:cubicBezTo>
                      <a:pt x="4" y="77"/>
                      <a:pt x="4" y="69"/>
                      <a:pt x="4" y="68"/>
                    </a:cubicBezTo>
                    <a:cubicBezTo>
                      <a:pt x="5" y="61"/>
                      <a:pt x="11" y="37"/>
                      <a:pt x="21" y="38"/>
                    </a:cubicBezTo>
                    <a:cubicBezTo>
                      <a:pt x="40" y="39"/>
                      <a:pt x="75" y="41"/>
                      <a:pt x="92" y="38"/>
                    </a:cubicBezTo>
                    <a:cubicBezTo>
                      <a:pt x="98" y="37"/>
                      <a:pt x="111" y="49"/>
                      <a:pt x="112" y="68"/>
                    </a:cubicBezTo>
                    <a:cubicBezTo>
                      <a:pt x="112" y="69"/>
                      <a:pt x="112" y="76"/>
                      <a:pt x="112" y="77"/>
                    </a:cubicBezTo>
                    <a:cubicBezTo>
                      <a:pt x="116" y="77"/>
                      <a:pt x="116" y="77"/>
                      <a:pt x="116" y="77"/>
                    </a:cubicBezTo>
                    <a:cubicBezTo>
                      <a:pt x="116" y="77"/>
                      <a:pt x="115" y="69"/>
                      <a:pt x="116" y="68"/>
                    </a:cubicBezTo>
                    <a:cubicBezTo>
                      <a:pt x="117" y="60"/>
                      <a:pt x="120" y="33"/>
                      <a:pt x="97" y="19"/>
                    </a:cubicBezTo>
                    <a:cubicBezTo>
                      <a:pt x="90" y="14"/>
                      <a:pt x="70" y="8"/>
                      <a:pt x="60" y="12"/>
                    </a:cubicBezTo>
                    <a:cubicBezTo>
                      <a:pt x="60" y="12"/>
                      <a:pt x="56" y="9"/>
                      <a:pt x="61" y="0"/>
                    </a:cubicBezTo>
                    <a:cubicBezTo>
                      <a:pt x="61" y="0"/>
                      <a:pt x="37" y="5"/>
                      <a:pt x="37" y="14"/>
                    </a:cubicBezTo>
                    <a:cubicBezTo>
                      <a:pt x="37" y="14"/>
                      <a:pt x="26" y="11"/>
                      <a:pt x="26" y="19"/>
                    </a:cubicBezTo>
                    <a:cubicBezTo>
                      <a:pt x="26" y="19"/>
                      <a:pt x="2" y="21"/>
                      <a:pt x="0" y="67"/>
                    </a:cubicBezTo>
                    <a:cubicBezTo>
                      <a:pt x="0" y="68"/>
                      <a:pt x="0" y="76"/>
                      <a:pt x="0" y="77"/>
                    </a:cubicBez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1" name="Freeform 100"/>
              <p:cNvSpPr>
                <a:spLocks/>
              </p:cNvSpPr>
              <p:nvPr/>
            </p:nvSpPr>
            <p:spPr bwMode="auto">
              <a:xfrm>
                <a:off x="3001614" y="2000410"/>
                <a:ext cx="75868" cy="113804"/>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2" name="Freeform 101"/>
              <p:cNvSpPr>
                <a:spLocks/>
              </p:cNvSpPr>
              <p:nvPr/>
            </p:nvSpPr>
            <p:spPr bwMode="auto">
              <a:xfrm>
                <a:off x="2649368" y="1794482"/>
                <a:ext cx="249281" cy="216766"/>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3" name="Oval 102"/>
              <p:cNvSpPr>
                <a:spLocks noChangeArrowheads="1"/>
              </p:cNvSpPr>
              <p:nvPr/>
            </p:nvSpPr>
            <p:spPr bwMode="auto">
              <a:xfrm>
                <a:off x="2714397" y="1821576"/>
                <a:ext cx="157157" cy="15173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4" name="Oval 103"/>
              <p:cNvSpPr>
                <a:spLocks noChangeArrowheads="1"/>
              </p:cNvSpPr>
              <p:nvPr/>
            </p:nvSpPr>
            <p:spPr bwMode="auto">
              <a:xfrm>
                <a:off x="2741495" y="1859512"/>
                <a:ext cx="37936" cy="379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5" name="Freeform 104"/>
              <p:cNvSpPr>
                <a:spLocks/>
              </p:cNvSpPr>
              <p:nvPr/>
            </p:nvSpPr>
            <p:spPr bwMode="auto">
              <a:xfrm>
                <a:off x="3245474" y="1713194"/>
                <a:ext cx="227604" cy="108383"/>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6" name="Freeform 105"/>
              <p:cNvSpPr>
                <a:spLocks/>
              </p:cNvSpPr>
              <p:nvPr/>
            </p:nvSpPr>
            <p:spPr bwMode="auto">
              <a:xfrm>
                <a:off x="3180444" y="1794482"/>
                <a:ext cx="254702" cy="216766"/>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7" name="Oval 106"/>
              <p:cNvSpPr>
                <a:spLocks noChangeArrowheads="1"/>
              </p:cNvSpPr>
              <p:nvPr/>
            </p:nvSpPr>
            <p:spPr bwMode="auto">
              <a:xfrm>
                <a:off x="3218380" y="1821576"/>
                <a:ext cx="151736" cy="15173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8" name="Oval 107"/>
              <p:cNvSpPr>
                <a:spLocks noChangeArrowheads="1"/>
              </p:cNvSpPr>
              <p:nvPr/>
            </p:nvSpPr>
            <p:spPr bwMode="auto">
              <a:xfrm>
                <a:off x="3310504" y="1859512"/>
                <a:ext cx="37936" cy="379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09" name="Freeform 108"/>
              <p:cNvSpPr>
                <a:spLocks/>
              </p:cNvSpPr>
              <p:nvPr/>
            </p:nvSpPr>
            <p:spPr bwMode="auto">
              <a:xfrm>
                <a:off x="5185529" y="1637325"/>
                <a:ext cx="709910" cy="709910"/>
              </a:xfrm>
              <a:custGeom>
                <a:avLst/>
                <a:gdLst>
                  <a:gd name="T0" fmla="*/ 17 w 55"/>
                  <a:gd name="T1" fmla="*/ 16 h 55"/>
                  <a:gd name="T2" fmla="*/ 47 w 55"/>
                  <a:gd name="T3" fmla="*/ 2 h 55"/>
                  <a:gd name="T4" fmla="*/ 50 w 55"/>
                  <a:gd name="T5" fmla="*/ 9 h 55"/>
                  <a:gd name="T6" fmla="*/ 32 w 55"/>
                  <a:gd name="T7" fmla="*/ 18 h 55"/>
                  <a:gd name="T8" fmla="*/ 32 w 55"/>
                  <a:gd name="T9" fmla="*/ 19 h 55"/>
                  <a:gd name="T10" fmla="*/ 41 w 55"/>
                  <a:gd name="T11" fmla="*/ 15 h 55"/>
                  <a:gd name="T12" fmla="*/ 45 w 55"/>
                  <a:gd name="T13" fmla="*/ 21 h 55"/>
                  <a:gd name="T14" fmla="*/ 35 w 55"/>
                  <a:gd name="T15" fmla="*/ 26 h 55"/>
                  <a:gd name="T16" fmla="*/ 36 w 55"/>
                  <a:gd name="T17" fmla="*/ 27 h 55"/>
                  <a:gd name="T18" fmla="*/ 43 w 55"/>
                  <a:gd name="T19" fmla="*/ 23 h 55"/>
                  <a:gd name="T20" fmla="*/ 46 w 55"/>
                  <a:gd name="T21" fmla="*/ 29 h 55"/>
                  <a:gd name="T22" fmla="*/ 39 w 55"/>
                  <a:gd name="T23" fmla="*/ 32 h 55"/>
                  <a:gd name="T24" fmla="*/ 39 w 55"/>
                  <a:gd name="T25" fmla="*/ 34 h 55"/>
                  <a:gd name="T26" fmla="*/ 42 w 55"/>
                  <a:gd name="T27" fmla="*/ 32 h 55"/>
                  <a:gd name="T28" fmla="*/ 44 w 55"/>
                  <a:gd name="T29" fmla="*/ 38 h 55"/>
                  <a:gd name="T30" fmla="*/ 26 w 55"/>
                  <a:gd name="T31" fmla="*/ 48 h 55"/>
                  <a:gd name="T32" fmla="*/ 17 w 55"/>
                  <a:gd name="T33" fmla="*/ 49 h 55"/>
                  <a:gd name="T34" fmla="*/ 0 w 55"/>
                  <a:gd name="T35" fmla="*/ 55 h 55"/>
                  <a:gd name="T36" fmla="*/ 0 w 55"/>
                  <a:gd name="T37" fmla="*/ 29 h 55"/>
                  <a:gd name="T38" fmla="*/ 3 w 55"/>
                  <a:gd name="T39" fmla="*/ 28 h 55"/>
                  <a:gd name="T40" fmla="*/ 7 w 55"/>
                  <a:gd name="T41" fmla="*/ 16 h 55"/>
                  <a:gd name="T42" fmla="*/ 24 w 55"/>
                  <a:gd name="T43" fmla="*/ 3 h 55"/>
                  <a:gd name="T44" fmla="*/ 22 w 55"/>
                  <a:gd name="T45" fmla="*/ 11 h 55"/>
                  <a:gd name="T46" fmla="*/ 19 w 55"/>
                  <a:gd name="T47" fmla="*/ 13 h 55"/>
                  <a:gd name="T48" fmla="*/ 16 w 55"/>
                  <a:gd name="T49" fmla="*/ 16 h 55"/>
                  <a:gd name="T50" fmla="*/ 17 w 55"/>
                  <a:gd name="T51"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55">
                    <a:moveTo>
                      <a:pt x="17" y="16"/>
                    </a:moveTo>
                    <a:cubicBezTo>
                      <a:pt x="47" y="2"/>
                      <a:pt x="47" y="2"/>
                      <a:pt x="47" y="2"/>
                    </a:cubicBezTo>
                    <a:cubicBezTo>
                      <a:pt x="51" y="0"/>
                      <a:pt x="55" y="6"/>
                      <a:pt x="50" y="9"/>
                    </a:cubicBezTo>
                    <a:cubicBezTo>
                      <a:pt x="32" y="18"/>
                      <a:pt x="32" y="18"/>
                      <a:pt x="32" y="18"/>
                    </a:cubicBezTo>
                    <a:cubicBezTo>
                      <a:pt x="32" y="18"/>
                      <a:pt x="31" y="19"/>
                      <a:pt x="32" y="19"/>
                    </a:cubicBezTo>
                    <a:cubicBezTo>
                      <a:pt x="41" y="15"/>
                      <a:pt x="41" y="15"/>
                      <a:pt x="41" y="15"/>
                    </a:cubicBezTo>
                    <a:cubicBezTo>
                      <a:pt x="45" y="13"/>
                      <a:pt x="48" y="19"/>
                      <a:pt x="45" y="21"/>
                    </a:cubicBezTo>
                    <a:cubicBezTo>
                      <a:pt x="35" y="26"/>
                      <a:pt x="35" y="26"/>
                      <a:pt x="35" y="26"/>
                    </a:cubicBezTo>
                    <a:cubicBezTo>
                      <a:pt x="35" y="26"/>
                      <a:pt x="34" y="27"/>
                      <a:pt x="36" y="27"/>
                    </a:cubicBezTo>
                    <a:cubicBezTo>
                      <a:pt x="43" y="23"/>
                      <a:pt x="43" y="23"/>
                      <a:pt x="43" y="23"/>
                    </a:cubicBezTo>
                    <a:cubicBezTo>
                      <a:pt x="45" y="22"/>
                      <a:pt x="48" y="28"/>
                      <a:pt x="46" y="29"/>
                    </a:cubicBezTo>
                    <a:cubicBezTo>
                      <a:pt x="39" y="32"/>
                      <a:pt x="39" y="32"/>
                      <a:pt x="39" y="32"/>
                    </a:cubicBezTo>
                    <a:cubicBezTo>
                      <a:pt x="39" y="32"/>
                      <a:pt x="37" y="34"/>
                      <a:pt x="39" y="34"/>
                    </a:cubicBezTo>
                    <a:cubicBezTo>
                      <a:pt x="39" y="34"/>
                      <a:pt x="39" y="34"/>
                      <a:pt x="42" y="32"/>
                    </a:cubicBezTo>
                    <a:cubicBezTo>
                      <a:pt x="45" y="31"/>
                      <a:pt x="48" y="36"/>
                      <a:pt x="44" y="38"/>
                    </a:cubicBezTo>
                    <a:cubicBezTo>
                      <a:pt x="26" y="48"/>
                      <a:pt x="26" y="48"/>
                      <a:pt x="26" y="48"/>
                    </a:cubicBezTo>
                    <a:cubicBezTo>
                      <a:pt x="26" y="48"/>
                      <a:pt x="21" y="50"/>
                      <a:pt x="17" y="49"/>
                    </a:cubicBezTo>
                    <a:cubicBezTo>
                      <a:pt x="0" y="55"/>
                      <a:pt x="0" y="55"/>
                      <a:pt x="0" y="55"/>
                    </a:cubicBezTo>
                    <a:cubicBezTo>
                      <a:pt x="0" y="29"/>
                      <a:pt x="0" y="29"/>
                      <a:pt x="0" y="29"/>
                    </a:cubicBezTo>
                    <a:cubicBezTo>
                      <a:pt x="3" y="28"/>
                      <a:pt x="3" y="28"/>
                      <a:pt x="3" y="28"/>
                    </a:cubicBezTo>
                    <a:cubicBezTo>
                      <a:pt x="3" y="28"/>
                      <a:pt x="5" y="21"/>
                      <a:pt x="7" y="16"/>
                    </a:cubicBezTo>
                    <a:cubicBezTo>
                      <a:pt x="8" y="11"/>
                      <a:pt x="24" y="3"/>
                      <a:pt x="24" y="3"/>
                    </a:cubicBezTo>
                    <a:cubicBezTo>
                      <a:pt x="27" y="8"/>
                      <a:pt x="25" y="10"/>
                      <a:pt x="22" y="11"/>
                    </a:cubicBezTo>
                    <a:cubicBezTo>
                      <a:pt x="21" y="12"/>
                      <a:pt x="19" y="13"/>
                      <a:pt x="19" y="13"/>
                    </a:cubicBezTo>
                    <a:cubicBezTo>
                      <a:pt x="16" y="16"/>
                      <a:pt x="16" y="16"/>
                      <a:pt x="16" y="16"/>
                    </a:cubicBezTo>
                    <a:lnTo>
                      <a:pt x="17" y="16"/>
                    </a:lnTo>
                    <a:close/>
                  </a:path>
                </a:pathLst>
              </a:custGeom>
              <a:solidFill>
                <a:srgbClr val="FAD9BD"/>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10" name="Rectangle 109"/>
              <p:cNvSpPr>
                <a:spLocks noChangeArrowheads="1"/>
              </p:cNvSpPr>
              <p:nvPr/>
            </p:nvSpPr>
            <p:spPr bwMode="auto">
              <a:xfrm>
                <a:off x="5098822" y="1962474"/>
                <a:ext cx="102966" cy="438953"/>
              </a:xfrm>
              <a:prstGeom prst="rect">
                <a:avLst/>
              </a:prstGeom>
              <a:solidFill>
                <a:schemeClr val="bg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11" name="Freeform 110"/>
              <p:cNvSpPr>
                <a:spLocks/>
              </p:cNvSpPr>
              <p:nvPr/>
            </p:nvSpPr>
            <p:spPr bwMode="auto">
              <a:xfrm>
                <a:off x="3760295" y="1897445"/>
                <a:ext cx="1349370" cy="915838"/>
              </a:xfrm>
              <a:custGeom>
                <a:avLst/>
                <a:gdLst>
                  <a:gd name="T0" fmla="*/ 4 w 105"/>
                  <a:gd name="T1" fmla="*/ 40 h 71"/>
                  <a:gd name="T2" fmla="*/ 105 w 105"/>
                  <a:gd name="T3" fmla="*/ 0 h 71"/>
                  <a:gd name="T4" fmla="*/ 105 w 105"/>
                  <a:gd name="T5" fmla="*/ 42 h 71"/>
                  <a:gd name="T6" fmla="*/ 0 w 105"/>
                  <a:gd name="T7" fmla="*/ 65 h 71"/>
                  <a:gd name="T8" fmla="*/ 4 w 105"/>
                  <a:gd name="T9" fmla="*/ 40 h 71"/>
                </a:gdLst>
                <a:ahLst/>
                <a:cxnLst>
                  <a:cxn ang="0">
                    <a:pos x="T0" y="T1"/>
                  </a:cxn>
                  <a:cxn ang="0">
                    <a:pos x="T2" y="T3"/>
                  </a:cxn>
                  <a:cxn ang="0">
                    <a:pos x="T4" y="T5"/>
                  </a:cxn>
                  <a:cxn ang="0">
                    <a:pos x="T6" y="T7"/>
                  </a:cxn>
                  <a:cxn ang="0">
                    <a:pos x="T8" y="T9"/>
                  </a:cxn>
                </a:cxnLst>
                <a:rect l="0" t="0" r="r" b="b"/>
                <a:pathLst>
                  <a:path w="105" h="71">
                    <a:moveTo>
                      <a:pt x="4" y="40"/>
                    </a:moveTo>
                    <a:cubicBezTo>
                      <a:pt x="4" y="40"/>
                      <a:pt x="68" y="46"/>
                      <a:pt x="105" y="0"/>
                    </a:cubicBezTo>
                    <a:cubicBezTo>
                      <a:pt x="105" y="42"/>
                      <a:pt x="105" y="42"/>
                      <a:pt x="105" y="42"/>
                    </a:cubicBezTo>
                    <a:cubicBezTo>
                      <a:pt x="77" y="71"/>
                      <a:pt x="0" y="65"/>
                      <a:pt x="0" y="65"/>
                    </a:cubicBezTo>
                    <a:lnTo>
                      <a:pt x="4" y="4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sp>
            <p:nvSpPr>
              <p:cNvPr id="112" name="Oval 111"/>
              <p:cNvSpPr>
                <a:spLocks noChangeArrowheads="1"/>
              </p:cNvSpPr>
              <p:nvPr/>
            </p:nvSpPr>
            <p:spPr bwMode="auto">
              <a:xfrm>
                <a:off x="5136758" y="2325559"/>
                <a:ext cx="37936" cy="37936"/>
              </a:xfrm>
              <a:prstGeom prst="ellipse">
                <a:avLst/>
              </a:prstGeom>
              <a:solidFill>
                <a:srgbClr val="250F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Montserrat Light"/>
                  <a:cs typeface="+mn-cs"/>
                </a:endParaRPr>
              </a:p>
            </p:txBody>
          </p:sp>
        </p:grpSp>
        <p:grpSp>
          <p:nvGrpSpPr>
            <p:cNvPr id="69" name="Group 68"/>
            <p:cNvGrpSpPr/>
            <p:nvPr/>
          </p:nvGrpSpPr>
          <p:grpSpPr>
            <a:xfrm rot="21023609" flipH="1">
              <a:off x="889089" y="2528494"/>
              <a:ext cx="736600" cy="1270000"/>
              <a:chOff x="3067050" y="2759075"/>
              <a:chExt cx="736600" cy="1270000"/>
            </a:xfrm>
          </p:grpSpPr>
          <p:sp>
            <p:nvSpPr>
              <p:cNvPr id="70" name="Freeform 69"/>
              <p:cNvSpPr>
                <a:spLocks/>
              </p:cNvSpPr>
              <p:nvPr/>
            </p:nvSpPr>
            <p:spPr bwMode="auto">
              <a:xfrm>
                <a:off x="3067050" y="2759075"/>
                <a:ext cx="574675" cy="1260475"/>
              </a:xfrm>
              <a:custGeom>
                <a:avLst/>
                <a:gdLst>
                  <a:gd name="T0" fmla="*/ 282 w 362"/>
                  <a:gd name="T1" fmla="*/ 0 h 794"/>
                  <a:gd name="T2" fmla="*/ 258 w 362"/>
                  <a:gd name="T3" fmla="*/ 0 h 794"/>
                  <a:gd name="T4" fmla="*/ 240 w 362"/>
                  <a:gd name="T5" fmla="*/ 10 h 794"/>
                  <a:gd name="T6" fmla="*/ 222 w 362"/>
                  <a:gd name="T7" fmla="*/ 24 h 794"/>
                  <a:gd name="T8" fmla="*/ 196 w 362"/>
                  <a:gd name="T9" fmla="*/ 66 h 794"/>
                  <a:gd name="T10" fmla="*/ 174 w 362"/>
                  <a:gd name="T11" fmla="*/ 132 h 794"/>
                  <a:gd name="T12" fmla="*/ 170 w 362"/>
                  <a:gd name="T13" fmla="*/ 140 h 794"/>
                  <a:gd name="T14" fmla="*/ 156 w 362"/>
                  <a:gd name="T15" fmla="*/ 166 h 794"/>
                  <a:gd name="T16" fmla="*/ 126 w 362"/>
                  <a:gd name="T17" fmla="*/ 196 h 794"/>
                  <a:gd name="T18" fmla="*/ 92 w 362"/>
                  <a:gd name="T19" fmla="*/ 232 h 794"/>
                  <a:gd name="T20" fmla="*/ 72 w 362"/>
                  <a:gd name="T21" fmla="*/ 268 h 794"/>
                  <a:gd name="T22" fmla="*/ 66 w 362"/>
                  <a:gd name="T23" fmla="*/ 284 h 794"/>
                  <a:gd name="T24" fmla="*/ 28 w 362"/>
                  <a:gd name="T25" fmla="*/ 386 h 794"/>
                  <a:gd name="T26" fmla="*/ 8 w 362"/>
                  <a:gd name="T27" fmla="*/ 458 h 794"/>
                  <a:gd name="T28" fmla="*/ 0 w 362"/>
                  <a:gd name="T29" fmla="*/ 510 h 794"/>
                  <a:gd name="T30" fmla="*/ 2 w 362"/>
                  <a:gd name="T31" fmla="*/ 540 h 794"/>
                  <a:gd name="T32" fmla="*/ 4 w 362"/>
                  <a:gd name="T33" fmla="*/ 554 h 794"/>
                  <a:gd name="T34" fmla="*/ 8 w 362"/>
                  <a:gd name="T35" fmla="*/ 582 h 794"/>
                  <a:gd name="T36" fmla="*/ 14 w 362"/>
                  <a:gd name="T37" fmla="*/ 646 h 794"/>
                  <a:gd name="T38" fmla="*/ 20 w 362"/>
                  <a:gd name="T39" fmla="*/ 680 h 794"/>
                  <a:gd name="T40" fmla="*/ 36 w 362"/>
                  <a:gd name="T41" fmla="*/ 712 h 794"/>
                  <a:gd name="T42" fmla="*/ 60 w 362"/>
                  <a:gd name="T43" fmla="*/ 740 h 794"/>
                  <a:gd name="T44" fmla="*/ 102 w 362"/>
                  <a:gd name="T45" fmla="*/ 766 h 794"/>
                  <a:gd name="T46" fmla="*/ 160 w 362"/>
                  <a:gd name="T47" fmla="*/ 788 h 794"/>
                  <a:gd name="T48" fmla="*/ 176 w 362"/>
                  <a:gd name="T49" fmla="*/ 792 h 794"/>
                  <a:gd name="T50" fmla="*/ 206 w 362"/>
                  <a:gd name="T51" fmla="*/ 794 h 794"/>
                  <a:gd name="T52" fmla="*/ 234 w 362"/>
                  <a:gd name="T53" fmla="*/ 792 h 794"/>
                  <a:gd name="T54" fmla="*/ 256 w 362"/>
                  <a:gd name="T55" fmla="*/ 782 h 794"/>
                  <a:gd name="T56" fmla="*/ 276 w 362"/>
                  <a:gd name="T57" fmla="*/ 770 h 794"/>
                  <a:gd name="T58" fmla="*/ 302 w 362"/>
                  <a:gd name="T59" fmla="*/ 742 h 794"/>
                  <a:gd name="T60" fmla="*/ 326 w 362"/>
                  <a:gd name="T61" fmla="*/ 698 h 794"/>
                  <a:gd name="T62" fmla="*/ 342 w 362"/>
                  <a:gd name="T63" fmla="*/ 646 h 794"/>
                  <a:gd name="T64" fmla="*/ 352 w 362"/>
                  <a:gd name="T65" fmla="*/ 592 h 794"/>
                  <a:gd name="T66" fmla="*/ 362 w 362"/>
                  <a:gd name="T67" fmla="*/ 504 h 794"/>
                  <a:gd name="T68" fmla="*/ 362 w 362"/>
                  <a:gd name="T69" fmla="*/ 486 h 794"/>
                  <a:gd name="T70" fmla="*/ 360 w 362"/>
                  <a:gd name="T71" fmla="*/ 454 h 794"/>
                  <a:gd name="T72" fmla="*/ 350 w 362"/>
                  <a:gd name="T73" fmla="*/ 410 h 794"/>
                  <a:gd name="T74" fmla="*/ 320 w 362"/>
                  <a:gd name="T75" fmla="*/ 360 h 794"/>
                  <a:gd name="T76" fmla="*/ 280 w 362"/>
                  <a:gd name="T77" fmla="*/ 324 h 794"/>
                  <a:gd name="T78" fmla="*/ 258 w 362"/>
                  <a:gd name="T79" fmla="*/ 312 h 794"/>
                  <a:gd name="T80" fmla="*/ 246 w 362"/>
                  <a:gd name="T81" fmla="*/ 306 h 794"/>
                  <a:gd name="T82" fmla="*/ 230 w 362"/>
                  <a:gd name="T83" fmla="*/ 294 h 794"/>
                  <a:gd name="T84" fmla="*/ 222 w 362"/>
                  <a:gd name="T85" fmla="*/ 280 h 794"/>
                  <a:gd name="T86" fmla="*/ 222 w 362"/>
                  <a:gd name="T87" fmla="*/ 264 h 794"/>
                  <a:gd name="T88" fmla="*/ 228 w 362"/>
                  <a:gd name="T89" fmla="*/ 240 h 794"/>
                  <a:gd name="T90" fmla="*/ 254 w 362"/>
                  <a:gd name="T91" fmla="*/ 210 h 794"/>
                  <a:gd name="T92" fmla="*/ 270 w 362"/>
                  <a:gd name="T93" fmla="*/ 198 h 794"/>
                  <a:gd name="T94" fmla="*/ 288 w 362"/>
                  <a:gd name="T95" fmla="*/ 182 h 794"/>
                  <a:gd name="T96" fmla="*/ 304 w 362"/>
                  <a:gd name="T97" fmla="*/ 158 h 794"/>
                  <a:gd name="T98" fmla="*/ 320 w 362"/>
                  <a:gd name="T99" fmla="*/ 130 h 794"/>
                  <a:gd name="T100" fmla="*/ 330 w 362"/>
                  <a:gd name="T101" fmla="*/ 100 h 794"/>
                  <a:gd name="T102" fmla="*/ 334 w 362"/>
                  <a:gd name="T103" fmla="*/ 68 h 794"/>
                  <a:gd name="T104" fmla="*/ 328 w 362"/>
                  <a:gd name="T105" fmla="*/ 40 h 794"/>
                  <a:gd name="T106" fmla="*/ 312 w 362"/>
                  <a:gd name="T107" fmla="*/ 16 h 794"/>
                  <a:gd name="T108" fmla="*/ 282 w 362"/>
                  <a:gd name="T109"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2" h="794">
                    <a:moveTo>
                      <a:pt x="282" y="0"/>
                    </a:moveTo>
                    <a:lnTo>
                      <a:pt x="282" y="0"/>
                    </a:lnTo>
                    <a:lnTo>
                      <a:pt x="270" y="0"/>
                    </a:lnTo>
                    <a:lnTo>
                      <a:pt x="258" y="0"/>
                    </a:lnTo>
                    <a:lnTo>
                      <a:pt x="248" y="4"/>
                    </a:lnTo>
                    <a:lnTo>
                      <a:pt x="240" y="10"/>
                    </a:lnTo>
                    <a:lnTo>
                      <a:pt x="230" y="16"/>
                    </a:lnTo>
                    <a:lnTo>
                      <a:pt x="222" y="24"/>
                    </a:lnTo>
                    <a:lnTo>
                      <a:pt x="208" y="44"/>
                    </a:lnTo>
                    <a:lnTo>
                      <a:pt x="196" y="66"/>
                    </a:lnTo>
                    <a:lnTo>
                      <a:pt x="188" y="88"/>
                    </a:lnTo>
                    <a:lnTo>
                      <a:pt x="174" y="132"/>
                    </a:lnTo>
                    <a:lnTo>
                      <a:pt x="174" y="132"/>
                    </a:lnTo>
                    <a:lnTo>
                      <a:pt x="170" y="140"/>
                    </a:lnTo>
                    <a:lnTo>
                      <a:pt x="166" y="150"/>
                    </a:lnTo>
                    <a:lnTo>
                      <a:pt x="156" y="166"/>
                    </a:lnTo>
                    <a:lnTo>
                      <a:pt x="142" y="180"/>
                    </a:lnTo>
                    <a:lnTo>
                      <a:pt x="126" y="196"/>
                    </a:lnTo>
                    <a:lnTo>
                      <a:pt x="108" y="214"/>
                    </a:lnTo>
                    <a:lnTo>
                      <a:pt x="92" y="232"/>
                    </a:lnTo>
                    <a:lnTo>
                      <a:pt x="78" y="256"/>
                    </a:lnTo>
                    <a:lnTo>
                      <a:pt x="72" y="268"/>
                    </a:lnTo>
                    <a:lnTo>
                      <a:pt x="66" y="284"/>
                    </a:lnTo>
                    <a:lnTo>
                      <a:pt x="66" y="284"/>
                    </a:lnTo>
                    <a:lnTo>
                      <a:pt x="42" y="350"/>
                    </a:lnTo>
                    <a:lnTo>
                      <a:pt x="28" y="386"/>
                    </a:lnTo>
                    <a:lnTo>
                      <a:pt x="16" y="422"/>
                    </a:lnTo>
                    <a:lnTo>
                      <a:pt x="8" y="458"/>
                    </a:lnTo>
                    <a:lnTo>
                      <a:pt x="2" y="492"/>
                    </a:lnTo>
                    <a:lnTo>
                      <a:pt x="0" y="510"/>
                    </a:lnTo>
                    <a:lnTo>
                      <a:pt x="0" y="526"/>
                    </a:lnTo>
                    <a:lnTo>
                      <a:pt x="2" y="540"/>
                    </a:lnTo>
                    <a:lnTo>
                      <a:pt x="4" y="554"/>
                    </a:lnTo>
                    <a:lnTo>
                      <a:pt x="4" y="554"/>
                    </a:lnTo>
                    <a:lnTo>
                      <a:pt x="8" y="568"/>
                    </a:lnTo>
                    <a:lnTo>
                      <a:pt x="8" y="582"/>
                    </a:lnTo>
                    <a:lnTo>
                      <a:pt x="10" y="614"/>
                    </a:lnTo>
                    <a:lnTo>
                      <a:pt x="14" y="646"/>
                    </a:lnTo>
                    <a:lnTo>
                      <a:pt x="16" y="664"/>
                    </a:lnTo>
                    <a:lnTo>
                      <a:pt x="20" y="680"/>
                    </a:lnTo>
                    <a:lnTo>
                      <a:pt x="26" y="696"/>
                    </a:lnTo>
                    <a:lnTo>
                      <a:pt x="36" y="712"/>
                    </a:lnTo>
                    <a:lnTo>
                      <a:pt x="46" y="726"/>
                    </a:lnTo>
                    <a:lnTo>
                      <a:pt x="60" y="740"/>
                    </a:lnTo>
                    <a:lnTo>
                      <a:pt x="78" y="754"/>
                    </a:lnTo>
                    <a:lnTo>
                      <a:pt x="102" y="766"/>
                    </a:lnTo>
                    <a:lnTo>
                      <a:pt x="128" y="778"/>
                    </a:lnTo>
                    <a:lnTo>
                      <a:pt x="160" y="788"/>
                    </a:lnTo>
                    <a:lnTo>
                      <a:pt x="160" y="788"/>
                    </a:lnTo>
                    <a:lnTo>
                      <a:pt x="176" y="792"/>
                    </a:lnTo>
                    <a:lnTo>
                      <a:pt x="192" y="794"/>
                    </a:lnTo>
                    <a:lnTo>
                      <a:pt x="206" y="794"/>
                    </a:lnTo>
                    <a:lnTo>
                      <a:pt x="220" y="794"/>
                    </a:lnTo>
                    <a:lnTo>
                      <a:pt x="234" y="792"/>
                    </a:lnTo>
                    <a:lnTo>
                      <a:pt x="246" y="788"/>
                    </a:lnTo>
                    <a:lnTo>
                      <a:pt x="256" y="782"/>
                    </a:lnTo>
                    <a:lnTo>
                      <a:pt x="266" y="776"/>
                    </a:lnTo>
                    <a:lnTo>
                      <a:pt x="276" y="770"/>
                    </a:lnTo>
                    <a:lnTo>
                      <a:pt x="286" y="762"/>
                    </a:lnTo>
                    <a:lnTo>
                      <a:pt x="302" y="742"/>
                    </a:lnTo>
                    <a:lnTo>
                      <a:pt x="314" y="722"/>
                    </a:lnTo>
                    <a:lnTo>
                      <a:pt x="326" y="698"/>
                    </a:lnTo>
                    <a:lnTo>
                      <a:pt x="334" y="672"/>
                    </a:lnTo>
                    <a:lnTo>
                      <a:pt x="342" y="646"/>
                    </a:lnTo>
                    <a:lnTo>
                      <a:pt x="348" y="618"/>
                    </a:lnTo>
                    <a:lnTo>
                      <a:pt x="352" y="592"/>
                    </a:lnTo>
                    <a:lnTo>
                      <a:pt x="358" y="542"/>
                    </a:lnTo>
                    <a:lnTo>
                      <a:pt x="362" y="504"/>
                    </a:lnTo>
                    <a:lnTo>
                      <a:pt x="362" y="504"/>
                    </a:lnTo>
                    <a:lnTo>
                      <a:pt x="362" y="486"/>
                    </a:lnTo>
                    <a:lnTo>
                      <a:pt x="362" y="470"/>
                    </a:lnTo>
                    <a:lnTo>
                      <a:pt x="360" y="454"/>
                    </a:lnTo>
                    <a:lnTo>
                      <a:pt x="358" y="440"/>
                    </a:lnTo>
                    <a:lnTo>
                      <a:pt x="350" y="410"/>
                    </a:lnTo>
                    <a:lnTo>
                      <a:pt x="336" y="384"/>
                    </a:lnTo>
                    <a:lnTo>
                      <a:pt x="320" y="360"/>
                    </a:lnTo>
                    <a:lnTo>
                      <a:pt x="302" y="340"/>
                    </a:lnTo>
                    <a:lnTo>
                      <a:pt x="280" y="324"/>
                    </a:lnTo>
                    <a:lnTo>
                      <a:pt x="268" y="318"/>
                    </a:lnTo>
                    <a:lnTo>
                      <a:pt x="258" y="312"/>
                    </a:lnTo>
                    <a:lnTo>
                      <a:pt x="258" y="312"/>
                    </a:lnTo>
                    <a:lnTo>
                      <a:pt x="246" y="306"/>
                    </a:lnTo>
                    <a:lnTo>
                      <a:pt x="238" y="300"/>
                    </a:lnTo>
                    <a:lnTo>
                      <a:pt x="230" y="294"/>
                    </a:lnTo>
                    <a:lnTo>
                      <a:pt x="226" y="288"/>
                    </a:lnTo>
                    <a:lnTo>
                      <a:pt x="222" y="280"/>
                    </a:lnTo>
                    <a:lnTo>
                      <a:pt x="222" y="272"/>
                    </a:lnTo>
                    <a:lnTo>
                      <a:pt x="222" y="264"/>
                    </a:lnTo>
                    <a:lnTo>
                      <a:pt x="222" y="256"/>
                    </a:lnTo>
                    <a:lnTo>
                      <a:pt x="228" y="240"/>
                    </a:lnTo>
                    <a:lnTo>
                      <a:pt x="240" y="224"/>
                    </a:lnTo>
                    <a:lnTo>
                      <a:pt x="254" y="210"/>
                    </a:lnTo>
                    <a:lnTo>
                      <a:pt x="270" y="198"/>
                    </a:lnTo>
                    <a:lnTo>
                      <a:pt x="270" y="198"/>
                    </a:lnTo>
                    <a:lnTo>
                      <a:pt x="278" y="190"/>
                    </a:lnTo>
                    <a:lnTo>
                      <a:pt x="288" y="182"/>
                    </a:lnTo>
                    <a:lnTo>
                      <a:pt x="296" y="170"/>
                    </a:lnTo>
                    <a:lnTo>
                      <a:pt x="304" y="158"/>
                    </a:lnTo>
                    <a:lnTo>
                      <a:pt x="312" y="144"/>
                    </a:lnTo>
                    <a:lnTo>
                      <a:pt x="320" y="130"/>
                    </a:lnTo>
                    <a:lnTo>
                      <a:pt x="326" y="116"/>
                    </a:lnTo>
                    <a:lnTo>
                      <a:pt x="330" y="100"/>
                    </a:lnTo>
                    <a:lnTo>
                      <a:pt x="332" y="84"/>
                    </a:lnTo>
                    <a:lnTo>
                      <a:pt x="334" y="68"/>
                    </a:lnTo>
                    <a:lnTo>
                      <a:pt x="332" y="54"/>
                    </a:lnTo>
                    <a:lnTo>
                      <a:pt x="328" y="40"/>
                    </a:lnTo>
                    <a:lnTo>
                      <a:pt x="322" y="28"/>
                    </a:lnTo>
                    <a:lnTo>
                      <a:pt x="312" y="16"/>
                    </a:lnTo>
                    <a:lnTo>
                      <a:pt x="298" y="8"/>
                    </a:lnTo>
                    <a:lnTo>
                      <a:pt x="282" y="0"/>
                    </a:lnTo>
                    <a:lnTo>
                      <a:pt x="282" y="0"/>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71" name="Freeform 70"/>
              <p:cNvSpPr>
                <a:spLocks/>
              </p:cNvSpPr>
              <p:nvPr/>
            </p:nvSpPr>
            <p:spPr bwMode="auto">
              <a:xfrm>
                <a:off x="3194050" y="3257550"/>
                <a:ext cx="571500" cy="768350"/>
              </a:xfrm>
              <a:custGeom>
                <a:avLst/>
                <a:gdLst>
                  <a:gd name="T0" fmla="*/ 298 w 360"/>
                  <a:gd name="T1" fmla="*/ 394 h 484"/>
                  <a:gd name="T2" fmla="*/ 296 w 360"/>
                  <a:gd name="T3" fmla="*/ 416 h 484"/>
                  <a:gd name="T4" fmla="*/ 288 w 360"/>
                  <a:gd name="T5" fmla="*/ 444 h 484"/>
                  <a:gd name="T6" fmla="*/ 270 w 360"/>
                  <a:gd name="T7" fmla="*/ 468 h 484"/>
                  <a:gd name="T8" fmla="*/ 248 w 360"/>
                  <a:gd name="T9" fmla="*/ 482 h 484"/>
                  <a:gd name="T10" fmla="*/ 230 w 360"/>
                  <a:gd name="T11" fmla="*/ 484 h 484"/>
                  <a:gd name="T12" fmla="*/ 182 w 360"/>
                  <a:gd name="T13" fmla="*/ 478 h 484"/>
                  <a:gd name="T14" fmla="*/ 100 w 360"/>
                  <a:gd name="T15" fmla="*/ 458 h 484"/>
                  <a:gd name="T16" fmla="*/ 66 w 360"/>
                  <a:gd name="T17" fmla="*/ 444 h 484"/>
                  <a:gd name="T18" fmla="*/ 54 w 360"/>
                  <a:gd name="T19" fmla="*/ 436 h 484"/>
                  <a:gd name="T20" fmla="*/ 34 w 360"/>
                  <a:gd name="T21" fmla="*/ 420 h 484"/>
                  <a:gd name="T22" fmla="*/ 22 w 360"/>
                  <a:gd name="T23" fmla="*/ 400 h 484"/>
                  <a:gd name="T24" fmla="*/ 12 w 360"/>
                  <a:gd name="T25" fmla="*/ 366 h 484"/>
                  <a:gd name="T26" fmla="*/ 8 w 360"/>
                  <a:gd name="T27" fmla="*/ 312 h 484"/>
                  <a:gd name="T28" fmla="*/ 4 w 360"/>
                  <a:gd name="T29" fmla="*/ 252 h 484"/>
                  <a:gd name="T30" fmla="*/ 0 w 360"/>
                  <a:gd name="T31" fmla="*/ 214 h 484"/>
                  <a:gd name="T32" fmla="*/ 4 w 360"/>
                  <a:gd name="T33" fmla="*/ 160 h 484"/>
                  <a:gd name="T34" fmla="*/ 12 w 360"/>
                  <a:gd name="T35" fmla="*/ 128 h 484"/>
                  <a:gd name="T36" fmla="*/ 24 w 360"/>
                  <a:gd name="T37" fmla="*/ 98 h 484"/>
                  <a:gd name="T38" fmla="*/ 42 w 360"/>
                  <a:gd name="T39" fmla="*/ 70 h 484"/>
                  <a:gd name="T40" fmla="*/ 68 w 360"/>
                  <a:gd name="T41" fmla="*/ 48 h 484"/>
                  <a:gd name="T42" fmla="*/ 98 w 360"/>
                  <a:gd name="T43" fmla="*/ 30 h 484"/>
                  <a:gd name="T44" fmla="*/ 116 w 360"/>
                  <a:gd name="T45" fmla="*/ 22 h 484"/>
                  <a:gd name="T46" fmla="*/ 180 w 360"/>
                  <a:gd name="T47" fmla="*/ 4 h 484"/>
                  <a:gd name="T48" fmla="*/ 228 w 360"/>
                  <a:gd name="T49" fmla="*/ 0 h 484"/>
                  <a:gd name="T50" fmla="*/ 266 w 360"/>
                  <a:gd name="T51" fmla="*/ 8 h 484"/>
                  <a:gd name="T52" fmla="*/ 292 w 360"/>
                  <a:gd name="T53" fmla="*/ 20 h 484"/>
                  <a:gd name="T54" fmla="*/ 304 w 360"/>
                  <a:gd name="T55" fmla="*/ 28 h 484"/>
                  <a:gd name="T56" fmla="*/ 324 w 360"/>
                  <a:gd name="T57" fmla="*/ 44 h 484"/>
                  <a:gd name="T58" fmla="*/ 334 w 360"/>
                  <a:gd name="T59" fmla="*/ 64 h 484"/>
                  <a:gd name="T60" fmla="*/ 340 w 360"/>
                  <a:gd name="T61" fmla="*/ 84 h 484"/>
                  <a:gd name="T62" fmla="*/ 336 w 360"/>
                  <a:gd name="T63" fmla="*/ 122 h 484"/>
                  <a:gd name="T64" fmla="*/ 320 w 360"/>
                  <a:gd name="T65" fmla="*/ 156 h 484"/>
                  <a:gd name="T66" fmla="*/ 328 w 360"/>
                  <a:gd name="T67" fmla="*/ 166 h 484"/>
                  <a:gd name="T68" fmla="*/ 340 w 360"/>
                  <a:gd name="T69" fmla="*/ 194 h 484"/>
                  <a:gd name="T70" fmla="*/ 344 w 360"/>
                  <a:gd name="T71" fmla="*/ 226 h 484"/>
                  <a:gd name="T72" fmla="*/ 336 w 360"/>
                  <a:gd name="T73" fmla="*/ 258 h 484"/>
                  <a:gd name="T74" fmla="*/ 326 w 360"/>
                  <a:gd name="T75" fmla="*/ 270 h 484"/>
                  <a:gd name="T76" fmla="*/ 308 w 360"/>
                  <a:gd name="T77" fmla="*/ 282 h 484"/>
                  <a:gd name="T78" fmla="*/ 326 w 360"/>
                  <a:gd name="T79" fmla="*/ 288 h 484"/>
                  <a:gd name="T80" fmla="*/ 338 w 360"/>
                  <a:gd name="T81" fmla="*/ 296 h 484"/>
                  <a:gd name="T82" fmla="*/ 348 w 360"/>
                  <a:gd name="T83" fmla="*/ 306 h 484"/>
                  <a:gd name="T84" fmla="*/ 360 w 360"/>
                  <a:gd name="T85" fmla="*/ 332 h 484"/>
                  <a:gd name="T86" fmla="*/ 356 w 360"/>
                  <a:gd name="T87" fmla="*/ 362 h 484"/>
                  <a:gd name="T88" fmla="*/ 346 w 360"/>
                  <a:gd name="T89" fmla="*/ 380 h 484"/>
                  <a:gd name="T90" fmla="*/ 332 w 360"/>
                  <a:gd name="T91" fmla="*/ 388 h 484"/>
                  <a:gd name="T92" fmla="*/ 324 w 360"/>
                  <a:gd name="T93" fmla="*/ 392 h 484"/>
                  <a:gd name="T94" fmla="*/ 298 w 360"/>
                  <a:gd name="T95" fmla="*/ 394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0" h="484">
                    <a:moveTo>
                      <a:pt x="298" y="394"/>
                    </a:moveTo>
                    <a:lnTo>
                      <a:pt x="298" y="394"/>
                    </a:lnTo>
                    <a:lnTo>
                      <a:pt x="298" y="404"/>
                    </a:lnTo>
                    <a:lnTo>
                      <a:pt x="296" y="416"/>
                    </a:lnTo>
                    <a:lnTo>
                      <a:pt x="294" y="428"/>
                    </a:lnTo>
                    <a:lnTo>
                      <a:pt x="288" y="444"/>
                    </a:lnTo>
                    <a:lnTo>
                      <a:pt x="280" y="456"/>
                    </a:lnTo>
                    <a:lnTo>
                      <a:pt x="270" y="468"/>
                    </a:lnTo>
                    <a:lnTo>
                      <a:pt x="260" y="478"/>
                    </a:lnTo>
                    <a:lnTo>
                      <a:pt x="248" y="482"/>
                    </a:lnTo>
                    <a:lnTo>
                      <a:pt x="248" y="482"/>
                    </a:lnTo>
                    <a:lnTo>
                      <a:pt x="230" y="484"/>
                    </a:lnTo>
                    <a:lnTo>
                      <a:pt x="208" y="482"/>
                    </a:lnTo>
                    <a:lnTo>
                      <a:pt x="182" y="478"/>
                    </a:lnTo>
                    <a:lnTo>
                      <a:pt x="154" y="472"/>
                    </a:lnTo>
                    <a:lnTo>
                      <a:pt x="100" y="458"/>
                    </a:lnTo>
                    <a:lnTo>
                      <a:pt x="80" y="450"/>
                    </a:lnTo>
                    <a:lnTo>
                      <a:pt x="66" y="444"/>
                    </a:lnTo>
                    <a:lnTo>
                      <a:pt x="66" y="444"/>
                    </a:lnTo>
                    <a:lnTo>
                      <a:pt x="54" y="436"/>
                    </a:lnTo>
                    <a:lnTo>
                      <a:pt x="42" y="428"/>
                    </a:lnTo>
                    <a:lnTo>
                      <a:pt x="34" y="420"/>
                    </a:lnTo>
                    <a:lnTo>
                      <a:pt x="28" y="410"/>
                    </a:lnTo>
                    <a:lnTo>
                      <a:pt x="22" y="400"/>
                    </a:lnTo>
                    <a:lnTo>
                      <a:pt x="18" y="390"/>
                    </a:lnTo>
                    <a:lnTo>
                      <a:pt x="12" y="366"/>
                    </a:lnTo>
                    <a:lnTo>
                      <a:pt x="8" y="340"/>
                    </a:lnTo>
                    <a:lnTo>
                      <a:pt x="8" y="312"/>
                    </a:lnTo>
                    <a:lnTo>
                      <a:pt x="6" y="284"/>
                    </a:lnTo>
                    <a:lnTo>
                      <a:pt x="4" y="252"/>
                    </a:lnTo>
                    <a:lnTo>
                      <a:pt x="4" y="252"/>
                    </a:lnTo>
                    <a:lnTo>
                      <a:pt x="0" y="214"/>
                    </a:lnTo>
                    <a:lnTo>
                      <a:pt x="2" y="178"/>
                    </a:lnTo>
                    <a:lnTo>
                      <a:pt x="4" y="160"/>
                    </a:lnTo>
                    <a:lnTo>
                      <a:pt x="8" y="144"/>
                    </a:lnTo>
                    <a:lnTo>
                      <a:pt x="12" y="128"/>
                    </a:lnTo>
                    <a:lnTo>
                      <a:pt x="18" y="112"/>
                    </a:lnTo>
                    <a:lnTo>
                      <a:pt x="24" y="98"/>
                    </a:lnTo>
                    <a:lnTo>
                      <a:pt x="32" y="84"/>
                    </a:lnTo>
                    <a:lnTo>
                      <a:pt x="42" y="70"/>
                    </a:lnTo>
                    <a:lnTo>
                      <a:pt x="54" y="60"/>
                    </a:lnTo>
                    <a:lnTo>
                      <a:pt x="68" y="48"/>
                    </a:lnTo>
                    <a:lnTo>
                      <a:pt x="82" y="38"/>
                    </a:lnTo>
                    <a:lnTo>
                      <a:pt x="98" y="30"/>
                    </a:lnTo>
                    <a:lnTo>
                      <a:pt x="116" y="22"/>
                    </a:lnTo>
                    <a:lnTo>
                      <a:pt x="116" y="22"/>
                    </a:lnTo>
                    <a:lnTo>
                      <a:pt x="158" y="10"/>
                    </a:lnTo>
                    <a:lnTo>
                      <a:pt x="180" y="4"/>
                    </a:lnTo>
                    <a:lnTo>
                      <a:pt x="204" y="2"/>
                    </a:lnTo>
                    <a:lnTo>
                      <a:pt x="228" y="0"/>
                    </a:lnTo>
                    <a:lnTo>
                      <a:pt x="254" y="4"/>
                    </a:lnTo>
                    <a:lnTo>
                      <a:pt x="266" y="8"/>
                    </a:lnTo>
                    <a:lnTo>
                      <a:pt x="278" y="14"/>
                    </a:lnTo>
                    <a:lnTo>
                      <a:pt x="292" y="20"/>
                    </a:lnTo>
                    <a:lnTo>
                      <a:pt x="304" y="28"/>
                    </a:lnTo>
                    <a:lnTo>
                      <a:pt x="304" y="28"/>
                    </a:lnTo>
                    <a:lnTo>
                      <a:pt x="316" y="36"/>
                    </a:lnTo>
                    <a:lnTo>
                      <a:pt x="324" y="44"/>
                    </a:lnTo>
                    <a:lnTo>
                      <a:pt x="330" y="54"/>
                    </a:lnTo>
                    <a:lnTo>
                      <a:pt x="334" y="64"/>
                    </a:lnTo>
                    <a:lnTo>
                      <a:pt x="338" y="74"/>
                    </a:lnTo>
                    <a:lnTo>
                      <a:pt x="340" y="84"/>
                    </a:lnTo>
                    <a:lnTo>
                      <a:pt x="338" y="104"/>
                    </a:lnTo>
                    <a:lnTo>
                      <a:pt x="336" y="122"/>
                    </a:lnTo>
                    <a:lnTo>
                      <a:pt x="330" y="136"/>
                    </a:lnTo>
                    <a:lnTo>
                      <a:pt x="320" y="156"/>
                    </a:lnTo>
                    <a:lnTo>
                      <a:pt x="320" y="156"/>
                    </a:lnTo>
                    <a:lnTo>
                      <a:pt x="328" y="166"/>
                    </a:lnTo>
                    <a:lnTo>
                      <a:pt x="336" y="178"/>
                    </a:lnTo>
                    <a:lnTo>
                      <a:pt x="340" y="194"/>
                    </a:lnTo>
                    <a:lnTo>
                      <a:pt x="344" y="210"/>
                    </a:lnTo>
                    <a:lnTo>
                      <a:pt x="344" y="226"/>
                    </a:lnTo>
                    <a:lnTo>
                      <a:pt x="342" y="242"/>
                    </a:lnTo>
                    <a:lnTo>
                      <a:pt x="336" y="258"/>
                    </a:lnTo>
                    <a:lnTo>
                      <a:pt x="326" y="270"/>
                    </a:lnTo>
                    <a:lnTo>
                      <a:pt x="326" y="270"/>
                    </a:lnTo>
                    <a:lnTo>
                      <a:pt x="318" y="278"/>
                    </a:lnTo>
                    <a:lnTo>
                      <a:pt x="308" y="282"/>
                    </a:lnTo>
                    <a:lnTo>
                      <a:pt x="308" y="282"/>
                    </a:lnTo>
                    <a:lnTo>
                      <a:pt x="326" y="288"/>
                    </a:lnTo>
                    <a:lnTo>
                      <a:pt x="338" y="296"/>
                    </a:lnTo>
                    <a:lnTo>
                      <a:pt x="338" y="296"/>
                    </a:lnTo>
                    <a:lnTo>
                      <a:pt x="344" y="300"/>
                    </a:lnTo>
                    <a:lnTo>
                      <a:pt x="348" y="306"/>
                    </a:lnTo>
                    <a:lnTo>
                      <a:pt x="356" y="318"/>
                    </a:lnTo>
                    <a:lnTo>
                      <a:pt x="360" y="332"/>
                    </a:lnTo>
                    <a:lnTo>
                      <a:pt x="360" y="348"/>
                    </a:lnTo>
                    <a:lnTo>
                      <a:pt x="356" y="362"/>
                    </a:lnTo>
                    <a:lnTo>
                      <a:pt x="350" y="376"/>
                    </a:lnTo>
                    <a:lnTo>
                      <a:pt x="346" y="380"/>
                    </a:lnTo>
                    <a:lnTo>
                      <a:pt x="340" y="386"/>
                    </a:lnTo>
                    <a:lnTo>
                      <a:pt x="332" y="388"/>
                    </a:lnTo>
                    <a:lnTo>
                      <a:pt x="324" y="392"/>
                    </a:lnTo>
                    <a:lnTo>
                      <a:pt x="324" y="392"/>
                    </a:lnTo>
                    <a:lnTo>
                      <a:pt x="298" y="394"/>
                    </a:lnTo>
                    <a:lnTo>
                      <a:pt x="298" y="394"/>
                    </a:lnTo>
                    <a:close/>
                  </a:path>
                </a:pathLst>
              </a:custGeom>
              <a:solidFill>
                <a:srgbClr val="DFB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72" name="Freeform 71"/>
              <p:cNvSpPr>
                <a:spLocks/>
              </p:cNvSpPr>
              <p:nvPr/>
            </p:nvSpPr>
            <p:spPr bwMode="auto">
              <a:xfrm>
                <a:off x="3238500" y="3663950"/>
                <a:ext cx="549275" cy="215900"/>
              </a:xfrm>
              <a:custGeom>
                <a:avLst/>
                <a:gdLst>
                  <a:gd name="T0" fmla="*/ 324 w 346"/>
                  <a:gd name="T1" fmla="*/ 42 h 136"/>
                  <a:gd name="T2" fmla="*/ 324 w 346"/>
                  <a:gd name="T3" fmla="*/ 42 h 136"/>
                  <a:gd name="T4" fmla="*/ 330 w 346"/>
                  <a:gd name="T5" fmla="*/ 46 h 136"/>
                  <a:gd name="T6" fmla="*/ 334 w 346"/>
                  <a:gd name="T7" fmla="*/ 52 h 136"/>
                  <a:gd name="T8" fmla="*/ 342 w 346"/>
                  <a:gd name="T9" fmla="*/ 64 h 136"/>
                  <a:gd name="T10" fmla="*/ 346 w 346"/>
                  <a:gd name="T11" fmla="*/ 78 h 136"/>
                  <a:gd name="T12" fmla="*/ 346 w 346"/>
                  <a:gd name="T13" fmla="*/ 92 h 136"/>
                  <a:gd name="T14" fmla="*/ 344 w 346"/>
                  <a:gd name="T15" fmla="*/ 106 h 136"/>
                  <a:gd name="T16" fmla="*/ 336 w 346"/>
                  <a:gd name="T17" fmla="*/ 118 h 136"/>
                  <a:gd name="T18" fmla="*/ 332 w 346"/>
                  <a:gd name="T19" fmla="*/ 122 h 136"/>
                  <a:gd name="T20" fmla="*/ 326 w 346"/>
                  <a:gd name="T21" fmla="*/ 128 h 136"/>
                  <a:gd name="T22" fmla="*/ 320 w 346"/>
                  <a:gd name="T23" fmla="*/ 130 h 136"/>
                  <a:gd name="T24" fmla="*/ 312 w 346"/>
                  <a:gd name="T25" fmla="*/ 132 h 136"/>
                  <a:gd name="T26" fmla="*/ 312 w 346"/>
                  <a:gd name="T27" fmla="*/ 132 h 136"/>
                  <a:gd name="T28" fmla="*/ 294 w 346"/>
                  <a:gd name="T29" fmla="*/ 136 h 136"/>
                  <a:gd name="T30" fmla="*/ 270 w 346"/>
                  <a:gd name="T31" fmla="*/ 136 h 136"/>
                  <a:gd name="T32" fmla="*/ 246 w 346"/>
                  <a:gd name="T33" fmla="*/ 134 h 136"/>
                  <a:gd name="T34" fmla="*/ 218 w 346"/>
                  <a:gd name="T35" fmla="*/ 130 h 136"/>
                  <a:gd name="T36" fmla="*/ 166 w 346"/>
                  <a:gd name="T37" fmla="*/ 122 h 136"/>
                  <a:gd name="T38" fmla="*/ 142 w 346"/>
                  <a:gd name="T39" fmla="*/ 116 h 136"/>
                  <a:gd name="T40" fmla="*/ 122 w 346"/>
                  <a:gd name="T41" fmla="*/ 110 h 136"/>
                  <a:gd name="T42" fmla="*/ 122 w 346"/>
                  <a:gd name="T43" fmla="*/ 110 h 136"/>
                  <a:gd name="T44" fmla="*/ 90 w 346"/>
                  <a:gd name="T45" fmla="*/ 98 h 136"/>
                  <a:gd name="T46" fmla="*/ 66 w 346"/>
                  <a:gd name="T47" fmla="*/ 88 h 136"/>
                  <a:gd name="T48" fmla="*/ 24 w 346"/>
                  <a:gd name="T49" fmla="*/ 68 h 136"/>
                  <a:gd name="T50" fmla="*/ 24 w 346"/>
                  <a:gd name="T51" fmla="*/ 68 h 136"/>
                  <a:gd name="T52" fmla="*/ 14 w 346"/>
                  <a:gd name="T53" fmla="*/ 62 h 136"/>
                  <a:gd name="T54" fmla="*/ 6 w 346"/>
                  <a:gd name="T55" fmla="*/ 54 h 136"/>
                  <a:gd name="T56" fmla="*/ 2 w 346"/>
                  <a:gd name="T57" fmla="*/ 46 h 136"/>
                  <a:gd name="T58" fmla="*/ 0 w 346"/>
                  <a:gd name="T59" fmla="*/ 34 h 136"/>
                  <a:gd name="T60" fmla="*/ 0 w 346"/>
                  <a:gd name="T61" fmla="*/ 24 h 136"/>
                  <a:gd name="T62" fmla="*/ 4 w 346"/>
                  <a:gd name="T63" fmla="*/ 16 h 136"/>
                  <a:gd name="T64" fmla="*/ 8 w 346"/>
                  <a:gd name="T65" fmla="*/ 8 h 136"/>
                  <a:gd name="T66" fmla="*/ 16 w 346"/>
                  <a:gd name="T67" fmla="*/ 4 h 136"/>
                  <a:gd name="T68" fmla="*/ 16 w 346"/>
                  <a:gd name="T69" fmla="*/ 4 h 136"/>
                  <a:gd name="T70" fmla="*/ 34 w 346"/>
                  <a:gd name="T71" fmla="*/ 2 h 136"/>
                  <a:gd name="T72" fmla="*/ 66 w 346"/>
                  <a:gd name="T73" fmla="*/ 0 h 136"/>
                  <a:gd name="T74" fmla="*/ 110 w 346"/>
                  <a:gd name="T75" fmla="*/ 2 h 136"/>
                  <a:gd name="T76" fmla="*/ 160 w 346"/>
                  <a:gd name="T77" fmla="*/ 6 h 136"/>
                  <a:gd name="T78" fmla="*/ 212 w 346"/>
                  <a:gd name="T79" fmla="*/ 12 h 136"/>
                  <a:gd name="T80" fmla="*/ 258 w 346"/>
                  <a:gd name="T81" fmla="*/ 20 h 136"/>
                  <a:gd name="T82" fmla="*/ 280 w 346"/>
                  <a:gd name="T83" fmla="*/ 24 h 136"/>
                  <a:gd name="T84" fmla="*/ 298 w 346"/>
                  <a:gd name="T85" fmla="*/ 30 h 136"/>
                  <a:gd name="T86" fmla="*/ 312 w 346"/>
                  <a:gd name="T87" fmla="*/ 36 h 136"/>
                  <a:gd name="T88" fmla="*/ 324 w 346"/>
                  <a:gd name="T89" fmla="*/ 42 h 136"/>
                  <a:gd name="T90" fmla="*/ 324 w 346"/>
                  <a:gd name="T91" fmla="*/ 4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6" h="136">
                    <a:moveTo>
                      <a:pt x="324" y="42"/>
                    </a:moveTo>
                    <a:lnTo>
                      <a:pt x="324" y="42"/>
                    </a:lnTo>
                    <a:lnTo>
                      <a:pt x="330" y="46"/>
                    </a:lnTo>
                    <a:lnTo>
                      <a:pt x="334" y="52"/>
                    </a:lnTo>
                    <a:lnTo>
                      <a:pt x="342" y="64"/>
                    </a:lnTo>
                    <a:lnTo>
                      <a:pt x="346" y="78"/>
                    </a:lnTo>
                    <a:lnTo>
                      <a:pt x="346" y="92"/>
                    </a:lnTo>
                    <a:lnTo>
                      <a:pt x="344" y="106"/>
                    </a:lnTo>
                    <a:lnTo>
                      <a:pt x="336" y="118"/>
                    </a:lnTo>
                    <a:lnTo>
                      <a:pt x="332" y="122"/>
                    </a:lnTo>
                    <a:lnTo>
                      <a:pt x="326" y="128"/>
                    </a:lnTo>
                    <a:lnTo>
                      <a:pt x="320" y="130"/>
                    </a:lnTo>
                    <a:lnTo>
                      <a:pt x="312" y="132"/>
                    </a:lnTo>
                    <a:lnTo>
                      <a:pt x="312" y="132"/>
                    </a:lnTo>
                    <a:lnTo>
                      <a:pt x="294" y="136"/>
                    </a:lnTo>
                    <a:lnTo>
                      <a:pt x="270" y="136"/>
                    </a:lnTo>
                    <a:lnTo>
                      <a:pt x="246" y="134"/>
                    </a:lnTo>
                    <a:lnTo>
                      <a:pt x="218" y="130"/>
                    </a:lnTo>
                    <a:lnTo>
                      <a:pt x="166" y="122"/>
                    </a:lnTo>
                    <a:lnTo>
                      <a:pt x="142" y="116"/>
                    </a:lnTo>
                    <a:lnTo>
                      <a:pt x="122" y="110"/>
                    </a:lnTo>
                    <a:lnTo>
                      <a:pt x="122" y="110"/>
                    </a:lnTo>
                    <a:lnTo>
                      <a:pt x="90" y="98"/>
                    </a:lnTo>
                    <a:lnTo>
                      <a:pt x="66" y="88"/>
                    </a:lnTo>
                    <a:lnTo>
                      <a:pt x="24" y="68"/>
                    </a:lnTo>
                    <a:lnTo>
                      <a:pt x="24" y="68"/>
                    </a:lnTo>
                    <a:lnTo>
                      <a:pt x="14" y="62"/>
                    </a:lnTo>
                    <a:lnTo>
                      <a:pt x="6" y="54"/>
                    </a:lnTo>
                    <a:lnTo>
                      <a:pt x="2" y="46"/>
                    </a:lnTo>
                    <a:lnTo>
                      <a:pt x="0" y="34"/>
                    </a:lnTo>
                    <a:lnTo>
                      <a:pt x="0" y="24"/>
                    </a:lnTo>
                    <a:lnTo>
                      <a:pt x="4" y="16"/>
                    </a:lnTo>
                    <a:lnTo>
                      <a:pt x="8" y="8"/>
                    </a:lnTo>
                    <a:lnTo>
                      <a:pt x="16" y="4"/>
                    </a:lnTo>
                    <a:lnTo>
                      <a:pt x="16" y="4"/>
                    </a:lnTo>
                    <a:lnTo>
                      <a:pt x="34" y="2"/>
                    </a:lnTo>
                    <a:lnTo>
                      <a:pt x="66" y="0"/>
                    </a:lnTo>
                    <a:lnTo>
                      <a:pt x="110" y="2"/>
                    </a:lnTo>
                    <a:lnTo>
                      <a:pt x="160" y="6"/>
                    </a:lnTo>
                    <a:lnTo>
                      <a:pt x="212" y="12"/>
                    </a:lnTo>
                    <a:lnTo>
                      <a:pt x="258" y="20"/>
                    </a:lnTo>
                    <a:lnTo>
                      <a:pt x="280" y="24"/>
                    </a:lnTo>
                    <a:lnTo>
                      <a:pt x="298" y="30"/>
                    </a:lnTo>
                    <a:lnTo>
                      <a:pt x="312" y="36"/>
                    </a:lnTo>
                    <a:lnTo>
                      <a:pt x="324" y="42"/>
                    </a:lnTo>
                    <a:lnTo>
                      <a:pt x="324" y="42"/>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73" name="Freeform 72"/>
              <p:cNvSpPr>
                <a:spLocks/>
              </p:cNvSpPr>
              <p:nvPr/>
            </p:nvSpPr>
            <p:spPr bwMode="auto">
              <a:xfrm>
                <a:off x="3248025" y="3790950"/>
                <a:ext cx="434975" cy="238125"/>
              </a:xfrm>
              <a:custGeom>
                <a:avLst/>
                <a:gdLst>
                  <a:gd name="T0" fmla="*/ 270 w 274"/>
                  <a:gd name="T1" fmla="*/ 62 h 150"/>
                  <a:gd name="T2" fmla="*/ 270 w 274"/>
                  <a:gd name="T3" fmla="*/ 62 h 150"/>
                  <a:gd name="T4" fmla="*/ 274 w 274"/>
                  <a:gd name="T5" fmla="*/ 70 h 150"/>
                  <a:gd name="T6" fmla="*/ 274 w 274"/>
                  <a:gd name="T7" fmla="*/ 80 h 150"/>
                  <a:gd name="T8" fmla="*/ 270 w 274"/>
                  <a:gd name="T9" fmla="*/ 94 h 150"/>
                  <a:gd name="T10" fmla="*/ 266 w 274"/>
                  <a:gd name="T11" fmla="*/ 108 h 150"/>
                  <a:gd name="T12" fmla="*/ 260 w 274"/>
                  <a:gd name="T13" fmla="*/ 120 h 150"/>
                  <a:gd name="T14" fmla="*/ 250 w 274"/>
                  <a:gd name="T15" fmla="*/ 134 h 150"/>
                  <a:gd name="T16" fmla="*/ 240 w 274"/>
                  <a:gd name="T17" fmla="*/ 142 h 150"/>
                  <a:gd name="T18" fmla="*/ 234 w 274"/>
                  <a:gd name="T19" fmla="*/ 146 h 150"/>
                  <a:gd name="T20" fmla="*/ 226 w 274"/>
                  <a:gd name="T21" fmla="*/ 148 h 150"/>
                  <a:gd name="T22" fmla="*/ 226 w 274"/>
                  <a:gd name="T23" fmla="*/ 148 h 150"/>
                  <a:gd name="T24" fmla="*/ 208 w 274"/>
                  <a:gd name="T25" fmla="*/ 150 h 150"/>
                  <a:gd name="T26" fmla="*/ 186 w 274"/>
                  <a:gd name="T27" fmla="*/ 148 h 150"/>
                  <a:gd name="T28" fmla="*/ 160 w 274"/>
                  <a:gd name="T29" fmla="*/ 144 h 150"/>
                  <a:gd name="T30" fmla="*/ 132 w 274"/>
                  <a:gd name="T31" fmla="*/ 140 h 150"/>
                  <a:gd name="T32" fmla="*/ 104 w 274"/>
                  <a:gd name="T33" fmla="*/ 132 h 150"/>
                  <a:gd name="T34" fmla="*/ 80 w 274"/>
                  <a:gd name="T35" fmla="*/ 124 h 150"/>
                  <a:gd name="T36" fmla="*/ 58 w 274"/>
                  <a:gd name="T37" fmla="*/ 116 h 150"/>
                  <a:gd name="T38" fmla="*/ 44 w 274"/>
                  <a:gd name="T39" fmla="*/ 108 h 150"/>
                  <a:gd name="T40" fmla="*/ 44 w 274"/>
                  <a:gd name="T41" fmla="*/ 108 h 150"/>
                  <a:gd name="T42" fmla="*/ 24 w 274"/>
                  <a:gd name="T43" fmla="*/ 94 h 150"/>
                  <a:gd name="T44" fmla="*/ 16 w 274"/>
                  <a:gd name="T45" fmla="*/ 84 h 150"/>
                  <a:gd name="T46" fmla="*/ 10 w 274"/>
                  <a:gd name="T47" fmla="*/ 76 h 150"/>
                  <a:gd name="T48" fmla="*/ 4 w 274"/>
                  <a:gd name="T49" fmla="*/ 64 h 150"/>
                  <a:gd name="T50" fmla="*/ 0 w 274"/>
                  <a:gd name="T51" fmla="*/ 52 h 150"/>
                  <a:gd name="T52" fmla="*/ 0 w 274"/>
                  <a:gd name="T53" fmla="*/ 38 h 150"/>
                  <a:gd name="T54" fmla="*/ 0 w 274"/>
                  <a:gd name="T55" fmla="*/ 22 h 150"/>
                  <a:gd name="T56" fmla="*/ 0 w 274"/>
                  <a:gd name="T57" fmla="*/ 22 h 150"/>
                  <a:gd name="T58" fmla="*/ 2 w 274"/>
                  <a:gd name="T59" fmla="*/ 16 h 150"/>
                  <a:gd name="T60" fmla="*/ 6 w 274"/>
                  <a:gd name="T61" fmla="*/ 10 h 150"/>
                  <a:gd name="T62" fmla="*/ 14 w 274"/>
                  <a:gd name="T63" fmla="*/ 6 h 150"/>
                  <a:gd name="T64" fmla="*/ 24 w 274"/>
                  <a:gd name="T65" fmla="*/ 0 h 150"/>
                  <a:gd name="T66" fmla="*/ 24 w 274"/>
                  <a:gd name="T67" fmla="*/ 0 h 150"/>
                  <a:gd name="T68" fmla="*/ 60 w 274"/>
                  <a:gd name="T69" fmla="*/ 16 h 150"/>
                  <a:gd name="T70" fmla="*/ 110 w 274"/>
                  <a:gd name="T71" fmla="*/ 36 h 150"/>
                  <a:gd name="T72" fmla="*/ 110 w 274"/>
                  <a:gd name="T73" fmla="*/ 36 h 150"/>
                  <a:gd name="T74" fmla="*/ 144 w 274"/>
                  <a:gd name="T75" fmla="*/ 46 h 150"/>
                  <a:gd name="T76" fmla="*/ 186 w 274"/>
                  <a:gd name="T77" fmla="*/ 54 h 150"/>
                  <a:gd name="T78" fmla="*/ 230 w 274"/>
                  <a:gd name="T79" fmla="*/ 60 h 150"/>
                  <a:gd name="T80" fmla="*/ 270 w 274"/>
                  <a:gd name="T81" fmla="*/ 62 h 150"/>
                  <a:gd name="T82" fmla="*/ 270 w 274"/>
                  <a:gd name="T83" fmla="*/ 6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4" h="150">
                    <a:moveTo>
                      <a:pt x="270" y="62"/>
                    </a:moveTo>
                    <a:lnTo>
                      <a:pt x="270" y="62"/>
                    </a:lnTo>
                    <a:lnTo>
                      <a:pt x="274" y="70"/>
                    </a:lnTo>
                    <a:lnTo>
                      <a:pt x="274" y="80"/>
                    </a:lnTo>
                    <a:lnTo>
                      <a:pt x="270" y="94"/>
                    </a:lnTo>
                    <a:lnTo>
                      <a:pt x="266" y="108"/>
                    </a:lnTo>
                    <a:lnTo>
                      <a:pt x="260" y="120"/>
                    </a:lnTo>
                    <a:lnTo>
                      <a:pt x="250" y="134"/>
                    </a:lnTo>
                    <a:lnTo>
                      <a:pt x="240" y="142"/>
                    </a:lnTo>
                    <a:lnTo>
                      <a:pt x="234" y="146"/>
                    </a:lnTo>
                    <a:lnTo>
                      <a:pt x="226" y="148"/>
                    </a:lnTo>
                    <a:lnTo>
                      <a:pt x="226" y="148"/>
                    </a:lnTo>
                    <a:lnTo>
                      <a:pt x="208" y="150"/>
                    </a:lnTo>
                    <a:lnTo>
                      <a:pt x="186" y="148"/>
                    </a:lnTo>
                    <a:lnTo>
                      <a:pt x="160" y="144"/>
                    </a:lnTo>
                    <a:lnTo>
                      <a:pt x="132" y="140"/>
                    </a:lnTo>
                    <a:lnTo>
                      <a:pt x="104" y="132"/>
                    </a:lnTo>
                    <a:lnTo>
                      <a:pt x="80" y="124"/>
                    </a:lnTo>
                    <a:lnTo>
                      <a:pt x="58" y="116"/>
                    </a:lnTo>
                    <a:lnTo>
                      <a:pt x="44" y="108"/>
                    </a:lnTo>
                    <a:lnTo>
                      <a:pt x="44" y="108"/>
                    </a:lnTo>
                    <a:lnTo>
                      <a:pt x="24" y="94"/>
                    </a:lnTo>
                    <a:lnTo>
                      <a:pt x="16" y="84"/>
                    </a:lnTo>
                    <a:lnTo>
                      <a:pt x="10" y="76"/>
                    </a:lnTo>
                    <a:lnTo>
                      <a:pt x="4" y="64"/>
                    </a:lnTo>
                    <a:lnTo>
                      <a:pt x="0" y="52"/>
                    </a:lnTo>
                    <a:lnTo>
                      <a:pt x="0" y="38"/>
                    </a:lnTo>
                    <a:lnTo>
                      <a:pt x="0" y="22"/>
                    </a:lnTo>
                    <a:lnTo>
                      <a:pt x="0" y="22"/>
                    </a:lnTo>
                    <a:lnTo>
                      <a:pt x="2" y="16"/>
                    </a:lnTo>
                    <a:lnTo>
                      <a:pt x="6" y="10"/>
                    </a:lnTo>
                    <a:lnTo>
                      <a:pt x="14" y="6"/>
                    </a:lnTo>
                    <a:lnTo>
                      <a:pt x="24" y="0"/>
                    </a:lnTo>
                    <a:lnTo>
                      <a:pt x="24" y="0"/>
                    </a:lnTo>
                    <a:lnTo>
                      <a:pt x="60" y="16"/>
                    </a:lnTo>
                    <a:lnTo>
                      <a:pt x="110" y="36"/>
                    </a:lnTo>
                    <a:lnTo>
                      <a:pt x="110" y="36"/>
                    </a:lnTo>
                    <a:lnTo>
                      <a:pt x="144" y="46"/>
                    </a:lnTo>
                    <a:lnTo>
                      <a:pt x="186" y="54"/>
                    </a:lnTo>
                    <a:lnTo>
                      <a:pt x="230" y="60"/>
                    </a:lnTo>
                    <a:lnTo>
                      <a:pt x="270" y="62"/>
                    </a:lnTo>
                    <a:lnTo>
                      <a:pt x="270" y="62"/>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74" name="Freeform 73"/>
              <p:cNvSpPr>
                <a:spLocks/>
              </p:cNvSpPr>
              <p:nvPr/>
            </p:nvSpPr>
            <p:spPr bwMode="auto">
              <a:xfrm>
                <a:off x="3251200" y="3492500"/>
                <a:ext cx="552450" cy="215900"/>
              </a:xfrm>
              <a:custGeom>
                <a:avLst/>
                <a:gdLst>
                  <a:gd name="T0" fmla="*/ 314 w 348"/>
                  <a:gd name="T1" fmla="*/ 16 h 136"/>
                  <a:gd name="T2" fmla="*/ 314 w 348"/>
                  <a:gd name="T3" fmla="*/ 16 h 136"/>
                  <a:gd name="T4" fmla="*/ 326 w 348"/>
                  <a:gd name="T5" fmla="*/ 24 h 136"/>
                  <a:gd name="T6" fmla="*/ 334 w 348"/>
                  <a:gd name="T7" fmla="*/ 34 h 136"/>
                  <a:gd name="T8" fmla="*/ 342 w 348"/>
                  <a:gd name="T9" fmla="*/ 48 h 136"/>
                  <a:gd name="T10" fmla="*/ 346 w 348"/>
                  <a:gd name="T11" fmla="*/ 64 h 136"/>
                  <a:gd name="T12" fmla="*/ 348 w 348"/>
                  <a:gd name="T13" fmla="*/ 80 h 136"/>
                  <a:gd name="T14" fmla="*/ 346 w 348"/>
                  <a:gd name="T15" fmla="*/ 96 h 136"/>
                  <a:gd name="T16" fmla="*/ 342 w 348"/>
                  <a:gd name="T17" fmla="*/ 112 h 136"/>
                  <a:gd name="T18" fmla="*/ 336 w 348"/>
                  <a:gd name="T19" fmla="*/ 118 h 136"/>
                  <a:gd name="T20" fmla="*/ 332 w 348"/>
                  <a:gd name="T21" fmla="*/ 124 h 136"/>
                  <a:gd name="T22" fmla="*/ 332 w 348"/>
                  <a:gd name="T23" fmla="*/ 124 h 136"/>
                  <a:gd name="T24" fmla="*/ 326 w 348"/>
                  <a:gd name="T25" fmla="*/ 128 h 136"/>
                  <a:gd name="T26" fmla="*/ 318 w 348"/>
                  <a:gd name="T27" fmla="*/ 132 h 136"/>
                  <a:gd name="T28" fmla="*/ 300 w 348"/>
                  <a:gd name="T29" fmla="*/ 136 h 136"/>
                  <a:gd name="T30" fmla="*/ 300 w 348"/>
                  <a:gd name="T31" fmla="*/ 136 h 136"/>
                  <a:gd name="T32" fmla="*/ 270 w 348"/>
                  <a:gd name="T33" fmla="*/ 128 h 136"/>
                  <a:gd name="T34" fmla="*/ 234 w 348"/>
                  <a:gd name="T35" fmla="*/ 120 h 136"/>
                  <a:gd name="T36" fmla="*/ 192 w 348"/>
                  <a:gd name="T37" fmla="*/ 114 h 136"/>
                  <a:gd name="T38" fmla="*/ 150 w 348"/>
                  <a:gd name="T39" fmla="*/ 110 h 136"/>
                  <a:gd name="T40" fmla="*/ 108 w 348"/>
                  <a:gd name="T41" fmla="*/ 106 h 136"/>
                  <a:gd name="T42" fmla="*/ 70 w 348"/>
                  <a:gd name="T43" fmla="*/ 104 h 136"/>
                  <a:gd name="T44" fmla="*/ 38 w 348"/>
                  <a:gd name="T45" fmla="*/ 104 h 136"/>
                  <a:gd name="T46" fmla="*/ 18 w 348"/>
                  <a:gd name="T47" fmla="*/ 106 h 136"/>
                  <a:gd name="T48" fmla="*/ 18 w 348"/>
                  <a:gd name="T49" fmla="*/ 106 h 136"/>
                  <a:gd name="T50" fmla="*/ 12 w 348"/>
                  <a:gd name="T51" fmla="*/ 98 h 136"/>
                  <a:gd name="T52" fmla="*/ 6 w 348"/>
                  <a:gd name="T53" fmla="*/ 90 h 136"/>
                  <a:gd name="T54" fmla="*/ 4 w 348"/>
                  <a:gd name="T55" fmla="*/ 80 h 136"/>
                  <a:gd name="T56" fmla="*/ 2 w 348"/>
                  <a:gd name="T57" fmla="*/ 72 h 136"/>
                  <a:gd name="T58" fmla="*/ 0 w 348"/>
                  <a:gd name="T59" fmla="*/ 52 h 136"/>
                  <a:gd name="T60" fmla="*/ 4 w 348"/>
                  <a:gd name="T61" fmla="*/ 36 h 136"/>
                  <a:gd name="T62" fmla="*/ 4 w 348"/>
                  <a:gd name="T63" fmla="*/ 36 h 136"/>
                  <a:gd name="T64" fmla="*/ 8 w 348"/>
                  <a:gd name="T65" fmla="*/ 32 h 136"/>
                  <a:gd name="T66" fmla="*/ 16 w 348"/>
                  <a:gd name="T67" fmla="*/ 28 h 136"/>
                  <a:gd name="T68" fmla="*/ 26 w 348"/>
                  <a:gd name="T69" fmla="*/ 22 h 136"/>
                  <a:gd name="T70" fmla="*/ 40 w 348"/>
                  <a:gd name="T71" fmla="*/ 18 h 136"/>
                  <a:gd name="T72" fmla="*/ 74 w 348"/>
                  <a:gd name="T73" fmla="*/ 10 h 136"/>
                  <a:gd name="T74" fmla="*/ 116 w 348"/>
                  <a:gd name="T75" fmla="*/ 4 h 136"/>
                  <a:gd name="T76" fmla="*/ 164 w 348"/>
                  <a:gd name="T77" fmla="*/ 0 h 136"/>
                  <a:gd name="T78" fmla="*/ 216 w 348"/>
                  <a:gd name="T79" fmla="*/ 2 h 136"/>
                  <a:gd name="T80" fmla="*/ 240 w 348"/>
                  <a:gd name="T81" fmla="*/ 4 h 136"/>
                  <a:gd name="T82" fmla="*/ 266 w 348"/>
                  <a:gd name="T83" fmla="*/ 6 h 136"/>
                  <a:gd name="T84" fmla="*/ 290 w 348"/>
                  <a:gd name="T85" fmla="*/ 10 h 136"/>
                  <a:gd name="T86" fmla="*/ 314 w 348"/>
                  <a:gd name="T87" fmla="*/ 16 h 136"/>
                  <a:gd name="T88" fmla="*/ 314 w 348"/>
                  <a:gd name="T89" fmla="*/ 1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8" h="136">
                    <a:moveTo>
                      <a:pt x="314" y="16"/>
                    </a:moveTo>
                    <a:lnTo>
                      <a:pt x="314" y="16"/>
                    </a:lnTo>
                    <a:lnTo>
                      <a:pt x="326" y="24"/>
                    </a:lnTo>
                    <a:lnTo>
                      <a:pt x="334" y="34"/>
                    </a:lnTo>
                    <a:lnTo>
                      <a:pt x="342" y="48"/>
                    </a:lnTo>
                    <a:lnTo>
                      <a:pt x="346" y="64"/>
                    </a:lnTo>
                    <a:lnTo>
                      <a:pt x="348" y="80"/>
                    </a:lnTo>
                    <a:lnTo>
                      <a:pt x="346" y="96"/>
                    </a:lnTo>
                    <a:lnTo>
                      <a:pt x="342" y="112"/>
                    </a:lnTo>
                    <a:lnTo>
                      <a:pt x="336" y="118"/>
                    </a:lnTo>
                    <a:lnTo>
                      <a:pt x="332" y="124"/>
                    </a:lnTo>
                    <a:lnTo>
                      <a:pt x="332" y="124"/>
                    </a:lnTo>
                    <a:lnTo>
                      <a:pt x="326" y="128"/>
                    </a:lnTo>
                    <a:lnTo>
                      <a:pt x="318" y="132"/>
                    </a:lnTo>
                    <a:lnTo>
                      <a:pt x="300" y="136"/>
                    </a:lnTo>
                    <a:lnTo>
                      <a:pt x="300" y="136"/>
                    </a:lnTo>
                    <a:lnTo>
                      <a:pt x="270" y="128"/>
                    </a:lnTo>
                    <a:lnTo>
                      <a:pt x="234" y="120"/>
                    </a:lnTo>
                    <a:lnTo>
                      <a:pt x="192" y="114"/>
                    </a:lnTo>
                    <a:lnTo>
                      <a:pt x="150" y="110"/>
                    </a:lnTo>
                    <a:lnTo>
                      <a:pt x="108" y="106"/>
                    </a:lnTo>
                    <a:lnTo>
                      <a:pt x="70" y="104"/>
                    </a:lnTo>
                    <a:lnTo>
                      <a:pt x="38" y="104"/>
                    </a:lnTo>
                    <a:lnTo>
                      <a:pt x="18" y="106"/>
                    </a:lnTo>
                    <a:lnTo>
                      <a:pt x="18" y="106"/>
                    </a:lnTo>
                    <a:lnTo>
                      <a:pt x="12" y="98"/>
                    </a:lnTo>
                    <a:lnTo>
                      <a:pt x="6" y="90"/>
                    </a:lnTo>
                    <a:lnTo>
                      <a:pt x="4" y="80"/>
                    </a:lnTo>
                    <a:lnTo>
                      <a:pt x="2" y="72"/>
                    </a:lnTo>
                    <a:lnTo>
                      <a:pt x="0" y="52"/>
                    </a:lnTo>
                    <a:lnTo>
                      <a:pt x="4" y="36"/>
                    </a:lnTo>
                    <a:lnTo>
                      <a:pt x="4" y="36"/>
                    </a:lnTo>
                    <a:lnTo>
                      <a:pt x="8" y="32"/>
                    </a:lnTo>
                    <a:lnTo>
                      <a:pt x="16" y="28"/>
                    </a:lnTo>
                    <a:lnTo>
                      <a:pt x="26" y="22"/>
                    </a:lnTo>
                    <a:lnTo>
                      <a:pt x="40" y="18"/>
                    </a:lnTo>
                    <a:lnTo>
                      <a:pt x="74" y="10"/>
                    </a:lnTo>
                    <a:lnTo>
                      <a:pt x="116" y="4"/>
                    </a:lnTo>
                    <a:lnTo>
                      <a:pt x="164" y="0"/>
                    </a:lnTo>
                    <a:lnTo>
                      <a:pt x="216" y="2"/>
                    </a:lnTo>
                    <a:lnTo>
                      <a:pt x="240" y="4"/>
                    </a:lnTo>
                    <a:lnTo>
                      <a:pt x="266" y="6"/>
                    </a:lnTo>
                    <a:lnTo>
                      <a:pt x="290" y="10"/>
                    </a:lnTo>
                    <a:lnTo>
                      <a:pt x="314" y="16"/>
                    </a:lnTo>
                    <a:lnTo>
                      <a:pt x="314" y="16"/>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75" name="Freeform 74"/>
              <p:cNvSpPr>
                <a:spLocks/>
              </p:cNvSpPr>
              <p:nvPr/>
            </p:nvSpPr>
            <p:spPr bwMode="auto">
              <a:xfrm>
                <a:off x="3257550" y="3254375"/>
                <a:ext cx="495300" cy="266700"/>
              </a:xfrm>
              <a:custGeom>
                <a:avLst/>
                <a:gdLst>
                  <a:gd name="T0" fmla="*/ 286 w 312"/>
                  <a:gd name="T1" fmla="*/ 154 h 168"/>
                  <a:gd name="T2" fmla="*/ 286 w 312"/>
                  <a:gd name="T3" fmla="*/ 154 h 168"/>
                  <a:gd name="T4" fmla="*/ 296 w 312"/>
                  <a:gd name="T5" fmla="*/ 140 h 168"/>
                  <a:gd name="T6" fmla="*/ 302 w 312"/>
                  <a:gd name="T7" fmla="*/ 126 h 168"/>
                  <a:gd name="T8" fmla="*/ 310 w 312"/>
                  <a:gd name="T9" fmla="*/ 108 h 168"/>
                  <a:gd name="T10" fmla="*/ 312 w 312"/>
                  <a:gd name="T11" fmla="*/ 98 h 168"/>
                  <a:gd name="T12" fmla="*/ 312 w 312"/>
                  <a:gd name="T13" fmla="*/ 88 h 168"/>
                  <a:gd name="T14" fmla="*/ 312 w 312"/>
                  <a:gd name="T15" fmla="*/ 78 h 168"/>
                  <a:gd name="T16" fmla="*/ 310 w 312"/>
                  <a:gd name="T17" fmla="*/ 66 h 168"/>
                  <a:gd name="T18" fmla="*/ 306 w 312"/>
                  <a:gd name="T19" fmla="*/ 56 h 168"/>
                  <a:gd name="T20" fmla="*/ 300 w 312"/>
                  <a:gd name="T21" fmla="*/ 46 h 168"/>
                  <a:gd name="T22" fmla="*/ 290 w 312"/>
                  <a:gd name="T23" fmla="*/ 36 h 168"/>
                  <a:gd name="T24" fmla="*/ 280 w 312"/>
                  <a:gd name="T25" fmla="*/ 28 h 168"/>
                  <a:gd name="T26" fmla="*/ 280 w 312"/>
                  <a:gd name="T27" fmla="*/ 28 h 168"/>
                  <a:gd name="T28" fmla="*/ 266 w 312"/>
                  <a:gd name="T29" fmla="*/ 20 h 168"/>
                  <a:gd name="T30" fmla="*/ 254 w 312"/>
                  <a:gd name="T31" fmla="*/ 14 h 168"/>
                  <a:gd name="T32" fmla="*/ 240 w 312"/>
                  <a:gd name="T33" fmla="*/ 8 h 168"/>
                  <a:gd name="T34" fmla="*/ 228 w 312"/>
                  <a:gd name="T35" fmla="*/ 4 h 168"/>
                  <a:gd name="T36" fmla="*/ 202 w 312"/>
                  <a:gd name="T37" fmla="*/ 0 h 168"/>
                  <a:gd name="T38" fmla="*/ 178 w 312"/>
                  <a:gd name="T39" fmla="*/ 0 h 168"/>
                  <a:gd name="T40" fmla="*/ 156 w 312"/>
                  <a:gd name="T41" fmla="*/ 4 h 168"/>
                  <a:gd name="T42" fmla="*/ 132 w 312"/>
                  <a:gd name="T43" fmla="*/ 8 h 168"/>
                  <a:gd name="T44" fmla="*/ 90 w 312"/>
                  <a:gd name="T45" fmla="*/ 22 h 168"/>
                  <a:gd name="T46" fmla="*/ 90 w 312"/>
                  <a:gd name="T47" fmla="*/ 22 h 168"/>
                  <a:gd name="T48" fmla="*/ 70 w 312"/>
                  <a:gd name="T49" fmla="*/ 30 h 168"/>
                  <a:gd name="T50" fmla="*/ 52 w 312"/>
                  <a:gd name="T51" fmla="*/ 38 h 168"/>
                  <a:gd name="T52" fmla="*/ 34 w 312"/>
                  <a:gd name="T53" fmla="*/ 50 h 168"/>
                  <a:gd name="T54" fmla="*/ 20 w 312"/>
                  <a:gd name="T55" fmla="*/ 62 h 168"/>
                  <a:gd name="T56" fmla="*/ 14 w 312"/>
                  <a:gd name="T57" fmla="*/ 70 h 168"/>
                  <a:gd name="T58" fmla="*/ 10 w 312"/>
                  <a:gd name="T59" fmla="*/ 78 h 168"/>
                  <a:gd name="T60" fmla="*/ 6 w 312"/>
                  <a:gd name="T61" fmla="*/ 88 h 168"/>
                  <a:gd name="T62" fmla="*/ 2 w 312"/>
                  <a:gd name="T63" fmla="*/ 98 h 168"/>
                  <a:gd name="T64" fmla="*/ 0 w 312"/>
                  <a:gd name="T65" fmla="*/ 110 h 168"/>
                  <a:gd name="T66" fmla="*/ 0 w 312"/>
                  <a:gd name="T67" fmla="*/ 122 h 168"/>
                  <a:gd name="T68" fmla="*/ 2 w 312"/>
                  <a:gd name="T69" fmla="*/ 136 h 168"/>
                  <a:gd name="T70" fmla="*/ 6 w 312"/>
                  <a:gd name="T71" fmla="*/ 152 h 168"/>
                  <a:gd name="T72" fmla="*/ 6 w 312"/>
                  <a:gd name="T73" fmla="*/ 152 h 168"/>
                  <a:gd name="T74" fmla="*/ 8 w 312"/>
                  <a:gd name="T75" fmla="*/ 160 h 168"/>
                  <a:gd name="T76" fmla="*/ 14 w 312"/>
                  <a:gd name="T77" fmla="*/ 168 h 168"/>
                  <a:gd name="T78" fmla="*/ 14 w 312"/>
                  <a:gd name="T79" fmla="*/ 168 h 168"/>
                  <a:gd name="T80" fmla="*/ 34 w 312"/>
                  <a:gd name="T81" fmla="*/ 162 h 168"/>
                  <a:gd name="T82" fmla="*/ 62 w 312"/>
                  <a:gd name="T83" fmla="*/ 156 h 168"/>
                  <a:gd name="T84" fmla="*/ 94 w 312"/>
                  <a:gd name="T85" fmla="*/ 150 h 168"/>
                  <a:gd name="T86" fmla="*/ 130 w 312"/>
                  <a:gd name="T87" fmla="*/ 146 h 168"/>
                  <a:gd name="T88" fmla="*/ 168 w 312"/>
                  <a:gd name="T89" fmla="*/ 146 h 168"/>
                  <a:gd name="T90" fmla="*/ 208 w 312"/>
                  <a:gd name="T91" fmla="*/ 146 h 168"/>
                  <a:gd name="T92" fmla="*/ 246 w 312"/>
                  <a:gd name="T93" fmla="*/ 150 h 168"/>
                  <a:gd name="T94" fmla="*/ 286 w 312"/>
                  <a:gd name="T95" fmla="*/ 156 h 168"/>
                  <a:gd name="T96" fmla="*/ 286 w 312"/>
                  <a:gd name="T97" fmla="*/ 156 h 168"/>
                  <a:gd name="T98" fmla="*/ 286 w 312"/>
                  <a:gd name="T99" fmla="*/ 154 h 168"/>
                  <a:gd name="T100" fmla="*/ 286 w 312"/>
                  <a:gd name="T101" fmla="*/ 15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2" h="168">
                    <a:moveTo>
                      <a:pt x="286" y="154"/>
                    </a:moveTo>
                    <a:lnTo>
                      <a:pt x="286" y="154"/>
                    </a:lnTo>
                    <a:lnTo>
                      <a:pt x="296" y="140"/>
                    </a:lnTo>
                    <a:lnTo>
                      <a:pt x="302" y="126"/>
                    </a:lnTo>
                    <a:lnTo>
                      <a:pt x="310" y="108"/>
                    </a:lnTo>
                    <a:lnTo>
                      <a:pt x="312" y="98"/>
                    </a:lnTo>
                    <a:lnTo>
                      <a:pt x="312" y="88"/>
                    </a:lnTo>
                    <a:lnTo>
                      <a:pt x="312" y="78"/>
                    </a:lnTo>
                    <a:lnTo>
                      <a:pt x="310" y="66"/>
                    </a:lnTo>
                    <a:lnTo>
                      <a:pt x="306" y="56"/>
                    </a:lnTo>
                    <a:lnTo>
                      <a:pt x="300" y="46"/>
                    </a:lnTo>
                    <a:lnTo>
                      <a:pt x="290" y="36"/>
                    </a:lnTo>
                    <a:lnTo>
                      <a:pt x="280" y="28"/>
                    </a:lnTo>
                    <a:lnTo>
                      <a:pt x="280" y="28"/>
                    </a:lnTo>
                    <a:lnTo>
                      <a:pt x="266" y="20"/>
                    </a:lnTo>
                    <a:lnTo>
                      <a:pt x="254" y="14"/>
                    </a:lnTo>
                    <a:lnTo>
                      <a:pt x="240" y="8"/>
                    </a:lnTo>
                    <a:lnTo>
                      <a:pt x="228" y="4"/>
                    </a:lnTo>
                    <a:lnTo>
                      <a:pt x="202" y="0"/>
                    </a:lnTo>
                    <a:lnTo>
                      <a:pt x="178" y="0"/>
                    </a:lnTo>
                    <a:lnTo>
                      <a:pt x="156" y="4"/>
                    </a:lnTo>
                    <a:lnTo>
                      <a:pt x="132" y="8"/>
                    </a:lnTo>
                    <a:lnTo>
                      <a:pt x="90" y="22"/>
                    </a:lnTo>
                    <a:lnTo>
                      <a:pt x="90" y="22"/>
                    </a:lnTo>
                    <a:lnTo>
                      <a:pt x="70" y="30"/>
                    </a:lnTo>
                    <a:lnTo>
                      <a:pt x="52" y="38"/>
                    </a:lnTo>
                    <a:lnTo>
                      <a:pt x="34" y="50"/>
                    </a:lnTo>
                    <a:lnTo>
                      <a:pt x="20" y="62"/>
                    </a:lnTo>
                    <a:lnTo>
                      <a:pt x="14" y="70"/>
                    </a:lnTo>
                    <a:lnTo>
                      <a:pt x="10" y="78"/>
                    </a:lnTo>
                    <a:lnTo>
                      <a:pt x="6" y="88"/>
                    </a:lnTo>
                    <a:lnTo>
                      <a:pt x="2" y="98"/>
                    </a:lnTo>
                    <a:lnTo>
                      <a:pt x="0" y="110"/>
                    </a:lnTo>
                    <a:lnTo>
                      <a:pt x="0" y="122"/>
                    </a:lnTo>
                    <a:lnTo>
                      <a:pt x="2" y="136"/>
                    </a:lnTo>
                    <a:lnTo>
                      <a:pt x="6" y="152"/>
                    </a:lnTo>
                    <a:lnTo>
                      <a:pt x="6" y="152"/>
                    </a:lnTo>
                    <a:lnTo>
                      <a:pt x="8" y="160"/>
                    </a:lnTo>
                    <a:lnTo>
                      <a:pt x="14" y="168"/>
                    </a:lnTo>
                    <a:lnTo>
                      <a:pt x="14" y="168"/>
                    </a:lnTo>
                    <a:lnTo>
                      <a:pt x="34" y="162"/>
                    </a:lnTo>
                    <a:lnTo>
                      <a:pt x="62" y="156"/>
                    </a:lnTo>
                    <a:lnTo>
                      <a:pt x="94" y="150"/>
                    </a:lnTo>
                    <a:lnTo>
                      <a:pt x="130" y="146"/>
                    </a:lnTo>
                    <a:lnTo>
                      <a:pt x="168" y="146"/>
                    </a:lnTo>
                    <a:lnTo>
                      <a:pt x="208" y="146"/>
                    </a:lnTo>
                    <a:lnTo>
                      <a:pt x="246" y="150"/>
                    </a:lnTo>
                    <a:lnTo>
                      <a:pt x="286" y="156"/>
                    </a:lnTo>
                    <a:lnTo>
                      <a:pt x="286" y="156"/>
                    </a:lnTo>
                    <a:lnTo>
                      <a:pt x="286" y="154"/>
                    </a:lnTo>
                    <a:lnTo>
                      <a:pt x="286" y="154"/>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grpSp>
      </p:grpSp>
      <p:sp>
        <p:nvSpPr>
          <p:cNvPr id="2" name="Title 1"/>
          <p:cNvSpPr>
            <a:spLocks noGrp="1"/>
          </p:cNvSpPr>
          <p:nvPr>
            <p:ph type="title"/>
          </p:nvPr>
        </p:nvSpPr>
        <p:spPr/>
        <p:txBody>
          <a:bodyPr>
            <a:normAutofit/>
          </a:bodyPr>
          <a:lstStyle/>
          <a:p>
            <a:pPr marL="742950" lvl="2" indent="-742950" rtl="1">
              <a:buFont typeface="+mj-lt"/>
              <a:buAutoNum type="arabicPeriod" startAt="8"/>
            </a:pPr>
            <a:r>
              <a:rPr lang="ar-SA" sz="4000" b="1" u="sng" dirty="0"/>
              <a:t>إستراتيجيات البحث في الإنترنت </a:t>
            </a:r>
            <a:endParaRPr lang="en-US" sz="4000" u="sng" dirty="0"/>
          </a:p>
        </p:txBody>
      </p:sp>
      <p:grpSp>
        <p:nvGrpSpPr>
          <p:cNvPr id="4" name="Group 3"/>
          <p:cNvGrpSpPr/>
          <p:nvPr/>
        </p:nvGrpSpPr>
        <p:grpSpPr>
          <a:xfrm>
            <a:off x="8430966" y="2755110"/>
            <a:ext cx="3740372" cy="3477416"/>
            <a:chOff x="8430966" y="2755110"/>
            <a:chExt cx="3740372" cy="3477416"/>
          </a:xfrm>
        </p:grpSpPr>
        <p:sp>
          <p:nvSpPr>
            <p:cNvPr id="5" name="Oval 4"/>
            <p:cNvSpPr/>
            <p:nvPr/>
          </p:nvSpPr>
          <p:spPr>
            <a:xfrm rot="21168761" flipH="1">
              <a:off x="9923042" y="5692888"/>
              <a:ext cx="2248296" cy="471488"/>
            </a:xfrm>
            <a:prstGeom prst="ellipse">
              <a:avLst/>
            </a:prstGeom>
            <a:gradFill>
              <a:gsLst>
                <a:gs pos="24000">
                  <a:schemeClr val="bg1">
                    <a:lumMod val="95000"/>
                  </a:schemeClr>
                </a:gs>
                <a:gs pos="100000">
                  <a:schemeClr val="tx1">
                    <a:lumMod val="65000"/>
                    <a:lumOff val="35000"/>
                  </a:schemeClr>
                </a:gs>
              </a:gsLst>
              <a:path path="circle">
                <a:fillToRect t="100000" r="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nvGrpSpPr>
            <p:cNvPr id="6" name="Group 5"/>
            <p:cNvGrpSpPr/>
            <p:nvPr/>
          </p:nvGrpSpPr>
          <p:grpSpPr>
            <a:xfrm flipH="1">
              <a:off x="8430966" y="2755110"/>
              <a:ext cx="3316758" cy="3477416"/>
              <a:chOff x="472605" y="2024860"/>
              <a:chExt cx="3316758" cy="3477416"/>
            </a:xfrm>
          </p:grpSpPr>
          <p:sp>
            <p:nvSpPr>
              <p:cNvPr id="7" name="Freeform 68"/>
              <p:cNvSpPr>
                <a:spLocks/>
              </p:cNvSpPr>
              <p:nvPr/>
            </p:nvSpPr>
            <p:spPr bwMode="auto">
              <a:xfrm>
                <a:off x="472605" y="2139951"/>
                <a:ext cx="1437951" cy="3352800"/>
              </a:xfrm>
              <a:custGeom>
                <a:avLst/>
                <a:gdLst>
                  <a:gd name="T0" fmla="*/ 6 w 1194"/>
                  <a:gd name="T1" fmla="*/ 1396 h 2864"/>
                  <a:gd name="T2" fmla="*/ 20 w 1194"/>
                  <a:gd name="T3" fmla="*/ 1522 h 2864"/>
                  <a:gd name="T4" fmla="*/ 40 w 1194"/>
                  <a:gd name="T5" fmla="*/ 1640 h 2864"/>
                  <a:gd name="T6" fmla="*/ 60 w 1194"/>
                  <a:gd name="T7" fmla="*/ 1728 h 2864"/>
                  <a:gd name="T8" fmla="*/ 78 w 1194"/>
                  <a:gd name="T9" fmla="*/ 1800 h 2864"/>
                  <a:gd name="T10" fmla="*/ 102 w 1194"/>
                  <a:gd name="T11" fmla="*/ 1876 h 2864"/>
                  <a:gd name="T12" fmla="*/ 126 w 1194"/>
                  <a:gd name="T13" fmla="*/ 1948 h 2864"/>
                  <a:gd name="T14" fmla="*/ 152 w 1194"/>
                  <a:gd name="T15" fmla="*/ 2014 h 2864"/>
                  <a:gd name="T16" fmla="*/ 174 w 1194"/>
                  <a:gd name="T17" fmla="*/ 2066 h 2864"/>
                  <a:gd name="T18" fmla="*/ 206 w 1194"/>
                  <a:gd name="T19" fmla="*/ 2136 h 2864"/>
                  <a:gd name="T20" fmla="*/ 228 w 1194"/>
                  <a:gd name="T21" fmla="*/ 2178 h 2864"/>
                  <a:gd name="T22" fmla="*/ 254 w 1194"/>
                  <a:gd name="T23" fmla="*/ 2226 h 2864"/>
                  <a:gd name="T24" fmla="*/ 290 w 1194"/>
                  <a:gd name="T25" fmla="*/ 2286 h 2864"/>
                  <a:gd name="T26" fmla="*/ 304 w 1194"/>
                  <a:gd name="T27" fmla="*/ 2308 h 2864"/>
                  <a:gd name="T28" fmla="*/ 330 w 1194"/>
                  <a:gd name="T29" fmla="*/ 2346 h 2864"/>
                  <a:gd name="T30" fmla="*/ 368 w 1194"/>
                  <a:gd name="T31" fmla="*/ 2398 h 2864"/>
                  <a:gd name="T32" fmla="*/ 392 w 1194"/>
                  <a:gd name="T33" fmla="*/ 2430 h 2864"/>
                  <a:gd name="T34" fmla="*/ 414 w 1194"/>
                  <a:gd name="T35" fmla="*/ 2458 h 2864"/>
                  <a:gd name="T36" fmla="*/ 450 w 1194"/>
                  <a:gd name="T37" fmla="*/ 2500 h 2864"/>
                  <a:gd name="T38" fmla="*/ 482 w 1194"/>
                  <a:gd name="T39" fmla="*/ 2534 h 2864"/>
                  <a:gd name="T40" fmla="*/ 504 w 1194"/>
                  <a:gd name="T41" fmla="*/ 2556 h 2864"/>
                  <a:gd name="T42" fmla="*/ 540 w 1194"/>
                  <a:gd name="T43" fmla="*/ 2590 h 2864"/>
                  <a:gd name="T44" fmla="*/ 574 w 1194"/>
                  <a:gd name="T45" fmla="*/ 2620 h 2864"/>
                  <a:gd name="T46" fmla="*/ 598 w 1194"/>
                  <a:gd name="T47" fmla="*/ 2640 h 2864"/>
                  <a:gd name="T48" fmla="*/ 634 w 1194"/>
                  <a:gd name="T49" fmla="*/ 2668 h 2864"/>
                  <a:gd name="T50" fmla="*/ 662 w 1194"/>
                  <a:gd name="T51" fmla="*/ 2688 h 2864"/>
                  <a:gd name="T52" fmla="*/ 688 w 1194"/>
                  <a:gd name="T53" fmla="*/ 2704 h 2864"/>
                  <a:gd name="T54" fmla="*/ 728 w 1194"/>
                  <a:gd name="T55" fmla="*/ 2730 h 2864"/>
                  <a:gd name="T56" fmla="*/ 770 w 1194"/>
                  <a:gd name="T57" fmla="*/ 2754 h 2864"/>
                  <a:gd name="T58" fmla="*/ 800 w 1194"/>
                  <a:gd name="T59" fmla="*/ 2768 h 2864"/>
                  <a:gd name="T60" fmla="*/ 832 w 1194"/>
                  <a:gd name="T61" fmla="*/ 2782 h 2864"/>
                  <a:gd name="T62" fmla="*/ 872 w 1194"/>
                  <a:gd name="T63" fmla="*/ 2798 h 2864"/>
                  <a:gd name="T64" fmla="*/ 918 w 1194"/>
                  <a:gd name="T65" fmla="*/ 2812 h 2864"/>
                  <a:gd name="T66" fmla="*/ 966 w 1194"/>
                  <a:gd name="T67" fmla="*/ 2826 h 2864"/>
                  <a:gd name="T68" fmla="*/ 1006 w 1194"/>
                  <a:gd name="T69" fmla="*/ 2834 h 2864"/>
                  <a:gd name="T70" fmla="*/ 1016 w 1194"/>
                  <a:gd name="T71" fmla="*/ 2836 h 2864"/>
                  <a:gd name="T72" fmla="*/ 1102 w 1194"/>
                  <a:gd name="T73" fmla="*/ 2842 h 2864"/>
                  <a:gd name="T74" fmla="*/ 1006 w 1194"/>
                  <a:gd name="T75" fmla="*/ 2806 h 2864"/>
                  <a:gd name="T76" fmla="*/ 908 w 1194"/>
                  <a:gd name="T77" fmla="*/ 2756 h 2864"/>
                  <a:gd name="T78" fmla="*/ 814 w 1194"/>
                  <a:gd name="T79" fmla="*/ 2692 h 2864"/>
                  <a:gd name="T80" fmla="*/ 720 w 1194"/>
                  <a:gd name="T81" fmla="*/ 2610 h 2864"/>
                  <a:gd name="T82" fmla="*/ 628 w 1194"/>
                  <a:gd name="T83" fmla="*/ 2516 h 2864"/>
                  <a:gd name="T84" fmla="*/ 544 w 1194"/>
                  <a:gd name="T85" fmla="*/ 2410 h 2864"/>
                  <a:gd name="T86" fmla="*/ 466 w 1194"/>
                  <a:gd name="T87" fmla="*/ 2292 h 2864"/>
                  <a:gd name="T88" fmla="*/ 392 w 1194"/>
                  <a:gd name="T89" fmla="*/ 2158 h 2864"/>
                  <a:gd name="T90" fmla="*/ 330 w 1194"/>
                  <a:gd name="T91" fmla="*/ 2022 h 2864"/>
                  <a:gd name="T92" fmla="*/ 274 w 1194"/>
                  <a:gd name="T93" fmla="*/ 1870 h 2864"/>
                  <a:gd name="T94" fmla="*/ 230 w 1194"/>
                  <a:gd name="T95" fmla="*/ 1712 h 2864"/>
                  <a:gd name="T96" fmla="*/ 200 w 1194"/>
                  <a:gd name="T97" fmla="*/ 1572 h 2864"/>
                  <a:gd name="T98" fmla="*/ 178 w 1194"/>
                  <a:gd name="T99" fmla="*/ 1410 h 2864"/>
                  <a:gd name="T100" fmla="*/ 166 w 1194"/>
                  <a:gd name="T101" fmla="*/ 1240 h 2864"/>
                  <a:gd name="T102" fmla="*/ 170 w 1194"/>
                  <a:gd name="T103" fmla="*/ 1032 h 2864"/>
                  <a:gd name="T104" fmla="*/ 260 w 1194"/>
                  <a:gd name="T105" fmla="*/ 580 h 2864"/>
                  <a:gd name="T106" fmla="*/ 516 w 1194"/>
                  <a:gd name="T107" fmla="*/ 142 h 2864"/>
                  <a:gd name="T108" fmla="*/ 702 w 1194"/>
                  <a:gd name="T109" fmla="*/ 0 h 2864"/>
                  <a:gd name="T110" fmla="*/ 354 w 1194"/>
                  <a:gd name="T111" fmla="*/ 228 h 2864"/>
                  <a:gd name="T112" fmla="*/ 126 w 1194"/>
                  <a:gd name="T113" fmla="*/ 580 h 2864"/>
                  <a:gd name="T114" fmla="*/ 6 w 1194"/>
                  <a:gd name="T115" fmla="*/ 1086 h 2864"/>
                  <a:gd name="T116" fmla="*/ 0 w 1194"/>
                  <a:gd name="T117" fmla="*/ 1244 h 2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4" h="2864">
                    <a:moveTo>
                      <a:pt x="2" y="1286"/>
                    </a:moveTo>
                    <a:lnTo>
                      <a:pt x="2" y="1286"/>
                    </a:lnTo>
                    <a:lnTo>
                      <a:pt x="2" y="1324"/>
                    </a:lnTo>
                    <a:lnTo>
                      <a:pt x="2" y="1324"/>
                    </a:lnTo>
                    <a:lnTo>
                      <a:pt x="4" y="1366"/>
                    </a:lnTo>
                    <a:lnTo>
                      <a:pt x="4" y="1366"/>
                    </a:lnTo>
                    <a:lnTo>
                      <a:pt x="6" y="1396"/>
                    </a:lnTo>
                    <a:lnTo>
                      <a:pt x="6" y="1396"/>
                    </a:lnTo>
                    <a:lnTo>
                      <a:pt x="6" y="1402"/>
                    </a:lnTo>
                    <a:lnTo>
                      <a:pt x="6" y="1402"/>
                    </a:lnTo>
                    <a:lnTo>
                      <a:pt x="10" y="1446"/>
                    </a:lnTo>
                    <a:lnTo>
                      <a:pt x="10" y="1446"/>
                    </a:lnTo>
                    <a:lnTo>
                      <a:pt x="14" y="1482"/>
                    </a:lnTo>
                    <a:lnTo>
                      <a:pt x="14" y="1482"/>
                    </a:lnTo>
                    <a:lnTo>
                      <a:pt x="20" y="1522"/>
                    </a:lnTo>
                    <a:lnTo>
                      <a:pt x="20" y="1522"/>
                    </a:lnTo>
                    <a:lnTo>
                      <a:pt x="24" y="1552"/>
                    </a:lnTo>
                    <a:lnTo>
                      <a:pt x="24" y="1552"/>
                    </a:lnTo>
                    <a:lnTo>
                      <a:pt x="26" y="1562"/>
                    </a:lnTo>
                    <a:lnTo>
                      <a:pt x="26" y="1562"/>
                    </a:lnTo>
                    <a:lnTo>
                      <a:pt x="32" y="1600"/>
                    </a:lnTo>
                    <a:lnTo>
                      <a:pt x="32" y="1600"/>
                    </a:lnTo>
                    <a:lnTo>
                      <a:pt x="40" y="1640"/>
                    </a:lnTo>
                    <a:lnTo>
                      <a:pt x="40" y="1640"/>
                    </a:lnTo>
                    <a:lnTo>
                      <a:pt x="48" y="1676"/>
                    </a:lnTo>
                    <a:lnTo>
                      <a:pt x="48" y="1676"/>
                    </a:lnTo>
                    <a:lnTo>
                      <a:pt x="54" y="1704"/>
                    </a:lnTo>
                    <a:lnTo>
                      <a:pt x="54" y="1704"/>
                    </a:lnTo>
                    <a:lnTo>
                      <a:pt x="58" y="1724"/>
                    </a:lnTo>
                    <a:lnTo>
                      <a:pt x="58" y="1724"/>
                    </a:lnTo>
                    <a:lnTo>
                      <a:pt x="60" y="1728"/>
                    </a:lnTo>
                    <a:lnTo>
                      <a:pt x="60" y="1728"/>
                    </a:lnTo>
                    <a:lnTo>
                      <a:pt x="60" y="1732"/>
                    </a:lnTo>
                    <a:lnTo>
                      <a:pt x="60" y="1732"/>
                    </a:lnTo>
                    <a:lnTo>
                      <a:pt x="62" y="1744"/>
                    </a:lnTo>
                    <a:lnTo>
                      <a:pt x="62" y="1744"/>
                    </a:lnTo>
                    <a:lnTo>
                      <a:pt x="74" y="1786"/>
                    </a:lnTo>
                    <a:lnTo>
                      <a:pt x="74" y="1786"/>
                    </a:lnTo>
                    <a:lnTo>
                      <a:pt x="78" y="1800"/>
                    </a:lnTo>
                    <a:lnTo>
                      <a:pt x="78" y="1800"/>
                    </a:lnTo>
                    <a:lnTo>
                      <a:pt x="82" y="1812"/>
                    </a:lnTo>
                    <a:lnTo>
                      <a:pt x="82" y="1812"/>
                    </a:lnTo>
                    <a:lnTo>
                      <a:pt x="86" y="1826"/>
                    </a:lnTo>
                    <a:lnTo>
                      <a:pt x="86" y="1826"/>
                    </a:lnTo>
                    <a:lnTo>
                      <a:pt x="98" y="1866"/>
                    </a:lnTo>
                    <a:lnTo>
                      <a:pt x="98" y="1866"/>
                    </a:lnTo>
                    <a:lnTo>
                      <a:pt x="102" y="1876"/>
                    </a:lnTo>
                    <a:lnTo>
                      <a:pt x="102" y="1876"/>
                    </a:lnTo>
                    <a:lnTo>
                      <a:pt x="104" y="1884"/>
                    </a:lnTo>
                    <a:lnTo>
                      <a:pt x="104" y="1884"/>
                    </a:lnTo>
                    <a:lnTo>
                      <a:pt x="108" y="1896"/>
                    </a:lnTo>
                    <a:lnTo>
                      <a:pt x="108" y="1896"/>
                    </a:lnTo>
                    <a:lnTo>
                      <a:pt x="118" y="1928"/>
                    </a:lnTo>
                    <a:lnTo>
                      <a:pt x="118" y="1928"/>
                    </a:lnTo>
                    <a:lnTo>
                      <a:pt x="126" y="1948"/>
                    </a:lnTo>
                    <a:lnTo>
                      <a:pt x="126" y="1948"/>
                    </a:lnTo>
                    <a:lnTo>
                      <a:pt x="128" y="1956"/>
                    </a:lnTo>
                    <a:lnTo>
                      <a:pt x="128" y="1956"/>
                    </a:lnTo>
                    <a:lnTo>
                      <a:pt x="130" y="1958"/>
                    </a:lnTo>
                    <a:lnTo>
                      <a:pt x="130" y="1958"/>
                    </a:lnTo>
                    <a:lnTo>
                      <a:pt x="142" y="1988"/>
                    </a:lnTo>
                    <a:lnTo>
                      <a:pt x="142" y="1988"/>
                    </a:lnTo>
                    <a:lnTo>
                      <a:pt x="152" y="2014"/>
                    </a:lnTo>
                    <a:lnTo>
                      <a:pt x="152" y="2014"/>
                    </a:lnTo>
                    <a:lnTo>
                      <a:pt x="154" y="2020"/>
                    </a:lnTo>
                    <a:lnTo>
                      <a:pt x="154" y="2020"/>
                    </a:lnTo>
                    <a:lnTo>
                      <a:pt x="158" y="2028"/>
                    </a:lnTo>
                    <a:lnTo>
                      <a:pt x="158" y="2028"/>
                    </a:lnTo>
                    <a:lnTo>
                      <a:pt x="162" y="2040"/>
                    </a:lnTo>
                    <a:lnTo>
                      <a:pt x="162" y="2040"/>
                    </a:lnTo>
                    <a:lnTo>
                      <a:pt x="174" y="2066"/>
                    </a:lnTo>
                    <a:lnTo>
                      <a:pt x="174" y="2066"/>
                    </a:lnTo>
                    <a:lnTo>
                      <a:pt x="186" y="2092"/>
                    </a:lnTo>
                    <a:lnTo>
                      <a:pt x="186" y="2092"/>
                    </a:lnTo>
                    <a:lnTo>
                      <a:pt x="188" y="2096"/>
                    </a:lnTo>
                    <a:lnTo>
                      <a:pt x="188" y="2096"/>
                    </a:lnTo>
                    <a:lnTo>
                      <a:pt x="196" y="2114"/>
                    </a:lnTo>
                    <a:lnTo>
                      <a:pt x="196" y="2114"/>
                    </a:lnTo>
                    <a:lnTo>
                      <a:pt x="206" y="2136"/>
                    </a:lnTo>
                    <a:lnTo>
                      <a:pt x="206" y="2136"/>
                    </a:lnTo>
                    <a:lnTo>
                      <a:pt x="218" y="2158"/>
                    </a:lnTo>
                    <a:lnTo>
                      <a:pt x="218" y="2158"/>
                    </a:lnTo>
                    <a:lnTo>
                      <a:pt x="218" y="2158"/>
                    </a:lnTo>
                    <a:lnTo>
                      <a:pt x="218" y="2158"/>
                    </a:lnTo>
                    <a:lnTo>
                      <a:pt x="220" y="2164"/>
                    </a:lnTo>
                    <a:lnTo>
                      <a:pt x="220" y="2164"/>
                    </a:lnTo>
                    <a:lnTo>
                      <a:pt x="228" y="2178"/>
                    </a:lnTo>
                    <a:lnTo>
                      <a:pt x="228" y="2178"/>
                    </a:lnTo>
                    <a:lnTo>
                      <a:pt x="240" y="2198"/>
                    </a:lnTo>
                    <a:lnTo>
                      <a:pt x="240" y="2198"/>
                    </a:lnTo>
                    <a:lnTo>
                      <a:pt x="250" y="2218"/>
                    </a:lnTo>
                    <a:lnTo>
                      <a:pt x="250" y="2218"/>
                    </a:lnTo>
                    <a:lnTo>
                      <a:pt x="254" y="2224"/>
                    </a:lnTo>
                    <a:lnTo>
                      <a:pt x="254" y="2224"/>
                    </a:lnTo>
                    <a:lnTo>
                      <a:pt x="254" y="2226"/>
                    </a:lnTo>
                    <a:lnTo>
                      <a:pt x="254" y="2226"/>
                    </a:lnTo>
                    <a:lnTo>
                      <a:pt x="260" y="2236"/>
                    </a:lnTo>
                    <a:lnTo>
                      <a:pt x="260" y="2236"/>
                    </a:lnTo>
                    <a:lnTo>
                      <a:pt x="272" y="2256"/>
                    </a:lnTo>
                    <a:lnTo>
                      <a:pt x="272" y="2256"/>
                    </a:lnTo>
                    <a:lnTo>
                      <a:pt x="282" y="2274"/>
                    </a:lnTo>
                    <a:lnTo>
                      <a:pt x="282" y="2274"/>
                    </a:lnTo>
                    <a:lnTo>
                      <a:pt x="290" y="2286"/>
                    </a:lnTo>
                    <a:lnTo>
                      <a:pt x="290" y="2286"/>
                    </a:lnTo>
                    <a:lnTo>
                      <a:pt x="292" y="2288"/>
                    </a:lnTo>
                    <a:lnTo>
                      <a:pt x="292" y="2288"/>
                    </a:lnTo>
                    <a:lnTo>
                      <a:pt x="292" y="2288"/>
                    </a:lnTo>
                    <a:lnTo>
                      <a:pt x="292" y="2288"/>
                    </a:lnTo>
                    <a:lnTo>
                      <a:pt x="294" y="2292"/>
                    </a:lnTo>
                    <a:lnTo>
                      <a:pt x="294" y="2292"/>
                    </a:lnTo>
                    <a:lnTo>
                      <a:pt x="304" y="2308"/>
                    </a:lnTo>
                    <a:lnTo>
                      <a:pt x="304" y="2308"/>
                    </a:lnTo>
                    <a:lnTo>
                      <a:pt x="316" y="2326"/>
                    </a:lnTo>
                    <a:lnTo>
                      <a:pt x="316" y="2326"/>
                    </a:lnTo>
                    <a:lnTo>
                      <a:pt x="326" y="2342"/>
                    </a:lnTo>
                    <a:lnTo>
                      <a:pt x="326" y="2342"/>
                    </a:lnTo>
                    <a:lnTo>
                      <a:pt x="328" y="2344"/>
                    </a:lnTo>
                    <a:lnTo>
                      <a:pt x="328" y="2344"/>
                    </a:lnTo>
                    <a:lnTo>
                      <a:pt x="330" y="2346"/>
                    </a:lnTo>
                    <a:lnTo>
                      <a:pt x="330" y="2346"/>
                    </a:lnTo>
                    <a:lnTo>
                      <a:pt x="338" y="2358"/>
                    </a:lnTo>
                    <a:lnTo>
                      <a:pt x="338" y="2358"/>
                    </a:lnTo>
                    <a:lnTo>
                      <a:pt x="348" y="2372"/>
                    </a:lnTo>
                    <a:lnTo>
                      <a:pt x="348" y="2372"/>
                    </a:lnTo>
                    <a:lnTo>
                      <a:pt x="360" y="2388"/>
                    </a:lnTo>
                    <a:lnTo>
                      <a:pt x="360" y="2388"/>
                    </a:lnTo>
                    <a:lnTo>
                      <a:pt x="368" y="2398"/>
                    </a:lnTo>
                    <a:lnTo>
                      <a:pt x="368" y="2398"/>
                    </a:lnTo>
                    <a:lnTo>
                      <a:pt x="370" y="2400"/>
                    </a:lnTo>
                    <a:lnTo>
                      <a:pt x="370" y="2400"/>
                    </a:lnTo>
                    <a:lnTo>
                      <a:pt x="370" y="2402"/>
                    </a:lnTo>
                    <a:lnTo>
                      <a:pt x="370" y="2402"/>
                    </a:lnTo>
                    <a:lnTo>
                      <a:pt x="382" y="2416"/>
                    </a:lnTo>
                    <a:lnTo>
                      <a:pt x="382" y="2416"/>
                    </a:lnTo>
                    <a:lnTo>
                      <a:pt x="392" y="2430"/>
                    </a:lnTo>
                    <a:lnTo>
                      <a:pt x="392" y="2430"/>
                    </a:lnTo>
                    <a:lnTo>
                      <a:pt x="404" y="2444"/>
                    </a:lnTo>
                    <a:lnTo>
                      <a:pt x="404" y="2444"/>
                    </a:lnTo>
                    <a:lnTo>
                      <a:pt x="408" y="2450"/>
                    </a:lnTo>
                    <a:lnTo>
                      <a:pt x="408" y="2450"/>
                    </a:lnTo>
                    <a:lnTo>
                      <a:pt x="410" y="2454"/>
                    </a:lnTo>
                    <a:lnTo>
                      <a:pt x="410" y="2454"/>
                    </a:lnTo>
                    <a:lnTo>
                      <a:pt x="414" y="2458"/>
                    </a:lnTo>
                    <a:lnTo>
                      <a:pt x="414" y="2458"/>
                    </a:lnTo>
                    <a:lnTo>
                      <a:pt x="426" y="2472"/>
                    </a:lnTo>
                    <a:lnTo>
                      <a:pt x="426" y="2472"/>
                    </a:lnTo>
                    <a:lnTo>
                      <a:pt x="436" y="2484"/>
                    </a:lnTo>
                    <a:lnTo>
                      <a:pt x="436" y="2484"/>
                    </a:lnTo>
                    <a:lnTo>
                      <a:pt x="448" y="2496"/>
                    </a:lnTo>
                    <a:lnTo>
                      <a:pt x="448" y="2496"/>
                    </a:lnTo>
                    <a:lnTo>
                      <a:pt x="450" y="2500"/>
                    </a:lnTo>
                    <a:lnTo>
                      <a:pt x="450" y="2500"/>
                    </a:lnTo>
                    <a:lnTo>
                      <a:pt x="454" y="2504"/>
                    </a:lnTo>
                    <a:lnTo>
                      <a:pt x="454" y="2504"/>
                    </a:lnTo>
                    <a:lnTo>
                      <a:pt x="458" y="2510"/>
                    </a:lnTo>
                    <a:lnTo>
                      <a:pt x="458" y="2510"/>
                    </a:lnTo>
                    <a:lnTo>
                      <a:pt x="470" y="2522"/>
                    </a:lnTo>
                    <a:lnTo>
                      <a:pt x="470" y="2522"/>
                    </a:lnTo>
                    <a:lnTo>
                      <a:pt x="482" y="2534"/>
                    </a:lnTo>
                    <a:lnTo>
                      <a:pt x="482" y="2534"/>
                    </a:lnTo>
                    <a:lnTo>
                      <a:pt x="492" y="2544"/>
                    </a:lnTo>
                    <a:lnTo>
                      <a:pt x="492" y="2544"/>
                    </a:lnTo>
                    <a:lnTo>
                      <a:pt x="494" y="2546"/>
                    </a:lnTo>
                    <a:lnTo>
                      <a:pt x="494" y="2546"/>
                    </a:lnTo>
                    <a:lnTo>
                      <a:pt x="498" y="2550"/>
                    </a:lnTo>
                    <a:lnTo>
                      <a:pt x="498" y="2550"/>
                    </a:lnTo>
                    <a:lnTo>
                      <a:pt x="504" y="2556"/>
                    </a:lnTo>
                    <a:lnTo>
                      <a:pt x="504" y="2556"/>
                    </a:lnTo>
                    <a:lnTo>
                      <a:pt x="516" y="2568"/>
                    </a:lnTo>
                    <a:lnTo>
                      <a:pt x="516" y="2568"/>
                    </a:lnTo>
                    <a:lnTo>
                      <a:pt x="526" y="2578"/>
                    </a:lnTo>
                    <a:lnTo>
                      <a:pt x="526" y="2578"/>
                    </a:lnTo>
                    <a:lnTo>
                      <a:pt x="538" y="2590"/>
                    </a:lnTo>
                    <a:lnTo>
                      <a:pt x="538" y="2590"/>
                    </a:lnTo>
                    <a:lnTo>
                      <a:pt x="540" y="2590"/>
                    </a:lnTo>
                    <a:lnTo>
                      <a:pt x="540" y="2590"/>
                    </a:lnTo>
                    <a:lnTo>
                      <a:pt x="542" y="2592"/>
                    </a:lnTo>
                    <a:lnTo>
                      <a:pt x="542" y="2592"/>
                    </a:lnTo>
                    <a:lnTo>
                      <a:pt x="550" y="2600"/>
                    </a:lnTo>
                    <a:lnTo>
                      <a:pt x="550" y="2600"/>
                    </a:lnTo>
                    <a:lnTo>
                      <a:pt x="562" y="2610"/>
                    </a:lnTo>
                    <a:lnTo>
                      <a:pt x="562" y="2610"/>
                    </a:lnTo>
                    <a:lnTo>
                      <a:pt x="574" y="2620"/>
                    </a:lnTo>
                    <a:lnTo>
                      <a:pt x="574" y="2620"/>
                    </a:lnTo>
                    <a:lnTo>
                      <a:pt x="586" y="2630"/>
                    </a:lnTo>
                    <a:lnTo>
                      <a:pt x="586" y="2630"/>
                    </a:lnTo>
                    <a:lnTo>
                      <a:pt x="586" y="2630"/>
                    </a:lnTo>
                    <a:lnTo>
                      <a:pt x="586" y="2630"/>
                    </a:lnTo>
                    <a:lnTo>
                      <a:pt x="588" y="2632"/>
                    </a:lnTo>
                    <a:lnTo>
                      <a:pt x="588" y="2632"/>
                    </a:lnTo>
                    <a:lnTo>
                      <a:pt x="598" y="2640"/>
                    </a:lnTo>
                    <a:lnTo>
                      <a:pt x="598" y="2640"/>
                    </a:lnTo>
                    <a:lnTo>
                      <a:pt x="610" y="2650"/>
                    </a:lnTo>
                    <a:lnTo>
                      <a:pt x="610" y="2650"/>
                    </a:lnTo>
                    <a:lnTo>
                      <a:pt x="622" y="2660"/>
                    </a:lnTo>
                    <a:lnTo>
                      <a:pt x="622" y="2660"/>
                    </a:lnTo>
                    <a:lnTo>
                      <a:pt x="634" y="2668"/>
                    </a:lnTo>
                    <a:lnTo>
                      <a:pt x="634" y="2668"/>
                    </a:lnTo>
                    <a:lnTo>
                      <a:pt x="634" y="2668"/>
                    </a:lnTo>
                    <a:lnTo>
                      <a:pt x="634" y="2668"/>
                    </a:lnTo>
                    <a:lnTo>
                      <a:pt x="634" y="2668"/>
                    </a:lnTo>
                    <a:lnTo>
                      <a:pt x="634" y="2668"/>
                    </a:lnTo>
                    <a:lnTo>
                      <a:pt x="636" y="2668"/>
                    </a:lnTo>
                    <a:lnTo>
                      <a:pt x="636" y="2668"/>
                    </a:lnTo>
                    <a:lnTo>
                      <a:pt x="648" y="2678"/>
                    </a:lnTo>
                    <a:lnTo>
                      <a:pt x="648" y="2678"/>
                    </a:lnTo>
                    <a:lnTo>
                      <a:pt x="662" y="2688"/>
                    </a:lnTo>
                    <a:lnTo>
                      <a:pt x="662" y="2688"/>
                    </a:lnTo>
                    <a:lnTo>
                      <a:pt x="674" y="2696"/>
                    </a:lnTo>
                    <a:lnTo>
                      <a:pt x="674" y="2696"/>
                    </a:lnTo>
                    <a:lnTo>
                      <a:pt x="680" y="2700"/>
                    </a:lnTo>
                    <a:lnTo>
                      <a:pt x="680" y="2700"/>
                    </a:lnTo>
                    <a:lnTo>
                      <a:pt x="682" y="2702"/>
                    </a:lnTo>
                    <a:lnTo>
                      <a:pt x="682" y="2702"/>
                    </a:lnTo>
                    <a:lnTo>
                      <a:pt x="688" y="2704"/>
                    </a:lnTo>
                    <a:lnTo>
                      <a:pt x="688" y="2704"/>
                    </a:lnTo>
                    <a:lnTo>
                      <a:pt x="700" y="2714"/>
                    </a:lnTo>
                    <a:lnTo>
                      <a:pt x="700" y="2714"/>
                    </a:lnTo>
                    <a:lnTo>
                      <a:pt x="714" y="2722"/>
                    </a:lnTo>
                    <a:lnTo>
                      <a:pt x="714" y="2722"/>
                    </a:lnTo>
                    <a:lnTo>
                      <a:pt x="726" y="2728"/>
                    </a:lnTo>
                    <a:lnTo>
                      <a:pt x="726" y="2728"/>
                    </a:lnTo>
                    <a:lnTo>
                      <a:pt x="728" y="2730"/>
                    </a:lnTo>
                    <a:lnTo>
                      <a:pt x="728" y="2730"/>
                    </a:lnTo>
                    <a:lnTo>
                      <a:pt x="728" y="2730"/>
                    </a:lnTo>
                    <a:lnTo>
                      <a:pt x="728" y="2730"/>
                    </a:lnTo>
                    <a:lnTo>
                      <a:pt x="742" y="2738"/>
                    </a:lnTo>
                    <a:lnTo>
                      <a:pt x="742" y="2738"/>
                    </a:lnTo>
                    <a:lnTo>
                      <a:pt x="756" y="2746"/>
                    </a:lnTo>
                    <a:lnTo>
                      <a:pt x="756" y="2746"/>
                    </a:lnTo>
                    <a:lnTo>
                      <a:pt x="770" y="2754"/>
                    </a:lnTo>
                    <a:lnTo>
                      <a:pt x="770" y="2754"/>
                    </a:lnTo>
                    <a:lnTo>
                      <a:pt x="774" y="2754"/>
                    </a:lnTo>
                    <a:lnTo>
                      <a:pt x="774" y="2754"/>
                    </a:lnTo>
                    <a:lnTo>
                      <a:pt x="776" y="2756"/>
                    </a:lnTo>
                    <a:lnTo>
                      <a:pt x="776" y="2756"/>
                    </a:lnTo>
                    <a:lnTo>
                      <a:pt x="786" y="2760"/>
                    </a:lnTo>
                    <a:lnTo>
                      <a:pt x="786" y="2760"/>
                    </a:lnTo>
                    <a:lnTo>
                      <a:pt x="800" y="2768"/>
                    </a:lnTo>
                    <a:lnTo>
                      <a:pt x="800" y="2768"/>
                    </a:lnTo>
                    <a:lnTo>
                      <a:pt x="816" y="2774"/>
                    </a:lnTo>
                    <a:lnTo>
                      <a:pt x="816" y="2774"/>
                    </a:lnTo>
                    <a:lnTo>
                      <a:pt x="820" y="2776"/>
                    </a:lnTo>
                    <a:lnTo>
                      <a:pt x="820" y="2776"/>
                    </a:lnTo>
                    <a:lnTo>
                      <a:pt x="824" y="2778"/>
                    </a:lnTo>
                    <a:lnTo>
                      <a:pt x="824" y="2778"/>
                    </a:lnTo>
                    <a:lnTo>
                      <a:pt x="832" y="2782"/>
                    </a:lnTo>
                    <a:lnTo>
                      <a:pt x="832" y="2782"/>
                    </a:lnTo>
                    <a:lnTo>
                      <a:pt x="846" y="2788"/>
                    </a:lnTo>
                    <a:lnTo>
                      <a:pt x="846" y="2788"/>
                    </a:lnTo>
                    <a:lnTo>
                      <a:pt x="862" y="2794"/>
                    </a:lnTo>
                    <a:lnTo>
                      <a:pt x="862" y="2794"/>
                    </a:lnTo>
                    <a:lnTo>
                      <a:pt x="868" y="2796"/>
                    </a:lnTo>
                    <a:lnTo>
                      <a:pt x="868" y="2796"/>
                    </a:lnTo>
                    <a:lnTo>
                      <a:pt x="872" y="2798"/>
                    </a:lnTo>
                    <a:lnTo>
                      <a:pt x="872" y="2798"/>
                    </a:lnTo>
                    <a:lnTo>
                      <a:pt x="880" y="2800"/>
                    </a:lnTo>
                    <a:lnTo>
                      <a:pt x="880" y="2800"/>
                    </a:lnTo>
                    <a:lnTo>
                      <a:pt x="898" y="2806"/>
                    </a:lnTo>
                    <a:lnTo>
                      <a:pt x="898" y="2806"/>
                    </a:lnTo>
                    <a:lnTo>
                      <a:pt x="914" y="2812"/>
                    </a:lnTo>
                    <a:lnTo>
                      <a:pt x="914" y="2812"/>
                    </a:lnTo>
                    <a:lnTo>
                      <a:pt x="918" y="2812"/>
                    </a:lnTo>
                    <a:lnTo>
                      <a:pt x="918" y="2812"/>
                    </a:lnTo>
                    <a:lnTo>
                      <a:pt x="920" y="2814"/>
                    </a:lnTo>
                    <a:lnTo>
                      <a:pt x="920" y="2814"/>
                    </a:lnTo>
                    <a:lnTo>
                      <a:pt x="932" y="2816"/>
                    </a:lnTo>
                    <a:lnTo>
                      <a:pt x="932" y="2816"/>
                    </a:lnTo>
                    <a:lnTo>
                      <a:pt x="950" y="2822"/>
                    </a:lnTo>
                    <a:lnTo>
                      <a:pt x="950" y="2822"/>
                    </a:lnTo>
                    <a:lnTo>
                      <a:pt x="966" y="2826"/>
                    </a:lnTo>
                    <a:lnTo>
                      <a:pt x="966" y="2826"/>
                    </a:lnTo>
                    <a:lnTo>
                      <a:pt x="968" y="2826"/>
                    </a:lnTo>
                    <a:lnTo>
                      <a:pt x="968" y="2826"/>
                    </a:lnTo>
                    <a:lnTo>
                      <a:pt x="970" y="2826"/>
                    </a:lnTo>
                    <a:lnTo>
                      <a:pt x="970" y="2826"/>
                    </a:lnTo>
                    <a:lnTo>
                      <a:pt x="988" y="2830"/>
                    </a:lnTo>
                    <a:lnTo>
                      <a:pt x="988" y="2830"/>
                    </a:lnTo>
                    <a:lnTo>
                      <a:pt x="1006" y="2834"/>
                    </a:lnTo>
                    <a:lnTo>
                      <a:pt x="1006" y="2834"/>
                    </a:lnTo>
                    <a:lnTo>
                      <a:pt x="1010" y="2834"/>
                    </a:lnTo>
                    <a:lnTo>
                      <a:pt x="1010" y="2834"/>
                    </a:lnTo>
                    <a:lnTo>
                      <a:pt x="1012" y="2834"/>
                    </a:lnTo>
                    <a:lnTo>
                      <a:pt x="1012" y="2834"/>
                    </a:lnTo>
                    <a:lnTo>
                      <a:pt x="1014" y="2836"/>
                    </a:lnTo>
                    <a:lnTo>
                      <a:pt x="1014" y="2836"/>
                    </a:lnTo>
                    <a:lnTo>
                      <a:pt x="1016" y="2836"/>
                    </a:lnTo>
                    <a:lnTo>
                      <a:pt x="1016" y="2836"/>
                    </a:lnTo>
                    <a:lnTo>
                      <a:pt x="1194" y="2864"/>
                    </a:lnTo>
                    <a:lnTo>
                      <a:pt x="1194" y="2864"/>
                    </a:lnTo>
                    <a:lnTo>
                      <a:pt x="1150" y="2854"/>
                    </a:lnTo>
                    <a:lnTo>
                      <a:pt x="1150" y="2854"/>
                    </a:lnTo>
                    <a:lnTo>
                      <a:pt x="1148" y="2854"/>
                    </a:lnTo>
                    <a:lnTo>
                      <a:pt x="1148" y="2854"/>
                    </a:lnTo>
                    <a:lnTo>
                      <a:pt x="1102" y="2842"/>
                    </a:lnTo>
                    <a:lnTo>
                      <a:pt x="1102" y="2842"/>
                    </a:lnTo>
                    <a:lnTo>
                      <a:pt x="1098" y="2842"/>
                    </a:lnTo>
                    <a:lnTo>
                      <a:pt x="1098" y="2842"/>
                    </a:lnTo>
                    <a:lnTo>
                      <a:pt x="1054" y="2826"/>
                    </a:lnTo>
                    <a:lnTo>
                      <a:pt x="1054" y="2826"/>
                    </a:lnTo>
                    <a:lnTo>
                      <a:pt x="1050" y="2824"/>
                    </a:lnTo>
                    <a:lnTo>
                      <a:pt x="1050" y="2824"/>
                    </a:lnTo>
                    <a:lnTo>
                      <a:pt x="1006" y="2806"/>
                    </a:lnTo>
                    <a:lnTo>
                      <a:pt x="1006" y="2806"/>
                    </a:lnTo>
                    <a:lnTo>
                      <a:pt x="1002" y="2804"/>
                    </a:lnTo>
                    <a:lnTo>
                      <a:pt x="1002" y="2804"/>
                    </a:lnTo>
                    <a:lnTo>
                      <a:pt x="956" y="2782"/>
                    </a:lnTo>
                    <a:lnTo>
                      <a:pt x="956" y="2782"/>
                    </a:lnTo>
                    <a:lnTo>
                      <a:pt x="954" y="2782"/>
                    </a:lnTo>
                    <a:lnTo>
                      <a:pt x="954" y="2782"/>
                    </a:lnTo>
                    <a:lnTo>
                      <a:pt x="908" y="2756"/>
                    </a:lnTo>
                    <a:lnTo>
                      <a:pt x="908" y="2756"/>
                    </a:lnTo>
                    <a:lnTo>
                      <a:pt x="908" y="2754"/>
                    </a:lnTo>
                    <a:lnTo>
                      <a:pt x="908" y="2754"/>
                    </a:lnTo>
                    <a:lnTo>
                      <a:pt x="862" y="2726"/>
                    </a:lnTo>
                    <a:lnTo>
                      <a:pt x="862" y="2726"/>
                    </a:lnTo>
                    <a:lnTo>
                      <a:pt x="860" y="2724"/>
                    </a:lnTo>
                    <a:lnTo>
                      <a:pt x="860" y="2724"/>
                    </a:lnTo>
                    <a:lnTo>
                      <a:pt x="814" y="2692"/>
                    </a:lnTo>
                    <a:lnTo>
                      <a:pt x="814" y="2692"/>
                    </a:lnTo>
                    <a:lnTo>
                      <a:pt x="768" y="2654"/>
                    </a:lnTo>
                    <a:lnTo>
                      <a:pt x="768" y="2654"/>
                    </a:lnTo>
                    <a:lnTo>
                      <a:pt x="766" y="2652"/>
                    </a:lnTo>
                    <a:lnTo>
                      <a:pt x="766" y="2652"/>
                    </a:lnTo>
                    <a:lnTo>
                      <a:pt x="722" y="2612"/>
                    </a:lnTo>
                    <a:lnTo>
                      <a:pt x="722" y="2612"/>
                    </a:lnTo>
                    <a:lnTo>
                      <a:pt x="720" y="2610"/>
                    </a:lnTo>
                    <a:lnTo>
                      <a:pt x="720" y="2610"/>
                    </a:lnTo>
                    <a:lnTo>
                      <a:pt x="676" y="2568"/>
                    </a:lnTo>
                    <a:lnTo>
                      <a:pt x="676" y="2568"/>
                    </a:lnTo>
                    <a:lnTo>
                      <a:pt x="674" y="2564"/>
                    </a:lnTo>
                    <a:lnTo>
                      <a:pt x="674" y="2564"/>
                    </a:lnTo>
                    <a:lnTo>
                      <a:pt x="632" y="2520"/>
                    </a:lnTo>
                    <a:lnTo>
                      <a:pt x="632" y="2520"/>
                    </a:lnTo>
                    <a:lnTo>
                      <a:pt x="628" y="2516"/>
                    </a:lnTo>
                    <a:lnTo>
                      <a:pt x="628" y="2516"/>
                    </a:lnTo>
                    <a:lnTo>
                      <a:pt x="588" y="2468"/>
                    </a:lnTo>
                    <a:lnTo>
                      <a:pt x="588" y="2468"/>
                    </a:lnTo>
                    <a:lnTo>
                      <a:pt x="584" y="2464"/>
                    </a:lnTo>
                    <a:lnTo>
                      <a:pt x="584" y="2464"/>
                    </a:lnTo>
                    <a:lnTo>
                      <a:pt x="546" y="2412"/>
                    </a:lnTo>
                    <a:lnTo>
                      <a:pt x="546" y="2412"/>
                    </a:lnTo>
                    <a:lnTo>
                      <a:pt x="544" y="2410"/>
                    </a:lnTo>
                    <a:lnTo>
                      <a:pt x="544" y="2410"/>
                    </a:lnTo>
                    <a:lnTo>
                      <a:pt x="506" y="2356"/>
                    </a:lnTo>
                    <a:lnTo>
                      <a:pt x="506" y="2356"/>
                    </a:lnTo>
                    <a:lnTo>
                      <a:pt x="504" y="2352"/>
                    </a:lnTo>
                    <a:lnTo>
                      <a:pt x="504" y="2352"/>
                    </a:lnTo>
                    <a:lnTo>
                      <a:pt x="468" y="2294"/>
                    </a:lnTo>
                    <a:lnTo>
                      <a:pt x="468" y="2294"/>
                    </a:lnTo>
                    <a:lnTo>
                      <a:pt x="466" y="2292"/>
                    </a:lnTo>
                    <a:lnTo>
                      <a:pt x="466" y="2292"/>
                    </a:lnTo>
                    <a:lnTo>
                      <a:pt x="430" y="2230"/>
                    </a:lnTo>
                    <a:lnTo>
                      <a:pt x="430" y="2230"/>
                    </a:lnTo>
                    <a:lnTo>
                      <a:pt x="428" y="2226"/>
                    </a:lnTo>
                    <a:lnTo>
                      <a:pt x="428" y="2226"/>
                    </a:lnTo>
                    <a:lnTo>
                      <a:pt x="394" y="2162"/>
                    </a:lnTo>
                    <a:lnTo>
                      <a:pt x="394" y="2162"/>
                    </a:lnTo>
                    <a:lnTo>
                      <a:pt x="392" y="2158"/>
                    </a:lnTo>
                    <a:lnTo>
                      <a:pt x="392" y="2158"/>
                    </a:lnTo>
                    <a:lnTo>
                      <a:pt x="360" y="2092"/>
                    </a:lnTo>
                    <a:lnTo>
                      <a:pt x="360" y="2092"/>
                    </a:lnTo>
                    <a:lnTo>
                      <a:pt x="358" y="2088"/>
                    </a:lnTo>
                    <a:lnTo>
                      <a:pt x="358" y="2088"/>
                    </a:lnTo>
                    <a:lnTo>
                      <a:pt x="358" y="2088"/>
                    </a:lnTo>
                    <a:lnTo>
                      <a:pt x="358" y="2088"/>
                    </a:lnTo>
                    <a:lnTo>
                      <a:pt x="330" y="2022"/>
                    </a:lnTo>
                    <a:lnTo>
                      <a:pt x="330" y="2022"/>
                    </a:lnTo>
                    <a:lnTo>
                      <a:pt x="326" y="2014"/>
                    </a:lnTo>
                    <a:lnTo>
                      <a:pt x="326" y="2014"/>
                    </a:lnTo>
                    <a:lnTo>
                      <a:pt x="300" y="1946"/>
                    </a:lnTo>
                    <a:lnTo>
                      <a:pt x="300" y="1946"/>
                    </a:lnTo>
                    <a:lnTo>
                      <a:pt x="298" y="1938"/>
                    </a:lnTo>
                    <a:lnTo>
                      <a:pt x="298" y="1938"/>
                    </a:lnTo>
                    <a:lnTo>
                      <a:pt x="274" y="1870"/>
                    </a:lnTo>
                    <a:lnTo>
                      <a:pt x="274" y="1870"/>
                    </a:lnTo>
                    <a:lnTo>
                      <a:pt x="272" y="1862"/>
                    </a:lnTo>
                    <a:lnTo>
                      <a:pt x="272" y="1862"/>
                    </a:lnTo>
                    <a:lnTo>
                      <a:pt x="252" y="1794"/>
                    </a:lnTo>
                    <a:lnTo>
                      <a:pt x="252" y="1794"/>
                    </a:lnTo>
                    <a:lnTo>
                      <a:pt x="248" y="1780"/>
                    </a:lnTo>
                    <a:lnTo>
                      <a:pt x="248" y="1780"/>
                    </a:lnTo>
                    <a:lnTo>
                      <a:pt x="230" y="1712"/>
                    </a:lnTo>
                    <a:lnTo>
                      <a:pt x="230" y="1712"/>
                    </a:lnTo>
                    <a:lnTo>
                      <a:pt x="226" y="1700"/>
                    </a:lnTo>
                    <a:lnTo>
                      <a:pt x="226" y="1700"/>
                    </a:lnTo>
                    <a:lnTo>
                      <a:pt x="216" y="1652"/>
                    </a:lnTo>
                    <a:lnTo>
                      <a:pt x="216" y="1652"/>
                    </a:lnTo>
                    <a:lnTo>
                      <a:pt x="208" y="1612"/>
                    </a:lnTo>
                    <a:lnTo>
                      <a:pt x="208" y="1612"/>
                    </a:lnTo>
                    <a:lnTo>
                      <a:pt x="200" y="1572"/>
                    </a:lnTo>
                    <a:lnTo>
                      <a:pt x="200" y="1572"/>
                    </a:lnTo>
                    <a:lnTo>
                      <a:pt x="192" y="1530"/>
                    </a:lnTo>
                    <a:lnTo>
                      <a:pt x="192" y="1530"/>
                    </a:lnTo>
                    <a:lnTo>
                      <a:pt x="188" y="1492"/>
                    </a:lnTo>
                    <a:lnTo>
                      <a:pt x="188" y="1492"/>
                    </a:lnTo>
                    <a:lnTo>
                      <a:pt x="182" y="1448"/>
                    </a:lnTo>
                    <a:lnTo>
                      <a:pt x="182" y="1448"/>
                    </a:lnTo>
                    <a:lnTo>
                      <a:pt x="178" y="1410"/>
                    </a:lnTo>
                    <a:lnTo>
                      <a:pt x="178" y="1410"/>
                    </a:lnTo>
                    <a:lnTo>
                      <a:pt x="172" y="1364"/>
                    </a:lnTo>
                    <a:lnTo>
                      <a:pt x="172" y="1364"/>
                    </a:lnTo>
                    <a:lnTo>
                      <a:pt x="170" y="1326"/>
                    </a:lnTo>
                    <a:lnTo>
                      <a:pt x="170" y="1326"/>
                    </a:lnTo>
                    <a:lnTo>
                      <a:pt x="168" y="1280"/>
                    </a:lnTo>
                    <a:lnTo>
                      <a:pt x="168" y="1280"/>
                    </a:lnTo>
                    <a:lnTo>
                      <a:pt x="166" y="1240"/>
                    </a:lnTo>
                    <a:lnTo>
                      <a:pt x="166" y="1240"/>
                    </a:lnTo>
                    <a:lnTo>
                      <a:pt x="166" y="1198"/>
                    </a:lnTo>
                    <a:lnTo>
                      <a:pt x="166" y="1198"/>
                    </a:lnTo>
                    <a:lnTo>
                      <a:pt x="166" y="1146"/>
                    </a:lnTo>
                    <a:lnTo>
                      <a:pt x="166" y="1146"/>
                    </a:lnTo>
                    <a:lnTo>
                      <a:pt x="166" y="1114"/>
                    </a:lnTo>
                    <a:lnTo>
                      <a:pt x="166" y="1114"/>
                    </a:lnTo>
                    <a:lnTo>
                      <a:pt x="170" y="1032"/>
                    </a:lnTo>
                    <a:lnTo>
                      <a:pt x="170" y="1032"/>
                    </a:lnTo>
                    <a:lnTo>
                      <a:pt x="174" y="982"/>
                    </a:lnTo>
                    <a:lnTo>
                      <a:pt x="180" y="934"/>
                    </a:lnTo>
                    <a:lnTo>
                      <a:pt x="186" y="886"/>
                    </a:lnTo>
                    <a:lnTo>
                      <a:pt x="194" y="838"/>
                    </a:lnTo>
                    <a:lnTo>
                      <a:pt x="212" y="748"/>
                    </a:lnTo>
                    <a:lnTo>
                      <a:pt x="234" y="662"/>
                    </a:lnTo>
                    <a:lnTo>
                      <a:pt x="234" y="662"/>
                    </a:lnTo>
                    <a:lnTo>
                      <a:pt x="260" y="580"/>
                    </a:lnTo>
                    <a:lnTo>
                      <a:pt x="288" y="504"/>
                    </a:lnTo>
                    <a:lnTo>
                      <a:pt x="320" y="430"/>
                    </a:lnTo>
                    <a:lnTo>
                      <a:pt x="356" y="362"/>
                    </a:lnTo>
                    <a:lnTo>
                      <a:pt x="356" y="362"/>
                    </a:lnTo>
                    <a:lnTo>
                      <a:pt x="392" y="302"/>
                    </a:lnTo>
                    <a:lnTo>
                      <a:pt x="432" y="244"/>
                    </a:lnTo>
                    <a:lnTo>
                      <a:pt x="472" y="190"/>
                    </a:lnTo>
                    <a:lnTo>
                      <a:pt x="516" y="142"/>
                    </a:lnTo>
                    <a:lnTo>
                      <a:pt x="516" y="142"/>
                    </a:lnTo>
                    <a:lnTo>
                      <a:pt x="552" y="110"/>
                    </a:lnTo>
                    <a:lnTo>
                      <a:pt x="588" y="78"/>
                    </a:lnTo>
                    <a:lnTo>
                      <a:pt x="588" y="78"/>
                    </a:lnTo>
                    <a:lnTo>
                      <a:pt x="620" y="52"/>
                    </a:lnTo>
                    <a:lnTo>
                      <a:pt x="654" y="30"/>
                    </a:lnTo>
                    <a:lnTo>
                      <a:pt x="654" y="30"/>
                    </a:lnTo>
                    <a:lnTo>
                      <a:pt x="702" y="0"/>
                    </a:lnTo>
                    <a:lnTo>
                      <a:pt x="702" y="0"/>
                    </a:lnTo>
                    <a:lnTo>
                      <a:pt x="702" y="0"/>
                    </a:lnTo>
                    <a:lnTo>
                      <a:pt x="542" y="88"/>
                    </a:lnTo>
                    <a:lnTo>
                      <a:pt x="542" y="88"/>
                    </a:lnTo>
                    <a:lnTo>
                      <a:pt x="492" y="116"/>
                    </a:lnTo>
                    <a:lnTo>
                      <a:pt x="446" y="150"/>
                    </a:lnTo>
                    <a:lnTo>
                      <a:pt x="400" y="188"/>
                    </a:lnTo>
                    <a:lnTo>
                      <a:pt x="354" y="228"/>
                    </a:lnTo>
                    <a:lnTo>
                      <a:pt x="354" y="228"/>
                    </a:lnTo>
                    <a:lnTo>
                      <a:pt x="312" y="276"/>
                    </a:lnTo>
                    <a:lnTo>
                      <a:pt x="270" y="328"/>
                    </a:lnTo>
                    <a:lnTo>
                      <a:pt x="230" y="384"/>
                    </a:lnTo>
                    <a:lnTo>
                      <a:pt x="194" y="444"/>
                    </a:lnTo>
                    <a:lnTo>
                      <a:pt x="194" y="444"/>
                    </a:lnTo>
                    <a:lnTo>
                      <a:pt x="158" y="510"/>
                    </a:lnTo>
                    <a:lnTo>
                      <a:pt x="126" y="580"/>
                    </a:lnTo>
                    <a:lnTo>
                      <a:pt x="96" y="654"/>
                    </a:lnTo>
                    <a:lnTo>
                      <a:pt x="72" y="730"/>
                    </a:lnTo>
                    <a:lnTo>
                      <a:pt x="72" y="730"/>
                    </a:lnTo>
                    <a:lnTo>
                      <a:pt x="50" y="814"/>
                    </a:lnTo>
                    <a:lnTo>
                      <a:pt x="30" y="902"/>
                    </a:lnTo>
                    <a:lnTo>
                      <a:pt x="16" y="992"/>
                    </a:lnTo>
                    <a:lnTo>
                      <a:pt x="6" y="1086"/>
                    </a:lnTo>
                    <a:lnTo>
                      <a:pt x="6" y="1086"/>
                    </a:lnTo>
                    <a:lnTo>
                      <a:pt x="2" y="1164"/>
                    </a:lnTo>
                    <a:lnTo>
                      <a:pt x="2" y="1164"/>
                    </a:lnTo>
                    <a:lnTo>
                      <a:pt x="2" y="1198"/>
                    </a:lnTo>
                    <a:lnTo>
                      <a:pt x="2" y="1198"/>
                    </a:lnTo>
                    <a:lnTo>
                      <a:pt x="0" y="1240"/>
                    </a:lnTo>
                    <a:lnTo>
                      <a:pt x="0" y="1240"/>
                    </a:lnTo>
                    <a:lnTo>
                      <a:pt x="0" y="1244"/>
                    </a:lnTo>
                    <a:lnTo>
                      <a:pt x="0" y="1244"/>
                    </a:lnTo>
                    <a:lnTo>
                      <a:pt x="2" y="1286"/>
                    </a:lnTo>
                    <a:lnTo>
                      <a:pt x="2" y="1286"/>
                    </a:lnTo>
                    <a:close/>
                  </a:path>
                </a:pathLst>
              </a:custGeom>
              <a:solidFill>
                <a:srgbClr val="B6B6B6"/>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8" name="Freeform 6"/>
              <p:cNvSpPr>
                <a:spLocks/>
              </p:cNvSpPr>
              <p:nvPr/>
            </p:nvSpPr>
            <p:spPr bwMode="auto">
              <a:xfrm>
                <a:off x="2495550" y="5502276"/>
                <a:ext cx="4763" cy="0"/>
              </a:xfrm>
              <a:custGeom>
                <a:avLst/>
                <a:gdLst>
                  <a:gd name="T0" fmla="*/ 3 w 3"/>
                  <a:gd name="T1" fmla="*/ 3 w 3"/>
                  <a:gd name="T2" fmla="*/ 0 w 3"/>
                  <a:gd name="T3" fmla="*/ 0 w 3"/>
                  <a:gd name="T4" fmla="*/ 0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0" y="0"/>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9" name="Freeform 7"/>
              <p:cNvSpPr>
                <a:spLocks/>
              </p:cNvSpPr>
              <p:nvPr/>
            </p:nvSpPr>
            <p:spPr bwMode="auto">
              <a:xfrm>
                <a:off x="2495550" y="5502276"/>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0" name="Freeform 8"/>
              <p:cNvSpPr>
                <a:spLocks/>
              </p:cNvSpPr>
              <p:nvPr/>
            </p:nvSpPr>
            <p:spPr bwMode="auto">
              <a:xfrm>
                <a:off x="2495550" y="550227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1" name="Freeform 9"/>
              <p:cNvSpPr>
                <a:spLocks/>
              </p:cNvSpPr>
              <p:nvPr/>
            </p:nvSpPr>
            <p:spPr bwMode="auto">
              <a:xfrm>
                <a:off x="1096963" y="2149476"/>
                <a:ext cx="1398588" cy="3352800"/>
              </a:xfrm>
              <a:custGeom>
                <a:avLst/>
                <a:gdLst>
                  <a:gd name="T0" fmla="*/ 229 w 881"/>
                  <a:gd name="T1" fmla="*/ 204 h 2112"/>
                  <a:gd name="T2" fmla="*/ 52 w 881"/>
                  <a:gd name="T3" fmla="*/ 540 h 2112"/>
                  <a:gd name="T4" fmla="*/ 2 w 881"/>
                  <a:gd name="T5" fmla="*/ 858 h 2112"/>
                  <a:gd name="T6" fmla="*/ 0 w 881"/>
                  <a:gd name="T7" fmla="*/ 948 h 2112"/>
                  <a:gd name="T8" fmla="*/ 5 w 881"/>
                  <a:gd name="T9" fmla="*/ 1034 h 2112"/>
                  <a:gd name="T10" fmla="*/ 18 w 881"/>
                  <a:gd name="T11" fmla="*/ 1144 h 2112"/>
                  <a:gd name="T12" fmla="*/ 34 w 881"/>
                  <a:gd name="T13" fmla="*/ 1236 h 2112"/>
                  <a:gd name="T14" fmla="*/ 45 w 881"/>
                  <a:gd name="T15" fmla="*/ 1277 h 2112"/>
                  <a:gd name="T16" fmla="*/ 59 w 881"/>
                  <a:gd name="T17" fmla="*/ 1336 h 2112"/>
                  <a:gd name="T18" fmla="*/ 77 w 881"/>
                  <a:gd name="T19" fmla="*/ 1389 h 2112"/>
                  <a:gd name="T20" fmla="*/ 95 w 881"/>
                  <a:gd name="T21" fmla="*/ 1442 h 2112"/>
                  <a:gd name="T22" fmla="*/ 114 w 881"/>
                  <a:gd name="T23" fmla="*/ 1489 h 2112"/>
                  <a:gd name="T24" fmla="*/ 136 w 881"/>
                  <a:gd name="T25" fmla="*/ 1542 h 2112"/>
                  <a:gd name="T26" fmla="*/ 161 w 881"/>
                  <a:gd name="T27" fmla="*/ 1591 h 2112"/>
                  <a:gd name="T28" fmla="*/ 185 w 881"/>
                  <a:gd name="T29" fmla="*/ 1635 h 2112"/>
                  <a:gd name="T30" fmla="*/ 201 w 881"/>
                  <a:gd name="T31" fmla="*/ 1663 h 2112"/>
                  <a:gd name="T32" fmla="*/ 217 w 881"/>
                  <a:gd name="T33" fmla="*/ 1690 h 2112"/>
                  <a:gd name="T34" fmla="*/ 242 w 881"/>
                  <a:gd name="T35" fmla="*/ 1728 h 2112"/>
                  <a:gd name="T36" fmla="*/ 264 w 881"/>
                  <a:gd name="T37" fmla="*/ 1761 h 2112"/>
                  <a:gd name="T38" fmla="*/ 281 w 881"/>
                  <a:gd name="T39" fmla="*/ 1781 h 2112"/>
                  <a:gd name="T40" fmla="*/ 303 w 881"/>
                  <a:gd name="T41" fmla="*/ 1809 h 2112"/>
                  <a:gd name="T42" fmla="*/ 329 w 881"/>
                  <a:gd name="T43" fmla="*/ 1840 h 2112"/>
                  <a:gd name="T44" fmla="*/ 347 w 881"/>
                  <a:gd name="T45" fmla="*/ 1859 h 2112"/>
                  <a:gd name="T46" fmla="*/ 372 w 881"/>
                  <a:gd name="T47" fmla="*/ 1884 h 2112"/>
                  <a:gd name="T48" fmla="*/ 399 w 881"/>
                  <a:gd name="T49" fmla="*/ 1910 h 2112"/>
                  <a:gd name="T50" fmla="*/ 424 w 881"/>
                  <a:gd name="T51" fmla="*/ 1932 h 2112"/>
                  <a:gd name="T52" fmla="*/ 441 w 881"/>
                  <a:gd name="T53" fmla="*/ 1946 h 2112"/>
                  <a:gd name="T54" fmla="*/ 468 w 881"/>
                  <a:gd name="T55" fmla="*/ 1967 h 2112"/>
                  <a:gd name="T56" fmla="*/ 500 w 881"/>
                  <a:gd name="T57" fmla="*/ 1991 h 2112"/>
                  <a:gd name="T58" fmla="*/ 527 w 881"/>
                  <a:gd name="T59" fmla="*/ 2007 h 2112"/>
                  <a:gd name="T60" fmla="*/ 558 w 881"/>
                  <a:gd name="T61" fmla="*/ 2025 h 2112"/>
                  <a:gd name="T62" fmla="*/ 578 w 881"/>
                  <a:gd name="T63" fmla="*/ 2035 h 2112"/>
                  <a:gd name="T64" fmla="*/ 608 w 881"/>
                  <a:gd name="T65" fmla="*/ 2048 h 2112"/>
                  <a:gd name="T66" fmla="*/ 640 w 881"/>
                  <a:gd name="T67" fmla="*/ 2061 h 2112"/>
                  <a:gd name="T68" fmla="*/ 674 w 881"/>
                  <a:gd name="T69" fmla="*/ 2073 h 2112"/>
                  <a:gd name="T70" fmla="*/ 701 w 881"/>
                  <a:gd name="T71" fmla="*/ 2081 h 2112"/>
                  <a:gd name="T72" fmla="*/ 742 w 881"/>
                  <a:gd name="T73" fmla="*/ 2089 h 2112"/>
                  <a:gd name="T74" fmla="*/ 749 w 881"/>
                  <a:gd name="T75" fmla="*/ 2091 h 2112"/>
                  <a:gd name="T76" fmla="*/ 810 w 881"/>
                  <a:gd name="T77" fmla="*/ 2095 h 2112"/>
                  <a:gd name="T78" fmla="*/ 738 w 881"/>
                  <a:gd name="T79" fmla="*/ 2067 h 2112"/>
                  <a:gd name="T80" fmla="*/ 668 w 881"/>
                  <a:gd name="T81" fmla="*/ 2030 h 2112"/>
                  <a:gd name="T82" fmla="*/ 565 w 881"/>
                  <a:gd name="T83" fmla="*/ 1957 h 2112"/>
                  <a:gd name="T84" fmla="*/ 465 w 881"/>
                  <a:gd name="T85" fmla="*/ 1858 h 2112"/>
                  <a:gd name="T86" fmla="*/ 403 w 881"/>
                  <a:gd name="T87" fmla="*/ 1778 h 2112"/>
                  <a:gd name="T88" fmla="*/ 344 w 881"/>
                  <a:gd name="T89" fmla="*/ 1691 h 2112"/>
                  <a:gd name="T90" fmla="*/ 291 w 881"/>
                  <a:gd name="T91" fmla="*/ 1594 h 2112"/>
                  <a:gd name="T92" fmla="*/ 264 w 881"/>
                  <a:gd name="T93" fmla="*/ 1539 h 2112"/>
                  <a:gd name="T94" fmla="*/ 219 w 881"/>
                  <a:gd name="T95" fmla="*/ 1429 h 2112"/>
                  <a:gd name="T96" fmla="*/ 182 w 881"/>
                  <a:gd name="T97" fmla="*/ 1312 h 2112"/>
                  <a:gd name="T98" fmla="*/ 152 w 881"/>
                  <a:gd name="T99" fmla="*/ 1189 h 2112"/>
                  <a:gd name="T100" fmla="*/ 133 w 881"/>
                  <a:gd name="T101" fmla="*/ 1068 h 2112"/>
                  <a:gd name="T102" fmla="*/ 123 w 881"/>
                  <a:gd name="T103" fmla="*/ 944 h 2112"/>
                  <a:gd name="T104" fmla="*/ 123 w 881"/>
                  <a:gd name="T105" fmla="*/ 821 h 2112"/>
                  <a:gd name="T106" fmla="*/ 173 w 881"/>
                  <a:gd name="T107" fmla="*/ 488 h 2112"/>
                  <a:gd name="T108" fmla="*/ 317 w 881"/>
                  <a:gd name="T109" fmla="*/ 180 h 2112"/>
                  <a:gd name="T110" fmla="*/ 481 w 881"/>
                  <a:gd name="T111" fmla="*/ 22 h 2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1" h="2112">
                    <a:moveTo>
                      <a:pt x="399" y="65"/>
                    </a:moveTo>
                    <a:lnTo>
                      <a:pt x="399" y="65"/>
                    </a:lnTo>
                    <a:lnTo>
                      <a:pt x="363" y="86"/>
                    </a:lnTo>
                    <a:lnTo>
                      <a:pt x="328" y="111"/>
                    </a:lnTo>
                    <a:lnTo>
                      <a:pt x="294" y="139"/>
                    </a:lnTo>
                    <a:lnTo>
                      <a:pt x="261" y="168"/>
                    </a:lnTo>
                    <a:lnTo>
                      <a:pt x="261" y="168"/>
                    </a:lnTo>
                    <a:lnTo>
                      <a:pt x="229" y="204"/>
                    </a:lnTo>
                    <a:lnTo>
                      <a:pt x="198" y="242"/>
                    </a:lnTo>
                    <a:lnTo>
                      <a:pt x="170" y="283"/>
                    </a:lnTo>
                    <a:lnTo>
                      <a:pt x="142" y="328"/>
                    </a:lnTo>
                    <a:lnTo>
                      <a:pt x="142" y="328"/>
                    </a:lnTo>
                    <a:lnTo>
                      <a:pt x="117" y="376"/>
                    </a:lnTo>
                    <a:lnTo>
                      <a:pt x="93" y="428"/>
                    </a:lnTo>
                    <a:lnTo>
                      <a:pt x="71" y="482"/>
                    </a:lnTo>
                    <a:lnTo>
                      <a:pt x="52" y="540"/>
                    </a:lnTo>
                    <a:lnTo>
                      <a:pt x="52" y="540"/>
                    </a:lnTo>
                    <a:lnTo>
                      <a:pt x="36" y="600"/>
                    </a:lnTo>
                    <a:lnTo>
                      <a:pt x="23" y="665"/>
                    </a:lnTo>
                    <a:lnTo>
                      <a:pt x="12" y="732"/>
                    </a:lnTo>
                    <a:lnTo>
                      <a:pt x="5" y="801"/>
                    </a:lnTo>
                    <a:lnTo>
                      <a:pt x="5" y="801"/>
                    </a:lnTo>
                    <a:lnTo>
                      <a:pt x="2" y="858"/>
                    </a:lnTo>
                    <a:lnTo>
                      <a:pt x="2" y="858"/>
                    </a:lnTo>
                    <a:lnTo>
                      <a:pt x="0" y="883"/>
                    </a:lnTo>
                    <a:lnTo>
                      <a:pt x="0" y="883"/>
                    </a:lnTo>
                    <a:lnTo>
                      <a:pt x="0" y="914"/>
                    </a:lnTo>
                    <a:lnTo>
                      <a:pt x="0" y="914"/>
                    </a:lnTo>
                    <a:lnTo>
                      <a:pt x="0" y="917"/>
                    </a:lnTo>
                    <a:lnTo>
                      <a:pt x="0" y="917"/>
                    </a:lnTo>
                    <a:lnTo>
                      <a:pt x="0" y="948"/>
                    </a:lnTo>
                    <a:lnTo>
                      <a:pt x="0" y="948"/>
                    </a:lnTo>
                    <a:lnTo>
                      <a:pt x="2" y="976"/>
                    </a:lnTo>
                    <a:lnTo>
                      <a:pt x="2" y="976"/>
                    </a:lnTo>
                    <a:lnTo>
                      <a:pt x="3" y="1007"/>
                    </a:lnTo>
                    <a:lnTo>
                      <a:pt x="3" y="1007"/>
                    </a:lnTo>
                    <a:lnTo>
                      <a:pt x="5" y="1031"/>
                    </a:lnTo>
                    <a:lnTo>
                      <a:pt x="5" y="1031"/>
                    </a:lnTo>
                    <a:lnTo>
                      <a:pt x="5" y="1034"/>
                    </a:lnTo>
                    <a:lnTo>
                      <a:pt x="5" y="1034"/>
                    </a:lnTo>
                    <a:lnTo>
                      <a:pt x="8" y="1066"/>
                    </a:lnTo>
                    <a:lnTo>
                      <a:pt x="8" y="1066"/>
                    </a:lnTo>
                    <a:lnTo>
                      <a:pt x="11" y="1093"/>
                    </a:lnTo>
                    <a:lnTo>
                      <a:pt x="11" y="1093"/>
                    </a:lnTo>
                    <a:lnTo>
                      <a:pt x="15" y="1122"/>
                    </a:lnTo>
                    <a:lnTo>
                      <a:pt x="15" y="1122"/>
                    </a:lnTo>
                    <a:lnTo>
                      <a:pt x="18" y="1144"/>
                    </a:lnTo>
                    <a:lnTo>
                      <a:pt x="18" y="1144"/>
                    </a:lnTo>
                    <a:lnTo>
                      <a:pt x="18" y="1152"/>
                    </a:lnTo>
                    <a:lnTo>
                      <a:pt x="18" y="1152"/>
                    </a:lnTo>
                    <a:lnTo>
                      <a:pt x="24" y="1180"/>
                    </a:lnTo>
                    <a:lnTo>
                      <a:pt x="24" y="1180"/>
                    </a:lnTo>
                    <a:lnTo>
                      <a:pt x="28" y="1209"/>
                    </a:lnTo>
                    <a:lnTo>
                      <a:pt x="28" y="1209"/>
                    </a:lnTo>
                    <a:lnTo>
                      <a:pt x="34" y="1236"/>
                    </a:lnTo>
                    <a:lnTo>
                      <a:pt x="34" y="1236"/>
                    </a:lnTo>
                    <a:lnTo>
                      <a:pt x="39" y="1256"/>
                    </a:lnTo>
                    <a:lnTo>
                      <a:pt x="39" y="1256"/>
                    </a:lnTo>
                    <a:lnTo>
                      <a:pt x="43" y="1271"/>
                    </a:lnTo>
                    <a:lnTo>
                      <a:pt x="43" y="1271"/>
                    </a:lnTo>
                    <a:lnTo>
                      <a:pt x="43" y="1274"/>
                    </a:lnTo>
                    <a:lnTo>
                      <a:pt x="43" y="1274"/>
                    </a:lnTo>
                    <a:lnTo>
                      <a:pt x="45" y="1277"/>
                    </a:lnTo>
                    <a:lnTo>
                      <a:pt x="45" y="1277"/>
                    </a:lnTo>
                    <a:lnTo>
                      <a:pt x="46" y="1286"/>
                    </a:lnTo>
                    <a:lnTo>
                      <a:pt x="46" y="1286"/>
                    </a:lnTo>
                    <a:lnTo>
                      <a:pt x="55" y="1317"/>
                    </a:lnTo>
                    <a:lnTo>
                      <a:pt x="55" y="1317"/>
                    </a:lnTo>
                    <a:lnTo>
                      <a:pt x="58" y="1327"/>
                    </a:lnTo>
                    <a:lnTo>
                      <a:pt x="58" y="1327"/>
                    </a:lnTo>
                    <a:lnTo>
                      <a:pt x="59" y="1336"/>
                    </a:lnTo>
                    <a:lnTo>
                      <a:pt x="59" y="1336"/>
                    </a:lnTo>
                    <a:lnTo>
                      <a:pt x="62" y="1346"/>
                    </a:lnTo>
                    <a:lnTo>
                      <a:pt x="62" y="1346"/>
                    </a:lnTo>
                    <a:lnTo>
                      <a:pt x="71" y="1376"/>
                    </a:lnTo>
                    <a:lnTo>
                      <a:pt x="71" y="1376"/>
                    </a:lnTo>
                    <a:lnTo>
                      <a:pt x="74" y="1383"/>
                    </a:lnTo>
                    <a:lnTo>
                      <a:pt x="74" y="1383"/>
                    </a:lnTo>
                    <a:lnTo>
                      <a:pt x="77" y="1389"/>
                    </a:lnTo>
                    <a:lnTo>
                      <a:pt x="77" y="1389"/>
                    </a:lnTo>
                    <a:lnTo>
                      <a:pt x="80" y="1398"/>
                    </a:lnTo>
                    <a:lnTo>
                      <a:pt x="80" y="1398"/>
                    </a:lnTo>
                    <a:lnTo>
                      <a:pt x="87" y="1422"/>
                    </a:lnTo>
                    <a:lnTo>
                      <a:pt x="87" y="1422"/>
                    </a:lnTo>
                    <a:lnTo>
                      <a:pt x="93" y="1436"/>
                    </a:lnTo>
                    <a:lnTo>
                      <a:pt x="93" y="1436"/>
                    </a:lnTo>
                    <a:lnTo>
                      <a:pt x="95" y="1442"/>
                    </a:lnTo>
                    <a:lnTo>
                      <a:pt x="95" y="1442"/>
                    </a:lnTo>
                    <a:lnTo>
                      <a:pt x="96" y="1444"/>
                    </a:lnTo>
                    <a:lnTo>
                      <a:pt x="96" y="1444"/>
                    </a:lnTo>
                    <a:lnTo>
                      <a:pt x="104" y="1466"/>
                    </a:lnTo>
                    <a:lnTo>
                      <a:pt x="104" y="1466"/>
                    </a:lnTo>
                    <a:lnTo>
                      <a:pt x="113" y="1486"/>
                    </a:lnTo>
                    <a:lnTo>
                      <a:pt x="113" y="1486"/>
                    </a:lnTo>
                    <a:lnTo>
                      <a:pt x="114" y="1489"/>
                    </a:lnTo>
                    <a:lnTo>
                      <a:pt x="114" y="1489"/>
                    </a:lnTo>
                    <a:lnTo>
                      <a:pt x="117" y="1495"/>
                    </a:lnTo>
                    <a:lnTo>
                      <a:pt x="117" y="1495"/>
                    </a:lnTo>
                    <a:lnTo>
                      <a:pt x="120" y="1504"/>
                    </a:lnTo>
                    <a:lnTo>
                      <a:pt x="120" y="1504"/>
                    </a:lnTo>
                    <a:lnTo>
                      <a:pt x="129" y="1523"/>
                    </a:lnTo>
                    <a:lnTo>
                      <a:pt x="129" y="1523"/>
                    </a:lnTo>
                    <a:lnTo>
                      <a:pt x="136" y="1542"/>
                    </a:lnTo>
                    <a:lnTo>
                      <a:pt x="136" y="1542"/>
                    </a:lnTo>
                    <a:lnTo>
                      <a:pt x="138" y="1545"/>
                    </a:lnTo>
                    <a:lnTo>
                      <a:pt x="138" y="1545"/>
                    </a:lnTo>
                    <a:lnTo>
                      <a:pt x="145" y="1559"/>
                    </a:lnTo>
                    <a:lnTo>
                      <a:pt x="145" y="1559"/>
                    </a:lnTo>
                    <a:lnTo>
                      <a:pt x="152" y="1575"/>
                    </a:lnTo>
                    <a:lnTo>
                      <a:pt x="152" y="1575"/>
                    </a:lnTo>
                    <a:lnTo>
                      <a:pt x="160" y="1591"/>
                    </a:lnTo>
                    <a:lnTo>
                      <a:pt x="161" y="1591"/>
                    </a:lnTo>
                    <a:lnTo>
                      <a:pt x="161" y="1591"/>
                    </a:lnTo>
                    <a:lnTo>
                      <a:pt x="163" y="1595"/>
                    </a:lnTo>
                    <a:lnTo>
                      <a:pt x="163" y="1595"/>
                    </a:lnTo>
                    <a:lnTo>
                      <a:pt x="169" y="1606"/>
                    </a:lnTo>
                    <a:lnTo>
                      <a:pt x="169" y="1606"/>
                    </a:lnTo>
                    <a:lnTo>
                      <a:pt x="176" y="1621"/>
                    </a:lnTo>
                    <a:lnTo>
                      <a:pt x="176" y="1621"/>
                    </a:lnTo>
                    <a:lnTo>
                      <a:pt x="185" y="1635"/>
                    </a:lnTo>
                    <a:lnTo>
                      <a:pt x="185" y="1635"/>
                    </a:lnTo>
                    <a:lnTo>
                      <a:pt x="186" y="1640"/>
                    </a:lnTo>
                    <a:lnTo>
                      <a:pt x="186" y="1640"/>
                    </a:lnTo>
                    <a:lnTo>
                      <a:pt x="188" y="1641"/>
                    </a:lnTo>
                    <a:lnTo>
                      <a:pt x="188" y="1641"/>
                    </a:lnTo>
                    <a:lnTo>
                      <a:pt x="192" y="1649"/>
                    </a:lnTo>
                    <a:lnTo>
                      <a:pt x="192" y="1649"/>
                    </a:lnTo>
                    <a:lnTo>
                      <a:pt x="201" y="1663"/>
                    </a:lnTo>
                    <a:lnTo>
                      <a:pt x="201" y="1663"/>
                    </a:lnTo>
                    <a:lnTo>
                      <a:pt x="208" y="1677"/>
                    </a:lnTo>
                    <a:lnTo>
                      <a:pt x="208" y="1677"/>
                    </a:lnTo>
                    <a:lnTo>
                      <a:pt x="214" y="1685"/>
                    </a:lnTo>
                    <a:lnTo>
                      <a:pt x="214" y="1687"/>
                    </a:lnTo>
                    <a:lnTo>
                      <a:pt x="214" y="1687"/>
                    </a:lnTo>
                    <a:lnTo>
                      <a:pt x="214" y="1687"/>
                    </a:lnTo>
                    <a:lnTo>
                      <a:pt x="217" y="1690"/>
                    </a:lnTo>
                    <a:lnTo>
                      <a:pt x="217" y="1690"/>
                    </a:lnTo>
                    <a:lnTo>
                      <a:pt x="225" y="1702"/>
                    </a:lnTo>
                    <a:lnTo>
                      <a:pt x="225" y="1702"/>
                    </a:lnTo>
                    <a:lnTo>
                      <a:pt x="233" y="1715"/>
                    </a:lnTo>
                    <a:lnTo>
                      <a:pt x="233" y="1715"/>
                    </a:lnTo>
                    <a:lnTo>
                      <a:pt x="241" y="1727"/>
                    </a:lnTo>
                    <a:lnTo>
                      <a:pt x="241" y="1727"/>
                    </a:lnTo>
                    <a:lnTo>
                      <a:pt x="242" y="1728"/>
                    </a:lnTo>
                    <a:lnTo>
                      <a:pt x="242" y="1728"/>
                    </a:lnTo>
                    <a:lnTo>
                      <a:pt x="244" y="1730"/>
                    </a:lnTo>
                    <a:lnTo>
                      <a:pt x="244" y="1730"/>
                    </a:lnTo>
                    <a:lnTo>
                      <a:pt x="248" y="1739"/>
                    </a:lnTo>
                    <a:lnTo>
                      <a:pt x="248" y="1739"/>
                    </a:lnTo>
                    <a:lnTo>
                      <a:pt x="257" y="1749"/>
                    </a:lnTo>
                    <a:lnTo>
                      <a:pt x="257" y="1749"/>
                    </a:lnTo>
                    <a:lnTo>
                      <a:pt x="264" y="1761"/>
                    </a:lnTo>
                    <a:lnTo>
                      <a:pt x="264" y="1761"/>
                    </a:lnTo>
                    <a:lnTo>
                      <a:pt x="270" y="1768"/>
                    </a:lnTo>
                    <a:lnTo>
                      <a:pt x="270" y="1768"/>
                    </a:lnTo>
                    <a:lnTo>
                      <a:pt x="272" y="1769"/>
                    </a:lnTo>
                    <a:lnTo>
                      <a:pt x="273" y="1771"/>
                    </a:lnTo>
                    <a:lnTo>
                      <a:pt x="273" y="1771"/>
                    </a:lnTo>
                    <a:lnTo>
                      <a:pt x="281" y="1781"/>
                    </a:lnTo>
                    <a:lnTo>
                      <a:pt x="281" y="1781"/>
                    </a:lnTo>
                    <a:lnTo>
                      <a:pt x="289" y="1792"/>
                    </a:lnTo>
                    <a:lnTo>
                      <a:pt x="289" y="1792"/>
                    </a:lnTo>
                    <a:lnTo>
                      <a:pt x="297" y="1802"/>
                    </a:lnTo>
                    <a:lnTo>
                      <a:pt x="297" y="1802"/>
                    </a:lnTo>
                    <a:lnTo>
                      <a:pt x="301" y="1806"/>
                    </a:lnTo>
                    <a:lnTo>
                      <a:pt x="301" y="1806"/>
                    </a:lnTo>
                    <a:lnTo>
                      <a:pt x="303" y="1809"/>
                    </a:lnTo>
                    <a:lnTo>
                      <a:pt x="303" y="1809"/>
                    </a:lnTo>
                    <a:lnTo>
                      <a:pt x="306" y="1812"/>
                    </a:lnTo>
                    <a:lnTo>
                      <a:pt x="306" y="1812"/>
                    </a:lnTo>
                    <a:lnTo>
                      <a:pt x="313" y="1823"/>
                    </a:lnTo>
                    <a:lnTo>
                      <a:pt x="313" y="1823"/>
                    </a:lnTo>
                    <a:lnTo>
                      <a:pt x="322" y="1831"/>
                    </a:lnTo>
                    <a:lnTo>
                      <a:pt x="322" y="1831"/>
                    </a:lnTo>
                    <a:lnTo>
                      <a:pt x="329" y="1840"/>
                    </a:lnTo>
                    <a:lnTo>
                      <a:pt x="329" y="1840"/>
                    </a:lnTo>
                    <a:lnTo>
                      <a:pt x="332" y="1843"/>
                    </a:lnTo>
                    <a:lnTo>
                      <a:pt x="332" y="1843"/>
                    </a:lnTo>
                    <a:lnTo>
                      <a:pt x="335" y="1846"/>
                    </a:lnTo>
                    <a:lnTo>
                      <a:pt x="335" y="1846"/>
                    </a:lnTo>
                    <a:lnTo>
                      <a:pt x="338" y="1851"/>
                    </a:lnTo>
                    <a:lnTo>
                      <a:pt x="338" y="1851"/>
                    </a:lnTo>
                    <a:lnTo>
                      <a:pt x="347" y="1859"/>
                    </a:lnTo>
                    <a:lnTo>
                      <a:pt x="347" y="1859"/>
                    </a:lnTo>
                    <a:lnTo>
                      <a:pt x="354" y="1868"/>
                    </a:lnTo>
                    <a:lnTo>
                      <a:pt x="354" y="1868"/>
                    </a:lnTo>
                    <a:lnTo>
                      <a:pt x="363" y="1876"/>
                    </a:lnTo>
                    <a:lnTo>
                      <a:pt x="365" y="1877"/>
                    </a:lnTo>
                    <a:lnTo>
                      <a:pt x="365" y="1877"/>
                    </a:lnTo>
                    <a:lnTo>
                      <a:pt x="366" y="1880"/>
                    </a:lnTo>
                    <a:lnTo>
                      <a:pt x="366" y="1880"/>
                    </a:lnTo>
                    <a:lnTo>
                      <a:pt x="372" y="1884"/>
                    </a:lnTo>
                    <a:lnTo>
                      <a:pt x="372" y="1884"/>
                    </a:lnTo>
                    <a:lnTo>
                      <a:pt x="379" y="1893"/>
                    </a:lnTo>
                    <a:lnTo>
                      <a:pt x="379" y="1893"/>
                    </a:lnTo>
                    <a:lnTo>
                      <a:pt x="388" y="1901"/>
                    </a:lnTo>
                    <a:lnTo>
                      <a:pt x="388" y="1901"/>
                    </a:lnTo>
                    <a:lnTo>
                      <a:pt x="397" y="1910"/>
                    </a:lnTo>
                    <a:lnTo>
                      <a:pt x="399" y="1910"/>
                    </a:lnTo>
                    <a:lnTo>
                      <a:pt x="399" y="1910"/>
                    </a:lnTo>
                    <a:lnTo>
                      <a:pt x="400" y="1911"/>
                    </a:lnTo>
                    <a:lnTo>
                      <a:pt x="400" y="1911"/>
                    </a:lnTo>
                    <a:lnTo>
                      <a:pt x="406" y="1917"/>
                    </a:lnTo>
                    <a:lnTo>
                      <a:pt x="406" y="1917"/>
                    </a:lnTo>
                    <a:lnTo>
                      <a:pt x="415" y="1924"/>
                    </a:lnTo>
                    <a:lnTo>
                      <a:pt x="415" y="1924"/>
                    </a:lnTo>
                    <a:lnTo>
                      <a:pt x="424" y="1932"/>
                    </a:lnTo>
                    <a:lnTo>
                      <a:pt x="424" y="1932"/>
                    </a:lnTo>
                    <a:lnTo>
                      <a:pt x="432" y="1939"/>
                    </a:lnTo>
                    <a:lnTo>
                      <a:pt x="432" y="1939"/>
                    </a:lnTo>
                    <a:lnTo>
                      <a:pt x="432" y="1939"/>
                    </a:lnTo>
                    <a:lnTo>
                      <a:pt x="432" y="1939"/>
                    </a:lnTo>
                    <a:lnTo>
                      <a:pt x="434" y="1940"/>
                    </a:lnTo>
                    <a:lnTo>
                      <a:pt x="434" y="1940"/>
                    </a:lnTo>
                    <a:lnTo>
                      <a:pt x="441" y="1946"/>
                    </a:lnTo>
                    <a:lnTo>
                      <a:pt x="441" y="1946"/>
                    </a:lnTo>
                    <a:lnTo>
                      <a:pt x="450" y="1954"/>
                    </a:lnTo>
                    <a:lnTo>
                      <a:pt x="450" y="1954"/>
                    </a:lnTo>
                    <a:lnTo>
                      <a:pt x="459" y="1961"/>
                    </a:lnTo>
                    <a:lnTo>
                      <a:pt x="459" y="1961"/>
                    </a:lnTo>
                    <a:lnTo>
                      <a:pt x="468" y="1967"/>
                    </a:lnTo>
                    <a:lnTo>
                      <a:pt x="468" y="1967"/>
                    </a:lnTo>
                    <a:lnTo>
                      <a:pt x="468" y="1967"/>
                    </a:lnTo>
                    <a:lnTo>
                      <a:pt x="468" y="1967"/>
                    </a:lnTo>
                    <a:lnTo>
                      <a:pt x="468" y="1967"/>
                    </a:lnTo>
                    <a:lnTo>
                      <a:pt x="478" y="1974"/>
                    </a:lnTo>
                    <a:lnTo>
                      <a:pt x="478" y="1974"/>
                    </a:lnTo>
                    <a:lnTo>
                      <a:pt x="487" y="1982"/>
                    </a:lnTo>
                    <a:lnTo>
                      <a:pt x="487" y="1982"/>
                    </a:lnTo>
                    <a:lnTo>
                      <a:pt x="497" y="1988"/>
                    </a:lnTo>
                    <a:lnTo>
                      <a:pt x="497" y="1988"/>
                    </a:lnTo>
                    <a:lnTo>
                      <a:pt x="500" y="1991"/>
                    </a:lnTo>
                    <a:lnTo>
                      <a:pt x="503" y="1992"/>
                    </a:lnTo>
                    <a:lnTo>
                      <a:pt x="503" y="1992"/>
                    </a:lnTo>
                    <a:lnTo>
                      <a:pt x="506" y="1994"/>
                    </a:lnTo>
                    <a:lnTo>
                      <a:pt x="506" y="1994"/>
                    </a:lnTo>
                    <a:lnTo>
                      <a:pt x="517" y="2001"/>
                    </a:lnTo>
                    <a:lnTo>
                      <a:pt x="517" y="2001"/>
                    </a:lnTo>
                    <a:lnTo>
                      <a:pt x="527" y="2007"/>
                    </a:lnTo>
                    <a:lnTo>
                      <a:pt x="527" y="2007"/>
                    </a:lnTo>
                    <a:lnTo>
                      <a:pt x="536" y="2011"/>
                    </a:lnTo>
                    <a:lnTo>
                      <a:pt x="537" y="2013"/>
                    </a:lnTo>
                    <a:lnTo>
                      <a:pt x="537" y="2013"/>
                    </a:lnTo>
                    <a:lnTo>
                      <a:pt x="537" y="2013"/>
                    </a:lnTo>
                    <a:lnTo>
                      <a:pt x="547" y="2019"/>
                    </a:lnTo>
                    <a:lnTo>
                      <a:pt x="547" y="2019"/>
                    </a:lnTo>
                    <a:lnTo>
                      <a:pt x="558" y="2025"/>
                    </a:lnTo>
                    <a:lnTo>
                      <a:pt x="558" y="2025"/>
                    </a:lnTo>
                    <a:lnTo>
                      <a:pt x="568" y="2030"/>
                    </a:lnTo>
                    <a:lnTo>
                      <a:pt x="568" y="2030"/>
                    </a:lnTo>
                    <a:lnTo>
                      <a:pt x="570" y="2030"/>
                    </a:lnTo>
                    <a:lnTo>
                      <a:pt x="570" y="2030"/>
                    </a:lnTo>
                    <a:lnTo>
                      <a:pt x="573" y="2032"/>
                    </a:lnTo>
                    <a:lnTo>
                      <a:pt x="573" y="2032"/>
                    </a:lnTo>
                    <a:lnTo>
                      <a:pt x="578" y="2035"/>
                    </a:lnTo>
                    <a:lnTo>
                      <a:pt x="578" y="2035"/>
                    </a:lnTo>
                    <a:lnTo>
                      <a:pt x="589" y="2041"/>
                    </a:lnTo>
                    <a:lnTo>
                      <a:pt x="589" y="2041"/>
                    </a:lnTo>
                    <a:lnTo>
                      <a:pt x="601" y="2045"/>
                    </a:lnTo>
                    <a:lnTo>
                      <a:pt x="601" y="2045"/>
                    </a:lnTo>
                    <a:lnTo>
                      <a:pt x="605" y="2048"/>
                    </a:lnTo>
                    <a:lnTo>
                      <a:pt x="605" y="2048"/>
                    </a:lnTo>
                    <a:lnTo>
                      <a:pt x="608" y="2048"/>
                    </a:lnTo>
                    <a:lnTo>
                      <a:pt x="608" y="2048"/>
                    </a:lnTo>
                    <a:lnTo>
                      <a:pt x="612" y="2051"/>
                    </a:lnTo>
                    <a:lnTo>
                      <a:pt x="612" y="2051"/>
                    </a:lnTo>
                    <a:lnTo>
                      <a:pt x="624" y="2055"/>
                    </a:lnTo>
                    <a:lnTo>
                      <a:pt x="624" y="2055"/>
                    </a:lnTo>
                    <a:lnTo>
                      <a:pt x="636" y="2060"/>
                    </a:lnTo>
                    <a:lnTo>
                      <a:pt x="636" y="2060"/>
                    </a:lnTo>
                    <a:lnTo>
                      <a:pt x="640" y="2061"/>
                    </a:lnTo>
                    <a:lnTo>
                      <a:pt x="640" y="2061"/>
                    </a:lnTo>
                    <a:lnTo>
                      <a:pt x="643" y="2063"/>
                    </a:lnTo>
                    <a:lnTo>
                      <a:pt x="643" y="2063"/>
                    </a:lnTo>
                    <a:lnTo>
                      <a:pt x="649" y="2064"/>
                    </a:lnTo>
                    <a:lnTo>
                      <a:pt x="649" y="2064"/>
                    </a:lnTo>
                    <a:lnTo>
                      <a:pt x="661" y="2069"/>
                    </a:lnTo>
                    <a:lnTo>
                      <a:pt x="661" y="2069"/>
                    </a:lnTo>
                    <a:lnTo>
                      <a:pt x="674" y="2073"/>
                    </a:lnTo>
                    <a:lnTo>
                      <a:pt x="674" y="2073"/>
                    </a:lnTo>
                    <a:lnTo>
                      <a:pt x="676" y="2073"/>
                    </a:lnTo>
                    <a:lnTo>
                      <a:pt x="676" y="2073"/>
                    </a:lnTo>
                    <a:lnTo>
                      <a:pt x="679" y="2075"/>
                    </a:lnTo>
                    <a:lnTo>
                      <a:pt x="679" y="2075"/>
                    </a:lnTo>
                    <a:lnTo>
                      <a:pt x="686" y="2076"/>
                    </a:lnTo>
                    <a:lnTo>
                      <a:pt x="686" y="2076"/>
                    </a:lnTo>
                    <a:lnTo>
                      <a:pt x="701" y="2081"/>
                    </a:lnTo>
                    <a:lnTo>
                      <a:pt x="701" y="2081"/>
                    </a:lnTo>
                    <a:lnTo>
                      <a:pt x="713" y="2083"/>
                    </a:lnTo>
                    <a:lnTo>
                      <a:pt x="714" y="2083"/>
                    </a:lnTo>
                    <a:lnTo>
                      <a:pt x="714" y="2083"/>
                    </a:lnTo>
                    <a:lnTo>
                      <a:pt x="714" y="2083"/>
                    </a:lnTo>
                    <a:lnTo>
                      <a:pt x="729" y="2086"/>
                    </a:lnTo>
                    <a:lnTo>
                      <a:pt x="729" y="2086"/>
                    </a:lnTo>
                    <a:lnTo>
                      <a:pt x="742" y="2089"/>
                    </a:lnTo>
                    <a:lnTo>
                      <a:pt x="742" y="2089"/>
                    </a:lnTo>
                    <a:lnTo>
                      <a:pt x="744" y="2089"/>
                    </a:lnTo>
                    <a:lnTo>
                      <a:pt x="744" y="2089"/>
                    </a:lnTo>
                    <a:lnTo>
                      <a:pt x="747" y="2089"/>
                    </a:lnTo>
                    <a:lnTo>
                      <a:pt x="747" y="2089"/>
                    </a:lnTo>
                    <a:lnTo>
                      <a:pt x="748" y="2091"/>
                    </a:lnTo>
                    <a:lnTo>
                      <a:pt x="748" y="2091"/>
                    </a:lnTo>
                    <a:lnTo>
                      <a:pt x="749" y="2091"/>
                    </a:lnTo>
                    <a:lnTo>
                      <a:pt x="749" y="2091"/>
                    </a:lnTo>
                    <a:lnTo>
                      <a:pt x="881" y="2112"/>
                    </a:lnTo>
                    <a:lnTo>
                      <a:pt x="881" y="2112"/>
                    </a:lnTo>
                    <a:lnTo>
                      <a:pt x="847" y="2104"/>
                    </a:lnTo>
                    <a:lnTo>
                      <a:pt x="847" y="2104"/>
                    </a:lnTo>
                    <a:lnTo>
                      <a:pt x="847" y="2104"/>
                    </a:lnTo>
                    <a:lnTo>
                      <a:pt x="811" y="2095"/>
                    </a:lnTo>
                    <a:lnTo>
                      <a:pt x="811" y="2095"/>
                    </a:lnTo>
                    <a:lnTo>
                      <a:pt x="810" y="2095"/>
                    </a:lnTo>
                    <a:lnTo>
                      <a:pt x="810" y="2095"/>
                    </a:lnTo>
                    <a:lnTo>
                      <a:pt x="776" y="2083"/>
                    </a:lnTo>
                    <a:lnTo>
                      <a:pt x="776" y="2083"/>
                    </a:lnTo>
                    <a:lnTo>
                      <a:pt x="773" y="2082"/>
                    </a:lnTo>
                    <a:lnTo>
                      <a:pt x="773" y="2082"/>
                    </a:lnTo>
                    <a:lnTo>
                      <a:pt x="741" y="2069"/>
                    </a:lnTo>
                    <a:lnTo>
                      <a:pt x="741" y="2069"/>
                    </a:lnTo>
                    <a:lnTo>
                      <a:pt x="738" y="2067"/>
                    </a:lnTo>
                    <a:lnTo>
                      <a:pt x="738" y="2067"/>
                    </a:lnTo>
                    <a:lnTo>
                      <a:pt x="705" y="2051"/>
                    </a:lnTo>
                    <a:lnTo>
                      <a:pt x="705" y="2051"/>
                    </a:lnTo>
                    <a:lnTo>
                      <a:pt x="704" y="2051"/>
                    </a:lnTo>
                    <a:lnTo>
                      <a:pt x="704" y="2051"/>
                    </a:lnTo>
                    <a:lnTo>
                      <a:pt x="670" y="2032"/>
                    </a:lnTo>
                    <a:lnTo>
                      <a:pt x="668" y="2030"/>
                    </a:lnTo>
                    <a:lnTo>
                      <a:pt x="668" y="2030"/>
                    </a:lnTo>
                    <a:lnTo>
                      <a:pt x="636" y="2010"/>
                    </a:lnTo>
                    <a:lnTo>
                      <a:pt x="634" y="2008"/>
                    </a:lnTo>
                    <a:lnTo>
                      <a:pt x="634" y="2008"/>
                    </a:lnTo>
                    <a:lnTo>
                      <a:pt x="601" y="1985"/>
                    </a:lnTo>
                    <a:lnTo>
                      <a:pt x="601" y="1985"/>
                    </a:lnTo>
                    <a:lnTo>
                      <a:pt x="565" y="1957"/>
                    </a:lnTo>
                    <a:lnTo>
                      <a:pt x="565" y="1957"/>
                    </a:lnTo>
                    <a:lnTo>
                      <a:pt x="565" y="1957"/>
                    </a:lnTo>
                    <a:lnTo>
                      <a:pt x="531" y="1926"/>
                    </a:lnTo>
                    <a:lnTo>
                      <a:pt x="530" y="1924"/>
                    </a:lnTo>
                    <a:lnTo>
                      <a:pt x="530" y="1924"/>
                    </a:lnTo>
                    <a:lnTo>
                      <a:pt x="499" y="1893"/>
                    </a:lnTo>
                    <a:lnTo>
                      <a:pt x="499" y="1893"/>
                    </a:lnTo>
                    <a:lnTo>
                      <a:pt x="496" y="1890"/>
                    </a:lnTo>
                    <a:lnTo>
                      <a:pt x="496" y="1890"/>
                    </a:lnTo>
                    <a:lnTo>
                      <a:pt x="465" y="1858"/>
                    </a:lnTo>
                    <a:lnTo>
                      <a:pt x="465" y="1858"/>
                    </a:lnTo>
                    <a:lnTo>
                      <a:pt x="463" y="1855"/>
                    </a:lnTo>
                    <a:lnTo>
                      <a:pt x="463" y="1855"/>
                    </a:lnTo>
                    <a:lnTo>
                      <a:pt x="434" y="1820"/>
                    </a:lnTo>
                    <a:lnTo>
                      <a:pt x="434" y="1820"/>
                    </a:lnTo>
                    <a:lnTo>
                      <a:pt x="431" y="1817"/>
                    </a:lnTo>
                    <a:lnTo>
                      <a:pt x="431" y="1817"/>
                    </a:lnTo>
                    <a:lnTo>
                      <a:pt x="403" y="1778"/>
                    </a:lnTo>
                    <a:lnTo>
                      <a:pt x="403" y="1778"/>
                    </a:lnTo>
                    <a:lnTo>
                      <a:pt x="402" y="1777"/>
                    </a:lnTo>
                    <a:lnTo>
                      <a:pt x="402" y="1777"/>
                    </a:lnTo>
                    <a:lnTo>
                      <a:pt x="373" y="1737"/>
                    </a:lnTo>
                    <a:lnTo>
                      <a:pt x="373" y="1737"/>
                    </a:lnTo>
                    <a:lnTo>
                      <a:pt x="372" y="1736"/>
                    </a:lnTo>
                    <a:lnTo>
                      <a:pt x="372" y="1736"/>
                    </a:lnTo>
                    <a:lnTo>
                      <a:pt x="344" y="1691"/>
                    </a:lnTo>
                    <a:lnTo>
                      <a:pt x="344" y="1691"/>
                    </a:lnTo>
                    <a:lnTo>
                      <a:pt x="343" y="1690"/>
                    </a:lnTo>
                    <a:lnTo>
                      <a:pt x="343" y="1690"/>
                    </a:lnTo>
                    <a:lnTo>
                      <a:pt x="317" y="1644"/>
                    </a:lnTo>
                    <a:lnTo>
                      <a:pt x="317" y="1644"/>
                    </a:lnTo>
                    <a:lnTo>
                      <a:pt x="315" y="1641"/>
                    </a:lnTo>
                    <a:lnTo>
                      <a:pt x="315" y="1641"/>
                    </a:lnTo>
                    <a:lnTo>
                      <a:pt x="291" y="1594"/>
                    </a:lnTo>
                    <a:lnTo>
                      <a:pt x="291" y="1594"/>
                    </a:lnTo>
                    <a:lnTo>
                      <a:pt x="289" y="1591"/>
                    </a:lnTo>
                    <a:lnTo>
                      <a:pt x="289" y="1591"/>
                    </a:lnTo>
                    <a:lnTo>
                      <a:pt x="266" y="1542"/>
                    </a:lnTo>
                    <a:lnTo>
                      <a:pt x="266" y="1542"/>
                    </a:lnTo>
                    <a:lnTo>
                      <a:pt x="264" y="1539"/>
                    </a:lnTo>
                    <a:lnTo>
                      <a:pt x="264" y="1539"/>
                    </a:lnTo>
                    <a:lnTo>
                      <a:pt x="264" y="1539"/>
                    </a:lnTo>
                    <a:lnTo>
                      <a:pt x="244" y="1491"/>
                    </a:lnTo>
                    <a:lnTo>
                      <a:pt x="244" y="1491"/>
                    </a:lnTo>
                    <a:lnTo>
                      <a:pt x="241" y="1485"/>
                    </a:lnTo>
                    <a:lnTo>
                      <a:pt x="241" y="1485"/>
                    </a:lnTo>
                    <a:lnTo>
                      <a:pt x="222" y="1435"/>
                    </a:lnTo>
                    <a:lnTo>
                      <a:pt x="222" y="1435"/>
                    </a:lnTo>
                    <a:lnTo>
                      <a:pt x="219" y="1429"/>
                    </a:lnTo>
                    <a:lnTo>
                      <a:pt x="219" y="1429"/>
                    </a:lnTo>
                    <a:lnTo>
                      <a:pt x="202" y="1379"/>
                    </a:lnTo>
                    <a:lnTo>
                      <a:pt x="202" y="1379"/>
                    </a:lnTo>
                    <a:lnTo>
                      <a:pt x="200" y="1373"/>
                    </a:lnTo>
                    <a:lnTo>
                      <a:pt x="200" y="1373"/>
                    </a:lnTo>
                    <a:lnTo>
                      <a:pt x="185" y="1323"/>
                    </a:lnTo>
                    <a:lnTo>
                      <a:pt x="185" y="1323"/>
                    </a:lnTo>
                    <a:lnTo>
                      <a:pt x="182" y="1312"/>
                    </a:lnTo>
                    <a:lnTo>
                      <a:pt x="182" y="1312"/>
                    </a:lnTo>
                    <a:lnTo>
                      <a:pt x="169" y="1262"/>
                    </a:lnTo>
                    <a:lnTo>
                      <a:pt x="169" y="1262"/>
                    </a:lnTo>
                    <a:lnTo>
                      <a:pt x="167" y="1253"/>
                    </a:lnTo>
                    <a:lnTo>
                      <a:pt x="167" y="1253"/>
                    </a:lnTo>
                    <a:lnTo>
                      <a:pt x="160" y="1218"/>
                    </a:lnTo>
                    <a:lnTo>
                      <a:pt x="160" y="1218"/>
                    </a:lnTo>
                    <a:lnTo>
                      <a:pt x="152" y="1189"/>
                    </a:lnTo>
                    <a:lnTo>
                      <a:pt x="152" y="1189"/>
                    </a:lnTo>
                    <a:lnTo>
                      <a:pt x="148" y="1159"/>
                    </a:lnTo>
                    <a:lnTo>
                      <a:pt x="148" y="1159"/>
                    </a:lnTo>
                    <a:lnTo>
                      <a:pt x="142" y="1128"/>
                    </a:lnTo>
                    <a:lnTo>
                      <a:pt x="142" y="1128"/>
                    </a:lnTo>
                    <a:lnTo>
                      <a:pt x="138" y="1100"/>
                    </a:lnTo>
                    <a:lnTo>
                      <a:pt x="138" y="1100"/>
                    </a:lnTo>
                    <a:lnTo>
                      <a:pt x="133" y="1068"/>
                    </a:lnTo>
                    <a:lnTo>
                      <a:pt x="133" y="1068"/>
                    </a:lnTo>
                    <a:lnTo>
                      <a:pt x="130" y="1040"/>
                    </a:lnTo>
                    <a:lnTo>
                      <a:pt x="130" y="1040"/>
                    </a:lnTo>
                    <a:lnTo>
                      <a:pt x="127" y="1006"/>
                    </a:lnTo>
                    <a:lnTo>
                      <a:pt x="127" y="1006"/>
                    </a:lnTo>
                    <a:lnTo>
                      <a:pt x="126" y="978"/>
                    </a:lnTo>
                    <a:lnTo>
                      <a:pt x="126" y="978"/>
                    </a:lnTo>
                    <a:lnTo>
                      <a:pt x="123" y="944"/>
                    </a:lnTo>
                    <a:lnTo>
                      <a:pt x="123" y="944"/>
                    </a:lnTo>
                    <a:lnTo>
                      <a:pt x="123" y="914"/>
                    </a:lnTo>
                    <a:lnTo>
                      <a:pt x="123" y="914"/>
                    </a:lnTo>
                    <a:lnTo>
                      <a:pt x="121" y="883"/>
                    </a:lnTo>
                    <a:lnTo>
                      <a:pt x="121" y="883"/>
                    </a:lnTo>
                    <a:lnTo>
                      <a:pt x="123" y="845"/>
                    </a:lnTo>
                    <a:lnTo>
                      <a:pt x="123" y="845"/>
                    </a:lnTo>
                    <a:lnTo>
                      <a:pt x="123" y="821"/>
                    </a:lnTo>
                    <a:lnTo>
                      <a:pt x="123" y="821"/>
                    </a:lnTo>
                    <a:lnTo>
                      <a:pt x="126" y="761"/>
                    </a:lnTo>
                    <a:lnTo>
                      <a:pt x="126" y="761"/>
                    </a:lnTo>
                    <a:lnTo>
                      <a:pt x="129" y="724"/>
                    </a:lnTo>
                    <a:lnTo>
                      <a:pt x="133" y="689"/>
                    </a:lnTo>
                    <a:lnTo>
                      <a:pt x="138" y="653"/>
                    </a:lnTo>
                    <a:lnTo>
                      <a:pt x="143" y="618"/>
                    </a:lnTo>
                    <a:lnTo>
                      <a:pt x="157" y="552"/>
                    </a:lnTo>
                    <a:lnTo>
                      <a:pt x="173" y="488"/>
                    </a:lnTo>
                    <a:lnTo>
                      <a:pt x="173" y="488"/>
                    </a:lnTo>
                    <a:lnTo>
                      <a:pt x="191" y="428"/>
                    </a:lnTo>
                    <a:lnTo>
                      <a:pt x="213" y="372"/>
                    </a:lnTo>
                    <a:lnTo>
                      <a:pt x="236" y="317"/>
                    </a:lnTo>
                    <a:lnTo>
                      <a:pt x="261" y="267"/>
                    </a:lnTo>
                    <a:lnTo>
                      <a:pt x="261" y="267"/>
                    </a:lnTo>
                    <a:lnTo>
                      <a:pt x="289" y="223"/>
                    </a:lnTo>
                    <a:lnTo>
                      <a:pt x="317" y="180"/>
                    </a:lnTo>
                    <a:lnTo>
                      <a:pt x="348" y="140"/>
                    </a:lnTo>
                    <a:lnTo>
                      <a:pt x="381" y="105"/>
                    </a:lnTo>
                    <a:lnTo>
                      <a:pt x="381" y="105"/>
                    </a:lnTo>
                    <a:lnTo>
                      <a:pt x="406" y="81"/>
                    </a:lnTo>
                    <a:lnTo>
                      <a:pt x="432" y="58"/>
                    </a:lnTo>
                    <a:lnTo>
                      <a:pt x="432" y="58"/>
                    </a:lnTo>
                    <a:lnTo>
                      <a:pt x="458" y="39"/>
                    </a:lnTo>
                    <a:lnTo>
                      <a:pt x="481" y="22"/>
                    </a:lnTo>
                    <a:lnTo>
                      <a:pt x="481" y="22"/>
                    </a:lnTo>
                    <a:lnTo>
                      <a:pt x="518" y="0"/>
                    </a:lnTo>
                    <a:lnTo>
                      <a:pt x="518" y="0"/>
                    </a:lnTo>
                    <a:lnTo>
                      <a:pt x="518" y="0"/>
                    </a:lnTo>
                    <a:lnTo>
                      <a:pt x="399"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2" name="Freeform 11"/>
              <p:cNvSpPr>
                <a:spLocks/>
              </p:cNvSpPr>
              <p:nvPr/>
            </p:nvSpPr>
            <p:spPr bwMode="auto">
              <a:xfrm>
                <a:off x="670721" y="2024860"/>
                <a:ext cx="2327275" cy="3454400"/>
              </a:xfrm>
              <a:custGeom>
                <a:avLst/>
                <a:gdLst>
                  <a:gd name="T0" fmla="*/ 342 w 1466"/>
                  <a:gd name="T1" fmla="*/ 92 h 2176"/>
                  <a:gd name="T2" fmla="*/ 243 w 1466"/>
                  <a:gd name="T3" fmla="*/ 179 h 2176"/>
                  <a:gd name="T4" fmla="*/ 158 w 1466"/>
                  <a:gd name="T5" fmla="*/ 294 h 2176"/>
                  <a:gd name="T6" fmla="*/ 108 w 1466"/>
                  <a:gd name="T7" fmla="*/ 390 h 2176"/>
                  <a:gd name="T8" fmla="*/ 47 w 1466"/>
                  <a:gd name="T9" fmla="*/ 557 h 2176"/>
                  <a:gd name="T10" fmla="*/ 10 w 1466"/>
                  <a:gd name="T11" fmla="*/ 750 h 2176"/>
                  <a:gd name="T12" fmla="*/ 0 w 1466"/>
                  <a:gd name="T13" fmla="*/ 891 h 2176"/>
                  <a:gd name="T14" fmla="*/ 10 w 1466"/>
                  <a:gd name="T15" fmla="*/ 1108 h 2176"/>
                  <a:gd name="T16" fmla="*/ 47 w 1466"/>
                  <a:gd name="T17" fmla="*/ 1319 h 2176"/>
                  <a:gd name="T18" fmla="*/ 86 w 1466"/>
                  <a:gd name="T19" fmla="*/ 1455 h 2176"/>
                  <a:gd name="T20" fmla="*/ 162 w 1466"/>
                  <a:gd name="T21" fmla="*/ 1640 h 2176"/>
                  <a:gd name="T22" fmla="*/ 258 w 1466"/>
                  <a:gd name="T23" fmla="*/ 1804 h 2176"/>
                  <a:gd name="T24" fmla="*/ 329 w 1466"/>
                  <a:gd name="T25" fmla="*/ 1898 h 2176"/>
                  <a:gd name="T26" fmla="*/ 442 w 1466"/>
                  <a:gd name="T27" fmla="*/ 2013 h 2176"/>
                  <a:gd name="T28" fmla="*/ 563 w 1466"/>
                  <a:gd name="T29" fmla="*/ 2099 h 2176"/>
                  <a:gd name="T30" fmla="*/ 644 w 1466"/>
                  <a:gd name="T31" fmla="*/ 2139 h 2176"/>
                  <a:gd name="T32" fmla="*/ 765 w 1466"/>
                  <a:gd name="T33" fmla="*/ 2171 h 2176"/>
                  <a:gd name="T34" fmla="*/ 885 w 1466"/>
                  <a:gd name="T35" fmla="*/ 2174 h 2176"/>
                  <a:gd name="T36" fmla="*/ 960 w 1466"/>
                  <a:gd name="T37" fmla="*/ 2161 h 2176"/>
                  <a:gd name="T38" fmla="*/ 1062 w 1466"/>
                  <a:gd name="T39" fmla="*/ 2121 h 2176"/>
                  <a:gd name="T40" fmla="*/ 1153 w 1466"/>
                  <a:gd name="T41" fmla="*/ 2061 h 2176"/>
                  <a:gd name="T42" fmla="*/ 1205 w 1466"/>
                  <a:gd name="T43" fmla="*/ 2013 h 2176"/>
                  <a:gd name="T44" fmla="*/ 1274 w 1466"/>
                  <a:gd name="T45" fmla="*/ 1931 h 2176"/>
                  <a:gd name="T46" fmla="*/ 1331 w 1466"/>
                  <a:gd name="T47" fmla="*/ 1837 h 2176"/>
                  <a:gd name="T48" fmla="*/ 1364 w 1466"/>
                  <a:gd name="T49" fmla="*/ 1770 h 2176"/>
                  <a:gd name="T50" fmla="*/ 1404 w 1466"/>
                  <a:gd name="T51" fmla="*/ 1665 h 2176"/>
                  <a:gd name="T52" fmla="*/ 1433 w 1466"/>
                  <a:gd name="T53" fmla="*/ 1553 h 2176"/>
                  <a:gd name="T54" fmla="*/ 1448 w 1466"/>
                  <a:gd name="T55" fmla="*/ 1477 h 2176"/>
                  <a:gd name="T56" fmla="*/ 1461 w 1466"/>
                  <a:gd name="T57" fmla="*/ 1357 h 2176"/>
                  <a:gd name="T58" fmla="*/ 1466 w 1466"/>
                  <a:gd name="T59" fmla="*/ 1232 h 2176"/>
                  <a:gd name="T60" fmla="*/ 1463 w 1466"/>
                  <a:gd name="T61" fmla="*/ 1148 h 2176"/>
                  <a:gd name="T62" fmla="*/ 1449 w 1466"/>
                  <a:gd name="T63" fmla="*/ 1023 h 2176"/>
                  <a:gd name="T64" fmla="*/ 1429 w 1466"/>
                  <a:gd name="T65" fmla="*/ 903 h 2176"/>
                  <a:gd name="T66" fmla="*/ 1410 w 1466"/>
                  <a:gd name="T67" fmla="*/ 824 h 2176"/>
                  <a:gd name="T68" fmla="*/ 1376 w 1466"/>
                  <a:gd name="T69" fmla="*/ 710 h 2176"/>
                  <a:gd name="T70" fmla="*/ 1333 w 1466"/>
                  <a:gd name="T71" fmla="*/ 600 h 2176"/>
                  <a:gd name="T72" fmla="*/ 1299 w 1466"/>
                  <a:gd name="T73" fmla="*/ 529 h 2176"/>
                  <a:gd name="T74" fmla="*/ 1243 w 1466"/>
                  <a:gd name="T75" fmla="*/ 426 h 2176"/>
                  <a:gd name="T76" fmla="*/ 1180 w 1466"/>
                  <a:gd name="T77" fmla="*/ 331 h 2176"/>
                  <a:gd name="T78" fmla="*/ 1131 w 1466"/>
                  <a:gd name="T79" fmla="*/ 271 h 2176"/>
                  <a:gd name="T80" fmla="*/ 1051 w 1466"/>
                  <a:gd name="T81" fmla="*/ 187 h 2176"/>
                  <a:gd name="T82" fmla="*/ 963 w 1466"/>
                  <a:gd name="T83" fmla="*/ 116 h 2176"/>
                  <a:gd name="T84" fmla="*/ 898 w 1466"/>
                  <a:gd name="T85" fmla="*/ 75 h 2176"/>
                  <a:gd name="T86" fmla="*/ 795 w 1466"/>
                  <a:gd name="T87" fmla="*/ 29 h 2176"/>
                  <a:gd name="T88" fmla="*/ 693 w 1466"/>
                  <a:gd name="T89" fmla="*/ 4 h 2176"/>
                  <a:gd name="T90" fmla="*/ 627 w 1466"/>
                  <a:gd name="T91" fmla="*/ 0 h 2176"/>
                  <a:gd name="T92" fmla="*/ 562 w 1466"/>
                  <a:gd name="T93" fmla="*/ 4 h 2176"/>
                  <a:gd name="T94" fmla="*/ 467 w 1466"/>
                  <a:gd name="T95" fmla="*/ 28 h 2176"/>
                  <a:gd name="T96" fmla="*/ 376 w 1466"/>
                  <a:gd name="T97" fmla="*/ 70 h 2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66" h="2176">
                    <a:moveTo>
                      <a:pt x="376" y="70"/>
                    </a:moveTo>
                    <a:lnTo>
                      <a:pt x="376" y="70"/>
                    </a:lnTo>
                    <a:lnTo>
                      <a:pt x="342" y="92"/>
                    </a:lnTo>
                    <a:lnTo>
                      <a:pt x="308" y="119"/>
                    </a:lnTo>
                    <a:lnTo>
                      <a:pt x="276" y="148"/>
                    </a:lnTo>
                    <a:lnTo>
                      <a:pt x="243" y="179"/>
                    </a:lnTo>
                    <a:lnTo>
                      <a:pt x="214" y="215"/>
                    </a:lnTo>
                    <a:lnTo>
                      <a:pt x="186" y="253"/>
                    </a:lnTo>
                    <a:lnTo>
                      <a:pt x="158" y="294"/>
                    </a:lnTo>
                    <a:lnTo>
                      <a:pt x="133" y="340"/>
                    </a:lnTo>
                    <a:lnTo>
                      <a:pt x="133" y="340"/>
                    </a:lnTo>
                    <a:lnTo>
                      <a:pt x="108" y="390"/>
                    </a:lnTo>
                    <a:lnTo>
                      <a:pt x="86" y="443"/>
                    </a:lnTo>
                    <a:lnTo>
                      <a:pt x="65" y="498"/>
                    </a:lnTo>
                    <a:lnTo>
                      <a:pt x="47" y="557"/>
                    </a:lnTo>
                    <a:lnTo>
                      <a:pt x="32" y="619"/>
                    </a:lnTo>
                    <a:lnTo>
                      <a:pt x="21" y="684"/>
                    </a:lnTo>
                    <a:lnTo>
                      <a:pt x="10" y="750"/>
                    </a:lnTo>
                    <a:lnTo>
                      <a:pt x="4" y="819"/>
                    </a:lnTo>
                    <a:lnTo>
                      <a:pt x="4" y="819"/>
                    </a:lnTo>
                    <a:lnTo>
                      <a:pt x="0" y="891"/>
                    </a:lnTo>
                    <a:lnTo>
                      <a:pt x="0" y="964"/>
                    </a:lnTo>
                    <a:lnTo>
                      <a:pt x="3" y="1036"/>
                    </a:lnTo>
                    <a:lnTo>
                      <a:pt x="10" y="1108"/>
                    </a:lnTo>
                    <a:lnTo>
                      <a:pt x="19" y="1179"/>
                    </a:lnTo>
                    <a:lnTo>
                      <a:pt x="31" y="1250"/>
                    </a:lnTo>
                    <a:lnTo>
                      <a:pt x="47" y="1319"/>
                    </a:lnTo>
                    <a:lnTo>
                      <a:pt x="65" y="1388"/>
                    </a:lnTo>
                    <a:lnTo>
                      <a:pt x="65" y="1388"/>
                    </a:lnTo>
                    <a:lnTo>
                      <a:pt x="86" y="1455"/>
                    </a:lnTo>
                    <a:lnTo>
                      <a:pt x="109" y="1518"/>
                    </a:lnTo>
                    <a:lnTo>
                      <a:pt x="134" y="1580"/>
                    </a:lnTo>
                    <a:lnTo>
                      <a:pt x="162" y="1640"/>
                    </a:lnTo>
                    <a:lnTo>
                      <a:pt x="192" y="1698"/>
                    </a:lnTo>
                    <a:lnTo>
                      <a:pt x="224" y="1752"/>
                    </a:lnTo>
                    <a:lnTo>
                      <a:pt x="258" y="1804"/>
                    </a:lnTo>
                    <a:lnTo>
                      <a:pt x="293" y="1854"/>
                    </a:lnTo>
                    <a:lnTo>
                      <a:pt x="293" y="1854"/>
                    </a:lnTo>
                    <a:lnTo>
                      <a:pt x="329" y="1898"/>
                    </a:lnTo>
                    <a:lnTo>
                      <a:pt x="366" y="1940"/>
                    </a:lnTo>
                    <a:lnTo>
                      <a:pt x="403" y="1978"/>
                    </a:lnTo>
                    <a:lnTo>
                      <a:pt x="442" y="2013"/>
                    </a:lnTo>
                    <a:lnTo>
                      <a:pt x="482" y="2046"/>
                    </a:lnTo>
                    <a:lnTo>
                      <a:pt x="522" y="2074"/>
                    </a:lnTo>
                    <a:lnTo>
                      <a:pt x="563" y="2099"/>
                    </a:lnTo>
                    <a:lnTo>
                      <a:pt x="606" y="2121"/>
                    </a:lnTo>
                    <a:lnTo>
                      <a:pt x="606" y="2121"/>
                    </a:lnTo>
                    <a:lnTo>
                      <a:pt x="644" y="2139"/>
                    </a:lnTo>
                    <a:lnTo>
                      <a:pt x="684" y="2152"/>
                    </a:lnTo>
                    <a:lnTo>
                      <a:pt x="725" y="2162"/>
                    </a:lnTo>
                    <a:lnTo>
                      <a:pt x="765" y="2171"/>
                    </a:lnTo>
                    <a:lnTo>
                      <a:pt x="805" y="2176"/>
                    </a:lnTo>
                    <a:lnTo>
                      <a:pt x="845" y="2176"/>
                    </a:lnTo>
                    <a:lnTo>
                      <a:pt x="885" y="2174"/>
                    </a:lnTo>
                    <a:lnTo>
                      <a:pt x="924" y="2168"/>
                    </a:lnTo>
                    <a:lnTo>
                      <a:pt x="924" y="2168"/>
                    </a:lnTo>
                    <a:lnTo>
                      <a:pt x="960" y="2161"/>
                    </a:lnTo>
                    <a:lnTo>
                      <a:pt x="995" y="2149"/>
                    </a:lnTo>
                    <a:lnTo>
                      <a:pt x="1029" y="2136"/>
                    </a:lnTo>
                    <a:lnTo>
                      <a:pt x="1062" y="2121"/>
                    </a:lnTo>
                    <a:lnTo>
                      <a:pt x="1094" y="2103"/>
                    </a:lnTo>
                    <a:lnTo>
                      <a:pt x="1124" y="2083"/>
                    </a:lnTo>
                    <a:lnTo>
                      <a:pt x="1153" y="2061"/>
                    </a:lnTo>
                    <a:lnTo>
                      <a:pt x="1181" y="2037"/>
                    </a:lnTo>
                    <a:lnTo>
                      <a:pt x="1181" y="2037"/>
                    </a:lnTo>
                    <a:lnTo>
                      <a:pt x="1205" y="2013"/>
                    </a:lnTo>
                    <a:lnTo>
                      <a:pt x="1230" y="1987"/>
                    </a:lnTo>
                    <a:lnTo>
                      <a:pt x="1252" y="1960"/>
                    </a:lnTo>
                    <a:lnTo>
                      <a:pt x="1274" y="1931"/>
                    </a:lnTo>
                    <a:lnTo>
                      <a:pt x="1295" y="1901"/>
                    </a:lnTo>
                    <a:lnTo>
                      <a:pt x="1314" y="1869"/>
                    </a:lnTo>
                    <a:lnTo>
                      <a:pt x="1331" y="1837"/>
                    </a:lnTo>
                    <a:lnTo>
                      <a:pt x="1349" y="1803"/>
                    </a:lnTo>
                    <a:lnTo>
                      <a:pt x="1349" y="1803"/>
                    </a:lnTo>
                    <a:lnTo>
                      <a:pt x="1364" y="1770"/>
                    </a:lnTo>
                    <a:lnTo>
                      <a:pt x="1379" y="1736"/>
                    </a:lnTo>
                    <a:lnTo>
                      <a:pt x="1392" y="1701"/>
                    </a:lnTo>
                    <a:lnTo>
                      <a:pt x="1404" y="1665"/>
                    </a:lnTo>
                    <a:lnTo>
                      <a:pt x="1414" y="1629"/>
                    </a:lnTo>
                    <a:lnTo>
                      <a:pt x="1424" y="1592"/>
                    </a:lnTo>
                    <a:lnTo>
                      <a:pt x="1433" y="1553"/>
                    </a:lnTo>
                    <a:lnTo>
                      <a:pt x="1441" y="1514"/>
                    </a:lnTo>
                    <a:lnTo>
                      <a:pt x="1441" y="1514"/>
                    </a:lnTo>
                    <a:lnTo>
                      <a:pt x="1448" y="1477"/>
                    </a:lnTo>
                    <a:lnTo>
                      <a:pt x="1454" y="1437"/>
                    </a:lnTo>
                    <a:lnTo>
                      <a:pt x="1458" y="1397"/>
                    </a:lnTo>
                    <a:lnTo>
                      <a:pt x="1461" y="1357"/>
                    </a:lnTo>
                    <a:lnTo>
                      <a:pt x="1464" y="1316"/>
                    </a:lnTo>
                    <a:lnTo>
                      <a:pt x="1466" y="1275"/>
                    </a:lnTo>
                    <a:lnTo>
                      <a:pt x="1466" y="1232"/>
                    </a:lnTo>
                    <a:lnTo>
                      <a:pt x="1464" y="1189"/>
                    </a:lnTo>
                    <a:lnTo>
                      <a:pt x="1464" y="1189"/>
                    </a:lnTo>
                    <a:lnTo>
                      <a:pt x="1463" y="1148"/>
                    </a:lnTo>
                    <a:lnTo>
                      <a:pt x="1460" y="1105"/>
                    </a:lnTo>
                    <a:lnTo>
                      <a:pt x="1455" y="1064"/>
                    </a:lnTo>
                    <a:lnTo>
                      <a:pt x="1449" y="1023"/>
                    </a:lnTo>
                    <a:lnTo>
                      <a:pt x="1443" y="983"/>
                    </a:lnTo>
                    <a:lnTo>
                      <a:pt x="1436" y="943"/>
                    </a:lnTo>
                    <a:lnTo>
                      <a:pt x="1429" y="903"/>
                    </a:lnTo>
                    <a:lnTo>
                      <a:pt x="1420" y="863"/>
                    </a:lnTo>
                    <a:lnTo>
                      <a:pt x="1420" y="863"/>
                    </a:lnTo>
                    <a:lnTo>
                      <a:pt x="1410" y="824"/>
                    </a:lnTo>
                    <a:lnTo>
                      <a:pt x="1399" y="785"/>
                    </a:lnTo>
                    <a:lnTo>
                      <a:pt x="1387" y="747"/>
                    </a:lnTo>
                    <a:lnTo>
                      <a:pt x="1376" y="710"/>
                    </a:lnTo>
                    <a:lnTo>
                      <a:pt x="1362" y="672"/>
                    </a:lnTo>
                    <a:lnTo>
                      <a:pt x="1348" y="636"/>
                    </a:lnTo>
                    <a:lnTo>
                      <a:pt x="1333" y="600"/>
                    </a:lnTo>
                    <a:lnTo>
                      <a:pt x="1317" y="564"/>
                    </a:lnTo>
                    <a:lnTo>
                      <a:pt x="1317" y="564"/>
                    </a:lnTo>
                    <a:lnTo>
                      <a:pt x="1299" y="529"/>
                    </a:lnTo>
                    <a:lnTo>
                      <a:pt x="1281" y="493"/>
                    </a:lnTo>
                    <a:lnTo>
                      <a:pt x="1262" y="460"/>
                    </a:lnTo>
                    <a:lnTo>
                      <a:pt x="1243" y="426"/>
                    </a:lnTo>
                    <a:lnTo>
                      <a:pt x="1222" y="393"/>
                    </a:lnTo>
                    <a:lnTo>
                      <a:pt x="1202" y="362"/>
                    </a:lnTo>
                    <a:lnTo>
                      <a:pt x="1180" y="331"/>
                    </a:lnTo>
                    <a:lnTo>
                      <a:pt x="1156" y="300"/>
                    </a:lnTo>
                    <a:lnTo>
                      <a:pt x="1156" y="300"/>
                    </a:lnTo>
                    <a:lnTo>
                      <a:pt x="1131" y="271"/>
                    </a:lnTo>
                    <a:lnTo>
                      <a:pt x="1106" y="241"/>
                    </a:lnTo>
                    <a:lnTo>
                      <a:pt x="1079" y="213"/>
                    </a:lnTo>
                    <a:lnTo>
                      <a:pt x="1051" y="187"/>
                    </a:lnTo>
                    <a:lnTo>
                      <a:pt x="1022" y="162"/>
                    </a:lnTo>
                    <a:lnTo>
                      <a:pt x="992" y="138"/>
                    </a:lnTo>
                    <a:lnTo>
                      <a:pt x="963" y="116"/>
                    </a:lnTo>
                    <a:lnTo>
                      <a:pt x="932" y="94"/>
                    </a:lnTo>
                    <a:lnTo>
                      <a:pt x="932" y="94"/>
                    </a:lnTo>
                    <a:lnTo>
                      <a:pt x="898" y="75"/>
                    </a:lnTo>
                    <a:lnTo>
                      <a:pt x="864" y="57"/>
                    </a:lnTo>
                    <a:lnTo>
                      <a:pt x="830" y="41"/>
                    </a:lnTo>
                    <a:lnTo>
                      <a:pt x="795" y="29"/>
                    </a:lnTo>
                    <a:lnTo>
                      <a:pt x="761" y="17"/>
                    </a:lnTo>
                    <a:lnTo>
                      <a:pt x="727" y="10"/>
                    </a:lnTo>
                    <a:lnTo>
                      <a:pt x="693" y="4"/>
                    </a:lnTo>
                    <a:lnTo>
                      <a:pt x="658" y="1"/>
                    </a:lnTo>
                    <a:lnTo>
                      <a:pt x="658" y="1"/>
                    </a:lnTo>
                    <a:lnTo>
                      <a:pt x="627" y="0"/>
                    </a:lnTo>
                    <a:lnTo>
                      <a:pt x="627" y="0"/>
                    </a:lnTo>
                    <a:lnTo>
                      <a:pt x="594" y="1"/>
                    </a:lnTo>
                    <a:lnTo>
                      <a:pt x="562" y="4"/>
                    </a:lnTo>
                    <a:lnTo>
                      <a:pt x="529" y="10"/>
                    </a:lnTo>
                    <a:lnTo>
                      <a:pt x="498" y="17"/>
                    </a:lnTo>
                    <a:lnTo>
                      <a:pt x="467" y="28"/>
                    </a:lnTo>
                    <a:lnTo>
                      <a:pt x="436" y="39"/>
                    </a:lnTo>
                    <a:lnTo>
                      <a:pt x="407" y="54"/>
                    </a:lnTo>
                    <a:lnTo>
                      <a:pt x="376" y="70"/>
                    </a:lnTo>
                    <a:close/>
                  </a:path>
                </a:pathLst>
              </a:custGeom>
              <a:solidFill>
                <a:srgbClr val="F3F3F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3" name="Freeform 14"/>
              <p:cNvSpPr>
                <a:spLocks/>
              </p:cNvSpPr>
              <p:nvPr/>
            </p:nvSpPr>
            <p:spPr bwMode="auto">
              <a:xfrm>
                <a:off x="775891" y="2143126"/>
                <a:ext cx="2159000" cy="3206750"/>
              </a:xfrm>
              <a:custGeom>
                <a:avLst/>
                <a:gdLst>
                  <a:gd name="T0" fmla="*/ 317 w 1360"/>
                  <a:gd name="T1" fmla="*/ 87 h 2020"/>
                  <a:gd name="T2" fmla="*/ 226 w 1360"/>
                  <a:gd name="T3" fmla="*/ 168 h 2020"/>
                  <a:gd name="T4" fmla="*/ 146 w 1360"/>
                  <a:gd name="T5" fmla="*/ 274 h 2020"/>
                  <a:gd name="T6" fmla="*/ 101 w 1360"/>
                  <a:gd name="T7" fmla="*/ 363 h 2020"/>
                  <a:gd name="T8" fmla="*/ 45 w 1360"/>
                  <a:gd name="T9" fmla="*/ 517 h 2020"/>
                  <a:gd name="T10" fmla="*/ 9 w 1360"/>
                  <a:gd name="T11" fmla="*/ 696 h 2020"/>
                  <a:gd name="T12" fmla="*/ 0 w 1360"/>
                  <a:gd name="T13" fmla="*/ 828 h 2020"/>
                  <a:gd name="T14" fmla="*/ 9 w 1360"/>
                  <a:gd name="T15" fmla="*/ 1029 h 2020"/>
                  <a:gd name="T16" fmla="*/ 43 w 1360"/>
                  <a:gd name="T17" fmla="*/ 1225 h 2020"/>
                  <a:gd name="T18" fmla="*/ 80 w 1360"/>
                  <a:gd name="T19" fmla="*/ 1350 h 2020"/>
                  <a:gd name="T20" fmla="*/ 151 w 1360"/>
                  <a:gd name="T21" fmla="*/ 1523 h 2020"/>
                  <a:gd name="T22" fmla="*/ 239 w 1360"/>
                  <a:gd name="T23" fmla="*/ 1675 h 2020"/>
                  <a:gd name="T24" fmla="*/ 304 w 1360"/>
                  <a:gd name="T25" fmla="*/ 1762 h 2020"/>
                  <a:gd name="T26" fmla="*/ 410 w 1360"/>
                  <a:gd name="T27" fmla="*/ 1869 h 2020"/>
                  <a:gd name="T28" fmla="*/ 522 w 1360"/>
                  <a:gd name="T29" fmla="*/ 1949 h 2020"/>
                  <a:gd name="T30" fmla="*/ 599 w 1360"/>
                  <a:gd name="T31" fmla="*/ 1984 h 2020"/>
                  <a:gd name="T32" fmla="*/ 709 w 1360"/>
                  <a:gd name="T33" fmla="*/ 2015 h 2020"/>
                  <a:gd name="T34" fmla="*/ 822 w 1360"/>
                  <a:gd name="T35" fmla="*/ 2018 h 2020"/>
                  <a:gd name="T36" fmla="*/ 891 w 1360"/>
                  <a:gd name="T37" fmla="*/ 2005 h 2020"/>
                  <a:gd name="T38" fmla="*/ 985 w 1360"/>
                  <a:gd name="T39" fmla="*/ 1968 h 2020"/>
                  <a:gd name="T40" fmla="*/ 1069 w 1360"/>
                  <a:gd name="T41" fmla="*/ 1913 h 2020"/>
                  <a:gd name="T42" fmla="*/ 1118 w 1360"/>
                  <a:gd name="T43" fmla="*/ 1868 h 2020"/>
                  <a:gd name="T44" fmla="*/ 1181 w 1360"/>
                  <a:gd name="T45" fmla="*/ 1793 h 2020"/>
                  <a:gd name="T46" fmla="*/ 1236 w 1360"/>
                  <a:gd name="T47" fmla="*/ 1706 h 2020"/>
                  <a:gd name="T48" fmla="*/ 1265 w 1360"/>
                  <a:gd name="T49" fmla="*/ 1644 h 2020"/>
                  <a:gd name="T50" fmla="*/ 1302 w 1360"/>
                  <a:gd name="T51" fmla="*/ 1546 h 2020"/>
                  <a:gd name="T52" fmla="*/ 1330 w 1360"/>
                  <a:gd name="T53" fmla="*/ 1442 h 2020"/>
                  <a:gd name="T54" fmla="*/ 1343 w 1360"/>
                  <a:gd name="T55" fmla="*/ 1371 h 2020"/>
                  <a:gd name="T56" fmla="*/ 1355 w 1360"/>
                  <a:gd name="T57" fmla="*/ 1260 h 2020"/>
                  <a:gd name="T58" fmla="*/ 1360 w 1360"/>
                  <a:gd name="T59" fmla="*/ 1144 h 2020"/>
                  <a:gd name="T60" fmla="*/ 1357 w 1360"/>
                  <a:gd name="T61" fmla="*/ 1066 h 2020"/>
                  <a:gd name="T62" fmla="*/ 1345 w 1360"/>
                  <a:gd name="T63" fmla="*/ 951 h 2020"/>
                  <a:gd name="T64" fmla="*/ 1326 w 1360"/>
                  <a:gd name="T65" fmla="*/ 839 h 2020"/>
                  <a:gd name="T66" fmla="*/ 1308 w 1360"/>
                  <a:gd name="T67" fmla="*/ 765 h 2020"/>
                  <a:gd name="T68" fmla="*/ 1276 w 1360"/>
                  <a:gd name="T69" fmla="*/ 659 h 2020"/>
                  <a:gd name="T70" fmla="*/ 1236 w 1360"/>
                  <a:gd name="T71" fmla="*/ 557 h 2020"/>
                  <a:gd name="T72" fmla="*/ 1206 w 1360"/>
                  <a:gd name="T73" fmla="*/ 491 h 2020"/>
                  <a:gd name="T74" fmla="*/ 1153 w 1360"/>
                  <a:gd name="T75" fmla="*/ 396 h 2020"/>
                  <a:gd name="T76" fmla="*/ 1094 w 1360"/>
                  <a:gd name="T77" fmla="*/ 308 h 2020"/>
                  <a:gd name="T78" fmla="*/ 1050 w 1360"/>
                  <a:gd name="T79" fmla="*/ 252 h 2020"/>
                  <a:gd name="T80" fmla="*/ 975 w 1360"/>
                  <a:gd name="T81" fmla="*/ 174 h 2020"/>
                  <a:gd name="T82" fmla="*/ 894 w 1360"/>
                  <a:gd name="T83" fmla="*/ 107 h 2020"/>
                  <a:gd name="T84" fmla="*/ 833 w 1360"/>
                  <a:gd name="T85" fmla="*/ 69 h 2020"/>
                  <a:gd name="T86" fmla="*/ 737 w 1360"/>
                  <a:gd name="T87" fmla="*/ 26 h 2020"/>
                  <a:gd name="T88" fmla="*/ 642 w 1360"/>
                  <a:gd name="T89" fmla="*/ 4 h 2020"/>
                  <a:gd name="T90" fmla="*/ 581 w 1360"/>
                  <a:gd name="T91" fmla="*/ 0 h 2020"/>
                  <a:gd name="T92" fmla="*/ 521 w 1360"/>
                  <a:gd name="T93" fmla="*/ 4 h 2020"/>
                  <a:gd name="T94" fmla="*/ 434 w 1360"/>
                  <a:gd name="T95" fmla="*/ 25 h 2020"/>
                  <a:gd name="T96" fmla="*/ 350 w 1360"/>
                  <a:gd name="T97" fmla="*/ 65 h 2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0" h="2020">
                    <a:moveTo>
                      <a:pt x="350" y="65"/>
                    </a:moveTo>
                    <a:lnTo>
                      <a:pt x="350" y="65"/>
                    </a:lnTo>
                    <a:lnTo>
                      <a:pt x="317" y="87"/>
                    </a:lnTo>
                    <a:lnTo>
                      <a:pt x="285" y="110"/>
                    </a:lnTo>
                    <a:lnTo>
                      <a:pt x="255" y="138"/>
                    </a:lnTo>
                    <a:lnTo>
                      <a:pt x="226" y="168"/>
                    </a:lnTo>
                    <a:lnTo>
                      <a:pt x="198" y="200"/>
                    </a:lnTo>
                    <a:lnTo>
                      <a:pt x="171" y="236"/>
                    </a:lnTo>
                    <a:lnTo>
                      <a:pt x="146" y="274"/>
                    </a:lnTo>
                    <a:lnTo>
                      <a:pt x="123" y="315"/>
                    </a:lnTo>
                    <a:lnTo>
                      <a:pt x="123" y="315"/>
                    </a:lnTo>
                    <a:lnTo>
                      <a:pt x="101" y="363"/>
                    </a:lnTo>
                    <a:lnTo>
                      <a:pt x="80" y="411"/>
                    </a:lnTo>
                    <a:lnTo>
                      <a:pt x="61" y="463"/>
                    </a:lnTo>
                    <a:lnTo>
                      <a:pt x="45" y="517"/>
                    </a:lnTo>
                    <a:lnTo>
                      <a:pt x="30" y="575"/>
                    </a:lnTo>
                    <a:lnTo>
                      <a:pt x="18" y="634"/>
                    </a:lnTo>
                    <a:lnTo>
                      <a:pt x="9" y="696"/>
                    </a:lnTo>
                    <a:lnTo>
                      <a:pt x="3" y="761"/>
                    </a:lnTo>
                    <a:lnTo>
                      <a:pt x="3" y="761"/>
                    </a:lnTo>
                    <a:lnTo>
                      <a:pt x="0" y="828"/>
                    </a:lnTo>
                    <a:lnTo>
                      <a:pt x="0" y="895"/>
                    </a:lnTo>
                    <a:lnTo>
                      <a:pt x="3" y="963"/>
                    </a:lnTo>
                    <a:lnTo>
                      <a:pt x="9" y="1029"/>
                    </a:lnTo>
                    <a:lnTo>
                      <a:pt x="18" y="1095"/>
                    </a:lnTo>
                    <a:lnTo>
                      <a:pt x="30" y="1160"/>
                    </a:lnTo>
                    <a:lnTo>
                      <a:pt x="43" y="1225"/>
                    </a:lnTo>
                    <a:lnTo>
                      <a:pt x="61" y="1288"/>
                    </a:lnTo>
                    <a:lnTo>
                      <a:pt x="61" y="1288"/>
                    </a:lnTo>
                    <a:lnTo>
                      <a:pt x="80" y="1350"/>
                    </a:lnTo>
                    <a:lnTo>
                      <a:pt x="101" y="1409"/>
                    </a:lnTo>
                    <a:lnTo>
                      <a:pt x="124" y="1467"/>
                    </a:lnTo>
                    <a:lnTo>
                      <a:pt x="151" y="1523"/>
                    </a:lnTo>
                    <a:lnTo>
                      <a:pt x="179" y="1576"/>
                    </a:lnTo>
                    <a:lnTo>
                      <a:pt x="208" y="1626"/>
                    </a:lnTo>
                    <a:lnTo>
                      <a:pt x="239" y="1675"/>
                    </a:lnTo>
                    <a:lnTo>
                      <a:pt x="272" y="1720"/>
                    </a:lnTo>
                    <a:lnTo>
                      <a:pt x="272" y="1720"/>
                    </a:lnTo>
                    <a:lnTo>
                      <a:pt x="304" y="1762"/>
                    </a:lnTo>
                    <a:lnTo>
                      <a:pt x="339" y="1800"/>
                    </a:lnTo>
                    <a:lnTo>
                      <a:pt x="373" y="1837"/>
                    </a:lnTo>
                    <a:lnTo>
                      <a:pt x="410" y="1869"/>
                    </a:lnTo>
                    <a:lnTo>
                      <a:pt x="447" y="1899"/>
                    </a:lnTo>
                    <a:lnTo>
                      <a:pt x="484" y="1925"/>
                    </a:lnTo>
                    <a:lnTo>
                      <a:pt x="522" y="1949"/>
                    </a:lnTo>
                    <a:lnTo>
                      <a:pt x="562" y="1970"/>
                    </a:lnTo>
                    <a:lnTo>
                      <a:pt x="562" y="1970"/>
                    </a:lnTo>
                    <a:lnTo>
                      <a:pt x="599" y="1984"/>
                    </a:lnTo>
                    <a:lnTo>
                      <a:pt x="636" y="1998"/>
                    </a:lnTo>
                    <a:lnTo>
                      <a:pt x="673" y="2008"/>
                    </a:lnTo>
                    <a:lnTo>
                      <a:pt x="709" y="2015"/>
                    </a:lnTo>
                    <a:lnTo>
                      <a:pt x="746" y="2020"/>
                    </a:lnTo>
                    <a:lnTo>
                      <a:pt x="785" y="2020"/>
                    </a:lnTo>
                    <a:lnTo>
                      <a:pt x="822" y="2018"/>
                    </a:lnTo>
                    <a:lnTo>
                      <a:pt x="858" y="2012"/>
                    </a:lnTo>
                    <a:lnTo>
                      <a:pt x="858" y="2012"/>
                    </a:lnTo>
                    <a:lnTo>
                      <a:pt x="891" y="2005"/>
                    </a:lnTo>
                    <a:lnTo>
                      <a:pt x="923" y="1996"/>
                    </a:lnTo>
                    <a:lnTo>
                      <a:pt x="956" y="1983"/>
                    </a:lnTo>
                    <a:lnTo>
                      <a:pt x="985" y="1968"/>
                    </a:lnTo>
                    <a:lnTo>
                      <a:pt x="1015" y="1952"/>
                    </a:lnTo>
                    <a:lnTo>
                      <a:pt x="1043" y="1934"/>
                    </a:lnTo>
                    <a:lnTo>
                      <a:pt x="1069" y="1913"/>
                    </a:lnTo>
                    <a:lnTo>
                      <a:pt x="1096" y="1891"/>
                    </a:lnTo>
                    <a:lnTo>
                      <a:pt x="1096" y="1891"/>
                    </a:lnTo>
                    <a:lnTo>
                      <a:pt x="1118" y="1868"/>
                    </a:lnTo>
                    <a:lnTo>
                      <a:pt x="1140" y="1844"/>
                    </a:lnTo>
                    <a:lnTo>
                      <a:pt x="1162" y="1819"/>
                    </a:lnTo>
                    <a:lnTo>
                      <a:pt x="1181" y="1793"/>
                    </a:lnTo>
                    <a:lnTo>
                      <a:pt x="1200" y="1765"/>
                    </a:lnTo>
                    <a:lnTo>
                      <a:pt x="1218" y="1735"/>
                    </a:lnTo>
                    <a:lnTo>
                      <a:pt x="1236" y="1706"/>
                    </a:lnTo>
                    <a:lnTo>
                      <a:pt x="1252" y="1675"/>
                    </a:lnTo>
                    <a:lnTo>
                      <a:pt x="1252" y="1675"/>
                    </a:lnTo>
                    <a:lnTo>
                      <a:pt x="1265" y="1644"/>
                    </a:lnTo>
                    <a:lnTo>
                      <a:pt x="1279" y="1611"/>
                    </a:lnTo>
                    <a:lnTo>
                      <a:pt x="1290" y="1579"/>
                    </a:lnTo>
                    <a:lnTo>
                      <a:pt x="1302" y="1546"/>
                    </a:lnTo>
                    <a:lnTo>
                      <a:pt x="1312" y="1512"/>
                    </a:lnTo>
                    <a:lnTo>
                      <a:pt x="1321" y="1477"/>
                    </a:lnTo>
                    <a:lnTo>
                      <a:pt x="1330" y="1442"/>
                    </a:lnTo>
                    <a:lnTo>
                      <a:pt x="1338" y="1406"/>
                    </a:lnTo>
                    <a:lnTo>
                      <a:pt x="1338" y="1406"/>
                    </a:lnTo>
                    <a:lnTo>
                      <a:pt x="1343" y="1371"/>
                    </a:lnTo>
                    <a:lnTo>
                      <a:pt x="1348" y="1334"/>
                    </a:lnTo>
                    <a:lnTo>
                      <a:pt x="1352" y="1297"/>
                    </a:lnTo>
                    <a:lnTo>
                      <a:pt x="1355" y="1260"/>
                    </a:lnTo>
                    <a:lnTo>
                      <a:pt x="1358" y="1222"/>
                    </a:lnTo>
                    <a:lnTo>
                      <a:pt x="1360" y="1184"/>
                    </a:lnTo>
                    <a:lnTo>
                      <a:pt x="1360" y="1144"/>
                    </a:lnTo>
                    <a:lnTo>
                      <a:pt x="1358" y="1104"/>
                    </a:lnTo>
                    <a:lnTo>
                      <a:pt x="1358" y="1104"/>
                    </a:lnTo>
                    <a:lnTo>
                      <a:pt x="1357" y="1066"/>
                    </a:lnTo>
                    <a:lnTo>
                      <a:pt x="1354" y="1027"/>
                    </a:lnTo>
                    <a:lnTo>
                      <a:pt x="1349" y="989"/>
                    </a:lnTo>
                    <a:lnTo>
                      <a:pt x="1345" y="951"/>
                    </a:lnTo>
                    <a:lnTo>
                      <a:pt x="1339" y="912"/>
                    </a:lnTo>
                    <a:lnTo>
                      <a:pt x="1333" y="876"/>
                    </a:lnTo>
                    <a:lnTo>
                      <a:pt x="1326" y="839"/>
                    </a:lnTo>
                    <a:lnTo>
                      <a:pt x="1317" y="802"/>
                    </a:lnTo>
                    <a:lnTo>
                      <a:pt x="1317" y="802"/>
                    </a:lnTo>
                    <a:lnTo>
                      <a:pt x="1308" y="765"/>
                    </a:lnTo>
                    <a:lnTo>
                      <a:pt x="1298" y="730"/>
                    </a:lnTo>
                    <a:lnTo>
                      <a:pt x="1287" y="694"/>
                    </a:lnTo>
                    <a:lnTo>
                      <a:pt x="1276" y="659"/>
                    </a:lnTo>
                    <a:lnTo>
                      <a:pt x="1264" y="625"/>
                    </a:lnTo>
                    <a:lnTo>
                      <a:pt x="1251" y="591"/>
                    </a:lnTo>
                    <a:lnTo>
                      <a:pt x="1236" y="557"/>
                    </a:lnTo>
                    <a:lnTo>
                      <a:pt x="1223" y="525"/>
                    </a:lnTo>
                    <a:lnTo>
                      <a:pt x="1223" y="525"/>
                    </a:lnTo>
                    <a:lnTo>
                      <a:pt x="1206" y="491"/>
                    </a:lnTo>
                    <a:lnTo>
                      <a:pt x="1189" y="458"/>
                    </a:lnTo>
                    <a:lnTo>
                      <a:pt x="1172" y="427"/>
                    </a:lnTo>
                    <a:lnTo>
                      <a:pt x="1153" y="396"/>
                    </a:lnTo>
                    <a:lnTo>
                      <a:pt x="1134" y="365"/>
                    </a:lnTo>
                    <a:lnTo>
                      <a:pt x="1115" y="336"/>
                    </a:lnTo>
                    <a:lnTo>
                      <a:pt x="1094" y="308"/>
                    </a:lnTo>
                    <a:lnTo>
                      <a:pt x="1072" y="280"/>
                    </a:lnTo>
                    <a:lnTo>
                      <a:pt x="1072" y="280"/>
                    </a:lnTo>
                    <a:lnTo>
                      <a:pt x="1050" y="252"/>
                    </a:lnTo>
                    <a:lnTo>
                      <a:pt x="1026" y="224"/>
                    </a:lnTo>
                    <a:lnTo>
                      <a:pt x="1001" y="199"/>
                    </a:lnTo>
                    <a:lnTo>
                      <a:pt x="975" y="174"/>
                    </a:lnTo>
                    <a:lnTo>
                      <a:pt x="948" y="150"/>
                    </a:lnTo>
                    <a:lnTo>
                      <a:pt x="922" y="128"/>
                    </a:lnTo>
                    <a:lnTo>
                      <a:pt x="894" y="107"/>
                    </a:lnTo>
                    <a:lnTo>
                      <a:pt x="864" y="88"/>
                    </a:lnTo>
                    <a:lnTo>
                      <a:pt x="864" y="88"/>
                    </a:lnTo>
                    <a:lnTo>
                      <a:pt x="833" y="69"/>
                    </a:lnTo>
                    <a:lnTo>
                      <a:pt x="801" y="53"/>
                    </a:lnTo>
                    <a:lnTo>
                      <a:pt x="770" y="38"/>
                    </a:lnTo>
                    <a:lnTo>
                      <a:pt x="737" y="26"/>
                    </a:lnTo>
                    <a:lnTo>
                      <a:pt x="707" y="18"/>
                    </a:lnTo>
                    <a:lnTo>
                      <a:pt x="674" y="9"/>
                    </a:lnTo>
                    <a:lnTo>
                      <a:pt x="642" y="4"/>
                    </a:lnTo>
                    <a:lnTo>
                      <a:pt x="611" y="1"/>
                    </a:lnTo>
                    <a:lnTo>
                      <a:pt x="611" y="1"/>
                    </a:lnTo>
                    <a:lnTo>
                      <a:pt x="581" y="0"/>
                    </a:lnTo>
                    <a:lnTo>
                      <a:pt x="581" y="0"/>
                    </a:lnTo>
                    <a:lnTo>
                      <a:pt x="552" y="1"/>
                    </a:lnTo>
                    <a:lnTo>
                      <a:pt x="521" y="4"/>
                    </a:lnTo>
                    <a:lnTo>
                      <a:pt x="491" y="9"/>
                    </a:lnTo>
                    <a:lnTo>
                      <a:pt x="462" y="16"/>
                    </a:lnTo>
                    <a:lnTo>
                      <a:pt x="434" y="25"/>
                    </a:lnTo>
                    <a:lnTo>
                      <a:pt x="404" y="37"/>
                    </a:lnTo>
                    <a:lnTo>
                      <a:pt x="376" y="50"/>
                    </a:lnTo>
                    <a:lnTo>
                      <a:pt x="350" y="65"/>
                    </a:lnTo>
                    <a:close/>
                  </a:path>
                </a:pathLst>
              </a:custGeom>
              <a:gradFill>
                <a:gsLst>
                  <a:gs pos="0">
                    <a:srgbClr val="BD2223"/>
                  </a:gs>
                  <a:gs pos="100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4" name="Freeform 17"/>
              <p:cNvSpPr>
                <a:spLocks/>
              </p:cNvSpPr>
              <p:nvPr/>
            </p:nvSpPr>
            <p:spPr bwMode="auto">
              <a:xfrm>
                <a:off x="1104106" y="2603500"/>
                <a:ext cx="1576388" cy="2338388"/>
              </a:xfrm>
              <a:custGeom>
                <a:avLst/>
                <a:gdLst>
                  <a:gd name="T0" fmla="*/ 232 w 993"/>
                  <a:gd name="T1" fmla="*/ 64 h 1473"/>
                  <a:gd name="T2" fmla="*/ 166 w 993"/>
                  <a:gd name="T3" fmla="*/ 123 h 1473"/>
                  <a:gd name="T4" fmla="*/ 108 w 993"/>
                  <a:gd name="T5" fmla="*/ 200 h 1473"/>
                  <a:gd name="T6" fmla="*/ 74 w 993"/>
                  <a:gd name="T7" fmla="*/ 264 h 1473"/>
                  <a:gd name="T8" fmla="*/ 33 w 993"/>
                  <a:gd name="T9" fmla="*/ 378 h 1473"/>
                  <a:gd name="T10" fmla="*/ 8 w 993"/>
                  <a:gd name="T11" fmla="*/ 508 h 1473"/>
                  <a:gd name="T12" fmla="*/ 0 w 993"/>
                  <a:gd name="T13" fmla="*/ 603 h 1473"/>
                  <a:gd name="T14" fmla="*/ 8 w 993"/>
                  <a:gd name="T15" fmla="*/ 751 h 1473"/>
                  <a:gd name="T16" fmla="*/ 33 w 993"/>
                  <a:gd name="T17" fmla="*/ 894 h 1473"/>
                  <a:gd name="T18" fmla="*/ 59 w 993"/>
                  <a:gd name="T19" fmla="*/ 985 h 1473"/>
                  <a:gd name="T20" fmla="*/ 111 w 993"/>
                  <a:gd name="T21" fmla="*/ 1111 h 1473"/>
                  <a:gd name="T22" fmla="*/ 174 w 993"/>
                  <a:gd name="T23" fmla="*/ 1223 h 1473"/>
                  <a:gd name="T24" fmla="*/ 223 w 993"/>
                  <a:gd name="T25" fmla="*/ 1286 h 1473"/>
                  <a:gd name="T26" fmla="*/ 300 w 993"/>
                  <a:gd name="T27" fmla="*/ 1363 h 1473"/>
                  <a:gd name="T28" fmla="*/ 382 w 993"/>
                  <a:gd name="T29" fmla="*/ 1422 h 1473"/>
                  <a:gd name="T30" fmla="*/ 437 w 993"/>
                  <a:gd name="T31" fmla="*/ 1448 h 1473"/>
                  <a:gd name="T32" fmla="*/ 518 w 993"/>
                  <a:gd name="T33" fmla="*/ 1470 h 1473"/>
                  <a:gd name="T34" fmla="*/ 599 w 993"/>
                  <a:gd name="T35" fmla="*/ 1472 h 1473"/>
                  <a:gd name="T36" fmla="*/ 651 w 993"/>
                  <a:gd name="T37" fmla="*/ 1463 h 1473"/>
                  <a:gd name="T38" fmla="*/ 720 w 993"/>
                  <a:gd name="T39" fmla="*/ 1436 h 1473"/>
                  <a:gd name="T40" fmla="*/ 780 w 993"/>
                  <a:gd name="T41" fmla="*/ 1395 h 1473"/>
                  <a:gd name="T42" fmla="*/ 817 w 993"/>
                  <a:gd name="T43" fmla="*/ 1363 h 1473"/>
                  <a:gd name="T44" fmla="*/ 863 w 993"/>
                  <a:gd name="T45" fmla="*/ 1308 h 1473"/>
                  <a:gd name="T46" fmla="*/ 903 w 993"/>
                  <a:gd name="T47" fmla="*/ 1245 h 1473"/>
                  <a:gd name="T48" fmla="*/ 923 w 993"/>
                  <a:gd name="T49" fmla="*/ 1199 h 1473"/>
                  <a:gd name="T50" fmla="*/ 965 w 993"/>
                  <a:gd name="T51" fmla="*/ 1078 h 1473"/>
                  <a:gd name="T52" fmla="*/ 984 w 993"/>
                  <a:gd name="T53" fmla="*/ 974 h 1473"/>
                  <a:gd name="T54" fmla="*/ 991 w 993"/>
                  <a:gd name="T55" fmla="*/ 805 h 1473"/>
                  <a:gd name="T56" fmla="*/ 982 w 993"/>
                  <a:gd name="T57" fmla="*/ 693 h 1473"/>
                  <a:gd name="T58" fmla="*/ 962 w 993"/>
                  <a:gd name="T59" fmla="*/ 584 h 1473"/>
                  <a:gd name="T60" fmla="*/ 913 w 993"/>
                  <a:gd name="T61" fmla="*/ 431 h 1473"/>
                  <a:gd name="T62" fmla="*/ 869 w 993"/>
                  <a:gd name="T63" fmla="*/ 335 h 1473"/>
                  <a:gd name="T64" fmla="*/ 783 w 993"/>
                  <a:gd name="T65" fmla="*/ 204 h 1473"/>
                  <a:gd name="T66" fmla="*/ 749 w 993"/>
                  <a:gd name="T67" fmla="*/ 164 h 1473"/>
                  <a:gd name="T68" fmla="*/ 693 w 993"/>
                  <a:gd name="T69" fmla="*/ 110 h 1473"/>
                  <a:gd name="T70" fmla="*/ 631 w 993"/>
                  <a:gd name="T71" fmla="*/ 64 h 1473"/>
                  <a:gd name="T72" fmla="*/ 586 w 993"/>
                  <a:gd name="T73" fmla="*/ 39 h 1473"/>
                  <a:gd name="T74" fmla="*/ 515 w 993"/>
                  <a:gd name="T75" fmla="*/ 12 h 1473"/>
                  <a:gd name="T76" fmla="*/ 446 w 993"/>
                  <a:gd name="T77" fmla="*/ 0 h 1473"/>
                  <a:gd name="T78" fmla="*/ 425 w 993"/>
                  <a:gd name="T79" fmla="*/ 0 h 1473"/>
                  <a:gd name="T80" fmla="*/ 359 w 993"/>
                  <a:gd name="T81" fmla="*/ 6 h 1473"/>
                  <a:gd name="T82" fmla="*/ 297 w 993"/>
                  <a:gd name="T83" fmla="*/ 27 h 1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93" h="1473">
                    <a:moveTo>
                      <a:pt x="255" y="48"/>
                    </a:moveTo>
                    <a:lnTo>
                      <a:pt x="255" y="48"/>
                    </a:lnTo>
                    <a:lnTo>
                      <a:pt x="232" y="64"/>
                    </a:lnTo>
                    <a:lnTo>
                      <a:pt x="208" y="82"/>
                    </a:lnTo>
                    <a:lnTo>
                      <a:pt x="186" y="101"/>
                    </a:lnTo>
                    <a:lnTo>
                      <a:pt x="166" y="123"/>
                    </a:lnTo>
                    <a:lnTo>
                      <a:pt x="145" y="146"/>
                    </a:lnTo>
                    <a:lnTo>
                      <a:pt x="126" y="172"/>
                    </a:lnTo>
                    <a:lnTo>
                      <a:pt x="108" y="200"/>
                    </a:lnTo>
                    <a:lnTo>
                      <a:pt x="90" y="230"/>
                    </a:lnTo>
                    <a:lnTo>
                      <a:pt x="90" y="230"/>
                    </a:lnTo>
                    <a:lnTo>
                      <a:pt x="74" y="264"/>
                    </a:lnTo>
                    <a:lnTo>
                      <a:pt x="58" y="300"/>
                    </a:lnTo>
                    <a:lnTo>
                      <a:pt x="45" y="338"/>
                    </a:lnTo>
                    <a:lnTo>
                      <a:pt x="33" y="378"/>
                    </a:lnTo>
                    <a:lnTo>
                      <a:pt x="22" y="419"/>
                    </a:lnTo>
                    <a:lnTo>
                      <a:pt x="14" y="463"/>
                    </a:lnTo>
                    <a:lnTo>
                      <a:pt x="8" y="508"/>
                    </a:lnTo>
                    <a:lnTo>
                      <a:pt x="3" y="555"/>
                    </a:lnTo>
                    <a:lnTo>
                      <a:pt x="3" y="555"/>
                    </a:lnTo>
                    <a:lnTo>
                      <a:pt x="0" y="603"/>
                    </a:lnTo>
                    <a:lnTo>
                      <a:pt x="0" y="654"/>
                    </a:lnTo>
                    <a:lnTo>
                      <a:pt x="3" y="702"/>
                    </a:lnTo>
                    <a:lnTo>
                      <a:pt x="8" y="751"/>
                    </a:lnTo>
                    <a:lnTo>
                      <a:pt x="14" y="800"/>
                    </a:lnTo>
                    <a:lnTo>
                      <a:pt x="22" y="847"/>
                    </a:lnTo>
                    <a:lnTo>
                      <a:pt x="33" y="894"/>
                    </a:lnTo>
                    <a:lnTo>
                      <a:pt x="45" y="940"/>
                    </a:lnTo>
                    <a:lnTo>
                      <a:pt x="45" y="940"/>
                    </a:lnTo>
                    <a:lnTo>
                      <a:pt x="59" y="985"/>
                    </a:lnTo>
                    <a:lnTo>
                      <a:pt x="74" y="1028"/>
                    </a:lnTo>
                    <a:lnTo>
                      <a:pt x="92" y="1071"/>
                    </a:lnTo>
                    <a:lnTo>
                      <a:pt x="111" y="1111"/>
                    </a:lnTo>
                    <a:lnTo>
                      <a:pt x="130" y="1149"/>
                    </a:lnTo>
                    <a:lnTo>
                      <a:pt x="152" y="1187"/>
                    </a:lnTo>
                    <a:lnTo>
                      <a:pt x="174" y="1223"/>
                    </a:lnTo>
                    <a:lnTo>
                      <a:pt x="199" y="1255"/>
                    </a:lnTo>
                    <a:lnTo>
                      <a:pt x="199" y="1255"/>
                    </a:lnTo>
                    <a:lnTo>
                      <a:pt x="223" y="1286"/>
                    </a:lnTo>
                    <a:lnTo>
                      <a:pt x="248" y="1314"/>
                    </a:lnTo>
                    <a:lnTo>
                      <a:pt x="273" y="1339"/>
                    </a:lnTo>
                    <a:lnTo>
                      <a:pt x="300" y="1363"/>
                    </a:lnTo>
                    <a:lnTo>
                      <a:pt x="326" y="1385"/>
                    </a:lnTo>
                    <a:lnTo>
                      <a:pt x="354" y="1404"/>
                    </a:lnTo>
                    <a:lnTo>
                      <a:pt x="382" y="1422"/>
                    </a:lnTo>
                    <a:lnTo>
                      <a:pt x="410" y="1436"/>
                    </a:lnTo>
                    <a:lnTo>
                      <a:pt x="410" y="1436"/>
                    </a:lnTo>
                    <a:lnTo>
                      <a:pt x="437" y="1448"/>
                    </a:lnTo>
                    <a:lnTo>
                      <a:pt x="465" y="1457"/>
                    </a:lnTo>
                    <a:lnTo>
                      <a:pt x="491" y="1464"/>
                    </a:lnTo>
                    <a:lnTo>
                      <a:pt x="518" y="1470"/>
                    </a:lnTo>
                    <a:lnTo>
                      <a:pt x="546" y="1473"/>
                    </a:lnTo>
                    <a:lnTo>
                      <a:pt x="572" y="1473"/>
                    </a:lnTo>
                    <a:lnTo>
                      <a:pt x="599" y="1472"/>
                    </a:lnTo>
                    <a:lnTo>
                      <a:pt x="627" y="1469"/>
                    </a:lnTo>
                    <a:lnTo>
                      <a:pt x="627" y="1469"/>
                    </a:lnTo>
                    <a:lnTo>
                      <a:pt x="651" y="1463"/>
                    </a:lnTo>
                    <a:lnTo>
                      <a:pt x="674" y="1456"/>
                    </a:lnTo>
                    <a:lnTo>
                      <a:pt x="698" y="1447"/>
                    </a:lnTo>
                    <a:lnTo>
                      <a:pt x="720" y="1436"/>
                    </a:lnTo>
                    <a:lnTo>
                      <a:pt x="741" y="1425"/>
                    </a:lnTo>
                    <a:lnTo>
                      <a:pt x="761" y="1411"/>
                    </a:lnTo>
                    <a:lnTo>
                      <a:pt x="780" y="1395"/>
                    </a:lnTo>
                    <a:lnTo>
                      <a:pt x="799" y="1379"/>
                    </a:lnTo>
                    <a:lnTo>
                      <a:pt x="799" y="1379"/>
                    </a:lnTo>
                    <a:lnTo>
                      <a:pt x="817" y="1363"/>
                    </a:lnTo>
                    <a:lnTo>
                      <a:pt x="832" y="1345"/>
                    </a:lnTo>
                    <a:lnTo>
                      <a:pt x="848" y="1327"/>
                    </a:lnTo>
                    <a:lnTo>
                      <a:pt x="863" y="1308"/>
                    </a:lnTo>
                    <a:lnTo>
                      <a:pt x="876" y="1288"/>
                    </a:lnTo>
                    <a:lnTo>
                      <a:pt x="889" y="1267"/>
                    </a:lnTo>
                    <a:lnTo>
                      <a:pt x="903" y="1245"/>
                    </a:lnTo>
                    <a:lnTo>
                      <a:pt x="913" y="1221"/>
                    </a:lnTo>
                    <a:lnTo>
                      <a:pt x="913" y="1221"/>
                    </a:lnTo>
                    <a:lnTo>
                      <a:pt x="923" y="1199"/>
                    </a:lnTo>
                    <a:lnTo>
                      <a:pt x="934" y="1176"/>
                    </a:lnTo>
                    <a:lnTo>
                      <a:pt x="950" y="1128"/>
                    </a:lnTo>
                    <a:lnTo>
                      <a:pt x="965" y="1078"/>
                    </a:lnTo>
                    <a:lnTo>
                      <a:pt x="976" y="1025"/>
                    </a:lnTo>
                    <a:lnTo>
                      <a:pt x="976" y="1025"/>
                    </a:lnTo>
                    <a:lnTo>
                      <a:pt x="984" y="974"/>
                    </a:lnTo>
                    <a:lnTo>
                      <a:pt x="990" y="919"/>
                    </a:lnTo>
                    <a:lnTo>
                      <a:pt x="993" y="863"/>
                    </a:lnTo>
                    <a:lnTo>
                      <a:pt x="991" y="805"/>
                    </a:lnTo>
                    <a:lnTo>
                      <a:pt x="991" y="805"/>
                    </a:lnTo>
                    <a:lnTo>
                      <a:pt x="988" y="749"/>
                    </a:lnTo>
                    <a:lnTo>
                      <a:pt x="982" y="693"/>
                    </a:lnTo>
                    <a:lnTo>
                      <a:pt x="973" y="639"/>
                    </a:lnTo>
                    <a:lnTo>
                      <a:pt x="962" y="584"/>
                    </a:lnTo>
                    <a:lnTo>
                      <a:pt x="962" y="584"/>
                    </a:lnTo>
                    <a:lnTo>
                      <a:pt x="948" y="533"/>
                    </a:lnTo>
                    <a:lnTo>
                      <a:pt x="932" y="481"/>
                    </a:lnTo>
                    <a:lnTo>
                      <a:pt x="913" y="431"/>
                    </a:lnTo>
                    <a:lnTo>
                      <a:pt x="892" y="382"/>
                    </a:lnTo>
                    <a:lnTo>
                      <a:pt x="892" y="382"/>
                    </a:lnTo>
                    <a:lnTo>
                      <a:pt x="869" y="335"/>
                    </a:lnTo>
                    <a:lnTo>
                      <a:pt x="842" y="289"/>
                    </a:lnTo>
                    <a:lnTo>
                      <a:pt x="814" y="245"/>
                    </a:lnTo>
                    <a:lnTo>
                      <a:pt x="783" y="204"/>
                    </a:lnTo>
                    <a:lnTo>
                      <a:pt x="783" y="204"/>
                    </a:lnTo>
                    <a:lnTo>
                      <a:pt x="767" y="183"/>
                    </a:lnTo>
                    <a:lnTo>
                      <a:pt x="749" y="164"/>
                    </a:lnTo>
                    <a:lnTo>
                      <a:pt x="730" y="145"/>
                    </a:lnTo>
                    <a:lnTo>
                      <a:pt x="712" y="127"/>
                    </a:lnTo>
                    <a:lnTo>
                      <a:pt x="693" y="110"/>
                    </a:lnTo>
                    <a:lnTo>
                      <a:pt x="673" y="93"/>
                    </a:lnTo>
                    <a:lnTo>
                      <a:pt x="652" y="79"/>
                    </a:lnTo>
                    <a:lnTo>
                      <a:pt x="631" y="64"/>
                    </a:lnTo>
                    <a:lnTo>
                      <a:pt x="631" y="64"/>
                    </a:lnTo>
                    <a:lnTo>
                      <a:pt x="608" y="51"/>
                    </a:lnTo>
                    <a:lnTo>
                      <a:pt x="586" y="39"/>
                    </a:lnTo>
                    <a:lnTo>
                      <a:pt x="562" y="28"/>
                    </a:lnTo>
                    <a:lnTo>
                      <a:pt x="539" y="20"/>
                    </a:lnTo>
                    <a:lnTo>
                      <a:pt x="515" y="12"/>
                    </a:lnTo>
                    <a:lnTo>
                      <a:pt x="493" y="6"/>
                    </a:lnTo>
                    <a:lnTo>
                      <a:pt x="469" y="3"/>
                    </a:lnTo>
                    <a:lnTo>
                      <a:pt x="446" y="0"/>
                    </a:lnTo>
                    <a:lnTo>
                      <a:pt x="446" y="0"/>
                    </a:lnTo>
                    <a:lnTo>
                      <a:pt x="425" y="0"/>
                    </a:lnTo>
                    <a:lnTo>
                      <a:pt x="425" y="0"/>
                    </a:lnTo>
                    <a:lnTo>
                      <a:pt x="403" y="0"/>
                    </a:lnTo>
                    <a:lnTo>
                      <a:pt x="381" y="3"/>
                    </a:lnTo>
                    <a:lnTo>
                      <a:pt x="359" y="6"/>
                    </a:lnTo>
                    <a:lnTo>
                      <a:pt x="338" y="12"/>
                    </a:lnTo>
                    <a:lnTo>
                      <a:pt x="317" y="18"/>
                    </a:lnTo>
                    <a:lnTo>
                      <a:pt x="297" y="27"/>
                    </a:lnTo>
                    <a:lnTo>
                      <a:pt x="276" y="36"/>
                    </a:lnTo>
                    <a:lnTo>
                      <a:pt x="255" y="48"/>
                    </a:lnTo>
                    <a:close/>
                  </a:path>
                </a:pathLst>
              </a:custGeom>
              <a:gradFill>
                <a:gsLst>
                  <a:gs pos="0">
                    <a:srgbClr val="F0F0F0"/>
                  </a:gs>
                  <a:gs pos="100000">
                    <a:srgbClr val="F8F8F8"/>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5" name="Freeform 20"/>
              <p:cNvSpPr>
                <a:spLocks/>
              </p:cNvSpPr>
              <p:nvPr/>
            </p:nvSpPr>
            <p:spPr bwMode="auto">
              <a:xfrm>
                <a:off x="1299940" y="2881088"/>
                <a:ext cx="1219200" cy="1814513"/>
              </a:xfrm>
              <a:custGeom>
                <a:avLst/>
                <a:gdLst>
                  <a:gd name="T0" fmla="*/ 198 w 768"/>
                  <a:gd name="T1" fmla="*/ 37 h 1143"/>
                  <a:gd name="T2" fmla="*/ 161 w 768"/>
                  <a:gd name="T3" fmla="*/ 64 h 1143"/>
                  <a:gd name="T4" fmla="*/ 128 w 768"/>
                  <a:gd name="T5" fmla="*/ 95 h 1143"/>
                  <a:gd name="T6" fmla="*/ 97 w 768"/>
                  <a:gd name="T7" fmla="*/ 134 h 1143"/>
                  <a:gd name="T8" fmla="*/ 69 w 768"/>
                  <a:gd name="T9" fmla="*/ 179 h 1143"/>
                  <a:gd name="T10" fmla="*/ 56 w 768"/>
                  <a:gd name="T11" fmla="*/ 205 h 1143"/>
                  <a:gd name="T12" fmla="*/ 34 w 768"/>
                  <a:gd name="T13" fmla="*/ 263 h 1143"/>
                  <a:gd name="T14" fmla="*/ 16 w 768"/>
                  <a:gd name="T15" fmla="*/ 326 h 1143"/>
                  <a:gd name="T16" fmla="*/ 6 w 768"/>
                  <a:gd name="T17" fmla="*/ 394 h 1143"/>
                  <a:gd name="T18" fmla="*/ 1 w 768"/>
                  <a:gd name="T19" fmla="*/ 431 h 1143"/>
                  <a:gd name="T20" fmla="*/ 0 w 768"/>
                  <a:gd name="T21" fmla="*/ 507 h 1143"/>
                  <a:gd name="T22" fmla="*/ 4 w 768"/>
                  <a:gd name="T23" fmla="*/ 583 h 1143"/>
                  <a:gd name="T24" fmla="*/ 16 w 768"/>
                  <a:gd name="T25" fmla="*/ 656 h 1143"/>
                  <a:gd name="T26" fmla="*/ 34 w 768"/>
                  <a:gd name="T27" fmla="*/ 729 h 1143"/>
                  <a:gd name="T28" fmla="*/ 44 w 768"/>
                  <a:gd name="T29" fmla="*/ 764 h 1143"/>
                  <a:gd name="T30" fmla="*/ 71 w 768"/>
                  <a:gd name="T31" fmla="*/ 830 h 1143"/>
                  <a:gd name="T32" fmla="*/ 100 w 768"/>
                  <a:gd name="T33" fmla="*/ 892 h 1143"/>
                  <a:gd name="T34" fmla="*/ 134 w 768"/>
                  <a:gd name="T35" fmla="*/ 948 h 1143"/>
                  <a:gd name="T36" fmla="*/ 153 w 768"/>
                  <a:gd name="T37" fmla="*/ 973 h 1143"/>
                  <a:gd name="T38" fmla="*/ 192 w 768"/>
                  <a:gd name="T39" fmla="*/ 1019 h 1143"/>
                  <a:gd name="T40" fmla="*/ 231 w 768"/>
                  <a:gd name="T41" fmla="*/ 1057 h 1143"/>
                  <a:gd name="T42" fmla="*/ 274 w 768"/>
                  <a:gd name="T43" fmla="*/ 1090 h 1143"/>
                  <a:gd name="T44" fmla="*/ 317 w 768"/>
                  <a:gd name="T45" fmla="*/ 1113 h 1143"/>
                  <a:gd name="T46" fmla="*/ 338 w 768"/>
                  <a:gd name="T47" fmla="*/ 1124 h 1143"/>
                  <a:gd name="T48" fmla="*/ 380 w 768"/>
                  <a:gd name="T49" fmla="*/ 1135 h 1143"/>
                  <a:gd name="T50" fmla="*/ 422 w 768"/>
                  <a:gd name="T51" fmla="*/ 1143 h 1143"/>
                  <a:gd name="T52" fmla="*/ 464 w 768"/>
                  <a:gd name="T53" fmla="*/ 1141 h 1143"/>
                  <a:gd name="T54" fmla="*/ 485 w 768"/>
                  <a:gd name="T55" fmla="*/ 1138 h 1143"/>
                  <a:gd name="T56" fmla="*/ 522 w 768"/>
                  <a:gd name="T57" fmla="*/ 1130 h 1143"/>
                  <a:gd name="T58" fmla="*/ 557 w 768"/>
                  <a:gd name="T59" fmla="*/ 1113 h 1143"/>
                  <a:gd name="T60" fmla="*/ 590 w 768"/>
                  <a:gd name="T61" fmla="*/ 1094 h 1143"/>
                  <a:gd name="T62" fmla="*/ 619 w 768"/>
                  <a:gd name="T63" fmla="*/ 1069 h 1143"/>
                  <a:gd name="T64" fmla="*/ 632 w 768"/>
                  <a:gd name="T65" fmla="*/ 1057 h 1143"/>
                  <a:gd name="T66" fmla="*/ 656 w 768"/>
                  <a:gd name="T67" fmla="*/ 1029 h 1143"/>
                  <a:gd name="T68" fmla="*/ 688 w 768"/>
                  <a:gd name="T69" fmla="*/ 982 h 1143"/>
                  <a:gd name="T70" fmla="*/ 708 w 768"/>
                  <a:gd name="T71" fmla="*/ 947 h 1143"/>
                  <a:gd name="T72" fmla="*/ 736 w 768"/>
                  <a:gd name="T73" fmla="*/ 874 h 1143"/>
                  <a:gd name="T74" fmla="*/ 756 w 768"/>
                  <a:gd name="T75" fmla="*/ 795 h 1143"/>
                  <a:gd name="T76" fmla="*/ 762 w 768"/>
                  <a:gd name="T77" fmla="*/ 755 h 1143"/>
                  <a:gd name="T78" fmla="*/ 768 w 768"/>
                  <a:gd name="T79" fmla="*/ 670 h 1143"/>
                  <a:gd name="T80" fmla="*/ 768 w 768"/>
                  <a:gd name="T81" fmla="*/ 625 h 1143"/>
                  <a:gd name="T82" fmla="*/ 761 w 768"/>
                  <a:gd name="T83" fmla="*/ 538 h 1143"/>
                  <a:gd name="T84" fmla="*/ 744 w 768"/>
                  <a:gd name="T85" fmla="*/ 454 h 1143"/>
                  <a:gd name="T86" fmla="*/ 734 w 768"/>
                  <a:gd name="T87" fmla="*/ 413 h 1143"/>
                  <a:gd name="T88" fmla="*/ 708 w 768"/>
                  <a:gd name="T89" fmla="*/ 335 h 1143"/>
                  <a:gd name="T90" fmla="*/ 691 w 768"/>
                  <a:gd name="T91" fmla="*/ 297 h 1143"/>
                  <a:gd name="T92" fmla="*/ 652 w 768"/>
                  <a:gd name="T93" fmla="*/ 224 h 1143"/>
                  <a:gd name="T94" fmla="*/ 606 w 768"/>
                  <a:gd name="T95" fmla="*/ 158 h 1143"/>
                  <a:gd name="T96" fmla="*/ 579 w 768"/>
                  <a:gd name="T97" fmla="*/ 127 h 1143"/>
                  <a:gd name="T98" fmla="*/ 520 w 768"/>
                  <a:gd name="T99" fmla="*/ 72 h 1143"/>
                  <a:gd name="T100" fmla="*/ 488 w 768"/>
                  <a:gd name="T101" fmla="*/ 50 h 1143"/>
                  <a:gd name="T102" fmla="*/ 470 w 768"/>
                  <a:gd name="T103" fmla="*/ 40 h 1143"/>
                  <a:gd name="T104" fmla="*/ 435 w 768"/>
                  <a:gd name="T105" fmla="*/ 22 h 1143"/>
                  <a:gd name="T106" fmla="*/ 399 w 768"/>
                  <a:gd name="T107" fmla="*/ 11 h 1143"/>
                  <a:gd name="T108" fmla="*/ 363 w 768"/>
                  <a:gd name="T109" fmla="*/ 3 h 1143"/>
                  <a:gd name="T110" fmla="*/ 345 w 768"/>
                  <a:gd name="T111" fmla="*/ 0 h 1143"/>
                  <a:gd name="T112" fmla="*/ 329 w 768"/>
                  <a:gd name="T113" fmla="*/ 0 h 1143"/>
                  <a:gd name="T114" fmla="*/ 295 w 768"/>
                  <a:gd name="T115" fmla="*/ 3 h 1143"/>
                  <a:gd name="T116" fmla="*/ 261 w 768"/>
                  <a:gd name="T117" fmla="*/ 9 h 1143"/>
                  <a:gd name="T118" fmla="*/ 228 w 768"/>
                  <a:gd name="T119" fmla="*/ 21 h 1143"/>
                  <a:gd name="T120" fmla="*/ 198 w 768"/>
                  <a:gd name="T121" fmla="*/ 37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8" h="1143">
                    <a:moveTo>
                      <a:pt x="198" y="37"/>
                    </a:moveTo>
                    <a:lnTo>
                      <a:pt x="198" y="37"/>
                    </a:lnTo>
                    <a:lnTo>
                      <a:pt x="178" y="49"/>
                    </a:lnTo>
                    <a:lnTo>
                      <a:pt x="161" y="64"/>
                    </a:lnTo>
                    <a:lnTo>
                      <a:pt x="144" y="78"/>
                    </a:lnTo>
                    <a:lnTo>
                      <a:pt x="128" y="95"/>
                    </a:lnTo>
                    <a:lnTo>
                      <a:pt x="112" y="114"/>
                    </a:lnTo>
                    <a:lnTo>
                      <a:pt x="97" y="134"/>
                    </a:lnTo>
                    <a:lnTo>
                      <a:pt x="83" y="155"/>
                    </a:lnTo>
                    <a:lnTo>
                      <a:pt x="69" y="179"/>
                    </a:lnTo>
                    <a:lnTo>
                      <a:pt x="69" y="179"/>
                    </a:lnTo>
                    <a:lnTo>
                      <a:pt x="56" y="205"/>
                    </a:lnTo>
                    <a:lnTo>
                      <a:pt x="44" y="233"/>
                    </a:lnTo>
                    <a:lnTo>
                      <a:pt x="34" y="263"/>
                    </a:lnTo>
                    <a:lnTo>
                      <a:pt x="25" y="294"/>
                    </a:lnTo>
                    <a:lnTo>
                      <a:pt x="16" y="326"/>
                    </a:lnTo>
                    <a:lnTo>
                      <a:pt x="10" y="358"/>
                    </a:lnTo>
                    <a:lnTo>
                      <a:pt x="6" y="394"/>
                    </a:lnTo>
                    <a:lnTo>
                      <a:pt x="1" y="431"/>
                    </a:lnTo>
                    <a:lnTo>
                      <a:pt x="1" y="431"/>
                    </a:lnTo>
                    <a:lnTo>
                      <a:pt x="0" y="469"/>
                    </a:lnTo>
                    <a:lnTo>
                      <a:pt x="0" y="507"/>
                    </a:lnTo>
                    <a:lnTo>
                      <a:pt x="1" y="544"/>
                    </a:lnTo>
                    <a:lnTo>
                      <a:pt x="4" y="583"/>
                    </a:lnTo>
                    <a:lnTo>
                      <a:pt x="10" y="619"/>
                    </a:lnTo>
                    <a:lnTo>
                      <a:pt x="16" y="656"/>
                    </a:lnTo>
                    <a:lnTo>
                      <a:pt x="25" y="693"/>
                    </a:lnTo>
                    <a:lnTo>
                      <a:pt x="34" y="729"/>
                    </a:lnTo>
                    <a:lnTo>
                      <a:pt x="34" y="729"/>
                    </a:lnTo>
                    <a:lnTo>
                      <a:pt x="44" y="764"/>
                    </a:lnTo>
                    <a:lnTo>
                      <a:pt x="57" y="798"/>
                    </a:lnTo>
                    <a:lnTo>
                      <a:pt x="71" y="830"/>
                    </a:lnTo>
                    <a:lnTo>
                      <a:pt x="85" y="861"/>
                    </a:lnTo>
                    <a:lnTo>
                      <a:pt x="100" y="892"/>
                    </a:lnTo>
                    <a:lnTo>
                      <a:pt x="116" y="920"/>
                    </a:lnTo>
                    <a:lnTo>
                      <a:pt x="134" y="948"/>
                    </a:lnTo>
                    <a:lnTo>
                      <a:pt x="153" y="973"/>
                    </a:lnTo>
                    <a:lnTo>
                      <a:pt x="153" y="973"/>
                    </a:lnTo>
                    <a:lnTo>
                      <a:pt x="172" y="997"/>
                    </a:lnTo>
                    <a:lnTo>
                      <a:pt x="192" y="1019"/>
                    </a:lnTo>
                    <a:lnTo>
                      <a:pt x="211" y="1040"/>
                    </a:lnTo>
                    <a:lnTo>
                      <a:pt x="231" y="1057"/>
                    </a:lnTo>
                    <a:lnTo>
                      <a:pt x="252" y="1074"/>
                    </a:lnTo>
                    <a:lnTo>
                      <a:pt x="274" y="1090"/>
                    </a:lnTo>
                    <a:lnTo>
                      <a:pt x="295" y="1103"/>
                    </a:lnTo>
                    <a:lnTo>
                      <a:pt x="317" y="1113"/>
                    </a:lnTo>
                    <a:lnTo>
                      <a:pt x="317" y="1113"/>
                    </a:lnTo>
                    <a:lnTo>
                      <a:pt x="338" y="1124"/>
                    </a:lnTo>
                    <a:lnTo>
                      <a:pt x="360" y="1131"/>
                    </a:lnTo>
                    <a:lnTo>
                      <a:pt x="380" y="1135"/>
                    </a:lnTo>
                    <a:lnTo>
                      <a:pt x="401" y="1140"/>
                    </a:lnTo>
                    <a:lnTo>
                      <a:pt x="422" y="1143"/>
                    </a:lnTo>
                    <a:lnTo>
                      <a:pt x="444" y="1143"/>
                    </a:lnTo>
                    <a:lnTo>
                      <a:pt x="464" y="1141"/>
                    </a:lnTo>
                    <a:lnTo>
                      <a:pt x="485" y="1138"/>
                    </a:lnTo>
                    <a:lnTo>
                      <a:pt x="485" y="1138"/>
                    </a:lnTo>
                    <a:lnTo>
                      <a:pt x="504" y="1134"/>
                    </a:lnTo>
                    <a:lnTo>
                      <a:pt x="522" y="1130"/>
                    </a:lnTo>
                    <a:lnTo>
                      <a:pt x="540" y="1122"/>
                    </a:lnTo>
                    <a:lnTo>
                      <a:pt x="557" y="1113"/>
                    </a:lnTo>
                    <a:lnTo>
                      <a:pt x="573" y="1104"/>
                    </a:lnTo>
                    <a:lnTo>
                      <a:pt x="590" y="1094"/>
                    </a:lnTo>
                    <a:lnTo>
                      <a:pt x="604" y="1082"/>
                    </a:lnTo>
                    <a:lnTo>
                      <a:pt x="619" y="1069"/>
                    </a:lnTo>
                    <a:lnTo>
                      <a:pt x="619" y="1069"/>
                    </a:lnTo>
                    <a:lnTo>
                      <a:pt x="632" y="1057"/>
                    </a:lnTo>
                    <a:lnTo>
                      <a:pt x="644" y="1044"/>
                    </a:lnTo>
                    <a:lnTo>
                      <a:pt x="656" y="1029"/>
                    </a:lnTo>
                    <a:lnTo>
                      <a:pt x="668" y="1015"/>
                    </a:lnTo>
                    <a:lnTo>
                      <a:pt x="688" y="982"/>
                    </a:lnTo>
                    <a:lnTo>
                      <a:pt x="708" y="947"/>
                    </a:lnTo>
                    <a:lnTo>
                      <a:pt x="708" y="947"/>
                    </a:lnTo>
                    <a:lnTo>
                      <a:pt x="722" y="911"/>
                    </a:lnTo>
                    <a:lnTo>
                      <a:pt x="736" y="874"/>
                    </a:lnTo>
                    <a:lnTo>
                      <a:pt x="747" y="836"/>
                    </a:lnTo>
                    <a:lnTo>
                      <a:pt x="756" y="795"/>
                    </a:lnTo>
                    <a:lnTo>
                      <a:pt x="756" y="795"/>
                    </a:lnTo>
                    <a:lnTo>
                      <a:pt x="762" y="755"/>
                    </a:lnTo>
                    <a:lnTo>
                      <a:pt x="767" y="712"/>
                    </a:lnTo>
                    <a:lnTo>
                      <a:pt x="768" y="670"/>
                    </a:lnTo>
                    <a:lnTo>
                      <a:pt x="768" y="625"/>
                    </a:lnTo>
                    <a:lnTo>
                      <a:pt x="768" y="625"/>
                    </a:lnTo>
                    <a:lnTo>
                      <a:pt x="765" y="581"/>
                    </a:lnTo>
                    <a:lnTo>
                      <a:pt x="761" y="538"/>
                    </a:lnTo>
                    <a:lnTo>
                      <a:pt x="753" y="496"/>
                    </a:lnTo>
                    <a:lnTo>
                      <a:pt x="744" y="454"/>
                    </a:lnTo>
                    <a:lnTo>
                      <a:pt x="744" y="454"/>
                    </a:lnTo>
                    <a:lnTo>
                      <a:pt x="734" y="413"/>
                    </a:lnTo>
                    <a:lnTo>
                      <a:pt x="721" y="373"/>
                    </a:lnTo>
                    <a:lnTo>
                      <a:pt x="708" y="335"/>
                    </a:lnTo>
                    <a:lnTo>
                      <a:pt x="691" y="297"/>
                    </a:lnTo>
                    <a:lnTo>
                      <a:pt x="691" y="297"/>
                    </a:lnTo>
                    <a:lnTo>
                      <a:pt x="672" y="260"/>
                    </a:lnTo>
                    <a:lnTo>
                      <a:pt x="652" y="224"/>
                    </a:lnTo>
                    <a:lnTo>
                      <a:pt x="629" y="190"/>
                    </a:lnTo>
                    <a:lnTo>
                      <a:pt x="606" y="158"/>
                    </a:lnTo>
                    <a:lnTo>
                      <a:pt x="606" y="158"/>
                    </a:lnTo>
                    <a:lnTo>
                      <a:pt x="579" y="127"/>
                    </a:lnTo>
                    <a:lnTo>
                      <a:pt x="551" y="99"/>
                    </a:lnTo>
                    <a:lnTo>
                      <a:pt x="520" y="72"/>
                    </a:lnTo>
                    <a:lnTo>
                      <a:pt x="506" y="61"/>
                    </a:lnTo>
                    <a:lnTo>
                      <a:pt x="488" y="50"/>
                    </a:lnTo>
                    <a:lnTo>
                      <a:pt x="488" y="50"/>
                    </a:lnTo>
                    <a:lnTo>
                      <a:pt x="470" y="40"/>
                    </a:lnTo>
                    <a:lnTo>
                      <a:pt x="453" y="30"/>
                    </a:lnTo>
                    <a:lnTo>
                      <a:pt x="435" y="22"/>
                    </a:lnTo>
                    <a:lnTo>
                      <a:pt x="417" y="15"/>
                    </a:lnTo>
                    <a:lnTo>
                      <a:pt x="399" y="11"/>
                    </a:lnTo>
                    <a:lnTo>
                      <a:pt x="380" y="6"/>
                    </a:lnTo>
                    <a:lnTo>
                      <a:pt x="363" y="3"/>
                    </a:lnTo>
                    <a:lnTo>
                      <a:pt x="345" y="0"/>
                    </a:lnTo>
                    <a:lnTo>
                      <a:pt x="345" y="0"/>
                    </a:lnTo>
                    <a:lnTo>
                      <a:pt x="329" y="0"/>
                    </a:lnTo>
                    <a:lnTo>
                      <a:pt x="329" y="0"/>
                    </a:lnTo>
                    <a:lnTo>
                      <a:pt x="311" y="0"/>
                    </a:lnTo>
                    <a:lnTo>
                      <a:pt x="295" y="3"/>
                    </a:lnTo>
                    <a:lnTo>
                      <a:pt x="277" y="5"/>
                    </a:lnTo>
                    <a:lnTo>
                      <a:pt x="261" y="9"/>
                    </a:lnTo>
                    <a:lnTo>
                      <a:pt x="245" y="15"/>
                    </a:lnTo>
                    <a:lnTo>
                      <a:pt x="228" y="21"/>
                    </a:lnTo>
                    <a:lnTo>
                      <a:pt x="212" y="28"/>
                    </a:lnTo>
                    <a:lnTo>
                      <a:pt x="198" y="37"/>
                    </a:lnTo>
                    <a:close/>
                  </a:path>
                </a:pathLst>
              </a:custGeom>
              <a:gradFill>
                <a:gsLst>
                  <a:gs pos="13000">
                    <a:srgbClr val="BD2223"/>
                  </a:gs>
                  <a:gs pos="92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6" name="Freeform 23"/>
              <p:cNvSpPr>
                <a:spLocks/>
              </p:cNvSpPr>
              <p:nvPr/>
            </p:nvSpPr>
            <p:spPr bwMode="auto">
              <a:xfrm>
                <a:off x="1565162" y="3221037"/>
                <a:ext cx="741363" cy="1103313"/>
              </a:xfrm>
              <a:custGeom>
                <a:avLst/>
                <a:gdLst>
                  <a:gd name="T0" fmla="*/ 121 w 467"/>
                  <a:gd name="T1" fmla="*/ 22 h 695"/>
                  <a:gd name="T2" fmla="*/ 99 w 467"/>
                  <a:gd name="T3" fmla="*/ 39 h 695"/>
                  <a:gd name="T4" fmla="*/ 78 w 467"/>
                  <a:gd name="T5" fmla="*/ 58 h 695"/>
                  <a:gd name="T6" fmla="*/ 59 w 467"/>
                  <a:gd name="T7" fmla="*/ 81 h 695"/>
                  <a:gd name="T8" fmla="*/ 43 w 467"/>
                  <a:gd name="T9" fmla="*/ 109 h 695"/>
                  <a:gd name="T10" fmla="*/ 34 w 467"/>
                  <a:gd name="T11" fmla="*/ 124 h 695"/>
                  <a:gd name="T12" fmla="*/ 21 w 467"/>
                  <a:gd name="T13" fmla="*/ 160 h 695"/>
                  <a:gd name="T14" fmla="*/ 10 w 467"/>
                  <a:gd name="T15" fmla="*/ 198 h 695"/>
                  <a:gd name="T16" fmla="*/ 3 w 467"/>
                  <a:gd name="T17" fmla="*/ 239 h 695"/>
                  <a:gd name="T18" fmla="*/ 1 w 467"/>
                  <a:gd name="T19" fmla="*/ 261 h 695"/>
                  <a:gd name="T20" fmla="*/ 0 w 467"/>
                  <a:gd name="T21" fmla="*/ 308 h 695"/>
                  <a:gd name="T22" fmla="*/ 3 w 467"/>
                  <a:gd name="T23" fmla="*/ 354 h 695"/>
                  <a:gd name="T24" fmla="*/ 10 w 467"/>
                  <a:gd name="T25" fmla="*/ 400 h 695"/>
                  <a:gd name="T26" fmla="*/ 21 w 467"/>
                  <a:gd name="T27" fmla="*/ 444 h 695"/>
                  <a:gd name="T28" fmla="*/ 28 w 467"/>
                  <a:gd name="T29" fmla="*/ 465 h 695"/>
                  <a:gd name="T30" fmla="*/ 43 w 467"/>
                  <a:gd name="T31" fmla="*/ 505 h 695"/>
                  <a:gd name="T32" fmla="*/ 62 w 467"/>
                  <a:gd name="T33" fmla="*/ 541 h 695"/>
                  <a:gd name="T34" fmla="*/ 82 w 467"/>
                  <a:gd name="T35" fmla="*/ 577 h 695"/>
                  <a:gd name="T36" fmla="*/ 94 w 467"/>
                  <a:gd name="T37" fmla="*/ 592 h 695"/>
                  <a:gd name="T38" fmla="*/ 116 w 467"/>
                  <a:gd name="T39" fmla="*/ 620 h 695"/>
                  <a:gd name="T40" fmla="*/ 141 w 467"/>
                  <a:gd name="T41" fmla="*/ 643 h 695"/>
                  <a:gd name="T42" fmla="*/ 166 w 467"/>
                  <a:gd name="T43" fmla="*/ 662 h 695"/>
                  <a:gd name="T44" fmla="*/ 193 w 467"/>
                  <a:gd name="T45" fmla="*/ 677 h 695"/>
                  <a:gd name="T46" fmla="*/ 206 w 467"/>
                  <a:gd name="T47" fmla="*/ 683 h 695"/>
                  <a:gd name="T48" fmla="*/ 231 w 467"/>
                  <a:gd name="T49" fmla="*/ 690 h 695"/>
                  <a:gd name="T50" fmla="*/ 256 w 467"/>
                  <a:gd name="T51" fmla="*/ 695 h 695"/>
                  <a:gd name="T52" fmla="*/ 283 w 467"/>
                  <a:gd name="T53" fmla="*/ 695 h 695"/>
                  <a:gd name="T54" fmla="*/ 295 w 467"/>
                  <a:gd name="T55" fmla="*/ 692 h 695"/>
                  <a:gd name="T56" fmla="*/ 317 w 467"/>
                  <a:gd name="T57" fmla="*/ 686 h 695"/>
                  <a:gd name="T58" fmla="*/ 358 w 467"/>
                  <a:gd name="T59" fmla="*/ 665 h 695"/>
                  <a:gd name="T60" fmla="*/ 377 w 467"/>
                  <a:gd name="T61" fmla="*/ 650 h 695"/>
                  <a:gd name="T62" fmla="*/ 407 w 467"/>
                  <a:gd name="T63" fmla="*/ 617 h 695"/>
                  <a:gd name="T64" fmla="*/ 430 w 467"/>
                  <a:gd name="T65" fmla="*/ 575 h 695"/>
                  <a:gd name="T66" fmla="*/ 439 w 467"/>
                  <a:gd name="T67" fmla="*/ 555 h 695"/>
                  <a:gd name="T68" fmla="*/ 454 w 467"/>
                  <a:gd name="T69" fmla="*/ 509 h 695"/>
                  <a:gd name="T70" fmla="*/ 460 w 467"/>
                  <a:gd name="T71" fmla="*/ 484 h 695"/>
                  <a:gd name="T72" fmla="*/ 466 w 467"/>
                  <a:gd name="T73" fmla="*/ 434 h 695"/>
                  <a:gd name="T74" fmla="*/ 467 w 467"/>
                  <a:gd name="T75" fmla="*/ 381 h 695"/>
                  <a:gd name="T76" fmla="*/ 466 w 467"/>
                  <a:gd name="T77" fmla="*/ 353 h 695"/>
                  <a:gd name="T78" fmla="*/ 458 w 467"/>
                  <a:gd name="T79" fmla="*/ 301 h 695"/>
                  <a:gd name="T80" fmla="*/ 452 w 467"/>
                  <a:gd name="T81" fmla="*/ 276 h 695"/>
                  <a:gd name="T82" fmla="*/ 439 w 467"/>
                  <a:gd name="T83" fmla="*/ 227 h 695"/>
                  <a:gd name="T84" fmla="*/ 420 w 467"/>
                  <a:gd name="T85" fmla="*/ 180 h 695"/>
                  <a:gd name="T86" fmla="*/ 408 w 467"/>
                  <a:gd name="T87" fmla="*/ 158 h 695"/>
                  <a:gd name="T88" fmla="*/ 383 w 467"/>
                  <a:gd name="T89" fmla="*/ 115 h 695"/>
                  <a:gd name="T90" fmla="*/ 368 w 467"/>
                  <a:gd name="T91" fmla="*/ 96 h 695"/>
                  <a:gd name="T92" fmla="*/ 336 w 467"/>
                  <a:gd name="T93" fmla="*/ 61 h 695"/>
                  <a:gd name="T94" fmla="*/ 298 w 467"/>
                  <a:gd name="T95" fmla="*/ 31 h 695"/>
                  <a:gd name="T96" fmla="*/ 276 w 467"/>
                  <a:gd name="T97" fmla="*/ 18 h 695"/>
                  <a:gd name="T98" fmla="*/ 231 w 467"/>
                  <a:gd name="T99" fmla="*/ 3 h 695"/>
                  <a:gd name="T100" fmla="*/ 211 w 467"/>
                  <a:gd name="T101" fmla="*/ 0 h 695"/>
                  <a:gd name="T102" fmla="*/ 200 w 467"/>
                  <a:gd name="T103" fmla="*/ 0 h 695"/>
                  <a:gd name="T104" fmla="*/ 159 w 467"/>
                  <a:gd name="T105" fmla="*/ 6 h 695"/>
                  <a:gd name="T106" fmla="*/ 121 w 467"/>
                  <a:gd name="T107" fmla="*/ 22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7" h="695">
                    <a:moveTo>
                      <a:pt x="121" y="22"/>
                    </a:moveTo>
                    <a:lnTo>
                      <a:pt x="121" y="22"/>
                    </a:lnTo>
                    <a:lnTo>
                      <a:pt x="109" y="30"/>
                    </a:lnTo>
                    <a:lnTo>
                      <a:pt x="99" y="39"/>
                    </a:lnTo>
                    <a:lnTo>
                      <a:pt x="88" y="47"/>
                    </a:lnTo>
                    <a:lnTo>
                      <a:pt x="78" y="58"/>
                    </a:lnTo>
                    <a:lnTo>
                      <a:pt x="68" y="70"/>
                    </a:lnTo>
                    <a:lnTo>
                      <a:pt x="59" y="81"/>
                    </a:lnTo>
                    <a:lnTo>
                      <a:pt x="50" y="95"/>
                    </a:lnTo>
                    <a:lnTo>
                      <a:pt x="43" y="109"/>
                    </a:lnTo>
                    <a:lnTo>
                      <a:pt x="43" y="109"/>
                    </a:lnTo>
                    <a:lnTo>
                      <a:pt x="34" y="124"/>
                    </a:lnTo>
                    <a:lnTo>
                      <a:pt x="28" y="142"/>
                    </a:lnTo>
                    <a:lnTo>
                      <a:pt x="21" y="160"/>
                    </a:lnTo>
                    <a:lnTo>
                      <a:pt x="15" y="179"/>
                    </a:lnTo>
                    <a:lnTo>
                      <a:pt x="10" y="198"/>
                    </a:lnTo>
                    <a:lnTo>
                      <a:pt x="6" y="219"/>
                    </a:lnTo>
                    <a:lnTo>
                      <a:pt x="3" y="239"/>
                    </a:lnTo>
                    <a:lnTo>
                      <a:pt x="1" y="261"/>
                    </a:lnTo>
                    <a:lnTo>
                      <a:pt x="1" y="261"/>
                    </a:lnTo>
                    <a:lnTo>
                      <a:pt x="0" y="285"/>
                    </a:lnTo>
                    <a:lnTo>
                      <a:pt x="0" y="308"/>
                    </a:lnTo>
                    <a:lnTo>
                      <a:pt x="1" y="331"/>
                    </a:lnTo>
                    <a:lnTo>
                      <a:pt x="3" y="354"/>
                    </a:lnTo>
                    <a:lnTo>
                      <a:pt x="6" y="376"/>
                    </a:lnTo>
                    <a:lnTo>
                      <a:pt x="10" y="400"/>
                    </a:lnTo>
                    <a:lnTo>
                      <a:pt x="15" y="422"/>
                    </a:lnTo>
                    <a:lnTo>
                      <a:pt x="21" y="444"/>
                    </a:lnTo>
                    <a:lnTo>
                      <a:pt x="21" y="444"/>
                    </a:lnTo>
                    <a:lnTo>
                      <a:pt x="28" y="465"/>
                    </a:lnTo>
                    <a:lnTo>
                      <a:pt x="35" y="485"/>
                    </a:lnTo>
                    <a:lnTo>
                      <a:pt x="43" y="505"/>
                    </a:lnTo>
                    <a:lnTo>
                      <a:pt x="51" y="524"/>
                    </a:lnTo>
                    <a:lnTo>
                      <a:pt x="62" y="541"/>
                    </a:lnTo>
                    <a:lnTo>
                      <a:pt x="71" y="559"/>
                    </a:lnTo>
                    <a:lnTo>
                      <a:pt x="82" y="577"/>
                    </a:lnTo>
                    <a:lnTo>
                      <a:pt x="94" y="592"/>
                    </a:lnTo>
                    <a:lnTo>
                      <a:pt x="94" y="592"/>
                    </a:lnTo>
                    <a:lnTo>
                      <a:pt x="105" y="606"/>
                    </a:lnTo>
                    <a:lnTo>
                      <a:pt x="116" y="620"/>
                    </a:lnTo>
                    <a:lnTo>
                      <a:pt x="128" y="631"/>
                    </a:lnTo>
                    <a:lnTo>
                      <a:pt x="141" y="643"/>
                    </a:lnTo>
                    <a:lnTo>
                      <a:pt x="153" y="653"/>
                    </a:lnTo>
                    <a:lnTo>
                      <a:pt x="166" y="662"/>
                    </a:lnTo>
                    <a:lnTo>
                      <a:pt x="180" y="670"/>
                    </a:lnTo>
                    <a:lnTo>
                      <a:pt x="193" y="677"/>
                    </a:lnTo>
                    <a:lnTo>
                      <a:pt x="193" y="677"/>
                    </a:lnTo>
                    <a:lnTo>
                      <a:pt x="206" y="683"/>
                    </a:lnTo>
                    <a:lnTo>
                      <a:pt x="218" y="687"/>
                    </a:lnTo>
                    <a:lnTo>
                      <a:pt x="231" y="690"/>
                    </a:lnTo>
                    <a:lnTo>
                      <a:pt x="245" y="693"/>
                    </a:lnTo>
                    <a:lnTo>
                      <a:pt x="256" y="695"/>
                    </a:lnTo>
                    <a:lnTo>
                      <a:pt x="270" y="695"/>
                    </a:lnTo>
                    <a:lnTo>
                      <a:pt x="283" y="695"/>
                    </a:lnTo>
                    <a:lnTo>
                      <a:pt x="295" y="692"/>
                    </a:lnTo>
                    <a:lnTo>
                      <a:pt x="295" y="692"/>
                    </a:lnTo>
                    <a:lnTo>
                      <a:pt x="307" y="690"/>
                    </a:lnTo>
                    <a:lnTo>
                      <a:pt x="317" y="686"/>
                    </a:lnTo>
                    <a:lnTo>
                      <a:pt x="339" y="677"/>
                    </a:lnTo>
                    <a:lnTo>
                      <a:pt x="358" y="665"/>
                    </a:lnTo>
                    <a:lnTo>
                      <a:pt x="377" y="650"/>
                    </a:lnTo>
                    <a:lnTo>
                      <a:pt x="377" y="650"/>
                    </a:lnTo>
                    <a:lnTo>
                      <a:pt x="392" y="634"/>
                    </a:lnTo>
                    <a:lnTo>
                      <a:pt x="407" y="617"/>
                    </a:lnTo>
                    <a:lnTo>
                      <a:pt x="419" y="597"/>
                    </a:lnTo>
                    <a:lnTo>
                      <a:pt x="430" y="575"/>
                    </a:lnTo>
                    <a:lnTo>
                      <a:pt x="430" y="575"/>
                    </a:lnTo>
                    <a:lnTo>
                      <a:pt x="439" y="555"/>
                    </a:lnTo>
                    <a:lnTo>
                      <a:pt x="448" y="533"/>
                    </a:lnTo>
                    <a:lnTo>
                      <a:pt x="454" y="509"/>
                    </a:lnTo>
                    <a:lnTo>
                      <a:pt x="460" y="484"/>
                    </a:lnTo>
                    <a:lnTo>
                      <a:pt x="460" y="484"/>
                    </a:lnTo>
                    <a:lnTo>
                      <a:pt x="464" y="459"/>
                    </a:lnTo>
                    <a:lnTo>
                      <a:pt x="466" y="434"/>
                    </a:lnTo>
                    <a:lnTo>
                      <a:pt x="467" y="407"/>
                    </a:lnTo>
                    <a:lnTo>
                      <a:pt x="467" y="381"/>
                    </a:lnTo>
                    <a:lnTo>
                      <a:pt x="467" y="381"/>
                    </a:lnTo>
                    <a:lnTo>
                      <a:pt x="466" y="353"/>
                    </a:lnTo>
                    <a:lnTo>
                      <a:pt x="463" y="328"/>
                    </a:lnTo>
                    <a:lnTo>
                      <a:pt x="458" y="301"/>
                    </a:lnTo>
                    <a:lnTo>
                      <a:pt x="452" y="276"/>
                    </a:lnTo>
                    <a:lnTo>
                      <a:pt x="452" y="276"/>
                    </a:lnTo>
                    <a:lnTo>
                      <a:pt x="447" y="251"/>
                    </a:lnTo>
                    <a:lnTo>
                      <a:pt x="439" y="227"/>
                    </a:lnTo>
                    <a:lnTo>
                      <a:pt x="430" y="204"/>
                    </a:lnTo>
                    <a:lnTo>
                      <a:pt x="420" y="180"/>
                    </a:lnTo>
                    <a:lnTo>
                      <a:pt x="420" y="180"/>
                    </a:lnTo>
                    <a:lnTo>
                      <a:pt x="408" y="158"/>
                    </a:lnTo>
                    <a:lnTo>
                      <a:pt x="396" y="136"/>
                    </a:lnTo>
                    <a:lnTo>
                      <a:pt x="383" y="115"/>
                    </a:lnTo>
                    <a:lnTo>
                      <a:pt x="368" y="96"/>
                    </a:lnTo>
                    <a:lnTo>
                      <a:pt x="368" y="96"/>
                    </a:lnTo>
                    <a:lnTo>
                      <a:pt x="352" y="77"/>
                    </a:lnTo>
                    <a:lnTo>
                      <a:pt x="336" y="61"/>
                    </a:lnTo>
                    <a:lnTo>
                      <a:pt x="317" y="45"/>
                    </a:lnTo>
                    <a:lnTo>
                      <a:pt x="298" y="31"/>
                    </a:lnTo>
                    <a:lnTo>
                      <a:pt x="298" y="31"/>
                    </a:lnTo>
                    <a:lnTo>
                      <a:pt x="276" y="18"/>
                    </a:lnTo>
                    <a:lnTo>
                      <a:pt x="253" y="9"/>
                    </a:lnTo>
                    <a:lnTo>
                      <a:pt x="231" y="3"/>
                    </a:lnTo>
                    <a:lnTo>
                      <a:pt x="211" y="0"/>
                    </a:lnTo>
                    <a:lnTo>
                      <a:pt x="211" y="0"/>
                    </a:lnTo>
                    <a:lnTo>
                      <a:pt x="200" y="0"/>
                    </a:lnTo>
                    <a:lnTo>
                      <a:pt x="200" y="0"/>
                    </a:lnTo>
                    <a:lnTo>
                      <a:pt x="180" y="2"/>
                    </a:lnTo>
                    <a:lnTo>
                      <a:pt x="159" y="6"/>
                    </a:lnTo>
                    <a:lnTo>
                      <a:pt x="140" y="14"/>
                    </a:lnTo>
                    <a:lnTo>
                      <a:pt x="121" y="22"/>
                    </a:lnTo>
                    <a:close/>
                  </a:path>
                </a:pathLst>
              </a:custGeom>
              <a:gradFill>
                <a:gsLst>
                  <a:gs pos="0">
                    <a:srgbClr val="F0F0F0"/>
                  </a:gs>
                  <a:gs pos="100000">
                    <a:srgbClr val="F8F8F8"/>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7" name="Freeform 26"/>
              <p:cNvSpPr>
                <a:spLocks/>
              </p:cNvSpPr>
              <p:nvPr/>
            </p:nvSpPr>
            <p:spPr bwMode="auto">
              <a:xfrm>
                <a:off x="1802606" y="3540124"/>
                <a:ext cx="315913" cy="465138"/>
              </a:xfrm>
              <a:custGeom>
                <a:avLst/>
                <a:gdLst>
                  <a:gd name="T0" fmla="*/ 52 w 199"/>
                  <a:gd name="T1" fmla="*/ 9 h 293"/>
                  <a:gd name="T2" fmla="*/ 34 w 199"/>
                  <a:gd name="T3" fmla="*/ 23 h 293"/>
                  <a:gd name="T4" fmla="*/ 18 w 199"/>
                  <a:gd name="T5" fmla="*/ 46 h 293"/>
                  <a:gd name="T6" fmla="*/ 12 w 199"/>
                  <a:gd name="T7" fmla="*/ 59 h 293"/>
                  <a:gd name="T8" fmla="*/ 3 w 199"/>
                  <a:gd name="T9" fmla="*/ 91 h 293"/>
                  <a:gd name="T10" fmla="*/ 2 w 199"/>
                  <a:gd name="T11" fmla="*/ 110 h 293"/>
                  <a:gd name="T12" fmla="*/ 2 w 199"/>
                  <a:gd name="T13" fmla="*/ 149 h 293"/>
                  <a:gd name="T14" fmla="*/ 9 w 199"/>
                  <a:gd name="T15" fmla="*/ 187 h 293"/>
                  <a:gd name="T16" fmla="*/ 15 w 199"/>
                  <a:gd name="T17" fmla="*/ 205 h 293"/>
                  <a:gd name="T18" fmla="*/ 31 w 199"/>
                  <a:gd name="T19" fmla="*/ 237 h 293"/>
                  <a:gd name="T20" fmla="*/ 40 w 199"/>
                  <a:gd name="T21" fmla="*/ 250 h 293"/>
                  <a:gd name="T22" fmla="*/ 60 w 199"/>
                  <a:gd name="T23" fmla="*/ 273 h 293"/>
                  <a:gd name="T24" fmla="*/ 83 w 199"/>
                  <a:gd name="T25" fmla="*/ 286 h 293"/>
                  <a:gd name="T26" fmla="*/ 93 w 199"/>
                  <a:gd name="T27" fmla="*/ 290 h 293"/>
                  <a:gd name="T28" fmla="*/ 115 w 199"/>
                  <a:gd name="T29" fmla="*/ 293 h 293"/>
                  <a:gd name="T30" fmla="*/ 125 w 199"/>
                  <a:gd name="T31" fmla="*/ 293 h 293"/>
                  <a:gd name="T32" fmla="*/ 145 w 199"/>
                  <a:gd name="T33" fmla="*/ 286 h 293"/>
                  <a:gd name="T34" fmla="*/ 161 w 199"/>
                  <a:gd name="T35" fmla="*/ 276 h 293"/>
                  <a:gd name="T36" fmla="*/ 167 w 199"/>
                  <a:gd name="T37" fmla="*/ 268 h 293"/>
                  <a:gd name="T38" fmla="*/ 183 w 199"/>
                  <a:gd name="T39" fmla="*/ 243 h 293"/>
                  <a:gd name="T40" fmla="*/ 190 w 199"/>
                  <a:gd name="T41" fmla="*/ 225 h 293"/>
                  <a:gd name="T42" fmla="*/ 196 w 199"/>
                  <a:gd name="T43" fmla="*/ 205 h 293"/>
                  <a:gd name="T44" fmla="*/ 199 w 199"/>
                  <a:gd name="T45" fmla="*/ 161 h 293"/>
                  <a:gd name="T46" fmla="*/ 196 w 199"/>
                  <a:gd name="T47" fmla="*/ 138 h 293"/>
                  <a:gd name="T48" fmla="*/ 193 w 199"/>
                  <a:gd name="T49" fmla="*/ 116 h 293"/>
                  <a:gd name="T50" fmla="*/ 178 w 199"/>
                  <a:gd name="T51" fmla="*/ 75 h 293"/>
                  <a:gd name="T52" fmla="*/ 168 w 199"/>
                  <a:gd name="T53" fmla="*/ 57 h 293"/>
                  <a:gd name="T54" fmla="*/ 156 w 199"/>
                  <a:gd name="T55" fmla="*/ 40 h 293"/>
                  <a:gd name="T56" fmla="*/ 134 w 199"/>
                  <a:gd name="T57" fmla="*/ 18 h 293"/>
                  <a:gd name="T58" fmla="*/ 127 w 199"/>
                  <a:gd name="T59" fmla="*/ 12 h 293"/>
                  <a:gd name="T60" fmla="*/ 108 w 199"/>
                  <a:gd name="T61" fmla="*/ 3 h 293"/>
                  <a:gd name="T62" fmla="*/ 90 w 199"/>
                  <a:gd name="T63" fmla="*/ 0 h 293"/>
                  <a:gd name="T64" fmla="*/ 86 w 199"/>
                  <a:gd name="T65" fmla="*/ 0 h 293"/>
                  <a:gd name="T66" fmla="*/ 77 w 199"/>
                  <a:gd name="T67" fmla="*/ 0 h 293"/>
                  <a:gd name="T68" fmla="*/ 59 w 199"/>
                  <a:gd name="T69" fmla="*/ 4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9" h="293">
                    <a:moveTo>
                      <a:pt x="52" y="9"/>
                    </a:moveTo>
                    <a:lnTo>
                      <a:pt x="52" y="9"/>
                    </a:lnTo>
                    <a:lnTo>
                      <a:pt x="43" y="15"/>
                    </a:lnTo>
                    <a:lnTo>
                      <a:pt x="34" y="23"/>
                    </a:lnTo>
                    <a:lnTo>
                      <a:pt x="25" y="34"/>
                    </a:lnTo>
                    <a:lnTo>
                      <a:pt x="18" y="46"/>
                    </a:lnTo>
                    <a:lnTo>
                      <a:pt x="18" y="46"/>
                    </a:lnTo>
                    <a:lnTo>
                      <a:pt x="12" y="59"/>
                    </a:lnTo>
                    <a:lnTo>
                      <a:pt x="7" y="75"/>
                    </a:lnTo>
                    <a:lnTo>
                      <a:pt x="3" y="91"/>
                    </a:lnTo>
                    <a:lnTo>
                      <a:pt x="2" y="110"/>
                    </a:lnTo>
                    <a:lnTo>
                      <a:pt x="2" y="110"/>
                    </a:lnTo>
                    <a:lnTo>
                      <a:pt x="0" y="130"/>
                    </a:lnTo>
                    <a:lnTo>
                      <a:pt x="2" y="149"/>
                    </a:lnTo>
                    <a:lnTo>
                      <a:pt x="4" y="168"/>
                    </a:lnTo>
                    <a:lnTo>
                      <a:pt x="9" y="187"/>
                    </a:lnTo>
                    <a:lnTo>
                      <a:pt x="9" y="187"/>
                    </a:lnTo>
                    <a:lnTo>
                      <a:pt x="15" y="205"/>
                    </a:lnTo>
                    <a:lnTo>
                      <a:pt x="22" y="221"/>
                    </a:lnTo>
                    <a:lnTo>
                      <a:pt x="31" y="237"/>
                    </a:lnTo>
                    <a:lnTo>
                      <a:pt x="40" y="250"/>
                    </a:lnTo>
                    <a:lnTo>
                      <a:pt x="40" y="250"/>
                    </a:lnTo>
                    <a:lnTo>
                      <a:pt x="50" y="262"/>
                    </a:lnTo>
                    <a:lnTo>
                      <a:pt x="60" y="273"/>
                    </a:lnTo>
                    <a:lnTo>
                      <a:pt x="71" y="280"/>
                    </a:lnTo>
                    <a:lnTo>
                      <a:pt x="83" y="286"/>
                    </a:lnTo>
                    <a:lnTo>
                      <a:pt x="83" y="286"/>
                    </a:lnTo>
                    <a:lnTo>
                      <a:pt x="93" y="290"/>
                    </a:lnTo>
                    <a:lnTo>
                      <a:pt x="105" y="293"/>
                    </a:lnTo>
                    <a:lnTo>
                      <a:pt x="115" y="293"/>
                    </a:lnTo>
                    <a:lnTo>
                      <a:pt x="125" y="293"/>
                    </a:lnTo>
                    <a:lnTo>
                      <a:pt x="125" y="293"/>
                    </a:lnTo>
                    <a:lnTo>
                      <a:pt x="136" y="290"/>
                    </a:lnTo>
                    <a:lnTo>
                      <a:pt x="145" y="286"/>
                    </a:lnTo>
                    <a:lnTo>
                      <a:pt x="152" y="281"/>
                    </a:lnTo>
                    <a:lnTo>
                      <a:pt x="161" y="276"/>
                    </a:lnTo>
                    <a:lnTo>
                      <a:pt x="161" y="276"/>
                    </a:lnTo>
                    <a:lnTo>
                      <a:pt x="167" y="268"/>
                    </a:lnTo>
                    <a:lnTo>
                      <a:pt x="173" y="261"/>
                    </a:lnTo>
                    <a:lnTo>
                      <a:pt x="183" y="243"/>
                    </a:lnTo>
                    <a:lnTo>
                      <a:pt x="183" y="243"/>
                    </a:lnTo>
                    <a:lnTo>
                      <a:pt x="190" y="225"/>
                    </a:lnTo>
                    <a:lnTo>
                      <a:pt x="196" y="205"/>
                    </a:lnTo>
                    <a:lnTo>
                      <a:pt x="196" y="205"/>
                    </a:lnTo>
                    <a:lnTo>
                      <a:pt x="198" y="183"/>
                    </a:lnTo>
                    <a:lnTo>
                      <a:pt x="199" y="161"/>
                    </a:lnTo>
                    <a:lnTo>
                      <a:pt x="199" y="161"/>
                    </a:lnTo>
                    <a:lnTo>
                      <a:pt x="196" y="138"/>
                    </a:lnTo>
                    <a:lnTo>
                      <a:pt x="193" y="116"/>
                    </a:lnTo>
                    <a:lnTo>
                      <a:pt x="193" y="116"/>
                    </a:lnTo>
                    <a:lnTo>
                      <a:pt x="187" y="96"/>
                    </a:lnTo>
                    <a:lnTo>
                      <a:pt x="178" y="75"/>
                    </a:lnTo>
                    <a:lnTo>
                      <a:pt x="178" y="75"/>
                    </a:lnTo>
                    <a:lnTo>
                      <a:pt x="168" y="57"/>
                    </a:lnTo>
                    <a:lnTo>
                      <a:pt x="156" y="40"/>
                    </a:lnTo>
                    <a:lnTo>
                      <a:pt x="156" y="40"/>
                    </a:lnTo>
                    <a:lnTo>
                      <a:pt x="143" y="25"/>
                    </a:lnTo>
                    <a:lnTo>
                      <a:pt x="134" y="18"/>
                    </a:lnTo>
                    <a:lnTo>
                      <a:pt x="127" y="12"/>
                    </a:lnTo>
                    <a:lnTo>
                      <a:pt x="127" y="12"/>
                    </a:lnTo>
                    <a:lnTo>
                      <a:pt x="118" y="7"/>
                    </a:lnTo>
                    <a:lnTo>
                      <a:pt x="108" y="3"/>
                    </a:lnTo>
                    <a:lnTo>
                      <a:pt x="99" y="0"/>
                    </a:lnTo>
                    <a:lnTo>
                      <a:pt x="90" y="0"/>
                    </a:lnTo>
                    <a:lnTo>
                      <a:pt x="90" y="0"/>
                    </a:lnTo>
                    <a:lnTo>
                      <a:pt x="86" y="0"/>
                    </a:lnTo>
                    <a:lnTo>
                      <a:pt x="86" y="0"/>
                    </a:lnTo>
                    <a:lnTo>
                      <a:pt x="77" y="0"/>
                    </a:lnTo>
                    <a:lnTo>
                      <a:pt x="68" y="1"/>
                    </a:lnTo>
                    <a:lnTo>
                      <a:pt x="59" y="4"/>
                    </a:lnTo>
                    <a:lnTo>
                      <a:pt x="52" y="9"/>
                    </a:lnTo>
                    <a:close/>
                  </a:path>
                </a:pathLst>
              </a:custGeom>
              <a:gradFill>
                <a:gsLst>
                  <a:gs pos="13000">
                    <a:srgbClr val="BD2223"/>
                  </a:gs>
                  <a:gs pos="92000">
                    <a:srgbClr val="FA2A2A"/>
                  </a:gs>
                </a:gsLst>
                <a:path path="circle">
                  <a:fillToRect t="100000" r="100000"/>
                </a:path>
              </a:gra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19" name="Freeform 30"/>
              <p:cNvSpPr>
                <a:spLocks/>
              </p:cNvSpPr>
              <p:nvPr/>
            </p:nvSpPr>
            <p:spPr bwMode="auto">
              <a:xfrm>
                <a:off x="3681413" y="3667126"/>
                <a:ext cx="107950" cy="160338"/>
              </a:xfrm>
              <a:custGeom>
                <a:avLst/>
                <a:gdLst>
                  <a:gd name="T0" fmla="*/ 18 w 68"/>
                  <a:gd name="T1" fmla="*/ 3 h 101"/>
                  <a:gd name="T2" fmla="*/ 18 w 68"/>
                  <a:gd name="T3" fmla="*/ 3 h 101"/>
                  <a:gd name="T4" fmla="*/ 12 w 68"/>
                  <a:gd name="T5" fmla="*/ 8 h 101"/>
                  <a:gd name="T6" fmla="*/ 6 w 68"/>
                  <a:gd name="T7" fmla="*/ 16 h 101"/>
                  <a:gd name="T8" fmla="*/ 6 w 68"/>
                  <a:gd name="T9" fmla="*/ 16 h 101"/>
                  <a:gd name="T10" fmla="*/ 2 w 68"/>
                  <a:gd name="T11" fmla="*/ 26 h 101"/>
                  <a:gd name="T12" fmla="*/ 0 w 68"/>
                  <a:gd name="T13" fmla="*/ 38 h 101"/>
                  <a:gd name="T14" fmla="*/ 0 w 68"/>
                  <a:gd name="T15" fmla="*/ 38 h 101"/>
                  <a:gd name="T16" fmla="*/ 0 w 68"/>
                  <a:gd name="T17" fmla="*/ 51 h 101"/>
                  <a:gd name="T18" fmla="*/ 3 w 68"/>
                  <a:gd name="T19" fmla="*/ 65 h 101"/>
                  <a:gd name="T20" fmla="*/ 3 w 68"/>
                  <a:gd name="T21" fmla="*/ 65 h 101"/>
                  <a:gd name="T22" fmla="*/ 8 w 68"/>
                  <a:gd name="T23" fmla="*/ 76 h 101"/>
                  <a:gd name="T24" fmla="*/ 13 w 68"/>
                  <a:gd name="T25" fmla="*/ 87 h 101"/>
                  <a:gd name="T26" fmla="*/ 13 w 68"/>
                  <a:gd name="T27" fmla="*/ 87 h 101"/>
                  <a:gd name="T28" fmla="*/ 21 w 68"/>
                  <a:gd name="T29" fmla="*/ 94 h 101"/>
                  <a:gd name="T30" fmla="*/ 28 w 68"/>
                  <a:gd name="T31" fmla="*/ 98 h 101"/>
                  <a:gd name="T32" fmla="*/ 28 w 68"/>
                  <a:gd name="T33" fmla="*/ 98 h 101"/>
                  <a:gd name="T34" fmla="*/ 36 w 68"/>
                  <a:gd name="T35" fmla="*/ 101 h 101"/>
                  <a:gd name="T36" fmla="*/ 43 w 68"/>
                  <a:gd name="T37" fmla="*/ 101 h 101"/>
                  <a:gd name="T38" fmla="*/ 43 w 68"/>
                  <a:gd name="T39" fmla="*/ 101 h 101"/>
                  <a:gd name="T40" fmla="*/ 50 w 68"/>
                  <a:gd name="T41" fmla="*/ 98 h 101"/>
                  <a:gd name="T42" fmla="*/ 55 w 68"/>
                  <a:gd name="T43" fmla="*/ 95 h 101"/>
                  <a:gd name="T44" fmla="*/ 55 w 68"/>
                  <a:gd name="T45" fmla="*/ 95 h 101"/>
                  <a:gd name="T46" fmla="*/ 59 w 68"/>
                  <a:gd name="T47" fmla="*/ 90 h 101"/>
                  <a:gd name="T48" fmla="*/ 64 w 68"/>
                  <a:gd name="T49" fmla="*/ 84 h 101"/>
                  <a:gd name="T50" fmla="*/ 64 w 68"/>
                  <a:gd name="T51" fmla="*/ 84 h 101"/>
                  <a:gd name="T52" fmla="*/ 65 w 68"/>
                  <a:gd name="T53" fmla="*/ 78 h 101"/>
                  <a:gd name="T54" fmla="*/ 68 w 68"/>
                  <a:gd name="T55" fmla="*/ 70 h 101"/>
                  <a:gd name="T56" fmla="*/ 68 w 68"/>
                  <a:gd name="T57" fmla="*/ 70 h 101"/>
                  <a:gd name="T58" fmla="*/ 68 w 68"/>
                  <a:gd name="T59" fmla="*/ 56 h 101"/>
                  <a:gd name="T60" fmla="*/ 68 w 68"/>
                  <a:gd name="T61" fmla="*/ 56 h 101"/>
                  <a:gd name="T62" fmla="*/ 67 w 68"/>
                  <a:gd name="T63" fmla="*/ 39 h 101"/>
                  <a:gd name="T64" fmla="*/ 67 w 68"/>
                  <a:gd name="T65" fmla="*/ 39 h 101"/>
                  <a:gd name="T66" fmla="*/ 62 w 68"/>
                  <a:gd name="T67" fmla="*/ 26 h 101"/>
                  <a:gd name="T68" fmla="*/ 62 w 68"/>
                  <a:gd name="T69" fmla="*/ 26 h 101"/>
                  <a:gd name="T70" fmla="*/ 58 w 68"/>
                  <a:gd name="T71" fmla="*/ 20 h 101"/>
                  <a:gd name="T72" fmla="*/ 55 w 68"/>
                  <a:gd name="T73" fmla="*/ 14 h 101"/>
                  <a:gd name="T74" fmla="*/ 55 w 68"/>
                  <a:gd name="T75" fmla="*/ 14 h 101"/>
                  <a:gd name="T76" fmla="*/ 49 w 68"/>
                  <a:gd name="T77" fmla="*/ 8 h 101"/>
                  <a:gd name="T78" fmla="*/ 43 w 68"/>
                  <a:gd name="T79" fmla="*/ 4 h 101"/>
                  <a:gd name="T80" fmla="*/ 43 w 68"/>
                  <a:gd name="T81" fmla="*/ 4 h 101"/>
                  <a:gd name="T82" fmla="*/ 37 w 68"/>
                  <a:gd name="T83" fmla="*/ 1 h 101"/>
                  <a:gd name="T84" fmla="*/ 31 w 68"/>
                  <a:gd name="T85" fmla="*/ 0 h 101"/>
                  <a:gd name="T86" fmla="*/ 30 w 68"/>
                  <a:gd name="T87" fmla="*/ 0 h 101"/>
                  <a:gd name="T88" fmla="*/ 30 w 68"/>
                  <a:gd name="T89" fmla="*/ 0 h 101"/>
                  <a:gd name="T90" fmla="*/ 24 w 68"/>
                  <a:gd name="T91" fmla="*/ 1 h 101"/>
                  <a:gd name="T92" fmla="*/ 18 w 68"/>
                  <a:gd name="T93" fmla="*/ 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8" h="101">
                    <a:moveTo>
                      <a:pt x="18" y="3"/>
                    </a:moveTo>
                    <a:lnTo>
                      <a:pt x="18" y="3"/>
                    </a:lnTo>
                    <a:lnTo>
                      <a:pt x="12" y="8"/>
                    </a:lnTo>
                    <a:lnTo>
                      <a:pt x="6" y="16"/>
                    </a:lnTo>
                    <a:lnTo>
                      <a:pt x="6" y="16"/>
                    </a:lnTo>
                    <a:lnTo>
                      <a:pt x="2" y="26"/>
                    </a:lnTo>
                    <a:lnTo>
                      <a:pt x="0" y="38"/>
                    </a:lnTo>
                    <a:lnTo>
                      <a:pt x="0" y="38"/>
                    </a:lnTo>
                    <a:lnTo>
                      <a:pt x="0" y="51"/>
                    </a:lnTo>
                    <a:lnTo>
                      <a:pt x="3" y="65"/>
                    </a:lnTo>
                    <a:lnTo>
                      <a:pt x="3" y="65"/>
                    </a:lnTo>
                    <a:lnTo>
                      <a:pt x="8" y="76"/>
                    </a:lnTo>
                    <a:lnTo>
                      <a:pt x="13" y="87"/>
                    </a:lnTo>
                    <a:lnTo>
                      <a:pt x="13" y="87"/>
                    </a:lnTo>
                    <a:lnTo>
                      <a:pt x="21" y="94"/>
                    </a:lnTo>
                    <a:lnTo>
                      <a:pt x="28" y="98"/>
                    </a:lnTo>
                    <a:lnTo>
                      <a:pt x="28" y="98"/>
                    </a:lnTo>
                    <a:lnTo>
                      <a:pt x="36" y="101"/>
                    </a:lnTo>
                    <a:lnTo>
                      <a:pt x="43" y="101"/>
                    </a:lnTo>
                    <a:lnTo>
                      <a:pt x="43" y="101"/>
                    </a:lnTo>
                    <a:lnTo>
                      <a:pt x="50" y="98"/>
                    </a:lnTo>
                    <a:lnTo>
                      <a:pt x="55" y="95"/>
                    </a:lnTo>
                    <a:lnTo>
                      <a:pt x="55" y="95"/>
                    </a:lnTo>
                    <a:lnTo>
                      <a:pt x="59" y="90"/>
                    </a:lnTo>
                    <a:lnTo>
                      <a:pt x="64" y="84"/>
                    </a:lnTo>
                    <a:lnTo>
                      <a:pt x="64" y="84"/>
                    </a:lnTo>
                    <a:lnTo>
                      <a:pt x="65" y="78"/>
                    </a:lnTo>
                    <a:lnTo>
                      <a:pt x="68" y="70"/>
                    </a:lnTo>
                    <a:lnTo>
                      <a:pt x="68" y="70"/>
                    </a:lnTo>
                    <a:lnTo>
                      <a:pt x="68" y="56"/>
                    </a:lnTo>
                    <a:lnTo>
                      <a:pt x="68" y="56"/>
                    </a:lnTo>
                    <a:lnTo>
                      <a:pt x="67" y="39"/>
                    </a:lnTo>
                    <a:lnTo>
                      <a:pt x="67" y="39"/>
                    </a:lnTo>
                    <a:lnTo>
                      <a:pt x="62" y="26"/>
                    </a:lnTo>
                    <a:lnTo>
                      <a:pt x="62" y="26"/>
                    </a:lnTo>
                    <a:lnTo>
                      <a:pt x="58" y="20"/>
                    </a:lnTo>
                    <a:lnTo>
                      <a:pt x="55" y="14"/>
                    </a:lnTo>
                    <a:lnTo>
                      <a:pt x="55" y="14"/>
                    </a:lnTo>
                    <a:lnTo>
                      <a:pt x="49" y="8"/>
                    </a:lnTo>
                    <a:lnTo>
                      <a:pt x="43" y="4"/>
                    </a:lnTo>
                    <a:lnTo>
                      <a:pt x="43" y="4"/>
                    </a:lnTo>
                    <a:lnTo>
                      <a:pt x="37" y="1"/>
                    </a:lnTo>
                    <a:lnTo>
                      <a:pt x="31" y="0"/>
                    </a:lnTo>
                    <a:lnTo>
                      <a:pt x="30" y="0"/>
                    </a:lnTo>
                    <a:lnTo>
                      <a:pt x="30" y="0"/>
                    </a:lnTo>
                    <a:lnTo>
                      <a:pt x="24" y="1"/>
                    </a:lnTo>
                    <a:lnTo>
                      <a:pt x="18"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sp>
            <p:nvSpPr>
              <p:cNvPr id="20" name="Freeform 65"/>
              <p:cNvSpPr>
                <a:spLocks/>
              </p:cNvSpPr>
              <p:nvPr/>
            </p:nvSpPr>
            <p:spPr bwMode="auto">
              <a:xfrm>
                <a:off x="984252" y="2149476"/>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F15A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a:solidFill>
                    <a:prstClr val="black"/>
                  </a:solidFill>
                  <a:latin typeface="Montserrat Light"/>
                  <a:cs typeface="+mn-cs"/>
                </a:endParaRPr>
              </a:p>
            </p:txBody>
          </p:sp>
        </p:grpSp>
      </p:grpSp>
      <p:grpSp>
        <p:nvGrpSpPr>
          <p:cNvPr id="21" name="Group 20"/>
          <p:cNvGrpSpPr/>
          <p:nvPr/>
        </p:nvGrpSpPr>
        <p:grpSpPr>
          <a:xfrm>
            <a:off x="9024217" y="3213742"/>
            <a:ext cx="1290440" cy="1318405"/>
            <a:chOff x="5920323" y="2302554"/>
            <a:chExt cx="2180669" cy="2227927"/>
          </a:xfrm>
          <a:effectLst>
            <a:outerShdw blurRad="177800" dir="18900000" sy="23000" kx="-1200000" algn="bl" rotWithShape="0">
              <a:prstClr val="black">
                <a:alpha val="29000"/>
              </a:prstClr>
            </a:outerShdw>
          </a:effectLst>
        </p:grpSpPr>
        <p:sp>
          <p:nvSpPr>
            <p:cNvPr id="22" name="Freeform 21"/>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3" name="Freeform 22"/>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4" name="Freeform 23"/>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5" name="Freeform 24"/>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6" name="Freeform 25"/>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7" name="Freeform 26"/>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1">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8" name="Freeform 27"/>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1">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29" name="Freeform 28"/>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grpSp>
      <p:grpSp>
        <p:nvGrpSpPr>
          <p:cNvPr id="30" name="Group 29"/>
          <p:cNvGrpSpPr/>
          <p:nvPr/>
        </p:nvGrpSpPr>
        <p:grpSpPr>
          <a:xfrm>
            <a:off x="9409844" y="4398572"/>
            <a:ext cx="1290440" cy="1318405"/>
            <a:chOff x="5920323" y="2302554"/>
            <a:chExt cx="2180669" cy="2227927"/>
          </a:xfrm>
          <a:effectLst>
            <a:outerShdw blurRad="177800" dir="18900000" sy="23000" kx="-1200000" algn="bl" rotWithShape="0">
              <a:prstClr val="black">
                <a:alpha val="29000"/>
              </a:prstClr>
            </a:outerShdw>
          </a:effectLst>
        </p:grpSpPr>
        <p:sp>
          <p:nvSpPr>
            <p:cNvPr id="31" name="Freeform 30"/>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2" name="Freeform 31"/>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3" name="Freeform 32"/>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4" name="Freeform 33"/>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5" name="Freeform 34"/>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6" name="Freeform 35"/>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7" name="Freeform 36"/>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38" name="Freeform 37"/>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grpSp>
      <p:grpSp>
        <p:nvGrpSpPr>
          <p:cNvPr id="39" name="Group 38"/>
          <p:cNvGrpSpPr/>
          <p:nvPr/>
        </p:nvGrpSpPr>
        <p:grpSpPr>
          <a:xfrm>
            <a:off x="9639107" y="2459754"/>
            <a:ext cx="1290440" cy="1318405"/>
            <a:chOff x="5920323" y="2302554"/>
            <a:chExt cx="2180669" cy="2227927"/>
          </a:xfrm>
          <a:effectLst>
            <a:outerShdw blurRad="177800" dir="18900000" sy="23000" kx="-1200000" algn="bl" rotWithShape="0">
              <a:prstClr val="black">
                <a:alpha val="29000"/>
              </a:prstClr>
            </a:outerShdw>
          </a:effectLst>
        </p:grpSpPr>
        <p:sp>
          <p:nvSpPr>
            <p:cNvPr id="40" name="Freeform 39"/>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41" name="Freeform 40"/>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42" name="Freeform 41"/>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43" name="Freeform 42"/>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44" name="Freeform 43"/>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45" name="Freeform 44"/>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3">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46" name="Freeform 45"/>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3">
                <a:lumMod val="60000"/>
                <a:lumOff val="40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sp>
          <p:nvSpPr>
            <p:cNvPr id="47" name="Freeform 46"/>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id-ID" sz="2400">
                <a:solidFill>
                  <a:prstClr val="black"/>
                </a:solidFill>
                <a:latin typeface="Montserrat Light"/>
                <a:cs typeface="+mn-cs"/>
              </a:endParaRPr>
            </a:p>
          </p:txBody>
        </p:sp>
      </p:grpSp>
      <p:grpSp>
        <p:nvGrpSpPr>
          <p:cNvPr id="50" name="Group 49"/>
          <p:cNvGrpSpPr/>
          <p:nvPr/>
        </p:nvGrpSpPr>
        <p:grpSpPr>
          <a:xfrm flipH="1">
            <a:off x="3599542" y="2135599"/>
            <a:ext cx="6129455" cy="511741"/>
            <a:chOff x="3495205" y="2346448"/>
            <a:chExt cx="5504861" cy="998320"/>
          </a:xfrm>
        </p:grpSpPr>
        <p:cxnSp>
          <p:nvCxnSpPr>
            <p:cNvPr id="48" name="Straight Connector 47"/>
            <p:cNvCxnSpPr/>
            <p:nvPr/>
          </p:nvCxnSpPr>
          <p:spPr>
            <a:xfrm flipV="1">
              <a:off x="3495205" y="2346448"/>
              <a:ext cx="998320" cy="998320"/>
            </a:xfrm>
            <a:prstGeom prst="line">
              <a:avLst/>
            </a:prstGeom>
            <a:ln w="19050">
              <a:solidFill>
                <a:schemeClr val="accent3"/>
              </a:solidFill>
              <a:prstDash val="sysDash"/>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4493935" y="2347037"/>
              <a:ext cx="4506131" cy="0"/>
            </a:xfrm>
            <a:prstGeom prst="line">
              <a:avLst/>
            </a:prstGeom>
            <a:ln w="19050">
              <a:solidFill>
                <a:schemeClr val="accent3"/>
              </a:solidFill>
              <a:prstDash val="sysDash"/>
              <a:tailEnd type="oval"/>
            </a:ln>
          </p:spPr>
          <p:style>
            <a:lnRef idx="1">
              <a:schemeClr val="accent1"/>
            </a:lnRef>
            <a:fillRef idx="0">
              <a:schemeClr val="accent1"/>
            </a:fillRef>
            <a:effectRef idx="0">
              <a:schemeClr val="accent1"/>
            </a:effectRef>
            <a:fontRef idx="minor">
              <a:schemeClr val="tx1"/>
            </a:fontRef>
          </p:style>
        </p:cxnSp>
      </p:grpSp>
      <p:grpSp>
        <p:nvGrpSpPr>
          <p:cNvPr id="51" name="Group 50"/>
          <p:cNvGrpSpPr/>
          <p:nvPr/>
        </p:nvGrpSpPr>
        <p:grpSpPr>
          <a:xfrm flipH="1">
            <a:off x="5312228" y="2948803"/>
            <a:ext cx="3908213" cy="511741"/>
            <a:chOff x="3495205" y="2346448"/>
            <a:chExt cx="5504861" cy="998320"/>
          </a:xfrm>
        </p:grpSpPr>
        <p:cxnSp>
          <p:nvCxnSpPr>
            <p:cNvPr id="52" name="Straight Connector 51"/>
            <p:cNvCxnSpPr/>
            <p:nvPr/>
          </p:nvCxnSpPr>
          <p:spPr>
            <a:xfrm flipV="1">
              <a:off x="3495205" y="2346448"/>
              <a:ext cx="998320" cy="998320"/>
            </a:xfrm>
            <a:prstGeom prst="line">
              <a:avLst/>
            </a:prstGeom>
            <a:ln w="1905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a:off x="4493935" y="2347037"/>
              <a:ext cx="4506131" cy="0"/>
            </a:xfrm>
            <a:prstGeom prst="line">
              <a:avLst/>
            </a:prstGeom>
            <a:ln w="19050">
              <a:solidFill>
                <a:schemeClr val="accent1"/>
              </a:solidFill>
              <a:prstDash val="sysDash"/>
              <a:tailEnd type="oval"/>
            </a:ln>
          </p:spPr>
          <p:style>
            <a:lnRef idx="1">
              <a:schemeClr val="accent1"/>
            </a:lnRef>
            <a:fillRef idx="0">
              <a:schemeClr val="accent1"/>
            </a:fillRef>
            <a:effectRef idx="0">
              <a:schemeClr val="accent1"/>
            </a:effectRef>
            <a:fontRef idx="minor">
              <a:schemeClr val="tx1"/>
            </a:fontRef>
          </p:style>
        </p:cxnSp>
      </p:grpSp>
      <p:grpSp>
        <p:nvGrpSpPr>
          <p:cNvPr id="54" name="Group 53"/>
          <p:cNvGrpSpPr/>
          <p:nvPr/>
        </p:nvGrpSpPr>
        <p:grpSpPr>
          <a:xfrm flipH="1">
            <a:off x="6095999" y="4109822"/>
            <a:ext cx="3454268" cy="511741"/>
            <a:chOff x="3495205" y="2346448"/>
            <a:chExt cx="5504861" cy="998320"/>
          </a:xfrm>
        </p:grpSpPr>
        <p:cxnSp>
          <p:nvCxnSpPr>
            <p:cNvPr id="55" name="Straight Connector 54"/>
            <p:cNvCxnSpPr/>
            <p:nvPr/>
          </p:nvCxnSpPr>
          <p:spPr>
            <a:xfrm flipV="1">
              <a:off x="3495205" y="2346448"/>
              <a:ext cx="998320" cy="998320"/>
            </a:xfrm>
            <a:prstGeom prst="line">
              <a:avLst/>
            </a:prstGeom>
            <a:ln w="19050">
              <a:solidFill>
                <a:schemeClr val="accent4"/>
              </a:solidFill>
              <a:prstDash val="sysDash"/>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493935" y="2347037"/>
              <a:ext cx="4506131" cy="0"/>
            </a:xfrm>
            <a:prstGeom prst="line">
              <a:avLst/>
            </a:prstGeom>
            <a:ln w="19050">
              <a:solidFill>
                <a:schemeClr val="accent4"/>
              </a:solidFill>
              <a:prstDash val="sysDash"/>
              <a:tailEnd type="oval"/>
            </a:ln>
          </p:spPr>
          <p:style>
            <a:lnRef idx="1">
              <a:schemeClr val="accent1"/>
            </a:lnRef>
            <a:fillRef idx="0">
              <a:schemeClr val="accent1"/>
            </a:fillRef>
            <a:effectRef idx="0">
              <a:schemeClr val="accent1"/>
            </a:effectRef>
            <a:fontRef idx="minor">
              <a:schemeClr val="tx1"/>
            </a:fontRef>
          </p:style>
        </p:cxnSp>
      </p:grpSp>
      <p:sp>
        <p:nvSpPr>
          <p:cNvPr id="57" name="Text Placeholder 6"/>
          <p:cNvSpPr txBox="1">
            <a:spLocks/>
          </p:cNvSpPr>
          <p:nvPr/>
        </p:nvSpPr>
        <p:spPr>
          <a:xfrm>
            <a:off x="1968134" y="2614031"/>
            <a:ext cx="3533524" cy="619251"/>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lgn="l" rtl="1" fontAlgn="auto">
              <a:spcAft>
                <a:spcPts val="0"/>
              </a:spcAft>
              <a:buFont typeface="+mj-lt"/>
              <a:buAutoNum type="arabicPeriod" startAt="4"/>
            </a:pPr>
            <a:r>
              <a:rPr lang="ar-JO" sz="3200" dirty="0" smtClean="0">
                <a:solidFill>
                  <a:srgbClr val="74B5E0"/>
                </a:solidFill>
              </a:rPr>
              <a:t> </a:t>
            </a:r>
            <a:r>
              <a:rPr lang="ar-SA" sz="3200" b="1" dirty="0">
                <a:solidFill>
                  <a:srgbClr val="74B5E0"/>
                </a:solidFill>
              </a:rPr>
              <a:t>الكتاب الإلكتروني</a:t>
            </a:r>
            <a:endParaRPr lang="en-AU" sz="3200" b="1" dirty="0">
              <a:solidFill>
                <a:srgbClr val="74B5E0"/>
              </a:solidFill>
              <a:latin typeface="Montserrat"/>
            </a:endParaRPr>
          </a:p>
        </p:txBody>
      </p:sp>
      <p:sp>
        <p:nvSpPr>
          <p:cNvPr id="61" name="Text Placeholder 6"/>
          <p:cNvSpPr txBox="1">
            <a:spLocks/>
          </p:cNvSpPr>
          <p:nvPr/>
        </p:nvSpPr>
        <p:spPr>
          <a:xfrm>
            <a:off x="389432" y="1863026"/>
            <a:ext cx="4118380" cy="614027"/>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lgn="l" rtl="1" fontAlgn="auto">
              <a:spcAft>
                <a:spcPts val="0"/>
              </a:spcAft>
              <a:buFont typeface="+mj-lt"/>
              <a:buAutoNum type="arabicPeriod" startAt="3"/>
            </a:pPr>
            <a:r>
              <a:rPr lang="ar-JO" sz="3200" b="1" dirty="0">
                <a:solidFill>
                  <a:srgbClr val="C3D69B"/>
                </a:solidFill>
              </a:rPr>
              <a:t>المكتبة الإلكترونية</a:t>
            </a:r>
            <a:endParaRPr lang="en-AU" sz="3200" b="1" u="sng" dirty="0">
              <a:solidFill>
                <a:srgbClr val="C3D69B"/>
              </a:solidFill>
              <a:latin typeface="Montserrat"/>
            </a:endParaRPr>
          </a:p>
        </p:txBody>
      </p:sp>
      <p:sp>
        <p:nvSpPr>
          <p:cNvPr id="63" name="Text Placeholder 6"/>
          <p:cNvSpPr txBox="1">
            <a:spLocks/>
          </p:cNvSpPr>
          <p:nvPr/>
        </p:nvSpPr>
        <p:spPr>
          <a:xfrm>
            <a:off x="2870725" y="3807728"/>
            <a:ext cx="3274173" cy="408219"/>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lgn="l" rtl="1" fontAlgn="auto">
              <a:spcAft>
                <a:spcPts val="0"/>
              </a:spcAft>
              <a:buFont typeface="+mj-lt"/>
              <a:buAutoNum type="arabicPeriod" startAt="5"/>
            </a:pPr>
            <a:r>
              <a:rPr lang="ar-SA" sz="3200" b="1" dirty="0">
                <a:solidFill>
                  <a:srgbClr val="F8C471"/>
                </a:solidFill>
              </a:rPr>
              <a:t>الوسائط المتعددة</a:t>
            </a:r>
            <a:endParaRPr lang="en-AU" sz="3200" b="1" dirty="0">
              <a:solidFill>
                <a:srgbClr val="F8C471"/>
              </a:solidFill>
              <a:latin typeface="Montserrat"/>
            </a:endParaRPr>
          </a:p>
        </p:txBody>
      </p:sp>
      <p:sp>
        <p:nvSpPr>
          <p:cNvPr id="65" name="Oval 64"/>
          <p:cNvSpPr/>
          <p:nvPr/>
        </p:nvSpPr>
        <p:spPr>
          <a:xfrm>
            <a:off x="11625259" y="6283321"/>
            <a:ext cx="444500" cy="44450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Content Placeholder 17"/>
          <p:cNvSpPr>
            <a:spLocks noGrp="1"/>
          </p:cNvSpPr>
          <p:nvPr>
            <p:ph idx="1"/>
          </p:nvPr>
        </p:nvSpPr>
        <p:spPr/>
        <p:txBody>
          <a:bodyPr>
            <a:normAutofit lnSpcReduction="10000"/>
          </a:bodyPr>
          <a:lstStyle/>
          <a:p>
            <a:endParaRPr lang="en-US"/>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12161786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67"/>
                                        </p:tgtEl>
                                        <p:attrNameLst>
                                          <p:attrName>style.visibility</p:attrName>
                                        </p:attrNameLst>
                                      </p:cBhvr>
                                      <p:to>
                                        <p:strVal val="visible"/>
                                      </p:to>
                                    </p:set>
                                    <p:anim calcmode="lin" valueType="num">
                                      <p:cBhvr>
                                        <p:cTn id="13" dur="500" fill="hold"/>
                                        <p:tgtEl>
                                          <p:spTgt spid="67"/>
                                        </p:tgtEl>
                                        <p:attrNameLst>
                                          <p:attrName>ppt_w</p:attrName>
                                        </p:attrNameLst>
                                      </p:cBhvr>
                                      <p:tavLst>
                                        <p:tav tm="0">
                                          <p:val>
                                            <p:fltVal val="0"/>
                                          </p:val>
                                        </p:tav>
                                        <p:tav tm="100000">
                                          <p:val>
                                            <p:strVal val="#ppt_w"/>
                                          </p:val>
                                        </p:tav>
                                      </p:tavLst>
                                    </p:anim>
                                    <p:anim calcmode="lin" valueType="num">
                                      <p:cBhvr>
                                        <p:cTn id="14" dur="500" fill="hold"/>
                                        <p:tgtEl>
                                          <p:spTgt spid="67"/>
                                        </p:tgtEl>
                                        <p:attrNameLst>
                                          <p:attrName>ppt_h</p:attrName>
                                        </p:attrNameLst>
                                      </p:cBhvr>
                                      <p:tavLst>
                                        <p:tav tm="0">
                                          <p:val>
                                            <p:fltVal val="0"/>
                                          </p:val>
                                        </p:tav>
                                        <p:tav tm="100000">
                                          <p:val>
                                            <p:strVal val="#ppt_h"/>
                                          </p:val>
                                        </p:tav>
                                      </p:tavLst>
                                    </p:anim>
                                    <p:animEffect transition="in" filter="fade">
                                      <p:cBhvr>
                                        <p:cTn id="15" dur="500"/>
                                        <p:tgtEl>
                                          <p:spTgt spid="67"/>
                                        </p:tgtEl>
                                      </p:cBhvr>
                                    </p:animEffect>
                                  </p:childTnLst>
                                </p:cTn>
                              </p:par>
                            </p:childTnLst>
                          </p:cTn>
                        </p:par>
                        <p:par>
                          <p:cTn id="16" fill="hold">
                            <p:stCondLst>
                              <p:cond delay="1000"/>
                            </p:stCondLst>
                            <p:childTnLst>
                              <p:par>
                                <p:cTn id="17" presetID="2" presetClass="entr" presetSubtype="9" fill="hold" nodeType="after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0-#ppt_w/2"/>
                                          </p:val>
                                        </p:tav>
                                        <p:tav tm="100000">
                                          <p:val>
                                            <p:strVal val="#ppt_x"/>
                                          </p:val>
                                        </p:tav>
                                      </p:tavLst>
                                    </p:anim>
                                    <p:anim calcmode="lin" valueType="num">
                                      <p:cBhvr additive="base">
                                        <p:cTn id="20" dur="500" fill="hold"/>
                                        <p:tgtEl>
                                          <p:spTgt spid="21"/>
                                        </p:tgtEl>
                                        <p:attrNameLst>
                                          <p:attrName>ppt_y</p:attrName>
                                        </p:attrNameLst>
                                      </p:cBhvr>
                                      <p:tavLst>
                                        <p:tav tm="0">
                                          <p:val>
                                            <p:strVal val="0-#ppt_h/2"/>
                                          </p:val>
                                        </p:tav>
                                        <p:tav tm="100000">
                                          <p:val>
                                            <p:strVal val="#ppt_y"/>
                                          </p:val>
                                        </p:tav>
                                      </p:tavLst>
                                    </p:anim>
                                  </p:childTnLst>
                                </p:cTn>
                              </p:par>
                            </p:childTnLst>
                          </p:cTn>
                        </p:par>
                        <p:par>
                          <p:cTn id="21" fill="hold">
                            <p:stCondLst>
                              <p:cond delay="1500"/>
                            </p:stCondLst>
                            <p:childTnLst>
                              <p:par>
                                <p:cTn id="22" presetID="2" presetClass="entr" presetSubtype="9" fill="hold" nodeType="afterEffect">
                                  <p:stCondLst>
                                    <p:cond delay="0"/>
                                  </p:stCondLst>
                                  <p:childTnLst>
                                    <p:set>
                                      <p:cBhvr>
                                        <p:cTn id="23" dur="1" fill="hold">
                                          <p:stCondLst>
                                            <p:cond delay="0"/>
                                          </p:stCondLst>
                                        </p:cTn>
                                        <p:tgtEl>
                                          <p:spTgt spid="30"/>
                                        </p:tgtEl>
                                        <p:attrNameLst>
                                          <p:attrName>style.visibility</p:attrName>
                                        </p:attrNameLst>
                                      </p:cBhvr>
                                      <p:to>
                                        <p:strVal val="visible"/>
                                      </p:to>
                                    </p:set>
                                    <p:anim calcmode="lin" valueType="num">
                                      <p:cBhvr additive="base">
                                        <p:cTn id="24" dur="500" fill="hold"/>
                                        <p:tgtEl>
                                          <p:spTgt spid="30"/>
                                        </p:tgtEl>
                                        <p:attrNameLst>
                                          <p:attrName>ppt_x</p:attrName>
                                        </p:attrNameLst>
                                      </p:cBhvr>
                                      <p:tavLst>
                                        <p:tav tm="0">
                                          <p:val>
                                            <p:strVal val="0-#ppt_w/2"/>
                                          </p:val>
                                        </p:tav>
                                        <p:tav tm="100000">
                                          <p:val>
                                            <p:strVal val="#ppt_x"/>
                                          </p:val>
                                        </p:tav>
                                      </p:tavLst>
                                    </p:anim>
                                    <p:anim calcmode="lin" valueType="num">
                                      <p:cBhvr additive="base">
                                        <p:cTn id="25" dur="500" fill="hold"/>
                                        <p:tgtEl>
                                          <p:spTgt spid="30"/>
                                        </p:tgtEl>
                                        <p:attrNameLst>
                                          <p:attrName>ppt_y</p:attrName>
                                        </p:attrNameLst>
                                      </p:cBhvr>
                                      <p:tavLst>
                                        <p:tav tm="0">
                                          <p:val>
                                            <p:strVal val="0-#ppt_h/2"/>
                                          </p:val>
                                        </p:tav>
                                        <p:tav tm="100000">
                                          <p:val>
                                            <p:strVal val="#ppt_y"/>
                                          </p:val>
                                        </p:tav>
                                      </p:tavLst>
                                    </p:anim>
                                  </p:childTnLst>
                                </p:cTn>
                              </p:par>
                            </p:childTnLst>
                          </p:cTn>
                        </p:par>
                        <p:par>
                          <p:cTn id="26" fill="hold">
                            <p:stCondLst>
                              <p:cond delay="2000"/>
                            </p:stCondLst>
                            <p:childTnLst>
                              <p:par>
                                <p:cTn id="27" presetID="2" presetClass="entr" presetSubtype="9" fill="hold"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additive="base">
                                        <p:cTn id="29" dur="500" fill="hold"/>
                                        <p:tgtEl>
                                          <p:spTgt spid="39"/>
                                        </p:tgtEl>
                                        <p:attrNameLst>
                                          <p:attrName>ppt_x</p:attrName>
                                        </p:attrNameLst>
                                      </p:cBhvr>
                                      <p:tavLst>
                                        <p:tav tm="0">
                                          <p:val>
                                            <p:strVal val="0-#ppt_w/2"/>
                                          </p:val>
                                        </p:tav>
                                        <p:tav tm="100000">
                                          <p:val>
                                            <p:strVal val="#ppt_x"/>
                                          </p:val>
                                        </p:tav>
                                      </p:tavLst>
                                    </p:anim>
                                    <p:anim calcmode="lin" valueType="num">
                                      <p:cBhvr additive="base">
                                        <p:cTn id="30" dur="500" fill="hold"/>
                                        <p:tgtEl>
                                          <p:spTgt spid="39"/>
                                        </p:tgtEl>
                                        <p:attrNameLst>
                                          <p:attrName>ppt_y</p:attrName>
                                        </p:attrNameLst>
                                      </p:cBhvr>
                                      <p:tavLst>
                                        <p:tav tm="0">
                                          <p:val>
                                            <p:strVal val="0-#ppt_h/2"/>
                                          </p:val>
                                        </p:tav>
                                        <p:tav tm="100000">
                                          <p:val>
                                            <p:strVal val="#ppt_y"/>
                                          </p:val>
                                        </p:tav>
                                      </p:tavLst>
                                    </p:anim>
                                  </p:childTnLst>
                                </p:cTn>
                              </p:par>
                            </p:childTnLst>
                          </p:cTn>
                        </p:par>
                        <p:par>
                          <p:cTn id="31" fill="hold">
                            <p:stCondLst>
                              <p:cond delay="2500"/>
                            </p:stCondLst>
                            <p:childTnLst>
                              <p:par>
                                <p:cTn id="32" presetID="22" presetClass="entr" presetSubtype="2" fill="hold" nodeType="afterEffect">
                                  <p:stCondLst>
                                    <p:cond delay="0"/>
                                  </p:stCondLst>
                                  <p:childTnLst>
                                    <p:set>
                                      <p:cBhvr>
                                        <p:cTn id="33" dur="1" fill="hold">
                                          <p:stCondLst>
                                            <p:cond delay="0"/>
                                          </p:stCondLst>
                                        </p:cTn>
                                        <p:tgtEl>
                                          <p:spTgt spid="50"/>
                                        </p:tgtEl>
                                        <p:attrNameLst>
                                          <p:attrName>style.visibility</p:attrName>
                                        </p:attrNameLst>
                                      </p:cBhvr>
                                      <p:to>
                                        <p:strVal val="visible"/>
                                      </p:to>
                                    </p:set>
                                    <p:animEffect transition="in" filter="wipe(right)">
                                      <p:cBhvr>
                                        <p:cTn id="34" dur="500"/>
                                        <p:tgtEl>
                                          <p:spTgt spid="50"/>
                                        </p:tgtEl>
                                      </p:cBhvr>
                                    </p:animEffect>
                                  </p:childTnLst>
                                </p:cTn>
                              </p:par>
                            </p:childTnLst>
                          </p:cTn>
                        </p:par>
                        <p:par>
                          <p:cTn id="35" fill="hold">
                            <p:stCondLst>
                              <p:cond delay="3000"/>
                            </p:stCondLst>
                            <p:childTnLst>
                              <p:par>
                                <p:cTn id="36" presetID="10" presetClass="entr" presetSubtype="0" fill="hold" grpId="0" nodeType="afterEffect">
                                  <p:stCondLst>
                                    <p:cond delay="0"/>
                                  </p:stCondLst>
                                  <p:childTnLst>
                                    <p:set>
                                      <p:cBhvr>
                                        <p:cTn id="37" dur="1" fill="hold">
                                          <p:stCondLst>
                                            <p:cond delay="0"/>
                                          </p:stCondLst>
                                        </p:cTn>
                                        <p:tgtEl>
                                          <p:spTgt spid="61"/>
                                        </p:tgtEl>
                                        <p:attrNameLst>
                                          <p:attrName>style.visibility</p:attrName>
                                        </p:attrNameLst>
                                      </p:cBhvr>
                                      <p:to>
                                        <p:strVal val="visible"/>
                                      </p:to>
                                    </p:set>
                                    <p:animEffect transition="in" filter="fade">
                                      <p:cBhvr>
                                        <p:cTn id="38" dur="500"/>
                                        <p:tgtEl>
                                          <p:spTgt spid="61"/>
                                        </p:tgtEl>
                                      </p:cBhvr>
                                    </p:animEffect>
                                  </p:childTnLst>
                                </p:cTn>
                              </p:par>
                            </p:childTnLst>
                          </p:cTn>
                        </p:par>
                        <p:par>
                          <p:cTn id="39" fill="hold">
                            <p:stCondLst>
                              <p:cond delay="3500"/>
                            </p:stCondLst>
                            <p:childTnLst>
                              <p:par>
                                <p:cTn id="40" presetID="22" presetClass="entr" presetSubtype="2" fill="hold" nodeType="afterEffect">
                                  <p:stCondLst>
                                    <p:cond delay="0"/>
                                  </p:stCondLst>
                                  <p:childTnLst>
                                    <p:set>
                                      <p:cBhvr>
                                        <p:cTn id="41" dur="1" fill="hold">
                                          <p:stCondLst>
                                            <p:cond delay="0"/>
                                          </p:stCondLst>
                                        </p:cTn>
                                        <p:tgtEl>
                                          <p:spTgt spid="51"/>
                                        </p:tgtEl>
                                        <p:attrNameLst>
                                          <p:attrName>style.visibility</p:attrName>
                                        </p:attrNameLst>
                                      </p:cBhvr>
                                      <p:to>
                                        <p:strVal val="visible"/>
                                      </p:to>
                                    </p:set>
                                    <p:animEffect transition="in" filter="wipe(right)">
                                      <p:cBhvr>
                                        <p:cTn id="42" dur="500"/>
                                        <p:tgtEl>
                                          <p:spTgt spid="51"/>
                                        </p:tgtEl>
                                      </p:cBhvr>
                                    </p:animEffect>
                                  </p:childTnLst>
                                </p:cTn>
                              </p:par>
                            </p:childTnLst>
                          </p:cTn>
                        </p:par>
                        <p:par>
                          <p:cTn id="43" fill="hold">
                            <p:stCondLst>
                              <p:cond delay="4000"/>
                            </p:stCondLst>
                            <p:childTnLst>
                              <p:par>
                                <p:cTn id="44" presetID="10" presetClass="entr" presetSubtype="0" fill="hold" grpId="0" nodeType="afterEffect">
                                  <p:stCondLst>
                                    <p:cond delay="0"/>
                                  </p:stCondLst>
                                  <p:childTnLst>
                                    <p:set>
                                      <p:cBhvr>
                                        <p:cTn id="45" dur="1" fill="hold">
                                          <p:stCondLst>
                                            <p:cond delay="0"/>
                                          </p:stCondLst>
                                        </p:cTn>
                                        <p:tgtEl>
                                          <p:spTgt spid="57"/>
                                        </p:tgtEl>
                                        <p:attrNameLst>
                                          <p:attrName>style.visibility</p:attrName>
                                        </p:attrNameLst>
                                      </p:cBhvr>
                                      <p:to>
                                        <p:strVal val="visible"/>
                                      </p:to>
                                    </p:set>
                                    <p:animEffect transition="in" filter="fade">
                                      <p:cBhvr>
                                        <p:cTn id="46" dur="500"/>
                                        <p:tgtEl>
                                          <p:spTgt spid="57"/>
                                        </p:tgtEl>
                                      </p:cBhvr>
                                    </p:animEffect>
                                  </p:childTnLst>
                                </p:cTn>
                              </p:par>
                            </p:childTnLst>
                          </p:cTn>
                        </p:par>
                        <p:par>
                          <p:cTn id="47" fill="hold">
                            <p:stCondLst>
                              <p:cond delay="4500"/>
                            </p:stCondLst>
                            <p:childTnLst>
                              <p:par>
                                <p:cTn id="48" presetID="22" presetClass="entr" presetSubtype="2" fill="hold" nodeType="afterEffect">
                                  <p:stCondLst>
                                    <p:cond delay="0"/>
                                  </p:stCondLst>
                                  <p:childTnLst>
                                    <p:set>
                                      <p:cBhvr>
                                        <p:cTn id="49" dur="1" fill="hold">
                                          <p:stCondLst>
                                            <p:cond delay="0"/>
                                          </p:stCondLst>
                                        </p:cTn>
                                        <p:tgtEl>
                                          <p:spTgt spid="54"/>
                                        </p:tgtEl>
                                        <p:attrNameLst>
                                          <p:attrName>style.visibility</p:attrName>
                                        </p:attrNameLst>
                                      </p:cBhvr>
                                      <p:to>
                                        <p:strVal val="visible"/>
                                      </p:to>
                                    </p:set>
                                    <p:animEffect transition="in" filter="wipe(right)">
                                      <p:cBhvr>
                                        <p:cTn id="50" dur="500"/>
                                        <p:tgtEl>
                                          <p:spTgt spid="54"/>
                                        </p:tgtEl>
                                      </p:cBhvr>
                                    </p:animEffect>
                                  </p:childTnLst>
                                </p:cTn>
                              </p:par>
                            </p:childTnLst>
                          </p:cTn>
                        </p:par>
                        <p:par>
                          <p:cTn id="51" fill="hold">
                            <p:stCondLst>
                              <p:cond delay="5000"/>
                            </p:stCondLst>
                            <p:childTnLst>
                              <p:par>
                                <p:cTn id="52" presetID="10" presetClass="entr" presetSubtype="0" fill="hold" grpId="0" nodeType="afterEffect">
                                  <p:stCondLst>
                                    <p:cond delay="0"/>
                                  </p:stCondLst>
                                  <p:childTnLst>
                                    <p:set>
                                      <p:cBhvr>
                                        <p:cTn id="53" dur="1" fill="hold">
                                          <p:stCondLst>
                                            <p:cond delay="0"/>
                                          </p:stCondLst>
                                        </p:cTn>
                                        <p:tgtEl>
                                          <p:spTgt spid="63"/>
                                        </p:tgtEl>
                                        <p:attrNameLst>
                                          <p:attrName>style.visibility</p:attrName>
                                        </p:attrNameLst>
                                      </p:cBhvr>
                                      <p:to>
                                        <p:strVal val="visible"/>
                                      </p:to>
                                    </p:set>
                                    <p:animEffect transition="in" filter="fade">
                                      <p:cBhvr>
                                        <p:cTn id="54"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61" grpId="0"/>
      <p:bldP spid="63" grpId="0"/>
    </p:bldLst>
  </p:timing>
</p:sld>
</file>

<file path=ppt/slides/slide16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 name="Title 4"/>
          <p:cNvSpPr>
            <a:spLocks noGrp="1"/>
          </p:cNvSpPr>
          <p:nvPr>
            <p:ph type="title"/>
          </p:nvPr>
        </p:nvSpPr>
        <p:spPr>
          <a:xfrm>
            <a:off x="383084" y="1530268"/>
            <a:ext cx="7134717" cy="3494672"/>
          </a:xfrm>
        </p:spPr>
        <p:txBody>
          <a:bodyPr>
            <a:normAutofit/>
          </a:bodyPr>
          <a:lstStyle/>
          <a:p>
            <a:pPr marL="742950" indent="-742950" algn="ctr" rtl="1">
              <a:buFont typeface="+mj-lt"/>
              <a:buAutoNum type="arabicPeriod"/>
            </a:pPr>
            <a:r>
              <a:rPr lang="ar-SA" u="sng" dirty="0" smtClean="0">
                <a:solidFill>
                  <a:srgbClr val="E9233C"/>
                </a:solidFill>
              </a:rPr>
              <a:t>التعليم </a:t>
            </a:r>
            <a:r>
              <a:rPr lang="ar-SA" u="sng" dirty="0">
                <a:solidFill>
                  <a:srgbClr val="E9233C"/>
                </a:solidFill>
              </a:rPr>
              <a:t>الإلكتروني المتزامن </a:t>
            </a:r>
            <a:r>
              <a:rPr lang="en-US" u="sng" dirty="0">
                <a:solidFill>
                  <a:srgbClr val="E9233C"/>
                </a:solidFill>
              </a:rPr>
              <a:t>Synchronous E-learning)</a:t>
            </a:r>
            <a:r>
              <a:rPr lang="ar-SA" u="sng" dirty="0">
                <a:solidFill>
                  <a:srgbClr val="E9233C"/>
                </a:solidFill>
              </a:rPr>
              <a:t>): </a:t>
            </a:r>
            <a:r>
              <a:rPr lang="ar-SA" dirty="0" smtClean="0"/>
              <a:t/>
            </a:r>
            <a:br>
              <a:rPr lang="ar-SA" dirty="0" smtClean="0"/>
            </a:br>
            <a:r>
              <a:rPr lang="ar-SA" sz="3200" dirty="0" smtClean="0"/>
              <a:t>وهو </a:t>
            </a:r>
            <a:r>
              <a:rPr lang="ar-SA" sz="3200" dirty="0"/>
              <a:t>التعليم على الهواء الذي يحتاج إلى وجود المتعلمين في نفس الوقت أمام أجهزة الكمبيوتر لإجراء النقاش والمحادثة مباشرة مع هيئة التدريس. وأهم الأدوات المستخدمة في التعليم الالكتروني المتزامن ما يلي:</a:t>
            </a:r>
            <a:endParaRPr lang="en-US" sz="3200" dirty="0"/>
          </a:p>
        </p:txBody>
      </p:sp>
      <p:grpSp>
        <p:nvGrpSpPr>
          <p:cNvPr id="3" name="Group 2"/>
          <p:cNvGrpSpPr/>
          <p:nvPr/>
        </p:nvGrpSpPr>
        <p:grpSpPr>
          <a:xfrm>
            <a:off x="7547298" y="1421753"/>
            <a:ext cx="4289885" cy="3748930"/>
            <a:chOff x="8010258" y="2128103"/>
            <a:chExt cx="3239180" cy="3187756"/>
          </a:xfrm>
        </p:grpSpPr>
        <p:sp>
          <p:nvSpPr>
            <p:cNvPr id="12" name="Freeform 5"/>
            <p:cNvSpPr>
              <a:spLocks noEditPoints="1"/>
            </p:cNvSpPr>
            <p:nvPr/>
          </p:nvSpPr>
          <p:spPr bwMode="auto">
            <a:xfrm>
              <a:off x="8010258" y="2241910"/>
              <a:ext cx="969011" cy="3016567"/>
            </a:xfrm>
            <a:custGeom>
              <a:avLst/>
              <a:gdLst/>
              <a:ahLst/>
              <a:cxnLst>
                <a:cxn ang="0">
                  <a:pos x="463" y="788"/>
                </a:cxn>
                <a:cxn ang="0">
                  <a:pos x="470" y="944"/>
                </a:cxn>
                <a:cxn ang="0">
                  <a:pos x="497" y="1404"/>
                </a:cxn>
                <a:cxn ang="0">
                  <a:pos x="485" y="1473"/>
                </a:cxn>
                <a:cxn ang="0">
                  <a:pos x="509" y="1592"/>
                </a:cxn>
                <a:cxn ang="0">
                  <a:pos x="386" y="1521"/>
                </a:cxn>
                <a:cxn ang="0">
                  <a:pos x="349" y="1293"/>
                </a:cxn>
                <a:cxn ang="0">
                  <a:pos x="354" y="1113"/>
                </a:cxn>
                <a:cxn ang="0">
                  <a:pos x="301" y="973"/>
                </a:cxn>
                <a:cxn ang="0">
                  <a:pos x="279" y="1144"/>
                </a:cxn>
                <a:cxn ang="0">
                  <a:pos x="283" y="1349"/>
                </a:cxn>
                <a:cxn ang="0">
                  <a:pos x="308" y="1501"/>
                </a:cxn>
                <a:cxn ang="0">
                  <a:pos x="290" y="1540"/>
                </a:cxn>
                <a:cxn ang="0">
                  <a:pos x="270" y="1579"/>
                </a:cxn>
                <a:cxn ang="0">
                  <a:pos x="196" y="1603"/>
                </a:cxn>
                <a:cxn ang="0">
                  <a:pos x="192" y="1541"/>
                </a:cxn>
                <a:cxn ang="0">
                  <a:pos x="176" y="1433"/>
                </a:cxn>
                <a:cxn ang="0">
                  <a:pos x="171" y="1303"/>
                </a:cxn>
                <a:cxn ang="0">
                  <a:pos x="138" y="1082"/>
                </a:cxn>
                <a:cxn ang="0">
                  <a:pos x="115" y="941"/>
                </a:cxn>
                <a:cxn ang="0">
                  <a:pos x="24" y="874"/>
                </a:cxn>
                <a:cxn ang="0">
                  <a:pos x="14" y="848"/>
                </a:cxn>
                <a:cxn ang="0">
                  <a:pos x="11" y="479"/>
                </a:cxn>
                <a:cxn ang="0">
                  <a:pos x="108" y="264"/>
                </a:cxn>
                <a:cxn ang="0">
                  <a:pos x="176" y="217"/>
                </a:cxn>
                <a:cxn ang="0">
                  <a:pos x="159" y="156"/>
                </a:cxn>
                <a:cxn ang="0">
                  <a:pos x="146" y="92"/>
                </a:cxn>
                <a:cxn ang="0">
                  <a:pos x="295" y="92"/>
                </a:cxn>
                <a:cxn ang="0">
                  <a:pos x="293" y="144"/>
                </a:cxn>
                <a:cxn ang="0">
                  <a:pos x="283" y="172"/>
                </a:cxn>
                <a:cxn ang="0">
                  <a:pos x="304" y="231"/>
                </a:cxn>
                <a:cxn ang="0">
                  <a:pos x="409" y="260"/>
                </a:cxn>
                <a:cxn ang="0">
                  <a:pos x="457" y="306"/>
                </a:cxn>
                <a:cxn ang="0">
                  <a:pos x="472" y="389"/>
                </a:cxn>
                <a:cxn ang="0">
                  <a:pos x="494" y="532"/>
                </a:cxn>
                <a:cxn ang="0">
                  <a:pos x="500" y="582"/>
                </a:cxn>
                <a:cxn ang="0">
                  <a:pos x="498" y="634"/>
                </a:cxn>
                <a:cxn ang="0">
                  <a:pos x="475" y="785"/>
                </a:cxn>
                <a:cxn ang="0">
                  <a:pos x="193" y="359"/>
                </a:cxn>
                <a:cxn ang="0">
                  <a:pos x="383" y="694"/>
                </a:cxn>
                <a:cxn ang="0">
                  <a:pos x="324" y="529"/>
                </a:cxn>
                <a:cxn ang="0">
                  <a:pos x="299" y="423"/>
                </a:cxn>
                <a:cxn ang="0">
                  <a:pos x="281" y="220"/>
                </a:cxn>
                <a:cxn ang="0">
                  <a:pos x="244" y="305"/>
                </a:cxn>
                <a:cxn ang="0">
                  <a:pos x="201" y="258"/>
                </a:cxn>
                <a:cxn ang="0">
                  <a:pos x="179" y="220"/>
                </a:cxn>
              </a:cxnLst>
              <a:rect l="0" t="0" r="r" b="b"/>
              <a:pathLst>
                <a:path w="516" h="1608">
                  <a:moveTo>
                    <a:pt x="475" y="785"/>
                  </a:moveTo>
                  <a:cubicBezTo>
                    <a:pt x="474" y="788"/>
                    <a:pt x="466" y="786"/>
                    <a:pt x="463" y="788"/>
                  </a:cubicBezTo>
                  <a:cubicBezTo>
                    <a:pt x="468" y="818"/>
                    <a:pt x="460" y="848"/>
                    <a:pt x="460" y="873"/>
                  </a:cubicBezTo>
                  <a:cubicBezTo>
                    <a:pt x="459" y="895"/>
                    <a:pt x="466" y="920"/>
                    <a:pt x="470" y="944"/>
                  </a:cubicBezTo>
                  <a:cubicBezTo>
                    <a:pt x="481" y="1012"/>
                    <a:pt x="494" y="1085"/>
                    <a:pt x="496" y="1161"/>
                  </a:cubicBezTo>
                  <a:cubicBezTo>
                    <a:pt x="497" y="1241"/>
                    <a:pt x="497" y="1324"/>
                    <a:pt x="497" y="1404"/>
                  </a:cubicBezTo>
                  <a:cubicBezTo>
                    <a:pt x="497" y="1418"/>
                    <a:pt x="496" y="1430"/>
                    <a:pt x="494" y="1442"/>
                  </a:cubicBezTo>
                  <a:cubicBezTo>
                    <a:pt x="492" y="1453"/>
                    <a:pt x="486" y="1462"/>
                    <a:pt x="485" y="1473"/>
                  </a:cubicBezTo>
                  <a:cubicBezTo>
                    <a:pt x="482" y="1490"/>
                    <a:pt x="485" y="1509"/>
                    <a:pt x="473" y="1516"/>
                  </a:cubicBezTo>
                  <a:cubicBezTo>
                    <a:pt x="477" y="1549"/>
                    <a:pt x="516" y="1552"/>
                    <a:pt x="509" y="1592"/>
                  </a:cubicBezTo>
                  <a:cubicBezTo>
                    <a:pt x="483" y="1606"/>
                    <a:pt x="422" y="1608"/>
                    <a:pt x="417" y="1575"/>
                  </a:cubicBezTo>
                  <a:cubicBezTo>
                    <a:pt x="383" y="1580"/>
                    <a:pt x="386" y="1549"/>
                    <a:pt x="386" y="1521"/>
                  </a:cubicBezTo>
                  <a:cubicBezTo>
                    <a:pt x="387" y="1516"/>
                    <a:pt x="377" y="1520"/>
                    <a:pt x="376" y="1516"/>
                  </a:cubicBezTo>
                  <a:cubicBezTo>
                    <a:pt x="352" y="1460"/>
                    <a:pt x="350" y="1375"/>
                    <a:pt x="349" y="1293"/>
                  </a:cubicBezTo>
                  <a:cubicBezTo>
                    <a:pt x="349" y="1248"/>
                    <a:pt x="349" y="1201"/>
                    <a:pt x="351" y="1156"/>
                  </a:cubicBezTo>
                  <a:cubicBezTo>
                    <a:pt x="352" y="1142"/>
                    <a:pt x="355" y="1126"/>
                    <a:pt x="354" y="1113"/>
                  </a:cubicBezTo>
                  <a:cubicBezTo>
                    <a:pt x="353" y="1107"/>
                    <a:pt x="349" y="1097"/>
                    <a:pt x="346" y="1089"/>
                  </a:cubicBezTo>
                  <a:cubicBezTo>
                    <a:pt x="331" y="1049"/>
                    <a:pt x="316" y="1011"/>
                    <a:pt x="301" y="973"/>
                  </a:cubicBezTo>
                  <a:cubicBezTo>
                    <a:pt x="295" y="958"/>
                    <a:pt x="292" y="940"/>
                    <a:pt x="278" y="932"/>
                  </a:cubicBezTo>
                  <a:cubicBezTo>
                    <a:pt x="281" y="1000"/>
                    <a:pt x="279" y="1072"/>
                    <a:pt x="279" y="1144"/>
                  </a:cubicBezTo>
                  <a:cubicBezTo>
                    <a:pt x="279" y="1179"/>
                    <a:pt x="275" y="1213"/>
                    <a:pt x="277" y="1247"/>
                  </a:cubicBezTo>
                  <a:cubicBezTo>
                    <a:pt x="279" y="1282"/>
                    <a:pt x="278" y="1317"/>
                    <a:pt x="283" y="1349"/>
                  </a:cubicBezTo>
                  <a:cubicBezTo>
                    <a:pt x="287" y="1370"/>
                    <a:pt x="293" y="1391"/>
                    <a:pt x="298" y="1412"/>
                  </a:cubicBezTo>
                  <a:cubicBezTo>
                    <a:pt x="305" y="1442"/>
                    <a:pt x="312" y="1467"/>
                    <a:pt x="308" y="1501"/>
                  </a:cubicBezTo>
                  <a:cubicBezTo>
                    <a:pt x="307" y="1508"/>
                    <a:pt x="306" y="1518"/>
                    <a:pt x="304" y="1523"/>
                  </a:cubicBezTo>
                  <a:cubicBezTo>
                    <a:pt x="301" y="1530"/>
                    <a:pt x="292" y="1533"/>
                    <a:pt x="290" y="1540"/>
                  </a:cubicBezTo>
                  <a:cubicBezTo>
                    <a:pt x="287" y="1550"/>
                    <a:pt x="292" y="1563"/>
                    <a:pt x="287" y="1572"/>
                  </a:cubicBezTo>
                  <a:cubicBezTo>
                    <a:pt x="283" y="1577"/>
                    <a:pt x="277" y="1577"/>
                    <a:pt x="270" y="1579"/>
                  </a:cubicBezTo>
                  <a:cubicBezTo>
                    <a:pt x="256" y="1586"/>
                    <a:pt x="238" y="1602"/>
                    <a:pt x="224" y="1605"/>
                  </a:cubicBezTo>
                  <a:cubicBezTo>
                    <a:pt x="216" y="1606"/>
                    <a:pt x="206" y="1603"/>
                    <a:pt x="196" y="1603"/>
                  </a:cubicBezTo>
                  <a:cubicBezTo>
                    <a:pt x="178" y="1601"/>
                    <a:pt x="164" y="1602"/>
                    <a:pt x="166" y="1580"/>
                  </a:cubicBezTo>
                  <a:cubicBezTo>
                    <a:pt x="167" y="1564"/>
                    <a:pt x="186" y="1552"/>
                    <a:pt x="192" y="1541"/>
                  </a:cubicBezTo>
                  <a:cubicBezTo>
                    <a:pt x="201" y="1522"/>
                    <a:pt x="199" y="1480"/>
                    <a:pt x="191" y="1458"/>
                  </a:cubicBezTo>
                  <a:cubicBezTo>
                    <a:pt x="187" y="1449"/>
                    <a:pt x="178" y="1442"/>
                    <a:pt x="176" y="1433"/>
                  </a:cubicBezTo>
                  <a:cubicBezTo>
                    <a:pt x="171" y="1415"/>
                    <a:pt x="172" y="1388"/>
                    <a:pt x="173" y="1366"/>
                  </a:cubicBezTo>
                  <a:cubicBezTo>
                    <a:pt x="174" y="1344"/>
                    <a:pt x="173" y="1323"/>
                    <a:pt x="171" y="1303"/>
                  </a:cubicBezTo>
                  <a:cubicBezTo>
                    <a:pt x="167" y="1261"/>
                    <a:pt x="165" y="1218"/>
                    <a:pt x="161" y="1176"/>
                  </a:cubicBezTo>
                  <a:cubicBezTo>
                    <a:pt x="158" y="1143"/>
                    <a:pt x="145" y="1112"/>
                    <a:pt x="138" y="1082"/>
                  </a:cubicBezTo>
                  <a:cubicBezTo>
                    <a:pt x="134" y="1067"/>
                    <a:pt x="130" y="1050"/>
                    <a:pt x="127" y="1035"/>
                  </a:cubicBezTo>
                  <a:cubicBezTo>
                    <a:pt x="120" y="1006"/>
                    <a:pt x="112" y="977"/>
                    <a:pt x="115" y="941"/>
                  </a:cubicBezTo>
                  <a:cubicBezTo>
                    <a:pt x="89" y="937"/>
                    <a:pt x="66" y="941"/>
                    <a:pt x="51" y="927"/>
                  </a:cubicBezTo>
                  <a:cubicBezTo>
                    <a:pt x="39" y="918"/>
                    <a:pt x="26" y="891"/>
                    <a:pt x="24" y="874"/>
                  </a:cubicBezTo>
                  <a:cubicBezTo>
                    <a:pt x="23" y="866"/>
                    <a:pt x="23" y="859"/>
                    <a:pt x="25" y="852"/>
                  </a:cubicBezTo>
                  <a:cubicBezTo>
                    <a:pt x="25" y="847"/>
                    <a:pt x="15" y="852"/>
                    <a:pt x="14" y="848"/>
                  </a:cubicBezTo>
                  <a:cubicBezTo>
                    <a:pt x="10" y="782"/>
                    <a:pt x="0" y="717"/>
                    <a:pt x="0" y="647"/>
                  </a:cubicBezTo>
                  <a:cubicBezTo>
                    <a:pt x="1" y="592"/>
                    <a:pt x="9" y="536"/>
                    <a:pt x="11" y="479"/>
                  </a:cubicBezTo>
                  <a:cubicBezTo>
                    <a:pt x="12" y="422"/>
                    <a:pt x="15" y="364"/>
                    <a:pt x="24" y="310"/>
                  </a:cubicBezTo>
                  <a:cubicBezTo>
                    <a:pt x="50" y="295"/>
                    <a:pt x="77" y="277"/>
                    <a:pt x="108" y="264"/>
                  </a:cubicBezTo>
                  <a:cubicBezTo>
                    <a:pt x="120" y="259"/>
                    <a:pt x="135" y="256"/>
                    <a:pt x="144" y="249"/>
                  </a:cubicBezTo>
                  <a:cubicBezTo>
                    <a:pt x="154" y="242"/>
                    <a:pt x="174" y="227"/>
                    <a:pt x="176" y="217"/>
                  </a:cubicBezTo>
                  <a:cubicBezTo>
                    <a:pt x="179" y="199"/>
                    <a:pt x="171" y="184"/>
                    <a:pt x="167" y="172"/>
                  </a:cubicBezTo>
                  <a:cubicBezTo>
                    <a:pt x="164" y="166"/>
                    <a:pt x="162" y="159"/>
                    <a:pt x="159" y="156"/>
                  </a:cubicBezTo>
                  <a:cubicBezTo>
                    <a:pt x="154" y="149"/>
                    <a:pt x="146" y="148"/>
                    <a:pt x="142" y="142"/>
                  </a:cubicBezTo>
                  <a:cubicBezTo>
                    <a:pt x="135" y="129"/>
                    <a:pt x="132" y="97"/>
                    <a:pt x="146" y="92"/>
                  </a:cubicBezTo>
                  <a:cubicBezTo>
                    <a:pt x="148" y="42"/>
                    <a:pt x="164" y="7"/>
                    <a:pt x="213" y="3"/>
                  </a:cubicBezTo>
                  <a:cubicBezTo>
                    <a:pt x="269" y="0"/>
                    <a:pt x="302" y="30"/>
                    <a:pt x="295" y="92"/>
                  </a:cubicBezTo>
                  <a:cubicBezTo>
                    <a:pt x="297" y="99"/>
                    <a:pt x="302" y="98"/>
                    <a:pt x="304" y="105"/>
                  </a:cubicBezTo>
                  <a:cubicBezTo>
                    <a:pt x="307" y="119"/>
                    <a:pt x="300" y="137"/>
                    <a:pt x="293" y="144"/>
                  </a:cubicBezTo>
                  <a:cubicBezTo>
                    <a:pt x="290" y="147"/>
                    <a:pt x="287" y="148"/>
                    <a:pt x="285" y="152"/>
                  </a:cubicBezTo>
                  <a:cubicBezTo>
                    <a:pt x="284" y="156"/>
                    <a:pt x="285" y="165"/>
                    <a:pt x="283" y="172"/>
                  </a:cubicBezTo>
                  <a:cubicBezTo>
                    <a:pt x="282" y="181"/>
                    <a:pt x="277" y="197"/>
                    <a:pt x="281" y="210"/>
                  </a:cubicBezTo>
                  <a:cubicBezTo>
                    <a:pt x="282" y="216"/>
                    <a:pt x="296" y="227"/>
                    <a:pt x="304" y="231"/>
                  </a:cubicBezTo>
                  <a:cubicBezTo>
                    <a:pt x="314" y="235"/>
                    <a:pt x="328" y="236"/>
                    <a:pt x="340" y="240"/>
                  </a:cubicBezTo>
                  <a:cubicBezTo>
                    <a:pt x="363" y="247"/>
                    <a:pt x="384" y="253"/>
                    <a:pt x="409" y="260"/>
                  </a:cubicBezTo>
                  <a:cubicBezTo>
                    <a:pt x="423" y="265"/>
                    <a:pt x="437" y="267"/>
                    <a:pt x="444" y="275"/>
                  </a:cubicBezTo>
                  <a:cubicBezTo>
                    <a:pt x="449" y="281"/>
                    <a:pt x="453" y="295"/>
                    <a:pt x="457" y="306"/>
                  </a:cubicBezTo>
                  <a:cubicBezTo>
                    <a:pt x="461" y="317"/>
                    <a:pt x="465" y="329"/>
                    <a:pt x="467" y="338"/>
                  </a:cubicBezTo>
                  <a:cubicBezTo>
                    <a:pt x="470" y="355"/>
                    <a:pt x="469" y="372"/>
                    <a:pt x="472" y="389"/>
                  </a:cubicBezTo>
                  <a:cubicBezTo>
                    <a:pt x="477" y="421"/>
                    <a:pt x="482" y="452"/>
                    <a:pt x="487" y="485"/>
                  </a:cubicBezTo>
                  <a:cubicBezTo>
                    <a:pt x="489" y="501"/>
                    <a:pt x="490" y="518"/>
                    <a:pt x="494" y="532"/>
                  </a:cubicBezTo>
                  <a:cubicBezTo>
                    <a:pt x="497" y="542"/>
                    <a:pt x="507" y="551"/>
                    <a:pt x="507" y="563"/>
                  </a:cubicBezTo>
                  <a:cubicBezTo>
                    <a:pt x="507" y="570"/>
                    <a:pt x="501" y="576"/>
                    <a:pt x="500" y="582"/>
                  </a:cubicBezTo>
                  <a:cubicBezTo>
                    <a:pt x="500" y="588"/>
                    <a:pt x="505" y="593"/>
                    <a:pt x="505" y="599"/>
                  </a:cubicBezTo>
                  <a:cubicBezTo>
                    <a:pt x="506" y="613"/>
                    <a:pt x="500" y="624"/>
                    <a:pt x="498" y="634"/>
                  </a:cubicBezTo>
                  <a:cubicBezTo>
                    <a:pt x="495" y="646"/>
                    <a:pt x="495" y="660"/>
                    <a:pt x="493" y="673"/>
                  </a:cubicBezTo>
                  <a:cubicBezTo>
                    <a:pt x="488" y="708"/>
                    <a:pt x="480" y="750"/>
                    <a:pt x="475" y="785"/>
                  </a:cubicBezTo>
                  <a:close/>
                  <a:moveTo>
                    <a:pt x="177" y="222"/>
                  </a:moveTo>
                  <a:cubicBezTo>
                    <a:pt x="171" y="267"/>
                    <a:pt x="183" y="313"/>
                    <a:pt x="193" y="359"/>
                  </a:cubicBezTo>
                  <a:cubicBezTo>
                    <a:pt x="213" y="461"/>
                    <a:pt x="204" y="581"/>
                    <a:pt x="208" y="694"/>
                  </a:cubicBezTo>
                  <a:cubicBezTo>
                    <a:pt x="266" y="693"/>
                    <a:pt x="327" y="693"/>
                    <a:pt x="383" y="694"/>
                  </a:cubicBezTo>
                  <a:cubicBezTo>
                    <a:pt x="378" y="677"/>
                    <a:pt x="370" y="659"/>
                    <a:pt x="362" y="642"/>
                  </a:cubicBezTo>
                  <a:cubicBezTo>
                    <a:pt x="347" y="606"/>
                    <a:pt x="336" y="567"/>
                    <a:pt x="324" y="529"/>
                  </a:cubicBezTo>
                  <a:cubicBezTo>
                    <a:pt x="318" y="511"/>
                    <a:pt x="310" y="492"/>
                    <a:pt x="306" y="473"/>
                  </a:cubicBezTo>
                  <a:cubicBezTo>
                    <a:pt x="302" y="458"/>
                    <a:pt x="301" y="440"/>
                    <a:pt x="299" y="423"/>
                  </a:cubicBezTo>
                  <a:cubicBezTo>
                    <a:pt x="293" y="371"/>
                    <a:pt x="288" y="317"/>
                    <a:pt x="285" y="267"/>
                  </a:cubicBezTo>
                  <a:cubicBezTo>
                    <a:pt x="284" y="252"/>
                    <a:pt x="288" y="234"/>
                    <a:pt x="281" y="220"/>
                  </a:cubicBezTo>
                  <a:cubicBezTo>
                    <a:pt x="270" y="239"/>
                    <a:pt x="263" y="261"/>
                    <a:pt x="251" y="279"/>
                  </a:cubicBezTo>
                  <a:cubicBezTo>
                    <a:pt x="251" y="290"/>
                    <a:pt x="252" y="301"/>
                    <a:pt x="244" y="305"/>
                  </a:cubicBezTo>
                  <a:cubicBezTo>
                    <a:pt x="242" y="304"/>
                    <a:pt x="245" y="297"/>
                    <a:pt x="243" y="296"/>
                  </a:cubicBezTo>
                  <a:cubicBezTo>
                    <a:pt x="225" y="286"/>
                    <a:pt x="215" y="272"/>
                    <a:pt x="201" y="258"/>
                  </a:cubicBezTo>
                  <a:cubicBezTo>
                    <a:pt x="194" y="250"/>
                    <a:pt x="185" y="241"/>
                    <a:pt x="182" y="232"/>
                  </a:cubicBezTo>
                  <a:cubicBezTo>
                    <a:pt x="181" y="228"/>
                    <a:pt x="183" y="223"/>
                    <a:pt x="179" y="220"/>
                  </a:cubicBezTo>
                  <a:cubicBezTo>
                    <a:pt x="177" y="220"/>
                    <a:pt x="177" y="221"/>
                    <a:pt x="177" y="222"/>
                  </a:cubicBezTo>
                  <a:close/>
                </a:path>
              </a:pathLst>
            </a:custGeom>
            <a:solidFill>
              <a:schemeClr val="accent4"/>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9" name="Gruppe 92"/>
            <p:cNvGrpSpPr>
              <a:grpSpLocks/>
            </p:cNvGrpSpPr>
            <p:nvPr/>
          </p:nvGrpSpPr>
          <p:grpSpPr bwMode="auto">
            <a:xfrm flipH="1">
              <a:off x="10093070" y="2128103"/>
              <a:ext cx="1156368" cy="3128723"/>
              <a:chOff x="3176834" y="3904792"/>
              <a:chExt cx="823514" cy="2228684"/>
            </a:xfrm>
            <a:solidFill>
              <a:schemeClr val="accent1"/>
            </a:solidFill>
          </p:grpSpPr>
          <p:grpSp>
            <p:nvGrpSpPr>
              <p:cNvPr id="16" name="Gruppe 52"/>
              <p:cNvGrpSpPr>
                <a:grpSpLocks/>
              </p:cNvGrpSpPr>
              <p:nvPr/>
            </p:nvGrpSpPr>
            <p:grpSpPr bwMode="auto">
              <a:xfrm>
                <a:off x="3176834" y="3904792"/>
                <a:ext cx="823514" cy="2228684"/>
                <a:chOff x="3612263" y="3839478"/>
                <a:chExt cx="823514" cy="2228684"/>
              </a:xfrm>
              <a:grpFill/>
            </p:grpSpPr>
            <p:sp>
              <p:nvSpPr>
                <p:cNvPr id="19" name="Freeform 137"/>
                <p:cNvSpPr>
                  <a:spLocks noEditPoints="1"/>
                </p:cNvSpPr>
                <p:nvPr/>
              </p:nvSpPr>
              <p:spPr bwMode="auto">
                <a:xfrm>
                  <a:off x="3804323" y="4157631"/>
                  <a:ext cx="588073" cy="1305483"/>
                </a:xfrm>
                <a:custGeom>
                  <a:avLst/>
                  <a:gdLst>
                    <a:gd name="T0" fmla="*/ 811490228 w 350"/>
                    <a:gd name="T1" fmla="*/ 413305594 h 774"/>
                    <a:gd name="T2" fmla="*/ 756046810 w 350"/>
                    <a:gd name="T3" fmla="*/ 257055956 h 774"/>
                    <a:gd name="T4" fmla="*/ 756046810 w 350"/>
                    <a:gd name="T5" fmla="*/ 221773779 h 774"/>
                    <a:gd name="T6" fmla="*/ 740925878 w 350"/>
                    <a:gd name="T7" fmla="*/ 181451242 h 774"/>
                    <a:gd name="T8" fmla="*/ 725804945 w 350"/>
                    <a:gd name="T9" fmla="*/ 115927201 h 774"/>
                    <a:gd name="T10" fmla="*/ 705643702 w 350"/>
                    <a:gd name="T11" fmla="*/ 90725621 h 774"/>
                    <a:gd name="T12" fmla="*/ 650200284 w 350"/>
                    <a:gd name="T13" fmla="*/ 65524067 h 774"/>
                    <a:gd name="T14" fmla="*/ 569555312 w 350"/>
                    <a:gd name="T15" fmla="*/ 45362811 h 774"/>
                    <a:gd name="T16" fmla="*/ 302418744 w 350"/>
                    <a:gd name="T17" fmla="*/ 0 h 774"/>
                    <a:gd name="T18" fmla="*/ 246975326 w 350"/>
                    <a:gd name="T19" fmla="*/ 10080625 h 774"/>
                    <a:gd name="T20" fmla="*/ 191531858 w 350"/>
                    <a:gd name="T21" fmla="*/ 35282189 h 774"/>
                    <a:gd name="T22" fmla="*/ 105846575 w 350"/>
                    <a:gd name="T23" fmla="*/ 70564378 h 774"/>
                    <a:gd name="T24" fmla="*/ 30241877 w 350"/>
                    <a:gd name="T25" fmla="*/ 90725621 h 774"/>
                    <a:gd name="T26" fmla="*/ 15120938 w 350"/>
                    <a:gd name="T27" fmla="*/ 105846579 h 774"/>
                    <a:gd name="T28" fmla="*/ 0 w 350"/>
                    <a:gd name="T29" fmla="*/ 151209377 h 774"/>
                    <a:gd name="T30" fmla="*/ 15120938 w 350"/>
                    <a:gd name="T31" fmla="*/ 216733468 h 774"/>
                    <a:gd name="T32" fmla="*/ 45362809 w 350"/>
                    <a:gd name="T33" fmla="*/ 267136577 h 774"/>
                    <a:gd name="T34" fmla="*/ 105846575 w 350"/>
                    <a:gd name="T35" fmla="*/ 524192533 h 774"/>
                    <a:gd name="T36" fmla="*/ 151209372 w 350"/>
                    <a:gd name="T37" fmla="*/ 635079373 h 774"/>
                    <a:gd name="T38" fmla="*/ 181451236 w 350"/>
                    <a:gd name="T39" fmla="*/ 715724348 h 774"/>
                    <a:gd name="T40" fmla="*/ 211693150 w 350"/>
                    <a:gd name="T41" fmla="*/ 801409633 h 774"/>
                    <a:gd name="T42" fmla="*/ 196572169 w 350"/>
                    <a:gd name="T43" fmla="*/ 871974184 h 774"/>
                    <a:gd name="T44" fmla="*/ 161289993 w 350"/>
                    <a:gd name="T45" fmla="*/ 1003022268 h 774"/>
                    <a:gd name="T46" fmla="*/ 120967507 w 350"/>
                    <a:gd name="T47" fmla="*/ 1169352528 h 774"/>
                    <a:gd name="T48" fmla="*/ 115927197 w 350"/>
                    <a:gd name="T49" fmla="*/ 1229836259 h 774"/>
                    <a:gd name="T50" fmla="*/ 146169061 w 350"/>
                    <a:gd name="T51" fmla="*/ 1244957192 h 774"/>
                    <a:gd name="T52" fmla="*/ 146169061 w 350"/>
                    <a:gd name="T53" fmla="*/ 1401206830 h 774"/>
                    <a:gd name="T54" fmla="*/ 156249683 w 350"/>
                    <a:gd name="T55" fmla="*/ 1653222375 h 774"/>
                    <a:gd name="T56" fmla="*/ 156249683 w 350"/>
                    <a:gd name="T57" fmla="*/ 1718746814 h 774"/>
                    <a:gd name="T58" fmla="*/ 156249683 w 350"/>
                    <a:gd name="T59" fmla="*/ 1789311167 h 774"/>
                    <a:gd name="T60" fmla="*/ 156249683 w 350"/>
                    <a:gd name="T61" fmla="*/ 1895157696 h 774"/>
                    <a:gd name="T62" fmla="*/ 272176879 w 350"/>
                    <a:gd name="T63" fmla="*/ 1940520494 h 774"/>
                    <a:gd name="T64" fmla="*/ 342741230 w 350"/>
                    <a:gd name="T65" fmla="*/ 1950601116 h 774"/>
                    <a:gd name="T66" fmla="*/ 493950651 w 350"/>
                    <a:gd name="T67" fmla="*/ 1925399561 h 774"/>
                    <a:gd name="T68" fmla="*/ 665321216 w 350"/>
                    <a:gd name="T69" fmla="*/ 1880036763 h 774"/>
                    <a:gd name="T70" fmla="*/ 781248363 w 350"/>
                    <a:gd name="T71" fmla="*/ 1834673965 h 774"/>
                    <a:gd name="T72" fmla="*/ 826611160 w 350"/>
                    <a:gd name="T73" fmla="*/ 1703625881 h 774"/>
                    <a:gd name="T74" fmla="*/ 821570849 w 350"/>
                    <a:gd name="T75" fmla="*/ 1340723099 h 774"/>
                    <a:gd name="T76" fmla="*/ 821570849 w 350"/>
                    <a:gd name="T77" fmla="*/ 1159271906 h 774"/>
                    <a:gd name="T78" fmla="*/ 796369296 w 350"/>
                    <a:gd name="T79" fmla="*/ 1028223823 h 774"/>
                    <a:gd name="T80" fmla="*/ 776208053 w 350"/>
                    <a:gd name="T81" fmla="*/ 967740092 h 774"/>
                    <a:gd name="T82" fmla="*/ 861893534 w 350"/>
                    <a:gd name="T83" fmla="*/ 751006524 h 774"/>
                    <a:gd name="T84" fmla="*/ 877014466 w 350"/>
                    <a:gd name="T85" fmla="*/ 705643726 h 774"/>
                    <a:gd name="T86" fmla="*/ 877014466 w 350"/>
                    <a:gd name="T87" fmla="*/ 685482482 h 774"/>
                    <a:gd name="T88" fmla="*/ 705643702 w 350"/>
                    <a:gd name="T89" fmla="*/ 619958440 h 774"/>
                    <a:gd name="T90" fmla="*/ 685482459 w 350"/>
                    <a:gd name="T91" fmla="*/ 650200306 h 774"/>
                    <a:gd name="T92" fmla="*/ 700603392 w 350"/>
                    <a:gd name="T93" fmla="*/ 594756886 h 774"/>
                    <a:gd name="T94" fmla="*/ 710684013 w 350"/>
                    <a:gd name="T95" fmla="*/ 604837508 h 774"/>
                    <a:gd name="T96" fmla="*/ 705643702 w 350"/>
                    <a:gd name="T97" fmla="*/ 619958440 h 7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0"/>
                    <a:gd name="T148" fmla="*/ 0 h 774"/>
                    <a:gd name="T149" fmla="*/ 350 w 350"/>
                    <a:gd name="T150" fmla="*/ 774 h 7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0" h="774">
                      <a:moveTo>
                        <a:pt x="344" y="262"/>
                      </a:moveTo>
                      <a:lnTo>
                        <a:pt x="344" y="262"/>
                      </a:lnTo>
                      <a:lnTo>
                        <a:pt x="322" y="164"/>
                      </a:lnTo>
                      <a:lnTo>
                        <a:pt x="300" y="102"/>
                      </a:lnTo>
                      <a:lnTo>
                        <a:pt x="300" y="96"/>
                      </a:lnTo>
                      <a:lnTo>
                        <a:pt x="300" y="88"/>
                      </a:lnTo>
                      <a:lnTo>
                        <a:pt x="296" y="80"/>
                      </a:lnTo>
                      <a:lnTo>
                        <a:pt x="294" y="76"/>
                      </a:lnTo>
                      <a:lnTo>
                        <a:pt x="294" y="72"/>
                      </a:lnTo>
                      <a:lnTo>
                        <a:pt x="292" y="56"/>
                      </a:lnTo>
                      <a:lnTo>
                        <a:pt x="288" y="46"/>
                      </a:lnTo>
                      <a:lnTo>
                        <a:pt x="284" y="40"/>
                      </a:lnTo>
                      <a:lnTo>
                        <a:pt x="280" y="36"/>
                      </a:lnTo>
                      <a:lnTo>
                        <a:pt x="270" y="30"/>
                      </a:lnTo>
                      <a:lnTo>
                        <a:pt x="260" y="26"/>
                      </a:lnTo>
                      <a:lnTo>
                        <a:pt x="258" y="26"/>
                      </a:lnTo>
                      <a:lnTo>
                        <a:pt x="234" y="20"/>
                      </a:lnTo>
                      <a:lnTo>
                        <a:pt x="226" y="18"/>
                      </a:lnTo>
                      <a:lnTo>
                        <a:pt x="212" y="14"/>
                      </a:lnTo>
                      <a:lnTo>
                        <a:pt x="176" y="8"/>
                      </a:lnTo>
                      <a:lnTo>
                        <a:pt x="120" y="0"/>
                      </a:lnTo>
                      <a:lnTo>
                        <a:pt x="112" y="0"/>
                      </a:lnTo>
                      <a:lnTo>
                        <a:pt x="98" y="4"/>
                      </a:lnTo>
                      <a:lnTo>
                        <a:pt x="84" y="8"/>
                      </a:lnTo>
                      <a:lnTo>
                        <a:pt x="76" y="14"/>
                      </a:lnTo>
                      <a:lnTo>
                        <a:pt x="68" y="18"/>
                      </a:lnTo>
                      <a:lnTo>
                        <a:pt x="58" y="22"/>
                      </a:lnTo>
                      <a:lnTo>
                        <a:pt x="42" y="28"/>
                      </a:lnTo>
                      <a:lnTo>
                        <a:pt x="28" y="32"/>
                      </a:lnTo>
                      <a:lnTo>
                        <a:pt x="12" y="36"/>
                      </a:lnTo>
                      <a:lnTo>
                        <a:pt x="8" y="38"/>
                      </a:lnTo>
                      <a:lnTo>
                        <a:pt x="6" y="42"/>
                      </a:lnTo>
                      <a:lnTo>
                        <a:pt x="4" y="48"/>
                      </a:lnTo>
                      <a:lnTo>
                        <a:pt x="0" y="60"/>
                      </a:lnTo>
                      <a:lnTo>
                        <a:pt x="0" y="70"/>
                      </a:lnTo>
                      <a:lnTo>
                        <a:pt x="2" y="80"/>
                      </a:lnTo>
                      <a:lnTo>
                        <a:pt x="6" y="86"/>
                      </a:lnTo>
                      <a:lnTo>
                        <a:pt x="18" y="106"/>
                      </a:lnTo>
                      <a:lnTo>
                        <a:pt x="30" y="158"/>
                      </a:lnTo>
                      <a:lnTo>
                        <a:pt x="42" y="208"/>
                      </a:lnTo>
                      <a:lnTo>
                        <a:pt x="50" y="224"/>
                      </a:lnTo>
                      <a:lnTo>
                        <a:pt x="56" y="240"/>
                      </a:lnTo>
                      <a:lnTo>
                        <a:pt x="60" y="252"/>
                      </a:lnTo>
                      <a:lnTo>
                        <a:pt x="64" y="266"/>
                      </a:lnTo>
                      <a:lnTo>
                        <a:pt x="72" y="284"/>
                      </a:lnTo>
                      <a:lnTo>
                        <a:pt x="80" y="304"/>
                      </a:lnTo>
                      <a:lnTo>
                        <a:pt x="82" y="312"/>
                      </a:lnTo>
                      <a:lnTo>
                        <a:pt x="84" y="318"/>
                      </a:lnTo>
                      <a:lnTo>
                        <a:pt x="82" y="332"/>
                      </a:lnTo>
                      <a:lnTo>
                        <a:pt x="78" y="346"/>
                      </a:lnTo>
                      <a:lnTo>
                        <a:pt x="72" y="364"/>
                      </a:lnTo>
                      <a:lnTo>
                        <a:pt x="64" y="398"/>
                      </a:lnTo>
                      <a:lnTo>
                        <a:pt x="54" y="438"/>
                      </a:lnTo>
                      <a:lnTo>
                        <a:pt x="48" y="464"/>
                      </a:lnTo>
                      <a:lnTo>
                        <a:pt x="42" y="484"/>
                      </a:lnTo>
                      <a:lnTo>
                        <a:pt x="46" y="488"/>
                      </a:lnTo>
                      <a:lnTo>
                        <a:pt x="52" y="492"/>
                      </a:lnTo>
                      <a:lnTo>
                        <a:pt x="58" y="494"/>
                      </a:lnTo>
                      <a:lnTo>
                        <a:pt x="58" y="506"/>
                      </a:lnTo>
                      <a:lnTo>
                        <a:pt x="58" y="524"/>
                      </a:lnTo>
                      <a:lnTo>
                        <a:pt x="58" y="556"/>
                      </a:lnTo>
                      <a:lnTo>
                        <a:pt x="60" y="606"/>
                      </a:lnTo>
                      <a:lnTo>
                        <a:pt x="62" y="656"/>
                      </a:lnTo>
                      <a:lnTo>
                        <a:pt x="62" y="672"/>
                      </a:lnTo>
                      <a:lnTo>
                        <a:pt x="62" y="682"/>
                      </a:lnTo>
                      <a:lnTo>
                        <a:pt x="62" y="710"/>
                      </a:lnTo>
                      <a:lnTo>
                        <a:pt x="62" y="732"/>
                      </a:lnTo>
                      <a:lnTo>
                        <a:pt x="62" y="752"/>
                      </a:lnTo>
                      <a:lnTo>
                        <a:pt x="72" y="756"/>
                      </a:lnTo>
                      <a:lnTo>
                        <a:pt x="108" y="770"/>
                      </a:lnTo>
                      <a:lnTo>
                        <a:pt x="122" y="774"/>
                      </a:lnTo>
                      <a:lnTo>
                        <a:pt x="136" y="774"/>
                      </a:lnTo>
                      <a:lnTo>
                        <a:pt x="152" y="774"/>
                      </a:lnTo>
                      <a:lnTo>
                        <a:pt x="168" y="770"/>
                      </a:lnTo>
                      <a:lnTo>
                        <a:pt x="196" y="764"/>
                      </a:lnTo>
                      <a:lnTo>
                        <a:pt x="214" y="760"/>
                      </a:lnTo>
                      <a:lnTo>
                        <a:pt x="264" y="746"/>
                      </a:lnTo>
                      <a:lnTo>
                        <a:pt x="288" y="738"/>
                      </a:lnTo>
                      <a:lnTo>
                        <a:pt x="310" y="728"/>
                      </a:lnTo>
                      <a:lnTo>
                        <a:pt x="330" y="716"/>
                      </a:lnTo>
                      <a:lnTo>
                        <a:pt x="328" y="676"/>
                      </a:lnTo>
                      <a:lnTo>
                        <a:pt x="326" y="616"/>
                      </a:lnTo>
                      <a:lnTo>
                        <a:pt x="326" y="532"/>
                      </a:lnTo>
                      <a:lnTo>
                        <a:pt x="324" y="468"/>
                      </a:lnTo>
                      <a:lnTo>
                        <a:pt x="326" y="460"/>
                      </a:lnTo>
                      <a:lnTo>
                        <a:pt x="326" y="446"/>
                      </a:lnTo>
                      <a:lnTo>
                        <a:pt x="324" y="434"/>
                      </a:lnTo>
                      <a:lnTo>
                        <a:pt x="316" y="408"/>
                      </a:lnTo>
                      <a:lnTo>
                        <a:pt x="310" y="392"/>
                      </a:lnTo>
                      <a:lnTo>
                        <a:pt x="308" y="384"/>
                      </a:lnTo>
                      <a:lnTo>
                        <a:pt x="324" y="344"/>
                      </a:lnTo>
                      <a:lnTo>
                        <a:pt x="338" y="314"/>
                      </a:lnTo>
                      <a:lnTo>
                        <a:pt x="342" y="298"/>
                      </a:lnTo>
                      <a:lnTo>
                        <a:pt x="344" y="290"/>
                      </a:lnTo>
                      <a:lnTo>
                        <a:pt x="348" y="280"/>
                      </a:lnTo>
                      <a:lnTo>
                        <a:pt x="350" y="276"/>
                      </a:lnTo>
                      <a:lnTo>
                        <a:pt x="348" y="272"/>
                      </a:lnTo>
                      <a:lnTo>
                        <a:pt x="344" y="262"/>
                      </a:lnTo>
                      <a:close/>
                      <a:moveTo>
                        <a:pt x="280" y="246"/>
                      </a:moveTo>
                      <a:lnTo>
                        <a:pt x="276" y="250"/>
                      </a:lnTo>
                      <a:lnTo>
                        <a:pt x="276" y="256"/>
                      </a:lnTo>
                      <a:lnTo>
                        <a:pt x="272" y="258"/>
                      </a:lnTo>
                      <a:lnTo>
                        <a:pt x="274" y="236"/>
                      </a:lnTo>
                      <a:lnTo>
                        <a:pt x="278" y="236"/>
                      </a:lnTo>
                      <a:lnTo>
                        <a:pt x="280" y="238"/>
                      </a:lnTo>
                      <a:lnTo>
                        <a:pt x="282" y="240"/>
                      </a:lnTo>
                      <a:lnTo>
                        <a:pt x="282" y="246"/>
                      </a:lnTo>
                      <a:lnTo>
                        <a:pt x="280" y="24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0" name="Freeform 139"/>
                <p:cNvSpPr>
                  <a:spLocks/>
                </p:cNvSpPr>
                <p:nvPr/>
              </p:nvSpPr>
              <p:spPr bwMode="auto">
                <a:xfrm>
                  <a:off x="3882332" y="3839514"/>
                  <a:ext cx="339041" cy="366135"/>
                </a:xfrm>
                <a:custGeom>
                  <a:avLst/>
                  <a:gdLst>
                    <a:gd name="T0" fmla="*/ 282257514 w 202"/>
                    <a:gd name="T1" fmla="*/ 10080625 h 216"/>
                    <a:gd name="T2" fmla="*/ 317539691 w 202"/>
                    <a:gd name="T3" fmla="*/ 5040313 h 216"/>
                    <a:gd name="T4" fmla="*/ 327620313 w 202"/>
                    <a:gd name="T5" fmla="*/ 10080625 h 216"/>
                    <a:gd name="T6" fmla="*/ 403224977 w 202"/>
                    <a:gd name="T7" fmla="*/ 15120939 h 216"/>
                    <a:gd name="T8" fmla="*/ 433466942 w 202"/>
                    <a:gd name="T9" fmla="*/ 30241879 h 216"/>
                    <a:gd name="T10" fmla="*/ 443547564 w 202"/>
                    <a:gd name="T11" fmla="*/ 45362812 h 216"/>
                    <a:gd name="T12" fmla="*/ 463708808 w 202"/>
                    <a:gd name="T13" fmla="*/ 100806246 h 216"/>
                    <a:gd name="T14" fmla="*/ 463708808 w 202"/>
                    <a:gd name="T15" fmla="*/ 156249693 h 216"/>
                    <a:gd name="T16" fmla="*/ 473789430 w 202"/>
                    <a:gd name="T17" fmla="*/ 226814098 h 216"/>
                    <a:gd name="T18" fmla="*/ 473789430 w 202"/>
                    <a:gd name="T19" fmla="*/ 307459075 h 216"/>
                    <a:gd name="T20" fmla="*/ 453628186 w 202"/>
                    <a:gd name="T21" fmla="*/ 372983119 h 216"/>
                    <a:gd name="T22" fmla="*/ 453628186 w 202"/>
                    <a:gd name="T23" fmla="*/ 393144363 h 216"/>
                    <a:gd name="T24" fmla="*/ 473789430 w 202"/>
                    <a:gd name="T25" fmla="*/ 443547573 h 216"/>
                    <a:gd name="T26" fmla="*/ 493950674 w 202"/>
                    <a:gd name="T27" fmla="*/ 453628195 h 216"/>
                    <a:gd name="T28" fmla="*/ 483870052 w 202"/>
                    <a:gd name="T29" fmla="*/ 453628195 h 216"/>
                    <a:gd name="T30" fmla="*/ 463708808 w 202"/>
                    <a:gd name="T31" fmla="*/ 453628195 h 216"/>
                    <a:gd name="T32" fmla="*/ 473789430 w 202"/>
                    <a:gd name="T33" fmla="*/ 478829751 h 216"/>
                    <a:gd name="T34" fmla="*/ 498990985 w 202"/>
                    <a:gd name="T35" fmla="*/ 493950684 h 216"/>
                    <a:gd name="T36" fmla="*/ 509071607 w 202"/>
                    <a:gd name="T37" fmla="*/ 488910373 h 216"/>
                    <a:gd name="T38" fmla="*/ 493950674 w 202"/>
                    <a:gd name="T39" fmla="*/ 534273172 h 216"/>
                    <a:gd name="T40" fmla="*/ 473789430 w 202"/>
                    <a:gd name="T41" fmla="*/ 544353795 h 216"/>
                    <a:gd name="T42" fmla="*/ 453628186 w 202"/>
                    <a:gd name="T43" fmla="*/ 544353795 h 216"/>
                    <a:gd name="T44" fmla="*/ 418346010 w 202"/>
                    <a:gd name="T45" fmla="*/ 534273172 h 216"/>
                    <a:gd name="T46" fmla="*/ 398184666 w 202"/>
                    <a:gd name="T47" fmla="*/ 509071617 h 216"/>
                    <a:gd name="T48" fmla="*/ 398184666 w 202"/>
                    <a:gd name="T49" fmla="*/ 493950684 h 216"/>
                    <a:gd name="T50" fmla="*/ 388104044 w 202"/>
                    <a:gd name="T51" fmla="*/ 478829751 h 216"/>
                    <a:gd name="T52" fmla="*/ 352821868 w 202"/>
                    <a:gd name="T53" fmla="*/ 468749128 h 216"/>
                    <a:gd name="T54" fmla="*/ 337700935 w 202"/>
                    <a:gd name="T55" fmla="*/ 453628195 h 216"/>
                    <a:gd name="T56" fmla="*/ 196572178 w 202"/>
                    <a:gd name="T57" fmla="*/ 453628195 h 216"/>
                    <a:gd name="T58" fmla="*/ 176410934 w 202"/>
                    <a:gd name="T59" fmla="*/ 478829751 h 216"/>
                    <a:gd name="T60" fmla="*/ 176410934 w 202"/>
                    <a:gd name="T61" fmla="*/ 504031306 h 216"/>
                    <a:gd name="T62" fmla="*/ 171370623 w 202"/>
                    <a:gd name="T63" fmla="*/ 524192550 h 216"/>
                    <a:gd name="T64" fmla="*/ 151209379 w 202"/>
                    <a:gd name="T65" fmla="*/ 534273172 h 216"/>
                    <a:gd name="T66" fmla="*/ 141128757 w 202"/>
                    <a:gd name="T67" fmla="*/ 539313484 h 216"/>
                    <a:gd name="T68" fmla="*/ 120967513 w 202"/>
                    <a:gd name="T69" fmla="*/ 534273172 h 216"/>
                    <a:gd name="T70" fmla="*/ 70564378 w 202"/>
                    <a:gd name="T71" fmla="*/ 544353795 h 216"/>
                    <a:gd name="T72" fmla="*/ 35282189 w 202"/>
                    <a:gd name="T73" fmla="*/ 529232861 h 216"/>
                    <a:gd name="T74" fmla="*/ 15120939 w 202"/>
                    <a:gd name="T75" fmla="*/ 493950684 h 216"/>
                    <a:gd name="T76" fmla="*/ 0 w 202"/>
                    <a:gd name="T77" fmla="*/ 473789440 h 216"/>
                    <a:gd name="T78" fmla="*/ 30241878 w 202"/>
                    <a:gd name="T79" fmla="*/ 478829751 h 216"/>
                    <a:gd name="T80" fmla="*/ 35282189 w 202"/>
                    <a:gd name="T81" fmla="*/ 473789440 h 216"/>
                    <a:gd name="T82" fmla="*/ 45362811 w 202"/>
                    <a:gd name="T83" fmla="*/ 458668506 h 216"/>
                    <a:gd name="T84" fmla="*/ 65524068 w 202"/>
                    <a:gd name="T85" fmla="*/ 433466951 h 216"/>
                    <a:gd name="T86" fmla="*/ 60483757 w 202"/>
                    <a:gd name="T87" fmla="*/ 398184674 h 216"/>
                    <a:gd name="T88" fmla="*/ 55443446 w 202"/>
                    <a:gd name="T89" fmla="*/ 367942808 h 216"/>
                    <a:gd name="T90" fmla="*/ 45362811 w 202"/>
                    <a:gd name="T91" fmla="*/ 312499386 h 216"/>
                    <a:gd name="T92" fmla="*/ 55443446 w 202"/>
                    <a:gd name="T93" fmla="*/ 267136586 h 216"/>
                    <a:gd name="T94" fmla="*/ 80645000 w 202"/>
                    <a:gd name="T95" fmla="*/ 196572182 h 216"/>
                    <a:gd name="T96" fmla="*/ 90725622 w 202"/>
                    <a:gd name="T97" fmla="*/ 171370626 h 216"/>
                    <a:gd name="T98" fmla="*/ 120967513 w 202"/>
                    <a:gd name="T99" fmla="*/ 105846582 h 216"/>
                    <a:gd name="T100" fmla="*/ 181451245 w 202"/>
                    <a:gd name="T101" fmla="*/ 45362812 h 216"/>
                    <a:gd name="T102" fmla="*/ 236894715 w 202"/>
                    <a:gd name="T103" fmla="*/ 5040313 h 216"/>
                    <a:gd name="T104" fmla="*/ 272176892 w 202"/>
                    <a:gd name="T105" fmla="*/ 5040313 h 216"/>
                    <a:gd name="T106" fmla="*/ 282257514 w 202"/>
                    <a:gd name="T107" fmla="*/ 10080625 h 2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2"/>
                    <a:gd name="T163" fmla="*/ 0 h 216"/>
                    <a:gd name="T164" fmla="*/ 202 w 202"/>
                    <a:gd name="T165" fmla="*/ 216 h 2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2" h="216">
                      <a:moveTo>
                        <a:pt x="112" y="4"/>
                      </a:moveTo>
                      <a:lnTo>
                        <a:pt x="112" y="4"/>
                      </a:lnTo>
                      <a:lnTo>
                        <a:pt x="120" y="2"/>
                      </a:lnTo>
                      <a:lnTo>
                        <a:pt x="126" y="2"/>
                      </a:lnTo>
                      <a:lnTo>
                        <a:pt x="130" y="4"/>
                      </a:lnTo>
                      <a:lnTo>
                        <a:pt x="146" y="4"/>
                      </a:lnTo>
                      <a:lnTo>
                        <a:pt x="160" y="6"/>
                      </a:lnTo>
                      <a:lnTo>
                        <a:pt x="166" y="8"/>
                      </a:lnTo>
                      <a:lnTo>
                        <a:pt x="172" y="12"/>
                      </a:lnTo>
                      <a:lnTo>
                        <a:pt x="176" y="18"/>
                      </a:lnTo>
                      <a:lnTo>
                        <a:pt x="180" y="24"/>
                      </a:lnTo>
                      <a:lnTo>
                        <a:pt x="184" y="40"/>
                      </a:lnTo>
                      <a:lnTo>
                        <a:pt x="184" y="54"/>
                      </a:lnTo>
                      <a:lnTo>
                        <a:pt x="184" y="62"/>
                      </a:lnTo>
                      <a:lnTo>
                        <a:pt x="188" y="90"/>
                      </a:lnTo>
                      <a:lnTo>
                        <a:pt x="190" y="108"/>
                      </a:lnTo>
                      <a:lnTo>
                        <a:pt x="188" y="122"/>
                      </a:lnTo>
                      <a:lnTo>
                        <a:pt x="180" y="148"/>
                      </a:lnTo>
                      <a:lnTo>
                        <a:pt x="180" y="156"/>
                      </a:lnTo>
                      <a:lnTo>
                        <a:pt x="182" y="166"/>
                      </a:lnTo>
                      <a:lnTo>
                        <a:pt x="188" y="176"/>
                      </a:lnTo>
                      <a:lnTo>
                        <a:pt x="192" y="178"/>
                      </a:lnTo>
                      <a:lnTo>
                        <a:pt x="196" y="180"/>
                      </a:lnTo>
                      <a:lnTo>
                        <a:pt x="192" y="180"/>
                      </a:lnTo>
                      <a:lnTo>
                        <a:pt x="188" y="180"/>
                      </a:lnTo>
                      <a:lnTo>
                        <a:pt x="184" y="180"/>
                      </a:lnTo>
                      <a:lnTo>
                        <a:pt x="188" y="190"/>
                      </a:lnTo>
                      <a:lnTo>
                        <a:pt x="194" y="194"/>
                      </a:lnTo>
                      <a:lnTo>
                        <a:pt x="198" y="196"/>
                      </a:lnTo>
                      <a:lnTo>
                        <a:pt x="202" y="194"/>
                      </a:lnTo>
                      <a:lnTo>
                        <a:pt x="200" y="204"/>
                      </a:lnTo>
                      <a:lnTo>
                        <a:pt x="196" y="212"/>
                      </a:lnTo>
                      <a:lnTo>
                        <a:pt x="192" y="214"/>
                      </a:lnTo>
                      <a:lnTo>
                        <a:pt x="188" y="216"/>
                      </a:lnTo>
                      <a:lnTo>
                        <a:pt x="180" y="216"/>
                      </a:lnTo>
                      <a:lnTo>
                        <a:pt x="170" y="214"/>
                      </a:lnTo>
                      <a:lnTo>
                        <a:pt x="166" y="212"/>
                      </a:lnTo>
                      <a:lnTo>
                        <a:pt x="162" y="208"/>
                      </a:lnTo>
                      <a:lnTo>
                        <a:pt x="158" y="202"/>
                      </a:lnTo>
                      <a:lnTo>
                        <a:pt x="158" y="196"/>
                      </a:lnTo>
                      <a:lnTo>
                        <a:pt x="156" y="192"/>
                      </a:lnTo>
                      <a:lnTo>
                        <a:pt x="154" y="190"/>
                      </a:lnTo>
                      <a:lnTo>
                        <a:pt x="144" y="188"/>
                      </a:lnTo>
                      <a:lnTo>
                        <a:pt x="140" y="186"/>
                      </a:lnTo>
                      <a:lnTo>
                        <a:pt x="136" y="184"/>
                      </a:lnTo>
                      <a:lnTo>
                        <a:pt x="134" y="180"/>
                      </a:lnTo>
                      <a:lnTo>
                        <a:pt x="134" y="176"/>
                      </a:lnTo>
                      <a:lnTo>
                        <a:pt x="78" y="180"/>
                      </a:lnTo>
                      <a:lnTo>
                        <a:pt x="70" y="190"/>
                      </a:lnTo>
                      <a:lnTo>
                        <a:pt x="70" y="194"/>
                      </a:lnTo>
                      <a:lnTo>
                        <a:pt x="70" y="200"/>
                      </a:lnTo>
                      <a:lnTo>
                        <a:pt x="70" y="206"/>
                      </a:lnTo>
                      <a:lnTo>
                        <a:pt x="68" y="208"/>
                      </a:lnTo>
                      <a:lnTo>
                        <a:pt x="64" y="212"/>
                      </a:lnTo>
                      <a:lnTo>
                        <a:pt x="60" y="212"/>
                      </a:lnTo>
                      <a:lnTo>
                        <a:pt x="56" y="214"/>
                      </a:lnTo>
                      <a:lnTo>
                        <a:pt x="48" y="212"/>
                      </a:lnTo>
                      <a:lnTo>
                        <a:pt x="42" y="214"/>
                      </a:lnTo>
                      <a:lnTo>
                        <a:pt x="28" y="216"/>
                      </a:lnTo>
                      <a:lnTo>
                        <a:pt x="22" y="214"/>
                      </a:lnTo>
                      <a:lnTo>
                        <a:pt x="14" y="210"/>
                      </a:lnTo>
                      <a:lnTo>
                        <a:pt x="8" y="204"/>
                      </a:lnTo>
                      <a:lnTo>
                        <a:pt x="6" y="196"/>
                      </a:lnTo>
                      <a:lnTo>
                        <a:pt x="0" y="188"/>
                      </a:lnTo>
                      <a:lnTo>
                        <a:pt x="6" y="190"/>
                      </a:lnTo>
                      <a:lnTo>
                        <a:pt x="12" y="190"/>
                      </a:lnTo>
                      <a:lnTo>
                        <a:pt x="14" y="190"/>
                      </a:lnTo>
                      <a:lnTo>
                        <a:pt x="14" y="188"/>
                      </a:lnTo>
                      <a:lnTo>
                        <a:pt x="18" y="182"/>
                      </a:lnTo>
                      <a:lnTo>
                        <a:pt x="24" y="178"/>
                      </a:lnTo>
                      <a:lnTo>
                        <a:pt x="26" y="172"/>
                      </a:lnTo>
                      <a:lnTo>
                        <a:pt x="26" y="166"/>
                      </a:lnTo>
                      <a:lnTo>
                        <a:pt x="24" y="158"/>
                      </a:lnTo>
                      <a:lnTo>
                        <a:pt x="22" y="146"/>
                      </a:lnTo>
                      <a:lnTo>
                        <a:pt x="18" y="134"/>
                      </a:lnTo>
                      <a:lnTo>
                        <a:pt x="18" y="124"/>
                      </a:lnTo>
                      <a:lnTo>
                        <a:pt x="18" y="114"/>
                      </a:lnTo>
                      <a:lnTo>
                        <a:pt x="22" y="106"/>
                      </a:lnTo>
                      <a:lnTo>
                        <a:pt x="30" y="88"/>
                      </a:lnTo>
                      <a:lnTo>
                        <a:pt x="32" y="78"/>
                      </a:lnTo>
                      <a:lnTo>
                        <a:pt x="36" y="68"/>
                      </a:lnTo>
                      <a:lnTo>
                        <a:pt x="40" y="56"/>
                      </a:lnTo>
                      <a:lnTo>
                        <a:pt x="48" y="42"/>
                      </a:lnTo>
                      <a:lnTo>
                        <a:pt x="60" y="30"/>
                      </a:lnTo>
                      <a:lnTo>
                        <a:pt x="72" y="18"/>
                      </a:lnTo>
                      <a:lnTo>
                        <a:pt x="84" y="10"/>
                      </a:lnTo>
                      <a:lnTo>
                        <a:pt x="94" y="2"/>
                      </a:lnTo>
                      <a:lnTo>
                        <a:pt x="104" y="0"/>
                      </a:lnTo>
                      <a:lnTo>
                        <a:pt x="108" y="2"/>
                      </a:lnTo>
                      <a:lnTo>
                        <a:pt x="112" y="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1" name="Freeform 141"/>
                <p:cNvSpPr>
                  <a:spLocks/>
                </p:cNvSpPr>
                <p:nvPr/>
              </p:nvSpPr>
              <p:spPr bwMode="auto">
                <a:xfrm>
                  <a:off x="3999346" y="3881529"/>
                  <a:ext cx="174022" cy="249093"/>
                </a:xfrm>
                <a:custGeom>
                  <a:avLst/>
                  <a:gdLst>
                    <a:gd name="T0" fmla="*/ 231854407 w 106"/>
                    <a:gd name="T1" fmla="*/ 50403117 h 150"/>
                    <a:gd name="T2" fmla="*/ 231854407 w 106"/>
                    <a:gd name="T3" fmla="*/ 50403117 h 150"/>
                    <a:gd name="T4" fmla="*/ 246975341 w 106"/>
                    <a:gd name="T5" fmla="*/ 85685302 h 150"/>
                    <a:gd name="T6" fmla="*/ 262096274 w 106"/>
                    <a:gd name="T7" fmla="*/ 115927190 h 150"/>
                    <a:gd name="T8" fmla="*/ 267136585 w 106"/>
                    <a:gd name="T9" fmla="*/ 141128742 h 150"/>
                    <a:gd name="T10" fmla="*/ 267136585 w 106"/>
                    <a:gd name="T11" fmla="*/ 141128742 h 150"/>
                    <a:gd name="T12" fmla="*/ 267136585 w 106"/>
                    <a:gd name="T13" fmla="*/ 186491536 h 150"/>
                    <a:gd name="T14" fmla="*/ 267136585 w 106"/>
                    <a:gd name="T15" fmla="*/ 186491536 h 150"/>
                    <a:gd name="T16" fmla="*/ 257055963 w 106"/>
                    <a:gd name="T17" fmla="*/ 241935001 h 150"/>
                    <a:gd name="T18" fmla="*/ 252015652 w 106"/>
                    <a:gd name="T19" fmla="*/ 277217174 h 150"/>
                    <a:gd name="T20" fmla="*/ 241935030 w 106"/>
                    <a:gd name="T21" fmla="*/ 302418726 h 150"/>
                    <a:gd name="T22" fmla="*/ 241935030 w 106"/>
                    <a:gd name="T23" fmla="*/ 302418726 h 150"/>
                    <a:gd name="T24" fmla="*/ 201612492 w 106"/>
                    <a:gd name="T25" fmla="*/ 367942762 h 150"/>
                    <a:gd name="T26" fmla="*/ 201612492 w 106"/>
                    <a:gd name="T27" fmla="*/ 367942762 h 150"/>
                    <a:gd name="T28" fmla="*/ 191531869 w 106"/>
                    <a:gd name="T29" fmla="*/ 372983072 h 150"/>
                    <a:gd name="T30" fmla="*/ 176410936 w 106"/>
                    <a:gd name="T31" fmla="*/ 378023383 h 150"/>
                    <a:gd name="T32" fmla="*/ 161290003 w 106"/>
                    <a:gd name="T33" fmla="*/ 378023383 h 150"/>
                    <a:gd name="T34" fmla="*/ 161290003 w 106"/>
                    <a:gd name="T35" fmla="*/ 378023383 h 150"/>
                    <a:gd name="T36" fmla="*/ 136088448 w 106"/>
                    <a:gd name="T37" fmla="*/ 372983072 h 150"/>
                    <a:gd name="T38" fmla="*/ 105846582 w 106"/>
                    <a:gd name="T39" fmla="*/ 362902452 h 150"/>
                    <a:gd name="T40" fmla="*/ 65524068 w 106"/>
                    <a:gd name="T41" fmla="*/ 342741210 h 150"/>
                    <a:gd name="T42" fmla="*/ 65524068 w 106"/>
                    <a:gd name="T43" fmla="*/ 342741210 h 150"/>
                    <a:gd name="T44" fmla="*/ 40322501 w 106"/>
                    <a:gd name="T45" fmla="*/ 332660589 h 150"/>
                    <a:gd name="T46" fmla="*/ 20161250 w 106"/>
                    <a:gd name="T47" fmla="*/ 317539658 h 150"/>
                    <a:gd name="T48" fmla="*/ 10080625 w 106"/>
                    <a:gd name="T49" fmla="*/ 307459037 h 150"/>
                    <a:gd name="T50" fmla="*/ 5040313 w 106"/>
                    <a:gd name="T51" fmla="*/ 297378416 h 150"/>
                    <a:gd name="T52" fmla="*/ 5040313 w 106"/>
                    <a:gd name="T53" fmla="*/ 297378416 h 150"/>
                    <a:gd name="T54" fmla="*/ 0 w 106"/>
                    <a:gd name="T55" fmla="*/ 262096243 h 150"/>
                    <a:gd name="T56" fmla="*/ 0 w 106"/>
                    <a:gd name="T57" fmla="*/ 246975311 h 150"/>
                    <a:gd name="T58" fmla="*/ 0 w 106"/>
                    <a:gd name="T59" fmla="*/ 246975311 h 150"/>
                    <a:gd name="T60" fmla="*/ 10080625 w 106"/>
                    <a:gd name="T61" fmla="*/ 206652778 h 150"/>
                    <a:gd name="T62" fmla="*/ 15120939 w 106"/>
                    <a:gd name="T63" fmla="*/ 166330294 h 150"/>
                    <a:gd name="T64" fmla="*/ 20161250 w 106"/>
                    <a:gd name="T65" fmla="*/ 126007811 h 150"/>
                    <a:gd name="T66" fmla="*/ 20161250 w 106"/>
                    <a:gd name="T67" fmla="*/ 126007811 h 150"/>
                    <a:gd name="T68" fmla="*/ 20161250 w 106"/>
                    <a:gd name="T69" fmla="*/ 105846569 h 150"/>
                    <a:gd name="T70" fmla="*/ 25201561 w 106"/>
                    <a:gd name="T71" fmla="*/ 85685302 h 150"/>
                    <a:gd name="T72" fmla="*/ 40322501 w 106"/>
                    <a:gd name="T73" fmla="*/ 65524061 h 150"/>
                    <a:gd name="T74" fmla="*/ 50403123 w 106"/>
                    <a:gd name="T75" fmla="*/ 45362806 h 150"/>
                    <a:gd name="T76" fmla="*/ 65524068 w 106"/>
                    <a:gd name="T77" fmla="*/ 30241875 h 150"/>
                    <a:gd name="T78" fmla="*/ 85685313 w 106"/>
                    <a:gd name="T79" fmla="*/ 15120938 h 150"/>
                    <a:gd name="T80" fmla="*/ 100806246 w 106"/>
                    <a:gd name="T81" fmla="*/ 5040312 h 150"/>
                    <a:gd name="T82" fmla="*/ 120967515 w 106"/>
                    <a:gd name="T83" fmla="*/ 0 h 150"/>
                    <a:gd name="T84" fmla="*/ 120967515 w 106"/>
                    <a:gd name="T85" fmla="*/ 0 h 150"/>
                    <a:gd name="T86" fmla="*/ 156249692 w 106"/>
                    <a:gd name="T87" fmla="*/ 5040312 h 150"/>
                    <a:gd name="T88" fmla="*/ 186491558 w 106"/>
                    <a:gd name="T89" fmla="*/ 15120938 h 150"/>
                    <a:gd name="T90" fmla="*/ 211693163 w 106"/>
                    <a:gd name="T91" fmla="*/ 30241875 h 150"/>
                    <a:gd name="T92" fmla="*/ 231854407 w 106"/>
                    <a:gd name="T93" fmla="*/ 50403117 h 150"/>
                    <a:gd name="T94" fmla="*/ 231854407 w 106"/>
                    <a:gd name="T95" fmla="*/ 50403117 h 1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6"/>
                    <a:gd name="T145" fmla="*/ 0 h 150"/>
                    <a:gd name="T146" fmla="*/ 106 w 106"/>
                    <a:gd name="T147" fmla="*/ 150 h 1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6" h="150">
                      <a:moveTo>
                        <a:pt x="92" y="20"/>
                      </a:moveTo>
                      <a:lnTo>
                        <a:pt x="92" y="20"/>
                      </a:lnTo>
                      <a:lnTo>
                        <a:pt x="98" y="34"/>
                      </a:lnTo>
                      <a:lnTo>
                        <a:pt x="104" y="46"/>
                      </a:lnTo>
                      <a:lnTo>
                        <a:pt x="106" y="56"/>
                      </a:lnTo>
                      <a:lnTo>
                        <a:pt x="106" y="74"/>
                      </a:lnTo>
                      <a:lnTo>
                        <a:pt x="102" y="96"/>
                      </a:lnTo>
                      <a:lnTo>
                        <a:pt x="100" y="110"/>
                      </a:lnTo>
                      <a:lnTo>
                        <a:pt x="96" y="120"/>
                      </a:lnTo>
                      <a:lnTo>
                        <a:pt x="80" y="146"/>
                      </a:lnTo>
                      <a:lnTo>
                        <a:pt x="76" y="148"/>
                      </a:lnTo>
                      <a:lnTo>
                        <a:pt x="70" y="150"/>
                      </a:lnTo>
                      <a:lnTo>
                        <a:pt x="64" y="150"/>
                      </a:lnTo>
                      <a:lnTo>
                        <a:pt x="54" y="148"/>
                      </a:lnTo>
                      <a:lnTo>
                        <a:pt x="42" y="144"/>
                      </a:lnTo>
                      <a:lnTo>
                        <a:pt x="26" y="136"/>
                      </a:lnTo>
                      <a:lnTo>
                        <a:pt x="16" y="132"/>
                      </a:lnTo>
                      <a:lnTo>
                        <a:pt x="8" y="126"/>
                      </a:lnTo>
                      <a:lnTo>
                        <a:pt x="4" y="122"/>
                      </a:lnTo>
                      <a:lnTo>
                        <a:pt x="2" y="118"/>
                      </a:lnTo>
                      <a:lnTo>
                        <a:pt x="0" y="104"/>
                      </a:lnTo>
                      <a:lnTo>
                        <a:pt x="0" y="98"/>
                      </a:lnTo>
                      <a:lnTo>
                        <a:pt x="4" y="82"/>
                      </a:lnTo>
                      <a:lnTo>
                        <a:pt x="6" y="66"/>
                      </a:lnTo>
                      <a:lnTo>
                        <a:pt x="8" y="50"/>
                      </a:lnTo>
                      <a:lnTo>
                        <a:pt x="8" y="42"/>
                      </a:lnTo>
                      <a:lnTo>
                        <a:pt x="10" y="34"/>
                      </a:lnTo>
                      <a:lnTo>
                        <a:pt x="16" y="26"/>
                      </a:lnTo>
                      <a:lnTo>
                        <a:pt x="20" y="18"/>
                      </a:lnTo>
                      <a:lnTo>
                        <a:pt x="26" y="12"/>
                      </a:lnTo>
                      <a:lnTo>
                        <a:pt x="34" y="6"/>
                      </a:lnTo>
                      <a:lnTo>
                        <a:pt x="40" y="2"/>
                      </a:lnTo>
                      <a:lnTo>
                        <a:pt x="48" y="0"/>
                      </a:lnTo>
                      <a:lnTo>
                        <a:pt x="62" y="2"/>
                      </a:lnTo>
                      <a:lnTo>
                        <a:pt x="74" y="6"/>
                      </a:lnTo>
                      <a:lnTo>
                        <a:pt x="84" y="12"/>
                      </a:lnTo>
                      <a:lnTo>
                        <a:pt x="92" y="20"/>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2" name="Freeform 142"/>
                <p:cNvSpPr>
                  <a:spLocks/>
                </p:cNvSpPr>
                <p:nvPr/>
              </p:nvSpPr>
              <p:spPr bwMode="auto">
                <a:xfrm>
                  <a:off x="3903334" y="4739846"/>
                  <a:ext cx="207027" cy="147055"/>
                </a:xfrm>
                <a:custGeom>
                  <a:avLst/>
                  <a:gdLst>
                    <a:gd name="T0" fmla="*/ 126007831 w 124"/>
                    <a:gd name="T1" fmla="*/ 40322498 h 88"/>
                    <a:gd name="T2" fmla="*/ 211693172 w 124"/>
                    <a:gd name="T3" fmla="*/ 5040312 h 88"/>
                    <a:gd name="T4" fmla="*/ 246975351 w 124"/>
                    <a:gd name="T5" fmla="*/ 0 h 88"/>
                    <a:gd name="T6" fmla="*/ 267136596 w 124"/>
                    <a:gd name="T7" fmla="*/ 10080625 h 88"/>
                    <a:gd name="T8" fmla="*/ 267136596 w 124"/>
                    <a:gd name="T9" fmla="*/ 15120938 h 88"/>
                    <a:gd name="T10" fmla="*/ 191531877 w 124"/>
                    <a:gd name="T11" fmla="*/ 50403120 h 88"/>
                    <a:gd name="T12" fmla="*/ 166330321 w 124"/>
                    <a:gd name="T13" fmla="*/ 65524065 h 88"/>
                    <a:gd name="T14" fmla="*/ 216733483 w 124"/>
                    <a:gd name="T15" fmla="*/ 65524065 h 88"/>
                    <a:gd name="T16" fmla="*/ 302418775 w 124"/>
                    <a:gd name="T17" fmla="*/ 75604686 h 88"/>
                    <a:gd name="T18" fmla="*/ 307459086 w 124"/>
                    <a:gd name="T19" fmla="*/ 80644997 h 88"/>
                    <a:gd name="T20" fmla="*/ 312499397 w 124"/>
                    <a:gd name="T21" fmla="*/ 90725618 h 88"/>
                    <a:gd name="T22" fmla="*/ 302418775 w 124"/>
                    <a:gd name="T23" fmla="*/ 95765929 h 88"/>
                    <a:gd name="T24" fmla="*/ 262096285 w 124"/>
                    <a:gd name="T25" fmla="*/ 100806240 h 88"/>
                    <a:gd name="T26" fmla="*/ 176410944 w 124"/>
                    <a:gd name="T27" fmla="*/ 110886886 h 88"/>
                    <a:gd name="T28" fmla="*/ 241935040 w 124"/>
                    <a:gd name="T29" fmla="*/ 110886886 h 88"/>
                    <a:gd name="T30" fmla="*/ 277217218 w 124"/>
                    <a:gd name="T31" fmla="*/ 110886886 h 88"/>
                    <a:gd name="T32" fmla="*/ 297378464 w 124"/>
                    <a:gd name="T33" fmla="*/ 120967508 h 88"/>
                    <a:gd name="T34" fmla="*/ 297378464 w 124"/>
                    <a:gd name="T35" fmla="*/ 126007818 h 88"/>
                    <a:gd name="T36" fmla="*/ 287297841 w 124"/>
                    <a:gd name="T37" fmla="*/ 141128751 h 88"/>
                    <a:gd name="T38" fmla="*/ 277217218 w 124"/>
                    <a:gd name="T39" fmla="*/ 141128751 h 88"/>
                    <a:gd name="T40" fmla="*/ 146169076 w 124"/>
                    <a:gd name="T41" fmla="*/ 156249683 h 88"/>
                    <a:gd name="T42" fmla="*/ 191531877 w 124"/>
                    <a:gd name="T43" fmla="*/ 166330304 h 88"/>
                    <a:gd name="T44" fmla="*/ 221773795 w 124"/>
                    <a:gd name="T45" fmla="*/ 161289994 h 88"/>
                    <a:gd name="T46" fmla="*/ 236894728 w 124"/>
                    <a:gd name="T47" fmla="*/ 161289994 h 88"/>
                    <a:gd name="T48" fmla="*/ 246975351 w 124"/>
                    <a:gd name="T49" fmla="*/ 171370615 h 88"/>
                    <a:gd name="T50" fmla="*/ 241935040 w 124"/>
                    <a:gd name="T51" fmla="*/ 181451237 h 88"/>
                    <a:gd name="T52" fmla="*/ 216733483 w 124"/>
                    <a:gd name="T53" fmla="*/ 186491547 h 88"/>
                    <a:gd name="T54" fmla="*/ 136088454 w 124"/>
                    <a:gd name="T55" fmla="*/ 191531858 h 88"/>
                    <a:gd name="T56" fmla="*/ 100806250 w 124"/>
                    <a:gd name="T57" fmla="*/ 201612480 h 88"/>
                    <a:gd name="T58" fmla="*/ 65524071 w 124"/>
                    <a:gd name="T59" fmla="*/ 216733462 h 88"/>
                    <a:gd name="T60" fmla="*/ 0 w 124"/>
                    <a:gd name="T61" fmla="*/ 221773772 h 88"/>
                    <a:gd name="T62" fmla="*/ 30241880 w 124"/>
                    <a:gd name="T63" fmla="*/ 171370615 h 88"/>
                    <a:gd name="T64" fmla="*/ 60483760 w 124"/>
                    <a:gd name="T65" fmla="*/ 105846575 h 88"/>
                    <a:gd name="T66" fmla="*/ 65524071 w 124"/>
                    <a:gd name="T67" fmla="*/ 80644997 h 88"/>
                    <a:gd name="T68" fmla="*/ 100806250 w 124"/>
                    <a:gd name="T69" fmla="*/ 50403120 h 88"/>
                    <a:gd name="T70" fmla="*/ 126007831 w 124"/>
                    <a:gd name="T71" fmla="*/ 40322498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4"/>
                    <a:gd name="T109" fmla="*/ 0 h 88"/>
                    <a:gd name="T110" fmla="*/ 124 w 124"/>
                    <a:gd name="T111" fmla="*/ 88 h 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4" h="88">
                      <a:moveTo>
                        <a:pt x="50" y="16"/>
                      </a:moveTo>
                      <a:lnTo>
                        <a:pt x="50" y="16"/>
                      </a:lnTo>
                      <a:lnTo>
                        <a:pt x="72" y="6"/>
                      </a:lnTo>
                      <a:lnTo>
                        <a:pt x="84" y="2"/>
                      </a:lnTo>
                      <a:lnTo>
                        <a:pt x="98" y="0"/>
                      </a:lnTo>
                      <a:lnTo>
                        <a:pt x="104" y="2"/>
                      </a:lnTo>
                      <a:lnTo>
                        <a:pt x="106" y="4"/>
                      </a:lnTo>
                      <a:lnTo>
                        <a:pt x="106" y="6"/>
                      </a:lnTo>
                      <a:lnTo>
                        <a:pt x="98" y="10"/>
                      </a:lnTo>
                      <a:lnTo>
                        <a:pt x="76" y="20"/>
                      </a:lnTo>
                      <a:lnTo>
                        <a:pt x="66" y="26"/>
                      </a:lnTo>
                      <a:lnTo>
                        <a:pt x="86" y="26"/>
                      </a:lnTo>
                      <a:lnTo>
                        <a:pt x="104" y="28"/>
                      </a:lnTo>
                      <a:lnTo>
                        <a:pt x="120" y="30"/>
                      </a:lnTo>
                      <a:lnTo>
                        <a:pt x="122" y="32"/>
                      </a:lnTo>
                      <a:lnTo>
                        <a:pt x="124" y="34"/>
                      </a:lnTo>
                      <a:lnTo>
                        <a:pt x="124" y="36"/>
                      </a:lnTo>
                      <a:lnTo>
                        <a:pt x="120" y="38"/>
                      </a:lnTo>
                      <a:lnTo>
                        <a:pt x="112" y="40"/>
                      </a:lnTo>
                      <a:lnTo>
                        <a:pt x="104" y="40"/>
                      </a:lnTo>
                      <a:lnTo>
                        <a:pt x="92" y="40"/>
                      </a:lnTo>
                      <a:lnTo>
                        <a:pt x="70" y="44"/>
                      </a:lnTo>
                      <a:lnTo>
                        <a:pt x="96" y="44"/>
                      </a:lnTo>
                      <a:lnTo>
                        <a:pt x="110" y="44"/>
                      </a:lnTo>
                      <a:lnTo>
                        <a:pt x="114" y="46"/>
                      </a:lnTo>
                      <a:lnTo>
                        <a:pt x="118" y="48"/>
                      </a:lnTo>
                      <a:lnTo>
                        <a:pt x="118" y="50"/>
                      </a:lnTo>
                      <a:lnTo>
                        <a:pt x="116" y="54"/>
                      </a:lnTo>
                      <a:lnTo>
                        <a:pt x="114" y="56"/>
                      </a:lnTo>
                      <a:lnTo>
                        <a:pt x="110" y="56"/>
                      </a:lnTo>
                      <a:lnTo>
                        <a:pt x="62" y="60"/>
                      </a:lnTo>
                      <a:lnTo>
                        <a:pt x="58" y="62"/>
                      </a:lnTo>
                      <a:lnTo>
                        <a:pt x="76" y="66"/>
                      </a:lnTo>
                      <a:lnTo>
                        <a:pt x="88" y="64"/>
                      </a:lnTo>
                      <a:lnTo>
                        <a:pt x="94" y="64"/>
                      </a:lnTo>
                      <a:lnTo>
                        <a:pt x="96" y="66"/>
                      </a:lnTo>
                      <a:lnTo>
                        <a:pt x="98" y="68"/>
                      </a:lnTo>
                      <a:lnTo>
                        <a:pt x="96" y="72"/>
                      </a:lnTo>
                      <a:lnTo>
                        <a:pt x="92" y="74"/>
                      </a:lnTo>
                      <a:lnTo>
                        <a:pt x="86" y="74"/>
                      </a:lnTo>
                      <a:lnTo>
                        <a:pt x="54" y="76"/>
                      </a:lnTo>
                      <a:lnTo>
                        <a:pt x="40" y="80"/>
                      </a:lnTo>
                      <a:lnTo>
                        <a:pt x="26" y="86"/>
                      </a:lnTo>
                      <a:lnTo>
                        <a:pt x="14" y="88"/>
                      </a:lnTo>
                      <a:lnTo>
                        <a:pt x="0" y="88"/>
                      </a:lnTo>
                      <a:lnTo>
                        <a:pt x="12" y="68"/>
                      </a:lnTo>
                      <a:lnTo>
                        <a:pt x="22" y="50"/>
                      </a:lnTo>
                      <a:lnTo>
                        <a:pt x="24" y="42"/>
                      </a:lnTo>
                      <a:lnTo>
                        <a:pt x="26" y="32"/>
                      </a:lnTo>
                      <a:lnTo>
                        <a:pt x="32" y="26"/>
                      </a:lnTo>
                      <a:lnTo>
                        <a:pt x="40" y="20"/>
                      </a:lnTo>
                      <a:lnTo>
                        <a:pt x="50" y="1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3" name="Freeform 143"/>
                <p:cNvSpPr>
                  <a:spLocks noEditPoints="1"/>
                </p:cNvSpPr>
                <p:nvPr/>
              </p:nvSpPr>
              <p:spPr bwMode="auto">
                <a:xfrm>
                  <a:off x="3876332" y="5385085"/>
                  <a:ext cx="558069" cy="684253"/>
                </a:xfrm>
                <a:custGeom>
                  <a:avLst/>
                  <a:gdLst>
                    <a:gd name="T0" fmla="*/ 186491543 w 330"/>
                    <a:gd name="T1" fmla="*/ 866933887 h 408"/>
                    <a:gd name="T2" fmla="*/ 151209369 w 330"/>
                    <a:gd name="T3" fmla="*/ 730845292 h 408"/>
                    <a:gd name="T4" fmla="*/ 146169058 w 330"/>
                    <a:gd name="T5" fmla="*/ 720764670 h 408"/>
                    <a:gd name="T6" fmla="*/ 141128747 w 330"/>
                    <a:gd name="T7" fmla="*/ 690522804 h 408"/>
                    <a:gd name="T8" fmla="*/ 141128747 w 330"/>
                    <a:gd name="T9" fmla="*/ 589716584 h 408"/>
                    <a:gd name="T10" fmla="*/ 141128747 w 330"/>
                    <a:gd name="T11" fmla="*/ 554434408 h 408"/>
                    <a:gd name="T12" fmla="*/ 50403119 w 330"/>
                    <a:gd name="T13" fmla="*/ 55443446 h 408"/>
                    <a:gd name="T14" fmla="*/ 35282187 w 330"/>
                    <a:gd name="T15" fmla="*/ 80645001 h 408"/>
                    <a:gd name="T16" fmla="*/ 10080624 w 330"/>
                    <a:gd name="T17" fmla="*/ 156249690 h 408"/>
                    <a:gd name="T18" fmla="*/ 0 w 330"/>
                    <a:gd name="T19" fmla="*/ 282257515 h 408"/>
                    <a:gd name="T20" fmla="*/ 10080624 w 330"/>
                    <a:gd name="T21" fmla="*/ 403224979 h 408"/>
                    <a:gd name="T22" fmla="*/ 25201559 w 330"/>
                    <a:gd name="T23" fmla="*/ 493950676 h 408"/>
                    <a:gd name="T24" fmla="*/ 35282187 w 330"/>
                    <a:gd name="T25" fmla="*/ 599797206 h 408"/>
                    <a:gd name="T26" fmla="*/ 30241876 w 330"/>
                    <a:gd name="T27" fmla="*/ 670361560 h 408"/>
                    <a:gd name="T28" fmla="*/ 30241876 w 330"/>
                    <a:gd name="T29" fmla="*/ 665321249 h 408"/>
                    <a:gd name="T30" fmla="*/ 10080624 w 330"/>
                    <a:gd name="T31" fmla="*/ 801409646 h 408"/>
                    <a:gd name="T32" fmla="*/ 30241876 w 330"/>
                    <a:gd name="T33" fmla="*/ 806449957 h 408"/>
                    <a:gd name="T34" fmla="*/ 30241876 w 330"/>
                    <a:gd name="T35" fmla="*/ 801409646 h 408"/>
                    <a:gd name="T36" fmla="*/ 40322497 w 330"/>
                    <a:gd name="T37" fmla="*/ 846772644 h 408"/>
                    <a:gd name="T38" fmla="*/ 40322497 w 330"/>
                    <a:gd name="T39" fmla="*/ 907256375 h 408"/>
                    <a:gd name="T40" fmla="*/ 60483752 w 330"/>
                    <a:gd name="T41" fmla="*/ 972780418 h 408"/>
                    <a:gd name="T42" fmla="*/ 70564374 w 330"/>
                    <a:gd name="T43" fmla="*/ 992941662 h 408"/>
                    <a:gd name="T44" fmla="*/ 105846573 w 330"/>
                    <a:gd name="T45" fmla="*/ 1018143217 h 408"/>
                    <a:gd name="T46" fmla="*/ 146169058 w 330"/>
                    <a:gd name="T47" fmla="*/ 1028223839 h 408"/>
                    <a:gd name="T48" fmla="*/ 216733457 w 330"/>
                    <a:gd name="T49" fmla="*/ 1018143217 h 408"/>
                    <a:gd name="T50" fmla="*/ 236894699 w 330"/>
                    <a:gd name="T51" fmla="*/ 982861040 h 408"/>
                    <a:gd name="T52" fmla="*/ 236894699 w 330"/>
                    <a:gd name="T53" fmla="*/ 967740107 h 408"/>
                    <a:gd name="T54" fmla="*/ 216733457 w 330"/>
                    <a:gd name="T55" fmla="*/ 922377308 h 408"/>
                    <a:gd name="T56" fmla="*/ 821570832 w 330"/>
                    <a:gd name="T57" fmla="*/ 675401871 h 408"/>
                    <a:gd name="T58" fmla="*/ 816530521 w 330"/>
                    <a:gd name="T59" fmla="*/ 670361560 h 408"/>
                    <a:gd name="T60" fmla="*/ 801409589 w 330"/>
                    <a:gd name="T61" fmla="*/ 660280938 h 408"/>
                    <a:gd name="T62" fmla="*/ 751006483 w 330"/>
                    <a:gd name="T63" fmla="*/ 619958450 h 408"/>
                    <a:gd name="T64" fmla="*/ 735885551 w 330"/>
                    <a:gd name="T65" fmla="*/ 599797206 h 408"/>
                    <a:gd name="T66" fmla="*/ 715724309 w 330"/>
                    <a:gd name="T67" fmla="*/ 579635963 h 408"/>
                    <a:gd name="T68" fmla="*/ 690522756 w 330"/>
                    <a:gd name="T69" fmla="*/ 544353786 h 408"/>
                    <a:gd name="T70" fmla="*/ 675401824 w 330"/>
                    <a:gd name="T71" fmla="*/ 509071609 h 408"/>
                    <a:gd name="T72" fmla="*/ 660280892 w 330"/>
                    <a:gd name="T73" fmla="*/ 463708810 h 408"/>
                    <a:gd name="T74" fmla="*/ 478829709 w 330"/>
                    <a:gd name="T75" fmla="*/ 65524068 h 408"/>
                    <a:gd name="T76" fmla="*/ 483870019 w 330"/>
                    <a:gd name="T77" fmla="*/ 105846580 h 408"/>
                    <a:gd name="T78" fmla="*/ 483870019 w 330"/>
                    <a:gd name="T79" fmla="*/ 166330312 h 408"/>
                    <a:gd name="T80" fmla="*/ 504031262 w 330"/>
                    <a:gd name="T81" fmla="*/ 282257515 h 408"/>
                    <a:gd name="T82" fmla="*/ 534273126 w 330"/>
                    <a:gd name="T83" fmla="*/ 398184668 h 408"/>
                    <a:gd name="T84" fmla="*/ 534273126 w 330"/>
                    <a:gd name="T85" fmla="*/ 448587877 h 408"/>
                    <a:gd name="T86" fmla="*/ 529232815 w 330"/>
                    <a:gd name="T87" fmla="*/ 468749121 h 408"/>
                    <a:gd name="T88" fmla="*/ 509071573 w 330"/>
                    <a:gd name="T89" fmla="*/ 524192542 h 408"/>
                    <a:gd name="T90" fmla="*/ 509071573 w 330"/>
                    <a:gd name="T91" fmla="*/ 574595652 h 408"/>
                    <a:gd name="T92" fmla="*/ 514111883 w 330"/>
                    <a:gd name="T93" fmla="*/ 584676274 h 408"/>
                    <a:gd name="T94" fmla="*/ 524192505 w 330"/>
                    <a:gd name="T95" fmla="*/ 614918139 h 408"/>
                    <a:gd name="T96" fmla="*/ 534273126 w 330"/>
                    <a:gd name="T97" fmla="*/ 695563115 h 408"/>
                    <a:gd name="T98" fmla="*/ 559474679 w 330"/>
                    <a:gd name="T99" fmla="*/ 690522804 h 408"/>
                    <a:gd name="T100" fmla="*/ 564514990 w 330"/>
                    <a:gd name="T101" fmla="*/ 599797206 h 408"/>
                    <a:gd name="T102" fmla="*/ 594756853 w 330"/>
                    <a:gd name="T103" fmla="*/ 614918139 h 408"/>
                    <a:gd name="T104" fmla="*/ 614918096 w 330"/>
                    <a:gd name="T105" fmla="*/ 645160005 h 408"/>
                    <a:gd name="T106" fmla="*/ 619958407 w 330"/>
                    <a:gd name="T107" fmla="*/ 655240627 h 408"/>
                    <a:gd name="T108" fmla="*/ 650200270 w 330"/>
                    <a:gd name="T109" fmla="*/ 720764670 h 408"/>
                    <a:gd name="T110" fmla="*/ 660280892 w 330"/>
                    <a:gd name="T111" fmla="*/ 740925914 h 408"/>
                    <a:gd name="T112" fmla="*/ 690522756 w 330"/>
                    <a:gd name="T113" fmla="*/ 756046847 h 408"/>
                    <a:gd name="T114" fmla="*/ 811490211 w 330"/>
                    <a:gd name="T115" fmla="*/ 766127469 h 408"/>
                    <a:gd name="T116" fmla="*/ 816530521 w 330"/>
                    <a:gd name="T117" fmla="*/ 756046847 h 408"/>
                    <a:gd name="T118" fmla="*/ 826611143 w 330"/>
                    <a:gd name="T119" fmla="*/ 725804981 h 408"/>
                    <a:gd name="T120" fmla="*/ 831651453 w 330"/>
                    <a:gd name="T121" fmla="*/ 715724359 h 408"/>
                    <a:gd name="T122" fmla="*/ 821570832 w 330"/>
                    <a:gd name="T123" fmla="*/ 675401871 h 4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0"/>
                    <a:gd name="T187" fmla="*/ 0 h 408"/>
                    <a:gd name="T188" fmla="*/ 330 w 330"/>
                    <a:gd name="T189" fmla="*/ 408 h 4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0" h="408">
                      <a:moveTo>
                        <a:pt x="74" y="344"/>
                      </a:moveTo>
                      <a:lnTo>
                        <a:pt x="74" y="344"/>
                      </a:lnTo>
                      <a:lnTo>
                        <a:pt x="60" y="290"/>
                      </a:lnTo>
                      <a:lnTo>
                        <a:pt x="58" y="286"/>
                      </a:lnTo>
                      <a:lnTo>
                        <a:pt x="56" y="274"/>
                      </a:lnTo>
                      <a:lnTo>
                        <a:pt x="56" y="254"/>
                      </a:lnTo>
                      <a:lnTo>
                        <a:pt x="56" y="234"/>
                      </a:lnTo>
                      <a:lnTo>
                        <a:pt x="56" y="220"/>
                      </a:lnTo>
                      <a:lnTo>
                        <a:pt x="92" y="44"/>
                      </a:lnTo>
                      <a:lnTo>
                        <a:pt x="20" y="22"/>
                      </a:lnTo>
                      <a:lnTo>
                        <a:pt x="14" y="32"/>
                      </a:lnTo>
                      <a:lnTo>
                        <a:pt x="10" y="40"/>
                      </a:lnTo>
                      <a:lnTo>
                        <a:pt x="4" y="62"/>
                      </a:lnTo>
                      <a:lnTo>
                        <a:pt x="2" y="88"/>
                      </a:lnTo>
                      <a:lnTo>
                        <a:pt x="0" y="112"/>
                      </a:lnTo>
                      <a:lnTo>
                        <a:pt x="2" y="138"/>
                      </a:lnTo>
                      <a:lnTo>
                        <a:pt x="4" y="160"/>
                      </a:lnTo>
                      <a:lnTo>
                        <a:pt x="10" y="196"/>
                      </a:lnTo>
                      <a:lnTo>
                        <a:pt x="14" y="218"/>
                      </a:lnTo>
                      <a:lnTo>
                        <a:pt x="14" y="238"/>
                      </a:lnTo>
                      <a:lnTo>
                        <a:pt x="14" y="254"/>
                      </a:lnTo>
                      <a:lnTo>
                        <a:pt x="12" y="266"/>
                      </a:lnTo>
                      <a:lnTo>
                        <a:pt x="12" y="264"/>
                      </a:lnTo>
                      <a:lnTo>
                        <a:pt x="6" y="292"/>
                      </a:lnTo>
                      <a:lnTo>
                        <a:pt x="4" y="318"/>
                      </a:lnTo>
                      <a:lnTo>
                        <a:pt x="8" y="322"/>
                      </a:lnTo>
                      <a:lnTo>
                        <a:pt x="12" y="320"/>
                      </a:lnTo>
                      <a:lnTo>
                        <a:pt x="12" y="318"/>
                      </a:lnTo>
                      <a:lnTo>
                        <a:pt x="16" y="336"/>
                      </a:lnTo>
                      <a:lnTo>
                        <a:pt x="16" y="360"/>
                      </a:lnTo>
                      <a:lnTo>
                        <a:pt x="18" y="370"/>
                      </a:lnTo>
                      <a:lnTo>
                        <a:pt x="24" y="386"/>
                      </a:lnTo>
                      <a:lnTo>
                        <a:pt x="28" y="394"/>
                      </a:lnTo>
                      <a:lnTo>
                        <a:pt x="42" y="404"/>
                      </a:lnTo>
                      <a:lnTo>
                        <a:pt x="50" y="406"/>
                      </a:lnTo>
                      <a:lnTo>
                        <a:pt x="58" y="408"/>
                      </a:lnTo>
                      <a:lnTo>
                        <a:pt x="74" y="406"/>
                      </a:lnTo>
                      <a:lnTo>
                        <a:pt x="86" y="404"/>
                      </a:lnTo>
                      <a:lnTo>
                        <a:pt x="92" y="402"/>
                      </a:lnTo>
                      <a:lnTo>
                        <a:pt x="94" y="390"/>
                      </a:lnTo>
                      <a:lnTo>
                        <a:pt x="94" y="384"/>
                      </a:lnTo>
                      <a:lnTo>
                        <a:pt x="92" y="376"/>
                      </a:lnTo>
                      <a:lnTo>
                        <a:pt x="86" y="366"/>
                      </a:lnTo>
                      <a:lnTo>
                        <a:pt x="74" y="344"/>
                      </a:lnTo>
                      <a:close/>
                      <a:moveTo>
                        <a:pt x="326" y="268"/>
                      </a:moveTo>
                      <a:lnTo>
                        <a:pt x="326" y="268"/>
                      </a:lnTo>
                      <a:lnTo>
                        <a:pt x="324" y="266"/>
                      </a:lnTo>
                      <a:lnTo>
                        <a:pt x="318" y="262"/>
                      </a:lnTo>
                      <a:lnTo>
                        <a:pt x="310" y="254"/>
                      </a:lnTo>
                      <a:lnTo>
                        <a:pt x="298" y="246"/>
                      </a:lnTo>
                      <a:lnTo>
                        <a:pt x="292" y="238"/>
                      </a:lnTo>
                      <a:lnTo>
                        <a:pt x="284" y="230"/>
                      </a:lnTo>
                      <a:lnTo>
                        <a:pt x="280" y="224"/>
                      </a:lnTo>
                      <a:lnTo>
                        <a:pt x="274" y="216"/>
                      </a:lnTo>
                      <a:lnTo>
                        <a:pt x="268" y="202"/>
                      </a:lnTo>
                      <a:lnTo>
                        <a:pt x="262" y="184"/>
                      </a:lnTo>
                      <a:lnTo>
                        <a:pt x="260" y="0"/>
                      </a:lnTo>
                      <a:lnTo>
                        <a:pt x="190" y="26"/>
                      </a:lnTo>
                      <a:lnTo>
                        <a:pt x="192" y="42"/>
                      </a:lnTo>
                      <a:lnTo>
                        <a:pt x="192" y="66"/>
                      </a:lnTo>
                      <a:lnTo>
                        <a:pt x="194" y="82"/>
                      </a:lnTo>
                      <a:lnTo>
                        <a:pt x="200" y="112"/>
                      </a:lnTo>
                      <a:lnTo>
                        <a:pt x="212" y="158"/>
                      </a:lnTo>
                      <a:lnTo>
                        <a:pt x="212" y="178"/>
                      </a:lnTo>
                      <a:lnTo>
                        <a:pt x="210" y="186"/>
                      </a:lnTo>
                      <a:lnTo>
                        <a:pt x="206" y="194"/>
                      </a:lnTo>
                      <a:lnTo>
                        <a:pt x="202" y="208"/>
                      </a:lnTo>
                      <a:lnTo>
                        <a:pt x="200" y="222"/>
                      </a:lnTo>
                      <a:lnTo>
                        <a:pt x="202" y="228"/>
                      </a:lnTo>
                      <a:lnTo>
                        <a:pt x="204" y="232"/>
                      </a:lnTo>
                      <a:lnTo>
                        <a:pt x="206" y="238"/>
                      </a:lnTo>
                      <a:lnTo>
                        <a:pt x="208" y="244"/>
                      </a:lnTo>
                      <a:lnTo>
                        <a:pt x="210" y="258"/>
                      </a:lnTo>
                      <a:lnTo>
                        <a:pt x="212" y="276"/>
                      </a:lnTo>
                      <a:lnTo>
                        <a:pt x="218" y="278"/>
                      </a:lnTo>
                      <a:lnTo>
                        <a:pt x="222" y="274"/>
                      </a:lnTo>
                      <a:lnTo>
                        <a:pt x="218" y="232"/>
                      </a:lnTo>
                      <a:lnTo>
                        <a:pt x="224" y="238"/>
                      </a:lnTo>
                      <a:lnTo>
                        <a:pt x="236" y="244"/>
                      </a:lnTo>
                      <a:lnTo>
                        <a:pt x="242" y="250"/>
                      </a:lnTo>
                      <a:lnTo>
                        <a:pt x="244" y="256"/>
                      </a:lnTo>
                      <a:lnTo>
                        <a:pt x="246" y="260"/>
                      </a:lnTo>
                      <a:lnTo>
                        <a:pt x="252" y="276"/>
                      </a:lnTo>
                      <a:lnTo>
                        <a:pt x="258" y="286"/>
                      </a:lnTo>
                      <a:lnTo>
                        <a:pt x="262" y="294"/>
                      </a:lnTo>
                      <a:lnTo>
                        <a:pt x="266" y="298"/>
                      </a:lnTo>
                      <a:lnTo>
                        <a:pt x="274" y="300"/>
                      </a:lnTo>
                      <a:lnTo>
                        <a:pt x="294" y="302"/>
                      </a:lnTo>
                      <a:lnTo>
                        <a:pt x="322" y="304"/>
                      </a:lnTo>
                      <a:lnTo>
                        <a:pt x="324" y="300"/>
                      </a:lnTo>
                      <a:lnTo>
                        <a:pt x="326" y="296"/>
                      </a:lnTo>
                      <a:lnTo>
                        <a:pt x="328" y="288"/>
                      </a:lnTo>
                      <a:lnTo>
                        <a:pt x="330" y="284"/>
                      </a:lnTo>
                      <a:lnTo>
                        <a:pt x="328" y="276"/>
                      </a:lnTo>
                      <a:lnTo>
                        <a:pt x="326" y="26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4" name="Freeform 144"/>
                <p:cNvSpPr>
                  <a:spLocks/>
                </p:cNvSpPr>
                <p:nvPr/>
              </p:nvSpPr>
              <p:spPr bwMode="auto">
                <a:xfrm>
                  <a:off x="3612299" y="4175638"/>
                  <a:ext cx="333040" cy="723268"/>
                </a:xfrm>
                <a:custGeom>
                  <a:avLst/>
                  <a:gdLst>
                    <a:gd name="T0" fmla="*/ 418346010 w 202"/>
                    <a:gd name="T1" fmla="*/ 463708816 h 426"/>
                    <a:gd name="T2" fmla="*/ 352821868 w 202"/>
                    <a:gd name="T3" fmla="*/ 529232859 h 426"/>
                    <a:gd name="T4" fmla="*/ 327620313 w 202"/>
                    <a:gd name="T5" fmla="*/ 569555348 h 426"/>
                    <a:gd name="T6" fmla="*/ 297378447 w 202"/>
                    <a:gd name="T7" fmla="*/ 609877836 h 426"/>
                    <a:gd name="T8" fmla="*/ 231854404 w 202"/>
                    <a:gd name="T9" fmla="*/ 650200325 h 426"/>
                    <a:gd name="T10" fmla="*/ 221773782 w 202"/>
                    <a:gd name="T11" fmla="*/ 650200325 h 426"/>
                    <a:gd name="T12" fmla="*/ 216733471 w 202"/>
                    <a:gd name="T13" fmla="*/ 670361569 h 426"/>
                    <a:gd name="T14" fmla="*/ 226814093 w 202"/>
                    <a:gd name="T15" fmla="*/ 675401880 h 426"/>
                    <a:gd name="T16" fmla="*/ 236894715 w 202"/>
                    <a:gd name="T17" fmla="*/ 685482502 h 426"/>
                    <a:gd name="T18" fmla="*/ 246975337 w 202"/>
                    <a:gd name="T19" fmla="*/ 710684057 h 426"/>
                    <a:gd name="T20" fmla="*/ 292338136 w 202"/>
                    <a:gd name="T21" fmla="*/ 771167790 h 426"/>
                    <a:gd name="T22" fmla="*/ 357862179 w 202"/>
                    <a:gd name="T23" fmla="*/ 846772654 h 426"/>
                    <a:gd name="T24" fmla="*/ 418346010 w 202"/>
                    <a:gd name="T25" fmla="*/ 877014521 h 426"/>
                    <a:gd name="T26" fmla="*/ 493950674 w 202"/>
                    <a:gd name="T27" fmla="*/ 907256387 h 426"/>
                    <a:gd name="T28" fmla="*/ 498990985 w 202"/>
                    <a:gd name="T29" fmla="*/ 912296698 h 426"/>
                    <a:gd name="T30" fmla="*/ 483870052 w 202"/>
                    <a:gd name="T31" fmla="*/ 982861053 h 426"/>
                    <a:gd name="T32" fmla="*/ 453628186 w 202"/>
                    <a:gd name="T33" fmla="*/ 1038304474 h 426"/>
                    <a:gd name="T34" fmla="*/ 413305599 w 202"/>
                    <a:gd name="T35" fmla="*/ 1073586652 h 426"/>
                    <a:gd name="T36" fmla="*/ 120967513 w 202"/>
                    <a:gd name="T37" fmla="*/ 841732343 h 426"/>
                    <a:gd name="T38" fmla="*/ 85685311 w 202"/>
                    <a:gd name="T39" fmla="*/ 811490278 h 426"/>
                    <a:gd name="T40" fmla="*/ 50403122 w 202"/>
                    <a:gd name="T41" fmla="*/ 771167790 h 426"/>
                    <a:gd name="T42" fmla="*/ 15120939 w 202"/>
                    <a:gd name="T43" fmla="*/ 710684057 h 426"/>
                    <a:gd name="T44" fmla="*/ 10080625 w 202"/>
                    <a:gd name="T45" fmla="*/ 700603435 h 426"/>
                    <a:gd name="T46" fmla="*/ 0 w 202"/>
                    <a:gd name="T47" fmla="*/ 660280947 h 426"/>
                    <a:gd name="T48" fmla="*/ 10080625 w 202"/>
                    <a:gd name="T49" fmla="*/ 635079391 h 426"/>
                    <a:gd name="T50" fmla="*/ 206652800 w 202"/>
                    <a:gd name="T51" fmla="*/ 312499385 h 426"/>
                    <a:gd name="T52" fmla="*/ 262096270 w 202"/>
                    <a:gd name="T53" fmla="*/ 156249692 h 426"/>
                    <a:gd name="T54" fmla="*/ 297378447 w 202"/>
                    <a:gd name="T55" fmla="*/ 90725624 h 426"/>
                    <a:gd name="T56" fmla="*/ 312499380 w 202"/>
                    <a:gd name="T57" fmla="*/ 70564380 h 426"/>
                    <a:gd name="T58" fmla="*/ 337700935 w 202"/>
                    <a:gd name="T59" fmla="*/ 55443446 h 426"/>
                    <a:gd name="T60" fmla="*/ 362902490 w 202"/>
                    <a:gd name="T61" fmla="*/ 50403123 h 426"/>
                    <a:gd name="T62" fmla="*/ 509071607 w 202"/>
                    <a:gd name="T63" fmla="*/ 0 h 426"/>
                    <a:gd name="T64" fmla="*/ 483870052 w 202"/>
                    <a:gd name="T65" fmla="*/ 196572181 h 426"/>
                    <a:gd name="T66" fmla="*/ 458668497 w 202"/>
                    <a:gd name="T67" fmla="*/ 347781562 h 426"/>
                    <a:gd name="T68" fmla="*/ 418346010 w 202"/>
                    <a:gd name="T69" fmla="*/ 463708816 h 4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2"/>
                    <a:gd name="T106" fmla="*/ 0 h 426"/>
                    <a:gd name="T107" fmla="*/ 202 w 202"/>
                    <a:gd name="T108" fmla="*/ 426 h 4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2" h="426">
                      <a:moveTo>
                        <a:pt x="166" y="184"/>
                      </a:moveTo>
                      <a:lnTo>
                        <a:pt x="166" y="184"/>
                      </a:lnTo>
                      <a:lnTo>
                        <a:pt x="152" y="196"/>
                      </a:lnTo>
                      <a:lnTo>
                        <a:pt x="140" y="210"/>
                      </a:lnTo>
                      <a:lnTo>
                        <a:pt x="130" y="226"/>
                      </a:lnTo>
                      <a:lnTo>
                        <a:pt x="124" y="236"/>
                      </a:lnTo>
                      <a:lnTo>
                        <a:pt x="118" y="242"/>
                      </a:lnTo>
                      <a:lnTo>
                        <a:pt x="104" y="252"/>
                      </a:lnTo>
                      <a:lnTo>
                        <a:pt x="92" y="258"/>
                      </a:lnTo>
                      <a:lnTo>
                        <a:pt x="88" y="258"/>
                      </a:lnTo>
                      <a:lnTo>
                        <a:pt x="86" y="262"/>
                      </a:lnTo>
                      <a:lnTo>
                        <a:pt x="86" y="266"/>
                      </a:lnTo>
                      <a:lnTo>
                        <a:pt x="90" y="268"/>
                      </a:lnTo>
                      <a:lnTo>
                        <a:pt x="92" y="270"/>
                      </a:lnTo>
                      <a:lnTo>
                        <a:pt x="94" y="272"/>
                      </a:lnTo>
                      <a:lnTo>
                        <a:pt x="98" y="282"/>
                      </a:lnTo>
                      <a:lnTo>
                        <a:pt x="104" y="292"/>
                      </a:lnTo>
                      <a:lnTo>
                        <a:pt x="116" y="306"/>
                      </a:lnTo>
                      <a:lnTo>
                        <a:pt x="134" y="324"/>
                      </a:lnTo>
                      <a:lnTo>
                        <a:pt x="142" y="336"/>
                      </a:lnTo>
                      <a:lnTo>
                        <a:pt x="166" y="348"/>
                      </a:lnTo>
                      <a:lnTo>
                        <a:pt x="184" y="356"/>
                      </a:lnTo>
                      <a:lnTo>
                        <a:pt x="196" y="360"/>
                      </a:lnTo>
                      <a:lnTo>
                        <a:pt x="198" y="362"/>
                      </a:lnTo>
                      <a:lnTo>
                        <a:pt x="198" y="370"/>
                      </a:lnTo>
                      <a:lnTo>
                        <a:pt x="192" y="390"/>
                      </a:lnTo>
                      <a:lnTo>
                        <a:pt x="186" y="400"/>
                      </a:lnTo>
                      <a:lnTo>
                        <a:pt x="180" y="412"/>
                      </a:lnTo>
                      <a:lnTo>
                        <a:pt x="172" y="420"/>
                      </a:lnTo>
                      <a:lnTo>
                        <a:pt x="164" y="426"/>
                      </a:lnTo>
                      <a:lnTo>
                        <a:pt x="48" y="334"/>
                      </a:lnTo>
                      <a:lnTo>
                        <a:pt x="34" y="322"/>
                      </a:lnTo>
                      <a:lnTo>
                        <a:pt x="26" y="314"/>
                      </a:lnTo>
                      <a:lnTo>
                        <a:pt x="20" y="306"/>
                      </a:lnTo>
                      <a:lnTo>
                        <a:pt x="6" y="282"/>
                      </a:lnTo>
                      <a:lnTo>
                        <a:pt x="4" y="278"/>
                      </a:lnTo>
                      <a:lnTo>
                        <a:pt x="0" y="270"/>
                      </a:lnTo>
                      <a:lnTo>
                        <a:pt x="0" y="262"/>
                      </a:lnTo>
                      <a:lnTo>
                        <a:pt x="0" y="258"/>
                      </a:lnTo>
                      <a:lnTo>
                        <a:pt x="4" y="252"/>
                      </a:lnTo>
                      <a:lnTo>
                        <a:pt x="82" y="124"/>
                      </a:lnTo>
                      <a:lnTo>
                        <a:pt x="104" y="62"/>
                      </a:lnTo>
                      <a:lnTo>
                        <a:pt x="112" y="48"/>
                      </a:lnTo>
                      <a:lnTo>
                        <a:pt x="118" y="36"/>
                      </a:lnTo>
                      <a:lnTo>
                        <a:pt x="124" y="28"/>
                      </a:lnTo>
                      <a:lnTo>
                        <a:pt x="130" y="24"/>
                      </a:lnTo>
                      <a:lnTo>
                        <a:pt x="134" y="22"/>
                      </a:lnTo>
                      <a:lnTo>
                        <a:pt x="144" y="20"/>
                      </a:lnTo>
                      <a:lnTo>
                        <a:pt x="202" y="0"/>
                      </a:lnTo>
                      <a:lnTo>
                        <a:pt x="200" y="24"/>
                      </a:lnTo>
                      <a:lnTo>
                        <a:pt x="192" y="78"/>
                      </a:lnTo>
                      <a:lnTo>
                        <a:pt x="188" y="108"/>
                      </a:lnTo>
                      <a:lnTo>
                        <a:pt x="182" y="138"/>
                      </a:lnTo>
                      <a:lnTo>
                        <a:pt x="174" y="164"/>
                      </a:lnTo>
                      <a:lnTo>
                        <a:pt x="166" y="18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sp>
            <p:nvSpPr>
              <p:cNvPr id="17" name="Freeform 138"/>
              <p:cNvSpPr>
                <a:spLocks/>
              </p:cNvSpPr>
              <p:nvPr/>
            </p:nvSpPr>
            <p:spPr bwMode="auto">
              <a:xfrm>
                <a:off x="3544225" y="4214357"/>
                <a:ext cx="202273" cy="330410"/>
              </a:xfrm>
              <a:custGeom>
                <a:avLst/>
                <a:gdLst>
                  <a:gd name="T0" fmla="*/ 2147483647 w 120"/>
                  <a:gd name="T1" fmla="*/ 2147483647 h 196"/>
                  <a:gd name="T2" fmla="*/ 2147483647 w 120"/>
                  <a:gd name="T3" fmla="*/ 2147483647 h 196"/>
                  <a:gd name="T4" fmla="*/ 2147483647 w 120"/>
                  <a:gd name="T5" fmla="*/ 2147483647 h 196"/>
                  <a:gd name="T6" fmla="*/ 2147483647 w 120"/>
                  <a:gd name="T7" fmla="*/ 2147483647 h 196"/>
                  <a:gd name="T8" fmla="*/ 2147483647 w 120"/>
                  <a:gd name="T9" fmla="*/ 2147483647 h 196"/>
                  <a:gd name="T10" fmla="*/ 2147483647 w 120"/>
                  <a:gd name="T11" fmla="*/ 2147483647 h 196"/>
                  <a:gd name="T12" fmla="*/ 2147483647 w 120"/>
                  <a:gd name="T13" fmla="*/ 2147483647 h 196"/>
                  <a:gd name="T14" fmla="*/ 2147483647 w 120"/>
                  <a:gd name="T15" fmla="*/ 2147483647 h 196"/>
                  <a:gd name="T16" fmla="*/ 2147483647 w 120"/>
                  <a:gd name="T17" fmla="*/ 2147483647 h 196"/>
                  <a:gd name="T18" fmla="*/ 2147483647 w 120"/>
                  <a:gd name="T19" fmla="*/ 2147483647 h 196"/>
                  <a:gd name="T20" fmla="*/ 2147483647 w 120"/>
                  <a:gd name="T21" fmla="*/ 2147483647 h 196"/>
                  <a:gd name="T22" fmla="*/ 2147483647 w 120"/>
                  <a:gd name="T23" fmla="*/ 2147483647 h 196"/>
                  <a:gd name="T24" fmla="*/ 2147483647 w 120"/>
                  <a:gd name="T25" fmla="*/ 2147483647 h 196"/>
                  <a:gd name="T26" fmla="*/ 2147483647 w 120"/>
                  <a:gd name="T27" fmla="*/ 2147483647 h 196"/>
                  <a:gd name="T28" fmla="*/ 2147483647 w 120"/>
                  <a:gd name="T29" fmla="*/ 2147483647 h 196"/>
                  <a:gd name="T30" fmla="*/ 2147483647 w 120"/>
                  <a:gd name="T31" fmla="*/ 2147483647 h 196"/>
                  <a:gd name="T32" fmla="*/ 2147483647 w 120"/>
                  <a:gd name="T33" fmla="*/ 2147483647 h 196"/>
                  <a:gd name="T34" fmla="*/ 2147483647 w 120"/>
                  <a:gd name="T35" fmla="*/ 2147483647 h 196"/>
                  <a:gd name="T36" fmla="*/ 2147483647 w 120"/>
                  <a:gd name="T37" fmla="*/ 2147483647 h 196"/>
                  <a:gd name="T38" fmla="*/ 2147483647 w 120"/>
                  <a:gd name="T39" fmla="*/ 2147483647 h 196"/>
                  <a:gd name="T40" fmla="*/ 0 w 120"/>
                  <a:gd name="T41" fmla="*/ 2147483647 h 196"/>
                  <a:gd name="T42" fmla="*/ 2147483647 w 120"/>
                  <a:gd name="T43" fmla="*/ 2147483647 h 196"/>
                  <a:gd name="T44" fmla="*/ 2147483647 w 120"/>
                  <a:gd name="T45" fmla="*/ 2147483647 h 196"/>
                  <a:gd name="T46" fmla="*/ 2147483647 w 120"/>
                  <a:gd name="T47" fmla="*/ 2147483647 h 196"/>
                  <a:gd name="T48" fmla="*/ 2147483647 w 120"/>
                  <a:gd name="T49" fmla="*/ 0 h 196"/>
                  <a:gd name="T50" fmla="*/ 2147483647 w 120"/>
                  <a:gd name="T51" fmla="*/ 0 h 196"/>
                  <a:gd name="T52" fmla="*/ 2147483647 w 120"/>
                  <a:gd name="T53" fmla="*/ 2147483647 h 196"/>
                  <a:gd name="T54" fmla="*/ 2147483647 w 120"/>
                  <a:gd name="T55" fmla="*/ 2147483647 h 19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0"/>
                  <a:gd name="T85" fmla="*/ 0 h 196"/>
                  <a:gd name="T86" fmla="*/ 120 w 120"/>
                  <a:gd name="T87" fmla="*/ 196 h 19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0" h="196">
                    <a:moveTo>
                      <a:pt x="82" y="2"/>
                    </a:moveTo>
                    <a:lnTo>
                      <a:pt x="82" y="2"/>
                    </a:lnTo>
                    <a:lnTo>
                      <a:pt x="96" y="24"/>
                    </a:lnTo>
                    <a:lnTo>
                      <a:pt x="98" y="34"/>
                    </a:lnTo>
                    <a:lnTo>
                      <a:pt x="102" y="46"/>
                    </a:lnTo>
                    <a:lnTo>
                      <a:pt x="106" y="70"/>
                    </a:lnTo>
                    <a:lnTo>
                      <a:pt x="114" y="120"/>
                    </a:lnTo>
                    <a:lnTo>
                      <a:pt x="118" y="170"/>
                    </a:lnTo>
                    <a:lnTo>
                      <a:pt x="120" y="188"/>
                    </a:lnTo>
                    <a:lnTo>
                      <a:pt x="118" y="196"/>
                    </a:lnTo>
                    <a:lnTo>
                      <a:pt x="106" y="174"/>
                    </a:lnTo>
                    <a:lnTo>
                      <a:pt x="76" y="120"/>
                    </a:lnTo>
                    <a:lnTo>
                      <a:pt x="58" y="90"/>
                    </a:lnTo>
                    <a:lnTo>
                      <a:pt x="38" y="62"/>
                    </a:lnTo>
                    <a:lnTo>
                      <a:pt x="22" y="40"/>
                    </a:lnTo>
                    <a:lnTo>
                      <a:pt x="14" y="32"/>
                    </a:lnTo>
                    <a:lnTo>
                      <a:pt x="8" y="26"/>
                    </a:lnTo>
                    <a:lnTo>
                      <a:pt x="0" y="22"/>
                    </a:lnTo>
                    <a:lnTo>
                      <a:pt x="2" y="12"/>
                    </a:lnTo>
                    <a:lnTo>
                      <a:pt x="36" y="4"/>
                    </a:lnTo>
                    <a:lnTo>
                      <a:pt x="64" y="0"/>
                    </a:lnTo>
                    <a:lnTo>
                      <a:pt x="74" y="0"/>
                    </a:lnTo>
                    <a:lnTo>
                      <a:pt x="8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8" name="Freeform 140"/>
              <p:cNvSpPr>
                <a:spLocks/>
              </p:cNvSpPr>
              <p:nvPr/>
            </p:nvSpPr>
            <p:spPr bwMode="auto">
              <a:xfrm>
                <a:off x="3575919" y="4138914"/>
                <a:ext cx="147019" cy="234086"/>
              </a:xfrm>
              <a:custGeom>
                <a:avLst/>
                <a:gdLst>
                  <a:gd name="T0" fmla="*/ 196572170 w 90"/>
                  <a:gd name="T1" fmla="*/ 120967497 h 140"/>
                  <a:gd name="T2" fmla="*/ 196572170 w 90"/>
                  <a:gd name="T3" fmla="*/ 120967497 h 140"/>
                  <a:gd name="T4" fmla="*/ 191531860 w 90"/>
                  <a:gd name="T5" fmla="*/ 136088428 h 140"/>
                  <a:gd name="T6" fmla="*/ 181451238 w 90"/>
                  <a:gd name="T7" fmla="*/ 171370600 h 140"/>
                  <a:gd name="T8" fmla="*/ 181451238 w 90"/>
                  <a:gd name="T9" fmla="*/ 196572151 h 140"/>
                  <a:gd name="T10" fmla="*/ 186491549 w 90"/>
                  <a:gd name="T11" fmla="*/ 211693132 h 140"/>
                  <a:gd name="T12" fmla="*/ 191531860 w 90"/>
                  <a:gd name="T13" fmla="*/ 226814063 h 140"/>
                  <a:gd name="T14" fmla="*/ 206652792 w 90"/>
                  <a:gd name="T15" fmla="*/ 236894683 h 140"/>
                  <a:gd name="T16" fmla="*/ 206652792 w 90"/>
                  <a:gd name="T17" fmla="*/ 236894683 h 140"/>
                  <a:gd name="T18" fmla="*/ 226814085 w 90"/>
                  <a:gd name="T19" fmla="*/ 241934994 h 140"/>
                  <a:gd name="T20" fmla="*/ 226814085 w 90"/>
                  <a:gd name="T21" fmla="*/ 241934994 h 140"/>
                  <a:gd name="T22" fmla="*/ 226814085 w 90"/>
                  <a:gd name="T23" fmla="*/ 257055925 h 140"/>
                  <a:gd name="T24" fmla="*/ 226814085 w 90"/>
                  <a:gd name="T25" fmla="*/ 272176856 h 140"/>
                  <a:gd name="T26" fmla="*/ 221773774 w 90"/>
                  <a:gd name="T27" fmla="*/ 282257476 h 140"/>
                  <a:gd name="T28" fmla="*/ 221773774 w 90"/>
                  <a:gd name="T29" fmla="*/ 282257476 h 140"/>
                  <a:gd name="T30" fmla="*/ 211693152 w 90"/>
                  <a:gd name="T31" fmla="*/ 297378407 h 140"/>
                  <a:gd name="T32" fmla="*/ 206652792 w 90"/>
                  <a:gd name="T33" fmla="*/ 322579959 h 140"/>
                  <a:gd name="T34" fmla="*/ 196572170 w 90"/>
                  <a:gd name="T35" fmla="*/ 352821820 h 140"/>
                  <a:gd name="T36" fmla="*/ 186491549 w 90"/>
                  <a:gd name="T37" fmla="*/ 347781510 h 140"/>
                  <a:gd name="T38" fmla="*/ 186491549 w 90"/>
                  <a:gd name="T39" fmla="*/ 347781510 h 140"/>
                  <a:gd name="T40" fmla="*/ 196572170 w 90"/>
                  <a:gd name="T41" fmla="*/ 337700889 h 140"/>
                  <a:gd name="T42" fmla="*/ 196572170 w 90"/>
                  <a:gd name="T43" fmla="*/ 322579959 h 140"/>
                  <a:gd name="T44" fmla="*/ 186491549 w 90"/>
                  <a:gd name="T45" fmla="*/ 307459028 h 140"/>
                  <a:gd name="T46" fmla="*/ 186491549 w 90"/>
                  <a:gd name="T47" fmla="*/ 307459028 h 140"/>
                  <a:gd name="T48" fmla="*/ 171370617 w 90"/>
                  <a:gd name="T49" fmla="*/ 297378407 h 140"/>
                  <a:gd name="T50" fmla="*/ 146169063 w 90"/>
                  <a:gd name="T51" fmla="*/ 282257476 h 140"/>
                  <a:gd name="T52" fmla="*/ 95765930 w 90"/>
                  <a:gd name="T53" fmla="*/ 257055925 h 140"/>
                  <a:gd name="T54" fmla="*/ 95765930 w 90"/>
                  <a:gd name="T55" fmla="*/ 257055925 h 140"/>
                  <a:gd name="T56" fmla="*/ 70564376 w 90"/>
                  <a:gd name="T57" fmla="*/ 241934994 h 140"/>
                  <a:gd name="T58" fmla="*/ 55443444 w 90"/>
                  <a:gd name="T59" fmla="*/ 226814063 h 140"/>
                  <a:gd name="T60" fmla="*/ 35282188 w 90"/>
                  <a:gd name="T61" fmla="*/ 206652772 h 140"/>
                  <a:gd name="T62" fmla="*/ 20161249 w 90"/>
                  <a:gd name="T63" fmla="*/ 191531841 h 140"/>
                  <a:gd name="T64" fmla="*/ 20161249 w 90"/>
                  <a:gd name="T65" fmla="*/ 191531841 h 140"/>
                  <a:gd name="T66" fmla="*/ 15120939 w 90"/>
                  <a:gd name="T67" fmla="*/ 120967497 h 140"/>
                  <a:gd name="T68" fmla="*/ 15120939 w 90"/>
                  <a:gd name="T69" fmla="*/ 120967497 h 140"/>
                  <a:gd name="T70" fmla="*/ 10080625 w 90"/>
                  <a:gd name="T71" fmla="*/ 70564369 h 140"/>
                  <a:gd name="T72" fmla="*/ 0 w 90"/>
                  <a:gd name="T73" fmla="*/ 35282185 h 140"/>
                  <a:gd name="T74" fmla="*/ 0 w 90"/>
                  <a:gd name="T75" fmla="*/ 35282185 h 140"/>
                  <a:gd name="T76" fmla="*/ 10080625 w 90"/>
                  <a:gd name="T77" fmla="*/ 25201558 h 140"/>
                  <a:gd name="T78" fmla="*/ 20161249 w 90"/>
                  <a:gd name="T79" fmla="*/ 5040312 h 140"/>
                  <a:gd name="T80" fmla="*/ 20161249 w 90"/>
                  <a:gd name="T81" fmla="*/ 5040312 h 140"/>
                  <a:gd name="T82" fmla="*/ 25201560 w 90"/>
                  <a:gd name="T83" fmla="*/ 0 h 140"/>
                  <a:gd name="T84" fmla="*/ 30241877 w 90"/>
                  <a:gd name="T85" fmla="*/ 5040312 h 140"/>
                  <a:gd name="T86" fmla="*/ 50403120 w 90"/>
                  <a:gd name="T87" fmla="*/ 15120937 h 140"/>
                  <a:gd name="T88" fmla="*/ 110886887 w 90"/>
                  <a:gd name="T89" fmla="*/ 55443438 h 140"/>
                  <a:gd name="T90" fmla="*/ 196572170 w 90"/>
                  <a:gd name="T91" fmla="*/ 120967497 h 140"/>
                  <a:gd name="T92" fmla="*/ 196572170 w 90"/>
                  <a:gd name="T93" fmla="*/ 120967497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0"/>
                  <a:gd name="T142" fmla="*/ 0 h 140"/>
                  <a:gd name="T143" fmla="*/ 90 w 90"/>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0" h="140">
                    <a:moveTo>
                      <a:pt x="78" y="48"/>
                    </a:moveTo>
                    <a:lnTo>
                      <a:pt x="78" y="48"/>
                    </a:lnTo>
                    <a:lnTo>
                      <a:pt x="76" y="54"/>
                    </a:lnTo>
                    <a:lnTo>
                      <a:pt x="72" y="68"/>
                    </a:lnTo>
                    <a:lnTo>
                      <a:pt x="72" y="78"/>
                    </a:lnTo>
                    <a:lnTo>
                      <a:pt x="74" y="84"/>
                    </a:lnTo>
                    <a:lnTo>
                      <a:pt x="76" y="90"/>
                    </a:lnTo>
                    <a:lnTo>
                      <a:pt x="82" y="94"/>
                    </a:lnTo>
                    <a:lnTo>
                      <a:pt x="90" y="96"/>
                    </a:lnTo>
                    <a:lnTo>
                      <a:pt x="90" y="102"/>
                    </a:lnTo>
                    <a:lnTo>
                      <a:pt x="90" y="108"/>
                    </a:lnTo>
                    <a:lnTo>
                      <a:pt x="88" y="112"/>
                    </a:lnTo>
                    <a:lnTo>
                      <a:pt x="84" y="118"/>
                    </a:lnTo>
                    <a:lnTo>
                      <a:pt x="82" y="128"/>
                    </a:lnTo>
                    <a:lnTo>
                      <a:pt x="78" y="140"/>
                    </a:lnTo>
                    <a:lnTo>
                      <a:pt x="74" y="138"/>
                    </a:lnTo>
                    <a:lnTo>
                      <a:pt x="78" y="134"/>
                    </a:lnTo>
                    <a:lnTo>
                      <a:pt x="78" y="128"/>
                    </a:lnTo>
                    <a:lnTo>
                      <a:pt x="74" y="122"/>
                    </a:lnTo>
                    <a:lnTo>
                      <a:pt x="68" y="118"/>
                    </a:lnTo>
                    <a:lnTo>
                      <a:pt x="58" y="112"/>
                    </a:lnTo>
                    <a:lnTo>
                      <a:pt x="38" y="102"/>
                    </a:lnTo>
                    <a:lnTo>
                      <a:pt x="28" y="96"/>
                    </a:lnTo>
                    <a:lnTo>
                      <a:pt x="22" y="90"/>
                    </a:lnTo>
                    <a:lnTo>
                      <a:pt x="14" y="82"/>
                    </a:lnTo>
                    <a:lnTo>
                      <a:pt x="8" y="76"/>
                    </a:lnTo>
                    <a:lnTo>
                      <a:pt x="6" y="48"/>
                    </a:lnTo>
                    <a:lnTo>
                      <a:pt x="4" y="28"/>
                    </a:lnTo>
                    <a:lnTo>
                      <a:pt x="0" y="14"/>
                    </a:lnTo>
                    <a:lnTo>
                      <a:pt x="4" y="10"/>
                    </a:lnTo>
                    <a:lnTo>
                      <a:pt x="8" y="2"/>
                    </a:lnTo>
                    <a:lnTo>
                      <a:pt x="10" y="0"/>
                    </a:lnTo>
                    <a:lnTo>
                      <a:pt x="12" y="2"/>
                    </a:lnTo>
                    <a:lnTo>
                      <a:pt x="20" y="6"/>
                    </a:lnTo>
                    <a:lnTo>
                      <a:pt x="44" y="22"/>
                    </a:lnTo>
                    <a:lnTo>
                      <a:pt x="78" y="48"/>
                    </a:lnTo>
                    <a:close/>
                  </a:path>
                </a:pathLst>
              </a:custGeom>
              <a:grpFill/>
              <a:ln w="9525">
                <a:noFill/>
                <a:round/>
                <a:headEnd/>
                <a:tailEnd/>
              </a:ln>
            </p:spPr>
            <p:txBody>
              <a:bodyPr/>
              <a:lstStyle/>
              <a:p>
                <a:pPr fontAlgn="auto">
                  <a:spcBef>
                    <a:spcPts val="0"/>
                  </a:spcBef>
                  <a:spcAft>
                    <a:spcPts val="0"/>
                  </a:spcAft>
                  <a:defRPr/>
                </a:pPr>
                <a:endParaRPr sz="2000">
                  <a:solidFill>
                    <a:prstClr val="black"/>
                  </a:solidFill>
                  <a:latin typeface="Roboto Lt"/>
                </a:endParaRPr>
              </a:p>
            </p:txBody>
          </p:sp>
        </p:grpSp>
        <p:sp>
          <p:nvSpPr>
            <p:cNvPr id="10" name="Freeform 5"/>
            <p:cNvSpPr>
              <a:spLocks noEditPoints="1"/>
            </p:cNvSpPr>
            <p:nvPr/>
          </p:nvSpPr>
          <p:spPr bwMode="auto">
            <a:xfrm>
              <a:off x="8639116" y="2198798"/>
              <a:ext cx="1116469" cy="2902813"/>
            </a:xfrm>
            <a:custGeom>
              <a:avLst/>
              <a:gdLst>
                <a:gd name="T0" fmla="*/ 2147483647 w 600"/>
                <a:gd name="T1" fmla="*/ 1302100615 h 1727"/>
                <a:gd name="T2" fmla="*/ 2132965708 w 600"/>
                <a:gd name="T3" fmla="*/ 1014817518 h 1727"/>
                <a:gd name="T4" fmla="*/ 2114775135 w 600"/>
                <a:gd name="T5" fmla="*/ 861847602 h 1727"/>
                <a:gd name="T6" fmla="*/ 1982886016 w 600"/>
                <a:gd name="T7" fmla="*/ 936466814 h 1727"/>
                <a:gd name="T8" fmla="*/ 1791874337 w 600"/>
                <a:gd name="T9" fmla="*/ 179084624 h 1727"/>
                <a:gd name="T10" fmla="*/ 1664531796 w 600"/>
                <a:gd name="T11" fmla="*/ 41039906 h 1727"/>
                <a:gd name="T12" fmla="*/ 1459878253 w 600"/>
                <a:gd name="T13" fmla="*/ 22385578 h 1727"/>
                <a:gd name="T14" fmla="*/ 1064208499 w 600"/>
                <a:gd name="T15" fmla="*/ 813345211 h 1727"/>
                <a:gd name="T16" fmla="*/ 1059661922 w 600"/>
                <a:gd name="T17" fmla="*/ 820807712 h 1727"/>
                <a:gd name="T18" fmla="*/ 786788399 w 600"/>
                <a:gd name="T19" fmla="*/ 1085705480 h 1727"/>
                <a:gd name="T20" fmla="*/ 650350571 w 600"/>
                <a:gd name="T21" fmla="*/ 1078242979 h 1727"/>
                <a:gd name="T22" fmla="*/ 659445858 w 600"/>
                <a:gd name="T23" fmla="*/ 1227481403 h 1727"/>
                <a:gd name="T24" fmla="*/ 418406771 w 600"/>
                <a:gd name="T25" fmla="*/ 1652809174 h 1727"/>
                <a:gd name="T26" fmla="*/ 18190581 w 600"/>
                <a:gd name="T27" fmla="*/ 2147483647 h 1727"/>
                <a:gd name="T28" fmla="*/ 841362251 w 600"/>
                <a:gd name="T29" fmla="*/ 2147483647 h 1727"/>
                <a:gd name="T30" fmla="*/ 768595694 w 600"/>
                <a:gd name="T31" fmla="*/ 2147483647 h 1727"/>
                <a:gd name="T32" fmla="*/ 463885336 w 600"/>
                <a:gd name="T33" fmla="*/ 2147483647 h 1727"/>
                <a:gd name="T34" fmla="*/ 836813541 w 600"/>
                <a:gd name="T35" fmla="*/ 1757274526 h 1727"/>
                <a:gd name="T36" fmla="*/ 941416800 w 600"/>
                <a:gd name="T37" fmla="*/ 2089329247 h 1727"/>
                <a:gd name="T38" fmla="*/ 809527682 w 600"/>
                <a:gd name="T39" fmla="*/ 2147483647 h 1727"/>
                <a:gd name="T40" fmla="*/ 845910960 w 600"/>
                <a:gd name="T41" fmla="*/ 2147483647 h 1727"/>
                <a:gd name="T42" fmla="*/ 668541144 w 600"/>
                <a:gd name="T43" fmla="*/ 2147483647 h 1727"/>
                <a:gd name="T44" fmla="*/ 886840816 w 600"/>
                <a:gd name="T45" fmla="*/ 2147483647 h 1727"/>
                <a:gd name="T46" fmla="*/ 968702659 w 600"/>
                <a:gd name="T47" fmla="*/ 2147483647 h 1727"/>
                <a:gd name="T48" fmla="*/ 1296152433 w 600"/>
                <a:gd name="T49" fmla="*/ 2147483647 h 1727"/>
                <a:gd name="T50" fmla="*/ 1368918990 w 600"/>
                <a:gd name="T51" fmla="*/ 2147483647 h 1727"/>
                <a:gd name="T52" fmla="*/ 1878284890 w 600"/>
                <a:gd name="T53" fmla="*/ 2147483647 h 1727"/>
                <a:gd name="T54" fmla="*/ 1987434726 w 600"/>
                <a:gd name="T55" fmla="*/ 2147483647 h 1727"/>
                <a:gd name="T56" fmla="*/ 2147483647 w 600"/>
                <a:gd name="T57" fmla="*/ 2147483647 h 1727"/>
                <a:gd name="T58" fmla="*/ 2147483647 w 600"/>
                <a:gd name="T59" fmla="*/ 2147483647 h 1727"/>
                <a:gd name="T60" fmla="*/ 2147483647 w 600"/>
                <a:gd name="T61" fmla="*/ 2147483647 h 1727"/>
                <a:gd name="T62" fmla="*/ 1700915074 w 600"/>
                <a:gd name="T63" fmla="*/ 2147483647 h 1727"/>
                <a:gd name="T64" fmla="*/ 1891928886 w 600"/>
                <a:gd name="T65" fmla="*/ 2147483647 h 1727"/>
                <a:gd name="T66" fmla="*/ 1650889932 w 600"/>
                <a:gd name="T67" fmla="*/ 2147483647 h 1727"/>
                <a:gd name="T68" fmla="*/ 1578123375 w 600"/>
                <a:gd name="T69" fmla="*/ 2147483647 h 1727"/>
                <a:gd name="T70" fmla="*/ 1455329543 w 600"/>
                <a:gd name="T71" fmla="*/ 2147483647 h 1727"/>
                <a:gd name="T72" fmla="*/ 1432590261 w 600"/>
                <a:gd name="T73" fmla="*/ 2147483647 h 1727"/>
                <a:gd name="T74" fmla="*/ 1964693311 w 600"/>
                <a:gd name="T75" fmla="*/ 2147483647 h 1727"/>
                <a:gd name="T76" fmla="*/ 1782779051 w 600"/>
                <a:gd name="T77" fmla="*/ 1962477842 h 1727"/>
                <a:gd name="T78" fmla="*/ 1105140487 w 600"/>
                <a:gd name="T79" fmla="*/ 1414028468 h 1727"/>
                <a:gd name="T80" fmla="*/ 1332535712 w 600"/>
                <a:gd name="T81" fmla="*/ 1201364583 h 1727"/>
                <a:gd name="T82" fmla="*/ 1896475463 w 600"/>
                <a:gd name="T83" fmla="*/ 1354332326 h 1727"/>
                <a:gd name="T84" fmla="*/ 1937407451 w 600"/>
                <a:gd name="T85" fmla="*/ 1078242979 h 1727"/>
                <a:gd name="T86" fmla="*/ 2147483647 w 600"/>
                <a:gd name="T87" fmla="*/ 2147483647 h 1727"/>
                <a:gd name="T88" fmla="*/ 2147483647 w 600"/>
                <a:gd name="T89" fmla="*/ 2147483647 h 1727"/>
                <a:gd name="T90" fmla="*/ 2147483647 w 600"/>
                <a:gd name="T91" fmla="*/ 1839356238 h 1727"/>
                <a:gd name="T92" fmla="*/ 2147483647 w 600"/>
                <a:gd name="T93" fmla="*/ 2147483647 h 17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0"/>
                <a:gd name="T142" fmla="*/ 0 h 1727"/>
                <a:gd name="T143" fmla="*/ 600 w 600"/>
                <a:gd name="T144" fmla="*/ 1727 h 17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0" h="1727">
                  <a:moveTo>
                    <a:pt x="588" y="660"/>
                  </a:moveTo>
                  <a:cubicBezTo>
                    <a:pt x="584" y="609"/>
                    <a:pt x="581" y="557"/>
                    <a:pt x="581" y="506"/>
                  </a:cubicBezTo>
                  <a:cubicBezTo>
                    <a:pt x="580" y="455"/>
                    <a:pt x="582" y="399"/>
                    <a:pt x="567" y="349"/>
                  </a:cubicBezTo>
                  <a:cubicBezTo>
                    <a:pt x="562" y="333"/>
                    <a:pt x="560" y="307"/>
                    <a:pt x="545" y="296"/>
                  </a:cubicBezTo>
                  <a:cubicBezTo>
                    <a:pt x="535" y="288"/>
                    <a:pt x="517" y="285"/>
                    <a:pt x="504" y="281"/>
                  </a:cubicBezTo>
                  <a:cubicBezTo>
                    <a:pt x="493" y="277"/>
                    <a:pt x="481" y="274"/>
                    <a:pt x="469" y="272"/>
                  </a:cubicBezTo>
                  <a:cubicBezTo>
                    <a:pt x="477" y="267"/>
                    <a:pt x="490" y="260"/>
                    <a:pt x="486" y="250"/>
                  </a:cubicBezTo>
                  <a:cubicBezTo>
                    <a:pt x="478" y="255"/>
                    <a:pt x="472" y="262"/>
                    <a:pt x="461" y="259"/>
                  </a:cubicBezTo>
                  <a:cubicBezTo>
                    <a:pt x="464" y="250"/>
                    <a:pt x="469" y="241"/>
                    <a:pt x="465" y="231"/>
                  </a:cubicBezTo>
                  <a:cubicBezTo>
                    <a:pt x="463" y="239"/>
                    <a:pt x="461" y="251"/>
                    <a:pt x="452" y="254"/>
                  </a:cubicBezTo>
                  <a:cubicBezTo>
                    <a:pt x="450" y="248"/>
                    <a:pt x="449" y="240"/>
                    <a:pt x="448" y="233"/>
                  </a:cubicBezTo>
                  <a:cubicBezTo>
                    <a:pt x="448" y="244"/>
                    <a:pt x="443" y="255"/>
                    <a:pt x="436" y="251"/>
                  </a:cubicBezTo>
                  <a:cubicBezTo>
                    <a:pt x="433" y="237"/>
                    <a:pt x="431" y="222"/>
                    <a:pt x="427" y="208"/>
                  </a:cubicBezTo>
                  <a:cubicBezTo>
                    <a:pt x="420" y="176"/>
                    <a:pt x="418" y="143"/>
                    <a:pt x="413" y="110"/>
                  </a:cubicBezTo>
                  <a:cubicBezTo>
                    <a:pt x="409" y="91"/>
                    <a:pt x="404" y="67"/>
                    <a:pt x="394" y="48"/>
                  </a:cubicBezTo>
                  <a:cubicBezTo>
                    <a:pt x="392" y="41"/>
                    <a:pt x="389" y="35"/>
                    <a:pt x="386" y="29"/>
                  </a:cubicBezTo>
                  <a:cubicBezTo>
                    <a:pt x="384" y="26"/>
                    <a:pt x="381" y="22"/>
                    <a:pt x="378" y="19"/>
                  </a:cubicBezTo>
                  <a:cubicBezTo>
                    <a:pt x="374" y="14"/>
                    <a:pt x="370" y="11"/>
                    <a:pt x="366" y="11"/>
                  </a:cubicBezTo>
                  <a:cubicBezTo>
                    <a:pt x="356" y="4"/>
                    <a:pt x="344" y="0"/>
                    <a:pt x="334" y="2"/>
                  </a:cubicBezTo>
                  <a:cubicBezTo>
                    <a:pt x="328" y="4"/>
                    <a:pt x="326" y="7"/>
                    <a:pt x="319" y="5"/>
                  </a:cubicBezTo>
                  <a:cubicBezTo>
                    <a:pt x="321" y="6"/>
                    <a:pt x="321" y="6"/>
                    <a:pt x="321" y="6"/>
                  </a:cubicBezTo>
                  <a:cubicBezTo>
                    <a:pt x="211" y="11"/>
                    <a:pt x="239" y="136"/>
                    <a:pt x="235" y="208"/>
                  </a:cubicBezTo>
                  <a:cubicBezTo>
                    <a:pt x="233" y="220"/>
                    <a:pt x="233" y="220"/>
                    <a:pt x="233" y="220"/>
                  </a:cubicBezTo>
                  <a:cubicBezTo>
                    <a:pt x="233" y="219"/>
                    <a:pt x="234" y="219"/>
                    <a:pt x="234" y="218"/>
                  </a:cubicBezTo>
                  <a:cubicBezTo>
                    <a:pt x="234" y="219"/>
                    <a:pt x="234" y="219"/>
                    <a:pt x="234" y="219"/>
                  </a:cubicBezTo>
                  <a:cubicBezTo>
                    <a:pt x="233" y="226"/>
                    <a:pt x="232" y="234"/>
                    <a:pt x="230" y="242"/>
                  </a:cubicBezTo>
                  <a:cubicBezTo>
                    <a:pt x="233" y="220"/>
                    <a:pt x="233" y="220"/>
                    <a:pt x="233" y="220"/>
                  </a:cubicBezTo>
                  <a:cubicBezTo>
                    <a:pt x="233" y="221"/>
                    <a:pt x="232" y="223"/>
                    <a:pt x="232" y="224"/>
                  </a:cubicBezTo>
                  <a:cubicBezTo>
                    <a:pt x="226" y="238"/>
                    <a:pt x="221" y="253"/>
                    <a:pt x="212" y="265"/>
                  </a:cubicBezTo>
                  <a:cubicBezTo>
                    <a:pt x="203" y="278"/>
                    <a:pt x="191" y="292"/>
                    <a:pt x="173" y="291"/>
                  </a:cubicBezTo>
                  <a:cubicBezTo>
                    <a:pt x="165" y="291"/>
                    <a:pt x="156" y="287"/>
                    <a:pt x="153" y="280"/>
                  </a:cubicBezTo>
                  <a:cubicBezTo>
                    <a:pt x="155" y="292"/>
                    <a:pt x="155" y="300"/>
                    <a:pt x="171" y="306"/>
                  </a:cubicBezTo>
                  <a:cubicBezTo>
                    <a:pt x="157" y="307"/>
                    <a:pt x="151" y="297"/>
                    <a:pt x="143" y="289"/>
                  </a:cubicBezTo>
                  <a:cubicBezTo>
                    <a:pt x="144" y="297"/>
                    <a:pt x="151" y="307"/>
                    <a:pt x="158" y="312"/>
                  </a:cubicBezTo>
                  <a:cubicBezTo>
                    <a:pt x="162" y="314"/>
                    <a:pt x="166" y="317"/>
                    <a:pt x="170" y="318"/>
                  </a:cubicBezTo>
                  <a:cubicBezTo>
                    <a:pt x="161" y="321"/>
                    <a:pt x="152" y="324"/>
                    <a:pt x="145" y="329"/>
                  </a:cubicBezTo>
                  <a:cubicBezTo>
                    <a:pt x="135" y="335"/>
                    <a:pt x="138" y="340"/>
                    <a:pt x="135" y="349"/>
                  </a:cubicBezTo>
                  <a:cubicBezTo>
                    <a:pt x="133" y="354"/>
                    <a:pt x="124" y="368"/>
                    <a:pt x="126" y="375"/>
                  </a:cubicBezTo>
                  <a:cubicBezTo>
                    <a:pt x="118" y="398"/>
                    <a:pt x="102" y="421"/>
                    <a:pt x="92" y="443"/>
                  </a:cubicBezTo>
                  <a:cubicBezTo>
                    <a:pt x="85" y="460"/>
                    <a:pt x="77" y="476"/>
                    <a:pt x="68" y="492"/>
                  </a:cubicBezTo>
                  <a:cubicBezTo>
                    <a:pt x="57" y="512"/>
                    <a:pt x="44" y="534"/>
                    <a:pt x="30" y="551"/>
                  </a:cubicBezTo>
                  <a:cubicBezTo>
                    <a:pt x="16" y="568"/>
                    <a:pt x="0" y="578"/>
                    <a:pt x="4" y="599"/>
                  </a:cubicBezTo>
                  <a:cubicBezTo>
                    <a:pt x="16" y="669"/>
                    <a:pt x="113" y="687"/>
                    <a:pt x="157" y="739"/>
                  </a:cubicBezTo>
                  <a:cubicBezTo>
                    <a:pt x="161" y="728"/>
                    <a:pt x="171" y="731"/>
                    <a:pt x="178" y="724"/>
                  </a:cubicBezTo>
                  <a:cubicBezTo>
                    <a:pt x="182" y="720"/>
                    <a:pt x="184" y="712"/>
                    <a:pt x="185" y="706"/>
                  </a:cubicBezTo>
                  <a:cubicBezTo>
                    <a:pt x="183" y="709"/>
                    <a:pt x="179" y="713"/>
                    <a:pt x="171" y="716"/>
                  </a:cubicBezTo>
                  <a:cubicBezTo>
                    <a:pt x="142" y="725"/>
                    <a:pt x="137" y="650"/>
                    <a:pt x="160" y="655"/>
                  </a:cubicBezTo>
                  <a:cubicBezTo>
                    <a:pt x="163" y="655"/>
                    <a:pt x="166" y="655"/>
                    <a:pt x="169" y="655"/>
                  </a:cubicBezTo>
                  <a:cubicBezTo>
                    <a:pt x="143" y="640"/>
                    <a:pt x="121" y="619"/>
                    <a:pt x="100" y="599"/>
                  </a:cubicBezTo>
                  <a:cubicBezTo>
                    <a:pt x="103" y="598"/>
                    <a:pt x="106" y="597"/>
                    <a:pt x="109" y="596"/>
                  </a:cubicBezTo>
                  <a:cubicBezTo>
                    <a:pt x="105" y="592"/>
                    <a:pt x="102" y="586"/>
                    <a:pt x="102" y="580"/>
                  </a:cubicBezTo>
                  <a:cubicBezTo>
                    <a:pt x="121" y="557"/>
                    <a:pt x="132" y="526"/>
                    <a:pt x="152" y="501"/>
                  </a:cubicBezTo>
                  <a:cubicBezTo>
                    <a:pt x="158" y="493"/>
                    <a:pt x="167" y="482"/>
                    <a:pt x="176" y="476"/>
                  </a:cubicBezTo>
                  <a:cubicBezTo>
                    <a:pt x="179" y="474"/>
                    <a:pt x="181" y="473"/>
                    <a:pt x="184" y="471"/>
                  </a:cubicBezTo>
                  <a:cubicBezTo>
                    <a:pt x="185" y="474"/>
                    <a:pt x="186" y="477"/>
                    <a:pt x="187" y="479"/>
                  </a:cubicBezTo>
                  <a:cubicBezTo>
                    <a:pt x="193" y="492"/>
                    <a:pt x="200" y="506"/>
                    <a:pt x="204" y="519"/>
                  </a:cubicBezTo>
                  <a:cubicBezTo>
                    <a:pt x="209" y="535"/>
                    <a:pt x="206" y="546"/>
                    <a:pt x="207" y="560"/>
                  </a:cubicBezTo>
                  <a:cubicBezTo>
                    <a:pt x="209" y="574"/>
                    <a:pt x="219" y="589"/>
                    <a:pt x="221" y="603"/>
                  </a:cubicBezTo>
                  <a:cubicBezTo>
                    <a:pt x="222" y="608"/>
                    <a:pt x="222" y="613"/>
                    <a:pt x="222" y="617"/>
                  </a:cubicBezTo>
                  <a:cubicBezTo>
                    <a:pt x="199" y="623"/>
                    <a:pt x="198" y="646"/>
                    <a:pt x="178" y="659"/>
                  </a:cubicBezTo>
                  <a:cubicBezTo>
                    <a:pt x="178" y="659"/>
                    <a:pt x="177" y="659"/>
                    <a:pt x="177" y="658"/>
                  </a:cubicBezTo>
                  <a:cubicBezTo>
                    <a:pt x="163" y="687"/>
                    <a:pt x="181" y="700"/>
                    <a:pt x="186" y="702"/>
                  </a:cubicBezTo>
                  <a:cubicBezTo>
                    <a:pt x="186" y="702"/>
                    <a:pt x="186" y="702"/>
                    <a:pt x="186" y="701"/>
                  </a:cubicBezTo>
                  <a:cubicBezTo>
                    <a:pt x="190" y="702"/>
                    <a:pt x="194" y="702"/>
                    <a:pt x="198" y="703"/>
                  </a:cubicBezTo>
                  <a:cubicBezTo>
                    <a:pt x="197" y="705"/>
                    <a:pt x="196" y="708"/>
                    <a:pt x="195" y="710"/>
                  </a:cubicBezTo>
                  <a:cubicBezTo>
                    <a:pt x="176" y="749"/>
                    <a:pt x="158" y="791"/>
                    <a:pt x="147" y="832"/>
                  </a:cubicBezTo>
                  <a:cubicBezTo>
                    <a:pt x="154" y="833"/>
                    <a:pt x="195" y="837"/>
                    <a:pt x="202" y="842"/>
                  </a:cubicBezTo>
                  <a:cubicBezTo>
                    <a:pt x="201" y="863"/>
                    <a:pt x="197" y="891"/>
                    <a:pt x="196" y="915"/>
                  </a:cubicBezTo>
                  <a:cubicBezTo>
                    <a:pt x="194" y="963"/>
                    <a:pt x="190" y="990"/>
                    <a:pt x="195" y="1029"/>
                  </a:cubicBezTo>
                  <a:cubicBezTo>
                    <a:pt x="201" y="1081"/>
                    <a:pt x="197" y="1136"/>
                    <a:pt x="190" y="1187"/>
                  </a:cubicBezTo>
                  <a:cubicBezTo>
                    <a:pt x="200" y="1191"/>
                    <a:pt x="209" y="1191"/>
                    <a:pt x="218" y="1191"/>
                  </a:cubicBezTo>
                  <a:cubicBezTo>
                    <a:pt x="216" y="1206"/>
                    <a:pt x="213" y="1221"/>
                    <a:pt x="213" y="1237"/>
                  </a:cubicBezTo>
                  <a:cubicBezTo>
                    <a:pt x="212" y="1255"/>
                    <a:pt x="214" y="1273"/>
                    <a:pt x="217" y="1291"/>
                  </a:cubicBezTo>
                  <a:cubicBezTo>
                    <a:pt x="225" y="1341"/>
                    <a:pt x="240" y="1389"/>
                    <a:pt x="259" y="1436"/>
                  </a:cubicBezTo>
                  <a:cubicBezTo>
                    <a:pt x="274" y="1473"/>
                    <a:pt x="294" y="1521"/>
                    <a:pt x="285" y="1560"/>
                  </a:cubicBezTo>
                  <a:cubicBezTo>
                    <a:pt x="280" y="1583"/>
                    <a:pt x="279" y="1609"/>
                    <a:pt x="281" y="1632"/>
                  </a:cubicBezTo>
                  <a:cubicBezTo>
                    <a:pt x="283" y="1648"/>
                    <a:pt x="290" y="1663"/>
                    <a:pt x="292" y="1679"/>
                  </a:cubicBezTo>
                  <a:cubicBezTo>
                    <a:pt x="294" y="1691"/>
                    <a:pt x="287" y="1699"/>
                    <a:pt x="301" y="1706"/>
                  </a:cubicBezTo>
                  <a:cubicBezTo>
                    <a:pt x="317" y="1713"/>
                    <a:pt x="366" y="1727"/>
                    <a:pt x="383" y="1719"/>
                  </a:cubicBezTo>
                  <a:cubicBezTo>
                    <a:pt x="392" y="1714"/>
                    <a:pt x="396" y="1709"/>
                    <a:pt x="398" y="1703"/>
                  </a:cubicBezTo>
                  <a:cubicBezTo>
                    <a:pt x="401" y="1708"/>
                    <a:pt x="405" y="1711"/>
                    <a:pt x="413" y="1712"/>
                  </a:cubicBezTo>
                  <a:cubicBezTo>
                    <a:pt x="428" y="1715"/>
                    <a:pt x="442" y="1713"/>
                    <a:pt x="456" y="1709"/>
                  </a:cubicBezTo>
                  <a:cubicBezTo>
                    <a:pt x="500" y="1697"/>
                    <a:pt x="454" y="1666"/>
                    <a:pt x="443" y="1643"/>
                  </a:cubicBezTo>
                  <a:cubicBezTo>
                    <a:pt x="439" y="1634"/>
                    <a:pt x="438" y="1622"/>
                    <a:pt x="437" y="1610"/>
                  </a:cubicBezTo>
                  <a:cubicBezTo>
                    <a:pt x="437" y="1588"/>
                    <a:pt x="432" y="1578"/>
                    <a:pt x="433" y="1563"/>
                  </a:cubicBezTo>
                  <a:cubicBezTo>
                    <a:pt x="434" y="1546"/>
                    <a:pt x="475" y="1428"/>
                    <a:pt x="479" y="1417"/>
                  </a:cubicBezTo>
                  <a:cubicBezTo>
                    <a:pt x="482" y="1406"/>
                    <a:pt x="519" y="1310"/>
                    <a:pt x="522" y="1297"/>
                  </a:cubicBezTo>
                  <a:cubicBezTo>
                    <a:pt x="524" y="1287"/>
                    <a:pt x="538" y="1222"/>
                    <a:pt x="542" y="1204"/>
                  </a:cubicBezTo>
                  <a:cubicBezTo>
                    <a:pt x="550" y="1201"/>
                    <a:pt x="549" y="1016"/>
                    <a:pt x="561" y="923"/>
                  </a:cubicBezTo>
                  <a:cubicBezTo>
                    <a:pt x="569" y="860"/>
                    <a:pt x="568" y="859"/>
                    <a:pt x="582" y="855"/>
                  </a:cubicBezTo>
                  <a:cubicBezTo>
                    <a:pt x="587" y="849"/>
                    <a:pt x="591" y="840"/>
                    <a:pt x="594" y="830"/>
                  </a:cubicBezTo>
                  <a:cubicBezTo>
                    <a:pt x="596" y="821"/>
                    <a:pt x="598" y="808"/>
                    <a:pt x="598" y="795"/>
                  </a:cubicBezTo>
                  <a:cubicBezTo>
                    <a:pt x="600" y="750"/>
                    <a:pt x="591" y="706"/>
                    <a:pt x="588" y="660"/>
                  </a:cubicBezTo>
                  <a:close/>
                  <a:moveTo>
                    <a:pt x="376" y="1659"/>
                  </a:moveTo>
                  <a:cubicBezTo>
                    <a:pt x="366" y="1644"/>
                    <a:pt x="365" y="1625"/>
                    <a:pt x="362" y="1608"/>
                  </a:cubicBezTo>
                  <a:cubicBezTo>
                    <a:pt x="367" y="1612"/>
                    <a:pt x="372" y="1616"/>
                    <a:pt x="374" y="1623"/>
                  </a:cubicBezTo>
                  <a:cubicBezTo>
                    <a:pt x="378" y="1635"/>
                    <a:pt x="376" y="1647"/>
                    <a:pt x="376" y="1659"/>
                  </a:cubicBezTo>
                  <a:close/>
                  <a:moveTo>
                    <a:pt x="432" y="1268"/>
                  </a:moveTo>
                  <a:cubicBezTo>
                    <a:pt x="429" y="1284"/>
                    <a:pt x="421" y="1302"/>
                    <a:pt x="416" y="1317"/>
                  </a:cubicBezTo>
                  <a:cubicBezTo>
                    <a:pt x="409" y="1339"/>
                    <a:pt x="408" y="1361"/>
                    <a:pt x="406" y="1383"/>
                  </a:cubicBezTo>
                  <a:cubicBezTo>
                    <a:pt x="404" y="1425"/>
                    <a:pt x="404" y="1467"/>
                    <a:pt x="388" y="1507"/>
                  </a:cubicBezTo>
                  <a:cubicBezTo>
                    <a:pt x="382" y="1522"/>
                    <a:pt x="374" y="1535"/>
                    <a:pt x="363" y="1547"/>
                  </a:cubicBezTo>
                  <a:cubicBezTo>
                    <a:pt x="361" y="1550"/>
                    <a:pt x="357" y="1553"/>
                    <a:pt x="353" y="1557"/>
                  </a:cubicBezTo>
                  <a:cubicBezTo>
                    <a:pt x="353" y="1553"/>
                    <a:pt x="352" y="1549"/>
                    <a:pt x="350" y="1546"/>
                  </a:cubicBezTo>
                  <a:cubicBezTo>
                    <a:pt x="349" y="1543"/>
                    <a:pt x="348" y="1541"/>
                    <a:pt x="347" y="1538"/>
                  </a:cubicBezTo>
                  <a:cubicBezTo>
                    <a:pt x="340" y="1511"/>
                    <a:pt x="330" y="1467"/>
                    <a:pt x="329" y="1444"/>
                  </a:cubicBezTo>
                  <a:cubicBezTo>
                    <a:pt x="327" y="1417"/>
                    <a:pt x="320" y="1330"/>
                    <a:pt x="320" y="1330"/>
                  </a:cubicBezTo>
                  <a:cubicBezTo>
                    <a:pt x="320" y="1330"/>
                    <a:pt x="320" y="1330"/>
                    <a:pt x="320" y="1330"/>
                  </a:cubicBezTo>
                  <a:cubicBezTo>
                    <a:pt x="319" y="1315"/>
                    <a:pt x="317" y="1300"/>
                    <a:pt x="315" y="1285"/>
                  </a:cubicBezTo>
                  <a:cubicBezTo>
                    <a:pt x="312" y="1268"/>
                    <a:pt x="307" y="1252"/>
                    <a:pt x="308" y="1235"/>
                  </a:cubicBezTo>
                  <a:cubicBezTo>
                    <a:pt x="310" y="1221"/>
                    <a:pt x="313" y="1208"/>
                    <a:pt x="315" y="1195"/>
                  </a:cubicBezTo>
                  <a:cubicBezTo>
                    <a:pt x="317" y="1194"/>
                    <a:pt x="319" y="1194"/>
                    <a:pt x="322" y="1194"/>
                  </a:cubicBezTo>
                  <a:cubicBezTo>
                    <a:pt x="335" y="1193"/>
                    <a:pt x="347" y="1193"/>
                    <a:pt x="360" y="1194"/>
                  </a:cubicBezTo>
                  <a:cubicBezTo>
                    <a:pt x="372" y="1195"/>
                    <a:pt x="420" y="1196"/>
                    <a:pt x="432" y="1197"/>
                  </a:cubicBezTo>
                  <a:cubicBezTo>
                    <a:pt x="432" y="1210"/>
                    <a:pt x="440" y="1213"/>
                    <a:pt x="432" y="1268"/>
                  </a:cubicBezTo>
                  <a:close/>
                  <a:moveTo>
                    <a:pt x="426" y="371"/>
                  </a:moveTo>
                  <a:cubicBezTo>
                    <a:pt x="417" y="395"/>
                    <a:pt x="392" y="526"/>
                    <a:pt x="392" y="526"/>
                  </a:cubicBezTo>
                  <a:cubicBezTo>
                    <a:pt x="392" y="526"/>
                    <a:pt x="392" y="526"/>
                    <a:pt x="384" y="526"/>
                  </a:cubicBezTo>
                  <a:cubicBezTo>
                    <a:pt x="384" y="526"/>
                    <a:pt x="384" y="526"/>
                    <a:pt x="301" y="363"/>
                  </a:cubicBezTo>
                  <a:cubicBezTo>
                    <a:pt x="301" y="354"/>
                    <a:pt x="243" y="379"/>
                    <a:pt x="243" y="379"/>
                  </a:cubicBezTo>
                  <a:cubicBezTo>
                    <a:pt x="243" y="379"/>
                    <a:pt x="243" y="346"/>
                    <a:pt x="243" y="273"/>
                  </a:cubicBezTo>
                  <a:cubicBezTo>
                    <a:pt x="243" y="273"/>
                    <a:pt x="243" y="273"/>
                    <a:pt x="276" y="264"/>
                  </a:cubicBezTo>
                  <a:cubicBezTo>
                    <a:pt x="285" y="289"/>
                    <a:pt x="293" y="322"/>
                    <a:pt x="293" y="322"/>
                  </a:cubicBezTo>
                  <a:cubicBezTo>
                    <a:pt x="293" y="322"/>
                    <a:pt x="293" y="322"/>
                    <a:pt x="310" y="354"/>
                  </a:cubicBezTo>
                  <a:cubicBezTo>
                    <a:pt x="384" y="485"/>
                    <a:pt x="384" y="485"/>
                    <a:pt x="384" y="485"/>
                  </a:cubicBezTo>
                  <a:cubicBezTo>
                    <a:pt x="384" y="485"/>
                    <a:pt x="384" y="485"/>
                    <a:pt x="417" y="363"/>
                  </a:cubicBezTo>
                  <a:cubicBezTo>
                    <a:pt x="426" y="354"/>
                    <a:pt x="417" y="297"/>
                    <a:pt x="417" y="297"/>
                  </a:cubicBezTo>
                  <a:cubicBezTo>
                    <a:pt x="417" y="297"/>
                    <a:pt x="417" y="297"/>
                    <a:pt x="417" y="281"/>
                  </a:cubicBezTo>
                  <a:cubicBezTo>
                    <a:pt x="417" y="281"/>
                    <a:pt x="417" y="281"/>
                    <a:pt x="426" y="289"/>
                  </a:cubicBezTo>
                  <a:cubicBezTo>
                    <a:pt x="426" y="289"/>
                    <a:pt x="426" y="289"/>
                    <a:pt x="467" y="371"/>
                  </a:cubicBezTo>
                  <a:cubicBezTo>
                    <a:pt x="467" y="371"/>
                    <a:pt x="467" y="371"/>
                    <a:pt x="426" y="371"/>
                  </a:cubicBezTo>
                  <a:close/>
                  <a:moveTo>
                    <a:pt x="487" y="649"/>
                  </a:moveTo>
                  <a:cubicBezTo>
                    <a:pt x="483" y="649"/>
                    <a:pt x="483" y="649"/>
                    <a:pt x="483" y="649"/>
                  </a:cubicBezTo>
                  <a:cubicBezTo>
                    <a:pt x="483" y="644"/>
                    <a:pt x="475" y="632"/>
                    <a:pt x="474" y="622"/>
                  </a:cubicBezTo>
                  <a:cubicBezTo>
                    <a:pt x="472" y="613"/>
                    <a:pt x="474" y="599"/>
                    <a:pt x="474" y="588"/>
                  </a:cubicBezTo>
                  <a:cubicBezTo>
                    <a:pt x="476" y="556"/>
                    <a:pt x="487" y="525"/>
                    <a:pt x="487" y="493"/>
                  </a:cubicBezTo>
                  <a:cubicBezTo>
                    <a:pt x="487" y="490"/>
                    <a:pt x="487" y="488"/>
                    <a:pt x="487" y="486"/>
                  </a:cubicBezTo>
                  <a:cubicBezTo>
                    <a:pt x="487" y="488"/>
                    <a:pt x="487" y="490"/>
                    <a:pt x="487" y="493"/>
                  </a:cubicBezTo>
                  <a:cubicBezTo>
                    <a:pt x="488" y="525"/>
                    <a:pt x="493" y="556"/>
                    <a:pt x="481" y="587"/>
                  </a:cubicBezTo>
                  <a:cubicBezTo>
                    <a:pt x="484" y="586"/>
                    <a:pt x="487" y="587"/>
                    <a:pt x="489" y="587"/>
                  </a:cubicBezTo>
                  <a:cubicBezTo>
                    <a:pt x="484" y="599"/>
                    <a:pt x="492" y="605"/>
                    <a:pt x="492" y="616"/>
                  </a:cubicBezTo>
                  <a:cubicBezTo>
                    <a:pt x="492" y="627"/>
                    <a:pt x="488" y="638"/>
                    <a:pt x="487" y="649"/>
                  </a:cubicBezTo>
                  <a:close/>
                </a:path>
              </a:pathLst>
            </a:custGeom>
            <a:solidFill>
              <a:schemeClr val="accent5"/>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11" name="Gruppe 51"/>
            <p:cNvGrpSpPr>
              <a:grpSpLocks/>
            </p:cNvGrpSpPr>
            <p:nvPr/>
          </p:nvGrpSpPr>
          <p:grpSpPr bwMode="auto">
            <a:xfrm>
              <a:off x="9473848" y="2187136"/>
              <a:ext cx="953260" cy="3128723"/>
              <a:chOff x="2763678" y="1597834"/>
              <a:chExt cx="744650" cy="2444643"/>
            </a:xfrm>
            <a:solidFill>
              <a:schemeClr val="accent2"/>
            </a:solidFill>
          </p:grpSpPr>
          <p:sp>
            <p:nvSpPr>
              <p:cNvPr id="13" name="Freeform 125"/>
              <p:cNvSpPr>
                <a:spLocks/>
              </p:cNvSpPr>
              <p:nvPr/>
            </p:nvSpPr>
            <p:spPr bwMode="auto">
              <a:xfrm>
                <a:off x="2764652" y="1599232"/>
                <a:ext cx="743788" cy="2452477"/>
              </a:xfrm>
              <a:custGeom>
                <a:avLst/>
                <a:gdLst>
                  <a:gd name="T0" fmla="*/ 2147483647 w 364"/>
                  <a:gd name="T1" fmla="*/ 2147483647 h 1186"/>
                  <a:gd name="T2" fmla="*/ 2147483647 w 364"/>
                  <a:gd name="T3" fmla="*/ 2147483647 h 1186"/>
                  <a:gd name="T4" fmla="*/ 2147483647 w 364"/>
                  <a:gd name="T5" fmla="*/ 2147483647 h 1186"/>
                  <a:gd name="T6" fmla="*/ 2147483647 w 364"/>
                  <a:gd name="T7" fmla="*/ 2147483647 h 1186"/>
                  <a:gd name="T8" fmla="*/ 2147483647 w 364"/>
                  <a:gd name="T9" fmla="*/ 2147483647 h 1186"/>
                  <a:gd name="T10" fmla="*/ 2147483647 w 364"/>
                  <a:gd name="T11" fmla="*/ 2147483647 h 1186"/>
                  <a:gd name="T12" fmla="*/ 2147483647 w 364"/>
                  <a:gd name="T13" fmla="*/ 2147483647 h 1186"/>
                  <a:gd name="T14" fmla="*/ 2147483647 w 364"/>
                  <a:gd name="T15" fmla="*/ 2147483647 h 1186"/>
                  <a:gd name="T16" fmla="*/ 2147483647 w 364"/>
                  <a:gd name="T17" fmla="*/ 0 h 1186"/>
                  <a:gd name="T18" fmla="*/ 2147483647 w 364"/>
                  <a:gd name="T19" fmla="*/ 2147483647 h 1186"/>
                  <a:gd name="T20" fmla="*/ 2147483647 w 364"/>
                  <a:gd name="T21" fmla="*/ 2147483647 h 1186"/>
                  <a:gd name="T22" fmla="*/ 2147483647 w 364"/>
                  <a:gd name="T23" fmla="*/ 2147483647 h 1186"/>
                  <a:gd name="T24" fmla="*/ 2147483647 w 364"/>
                  <a:gd name="T25" fmla="*/ 2147483647 h 1186"/>
                  <a:gd name="T26" fmla="*/ 2147483647 w 364"/>
                  <a:gd name="T27" fmla="*/ 2147483647 h 1186"/>
                  <a:gd name="T28" fmla="*/ 2147483647 w 364"/>
                  <a:gd name="T29" fmla="*/ 2147483647 h 1186"/>
                  <a:gd name="T30" fmla="*/ 2147483647 w 364"/>
                  <a:gd name="T31" fmla="*/ 2147483647 h 1186"/>
                  <a:gd name="T32" fmla="*/ 2147483647 w 364"/>
                  <a:gd name="T33" fmla="*/ 2147483647 h 1186"/>
                  <a:gd name="T34" fmla="*/ 2147483647 w 364"/>
                  <a:gd name="T35" fmla="*/ 2147483647 h 1186"/>
                  <a:gd name="T36" fmla="*/ 2147483647 w 364"/>
                  <a:gd name="T37" fmla="*/ 2147483647 h 1186"/>
                  <a:gd name="T38" fmla="*/ 2147483647 w 364"/>
                  <a:gd name="T39" fmla="*/ 2147483647 h 1186"/>
                  <a:gd name="T40" fmla="*/ 2147483647 w 364"/>
                  <a:gd name="T41" fmla="*/ 2147483647 h 1186"/>
                  <a:gd name="T42" fmla="*/ 0 w 364"/>
                  <a:gd name="T43" fmla="*/ 2147483647 h 1186"/>
                  <a:gd name="T44" fmla="*/ 2147483647 w 364"/>
                  <a:gd name="T45" fmla="*/ 2147483647 h 1186"/>
                  <a:gd name="T46" fmla="*/ 2147483647 w 364"/>
                  <a:gd name="T47" fmla="*/ 2147483647 h 1186"/>
                  <a:gd name="T48" fmla="*/ 2147483647 w 364"/>
                  <a:gd name="T49" fmla="*/ 2147483647 h 1186"/>
                  <a:gd name="T50" fmla="*/ 2147483647 w 364"/>
                  <a:gd name="T51" fmla="*/ 2147483647 h 1186"/>
                  <a:gd name="T52" fmla="*/ 2147483647 w 364"/>
                  <a:gd name="T53" fmla="*/ 2147483647 h 1186"/>
                  <a:gd name="T54" fmla="*/ 2147483647 w 364"/>
                  <a:gd name="T55" fmla="*/ 2147483647 h 1186"/>
                  <a:gd name="T56" fmla="*/ 2147483647 w 364"/>
                  <a:gd name="T57" fmla="*/ 2147483647 h 1186"/>
                  <a:gd name="T58" fmla="*/ 2147483647 w 364"/>
                  <a:gd name="T59" fmla="*/ 2147483647 h 1186"/>
                  <a:gd name="T60" fmla="*/ 2147483647 w 364"/>
                  <a:gd name="T61" fmla="*/ 2147483647 h 1186"/>
                  <a:gd name="T62" fmla="*/ 2147483647 w 364"/>
                  <a:gd name="T63" fmla="*/ 2147483647 h 1186"/>
                  <a:gd name="T64" fmla="*/ 2147483647 w 364"/>
                  <a:gd name="T65" fmla="*/ 2147483647 h 1186"/>
                  <a:gd name="T66" fmla="*/ 2147483647 w 364"/>
                  <a:gd name="T67" fmla="*/ 2147483647 h 1186"/>
                  <a:gd name="T68" fmla="*/ 2147483647 w 364"/>
                  <a:gd name="T69" fmla="*/ 2147483647 h 1186"/>
                  <a:gd name="T70" fmla="*/ 2147483647 w 364"/>
                  <a:gd name="T71" fmla="*/ 2147483647 h 1186"/>
                  <a:gd name="T72" fmla="*/ 2147483647 w 364"/>
                  <a:gd name="T73" fmla="*/ 2147483647 h 1186"/>
                  <a:gd name="T74" fmla="*/ 2147483647 w 364"/>
                  <a:gd name="T75" fmla="*/ 2147483647 h 1186"/>
                  <a:gd name="T76" fmla="*/ 2147483647 w 364"/>
                  <a:gd name="T77" fmla="*/ 2147483647 h 1186"/>
                  <a:gd name="T78" fmla="*/ 2147483647 w 364"/>
                  <a:gd name="T79" fmla="*/ 2147483647 h 1186"/>
                  <a:gd name="T80" fmla="*/ 2147483647 w 364"/>
                  <a:gd name="T81" fmla="*/ 2147483647 h 1186"/>
                  <a:gd name="T82" fmla="*/ 2147483647 w 364"/>
                  <a:gd name="T83" fmla="*/ 2147483647 h 1186"/>
                  <a:gd name="T84" fmla="*/ 2147483647 w 364"/>
                  <a:gd name="T85" fmla="*/ 2147483647 h 1186"/>
                  <a:gd name="T86" fmla="*/ 2147483647 w 364"/>
                  <a:gd name="T87" fmla="*/ 2147483647 h 1186"/>
                  <a:gd name="T88" fmla="*/ 2147483647 w 364"/>
                  <a:gd name="T89" fmla="*/ 2147483647 h 1186"/>
                  <a:gd name="T90" fmla="*/ 2147483647 w 364"/>
                  <a:gd name="T91" fmla="*/ 2147483647 h 1186"/>
                  <a:gd name="T92" fmla="*/ 2147483647 w 364"/>
                  <a:gd name="T93" fmla="*/ 2147483647 h 1186"/>
                  <a:gd name="T94" fmla="*/ 2147483647 w 364"/>
                  <a:gd name="T95" fmla="*/ 2147483647 h 1186"/>
                  <a:gd name="T96" fmla="*/ 2147483647 w 364"/>
                  <a:gd name="T97" fmla="*/ 2147483647 h 1186"/>
                  <a:gd name="T98" fmla="*/ 2147483647 w 364"/>
                  <a:gd name="T99" fmla="*/ 2147483647 h 1186"/>
                  <a:gd name="T100" fmla="*/ 2147483647 w 364"/>
                  <a:gd name="T101" fmla="*/ 2147483647 h 1186"/>
                  <a:gd name="T102" fmla="*/ 2147483647 w 364"/>
                  <a:gd name="T103" fmla="*/ 2147483647 h 1186"/>
                  <a:gd name="T104" fmla="*/ 2147483647 w 364"/>
                  <a:gd name="T105" fmla="*/ 2147483647 h 1186"/>
                  <a:gd name="T106" fmla="*/ 2147483647 w 364"/>
                  <a:gd name="T107" fmla="*/ 2147483647 h 1186"/>
                  <a:gd name="T108" fmla="*/ 2147483647 w 364"/>
                  <a:gd name="T109" fmla="*/ 2147483647 h 1186"/>
                  <a:gd name="T110" fmla="*/ 2147483647 w 364"/>
                  <a:gd name="T111" fmla="*/ 2147483647 h 1186"/>
                  <a:gd name="T112" fmla="*/ 2147483647 w 364"/>
                  <a:gd name="T113" fmla="*/ 2147483647 h 1186"/>
                  <a:gd name="T114" fmla="*/ 2147483647 w 364"/>
                  <a:gd name="T115" fmla="*/ 2147483647 h 1186"/>
                  <a:gd name="T116" fmla="*/ 2147483647 w 364"/>
                  <a:gd name="T117" fmla="*/ 2147483647 h 11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4"/>
                  <a:gd name="T178" fmla="*/ 0 h 1186"/>
                  <a:gd name="T179" fmla="*/ 364 w 364"/>
                  <a:gd name="T180" fmla="*/ 1186 h 11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4" h="1186">
                    <a:moveTo>
                      <a:pt x="350" y="338"/>
                    </a:moveTo>
                    <a:lnTo>
                      <a:pt x="350" y="338"/>
                    </a:lnTo>
                    <a:lnTo>
                      <a:pt x="342" y="314"/>
                    </a:lnTo>
                    <a:lnTo>
                      <a:pt x="336" y="286"/>
                    </a:lnTo>
                    <a:lnTo>
                      <a:pt x="326" y="232"/>
                    </a:lnTo>
                    <a:lnTo>
                      <a:pt x="322" y="224"/>
                    </a:lnTo>
                    <a:lnTo>
                      <a:pt x="318" y="216"/>
                    </a:lnTo>
                    <a:lnTo>
                      <a:pt x="312" y="212"/>
                    </a:lnTo>
                    <a:lnTo>
                      <a:pt x="306" y="210"/>
                    </a:lnTo>
                    <a:lnTo>
                      <a:pt x="278" y="200"/>
                    </a:lnTo>
                    <a:lnTo>
                      <a:pt x="258" y="192"/>
                    </a:lnTo>
                    <a:lnTo>
                      <a:pt x="246" y="186"/>
                    </a:lnTo>
                    <a:lnTo>
                      <a:pt x="240" y="180"/>
                    </a:lnTo>
                    <a:lnTo>
                      <a:pt x="234" y="174"/>
                    </a:lnTo>
                    <a:lnTo>
                      <a:pt x="230" y="168"/>
                    </a:lnTo>
                    <a:lnTo>
                      <a:pt x="224" y="162"/>
                    </a:lnTo>
                    <a:lnTo>
                      <a:pt x="220" y="158"/>
                    </a:lnTo>
                    <a:lnTo>
                      <a:pt x="216" y="156"/>
                    </a:lnTo>
                    <a:lnTo>
                      <a:pt x="216" y="146"/>
                    </a:lnTo>
                    <a:lnTo>
                      <a:pt x="218" y="140"/>
                    </a:lnTo>
                    <a:lnTo>
                      <a:pt x="222" y="136"/>
                    </a:lnTo>
                    <a:lnTo>
                      <a:pt x="228" y="126"/>
                    </a:lnTo>
                    <a:lnTo>
                      <a:pt x="236" y="110"/>
                    </a:lnTo>
                    <a:lnTo>
                      <a:pt x="238" y="102"/>
                    </a:lnTo>
                    <a:lnTo>
                      <a:pt x="238" y="96"/>
                    </a:lnTo>
                    <a:lnTo>
                      <a:pt x="238" y="90"/>
                    </a:lnTo>
                    <a:lnTo>
                      <a:pt x="234" y="88"/>
                    </a:lnTo>
                    <a:lnTo>
                      <a:pt x="236" y="76"/>
                    </a:lnTo>
                    <a:lnTo>
                      <a:pt x="236" y="68"/>
                    </a:lnTo>
                    <a:lnTo>
                      <a:pt x="236" y="56"/>
                    </a:lnTo>
                    <a:lnTo>
                      <a:pt x="232" y="42"/>
                    </a:lnTo>
                    <a:lnTo>
                      <a:pt x="230" y="32"/>
                    </a:lnTo>
                    <a:lnTo>
                      <a:pt x="226" y="24"/>
                    </a:lnTo>
                    <a:lnTo>
                      <a:pt x="222" y="16"/>
                    </a:lnTo>
                    <a:lnTo>
                      <a:pt x="214" y="10"/>
                    </a:lnTo>
                    <a:lnTo>
                      <a:pt x="204" y="4"/>
                    </a:lnTo>
                    <a:lnTo>
                      <a:pt x="192" y="0"/>
                    </a:lnTo>
                    <a:lnTo>
                      <a:pt x="174" y="0"/>
                    </a:lnTo>
                    <a:lnTo>
                      <a:pt x="158" y="2"/>
                    </a:lnTo>
                    <a:lnTo>
                      <a:pt x="146" y="6"/>
                    </a:lnTo>
                    <a:lnTo>
                      <a:pt x="136" y="14"/>
                    </a:lnTo>
                    <a:lnTo>
                      <a:pt x="128" y="20"/>
                    </a:lnTo>
                    <a:lnTo>
                      <a:pt x="124" y="28"/>
                    </a:lnTo>
                    <a:lnTo>
                      <a:pt x="120" y="36"/>
                    </a:lnTo>
                    <a:lnTo>
                      <a:pt x="118" y="44"/>
                    </a:lnTo>
                    <a:lnTo>
                      <a:pt x="116" y="60"/>
                    </a:lnTo>
                    <a:lnTo>
                      <a:pt x="118" y="72"/>
                    </a:lnTo>
                    <a:lnTo>
                      <a:pt x="120" y="82"/>
                    </a:lnTo>
                    <a:lnTo>
                      <a:pt x="118" y="84"/>
                    </a:lnTo>
                    <a:lnTo>
                      <a:pt x="116" y="92"/>
                    </a:lnTo>
                    <a:lnTo>
                      <a:pt x="116" y="98"/>
                    </a:lnTo>
                    <a:lnTo>
                      <a:pt x="118" y="106"/>
                    </a:lnTo>
                    <a:lnTo>
                      <a:pt x="122" y="116"/>
                    </a:lnTo>
                    <a:lnTo>
                      <a:pt x="130" y="126"/>
                    </a:lnTo>
                    <a:lnTo>
                      <a:pt x="132" y="128"/>
                    </a:lnTo>
                    <a:lnTo>
                      <a:pt x="134" y="130"/>
                    </a:lnTo>
                    <a:lnTo>
                      <a:pt x="136" y="136"/>
                    </a:lnTo>
                    <a:lnTo>
                      <a:pt x="138" y="152"/>
                    </a:lnTo>
                    <a:lnTo>
                      <a:pt x="140" y="158"/>
                    </a:lnTo>
                    <a:lnTo>
                      <a:pt x="138" y="164"/>
                    </a:lnTo>
                    <a:lnTo>
                      <a:pt x="134" y="168"/>
                    </a:lnTo>
                    <a:lnTo>
                      <a:pt x="126" y="174"/>
                    </a:lnTo>
                    <a:lnTo>
                      <a:pt x="112" y="186"/>
                    </a:lnTo>
                    <a:lnTo>
                      <a:pt x="102" y="192"/>
                    </a:lnTo>
                    <a:lnTo>
                      <a:pt x="90" y="198"/>
                    </a:lnTo>
                    <a:lnTo>
                      <a:pt x="70" y="204"/>
                    </a:lnTo>
                    <a:lnTo>
                      <a:pt x="62" y="208"/>
                    </a:lnTo>
                    <a:lnTo>
                      <a:pt x="52" y="212"/>
                    </a:lnTo>
                    <a:lnTo>
                      <a:pt x="46" y="216"/>
                    </a:lnTo>
                    <a:lnTo>
                      <a:pt x="42" y="222"/>
                    </a:lnTo>
                    <a:lnTo>
                      <a:pt x="38" y="228"/>
                    </a:lnTo>
                    <a:lnTo>
                      <a:pt x="36" y="236"/>
                    </a:lnTo>
                    <a:lnTo>
                      <a:pt x="32" y="274"/>
                    </a:lnTo>
                    <a:lnTo>
                      <a:pt x="30" y="302"/>
                    </a:lnTo>
                    <a:lnTo>
                      <a:pt x="24" y="392"/>
                    </a:lnTo>
                    <a:lnTo>
                      <a:pt x="18" y="448"/>
                    </a:lnTo>
                    <a:lnTo>
                      <a:pt x="14" y="482"/>
                    </a:lnTo>
                    <a:lnTo>
                      <a:pt x="10" y="514"/>
                    </a:lnTo>
                    <a:lnTo>
                      <a:pt x="8" y="540"/>
                    </a:lnTo>
                    <a:lnTo>
                      <a:pt x="6" y="566"/>
                    </a:lnTo>
                    <a:lnTo>
                      <a:pt x="4" y="588"/>
                    </a:lnTo>
                    <a:lnTo>
                      <a:pt x="6" y="594"/>
                    </a:lnTo>
                    <a:lnTo>
                      <a:pt x="8" y="598"/>
                    </a:lnTo>
                    <a:lnTo>
                      <a:pt x="12" y="598"/>
                    </a:lnTo>
                    <a:lnTo>
                      <a:pt x="4" y="616"/>
                    </a:lnTo>
                    <a:lnTo>
                      <a:pt x="2" y="626"/>
                    </a:lnTo>
                    <a:lnTo>
                      <a:pt x="0" y="638"/>
                    </a:lnTo>
                    <a:lnTo>
                      <a:pt x="2" y="650"/>
                    </a:lnTo>
                    <a:lnTo>
                      <a:pt x="6" y="660"/>
                    </a:lnTo>
                    <a:lnTo>
                      <a:pt x="14" y="670"/>
                    </a:lnTo>
                    <a:lnTo>
                      <a:pt x="26" y="676"/>
                    </a:lnTo>
                    <a:lnTo>
                      <a:pt x="36" y="680"/>
                    </a:lnTo>
                    <a:lnTo>
                      <a:pt x="40" y="680"/>
                    </a:lnTo>
                    <a:lnTo>
                      <a:pt x="42" y="678"/>
                    </a:lnTo>
                    <a:lnTo>
                      <a:pt x="42" y="674"/>
                    </a:lnTo>
                    <a:lnTo>
                      <a:pt x="38" y="670"/>
                    </a:lnTo>
                    <a:lnTo>
                      <a:pt x="36" y="664"/>
                    </a:lnTo>
                    <a:lnTo>
                      <a:pt x="34" y="660"/>
                    </a:lnTo>
                    <a:lnTo>
                      <a:pt x="34" y="654"/>
                    </a:lnTo>
                    <a:lnTo>
                      <a:pt x="36" y="650"/>
                    </a:lnTo>
                    <a:lnTo>
                      <a:pt x="34" y="644"/>
                    </a:lnTo>
                    <a:lnTo>
                      <a:pt x="34" y="636"/>
                    </a:lnTo>
                    <a:lnTo>
                      <a:pt x="38" y="628"/>
                    </a:lnTo>
                    <a:lnTo>
                      <a:pt x="40" y="622"/>
                    </a:lnTo>
                    <a:lnTo>
                      <a:pt x="38" y="616"/>
                    </a:lnTo>
                    <a:lnTo>
                      <a:pt x="38" y="612"/>
                    </a:lnTo>
                    <a:lnTo>
                      <a:pt x="38" y="608"/>
                    </a:lnTo>
                    <a:lnTo>
                      <a:pt x="40" y="606"/>
                    </a:lnTo>
                    <a:lnTo>
                      <a:pt x="42" y="604"/>
                    </a:lnTo>
                    <a:lnTo>
                      <a:pt x="44" y="604"/>
                    </a:lnTo>
                    <a:lnTo>
                      <a:pt x="48" y="602"/>
                    </a:lnTo>
                    <a:lnTo>
                      <a:pt x="50" y="596"/>
                    </a:lnTo>
                    <a:lnTo>
                      <a:pt x="50" y="594"/>
                    </a:lnTo>
                    <a:lnTo>
                      <a:pt x="58" y="534"/>
                    </a:lnTo>
                    <a:lnTo>
                      <a:pt x="56" y="568"/>
                    </a:lnTo>
                    <a:lnTo>
                      <a:pt x="56" y="578"/>
                    </a:lnTo>
                    <a:lnTo>
                      <a:pt x="56" y="586"/>
                    </a:lnTo>
                    <a:lnTo>
                      <a:pt x="60" y="598"/>
                    </a:lnTo>
                    <a:lnTo>
                      <a:pt x="62" y="612"/>
                    </a:lnTo>
                    <a:lnTo>
                      <a:pt x="62" y="644"/>
                    </a:lnTo>
                    <a:lnTo>
                      <a:pt x="64" y="686"/>
                    </a:lnTo>
                    <a:lnTo>
                      <a:pt x="70" y="758"/>
                    </a:lnTo>
                    <a:lnTo>
                      <a:pt x="76" y="832"/>
                    </a:lnTo>
                    <a:lnTo>
                      <a:pt x="78" y="876"/>
                    </a:lnTo>
                    <a:lnTo>
                      <a:pt x="80" y="948"/>
                    </a:lnTo>
                    <a:lnTo>
                      <a:pt x="80" y="990"/>
                    </a:lnTo>
                    <a:lnTo>
                      <a:pt x="76" y="1022"/>
                    </a:lnTo>
                    <a:lnTo>
                      <a:pt x="74" y="1044"/>
                    </a:lnTo>
                    <a:lnTo>
                      <a:pt x="72" y="1068"/>
                    </a:lnTo>
                    <a:lnTo>
                      <a:pt x="74" y="1088"/>
                    </a:lnTo>
                    <a:lnTo>
                      <a:pt x="76" y="1104"/>
                    </a:lnTo>
                    <a:lnTo>
                      <a:pt x="84" y="1124"/>
                    </a:lnTo>
                    <a:lnTo>
                      <a:pt x="86" y="1130"/>
                    </a:lnTo>
                    <a:lnTo>
                      <a:pt x="84" y="1134"/>
                    </a:lnTo>
                    <a:lnTo>
                      <a:pt x="66" y="1150"/>
                    </a:lnTo>
                    <a:lnTo>
                      <a:pt x="56" y="1162"/>
                    </a:lnTo>
                    <a:lnTo>
                      <a:pt x="54" y="1166"/>
                    </a:lnTo>
                    <a:lnTo>
                      <a:pt x="54" y="1170"/>
                    </a:lnTo>
                    <a:lnTo>
                      <a:pt x="56" y="1174"/>
                    </a:lnTo>
                    <a:lnTo>
                      <a:pt x="60" y="1176"/>
                    </a:lnTo>
                    <a:lnTo>
                      <a:pt x="72" y="1180"/>
                    </a:lnTo>
                    <a:lnTo>
                      <a:pt x="86" y="1180"/>
                    </a:lnTo>
                    <a:lnTo>
                      <a:pt x="102" y="1174"/>
                    </a:lnTo>
                    <a:lnTo>
                      <a:pt x="118" y="1168"/>
                    </a:lnTo>
                    <a:lnTo>
                      <a:pt x="134" y="1164"/>
                    </a:lnTo>
                    <a:lnTo>
                      <a:pt x="146" y="1160"/>
                    </a:lnTo>
                    <a:lnTo>
                      <a:pt x="150" y="1158"/>
                    </a:lnTo>
                    <a:lnTo>
                      <a:pt x="152" y="1156"/>
                    </a:lnTo>
                    <a:lnTo>
                      <a:pt x="152" y="1152"/>
                    </a:lnTo>
                    <a:lnTo>
                      <a:pt x="150" y="1146"/>
                    </a:lnTo>
                    <a:lnTo>
                      <a:pt x="148" y="1138"/>
                    </a:lnTo>
                    <a:lnTo>
                      <a:pt x="150" y="1130"/>
                    </a:lnTo>
                    <a:lnTo>
                      <a:pt x="154" y="1116"/>
                    </a:lnTo>
                    <a:lnTo>
                      <a:pt x="156" y="1106"/>
                    </a:lnTo>
                    <a:lnTo>
                      <a:pt x="156" y="1090"/>
                    </a:lnTo>
                    <a:lnTo>
                      <a:pt x="156" y="1052"/>
                    </a:lnTo>
                    <a:lnTo>
                      <a:pt x="156" y="984"/>
                    </a:lnTo>
                    <a:lnTo>
                      <a:pt x="158" y="920"/>
                    </a:lnTo>
                    <a:lnTo>
                      <a:pt x="162" y="886"/>
                    </a:lnTo>
                    <a:lnTo>
                      <a:pt x="164" y="868"/>
                    </a:lnTo>
                    <a:lnTo>
                      <a:pt x="168" y="840"/>
                    </a:lnTo>
                    <a:lnTo>
                      <a:pt x="174" y="772"/>
                    </a:lnTo>
                    <a:lnTo>
                      <a:pt x="178" y="706"/>
                    </a:lnTo>
                    <a:lnTo>
                      <a:pt x="178" y="666"/>
                    </a:lnTo>
                    <a:lnTo>
                      <a:pt x="178" y="624"/>
                    </a:lnTo>
                    <a:lnTo>
                      <a:pt x="182" y="650"/>
                    </a:lnTo>
                    <a:lnTo>
                      <a:pt x="190" y="714"/>
                    </a:lnTo>
                    <a:lnTo>
                      <a:pt x="194" y="756"/>
                    </a:lnTo>
                    <a:lnTo>
                      <a:pt x="196" y="800"/>
                    </a:lnTo>
                    <a:lnTo>
                      <a:pt x="200" y="840"/>
                    </a:lnTo>
                    <a:lnTo>
                      <a:pt x="204" y="878"/>
                    </a:lnTo>
                    <a:lnTo>
                      <a:pt x="206" y="914"/>
                    </a:lnTo>
                    <a:lnTo>
                      <a:pt x="208" y="954"/>
                    </a:lnTo>
                    <a:lnTo>
                      <a:pt x="206" y="1012"/>
                    </a:lnTo>
                    <a:lnTo>
                      <a:pt x="206" y="1040"/>
                    </a:lnTo>
                    <a:lnTo>
                      <a:pt x="206" y="1078"/>
                    </a:lnTo>
                    <a:lnTo>
                      <a:pt x="208" y="1096"/>
                    </a:lnTo>
                    <a:lnTo>
                      <a:pt x="208" y="1112"/>
                    </a:lnTo>
                    <a:lnTo>
                      <a:pt x="212" y="1124"/>
                    </a:lnTo>
                    <a:lnTo>
                      <a:pt x="214" y="1126"/>
                    </a:lnTo>
                    <a:lnTo>
                      <a:pt x="216" y="1128"/>
                    </a:lnTo>
                    <a:lnTo>
                      <a:pt x="218" y="1142"/>
                    </a:lnTo>
                    <a:lnTo>
                      <a:pt x="220" y="1154"/>
                    </a:lnTo>
                    <a:lnTo>
                      <a:pt x="222" y="1162"/>
                    </a:lnTo>
                    <a:lnTo>
                      <a:pt x="226" y="1172"/>
                    </a:lnTo>
                    <a:lnTo>
                      <a:pt x="234" y="1178"/>
                    </a:lnTo>
                    <a:lnTo>
                      <a:pt x="246" y="1184"/>
                    </a:lnTo>
                    <a:lnTo>
                      <a:pt x="252" y="1186"/>
                    </a:lnTo>
                    <a:lnTo>
                      <a:pt x="262" y="1186"/>
                    </a:lnTo>
                    <a:lnTo>
                      <a:pt x="282" y="1182"/>
                    </a:lnTo>
                    <a:lnTo>
                      <a:pt x="290" y="1178"/>
                    </a:lnTo>
                    <a:lnTo>
                      <a:pt x="292" y="1176"/>
                    </a:lnTo>
                    <a:lnTo>
                      <a:pt x="294" y="1174"/>
                    </a:lnTo>
                    <a:lnTo>
                      <a:pt x="292" y="1168"/>
                    </a:lnTo>
                    <a:lnTo>
                      <a:pt x="288" y="1162"/>
                    </a:lnTo>
                    <a:lnTo>
                      <a:pt x="276" y="1148"/>
                    </a:lnTo>
                    <a:lnTo>
                      <a:pt x="274" y="1142"/>
                    </a:lnTo>
                    <a:lnTo>
                      <a:pt x="274" y="1140"/>
                    </a:lnTo>
                    <a:lnTo>
                      <a:pt x="274" y="1138"/>
                    </a:lnTo>
                    <a:lnTo>
                      <a:pt x="280" y="1132"/>
                    </a:lnTo>
                    <a:lnTo>
                      <a:pt x="284" y="1130"/>
                    </a:lnTo>
                    <a:lnTo>
                      <a:pt x="288" y="1128"/>
                    </a:lnTo>
                    <a:lnTo>
                      <a:pt x="288" y="1122"/>
                    </a:lnTo>
                    <a:lnTo>
                      <a:pt x="286" y="936"/>
                    </a:lnTo>
                    <a:lnTo>
                      <a:pt x="288" y="864"/>
                    </a:lnTo>
                    <a:lnTo>
                      <a:pt x="288" y="834"/>
                    </a:lnTo>
                    <a:lnTo>
                      <a:pt x="286" y="810"/>
                    </a:lnTo>
                    <a:lnTo>
                      <a:pt x="286" y="780"/>
                    </a:lnTo>
                    <a:lnTo>
                      <a:pt x="288" y="738"/>
                    </a:lnTo>
                    <a:lnTo>
                      <a:pt x="290" y="660"/>
                    </a:lnTo>
                    <a:lnTo>
                      <a:pt x="290" y="602"/>
                    </a:lnTo>
                    <a:lnTo>
                      <a:pt x="304" y="598"/>
                    </a:lnTo>
                    <a:lnTo>
                      <a:pt x="314" y="590"/>
                    </a:lnTo>
                    <a:lnTo>
                      <a:pt x="322" y="582"/>
                    </a:lnTo>
                    <a:lnTo>
                      <a:pt x="326" y="572"/>
                    </a:lnTo>
                    <a:lnTo>
                      <a:pt x="330" y="564"/>
                    </a:lnTo>
                    <a:lnTo>
                      <a:pt x="330" y="556"/>
                    </a:lnTo>
                    <a:lnTo>
                      <a:pt x="330" y="544"/>
                    </a:lnTo>
                    <a:lnTo>
                      <a:pt x="332" y="536"/>
                    </a:lnTo>
                    <a:lnTo>
                      <a:pt x="334" y="530"/>
                    </a:lnTo>
                    <a:lnTo>
                      <a:pt x="338" y="526"/>
                    </a:lnTo>
                    <a:lnTo>
                      <a:pt x="340" y="526"/>
                    </a:lnTo>
                    <a:lnTo>
                      <a:pt x="344" y="526"/>
                    </a:lnTo>
                    <a:lnTo>
                      <a:pt x="346" y="526"/>
                    </a:lnTo>
                    <a:lnTo>
                      <a:pt x="348" y="524"/>
                    </a:lnTo>
                    <a:lnTo>
                      <a:pt x="352" y="514"/>
                    </a:lnTo>
                    <a:lnTo>
                      <a:pt x="354" y="502"/>
                    </a:lnTo>
                    <a:lnTo>
                      <a:pt x="356" y="492"/>
                    </a:lnTo>
                    <a:lnTo>
                      <a:pt x="358" y="454"/>
                    </a:lnTo>
                    <a:lnTo>
                      <a:pt x="362" y="416"/>
                    </a:lnTo>
                    <a:lnTo>
                      <a:pt x="364" y="396"/>
                    </a:lnTo>
                    <a:lnTo>
                      <a:pt x="362" y="382"/>
                    </a:lnTo>
                    <a:lnTo>
                      <a:pt x="356" y="362"/>
                    </a:lnTo>
                    <a:lnTo>
                      <a:pt x="350" y="33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14" name="Freeform 127"/>
              <p:cNvSpPr>
                <a:spLocks/>
              </p:cNvSpPr>
              <p:nvPr/>
            </p:nvSpPr>
            <p:spPr bwMode="auto">
              <a:xfrm>
                <a:off x="3016156" y="1924561"/>
                <a:ext cx="209678" cy="353852"/>
              </a:xfrm>
              <a:custGeom>
                <a:avLst/>
                <a:gdLst>
                  <a:gd name="T0" fmla="*/ 0 w 102"/>
                  <a:gd name="T1" fmla="*/ 2147483647 h 172"/>
                  <a:gd name="T2" fmla="*/ 0 w 102"/>
                  <a:gd name="T3" fmla="*/ 2147483647 h 172"/>
                  <a:gd name="T4" fmla="*/ 2147483647 w 102"/>
                  <a:gd name="T5" fmla="*/ 2147483647 h 172"/>
                  <a:gd name="T6" fmla="*/ 2147483647 w 102"/>
                  <a:gd name="T7" fmla="*/ 2147483647 h 172"/>
                  <a:gd name="T8" fmla="*/ 2147483647 w 102"/>
                  <a:gd name="T9" fmla="*/ 2147483647 h 172"/>
                  <a:gd name="T10" fmla="*/ 2147483647 w 102"/>
                  <a:gd name="T11" fmla="*/ 2147483647 h 172"/>
                  <a:gd name="T12" fmla="*/ 2147483647 w 102"/>
                  <a:gd name="T13" fmla="*/ 2147483647 h 172"/>
                  <a:gd name="T14" fmla="*/ 2147483647 w 102"/>
                  <a:gd name="T15" fmla="*/ 2147483647 h 172"/>
                  <a:gd name="T16" fmla="*/ 2147483647 w 102"/>
                  <a:gd name="T17" fmla="*/ 2147483647 h 172"/>
                  <a:gd name="T18" fmla="*/ 2147483647 w 102"/>
                  <a:gd name="T19" fmla="*/ 2147483647 h 172"/>
                  <a:gd name="T20" fmla="*/ 2147483647 w 102"/>
                  <a:gd name="T21" fmla="*/ 2147483647 h 172"/>
                  <a:gd name="T22" fmla="*/ 2147483647 w 102"/>
                  <a:gd name="T23" fmla="*/ 2147483647 h 172"/>
                  <a:gd name="T24" fmla="*/ 2147483647 w 102"/>
                  <a:gd name="T25" fmla="*/ 2147483647 h 172"/>
                  <a:gd name="T26" fmla="*/ 2147483647 w 102"/>
                  <a:gd name="T27" fmla="*/ 2147483647 h 172"/>
                  <a:gd name="T28" fmla="*/ 2147483647 w 102"/>
                  <a:gd name="T29" fmla="*/ 2147483647 h 172"/>
                  <a:gd name="T30" fmla="*/ 2147483647 w 102"/>
                  <a:gd name="T31" fmla="*/ 2147483647 h 172"/>
                  <a:gd name="T32" fmla="*/ 2147483647 w 102"/>
                  <a:gd name="T33" fmla="*/ 2147483647 h 172"/>
                  <a:gd name="T34" fmla="*/ 2147483647 w 102"/>
                  <a:gd name="T35" fmla="*/ 2147483647 h 172"/>
                  <a:gd name="T36" fmla="*/ 2147483647 w 102"/>
                  <a:gd name="T37" fmla="*/ 2147483647 h 172"/>
                  <a:gd name="T38" fmla="*/ 2147483647 w 102"/>
                  <a:gd name="T39" fmla="*/ 2147483647 h 172"/>
                  <a:gd name="T40" fmla="*/ 2147483647 w 102"/>
                  <a:gd name="T41" fmla="*/ 2147483647 h 172"/>
                  <a:gd name="T42" fmla="*/ 2147483647 w 102"/>
                  <a:gd name="T43" fmla="*/ 2147483647 h 172"/>
                  <a:gd name="T44" fmla="*/ 2147483647 w 102"/>
                  <a:gd name="T45" fmla="*/ 2147483647 h 172"/>
                  <a:gd name="T46" fmla="*/ 2147483647 w 102"/>
                  <a:gd name="T47" fmla="*/ 2147483647 h 172"/>
                  <a:gd name="T48" fmla="*/ 2147483647 w 102"/>
                  <a:gd name="T49" fmla="*/ 2147483647 h 172"/>
                  <a:gd name="T50" fmla="*/ 2147483647 w 102"/>
                  <a:gd name="T51" fmla="*/ 0 h 172"/>
                  <a:gd name="T52" fmla="*/ 2147483647 w 102"/>
                  <a:gd name="T53" fmla="*/ 0 h 172"/>
                  <a:gd name="T54" fmla="*/ 2147483647 w 102"/>
                  <a:gd name="T55" fmla="*/ 0 h 172"/>
                  <a:gd name="T56" fmla="*/ 2147483647 w 102"/>
                  <a:gd name="T57" fmla="*/ 2147483647 h 172"/>
                  <a:gd name="T58" fmla="*/ 2147483647 w 102"/>
                  <a:gd name="T59" fmla="*/ 2147483647 h 172"/>
                  <a:gd name="T60" fmla="*/ 2147483647 w 102"/>
                  <a:gd name="T61" fmla="*/ 2147483647 h 172"/>
                  <a:gd name="T62" fmla="*/ 2147483647 w 102"/>
                  <a:gd name="T63" fmla="*/ 2147483647 h 172"/>
                  <a:gd name="T64" fmla="*/ 2147483647 w 102"/>
                  <a:gd name="T65" fmla="*/ 2147483647 h 172"/>
                  <a:gd name="T66" fmla="*/ 2147483647 w 102"/>
                  <a:gd name="T67" fmla="*/ 2147483647 h 172"/>
                  <a:gd name="T68" fmla="*/ 2147483647 w 102"/>
                  <a:gd name="T69" fmla="*/ 2147483647 h 172"/>
                  <a:gd name="T70" fmla="*/ 2147483647 w 102"/>
                  <a:gd name="T71" fmla="*/ 2147483647 h 172"/>
                  <a:gd name="T72" fmla="*/ 2147483647 w 102"/>
                  <a:gd name="T73" fmla="*/ 2147483647 h 172"/>
                  <a:gd name="T74" fmla="*/ 2147483647 w 102"/>
                  <a:gd name="T75" fmla="*/ 2147483647 h 172"/>
                  <a:gd name="T76" fmla="*/ 2147483647 w 102"/>
                  <a:gd name="T77" fmla="*/ 2147483647 h 172"/>
                  <a:gd name="T78" fmla="*/ 2147483647 w 102"/>
                  <a:gd name="T79" fmla="*/ 2147483647 h 172"/>
                  <a:gd name="T80" fmla="*/ 2147483647 w 102"/>
                  <a:gd name="T81" fmla="*/ 2147483647 h 172"/>
                  <a:gd name="T82" fmla="*/ 2147483647 w 102"/>
                  <a:gd name="T83" fmla="*/ 2147483647 h 172"/>
                  <a:gd name="T84" fmla="*/ 0 w 102"/>
                  <a:gd name="T85" fmla="*/ 2147483647 h 1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2"/>
                  <a:gd name="T130" fmla="*/ 0 h 172"/>
                  <a:gd name="T131" fmla="*/ 102 w 102"/>
                  <a:gd name="T132" fmla="*/ 172 h 1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2" h="172">
                    <a:moveTo>
                      <a:pt x="0" y="14"/>
                    </a:moveTo>
                    <a:lnTo>
                      <a:pt x="0" y="14"/>
                    </a:lnTo>
                    <a:lnTo>
                      <a:pt x="2" y="22"/>
                    </a:lnTo>
                    <a:lnTo>
                      <a:pt x="4" y="32"/>
                    </a:lnTo>
                    <a:lnTo>
                      <a:pt x="8" y="42"/>
                    </a:lnTo>
                    <a:lnTo>
                      <a:pt x="12" y="66"/>
                    </a:lnTo>
                    <a:lnTo>
                      <a:pt x="18" y="106"/>
                    </a:lnTo>
                    <a:lnTo>
                      <a:pt x="24" y="126"/>
                    </a:lnTo>
                    <a:lnTo>
                      <a:pt x="30" y="146"/>
                    </a:lnTo>
                    <a:lnTo>
                      <a:pt x="38" y="162"/>
                    </a:lnTo>
                    <a:lnTo>
                      <a:pt x="42" y="168"/>
                    </a:lnTo>
                    <a:lnTo>
                      <a:pt x="46" y="172"/>
                    </a:lnTo>
                    <a:lnTo>
                      <a:pt x="64" y="144"/>
                    </a:lnTo>
                    <a:lnTo>
                      <a:pt x="78" y="118"/>
                    </a:lnTo>
                    <a:lnTo>
                      <a:pt x="90" y="94"/>
                    </a:lnTo>
                    <a:lnTo>
                      <a:pt x="98" y="72"/>
                    </a:lnTo>
                    <a:lnTo>
                      <a:pt x="102" y="52"/>
                    </a:lnTo>
                    <a:lnTo>
                      <a:pt x="102" y="34"/>
                    </a:lnTo>
                    <a:lnTo>
                      <a:pt x="100" y="16"/>
                    </a:lnTo>
                    <a:lnTo>
                      <a:pt x="100" y="10"/>
                    </a:lnTo>
                    <a:lnTo>
                      <a:pt x="96" y="6"/>
                    </a:lnTo>
                    <a:lnTo>
                      <a:pt x="90" y="0"/>
                    </a:lnTo>
                    <a:lnTo>
                      <a:pt x="88" y="0"/>
                    </a:lnTo>
                    <a:lnTo>
                      <a:pt x="88" y="2"/>
                    </a:lnTo>
                    <a:lnTo>
                      <a:pt x="86" y="6"/>
                    </a:lnTo>
                    <a:lnTo>
                      <a:pt x="86" y="14"/>
                    </a:lnTo>
                    <a:lnTo>
                      <a:pt x="82" y="20"/>
                    </a:lnTo>
                    <a:lnTo>
                      <a:pt x="74" y="30"/>
                    </a:lnTo>
                    <a:lnTo>
                      <a:pt x="66" y="34"/>
                    </a:lnTo>
                    <a:lnTo>
                      <a:pt x="56" y="38"/>
                    </a:lnTo>
                    <a:lnTo>
                      <a:pt x="44" y="38"/>
                    </a:lnTo>
                    <a:lnTo>
                      <a:pt x="32" y="34"/>
                    </a:lnTo>
                    <a:lnTo>
                      <a:pt x="20" y="26"/>
                    </a:lnTo>
                    <a:lnTo>
                      <a:pt x="12" y="16"/>
                    </a:lnTo>
                    <a:lnTo>
                      <a:pt x="6" y="6"/>
                    </a:ln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5" name="Freeform 128"/>
              <p:cNvSpPr>
                <a:spLocks/>
              </p:cNvSpPr>
              <p:nvPr/>
            </p:nvSpPr>
            <p:spPr bwMode="auto">
              <a:xfrm>
                <a:off x="3090470" y="2007429"/>
                <a:ext cx="62532" cy="292981"/>
              </a:xfrm>
              <a:custGeom>
                <a:avLst/>
                <a:gdLst>
                  <a:gd name="T0" fmla="*/ 2147483647 w 30"/>
                  <a:gd name="T1" fmla="*/ 2147483647 h 136"/>
                  <a:gd name="T2" fmla="*/ 2147483647 w 30"/>
                  <a:gd name="T3" fmla="*/ 2147483647 h 136"/>
                  <a:gd name="T4" fmla="*/ 2147483647 w 30"/>
                  <a:gd name="T5" fmla="*/ 2147483647 h 136"/>
                  <a:gd name="T6" fmla="*/ 0 w 30"/>
                  <a:gd name="T7" fmla="*/ 2147483647 h 136"/>
                  <a:gd name="T8" fmla="*/ 2147483647 w 30"/>
                  <a:gd name="T9" fmla="*/ 2147483647 h 136"/>
                  <a:gd name="T10" fmla="*/ 2147483647 w 30"/>
                  <a:gd name="T11" fmla="*/ 2147483647 h 136"/>
                  <a:gd name="T12" fmla="*/ 2147483647 w 30"/>
                  <a:gd name="T13" fmla="*/ 2147483647 h 136"/>
                  <a:gd name="T14" fmla="*/ 2147483647 w 30"/>
                  <a:gd name="T15" fmla="*/ 2147483647 h 136"/>
                  <a:gd name="T16" fmla="*/ 2147483647 w 30"/>
                  <a:gd name="T17" fmla="*/ 2147483647 h 136"/>
                  <a:gd name="T18" fmla="*/ 2147483647 w 30"/>
                  <a:gd name="T19" fmla="*/ 2147483647 h 136"/>
                  <a:gd name="T20" fmla="*/ 2147483647 w 30"/>
                  <a:gd name="T21" fmla="*/ 2147483647 h 136"/>
                  <a:gd name="T22" fmla="*/ 2147483647 w 30"/>
                  <a:gd name="T23" fmla="*/ 2147483647 h 136"/>
                  <a:gd name="T24" fmla="*/ 0 w 30"/>
                  <a:gd name="T25" fmla="*/ 2147483647 h 136"/>
                  <a:gd name="T26" fmla="*/ 0 w 30"/>
                  <a:gd name="T27" fmla="*/ 2147483647 h 136"/>
                  <a:gd name="T28" fmla="*/ 0 w 30"/>
                  <a:gd name="T29" fmla="*/ 2147483647 h 136"/>
                  <a:gd name="T30" fmla="*/ 2147483647 w 30"/>
                  <a:gd name="T31" fmla="*/ 2147483647 h 136"/>
                  <a:gd name="T32" fmla="*/ 2147483647 w 30"/>
                  <a:gd name="T33" fmla="*/ 0 h 136"/>
                  <a:gd name="T34" fmla="*/ 2147483647 w 30"/>
                  <a:gd name="T35" fmla="*/ 0 h 136"/>
                  <a:gd name="T36" fmla="*/ 2147483647 w 30"/>
                  <a:gd name="T37" fmla="*/ 2147483647 h 136"/>
                  <a:gd name="T38" fmla="*/ 2147483647 w 30"/>
                  <a:gd name="T39" fmla="*/ 2147483647 h 136"/>
                  <a:gd name="T40" fmla="*/ 2147483647 w 30"/>
                  <a:gd name="T41" fmla="*/ 2147483647 h 136"/>
                  <a:gd name="T42" fmla="*/ 2147483647 w 30"/>
                  <a:gd name="T43" fmla="*/ 2147483647 h 136"/>
                  <a:gd name="T44" fmla="*/ 2147483647 w 30"/>
                  <a:gd name="T45" fmla="*/ 2147483647 h 136"/>
                  <a:gd name="T46" fmla="*/ 2147483647 w 30"/>
                  <a:gd name="T47" fmla="*/ 2147483647 h 136"/>
                  <a:gd name="T48" fmla="*/ 2147483647 w 30"/>
                  <a:gd name="T49" fmla="*/ 2147483647 h 136"/>
                  <a:gd name="T50" fmla="*/ 2147483647 w 30"/>
                  <a:gd name="T51" fmla="*/ 2147483647 h 136"/>
                  <a:gd name="T52" fmla="*/ 2147483647 w 30"/>
                  <a:gd name="T53" fmla="*/ 2147483647 h 136"/>
                  <a:gd name="T54" fmla="*/ 2147483647 w 30"/>
                  <a:gd name="T55" fmla="*/ 2147483647 h 136"/>
                  <a:gd name="T56" fmla="*/ 2147483647 w 30"/>
                  <a:gd name="T57" fmla="*/ 2147483647 h 136"/>
                  <a:gd name="T58" fmla="*/ 2147483647 w 30"/>
                  <a:gd name="T59" fmla="*/ 2147483647 h 136"/>
                  <a:gd name="T60" fmla="*/ 2147483647 w 30"/>
                  <a:gd name="T61" fmla="*/ 2147483647 h 136"/>
                  <a:gd name="T62" fmla="*/ 2147483647 w 30"/>
                  <a:gd name="T63" fmla="*/ 2147483647 h 136"/>
                  <a:gd name="T64" fmla="*/ 2147483647 w 30"/>
                  <a:gd name="T65" fmla="*/ 2147483647 h 136"/>
                  <a:gd name="T66" fmla="*/ 2147483647 w 30"/>
                  <a:gd name="T67" fmla="*/ 2147483647 h 136"/>
                  <a:gd name="T68" fmla="*/ 2147483647 w 30"/>
                  <a:gd name="T69" fmla="*/ 2147483647 h 136"/>
                  <a:gd name="T70" fmla="*/ 2147483647 w 30"/>
                  <a:gd name="T71" fmla="*/ 2147483647 h 136"/>
                  <a:gd name="T72" fmla="*/ 2147483647 w 30"/>
                  <a:gd name="T73" fmla="*/ 2147483647 h 1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
                  <a:gd name="T112" fmla="*/ 0 h 136"/>
                  <a:gd name="T113" fmla="*/ 30 w 30"/>
                  <a:gd name="T114" fmla="*/ 136 h 1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 h="136">
                    <a:moveTo>
                      <a:pt x="4" y="134"/>
                    </a:moveTo>
                    <a:lnTo>
                      <a:pt x="4" y="134"/>
                    </a:lnTo>
                    <a:lnTo>
                      <a:pt x="2" y="124"/>
                    </a:lnTo>
                    <a:lnTo>
                      <a:pt x="0" y="104"/>
                    </a:lnTo>
                    <a:lnTo>
                      <a:pt x="2" y="62"/>
                    </a:lnTo>
                    <a:lnTo>
                      <a:pt x="2" y="50"/>
                    </a:lnTo>
                    <a:lnTo>
                      <a:pt x="6" y="40"/>
                    </a:lnTo>
                    <a:lnTo>
                      <a:pt x="10" y="28"/>
                    </a:lnTo>
                    <a:lnTo>
                      <a:pt x="8" y="24"/>
                    </a:lnTo>
                    <a:lnTo>
                      <a:pt x="6" y="18"/>
                    </a:lnTo>
                    <a:lnTo>
                      <a:pt x="0" y="8"/>
                    </a:lnTo>
                    <a:lnTo>
                      <a:pt x="0" y="6"/>
                    </a:lnTo>
                    <a:lnTo>
                      <a:pt x="4" y="2"/>
                    </a:lnTo>
                    <a:lnTo>
                      <a:pt x="14" y="0"/>
                    </a:lnTo>
                    <a:lnTo>
                      <a:pt x="18" y="2"/>
                    </a:lnTo>
                    <a:lnTo>
                      <a:pt x="22" y="4"/>
                    </a:lnTo>
                    <a:lnTo>
                      <a:pt x="26" y="8"/>
                    </a:lnTo>
                    <a:lnTo>
                      <a:pt x="24" y="14"/>
                    </a:lnTo>
                    <a:lnTo>
                      <a:pt x="20" y="20"/>
                    </a:lnTo>
                    <a:lnTo>
                      <a:pt x="20" y="24"/>
                    </a:lnTo>
                    <a:lnTo>
                      <a:pt x="20" y="28"/>
                    </a:lnTo>
                    <a:lnTo>
                      <a:pt x="26" y="66"/>
                    </a:lnTo>
                    <a:lnTo>
                      <a:pt x="30" y="104"/>
                    </a:lnTo>
                    <a:lnTo>
                      <a:pt x="28" y="114"/>
                    </a:lnTo>
                    <a:lnTo>
                      <a:pt x="22" y="126"/>
                    </a:lnTo>
                    <a:lnTo>
                      <a:pt x="18" y="132"/>
                    </a:lnTo>
                    <a:lnTo>
                      <a:pt x="14" y="134"/>
                    </a:lnTo>
                    <a:lnTo>
                      <a:pt x="8" y="136"/>
                    </a:lnTo>
                    <a:lnTo>
                      <a:pt x="4" y="13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grpSp>
      <p:sp>
        <p:nvSpPr>
          <p:cNvPr id="25" name="Title 1"/>
          <p:cNvSpPr txBox="1">
            <a:spLocks/>
          </p:cNvSpPr>
          <p:nvPr/>
        </p:nvSpPr>
        <p:spPr>
          <a:xfrm>
            <a:off x="2931164" y="214655"/>
            <a:ext cx="10515600" cy="828098"/>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4400" b="1" kern="1200">
                <a:solidFill>
                  <a:schemeClr val="tx1">
                    <a:lumMod val="75000"/>
                    <a:lumOff val="25000"/>
                  </a:schemeClr>
                </a:solidFill>
                <a:latin typeface="+mj-lt"/>
                <a:ea typeface="+mj-ea"/>
                <a:cs typeface="+mj-cs"/>
              </a:defRPr>
            </a:lvl1pPr>
          </a:lstStyle>
          <a:p>
            <a:pPr marL="0" marR="0" lvl="2" indent="0" defTabSz="914400" rtl="1" eaLnBrk="1" fontAlgn="auto" latinLnBrk="0" hangingPunct="1">
              <a:lnSpc>
                <a:spcPct val="100000"/>
              </a:lnSpc>
              <a:spcBef>
                <a:spcPts val="0"/>
              </a:spcBef>
              <a:spcAft>
                <a:spcPts val="0"/>
              </a:spcAft>
              <a:buClrTx/>
              <a:buSzTx/>
              <a:buFontTx/>
              <a:buNone/>
              <a:tabLst/>
              <a:defRPr/>
            </a:pPr>
            <a:r>
              <a:rPr kumimoji="0" lang="ar-SA" sz="4000" b="1" i="0" u="sng" strike="noStrike" kern="0" cap="none" spc="0" normalizeH="0" baseline="0" noProof="0" dirty="0" smtClean="0">
                <a:ln>
                  <a:noFill/>
                </a:ln>
                <a:solidFill>
                  <a:sysClr val="windowText" lastClr="000000"/>
                </a:solidFill>
                <a:effectLst/>
                <a:uLnTx/>
                <a:uFillTx/>
              </a:rPr>
              <a:t>ه- </a:t>
            </a:r>
            <a:r>
              <a:rPr kumimoji="0" lang="ar-JO" sz="4000" b="1" i="0" u="sng" strike="noStrike" kern="0" cap="none" spc="0" normalizeH="0" baseline="0" noProof="0" dirty="0" smtClean="0">
                <a:ln>
                  <a:noFill/>
                </a:ln>
                <a:solidFill>
                  <a:sysClr val="windowText" lastClr="000000"/>
                </a:solidFill>
                <a:effectLst/>
                <a:uLnTx/>
                <a:uFillTx/>
              </a:rPr>
              <a:t>مكونات</a:t>
            </a:r>
            <a:r>
              <a:rPr kumimoji="0" lang="ar-SA" sz="4000" b="1" i="0" u="sng" strike="noStrike" kern="0" cap="none" spc="0" normalizeH="0" baseline="0" noProof="0" dirty="0" smtClean="0">
                <a:ln>
                  <a:noFill/>
                </a:ln>
                <a:solidFill>
                  <a:sysClr val="windowText" lastClr="000000"/>
                </a:solidFill>
                <a:effectLst/>
                <a:uLnTx/>
                <a:uFillTx/>
              </a:rPr>
              <a:t> ومتطلبات التعليم الالكتروني</a:t>
            </a:r>
            <a:endParaRPr kumimoji="0" lang="en-US" sz="4000" b="0" i="0" u="sng" strike="noStrike" kern="0" cap="none" spc="0" normalizeH="0" baseline="0" noProof="0" dirty="0">
              <a:ln>
                <a:noFill/>
              </a:ln>
              <a:solidFill>
                <a:sysClr val="windowText" lastClr="000000"/>
              </a:solidFill>
              <a:effectLst/>
              <a:uLnTx/>
              <a:uFillTx/>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14582262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nodeType="afterEffect">
                                  <p:stCondLst>
                                    <p:cond delay="25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5"/>
          <p:cNvSpPr>
            <a:spLocks/>
          </p:cNvSpPr>
          <p:nvPr/>
        </p:nvSpPr>
        <p:spPr bwMode="auto">
          <a:xfrm>
            <a:off x="3875310" y="4872037"/>
            <a:ext cx="1535113" cy="1985963"/>
          </a:xfrm>
          <a:custGeom>
            <a:avLst/>
            <a:gdLst>
              <a:gd name="T0" fmla="*/ 182 w 694"/>
              <a:gd name="T1" fmla="*/ 0 h 899"/>
              <a:gd name="T2" fmla="*/ 0 w 694"/>
              <a:gd name="T3" fmla="*/ 170 h 899"/>
              <a:gd name="T4" fmla="*/ 182 w 694"/>
              <a:gd name="T5" fmla="*/ 339 h 899"/>
              <a:gd name="T6" fmla="*/ 182 w 694"/>
              <a:gd name="T7" fmla="*/ 251 h 899"/>
              <a:gd name="T8" fmla="*/ 477 w 694"/>
              <a:gd name="T9" fmla="*/ 251 h 899"/>
              <a:gd name="T10" fmla="*/ 530 w 694"/>
              <a:gd name="T11" fmla="*/ 267 h 899"/>
              <a:gd name="T12" fmla="*/ 547 w 694"/>
              <a:gd name="T13" fmla="*/ 331 h 899"/>
              <a:gd name="T14" fmla="*/ 546 w 694"/>
              <a:gd name="T15" fmla="*/ 334 h 899"/>
              <a:gd name="T16" fmla="*/ 546 w 694"/>
              <a:gd name="T17" fmla="*/ 899 h 899"/>
              <a:gd name="T18" fmla="*/ 690 w 694"/>
              <a:gd name="T19" fmla="*/ 899 h 899"/>
              <a:gd name="T20" fmla="*/ 690 w 694"/>
              <a:gd name="T21" fmla="*/ 342 h 899"/>
              <a:gd name="T22" fmla="*/ 637 w 694"/>
              <a:gd name="T23" fmla="*/ 171 h 899"/>
              <a:gd name="T24" fmla="*/ 477 w 694"/>
              <a:gd name="T25" fmla="*/ 107 h 899"/>
              <a:gd name="T26" fmla="*/ 182 w 694"/>
              <a:gd name="T27" fmla="*/ 107 h 899"/>
              <a:gd name="T28" fmla="*/ 182 w 694"/>
              <a:gd name="T29" fmla="*/ 0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4" h="899">
                <a:moveTo>
                  <a:pt x="182" y="0"/>
                </a:moveTo>
                <a:cubicBezTo>
                  <a:pt x="0" y="170"/>
                  <a:pt x="0" y="170"/>
                  <a:pt x="0" y="170"/>
                </a:cubicBezTo>
                <a:cubicBezTo>
                  <a:pt x="182" y="339"/>
                  <a:pt x="182" y="339"/>
                  <a:pt x="182" y="339"/>
                </a:cubicBezTo>
                <a:cubicBezTo>
                  <a:pt x="182" y="251"/>
                  <a:pt x="182" y="251"/>
                  <a:pt x="182" y="251"/>
                </a:cubicBezTo>
                <a:cubicBezTo>
                  <a:pt x="477" y="251"/>
                  <a:pt x="477" y="251"/>
                  <a:pt x="477" y="251"/>
                </a:cubicBezTo>
                <a:cubicBezTo>
                  <a:pt x="514" y="251"/>
                  <a:pt x="526" y="263"/>
                  <a:pt x="530" y="267"/>
                </a:cubicBezTo>
                <a:cubicBezTo>
                  <a:pt x="547" y="285"/>
                  <a:pt x="548" y="320"/>
                  <a:pt x="547" y="331"/>
                </a:cubicBezTo>
                <a:cubicBezTo>
                  <a:pt x="546" y="334"/>
                  <a:pt x="546" y="334"/>
                  <a:pt x="546" y="334"/>
                </a:cubicBezTo>
                <a:cubicBezTo>
                  <a:pt x="546" y="899"/>
                  <a:pt x="546" y="899"/>
                  <a:pt x="546" y="899"/>
                </a:cubicBezTo>
                <a:cubicBezTo>
                  <a:pt x="690" y="899"/>
                  <a:pt x="690" y="899"/>
                  <a:pt x="690" y="899"/>
                </a:cubicBezTo>
                <a:cubicBezTo>
                  <a:pt x="690" y="342"/>
                  <a:pt x="690" y="342"/>
                  <a:pt x="690" y="342"/>
                </a:cubicBezTo>
                <a:cubicBezTo>
                  <a:pt x="690" y="319"/>
                  <a:pt x="694" y="234"/>
                  <a:pt x="637" y="171"/>
                </a:cubicBezTo>
                <a:cubicBezTo>
                  <a:pt x="610" y="141"/>
                  <a:pt x="561" y="107"/>
                  <a:pt x="477" y="107"/>
                </a:cubicBezTo>
                <a:cubicBezTo>
                  <a:pt x="182" y="107"/>
                  <a:pt x="182" y="107"/>
                  <a:pt x="182" y="107"/>
                </a:cubicBezTo>
                <a:cubicBezTo>
                  <a:pt x="182" y="0"/>
                  <a:pt x="182" y="0"/>
                  <a:pt x="182" y="0"/>
                </a:cubicBezTo>
              </a:path>
            </a:pathLst>
          </a:custGeom>
          <a:solidFill>
            <a:srgbClr val="51B9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1" name="Freeform 9"/>
          <p:cNvSpPr>
            <a:spLocks/>
          </p:cNvSpPr>
          <p:nvPr/>
        </p:nvSpPr>
        <p:spPr bwMode="auto">
          <a:xfrm>
            <a:off x="5504086" y="2695575"/>
            <a:ext cx="3602037" cy="4162426"/>
          </a:xfrm>
          <a:custGeom>
            <a:avLst/>
            <a:gdLst>
              <a:gd name="T0" fmla="*/ 1380 w 1562"/>
              <a:gd name="T1" fmla="*/ 0 h 1805"/>
              <a:gd name="T2" fmla="*/ 1380 w 1562"/>
              <a:gd name="T3" fmla="*/ 93 h 1805"/>
              <a:gd name="T4" fmla="*/ 865 w 1562"/>
              <a:gd name="T5" fmla="*/ 93 h 1805"/>
              <a:gd name="T6" fmla="*/ 121 w 1562"/>
              <a:gd name="T7" fmla="*/ 468 h 1805"/>
              <a:gd name="T8" fmla="*/ 0 w 1562"/>
              <a:gd name="T9" fmla="*/ 843 h 1805"/>
              <a:gd name="T10" fmla="*/ 0 w 1562"/>
              <a:gd name="T11" fmla="*/ 844 h 1805"/>
              <a:gd name="T12" fmla="*/ 0 w 1562"/>
              <a:gd name="T13" fmla="*/ 1805 h 1805"/>
              <a:gd name="T14" fmla="*/ 144 w 1562"/>
              <a:gd name="T15" fmla="*/ 1805 h 1805"/>
              <a:gd name="T16" fmla="*/ 144 w 1562"/>
              <a:gd name="T17" fmla="*/ 848 h 1805"/>
              <a:gd name="T18" fmla="*/ 247 w 1562"/>
              <a:gd name="T19" fmla="*/ 538 h 1805"/>
              <a:gd name="T20" fmla="*/ 865 w 1562"/>
              <a:gd name="T21" fmla="*/ 237 h 1805"/>
              <a:gd name="T22" fmla="*/ 1380 w 1562"/>
              <a:gd name="T23" fmla="*/ 237 h 1805"/>
              <a:gd name="T24" fmla="*/ 1380 w 1562"/>
              <a:gd name="T25" fmla="*/ 338 h 1805"/>
              <a:gd name="T26" fmla="*/ 1562 w 1562"/>
              <a:gd name="T27" fmla="*/ 169 h 1805"/>
              <a:gd name="T28" fmla="*/ 1380 w 1562"/>
              <a:gd name="T29" fmla="*/ 0 h 1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2" h="1805">
                <a:moveTo>
                  <a:pt x="1380" y="0"/>
                </a:moveTo>
                <a:cubicBezTo>
                  <a:pt x="1380" y="93"/>
                  <a:pt x="1380" y="93"/>
                  <a:pt x="1380" y="93"/>
                </a:cubicBezTo>
                <a:cubicBezTo>
                  <a:pt x="865" y="93"/>
                  <a:pt x="865" y="93"/>
                  <a:pt x="865" y="93"/>
                </a:cubicBezTo>
                <a:cubicBezTo>
                  <a:pt x="437" y="93"/>
                  <a:pt x="224" y="297"/>
                  <a:pt x="121" y="468"/>
                </a:cubicBezTo>
                <a:cubicBezTo>
                  <a:pt x="10" y="652"/>
                  <a:pt x="0" y="835"/>
                  <a:pt x="0" y="843"/>
                </a:cubicBezTo>
                <a:cubicBezTo>
                  <a:pt x="0" y="844"/>
                  <a:pt x="0" y="844"/>
                  <a:pt x="0" y="844"/>
                </a:cubicBezTo>
                <a:cubicBezTo>
                  <a:pt x="0" y="1805"/>
                  <a:pt x="0" y="1805"/>
                  <a:pt x="0" y="1805"/>
                </a:cubicBezTo>
                <a:cubicBezTo>
                  <a:pt x="144" y="1805"/>
                  <a:pt x="144" y="1805"/>
                  <a:pt x="144" y="1805"/>
                </a:cubicBezTo>
                <a:cubicBezTo>
                  <a:pt x="144" y="848"/>
                  <a:pt x="144" y="848"/>
                  <a:pt x="144" y="848"/>
                </a:cubicBezTo>
                <a:cubicBezTo>
                  <a:pt x="144" y="833"/>
                  <a:pt x="157" y="683"/>
                  <a:pt x="247" y="538"/>
                </a:cubicBezTo>
                <a:cubicBezTo>
                  <a:pt x="370" y="339"/>
                  <a:pt x="578" y="237"/>
                  <a:pt x="865" y="237"/>
                </a:cubicBezTo>
                <a:cubicBezTo>
                  <a:pt x="1380" y="237"/>
                  <a:pt x="1380" y="237"/>
                  <a:pt x="1380" y="237"/>
                </a:cubicBezTo>
                <a:cubicBezTo>
                  <a:pt x="1380" y="338"/>
                  <a:pt x="1380" y="338"/>
                  <a:pt x="1380" y="338"/>
                </a:cubicBezTo>
                <a:cubicBezTo>
                  <a:pt x="1562" y="169"/>
                  <a:pt x="1562" y="169"/>
                  <a:pt x="1562" y="169"/>
                </a:cubicBezTo>
                <a:cubicBezTo>
                  <a:pt x="1380" y="0"/>
                  <a:pt x="1380" y="0"/>
                  <a:pt x="1380" y="0"/>
                </a:cubicBezTo>
              </a:path>
            </a:pathLst>
          </a:custGeom>
          <a:solidFill>
            <a:srgbClr val="FF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nvGrpSpPr>
          <p:cNvPr id="13" name="Group 12"/>
          <p:cNvGrpSpPr>
            <a:grpSpLocks noChangeAspect="1"/>
          </p:cNvGrpSpPr>
          <p:nvPr/>
        </p:nvGrpSpPr>
        <p:grpSpPr bwMode="auto">
          <a:xfrm>
            <a:off x="5704113" y="1990725"/>
            <a:ext cx="811213" cy="4865687"/>
            <a:chOff x="3008" y="1254"/>
            <a:chExt cx="511" cy="3065"/>
          </a:xfrm>
        </p:grpSpPr>
        <p:sp>
          <p:nvSpPr>
            <p:cNvPr id="15" name="Freeform 13"/>
            <p:cNvSpPr>
              <a:spLocks/>
            </p:cNvSpPr>
            <p:nvPr/>
          </p:nvSpPr>
          <p:spPr bwMode="auto">
            <a:xfrm>
              <a:off x="3008" y="1254"/>
              <a:ext cx="511" cy="3065"/>
            </a:xfrm>
            <a:custGeom>
              <a:avLst/>
              <a:gdLst>
                <a:gd name="T0" fmla="*/ 255 w 511"/>
                <a:gd name="T1" fmla="*/ 0 h 3065"/>
                <a:gd name="T2" fmla="*/ 0 w 511"/>
                <a:gd name="T3" fmla="*/ 234 h 3065"/>
                <a:gd name="T4" fmla="*/ 145 w 511"/>
                <a:gd name="T5" fmla="*/ 234 h 3065"/>
                <a:gd name="T6" fmla="*/ 145 w 511"/>
                <a:gd name="T7" fmla="*/ 3065 h 3065"/>
                <a:gd name="T8" fmla="*/ 362 w 511"/>
                <a:gd name="T9" fmla="*/ 3065 h 3065"/>
                <a:gd name="T10" fmla="*/ 362 w 511"/>
                <a:gd name="T11" fmla="*/ 234 h 3065"/>
                <a:gd name="T12" fmla="*/ 511 w 511"/>
                <a:gd name="T13" fmla="*/ 234 h 3065"/>
                <a:gd name="T14" fmla="*/ 255 w 511"/>
                <a:gd name="T15" fmla="*/ 0 h 30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3065">
                  <a:moveTo>
                    <a:pt x="255" y="0"/>
                  </a:moveTo>
                  <a:lnTo>
                    <a:pt x="0" y="234"/>
                  </a:lnTo>
                  <a:lnTo>
                    <a:pt x="145" y="234"/>
                  </a:lnTo>
                  <a:lnTo>
                    <a:pt x="145" y="3065"/>
                  </a:lnTo>
                  <a:lnTo>
                    <a:pt x="362" y="3065"/>
                  </a:lnTo>
                  <a:lnTo>
                    <a:pt x="362" y="234"/>
                  </a:lnTo>
                  <a:lnTo>
                    <a:pt x="511" y="234"/>
                  </a:lnTo>
                  <a:lnTo>
                    <a:pt x="255" y="0"/>
                  </a:lnTo>
                  <a:close/>
                </a:path>
              </a:pathLst>
            </a:custGeom>
            <a:solidFill>
              <a:srgbClr val="3DCE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6" name="Freeform 14"/>
            <p:cNvSpPr>
              <a:spLocks/>
            </p:cNvSpPr>
            <p:nvPr/>
          </p:nvSpPr>
          <p:spPr bwMode="auto">
            <a:xfrm>
              <a:off x="3008" y="1254"/>
              <a:ext cx="511" cy="3065"/>
            </a:xfrm>
            <a:custGeom>
              <a:avLst/>
              <a:gdLst>
                <a:gd name="T0" fmla="*/ 255 w 511"/>
                <a:gd name="T1" fmla="*/ 0 h 3065"/>
                <a:gd name="T2" fmla="*/ 0 w 511"/>
                <a:gd name="T3" fmla="*/ 234 h 3065"/>
                <a:gd name="T4" fmla="*/ 145 w 511"/>
                <a:gd name="T5" fmla="*/ 234 h 3065"/>
                <a:gd name="T6" fmla="*/ 145 w 511"/>
                <a:gd name="T7" fmla="*/ 3065 h 3065"/>
                <a:gd name="T8" fmla="*/ 362 w 511"/>
                <a:gd name="T9" fmla="*/ 3065 h 3065"/>
                <a:gd name="T10" fmla="*/ 362 w 511"/>
                <a:gd name="T11" fmla="*/ 234 h 3065"/>
                <a:gd name="T12" fmla="*/ 511 w 511"/>
                <a:gd name="T13" fmla="*/ 234 h 3065"/>
                <a:gd name="T14" fmla="*/ 255 w 511"/>
                <a:gd name="T15" fmla="*/ 0 h 30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3065">
                  <a:moveTo>
                    <a:pt x="255" y="0"/>
                  </a:moveTo>
                  <a:lnTo>
                    <a:pt x="0" y="234"/>
                  </a:lnTo>
                  <a:lnTo>
                    <a:pt x="145" y="234"/>
                  </a:lnTo>
                  <a:lnTo>
                    <a:pt x="145" y="3065"/>
                  </a:lnTo>
                  <a:lnTo>
                    <a:pt x="362" y="3065"/>
                  </a:lnTo>
                  <a:lnTo>
                    <a:pt x="362" y="234"/>
                  </a:lnTo>
                  <a:lnTo>
                    <a:pt x="511" y="234"/>
                  </a:lnTo>
                  <a:lnTo>
                    <a:pt x="25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grpSp>
      <p:sp>
        <p:nvSpPr>
          <p:cNvPr id="20" name="Freeform 18"/>
          <p:cNvSpPr>
            <a:spLocks/>
          </p:cNvSpPr>
          <p:nvPr/>
        </p:nvSpPr>
        <p:spPr bwMode="auto">
          <a:xfrm>
            <a:off x="6391498" y="4277814"/>
            <a:ext cx="1458913" cy="2586535"/>
          </a:xfrm>
          <a:custGeom>
            <a:avLst/>
            <a:gdLst>
              <a:gd name="T0" fmla="*/ 492 w 674"/>
              <a:gd name="T1" fmla="*/ 0 h 1404"/>
              <a:gd name="T2" fmla="*/ 492 w 674"/>
              <a:gd name="T3" fmla="*/ 89 h 1404"/>
              <a:gd name="T4" fmla="*/ 99 w 674"/>
              <a:gd name="T5" fmla="*/ 234 h 1404"/>
              <a:gd name="T6" fmla="*/ 2 w 674"/>
              <a:gd name="T7" fmla="*/ 394 h 1404"/>
              <a:gd name="T8" fmla="*/ 0 w 674"/>
              <a:gd name="T9" fmla="*/ 402 h 1404"/>
              <a:gd name="T10" fmla="*/ 0 w 674"/>
              <a:gd name="T11" fmla="*/ 1404 h 1404"/>
              <a:gd name="T12" fmla="*/ 144 w 674"/>
              <a:gd name="T13" fmla="*/ 1404 h 1404"/>
              <a:gd name="T14" fmla="*/ 144 w 674"/>
              <a:gd name="T15" fmla="*/ 422 h 1404"/>
              <a:gd name="T16" fmla="*/ 492 w 674"/>
              <a:gd name="T17" fmla="*/ 233 h 1404"/>
              <a:gd name="T18" fmla="*/ 492 w 674"/>
              <a:gd name="T19" fmla="*/ 339 h 1404"/>
              <a:gd name="T20" fmla="*/ 674 w 674"/>
              <a:gd name="T21" fmla="*/ 170 h 1404"/>
              <a:gd name="T22" fmla="*/ 492 w 674"/>
              <a:gd name="T23" fmla="*/ 0 h 1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74" h="1404">
                <a:moveTo>
                  <a:pt x="492" y="0"/>
                </a:moveTo>
                <a:cubicBezTo>
                  <a:pt x="492" y="89"/>
                  <a:pt x="492" y="89"/>
                  <a:pt x="492" y="89"/>
                </a:cubicBezTo>
                <a:cubicBezTo>
                  <a:pt x="284" y="95"/>
                  <a:pt x="164" y="170"/>
                  <a:pt x="99" y="234"/>
                </a:cubicBezTo>
                <a:cubicBezTo>
                  <a:pt x="23" y="309"/>
                  <a:pt x="4" y="386"/>
                  <a:pt x="2" y="394"/>
                </a:cubicBezTo>
                <a:cubicBezTo>
                  <a:pt x="0" y="402"/>
                  <a:pt x="0" y="402"/>
                  <a:pt x="0" y="402"/>
                </a:cubicBezTo>
                <a:cubicBezTo>
                  <a:pt x="0" y="1404"/>
                  <a:pt x="0" y="1404"/>
                  <a:pt x="0" y="1404"/>
                </a:cubicBezTo>
                <a:cubicBezTo>
                  <a:pt x="144" y="1404"/>
                  <a:pt x="144" y="1404"/>
                  <a:pt x="144" y="1404"/>
                </a:cubicBezTo>
                <a:cubicBezTo>
                  <a:pt x="144" y="422"/>
                  <a:pt x="144" y="422"/>
                  <a:pt x="144" y="422"/>
                </a:cubicBezTo>
                <a:cubicBezTo>
                  <a:pt x="156" y="388"/>
                  <a:pt x="224" y="242"/>
                  <a:pt x="492" y="233"/>
                </a:cubicBezTo>
                <a:cubicBezTo>
                  <a:pt x="492" y="339"/>
                  <a:pt x="492" y="339"/>
                  <a:pt x="492" y="339"/>
                </a:cubicBezTo>
                <a:cubicBezTo>
                  <a:pt x="674" y="170"/>
                  <a:pt x="674" y="170"/>
                  <a:pt x="674" y="170"/>
                </a:cubicBezTo>
                <a:cubicBezTo>
                  <a:pt x="492" y="0"/>
                  <a:pt x="492" y="0"/>
                  <a:pt x="492" y="0"/>
                </a:cubicBezTo>
              </a:path>
            </a:pathLst>
          </a:custGeom>
          <a:solidFill>
            <a:srgbClr val="8CC6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24" name="Freeform 22"/>
          <p:cNvSpPr>
            <a:spLocks/>
          </p:cNvSpPr>
          <p:nvPr/>
        </p:nvSpPr>
        <p:spPr bwMode="auto">
          <a:xfrm>
            <a:off x="3913410" y="3099418"/>
            <a:ext cx="3257550" cy="3761757"/>
          </a:xfrm>
          <a:custGeom>
            <a:avLst/>
            <a:gdLst>
              <a:gd name="T0" fmla="*/ 182 w 1354"/>
              <a:gd name="T1" fmla="*/ 0 h 1429"/>
              <a:gd name="T2" fmla="*/ 0 w 1354"/>
              <a:gd name="T3" fmla="*/ 169 h 1429"/>
              <a:gd name="T4" fmla="*/ 182 w 1354"/>
              <a:gd name="T5" fmla="*/ 339 h 1429"/>
              <a:gd name="T6" fmla="*/ 182 w 1354"/>
              <a:gd name="T7" fmla="*/ 245 h 1429"/>
              <a:gd name="T8" fmla="*/ 628 w 1354"/>
              <a:gd name="T9" fmla="*/ 245 h 1429"/>
              <a:gd name="T10" fmla="*/ 1134 w 1354"/>
              <a:gd name="T11" fmla="*/ 526 h 1429"/>
              <a:gd name="T12" fmla="*/ 1210 w 1354"/>
              <a:gd name="T13" fmla="*/ 822 h 1429"/>
              <a:gd name="T14" fmla="*/ 1210 w 1354"/>
              <a:gd name="T15" fmla="*/ 1429 h 1429"/>
              <a:gd name="T16" fmla="*/ 1354 w 1354"/>
              <a:gd name="T17" fmla="*/ 1429 h 1429"/>
              <a:gd name="T18" fmla="*/ 1354 w 1354"/>
              <a:gd name="T19" fmla="*/ 822 h 1429"/>
              <a:gd name="T20" fmla="*/ 1265 w 1354"/>
              <a:gd name="T21" fmla="*/ 465 h 1429"/>
              <a:gd name="T22" fmla="*/ 628 w 1354"/>
              <a:gd name="T23" fmla="*/ 101 h 1429"/>
              <a:gd name="T24" fmla="*/ 182 w 1354"/>
              <a:gd name="T25" fmla="*/ 101 h 1429"/>
              <a:gd name="T26" fmla="*/ 182 w 1354"/>
              <a:gd name="T27" fmla="*/ 0 h 1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54" h="1429">
                <a:moveTo>
                  <a:pt x="182" y="0"/>
                </a:moveTo>
                <a:cubicBezTo>
                  <a:pt x="0" y="169"/>
                  <a:pt x="0" y="169"/>
                  <a:pt x="0" y="169"/>
                </a:cubicBezTo>
                <a:cubicBezTo>
                  <a:pt x="182" y="339"/>
                  <a:pt x="182" y="339"/>
                  <a:pt x="182" y="339"/>
                </a:cubicBezTo>
                <a:cubicBezTo>
                  <a:pt x="182" y="245"/>
                  <a:pt x="182" y="245"/>
                  <a:pt x="182" y="245"/>
                </a:cubicBezTo>
                <a:cubicBezTo>
                  <a:pt x="628" y="245"/>
                  <a:pt x="628" y="245"/>
                  <a:pt x="628" y="245"/>
                </a:cubicBezTo>
                <a:cubicBezTo>
                  <a:pt x="868" y="245"/>
                  <a:pt x="1038" y="339"/>
                  <a:pt x="1134" y="526"/>
                </a:cubicBezTo>
                <a:cubicBezTo>
                  <a:pt x="1209" y="671"/>
                  <a:pt x="1210" y="821"/>
                  <a:pt x="1210" y="822"/>
                </a:cubicBezTo>
                <a:cubicBezTo>
                  <a:pt x="1210" y="1429"/>
                  <a:pt x="1210" y="1429"/>
                  <a:pt x="1210" y="1429"/>
                </a:cubicBezTo>
                <a:cubicBezTo>
                  <a:pt x="1354" y="1429"/>
                  <a:pt x="1354" y="1429"/>
                  <a:pt x="1354" y="1429"/>
                </a:cubicBezTo>
                <a:cubicBezTo>
                  <a:pt x="1354" y="822"/>
                  <a:pt x="1354" y="822"/>
                  <a:pt x="1354" y="822"/>
                </a:cubicBezTo>
                <a:cubicBezTo>
                  <a:pt x="1354" y="815"/>
                  <a:pt x="1354" y="641"/>
                  <a:pt x="1265" y="465"/>
                </a:cubicBezTo>
                <a:cubicBezTo>
                  <a:pt x="1181" y="299"/>
                  <a:pt x="1003" y="101"/>
                  <a:pt x="628" y="101"/>
                </a:cubicBezTo>
                <a:cubicBezTo>
                  <a:pt x="182" y="101"/>
                  <a:pt x="182" y="101"/>
                  <a:pt x="182" y="101"/>
                </a:cubicBezTo>
                <a:cubicBezTo>
                  <a:pt x="182" y="0"/>
                  <a:pt x="182" y="0"/>
                  <a:pt x="182" y="0"/>
                </a:cubicBezTo>
              </a:path>
            </a:pathLst>
          </a:custGeom>
          <a:solidFill>
            <a:srgbClr val="F9A5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endParaRPr>
          </a:p>
        </p:txBody>
      </p:sp>
      <p:sp>
        <p:nvSpPr>
          <p:cNvPr id="18" name="TextBox 17"/>
          <p:cNvSpPr txBox="1"/>
          <p:nvPr/>
        </p:nvSpPr>
        <p:spPr>
          <a:xfrm>
            <a:off x="235062" y="3083533"/>
            <a:ext cx="3427280" cy="954107"/>
          </a:xfrm>
          <a:prstGeom prst="rect">
            <a:avLst/>
          </a:prstGeom>
          <a:noFill/>
        </p:spPr>
        <p:txBody>
          <a:bodyPr wrap="square" rtlCol="0">
            <a:spAutoFit/>
          </a:bodyPr>
          <a:lstStyle/>
          <a:p>
            <a:pPr algn="r" rtl="1" fontAlgn="auto">
              <a:spcBef>
                <a:spcPts val="0"/>
              </a:spcBef>
              <a:spcAft>
                <a:spcPts val="0"/>
              </a:spcAft>
            </a:pPr>
            <a:r>
              <a:rPr lang="ar-SA" sz="2800" b="1" dirty="0"/>
              <a:t>المؤتمرات عبر الصوت (</a:t>
            </a:r>
            <a:r>
              <a:rPr lang="en-US" sz="2800" b="1" dirty="0"/>
              <a:t>Audio conferencing</a:t>
            </a:r>
            <a:r>
              <a:rPr lang="ar-SA" sz="2800" b="1" dirty="0"/>
              <a:t>)</a:t>
            </a:r>
            <a:endParaRPr lang="en-IN" sz="2800" b="1" u="sng" dirty="0">
              <a:solidFill>
                <a:srgbClr val="F9A541"/>
              </a:solidFill>
              <a:latin typeface="Roboto Condensed Light" panose="02000000000000000000" pitchFamily="2" charset="0"/>
              <a:ea typeface="Roboto Condensed Light" panose="02000000000000000000" pitchFamily="2" charset="0"/>
            </a:endParaRPr>
          </a:p>
        </p:txBody>
      </p:sp>
      <p:sp>
        <p:nvSpPr>
          <p:cNvPr id="26" name="TextBox 25"/>
          <p:cNvSpPr txBox="1"/>
          <p:nvPr/>
        </p:nvSpPr>
        <p:spPr>
          <a:xfrm>
            <a:off x="431686" y="4776788"/>
            <a:ext cx="3355672" cy="954107"/>
          </a:xfrm>
          <a:prstGeom prst="rect">
            <a:avLst/>
          </a:prstGeom>
          <a:noFill/>
        </p:spPr>
        <p:txBody>
          <a:bodyPr wrap="square" rtlCol="0">
            <a:spAutoFit/>
          </a:bodyPr>
          <a:lstStyle/>
          <a:p>
            <a:pPr algn="r" rtl="1" fontAlgn="auto">
              <a:spcBef>
                <a:spcPts val="0"/>
              </a:spcBef>
              <a:spcAft>
                <a:spcPts val="0"/>
              </a:spcAft>
            </a:pPr>
            <a:r>
              <a:rPr lang="en-US" sz="2800" b="1" dirty="0"/>
              <a:t> </a:t>
            </a:r>
            <a:r>
              <a:rPr lang="ar-SA" sz="2800" b="1" dirty="0"/>
              <a:t>المؤتمرات عبر الفيديو (</a:t>
            </a:r>
            <a:r>
              <a:rPr lang="en-US" sz="2800" b="1" dirty="0"/>
              <a:t>Videoconferencing</a:t>
            </a:r>
            <a:r>
              <a:rPr lang="ar-SA" sz="2800" b="1" dirty="0"/>
              <a:t>)</a:t>
            </a:r>
            <a:r>
              <a:rPr lang="ar-JO" sz="2800" b="1" dirty="0"/>
              <a:t>.</a:t>
            </a:r>
            <a:endParaRPr lang="en-IN" sz="2800" b="1" u="sng" dirty="0">
              <a:solidFill>
                <a:srgbClr val="51B9E5"/>
              </a:solidFill>
              <a:latin typeface="Roboto Condensed Light" panose="02000000000000000000" pitchFamily="2" charset="0"/>
              <a:ea typeface="Roboto Condensed Light" panose="02000000000000000000" pitchFamily="2" charset="0"/>
            </a:endParaRPr>
          </a:p>
        </p:txBody>
      </p:sp>
      <p:sp>
        <p:nvSpPr>
          <p:cNvPr id="31" name="TextBox 30"/>
          <p:cNvSpPr txBox="1"/>
          <p:nvPr/>
        </p:nvSpPr>
        <p:spPr>
          <a:xfrm>
            <a:off x="3213314" y="1311463"/>
            <a:ext cx="5320184" cy="523220"/>
          </a:xfrm>
          <a:prstGeom prst="rect">
            <a:avLst/>
          </a:prstGeom>
          <a:noFill/>
        </p:spPr>
        <p:txBody>
          <a:bodyPr wrap="square" rtlCol="0">
            <a:spAutoFit/>
          </a:bodyPr>
          <a:lstStyle/>
          <a:p>
            <a:pPr algn="ctr" rtl="1" fontAlgn="auto">
              <a:spcBef>
                <a:spcPts val="0"/>
              </a:spcBef>
              <a:spcAft>
                <a:spcPts val="0"/>
              </a:spcAft>
            </a:pPr>
            <a:r>
              <a:rPr lang="ar-SA" sz="2800" b="1" dirty="0"/>
              <a:t>غرف الدردشة </a:t>
            </a:r>
            <a:r>
              <a:rPr lang="en-US" sz="2800" b="1" dirty="0"/>
              <a:t>(Chatting Rooms</a:t>
            </a:r>
            <a:r>
              <a:rPr lang="en-US" sz="2800" b="1" dirty="0" smtClean="0"/>
              <a:t>)</a:t>
            </a:r>
            <a:endParaRPr lang="en-IN" sz="2800" b="1" u="sng" dirty="0">
              <a:solidFill>
                <a:srgbClr val="44C1A3"/>
              </a:solidFill>
              <a:latin typeface="Roboto Condensed Light" panose="02000000000000000000" pitchFamily="2" charset="0"/>
              <a:ea typeface="Roboto Condensed Light" panose="02000000000000000000" pitchFamily="2" charset="0"/>
            </a:endParaRPr>
          </a:p>
        </p:txBody>
      </p:sp>
      <p:sp>
        <p:nvSpPr>
          <p:cNvPr id="39" name="TextBox 38"/>
          <p:cNvSpPr txBox="1"/>
          <p:nvPr/>
        </p:nvSpPr>
        <p:spPr>
          <a:xfrm>
            <a:off x="8186468" y="4282209"/>
            <a:ext cx="2026635" cy="523220"/>
          </a:xfrm>
          <a:prstGeom prst="rect">
            <a:avLst/>
          </a:prstGeom>
          <a:noFill/>
        </p:spPr>
        <p:txBody>
          <a:bodyPr wrap="square" rtlCol="0">
            <a:spAutoFit/>
          </a:bodyPr>
          <a:lstStyle/>
          <a:p>
            <a:pPr algn="ctr" fontAlgn="auto">
              <a:spcBef>
                <a:spcPts val="0"/>
              </a:spcBef>
              <a:spcAft>
                <a:spcPts val="0"/>
              </a:spcAft>
            </a:pPr>
            <a:r>
              <a:rPr lang="en-US" sz="2800" b="1" dirty="0"/>
              <a:t> </a:t>
            </a:r>
            <a:r>
              <a:rPr lang="ar-SA" sz="2800" b="1" dirty="0"/>
              <a:t>الفصول الذكية</a:t>
            </a:r>
            <a:endParaRPr lang="en-IN" sz="2800" b="1" u="sng" dirty="0">
              <a:solidFill>
                <a:srgbClr val="99CB38"/>
              </a:solidFill>
              <a:latin typeface="Roboto Condensed Light" panose="02000000000000000000" pitchFamily="2" charset="0"/>
              <a:ea typeface="Roboto Condensed Light" panose="02000000000000000000" pitchFamily="2" charset="0"/>
            </a:endParaRPr>
          </a:p>
        </p:txBody>
      </p:sp>
      <p:sp>
        <p:nvSpPr>
          <p:cNvPr id="35" name="TextBox 34"/>
          <p:cNvSpPr txBox="1"/>
          <p:nvPr/>
        </p:nvSpPr>
        <p:spPr>
          <a:xfrm>
            <a:off x="9129058" y="2772931"/>
            <a:ext cx="2807439" cy="523220"/>
          </a:xfrm>
          <a:prstGeom prst="rect">
            <a:avLst/>
          </a:prstGeom>
          <a:noFill/>
        </p:spPr>
        <p:txBody>
          <a:bodyPr wrap="square" rtlCol="0">
            <a:spAutoFit/>
          </a:bodyPr>
          <a:lstStyle/>
          <a:p>
            <a:pPr algn="ctr" fontAlgn="auto">
              <a:spcBef>
                <a:spcPts val="0"/>
              </a:spcBef>
              <a:spcAft>
                <a:spcPts val="0"/>
              </a:spcAft>
            </a:pPr>
            <a:r>
              <a:rPr lang="en-US" sz="2800" b="1" dirty="0"/>
              <a:t> </a:t>
            </a:r>
            <a:r>
              <a:rPr lang="ar-SA" sz="2800" b="1" dirty="0"/>
              <a:t>الصفوف الافتراضية</a:t>
            </a:r>
            <a:endParaRPr lang="en-IN" sz="2800" b="1" u="sng" dirty="0">
              <a:solidFill>
                <a:srgbClr val="F26649"/>
              </a:solidFill>
              <a:latin typeface="Roboto Condensed Light" panose="02000000000000000000" pitchFamily="2" charset="0"/>
              <a:ea typeface="Roboto Condensed Light" panose="02000000000000000000" pitchFamily="2" charset="0"/>
            </a:endParaRPr>
          </a:p>
        </p:txBody>
      </p:sp>
      <p:sp>
        <p:nvSpPr>
          <p:cNvPr id="1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6295710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25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childTnLst>
                          </p:cTn>
                        </p:par>
                        <p:par>
                          <p:cTn id="8" fill="hold">
                            <p:stCondLst>
                              <p:cond delay="750"/>
                            </p:stCondLst>
                            <p:childTnLst>
                              <p:par>
                                <p:cTn id="9" presetID="22" presetClass="entr" presetSubtype="4" fill="hold" grpId="0" nodeType="afterEffect">
                                  <p:stCondLst>
                                    <p:cond delay="250"/>
                                  </p:stCondLst>
                                  <p:childTnLst>
                                    <p:set>
                                      <p:cBhvr>
                                        <p:cTn id="10" dur="1" fill="hold">
                                          <p:stCondLst>
                                            <p:cond delay="0"/>
                                          </p:stCondLst>
                                        </p:cTn>
                                        <p:tgtEl>
                                          <p:spTgt spid="26"/>
                                        </p:tgtEl>
                                        <p:attrNameLst>
                                          <p:attrName>style.visibility</p:attrName>
                                        </p:attrNameLst>
                                      </p:cBhvr>
                                      <p:to>
                                        <p:strVal val="visible"/>
                                      </p:to>
                                    </p:set>
                                    <p:animEffect transition="in" filter="wipe(down)">
                                      <p:cBhvr>
                                        <p:cTn id="11" dur="500"/>
                                        <p:tgtEl>
                                          <p:spTgt spid="26"/>
                                        </p:tgtEl>
                                      </p:cBhvr>
                                    </p:animEffect>
                                  </p:childTnLst>
                                </p:cTn>
                              </p:par>
                            </p:childTnLst>
                          </p:cTn>
                        </p:par>
                        <p:par>
                          <p:cTn id="12" fill="hold">
                            <p:stCondLst>
                              <p:cond delay="1500"/>
                            </p:stCondLst>
                            <p:childTnLst>
                              <p:par>
                                <p:cTn id="13" presetID="22" presetClass="entr" presetSubtype="4" fill="hold" grpId="0" nodeType="afterEffect">
                                  <p:stCondLst>
                                    <p:cond delay="250"/>
                                  </p:stCondLst>
                                  <p:childTnLst>
                                    <p:set>
                                      <p:cBhvr>
                                        <p:cTn id="14" dur="1" fill="hold">
                                          <p:stCondLst>
                                            <p:cond delay="0"/>
                                          </p:stCondLst>
                                        </p:cTn>
                                        <p:tgtEl>
                                          <p:spTgt spid="24"/>
                                        </p:tgtEl>
                                        <p:attrNameLst>
                                          <p:attrName>style.visibility</p:attrName>
                                        </p:attrNameLst>
                                      </p:cBhvr>
                                      <p:to>
                                        <p:strVal val="visible"/>
                                      </p:to>
                                    </p:set>
                                    <p:animEffect transition="in" filter="wipe(down)">
                                      <p:cBhvr>
                                        <p:cTn id="15" dur="500"/>
                                        <p:tgtEl>
                                          <p:spTgt spid="24"/>
                                        </p:tgtEl>
                                      </p:cBhvr>
                                    </p:animEffect>
                                  </p:childTnLst>
                                </p:cTn>
                              </p:par>
                            </p:childTnLst>
                          </p:cTn>
                        </p:par>
                        <p:par>
                          <p:cTn id="16" fill="hold">
                            <p:stCondLst>
                              <p:cond delay="2250"/>
                            </p:stCondLst>
                            <p:childTnLst>
                              <p:par>
                                <p:cTn id="17" presetID="22" presetClass="entr" presetSubtype="4" fill="hold" grpId="0" nodeType="afterEffect">
                                  <p:stCondLst>
                                    <p:cond delay="250"/>
                                  </p:stCondLst>
                                  <p:childTnLst>
                                    <p:set>
                                      <p:cBhvr>
                                        <p:cTn id="18" dur="1" fill="hold">
                                          <p:stCondLst>
                                            <p:cond delay="0"/>
                                          </p:stCondLst>
                                        </p:cTn>
                                        <p:tgtEl>
                                          <p:spTgt spid="18"/>
                                        </p:tgtEl>
                                        <p:attrNameLst>
                                          <p:attrName>style.visibility</p:attrName>
                                        </p:attrNameLst>
                                      </p:cBhvr>
                                      <p:to>
                                        <p:strVal val="visible"/>
                                      </p:to>
                                    </p:set>
                                    <p:animEffect transition="in" filter="wipe(down)">
                                      <p:cBhvr>
                                        <p:cTn id="19" dur="500"/>
                                        <p:tgtEl>
                                          <p:spTgt spid="18"/>
                                        </p:tgtEl>
                                      </p:cBhvr>
                                    </p:animEffect>
                                  </p:childTnLst>
                                </p:cTn>
                              </p:par>
                            </p:childTnLst>
                          </p:cTn>
                        </p:par>
                        <p:par>
                          <p:cTn id="20" fill="hold">
                            <p:stCondLst>
                              <p:cond delay="3000"/>
                            </p:stCondLst>
                            <p:childTnLst>
                              <p:par>
                                <p:cTn id="21" presetID="22" presetClass="entr" presetSubtype="4" fill="hold" nodeType="afterEffect">
                                  <p:stCondLst>
                                    <p:cond delay="250"/>
                                  </p:stCondLst>
                                  <p:childTnLst>
                                    <p:set>
                                      <p:cBhvr>
                                        <p:cTn id="22" dur="1" fill="hold">
                                          <p:stCondLst>
                                            <p:cond delay="0"/>
                                          </p:stCondLst>
                                        </p:cTn>
                                        <p:tgtEl>
                                          <p:spTgt spid="13"/>
                                        </p:tgtEl>
                                        <p:attrNameLst>
                                          <p:attrName>style.visibility</p:attrName>
                                        </p:attrNameLst>
                                      </p:cBhvr>
                                      <p:to>
                                        <p:strVal val="visible"/>
                                      </p:to>
                                    </p:set>
                                    <p:animEffect transition="in" filter="wipe(down)">
                                      <p:cBhvr>
                                        <p:cTn id="23" dur="500"/>
                                        <p:tgtEl>
                                          <p:spTgt spid="13"/>
                                        </p:tgtEl>
                                      </p:cBhvr>
                                    </p:animEffect>
                                  </p:childTnLst>
                                </p:cTn>
                              </p:par>
                            </p:childTnLst>
                          </p:cTn>
                        </p:par>
                        <p:par>
                          <p:cTn id="24" fill="hold">
                            <p:stCondLst>
                              <p:cond delay="3750"/>
                            </p:stCondLst>
                            <p:childTnLst>
                              <p:par>
                                <p:cTn id="25" presetID="22" presetClass="entr" presetSubtype="4" fill="hold" grpId="0" nodeType="afterEffect">
                                  <p:stCondLst>
                                    <p:cond delay="250"/>
                                  </p:stCondLst>
                                  <p:childTnLst>
                                    <p:set>
                                      <p:cBhvr>
                                        <p:cTn id="26" dur="1" fill="hold">
                                          <p:stCondLst>
                                            <p:cond delay="0"/>
                                          </p:stCondLst>
                                        </p:cTn>
                                        <p:tgtEl>
                                          <p:spTgt spid="31"/>
                                        </p:tgtEl>
                                        <p:attrNameLst>
                                          <p:attrName>style.visibility</p:attrName>
                                        </p:attrNameLst>
                                      </p:cBhvr>
                                      <p:to>
                                        <p:strVal val="visible"/>
                                      </p:to>
                                    </p:set>
                                    <p:animEffect transition="in" filter="wipe(down)">
                                      <p:cBhvr>
                                        <p:cTn id="27" dur="500"/>
                                        <p:tgtEl>
                                          <p:spTgt spid="31"/>
                                        </p:tgtEl>
                                      </p:cBhvr>
                                    </p:animEffect>
                                  </p:childTnLst>
                                </p:cTn>
                              </p:par>
                            </p:childTnLst>
                          </p:cTn>
                        </p:par>
                        <p:par>
                          <p:cTn id="28" fill="hold">
                            <p:stCondLst>
                              <p:cond delay="4500"/>
                            </p:stCondLst>
                            <p:childTnLst>
                              <p:par>
                                <p:cTn id="29" presetID="22" presetClass="entr" presetSubtype="4" fill="hold" grpId="0" nodeType="afterEffect">
                                  <p:stCondLst>
                                    <p:cond delay="250"/>
                                  </p:stCondLst>
                                  <p:childTnLst>
                                    <p:set>
                                      <p:cBhvr>
                                        <p:cTn id="30" dur="1" fill="hold">
                                          <p:stCondLst>
                                            <p:cond delay="0"/>
                                          </p:stCondLst>
                                        </p:cTn>
                                        <p:tgtEl>
                                          <p:spTgt spid="11"/>
                                        </p:tgtEl>
                                        <p:attrNameLst>
                                          <p:attrName>style.visibility</p:attrName>
                                        </p:attrNameLst>
                                      </p:cBhvr>
                                      <p:to>
                                        <p:strVal val="visible"/>
                                      </p:to>
                                    </p:set>
                                    <p:animEffect transition="in" filter="wipe(down)">
                                      <p:cBhvr>
                                        <p:cTn id="31" dur="500"/>
                                        <p:tgtEl>
                                          <p:spTgt spid="11"/>
                                        </p:tgtEl>
                                      </p:cBhvr>
                                    </p:animEffect>
                                  </p:childTnLst>
                                </p:cTn>
                              </p:par>
                            </p:childTnLst>
                          </p:cTn>
                        </p:par>
                        <p:par>
                          <p:cTn id="32" fill="hold">
                            <p:stCondLst>
                              <p:cond delay="5250"/>
                            </p:stCondLst>
                            <p:childTnLst>
                              <p:par>
                                <p:cTn id="33" presetID="22" presetClass="entr" presetSubtype="4" fill="hold" grpId="0" nodeType="afterEffect">
                                  <p:stCondLst>
                                    <p:cond delay="250"/>
                                  </p:stCondLst>
                                  <p:childTnLst>
                                    <p:set>
                                      <p:cBhvr>
                                        <p:cTn id="34" dur="1" fill="hold">
                                          <p:stCondLst>
                                            <p:cond delay="0"/>
                                          </p:stCondLst>
                                        </p:cTn>
                                        <p:tgtEl>
                                          <p:spTgt spid="35"/>
                                        </p:tgtEl>
                                        <p:attrNameLst>
                                          <p:attrName>style.visibility</p:attrName>
                                        </p:attrNameLst>
                                      </p:cBhvr>
                                      <p:to>
                                        <p:strVal val="visible"/>
                                      </p:to>
                                    </p:set>
                                    <p:animEffect transition="in" filter="wipe(down)">
                                      <p:cBhvr>
                                        <p:cTn id="35" dur="500"/>
                                        <p:tgtEl>
                                          <p:spTgt spid="35"/>
                                        </p:tgtEl>
                                      </p:cBhvr>
                                    </p:animEffect>
                                  </p:childTnLst>
                                </p:cTn>
                              </p:par>
                            </p:childTnLst>
                          </p:cTn>
                        </p:par>
                        <p:par>
                          <p:cTn id="36" fill="hold">
                            <p:stCondLst>
                              <p:cond delay="6000"/>
                            </p:stCondLst>
                            <p:childTnLst>
                              <p:par>
                                <p:cTn id="37" presetID="22" presetClass="entr" presetSubtype="4" fill="hold" grpId="0" nodeType="afterEffect">
                                  <p:stCondLst>
                                    <p:cond delay="250"/>
                                  </p:stCondLst>
                                  <p:childTnLst>
                                    <p:set>
                                      <p:cBhvr>
                                        <p:cTn id="38" dur="1" fill="hold">
                                          <p:stCondLst>
                                            <p:cond delay="0"/>
                                          </p:stCondLst>
                                        </p:cTn>
                                        <p:tgtEl>
                                          <p:spTgt spid="20"/>
                                        </p:tgtEl>
                                        <p:attrNameLst>
                                          <p:attrName>style.visibility</p:attrName>
                                        </p:attrNameLst>
                                      </p:cBhvr>
                                      <p:to>
                                        <p:strVal val="visible"/>
                                      </p:to>
                                    </p:set>
                                    <p:animEffect transition="in" filter="wipe(down)">
                                      <p:cBhvr>
                                        <p:cTn id="39" dur="500"/>
                                        <p:tgtEl>
                                          <p:spTgt spid="20"/>
                                        </p:tgtEl>
                                      </p:cBhvr>
                                    </p:animEffect>
                                  </p:childTnLst>
                                </p:cTn>
                              </p:par>
                            </p:childTnLst>
                          </p:cTn>
                        </p:par>
                        <p:par>
                          <p:cTn id="40" fill="hold">
                            <p:stCondLst>
                              <p:cond delay="6750"/>
                            </p:stCondLst>
                            <p:childTnLst>
                              <p:par>
                                <p:cTn id="41" presetID="22" presetClass="entr" presetSubtype="4" fill="hold" grpId="0" nodeType="afterEffect">
                                  <p:stCondLst>
                                    <p:cond delay="250"/>
                                  </p:stCondLst>
                                  <p:childTnLst>
                                    <p:set>
                                      <p:cBhvr>
                                        <p:cTn id="42" dur="1" fill="hold">
                                          <p:stCondLst>
                                            <p:cond delay="0"/>
                                          </p:stCondLst>
                                        </p:cTn>
                                        <p:tgtEl>
                                          <p:spTgt spid="39"/>
                                        </p:tgtEl>
                                        <p:attrNameLst>
                                          <p:attrName>style.visibility</p:attrName>
                                        </p:attrNameLst>
                                      </p:cBhvr>
                                      <p:to>
                                        <p:strVal val="visible"/>
                                      </p:to>
                                    </p:set>
                                    <p:animEffect transition="in" filter="wipe(down)">
                                      <p:cBhvr>
                                        <p:cTn id="4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animBg="1"/>
      <p:bldP spid="20" grpId="0" animBg="1"/>
      <p:bldP spid="24" grpId="0" animBg="1"/>
      <p:bldP spid="18" grpId="0"/>
      <p:bldP spid="26" grpId="0"/>
      <p:bldP spid="31" grpId="0"/>
      <p:bldP spid="39" grpId="0"/>
      <p:bldP spid="35" grpId="0"/>
    </p:bldLst>
  </p:timing>
</p:sld>
</file>

<file path=ppt/slides/slide17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 name="Title 4"/>
          <p:cNvSpPr>
            <a:spLocks noGrp="1"/>
          </p:cNvSpPr>
          <p:nvPr>
            <p:ph type="title"/>
          </p:nvPr>
        </p:nvSpPr>
        <p:spPr>
          <a:xfrm>
            <a:off x="383084" y="1530268"/>
            <a:ext cx="7134717" cy="3494672"/>
          </a:xfrm>
        </p:spPr>
        <p:txBody>
          <a:bodyPr>
            <a:normAutofit/>
          </a:bodyPr>
          <a:lstStyle/>
          <a:p>
            <a:pPr marL="742950" indent="-742950" algn="ctr" rtl="1">
              <a:buFont typeface="+mj-lt"/>
              <a:buAutoNum type="arabicPeriod" startAt="2"/>
            </a:pPr>
            <a:r>
              <a:rPr lang="ar-SA" dirty="0" smtClean="0"/>
              <a:t> </a:t>
            </a:r>
            <a:r>
              <a:rPr lang="ar-SA" u="sng" dirty="0">
                <a:solidFill>
                  <a:srgbClr val="83B14C"/>
                </a:solidFill>
              </a:rPr>
              <a:t>التعليم الإلكتروني غير المتزامن </a:t>
            </a:r>
            <a:r>
              <a:rPr lang="en-US" u="sng" dirty="0">
                <a:solidFill>
                  <a:srgbClr val="83B14C"/>
                </a:solidFill>
              </a:rPr>
              <a:t>Asynchronous E-learning)</a:t>
            </a:r>
            <a:r>
              <a:rPr lang="ar-SA" u="sng" dirty="0">
                <a:solidFill>
                  <a:srgbClr val="83B14C"/>
                </a:solidFill>
              </a:rPr>
              <a:t>): </a:t>
            </a:r>
            <a:r>
              <a:rPr lang="ar-SA" sz="3200" dirty="0"/>
              <a:t>وهو التعليم غير المباشر الذي لايحتاج إلى وجود المتعلمين في نفس الوقت أمام أجهزة الحاسوب</a:t>
            </a:r>
            <a:endParaRPr lang="en-US" sz="3200" dirty="0"/>
          </a:p>
        </p:txBody>
      </p:sp>
      <p:grpSp>
        <p:nvGrpSpPr>
          <p:cNvPr id="3" name="Group 2"/>
          <p:cNvGrpSpPr/>
          <p:nvPr/>
        </p:nvGrpSpPr>
        <p:grpSpPr>
          <a:xfrm>
            <a:off x="7547298" y="1421753"/>
            <a:ext cx="4289885" cy="3748930"/>
            <a:chOff x="8010258" y="2128103"/>
            <a:chExt cx="3239180" cy="3187756"/>
          </a:xfrm>
        </p:grpSpPr>
        <p:sp>
          <p:nvSpPr>
            <p:cNvPr id="12" name="Freeform 5"/>
            <p:cNvSpPr>
              <a:spLocks noEditPoints="1"/>
            </p:cNvSpPr>
            <p:nvPr/>
          </p:nvSpPr>
          <p:spPr bwMode="auto">
            <a:xfrm>
              <a:off x="8010258" y="2241910"/>
              <a:ext cx="969011" cy="3016567"/>
            </a:xfrm>
            <a:custGeom>
              <a:avLst/>
              <a:gdLst/>
              <a:ahLst/>
              <a:cxnLst>
                <a:cxn ang="0">
                  <a:pos x="463" y="788"/>
                </a:cxn>
                <a:cxn ang="0">
                  <a:pos x="470" y="944"/>
                </a:cxn>
                <a:cxn ang="0">
                  <a:pos x="497" y="1404"/>
                </a:cxn>
                <a:cxn ang="0">
                  <a:pos x="485" y="1473"/>
                </a:cxn>
                <a:cxn ang="0">
                  <a:pos x="509" y="1592"/>
                </a:cxn>
                <a:cxn ang="0">
                  <a:pos x="386" y="1521"/>
                </a:cxn>
                <a:cxn ang="0">
                  <a:pos x="349" y="1293"/>
                </a:cxn>
                <a:cxn ang="0">
                  <a:pos x="354" y="1113"/>
                </a:cxn>
                <a:cxn ang="0">
                  <a:pos x="301" y="973"/>
                </a:cxn>
                <a:cxn ang="0">
                  <a:pos x="279" y="1144"/>
                </a:cxn>
                <a:cxn ang="0">
                  <a:pos x="283" y="1349"/>
                </a:cxn>
                <a:cxn ang="0">
                  <a:pos x="308" y="1501"/>
                </a:cxn>
                <a:cxn ang="0">
                  <a:pos x="290" y="1540"/>
                </a:cxn>
                <a:cxn ang="0">
                  <a:pos x="270" y="1579"/>
                </a:cxn>
                <a:cxn ang="0">
                  <a:pos x="196" y="1603"/>
                </a:cxn>
                <a:cxn ang="0">
                  <a:pos x="192" y="1541"/>
                </a:cxn>
                <a:cxn ang="0">
                  <a:pos x="176" y="1433"/>
                </a:cxn>
                <a:cxn ang="0">
                  <a:pos x="171" y="1303"/>
                </a:cxn>
                <a:cxn ang="0">
                  <a:pos x="138" y="1082"/>
                </a:cxn>
                <a:cxn ang="0">
                  <a:pos x="115" y="941"/>
                </a:cxn>
                <a:cxn ang="0">
                  <a:pos x="24" y="874"/>
                </a:cxn>
                <a:cxn ang="0">
                  <a:pos x="14" y="848"/>
                </a:cxn>
                <a:cxn ang="0">
                  <a:pos x="11" y="479"/>
                </a:cxn>
                <a:cxn ang="0">
                  <a:pos x="108" y="264"/>
                </a:cxn>
                <a:cxn ang="0">
                  <a:pos x="176" y="217"/>
                </a:cxn>
                <a:cxn ang="0">
                  <a:pos x="159" y="156"/>
                </a:cxn>
                <a:cxn ang="0">
                  <a:pos x="146" y="92"/>
                </a:cxn>
                <a:cxn ang="0">
                  <a:pos x="295" y="92"/>
                </a:cxn>
                <a:cxn ang="0">
                  <a:pos x="293" y="144"/>
                </a:cxn>
                <a:cxn ang="0">
                  <a:pos x="283" y="172"/>
                </a:cxn>
                <a:cxn ang="0">
                  <a:pos x="304" y="231"/>
                </a:cxn>
                <a:cxn ang="0">
                  <a:pos x="409" y="260"/>
                </a:cxn>
                <a:cxn ang="0">
                  <a:pos x="457" y="306"/>
                </a:cxn>
                <a:cxn ang="0">
                  <a:pos x="472" y="389"/>
                </a:cxn>
                <a:cxn ang="0">
                  <a:pos x="494" y="532"/>
                </a:cxn>
                <a:cxn ang="0">
                  <a:pos x="500" y="582"/>
                </a:cxn>
                <a:cxn ang="0">
                  <a:pos x="498" y="634"/>
                </a:cxn>
                <a:cxn ang="0">
                  <a:pos x="475" y="785"/>
                </a:cxn>
                <a:cxn ang="0">
                  <a:pos x="193" y="359"/>
                </a:cxn>
                <a:cxn ang="0">
                  <a:pos x="383" y="694"/>
                </a:cxn>
                <a:cxn ang="0">
                  <a:pos x="324" y="529"/>
                </a:cxn>
                <a:cxn ang="0">
                  <a:pos x="299" y="423"/>
                </a:cxn>
                <a:cxn ang="0">
                  <a:pos x="281" y="220"/>
                </a:cxn>
                <a:cxn ang="0">
                  <a:pos x="244" y="305"/>
                </a:cxn>
                <a:cxn ang="0">
                  <a:pos x="201" y="258"/>
                </a:cxn>
                <a:cxn ang="0">
                  <a:pos x="179" y="220"/>
                </a:cxn>
              </a:cxnLst>
              <a:rect l="0" t="0" r="r" b="b"/>
              <a:pathLst>
                <a:path w="516" h="1608">
                  <a:moveTo>
                    <a:pt x="475" y="785"/>
                  </a:moveTo>
                  <a:cubicBezTo>
                    <a:pt x="474" y="788"/>
                    <a:pt x="466" y="786"/>
                    <a:pt x="463" y="788"/>
                  </a:cubicBezTo>
                  <a:cubicBezTo>
                    <a:pt x="468" y="818"/>
                    <a:pt x="460" y="848"/>
                    <a:pt x="460" y="873"/>
                  </a:cubicBezTo>
                  <a:cubicBezTo>
                    <a:pt x="459" y="895"/>
                    <a:pt x="466" y="920"/>
                    <a:pt x="470" y="944"/>
                  </a:cubicBezTo>
                  <a:cubicBezTo>
                    <a:pt x="481" y="1012"/>
                    <a:pt x="494" y="1085"/>
                    <a:pt x="496" y="1161"/>
                  </a:cubicBezTo>
                  <a:cubicBezTo>
                    <a:pt x="497" y="1241"/>
                    <a:pt x="497" y="1324"/>
                    <a:pt x="497" y="1404"/>
                  </a:cubicBezTo>
                  <a:cubicBezTo>
                    <a:pt x="497" y="1418"/>
                    <a:pt x="496" y="1430"/>
                    <a:pt x="494" y="1442"/>
                  </a:cubicBezTo>
                  <a:cubicBezTo>
                    <a:pt x="492" y="1453"/>
                    <a:pt x="486" y="1462"/>
                    <a:pt x="485" y="1473"/>
                  </a:cubicBezTo>
                  <a:cubicBezTo>
                    <a:pt x="482" y="1490"/>
                    <a:pt x="485" y="1509"/>
                    <a:pt x="473" y="1516"/>
                  </a:cubicBezTo>
                  <a:cubicBezTo>
                    <a:pt x="477" y="1549"/>
                    <a:pt x="516" y="1552"/>
                    <a:pt x="509" y="1592"/>
                  </a:cubicBezTo>
                  <a:cubicBezTo>
                    <a:pt x="483" y="1606"/>
                    <a:pt x="422" y="1608"/>
                    <a:pt x="417" y="1575"/>
                  </a:cubicBezTo>
                  <a:cubicBezTo>
                    <a:pt x="383" y="1580"/>
                    <a:pt x="386" y="1549"/>
                    <a:pt x="386" y="1521"/>
                  </a:cubicBezTo>
                  <a:cubicBezTo>
                    <a:pt x="387" y="1516"/>
                    <a:pt x="377" y="1520"/>
                    <a:pt x="376" y="1516"/>
                  </a:cubicBezTo>
                  <a:cubicBezTo>
                    <a:pt x="352" y="1460"/>
                    <a:pt x="350" y="1375"/>
                    <a:pt x="349" y="1293"/>
                  </a:cubicBezTo>
                  <a:cubicBezTo>
                    <a:pt x="349" y="1248"/>
                    <a:pt x="349" y="1201"/>
                    <a:pt x="351" y="1156"/>
                  </a:cubicBezTo>
                  <a:cubicBezTo>
                    <a:pt x="352" y="1142"/>
                    <a:pt x="355" y="1126"/>
                    <a:pt x="354" y="1113"/>
                  </a:cubicBezTo>
                  <a:cubicBezTo>
                    <a:pt x="353" y="1107"/>
                    <a:pt x="349" y="1097"/>
                    <a:pt x="346" y="1089"/>
                  </a:cubicBezTo>
                  <a:cubicBezTo>
                    <a:pt x="331" y="1049"/>
                    <a:pt x="316" y="1011"/>
                    <a:pt x="301" y="973"/>
                  </a:cubicBezTo>
                  <a:cubicBezTo>
                    <a:pt x="295" y="958"/>
                    <a:pt x="292" y="940"/>
                    <a:pt x="278" y="932"/>
                  </a:cubicBezTo>
                  <a:cubicBezTo>
                    <a:pt x="281" y="1000"/>
                    <a:pt x="279" y="1072"/>
                    <a:pt x="279" y="1144"/>
                  </a:cubicBezTo>
                  <a:cubicBezTo>
                    <a:pt x="279" y="1179"/>
                    <a:pt x="275" y="1213"/>
                    <a:pt x="277" y="1247"/>
                  </a:cubicBezTo>
                  <a:cubicBezTo>
                    <a:pt x="279" y="1282"/>
                    <a:pt x="278" y="1317"/>
                    <a:pt x="283" y="1349"/>
                  </a:cubicBezTo>
                  <a:cubicBezTo>
                    <a:pt x="287" y="1370"/>
                    <a:pt x="293" y="1391"/>
                    <a:pt x="298" y="1412"/>
                  </a:cubicBezTo>
                  <a:cubicBezTo>
                    <a:pt x="305" y="1442"/>
                    <a:pt x="312" y="1467"/>
                    <a:pt x="308" y="1501"/>
                  </a:cubicBezTo>
                  <a:cubicBezTo>
                    <a:pt x="307" y="1508"/>
                    <a:pt x="306" y="1518"/>
                    <a:pt x="304" y="1523"/>
                  </a:cubicBezTo>
                  <a:cubicBezTo>
                    <a:pt x="301" y="1530"/>
                    <a:pt x="292" y="1533"/>
                    <a:pt x="290" y="1540"/>
                  </a:cubicBezTo>
                  <a:cubicBezTo>
                    <a:pt x="287" y="1550"/>
                    <a:pt x="292" y="1563"/>
                    <a:pt x="287" y="1572"/>
                  </a:cubicBezTo>
                  <a:cubicBezTo>
                    <a:pt x="283" y="1577"/>
                    <a:pt x="277" y="1577"/>
                    <a:pt x="270" y="1579"/>
                  </a:cubicBezTo>
                  <a:cubicBezTo>
                    <a:pt x="256" y="1586"/>
                    <a:pt x="238" y="1602"/>
                    <a:pt x="224" y="1605"/>
                  </a:cubicBezTo>
                  <a:cubicBezTo>
                    <a:pt x="216" y="1606"/>
                    <a:pt x="206" y="1603"/>
                    <a:pt x="196" y="1603"/>
                  </a:cubicBezTo>
                  <a:cubicBezTo>
                    <a:pt x="178" y="1601"/>
                    <a:pt x="164" y="1602"/>
                    <a:pt x="166" y="1580"/>
                  </a:cubicBezTo>
                  <a:cubicBezTo>
                    <a:pt x="167" y="1564"/>
                    <a:pt x="186" y="1552"/>
                    <a:pt x="192" y="1541"/>
                  </a:cubicBezTo>
                  <a:cubicBezTo>
                    <a:pt x="201" y="1522"/>
                    <a:pt x="199" y="1480"/>
                    <a:pt x="191" y="1458"/>
                  </a:cubicBezTo>
                  <a:cubicBezTo>
                    <a:pt x="187" y="1449"/>
                    <a:pt x="178" y="1442"/>
                    <a:pt x="176" y="1433"/>
                  </a:cubicBezTo>
                  <a:cubicBezTo>
                    <a:pt x="171" y="1415"/>
                    <a:pt x="172" y="1388"/>
                    <a:pt x="173" y="1366"/>
                  </a:cubicBezTo>
                  <a:cubicBezTo>
                    <a:pt x="174" y="1344"/>
                    <a:pt x="173" y="1323"/>
                    <a:pt x="171" y="1303"/>
                  </a:cubicBezTo>
                  <a:cubicBezTo>
                    <a:pt x="167" y="1261"/>
                    <a:pt x="165" y="1218"/>
                    <a:pt x="161" y="1176"/>
                  </a:cubicBezTo>
                  <a:cubicBezTo>
                    <a:pt x="158" y="1143"/>
                    <a:pt x="145" y="1112"/>
                    <a:pt x="138" y="1082"/>
                  </a:cubicBezTo>
                  <a:cubicBezTo>
                    <a:pt x="134" y="1067"/>
                    <a:pt x="130" y="1050"/>
                    <a:pt x="127" y="1035"/>
                  </a:cubicBezTo>
                  <a:cubicBezTo>
                    <a:pt x="120" y="1006"/>
                    <a:pt x="112" y="977"/>
                    <a:pt x="115" y="941"/>
                  </a:cubicBezTo>
                  <a:cubicBezTo>
                    <a:pt x="89" y="937"/>
                    <a:pt x="66" y="941"/>
                    <a:pt x="51" y="927"/>
                  </a:cubicBezTo>
                  <a:cubicBezTo>
                    <a:pt x="39" y="918"/>
                    <a:pt x="26" y="891"/>
                    <a:pt x="24" y="874"/>
                  </a:cubicBezTo>
                  <a:cubicBezTo>
                    <a:pt x="23" y="866"/>
                    <a:pt x="23" y="859"/>
                    <a:pt x="25" y="852"/>
                  </a:cubicBezTo>
                  <a:cubicBezTo>
                    <a:pt x="25" y="847"/>
                    <a:pt x="15" y="852"/>
                    <a:pt x="14" y="848"/>
                  </a:cubicBezTo>
                  <a:cubicBezTo>
                    <a:pt x="10" y="782"/>
                    <a:pt x="0" y="717"/>
                    <a:pt x="0" y="647"/>
                  </a:cubicBezTo>
                  <a:cubicBezTo>
                    <a:pt x="1" y="592"/>
                    <a:pt x="9" y="536"/>
                    <a:pt x="11" y="479"/>
                  </a:cubicBezTo>
                  <a:cubicBezTo>
                    <a:pt x="12" y="422"/>
                    <a:pt x="15" y="364"/>
                    <a:pt x="24" y="310"/>
                  </a:cubicBezTo>
                  <a:cubicBezTo>
                    <a:pt x="50" y="295"/>
                    <a:pt x="77" y="277"/>
                    <a:pt x="108" y="264"/>
                  </a:cubicBezTo>
                  <a:cubicBezTo>
                    <a:pt x="120" y="259"/>
                    <a:pt x="135" y="256"/>
                    <a:pt x="144" y="249"/>
                  </a:cubicBezTo>
                  <a:cubicBezTo>
                    <a:pt x="154" y="242"/>
                    <a:pt x="174" y="227"/>
                    <a:pt x="176" y="217"/>
                  </a:cubicBezTo>
                  <a:cubicBezTo>
                    <a:pt x="179" y="199"/>
                    <a:pt x="171" y="184"/>
                    <a:pt x="167" y="172"/>
                  </a:cubicBezTo>
                  <a:cubicBezTo>
                    <a:pt x="164" y="166"/>
                    <a:pt x="162" y="159"/>
                    <a:pt x="159" y="156"/>
                  </a:cubicBezTo>
                  <a:cubicBezTo>
                    <a:pt x="154" y="149"/>
                    <a:pt x="146" y="148"/>
                    <a:pt x="142" y="142"/>
                  </a:cubicBezTo>
                  <a:cubicBezTo>
                    <a:pt x="135" y="129"/>
                    <a:pt x="132" y="97"/>
                    <a:pt x="146" y="92"/>
                  </a:cubicBezTo>
                  <a:cubicBezTo>
                    <a:pt x="148" y="42"/>
                    <a:pt x="164" y="7"/>
                    <a:pt x="213" y="3"/>
                  </a:cubicBezTo>
                  <a:cubicBezTo>
                    <a:pt x="269" y="0"/>
                    <a:pt x="302" y="30"/>
                    <a:pt x="295" y="92"/>
                  </a:cubicBezTo>
                  <a:cubicBezTo>
                    <a:pt x="297" y="99"/>
                    <a:pt x="302" y="98"/>
                    <a:pt x="304" y="105"/>
                  </a:cubicBezTo>
                  <a:cubicBezTo>
                    <a:pt x="307" y="119"/>
                    <a:pt x="300" y="137"/>
                    <a:pt x="293" y="144"/>
                  </a:cubicBezTo>
                  <a:cubicBezTo>
                    <a:pt x="290" y="147"/>
                    <a:pt x="287" y="148"/>
                    <a:pt x="285" y="152"/>
                  </a:cubicBezTo>
                  <a:cubicBezTo>
                    <a:pt x="284" y="156"/>
                    <a:pt x="285" y="165"/>
                    <a:pt x="283" y="172"/>
                  </a:cubicBezTo>
                  <a:cubicBezTo>
                    <a:pt x="282" y="181"/>
                    <a:pt x="277" y="197"/>
                    <a:pt x="281" y="210"/>
                  </a:cubicBezTo>
                  <a:cubicBezTo>
                    <a:pt x="282" y="216"/>
                    <a:pt x="296" y="227"/>
                    <a:pt x="304" y="231"/>
                  </a:cubicBezTo>
                  <a:cubicBezTo>
                    <a:pt x="314" y="235"/>
                    <a:pt x="328" y="236"/>
                    <a:pt x="340" y="240"/>
                  </a:cubicBezTo>
                  <a:cubicBezTo>
                    <a:pt x="363" y="247"/>
                    <a:pt x="384" y="253"/>
                    <a:pt x="409" y="260"/>
                  </a:cubicBezTo>
                  <a:cubicBezTo>
                    <a:pt x="423" y="265"/>
                    <a:pt x="437" y="267"/>
                    <a:pt x="444" y="275"/>
                  </a:cubicBezTo>
                  <a:cubicBezTo>
                    <a:pt x="449" y="281"/>
                    <a:pt x="453" y="295"/>
                    <a:pt x="457" y="306"/>
                  </a:cubicBezTo>
                  <a:cubicBezTo>
                    <a:pt x="461" y="317"/>
                    <a:pt x="465" y="329"/>
                    <a:pt x="467" y="338"/>
                  </a:cubicBezTo>
                  <a:cubicBezTo>
                    <a:pt x="470" y="355"/>
                    <a:pt x="469" y="372"/>
                    <a:pt x="472" y="389"/>
                  </a:cubicBezTo>
                  <a:cubicBezTo>
                    <a:pt x="477" y="421"/>
                    <a:pt x="482" y="452"/>
                    <a:pt x="487" y="485"/>
                  </a:cubicBezTo>
                  <a:cubicBezTo>
                    <a:pt x="489" y="501"/>
                    <a:pt x="490" y="518"/>
                    <a:pt x="494" y="532"/>
                  </a:cubicBezTo>
                  <a:cubicBezTo>
                    <a:pt x="497" y="542"/>
                    <a:pt x="507" y="551"/>
                    <a:pt x="507" y="563"/>
                  </a:cubicBezTo>
                  <a:cubicBezTo>
                    <a:pt x="507" y="570"/>
                    <a:pt x="501" y="576"/>
                    <a:pt x="500" y="582"/>
                  </a:cubicBezTo>
                  <a:cubicBezTo>
                    <a:pt x="500" y="588"/>
                    <a:pt x="505" y="593"/>
                    <a:pt x="505" y="599"/>
                  </a:cubicBezTo>
                  <a:cubicBezTo>
                    <a:pt x="506" y="613"/>
                    <a:pt x="500" y="624"/>
                    <a:pt x="498" y="634"/>
                  </a:cubicBezTo>
                  <a:cubicBezTo>
                    <a:pt x="495" y="646"/>
                    <a:pt x="495" y="660"/>
                    <a:pt x="493" y="673"/>
                  </a:cubicBezTo>
                  <a:cubicBezTo>
                    <a:pt x="488" y="708"/>
                    <a:pt x="480" y="750"/>
                    <a:pt x="475" y="785"/>
                  </a:cubicBezTo>
                  <a:close/>
                  <a:moveTo>
                    <a:pt x="177" y="222"/>
                  </a:moveTo>
                  <a:cubicBezTo>
                    <a:pt x="171" y="267"/>
                    <a:pt x="183" y="313"/>
                    <a:pt x="193" y="359"/>
                  </a:cubicBezTo>
                  <a:cubicBezTo>
                    <a:pt x="213" y="461"/>
                    <a:pt x="204" y="581"/>
                    <a:pt x="208" y="694"/>
                  </a:cubicBezTo>
                  <a:cubicBezTo>
                    <a:pt x="266" y="693"/>
                    <a:pt x="327" y="693"/>
                    <a:pt x="383" y="694"/>
                  </a:cubicBezTo>
                  <a:cubicBezTo>
                    <a:pt x="378" y="677"/>
                    <a:pt x="370" y="659"/>
                    <a:pt x="362" y="642"/>
                  </a:cubicBezTo>
                  <a:cubicBezTo>
                    <a:pt x="347" y="606"/>
                    <a:pt x="336" y="567"/>
                    <a:pt x="324" y="529"/>
                  </a:cubicBezTo>
                  <a:cubicBezTo>
                    <a:pt x="318" y="511"/>
                    <a:pt x="310" y="492"/>
                    <a:pt x="306" y="473"/>
                  </a:cubicBezTo>
                  <a:cubicBezTo>
                    <a:pt x="302" y="458"/>
                    <a:pt x="301" y="440"/>
                    <a:pt x="299" y="423"/>
                  </a:cubicBezTo>
                  <a:cubicBezTo>
                    <a:pt x="293" y="371"/>
                    <a:pt x="288" y="317"/>
                    <a:pt x="285" y="267"/>
                  </a:cubicBezTo>
                  <a:cubicBezTo>
                    <a:pt x="284" y="252"/>
                    <a:pt x="288" y="234"/>
                    <a:pt x="281" y="220"/>
                  </a:cubicBezTo>
                  <a:cubicBezTo>
                    <a:pt x="270" y="239"/>
                    <a:pt x="263" y="261"/>
                    <a:pt x="251" y="279"/>
                  </a:cubicBezTo>
                  <a:cubicBezTo>
                    <a:pt x="251" y="290"/>
                    <a:pt x="252" y="301"/>
                    <a:pt x="244" y="305"/>
                  </a:cubicBezTo>
                  <a:cubicBezTo>
                    <a:pt x="242" y="304"/>
                    <a:pt x="245" y="297"/>
                    <a:pt x="243" y="296"/>
                  </a:cubicBezTo>
                  <a:cubicBezTo>
                    <a:pt x="225" y="286"/>
                    <a:pt x="215" y="272"/>
                    <a:pt x="201" y="258"/>
                  </a:cubicBezTo>
                  <a:cubicBezTo>
                    <a:pt x="194" y="250"/>
                    <a:pt x="185" y="241"/>
                    <a:pt x="182" y="232"/>
                  </a:cubicBezTo>
                  <a:cubicBezTo>
                    <a:pt x="181" y="228"/>
                    <a:pt x="183" y="223"/>
                    <a:pt x="179" y="220"/>
                  </a:cubicBezTo>
                  <a:cubicBezTo>
                    <a:pt x="177" y="220"/>
                    <a:pt x="177" y="221"/>
                    <a:pt x="177" y="222"/>
                  </a:cubicBezTo>
                  <a:close/>
                </a:path>
              </a:pathLst>
            </a:custGeom>
            <a:solidFill>
              <a:schemeClr val="accent4"/>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9" name="Gruppe 92"/>
            <p:cNvGrpSpPr>
              <a:grpSpLocks/>
            </p:cNvGrpSpPr>
            <p:nvPr/>
          </p:nvGrpSpPr>
          <p:grpSpPr bwMode="auto">
            <a:xfrm flipH="1">
              <a:off x="10093070" y="2128103"/>
              <a:ext cx="1156368" cy="3128723"/>
              <a:chOff x="3176834" y="3904792"/>
              <a:chExt cx="823514" cy="2228684"/>
            </a:xfrm>
            <a:solidFill>
              <a:schemeClr val="accent1"/>
            </a:solidFill>
          </p:grpSpPr>
          <p:grpSp>
            <p:nvGrpSpPr>
              <p:cNvPr id="16" name="Gruppe 52"/>
              <p:cNvGrpSpPr>
                <a:grpSpLocks/>
              </p:cNvGrpSpPr>
              <p:nvPr/>
            </p:nvGrpSpPr>
            <p:grpSpPr bwMode="auto">
              <a:xfrm>
                <a:off x="3176834" y="3904792"/>
                <a:ext cx="823514" cy="2228684"/>
                <a:chOff x="3612263" y="3839478"/>
                <a:chExt cx="823514" cy="2228684"/>
              </a:xfrm>
              <a:grpFill/>
            </p:grpSpPr>
            <p:sp>
              <p:nvSpPr>
                <p:cNvPr id="19" name="Freeform 137"/>
                <p:cNvSpPr>
                  <a:spLocks noEditPoints="1"/>
                </p:cNvSpPr>
                <p:nvPr/>
              </p:nvSpPr>
              <p:spPr bwMode="auto">
                <a:xfrm>
                  <a:off x="3804323" y="4157631"/>
                  <a:ext cx="588073" cy="1305483"/>
                </a:xfrm>
                <a:custGeom>
                  <a:avLst/>
                  <a:gdLst>
                    <a:gd name="T0" fmla="*/ 811490228 w 350"/>
                    <a:gd name="T1" fmla="*/ 413305594 h 774"/>
                    <a:gd name="T2" fmla="*/ 756046810 w 350"/>
                    <a:gd name="T3" fmla="*/ 257055956 h 774"/>
                    <a:gd name="T4" fmla="*/ 756046810 w 350"/>
                    <a:gd name="T5" fmla="*/ 221773779 h 774"/>
                    <a:gd name="T6" fmla="*/ 740925878 w 350"/>
                    <a:gd name="T7" fmla="*/ 181451242 h 774"/>
                    <a:gd name="T8" fmla="*/ 725804945 w 350"/>
                    <a:gd name="T9" fmla="*/ 115927201 h 774"/>
                    <a:gd name="T10" fmla="*/ 705643702 w 350"/>
                    <a:gd name="T11" fmla="*/ 90725621 h 774"/>
                    <a:gd name="T12" fmla="*/ 650200284 w 350"/>
                    <a:gd name="T13" fmla="*/ 65524067 h 774"/>
                    <a:gd name="T14" fmla="*/ 569555312 w 350"/>
                    <a:gd name="T15" fmla="*/ 45362811 h 774"/>
                    <a:gd name="T16" fmla="*/ 302418744 w 350"/>
                    <a:gd name="T17" fmla="*/ 0 h 774"/>
                    <a:gd name="T18" fmla="*/ 246975326 w 350"/>
                    <a:gd name="T19" fmla="*/ 10080625 h 774"/>
                    <a:gd name="T20" fmla="*/ 191531858 w 350"/>
                    <a:gd name="T21" fmla="*/ 35282189 h 774"/>
                    <a:gd name="T22" fmla="*/ 105846575 w 350"/>
                    <a:gd name="T23" fmla="*/ 70564378 h 774"/>
                    <a:gd name="T24" fmla="*/ 30241877 w 350"/>
                    <a:gd name="T25" fmla="*/ 90725621 h 774"/>
                    <a:gd name="T26" fmla="*/ 15120938 w 350"/>
                    <a:gd name="T27" fmla="*/ 105846579 h 774"/>
                    <a:gd name="T28" fmla="*/ 0 w 350"/>
                    <a:gd name="T29" fmla="*/ 151209377 h 774"/>
                    <a:gd name="T30" fmla="*/ 15120938 w 350"/>
                    <a:gd name="T31" fmla="*/ 216733468 h 774"/>
                    <a:gd name="T32" fmla="*/ 45362809 w 350"/>
                    <a:gd name="T33" fmla="*/ 267136577 h 774"/>
                    <a:gd name="T34" fmla="*/ 105846575 w 350"/>
                    <a:gd name="T35" fmla="*/ 524192533 h 774"/>
                    <a:gd name="T36" fmla="*/ 151209372 w 350"/>
                    <a:gd name="T37" fmla="*/ 635079373 h 774"/>
                    <a:gd name="T38" fmla="*/ 181451236 w 350"/>
                    <a:gd name="T39" fmla="*/ 715724348 h 774"/>
                    <a:gd name="T40" fmla="*/ 211693150 w 350"/>
                    <a:gd name="T41" fmla="*/ 801409633 h 774"/>
                    <a:gd name="T42" fmla="*/ 196572169 w 350"/>
                    <a:gd name="T43" fmla="*/ 871974184 h 774"/>
                    <a:gd name="T44" fmla="*/ 161289993 w 350"/>
                    <a:gd name="T45" fmla="*/ 1003022268 h 774"/>
                    <a:gd name="T46" fmla="*/ 120967507 w 350"/>
                    <a:gd name="T47" fmla="*/ 1169352528 h 774"/>
                    <a:gd name="T48" fmla="*/ 115927197 w 350"/>
                    <a:gd name="T49" fmla="*/ 1229836259 h 774"/>
                    <a:gd name="T50" fmla="*/ 146169061 w 350"/>
                    <a:gd name="T51" fmla="*/ 1244957192 h 774"/>
                    <a:gd name="T52" fmla="*/ 146169061 w 350"/>
                    <a:gd name="T53" fmla="*/ 1401206830 h 774"/>
                    <a:gd name="T54" fmla="*/ 156249683 w 350"/>
                    <a:gd name="T55" fmla="*/ 1653222375 h 774"/>
                    <a:gd name="T56" fmla="*/ 156249683 w 350"/>
                    <a:gd name="T57" fmla="*/ 1718746814 h 774"/>
                    <a:gd name="T58" fmla="*/ 156249683 w 350"/>
                    <a:gd name="T59" fmla="*/ 1789311167 h 774"/>
                    <a:gd name="T60" fmla="*/ 156249683 w 350"/>
                    <a:gd name="T61" fmla="*/ 1895157696 h 774"/>
                    <a:gd name="T62" fmla="*/ 272176879 w 350"/>
                    <a:gd name="T63" fmla="*/ 1940520494 h 774"/>
                    <a:gd name="T64" fmla="*/ 342741230 w 350"/>
                    <a:gd name="T65" fmla="*/ 1950601116 h 774"/>
                    <a:gd name="T66" fmla="*/ 493950651 w 350"/>
                    <a:gd name="T67" fmla="*/ 1925399561 h 774"/>
                    <a:gd name="T68" fmla="*/ 665321216 w 350"/>
                    <a:gd name="T69" fmla="*/ 1880036763 h 774"/>
                    <a:gd name="T70" fmla="*/ 781248363 w 350"/>
                    <a:gd name="T71" fmla="*/ 1834673965 h 774"/>
                    <a:gd name="T72" fmla="*/ 826611160 w 350"/>
                    <a:gd name="T73" fmla="*/ 1703625881 h 774"/>
                    <a:gd name="T74" fmla="*/ 821570849 w 350"/>
                    <a:gd name="T75" fmla="*/ 1340723099 h 774"/>
                    <a:gd name="T76" fmla="*/ 821570849 w 350"/>
                    <a:gd name="T77" fmla="*/ 1159271906 h 774"/>
                    <a:gd name="T78" fmla="*/ 796369296 w 350"/>
                    <a:gd name="T79" fmla="*/ 1028223823 h 774"/>
                    <a:gd name="T80" fmla="*/ 776208053 w 350"/>
                    <a:gd name="T81" fmla="*/ 967740092 h 774"/>
                    <a:gd name="T82" fmla="*/ 861893534 w 350"/>
                    <a:gd name="T83" fmla="*/ 751006524 h 774"/>
                    <a:gd name="T84" fmla="*/ 877014466 w 350"/>
                    <a:gd name="T85" fmla="*/ 705643726 h 774"/>
                    <a:gd name="T86" fmla="*/ 877014466 w 350"/>
                    <a:gd name="T87" fmla="*/ 685482482 h 774"/>
                    <a:gd name="T88" fmla="*/ 705643702 w 350"/>
                    <a:gd name="T89" fmla="*/ 619958440 h 774"/>
                    <a:gd name="T90" fmla="*/ 685482459 w 350"/>
                    <a:gd name="T91" fmla="*/ 650200306 h 774"/>
                    <a:gd name="T92" fmla="*/ 700603392 w 350"/>
                    <a:gd name="T93" fmla="*/ 594756886 h 774"/>
                    <a:gd name="T94" fmla="*/ 710684013 w 350"/>
                    <a:gd name="T95" fmla="*/ 604837508 h 774"/>
                    <a:gd name="T96" fmla="*/ 705643702 w 350"/>
                    <a:gd name="T97" fmla="*/ 619958440 h 7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0"/>
                    <a:gd name="T148" fmla="*/ 0 h 774"/>
                    <a:gd name="T149" fmla="*/ 350 w 350"/>
                    <a:gd name="T150" fmla="*/ 774 h 7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0" h="774">
                      <a:moveTo>
                        <a:pt x="344" y="262"/>
                      </a:moveTo>
                      <a:lnTo>
                        <a:pt x="344" y="262"/>
                      </a:lnTo>
                      <a:lnTo>
                        <a:pt x="322" y="164"/>
                      </a:lnTo>
                      <a:lnTo>
                        <a:pt x="300" y="102"/>
                      </a:lnTo>
                      <a:lnTo>
                        <a:pt x="300" y="96"/>
                      </a:lnTo>
                      <a:lnTo>
                        <a:pt x="300" y="88"/>
                      </a:lnTo>
                      <a:lnTo>
                        <a:pt x="296" y="80"/>
                      </a:lnTo>
                      <a:lnTo>
                        <a:pt x="294" y="76"/>
                      </a:lnTo>
                      <a:lnTo>
                        <a:pt x="294" y="72"/>
                      </a:lnTo>
                      <a:lnTo>
                        <a:pt x="292" y="56"/>
                      </a:lnTo>
                      <a:lnTo>
                        <a:pt x="288" y="46"/>
                      </a:lnTo>
                      <a:lnTo>
                        <a:pt x="284" y="40"/>
                      </a:lnTo>
                      <a:lnTo>
                        <a:pt x="280" y="36"/>
                      </a:lnTo>
                      <a:lnTo>
                        <a:pt x="270" y="30"/>
                      </a:lnTo>
                      <a:lnTo>
                        <a:pt x="260" y="26"/>
                      </a:lnTo>
                      <a:lnTo>
                        <a:pt x="258" y="26"/>
                      </a:lnTo>
                      <a:lnTo>
                        <a:pt x="234" y="20"/>
                      </a:lnTo>
                      <a:lnTo>
                        <a:pt x="226" y="18"/>
                      </a:lnTo>
                      <a:lnTo>
                        <a:pt x="212" y="14"/>
                      </a:lnTo>
                      <a:lnTo>
                        <a:pt x="176" y="8"/>
                      </a:lnTo>
                      <a:lnTo>
                        <a:pt x="120" y="0"/>
                      </a:lnTo>
                      <a:lnTo>
                        <a:pt x="112" y="0"/>
                      </a:lnTo>
                      <a:lnTo>
                        <a:pt x="98" y="4"/>
                      </a:lnTo>
                      <a:lnTo>
                        <a:pt x="84" y="8"/>
                      </a:lnTo>
                      <a:lnTo>
                        <a:pt x="76" y="14"/>
                      </a:lnTo>
                      <a:lnTo>
                        <a:pt x="68" y="18"/>
                      </a:lnTo>
                      <a:lnTo>
                        <a:pt x="58" y="22"/>
                      </a:lnTo>
                      <a:lnTo>
                        <a:pt x="42" y="28"/>
                      </a:lnTo>
                      <a:lnTo>
                        <a:pt x="28" y="32"/>
                      </a:lnTo>
                      <a:lnTo>
                        <a:pt x="12" y="36"/>
                      </a:lnTo>
                      <a:lnTo>
                        <a:pt x="8" y="38"/>
                      </a:lnTo>
                      <a:lnTo>
                        <a:pt x="6" y="42"/>
                      </a:lnTo>
                      <a:lnTo>
                        <a:pt x="4" y="48"/>
                      </a:lnTo>
                      <a:lnTo>
                        <a:pt x="0" y="60"/>
                      </a:lnTo>
                      <a:lnTo>
                        <a:pt x="0" y="70"/>
                      </a:lnTo>
                      <a:lnTo>
                        <a:pt x="2" y="80"/>
                      </a:lnTo>
                      <a:lnTo>
                        <a:pt x="6" y="86"/>
                      </a:lnTo>
                      <a:lnTo>
                        <a:pt x="18" y="106"/>
                      </a:lnTo>
                      <a:lnTo>
                        <a:pt x="30" y="158"/>
                      </a:lnTo>
                      <a:lnTo>
                        <a:pt x="42" y="208"/>
                      </a:lnTo>
                      <a:lnTo>
                        <a:pt x="50" y="224"/>
                      </a:lnTo>
                      <a:lnTo>
                        <a:pt x="56" y="240"/>
                      </a:lnTo>
                      <a:lnTo>
                        <a:pt x="60" y="252"/>
                      </a:lnTo>
                      <a:lnTo>
                        <a:pt x="64" y="266"/>
                      </a:lnTo>
                      <a:lnTo>
                        <a:pt x="72" y="284"/>
                      </a:lnTo>
                      <a:lnTo>
                        <a:pt x="80" y="304"/>
                      </a:lnTo>
                      <a:lnTo>
                        <a:pt x="82" y="312"/>
                      </a:lnTo>
                      <a:lnTo>
                        <a:pt x="84" y="318"/>
                      </a:lnTo>
                      <a:lnTo>
                        <a:pt x="82" y="332"/>
                      </a:lnTo>
                      <a:lnTo>
                        <a:pt x="78" y="346"/>
                      </a:lnTo>
                      <a:lnTo>
                        <a:pt x="72" y="364"/>
                      </a:lnTo>
                      <a:lnTo>
                        <a:pt x="64" y="398"/>
                      </a:lnTo>
                      <a:lnTo>
                        <a:pt x="54" y="438"/>
                      </a:lnTo>
                      <a:lnTo>
                        <a:pt x="48" y="464"/>
                      </a:lnTo>
                      <a:lnTo>
                        <a:pt x="42" y="484"/>
                      </a:lnTo>
                      <a:lnTo>
                        <a:pt x="46" y="488"/>
                      </a:lnTo>
                      <a:lnTo>
                        <a:pt x="52" y="492"/>
                      </a:lnTo>
                      <a:lnTo>
                        <a:pt x="58" y="494"/>
                      </a:lnTo>
                      <a:lnTo>
                        <a:pt x="58" y="506"/>
                      </a:lnTo>
                      <a:lnTo>
                        <a:pt x="58" y="524"/>
                      </a:lnTo>
                      <a:lnTo>
                        <a:pt x="58" y="556"/>
                      </a:lnTo>
                      <a:lnTo>
                        <a:pt x="60" y="606"/>
                      </a:lnTo>
                      <a:lnTo>
                        <a:pt x="62" y="656"/>
                      </a:lnTo>
                      <a:lnTo>
                        <a:pt x="62" y="672"/>
                      </a:lnTo>
                      <a:lnTo>
                        <a:pt x="62" y="682"/>
                      </a:lnTo>
                      <a:lnTo>
                        <a:pt x="62" y="710"/>
                      </a:lnTo>
                      <a:lnTo>
                        <a:pt x="62" y="732"/>
                      </a:lnTo>
                      <a:lnTo>
                        <a:pt x="62" y="752"/>
                      </a:lnTo>
                      <a:lnTo>
                        <a:pt x="72" y="756"/>
                      </a:lnTo>
                      <a:lnTo>
                        <a:pt x="108" y="770"/>
                      </a:lnTo>
                      <a:lnTo>
                        <a:pt x="122" y="774"/>
                      </a:lnTo>
                      <a:lnTo>
                        <a:pt x="136" y="774"/>
                      </a:lnTo>
                      <a:lnTo>
                        <a:pt x="152" y="774"/>
                      </a:lnTo>
                      <a:lnTo>
                        <a:pt x="168" y="770"/>
                      </a:lnTo>
                      <a:lnTo>
                        <a:pt x="196" y="764"/>
                      </a:lnTo>
                      <a:lnTo>
                        <a:pt x="214" y="760"/>
                      </a:lnTo>
                      <a:lnTo>
                        <a:pt x="264" y="746"/>
                      </a:lnTo>
                      <a:lnTo>
                        <a:pt x="288" y="738"/>
                      </a:lnTo>
                      <a:lnTo>
                        <a:pt x="310" y="728"/>
                      </a:lnTo>
                      <a:lnTo>
                        <a:pt x="330" y="716"/>
                      </a:lnTo>
                      <a:lnTo>
                        <a:pt x="328" y="676"/>
                      </a:lnTo>
                      <a:lnTo>
                        <a:pt x="326" y="616"/>
                      </a:lnTo>
                      <a:lnTo>
                        <a:pt x="326" y="532"/>
                      </a:lnTo>
                      <a:lnTo>
                        <a:pt x="324" y="468"/>
                      </a:lnTo>
                      <a:lnTo>
                        <a:pt x="326" y="460"/>
                      </a:lnTo>
                      <a:lnTo>
                        <a:pt x="326" y="446"/>
                      </a:lnTo>
                      <a:lnTo>
                        <a:pt x="324" y="434"/>
                      </a:lnTo>
                      <a:lnTo>
                        <a:pt x="316" y="408"/>
                      </a:lnTo>
                      <a:lnTo>
                        <a:pt x="310" y="392"/>
                      </a:lnTo>
                      <a:lnTo>
                        <a:pt x="308" y="384"/>
                      </a:lnTo>
                      <a:lnTo>
                        <a:pt x="324" y="344"/>
                      </a:lnTo>
                      <a:lnTo>
                        <a:pt x="338" y="314"/>
                      </a:lnTo>
                      <a:lnTo>
                        <a:pt x="342" y="298"/>
                      </a:lnTo>
                      <a:lnTo>
                        <a:pt x="344" y="290"/>
                      </a:lnTo>
                      <a:lnTo>
                        <a:pt x="348" y="280"/>
                      </a:lnTo>
                      <a:lnTo>
                        <a:pt x="350" y="276"/>
                      </a:lnTo>
                      <a:lnTo>
                        <a:pt x="348" y="272"/>
                      </a:lnTo>
                      <a:lnTo>
                        <a:pt x="344" y="262"/>
                      </a:lnTo>
                      <a:close/>
                      <a:moveTo>
                        <a:pt x="280" y="246"/>
                      </a:moveTo>
                      <a:lnTo>
                        <a:pt x="276" y="250"/>
                      </a:lnTo>
                      <a:lnTo>
                        <a:pt x="276" y="256"/>
                      </a:lnTo>
                      <a:lnTo>
                        <a:pt x="272" y="258"/>
                      </a:lnTo>
                      <a:lnTo>
                        <a:pt x="274" y="236"/>
                      </a:lnTo>
                      <a:lnTo>
                        <a:pt x="278" y="236"/>
                      </a:lnTo>
                      <a:lnTo>
                        <a:pt x="280" y="238"/>
                      </a:lnTo>
                      <a:lnTo>
                        <a:pt x="282" y="240"/>
                      </a:lnTo>
                      <a:lnTo>
                        <a:pt x="282" y="246"/>
                      </a:lnTo>
                      <a:lnTo>
                        <a:pt x="280" y="24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0" name="Freeform 139"/>
                <p:cNvSpPr>
                  <a:spLocks/>
                </p:cNvSpPr>
                <p:nvPr/>
              </p:nvSpPr>
              <p:spPr bwMode="auto">
                <a:xfrm>
                  <a:off x="3882332" y="3839514"/>
                  <a:ext cx="339041" cy="366135"/>
                </a:xfrm>
                <a:custGeom>
                  <a:avLst/>
                  <a:gdLst>
                    <a:gd name="T0" fmla="*/ 282257514 w 202"/>
                    <a:gd name="T1" fmla="*/ 10080625 h 216"/>
                    <a:gd name="T2" fmla="*/ 317539691 w 202"/>
                    <a:gd name="T3" fmla="*/ 5040313 h 216"/>
                    <a:gd name="T4" fmla="*/ 327620313 w 202"/>
                    <a:gd name="T5" fmla="*/ 10080625 h 216"/>
                    <a:gd name="T6" fmla="*/ 403224977 w 202"/>
                    <a:gd name="T7" fmla="*/ 15120939 h 216"/>
                    <a:gd name="T8" fmla="*/ 433466942 w 202"/>
                    <a:gd name="T9" fmla="*/ 30241879 h 216"/>
                    <a:gd name="T10" fmla="*/ 443547564 w 202"/>
                    <a:gd name="T11" fmla="*/ 45362812 h 216"/>
                    <a:gd name="T12" fmla="*/ 463708808 w 202"/>
                    <a:gd name="T13" fmla="*/ 100806246 h 216"/>
                    <a:gd name="T14" fmla="*/ 463708808 w 202"/>
                    <a:gd name="T15" fmla="*/ 156249693 h 216"/>
                    <a:gd name="T16" fmla="*/ 473789430 w 202"/>
                    <a:gd name="T17" fmla="*/ 226814098 h 216"/>
                    <a:gd name="T18" fmla="*/ 473789430 w 202"/>
                    <a:gd name="T19" fmla="*/ 307459075 h 216"/>
                    <a:gd name="T20" fmla="*/ 453628186 w 202"/>
                    <a:gd name="T21" fmla="*/ 372983119 h 216"/>
                    <a:gd name="T22" fmla="*/ 453628186 w 202"/>
                    <a:gd name="T23" fmla="*/ 393144363 h 216"/>
                    <a:gd name="T24" fmla="*/ 473789430 w 202"/>
                    <a:gd name="T25" fmla="*/ 443547573 h 216"/>
                    <a:gd name="T26" fmla="*/ 493950674 w 202"/>
                    <a:gd name="T27" fmla="*/ 453628195 h 216"/>
                    <a:gd name="T28" fmla="*/ 483870052 w 202"/>
                    <a:gd name="T29" fmla="*/ 453628195 h 216"/>
                    <a:gd name="T30" fmla="*/ 463708808 w 202"/>
                    <a:gd name="T31" fmla="*/ 453628195 h 216"/>
                    <a:gd name="T32" fmla="*/ 473789430 w 202"/>
                    <a:gd name="T33" fmla="*/ 478829751 h 216"/>
                    <a:gd name="T34" fmla="*/ 498990985 w 202"/>
                    <a:gd name="T35" fmla="*/ 493950684 h 216"/>
                    <a:gd name="T36" fmla="*/ 509071607 w 202"/>
                    <a:gd name="T37" fmla="*/ 488910373 h 216"/>
                    <a:gd name="T38" fmla="*/ 493950674 w 202"/>
                    <a:gd name="T39" fmla="*/ 534273172 h 216"/>
                    <a:gd name="T40" fmla="*/ 473789430 w 202"/>
                    <a:gd name="T41" fmla="*/ 544353795 h 216"/>
                    <a:gd name="T42" fmla="*/ 453628186 w 202"/>
                    <a:gd name="T43" fmla="*/ 544353795 h 216"/>
                    <a:gd name="T44" fmla="*/ 418346010 w 202"/>
                    <a:gd name="T45" fmla="*/ 534273172 h 216"/>
                    <a:gd name="T46" fmla="*/ 398184666 w 202"/>
                    <a:gd name="T47" fmla="*/ 509071617 h 216"/>
                    <a:gd name="T48" fmla="*/ 398184666 w 202"/>
                    <a:gd name="T49" fmla="*/ 493950684 h 216"/>
                    <a:gd name="T50" fmla="*/ 388104044 w 202"/>
                    <a:gd name="T51" fmla="*/ 478829751 h 216"/>
                    <a:gd name="T52" fmla="*/ 352821868 w 202"/>
                    <a:gd name="T53" fmla="*/ 468749128 h 216"/>
                    <a:gd name="T54" fmla="*/ 337700935 w 202"/>
                    <a:gd name="T55" fmla="*/ 453628195 h 216"/>
                    <a:gd name="T56" fmla="*/ 196572178 w 202"/>
                    <a:gd name="T57" fmla="*/ 453628195 h 216"/>
                    <a:gd name="T58" fmla="*/ 176410934 w 202"/>
                    <a:gd name="T59" fmla="*/ 478829751 h 216"/>
                    <a:gd name="T60" fmla="*/ 176410934 w 202"/>
                    <a:gd name="T61" fmla="*/ 504031306 h 216"/>
                    <a:gd name="T62" fmla="*/ 171370623 w 202"/>
                    <a:gd name="T63" fmla="*/ 524192550 h 216"/>
                    <a:gd name="T64" fmla="*/ 151209379 w 202"/>
                    <a:gd name="T65" fmla="*/ 534273172 h 216"/>
                    <a:gd name="T66" fmla="*/ 141128757 w 202"/>
                    <a:gd name="T67" fmla="*/ 539313484 h 216"/>
                    <a:gd name="T68" fmla="*/ 120967513 w 202"/>
                    <a:gd name="T69" fmla="*/ 534273172 h 216"/>
                    <a:gd name="T70" fmla="*/ 70564378 w 202"/>
                    <a:gd name="T71" fmla="*/ 544353795 h 216"/>
                    <a:gd name="T72" fmla="*/ 35282189 w 202"/>
                    <a:gd name="T73" fmla="*/ 529232861 h 216"/>
                    <a:gd name="T74" fmla="*/ 15120939 w 202"/>
                    <a:gd name="T75" fmla="*/ 493950684 h 216"/>
                    <a:gd name="T76" fmla="*/ 0 w 202"/>
                    <a:gd name="T77" fmla="*/ 473789440 h 216"/>
                    <a:gd name="T78" fmla="*/ 30241878 w 202"/>
                    <a:gd name="T79" fmla="*/ 478829751 h 216"/>
                    <a:gd name="T80" fmla="*/ 35282189 w 202"/>
                    <a:gd name="T81" fmla="*/ 473789440 h 216"/>
                    <a:gd name="T82" fmla="*/ 45362811 w 202"/>
                    <a:gd name="T83" fmla="*/ 458668506 h 216"/>
                    <a:gd name="T84" fmla="*/ 65524068 w 202"/>
                    <a:gd name="T85" fmla="*/ 433466951 h 216"/>
                    <a:gd name="T86" fmla="*/ 60483757 w 202"/>
                    <a:gd name="T87" fmla="*/ 398184674 h 216"/>
                    <a:gd name="T88" fmla="*/ 55443446 w 202"/>
                    <a:gd name="T89" fmla="*/ 367942808 h 216"/>
                    <a:gd name="T90" fmla="*/ 45362811 w 202"/>
                    <a:gd name="T91" fmla="*/ 312499386 h 216"/>
                    <a:gd name="T92" fmla="*/ 55443446 w 202"/>
                    <a:gd name="T93" fmla="*/ 267136586 h 216"/>
                    <a:gd name="T94" fmla="*/ 80645000 w 202"/>
                    <a:gd name="T95" fmla="*/ 196572182 h 216"/>
                    <a:gd name="T96" fmla="*/ 90725622 w 202"/>
                    <a:gd name="T97" fmla="*/ 171370626 h 216"/>
                    <a:gd name="T98" fmla="*/ 120967513 w 202"/>
                    <a:gd name="T99" fmla="*/ 105846582 h 216"/>
                    <a:gd name="T100" fmla="*/ 181451245 w 202"/>
                    <a:gd name="T101" fmla="*/ 45362812 h 216"/>
                    <a:gd name="T102" fmla="*/ 236894715 w 202"/>
                    <a:gd name="T103" fmla="*/ 5040313 h 216"/>
                    <a:gd name="T104" fmla="*/ 272176892 w 202"/>
                    <a:gd name="T105" fmla="*/ 5040313 h 216"/>
                    <a:gd name="T106" fmla="*/ 282257514 w 202"/>
                    <a:gd name="T107" fmla="*/ 10080625 h 2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2"/>
                    <a:gd name="T163" fmla="*/ 0 h 216"/>
                    <a:gd name="T164" fmla="*/ 202 w 202"/>
                    <a:gd name="T165" fmla="*/ 216 h 2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2" h="216">
                      <a:moveTo>
                        <a:pt x="112" y="4"/>
                      </a:moveTo>
                      <a:lnTo>
                        <a:pt x="112" y="4"/>
                      </a:lnTo>
                      <a:lnTo>
                        <a:pt x="120" y="2"/>
                      </a:lnTo>
                      <a:lnTo>
                        <a:pt x="126" y="2"/>
                      </a:lnTo>
                      <a:lnTo>
                        <a:pt x="130" y="4"/>
                      </a:lnTo>
                      <a:lnTo>
                        <a:pt x="146" y="4"/>
                      </a:lnTo>
                      <a:lnTo>
                        <a:pt x="160" y="6"/>
                      </a:lnTo>
                      <a:lnTo>
                        <a:pt x="166" y="8"/>
                      </a:lnTo>
                      <a:lnTo>
                        <a:pt x="172" y="12"/>
                      </a:lnTo>
                      <a:lnTo>
                        <a:pt x="176" y="18"/>
                      </a:lnTo>
                      <a:lnTo>
                        <a:pt x="180" y="24"/>
                      </a:lnTo>
                      <a:lnTo>
                        <a:pt x="184" y="40"/>
                      </a:lnTo>
                      <a:lnTo>
                        <a:pt x="184" y="54"/>
                      </a:lnTo>
                      <a:lnTo>
                        <a:pt x="184" y="62"/>
                      </a:lnTo>
                      <a:lnTo>
                        <a:pt x="188" y="90"/>
                      </a:lnTo>
                      <a:lnTo>
                        <a:pt x="190" y="108"/>
                      </a:lnTo>
                      <a:lnTo>
                        <a:pt x="188" y="122"/>
                      </a:lnTo>
                      <a:lnTo>
                        <a:pt x="180" y="148"/>
                      </a:lnTo>
                      <a:lnTo>
                        <a:pt x="180" y="156"/>
                      </a:lnTo>
                      <a:lnTo>
                        <a:pt x="182" y="166"/>
                      </a:lnTo>
                      <a:lnTo>
                        <a:pt x="188" y="176"/>
                      </a:lnTo>
                      <a:lnTo>
                        <a:pt x="192" y="178"/>
                      </a:lnTo>
                      <a:lnTo>
                        <a:pt x="196" y="180"/>
                      </a:lnTo>
                      <a:lnTo>
                        <a:pt x="192" y="180"/>
                      </a:lnTo>
                      <a:lnTo>
                        <a:pt x="188" y="180"/>
                      </a:lnTo>
                      <a:lnTo>
                        <a:pt x="184" y="180"/>
                      </a:lnTo>
                      <a:lnTo>
                        <a:pt x="188" y="190"/>
                      </a:lnTo>
                      <a:lnTo>
                        <a:pt x="194" y="194"/>
                      </a:lnTo>
                      <a:lnTo>
                        <a:pt x="198" y="196"/>
                      </a:lnTo>
                      <a:lnTo>
                        <a:pt x="202" y="194"/>
                      </a:lnTo>
                      <a:lnTo>
                        <a:pt x="200" y="204"/>
                      </a:lnTo>
                      <a:lnTo>
                        <a:pt x="196" y="212"/>
                      </a:lnTo>
                      <a:lnTo>
                        <a:pt x="192" y="214"/>
                      </a:lnTo>
                      <a:lnTo>
                        <a:pt x="188" y="216"/>
                      </a:lnTo>
                      <a:lnTo>
                        <a:pt x="180" y="216"/>
                      </a:lnTo>
                      <a:lnTo>
                        <a:pt x="170" y="214"/>
                      </a:lnTo>
                      <a:lnTo>
                        <a:pt x="166" y="212"/>
                      </a:lnTo>
                      <a:lnTo>
                        <a:pt x="162" y="208"/>
                      </a:lnTo>
                      <a:lnTo>
                        <a:pt x="158" y="202"/>
                      </a:lnTo>
                      <a:lnTo>
                        <a:pt x="158" y="196"/>
                      </a:lnTo>
                      <a:lnTo>
                        <a:pt x="156" y="192"/>
                      </a:lnTo>
                      <a:lnTo>
                        <a:pt x="154" y="190"/>
                      </a:lnTo>
                      <a:lnTo>
                        <a:pt x="144" y="188"/>
                      </a:lnTo>
                      <a:lnTo>
                        <a:pt x="140" y="186"/>
                      </a:lnTo>
                      <a:lnTo>
                        <a:pt x="136" y="184"/>
                      </a:lnTo>
                      <a:lnTo>
                        <a:pt x="134" y="180"/>
                      </a:lnTo>
                      <a:lnTo>
                        <a:pt x="134" y="176"/>
                      </a:lnTo>
                      <a:lnTo>
                        <a:pt x="78" y="180"/>
                      </a:lnTo>
                      <a:lnTo>
                        <a:pt x="70" y="190"/>
                      </a:lnTo>
                      <a:lnTo>
                        <a:pt x="70" y="194"/>
                      </a:lnTo>
                      <a:lnTo>
                        <a:pt x="70" y="200"/>
                      </a:lnTo>
                      <a:lnTo>
                        <a:pt x="70" y="206"/>
                      </a:lnTo>
                      <a:lnTo>
                        <a:pt x="68" y="208"/>
                      </a:lnTo>
                      <a:lnTo>
                        <a:pt x="64" y="212"/>
                      </a:lnTo>
                      <a:lnTo>
                        <a:pt x="60" y="212"/>
                      </a:lnTo>
                      <a:lnTo>
                        <a:pt x="56" y="214"/>
                      </a:lnTo>
                      <a:lnTo>
                        <a:pt x="48" y="212"/>
                      </a:lnTo>
                      <a:lnTo>
                        <a:pt x="42" y="214"/>
                      </a:lnTo>
                      <a:lnTo>
                        <a:pt x="28" y="216"/>
                      </a:lnTo>
                      <a:lnTo>
                        <a:pt x="22" y="214"/>
                      </a:lnTo>
                      <a:lnTo>
                        <a:pt x="14" y="210"/>
                      </a:lnTo>
                      <a:lnTo>
                        <a:pt x="8" y="204"/>
                      </a:lnTo>
                      <a:lnTo>
                        <a:pt x="6" y="196"/>
                      </a:lnTo>
                      <a:lnTo>
                        <a:pt x="0" y="188"/>
                      </a:lnTo>
                      <a:lnTo>
                        <a:pt x="6" y="190"/>
                      </a:lnTo>
                      <a:lnTo>
                        <a:pt x="12" y="190"/>
                      </a:lnTo>
                      <a:lnTo>
                        <a:pt x="14" y="190"/>
                      </a:lnTo>
                      <a:lnTo>
                        <a:pt x="14" y="188"/>
                      </a:lnTo>
                      <a:lnTo>
                        <a:pt x="18" y="182"/>
                      </a:lnTo>
                      <a:lnTo>
                        <a:pt x="24" y="178"/>
                      </a:lnTo>
                      <a:lnTo>
                        <a:pt x="26" y="172"/>
                      </a:lnTo>
                      <a:lnTo>
                        <a:pt x="26" y="166"/>
                      </a:lnTo>
                      <a:lnTo>
                        <a:pt x="24" y="158"/>
                      </a:lnTo>
                      <a:lnTo>
                        <a:pt x="22" y="146"/>
                      </a:lnTo>
                      <a:lnTo>
                        <a:pt x="18" y="134"/>
                      </a:lnTo>
                      <a:lnTo>
                        <a:pt x="18" y="124"/>
                      </a:lnTo>
                      <a:lnTo>
                        <a:pt x="18" y="114"/>
                      </a:lnTo>
                      <a:lnTo>
                        <a:pt x="22" y="106"/>
                      </a:lnTo>
                      <a:lnTo>
                        <a:pt x="30" y="88"/>
                      </a:lnTo>
                      <a:lnTo>
                        <a:pt x="32" y="78"/>
                      </a:lnTo>
                      <a:lnTo>
                        <a:pt x="36" y="68"/>
                      </a:lnTo>
                      <a:lnTo>
                        <a:pt x="40" y="56"/>
                      </a:lnTo>
                      <a:lnTo>
                        <a:pt x="48" y="42"/>
                      </a:lnTo>
                      <a:lnTo>
                        <a:pt x="60" y="30"/>
                      </a:lnTo>
                      <a:lnTo>
                        <a:pt x="72" y="18"/>
                      </a:lnTo>
                      <a:lnTo>
                        <a:pt x="84" y="10"/>
                      </a:lnTo>
                      <a:lnTo>
                        <a:pt x="94" y="2"/>
                      </a:lnTo>
                      <a:lnTo>
                        <a:pt x="104" y="0"/>
                      </a:lnTo>
                      <a:lnTo>
                        <a:pt x="108" y="2"/>
                      </a:lnTo>
                      <a:lnTo>
                        <a:pt x="112" y="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1" name="Freeform 141"/>
                <p:cNvSpPr>
                  <a:spLocks/>
                </p:cNvSpPr>
                <p:nvPr/>
              </p:nvSpPr>
              <p:spPr bwMode="auto">
                <a:xfrm>
                  <a:off x="3999346" y="3881529"/>
                  <a:ext cx="174022" cy="249093"/>
                </a:xfrm>
                <a:custGeom>
                  <a:avLst/>
                  <a:gdLst>
                    <a:gd name="T0" fmla="*/ 231854407 w 106"/>
                    <a:gd name="T1" fmla="*/ 50403117 h 150"/>
                    <a:gd name="T2" fmla="*/ 231854407 w 106"/>
                    <a:gd name="T3" fmla="*/ 50403117 h 150"/>
                    <a:gd name="T4" fmla="*/ 246975341 w 106"/>
                    <a:gd name="T5" fmla="*/ 85685302 h 150"/>
                    <a:gd name="T6" fmla="*/ 262096274 w 106"/>
                    <a:gd name="T7" fmla="*/ 115927190 h 150"/>
                    <a:gd name="T8" fmla="*/ 267136585 w 106"/>
                    <a:gd name="T9" fmla="*/ 141128742 h 150"/>
                    <a:gd name="T10" fmla="*/ 267136585 w 106"/>
                    <a:gd name="T11" fmla="*/ 141128742 h 150"/>
                    <a:gd name="T12" fmla="*/ 267136585 w 106"/>
                    <a:gd name="T13" fmla="*/ 186491536 h 150"/>
                    <a:gd name="T14" fmla="*/ 267136585 w 106"/>
                    <a:gd name="T15" fmla="*/ 186491536 h 150"/>
                    <a:gd name="T16" fmla="*/ 257055963 w 106"/>
                    <a:gd name="T17" fmla="*/ 241935001 h 150"/>
                    <a:gd name="T18" fmla="*/ 252015652 w 106"/>
                    <a:gd name="T19" fmla="*/ 277217174 h 150"/>
                    <a:gd name="T20" fmla="*/ 241935030 w 106"/>
                    <a:gd name="T21" fmla="*/ 302418726 h 150"/>
                    <a:gd name="T22" fmla="*/ 241935030 w 106"/>
                    <a:gd name="T23" fmla="*/ 302418726 h 150"/>
                    <a:gd name="T24" fmla="*/ 201612492 w 106"/>
                    <a:gd name="T25" fmla="*/ 367942762 h 150"/>
                    <a:gd name="T26" fmla="*/ 201612492 w 106"/>
                    <a:gd name="T27" fmla="*/ 367942762 h 150"/>
                    <a:gd name="T28" fmla="*/ 191531869 w 106"/>
                    <a:gd name="T29" fmla="*/ 372983072 h 150"/>
                    <a:gd name="T30" fmla="*/ 176410936 w 106"/>
                    <a:gd name="T31" fmla="*/ 378023383 h 150"/>
                    <a:gd name="T32" fmla="*/ 161290003 w 106"/>
                    <a:gd name="T33" fmla="*/ 378023383 h 150"/>
                    <a:gd name="T34" fmla="*/ 161290003 w 106"/>
                    <a:gd name="T35" fmla="*/ 378023383 h 150"/>
                    <a:gd name="T36" fmla="*/ 136088448 w 106"/>
                    <a:gd name="T37" fmla="*/ 372983072 h 150"/>
                    <a:gd name="T38" fmla="*/ 105846582 w 106"/>
                    <a:gd name="T39" fmla="*/ 362902452 h 150"/>
                    <a:gd name="T40" fmla="*/ 65524068 w 106"/>
                    <a:gd name="T41" fmla="*/ 342741210 h 150"/>
                    <a:gd name="T42" fmla="*/ 65524068 w 106"/>
                    <a:gd name="T43" fmla="*/ 342741210 h 150"/>
                    <a:gd name="T44" fmla="*/ 40322501 w 106"/>
                    <a:gd name="T45" fmla="*/ 332660589 h 150"/>
                    <a:gd name="T46" fmla="*/ 20161250 w 106"/>
                    <a:gd name="T47" fmla="*/ 317539658 h 150"/>
                    <a:gd name="T48" fmla="*/ 10080625 w 106"/>
                    <a:gd name="T49" fmla="*/ 307459037 h 150"/>
                    <a:gd name="T50" fmla="*/ 5040313 w 106"/>
                    <a:gd name="T51" fmla="*/ 297378416 h 150"/>
                    <a:gd name="T52" fmla="*/ 5040313 w 106"/>
                    <a:gd name="T53" fmla="*/ 297378416 h 150"/>
                    <a:gd name="T54" fmla="*/ 0 w 106"/>
                    <a:gd name="T55" fmla="*/ 262096243 h 150"/>
                    <a:gd name="T56" fmla="*/ 0 w 106"/>
                    <a:gd name="T57" fmla="*/ 246975311 h 150"/>
                    <a:gd name="T58" fmla="*/ 0 w 106"/>
                    <a:gd name="T59" fmla="*/ 246975311 h 150"/>
                    <a:gd name="T60" fmla="*/ 10080625 w 106"/>
                    <a:gd name="T61" fmla="*/ 206652778 h 150"/>
                    <a:gd name="T62" fmla="*/ 15120939 w 106"/>
                    <a:gd name="T63" fmla="*/ 166330294 h 150"/>
                    <a:gd name="T64" fmla="*/ 20161250 w 106"/>
                    <a:gd name="T65" fmla="*/ 126007811 h 150"/>
                    <a:gd name="T66" fmla="*/ 20161250 w 106"/>
                    <a:gd name="T67" fmla="*/ 126007811 h 150"/>
                    <a:gd name="T68" fmla="*/ 20161250 w 106"/>
                    <a:gd name="T69" fmla="*/ 105846569 h 150"/>
                    <a:gd name="T70" fmla="*/ 25201561 w 106"/>
                    <a:gd name="T71" fmla="*/ 85685302 h 150"/>
                    <a:gd name="T72" fmla="*/ 40322501 w 106"/>
                    <a:gd name="T73" fmla="*/ 65524061 h 150"/>
                    <a:gd name="T74" fmla="*/ 50403123 w 106"/>
                    <a:gd name="T75" fmla="*/ 45362806 h 150"/>
                    <a:gd name="T76" fmla="*/ 65524068 w 106"/>
                    <a:gd name="T77" fmla="*/ 30241875 h 150"/>
                    <a:gd name="T78" fmla="*/ 85685313 w 106"/>
                    <a:gd name="T79" fmla="*/ 15120938 h 150"/>
                    <a:gd name="T80" fmla="*/ 100806246 w 106"/>
                    <a:gd name="T81" fmla="*/ 5040312 h 150"/>
                    <a:gd name="T82" fmla="*/ 120967515 w 106"/>
                    <a:gd name="T83" fmla="*/ 0 h 150"/>
                    <a:gd name="T84" fmla="*/ 120967515 w 106"/>
                    <a:gd name="T85" fmla="*/ 0 h 150"/>
                    <a:gd name="T86" fmla="*/ 156249692 w 106"/>
                    <a:gd name="T87" fmla="*/ 5040312 h 150"/>
                    <a:gd name="T88" fmla="*/ 186491558 w 106"/>
                    <a:gd name="T89" fmla="*/ 15120938 h 150"/>
                    <a:gd name="T90" fmla="*/ 211693163 w 106"/>
                    <a:gd name="T91" fmla="*/ 30241875 h 150"/>
                    <a:gd name="T92" fmla="*/ 231854407 w 106"/>
                    <a:gd name="T93" fmla="*/ 50403117 h 150"/>
                    <a:gd name="T94" fmla="*/ 231854407 w 106"/>
                    <a:gd name="T95" fmla="*/ 50403117 h 1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6"/>
                    <a:gd name="T145" fmla="*/ 0 h 150"/>
                    <a:gd name="T146" fmla="*/ 106 w 106"/>
                    <a:gd name="T147" fmla="*/ 150 h 1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6" h="150">
                      <a:moveTo>
                        <a:pt x="92" y="20"/>
                      </a:moveTo>
                      <a:lnTo>
                        <a:pt x="92" y="20"/>
                      </a:lnTo>
                      <a:lnTo>
                        <a:pt x="98" y="34"/>
                      </a:lnTo>
                      <a:lnTo>
                        <a:pt x="104" y="46"/>
                      </a:lnTo>
                      <a:lnTo>
                        <a:pt x="106" y="56"/>
                      </a:lnTo>
                      <a:lnTo>
                        <a:pt x="106" y="74"/>
                      </a:lnTo>
                      <a:lnTo>
                        <a:pt x="102" y="96"/>
                      </a:lnTo>
                      <a:lnTo>
                        <a:pt x="100" y="110"/>
                      </a:lnTo>
                      <a:lnTo>
                        <a:pt x="96" y="120"/>
                      </a:lnTo>
                      <a:lnTo>
                        <a:pt x="80" y="146"/>
                      </a:lnTo>
                      <a:lnTo>
                        <a:pt x="76" y="148"/>
                      </a:lnTo>
                      <a:lnTo>
                        <a:pt x="70" y="150"/>
                      </a:lnTo>
                      <a:lnTo>
                        <a:pt x="64" y="150"/>
                      </a:lnTo>
                      <a:lnTo>
                        <a:pt x="54" y="148"/>
                      </a:lnTo>
                      <a:lnTo>
                        <a:pt x="42" y="144"/>
                      </a:lnTo>
                      <a:lnTo>
                        <a:pt x="26" y="136"/>
                      </a:lnTo>
                      <a:lnTo>
                        <a:pt x="16" y="132"/>
                      </a:lnTo>
                      <a:lnTo>
                        <a:pt x="8" y="126"/>
                      </a:lnTo>
                      <a:lnTo>
                        <a:pt x="4" y="122"/>
                      </a:lnTo>
                      <a:lnTo>
                        <a:pt x="2" y="118"/>
                      </a:lnTo>
                      <a:lnTo>
                        <a:pt x="0" y="104"/>
                      </a:lnTo>
                      <a:lnTo>
                        <a:pt x="0" y="98"/>
                      </a:lnTo>
                      <a:lnTo>
                        <a:pt x="4" y="82"/>
                      </a:lnTo>
                      <a:lnTo>
                        <a:pt x="6" y="66"/>
                      </a:lnTo>
                      <a:lnTo>
                        <a:pt x="8" y="50"/>
                      </a:lnTo>
                      <a:lnTo>
                        <a:pt x="8" y="42"/>
                      </a:lnTo>
                      <a:lnTo>
                        <a:pt x="10" y="34"/>
                      </a:lnTo>
                      <a:lnTo>
                        <a:pt x="16" y="26"/>
                      </a:lnTo>
                      <a:lnTo>
                        <a:pt x="20" y="18"/>
                      </a:lnTo>
                      <a:lnTo>
                        <a:pt x="26" y="12"/>
                      </a:lnTo>
                      <a:lnTo>
                        <a:pt x="34" y="6"/>
                      </a:lnTo>
                      <a:lnTo>
                        <a:pt x="40" y="2"/>
                      </a:lnTo>
                      <a:lnTo>
                        <a:pt x="48" y="0"/>
                      </a:lnTo>
                      <a:lnTo>
                        <a:pt x="62" y="2"/>
                      </a:lnTo>
                      <a:lnTo>
                        <a:pt x="74" y="6"/>
                      </a:lnTo>
                      <a:lnTo>
                        <a:pt x="84" y="12"/>
                      </a:lnTo>
                      <a:lnTo>
                        <a:pt x="92" y="20"/>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2" name="Freeform 142"/>
                <p:cNvSpPr>
                  <a:spLocks/>
                </p:cNvSpPr>
                <p:nvPr/>
              </p:nvSpPr>
              <p:spPr bwMode="auto">
                <a:xfrm>
                  <a:off x="3903334" y="4739846"/>
                  <a:ext cx="207027" cy="147055"/>
                </a:xfrm>
                <a:custGeom>
                  <a:avLst/>
                  <a:gdLst>
                    <a:gd name="T0" fmla="*/ 126007831 w 124"/>
                    <a:gd name="T1" fmla="*/ 40322498 h 88"/>
                    <a:gd name="T2" fmla="*/ 211693172 w 124"/>
                    <a:gd name="T3" fmla="*/ 5040312 h 88"/>
                    <a:gd name="T4" fmla="*/ 246975351 w 124"/>
                    <a:gd name="T5" fmla="*/ 0 h 88"/>
                    <a:gd name="T6" fmla="*/ 267136596 w 124"/>
                    <a:gd name="T7" fmla="*/ 10080625 h 88"/>
                    <a:gd name="T8" fmla="*/ 267136596 w 124"/>
                    <a:gd name="T9" fmla="*/ 15120938 h 88"/>
                    <a:gd name="T10" fmla="*/ 191531877 w 124"/>
                    <a:gd name="T11" fmla="*/ 50403120 h 88"/>
                    <a:gd name="T12" fmla="*/ 166330321 w 124"/>
                    <a:gd name="T13" fmla="*/ 65524065 h 88"/>
                    <a:gd name="T14" fmla="*/ 216733483 w 124"/>
                    <a:gd name="T15" fmla="*/ 65524065 h 88"/>
                    <a:gd name="T16" fmla="*/ 302418775 w 124"/>
                    <a:gd name="T17" fmla="*/ 75604686 h 88"/>
                    <a:gd name="T18" fmla="*/ 307459086 w 124"/>
                    <a:gd name="T19" fmla="*/ 80644997 h 88"/>
                    <a:gd name="T20" fmla="*/ 312499397 w 124"/>
                    <a:gd name="T21" fmla="*/ 90725618 h 88"/>
                    <a:gd name="T22" fmla="*/ 302418775 w 124"/>
                    <a:gd name="T23" fmla="*/ 95765929 h 88"/>
                    <a:gd name="T24" fmla="*/ 262096285 w 124"/>
                    <a:gd name="T25" fmla="*/ 100806240 h 88"/>
                    <a:gd name="T26" fmla="*/ 176410944 w 124"/>
                    <a:gd name="T27" fmla="*/ 110886886 h 88"/>
                    <a:gd name="T28" fmla="*/ 241935040 w 124"/>
                    <a:gd name="T29" fmla="*/ 110886886 h 88"/>
                    <a:gd name="T30" fmla="*/ 277217218 w 124"/>
                    <a:gd name="T31" fmla="*/ 110886886 h 88"/>
                    <a:gd name="T32" fmla="*/ 297378464 w 124"/>
                    <a:gd name="T33" fmla="*/ 120967508 h 88"/>
                    <a:gd name="T34" fmla="*/ 297378464 w 124"/>
                    <a:gd name="T35" fmla="*/ 126007818 h 88"/>
                    <a:gd name="T36" fmla="*/ 287297841 w 124"/>
                    <a:gd name="T37" fmla="*/ 141128751 h 88"/>
                    <a:gd name="T38" fmla="*/ 277217218 w 124"/>
                    <a:gd name="T39" fmla="*/ 141128751 h 88"/>
                    <a:gd name="T40" fmla="*/ 146169076 w 124"/>
                    <a:gd name="T41" fmla="*/ 156249683 h 88"/>
                    <a:gd name="T42" fmla="*/ 191531877 w 124"/>
                    <a:gd name="T43" fmla="*/ 166330304 h 88"/>
                    <a:gd name="T44" fmla="*/ 221773795 w 124"/>
                    <a:gd name="T45" fmla="*/ 161289994 h 88"/>
                    <a:gd name="T46" fmla="*/ 236894728 w 124"/>
                    <a:gd name="T47" fmla="*/ 161289994 h 88"/>
                    <a:gd name="T48" fmla="*/ 246975351 w 124"/>
                    <a:gd name="T49" fmla="*/ 171370615 h 88"/>
                    <a:gd name="T50" fmla="*/ 241935040 w 124"/>
                    <a:gd name="T51" fmla="*/ 181451237 h 88"/>
                    <a:gd name="T52" fmla="*/ 216733483 w 124"/>
                    <a:gd name="T53" fmla="*/ 186491547 h 88"/>
                    <a:gd name="T54" fmla="*/ 136088454 w 124"/>
                    <a:gd name="T55" fmla="*/ 191531858 h 88"/>
                    <a:gd name="T56" fmla="*/ 100806250 w 124"/>
                    <a:gd name="T57" fmla="*/ 201612480 h 88"/>
                    <a:gd name="T58" fmla="*/ 65524071 w 124"/>
                    <a:gd name="T59" fmla="*/ 216733462 h 88"/>
                    <a:gd name="T60" fmla="*/ 0 w 124"/>
                    <a:gd name="T61" fmla="*/ 221773772 h 88"/>
                    <a:gd name="T62" fmla="*/ 30241880 w 124"/>
                    <a:gd name="T63" fmla="*/ 171370615 h 88"/>
                    <a:gd name="T64" fmla="*/ 60483760 w 124"/>
                    <a:gd name="T65" fmla="*/ 105846575 h 88"/>
                    <a:gd name="T66" fmla="*/ 65524071 w 124"/>
                    <a:gd name="T67" fmla="*/ 80644997 h 88"/>
                    <a:gd name="T68" fmla="*/ 100806250 w 124"/>
                    <a:gd name="T69" fmla="*/ 50403120 h 88"/>
                    <a:gd name="T70" fmla="*/ 126007831 w 124"/>
                    <a:gd name="T71" fmla="*/ 40322498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4"/>
                    <a:gd name="T109" fmla="*/ 0 h 88"/>
                    <a:gd name="T110" fmla="*/ 124 w 124"/>
                    <a:gd name="T111" fmla="*/ 88 h 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4" h="88">
                      <a:moveTo>
                        <a:pt x="50" y="16"/>
                      </a:moveTo>
                      <a:lnTo>
                        <a:pt x="50" y="16"/>
                      </a:lnTo>
                      <a:lnTo>
                        <a:pt x="72" y="6"/>
                      </a:lnTo>
                      <a:lnTo>
                        <a:pt x="84" y="2"/>
                      </a:lnTo>
                      <a:lnTo>
                        <a:pt x="98" y="0"/>
                      </a:lnTo>
                      <a:lnTo>
                        <a:pt x="104" y="2"/>
                      </a:lnTo>
                      <a:lnTo>
                        <a:pt x="106" y="4"/>
                      </a:lnTo>
                      <a:lnTo>
                        <a:pt x="106" y="6"/>
                      </a:lnTo>
                      <a:lnTo>
                        <a:pt x="98" y="10"/>
                      </a:lnTo>
                      <a:lnTo>
                        <a:pt x="76" y="20"/>
                      </a:lnTo>
                      <a:lnTo>
                        <a:pt x="66" y="26"/>
                      </a:lnTo>
                      <a:lnTo>
                        <a:pt x="86" y="26"/>
                      </a:lnTo>
                      <a:lnTo>
                        <a:pt x="104" y="28"/>
                      </a:lnTo>
                      <a:lnTo>
                        <a:pt x="120" y="30"/>
                      </a:lnTo>
                      <a:lnTo>
                        <a:pt x="122" y="32"/>
                      </a:lnTo>
                      <a:lnTo>
                        <a:pt x="124" y="34"/>
                      </a:lnTo>
                      <a:lnTo>
                        <a:pt x="124" y="36"/>
                      </a:lnTo>
                      <a:lnTo>
                        <a:pt x="120" y="38"/>
                      </a:lnTo>
                      <a:lnTo>
                        <a:pt x="112" y="40"/>
                      </a:lnTo>
                      <a:lnTo>
                        <a:pt x="104" y="40"/>
                      </a:lnTo>
                      <a:lnTo>
                        <a:pt x="92" y="40"/>
                      </a:lnTo>
                      <a:lnTo>
                        <a:pt x="70" y="44"/>
                      </a:lnTo>
                      <a:lnTo>
                        <a:pt x="96" y="44"/>
                      </a:lnTo>
                      <a:lnTo>
                        <a:pt x="110" y="44"/>
                      </a:lnTo>
                      <a:lnTo>
                        <a:pt x="114" y="46"/>
                      </a:lnTo>
                      <a:lnTo>
                        <a:pt x="118" y="48"/>
                      </a:lnTo>
                      <a:lnTo>
                        <a:pt x="118" y="50"/>
                      </a:lnTo>
                      <a:lnTo>
                        <a:pt x="116" y="54"/>
                      </a:lnTo>
                      <a:lnTo>
                        <a:pt x="114" y="56"/>
                      </a:lnTo>
                      <a:lnTo>
                        <a:pt x="110" y="56"/>
                      </a:lnTo>
                      <a:lnTo>
                        <a:pt x="62" y="60"/>
                      </a:lnTo>
                      <a:lnTo>
                        <a:pt x="58" y="62"/>
                      </a:lnTo>
                      <a:lnTo>
                        <a:pt x="76" y="66"/>
                      </a:lnTo>
                      <a:lnTo>
                        <a:pt x="88" y="64"/>
                      </a:lnTo>
                      <a:lnTo>
                        <a:pt x="94" y="64"/>
                      </a:lnTo>
                      <a:lnTo>
                        <a:pt x="96" y="66"/>
                      </a:lnTo>
                      <a:lnTo>
                        <a:pt x="98" y="68"/>
                      </a:lnTo>
                      <a:lnTo>
                        <a:pt x="96" y="72"/>
                      </a:lnTo>
                      <a:lnTo>
                        <a:pt x="92" y="74"/>
                      </a:lnTo>
                      <a:lnTo>
                        <a:pt x="86" y="74"/>
                      </a:lnTo>
                      <a:lnTo>
                        <a:pt x="54" y="76"/>
                      </a:lnTo>
                      <a:lnTo>
                        <a:pt x="40" y="80"/>
                      </a:lnTo>
                      <a:lnTo>
                        <a:pt x="26" y="86"/>
                      </a:lnTo>
                      <a:lnTo>
                        <a:pt x="14" y="88"/>
                      </a:lnTo>
                      <a:lnTo>
                        <a:pt x="0" y="88"/>
                      </a:lnTo>
                      <a:lnTo>
                        <a:pt x="12" y="68"/>
                      </a:lnTo>
                      <a:lnTo>
                        <a:pt x="22" y="50"/>
                      </a:lnTo>
                      <a:lnTo>
                        <a:pt x="24" y="42"/>
                      </a:lnTo>
                      <a:lnTo>
                        <a:pt x="26" y="32"/>
                      </a:lnTo>
                      <a:lnTo>
                        <a:pt x="32" y="26"/>
                      </a:lnTo>
                      <a:lnTo>
                        <a:pt x="40" y="20"/>
                      </a:lnTo>
                      <a:lnTo>
                        <a:pt x="50" y="16"/>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3" name="Freeform 143"/>
                <p:cNvSpPr>
                  <a:spLocks noEditPoints="1"/>
                </p:cNvSpPr>
                <p:nvPr/>
              </p:nvSpPr>
              <p:spPr bwMode="auto">
                <a:xfrm>
                  <a:off x="3876332" y="5385085"/>
                  <a:ext cx="558069" cy="684253"/>
                </a:xfrm>
                <a:custGeom>
                  <a:avLst/>
                  <a:gdLst>
                    <a:gd name="T0" fmla="*/ 186491543 w 330"/>
                    <a:gd name="T1" fmla="*/ 866933887 h 408"/>
                    <a:gd name="T2" fmla="*/ 151209369 w 330"/>
                    <a:gd name="T3" fmla="*/ 730845292 h 408"/>
                    <a:gd name="T4" fmla="*/ 146169058 w 330"/>
                    <a:gd name="T5" fmla="*/ 720764670 h 408"/>
                    <a:gd name="T6" fmla="*/ 141128747 w 330"/>
                    <a:gd name="T7" fmla="*/ 690522804 h 408"/>
                    <a:gd name="T8" fmla="*/ 141128747 w 330"/>
                    <a:gd name="T9" fmla="*/ 589716584 h 408"/>
                    <a:gd name="T10" fmla="*/ 141128747 w 330"/>
                    <a:gd name="T11" fmla="*/ 554434408 h 408"/>
                    <a:gd name="T12" fmla="*/ 50403119 w 330"/>
                    <a:gd name="T13" fmla="*/ 55443446 h 408"/>
                    <a:gd name="T14" fmla="*/ 35282187 w 330"/>
                    <a:gd name="T15" fmla="*/ 80645001 h 408"/>
                    <a:gd name="T16" fmla="*/ 10080624 w 330"/>
                    <a:gd name="T17" fmla="*/ 156249690 h 408"/>
                    <a:gd name="T18" fmla="*/ 0 w 330"/>
                    <a:gd name="T19" fmla="*/ 282257515 h 408"/>
                    <a:gd name="T20" fmla="*/ 10080624 w 330"/>
                    <a:gd name="T21" fmla="*/ 403224979 h 408"/>
                    <a:gd name="T22" fmla="*/ 25201559 w 330"/>
                    <a:gd name="T23" fmla="*/ 493950676 h 408"/>
                    <a:gd name="T24" fmla="*/ 35282187 w 330"/>
                    <a:gd name="T25" fmla="*/ 599797206 h 408"/>
                    <a:gd name="T26" fmla="*/ 30241876 w 330"/>
                    <a:gd name="T27" fmla="*/ 670361560 h 408"/>
                    <a:gd name="T28" fmla="*/ 30241876 w 330"/>
                    <a:gd name="T29" fmla="*/ 665321249 h 408"/>
                    <a:gd name="T30" fmla="*/ 10080624 w 330"/>
                    <a:gd name="T31" fmla="*/ 801409646 h 408"/>
                    <a:gd name="T32" fmla="*/ 30241876 w 330"/>
                    <a:gd name="T33" fmla="*/ 806449957 h 408"/>
                    <a:gd name="T34" fmla="*/ 30241876 w 330"/>
                    <a:gd name="T35" fmla="*/ 801409646 h 408"/>
                    <a:gd name="T36" fmla="*/ 40322497 w 330"/>
                    <a:gd name="T37" fmla="*/ 846772644 h 408"/>
                    <a:gd name="T38" fmla="*/ 40322497 w 330"/>
                    <a:gd name="T39" fmla="*/ 907256375 h 408"/>
                    <a:gd name="T40" fmla="*/ 60483752 w 330"/>
                    <a:gd name="T41" fmla="*/ 972780418 h 408"/>
                    <a:gd name="T42" fmla="*/ 70564374 w 330"/>
                    <a:gd name="T43" fmla="*/ 992941662 h 408"/>
                    <a:gd name="T44" fmla="*/ 105846573 w 330"/>
                    <a:gd name="T45" fmla="*/ 1018143217 h 408"/>
                    <a:gd name="T46" fmla="*/ 146169058 w 330"/>
                    <a:gd name="T47" fmla="*/ 1028223839 h 408"/>
                    <a:gd name="T48" fmla="*/ 216733457 w 330"/>
                    <a:gd name="T49" fmla="*/ 1018143217 h 408"/>
                    <a:gd name="T50" fmla="*/ 236894699 w 330"/>
                    <a:gd name="T51" fmla="*/ 982861040 h 408"/>
                    <a:gd name="T52" fmla="*/ 236894699 w 330"/>
                    <a:gd name="T53" fmla="*/ 967740107 h 408"/>
                    <a:gd name="T54" fmla="*/ 216733457 w 330"/>
                    <a:gd name="T55" fmla="*/ 922377308 h 408"/>
                    <a:gd name="T56" fmla="*/ 821570832 w 330"/>
                    <a:gd name="T57" fmla="*/ 675401871 h 408"/>
                    <a:gd name="T58" fmla="*/ 816530521 w 330"/>
                    <a:gd name="T59" fmla="*/ 670361560 h 408"/>
                    <a:gd name="T60" fmla="*/ 801409589 w 330"/>
                    <a:gd name="T61" fmla="*/ 660280938 h 408"/>
                    <a:gd name="T62" fmla="*/ 751006483 w 330"/>
                    <a:gd name="T63" fmla="*/ 619958450 h 408"/>
                    <a:gd name="T64" fmla="*/ 735885551 w 330"/>
                    <a:gd name="T65" fmla="*/ 599797206 h 408"/>
                    <a:gd name="T66" fmla="*/ 715724309 w 330"/>
                    <a:gd name="T67" fmla="*/ 579635963 h 408"/>
                    <a:gd name="T68" fmla="*/ 690522756 w 330"/>
                    <a:gd name="T69" fmla="*/ 544353786 h 408"/>
                    <a:gd name="T70" fmla="*/ 675401824 w 330"/>
                    <a:gd name="T71" fmla="*/ 509071609 h 408"/>
                    <a:gd name="T72" fmla="*/ 660280892 w 330"/>
                    <a:gd name="T73" fmla="*/ 463708810 h 408"/>
                    <a:gd name="T74" fmla="*/ 478829709 w 330"/>
                    <a:gd name="T75" fmla="*/ 65524068 h 408"/>
                    <a:gd name="T76" fmla="*/ 483870019 w 330"/>
                    <a:gd name="T77" fmla="*/ 105846580 h 408"/>
                    <a:gd name="T78" fmla="*/ 483870019 w 330"/>
                    <a:gd name="T79" fmla="*/ 166330312 h 408"/>
                    <a:gd name="T80" fmla="*/ 504031262 w 330"/>
                    <a:gd name="T81" fmla="*/ 282257515 h 408"/>
                    <a:gd name="T82" fmla="*/ 534273126 w 330"/>
                    <a:gd name="T83" fmla="*/ 398184668 h 408"/>
                    <a:gd name="T84" fmla="*/ 534273126 w 330"/>
                    <a:gd name="T85" fmla="*/ 448587877 h 408"/>
                    <a:gd name="T86" fmla="*/ 529232815 w 330"/>
                    <a:gd name="T87" fmla="*/ 468749121 h 408"/>
                    <a:gd name="T88" fmla="*/ 509071573 w 330"/>
                    <a:gd name="T89" fmla="*/ 524192542 h 408"/>
                    <a:gd name="T90" fmla="*/ 509071573 w 330"/>
                    <a:gd name="T91" fmla="*/ 574595652 h 408"/>
                    <a:gd name="T92" fmla="*/ 514111883 w 330"/>
                    <a:gd name="T93" fmla="*/ 584676274 h 408"/>
                    <a:gd name="T94" fmla="*/ 524192505 w 330"/>
                    <a:gd name="T95" fmla="*/ 614918139 h 408"/>
                    <a:gd name="T96" fmla="*/ 534273126 w 330"/>
                    <a:gd name="T97" fmla="*/ 695563115 h 408"/>
                    <a:gd name="T98" fmla="*/ 559474679 w 330"/>
                    <a:gd name="T99" fmla="*/ 690522804 h 408"/>
                    <a:gd name="T100" fmla="*/ 564514990 w 330"/>
                    <a:gd name="T101" fmla="*/ 599797206 h 408"/>
                    <a:gd name="T102" fmla="*/ 594756853 w 330"/>
                    <a:gd name="T103" fmla="*/ 614918139 h 408"/>
                    <a:gd name="T104" fmla="*/ 614918096 w 330"/>
                    <a:gd name="T105" fmla="*/ 645160005 h 408"/>
                    <a:gd name="T106" fmla="*/ 619958407 w 330"/>
                    <a:gd name="T107" fmla="*/ 655240627 h 408"/>
                    <a:gd name="T108" fmla="*/ 650200270 w 330"/>
                    <a:gd name="T109" fmla="*/ 720764670 h 408"/>
                    <a:gd name="T110" fmla="*/ 660280892 w 330"/>
                    <a:gd name="T111" fmla="*/ 740925914 h 408"/>
                    <a:gd name="T112" fmla="*/ 690522756 w 330"/>
                    <a:gd name="T113" fmla="*/ 756046847 h 408"/>
                    <a:gd name="T114" fmla="*/ 811490211 w 330"/>
                    <a:gd name="T115" fmla="*/ 766127469 h 408"/>
                    <a:gd name="T116" fmla="*/ 816530521 w 330"/>
                    <a:gd name="T117" fmla="*/ 756046847 h 408"/>
                    <a:gd name="T118" fmla="*/ 826611143 w 330"/>
                    <a:gd name="T119" fmla="*/ 725804981 h 408"/>
                    <a:gd name="T120" fmla="*/ 831651453 w 330"/>
                    <a:gd name="T121" fmla="*/ 715724359 h 408"/>
                    <a:gd name="T122" fmla="*/ 821570832 w 330"/>
                    <a:gd name="T123" fmla="*/ 675401871 h 4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0"/>
                    <a:gd name="T187" fmla="*/ 0 h 408"/>
                    <a:gd name="T188" fmla="*/ 330 w 330"/>
                    <a:gd name="T189" fmla="*/ 408 h 4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0" h="408">
                      <a:moveTo>
                        <a:pt x="74" y="344"/>
                      </a:moveTo>
                      <a:lnTo>
                        <a:pt x="74" y="344"/>
                      </a:lnTo>
                      <a:lnTo>
                        <a:pt x="60" y="290"/>
                      </a:lnTo>
                      <a:lnTo>
                        <a:pt x="58" y="286"/>
                      </a:lnTo>
                      <a:lnTo>
                        <a:pt x="56" y="274"/>
                      </a:lnTo>
                      <a:lnTo>
                        <a:pt x="56" y="254"/>
                      </a:lnTo>
                      <a:lnTo>
                        <a:pt x="56" y="234"/>
                      </a:lnTo>
                      <a:lnTo>
                        <a:pt x="56" y="220"/>
                      </a:lnTo>
                      <a:lnTo>
                        <a:pt x="92" y="44"/>
                      </a:lnTo>
                      <a:lnTo>
                        <a:pt x="20" y="22"/>
                      </a:lnTo>
                      <a:lnTo>
                        <a:pt x="14" y="32"/>
                      </a:lnTo>
                      <a:lnTo>
                        <a:pt x="10" y="40"/>
                      </a:lnTo>
                      <a:lnTo>
                        <a:pt x="4" y="62"/>
                      </a:lnTo>
                      <a:lnTo>
                        <a:pt x="2" y="88"/>
                      </a:lnTo>
                      <a:lnTo>
                        <a:pt x="0" y="112"/>
                      </a:lnTo>
                      <a:lnTo>
                        <a:pt x="2" y="138"/>
                      </a:lnTo>
                      <a:lnTo>
                        <a:pt x="4" y="160"/>
                      </a:lnTo>
                      <a:lnTo>
                        <a:pt x="10" y="196"/>
                      </a:lnTo>
                      <a:lnTo>
                        <a:pt x="14" y="218"/>
                      </a:lnTo>
                      <a:lnTo>
                        <a:pt x="14" y="238"/>
                      </a:lnTo>
                      <a:lnTo>
                        <a:pt x="14" y="254"/>
                      </a:lnTo>
                      <a:lnTo>
                        <a:pt x="12" y="266"/>
                      </a:lnTo>
                      <a:lnTo>
                        <a:pt x="12" y="264"/>
                      </a:lnTo>
                      <a:lnTo>
                        <a:pt x="6" y="292"/>
                      </a:lnTo>
                      <a:lnTo>
                        <a:pt x="4" y="318"/>
                      </a:lnTo>
                      <a:lnTo>
                        <a:pt x="8" y="322"/>
                      </a:lnTo>
                      <a:lnTo>
                        <a:pt x="12" y="320"/>
                      </a:lnTo>
                      <a:lnTo>
                        <a:pt x="12" y="318"/>
                      </a:lnTo>
                      <a:lnTo>
                        <a:pt x="16" y="336"/>
                      </a:lnTo>
                      <a:lnTo>
                        <a:pt x="16" y="360"/>
                      </a:lnTo>
                      <a:lnTo>
                        <a:pt x="18" y="370"/>
                      </a:lnTo>
                      <a:lnTo>
                        <a:pt x="24" y="386"/>
                      </a:lnTo>
                      <a:lnTo>
                        <a:pt x="28" y="394"/>
                      </a:lnTo>
                      <a:lnTo>
                        <a:pt x="42" y="404"/>
                      </a:lnTo>
                      <a:lnTo>
                        <a:pt x="50" y="406"/>
                      </a:lnTo>
                      <a:lnTo>
                        <a:pt x="58" y="408"/>
                      </a:lnTo>
                      <a:lnTo>
                        <a:pt x="74" y="406"/>
                      </a:lnTo>
                      <a:lnTo>
                        <a:pt x="86" y="404"/>
                      </a:lnTo>
                      <a:lnTo>
                        <a:pt x="92" y="402"/>
                      </a:lnTo>
                      <a:lnTo>
                        <a:pt x="94" y="390"/>
                      </a:lnTo>
                      <a:lnTo>
                        <a:pt x="94" y="384"/>
                      </a:lnTo>
                      <a:lnTo>
                        <a:pt x="92" y="376"/>
                      </a:lnTo>
                      <a:lnTo>
                        <a:pt x="86" y="366"/>
                      </a:lnTo>
                      <a:lnTo>
                        <a:pt x="74" y="344"/>
                      </a:lnTo>
                      <a:close/>
                      <a:moveTo>
                        <a:pt x="326" y="268"/>
                      </a:moveTo>
                      <a:lnTo>
                        <a:pt x="326" y="268"/>
                      </a:lnTo>
                      <a:lnTo>
                        <a:pt x="324" y="266"/>
                      </a:lnTo>
                      <a:lnTo>
                        <a:pt x="318" y="262"/>
                      </a:lnTo>
                      <a:lnTo>
                        <a:pt x="310" y="254"/>
                      </a:lnTo>
                      <a:lnTo>
                        <a:pt x="298" y="246"/>
                      </a:lnTo>
                      <a:lnTo>
                        <a:pt x="292" y="238"/>
                      </a:lnTo>
                      <a:lnTo>
                        <a:pt x="284" y="230"/>
                      </a:lnTo>
                      <a:lnTo>
                        <a:pt x="280" y="224"/>
                      </a:lnTo>
                      <a:lnTo>
                        <a:pt x="274" y="216"/>
                      </a:lnTo>
                      <a:lnTo>
                        <a:pt x="268" y="202"/>
                      </a:lnTo>
                      <a:lnTo>
                        <a:pt x="262" y="184"/>
                      </a:lnTo>
                      <a:lnTo>
                        <a:pt x="260" y="0"/>
                      </a:lnTo>
                      <a:lnTo>
                        <a:pt x="190" y="26"/>
                      </a:lnTo>
                      <a:lnTo>
                        <a:pt x="192" y="42"/>
                      </a:lnTo>
                      <a:lnTo>
                        <a:pt x="192" y="66"/>
                      </a:lnTo>
                      <a:lnTo>
                        <a:pt x="194" y="82"/>
                      </a:lnTo>
                      <a:lnTo>
                        <a:pt x="200" y="112"/>
                      </a:lnTo>
                      <a:lnTo>
                        <a:pt x="212" y="158"/>
                      </a:lnTo>
                      <a:lnTo>
                        <a:pt x="212" y="178"/>
                      </a:lnTo>
                      <a:lnTo>
                        <a:pt x="210" y="186"/>
                      </a:lnTo>
                      <a:lnTo>
                        <a:pt x="206" y="194"/>
                      </a:lnTo>
                      <a:lnTo>
                        <a:pt x="202" y="208"/>
                      </a:lnTo>
                      <a:lnTo>
                        <a:pt x="200" y="222"/>
                      </a:lnTo>
                      <a:lnTo>
                        <a:pt x="202" y="228"/>
                      </a:lnTo>
                      <a:lnTo>
                        <a:pt x="204" y="232"/>
                      </a:lnTo>
                      <a:lnTo>
                        <a:pt x="206" y="238"/>
                      </a:lnTo>
                      <a:lnTo>
                        <a:pt x="208" y="244"/>
                      </a:lnTo>
                      <a:lnTo>
                        <a:pt x="210" y="258"/>
                      </a:lnTo>
                      <a:lnTo>
                        <a:pt x="212" y="276"/>
                      </a:lnTo>
                      <a:lnTo>
                        <a:pt x="218" y="278"/>
                      </a:lnTo>
                      <a:lnTo>
                        <a:pt x="222" y="274"/>
                      </a:lnTo>
                      <a:lnTo>
                        <a:pt x="218" y="232"/>
                      </a:lnTo>
                      <a:lnTo>
                        <a:pt x="224" y="238"/>
                      </a:lnTo>
                      <a:lnTo>
                        <a:pt x="236" y="244"/>
                      </a:lnTo>
                      <a:lnTo>
                        <a:pt x="242" y="250"/>
                      </a:lnTo>
                      <a:lnTo>
                        <a:pt x="244" y="256"/>
                      </a:lnTo>
                      <a:lnTo>
                        <a:pt x="246" y="260"/>
                      </a:lnTo>
                      <a:lnTo>
                        <a:pt x="252" y="276"/>
                      </a:lnTo>
                      <a:lnTo>
                        <a:pt x="258" y="286"/>
                      </a:lnTo>
                      <a:lnTo>
                        <a:pt x="262" y="294"/>
                      </a:lnTo>
                      <a:lnTo>
                        <a:pt x="266" y="298"/>
                      </a:lnTo>
                      <a:lnTo>
                        <a:pt x="274" y="300"/>
                      </a:lnTo>
                      <a:lnTo>
                        <a:pt x="294" y="302"/>
                      </a:lnTo>
                      <a:lnTo>
                        <a:pt x="322" y="304"/>
                      </a:lnTo>
                      <a:lnTo>
                        <a:pt x="324" y="300"/>
                      </a:lnTo>
                      <a:lnTo>
                        <a:pt x="326" y="296"/>
                      </a:lnTo>
                      <a:lnTo>
                        <a:pt x="328" y="288"/>
                      </a:lnTo>
                      <a:lnTo>
                        <a:pt x="330" y="284"/>
                      </a:lnTo>
                      <a:lnTo>
                        <a:pt x="328" y="276"/>
                      </a:lnTo>
                      <a:lnTo>
                        <a:pt x="326" y="26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24" name="Freeform 144"/>
                <p:cNvSpPr>
                  <a:spLocks/>
                </p:cNvSpPr>
                <p:nvPr/>
              </p:nvSpPr>
              <p:spPr bwMode="auto">
                <a:xfrm>
                  <a:off x="3612299" y="4175638"/>
                  <a:ext cx="333040" cy="723268"/>
                </a:xfrm>
                <a:custGeom>
                  <a:avLst/>
                  <a:gdLst>
                    <a:gd name="T0" fmla="*/ 418346010 w 202"/>
                    <a:gd name="T1" fmla="*/ 463708816 h 426"/>
                    <a:gd name="T2" fmla="*/ 352821868 w 202"/>
                    <a:gd name="T3" fmla="*/ 529232859 h 426"/>
                    <a:gd name="T4" fmla="*/ 327620313 w 202"/>
                    <a:gd name="T5" fmla="*/ 569555348 h 426"/>
                    <a:gd name="T6" fmla="*/ 297378447 w 202"/>
                    <a:gd name="T7" fmla="*/ 609877836 h 426"/>
                    <a:gd name="T8" fmla="*/ 231854404 w 202"/>
                    <a:gd name="T9" fmla="*/ 650200325 h 426"/>
                    <a:gd name="T10" fmla="*/ 221773782 w 202"/>
                    <a:gd name="T11" fmla="*/ 650200325 h 426"/>
                    <a:gd name="T12" fmla="*/ 216733471 w 202"/>
                    <a:gd name="T13" fmla="*/ 670361569 h 426"/>
                    <a:gd name="T14" fmla="*/ 226814093 w 202"/>
                    <a:gd name="T15" fmla="*/ 675401880 h 426"/>
                    <a:gd name="T16" fmla="*/ 236894715 w 202"/>
                    <a:gd name="T17" fmla="*/ 685482502 h 426"/>
                    <a:gd name="T18" fmla="*/ 246975337 w 202"/>
                    <a:gd name="T19" fmla="*/ 710684057 h 426"/>
                    <a:gd name="T20" fmla="*/ 292338136 w 202"/>
                    <a:gd name="T21" fmla="*/ 771167790 h 426"/>
                    <a:gd name="T22" fmla="*/ 357862179 w 202"/>
                    <a:gd name="T23" fmla="*/ 846772654 h 426"/>
                    <a:gd name="T24" fmla="*/ 418346010 w 202"/>
                    <a:gd name="T25" fmla="*/ 877014521 h 426"/>
                    <a:gd name="T26" fmla="*/ 493950674 w 202"/>
                    <a:gd name="T27" fmla="*/ 907256387 h 426"/>
                    <a:gd name="T28" fmla="*/ 498990985 w 202"/>
                    <a:gd name="T29" fmla="*/ 912296698 h 426"/>
                    <a:gd name="T30" fmla="*/ 483870052 w 202"/>
                    <a:gd name="T31" fmla="*/ 982861053 h 426"/>
                    <a:gd name="T32" fmla="*/ 453628186 w 202"/>
                    <a:gd name="T33" fmla="*/ 1038304474 h 426"/>
                    <a:gd name="T34" fmla="*/ 413305599 w 202"/>
                    <a:gd name="T35" fmla="*/ 1073586652 h 426"/>
                    <a:gd name="T36" fmla="*/ 120967513 w 202"/>
                    <a:gd name="T37" fmla="*/ 841732343 h 426"/>
                    <a:gd name="T38" fmla="*/ 85685311 w 202"/>
                    <a:gd name="T39" fmla="*/ 811490278 h 426"/>
                    <a:gd name="T40" fmla="*/ 50403122 w 202"/>
                    <a:gd name="T41" fmla="*/ 771167790 h 426"/>
                    <a:gd name="T42" fmla="*/ 15120939 w 202"/>
                    <a:gd name="T43" fmla="*/ 710684057 h 426"/>
                    <a:gd name="T44" fmla="*/ 10080625 w 202"/>
                    <a:gd name="T45" fmla="*/ 700603435 h 426"/>
                    <a:gd name="T46" fmla="*/ 0 w 202"/>
                    <a:gd name="T47" fmla="*/ 660280947 h 426"/>
                    <a:gd name="T48" fmla="*/ 10080625 w 202"/>
                    <a:gd name="T49" fmla="*/ 635079391 h 426"/>
                    <a:gd name="T50" fmla="*/ 206652800 w 202"/>
                    <a:gd name="T51" fmla="*/ 312499385 h 426"/>
                    <a:gd name="T52" fmla="*/ 262096270 w 202"/>
                    <a:gd name="T53" fmla="*/ 156249692 h 426"/>
                    <a:gd name="T54" fmla="*/ 297378447 w 202"/>
                    <a:gd name="T55" fmla="*/ 90725624 h 426"/>
                    <a:gd name="T56" fmla="*/ 312499380 w 202"/>
                    <a:gd name="T57" fmla="*/ 70564380 h 426"/>
                    <a:gd name="T58" fmla="*/ 337700935 w 202"/>
                    <a:gd name="T59" fmla="*/ 55443446 h 426"/>
                    <a:gd name="T60" fmla="*/ 362902490 w 202"/>
                    <a:gd name="T61" fmla="*/ 50403123 h 426"/>
                    <a:gd name="T62" fmla="*/ 509071607 w 202"/>
                    <a:gd name="T63" fmla="*/ 0 h 426"/>
                    <a:gd name="T64" fmla="*/ 483870052 w 202"/>
                    <a:gd name="T65" fmla="*/ 196572181 h 426"/>
                    <a:gd name="T66" fmla="*/ 458668497 w 202"/>
                    <a:gd name="T67" fmla="*/ 347781562 h 426"/>
                    <a:gd name="T68" fmla="*/ 418346010 w 202"/>
                    <a:gd name="T69" fmla="*/ 463708816 h 4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2"/>
                    <a:gd name="T106" fmla="*/ 0 h 426"/>
                    <a:gd name="T107" fmla="*/ 202 w 202"/>
                    <a:gd name="T108" fmla="*/ 426 h 4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2" h="426">
                      <a:moveTo>
                        <a:pt x="166" y="184"/>
                      </a:moveTo>
                      <a:lnTo>
                        <a:pt x="166" y="184"/>
                      </a:lnTo>
                      <a:lnTo>
                        <a:pt x="152" y="196"/>
                      </a:lnTo>
                      <a:lnTo>
                        <a:pt x="140" y="210"/>
                      </a:lnTo>
                      <a:lnTo>
                        <a:pt x="130" y="226"/>
                      </a:lnTo>
                      <a:lnTo>
                        <a:pt x="124" y="236"/>
                      </a:lnTo>
                      <a:lnTo>
                        <a:pt x="118" y="242"/>
                      </a:lnTo>
                      <a:lnTo>
                        <a:pt x="104" y="252"/>
                      </a:lnTo>
                      <a:lnTo>
                        <a:pt x="92" y="258"/>
                      </a:lnTo>
                      <a:lnTo>
                        <a:pt x="88" y="258"/>
                      </a:lnTo>
                      <a:lnTo>
                        <a:pt x="86" y="262"/>
                      </a:lnTo>
                      <a:lnTo>
                        <a:pt x="86" y="266"/>
                      </a:lnTo>
                      <a:lnTo>
                        <a:pt x="90" y="268"/>
                      </a:lnTo>
                      <a:lnTo>
                        <a:pt x="92" y="270"/>
                      </a:lnTo>
                      <a:lnTo>
                        <a:pt x="94" y="272"/>
                      </a:lnTo>
                      <a:lnTo>
                        <a:pt x="98" y="282"/>
                      </a:lnTo>
                      <a:lnTo>
                        <a:pt x="104" y="292"/>
                      </a:lnTo>
                      <a:lnTo>
                        <a:pt x="116" y="306"/>
                      </a:lnTo>
                      <a:lnTo>
                        <a:pt x="134" y="324"/>
                      </a:lnTo>
                      <a:lnTo>
                        <a:pt x="142" y="336"/>
                      </a:lnTo>
                      <a:lnTo>
                        <a:pt x="166" y="348"/>
                      </a:lnTo>
                      <a:lnTo>
                        <a:pt x="184" y="356"/>
                      </a:lnTo>
                      <a:lnTo>
                        <a:pt x="196" y="360"/>
                      </a:lnTo>
                      <a:lnTo>
                        <a:pt x="198" y="362"/>
                      </a:lnTo>
                      <a:lnTo>
                        <a:pt x="198" y="370"/>
                      </a:lnTo>
                      <a:lnTo>
                        <a:pt x="192" y="390"/>
                      </a:lnTo>
                      <a:lnTo>
                        <a:pt x="186" y="400"/>
                      </a:lnTo>
                      <a:lnTo>
                        <a:pt x="180" y="412"/>
                      </a:lnTo>
                      <a:lnTo>
                        <a:pt x="172" y="420"/>
                      </a:lnTo>
                      <a:lnTo>
                        <a:pt x="164" y="426"/>
                      </a:lnTo>
                      <a:lnTo>
                        <a:pt x="48" y="334"/>
                      </a:lnTo>
                      <a:lnTo>
                        <a:pt x="34" y="322"/>
                      </a:lnTo>
                      <a:lnTo>
                        <a:pt x="26" y="314"/>
                      </a:lnTo>
                      <a:lnTo>
                        <a:pt x="20" y="306"/>
                      </a:lnTo>
                      <a:lnTo>
                        <a:pt x="6" y="282"/>
                      </a:lnTo>
                      <a:lnTo>
                        <a:pt x="4" y="278"/>
                      </a:lnTo>
                      <a:lnTo>
                        <a:pt x="0" y="270"/>
                      </a:lnTo>
                      <a:lnTo>
                        <a:pt x="0" y="262"/>
                      </a:lnTo>
                      <a:lnTo>
                        <a:pt x="0" y="258"/>
                      </a:lnTo>
                      <a:lnTo>
                        <a:pt x="4" y="252"/>
                      </a:lnTo>
                      <a:lnTo>
                        <a:pt x="82" y="124"/>
                      </a:lnTo>
                      <a:lnTo>
                        <a:pt x="104" y="62"/>
                      </a:lnTo>
                      <a:lnTo>
                        <a:pt x="112" y="48"/>
                      </a:lnTo>
                      <a:lnTo>
                        <a:pt x="118" y="36"/>
                      </a:lnTo>
                      <a:lnTo>
                        <a:pt x="124" y="28"/>
                      </a:lnTo>
                      <a:lnTo>
                        <a:pt x="130" y="24"/>
                      </a:lnTo>
                      <a:lnTo>
                        <a:pt x="134" y="22"/>
                      </a:lnTo>
                      <a:lnTo>
                        <a:pt x="144" y="20"/>
                      </a:lnTo>
                      <a:lnTo>
                        <a:pt x="202" y="0"/>
                      </a:lnTo>
                      <a:lnTo>
                        <a:pt x="200" y="24"/>
                      </a:lnTo>
                      <a:lnTo>
                        <a:pt x="192" y="78"/>
                      </a:lnTo>
                      <a:lnTo>
                        <a:pt x="188" y="108"/>
                      </a:lnTo>
                      <a:lnTo>
                        <a:pt x="182" y="138"/>
                      </a:lnTo>
                      <a:lnTo>
                        <a:pt x="174" y="164"/>
                      </a:lnTo>
                      <a:lnTo>
                        <a:pt x="166" y="18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sp>
            <p:nvSpPr>
              <p:cNvPr id="17" name="Freeform 138"/>
              <p:cNvSpPr>
                <a:spLocks/>
              </p:cNvSpPr>
              <p:nvPr/>
            </p:nvSpPr>
            <p:spPr bwMode="auto">
              <a:xfrm>
                <a:off x="3544225" y="4214357"/>
                <a:ext cx="202273" cy="330410"/>
              </a:xfrm>
              <a:custGeom>
                <a:avLst/>
                <a:gdLst>
                  <a:gd name="T0" fmla="*/ 2147483647 w 120"/>
                  <a:gd name="T1" fmla="*/ 2147483647 h 196"/>
                  <a:gd name="T2" fmla="*/ 2147483647 w 120"/>
                  <a:gd name="T3" fmla="*/ 2147483647 h 196"/>
                  <a:gd name="T4" fmla="*/ 2147483647 w 120"/>
                  <a:gd name="T5" fmla="*/ 2147483647 h 196"/>
                  <a:gd name="T6" fmla="*/ 2147483647 w 120"/>
                  <a:gd name="T7" fmla="*/ 2147483647 h 196"/>
                  <a:gd name="T8" fmla="*/ 2147483647 w 120"/>
                  <a:gd name="T9" fmla="*/ 2147483647 h 196"/>
                  <a:gd name="T10" fmla="*/ 2147483647 w 120"/>
                  <a:gd name="T11" fmla="*/ 2147483647 h 196"/>
                  <a:gd name="T12" fmla="*/ 2147483647 w 120"/>
                  <a:gd name="T13" fmla="*/ 2147483647 h 196"/>
                  <a:gd name="T14" fmla="*/ 2147483647 w 120"/>
                  <a:gd name="T15" fmla="*/ 2147483647 h 196"/>
                  <a:gd name="T16" fmla="*/ 2147483647 w 120"/>
                  <a:gd name="T17" fmla="*/ 2147483647 h 196"/>
                  <a:gd name="T18" fmla="*/ 2147483647 w 120"/>
                  <a:gd name="T19" fmla="*/ 2147483647 h 196"/>
                  <a:gd name="T20" fmla="*/ 2147483647 w 120"/>
                  <a:gd name="T21" fmla="*/ 2147483647 h 196"/>
                  <a:gd name="T22" fmla="*/ 2147483647 w 120"/>
                  <a:gd name="T23" fmla="*/ 2147483647 h 196"/>
                  <a:gd name="T24" fmla="*/ 2147483647 w 120"/>
                  <a:gd name="T25" fmla="*/ 2147483647 h 196"/>
                  <a:gd name="T26" fmla="*/ 2147483647 w 120"/>
                  <a:gd name="T27" fmla="*/ 2147483647 h 196"/>
                  <a:gd name="T28" fmla="*/ 2147483647 w 120"/>
                  <a:gd name="T29" fmla="*/ 2147483647 h 196"/>
                  <a:gd name="T30" fmla="*/ 2147483647 w 120"/>
                  <a:gd name="T31" fmla="*/ 2147483647 h 196"/>
                  <a:gd name="T32" fmla="*/ 2147483647 w 120"/>
                  <a:gd name="T33" fmla="*/ 2147483647 h 196"/>
                  <a:gd name="T34" fmla="*/ 2147483647 w 120"/>
                  <a:gd name="T35" fmla="*/ 2147483647 h 196"/>
                  <a:gd name="T36" fmla="*/ 2147483647 w 120"/>
                  <a:gd name="T37" fmla="*/ 2147483647 h 196"/>
                  <a:gd name="T38" fmla="*/ 2147483647 w 120"/>
                  <a:gd name="T39" fmla="*/ 2147483647 h 196"/>
                  <a:gd name="T40" fmla="*/ 0 w 120"/>
                  <a:gd name="T41" fmla="*/ 2147483647 h 196"/>
                  <a:gd name="T42" fmla="*/ 2147483647 w 120"/>
                  <a:gd name="T43" fmla="*/ 2147483647 h 196"/>
                  <a:gd name="T44" fmla="*/ 2147483647 w 120"/>
                  <a:gd name="T45" fmla="*/ 2147483647 h 196"/>
                  <a:gd name="T46" fmla="*/ 2147483647 w 120"/>
                  <a:gd name="T47" fmla="*/ 2147483647 h 196"/>
                  <a:gd name="T48" fmla="*/ 2147483647 w 120"/>
                  <a:gd name="T49" fmla="*/ 0 h 196"/>
                  <a:gd name="T50" fmla="*/ 2147483647 w 120"/>
                  <a:gd name="T51" fmla="*/ 0 h 196"/>
                  <a:gd name="T52" fmla="*/ 2147483647 w 120"/>
                  <a:gd name="T53" fmla="*/ 2147483647 h 196"/>
                  <a:gd name="T54" fmla="*/ 2147483647 w 120"/>
                  <a:gd name="T55" fmla="*/ 2147483647 h 19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0"/>
                  <a:gd name="T85" fmla="*/ 0 h 196"/>
                  <a:gd name="T86" fmla="*/ 120 w 120"/>
                  <a:gd name="T87" fmla="*/ 196 h 19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0" h="196">
                    <a:moveTo>
                      <a:pt x="82" y="2"/>
                    </a:moveTo>
                    <a:lnTo>
                      <a:pt x="82" y="2"/>
                    </a:lnTo>
                    <a:lnTo>
                      <a:pt x="96" y="24"/>
                    </a:lnTo>
                    <a:lnTo>
                      <a:pt x="98" y="34"/>
                    </a:lnTo>
                    <a:lnTo>
                      <a:pt x="102" y="46"/>
                    </a:lnTo>
                    <a:lnTo>
                      <a:pt x="106" y="70"/>
                    </a:lnTo>
                    <a:lnTo>
                      <a:pt x="114" y="120"/>
                    </a:lnTo>
                    <a:lnTo>
                      <a:pt x="118" y="170"/>
                    </a:lnTo>
                    <a:lnTo>
                      <a:pt x="120" y="188"/>
                    </a:lnTo>
                    <a:lnTo>
                      <a:pt x="118" y="196"/>
                    </a:lnTo>
                    <a:lnTo>
                      <a:pt x="106" y="174"/>
                    </a:lnTo>
                    <a:lnTo>
                      <a:pt x="76" y="120"/>
                    </a:lnTo>
                    <a:lnTo>
                      <a:pt x="58" y="90"/>
                    </a:lnTo>
                    <a:lnTo>
                      <a:pt x="38" y="62"/>
                    </a:lnTo>
                    <a:lnTo>
                      <a:pt x="22" y="40"/>
                    </a:lnTo>
                    <a:lnTo>
                      <a:pt x="14" y="32"/>
                    </a:lnTo>
                    <a:lnTo>
                      <a:pt x="8" y="26"/>
                    </a:lnTo>
                    <a:lnTo>
                      <a:pt x="0" y="22"/>
                    </a:lnTo>
                    <a:lnTo>
                      <a:pt x="2" y="12"/>
                    </a:lnTo>
                    <a:lnTo>
                      <a:pt x="36" y="4"/>
                    </a:lnTo>
                    <a:lnTo>
                      <a:pt x="64" y="0"/>
                    </a:lnTo>
                    <a:lnTo>
                      <a:pt x="74" y="0"/>
                    </a:lnTo>
                    <a:lnTo>
                      <a:pt x="8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8" name="Freeform 140"/>
              <p:cNvSpPr>
                <a:spLocks/>
              </p:cNvSpPr>
              <p:nvPr/>
            </p:nvSpPr>
            <p:spPr bwMode="auto">
              <a:xfrm>
                <a:off x="3575919" y="4138914"/>
                <a:ext cx="147019" cy="234086"/>
              </a:xfrm>
              <a:custGeom>
                <a:avLst/>
                <a:gdLst>
                  <a:gd name="T0" fmla="*/ 196572170 w 90"/>
                  <a:gd name="T1" fmla="*/ 120967497 h 140"/>
                  <a:gd name="T2" fmla="*/ 196572170 w 90"/>
                  <a:gd name="T3" fmla="*/ 120967497 h 140"/>
                  <a:gd name="T4" fmla="*/ 191531860 w 90"/>
                  <a:gd name="T5" fmla="*/ 136088428 h 140"/>
                  <a:gd name="T6" fmla="*/ 181451238 w 90"/>
                  <a:gd name="T7" fmla="*/ 171370600 h 140"/>
                  <a:gd name="T8" fmla="*/ 181451238 w 90"/>
                  <a:gd name="T9" fmla="*/ 196572151 h 140"/>
                  <a:gd name="T10" fmla="*/ 186491549 w 90"/>
                  <a:gd name="T11" fmla="*/ 211693132 h 140"/>
                  <a:gd name="T12" fmla="*/ 191531860 w 90"/>
                  <a:gd name="T13" fmla="*/ 226814063 h 140"/>
                  <a:gd name="T14" fmla="*/ 206652792 w 90"/>
                  <a:gd name="T15" fmla="*/ 236894683 h 140"/>
                  <a:gd name="T16" fmla="*/ 206652792 w 90"/>
                  <a:gd name="T17" fmla="*/ 236894683 h 140"/>
                  <a:gd name="T18" fmla="*/ 226814085 w 90"/>
                  <a:gd name="T19" fmla="*/ 241934994 h 140"/>
                  <a:gd name="T20" fmla="*/ 226814085 w 90"/>
                  <a:gd name="T21" fmla="*/ 241934994 h 140"/>
                  <a:gd name="T22" fmla="*/ 226814085 w 90"/>
                  <a:gd name="T23" fmla="*/ 257055925 h 140"/>
                  <a:gd name="T24" fmla="*/ 226814085 w 90"/>
                  <a:gd name="T25" fmla="*/ 272176856 h 140"/>
                  <a:gd name="T26" fmla="*/ 221773774 w 90"/>
                  <a:gd name="T27" fmla="*/ 282257476 h 140"/>
                  <a:gd name="T28" fmla="*/ 221773774 w 90"/>
                  <a:gd name="T29" fmla="*/ 282257476 h 140"/>
                  <a:gd name="T30" fmla="*/ 211693152 w 90"/>
                  <a:gd name="T31" fmla="*/ 297378407 h 140"/>
                  <a:gd name="T32" fmla="*/ 206652792 w 90"/>
                  <a:gd name="T33" fmla="*/ 322579959 h 140"/>
                  <a:gd name="T34" fmla="*/ 196572170 w 90"/>
                  <a:gd name="T35" fmla="*/ 352821820 h 140"/>
                  <a:gd name="T36" fmla="*/ 186491549 w 90"/>
                  <a:gd name="T37" fmla="*/ 347781510 h 140"/>
                  <a:gd name="T38" fmla="*/ 186491549 w 90"/>
                  <a:gd name="T39" fmla="*/ 347781510 h 140"/>
                  <a:gd name="T40" fmla="*/ 196572170 w 90"/>
                  <a:gd name="T41" fmla="*/ 337700889 h 140"/>
                  <a:gd name="T42" fmla="*/ 196572170 w 90"/>
                  <a:gd name="T43" fmla="*/ 322579959 h 140"/>
                  <a:gd name="T44" fmla="*/ 186491549 w 90"/>
                  <a:gd name="T45" fmla="*/ 307459028 h 140"/>
                  <a:gd name="T46" fmla="*/ 186491549 w 90"/>
                  <a:gd name="T47" fmla="*/ 307459028 h 140"/>
                  <a:gd name="T48" fmla="*/ 171370617 w 90"/>
                  <a:gd name="T49" fmla="*/ 297378407 h 140"/>
                  <a:gd name="T50" fmla="*/ 146169063 w 90"/>
                  <a:gd name="T51" fmla="*/ 282257476 h 140"/>
                  <a:gd name="T52" fmla="*/ 95765930 w 90"/>
                  <a:gd name="T53" fmla="*/ 257055925 h 140"/>
                  <a:gd name="T54" fmla="*/ 95765930 w 90"/>
                  <a:gd name="T55" fmla="*/ 257055925 h 140"/>
                  <a:gd name="T56" fmla="*/ 70564376 w 90"/>
                  <a:gd name="T57" fmla="*/ 241934994 h 140"/>
                  <a:gd name="T58" fmla="*/ 55443444 w 90"/>
                  <a:gd name="T59" fmla="*/ 226814063 h 140"/>
                  <a:gd name="T60" fmla="*/ 35282188 w 90"/>
                  <a:gd name="T61" fmla="*/ 206652772 h 140"/>
                  <a:gd name="T62" fmla="*/ 20161249 w 90"/>
                  <a:gd name="T63" fmla="*/ 191531841 h 140"/>
                  <a:gd name="T64" fmla="*/ 20161249 w 90"/>
                  <a:gd name="T65" fmla="*/ 191531841 h 140"/>
                  <a:gd name="T66" fmla="*/ 15120939 w 90"/>
                  <a:gd name="T67" fmla="*/ 120967497 h 140"/>
                  <a:gd name="T68" fmla="*/ 15120939 w 90"/>
                  <a:gd name="T69" fmla="*/ 120967497 h 140"/>
                  <a:gd name="T70" fmla="*/ 10080625 w 90"/>
                  <a:gd name="T71" fmla="*/ 70564369 h 140"/>
                  <a:gd name="T72" fmla="*/ 0 w 90"/>
                  <a:gd name="T73" fmla="*/ 35282185 h 140"/>
                  <a:gd name="T74" fmla="*/ 0 w 90"/>
                  <a:gd name="T75" fmla="*/ 35282185 h 140"/>
                  <a:gd name="T76" fmla="*/ 10080625 w 90"/>
                  <a:gd name="T77" fmla="*/ 25201558 h 140"/>
                  <a:gd name="T78" fmla="*/ 20161249 w 90"/>
                  <a:gd name="T79" fmla="*/ 5040312 h 140"/>
                  <a:gd name="T80" fmla="*/ 20161249 w 90"/>
                  <a:gd name="T81" fmla="*/ 5040312 h 140"/>
                  <a:gd name="T82" fmla="*/ 25201560 w 90"/>
                  <a:gd name="T83" fmla="*/ 0 h 140"/>
                  <a:gd name="T84" fmla="*/ 30241877 w 90"/>
                  <a:gd name="T85" fmla="*/ 5040312 h 140"/>
                  <a:gd name="T86" fmla="*/ 50403120 w 90"/>
                  <a:gd name="T87" fmla="*/ 15120937 h 140"/>
                  <a:gd name="T88" fmla="*/ 110886887 w 90"/>
                  <a:gd name="T89" fmla="*/ 55443438 h 140"/>
                  <a:gd name="T90" fmla="*/ 196572170 w 90"/>
                  <a:gd name="T91" fmla="*/ 120967497 h 140"/>
                  <a:gd name="T92" fmla="*/ 196572170 w 90"/>
                  <a:gd name="T93" fmla="*/ 120967497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0"/>
                  <a:gd name="T142" fmla="*/ 0 h 140"/>
                  <a:gd name="T143" fmla="*/ 90 w 90"/>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0" h="140">
                    <a:moveTo>
                      <a:pt x="78" y="48"/>
                    </a:moveTo>
                    <a:lnTo>
                      <a:pt x="78" y="48"/>
                    </a:lnTo>
                    <a:lnTo>
                      <a:pt x="76" y="54"/>
                    </a:lnTo>
                    <a:lnTo>
                      <a:pt x="72" y="68"/>
                    </a:lnTo>
                    <a:lnTo>
                      <a:pt x="72" y="78"/>
                    </a:lnTo>
                    <a:lnTo>
                      <a:pt x="74" y="84"/>
                    </a:lnTo>
                    <a:lnTo>
                      <a:pt x="76" y="90"/>
                    </a:lnTo>
                    <a:lnTo>
                      <a:pt x="82" y="94"/>
                    </a:lnTo>
                    <a:lnTo>
                      <a:pt x="90" y="96"/>
                    </a:lnTo>
                    <a:lnTo>
                      <a:pt x="90" y="102"/>
                    </a:lnTo>
                    <a:lnTo>
                      <a:pt x="90" y="108"/>
                    </a:lnTo>
                    <a:lnTo>
                      <a:pt x="88" y="112"/>
                    </a:lnTo>
                    <a:lnTo>
                      <a:pt x="84" y="118"/>
                    </a:lnTo>
                    <a:lnTo>
                      <a:pt x="82" y="128"/>
                    </a:lnTo>
                    <a:lnTo>
                      <a:pt x="78" y="140"/>
                    </a:lnTo>
                    <a:lnTo>
                      <a:pt x="74" y="138"/>
                    </a:lnTo>
                    <a:lnTo>
                      <a:pt x="78" y="134"/>
                    </a:lnTo>
                    <a:lnTo>
                      <a:pt x="78" y="128"/>
                    </a:lnTo>
                    <a:lnTo>
                      <a:pt x="74" y="122"/>
                    </a:lnTo>
                    <a:lnTo>
                      <a:pt x="68" y="118"/>
                    </a:lnTo>
                    <a:lnTo>
                      <a:pt x="58" y="112"/>
                    </a:lnTo>
                    <a:lnTo>
                      <a:pt x="38" y="102"/>
                    </a:lnTo>
                    <a:lnTo>
                      <a:pt x="28" y="96"/>
                    </a:lnTo>
                    <a:lnTo>
                      <a:pt x="22" y="90"/>
                    </a:lnTo>
                    <a:lnTo>
                      <a:pt x="14" y="82"/>
                    </a:lnTo>
                    <a:lnTo>
                      <a:pt x="8" y="76"/>
                    </a:lnTo>
                    <a:lnTo>
                      <a:pt x="6" y="48"/>
                    </a:lnTo>
                    <a:lnTo>
                      <a:pt x="4" y="28"/>
                    </a:lnTo>
                    <a:lnTo>
                      <a:pt x="0" y="14"/>
                    </a:lnTo>
                    <a:lnTo>
                      <a:pt x="4" y="10"/>
                    </a:lnTo>
                    <a:lnTo>
                      <a:pt x="8" y="2"/>
                    </a:lnTo>
                    <a:lnTo>
                      <a:pt x="10" y="0"/>
                    </a:lnTo>
                    <a:lnTo>
                      <a:pt x="12" y="2"/>
                    </a:lnTo>
                    <a:lnTo>
                      <a:pt x="20" y="6"/>
                    </a:lnTo>
                    <a:lnTo>
                      <a:pt x="44" y="22"/>
                    </a:lnTo>
                    <a:lnTo>
                      <a:pt x="78" y="48"/>
                    </a:lnTo>
                    <a:close/>
                  </a:path>
                </a:pathLst>
              </a:custGeom>
              <a:grpFill/>
              <a:ln w="9525">
                <a:noFill/>
                <a:round/>
                <a:headEnd/>
                <a:tailEnd/>
              </a:ln>
            </p:spPr>
            <p:txBody>
              <a:bodyPr/>
              <a:lstStyle/>
              <a:p>
                <a:pPr fontAlgn="auto">
                  <a:spcBef>
                    <a:spcPts val="0"/>
                  </a:spcBef>
                  <a:spcAft>
                    <a:spcPts val="0"/>
                  </a:spcAft>
                  <a:defRPr/>
                </a:pPr>
                <a:endParaRPr sz="2000">
                  <a:solidFill>
                    <a:prstClr val="black"/>
                  </a:solidFill>
                  <a:latin typeface="Roboto Lt"/>
                </a:endParaRPr>
              </a:p>
            </p:txBody>
          </p:sp>
        </p:grpSp>
        <p:sp>
          <p:nvSpPr>
            <p:cNvPr id="10" name="Freeform 5"/>
            <p:cNvSpPr>
              <a:spLocks noEditPoints="1"/>
            </p:cNvSpPr>
            <p:nvPr/>
          </p:nvSpPr>
          <p:spPr bwMode="auto">
            <a:xfrm>
              <a:off x="8639116" y="2198798"/>
              <a:ext cx="1116469" cy="2902813"/>
            </a:xfrm>
            <a:custGeom>
              <a:avLst/>
              <a:gdLst>
                <a:gd name="T0" fmla="*/ 2147483647 w 600"/>
                <a:gd name="T1" fmla="*/ 1302100615 h 1727"/>
                <a:gd name="T2" fmla="*/ 2132965708 w 600"/>
                <a:gd name="T3" fmla="*/ 1014817518 h 1727"/>
                <a:gd name="T4" fmla="*/ 2114775135 w 600"/>
                <a:gd name="T5" fmla="*/ 861847602 h 1727"/>
                <a:gd name="T6" fmla="*/ 1982886016 w 600"/>
                <a:gd name="T7" fmla="*/ 936466814 h 1727"/>
                <a:gd name="T8" fmla="*/ 1791874337 w 600"/>
                <a:gd name="T9" fmla="*/ 179084624 h 1727"/>
                <a:gd name="T10" fmla="*/ 1664531796 w 600"/>
                <a:gd name="T11" fmla="*/ 41039906 h 1727"/>
                <a:gd name="T12" fmla="*/ 1459878253 w 600"/>
                <a:gd name="T13" fmla="*/ 22385578 h 1727"/>
                <a:gd name="T14" fmla="*/ 1064208499 w 600"/>
                <a:gd name="T15" fmla="*/ 813345211 h 1727"/>
                <a:gd name="T16" fmla="*/ 1059661922 w 600"/>
                <a:gd name="T17" fmla="*/ 820807712 h 1727"/>
                <a:gd name="T18" fmla="*/ 786788399 w 600"/>
                <a:gd name="T19" fmla="*/ 1085705480 h 1727"/>
                <a:gd name="T20" fmla="*/ 650350571 w 600"/>
                <a:gd name="T21" fmla="*/ 1078242979 h 1727"/>
                <a:gd name="T22" fmla="*/ 659445858 w 600"/>
                <a:gd name="T23" fmla="*/ 1227481403 h 1727"/>
                <a:gd name="T24" fmla="*/ 418406771 w 600"/>
                <a:gd name="T25" fmla="*/ 1652809174 h 1727"/>
                <a:gd name="T26" fmla="*/ 18190581 w 600"/>
                <a:gd name="T27" fmla="*/ 2147483647 h 1727"/>
                <a:gd name="T28" fmla="*/ 841362251 w 600"/>
                <a:gd name="T29" fmla="*/ 2147483647 h 1727"/>
                <a:gd name="T30" fmla="*/ 768595694 w 600"/>
                <a:gd name="T31" fmla="*/ 2147483647 h 1727"/>
                <a:gd name="T32" fmla="*/ 463885336 w 600"/>
                <a:gd name="T33" fmla="*/ 2147483647 h 1727"/>
                <a:gd name="T34" fmla="*/ 836813541 w 600"/>
                <a:gd name="T35" fmla="*/ 1757274526 h 1727"/>
                <a:gd name="T36" fmla="*/ 941416800 w 600"/>
                <a:gd name="T37" fmla="*/ 2089329247 h 1727"/>
                <a:gd name="T38" fmla="*/ 809527682 w 600"/>
                <a:gd name="T39" fmla="*/ 2147483647 h 1727"/>
                <a:gd name="T40" fmla="*/ 845910960 w 600"/>
                <a:gd name="T41" fmla="*/ 2147483647 h 1727"/>
                <a:gd name="T42" fmla="*/ 668541144 w 600"/>
                <a:gd name="T43" fmla="*/ 2147483647 h 1727"/>
                <a:gd name="T44" fmla="*/ 886840816 w 600"/>
                <a:gd name="T45" fmla="*/ 2147483647 h 1727"/>
                <a:gd name="T46" fmla="*/ 968702659 w 600"/>
                <a:gd name="T47" fmla="*/ 2147483647 h 1727"/>
                <a:gd name="T48" fmla="*/ 1296152433 w 600"/>
                <a:gd name="T49" fmla="*/ 2147483647 h 1727"/>
                <a:gd name="T50" fmla="*/ 1368918990 w 600"/>
                <a:gd name="T51" fmla="*/ 2147483647 h 1727"/>
                <a:gd name="T52" fmla="*/ 1878284890 w 600"/>
                <a:gd name="T53" fmla="*/ 2147483647 h 1727"/>
                <a:gd name="T54" fmla="*/ 1987434726 w 600"/>
                <a:gd name="T55" fmla="*/ 2147483647 h 1727"/>
                <a:gd name="T56" fmla="*/ 2147483647 w 600"/>
                <a:gd name="T57" fmla="*/ 2147483647 h 1727"/>
                <a:gd name="T58" fmla="*/ 2147483647 w 600"/>
                <a:gd name="T59" fmla="*/ 2147483647 h 1727"/>
                <a:gd name="T60" fmla="*/ 2147483647 w 600"/>
                <a:gd name="T61" fmla="*/ 2147483647 h 1727"/>
                <a:gd name="T62" fmla="*/ 1700915074 w 600"/>
                <a:gd name="T63" fmla="*/ 2147483647 h 1727"/>
                <a:gd name="T64" fmla="*/ 1891928886 w 600"/>
                <a:gd name="T65" fmla="*/ 2147483647 h 1727"/>
                <a:gd name="T66" fmla="*/ 1650889932 w 600"/>
                <a:gd name="T67" fmla="*/ 2147483647 h 1727"/>
                <a:gd name="T68" fmla="*/ 1578123375 w 600"/>
                <a:gd name="T69" fmla="*/ 2147483647 h 1727"/>
                <a:gd name="T70" fmla="*/ 1455329543 w 600"/>
                <a:gd name="T71" fmla="*/ 2147483647 h 1727"/>
                <a:gd name="T72" fmla="*/ 1432590261 w 600"/>
                <a:gd name="T73" fmla="*/ 2147483647 h 1727"/>
                <a:gd name="T74" fmla="*/ 1964693311 w 600"/>
                <a:gd name="T75" fmla="*/ 2147483647 h 1727"/>
                <a:gd name="T76" fmla="*/ 1782779051 w 600"/>
                <a:gd name="T77" fmla="*/ 1962477842 h 1727"/>
                <a:gd name="T78" fmla="*/ 1105140487 w 600"/>
                <a:gd name="T79" fmla="*/ 1414028468 h 1727"/>
                <a:gd name="T80" fmla="*/ 1332535712 w 600"/>
                <a:gd name="T81" fmla="*/ 1201364583 h 1727"/>
                <a:gd name="T82" fmla="*/ 1896475463 w 600"/>
                <a:gd name="T83" fmla="*/ 1354332326 h 1727"/>
                <a:gd name="T84" fmla="*/ 1937407451 w 600"/>
                <a:gd name="T85" fmla="*/ 1078242979 h 1727"/>
                <a:gd name="T86" fmla="*/ 2147483647 w 600"/>
                <a:gd name="T87" fmla="*/ 2147483647 h 1727"/>
                <a:gd name="T88" fmla="*/ 2147483647 w 600"/>
                <a:gd name="T89" fmla="*/ 2147483647 h 1727"/>
                <a:gd name="T90" fmla="*/ 2147483647 w 600"/>
                <a:gd name="T91" fmla="*/ 1839356238 h 1727"/>
                <a:gd name="T92" fmla="*/ 2147483647 w 600"/>
                <a:gd name="T93" fmla="*/ 2147483647 h 17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0"/>
                <a:gd name="T142" fmla="*/ 0 h 1727"/>
                <a:gd name="T143" fmla="*/ 600 w 600"/>
                <a:gd name="T144" fmla="*/ 1727 h 17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0" h="1727">
                  <a:moveTo>
                    <a:pt x="588" y="660"/>
                  </a:moveTo>
                  <a:cubicBezTo>
                    <a:pt x="584" y="609"/>
                    <a:pt x="581" y="557"/>
                    <a:pt x="581" y="506"/>
                  </a:cubicBezTo>
                  <a:cubicBezTo>
                    <a:pt x="580" y="455"/>
                    <a:pt x="582" y="399"/>
                    <a:pt x="567" y="349"/>
                  </a:cubicBezTo>
                  <a:cubicBezTo>
                    <a:pt x="562" y="333"/>
                    <a:pt x="560" y="307"/>
                    <a:pt x="545" y="296"/>
                  </a:cubicBezTo>
                  <a:cubicBezTo>
                    <a:pt x="535" y="288"/>
                    <a:pt x="517" y="285"/>
                    <a:pt x="504" y="281"/>
                  </a:cubicBezTo>
                  <a:cubicBezTo>
                    <a:pt x="493" y="277"/>
                    <a:pt x="481" y="274"/>
                    <a:pt x="469" y="272"/>
                  </a:cubicBezTo>
                  <a:cubicBezTo>
                    <a:pt x="477" y="267"/>
                    <a:pt x="490" y="260"/>
                    <a:pt x="486" y="250"/>
                  </a:cubicBezTo>
                  <a:cubicBezTo>
                    <a:pt x="478" y="255"/>
                    <a:pt x="472" y="262"/>
                    <a:pt x="461" y="259"/>
                  </a:cubicBezTo>
                  <a:cubicBezTo>
                    <a:pt x="464" y="250"/>
                    <a:pt x="469" y="241"/>
                    <a:pt x="465" y="231"/>
                  </a:cubicBezTo>
                  <a:cubicBezTo>
                    <a:pt x="463" y="239"/>
                    <a:pt x="461" y="251"/>
                    <a:pt x="452" y="254"/>
                  </a:cubicBezTo>
                  <a:cubicBezTo>
                    <a:pt x="450" y="248"/>
                    <a:pt x="449" y="240"/>
                    <a:pt x="448" y="233"/>
                  </a:cubicBezTo>
                  <a:cubicBezTo>
                    <a:pt x="448" y="244"/>
                    <a:pt x="443" y="255"/>
                    <a:pt x="436" y="251"/>
                  </a:cubicBezTo>
                  <a:cubicBezTo>
                    <a:pt x="433" y="237"/>
                    <a:pt x="431" y="222"/>
                    <a:pt x="427" y="208"/>
                  </a:cubicBezTo>
                  <a:cubicBezTo>
                    <a:pt x="420" y="176"/>
                    <a:pt x="418" y="143"/>
                    <a:pt x="413" y="110"/>
                  </a:cubicBezTo>
                  <a:cubicBezTo>
                    <a:pt x="409" y="91"/>
                    <a:pt x="404" y="67"/>
                    <a:pt x="394" y="48"/>
                  </a:cubicBezTo>
                  <a:cubicBezTo>
                    <a:pt x="392" y="41"/>
                    <a:pt x="389" y="35"/>
                    <a:pt x="386" y="29"/>
                  </a:cubicBezTo>
                  <a:cubicBezTo>
                    <a:pt x="384" y="26"/>
                    <a:pt x="381" y="22"/>
                    <a:pt x="378" y="19"/>
                  </a:cubicBezTo>
                  <a:cubicBezTo>
                    <a:pt x="374" y="14"/>
                    <a:pt x="370" y="11"/>
                    <a:pt x="366" y="11"/>
                  </a:cubicBezTo>
                  <a:cubicBezTo>
                    <a:pt x="356" y="4"/>
                    <a:pt x="344" y="0"/>
                    <a:pt x="334" y="2"/>
                  </a:cubicBezTo>
                  <a:cubicBezTo>
                    <a:pt x="328" y="4"/>
                    <a:pt x="326" y="7"/>
                    <a:pt x="319" y="5"/>
                  </a:cubicBezTo>
                  <a:cubicBezTo>
                    <a:pt x="321" y="6"/>
                    <a:pt x="321" y="6"/>
                    <a:pt x="321" y="6"/>
                  </a:cubicBezTo>
                  <a:cubicBezTo>
                    <a:pt x="211" y="11"/>
                    <a:pt x="239" y="136"/>
                    <a:pt x="235" y="208"/>
                  </a:cubicBezTo>
                  <a:cubicBezTo>
                    <a:pt x="233" y="220"/>
                    <a:pt x="233" y="220"/>
                    <a:pt x="233" y="220"/>
                  </a:cubicBezTo>
                  <a:cubicBezTo>
                    <a:pt x="233" y="219"/>
                    <a:pt x="234" y="219"/>
                    <a:pt x="234" y="218"/>
                  </a:cubicBezTo>
                  <a:cubicBezTo>
                    <a:pt x="234" y="219"/>
                    <a:pt x="234" y="219"/>
                    <a:pt x="234" y="219"/>
                  </a:cubicBezTo>
                  <a:cubicBezTo>
                    <a:pt x="233" y="226"/>
                    <a:pt x="232" y="234"/>
                    <a:pt x="230" y="242"/>
                  </a:cubicBezTo>
                  <a:cubicBezTo>
                    <a:pt x="233" y="220"/>
                    <a:pt x="233" y="220"/>
                    <a:pt x="233" y="220"/>
                  </a:cubicBezTo>
                  <a:cubicBezTo>
                    <a:pt x="233" y="221"/>
                    <a:pt x="232" y="223"/>
                    <a:pt x="232" y="224"/>
                  </a:cubicBezTo>
                  <a:cubicBezTo>
                    <a:pt x="226" y="238"/>
                    <a:pt x="221" y="253"/>
                    <a:pt x="212" y="265"/>
                  </a:cubicBezTo>
                  <a:cubicBezTo>
                    <a:pt x="203" y="278"/>
                    <a:pt x="191" y="292"/>
                    <a:pt x="173" y="291"/>
                  </a:cubicBezTo>
                  <a:cubicBezTo>
                    <a:pt x="165" y="291"/>
                    <a:pt x="156" y="287"/>
                    <a:pt x="153" y="280"/>
                  </a:cubicBezTo>
                  <a:cubicBezTo>
                    <a:pt x="155" y="292"/>
                    <a:pt x="155" y="300"/>
                    <a:pt x="171" y="306"/>
                  </a:cubicBezTo>
                  <a:cubicBezTo>
                    <a:pt x="157" y="307"/>
                    <a:pt x="151" y="297"/>
                    <a:pt x="143" y="289"/>
                  </a:cubicBezTo>
                  <a:cubicBezTo>
                    <a:pt x="144" y="297"/>
                    <a:pt x="151" y="307"/>
                    <a:pt x="158" y="312"/>
                  </a:cubicBezTo>
                  <a:cubicBezTo>
                    <a:pt x="162" y="314"/>
                    <a:pt x="166" y="317"/>
                    <a:pt x="170" y="318"/>
                  </a:cubicBezTo>
                  <a:cubicBezTo>
                    <a:pt x="161" y="321"/>
                    <a:pt x="152" y="324"/>
                    <a:pt x="145" y="329"/>
                  </a:cubicBezTo>
                  <a:cubicBezTo>
                    <a:pt x="135" y="335"/>
                    <a:pt x="138" y="340"/>
                    <a:pt x="135" y="349"/>
                  </a:cubicBezTo>
                  <a:cubicBezTo>
                    <a:pt x="133" y="354"/>
                    <a:pt x="124" y="368"/>
                    <a:pt x="126" y="375"/>
                  </a:cubicBezTo>
                  <a:cubicBezTo>
                    <a:pt x="118" y="398"/>
                    <a:pt x="102" y="421"/>
                    <a:pt x="92" y="443"/>
                  </a:cubicBezTo>
                  <a:cubicBezTo>
                    <a:pt x="85" y="460"/>
                    <a:pt x="77" y="476"/>
                    <a:pt x="68" y="492"/>
                  </a:cubicBezTo>
                  <a:cubicBezTo>
                    <a:pt x="57" y="512"/>
                    <a:pt x="44" y="534"/>
                    <a:pt x="30" y="551"/>
                  </a:cubicBezTo>
                  <a:cubicBezTo>
                    <a:pt x="16" y="568"/>
                    <a:pt x="0" y="578"/>
                    <a:pt x="4" y="599"/>
                  </a:cubicBezTo>
                  <a:cubicBezTo>
                    <a:pt x="16" y="669"/>
                    <a:pt x="113" y="687"/>
                    <a:pt x="157" y="739"/>
                  </a:cubicBezTo>
                  <a:cubicBezTo>
                    <a:pt x="161" y="728"/>
                    <a:pt x="171" y="731"/>
                    <a:pt x="178" y="724"/>
                  </a:cubicBezTo>
                  <a:cubicBezTo>
                    <a:pt x="182" y="720"/>
                    <a:pt x="184" y="712"/>
                    <a:pt x="185" y="706"/>
                  </a:cubicBezTo>
                  <a:cubicBezTo>
                    <a:pt x="183" y="709"/>
                    <a:pt x="179" y="713"/>
                    <a:pt x="171" y="716"/>
                  </a:cubicBezTo>
                  <a:cubicBezTo>
                    <a:pt x="142" y="725"/>
                    <a:pt x="137" y="650"/>
                    <a:pt x="160" y="655"/>
                  </a:cubicBezTo>
                  <a:cubicBezTo>
                    <a:pt x="163" y="655"/>
                    <a:pt x="166" y="655"/>
                    <a:pt x="169" y="655"/>
                  </a:cubicBezTo>
                  <a:cubicBezTo>
                    <a:pt x="143" y="640"/>
                    <a:pt x="121" y="619"/>
                    <a:pt x="100" y="599"/>
                  </a:cubicBezTo>
                  <a:cubicBezTo>
                    <a:pt x="103" y="598"/>
                    <a:pt x="106" y="597"/>
                    <a:pt x="109" y="596"/>
                  </a:cubicBezTo>
                  <a:cubicBezTo>
                    <a:pt x="105" y="592"/>
                    <a:pt x="102" y="586"/>
                    <a:pt x="102" y="580"/>
                  </a:cubicBezTo>
                  <a:cubicBezTo>
                    <a:pt x="121" y="557"/>
                    <a:pt x="132" y="526"/>
                    <a:pt x="152" y="501"/>
                  </a:cubicBezTo>
                  <a:cubicBezTo>
                    <a:pt x="158" y="493"/>
                    <a:pt x="167" y="482"/>
                    <a:pt x="176" y="476"/>
                  </a:cubicBezTo>
                  <a:cubicBezTo>
                    <a:pt x="179" y="474"/>
                    <a:pt x="181" y="473"/>
                    <a:pt x="184" y="471"/>
                  </a:cubicBezTo>
                  <a:cubicBezTo>
                    <a:pt x="185" y="474"/>
                    <a:pt x="186" y="477"/>
                    <a:pt x="187" y="479"/>
                  </a:cubicBezTo>
                  <a:cubicBezTo>
                    <a:pt x="193" y="492"/>
                    <a:pt x="200" y="506"/>
                    <a:pt x="204" y="519"/>
                  </a:cubicBezTo>
                  <a:cubicBezTo>
                    <a:pt x="209" y="535"/>
                    <a:pt x="206" y="546"/>
                    <a:pt x="207" y="560"/>
                  </a:cubicBezTo>
                  <a:cubicBezTo>
                    <a:pt x="209" y="574"/>
                    <a:pt x="219" y="589"/>
                    <a:pt x="221" y="603"/>
                  </a:cubicBezTo>
                  <a:cubicBezTo>
                    <a:pt x="222" y="608"/>
                    <a:pt x="222" y="613"/>
                    <a:pt x="222" y="617"/>
                  </a:cubicBezTo>
                  <a:cubicBezTo>
                    <a:pt x="199" y="623"/>
                    <a:pt x="198" y="646"/>
                    <a:pt x="178" y="659"/>
                  </a:cubicBezTo>
                  <a:cubicBezTo>
                    <a:pt x="178" y="659"/>
                    <a:pt x="177" y="659"/>
                    <a:pt x="177" y="658"/>
                  </a:cubicBezTo>
                  <a:cubicBezTo>
                    <a:pt x="163" y="687"/>
                    <a:pt x="181" y="700"/>
                    <a:pt x="186" y="702"/>
                  </a:cubicBezTo>
                  <a:cubicBezTo>
                    <a:pt x="186" y="702"/>
                    <a:pt x="186" y="702"/>
                    <a:pt x="186" y="701"/>
                  </a:cubicBezTo>
                  <a:cubicBezTo>
                    <a:pt x="190" y="702"/>
                    <a:pt x="194" y="702"/>
                    <a:pt x="198" y="703"/>
                  </a:cubicBezTo>
                  <a:cubicBezTo>
                    <a:pt x="197" y="705"/>
                    <a:pt x="196" y="708"/>
                    <a:pt x="195" y="710"/>
                  </a:cubicBezTo>
                  <a:cubicBezTo>
                    <a:pt x="176" y="749"/>
                    <a:pt x="158" y="791"/>
                    <a:pt x="147" y="832"/>
                  </a:cubicBezTo>
                  <a:cubicBezTo>
                    <a:pt x="154" y="833"/>
                    <a:pt x="195" y="837"/>
                    <a:pt x="202" y="842"/>
                  </a:cubicBezTo>
                  <a:cubicBezTo>
                    <a:pt x="201" y="863"/>
                    <a:pt x="197" y="891"/>
                    <a:pt x="196" y="915"/>
                  </a:cubicBezTo>
                  <a:cubicBezTo>
                    <a:pt x="194" y="963"/>
                    <a:pt x="190" y="990"/>
                    <a:pt x="195" y="1029"/>
                  </a:cubicBezTo>
                  <a:cubicBezTo>
                    <a:pt x="201" y="1081"/>
                    <a:pt x="197" y="1136"/>
                    <a:pt x="190" y="1187"/>
                  </a:cubicBezTo>
                  <a:cubicBezTo>
                    <a:pt x="200" y="1191"/>
                    <a:pt x="209" y="1191"/>
                    <a:pt x="218" y="1191"/>
                  </a:cubicBezTo>
                  <a:cubicBezTo>
                    <a:pt x="216" y="1206"/>
                    <a:pt x="213" y="1221"/>
                    <a:pt x="213" y="1237"/>
                  </a:cubicBezTo>
                  <a:cubicBezTo>
                    <a:pt x="212" y="1255"/>
                    <a:pt x="214" y="1273"/>
                    <a:pt x="217" y="1291"/>
                  </a:cubicBezTo>
                  <a:cubicBezTo>
                    <a:pt x="225" y="1341"/>
                    <a:pt x="240" y="1389"/>
                    <a:pt x="259" y="1436"/>
                  </a:cubicBezTo>
                  <a:cubicBezTo>
                    <a:pt x="274" y="1473"/>
                    <a:pt x="294" y="1521"/>
                    <a:pt x="285" y="1560"/>
                  </a:cubicBezTo>
                  <a:cubicBezTo>
                    <a:pt x="280" y="1583"/>
                    <a:pt x="279" y="1609"/>
                    <a:pt x="281" y="1632"/>
                  </a:cubicBezTo>
                  <a:cubicBezTo>
                    <a:pt x="283" y="1648"/>
                    <a:pt x="290" y="1663"/>
                    <a:pt x="292" y="1679"/>
                  </a:cubicBezTo>
                  <a:cubicBezTo>
                    <a:pt x="294" y="1691"/>
                    <a:pt x="287" y="1699"/>
                    <a:pt x="301" y="1706"/>
                  </a:cubicBezTo>
                  <a:cubicBezTo>
                    <a:pt x="317" y="1713"/>
                    <a:pt x="366" y="1727"/>
                    <a:pt x="383" y="1719"/>
                  </a:cubicBezTo>
                  <a:cubicBezTo>
                    <a:pt x="392" y="1714"/>
                    <a:pt x="396" y="1709"/>
                    <a:pt x="398" y="1703"/>
                  </a:cubicBezTo>
                  <a:cubicBezTo>
                    <a:pt x="401" y="1708"/>
                    <a:pt x="405" y="1711"/>
                    <a:pt x="413" y="1712"/>
                  </a:cubicBezTo>
                  <a:cubicBezTo>
                    <a:pt x="428" y="1715"/>
                    <a:pt x="442" y="1713"/>
                    <a:pt x="456" y="1709"/>
                  </a:cubicBezTo>
                  <a:cubicBezTo>
                    <a:pt x="500" y="1697"/>
                    <a:pt x="454" y="1666"/>
                    <a:pt x="443" y="1643"/>
                  </a:cubicBezTo>
                  <a:cubicBezTo>
                    <a:pt x="439" y="1634"/>
                    <a:pt x="438" y="1622"/>
                    <a:pt x="437" y="1610"/>
                  </a:cubicBezTo>
                  <a:cubicBezTo>
                    <a:pt x="437" y="1588"/>
                    <a:pt x="432" y="1578"/>
                    <a:pt x="433" y="1563"/>
                  </a:cubicBezTo>
                  <a:cubicBezTo>
                    <a:pt x="434" y="1546"/>
                    <a:pt x="475" y="1428"/>
                    <a:pt x="479" y="1417"/>
                  </a:cubicBezTo>
                  <a:cubicBezTo>
                    <a:pt x="482" y="1406"/>
                    <a:pt x="519" y="1310"/>
                    <a:pt x="522" y="1297"/>
                  </a:cubicBezTo>
                  <a:cubicBezTo>
                    <a:pt x="524" y="1287"/>
                    <a:pt x="538" y="1222"/>
                    <a:pt x="542" y="1204"/>
                  </a:cubicBezTo>
                  <a:cubicBezTo>
                    <a:pt x="550" y="1201"/>
                    <a:pt x="549" y="1016"/>
                    <a:pt x="561" y="923"/>
                  </a:cubicBezTo>
                  <a:cubicBezTo>
                    <a:pt x="569" y="860"/>
                    <a:pt x="568" y="859"/>
                    <a:pt x="582" y="855"/>
                  </a:cubicBezTo>
                  <a:cubicBezTo>
                    <a:pt x="587" y="849"/>
                    <a:pt x="591" y="840"/>
                    <a:pt x="594" y="830"/>
                  </a:cubicBezTo>
                  <a:cubicBezTo>
                    <a:pt x="596" y="821"/>
                    <a:pt x="598" y="808"/>
                    <a:pt x="598" y="795"/>
                  </a:cubicBezTo>
                  <a:cubicBezTo>
                    <a:pt x="600" y="750"/>
                    <a:pt x="591" y="706"/>
                    <a:pt x="588" y="660"/>
                  </a:cubicBezTo>
                  <a:close/>
                  <a:moveTo>
                    <a:pt x="376" y="1659"/>
                  </a:moveTo>
                  <a:cubicBezTo>
                    <a:pt x="366" y="1644"/>
                    <a:pt x="365" y="1625"/>
                    <a:pt x="362" y="1608"/>
                  </a:cubicBezTo>
                  <a:cubicBezTo>
                    <a:pt x="367" y="1612"/>
                    <a:pt x="372" y="1616"/>
                    <a:pt x="374" y="1623"/>
                  </a:cubicBezTo>
                  <a:cubicBezTo>
                    <a:pt x="378" y="1635"/>
                    <a:pt x="376" y="1647"/>
                    <a:pt x="376" y="1659"/>
                  </a:cubicBezTo>
                  <a:close/>
                  <a:moveTo>
                    <a:pt x="432" y="1268"/>
                  </a:moveTo>
                  <a:cubicBezTo>
                    <a:pt x="429" y="1284"/>
                    <a:pt x="421" y="1302"/>
                    <a:pt x="416" y="1317"/>
                  </a:cubicBezTo>
                  <a:cubicBezTo>
                    <a:pt x="409" y="1339"/>
                    <a:pt x="408" y="1361"/>
                    <a:pt x="406" y="1383"/>
                  </a:cubicBezTo>
                  <a:cubicBezTo>
                    <a:pt x="404" y="1425"/>
                    <a:pt x="404" y="1467"/>
                    <a:pt x="388" y="1507"/>
                  </a:cubicBezTo>
                  <a:cubicBezTo>
                    <a:pt x="382" y="1522"/>
                    <a:pt x="374" y="1535"/>
                    <a:pt x="363" y="1547"/>
                  </a:cubicBezTo>
                  <a:cubicBezTo>
                    <a:pt x="361" y="1550"/>
                    <a:pt x="357" y="1553"/>
                    <a:pt x="353" y="1557"/>
                  </a:cubicBezTo>
                  <a:cubicBezTo>
                    <a:pt x="353" y="1553"/>
                    <a:pt x="352" y="1549"/>
                    <a:pt x="350" y="1546"/>
                  </a:cubicBezTo>
                  <a:cubicBezTo>
                    <a:pt x="349" y="1543"/>
                    <a:pt x="348" y="1541"/>
                    <a:pt x="347" y="1538"/>
                  </a:cubicBezTo>
                  <a:cubicBezTo>
                    <a:pt x="340" y="1511"/>
                    <a:pt x="330" y="1467"/>
                    <a:pt x="329" y="1444"/>
                  </a:cubicBezTo>
                  <a:cubicBezTo>
                    <a:pt x="327" y="1417"/>
                    <a:pt x="320" y="1330"/>
                    <a:pt x="320" y="1330"/>
                  </a:cubicBezTo>
                  <a:cubicBezTo>
                    <a:pt x="320" y="1330"/>
                    <a:pt x="320" y="1330"/>
                    <a:pt x="320" y="1330"/>
                  </a:cubicBezTo>
                  <a:cubicBezTo>
                    <a:pt x="319" y="1315"/>
                    <a:pt x="317" y="1300"/>
                    <a:pt x="315" y="1285"/>
                  </a:cubicBezTo>
                  <a:cubicBezTo>
                    <a:pt x="312" y="1268"/>
                    <a:pt x="307" y="1252"/>
                    <a:pt x="308" y="1235"/>
                  </a:cubicBezTo>
                  <a:cubicBezTo>
                    <a:pt x="310" y="1221"/>
                    <a:pt x="313" y="1208"/>
                    <a:pt x="315" y="1195"/>
                  </a:cubicBezTo>
                  <a:cubicBezTo>
                    <a:pt x="317" y="1194"/>
                    <a:pt x="319" y="1194"/>
                    <a:pt x="322" y="1194"/>
                  </a:cubicBezTo>
                  <a:cubicBezTo>
                    <a:pt x="335" y="1193"/>
                    <a:pt x="347" y="1193"/>
                    <a:pt x="360" y="1194"/>
                  </a:cubicBezTo>
                  <a:cubicBezTo>
                    <a:pt x="372" y="1195"/>
                    <a:pt x="420" y="1196"/>
                    <a:pt x="432" y="1197"/>
                  </a:cubicBezTo>
                  <a:cubicBezTo>
                    <a:pt x="432" y="1210"/>
                    <a:pt x="440" y="1213"/>
                    <a:pt x="432" y="1268"/>
                  </a:cubicBezTo>
                  <a:close/>
                  <a:moveTo>
                    <a:pt x="426" y="371"/>
                  </a:moveTo>
                  <a:cubicBezTo>
                    <a:pt x="417" y="395"/>
                    <a:pt x="392" y="526"/>
                    <a:pt x="392" y="526"/>
                  </a:cubicBezTo>
                  <a:cubicBezTo>
                    <a:pt x="392" y="526"/>
                    <a:pt x="392" y="526"/>
                    <a:pt x="384" y="526"/>
                  </a:cubicBezTo>
                  <a:cubicBezTo>
                    <a:pt x="384" y="526"/>
                    <a:pt x="384" y="526"/>
                    <a:pt x="301" y="363"/>
                  </a:cubicBezTo>
                  <a:cubicBezTo>
                    <a:pt x="301" y="354"/>
                    <a:pt x="243" y="379"/>
                    <a:pt x="243" y="379"/>
                  </a:cubicBezTo>
                  <a:cubicBezTo>
                    <a:pt x="243" y="379"/>
                    <a:pt x="243" y="346"/>
                    <a:pt x="243" y="273"/>
                  </a:cubicBezTo>
                  <a:cubicBezTo>
                    <a:pt x="243" y="273"/>
                    <a:pt x="243" y="273"/>
                    <a:pt x="276" y="264"/>
                  </a:cubicBezTo>
                  <a:cubicBezTo>
                    <a:pt x="285" y="289"/>
                    <a:pt x="293" y="322"/>
                    <a:pt x="293" y="322"/>
                  </a:cubicBezTo>
                  <a:cubicBezTo>
                    <a:pt x="293" y="322"/>
                    <a:pt x="293" y="322"/>
                    <a:pt x="310" y="354"/>
                  </a:cubicBezTo>
                  <a:cubicBezTo>
                    <a:pt x="384" y="485"/>
                    <a:pt x="384" y="485"/>
                    <a:pt x="384" y="485"/>
                  </a:cubicBezTo>
                  <a:cubicBezTo>
                    <a:pt x="384" y="485"/>
                    <a:pt x="384" y="485"/>
                    <a:pt x="417" y="363"/>
                  </a:cubicBezTo>
                  <a:cubicBezTo>
                    <a:pt x="426" y="354"/>
                    <a:pt x="417" y="297"/>
                    <a:pt x="417" y="297"/>
                  </a:cubicBezTo>
                  <a:cubicBezTo>
                    <a:pt x="417" y="297"/>
                    <a:pt x="417" y="297"/>
                    <a:pt x="417" y="281"/>
                  </a:cubicBezTo>
                  <a:cubicBezTo>
                    <a:pt x="417" y="281"/>
                    <a:pt x="417" y="281"/>
                    <a:pt x="426" y="289"/>
                  </a:cubicBezTo>
                  <a:cubicBezTo>
                    <a:pt x="426" y="289"/>
                    <a:pt x="426" y="289"/>
                    <a:pt x="467" y="371"/>
                  </a:cubicBezTo>
                  <a:cubicBezTo>
                    <a:pt x="467" y="371"/>
                    <a:pt x="467" y="371"/>
                    <a:pt x="426" y="371"/>
                  </a:cubicBezTo>
                  <a:close/>
                  <a:moveTo>
                    <a:pt x="487" y="649"/>
                  </a:moveTo>
                  <a:cubicBezTo>
                    <a:pt x="483" y="649"/>
                    <a:pt x="483" y="649"/>
                    <a:pt x="483" y="649"/>
                  </a:cubicBezTo>
                  <a:cubicBezTo>
                    <a:pt x="483" y="644"/>
                    <a:pt x="475" y="632"/>
                    <a:pt x="474" y="622"/>
                  </a:cubicBezTo>
                  <a:cubicBezTo>
                    <a:pt x="472" y="613"/>
                    <a:pt x="474" y="599"/>
                    <a:pt x="474" y="588"/>
                  </a:cubicBezTo>
                  <a:cubicBezTo>
                    <a:pt x="476" y="556"/>
                    <a:pt x="487" y="525"/>
                    <a:pt x="487" y="493"/>
                  </a:cubicBezTo>
                  <a:cubicBezTo>
                    <a:pt x="487" y="490"/>
                    <a:pt x="487" y="488"/>
                    <a:pt x="487" y="486"/>
                  </a:cubicBezTo>
                  <a:cubicBezTo>
                    <a:pt x="487" y="488"/>
                    <a:pt x="487" y="490"/>
                    <a:pt x="487" y="493"/>
                  </a:cubicBezTo>
                  <a:cubicBezTo>
                    <a:pt x="488" y="525"/>
                    <a:pt x="493" y="556"/>
                    <a:pt x="481" y="587"/>
                  </a:cubicBezTo>
                  <a:cubicBezTo>
                    <a:pt x="484" y="586"/>
                    <a:pt x="487" y="587"/>
                    <a:pt x="489" y="587"/>
                  </a:cubicBezTo>
                  <a:cubicBezTo>
                    <a:pt x="484" y="599"/>
                    <a:pt x="492" y="605"/>
                    <a:pt x="492" y="616"/>
                  </a:cubicBezTo>
                  <a:cubicBezTo>
                    <a:pt x="492" y="627"/>
                    <a:pt x="488" y="638"/>
                    <a:pt x="487" y="649"/>
                  </a:cubicBezTo>
                  <a:close/>
                </a:path>
              </a:pathLst>
            </a:custGeom>
            <a:solidFill>
              <a:schemeClr val="accent5"/>
            </a:solid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nvGrpSpPr>
            <p:cNvPr id="11" name="Gruppe 51"/>
            <p:cNvGrpSpPr>
              <a:grpSpLocks/>
            </p:cNvGrpSpPr>
            <p:nvPr/>
          </p:nvGrpSpPr>
          <p:grpSpPr bwMode="auto">
            <a:xfrm>
              <a:off x="9473848" y="2187136"/>
              <a:ext cx="953260" cy="3128723"/>
              <a:chOff x="2763678" y="1597834"/>
              <a:chExt cx="744650" cy="2444643"/>
            </a:xfrm>
            <a:solidFill>
              <a:schemeClr val="accent2"/>
            </a:solidFill>
          </p:grpSpPr>
          <p:sp>
            <p:nvSpPr>
              <p:cNvPr id="13" name="Freeform 125"/>
              <p:cNvSpPr>
                <a:spLocks/>
              </p:cNvSpPr>
              <p:nvPr/>
            </p:nvSpPr>
            <p:spPr bwMode="auto">
              <a:xfrm>
                <a:off x="2764652" y="1599232"/>
                <a:ext cx="743788" cy="2452477"/>
              </a:xfrm>
              <a:custGeom>
                <a:avLst/>
                <a:gdLst>
                  <a:gd name="T0" fmla="*/ 2147483647 w 364"/>
                  <a:gd name="T1" fmla="*/ 2147483647 h 1186"/>
                  <a:gd name="T2" fmla="*/ 2147483647 w 364"/>
                  <a:gd name="T3" fmla="*/ 2147483647 h 1186"/>
                  <a:gd name="T4" fmla="*/ 2147483647 w 364"/>
                  <a:gd name="T5" fmla="*/ 2147483647 h 1186"/>
                  <a:gd name="T6" fmla="*/ 2147483647 w 364"/>
                  <a:gd name="T7" fmla="*/ 2147483647 h 1186"/>
                  <a:gd name="T8" fmla="*/ 2147483647 w 364"/>
                  <a:gd name="T9" fmla="*/ 2147483647 h 1186"/>
                  <a:gd name="T10" fmla="*/ 2147483647 w 364"/>
                  <a:gd name="T11" fmla="*/ 2147483647 h 1186"/>
                  <a:gd name="T12" fmla="*/ 2147483647 w 364"/>
                  <a:gd name="T13" fmla="*/ 2147483647 h 1186"/>
                  <a:gd name="T14" fmla="*/ 2147483647 w 364"/>
                  <a:gd name="T15" fmla="*/ 2147483647 h 1186"/>
                  <a:gd name="T16" fmla="*/ 2147483647 w 364"/>
                  <a:gd name="T17" fmla="*/ 0 h 1186"/>
                  <a:gd name="T18" fmla="*/ 2147483647 w 364"/>
                  <a:gd name="T19" fmla="*/ 2147483647 h 1186"/>
                  <a:gd name="T20" fmla="*/ 2147483647 w 364"/>
                  <a:gd name="T21" fmla="*/ 2147483647 h 1186"/>
                  <a:gd name="T22" fmla="*/ 2147483647 w 364"/>
                  <a:gd name="T23" fmla="*/ 2147483647 h 1186"/>
                  <a:gd name="T24" fmla="*/ 2147483647 w 364"/>
                  <a:gd name="T25" fmla="*/ 2147483647 h 1186"/>
                  <a:gd name="T26" fmla="*/ 2147483647 w 364"/>
                  <a:gd name="T27" fmla="*/ 2147483647 h 1186"/>
                  <a:gd name="T28" fmla="*/ 2147483647 w 364"/>
                  <a:gd name="T29" fmla="*/ 2147483647 h 1186"/>
                  <a:gd name="T30" fmla="*/ 2147483647 w 364"/>
                  <a:gd name="T31" fmla="*/ 2147483647 h 1186"/>
                  <a:gd name="T32" fmla="*/ 2147483647 w 364"/>
                  <a:gd name="T33" fmla="*/ 2147483647 h 1186"/>
                  <a:gd name="T34" fmla="*/ 2147483647 w 364"/>
                  <a:gd name="T35" fmla="*/ 2147483647 h 1186"/>
                  <a:gd name="T36" fmla="*/ 2147483647 w 364"/>
                  <a:gd name="T37" fmla="*/ 2147483647 h 1186"/>
                  <a:gd name="T38" fmla="*/ 2147483647 w 364"/>
                  <a:gd name="T39" fmla="*/ 2147483647 h 1186"/>
                  <a:gd name="T40" fmla="*/ 2147483647 w 364"/>
                  <a:gd name="T41" fmla="*/ 2147483647 h 1186"/>
                  <a:gd name="T42" fmla="*/ 0 w 364"/>
                  <a:gd name="T43" fmla="*/ 2147483647 h 1186"/>
                  <a:gd name="T44" fmla="*/ 2147483647 w 364"/>
                  <a:gd name="T45" fmla="*/ 2147483647 h 1186"/>
                  <a:gd name="T46" fmla="*/ 2147483647 w 364"/>
                  <a:gd name="T47" fmla="*/ 2147483647 h 1186"/>
                  <a:gd name="T48" fmla="*/ 2147483647 w 364"/>
                  <a:gd name="T49" fmla="*/ 2147483647 h 1186"/>
                  <a:gd name="T50" fmla="*/ 2147483647 w 364"/>
                  <a:gd name="T51" fmla="*/ 2147483647 h 1186"/>
                  <a:gd name="T52" fmla="*/ 2147483647 w 364"/>
                  <a:gd name="T53" fmla="*/ 2147483647 h 1186"/>
                  <a:gd name="T54" fmla="*/ 2147483647 w 364"/>
                  <a:gd name="T55" fmla="*/ 2147483647 h 1186"/>
                  <a:gd name="T56" fmla="*/ 2147483647 w 364"/>
                  <a:gd name="T57" fmla="*/ 2147483647 h 1186"/>
                  <a:gd name="T58" fmla="*/ 2147483647 w 364"/>
                  <a:gd name="T59" fmla="*/ 2147483647 h 1186"/>
                  <a:gd name="T60" fmla="*/ 2147483647 w 364"/>
                  <a:gd name="T61" fmla="*/ 2147483647 h 1186"/>
                  <a:gd name="T62" fmla="*/ 2147483647 w 364"/>
                  <a:gd name="T63" fmla="*/ 2147483647 h 1186"/>
                  <a:gd name="T64" fmla="*/ 2147483647 w 364"/>
                  <a:gd name="T65" fmla="*/ 2147483647 h 1186"/>
                  <a:gd name="T66" fmla="*/ 2147483647 w 364"/>
                  <a:gd name="T67" fmla="*/ 2147483647 h 1186"/>
                  <a:gd name="T68" fmla="*/ 2147483647 w 364"/>
                  <a:gd name="T69" fmla="*/ 2147483647 h 1186"/>
                  <a:gd name="T70" fmla="*/ 2147483647 w 364"/>
                  <a:gd name="T71" fmla="*/ 2147483647 h 1186"/>
                  <a:gd name="T72" fmla="*/ 2147483647 w 364"/>
                  <a:gd name="T73" fmla="*/ 2147483647 h 1186"/>
                  <a:gd name="T74" fmla="*/ 2147483647 w 364"/>
                  <a:gd name="T75" fmla="*/ 2147483647 h 1186"/>
                  <a:gd name="T76" fmla="*/ 2147483647 w 364"/>
                  <a:gd name="T77" fmla="*/ 2147483647 h 1186"/>
                  <a:gd name="T78" fmla="*/ 2147483647 w 364"/>
                  <a:gd name="T79" fmla="*/ 2147483647 h 1186"/>
                  <a:gd name="T80" fmla="*/ 2147483647 w 364"/>
                  <a:gd name="T81" fmla="*/ 2147483647 h 1186"/>
                  <a:gd name="T82" fmla="*/ 2147483647 w 364"/>
                  <a:gd name="T83" fmla="*/ 2147483647 h 1186"/>
                  <a:gd name="T84" fmla="*/ 2147483647 w 364"/>
                  <a:gd name="T85" fmla="*/ 2147483647 h 1186"/>
                  <a:gd name="T86" fmla="*/ 2147483647 w 364"/>
                  <a:gd name="T87" fmla="*/ 2147483647 h 1186"/>
                  <a:gd name="T88" fmla="*/ 2147483647 w 364"/>
                  <a:gd name="T89" fmla="*/ 2147483647 h 1186"/>
                  <a:gd name="T90" fmla="*/ 2147483647 w 364"/>
                  <a:gd name="T91" fmla="*/ 2147483647 h 1186"/>
                  <a:gd name="T92" fmla="*/ 2147483647 w 364"/>
                  <a:gd name="T93" fmla="*/ 2147483647 h 1186"/>
                  <a:gd name="T94" fmla="*/ 2147483647 w 364"/>
                  <a:gd name="T95" fmla="*/ 2147483647 h 1186"/>
                  <a:gd name="T96" fmla="*/ 2147483647 w 364"/>
                  <a:gd name="T97" fmla="*/ 2147483647 h 1186"/>
                  <a:gd name="T98" fmla="*/ 2147483647 w 364"/>
                  <a:gd name="T99" fmla="*/ 2147483647 h 1186"/>
                  <a:gd name="T100" fmla="*/ 2147483647 w 364"/>
                  <a:gd name="T101" fmla="*/ 2147483647 h 1186"/>
                  <a:gd name="T102" fmla="*/ 2147483647 w 364"/>
                  <a:gd name="T103" fmla="*/ 2147483647 h 1186"/>
                  <a:gd name="T104" fmla="*/ 2147483647 w 364"/>
                  <a:gd name="T105" fmla="*/ 2147483647 h 1186"/>
                  <a:gd name="T106" fmla="*/ 2147483647 w 364"/>
                  <a:gd name="T107" fmla="*/ 2147483647 h 1186"/>
                  <a:gd name="T108" fmla="*/ 2147483647 w 364"/>
                  <a:gd name="T109" fmla="*/ 2147483647 h 1186"/>
                  <a:gd name="T110" fmla="*/ 2147483647 w 364"/>
                  <a:gd name="T111" fmla="*/ 2147483647 h 1186"/>
                  <a:gd name="T112" fmla="*/ 2147483647 w 364"/>
                  <a:gd name="T113" fmla="*/ 2147483647 h 1186"/>
                  <a:gd name="T114" fmla="*/ 2147483647 w 364"/>
                  <a:gd name="T115" fmla="*/ 2147483647 h 1186"/>
                  <a:gd name="T116" fmla="*/ 2147483647 w 364"/>
                  <a:gd name="T117" fmla="*/ 2147483647 h 11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4"/>
                  <a:gd name="T178" fmla="*/ 0 h 1186"/>
                  <a:gd name="T179" fmla="*/ 364 w 364"/>
                  <a:gd name="T180" fmla="*/ 1186 h 11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4" h="1186">
                    <a:moveTo>
                      <a:pt x="350" y="338"/>
                    </a:moveTo>
                    <a:lnTo>
                      <a:pt x="350" y="338"/>
                    </a:lnTo>
                    <a:lnTo>
                      <a:pt x="342" y="314"/>
                    </a:lnTo>
                    <a:lnTo>
                      <a:pt x="336" y="286"/>
                    </a:lnTo>
                    <a:lnTo>
                      <a:pt x="326" y="232"/>
                    </a:lnTo>
                    <a:lnTo>
                      <a:pt x="322" y="224"/>
                    </a:lnTo>
                    <a:lnTo>
                      <a:pt x="318" y="216"/>
                    </a:lnTo>
                    <a:lnTo>
                      <a:pt x="312" y="212"/>
                    </a:lnTo>
                    <a:lnTo>
                      <a:pt x="306" y="210"/>
                    </a:lnTo>
                    <a:lnTo>
                      <a:pt x="278" y="200"/>
                    </a:lnTo>
                    <a:lnTo>
                      <a:pt x="258" y="192"/>
                    </a:lnTo>
                    <a:lnTo>
                      <a:pt x="246" y="186"/>
                    </a:lnTo>
                    <a:lnTo>
                      <a:pt x="240" y="180"/>
                    </a:lnTo>
                    <a:lnTo>
                      <a:pt x="234" y="174"/>
                    </a:lnTo>
                    <a:lnTo>
                      <a:pt x="230" y="168"/>
                    </a:lnTo>
                    <a:lnTo>
                      <a:pt x="224" y="162"/>
                    </a:lnTo>
                    <a:lnTo>
                      <a:pt x="220" y="158"/>
                    </a:lnTo>
                    <a:lnTo>
                      <a:pt x="216" y="156"/>
                    </a:lnTo>
                    <a:lnTo>
                      <a:pt x="216" y="146"/>
                    </a:lnTo>
                    <a:lnTo>
                      <a:pt x="218" y="140"/>
                    </a:lnTo>
                    <a:lnTo>
                      <a:pt x="222" y="136"/>
                    </a:lnTo>
                    <a:lnTo>
                      <a:pt x="228" y="126"/>
                    </a:lnTo>
                    <a:lnTo>
                      <a:pt x="236" y="110"/>
                    </a:lnTo>
                    <a:lnTo>
                      <a:pt x="238" y="102"/>
                    </a:lnTo>
                    <a:lnTo>
                      <a:pt x="238" y="96"/>
                    </a:lnTo>
                    <a:lnTo>
                      <a:pt x="238" y="90"/>
                    </a:lnTo>
                    <a:lnTo>
                      <a:pt x="234" y="88"/>
                    </a:lnTo>
                    <a:lnTo>
                      <a:pt x="236" y="76"/>
                    </a:lnTo>
                    <a:lnTo>
                      <a:pt x="236" y="68"/>
                    </a:lnTo>
                    <a:lnTo>
                      <a:pt x="236" y="56"/>
                    </a:lnTo>
                    <a:lnTo>
                      <a:pt x="232" y="42"/>
                    </a:lnTo>
                    <a:lnTo>
                      <a:pt x="230" y="32"/>
                    </a:lnTo>
                    <a:lnTo>
                      <a:pt x="226" y="24"/>
                    </a:lnTo>
                    <a:lnTo>
                      <a:pt x="222" y="16"/>
                    </a:lnTo>
                    <a:lnTo>
                      <a:pt x="214" y="10"/>
                    </a:lnTo>
                    <a:lnTo>
                      <a:pt x="204" y="4"/>
                    </a:lnTo>
                    <a:lnTo>
                      <a:pt x="192" y="0"/>
                    </a:lnTo>
                    <a:lnTo>
                      <a:pt x="174" y="0"/>
                    </a:lnTo>
                    <a:lnTo>
                      <a:pt x="158" y="2"/>
                    </a:lnTo>
                    <a:lnTo>
                      <a:pt x="146" y="6"/>
                    </a:lnTo>
                    <a:lnTo>
                      <a:pt x="136" y="14"/>
                    </a:lnTo>
                    <a:lnTo>
                      <a:pt x="128" y="20"/>
                    </a:lnTo>
                    <a:lnTo>
                      <a:pt x="124" y="28"/>
                    </a:lnTo>
                    <a:lnTo>
                      <a:pt x="120" y="36"/>
                    </a:lnTo>
                    <a:lnTo>
                      <a:pt x="118" y="44"/>
                    </a:lnTo>
                    <a:lnTo>
                      <a:pt x="116" y="60"/>
                    </a:lnTo>
                    <a:lnTo>
                      <a:pt x="118" y="72"/>
                    </a:lnTo>
                    <a:lnTo>
                      <a:pt x="120" y="82"/>
                    </a:lnTo>
                    <a:lnTo>
                      <a:pt x="118" y="84"/>
                    </a:lnTo>
                    <a:lnTo>
                      <a:pt x="116" y="92"/>
                    </a:lnTo>
                    <a:lnTo>
                      <a:pt x="116" y="98"/>
                    </a:lnTo>
                    <a:lnTo>
                      <a:pt x="118" y="106"/>
                    </a:lnTo>
                    <a:lnTo>
                      <a:pt x="122" y="116"/>
                    </a:lnTo>
                    <a:lnTo>
                      <a:pt x="130" y="126"/>
                    </a:lnTo>
                    <a:lnTo>
                      <a:pt x="132" y="128"/>
                    </a:lnTo>
                    <a:lnTo>
                      <a:pt x="134" y="130"/>
                    </a:lnTo>
                    <a:lnTo>
                      <a:pt x="136" y="136"/>
                    </a:lnTo>
                    <a:lnTo>
                      <a:pt x="138" y="152"/>
                    </a:lnTo>
                    <a:lnTo>
                      <a:pt x="140" y="158"/>
                    </a:lnTo>
                    <a:lnTo>
                      <a:pt x="138" y="164"/>
                    </a:lnTo>
                    <a:lnTo>
                      <a:pt x="134" y="168"/>
                    </a:lnTo>
                    <a:lnTo>
                      <a:pt x="126" y="174"/>
                    </a:lnTo>
                    <a:lnTo>
                      <a:pt x="112" y="186"/>
                    </a:lnTo>
                    <a:lnTo>
                      <a:pt x="102" y="192"/>
                    </a:lnTo>
                    <a:lnTo>
                      <a:pt x="90" y="198"/>
                    </a:lnTo>
                    <a:lnTo>
                      <a:pt x="70" y="204"/>
                    </a:lnTo>
                    <a:lnTo>
                      <a:pt x="62" y="208"/>
                    </a:lnTo>
                    <a:lnTo>
                      <a:pt x="52" y="212"/>
                    </a:lnTo>
                    <a:lnTo>
                      <a:pt x="46" y="216"/>
                    </a:lnTo>
                    <a:lnTo>
                      <a:pt x="42" y="222"/>
                    </a:lnTo>
                    <a:lnTo>
                      <a:pt x="38" y="228"/>
                    </a:lnTo>
                    <a:lnTo>
                      <a:pt x="36" y="236"/>
                    </a:lnTo>
                    <a:lnTo>
                      <a:pt x="32" y="274"/>
                    </a:lnTo>
                    <a:lnTo>
                      <a:pt x="30" y="302"/>
                    </a:lnTo>
                    <a:lnTo>
                      <a:pt x="24" y="392"/>
                    </a:lnTo>
                    <a:lnTo>
                      <a:pt x="18" y="448"/>
                    </a:lnTo>
                    <a:lnTo>
                      <a:pt x="14" y="482"/>
                    </a:lnTo>
                    <a:lnTo>
                      <a:pt x="10" y="514"/>
                    </a:lnTo>
                    <a:lnTo>
                      <a:pt x="8" y="540"/>
                    </a:lnTo>
                    <a:lnTo>
                      <a:pt x="6" y="566"/>
                    </a:lnTo>
                    <a:lnTo>
                      <a:pt x="4" y="588"/>
                    </a:lnTo>
                    <a:lnTo>
                      <a:pt x="6" y="594"/>
                    </a:lnTo>
                    <a:lnTo>
                      <a:pt x="8" y="598"/>
                    </a:lnTo>
                    <a:lnTo>
                      <a:pt x="12" y="598"/>
                    </a:lnTo>
                    <a:lnTo>
                      <a:pt x="4" y="616"/>
                    </a:lnTo>
                    <a:lnTo>
                      <a:pt x="2" y="626"/>
                    </a:lnTo>
                    <a:lnTo>
                      <a:pt x="0" y="638"/>
                    </a:lnTo>
                    <a:lnTo>
                      <a:pt x="2" y="650"/>
                    </a:lnTo>
                    <a:lnTo>
                      <a:pt x="6" y="660"/>
                    </a:lnTo>
                    <a:lnTo>
                      <a:pt x="14" y="670"/>
                    </a:lnTo>
                    <a:lnTo>
                      <a:pt x="26" y="676"/>
                    </a:lnTo>
                    <a:lnTo>
                      <a:pt x="36" y="680"/>
                    </a:lnTo>
                    <a:lnTo>
                      <a:pt x="40" y="680"/>
                    </a:lnTo>
                    <a:lnTo>
                      <a:pt x="42" y="678"/>
                    </a:lnTo>
                    <a:lnTo>
                      <a:pt x="42" y="674"/>
                    </a:lnTo>
                    <a:lnTo>
                      <a:pt x="38" y="670"/>
                    </a:lnTo>
                    <a:lnTo>
                      <a:pt x="36" y="664"/>
                    </a:lnTo>
                    <a:lnTo>
                      <a:pt x="34" y="660"/>
                    </a:lnTo>
                    <a:lnTo>
                      <a:pt x="34" y="654"/>
                    </a:lnTo>
                    <a:lnTo>
                      <a:pt x="36" y="650"/>
                    </a:lnTo>
                    <a:lnTo>
                      <a:pt x="34" y="644"/>
                    </a:lnTo>
                    <a:lnTo>
                      <a:pt x="34" y="636"/>
                    </a:lnTo>
                    <a:lnTo>
                      <a:pt x="38" y="628"/>
                    </a:lnTo>
                    <a:lnTo>
                      <a:pt x="40" y="622"/>
                    </a:lnTo>
                    <a:lnTo>
                      <a:pt x="38" y="616"/>
                    </a:lnTo>
                    <a:lnTo>
                      <a:pt x="38" y="612"/>
                    </a:lnTo>
                    <a:lnTo>
                      <a:pt x="38" y="608"/>
                    </a:lnTo>
                    <a:lnTo>
                      <a:pt x="40" y="606"/>
                    </a:lnTo>
                    <a:lnTo>
                      <a:pt x="42" y="604"/>
                    </a:lnTo>
                    <a:lnTo>
                      <a:pt x="44" y="604"/>
                    </a:lnTo>
                    <a:lnTo>
                      <a:pt x="48" y="602"/>
                    </a:lnTo>
                    <a:lnTo>
                      <a:pt x="50" y="596"/>
                    </a:lnTo>
                    <a:lnTo>
                      <a:pt x="50" y="594"/>
                    </a:lnTo>
                    <a:lnTo>
                      <a:pt x="58" y="534"/>
                    </a:lnTo>
                    <a:lnTo>
                      <a:pt x="56" y="568"/>
                    </a:lnTo>
                    <a:lnTo>
                      <a:pt x="56" y="578"/>
                    </a:lnTo>
                    <a:lnTo>
                      <a:pt x="56" y="586"/>
                    </a:lnTo>
                    <a:lnTo>
                      <a:pt x="60" y="598"/>
                    </a:lnTo>
                    <a:lnTo>
                      <a:pt x="62" y="612"/>
                    </a:lnTo>
                    <a:lnTo>
                      <a:pt x="62" y="644"/>
                    </a:lnTo>
                    <a:lnTo>
                      <a:pt x="64" y="686"/>
                    </a:lnTo>
                    <a:lnTo>
                      <a:pt x="70" y="758"/>
                    </a:lnTo>
                    <a:lnTo>
                      <a:pt x="76" y="832"/>
                    </a:lnTo>
                    <a:lnTo>
                      <a:pt x="78" y="876"/>
                    </a:lnTo>
                    <a:lnTo>
                      <a:pt x="80" y="948"/>
                    </a:lnTo>
                    <a:lnTo>
                      <a:pt x="80" y="990"/>
                    </a:lnTo>
                    <a:lnTo>
                      <a:pt x="76" y="1022"/>
                    </a:lnTo>
                    <a:lnTo>
                      <a:pt x="74" y="1044"/>
                    </a:lnTo>
                    <a:lnTo>
                      <a:pt x="72" y="1068"/>
                    </a:lnTo>
                    <a:lnTo>
                      <a:pt x="74" y="1088"/>
                    </a:lnTo>
                    <a:lnTo>
                      <a:pt x="76" y="1104"/>
                    </a:lnTo>
                    <a:lnTo>
                      <a:pt x="84" y="1124"/>
                    </a:lnTo>
                    <a:lnTo>
                      <a:pt x="86" y="1130"/>
                    </a:lnTo>
                    <a:lnTo>
                      <a:pt x="84" y="1134"/>
                    </a:lnTo>
                    <a:lnTo>
                      <a:pt x="66" y="1150"/>
                    </a:lnTo>
                    <a:lnTo>
                      <a:pt x="56" y="1162"/>
                    </a:lnTo>
                    <a:lnTo>
                      <a:pt x="54" y="1166"/>
                    </a:lnTo>
                    <a:lnTo>
                      <a:pt x="54" y="1170"/>
                    </a:lnTo>
                    <a:lnTo>
                      <a:pt x="56" y="1174"/>
                    </a:lnTo>
                    <a:lnTo>
                      <a:pt x="60" y="1176"/>
                    </a:lnTo>
                    <a:lnTo>
                      <a:pt x="72" y="1180"/>
                    </a:lnTo>
                    <a:lnTo>
                      <a:pt x="86" y="1180"/>
                    </a:lnTo>
                    <a:lnTo>
                      <a:pt x="102" y="1174"/>
                    </a:lnTo>
                    <a:lnTo>
                      <a:pt x="118" y="1168"/>
                    </a:lnTo>
                    <a:lnTo>
                      <a:pt x="134" y="1164"/>
                    </a:lnTo>
                    <a:lnTo>
                      <a:pt x="146" y="1160"/>
                    </a:lnTo>
                    <a:lnTo>
                      <a:pt x="150" y="1158"/>
                    </a:lnTo>
                    <a:lnTo>
                      <a:pt x="152" y="1156"/>
                    </a:lnTo>
                    <a:lnTo>
                      <a:pt x="152" y="1152"/>
                    </a:lnTo>
                    <a:lnTo>
                      <a:pt x="150" y="1146"/>
                    </a:lnTo>
                    <a:lnTo>
                      <a:pt x="148" y="1138"/>
                    </a:lnTo>
                    <a:lnTo>
                      <a:pt x="150" y="1130"/>
                    </a:lnTo>
                    <a:lnTo>
                      <a:pt x="154" y="1116"/>
                    </a:lnTo>
                    <a:lnTo>
                      <a:pt x="156" y="1106"/>
                    </a:lnTo>
                    <a:lnTo>
                      <a:pt x="156" y="1090"/>
                    </a:lnTo>
                    <a:lnTo>
                      <a:pt x="156" y="1052"/>
                    </a:lnTo>
                    <a:lnTo>
                      <a:pt x="156" y="984"/>
                    </a:lnTo>
                    <a:lnTo>
                      <a:pt x="158" y="920"/>
                    </a:lnTo>
                    <a:lnTo>
                      <a:pt x="162" y="886"/>
                    </a:lnTo>
                    <a:lnTo>
                      <a:pt x="164" y="868"/>
                    </a:lnTo>
                    <a:lnTo>
                      <a:pt x="168" y="840"/>
                    </a:lnTo>
                    <a:lnTo>
                      <a:pt x="174" y="772"/>
                    </a:lnTo>
                    <a:lnTo>
                      <a:pt x="178" y="706"/>
                    </a:lnTo>
                    <a:lnTo>
                      <a:pt x="178" y="666"/>
                    </a:lnTo>
                    <a:lnTo>
                      <a:pt x="178" y="624"/>
                    </a:lnTo>
                    <a:lnTo>
                      <a:pt x="182" y="650"/>
                    </a:lnTo>
                    <a:lnTo>
                      <a:pt x="190" y="714"/>
                    </a:lnTo>
                    <a:lnTo>
                      <a:pt x="194" y="756"/>
                    </a:lnTo>
                    <a:lnTo>
                      <a:pt x="196" y="800"/>
                    </a:lnTo>
                    <a:lnTo>
                      <a:pt x="200" y="840"/>
                    </a:lnTo>
                    <a:lnTo>
                      <a:pt x="204" y="878"/>
                    </a:lnTo>
                    <a:lnTo>
                      <a:pt x="206" y="914"/>
                    </a:lnTo>
                    <a:lnTo>
                      <a:pt x="208" y="954"/>
                    </a:lnTo>
                    <a:lnTo>
                      <a:pt x="206" y="1012"/>
                    </a:lnTo>
                    <a:lnTo>
                      <a:pt x="206" y="1040"/>
                    </a:lnTo>
                    <a:lnTo>
                      <a:pt x="206" y="1078"/>
                    </a:lnTo>
                    <a:lnTo>
                      <a:pt x="208" y="1096"/>
                    </a:lnTo>
                    <a:lnTo>
                      <a:pt x="208" y="1112"/>
                    </a:lnTo>
                    <a:lnTo>
                      <a:pt x="212" y="1124"/>
                    </a:lnTo>
                    <a:lnTo>
                      <a:pt x="214" y="1126"/>
                    </a:lnTo>
                    <a:lnTo>
                      <a:pt x="216" y="1128"/>
                    </a:lnTo>
                    <a:lnTo>
                      <a:pt x="218" y="1142"/>
                    </a:lnTo>
                    <a:lnTo>
                      <a:pt x="220" y="1154"/>
                    </a:lnTo>
                    <a:lnTo>
                      <a:pt x="222" y="1162"/>
                    </a:lnTo>
                    <a:lnTo>
                      <a:pt x="226" y="1172"/>
                    </a:lnTo>
                    <a:lnTo>
                      <a:pt x="234" y="1178"/>
                    </a:lnTo>
                    <a:lnTo>
                      <a:pt x="246" y="1184"/>
                    </a:lnTo>
                    <a:lnTo>
                      <a:pt x="252" y="1186"/>
                    </a:lnTo>
                    <a:lnTo>
                      <a:pt x="262" y="1186"/>
                    </a:lnTo>
                    <a:lnTo>
                      <a:pt x="282" y="1182"/>
                    </a:lnTo>
                    <a:lnTo>
                      <a:pt x="290" y="1178"/>
                    </a:lnTo>
                    <a:lnTo>
                      <a:pt x="292" y="1176"/>
                    </a:lnTo>
                    <a:lnTo>
                      <a:pt x="294" y="1174"/>
                    </a:lnTo>
                    <a:lnTo>
                      <a:pt x="292" y="1168"/>
                    </a:lnTo>
                    <a:lnTo>
                      <a:pt x="288" y="1162"/>
                    </a:lnTo>
                    <a:lnTo>
                      <a:pt x="276" y="1148"/>
                    </a:lnTo>
                    <a:lnTo>
                      <a:pt x="274" y="1142"/>
                    </a:lnTo>
                    <a:lnTo>
                      <a:pt x="274" y="1140"/>
                    </a:lnTo>
                    <a:lnTo>
                      <a:pt x="274" y="1138"/>
                    </a:lnTo>
                    <a:lnTo>
                      <a:pt x="280" y="1132"/>
                    </a:lnTo>
                    <a:lnTo>
                      <a:pt x="284" y="1130"/>
                    </a:lnTo>
                    <a:lnTo>
                      <a:pt x="288" y="1128"/>
                    </a:lnTo>
                    <a:lnTo>
                      <a:pt x="288" y="1122"/>
                    </a:lnTo>
                    <a:lnTo>
                      <a:pt x="286" y="936"/>
                    </a:lnTo>
                    <a:lnTo>
                      <a:pt x="288" y="864"/>
                    </a:lnTo>
                    <a:lnTo>
                      <a:pt x="288" y="834"/>
                    </a:lnTo>
                    <a:lnTo>
                      <a:pt x="286" y="810"/>
                    </a:lnTo>
                    <a:lnTo>
                      <a:pt x="286" y="780"/>
                    </a:lnTo>
                    <a:lnTo>
                      <a:pt x="288" y="738"/>
                    </a:lnTo>
                    <a:lnTo>
                      <a:pt x="290" y="660"/>
                    </a:lnTo>
                    <a:lnTo>
                      <a:pt x="290" y="602"/>
                    </a:lnTo>
                    <a:lnTo>
                      <a:pt x="304" y="598"/>
                    </a:lnTo>
                    <a:lnTo>
                      <a:pt x="314" y="590"/>
                    </a:lnTo>
                    <a:lnTo>
                      <a:pt x="322" y="582"/>
                    </a:lnTo>
                    <a:lnTo>
                      <a:pt x="326" y="572"/>
                    </a:lnTo>
                    <a:lnTo>
                      <a:pt x="330" y="564"/>
                    </a:lnTo>
                    <a:lnTo>
                      <a:pt x="330" y="556"/>
                    </a:lnTo>
                    <a:lnTo>
                      <a:pt x="330" y="544"/>
                    </a:lnTo>
                    <a:lnTo>
                      <a:pt x="332" y="536"/>
                    </a:lnTo>
                    <a:lnTo>
                      <a:pt x="334" y="530"/>
                    </a:lnTo>
                    <a:lnTo>
                      <a:pt x="338" y="526"/>
                    </a:lnTo>
                    <a:lnTo>
                      <a:pt x="340" y="526"/>
                    </a:lnTo>
                    <a:lnTo>
                      <a:pt x="344" y="526"/>
                    </a:lnTo>
                    <a:lnTo>
                      <a:pt x="346" y="526"/>
                    </a:lnTo>
                    <a:lnTo>
                      <a:pt x="348" y="524"/>
                    </a:lnTo>
                    <a:lnTo>
                      <a:pt x="352" y="514"/>
                    </a:lnTo>
                    <a:lnTo>
                      <a:pt x="354" y="502"/>
                    </a:lnTo>
                    <a:lnTo>
                      <a:pt x="356" y="492"/>
                    </a:lnTo>
                    <a:lnTo>
                      <a:pt x="358" y="454"/>
                    </a:lnTo>
                    <a:lnTo>
                      <a:pt x="362" y="416"/>
                    </a:lnTo>
                    <a:lnTo>
                      <a:pt x="364" y="396"/>
                    </a:lnTo>
                    <a:lnTo>
                      <a:pt x="362" y="382"/>
                    </a:lnTo>
                    <a:lnTo>
                      <a:pt x="356" y="362"/>
                    </a:lnTo>
                    <a:lnTo>
                      <a:pt x="350" y="338"/>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sp>
            <p:nvSpPr>
              <p:cNvPr id="14" name="Freeform 127"/>
              <p:cNvSpPr>
                <a:spLocks/>
              </p:cNvSpPr>
              <p:nvPr/>
            </p:nvSpPr>
            <p:spPr bwMode="auto">
              <a:xfrm>
                <a:off x="3016156" y="1924561"/>
                <a:ext cx="209678" cy="353852"/>
              </a:xfrm>
              <a:custGeom>
                <a:avLst/>
                <a:gdLst>
                  <a:gd name="T0" fmla="*/ 0 w 102"/>
                  <a:gd name="T1" fmla="*/ 2147483647 h 172"/>
                  <a:gd name="T2" fmla="*/ 0 w 102"/>
                  <a:gd name="T3" fmla="*/ 2147483647 h 172"/>
                  <a:gd name="T4" fmla="*/ 2147483647 w 102"/>
                  <a:gd name="T5" fmla="*/ 2147483647 h 172"/>
                  <a:gd name="T6" fmla="*/ 2147483647 w 102"/>
                  <a:gd name="T7" fmla="*/ 2147483647 h 172"/>
                  <a:gd name="T8" fmla="*/ 2147483647 w 102"/>
                  <a:gd name="T9" fmla="*/ 2147483647 h 172"/>
                  <a:gd name="T10" fmla="*/ 2147483647 w 102"/>
                  <a:gd name="T11" fmla="*/ 2147483647 h 172"/>
                  <a:gd name="T12" fmla="*/ 2147483647 w 102"/>
                  <a:gd name="T13" fmla="*/ 2147483647 h 172"/>
                  <a:gd name="T14" fmla="*/ 2147483647 w 102"/>
                  <a:gd name="T15" fmla="*/ 2147483647 h 172"/>
                  <a:gd name="T16" fmla="*/ 2147483647 w 102"/>
                  <a:gd name="T17" fmla="*/ 2147483647 h 172"/>
                  <a:gd name="T18" fmla="*/ 2147483647 w 102"/>
                  <a:gd name="T19" fmla="*/ 2147483647 h 172"/>
                  <a:gd name="T20" fmla="*/ 2147483647 w 102"/>
                  <a:gd name="T21" fmla="*/ 2147483647 h 172"/>
                  <a:gd name="T22" fmla="*/ 2147483647 w 102"/>
                  <a:gd name="T23" fmla="*/ 2147483647 h 172"/>
                  <a:gd name="T24" fmla="*/ 2147483647 w 102"/>
                  <a:gd name="T25" fmla="*/ 2147483647 h 172"/>
                  <a:gd name="T26" fmla="*/ 2147483647 w 102"/>
                  <a:gd name="T27" fmla="*/ 2147483647 h 172"/>
                  <a:gd name="T28" fmla="*/ 2147483647 w 102"/>
                  <a:gd name="T29" fmla="*/ 2147483647 h 172"/>
                  <a:gd name="T30" fmla="*/ 2147483647 w 102"/>
                  <a:gd name="T31" fmla="*/ 2147483647 h 172"/>
                  <a:gd name="T32" fmla="*/ 2147483647 w 102"/>
                  <a:gd name="T33" fmla="*/ 2147483647 h 172"/>
                  <a:gd name="T34" fmla="*/ 2147483647 w 102"/>
                  <a:gd name="T35" fmla="*/ 2147483647 h 172"/>
                  <a:gd name="T36" fmla="*/ 2147483647 w 102"/>
                  <a:gd name="T37" fmla="*/ 2147483647 h 172"/>
                  <a:gd name="T38" fmla="*/ 2147483647 w 102"/>
                  <a:gd name="T39" fmla="*/ 2147483647 h 172"/>
                  <a:gd name="T40" fmla="*/ 2147483647 w 102"/>
                  <a:gd name="T41" fmla="*/ 2147483647 h 172"/>
                  <a:gd name="T42" fmla="*/ 2147483647 w 102"/>
                  <a:gd name="T43" fmla="*/ 2147483647 h 172"/>
                  <a:gd name="T44" fmla="*/ 2147483647 w 102"/>
                  <a:gd name="T45" fmla="*/ 2147483647 h 172"/>
                  <a:gd name="T46" fmla="*/ 2147483647 w 102"/>
                  <a:gd name="T47" fmla="*/ 2147483647 h 172"/>
                  <a:gd name="T48" fmla="*/ 2147483647 w 102"/>
                  <a:gd name="T49" fmla="*/ 2147483647 h 172"/>
                  <a:gd name="T50" fmla="*/ 2147483647 w 102"/>
                  <a:gd name="T51" fmla="*/ 0 h 172"/>
                  <a:gd name="T52" fmla="*/ 2147483647 w 102"/>
                  <a:gd name="T53" fmla="*/ 0 h 172"/>
                  <a:gd name="T54" fmla="*/ 2147483647 w 102"/>
                  <a:gd name="T55" fmla="*/ 0 h 172"/>
                  <a:gd name="T56" fmla="*/ 2147483647 w 102"/>
                  <a:gd name="T57" fmla="*/ 2147483647 h 172"/>
                  <a:gd name="T58" fmla="*/ 2147483647 w 102"/>
                  <a:gd name="T59" fmla="*/ 2147483647 h 172"/>
                  <a:gd name="T60" fmla="*/ 2147483647 w 102"/>
                  <a:gd name="T61" fmla="*/ 2147483647 h 172"/>
                  <a:gd name="T62" fmla="*/ 2147483647 w 102"/>
                  <a:gd name="T63" fmla="*/ 2147483647 h 172"/>
                  <a:gd name="T64" fmla="*/ 2147483647 w 102"/>
                  <a:gd name="T65" fmla="*/ 2147483647 h 172"/>
                  <a:gd name="T66" fmla="*/ 2147483647 w 102"/>
                  <a:gd name="T67" fmla="*/ 2147483647 h 172"/>
                  <a:gd name="T68" fmla="*/ 2147483647 w 102"/>
                  <a:gd name="T69" fmla="*/ 2147483647 h 172"/>
                  <a:gd name="T70" fmla="*/ 2147483647 w 102"/>
                  <a:gd name="T71" fmla="*/ 2147483647 h 172"/>
                  <a:gd name="T72" fmla="*/ 2147483647 w 102"/>
                  <a:gd name="T73" fmla="*/ 2147483647 h 172"/>
                  <a:gd name="T74" fmla="*/ 2147483647 w 102"/>
                  <a:gd name="T75" fmla="*/ 2147483647 h 172"/>
                  <a:gd name="T76" fmla="*/ 2147483647 w 102"/>
                  <a:gd name="T77" fmla="*/ 2147483647 h 172"/>
                  <a:gd name="T78" fmla="*/ 2147483647 w 102"/>
                  <a:gd name="T79" fmla="*/ 2147483647 h 172"/>
                  <a:gd name="T80" fmla="*/ 2147483647 w 102"/>
                  <a:gd name="T81" fmla="*/ 2147483647 h 172"/>
                  <a:gd name="T82" fmla="*/ 2147483647 w 102"/>
                  <a:gd name="T83" fmla="*/ 2147483647 h 172"/>
                  <a:gd name="T84" fmla="*/ 0 w 102"/>
                  <a:gd name="T85" fmla="*/ 2147483647 h 1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2"/>
                  <a:gd name="T130" fmla="*/ 0 h 172"/>
                  <a:gd name="T131" fmla="*/ 102 w 102"/>
                  <a:gd name="T132" fmla="*/ 172 h 1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2" h="172">
                    <a:moveTo>
                      <a:pt x="0" y="14"/>
                    </a:moveTo>
                    <a:lnTo>
                      <a:pt x="0" y="14"/>
                    </a:lnTo>
                    <a:lnTo>
                      <a:pt x="2" y="22"/>
                    </a:lnTo>
                    <a:lnTo>
                      <a:pt x="4" y="32"/>
                    </a:lnTo>
                    <a:lnTo>
                      <a:pt x="8" y="42"/>
                    </a:lnTo>
                    <a:lnTo>
                      <a:pt x="12" y="66"/>
                    </a:lnTo>
                    <a:lnTo>
                      <a:pt x="18" y="106"/>
                    </a:lnTo>
                    <a:lnTo>
                      <a:pt x="24" y="126"/>
                    </a:lnTo>
                    <a:lnTo>
                      <a:pt x="30" y="146"/>
                    </a:lnTo>
                    <a:lnTo>
                      <a:pt x="38" y="162"/>
                    </a:lnTo>
                    <a:lnTo>
                      <a:pt x="42" y="168"/>
                    </a:lnTo>
                    <a:lnTo>
                      <a:pt x="46" y="172"/>
                    </a:lnTo>
                    <a:lnTo>
                      <a:pt x="64" y="144"/>
                    </a:lnTo>
                    <a:lnTo>
                      <a:pt x="78" y="118"/>
                    </a:lnTo>
                    <a:lnTo>
                      <a:pt x="90" y="94"/>
                    </a:lnTo>
                    <a:lnTo>
                      <a:pt x="98" y="72"/>
                    </a:lnTo>
                    <a:lnTo>
                      <a:pt x="102" y="52"/>
                    </a:lnTo>
                    <a:lnTo>
                      <a:pt x="102" y="34"/>
                    </a:lnTo>
                    <a:lnTo>
                      <a:pt x="100" y="16"/>
                    </a:lnTo>
                    <a:lnTo>
                      <a:pt x="100" y="10"/>
                    </a:lnTo>
                    <a:lnTo>
                      <a:pt x="96" y="6"/>
                    </a:lnTo>
                    <a:lnTo>
                      <a:pt x="90" y="0"/>
                    </a:lnTo>
                    <a:lnTo>
                      <a:pt x="88" y="0"/>
                    </a:lnTo>
                    <a:lnTo>
                      <a:pt x="88" y="2"/>
                    </a:lnTo>
                    <a:lnTo>
                      <a:pt x="86" y="6"/>
                    </a:lnTo>
                    <a:lnTo>
                      <a:pt x="86" y="14"/>
                    </a:lnTo>
                    <a:lnTo>
                      <a:pt x="82" y="20"/>
                    </a:lnTo>
                    <a:lnTo>
                      <a:pt x="74" y="30"/>
                    </a:lnTo>
                    <a:lnTo>
                      <a:pt x="66" y="34"/>
                    </a:lnTo>
                    <a:lnTo>
                      <a:pt x="56" y="38"/>
                    </a:lnTo>
                    <a:lnTo>
                      <a:pt x="44" y="38"/>
                    </a:lnTo>
                    <a:lnTo>
                      <a:pt x="32" y="34"/>
                    </a:lnTo>
                    <a:lnTo>
                      <a:pt x="20" y="26"/>
                    </a:lnTo>
                    <a:lnTo>
                      <a:pt x="12" y="16"/>
                    </a:lnTo>
                    <a:lnTo>
                      <a:pt x="6" y="6"/>
                    </a:ln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prstClr val="black"/>
                  </a:solidFill>
                  <a:latin typeface="Roboto Lt"/>
                </a:endParaRPr>
              </a:p>
            </p:txBody>
          </p:sp>
          <p:sp>
            <p:nvSpPr>
              <p:cNvPr id="15" name="Freeform 128"/>
              <p:cNvSpPr>
                <a:spLocks/>
              </p:cNvSpPr>
              <p:nvPr/>
            </p:nvSpPr>
            <p:spPr bwMode="auto">
              <a:xfrm>
                <a:off x="3090470" y="2007429"/>
                <a:ext cx="62532" cy="292981"/>
              </a:xfrm>
              <a:custGeom>
                <a:avLst/>
                <a:gdLst>
                  <a:gd name="T0" fmla="*/ 2147483647 w 30"/>
                  <a:gd name="T1" fmla="*/ 2147483647 h 136"/>
                  <a:gd name="T2" fmla="*/ 2147483647 w 30"/>
                  <a:gd name="T3" fmla="*/ 2147483647 h 136"/>
                  <a:gd name="T4" fmla="*/ 2147483647 w 30"/>
                  <a:gd name="T5" fmla="*/ 2147483647 h 136"/>
                  <a:gd name="T6" fmla="*/ 0 w 30"/>
                  <a:gd name="T7" fmla="*/ 2147483647 h 136"/>
                  <a:gd name="T8" fmla="*/ 2147483647 w 30"/>
                  <a:gd name="T9" fmla="*/ 2147483647 h 136"/>
                  <a:gd name="T10" fmla="*/ 2147483647 w 30"/>
                  <a:gd name="T11" fmla="*/ 2147483647 h 136"/>
                  <a:gd name="T12" fmla="*/ 2147483647 w 30"/>
                  <a:gd name="T13" fmla="*/ 2147483647 h 136"/>
                  <a:gd name="T14" fmla="*/ 2147483647 w 30"/>
                  <a:gd name="T15" fmla="*/ 2147483647 h 136"/>
                  <a:gd name="T16" fmla="*/ 2147483647 w 30"/>
                  <a:gd name="T17" fmla="*/ 2147483647 h 136"/>
                  <a:gd name="T18" fmla="*/ 2147483647 w 30"/>
                  <a:gd name="T19" fmla="*/ 2147483647 h 136"/>
                  <a:gd name="T20" fmla="*/ 2147483647 w 30"/>
                  <a:gd name="T21" fmla="*/ 2147483647 h 136"/>
                  <a:gd name="T22" fmla="*/ 2147483647 w 30"/>
                  <a:gd name="T23" fmla="*/ 2147483647 h 136"/>
                  <a:gd name="T24" fmla="*/ 0 w 30"/>
                  <a:gd name="T25" fmla="*/ 2147483647 h 136"/>
                  <a:gd name="T26" fmla="*/ 0 w 30"/>
                  <a:gd name="T27" fmla="*/ 2147483647 h 136"/>
                  <a:gd name="T28" fmla="*/ 0 w 30"/>
                  <a:gd name="T29" fmla="*/ 2147483647 h 136"/>
                  <a:gd name="T30" fmla="*/ 2147483647 w 30"/>
                  <a:gd name="T31" fmla="*/ 2147483647 h 136"/>
                  <a:gd name="T32" fmla="*/ 2147483647 w 30"/>
                  <a:gd name="T33" fmla="*/ 0 h 136"/>
                  <a:gd name="T34" fmla="*/ 2147483647 w 30"/>
                  <a:gd name="T35" fmla="*/ 0 h 136"/>
                  <a:gd name="T36" fmla="*/ 2147483647 w 30"/>
                  <a:gd name="T37" fmla="*/ 2147483647 h 136"/>
                  <a:gd name="T38" fmla="*/ 2147483647 w 30"/>
                  <a:gd name="T39" fmla="*/ 2147483647 h 136"/>
                  <a:gd name="T40" fmla="*/ 2147483647 w 30"/>
                  <a:gd name="T41" fmla="*/ 2147483647 h 136"/>
                  <a:gd name="T42" fmla="*/ 2147483647 w 30"/>
                  <a:gd name="T43" fmla="*/ 2147483647 h 136"/>
                  <a:gd name="T44" fmla="*/ 2147483647 w 30"/>
                  <a:gd name="T45" fmla="*/ 2147483647 h 136"/>
                  <a:gd name="T46" fmla="*/ 2147483647 w 30"/>
                  <a:gd name="T47" fmla="*/ 2147483647 h 136"/>
                  <a:gd name="T48" fmla="*/ 2147483647 w 30"/>
                  <a:gd name="T49" fmla="*/ 2147483647 h 136"/>
                  <a:gd name="T50" fmla="*/ 2147483647 w 30"/>
                  <a:gd name="T51" fmla="*/ 2147483647 h 136"/>
                  <a:gd name="T52" fmla="*/ 2147483647 w 30"/>
                  <a:gd name="T53" fmla="*/ 2147483647 h 136"/>
                  <a:gd name="T54" fmla="*/ 2147483647 w 30"/>
                  <a:gd name="T55" fmla="*/ 2147483647 h 136"/>
                  <a:gd name="T56" fmla="*/ 2147483647 w 30"/>
                  <a:gd name="T57" fmla="*/ 2147483647 h 136"/>
                  <a:gd name="T58" fmla="*/ 2147483647 w 30"/>
                  <a:gd name="T59" fmla="*/ 2147483647 h 136"/>
                  <a:gd name="T60" fmla="*/ 2147483647 w 30"/>
                  <a:gd name="T61" fmla="*/ 2147483647 h 136"/>
                  <a:gd name="T62" fmla="*/ 2147483647 w 30"/>
                  <a:gd name="T63" fmla="*/ 2147483647 h 136"/>
                  <a:gd name="T64" fmla="*/ 2147483647 w 30"/>
                  <a:gd name="T65" fmla="*/ 2147483647 h 136"/>
                  <a:gd name="T66" fmla="*/ 2147483647 w 30"/>
                  <a:gd name="T67" fmla="*/ 2147483647 h 136"/>
                  <a:gd name="T68" fmla="*/ 2147483647 w 30"/>
                  <a:gd name="T69" fmla="*/ 2147483647 h 136"/>
                  <a:gd name="T70" fmla="*/ 2147483647 w 30"/>
                  <a:gd name="T71" fmla="*/ 2147483647 h 136"/>
                  <a:gd name="T72" fmla="*/ 2147483647 w 30"/>
                  <a:gd name="T73" fmla="*/ 2147483647 h 1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
                  <a:gd name="T112" fmla="*/ 0 h 136"/>
                  <a:gd name="T113" fmla="*/ 30 w 30"/>
                  <a:gd name="T114" fmla="*/ 136 h 1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 h="136">
                    <a:moveTo>
                      <a:pt x="4" y="134"/>
                    </a:moveTo>
                    <a:lnTo>
                      <a:pt x="4" y="134"/>
                    </a:lnTo>
                    <a:lnTo>
                      <a:pt x="2" y="124"/>
                    </a:lnTo>
                    <a:lnTo>
                      <a:pt x="0" y="104"/>
                    </a:lnTo>
                    <a:lnTo>
                      <a:pt x="2" y="62"/>
                    </a:lnTo>
                    <a:lnTo>
                      <a:pt x="2" y="50"/>
                    </a:lnTo>
                    <a:lnTo>
                      <a:pt x="6" y="40"/>
                    </a:lnTo>
                    <a:lnTo>
                      <a:pt x="10" y="28"/>
                    </a:lnTo>
                    <a:lnTo>
                      <a:pt x="8" y="24"/>
                    </a:lnTo>
                    <a:lnTo>
                      <a:pt x="6" y="18"/>
                    </a:lnTo>
                    <a:lnTo>
                      <a:pt x="0" y="8"/>
                    </a:lnTo>
                    <a:lnTo>
                      <a:pt x="0" y="6"/>
                    </a:lnTo>
                    <a:lnTo>
                      <a:pt x="4" y="2"/>
                    </a:lnTo>
                    <a:lnTo>
                      <a:pt x="14" y="0"/>
                    </a:lnTo>
                    <a:lnTo>
                      <a:pt x="18" y="2"/>
                    </a:lnTo>
                    <a:lnTo>
                      <a:pt x="22" y="4"/>
                    </a:lnTo>
                    <a:lnTo>
                      <a:pt x="26" y="8"/>
                    </a:lnTo>
                    <a:lnTo>
                      <a:pt x="24" y="14"/>
                    </a:lnTo>
                    <a:lnTo>
                      <a:pt x="20" y="20"/>
                    </a:lnTo>
                    <a:lnTo>
                      <a:pt x="20" y="24"/>
                    </a:lnTo>
                    <a:lnTo>
                      <a:pt x="20" y="28"/>
                    </a:lnTo>
                    <a:lnTo>
                      <a:pt x="26" y="66"/>
                    </a:lnTo>
                    <a:lnTo>
                      <a:pt x="30" y="104"/>
                    </a:lnTo>
                    <a:lnTo>
                      <a:pt x="28" y="114"/>
                    </a:lnTo>
                    <a:lnTo>
                      <a:pt x="22" y="126"/>
                    </a:lnTo>
                    <a:lnTo>
                      <a:pt x="18" y="132"/>
                    </a:lnTo>
                    <a:lnTo>
                      <a:pt x="14" y="134"/>
                    </a:lnTo>
                    <a:lnTo>
                      <a:pt x="8" y="136"/>
                    </a:lnTo>
                    <a:lnTo>
                      <a:pt x="4" y="134"/>
                    </a:lnTo>
                    <a:close/>
                  </a:path>
                </a:pathLst>
              </a:custGeom>
              <a:grpFill/>
              <a:ln w="9525">
                <a:noFill/>
                <a:round/>
                <a:headEnd/>
                <a:tailEnd/>
              </a:ln>
            </p:spPr>
            <p:txBody>
              <a:bodyPr/>
              <a:lstStyle/>
              <a:p>
                <a:pPr fontAlgn="auto">
                  <a:spcBef>
                    <a:spcPts val="0"/>
                  </a:spcBef>
                  <a:spcAft>
                    <a:spcPts val="0"/>
                  </a:spcAft>
                  <a:defRPr/>
                </a:pPr>
                <a:endParaRPr lang="da-DK">
                  <a:solidFill>
                    <a:prstClr val="black"/>
                  </a:solidFill>
                  <a:latin typeface="Roboto Lt"/>
                </a:endParaRPr>
              </a:p>
            </p:txBody>
          </p:sp>
        </p:grpSp>
      </p:grpSp>
      <p:sp>
        <p:nvSpPr>
          <p:cNvPr id="25" name="Title 1"/>
          <p:cNvSpPr txBox="1">
            <a:spLocks/>
          </p:cNvSpPr>
          <p:nvPr/>
        </p:nvSpPr>
        <p:spPr>
          <a:xfrm>
            <a:off x="2931164" y="214655"/>
            <a:ext cx="10515600" cy="828098"/>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sz="4400" b="1" kern="1200">
                <a:solidFill>
                  <a:schemeClr val="tx1">
                    <a:lumMod val="75000"/>
                    <a:lumOff val="25000"/>
                  </a:schemeClr>
                </a:solidFill>
                <a:latin typeface="+mj-lt"/>
                <a:ea typeface="+mj-ea"/>
                <a:cs typeface="+mj-cs"/>
              </a:defRPr>
            </a:lvl1pPr>
          </a:lstStyle>
          <a:p>
            <a:pPr marL="0" marR="0" lvl="2" indent="0" defTabSz="914400" rtl="1" eaLnBrk="1" fontAlgn="auto" latinLnBrk="0" hangingPunct="1">
              <a:lnSpc>
                <a:spcPct val="100000"/>
              </a:lnSpc>
              <a:spcBef>
                <a:spcPts val="0"/>
              </a:spcBef>
              <a:spcAft>
                <a:spcPts val="0"/>
              </a:spcAft>
              <a:buClrTx/>
              <a:buSzTx/>
              <a:buFontTx/>
              <a:buNone/>
              <a:tabLst/>
              <a:defRPr/>
            </a:pPr>
            <a:r>
              <a:rPr kumimoji="0" lang="ar-SA" sz="4000" b="1" i="0" u="sng" strike="noStrike" kern="0" cap="none" spc="0" normalizeH="0" baseline="0" noProof="0" dirty="0" smtClean="0">
                <a:ln>
                  <a:noFill/>
                </a:ln>
                <a:solidFill>
                  <a:sysClr val="windowText" lastClr="000000"/>
                </a:solidFill>
                <a:effectLst/>
                <a:uLnTx/>
                <a:uFillTx/>
              </a:rPr>
              <a:t>ه- </a:t>
            </a:r>
            <a:r>
              <a:rPr kumimoji="0" lang="ar-JO" sz="4000" b="1" i="0" u="sng" strike="noStrike" kern="0" cap="none" spc="0" normalizeH="0" baseline="0" noProof="0" dirty="0" smtClean="0">
                <a:ln>
                  <a:noFill/>
                </a:ln>
                <a:solidFill>
                  <a:sysClr val="windowText" lastClr="000000"/>
                </a:solidFill>
                <a:effectLst/>
                <a:uLnTx/>
                <a:uFillTx/>
              </a:rPr>
              <a:t>مكونات</a:t>
            </a:r>
            <a:r>
              <a:rPr kumimoji="0" lang="ar-SA" sz="4000" b="1" i="0" u="sng" strike="noStrike" kern="0" cap="none" spc="0" normalizeH="0" baseline="0" noProof="0" dirty="0" smtClean="0">
                <a:ln>
                  <a:noFill/>
                </a:ln>
                <a:solidFill>
                  <a:sysClr val="windowText" lastClr="000000"/>
                </a:solidFill>
                <a:effectLst/>
                <a:uLnTx/>
                <a:uFillTx/>
              </a:rPr>
              <a:t> ومتطلبات التعليم الالكتروني</a:t>
            </a:r>
            <a:endParaRPr kumimoji="0" lang="en-US" sz="4000" b="0" i="0" u="sng" strike="noStrike" kern="0" cap="none" spc="0" normalizeH="0" baseline="0" noProof="0" dirty="0">
              <a:ln>
                <a:noFill/>
              </a:ln>
              <a:solidFill>
                <a:sysClr val="windowText" lastClr="000000"/>
              </a:solidFill>
              <a:effectLst/>
              <a:uLnTx/>
              <a:uFillTx/>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922272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nodeType="afterEffect">
                                  <p:stCondLst>
                                    <p:cond delay="25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Content Placeholder 2"/>
          <p:cNvSpPr txBox="1">
            <a:spLocks/>
          </p:cNvSpPr>
          <p:nvPr/>
        </p:nvSpPr>
        <p:spPr>
          <a:xfrm>
            <a:off x="4628463" y="822939"/>
            <a:ext cx="6799184" cy="3361633"/>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fontAlgn="auto">
              <a:buClr>
                <a:srgbClr val="E84C22">
                  <a:lumMod val="75000"/>
                </a:srgbClr>
              </a:buClr>
            </a:pPr>
            <a:r>
              <a:rPr lang="ar-JO" sz="3200" b="1" dirty="0"/>
              <a:t>نلاحظ أن هذا النوع من التعليم بمكوناته ومتطلباته مثل: الإنترنت والحاسب الآلي وأدواته وأجهزته وغيرها من المستحدثات، قد ساعدت على إجراء تغييرات وتحولات واضحة أحدثتها التكنولوجيا الحديثة في بيئة التعليم، وكما هو مبين في الجدول الآتي</a:t>
            </a:r>
            <a:endParaRPr lang="en-US" sz="1200" dirty="0">
              <a:solidFill>
                <a:prstClr val="white">
                  <a:lumMod val="65000"/>
                </a:prstClr>
              </a:solidFill>
              <a:latin typeface="Roboto" panose="02000000000000000000" pitchFamily="2" charset="0"/>
              <a:ea typeface="Roboto" panose="02000000000000000000" pitchFamily="2" charset="0"/>
            </a:endParaRPr>
          </a:p>
        </p:txBody>
      </p:sp>
      <p:grpSp>
        <p:nvGrpSpPr>
          <p:cNvPr id="14" name="Group 341"/>
          <p:cNvGrpSpPr>
            <a:grpSpLocks noChangeAspect="1"/>
          </p:cNvGrpSpPr>
          <p:nvPr/>
        </p:nvGrpSpPr>
        <p:grpSpPr>
          <a:xfrm>
            <a:off x="764823" y="923116"/>
            <a:ext cx="3474618" cy="4803720"/>
            <a:chOff x="1270242" y="2227041"/>
            <a:chExt cx="2976954" cy="4115691"/>
          </a:xfrm>
        </p:grpSpPr>
        <p:grpSp>
          <p:nvGrpSpPr>
            <p:cNvPr id="15" name="Group 16"/>
            <p:cNvGrpSpPr/>
            <p:nvPr/>
          </p:nvGrpSpPr>
          <p:grpSpPr>
            <a:xfrm flipH="1">
              <a:off x="1437626" y="2230502"/>
              <a:ext cx="2634844" cy="4112230"/>
              <a:chOff x="-6707188" y="-431800"/>
              <a:chExt cx="5697538" cy="9431338"/>
            </a:xfrm>
            <a:solidFill>
              <a:schemeClr val="accent2"/>
            </a:solidFill>
          </p:grpSpPr>
          <p:sp>
            <p:nvSpPr>
              <p:cNvPr id="239" name="Freeform 5"/>
              <p:cNvSpPr>
                <a:spLocks/>
              </p:cNvSpPr>
              <p:nvPr/>
            </p:nvSpPr>
            <p:spPr bwMode="auto">
              <a:xfrm>
                <a:off x="-5016500" y="7881938"/>
                <a:ext cx="474663" cy="404813"/>
              </a:xfrm>
              <a:custGeom>
                <a:avLst/>
                <a:gdLst>
                  <a:gd name="T0" fmla="*/ 31 w 299"/>
                  <a:gd name="T1" fmla="*/ 255 h 255"/>
                  <a:gd name="T2" fmla="*/ 83 w 299"/>
                  <a:gd name="T3" fmla="*/ 198 h 255"/>
                  <a:gd name="T4" fmla="*/ 299 w 299"/>
                  <a:gd name="T5" fmla="*/ 198 h 255"/>
                  <a:gd name="T6" fmla="*/ 299 w 299"/>
                  <a:gd name="T7" fmla="*/ 139 h 255"/>
                  <a:gd name="T8" fmla="*/ 105 w 299"/>
                  <a:gd name="T9" fmla="*/ 139 h 255"/>
                  <a:gd name="T10" fmla="*/ 93 w 299"/>
                  <a:gd name="T11" fmla="*/ 139 h 255"/>
                  <a:gd name="T12" fmla="*/ 93 w 299"/>
                  <a:gd name="T13" fmla="*/ 130 h 255"/>
                  <a:gd name="T14" fmla="*/ 93 w 299"/>
                  <a:gd name="T15" fmla="*/ 0 h 255"/>
                  <a:gd name="T16" fmla="*/ 0 w 299"/>
                  <a:gd name="T17" fmla="*/ 0 h 255"/>
                  <a:gd name="T18" fmla="*/ 0 w 299"/>
                  <a:gd name="T19" fmla="*/ 198 h 255"/>
                  <a:gd name="T20" fmla="*/ 31 w 299"/>
                  <a:gd name="T21" fmla="*/ 198 h 255"/>
                  <a:gd name="T22" fmla="*/ 31 w 299"/>
                  <a:gd name="T23"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9" h="255">
                    <a:moveTo>
                      <a:pt x="31" y="255"/>
                    </a:moveTo>
                    <a:lnTo>
                      <a:pt x="83" y="198"/>
                    </a:lnTo>
                    <a:lnTo>
                      <a:pt x="299" y="198"/>
                    </a:lnTo>
                    <a:lnTo>
                      <a:pt x="299" y="139"/>
                    </a:lnTo>
                    <a:lnTo>
                      <a:pt x="105" y="139"/>
                    </a:lnTo>
                    <a:lnTo>
                      <a:pt x="93" y="139"/>
                    </a:lnTo>
                    <a:lnTo>
                      <a:pt x="93" y="130"/>
                    </a:lnTo>
                    <a:lnTo>
                      <a:pt x="93" y="0"/>
                    </a:lnTo>
                    <a:lnTo>
                      <a:pt x="0" y="0"/>
                    </a:lnTo>
                    <a:lnTo>
                      <a:pt x="0" y="198"/>
                    </a:lnTo>
                    <a:lnTo>
                      <a:pt x="31" y="198"/>
                    </a:lnTo>
                    <a:lnTo>
                      <a:pt x="31" y="2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0" name="Freeform 6"/>
              <p:cNvSpPr>
                <a:spLocks/>
              </p:cNvSpPr>
              <p:nvPr/>
            </p:nvSpPr>
            <p:spPr bwMode="auto">
              <a:xfrm>
                <a:off x="-4849813" y="7756525"/>
                <a:ext cx="492125" cy="425450"/>
              </a:xfrm>
              <a:custGeom>
                <a:avLst/>
                <a:gdLst>
                  <a:gd name="T0" fmla="*/ 310 w 310"/>
                  <a:gd name="T1" fmla="*/ 0 h 268"/>
                  <a:gd name="T2" fmla="*/ 0 w 310"/>
                  <a:gd name="T3" fmla="*/ 0 h 268"/>
                  <a:gd name="T4" fmla="*/ 0 w 310"/>
                  <a:gd name="T5" fmla="*/ 79 h 268"/>
                  <a:gd name="T6" fmla="*/ 0 w 310"/>
                  <a:gd name="T7" fmla="*/ 209 h 268"/>
                  <a:gd name="T8" fmla="*/ 194 w 310"/>
                  <a:gd name="T9" fmla="*/ 209 h 268"/>
                  <a:gd name="T10" fmla="*/ 222 w 310"/>
                  <a:gd name="T11" fmla="*/ 209 h 268"/>
                  <a:gd name="T12" fmla="*/ 277 w 310"/>
                  <a:gd name="T13" fmla="*/ 268 h 268"/>
                  <a:gd name="T14" fmla="*/ 277 w 310"/>
                  <a:gd name="T15" fmla="*/ 209 h 268"/>
                  <a:gd name="T16" fmla="*/ 310 w 310"/>
                  <a:gd name="T17" fmla="*/ 209 h 268"/>
                  <a:gd name="T18" fmla="*/ 310 w 310"/>
                  <a:gd name="T1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268">
                    <a:moveTo>
                      <a:pt x="310" y="0"/>
                    </a:moveTo>
                    <a:lnTo>
                      <a:pt x="0" y="0"/>
                    </a:lnTo>
                    <a:lnTo>
                      <a:pt x="0" y="79"/>
                    </a:lnTo>
                    <a:lnTo>
                      <a:pt x="0" y="209"/>
                    </a:lnTo>
                    <a:lnTo>
                      <a:pt x="194" y="209"/>
                    </a:lnTo>
                    <a:lnTo>
                      <a:pt x="222" y="209"/>
                    </a:lnTo>
                    <a:lnTo>
                      <a:pt x="277" y="268"/>
                    </a:lnTo>
                    <a:lnTo>
                      <a:pt x="277" y="209"/>
                    </a:lnTo>
                    <a:lnTo>
                      <a:pt x="310" y="209"/>
                    </a:lnTo>
                    <a:lnTo>
                      <a:pt x="3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1" name="Freeform 7"/>
              <p:cNvSpPr>
                <a:spLocks/>
              </p:cNvSpPr>
              <p:nvPr/>
            </p:nvSpPr>
            <p:spPr bwMode="auto">
              <a:xfrm>
                <a:off x="-6127750" y="3248025"/>
                <a:ext cx="577850" cy="574675"/>
              </a:xfrm>
              <a:custGeom>
                <a:avLst/>
                <a:gdLst>
                  <a:gd name="T0" fmla="*/ 151 w 154"/>
                  <a:gd name="T1" fmla="*/ 59 h 153"/>
                  <a:gd name="T2" fmla="*/ 120 w 154"/>
                  <a:gd name="T3" fmla="*/ 72 h 153"/>
                  <a:gd name="T4" fmla="*/ 108 w 154"/>
                  <a:gd name="T5" fmla="*/ 72 h 153"/>
                  <a:gd name="T6" fmla="*/ 102 w 154"/>
                  <a:gd name="T7" fmla="*/ 57 h 153"/>
                  <a:gd name="T8" fmla="*/ 111 w 154"/>
                  <a:gd name="T9" fmla="*/ 49 h 153"/>
                  <a:gd name="T10" fmla="*/ 142 w 154"/>
                  <a:gd name="T11" fmla="*/ 36 h 153"/>
                  <a:gd name="T12" fmla="*/ 128 w 154"/>
                  <a:gd name="T13" fmla="*/ 19 h 153"/>
                  <a:gd name="T14" fmla="*/ 108 w 154"/>
                  <a:gd name="T15" fmla="*/ 11 h 153"/>
                  <a:gd name="T16" fmla="*/ 105 w 154"/>
                  <a:gd name="T17" fmla="*/ 35 h 153"/>
                  <a:gd name="T18" fmla="*/ 90 w 154"/>
                  <a:gd name="T19" fmla="*/ 57 h 153"/>
                  <a:gd name="T20" fmla="*/ 92 w 154"/>
                  <a:gd name="T21" fmla="*/ 34 h 153"/>
                  <a:gd name="T22" fmla="*/ 81 w 154"/>
                  <a:gd name="T23" fmla="*/ 27 h 153"/>
                  <a:gd name="T24" fmla="*/ 81 w 154"/>
                  <a:gd name="T25" fmla="*/ 15 h 153"/>
                  <a:gd name="T26" fmla="*/ 73 w 154"/>
                  <a:gd name="T27" fmla="*/ 15 h 153"/>
                  <a:gd name="T28" fmla="*/ 73 w 154"/>
                  <a:gd name="T29" fmla="*/ 27 h 153"/>
                  <a:gd name="T30" fmla="*/ 62 w 154"/>
                  <a:gd name="T31" fmla="*/ 34 h 153"/>
                  <a:gd name="T32" fmla="*/ 63 w 154"/>
                  <a:gd name="T33" fmla="*/ 57 h 153"/>
                  <a:gd name="T34" fmla="*/ 49 w 154"/>
                  <a:gd name="T35" fmla="*/ 35 h 153"/>
                  <a:gd name="T36" fmla="*/ 45 w 154"/>
                  <a:gd name="T37" fmla="*/ 11 h 153"/>
                  <a:gd name="T38" fmla="*/ 25 w 154"/>
                  <a:gd name="T39" fmla="*/ 19 h 153"/>
                  <a:gd name="T40" fmla="*/ 12 w 154"/>
                  <a:gd name="T41" fmla="*/ 36 h 153"/>
                  <a:gd name="T42" fmla="*/ 43 w 154"/>
                  <a:gd name="T43" fmla="*/ 49 h 153"/>
                  <a:gd name="T44" fmla="*/ 51 w 154"/>
                  <a:gd name="T45" fmla="*/ 57 h 153"/>
                  <a:gd name="T46" fmla="*/ 45 w 154"/>
                  <a:gd name="T47" fmla="*/ 72 h 153"/>
                  <a:gd name="T48" fmla="*/ 33 w 154"/>
                  <a:gd name="T49" fmla="*/ 72 h 153"/>
                  <a:gd name="T50" fmla="*/ 2 w 154"/>
                  <a:gd name="T51" fmla="*/ 59 h 153"/>
                  <a:gd name="T52" fmla="*/ 0 w 154"/>
                  <a:gd name="T53" fmla="*/ 81 h 153"/>
                  <a:gd name="T54" fmla="*/ 8 w 154"/>
                  <a:gd name="T55" fmla="*/ 100 h 153"/>
                  <a:gd name="T56" fmla="*/ 28 w 154"/>
                  <a:gd name="T57" fmla="*/ 86 h 153"/>
                  <a:gd name="T58" fmla="*/ 54 w 154"/>
                  <a:gd name="T59" fmla="*/ 81 h 153"/>
                  <a:gd name="T60" fmla="*/ 36 w 154"/>
                  <a:gd name="T61" fmla="*/ 96 h 153"/>
                  <a:gd name="T62" fmla="*/ 39 w 154"/>
                  <a:gd name="T63" fmla="*/ 108 h 153"/>
                  <a:gd name="T64" fmla="*/ 31 w 154"/>
                  <a:gd name="T65" fmla="*/ 116 h 153"/>
                  <a:gd name="T66" fmla="*/ 37 w 154"/>
                  <a:gd name="T67" fmla="*/ 122 h 153"/>
                  <a:gd name="T68" fmla="*/ 45 w 154"/>
                  <a:gd name="T69" fmla="*/ 114 h 153"/>
                  <a:gd name="T70" fmla="*/ 57 w 154"/>
                  <a:gd name="T71" fmla="*/ 117 h 153"/>
                  <a:gd name="T72" fmla="*/ 73 w 154"/>
                  <a:gd name="T73" fmla="*/ 100 h 153"/>
                  <a:gd name="T74" fmla="*/ 68 w 154"/>
                  <a:gd name="T75" fmla="*/ 125 h 153"/>
                  <a:gd name="T76" fmla="*/ 53 w 154"/>
                  <a:gd name="T77" fmla="*/ 145 h 153"/>
                  <a:gd name="T78" fmla="*/ 73 w 154"/>
                  <a:gd name="T79" fmla="*/ 153 h 153"/>
                  <a:gd name="T80" fmla="*/ 94 w 154"/>
                  <a:gd name="T81" fmla="*/ 151 h 153"/>
                  <a:gd name="T82" fmla="*/ 81 w 154"/>
                  <a:gd name="T83" fmla="*/ 120 h 153"/>
                  <a:gd name="T84" fmla="*/ 81 w 154"/>
                  <a:gd name="T85" fmla="*/ 108 h 153"/>
                  <a:gd name="T86" fmla="*/ 96 w 154"/>
                  <a:gd name="T87" fmla="*/ 102 h 153"/>
                  <a:gd name="T88" fmla="*/ 105 w 154"/>
                  <a:gd name="T89" fmla="*/ 110 h 153"/>
                  <a:gd name="T90" fmla="*/ 117 w 154"/>
                  <a:gd name="T91" fmla="*/ 141 h 153"/>
                  <a:gd name="T92" fmla="*/ 134 w 154"/>
                  <a:gd name="T93" fmla="*/ 128 h 153"/>
                  <a:gd name="T94" fmla="*/ 142 w 154"/>
                  <a:gd name="T95" fmla="*/ 108 h 153"/>
                  <a:gd name="T96" fmla="*/ 118 w 154"/>
                  <a:gd name="T97" fmla="*/ 104 h 153"/>
                  <a:gd name="T98" fmla="*/ 96 w 154"/>
                  <a:gd name="T99" fmla="*/ 90 h 153"/>
                  <a:gd name="T100" fmla="*/ 119 w 154"/>
                  <a:gd name="T101" fmla="*/ 92 h 153"/>
                  <a:gd name="T102" fmla="*/ 126 w 154"/>
                  <a:gd name="T103" fmla="*/ 81 h 153"/>
                  <a:gd name="T104" fmla="*/ 138 w 154"/>
                  <a:gd name="T105" fmla="*/ 8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4" h="153">
                    <a:moveTo>
                      <a:pt x="154" y="72"/>
                    </a:moveTo>
                    <a:cubicBezTo>
                      <a:pt x="138" y="72"/>
                      <a:pt x="138" y="72"/>
                      <a:pt x="138" y="72"/>
                    </a:cubicBezTo>
                    <a:cubicBezTo>
                      <a:pt x="151" y="59"/>
                      <a:pt x="151" y="59"/>
                      <a:pt x="151" y="59"/>
                    </a:cubicBezTo>
                    <a:cubicBezTo>
                      <a:pt x="145" y="53"/>
                      <a:pt x="145" y="53"/>
                      <a:pt x="145" y="53"/>
                    </a:cubicBezTo>
                    <a:cubicBezTo>
                      <a:pt x="126" y="72"/>
                      <a:pt x="126" y="72"/>
                      <a:pt x="126" y="72"/>
                    </a:cubicBezTo>
                    <a:cubicBezTo>
                      <a:pt x="120" y="72"/>
                      <a:pt x="120" y="72"/>
                      <a:pt x="120" y="72"/>
                    </a:cubicBezTo>
                    <a:cubicBezTo>
                      <a:pt x="125" y="67"/>
                      <a:pt x="125" y="67"/>
                      <a:pt x="125" y="67"/>
                    </a:cubicBezTo>
                    <a:cubicBezTo>
                      <a:pt x="119" y="61"/>
                      <a:pt x="119" y="61"/>
                      <a:pt x="119" y="61"/>
                    </a:cubicBezTo>
                    <a:cubicBezTo>
                      <a:pt x="108" y="72"/>
                      <a:pt x="108" y="72"/>
                      <a:pt x="108" y="72"/>
                    </a:cubicBezTo>
                    <a:cubicBezTo>
                      <a:pt x="100" y="72"/>
                      <a:pt x="100" y="72"/>
                      <a:pt x="100" y="72"/>
                    </a:cubicBezTo>
                    <a:cubicBezTo>
                      <a:pt x="99" y="69"/>
                      <a:pt x="98" y="66"/>
                      <a:pt x="96" y="63"/>
                    </a:cubicBezTo>
                    <a:cubicBezTo>
                      <a:pt x="102" y="57"/>
                      <a:pt x="102" y="57"/>
                      <a:pt x="102" y="57"/>
                    </a:cubicBezTo>
                    <a:cubicBezTo>
                      <a:pt x="118" y="57"/>
                      <a:pt x="118" y="57"/>
                      <a:pt x="118" y="57"/>
                    </a:cubicBezTo>
                    <a:cubicBezTo>
                      <a:pt x="118" y="49"/>
                      <a:pt x="118" y="49"/>
                      <a:pt x="118" y="49"/>
                    </a:cubicBezTo>
                    <a:cubicBezTo>
                      <a:pt x="111" y="49"/>
                      <a:pt x="111" y="49"/>
                      <a:pt x="111" y="49"/>
                    </a:cubicBezTo>
                    <a:cubicBezTo>
                      <a:pt x="114" y="45"/>
                      <a:pt x="114" y="45"/>
                      <a:pt x="114" y="45"/>
                    </a:cubicBezTo>
                    <a:cubicBezTo>
                      <a:pt x="142" y="45"/>
                      <a:pt x="142" y="45"/>
                      <a:pt x="142" y="45"/>
                    </a:cubicBezTo>
                    <a:cubicBezTo>
                      <a:pt x="142" y="36"/>
                      <a:pt x="142" y="36"/>
                      <a:pt x="142" y="36"/>
                    </a:cubicBezTo>
                    <a:cubicBezTo>
                      <a:pt x="123" y="36"/>
                      <a:pt x="123" y="36"/>
                      <a:pt x="123" y="36"/>
                    </a:cubicBezTo>
                    <a:cubicBezTo>
                      <a:pt x="134" y="25"/>
                      <a:pt x="134" y="25"/>
                      <a:pt x="134" y="25"/>
                    </a:cubicBezTo>
                    <a:cubicBezTo>
                      <a:pt x="128" y="19"/>
                      <a:pt x="128" y="19"/>
                      <a:pt x="128" y="19"/>
                    </a:cubicBezTo>
                    <a:cubicBezTo>
                      <a:pt x="117" y="30"/>
                      <a:pt x="117" y="30"/>
                      <a:pt x="117" y="30"/>
                    </a:cubicBezTo>
                    <a:cubicBezTo>
                      <a:pt x="117" y="11"/>
                      <a:pt x="117" y="11"/>
                      <a:pt x="117" y="11"/>
                    </a:cubicBezTo>
                    <a:cubicBezTo>
                      <a:pt x="108" y="11"/>
                      <a:pt x="108" y="11"/>
                      <a:pt x="108" y="11"/>
                    </a:cubicBezTo>
                    <a:cubicBezTo>
                      <a:pt x="108" y="39"/>
                      <a:pt x="108" y="39"/>
                      <a:pt x="108" y="39"/>
                    </a:cubicBezTo>
                    <a:cubicBezTo>
                      <a:pt x="105" y="43"/>
                      <a:pt x="105" y="43"/>
                      <a:pt x="105" y="43"/>
                    </a:cubicBezTo>
                    <a:cubicBezTo>
                      <a:pt x="105" y="35"/>
                      <a:pt x="105" y="35"/>
                      <a:pt x="105" y="35"/>
                    </a:cubicBezTo>
                    <a:cubicBezTo>
                      <a:pt x="96" y="35"/>
                      <a:pt x="96" y="35"/>
                      <a:pt x="96" y="35"/>
                    </a:cubicBezTo>
                    <a:cubicBezTo>
                      <a:pt x="96" y="51"/>
                      <a:pt x="96" y="51"/>
                      <a:pt x="96" y="51"/>
                    </a:cubicBezTo>
                    <a:cubicBezTo>
                      <a:pt x="90" y="57"/>
                      <a:pt x="90" y="57"/>
                      <a:pt x="90" y="57"/>
                    </a:cubicBezTo>
                    <a:cubicBezTo>
                      <a:pt x="87" y="55"/>
                      <a:pt x="84" y="54"/>
                      <a:pt x="81" y="53"/>
                    </a:cubicBezTo>
                    <a:cubicBezTo>
                      <a:pt x="81" y="45"/>
                      <a:pt x="81" y="45"/>
                      <a:pt x="81" y="45"/>
                    </a:cubicBezTo>
                    <a:cubicBezTo>
                      <a:pt x="92" y="34"/>
                      <a:pt x="92" y="34"/>
                      <a:pt x="92" y="34"/>
                    </a:cubicBezTo>
                    <a:cubicBezTo>
                      <a:pt x="86" y="28"/>
                      <a:pt x="86" y="28"/>
                      <a:pt x="86" y="28"/>
                    </a:cubicBezTo>
                    <a:cubicBezTo>
                      <a:pt x="81" y="33"/>
                      <a:pt x="81" y="33"/>
                      <a:pt x="81" y="33"/>
                    </a:cubicBezTo>
                    <a:cubicBezTo>
                      <a:pt x="81" y="27"/>
                      <a:pt x="81" y="27"/>
                      <a:pt x="81" y="27"/>
                    </a:cubicBezTo>
                    <a:cubicBezTo>
                      <a:pt x="100" y="8"/>
                      <a:pt x="100" y="8"/>
                      <a:pt x="100" y="8"/>
                    </a:cubicBezTo>
                    <a:cubicBezTo>
                      <a:pt x="94" y="2"/>
                      <a:pt x="94" y="2"/>
                      <a:pt x="94" y="2"/>
                    </a:cubicBezTo>
                    <a:cubicBezTo>
                      <a:pt x="81" y="15"/>
                      <a:pt x="81" y="15"/>
                      <a:pt x="81" y="15"/>
                    </a:cubicBezTo>
                    <a:cubicBezTo>
                      <a:pt x="81" y="0"/>
                      <a:pt x="81" y="0"/>
                      <a:pt x="81" y="0"/>
                    </a:cubicBezTo>
                    <a:cubicBezTo>
                      <a:pt x="73" y="0"/>
                      <a:pt x="73" y="0"/>
                      <a:pt x="73" y="0"/>
                    </a:cubicBezTo>
                    <a:cubicBezTo>
                      <a:pt x="73" y="15"/>
                      <a:pt x="73" y="15"/>
                      <a:pt x="73" y="15"/>
                    </a:cubicBezTo>
                    <a:cubicBezTo>
                      <a:pt x="59" y="2"/>
                      <a:pt x="59" y="2"/>
                      <a:pt x="59" y="2"/>
                    </a:cubicBezTo>
                    <a:cubicBezTo>
                      <a:pt x="53" y="8"/>
                      <a:pt x="53" y="8"/>
                      <a:pt x="53" y="8"/>
                    </a:cubicBezTo>
                    <a:cubicBezTo>
                      <a:pt x="73" y="27"/>
                      <a:pt x="73" y="27"/>
                      <a:pt x="73" y="27"/>
                    </a:cubicBezTo>
                    <a:cubicBezTo>
                      <a:pt x="73" y="33"/>
                      <a:pt x="73" y="33"/>
                      <a:pt x="73" y="33"/>
                    </a:cubicBezTo>
                    <a:cubicBezTo>
                      <a:pt x="68" y="28"/>
                      <a:pt x="68" y="28"/>
                      <a:pt x="68" y="28"/>
                    </a:cubicBezTo>
                    <a:cubicBezTo>
                      <a:pt x="62" y="34"/>
                      <a:pt x="62" y="34"/>
                      <a:pt x="62" y="34"/>
                    </a:cubicBezTo>
                    <a:cubicBezTo>
                      <a:pt x="73" y="45"/>
                      <a:pt x="73" y="45"/>
                      <a:pt x="73" y="45"/>
                    </a:cubicBezTo>
                    <a:cubicBezTo>
                      <a:pt x="73" y="53"/>
                      <a:pt x="73" y="53"/>
                      <a:pt x="73" y="53"/>
                    </a:cubicBezTo>
                    <a:cubicBezTo>
                      <a:pt x="69" y="54"/>
                      <a:pt x="66" y="55"/>
                      <a:pt x="63" y="57"/>
                    </a:cubicBezTo>
                    <a:cubicBezTo>
                      <a:pt x="57" y="51"/>
                      <a:pt x="57" y="51"/>
                      <a:pt x="57" y="51"/>
                    </a:cubicBezTo>
                    <a:cubicBezTo>
                      <a:pt x="57" y="35"/>
                      <a:pt x="57" y="35"/>
                      <a:pt x="57" y="35"/>
                    </a:cubicBezTo>
                    <a:cubicBezTo>
                      <a:pt x="49" y="35"/>
                      <a:pt x="49" y="35"/>
                      <a:pt x="49" y="35"/>
                    </a:cubicBezTo>
                    <a:cubicBezTo>
                      <a:pt x="49" y="43"/>
                      <a:pt x="49" y="43"/>
                      <a:pt x="49" y="43"/>
                    </a:cubicBezTo>
                    <a:cubicBezTo>
                      <a:pt x="45" y="39"/>
                      <a:pt x="45" y="39"/>
                      <a:pt x="45" y="39"/>
                    </a:cubicBezTo>
                    <a:cubicBezTo>
                      <a:pt x="45" y="11"/>
                      <a:pt x="45" y="11"/>
                      <a:pt x="45" y="11"/>
                    </a:cubicBezTo>
                    <a:cubicBezTo>
                      <a:pt x="37" y="11"/>
                      <a:pt x="37" y="11"/>
                      <a:pt x="37" y="11"/>
                    </a:cubicBezTo>
                    <a:cubicBezTo>
                      <a:pt x="37" y="30"/>
                      <a:pt x="37" y="30"/>
                      <a:pt x="37" y="30"/>
                    </a:cubicBezTo>
                    <a:cubicBezTo>
                      <a:pt x="25" y="19"/>
                      <a:pt x="25" y="19"/>
                      <a:pt x="25" y="19"/>
                    </a:cubicBezTo>
                    <a:cubicBezTo>
                      <a:pt x="19" y="25"/>
                      <a:pt x="19" y="25"/>
                      <a:pt x="19" y="25"/>
                    </a:cubicBezTo>
                    <a:cubicBezTo>
                      <a:pt x="31" y="36"/>
                      <a:pt x="31" y="36"/>
                      <a:pt x="31" y="36"/>
                    </a:cubicBezTo>
                    <a:cubicBezTo>
                      <a:pt x="12" y="36"/>
                      <a:pt x="12" y="36"/>
                      <a:pt x="12" y="36"/>
                    </a:cubicBezTo>
                    <a:cubicBezTo>
                      <a:pt x="12" y="45"/>
                      <a:pt x="12" y="45"/>
                      <a:pt x="12" y="45"/>
                    </a:cubicBezTo>
                    <a:cubicBezTo>
                      <a:pt x="39" y="45"/>
                      <a:pt x="39" y="45"/>
                      <a:pt x="39" y="45"/>
                    </a:cubicBezTo>
                    <a:cubicBezTo>
                      <a:pt x="43" y="49"/>
                      <a:pt x="43" y="49"/>
                      <a:pt x="43" y="49"/>
                    </a:cubicBezTo>
                    <a:cubicBezTo>
                      <a:pt x="36" y="49"/>
                      <a:pt x="36" y="49"/>
                      <a:pt x="36" y="49"/>
                    </a:cubicBezTo>
                    <a:cubicBezTo>
                      <a:pt x="36" y="57"/>
                      <a:pt x="36" y="57"/>
                      <a:pt x="36" y="57"/>
                    </a:cubicBezTo>
                    <a:cubicBezTo>
                      <a:pt x="51" y="57"/>
                      <a:pt x="51" y="57"/>
                      <a:pt x="51" y="57"/>
                    </a:cubicBezTo>
                    <a:cubicBezTo>
                      <a:pt x="57" y="63"/>
                      <a:pt x="57" y="63"/>
                      <a:pt x="57" y="63"/>
                    </a:cubicBezTo>
                    <a:cubicBezTo>
                      <a:pt x="55" y="66"/>
                      <a:pt x="54" y="69"/>
                      <a:pt x="54" y="72"/>
                    </a:cubicBezTo>
                    <a:cubicBezTo>
                      <a:pt x="45" y="72"/>
                      <a:pt x="45" y="72"/>
                      <a:pt x="45" y="72"/>
                    </a:cubicBezTo>
                    <a:cubicBezTo>
                      <a:pt x="34" y="61"/>
                      <a:pt x="34" y="61"/>
                      <a:pt x="34" y="61"/>
                    </a:cubicBezTo>
                    <a:cubicBezTo>
                      <a:pt x="28" y="67"/>
                      <a:pt x="28" y="67"/>
                      <a:pt x="28" y="67"/>
                    </a:cubicBezTo>
                    <a:cubicBezTo>
                      <a:pt x="33" y="72"/>
                      <a:pt x="33" y="72"/>
                      <a:pt x="33" y="72"/>
                    </a:cubicBezTo>
                    <a:cubicBezTo>
                      <a:pt x="28" y="72"/>
                      <a:pt x="28" y="72"/>
                      <a:pt x="28" y="72"/>
                    </a:cubicBezTo>
                    <a:cubicBezTo>
                      <a:pt x="8" y="53"/>
                      <a:pt x="8" y="53"/>
                      <a:pt x="8" y="53"/>
                    </a:cubicBezTo>
                    <a:cubicBezTo>
                      <a:pt x="2" y="59"/>
                      <a:pt x="2" y="59"/>
                      <a:pt x="2" y="59"/>
                    </a:cubicBezTo>
                    <a:cubicBezTo>
                      <a:pt x="16" y="72"/>
                      <a:pt x="16" y="72"/>
                      <a:pt x="16" y="72"/>
                    </a:cubicBezTo>
                    <a:cubicBezTo>
                      <a:pt x="0" y="72"/>
                      <a:pt x="0" y="72"/>
                      <a:pt x="0" y="72"/>
                    </a:cubicBezTo>
                    <a:cubicBezTo>
                      <a:pt x="0" y="81"/>
                      <a:pt x="0" y="81"/>
                      <a:pt x="0" y="81"/>
                    </a:cubicBezTo>
                    <a:cubicBezTo>
                      <a:pt x="16" y="81"/>
                      <a:pt x="16" y="81"/>
                      <a:pt x="16" y="81"/>
                    </a:cubicBezTo>
                    <a:cubicBezTo>
                      <a:pt x="2" y="94"/>
                      <a:pt x="2" y="94"/>
                      <a:pt x="2" y="94"/>
                    </a:cubicBezTo>
                    <a:cubicBezTo>
                      <a:pt x="8" y="100"/>
                      <a:pt x="8" y="100"/>
                      <a:pt x="8" y="100"/>
                    </a:cubicBezTo>
                    <a:cubicBezTo>
                      <a:pt x="28" y="81"/>
                      <a:pt x="28" y="81"/>
                      <a:pt x="28" y="81"/>
                    </a:cubicBezTo>
                    <a:cubicBezTo>
                      <a:pt x="33" y="81"/>
                      <a:pt x="33" y="81"/>
                      <a:pt x="33" y="81"/>
                    </a:cubicBezTo>
                    <a:cubicBezTo>
                      <a:pt x="28" y="86"/>
                      <a:pt x="28" y="86"/>
                      <a:pt x="28" y="86"/>
                    </a:cubicBezTo>
                    <a:cubicBezTo>
                      <a:pt x="34" y="92"/>
                      <a:pt x="34" y="92"/>
                      <a:pt x="34" y="92"/>
                    </a:cubicBezTo>
                    <a:cubicBezTo>
                      <a:pt x="45" y="81"/>
                      <a:pt x="45" y="81"/>
                      <a:pt x="45" y="81"/>
                    </a:cubicBezTo>
                    <a:cubicBezTo>
                      <a:pt x="54" y="81"/>
                      <a:pt x="54" y="81"/>
                      <a:pt x="54" y="81"/>
                    </a:cubicBezTo>
                    <a:cubicBezTo>
                      <a:pt x="54" y="84"/>
                      <a:pt x="55" y="87"/>
                      <a:pt x="57" y="90"/>
                    </a:cubicBezTo>
                    <a:cubicBezTo>
                      <a:pt x="51" y="96"/>
                      <a:pt x="51" y="96"/>
                      <a:pt x="51" y="96"/>
                    </a:cubicBezTo>
                    <a:cubicBezTo>
                      <a:pt x="36" y="96"/>
                      <a:pt x="36" y="96"/>
                      <a:pt x="36" y="96"/>
                    </a:cubicBezTo>
                    <a:cubicBezTo>
                      <a:pt x="36" y="104"/>
                      <a:pt x="36" y="104"/>
                      <a:pt x="36" y="104"/>
                    </a:cubicBezTo>
                    <a:cubicBezTo>
                      <a:pt x="43" y="104"/>
                      <a:pt x="43" y="104"/>
                      <a:pt x="43" y="104"/>
                    </a:cubicBezTo>
                    <a:cubicBezTo>
                      <a:pt x="39" y="108"/>
                      <a:pt x="39" y="108"/>
                      <a:pt x="39" y="108"/>
                    </a:cubicBezTo>
                    <a:cubicBezTo>
                      <a:pt x="12" y="108"/>
                      <a:pt x="12" y="108"/>
                      <a:pt x="12" y="108"/>
                    </a:cubicBezTo>
                    <a:cubicBezTo>
                      <a:pt x="12" y="116"/>
                      <a:pt x="12" y="116"/>
                      <a:pt x="12" y="116"/>
                    </a:cubicBezTo>
                    <a:cubicBezTo>
                      <a:pt x="31" y="116"/>
                      <a:pt x="31" y="116"/>
                      <a:pt x="31" y="116"/>
                    </a:cubicBezTo>
                    <a:cubicBezTo>
                      <a:pt x="19" y="128"/>
                      <a:pt x="19" y="128"/>
                      <a:pt x="19" y="128"/>
                    </a:cubicBezTo>
                    <a:cubicBezTo>
                      <a:pt x="25" y="134"/>
                      <a:pt x="25" y="134"/>
                      <a:pt x="25" y="134"/>
                    </a:cubicBezTo>
                    <a:cubicBezTo>
                      <a:pt x="37" y="122"/>
                      <a:pt x="37" y="122"/>
                      <a:pt x="37" y="122"/>
                    </a:cubicBezTo>
                    <a:cubicBezTo>
                      <a:pt x="37" y="141"/>
                      <a:pt x="37" y="141"/>
                      <a:pt x="37" y="141"/>
                    </a:cubicBezTo>
                    <a:cubicBezTo>
                      <a:pt x="45" y="141"/>
                      <a:pt x="45" y="141"/>
                      <a:pt x="45" y="141"/>
                    </a:cubicBezTo>
                    <a:cubicBezTo>
                      <a:pt x="45" y="114"/>
                      <a:pt x="45" y="114"/>
                      <a:pt x="45" y="114"/>
                    </a:cubicBezTo>
                    <a:cubicBezTo>
                      <a:pt x="49" y="110"/>
                      <a:pt x="49" y="110"/>
                      <a:pt x="49" y="110"/>
                    </a:cubicBezTo>
                    <a:cubicBezTo>
                      <a:pt x="49" y="117"/>
                      <a:pt x="49" y="117"/>
                      <a:pt x="49" y="117"/>
                    </a:cubicBezTo>
                    <a:cubicBezTo>
                      <a:pt x="57" y="117"/>
                      <a:pt x="57" y="117"/>
                      <a:pt x="57" y="117"/>
                    </a:cubicBezTo>
                    <a:cubicBezTo>
                      <a:pt x="57" y="102"/>
                      <a:pt x="57" y="102"/>
                      <a:pt x="57" y="102"/>
                    </a:cubicBezTo>
                    <a:cubicBezTo>
                      <a:pt x="63" y="96"/>
                      <a:pt x="63" y="96"/>
                      <a:pt x="63" y="96"/>
                    </a:cubicBezTo>
                    <a:cubicBezTo>
                      <a:pt x="66" y="98"/>
                      <a:pt x="69" y="99"/>
                      <a:pt x="73" y="100"/>
                    </a:cubicBezTo>
                    <a:cubicBezTo>
                      <a:pt x="73" y="108"/>
                      <a:pt x="73" y="108"/>
                      <a:pt x="73" y="108"/>
                    </a:cubicBezTo>
                    <a:cubicBezTo>
                      <a:pt x="62" y="119"/>
                      <a:pt x="62" y="119"/>
                      <a:pt x="62" y="119"/>
                    </a:cubicBezTo>
                    <a:cubicBezTo>
                      <a:pt x="68" y="125"/>
                      <a:pt x="68" y="125"/>
                      <a:pt x="68" y="125"/>
                    </a:cubicBezTo>
                    <a:cubicBezTo>
                      <a:pt x="73" y="120"/>
                      <a:pt x="73" y="120"/>
                      <a:pt x="73" y="120"/>
                    </a:cubicBezTo>
                    <a:cubicBezTo>
                      <a:pt x="73" y="125"/>
                      <a:pt x="73" y="125"/>
                      <a:pt x="73" y="125"/>
                    </a:cubicBezTo>
                    <a:cubicBezTo>
                      <a:pt x="53" y="145"/>
                      <a:pt x="53" y="145"/>
                      <a:pt x="53" y="145"/>
                    </a:cubicBezTo>
                    <a:cubicBezTo>
                      <a:pt x="59" y="151"/>
                      <a:pt x="59" y="151"/>
                      <a:pt x="59" y="151"/>
                    </a:cubicBezTo>
                    <a:cubicBezTo>
                      <a:pt x="73" y="137"/>
                      <a:pt x="73" y="137"/>
                      <a:pt x="73" y="137"/>
                    </a:cubicBezTo>
                    <a:cubicBezTo>
                      <a:pt x="73" y="153"/>
                      <a:pt x="73" y="153"/>
                      <a:pt x="73" y="153"/>
                    </a:cubicBezTo>
                    <a:cubicBezTo>
                      <a:pt x="81" y="153"/>
                      <a:pt x="81" y="153"/>
                      <a:pt x="81" y="153"/>
                    </a:cubicBezTo>
                    <a:cubicBezTo>
                      <a:pt x="81" y="137"/>
                      <a:pt x="81" y="137"/>
                      <a:pt x="81" y="137"/>
                    </a:cubicBezTo>
                    <a:cubicBezTo>
                      <a:pt x="94" y="151"/>
                      <a:pt x="94" y="151"/>
                      <a:pt x="94" y="151"/>
                    </a:cubicBezTo>
                    <a:cubicBezTo>
                      <a:pt x="100" y="145"/>
                      <a:pt x="100" y="145"/>
                      <a:pt x="100" y="145"/>
                    </a:cubicBezTo>
                    <a:cubicBezTo>
                      <a:pt x="81" y="125"/>
                      <a:pt x="81" y="125"/>
                      <a:pt x="81" y="125"/>
                    </a:cubicBezTo>
                    <a:cubicBezTo>
                      <a:pt x="81" y="120"/>
                      <a:pt x="81" y="120"/>
                      <a:pt x="81" y="120"/>
                    </a:cubicBezTo>
                    <a:cubicBezTo>
                      <a:pt x="86" y="125"/>
                      <a:pt x="86" y="125"/>
                      <a:pt x="86" y="125"/>
                    </a:cubicBezTo>
                    <a:cubicBezTo>
                      <a:pt x="92" y="119"/>
                      <a:pt x="92" y="119"/>
                      <a:pt x="92" y="119"/>
                    </a:cubicBezTo>
                    <a:cubicBezTo>
                      <a:pt x="81" y="108"/>
                      <a:pt x="81" y="108"/>
                      <a:pt x="81" y="108"/>
                    </a:cubicBezTo>
                    <a:cubicBezTo>
                      <a:pt x="81" y="100"/>
                      <a:pt x="81" y="100"/>
                      <a:pt x="81" y="100"/>
                    </a:cubicBezTo>
                    <a:cubicBezTo>
                      <a:pt x="84" y="99"/>
                      <a:pt x="87" y="98"/>
                      <a:pt x="90" y="96"/>
                    </a:cubicBezTo>
                    <a:cubicBezTo>
                      <a:pt x="96" y="102"/>
                      <a:pt x="96" y="102"/>
                      <a:pt x="96" y="102"/>
                    </a:cubicBezTo>
                    <a:cubicBezTo>
                      <a:pt x="96" y="117"/>
                      <a:pt x="96" y="117"/>
                      <a:pt x="96" y="117"/>
                    </a:cubicBezTo>
                    <a:cubicBezTo>
                      <a:pt x="105" y="117"/>
                      <a:pt x="105" y="117"/>
                      <a:pt x="105" y="117"/>
                    </a:cubicBezTo>
                    <a:cubicBezTo>
                      <a:pt x="105" y="110"/>
                      <a:pt x="105" y="110"/>
                      <a:pt x="105" y="110"/>
                    </a:cubicBezTo>
                    <a:cubicBezTo>
                      <a:pt x="108" y="114"/>
                      <a:pt x="108" y="114"/>
                      <a:pt x="108" y="114"/>
                    </a:cubicBezTo>
                    <a:cubicBezTo>
                      <a:pt x="108" y="141"/>
                      <a:pt x="108" y="141"/>
                      <a:pt x="108" y="141"/>
                    </a:cubicBezTo>
                    <a:cubicBezTo>
                      <a:pt x="117" y="141"/>
                      <a:pt x="117" y="141"/>
                      <a:pt x="117" y="141"/>
                    </a:cubicBezTo>
                    <a:cubicBezTo>
                      <a:pt x="117" y="122"/>
                      <a:pt x="117" y="122"/>
                      <a:pt x="117" y="122"/>
                    </a:cubicBezTo>
                    <a:cubicBezTo>
                      <a:pt x="128" y="134"/>
                      <a:pt x="128" y="134"/>
                      <a:pt x="128" y="134"/>
                    </a:cubicBezTo>
                    <a:cubicBezTo>
                      <a:pt x="134" y="128"/>
                      <a:pt x="134" y="128"/>
                      <a:pt x="134" y="128"/>
                    </a:cubicBezTo>
                    <a:cubicBezTo>
                      <a:pt x="123" y="116"/>
                      <a:pt x="123" y="116"/>
                      <a:pt x="123" y="116"/>
                    </a:cubicBezTo>
                    <a:cubicBezTo>
                      <a:pt x="142" y="116"/>
                      <a:pt x="142" y="116"/>
                      <a:pt x="142" y="116"/>
                    </a:cubicBezTo>
                    <a:cubicBezTo>
                      <a:pt x="142" y="108"/>
                      <a:pt x="142" y="108"/>
                      <a:pt x="142" y="108"/>
                    </a:cubicBezTo>
                    <a:cubicBezTo>
                      <a:pt x="114" y="108"/>
                      <a:pt x="114" y="108"/>
                      <a:pt x="114" y="108"/>
                    </a:cubicBezTo>
                    <a:cubicBezTo>
                      <a:pt x="111" y="104"/>
                      <a:pt x="111" y="104"/>
                      <a:pt x="111" y="104"/>
                    </a:cubicBezTo>
                    <a:cubicBezTo>
                      <a:pt x="118" y="104"/>
                      <a:pt x="118" y="104"/>
                      <a:pt x="118" y="104"/>
                    </a:cubicBezTo>
                    <a:cubicBezTo>
                      <a:pt x="118" y="96"/>
                      <a:pt x="118" y="96"/>
                      <a:pt x="118" y="96"/>
                    </a:cubicBezTo>
                    <a:cubicBezTo>
                      <a:pt x="102" y="96"/>
                      <a:pt x="102" y="96"/>
                      <a:pt x="102" y="96"/>
                    </a:cubicBezTo>
                    <a:cubicBezTo>
                      <a:pt x="96" y="90"/>
                      <a:pt x="96" y="90"/>
                      <a:pt x="96" y="90"/>
                    </a:cubicBezTo>
                    <a:cubicBezTo>
                      <a:pt x="98" y="87"/>
                      <a:pt x="99" y="84"/>
                      <a:pt x="100" y="81"/>
                    </a:cubicBezTo>
                    <a:cubicBezTo>
                      <a:pt x="108" y="81"/>
                      <a:pt x="108" y="81"/>
                      <a:pt x="108" y="81"/>
                    </a:cubicBezTo>
                    <a:cubicBezTo>
                      <a:pt x="119" y="92"/>
                      <a:pt x="119" y="92"/>
                      <a:pt x="119" y="92"/>
                    </a:cubicBezTo>
                    <a:cubicBezTo>
                      <a:pt x="125" y="86"/>
                      <a:pt x="125" y="86"/>
                      <a:pt x="125" y="86"/>
                    </a:cubicBezTo>
                    <a:cubicBezTo>
                      <a:pt x="120" y="81"/>
                      <a:pt x="120" y="81"/>
                      <a:pt x="120" y="81"/>
                    </a:cubicBezTo>
                    <a:cubicBezTo>
                      <a:pt x="126" y="81"/>
                      <a:pt x="126" y="81"/>
                      <a:pt x="126" y="81"/>
                    </a:cubicBezTo>
                    <a:cubicBezTo>
                      <a:pt x="145" y="100"/>
                      <a:pt x="145" y="100"/>
                      <a:pt x="145" y="100"/>
                    </a:cubicBezTo>
                    <a:cubicBezTo>
                      <a:pt x="151" y="94"/>
                      <a:pt x="151" y="94"/>
                      <a:pt x="151" y="94"/>
                    </a:cubicBezTo>
                    <a:cubicBezTo>
                      <a:pt x="138" y="81"/>
                      <a:pt x="138" y="81"/>
                      <a:pt x="138" y="81"/>
                    </a:cubicBezTo>
                    <a:cubicBezTo>
                      <a:pt x="154" y="81"/>
                      <a:pt x="154" y="81"/>
                      <a:pt x="154" y="81"/>
                    </a:cubicBezTo>
                    <a:lnTo>
                      <a:pt x="154"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2" name="Oval 8"/>
              <p:cNvSpPr>
                <a:spLocks noChangeArrowheads="1"/>
              </p:cNvSpPr>
              <p:nvPr/>
            </p:nvSpPr>
            <p:spPr bwMode="auto">
              <a:xfrm>
                <a:off x="-2798763" y="7035800"/>
                <a:ext cx="434975" cy="4365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3" name="Rectangle 9"/>
              <p:cNvSpPr>
                <a:spLocks noChangeArrowheads="1"/>
              </p:cNvSpPr>
              <p:nvPr/>
            </p:nvSpPr>
            <p:spPr bwMode="auto">
              <a:xfrm>
                <a:off x="-2606675" y="6927850"/>
                <a:ext cx="52388"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4" name="Rectangle 10"/>
              <p:cNvSpPr>
                <a:spLocks noChangeArrowheads="1"/>
              </p:cNvSpPr>
              <p:nvPr/>
            </p:nvSpPr>
            <p:spPr bwMode="auto">
              <a:xfrm>
                <a:off x="-2333625" y="7224713"/>
                <a:ext cx="79375"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5" name="Rectangle 11"/>
              <p:cNvSpPr>
                <a:spLocks noChangeArrowheads="1"/>
              </p:cNvSpPr>
              <p:nvPr/>
            </p:nvSpPr>
            <p:spPr bwMode="auto">
              <a:xfrm>
                <a:off x="-2606675" y="7502525"/>
                <a:ext cx="52388"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6" name="Rectangle 12"/>
              <p:cNvSpPr>
                <a:spLocks noChangeArrowheads="1"/>
              </p:cNvSpPr>
              <p:nvPr/>
            </p:nvSpPr>
            <p:spPr bwMode="auto">
              <a:xfrm>
                <a:off x="-2908300" y="7224713"/>
                <a:ext cx="79375"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7" name="Freeform 13"/>
              <p:cNvSpPr>
                <a:spLocks/>
              </p:cNvSpPr>
              <p:nvPr/>
            </p:nvSpPr>
            <p:spPr bwMode="auto">
              <a:xfrm>
                <a:off x="-2422525" y="7002463"/>
                <a:ext cx="93663" cy="93663"/>
              </a:xfrm>
              <a:custGeom>
                <a:avLst/>
                <a:gdLst>
                  <a:gd name="T0" fmla="*/ 59 w 59"/>
                  <a:gd name="T1" fmla="*/ 24 h 59"/>
                  <a:gd name="T2" fmla="*/ 23 w 59"/>
                  <a:gd name="T3" fmla="*/ 59 h 59"/>
                  <a:gd name="T4" fmla="*/ 0 w 59"/>
                  <a:gd name="T5" fmla="*/ 33 h 59"/>
                  <a:gd name="T6" fmla="*/ 33 w 59"/>
                  <a:gd name="T7" fmla="*/ 0 h 59"/>
                  <a:gd name="T8" fmla="*/ 59 w 59"/>
                  <a:gd name="T9" fmla="*/ 24 h 59"/>
                </a:gdLst>
                <a:ahLst/>
                <a:cxnLst>
                  <a:cxn ang="0">
                    <a:pos x="T0" y="T1"/>
                  </a:cxn>
                  <a:cxn ang="0">
                    <a:pos x="T2" y="T3"/>
                  </a:cxn>
                  <a:cxn ang="0">
                    <a:pos x="T4" y="T5"/>
                  </a:cxn>
                  <a:cxn ang="0">
                    <a:pos x="T6" y="T7"/>
                  </a:cxn>
                  <a:cxn ang="0">
                    <a:pos x="T8" y="T9"/>
                  </a:cxn>
                </a:cxnLst>
                <a:rect l="0" t="0" r="r" b="b"/>
                <a:pathLst>
                  <a:path w="59" h="59">
                    <a:moveTo>
                      <a:pt x="59" y="24"/>
                    </a:moveTo>
                    <a:lnTo>
                      <a:pt x="23" y="59"/>
                    </a:lnTo>
                    <a:lnTo>
                      <a:pt x="0" y="33"/>
                    </a:lnTo>
                    <a:lnTo>
                      <a:pt x="33" y="0"/>
                    </a:lnTo>
                    <a:lnTo>
                      <a:pt x="59"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8" name="Freeform 14"/>
              <p:cNvSpPr>
                <a:spLocks/>
              </p:cNvSpPr>
              <p:nvPr/>
            </p:nvSpPr>
            <p:spPr bwMode="auto">
              <a:xfrm>
                <a:off x="-2422525" y="7408863"/>
                <a:ext cx="93663" cy="93663"/>
              </a:xfrm>
              <a:custGeom>
                <a:avLst/>
                <a:gdLst>
                  <a:gd name="T0" fmla="*/ 23 w 59"/>
                  <a:gd name="T1" fmla="*/ 0 h 59"/>
                  <a:gd name="T2" fmla="*/ 59 w 59"/>
                  <a:gd name="T3" fmla="*/ 35 h 59"/>
                  <a:gd name="T4" fmla="*/ 33 w 59"/>
                  <a:gd name="T5" fmla="*/ 59 h 59"/>
                  <a:gd name="T6" fmla="*/ 0 w 59"/>
                  <a:gd name="T7" fmla="*/ 26 h 59"/>
                  <a:gd name="T8" fmla="*/ 23 w 59"/>
                  <a:gd name="T9" fmla="*/ 0 h 59"/>
                </a:gdLst>
                <a:ahLst/>
                <a:cxnLst>
                  <a:cxn ang="0">
                    <a:pos x="T0" y="T1"/>
                  </a:cxn>
                  <a:cxn ang="0">
                    <a:pos x="T2" y="T3"/>
                  </a:cxn>
                  <a:cxn ang="0">
                    <a:pos x="T4" y="T5"/>
                  </a:cxn>
                  <a:cxn ang="0">
                    <a:pos x="T6" y="T7"/>
                  </a:cxn>
                  <a:cxn ang="0">
                    <a:pos x="T8" y="T9"/>
                  </a:cxn>
                </a:cxnLst>
                <a:rect l="0" t="0" r="r" b="b"/>
                <a:pathLst>
                  <a:path w="59" h="59">
                    <a:moveTo>
                      <a:pt x="23" y="0"/>
                    </a:moveTo>
                    <a:lnTo>
                      <a:pt x="59" y="35"/>
                    </a:lnTo>
                    <a:lnTo>
                      <a:pt x="33" y="59"/>
                    </a:lnTo>
                    <a:lnTo>
                      <a:pt x="0" y="26"/>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9" name="Freeform 15"/>
              <p:cNvSpPr>
                <a:spLocks/>
              </p:cNvSpPr>
              <p:nvPr/>
            </p:nvSpPr>
            <p:spPr bwMode="auto">
              <a:xfrm>
                <a:off x="-2832100" y="7408863"/>
                <a:ext cx="93663" cy="93663"/>
              </a:xfrm>
              <a:custGeom>
                <a:avLst/>
                <a:gdLst>
                  <a:gd name="T0" fmla="*/ 35 w 59"/>
                  <a:gd name="T1" fmla="*/ 0 h 59"/>
                  <a:gd name="T2" fmla="*/ 59 w 59"/>
                  <a:gd name="T3" fmla="*/ 26 h 59"/>
                  <a:gd name="T4" fmla="*/ 26 w 59"/>
                  <a:gd name="T5" fmla="*/ 59 h 59"/>
                  <a:gd name="T6" fmla="*/ 0 w 59"/>
                  <a:gd name="T7" fmla="*/ 35 h 59"/>
                  <a:gd name="T8" fmla="*/ 35 w 59"/>
                  <a:gd name="T9" fmla="*/ 0 h 59"/>
                </a:gdLst>
                <a:ahLst/>
                <a:cxnLst>
                  <a:cxn ang="0">
                    <a:pos x="T0" y="T1"/>
                  </a:cxn>
                  <a:cxn ang="0">
                    <a:pos x="T2" y="T3"/>
                  </a:cxn>
                  <a:cxn ang="0">
                    <a:pos x="T4" y="T5"/>
                  </a:cxn>
                  <a:cxn ang="0">
                    <a:pos x="T6" y="T7"/>
                  </a:cxn>
                  <a:cxn ang="0">
                    <a:pos x="T8" y="T9"/>
                  </a:cxn>
                </a:cxnLst>
                <a:rect l="0" t="0" r="r" b="b"/>
                <a:pathLst>
                  <a:path w="59" h="59">
                    <a:moveTo>
                      <a:pt x="35" y="0"/>
                    </a:moveTo>
                    <a:lnTo>
                      <a:pt x="59" y="26"/>
                    </a:lnTo>
                    <a:lnTo>
                      <a:pt x="26" y="59"/>
                    </a:lnTo>
                    <a:lnTo>
                      <a:pt x="0" y="35"/>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0" name="Freeform 16"/>
              <p:cNvSpPr>
                <a:spLocks/>
              </p:cNvSpPr>
              <p:nvPr/>
            </p:nvSpPr>
            <p:spPr bwMode="auto">
              <a:xfrm>
                <a:off x="-2832100" y="7002463"/>
                <a:ext cx="93663" cy="93663"/>
              </a:xfrm>
              <a:custGeom>
                <a:avLst/>
                <a:gdLst>
                  <a:gd name="T0" fmla="*/ 59 w 59"/>
                  <a:gd name="T1" fmla="*/ 33 h 59"/>
                  <a:gd name="T2" fmla="*/ 35 w 59"/>
                  <a:gd name="T3" fmla="*/ 59 h 59"/>
                  <a:gd name="T4" fmla="*/ 0 w 59"/>
                  <a:gd name="T5" fmla="*/ 24 h 59"/>
                  <a:gd name="T6" fmla="*/ 26 w 59"/>
                  <a:gd name="T7" fmla="*/ 0 h 59"/>
                  <a:gd name="T8" fmla="*/ 59 w 59"/>
                  <a:gd name="T9" fmla="*/ 33 h 59"/>
                </a:gdLst>
                <a:ahLst/>
                <a:cxnLst>
                  <a:cxn ang="0">
                    <a:pos x="T0" y="T1"/>
                  </a:cxn>
                  <a:cxn ang="0">
                    <a:pos x="T2" y="T3"/>
                  </a:cxn>
                  <a:cxn ang="0">
                    <a:pos x="T4" y="T5"/>
                  </a:cxn>
                  <a:cxn ang="0">
                    <a:pos x="T6" y="T7"/>
                  </a:cxn>
                  <a:cxn ang="0">
                    <a:pos x="T8" y="T9"/>
                  </a:cxn>
                </a:cxnLst>
                <a:rect l="0" t="0" r="r" b="b"/>
                <a:pathLst>
                  <a:path w="59" h="59">
                    <a:moveTo>
                      <a:pt x="59" y="33"/>
                    </a:moveTo>
                    <a:lnTo>
                      <a:pt x="35" y="59"/>
                    </a:lnTo>
                    <a:lnTo>
                      <a:pt x="0" y="24"/>
                    </a:lnTo>
                    <a:lnTo>
                      <a:pt x="26" y="0"/>
                    </a:lnTo>
                    <a:lnTo>
                      <a:pt x="5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1" name="Freeform 17"/>
              <p:cNvSpPr>
                <a:spLocks/>
              </p:cNvSpPr>
              <p:nvPr/>
            </p:nvSpPr>
            <p:spPr bwMode="auto">
              <a:xfrm>
                <a:off x="-2513013" y="6938963"/>
                <a:ext cx="82550" cy="93663"/>
              </a:xfrm>
              <a:custGeom>
                <a:avLst/>
                <a:gdLst>
                  <a:gd name="T0" fmla="*/ 52 w 52"/>
                  <a:gd name="T1" fmla="*/ 14 h 59"/>
                  <a:gd name="T2" fmla="*/ 33 w 52"/>
                  <a:gd name="T3" fmla="*/ 59 h 59"/>
                  <a:gd name="T4" fmla="*/ 0 w 52"/>
                  <a:gd name="T5" fmla="*/ 45 h 59"/>
                  <a:gd name="T6" fmla="*/ 19 w 52"/>
                  <a:gd name="T7" fmla="*/ 0 h 59"/>
                  <a:gd name="T8" fmla="*/ 52 w 52"/>
                  <a:gd name="T9" fmla="*/ 14 h 59"/>
                </a:gdLst>
                <a:ahLst/>
                <a:cxnLst>
                  <a:cxn ang="0">
                    <a:pos x="T0" y="T1"/>
                  </a:cxn>
                  <a:cxn ang="0">
                    <a:pos x="T2" y="T3"/>
                  </a:cxn>
                  <a:cxn ang="0">
                    <a:pos x="T4" y="T5"/>
                  </a:cxn>
                  <a:cxn ang="0">
                    <a:pos x="T6" y="T7"/>
                  </a:cxn>
                  <a:cxn ang="0">
                    <a:pos x="T8" y="T9"/>
                  </a:cxn>
                </a:cxnLst>
                <a:rect l="0" t="0" r="r" b="b"/>
                <a:pathLst>
                  <a:path w="52" h="59">
                    <a:moveTo>
                      <a:pt x="52" y="14"/>
                    </a:moveTo>
                    <a:lnTo>
                      <a:pt x="33" y="59"/>
                    </a:lnTo>
                    <a:lnTo>
                      <a:pt x="0" y="45"/>
                    </a:lnTo>
                    <a:lnTo>
                      <a:pt x="19"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2" name="Freeform 18"/>
              <p:cNvSpPr>
                <a:spLocks/>
              </p:cNvSpPr>
              <p:nvPr/>
            </p:nvSpPr>
            <p:spPr bwMode="auto">
              <a:xfrm>
                <a:off x="-2359025" y="7321550"/>
                <a:ext cx="90488" cy="79375"/>
              </a:xfrm>
              <a:custGeom>
                <a:avLst/>
                <a:gdLst>
                  <a:gd name="T0" fmla="*/ 12 w 57"/>
                  <a:gd name="T1" fmla="*/ 0 h 50"/>
                  <a:gd name="T2" fmla="*/ 57 w 57"/>
                  <a:gd name="T3" fmla="*/ 19 h 50"/>
                  <a:gd name="T4" fmla="*/ 45 w 57"/>
                  <a:gd name="T5" fmla="*/ 50 h 50"/>
                  <a:gd name="T6" fmla="*/ 0 w 57"/>
                  <a:gd name="T7" fmla="*/ 33 h 50"/>
                  <a:gd name="T8" fmla="*/ 12 w 57"/>
                  <a:gd name="T9" fmla="*/ 0 h 50"/>
                </a:gdLst>
                <a:ahLst/>
                <a:cxnLst>
                  <a:cxn ang="0">
                    <a:pos x="T0" y="T1"/>
                  </a:cxn>
                  <a:cxn ang="0">
                    <a:pos x="T2" y="T3"/>
                  </a:cxn>
                  <a:cxn ang="0">
                    <a:pos x="T4" y="T5"/>
                  </a:cxn>
                  <a:cxn ang="0">
                    <a:pos x="T6" y="T7"/>
                  </a:cxn>
                  <a:cxn ang="0">
                    <a:pos x="T8" y="T9"/>
                  </a:cxn>
                </a:cxnLst>
                <a:rect l="0" t="0" r="r" b="b"/>
                <a:pathLst>
                  <a:path w="57" h="50">
                    <a:moveTo>
                      <a:pt x="12" y="0"/>
                    </a:moveTo>
                    <a:lnTo>
                      <a:pt x="57" y="19"/>
                    </a:lnTo>
                    <a:lnTo>
                      <a:pt x="45" y="50"/>
                    </a:lnTo>
                    <a:lnTo>
                      <a:pt x="0" y="3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3" name="Freeform 19"/>
              <p:cNvSpPr>
                <a:spLocks/>
              </p:cNvSpPr>
              <p:nvPr/>
            </p:nvSpPr>
            <p:spPr bwMode="auto">
              <a:xfrm>
                <a:off x="-2730500" y="7472363"/>
                <a:ext cx="82550" cy="93663"/>
              </a:xfrm>
              <a:custGeom>
                <a:avLst/>
                <a:gdLst>
                  <a:gd name="T0" fmla="*/ 52 w 52"/>
                  <a:gd name="T1" fmla="*/ 14 h 59"/>
                  <a:gd name="T2" fmla="*/ 33 w 52"/>
                  <a:gd name="T3" fmla="*/ 59 h 59"/>
                  <a:gd name="T4" fmla="*/ 0 w 52"/>
                  <a:gd name="T5" fmla="*/ 45 h 59"/>
                  <a:gd name="T6" fmla="*/ 18 w 52"/>
                  <a:gd name="T7" fmla="*/ 0 h 59"/>
                  <a:gd name="T8" fmla="*/ 52 w 52"/>
                  <a:gd name="T9" fmla="*/ 14 h 59"/>
                </a:gdLst>
                <a:ahLst/>
                <a:cxnLst>
                  <a:cxn ang="0">
                    <a:pos x="T0" y="T1"/>
                  </a:cxn>
                  <a:cxn ang="0">
                    <a:pos x="T2" y="T3"/>
                  </a:cxn>
                  <a:cxn ang="0">
                    <a:pos x="T4" y="T5"/>
                  </a:cxn>
                  <a:cxn ang="0">
                    <a:pos x="T6" y="T7"/>
                  </a:cxn>
                  <a:cxn ang="0">
                    <a:pos x="T8" y="T9"/>
                  </a:cxn>
                </a:cxnLst>
                <a:rect l="0" t="0" r="r" b="b"/>
                <a:pathLst>
                  <a:path w="52" h="59">
                    <a:moveTo>
                      <a:pt x="52" y="14"/>
                    </a:moveTo>
                    <a:lnTo>
                      <a:pt x="33" y="59"/>
                    </a:lnTo>
                    <a:lnTo>
                      <a:pt x="0" y="45"/>
                    </a:lnTo>
                    <a:lnTo>
                      <a:pt x="18"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4" name="Freeform 20"/>
              <p:cNvSpPr>
                <a:spLocks/>
              </p:cNvSpPr>
              <p:nvPr/>
            </p:nvSpPr>
            <p:spPr bwMode="auto">
              <a:xfrm>
                <a:off x="-2892425" y="7104063"/>
                <a:ext cx="90488" cy="79375"/>
              </a:xfrm>
              <a:custGeom>
                <a:avLst/>
                <a:gdLst>
                  <a:gd name="T0" fmla="*/ 45 w 57"/>
                  <a:gd name="T1" fmla="*/ 50 h 50"/>
                  <a:gd name="T2" fmla="*/ 0 w 57"/>
                  <a:gd name="T3" fmla="*/ 31 h 50"/>
                  <a:gd name="T4" fmla="*/ 12 w 57"/>
                  <a:gd name="T5" fmla="*/ 0 h 50"/>
                  <a:gd name="T6" fmla="*/ 57 w 57"/>
                  <a:gd name="T7" fmla="*/ 19 h 50"/>
                  <a:gd name="T8" fmla="*/ 45 w 57"/>
                  <a:gd name="T9" fmla="*/ 50 h 50"/>
                </a:gdLst>
                <a:ahLst/>
                <a:cxnLst>
                  <a:cxn ang="0">
                    <a:pos x="T0" y="T1"/>
                  </a:cxn>
                  <a:cxn ang="0">
                    <a:pos x="T2" y="T3"/>
                  </a:cxn>
                  <a:cxn ang="0">
                    <a:pos x="T4" y="T5"/>
                  </a:cxn>
                  <a:cxn ang="0">
                    <a:pos x="T6" y="T7"/>
                  </a:cxn>
                  <a:cxn ang="0">
                    <a:pos x="T8" y="T9"/>
                  </a:cxn>
                </a:cxnLst>
                <a:rect l="0" t="0" r="r" b="b"/>
                <a:pathLst>
                  <a:path w="57" h="50">
                    <a:moveTo>
                      <a:pt x="45" y="50"/>
                    </a:moveTo>
                    <a:lnTo>
                      <a:pt x="0" y="31"/>
                    </a:lnTo>
                    <a:lnTo>
                      <a:pt x="12" y="0"/>
                    </a:lnTo>
                    <a:lnTo>
                      <a:pt x="57" y="19"/>
                    </a:lnTo>
                    <a:lnTo>
                      <a:pt x="4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5" name="Freeform 21"/>
              <p:cNvSpPr>
                <a:spLocks/>
              </p:cNvSpPr>
              <p:nvPr/>
            </p:nvSpPr>
            <p:spPr bwMode="auto">
              <a:xfrm>
                <a:off x="-2363788" y="7100888"/>
                <a:ext cx="95250" cy="82550"/>
              </a:xfrm>
              <a:custGeom>
                <a:avLst/>
                <a:gdLst>
                  <a:gd name="T0" fmla="*/ 0 w 60"/>
                  <a:gd name="T1" fmla="*/ 18 h 52"/>
                  <a:gd name="T2" fmla="*/ 45 w 60"/>
                  <a:gd name="T3" fmla="*/ 0 h 52"/>
                  <a:gd name="T4" fmla="*/ 60 w 60"/>
                  <a:gd name="T5" fmla="*/ 33 h 52"/>
                  <a:gd name="T6" fmla="*/ 15 w 60"/>
                  <a:gd name="T7" fmla="*/ 52 h 52"/>
                  <a:gd name="T8" fmla="*/ 0 w 60"/>
                  <a:gd name="T9" fmla="*/ 18 h 52"/>
                </a:gdLst>
                <a:ahLst/>
                <a:cxnLst>
                  <a:cxn ang="0">
                    <a:pos x="T0" y="T1"/>
                  </a:cxn>
                  <a:cxn ang="0">
                    <a:pos x="T2" y="T3"/>
                  </a:cxn>
                  <a:cxn ang="0">
                    <a:pos x="T4" y="T5"/>
                  </a:cxn>
                  <a:cxn ang="0">
                    <a:pos x="T6" y="T7"/>
                  </a:cxn>
                  <a:cxn ang="0">
                    <a:pos x="T8" y="T9"/>
                  </a:cxn>
                </a:cxnLst>
                <a:rect l="0" t="0" r="r" b="b"/>
                <a:pathLst>
                  <a:path w="60" h="52">
                    <a:moveTo>
                      <a:pt x="0" y="18"/>
                    </a:moveTo>
                    <a:lnTo>
                      <a:pt x="45" y="0"/>
                    </a:lnTo>
                    <a:lnTo>
                      <a:pt x="60" y="33"/>
                    </a:lnTo>
                    <a:lnTo>
                      <a:pt x="15" y="52"/>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6" name="Freeform 22"/>
              <p:cNvSpPr>
                <a:spLocks/>
              </p:cNvSpPr>
              <p:nvPr/>
            </p:nvSpPr>
            <p:spPr bwMode="auto">
              <a:xfrm>
                <a:off x="-2509838" y="7472363"/>
                <a:ext cx="79375" cy="93663"/>
              </a:xfrm>
              <a:custGeom>
                <a:avLst/>
                <a:gdLst>
                  <a:gd name="T0" fmla="*/ 50 w 50"/>
                  <a:gd name="T1" fmla="*/ 45 h 59"/>
                  <a:gd name="T2" fmla="*/ 19 w 50"/>
                  <a:gd name="T3" fmla="*/ 59 h 59"/>
                  <a:gd name="T4" fmla="*/ 0 w 50"/>
                  <a:gd name="T5" fmla="*/ 14 h 59"/>
                  <a:gd name="T6" fmla="*/ 31 w 50"/>
                  <a:gd name="T7" fmla="*/ 0 h 59"/>
                  <a:gd name="T8" fmla="*/ 50 w 50"/>
                  <a:gd name="T9" fmla="*/ 45 h 59"/>
                </a:gdLst>
                <a:ahLst/>
                <a:cxnLst>
                  <a:cxn ang="0">
                    <a:pos x="T0" y="T1"/>
                  </a:cxn>
                  <a:cxn ang="0">
                    <a:pos x="T2" y="T3"/>
                  </a:cxn>
                  <a:cxn ang="0">
                    <a:pos x="T4" y="T5"/>
                  </a:cxn>
                  <a:cxn ang="0">
                    <a:pos x="T6" y="T7"/>
                  </a:cxn>
                  <a:cxn ang="0">
                    <a:pos x="T8" y="T9"/>
                  </a:cxn>
                </a:cxnLst>
                <a:rect l="0" t="0" r="r" b="b"/>
                <a:pathLst>
                  <a:path w="50" h="59">
                    <a:moveTo>
                      <a:pt x="50" y="45"/>
                    </a:moveTo>
                    <a:lnTo>
                      <a:pt x="19" y="59"/>
                    </a:lnTo>
                    <a:lnTo>
                      <a:pt x="0" y="14"/>
                    </a:lnTo>
                    <a:lnTo>
                      <a:pt x="31" y="0"/>
                    </a:lnTo>
                    <a:lnTo>
                      <a:pt x="50"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7" name="Freeform 23"/>
              <p:cNvSpPr>
                <a:spLocks/>
              </p:cNvSpPr>
              <p:nvPr/>
            </p:nvSpPr>
            <p:spPr bwMode="auto">
              <a:xfrm>
                <a:off x="-2892425" y="7321550"/>
                <a:ext cx="93663" cy="82550"/>
              </a:xfrm>
              <a:custGeom>
                <a:avLst/>
                <a:gdLst>
                  <a:gd name="T0" fmla="*/ 59 w 59"/>
                  <a:gd name="T1" fmla="*/ 33 h 52"/>
                  <a:gd name="T2" fmla="*/ 14 w 59"/>
                  <a:gd name="T3" fmla="*/ 52 h 52"/>
                  <a:gd name="T4" fmla="*/ 0 w 59"/>
                  <a:gd name="T5" fmla="*/ 19 h 52"/>
                  <a:gd name="T6" fmla="*/ 45 w 59"/>
                  <a:gd name="T7" fmla="*/ 0 h 52"/>
                  <a:gd name="T8" fmla="*/ 59 w 59"/>
                  <a:gd name="T9" fmla="*/ 33 h 52"/>
                </a:gdLst>
                <a:ahLst/>
                <a:cxnLst>
                  <a:cxn ang="0">
                    <a:pos x="T0" y="T1"/>
                  </a:cxn>
                  <a:cxn ang="0">
                    <a:pos x="T2" y="T3"/>
                  </a:cxn>
                  <a:cxn ang="0">
                    <a:pos x="T4" y="T5"/>
                  </a:cxn>
                  <a:cxn ang="0">
                    <a:pos x="T6" y="T7"/>
                  </a:cxn>
                  <a:cxn ang="0">
                    <a:pos x="T8" y="T9"/>
                  </a:cxn>
                </a:cxnLst>
                <a:rect l="0" t="0" r="r" b="b"/>
                <a:pathLst>
                  <a:path w="59" h="52">
                    <a:moveTo>
                      <a:pt x="59" y="33"/>
                    </a:moveTo>
                    <a:lnTo>
                      <a:pt x="14" y="52"/>
                    </a:lnTo>
                    <a:lnTo>
                      <a:pt x="0" y="19"/>
                    </a:lnTo>
                    <a:lnTo>
                      <a:pt x="45" y="0"/>
                    </a:lnTo>
                    <a:lnTo>
                      <a:pt x="5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8" name="Freeform 24"/>
              <p:cNvSpPr>
                <a:spLocks/>
              </p:cNvSpPr>
              <p:nvPr/>
            </p:nvSpPr>
            <p:spPr bwMode="auto">
              <a:xfrm>
                <a:off x="-2730500" y="6938963"/>
                <a:ext cx="77788" cy="93663"/>
              </a:xfrm>
              <a:custGeom>
                <a:avLst/>
                <a:gdLst>
                  <a:gd name="T0" fmla="*/ 49 w 49"/>
                  <a:gd name="T1" fmla="*/ 45 h 59"/>
                  <a:gd name="T2" fmla="*/ 18 w 49"/>
                  <a:gd name="T3" fmla="*/ 59 h 59"/>
                  <a:gd name="T4" fmla="*/ 0 w 49"/>
                  <a:gd name="T5" fmla="*/ 14 h 59"/>
                  <a:gd name="T6" fmla="*/ 30 w 49"/>
                  <a:gd name="T7" fmla="*/ 0 h 59"/>
                  <a:gd name="T8" fmla="*/ 49 w 49"/>
                  <a:gd name="T9" fmla="*/ 45 h 59"/>
                </a:gdLst>
                <a:ahLst/>
                <a:cxnLst>
                  <a:cxn ang="0">
                    <a:pos x="T0" y="T1"/>
                  </a:cxn>
                  <a:cxn ang="0">
                    <a:pos x="T2" y="T3"/>
                  </a:cxn>
                  <a:cxn ang="0">
                    <a:pos x="T4" y="T5"/>
                  </a:cxn>
                  <a:cxn ang="0">
                    <a:pos x="T6" y="T7"/>
                  </a:cxn>
                  <a:cxn ang="0">
                    <a:pos x="T8" y="T9"/>
                  </a:cxn>
                </a:cxnLst>
                <a:rect l="0" t="0" r="r" b="b"/>
                <a:pathLst>
                  <a:path w="49" h="59">
                    <a:moveTo>
                      <a:pt x="49" y="45"/>
                    </a:moveTo>
                    <a:lnTo>
                      <a:pt x="18" y="59"/>
                    </a:lnTo>
                    <a:lnTo>
                      <a:pt x="0" y="14"/>
                    </a:lnTo>
                    <a:lnTo>
                      <a:pt x="30" y="0"/>
                    </a:lnTo>
                    <a:lnTo>
                      <a:pt x="49"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9" name="Freeform 25"/>
              <p:cNvSpPr>
                <a:spLocks/>
              </p:cNvSpPr>
              <p:nvPr/>
            </p:nvSpPr>
            <p:spPr bwMode="auto">
              <a:xfrm>
                <a:off x="-2193925" y="3438525"/>
                <a:ext cx="465138" cy="417513"/>
              </a:xfrm>
              <a:custGeom>
                <a:avLst/>
                <a:gdLst>
                  <a:gd name="T0" fmla="*/ 13 w 124"/>
                  <a:gd name="T1" fmla="*/ 11 h 111"/>
                  <a:gd name="T2" fmla="*/ 1 w 124"/>
                  <a:gd name="T3" fmla="*/ 33 h 111"/>
                  <a:gd name="T4" fmla="*/ 0 w 124"/>
                  <a:gd name="T5" fmla="*/ 40 h 111"/>
                  <a:gd name="T6" fmla="*/ 0 w 124"/>
                  <a:gd name="T7" fmla="*/ 41 h 111"/>
                  <a:gd name="T8" fmla="*/ 0 w 124"/>
                  <a:gd name="T9" fmla="*/ 47 h 111"/>
                  <a:gd name="T10" fmla="*/ 1 w 124"/>
                  <a:gd name="T11" fmla="*/ 52 h 111"/>
                  <a:gd name="T12" fmla="*/ 5 w 124"/>
                  <a:gd name="T13" fmla="*/ 72 h 111"/>
                  <a:gd name="T14" fmla="*/ 19 w 124"/>
                  <a:gd name="T15" fmla="*/ 97 h 111"/>
                  <a:gd name="T16" fmla="*/ 19 w 124"/>
                  <a:gd name="T17" fmla="*/ 97 h 111"/>
                  <a:gd name="T18" fmla="*/ 27 w 124"/>
                  <a:gd name="T19" fmla="*/ 106 h 111"/>
                  <a:gd name="T20" fmla="*/ 30 w 124"/>
                  <a:gd name="T21" fmla="*/ 108 h 111"/>
                  <a:gd name="T22" fmla="*/ 43 w 124"/>
                  <a:gd name="T23" fmla="*/ 110 h 111"/>
                  <a:gd name="T24" fmla="*/ 44 w 124"/>
                  <a:gd name="T25" fmla="*/ 109 h 111"/>
                  <a:gd name="T26" fmla="*/ 50 w 124"/>
                  <a:gd name="T27" fmla="*/ 107 h 111"/>
                  <a:gd name="T28" fmla="*/ 54 w 124"/>
                  <a:gd name="T29" fmla="*/ 106 h 111"/>
                  <a:gd name="T30" fmla="*/ 62 w 124"/>
                  <a:gd name="T31" fmla="*/ 105 h 111"/>
                  <a:gd name="T32" fmla="*/ 62 w 124"/>
                  <a:gd name="T33" fmla="*/ 105 h 111"/>
                  <a:gd name="T34" fmla="*/ 70 w 124"/>
                  <a:gd name="T35" fmla="*/ 106 h 111"/>
                  <a:gd name="T36" fmla="*/ 74 w 124"/>
                  <a:gd name="T37" fmla="*/ 107 h 111"/>
                  <a:gd name="T38" fmla="*/ 81 w 124"/>
                  <a:gd name="T39" fmla="*/ 109 h 111"/>
                  <a:gd name="T40" fmla="*/ 81 w 124"/>
                  <a:gd name="T41" fmla="*/ 110 h 111"/>
                  <a:gd name="T42" fmla="*/ 94 w 124"/>
                  <a:gd name="T43" fmla="*/ 108 h 111"/>
                  <a:gd name="T44" fmla="*/ 97 w 124"/>
                  <a:gd name="T45" fmla="*/ 106 h 111"/>
                  <a:gd name="T46" fmla="*/ 105 w 124"/>
                  <a:gd name="T47" fmla="*/ 97 h 111"/>
                  <a:gd name="T48" fmla="*/ 105 w 124"/>
                  <a:gd name="T49" fmla="*/ 97 h 111"/>
                  <a:gd name="T50" fmla="*/ 119 w 124"/>
                  <a:gd name="T51" fmla="*/ 72 h 111"/>
                  <a:gd name="T52" fmla="*/ 124 w 124"/>
                  <a:gd name="T53" fmla="*/ 52 h 111"/>
                  <a:gd name="T54" fmla="*/ 124 w 124"/>
                  <a:gd name="T55" fmla="*/ 47 h 111"/>
                  <a:gd name="T56" fmla="*/ 124 w 124"/>
                  <a:gd name="T57" fmla="*/ 41 h 111"/>
                  <a:gd name="T58" fmla="*/ 124 w 124"/>
                  <a:gd name="T59" fmla="*/ 40 h 111"/>
                  <a:gd name="T60" fmla="*/ 123 w 124"/>
                  <a:gd name="T61" fmla="*/ 33 h 111"/>
                  <a:gd name="T62" fmla="*/ 111 w 124"/>
                  <a:gd name="T63" fmla="*/ 11 h 111"/>
                  <a:gd name="T64" fmla="*/ 109 w 124"/>
                  <a:gd name="T65" fmla="*/ 8 h 111"/>
                  <a:gd name="T66" fmla="*/ 91 w 124"/>
                  <a:gd name="T67" fmla="*/ 1 h 111"/>
                  <a:gd name="T68" fmla="*/ 72 w 124"/>
                  <a:gd name="T69" fmla="*/ 3 h 111"/>
                  <a:gd name="T70" fmla="*/ 62 w 124"/>
                  <a:gd name="T71" fmla="*/ 7 h 111"/>
                  <a:gd name="T72" fmla="*/ 52 w 124"/>
                  <a:gd name="T73" fmla="*/ 3 h 111"/>
                  <a:gd name="T74" fmla="*/ 33 w 124"/>
                  <a:gd name="T75" fmla="*/ 1 h 111"/>
                  <a:gd name="T76" fmla="*/ 15 w 124"/>
                  <a:gd name="T77" fmla="*/ 8 h 111"/>
                  <a:gd name="T78" fmla="*/ 13 w 124"/>
                  <a:gd name="T79" fmla="*/ 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11">
                    <a:moveTo>
                      <a:pt x="13" y="11"/>
                    </a:moveTo>
                    <a:cubicBezTo>
                      <a:pt x="6" y="17"/>
                      <a:pt x="3" y="25"/>
                      <a:pt x="1" y="33"/>
                    </a:cubicBezTo>
                    <a:cubicBezTo>
                      <a:pt x="1" y="36"/>
                      <a:pt x="1" y="38"/>
                      <a:pt x="0" y="40"/>
                    </a:cubicBezTo>
                    <a:cubicBezTo>
                      <a:pt x="0" y="40"/>
                      <a:pt x="0" y="41"/>
                      <a:pt x="0" y="41"/>
                    </a:cubicBezTo>
                    <a:cubicBezTo>
                      <a:pt x="0" y="43"/>
                      <a:pt x="0" y="45"/>
                      <a:pt x="0" y="47"/>
                    </a:cubicBezTo>
                    <a:cubicBezTo>
                      <a:pt x="0" y="49"/>
                      <a:pt x="0" y="50"/>
                      <a:pt x="1" y="52"/>
                    </a:cubicBezTo>
                    <a:cubicBezTo>
                      <a:pt x="1" y="59"/>
                      <a:pt x="3" y="65"/>
                      <a:pt x="5" y="72"/>
                    </a:cubicBezTo>
                    <a:cubicBezTo>
                      <a:pt x="8" y="81"/>
                      <a:pt x="13" y="89"/>
                      <a:pt x="19" y="97"/>
                    </a:cubicBezTo>
                    <a:cubicBezTo>
                      <a:pt x="19" y="97"/>
                      <a:pt x="19" y="97"/>
                      <a:pt x="19" y="97"/>
                    </a:cubicBezTo>
                    <a:cubicBezTo>
                      <a:pt x="22" y="101"/>
                      <a:pt x="24" y="104"/>
                      <a:pt x="27" y="106"/>
                    </a:cubicBezTo>
                    <a:cubicBezTo>
                      <a:pt x="28" y="107"/>
                      <a:pt x="29" y="107"/>
                      <a:pt x="30" y="108"/>
                    </a:cubicBezTo>
                    <a:cubicBezTo>
                      <a:pt x="34" y="111"/>
                      <a:pt x="38" y="111"/>
                      <a:pt x="43" y="110"/>
                    </a:cubicBezTo>
                    <a:cubicBezTo>
                      <a:pt x="43" y="110"/>
                      <a:pt x="43" y="110"/>
                      <a:pt x="44" y="109"/>
                    </a:cubicBezTo>
                    <a:cubicBezTo>
                      <a:pt x="46" y="109"/>
                      <a:pt x="48" y="108"/>
                      <a:pt x="50" y="107"/>
                    </a:cubicBezTo>
                    <a:cubicBezTo>
                      <a:pt x="51" y="107"/>
                      <a:pt x="53" y="106"/>
                      <a:pt x="54" y="106"/>
                    </a:cubicBezTo>
                    <a:cubicBezTo>
                      <a:pt x="57" y="105"/>
                      <a:pt x="62" y="105"/>
                      <a:pt x="62" y="105"/>
                    </a:cubicBezTo>
                    <a:cubicBezTo>
                      <a:pt x="62" y="105"/>
                      <a:pt x="62" y="105"/>
                      <a:pt x="62" y="105"/>
                    </a:cubicBezTo>
                    <a:cubicBezTo>
                      <a:pt x="65" y="105"/>
                      <a:pt x="67" y="105"/>
                      <a:pt x="70" y="106"/>
                    </a:cubicBezTo>
                    <a:cubicBezTo>
                      <a:pt x="71" y="106"/>
                      <a:pt x="73" y="107"/>
                      <a:pt x="74" y="107"/>
                    </a:cubicBezTo>
                    <a:cubicBezTo>
                      <a:pt x="76" y="108"/>
                      <a:pt x="78" y="109"/>
                      <a:pt x="81" y="109"/>
                    </a:cubicBezTo>
                    <a:cubicBezTo>
                      <a:pt x="81" y="110"/>
                      <a:pt x="81" y="110"/>
                      <a:pt x="81" y="110"/>
                    </a:cubicBezTo>
                    <a:cubicBezTo>
                      <a:pt x="86" y="111"/>
                      <a:pt x="90" y="111"/>
                      <a:pt x="94" y="108"/>
                    </a:cubicBezTo>
                    <a:cubicBezTo>
                      <a:pt x="95" y="107"/>
                      <a:pt x="96" y="107"/>
                      <a:pt x="97" y="106"/>
                    </a:cubicBezTo>
                    <a:cubicBezTo>
                      <a:pt x="100" y="104"/>
                      <a:pt x="102" y="101"/>
                      <a:pt x="105" y="97"/>
                    </a:cubicBezTo>
                    <a:cubicBezTo>
                      <a:pt x="105" y="97"/>
                      <a:pt x="105" y="97"/>
                      <a:pt x="105" y="97"/>
                    </a:cubicBezTo>
                    <a:cubicBezTo>
                      <a:pt x="111" y="89"/>
                      <a:pt x="116" y="81"/>
                      <a:pt x="119" y="72"/>
                    </a:cubicBezTo>
                    <a:cubicBezTo>
                      <a:pt x="121" y="65"/>
                      <a:pt x="123" y="59"/>
                      <a:pt x="124" y="52"/>
                    </a:cubicBezTo>
                    <a:cubicBezTo>
                      <a:pt x="124" y="50"/>
                      <a:pt x="124" y="49"/>
                      <a:pt x="124" y="47"/>
                    </a:cubicBezTo>
                    <a:cubicBezTo>
                      <a:pt x="124" y="45"/>
                      <a:pt x="124" y="43"/>
                      <a:pt x="124" y="41"/>
                    </a:cubicBezTo>
                    <a:cubicBezTo>
                      <a:pt x="124" y="41"/>
                      <a:pt x="124" y="40"/>
                      <a:pt x="124" y="40"/>
                    </a:cubicBezTo>
                    <a:cubicBezTo>
                      <a:pt x="124" y="38"/>
                      <a:pt x="123" y="36"/>
                      <a:pt x="123" y="33"/>
                    </a:cubicBezTo>
                    <a:cubicBezTo>
                      <a:pt x="121" y="25"/>
                      <a:pt x="118" y="17"/>
                      <a:pt x="111" y="11"/>
                    </a:cubicBezTo>
                    <a:cubicBezTo>
                      <a:pt x="110" y="10"/>
                      <a:pt x="110" y="9"/>
                      <a:pt x="109" y="8"/>
                    </a:cubicBezTo>
                    <a:cubicBezTo>
                      <a:pt x="104" y="4"/>
                      <a:pt x="98" y="2"/>
                      <a:pt x="91" y="1"/>
                    </a:cubicBezTo>
                    <a:cubicBezTo>
                      <a:pt x="84" y="0"/>
                      <a:pt x="78" y="1"/>
                      <a:pt x="72" y="3"/>
                    </a:cubicBezTo>
                    <a:cubicBezTo>
                      <a:pt x="69" y="4"/>
                      <a:pt x="62" y="7"/>
                      <a:pt x="62" y="7"/>
                    </a:cubicBezTo>
                    <a:cubicBezTo>
                      <a:pt x="62" y="7"/>
                      <a:pt x="55" y="4"/>
                      <a:pt x="52" y="3"/>
                    </a:cubicBezTo>
                    <a:cubicBezTo>
                      <a:pt x="46" y="1"/>
                      <a:pt x="40" y="0"/>
                      <a:pt x="33" y="1"/>
                    </a:cubicBezTo>
                    <a:cubicBezTo>
                      <a:pt x="26" y="2"/>
                      <a:pt x="20" y="4"/>
                      <a:pt x="15" y="8"/>
                    </a:cubicBezTo>
                    <a:cubicBezTo>
                      <a:pt x="14" y="9"/>
                      <a:pt x="14" y="10"/>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0" name="Freeform 26"/>
              <p:cNvSpPr>
                <a:spLocks/>
              </p:cNvSpPr>
              <p:nvPr/>
            </p:nvSpPr>
            <p:spPr bwMode="auto">
              <a:xfrm>
                <a:off x="-2070100" y="3308350"/>
                <a:ext cx="109538" cy="127000"/>
              </a:xfrm>
              <a:custGeom>
                <a:avLst/>
                <a:gdLst>
                  <a:gd name="T0" fmla="*/ 9 w 29"/>
                  <a:gd name="T1" fmla="*/ 25 h 34"/>
                  <a:gd name="T2" fmla="*/ 21 w 29"/>
                  <a:gd name="T3" fmla="*/ 33 h 34"/>
                  <a:gd name="T4" fmla="*/ 28 w 29"/>
                  <a:gd name="T5" fmla="*/ 34 h 34"/>
                  <a:gd name="T6" fmla="*/ 29 w 29"/>
                  <a:gd name="T7" fmla="*/ 33 h 34"/>
                  <a:gd name="T8" fmla="*/ 23 w 29"/>
                  <a:gd name="T9" fmla="*/ 13 h 34"/>
                  <a:gd name="T10" fmla="*/ 2 w 29"/>
                  <a:gd name="T11" fmla="*/ 1 h 34"/>
                  <a:gd name="T12" fmla="*/ 1 w 29"/>
                  <a:gd name="T13" fmla="*/ 0 h 34"/>
                  <a:gd name="T14" fmla="*/ 0 w 29"/>
                  <a:gd name="T15" fmla="*/ 0 h 34"/>
                  <a:gd name="T16" fmla="*/ 0 w 29"/>
                  <a:gd name="T17" fmla="*/ 9 h 34"/>
                  <a:gd name="T18" fmla="*/ 9 w 29"/>
                  <a:gd name="T19"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4">
                    <a:moveTo>
                      <a:pt x="9" y="25"/>
                    </a:moveTo>
                    <a:cubicBezTo>
                      <a:pt x="12" y="29"/>
                      <a:pt x="16" y="32"/>
                      <a:pt x="21" y="33"/>
                    </a:cubicBezTo>
                    <a:cubicBezTo>
                      <a:pt x="23" y="34"/>
                      <a:pt x="26" y="34"/>
                      <a:pt x="28" y="34"/>
                    </a:cubicBezTo>
                    <a:cubicBezTo>
                      <a:pt x="29" y="34"/>
                      <a:pt x="29" y="34"/>
                      <a:pt x="29" y="33"/>
                    </a:cubicBezTo>
                    <a:cubicBezTo>
                      <a:pt x="29" y="26"/>
                      <a:pt x="27" y="19"/>
                      <a:pt x="23" y="13"/>
                    </a:cubicBezTo>
                    <a:cubicBezTo>
                      <a:pt x="18" y="6"/>
                      <a:pt x="11" y="2"/>
                      <a:pt x="2" y="1"/>
                    </a:cubicBezTo>
                    <a:cubicBezTo>
                      <a:pt x="2" y="1"/>
                      <a:pt x="1" y="1"/>
                      <a:pt x="1" y="0"/>
                    </a:cubicBezTo>
                    <a:cubicBezTo>
                      <a:pt x="1" y="0"/>
                      <a:pt x="0" y="0"/>
                      <a:pt x="0" y="0"/>
                    </a:cubicBezTo>
                    <a:cubicBezTo>
                      <a:pt x="0" y="3"/>
                      <a:pt x="0" y="6"/>
                      <a:pt x="0" y="9"/>
                    </a:cubicBezTo>
                    <a:cubicBezTo>
                      <a:pt x="1" y="15"/>
                      <a:pt x="4" y="21"/>
                      <a:pt x="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1" name="Freeform 27"/>
              <p:cNvSpPr>
                <a:spLocks noEditPoints="1"/>
              </p:cNvSpPr>
              <p:nvPr/>
            </p:nvSpPr>
            <p:spPr bwMode="auto">
              <a:xfrm>
                <a:off x="-5324475" y="3683000"/>
                <a:ext cx="255588" cy="533400"/>
              </a:xfrm>
              <a:custGeom>
                <a:avLst/>
                <a:gdLst>
                  <a:gd name="T0" fmla="*/ 34 w 68"/>
                  <a:gd name="T1" fmla="*/ 122 h 142"/>
                  <a:gd name="T2" fmla="*/ 67 w 68"/>
                  <a:gd name="T3" fmla="*/ 138 h 142"/>
                  <a:gd name="T4" fmla="*/ 68 w 68"/>
                  <a:gd name="T5" fmla="*/ 138 h 142"/>
                  <a:gd name="T6" fmla="*/ 68 w 68"/>
                  <a:gd name="T7" fmla="*/ 31 h 142"/>
                  <a:gd name="T8" fmla="*/ 66 w 68"/>
                  <a:gd name="T9" fmla="*/ 15 h 142"/>
                  <a:gd name="T10" fmla="*/ 34 w 68"/>
                  <a:gd name="T11" fmla="*/ 0 h 142"/>
                  <a:gd name="T12" fmla="*/ 34 w 68"/>
                  <a:gd name="T13" fmla="*/ 19 h 142"/>
                  <a:gd name="T14" fmla="*/ 57 w 68"/>
                  <a:gd name="T15" fmla="*/ 23 h 142"/>
                  <a:gd name="T16" fmla="*/ 58 w 68"/>
                  <a:gd name="T17" fmla="*/ 26 h 142"/>
                  <a:gd name="T18" fmla="*/ 56 w 68"/>
                  <a:gd name="T19" fmla="*/ 27 h 142"/>
                  <a:gd name="T20" fmla="*/ 55 w 68"/>
                  <a:gd name="T21" fmla="*/ 27 h 142"/>
                  <a:gd name="T22" fmla="*/ 51 w 68"/>
                  <a:gd name="T23" fmla="*/ 25 h 142"/>
                  <a:gd name="T24" fmla="*/ 34 w 68"/>
                  <a:gd name="T25" fmla="*/ 23 h 142"/>
                  <a:gd name="T26" fmla="*/ 34 w 68"/>
                  <a:gd name="T27" fmla="*/ 38 h 142"/>
                  <a:gd name="T28" fmla="*/ 57 w 68"/>
                  <a:gd name="T29" fmla="*/ 43 h 142"/>
                  <a:gd name="T30" fmla="*/ 58 w 68"/>
                  <a:gd name="T31" fmla="*/ 45 h 142"/>
                  <a:gd name="T32" fmla="*/ 56 w 68"/>
                  <a:gd name="T33" fmla="*/ 46 h 142"/>
                  <a:gd name="T34" fmla="*/ 55 w 68"/>
                  <a:gd name="T35" fmla="*/ 46 h 142"/>
                  <a:gd name="T36" fmla="*/ 51 w 68"/>
                  <a:gd name="T37" fmla="*/ 44 h 142"/>
                  <a:gd name="T38" fmla="*/ 34 w 68"/>
                  <a:gd name="T39" fmla="*/ 42 h 142"/>
                  <a:gd name="T40" fmla="*/ 34 w 68"/>
                  <a:gd name="T41" fmla="*/ 57 h 142"/>
                  <a:gd name="T42" fmla="*/ 57 w 68"/>
                  <a:gd name="T43" fmla="*/ 62 h 142"/>
                  <a:gd name="T44" fmla="*/ 58 w 68"/>
                  <a:gd name="T45" fmla="*/ 64 h 142"/>
                  <a:gd name="T46" fmla="*/ 56 w 68"/>
                  <a:gd name="T47" fmla="*/ 65 h 142"/>
                  <a:gd name="T48" fmla="*/ 55 w 68"/>
                  <a:gd name="T49" fmla="*/ 65 h 142"/>
                  <a:gd name="T50" fmla="*/ 51 w 68"/>
                  <a:gd name="T51" fmla="*/ 63 h 142"/>
                  <a:gd name="T52" fmla="*/ 34 w 68"/>
                  <a:gd name="T53" fmla="*/ 61 h 142"/>
                  <a:gd name="T54" fmla="*/ 34 w 68"/>
                  <a:gd name="T55" fmla="*/ 122 h 142"/>
                  <a:gd name="T56" fmla="*/ 1 w 68"/>
                  <a:gd name="T57" fmla="*/ 138 h 142"/>
                  <a:gd name="T58" fmla="*/ 34 w 68"/>
                  <a:gd name="T59" fmla="*/ 122 h 142"/>
                  <a:gd name="T60" fmla="*/ 34 w 68"/>
                  <a:gd name="T61" fmla="*/ 61 h 142"/>
                  <a:gd name="T62" fmla="*/ 17 w 68"/>
                  <a:gd name="T63" fmla="*/ 63 h 142"/>
                  <a:gd name="T64" fmla="*/ 13 w 68"/>
                  <a:gd name="T65" fmla="*/ 65 h 142"/>
                  <a:gd name="T66" fmla="*/ 10 w 68"/>
                  <a:gd name="T67" fmla="*/ 64 h 142"/>
                  <a:gd name="T68" fmla="*/ 11 w 68"/>
                  <a:gd name="T69" fmla="*/ 62 h 142"/>
                  <a:gd name="T70" fmla="*/ 11 w 68"/>
                  <a:gd name="T71" fmla="*/ 62 h 142"/>
                  <a:gd name="T72" fmla="*/ 34 w 68"/>
                  <a:gd name="T73" fmla="*/ 57 h 142"/>
                  <a:gd name="T74" fmla="*/ 34 w 68"/>
                  <a:gd name="T75" fmla="*/ 42 h 142"/>
                  <a:gd name="T76" fmla="*/ 17 w 68"/>
                  <a:gd name="T77" fmla="*/ 44 h 142"/>
                  <a:gd name="T78" fmla="*/ 13 w 68"/>
                  <a:gd name="T79" fmla="*/ 46 h 142"/>
                  <a:gd name="T80" fmla="*/ 10 w 68"/>
                  <a:gd name="T81" fmla="*/ 45 h 142"/>
                  <a:gd name="T82" fmla="*/ 11 w 68"/>
                  <a:gd name="T83" fmla="*/ 43 h 142"/>
                  <a:gd name="T84" fmla="*/ 11 w 68"/>
                  <a:gd name="T85" fmla="*/ 43 h 142"/>
                  <a:gd name="T86" fmla="*/ 34 w 68"/>
                  <a:gd name="T87" fmla="*/ 38 h 142"/>
                  <a:gd name="T88" fmla="*/ 34 w 68"/>
                  <a:gd name="T89" fmla="*/ 23 h 142"/>
                  <a:gd name="T90" fmla="*/ 17 w 68"/>
                  <a:gd name="T91" fmla="*/ 25 h 142"/>
                  <a:gd name="T92" fmla="*/ 13 w 68"/>
                  <a:gd name="T93" fmla="*/ 27 h 142"/>
                  <a:gd name="T94" fmla="*/ 10 w 68"/>
                  <a:gd name="T95" fmla="*/ 26 h 142"/>
                  <a:gd name="T96" fmla="*/ 11 w 68"/>
                  <a:gd name="T97" fmla="*/ 23 h 142"/>
                  <a:gd name="T98" fmla="*/ 11 w 68"/>
                  <a:gd name="T99" fmla="*/ 23 h 142"/>
                  <a:gd name="T100" fmla="*/ 34 w 68"/>
                  <a:gd name="T101" fmla="*/ 19 h 142"/>
                  <a:gd name="T102" fmla="*/ 34 w 68"/>
                  <a:gd name="T103" fmla="*/ 0 h 142"/>
                  <a:gd name="T104" fmla="*/ 2 w 68"/>
                  <a:gd name="T105" fmla="*/ 15 h 142"/>
                  <a:gd name="T106" fmla="*/ 0 w 68"/>
                  <a:gd name="T107" fmla="*/ 31 h 142"/>
                  <a:gd name="T108" fmla="*/ 0 w 68"/>
                  <a:gd name="T109" fmla="*/ 138 h 142"/>
                  <a:gd name="T110" fmla="*/ 1 w 68"/>
                  <a:gd name="T111" fmla="*/ 13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 h="142">
                    <a:moveTo>
                      <a:pt x="34" y="122"/>
                    </a:moveTo>
                    <a:cubicBezTo>
                      <a:pt x="50" y="122"/>
                      <a:pt x="63" y="126"/>
                      <a:pt x="67" y="138"/>
                    </a:cubicBezTo>
                    <a:cubicBezTo>
                      <a:pt x="68" y="142"/>
                      <a:pt x="68" y="142"/>
                      <a:pt x="68" y="138"/>
                    </a:cubicBezTo>
                    <a:cubicBezTo>
                      <a:pt x="68" y="116"/>
                      <a:pt x="68" y="53"/>
                      <a:pt x="68" y="31"/>
                    </a:cubicBezTo>
                    <a:cubicBezTo>
                      <a:pt x="68" y="26"/>
                      <a:pt x="68" y="19"/>
                      <a:pt x="66" y="15"/>
                    </a:cubicBezTo>
                    <a:cubicBezTo>
                      <a:pt x="62" y="3"/>
                      <a:pt x="49" y="0"/>
                      <a:pt x="34" y="0"/>
                    </a:cubicBezTo>
                    <a:cubicBezTo>
                      <a:pt x="34" y="19"/>
                      <a:pt x="34" y="19"/>
                      <a:pt x="34" y="19"/>
                    </a:cubicBezTo>
                    <a:cubicBezTo>
                      <a:pt x="44" y="19"/>
                      <a:pt x="51" y="21"/>
                      <a:pt x="57" y="23"/>
                    </a:cubicBezTo>
                    <a:cubicBezTo>
                      <a:pt x="58" y="24"/>
                      <a:pt x="58" y="25"/>
                      <a:pt x="58" y="26"/>
                    </a:cubicBezTo>
                    <a:cubicBezTo>
                      <a:pt x="58" y="27"/>
                      <a:pt x="57" y="27"/>
                      <a:pt x="56" y="27"/>
                    </a:cubicBezTo>
                    <a:cubicBezTo>
                      <a:pt x="56" y="27"/>
                      <a:pt x="56" y="27"/>
                      <a:pt x="55" y="27"/>
                    </a:cubicBezTo>
                    <a:cubicBezTo>
                      <a:pt x="54" y="26"/>
                      <a:pt x="52" y="26"/>
                      <a:pt x="51" y="25"/>
                    </a:cubicBezTo>
                    <a:cubicBezTo>
                      <a:pt x="46" y="24"/>
                      <a:pt x="41" y="23"/>
                      <a:pt x="34" y="23"/>
                    </a:cubicBezTo>
                    <a:cubicBezTo>
                      <a:pt x="34" y="38"/>
                      <a:pt x="34" y="38"/>
                      <a:pt x="34" y="38"/>
                    </a:cubicBezTo>
                    <a:cubicBezTo>
                      <a:pt x="44" y="38"/>
                      <a:pt x="51" y="40"/>
                      <a:pt x="57" y="43"/>
                    </a:cubicBezTo>
                    <a:cubicBezTo>
                      <a:pt x="58" y="43"/>
                      <a:pt x="58" y="44"/>
                      <a:pt x="58" y="45"/>
                    </a:cubicBezTo>
                    <a:cubicBezTo>
                      <a:pt x="58" y="46"/>
                      <a:pt x="57" y="46"/>
                      <a:pt x="56" y="46"/>
                    </a:cubicBezTo>
                    <a:cubicBezTo>
                      <a:pt x="56" y="46"/>
                      <a:pt x="56" y="46"/>
                      <a:pt x="55" y="46"/>
                    </a:cubicBezTo>
                    <a:cubicBezTo>
                      <a:pt x="54" y="45"/>
                      <a:pt x="52" y="45"/>
                      <a:pt x="51" y="44"/>
                    </a:cubicBezTo>
                    <a:cubicBezTo>
                      <a:pt x="46" y="43"/>
                      <a:pt x="41" y="42"/>
                      <a:pt x="34" y="42"/>
                    </a:cubicBezTo>
                    <a:cubicBezTo>
                      <a:pt x="34" y="57"/>
                      <a:pt x="34" y="57"/>
                      <a:pt x="34" y="57"/>
                    </a:cubicBezTo>
                    <a:cubicBezTo>
                      <a:pt x="44" y="57"/>
                      <a:pt x="51" y="59"/>
                      <a:pt x="57" y="62"/>
                    </a:cubicBezTo>
                    <a:cubicBezTo>
                      <a:pt x="58" y="62"/>
                      <a:pt x="58" y="63"/>
                      <a:pt x="58" y="64"/>
                    </a:cubicBezTo>
                    <a:cubicBezTo>
                      <a:pt x="58" y="65"/>
                      <a:pt x="57" y="65"/>
                      <a:pt x="56" y="65"/>
                    </a:cubicBezTo>
                    <a:cubicBezTo>
                      <a:pt x="56" y="65"/>
                      <a:pt x="56" y="65"/>
                      <a:pt x="55" y="65"/>
                    </a:cubicBezTo>
                    <a:cubicBezTo>
                      <a:pt x="54" y="64"/>
                      <a:pt x="52" y="64"/>
                      <a:pt x="51" y="63"/>
                    </a:cubicBezTo>
                    <a:cubicBezTo>
                      <a:pt x="46" y="62"/>
                      <a:pt x="41" y="61"/>
                      <a:pt x="34" y="61"/>
                    </a:cubicBezTo>
                    <a:lnTo>
                      <a:pt x="34" y="122"/>
                    </a:lnTo>
                    <a:close/>
                    <a:moveTo>
                      <a:pt x="1" y="138"/>
                    </a:moveTo>
                    <a:cubicBezTo>
                      <a:pt x="5" y="126"/>
                      <a:pt x="18" y="122"/>
                      <a:pt x="34" y="122"/>
                    </a:cubicBezTo>
                    <a:cubicBezTo>
                      <a:pt x="34" y="61"/>
                      <a:pt x="34" y="61"/>
                      <a:pt x="34" y="61"/>
                    </a:cubicBezTo>
                    <a:cubicBezTo>
                      <a:pt x="27" y="61"/>
                      <a:pt x="22" y="62"/>
                      <a:pt x="17" y="63"/>
                    </a:cubicBezTo>
                    <a:cubicBezTo>
                      <a:pt x="16" y="64"/>
                      <a:pt x="14" y="64"/>
                      <a:pt x="13" y="65"/>
                    </a:cubicBezTo>
                    <a:cubicBezTo>
                      <a:pt x="12" y="66"/>
                      <a:pt x="10" y="65"/>
                      <a:pt x="10" y="64"/>
                    </a:cubicBezTo>
                    <a:cubicBezTo>
                      <a:pt x="9" y="63"/>
                      <a:pt x="10" y="62"/>
                      <a:pt x="11" y="62"/>
                    </a:cubicBezTo>
                    <a:cubicBezTo>
                      <a:pt x="11" y="62"/>
                      <a:pt x="11" y="62"/>
                      <a:pt x="11" y="62"/>
                    </a:cubicBezTo>
                    <a:cubicBezTo>
                      <a:pt x="17" y="59"/>
                      <a:pt x="24" y="57"/>
                      <a:pt x="34" y="57"/>
                    </a:cubicBezTo>
                    <a:cubicBezTo>
                      <a:pt x="34" y="42"/>
                      <a:pt x="34" y="42"/>
                      <a:pt x="34" y="42"/>
                    </a:cubicBezTo>
                    <a:cubicBezTo>
                      <a:pt x="27" y="42"/>
                      <a:pt x="22" y="43"/>
                      <a:pt x="17" y="44"/>
                    </a:cubicBezTo>
                    <a:cubicBezTo>
                      <a:pt x="16" y="45"/>
                      <a:pt x="14" y="45"/>
                      <a:pt x="13" y="46"/>
                    </a:cubicBezTo>
                    <a:cubicBezTo>
                      <a:pt x="12" y="47"/>
                      <a:pt x="10" y="46"/>
                      <a:pt x="10" y="45"/>
                    </a:cubicBezTo>
                    <a:cubicBezTo>
                      <a:pt x="9" y="44"/>
                      <a:pt x="10" y="43"/>
                      <a:pt x="11" y="43"/>
                    </a:cubicBezTo>
                    <a:cubicBezTo>
                      <a:pt x="11" y="43"/>
                      <a:pt x="11" y="43"/>
                      <a:pt x="11" y="43"/>
                    </a:cubicBezTo>
                    <a:cubicBezTo>
                      <a:pt x="17" y="40"/>
                      <a:pt x="24" y="38"/>
                      <a:pt x="34" y="38"/>
                    </a:cubicBezTo>
                    <a:cubicBezTo>
                      <a:pt x="34" y="23"/>
                      <a:pt x="34" y="23"/>
                      <a:pt x="34" y="23"/>
                    </a:cubicBezTo>
                    <a:cubicBezTo>
                      <a:pt x="27" y="23"/>
                      <a:pt x="22" y="24"/>
                      <a:pt x="17" y="25"/>
                    </a:cubicBezTo>
                    <a:cubicBezTo>
                      <a:pt x="15" y="26"/>
                      <a:pt x="14" y="26"/>
                      <a:pt x="13" y="27"/>
                    </a:cubicBezTo>
                    <a:cubicBezTo>
                      <a:pt x="12" y="27"/>
                      <a:pt x="10" y="27"/>
                      <a:pt x="10" y="26"/>
                    </a:cubicBezTo>
                    <a:cubicBezTo>
                      <a:pt x="9" y="25"/>
                      <a:pt x="10" y="24"/>
                      <a:pt x="11" y="23"/>
                    </a:cubicBezTo>
                    <a:cubicBezTo>
                      <a:pt x="11" y="23"/>
                      <a:pt x="11" y="23"/>
                      <a:pt x="11" y="23"/>
                    </a:cubicBezTo>
                    <a:cubicBezTo>
                      <a:pt x="17" y="21"/>
                      <a:pt x="24" y="19"/>
                      <a:pt x="34" y="19"/>
                    </a:cubicBezTo>
                    <a:cubicBezTo>
                      <a:pt x="34" y="0"/>
                      <a:pt x="34" y="0"/>
                      <a:pt x="34" y="0"/>
                    </a:cubicBezTo>
                    <a:cubicBezTo>
                      <a:pt x="19" y="0"/>
                      <a:pt x="6" y="3"/>
                      <a:pt x="2" y="15"/>
                    </a:cubicBezTo>
                    <a:cubicBezTo>
                      <a:pt x="0" y="19"/>
                      <a:pt x="0" y="26"/>
                      <a:pt x="0" y="31"/>
                    </a:cubicBezTo>
                    <a:cubicBezTo>
                      <a:pt x="0" y="53"/>
                      <a:pt x="0" y="116"/>
                      <a:pt x="0" y="138"/>
                    </a:cubicBezTo>
                    <a:cubicBezTo>
                      <a:pt x="0" y="142"/>
                      <a:pt x="0" y="142"/>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2" name="Freeform 28"/>
              <p:cNvSpPr>
                <a:spLocks noEditPoints="1"/>
              </p:cNvSpPr>
              <p:nvPr/>
            </p:nvSpPr>
            <p:spPr bwMode="auto">
              <a:xfrm>
                <a:off x="-5045075" y="3683000"/>
                <a:ext cx="250825" cy="533400"/>
              </a:xfrm>
              <a:custGeom>
                <a:avLst/>
                <a:gdLst>
                  <a:gd name="T0" fmla="*/ 67 w 67"/>
                  <a:gd name="T1" fmla="*/ 138 h 142"/>
                  <a:gd name="T2" fmla="*/ 66 w 67"/>
                  <a:gd name="T3" fmla="*/ 15 h 142"/>
                  <a:gd name="T4" fmla="*/ 33 w 67"/>
                  <a:gd name="T5" fmla="*/ 19 h 142"/>
                  <a:gd name="T6" fmla="*/ 57 w 67"/>
                  <a:gd name="T7" fmla="*/ 26 h 142"/>
                  <a:gd name="T8" fmla="*/ 56 w 67"/>
                  <a:gd name="T9" fmla="*/ 27 h 142"/>
                  <a:gd name="T10" fmla="*/ 50 w 67"/>
                  <a:gd name="T11" fmla="*/ 25 h 142"/>
                  <a:gd name="T12" fmla="*/ 33 w 67"/>
                  <a:gd name="T13" fmla="*/ 38 h 142"/>
                  <a:gd name="T14" fmla="*/ 57 w 67"/>
                  <a:gd name="T15" fmla="*/ 45 h 142"/>
                  <a:gd name="T16" fmla="*/ 56 w 67"/>
                  <a:gd name="T17" fmla="*/ 46 h 142"/>
                  <a:gd name="T18" fmla="*/ 50 w 67"/>
                  <a:gd name="T19" fmla="*/ 44 h 142"/>
                  <a:gd name="T20" fmla="*/ 33 w 67"/>
                  <a:gd name="T21" fmla="*/ 57 h 142"/>
                  <a:gd name="T22" fmla="*/ 57 w 67"/>
                  <a:gd name="T23" fmla="*/ 64 h 142"/>
                  <a:gd name="T24" fmla="*/ 56 w 67"/>
                  <a:gd name="T25" fmla="*/ 65 h 142"/>
                  <a:gd name="T26" fmla="*/ 50 w 67"/>
                  <a:gd name="T27" fmla="*/ 63 h 142"/>
                  <a:gd name="T28" fmla="*/ 33 w 67"/>
                  <a:gd name="T29" fmla="*/ 122 h 142"/>
                  <a:gd name="T30" fmla="*/ 66 w 67"/>
                  <a:gd name="T31" fmla="*/ 138 h 142"/>
                  <a:gd name="T32" fmla="*/ 33 w 67"/>
                  <a:gd name="T33" fmla="*/ 0 h 142"/>
                  <a:gd name="T34" fmla="*/ 0 w 67"/>
                  <a:gd name="T35" fmla="*/ 31 h 142"/>
                  <a:gd name="T36" fmla="*/ 1 w 67"/>
                  <a:gd name="T37" fmla="*/ 138 h 142"/>
                  <a:gd name="T38" fmla="*/ 33 w 67"/>
                  <a:gd name="T39" fmla="*/ 61 h 142"/>
                  <a:gd name="T40" fmla="*/ 17 w 67"/>
                  <a:gd name="T41" fmla="*/ 63 h 142"/>
                  <a:gd name="T42" fmla="*/ 9 w 67"/>
                  <a:gd name="T43" fmla="*/ 64 h 142"/>
                  <a:gd name="T44" fmla="*/ 33 w 67"/>
                  <a:gd name="T45" fmla="*/ 57 h 142"/>
                  <a:gd name="T46" fmla="*/ 33 w 67"/>
                  <a:gd name="T47" fmla="*/ 42 h 142"/>
                  <a:gd name="T48" fmla="*/ 17 w 67"/>
                  <a:gd name="T49" fmla="*/ 44 h 142"/>
                  <a:gd name="T50" fmla="*/ 9 w 67"/>
                  <a:gd name="T51" fmla="*/ 45 h 142"/>
                  <a:gd name="T52" fmla="*/ 33 w 67"/>
                  <a:gd name="T53" fmla="*/ 38 h 142"/>
                  <a:gd name="T54" fmla="*/ 33 w 67"/>
                  <a:gd name="T55" fmla="*/ 23 h 142"/>
                  <a:gd name="T56" fmla="*/ 17 w 67"/>
                  <a:gd name="T57" fmla="*/ 25 h 142"/>
                  <a:gd name="T58" fmla="*/ 9 w 67"/>
                  <a:gd name="T59" fmla="*/ 26 h 142"/>
                  <a:gd name="T60" fmla="*/ 33 w 67"/>
                  <a:gd name="T61" fmla="*/ 19 h 142"/>
                  <a:gd name="T62" fmla="*/ 33 w 67"/>
                  <a:gd name="T63"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142">
                    <a:moveTo>
                      <a:pt x="66" y="138"/>
                    </a:moveTo>
                    <a:cubicBezTo>
                      <a:pt x="67" y="142"/>
                      <a:pt x="67" y="142"/>
                      <a:pt x="67" y="138"/>
                    </a:cubicBezTo>
                    <a:cubicBezTo>
                      <a:pt x="67" y="116"/>
                      <a:pt x="67" y="53"/>
                      <a:pt x="67" y="31"/>
                    </a:cubicBezTo>
                    <a:cubicBezTo>
                      <a:pt x="67" y="26"/>
                      <a:pt x="67" y="19"/>
                      <a:pt x="66" y="15"/>
                    </a:cubicBezTo>
                    <a:cubicBezTo>
                      <a:pt x="62" y="3"/>
                      <a:pt x="49" y="0"/>
                      <a:pt x="33" y="0"/>
                    </a:cubicBezTo>
                    <a:cubicBezTo>
                      <a:pt x="33" y="19"/>
                      <a:pt x="33" y="19"/>
                      <a:pt x="33" y="19"/>
                    </a:cubicBezTo>
                    <a:cubicBezTo>
                      <a:pt x="43" y="19"/>
                      <a:pt x="51" y="21"/>
                      <a:pt x="57" y="23"/>
                    </a:cubicBezTo>
                    <a:cubicBezTo>
                      <a:pt x="58" y="24"/>
                      <a:pt x="58" y="25"/>
                      <a:pt x="57" y="26"/>
                    </a:cubicBezTo>
                    <a:cubicBezTo>
                      <a:pt x="57" y="26"/>
                      <a:pt x="57" y="26"/>
                      <a:pt x="57" y="26"/>
                    </a:cubicBezTo>
                    <a:cubicBezTo>
                      <a:pt x="57" y="27"/>
                      <a:pt x="56" y="27"/>
                      <a:pt x="56" y="27"/>
                    </a:cubicBezTo>
                    <a:cubicBezTo>
                      <a:pt x="55" y="27"/>
                      <a:pt x="55" y="27"/>
                      <a:pt x="55" y="27"/>
                    </a:cubicBezTo>
                    <a:cubicBezTo>
                      <a:pt x="53" y="26"/>
                      <a:pt x="52" y="26"/>
                      <a:pt x="50" y="25"/>
                    </a:cubicBezTo>
                    <a:cubicBezTo>
                      <a:pt x="46" y="24"/>
                      <a:pt x="40" y="23"/>
                      <a:pt x="33" y="23"/>
                    </a:cubicBezTo>
                    <a:cubicBezTo>
                      <a:pt x="33" y="38"/>
                      <a:pt x="33" y="38"/>
                      <a:pt x="33" y="38"/>
                    </a:cubicBezTo>
                    <a:cubicBezTo>
                      <a:pt x="43" y="38"/>
                      <a:pt x="51" y="40"/>
                      <a:pt x="57" y="43"/>
                    </a:cubicBezTo>
                    <a:cubicBezTo>
                      <a:pt x="58" y="43"/>
                      <a:pt x="58" y="44"/>
                      <a:pt x="57" y="45"/>
                    </a:cubicBezTo>
                    <a:cubicBezTo>
                      <a:pt x="57" y="45"/>
                      <a:pt x="57" y="45"/>
                      <a:pt x="57" y="45"/>
                    </a:cubicBezTo>
                    <a:cubicBezTo>
                      <a:pt x="57" y="46"/>
                      <a:pt x="56" y="46"/>
                      <a:pt x="56" y="46"/>
                    </a:cubicBezTo>
                    <a:cubicBezTo>
                      <a:pt x="55" y="46"/>
                      <a:pt x="55" y="46"/>
                      <a:pt x="55" y="46"/>
                    </a:cubicBezTo>
                    <a:cubicBezTo>
                      <a:pt x="53" y="45"/>
                      <a:pt x="52" y="45"/>
                      <a:pt x="50" y="44"/>
                    </a:cubicBezTo>
                    <a:cubicBezTo>
                      <a:pt x="46" y="43"/>
                      <a:pt x="40" y="42"/>
                      <a:pt x="33" y="42"/>
                    </a:cubicBezTo>
                    <a:cubicBezTo>
                      <a:pt x="33" y="57"/>
                      <a:pt x="33" y="57"/>
                      <a:pt x="33" y="57"/>
                    </a:cubicBezTo>
                    <a:cubicBezTo>
                      <a:pt x="43" y="57"/>
                      <a:pt x="51" y="59"/>
                      <a:pt x="57" y="62"/>
                    </a:cubicBezTo>
                    <a:cubicBezTo>
                      <a:pt x="58" y="62"/>
                      <a:pt x="58" y="63"/>
                      <a:pt x="57" y="64"/>
                    </a:cubicBezTo>
                    <a:cubicBezTo>
                      <a:pt x="57" y="64"/>
                      <a:pt x="57" y="64"/>
                      <a:pt x="57" y="64"/>
                    </a:cubicBezTo>
                    <a:cubicBezTo>
                      <a:pt x="57" y="65"/>
                      <a:pt x="56" y="65"/>
                      <a:pt x="56" y="65"/>
                    </a:cubicBezTo>
                    <a:cubicBezTo>
                      <a:pt x="55" y="65"/>
                      <a:pt x="55" y="65"/>
                      <a:pt x="55" y="65"/>
                    </a:cubicBezTo>
                    <a:cubicBezTo>
                      <a:pt x="53" y="64"/>
                      <a:pt x="52" y="64"/>
                      <a:pt x="50" y="63"/>
                    </a:cubicBezTo>
                    <a:cubicBezTo>
                      <a:pt x="46" y="62"/>
                      <a:pt x="40" y="61"/>
                      <a:pt x="33" y="61"/>
                    </a:cubicBezTo>
                    <a:cubicBezTo>
                      <a:pt x="33" y="122"/>
                      <a:pt x="33" y="122"/>
                      <a:pt x="33" y="122"/>
                    </a:cubicBezTo>
                    <a:cubicBezTo>
                      <a:pt x="33" y="122"/>
                      <a:pt x="33" y="122"/>
                      <a:pt x="33" y="122"/>
                    </a:cubicBezTo>
                    <a:cubicBezTo>
                      <a:pt x="49" y="122"/>
                      <a:pt x="62" y="126"/>
                      <a:pt x="66" y="138"/>
                    </a:cubicBezTo>
                    <a:close/>
                    <a:moveTo>
                      <a:pt x="33" y="0"/>
                    </a:moveTo>
                    <a:cubicBezTo>
                      <a:pt x="33" y="0"/>
                      <a:pt x="33" y="0"/>
                      <a:pt x="33" y="0"/>
                    </a:cubicBezTo>
                    <a:cubicBezTo>
                      <a:pt x="18" y="0"/>
                      <a:pt x="5" y="3"/>
                      <a:pt x="1" y="15"/>
                    </a:cubicBezTo>
                    <a:cubicBezTo>
                      <a:pt x="0" y="19"/>
                      <a:pt x="0" y="26"/>
                      <a:pt x="0" y="31"/>
                    </a:cubicBezTo>
                    <a:cubicBezTo>
                      <a:pt x="0" y="53"/>
                      <a:pt x="0" y="116"/>
                      <a:pt x="0" y="138"/>
                    </a:cubicBezTo>
                    <a:cubicBezTo>
                      <a:pt x="0" y="142"/>
                      <a:pt x="0" y="142"/>
                      <a:pt x="1" y="138"/>
                    </a:cubicBezTo>
                    <a:cubicBezTo>
                      <a:pt x="5" y="126"/>
                      <a:pt x="18" y="122"/>
                      <a:pt x="33" y="122"/>
                    </a:cubicBezTo>
                    <a:cubicBezTo>
                      <a:pt x="33" y="61"/>
                      <a:pt x="33" y="61"/>
                      <a:pt x="33" y="61"/>
                    </a:cubicBezTo>
                    <a:cubicBezTo>
                      <a:pt x="33" y="61"/>
                      <a:pt x="33" y="61"/>
                      <a:pt x="33" y="61"/>
                    </a:cubicBezTo>
                    <a:cubicBezTo>
                      <a:pt x="27" y="61"/>
                      <a:pt x="21" y="62"/>
                      <a:pt x="17" y="63"/>
                    </a:cubicBezTo>
                    <a:cubicBezTo>
                      <a:pt x="15" y="64"/>
                      <a:pt x="13" y="64"/>
                      <a:pt x="12" y="65"/>
                    </a:cubicBezTo>
                    <a:cubicBezTo>
                      <a:pt x="11" y="66"/>
                      <a:pt x="10" y="65"/>
                      <a:pt x="9" y="64"/>
                    </a:cubicBezTo>
                    <a:cubicBezTo>
                      <a:pt x="9" y="63"/>
                      <a:pt x="9" y="62"/>
                      <a:pt x="10" y="62"/>
                    </a:cubicBezTo>
                    <a:cubicBezTo>
                      <a:pt x="16" y="59"/>
                      <a:pt x="24" y="57"/>
                      <a:pt x="33" y="57"/>
                    </a:cubicBezTo>
                    <a:cubicBezTo>
                      <a:pt x="33" y="57"/>
                      <a:pt x="33" y="57"/>
                      <a:pt x="33" y="57"/>
                    </a:cubicBezTo>
                    <a:cubicBezTo>
                      <a:pt x="33" y="42"/>
                      <a:pt x="33" y="42"/>
                      <a:pt x="33" y="42"/>
                    </a:cubicBezTo>
                    <a:cubicBezTo>
                      <a:pt x="33" y="42"/>
                      <a:pt x="33" y="42"/>
                      <a:pt x="33" y="42"/>
                    </a:cubicBezTo>
                    <a:cubicBezTo>
                      <a:pt x="27" y="42"/>
                      <a:pt x="21" y="43"/>
                      <a:pt x="17" y="44"/>
                    </a:cubicBezTo>
                    <a:cubicBezTo>
                      <a:pt x="15" y="45"/>
                      <a:pt x="13" y="45"/>
                      <a:pt x="12" y="46"/>
                    </a:cubicBezTo>
                    <a:cubicBezTo>
                      <a:pt x="11" y="47"/>
                      <a:pt x="10" y="46"/>
                      <a:pt x="9" y="45"/>
                    </a:cubicBezTo>
                    <a:cubicBezTo>
                      <a:pt x="9" y="44"/>
                      <a:pt x="9" y="43"/>
                      <a:pt x="10" y="43"/>
                    </a:cubicBezTo>
                    <a:cubicBezTo>
                      <a:pt x="16" y="40"/>
                      <a:pt x="24" y="38"/>
                      <a:pt x="33" y="38"/>
                    </a:cubicBezTo>
                    <a:cubicBezTo>
                      <a:pt x="33" y="38"/>
                      <a:pt x="33" y="38"/>
                      <a:pt x="33" y="38"/>
                    </a:cubicBezTo>
                    <a:cubicBezTo>
                      <a:pt x="33" y="23"/>
                      <a:pt x="33" y="23"/>
                      <a:pt x="33" y="23"/>
                    </a:cubicBezTo>
                    <a:cubicBezTo>
                      <a:pt x="33" y="23"/>
                      <a:pt x="33" y="23"/>
                      <a:pt x="33" y="23"/>
                    </a:cubicBezTo>
                    <a:cubicBezTo>
                      <a:pt x="27" y="23"/>
                      <a:pt x="21" y="24"/>
                      <a:pt x="17" y="25"/>
                    </a:cubicBezTo>
                    <a:cubicBezTo>
                      <a:pt x="15" y="26"/>
                      <a:pt x="13" y="26"/>
                      <a:pt x="12" y="27"/>
                    </a:cubicBezTo>
                    <a:cubicBezTo>
                      <a:pt x="11" y="27"/>
                      <a:pt x="10" y="27"/>
                      <a:pt x="9" y="26"/>
                    </a:cubicBezTo>
                    <a:cubicBezTo>
                      <a:pt x="9" y="25"/>
                      <a:pt x="9" y="24"/>
                      <a:pt x="10" y="23"/>
                    </a:cubicBezTo>
                    <a:cubicBezTo>
                      <a:pt x="16" y="21"/>
                      <a:pt x="24" y="19"/>
                      <a:pt x="33" y="19"/>
                    </a:cubicBezTo>
                    <a:cubicBezTo>
                      <a:pt x="33" y="19"/>
                      <a:pt x="33" y="19"/>
                      <a:pt x="33" y="19"/>
                    </a:cubicBez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3" name="Freeform 29"/>
              <p:cNvSpPr>
                <a:spLocks/>
              </p:cNvSpPr>
              <p:nvPr/>
            </p:nvSpPr>
            <p:spPr bwMode="auto">
              <a:xfrm>
                <a:off x="-3678238" y="7881938"/>
                <a:ext cx="288925" cy="555625"/>
              </a:xfrm>
              <a:custGeom>
                <a:avLst/>
                <a:gdLst>
                  <a:gd name="T0" fmla="*/ 77 w 77"/>
                  <a:gd name="T1" fmla="*/ 109 h 148"/>
                  <a:gd name="T2" fmla="*/ 77 w 77"/>
                  <a:gd name="T3" fmla="*/ 35 h 148"/>
                  <a:gd name="T4" fmla="*/ 45 w 77"/>
                  <a:gd name="T5" fmla="*/ 0 h 148"/>
                  <a:gd name="T6" fmla="*/ 31 w 77"/>
                  <a:gd name="T7" fmla="*/ 0 h 148"/>
                  <a:gd name="T8" fmla="*/ 0 w 77"/>
                  <a:gd name="T9" fmla="*/ 35 h 148"/>
                  <a:gd name="T10" fmla="*/ 0 w 77"/>
                  <a:gd name="T11" fmla="*/ 118 h 148"/>
                  <a:gd name="T12" fmla="*/ 29 w 77"/>
                  <a:gd name="T13" fmla="*/ 148 h 148"/>
                  <a:gd name="T14" fmla="*/ 30 w 77"/>
                  <a:gd name="T15" fmla="*/ 148 h 148"/>
                  <a:gd name="T16" fmla="*/ 60 w 77"/>
                  <a:gd name="T17" fmla="*/ 118 h 148"/>
                  <a:gd name="T18" fmla="*/ 60 w 77"/>
                  <a:gd name="T19" fmla="*/ 61 h 148"/>
                  <a:gd name="T20" fmla="*/ 40 w 77"/>
                  <a:gd name="T21" fmla="*/ 39 h 148"/>
                  <a:gd name="T22" fmla="*/ 37 w 77"/>
                  <a:gd name="T23" fmla="*/ 39 h 148"/>
                  <a:gd name="T24" fmla="*/ 17 w 77"/>
                  <a:gd name="T25" fmla="*/ 61 h 148"/>
                  <a:gd name="T26" fmla="*/ 17 w 77"/>
                  <a:gd name="T27" fmla="*/ 109 h 148"/>
                  <a:gd name="T28" fmla="*/ 29 w 77"/>
                  <a:gd name="T29" fmla="*/ 109 h 148"/>
                  <a:gd name="T30" fmla="*/ 29 w 77"/>
                  <a:gd name="T31" fmla="*/ 61 h 148"/>
                  <a:gd name="T32" fmla="*/ 37 w 77"/>
                  <a:gd name="T33" fmla="*/ 51 h 148"/>
                  <a:gd name="T34" fmla="*/ 40 w 77"/>
                  <a:gd name="T35" fmla="*/ 51 h 148"/>
                  <a:gd name="T36" fmla="*/ 49 w 77"/>
                  <a:gd name="T37" fmla="*/ 61 h 148"/>
                  <a:gd name="T38" fmla="*/ 49 w 77"/>
                  <a:gd name="T39" fmla="*/ 118 h 148"/>
                  <a:gd name="T40" fmla="*/ 30 w 77"/>
                  <a:gd name="T41" fmla="*/ 137 h 148"/>
                  <a:gd name="T42" fmla="*/ 16 w 77"/>
                  <a:gd name="T43" fmla="*/ 130 h 148"/>
                  <a:gd name="T44" fmla="*/ 11 w 77"/>
                  <a:gd name="T45" fmla="*/ 112 h 148"/>
                  <a:gd name="T46" fmla="*/ 11 w 77"/>
                  <a:gd name="T47" fmla="*/ 35 h 148"/>
                  <a:gd name="T48" fmla="*/ 31 w 77"/>
                  <a:gd name="T49" fmla="*/ 11 h 148"/>
                  <a:gd name="T50" fmla="*/ 45 w 77"/>
                  <a:gd name="T51" fmla="*/ 11 h 148"/>
                  <a:gd name="T52" fmla="*/ 66 w 77"/>
                  <a:gd name="T53" fmla="*/ 35 h 148"/>
                  <a:gd name="T54" fmla="*/ 66 w 77"/>
                  <a:gd name="T55" fmla="*/ 109 h 148"/>
                  <a:gd name="T56" fmla="*/ 77 w 77"/>
                  <a:gd name="T57" fmla="*/ 10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148">
                    <a:moveTo>
                      <a:pt x="77" y="109"/>
                    </a:moveTo>
                    <a:cubicBezTo>
                      <a:pt x="77" y="35"/>
                      <a:pt x="77" y="35"/>
                      <a:pt x="77" y="35"/>
                    </a:cubicBezTo>
                    <a:cubicBezTo>
                      <a:pt x="77" y="14"/>
                      <a:pt x="64" y="0"/>
                      <a:pt x="45" y="0"/>
                    </a:cubicBezTo>
                    <a:cubicBezTo>
                      <a:pt x="31" y="0"/>
                      <a:pt x="31" y="0"/>
                      <a:pt x="31" y="0"/>
                    </a:cubicBezTo>
                    <a:cubicBezTo>
                      <a:pt x="12" y="0"/>
                      <a:pt x="0" y="14"/>
                      <a:pt x="0" y="35"/>
                    </a:cubicBezTo>
                    <a:cubicBezTo>
                      <a:pt x="0" y="35"/>
                      <a:pt x="0" y="118"/>
                      <a:pt x="0" y="118"/>
                    </a:cubicBezTo>
                    <a:cubicBezTo>
                      <a:pt x="0" y="134"/>
                      <a:pt x="13" y="148"/>
                      <a:pt x="29" y="148"/>
                    </a:cubicBezTo>
                    <a:cubicBezTo>
                      <a:pt x="30" y="148"/>
                      <a:pt x="30" y="148"/>
                      <a:pt x="30" y="148"/>
                    </a:cubicBezTo>
                    <a:cubicBezTo>
                      <a:pt x="47" y="148"/>
                      <a:pt x="60" y="135"/>
                      <a:pt x="60" y="118"/>
                    </a:cubicBezTo>
                    <a:cubicBezTo>
                      <a:pt x="60" y="61"/>
                      <a:pt x="60" y="61"/>
                      <a:pt x="60" y="61"/>
                    </a:cubicBezTo>
                    <a:cubicBezTo>
                      <a:pt x="60" y="49"/>
                      <a:pt x="51" y="39"/>
                      <a:pt x="40" y="39"/>
                    </a:cubicBezTo>
                    <a:cubicBezTo>
                      <a:pt x="37" y="39"/>
                      <a:pt x="37" y="39"/>
                      <a:pt x="37" y="39"/>
                    </a:cubicBezTo>
                    <a:cubicBezTo>
                      <a:pt x="26" y="39"/>
                      <a:pt x="17" y="49"/>
                      <a:pt x="17" y="61"/>
                    </a:cubicBezTo>
                    <a:cubicBezTo>
                      <a:pt x="17" y="109"/>
                      <a:pt x="17" y="109"/>
                      <a:pt x="17" y="109"/>
                    </a:cubicBezTo>
                    <a:cubicBezTo>
                      <a:pt x="29" y="109"/>
                      <a:pt x="29" y="109"/>
                      <a:pt x="29" y="109"/>
                    </a:cubicBezTo>
                    <a:cubicBezTo>
                      <a:pt x="29" y="61"/>
                      <a:pt x="29" y="61"/>
                      <a:pt x="29" y="61"/>
                    </a:cubicBezTo>
                    <a:cubicBezTo>
                      <a:pt x="29" y="56"/>
                      <a:pt x="31" y="51"/>
                      <a:pt x="37" y="51"/>
                    </a:cubicBezTo>
                    <a:cubicBezTo>
                      <a:pt x="40" y="51"/>
                      <a:pt x="40" y="51"/>
                      <a:pt x="40" y="51"/>
                    </a:cubicBezTo>
                    <a:cubicBezTo>
                      <a:pt x="45" y="51"/>
                      <a:pt x="49" y="55"/>
                      <a:pt x="49" y="61"/>
                    </a:cubicBezTo>
                    <a:cubicBezTo>
                      <a:pt x="49" y="118"/>
                      <a:pt x="49" y="118"/>
                      <a:pt x="49" y="118"/>
                    </a:cubicBezTo>
                    <a:cubicBezTo>
                      <a:pt x="49" y="128"/>
                      <a:pt x="41" y="137"/>
                      <a:pt x="30" y="137"/>
                    </a:cubicBezTo>
                    <a:cubicBezTo>
                      <a:pt x="24" y="137"/>
                      <a:pt x="19" y="134"/>
                      <a:pt x="16" y="130"/>
                    </a:cubicBezTo>
                    <a:cubicBezTo>
                      <a:pt x="13" y="127"/>
                      <a:pt x="11" y="121"/>
                      <a:pt x="11" y="112"/>
                    </a:cubicBezTo>
                    <a:cubicBezTo>
                      <a:pt x="11" y="35"/>
                      <a:pt x="11" y="35"/>
                      <a:pt x="11" y="35"/>
                    </a:cubicBezTo>
                    <a:cubicBezTo>
                      <a:pt x="11" y="17"/>
                      <a:pt x="21" y="11"/>
                      <a:pt x="31" y="11"/>
                    </a:cubicBezTo>
                    <a:cubicBezTo>
                      <a:pt x="45" y="11"/>
                      <a:pt x="45" y="11"/>
                      <a:pt x="45" y="11"/>
                    </a:cubicBezTo>
                    <a:cubicBezTo>
                      <a:pt x="60" y="11"/>
                      <a:pt x="66" y="23"/>
                      <a:pt x="66" y="35"/>
                    </a:cubicBezTo>
                    <a:cubicBezTo>
                      <a:pt x="66" y="109"/>
                      <a:pt x="66" y="109"/>
                      <a:pt x="66" y="109"/>
                    </a:cubicBezTo>
                    <a:lnTo>
                      <a:pt x="77"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4" name="Freeform 30"/>
              <p:cNvSpPr>
                <a:spLocks/>
              </p:cNvSpPr>
              <p:nvPr/>
            </p:nvSpPr>
            <p:spPr bwMode="auto">
              <a:xfrm>
                <a:off x="-4321175" y="4551363"/>
                <a:ext cx="312738" cy="311150"/>
              </a:xfrm>
              <a:custGeom>
                <a:avLst/>
                <a:gdLst>
                  <a:gd name="T0" fmla="*/ 39 w 83"/>
                  <a:gd name="T1" fmla="*/ 83 h 83"/>
                  <a:gd name="T2" fmla="*/ 41 w 83"/>
                  <a:gd name="T3" fmla="*/ 83 h 83"/>
                  <a:gd name="T4" fmla="*/ 83 w 83"/>
                  <a:gd name="T5" fmla="*/ 42 h 83"/>
                  <a:gd name="T6" fmla="*/ 41 w 83"/>
                  <a:gd name="T7" fmla="*/ 0 h 83"/>
                  <a:gd name="T8" fmla="*/ 0 w 83"/>
                  <a:gd name="T9" fmla="*/ 41 h 83"/>
                  <a:gd name="T10" fmla="*/ 23 w 83"/>
                  <a:gd name="T11" fmla="*/ 55 h 83"/>
                  <a:gd name="T12" fmla="*/ 39 w 83"/>
                  <a:gd name="T13" fmla="*/ 83 h 83"/>
                </a:gdLst>
                <a:ahLst/>
                <a:cxnLst>
                  <a:cxn ang="0">
                    <a:pos x="T0" y="T1"/>
                  </a:cxn>
                  <a:cxn ang="0">
                    <a:pos x="T2" y="T3"/>
                  </a:cxn>
                  <a:cxn ang="0">
                    <a:pos x="T4" y="T5"/>
                  </a:cxn>
                  <a:cxn ang="0">
                    <a:pos x="T6" y="T7"/>
                  </a:cxn>
                  <a:cxn ang="0">
                    <a:pos x="T8" y="T9"/>
                  </a:cxn>
                  <a:cxn ang="0">
                    <a:pos x="T10" y="T11"/>
                  </a:cxn>
                  <a:cxn ang="0">
                    <a:pos x="T12" y="T13"/>
                  </a:cxn>
                </a:cxnLst>
                <a:rect l="0" t="0" r="r" b="b"/>
                <a:pathLst>
                  <a:path w="83" h="83">
                    <a:moveTo>
                      <a:pt x="39" y="83"/>
                    </a:moveTo>
                    <a:cubicBezTo>
                      <a:pt x="40" y="83"/>
                      <a:pt x="40" y="83"/>
                      <a:pt x="41" y="83"/>
                    </a:cubicBezTo>
                    <a:cubicBezTo>
                      <a:pt x="64" y="83"/>
                      <a:pt x="83" y="65"/>
                      <a:pt x="83" y="42"/>
                    </a:cubicBezTo>
                    <a:cubicBezTo>
                      <a:pt x="83" y="19"/>
                      <a:pt x="64" y="0"/>
                      <a:pt x="41" y="0"/>
                    </a:cubicBezTo>
                    <a:cubicBezTo>
                      <a:pt x="19" y="0"/>
                      <a:pt x="0" y="18"/>
                      <a:pt x="0" y="41"/>
                    </a:cubicBezTo>
                    <a:cubicBezTo>
                      <a:pt x="8" y="44"/>
                      <a:pt x="16" y="49"/>
                      <a:pt x="23" y="55"/>
                    </a:cubicBezTo>
                    <a:cubicBezTo>
                      <a:pt x="31" y="63"/>
                      <a:pt x="36" y="73"/>
                      <a:pt x="39"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5" name="Freeform 31"/>
              <p:cNvSpPr>
                <a:spLocks/>
              </p:cNvSpPr>
              <p:nvPr/>
            </p:nvSpPr>
            <p:spPr bwMode="auto">
              <a:xfrm>
                <a:off x="-4208463" y="4464050"/>
                <a:ext cx="87313" cy="68263"/>
              </a:xfrm>
              <a:custGeom>
                <a:avLst/>
                <a:gdLst>
                  <a:gd name="T0" fmla="*/ 55 w 55"/>
                  <a:gd name="T1" fmla="*/ 43 h 43"/>
                  <a:gd name="T2" fmla="*/ 26 w 55"/>
                  <a:gd name="T3" fmla="*/ 0 h 43"/>
                  <a:gd name="T4" fmla="*/ 0 w 55"/>
                  <a:gd name="T5" fmla="*/ 43 h 43"/>
                  <a:gd name="T6" fmla="*/ 55 w 55"/>
                  <a:gd name="T7" fmla="*/ 43 h 43"/>
                </a:gdLst>
                <a:ahLst/>
                <a:cxnLst>
                  <a:cxn ang="0">
                    <a:pos x="T0" y="T1"/>
                  </a:cxn>
                  <a:cxn ang="0">
                    <a:pos x="T2" y="T3"/>
                  </a:cxn>
                  <a:cxn ang="0">
                    <a:pos x="T4" y="T5"/>
                  </a:cxn>
                  <a:cxn ang="0">
                    <a:pos x="T6" y="T7"/>
                  </a:cxn>
                </a:cxnLst>
                <a:rect l="0" t="0" r="r" b="b"/>
                <a:pathLst>
                  <a:path w="55" h="43">
                    <a:moveTo>
                      <a:pt x="55" y="43"/>
                    </a:moveTo>
                    <a:lnTo>
                      <a:pt x="26" y="0"/>
                    </a:lnTo>
                    <a:lnTo>
                      <a:pt x="0" y="43"/>
                    </a:lnTo>
                    <a:lnTo>
                      <a:pt x="55"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6" name="Freeform 32"/>
              <p:cNvSpPr>
                <a:spLocks/>
              </p:cNvSpPr>
              <p:nvPr/>
            </p:nvSpPr>
            <p:spPr bwMode="auto">
              <a:xfrm>
                <a:off x="-3989388" y="4664075"/>
                <a:ext cx="66675" cy="88900"/>
              </a:xfrm>
              <a:custGeom>
                <a:avLst/>
                <a:gdLst>
                  <a:gd name="T0" fmla="*/ 0 w 42"/>
                  <a:gd name="T1" fmla="*/ 56 h 56"/>
                  <a:gd name="T2" fmla="*/ 42 w 42"/>
                  <a:gd name="T3" fmla="*/ 28 h 56"/>
                  <a:gd name="T4" fmla="*/ 0 w 42"/>
                  <a:gd name="T5" fmla="*/ 0 h 56"/>
                  <a:gd name="T6" fmla="*/ 0 w 42"/>
                  <a:gd name="T7" fmla="*/ 56 h 56"/>
                </a:gdLst>
                <a:ahLst/>
                <a:cxnLst>
                  <a:cxn ang="0">
                    <a:pos x="T0" y="T1"/>
                  </a:cxn>
                  <a:cxn ang="0">
                    <a:pos x="T2" y="T3"/>
                  </a:cxn>
                  <a:cxn ang="0">
                    <a:pos x="T4" y="T5"/>
                  </a:cxn>
                  <a:cxn ang="0">
                    <a:pos x="T6" y="T7"/>
                  </a:cxn>
                </a:cxnLst>
                <a:rect l="0" t="0" r="r" b="b"/>
                <a:pathLst>
                  <a:path w="42" h="56">
                    <a:moveTo>
                      <a:pt x="0" y="56"/>
                    </a:moveTo>
                    <a:lnTo>
                      <a:pt x="42" y="28"/>
                    </a:lnTo>
                    <a:lnTo>
                      <a:pt x="0" y="0"/>
                    </a:lnTo>
                    <a:lnTo>
                      <a:pt x="0"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7" name="Freeform 33"/>
              <p:cNvSpPr>
                <a:spLocks/>
              </p:cNvSpPr>
              <p:nvPr/>
            </p:nvSpPr>
            <p:spPr bwMode="auto">
              <a:xfrm>
                <a:off x="-4384675" y="4664075"/>
                <a:ext cx="41275" cy="33338"/>
              </a:xfrm>
              <a:custGeom>
                <a:avLst/>
                <a:gdLst>
                  <a:gd name="T0" fmla="*/ 11 w 11"/>
                  <a:gd name="T1" fmla="*/ 0 h 9"/>
                  <a:gd name="T2" fmla="*/ 0 w 11"/>
                  <a:gd name="T3" fmla="*/ 8 h 9"/>
                  <a:gd name="T4" fmla="*/ 11 w 11"/>
                  <a:gd name="T5" fmla="*/ 9 h 9"/>
                  <a:gd name="T6" fmla="*/ 11 w 11"/>
                  <a:gd name="T7" fmla="*/ 0 h 9"/>
                </a:gdLst>
                <a:ahLst/>
                <a:cxnLst>
                  <a:cxn ang="0">
                    <a:pos x="T0" y="T1"/>
                  </a:cxn>
                  <a:cxn ang="0">
                    <a:pos x="T2" y="T3"/>
                  </a:cxn>
                  <a:cxn ang="0">
                    <a:pos x="T4" y="T5"/>
                  </a:cxn>
                  <a:cxn ang="0">
                    <a:pos x="T6" y="T7"/>
                  </a:cxn>
                </a:cxnLst>
                <a:rect l="0" t="0" r="r" b="b"/>
                <a:pathLst>
                  <a:path w="11" h="9">
                    <a:moveTo>
                      <a:pt x="11" y="0"/>
                    </a:moveTo>
                    <a:cubicBezTo>
                      <a:pt x="0" y="8"/>
                      <a:pt x="0" y="8"/>
                      <a:pt x="0" y="8"/>
                    </a:cubicBezTo>
                    <a:cubicBezTo>
                      <a:pt x="4" y="8"/>
                      <a:pt x="8" y="8"/>
                      <a:pt x="11" y="9"/>
                    </a:cubicBezTo>
                    <a:lnTo>
                      <a:pt x="1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8" name="Freeform 34"/>
              <p:cNvSpPr>
                <a:spLocks/>
              </p:cNvSpPr>
              <p:nvPr/>
            </p:nvSpPr>
            <p:spPr bwMode="auto">
              <a:xfrm>
                <a:off x="-4071938" y="4535488"/>
                <a:ext cx="77788" cy="79375"/>
              </a:xfrm>
              <a:custGeom>
                <a:avLst/>
                <a:gdLst>
                  <a:gd name="T0" fmla="*/ 0 w 49"/>
                  <a:gd name="T1" fmla="*/ 12 h 50"/>
                  <a:gd name="T2" fmla="*/ 37 w 49"/>
                  <a:gd name="T3" fmla="*/ 50 h 50"/>
                  <a:gd name="T4" fmla="*/ 49 w 49"/>
                  <a:gd name="T5" fmla="*/ 0 h 50"/>
                  <a:gd name="T6" fmla="*/ 0 w 49"/>
                  <a:gd name="T7" fmla="*/ 12 h 50"/>
                </a:gdLst>
                <a:ahLst/>
                <a:cxnLst>
                  <a:cxn ang="0">
                    <a:pos x="T0" y="T1"/>
                  </a:cxn>
                  <a:cxn ang="0">
                    <a:pos x="T2" y="T3"/>
                  </a:cxn>
                  <a:cxn ang="0">
                    <a:pos x="T4" y="T5"/>
                  </a:cxn>
                  <a:cxn ang="0">
                    <a:pos x="T6" y="T7"/>
                  </a:cxn>
                </a:cxnLst>
                <a:rect l="0" t="0" r="r" b="b"/>
                <a:pathLst>
                  <a:path w="49" h="50">
                    <a:moveTo>
                      <a:pt x="0" y="12"/>
                    </a:moveTo>
                    <a:lnTo>
                      <a:pt x="37" y="50"/>
                    </a:lnTo>
                    <a:lnTo>
                      <a:pt x="49"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9" name="Freeform 35"/>
              <p:cNvSpPr>
                <a:spLocks/>
              </p:cNvSpPr>
              <p:nvPr/>
            </p:nvSpPr>
            <p:spPr bwMode="auto">
              <a:xfrm>
                <a:off x="-4071938" y="4802188"/>
                <a:ext cx="77788" cy="79375"/>
              </a:xfrm>
              <a:custGeom>
                <a:avLst/>
                <a:gdLst>
                  <a:gd name="T0" fmla="*/ 37 w 49"/>
                  <a:gd name="T1" fmla="*/ 0 h 50"/>
                  <a:gd name="T2" fmla="*/ 0 w 49"/>
                  <a:gd name="T3" fmla="*/ 38 h 50"/>
                  <a:gd name="T4" fmla="*/ 49 w 49"/>
                  <a:gd name="T5" fmla="*/ 50 h 50"/>
                  <a:gd name="T6" fmla="*/ 37 w 49"/>
                  <a:gd name="T7" fmla="*/ 0 h 50"/>
                </a:gdLst>
                <a:ahLst/>
                <a:cxnLst>
                  <a:cxn ang="0">
                    <a:pos x="T0" y="T1"/>
                  </a:cxn>
                  <a:cxn ang="0">
                    <a:pos x="T2" y="T3"/>
                  </a:cxn>
                  <a:cxn ang="0">
                    <a:pos x="T4" y="T5"/>
                  </a:cxn>
                  <a:cxn ang="0">
                    <a:pos x="T6" y="T7"/>
                  </a:cxn>
                </a:cxnLst>
                <a:rect l="0" t="0" r="r" b="b"/>
                <a:pathLst>
                  <a:path w="49" h="50">
                    <a:moveTo>
                      <a:pt x="37" y="0"/>
                    </a:moveTo>
                    <a:lnTo>
                      <a:pt x="0" y="38"/>
                    </a:lnTo>
                    <a:lnTo>
                      <a:pt x="49" y="50"/>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0" name="Freeform 36"/>
              <p:cNvSpPr>
                <a:spLocks/>
              </p:cNvSpPr>
              <p:nvPr/>
            </p:nvSpPr>
            <p:spPr bwMode="auto">
              <a:xfrm>
                <a:off x="-4340225" y="4535488"/>
                <a:ext cx="79375" cy="79375"/>
              </a:xfrm>
              <a:custGeom>
                <a:avLst/>
                <a:gdLst>
                  <a:gd name="T0" fmla="*/ 12 w 50"/>
                  <a:gd name="T1" fmla="*/ 50 h 50"/>
                  <a:gd name="T2" fmla="*/ 50 w 50"/>
                  <a:gd name="T3" fmla="*/ 12 h 50"/>
                  <a:gd name="T4" fmla="*/ 0 w 50"/>
                  <a:gd name="T5" fmla="*/ 0 h 50"/>
                  <a:gd name="T6" fmla="*/ 12 w 50"/>
                  <a:gd name="T7" fmla="*/ 50 h 50"/>
                </a:gdLst>
                <a:ahLst/>
                <a:cxnLst>
                  <a:cxn ang="0">
                    <a:pos x="T0" y="T1"/>
                  </a:cxn>
                  <a:cxn ang="0">
                    <a:pos x="T2" y="T3"/>
                  </a:cxn>
                  <a:cxn ang="0">
                    <a:pos x="T4" y="T5"/>
                  </a:cxn>
                  <a:cxn ang="0">
                    <a:pos x="T6" y="T7"/>
                  </a:cxn>
                </a:cxnLst>
                <a:rect l="0" t="0" r="r" b="b"/>
                <a:pathLst>
                  <a:path w="50" h="50">
                    <a:moveTo>
                      <a:pt x="12" y="50"/>
                    </a:moveTo>
                    <a:lnTo>
                      <a:pt x="50" y="12"/>
                    </a:lnTo>
                    <a:lnTo>
                      <a:pt x="0" y="0"/>
                    </a:lnTo>
                    <a:lnTo>
                      <a:pt x="12"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1" name="Freeform 37"/>
              <p:cNvSpPr>
                <a:spLocks/>
              </p:cNvSpPr>
              <p:nvPr/>
            </p:nvSpPr>
            <p:spPr bwMode="auto">
              <a:xfrm>
                <a:off x="-4670425" y="4711700"/>
                <a:ext cx="684213" cy="417513"/>
              </a:xfrm>
              <a:custGeom>
                <a:avLst/>
                <a:gdLst>
                  <a:gd name="T0" fmla="*/ 149 w 182"/>
                  <a:gd name="T1" fmla="*/ 47 h 111"/>
                  <a:gd name="T2" fmla="*/ 145 w 182"/>
                  <a:gd name="T3" fmla="*/ 47 h 111"/>
                  <a:gd name="T4" fmla="*/ 129 w 182"/>
                  <a:gd name="T5" fmla="*/ 54 h 111"/>
                  <a:gd name="T6" fmla="*/ 128 w 182"/>
                  <a:gd name="T7" fmla="*/ 46 h 111"/>
                  <a:gd name="T8" fmla="*/ 126 w 182"/>
                  <a:gd name="T9" fmla="*/ 40 h 111"/>
                  <a:gd name="T10" fmla="*/ 93 w 182"/>
                  <a:gd name="T11" fmla="*/ 4 h 111"/>
                  <a:gd name="T12" fmla="*/ 87 w 182"/>
                  <a:gd name="T13" fmla="*/ 2 h 111"/>
                  <a:gd name="T14" fmla="*/ 73 w 182"/>
                  <a:gd name="T15" fmla="*/ 0 h 111"/>
                  <a:gd name="T16" fmla="*/ 71 w 182"/>
                  <a:gd name="T17" fmla="*/ 0 h 111"/>
                  <a:gd name="T18" fmla="*/ 17 w 182"/>
                  <a:gd name="T19" fmla="*/ 56 h 111"/>
                  <a:gd name="T20" fmla="*/ 20 w 182"/>
                  <a:gd name="T21" fmla="*/ 72 h 111"/>
                  <a:gd name="T22" fmla="*/ 0 w 182"/>
                  <a:gd name="T23" fmla="*/ 92 h 111"/>
                  <a:gd name="T24" fmla="*/ 20 w 182"/>
                  <a:gd name="T25" fmla="*/ 111 h 111"/>
                  <a:gd name="T26" fmla="*/ 73 w 182"/>
                  <a:gd name="T27" fmla="*/ 111 h 111"/>
                  <a:gd name="T28" fmla="*/ 75 w 182"/>
                  <a:gd name="T29" fmla="*/ 111 h 111"/>
                  <a:gd name="T30" fmla="*/ 149 w 182"/>
                  <a:gd name="T31" fmla="*/ 111 h 111"/>
                  <a:gd name="T32" fmla="*/ 182 w 182"/>
                  <a:gd name="T33" fmla="*/ 79 h 111"/>
                  <a:gd name="T34" fmla="*/ 149 w 182"/>
                  <a:gd name="T35" fmla="*/ 4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2" h="111">
                    <a:moveTo>
                      <a:pt x="149" y="47"/>
                    </a:moveTo>
                    <a:cubicBezTo>
                      <a:pt x="148" y="47"/>
                      <a:pt x="146" y="47"/>
                      <a:pt x="145" y="47"/>
                    </a:cubicBezTo>
                    <a:cubicBezTo>
                      <a:pt x="139" y="48"/>
                      <a:pt x="133" y="51"/>
                      <a:pt x="129" y="54"/>
                    </a:cubicBezTo>
                    <a:cubicBezTo>
                      <a:pt x="129" y="51"/>
                      <a:pt x="128" y="49"/>
                      <a:pt x="128" y="46"/>
                    </a:cubicBezTo>
                    <a:cubicBezTo>
                      <a:pt x="127" y="44"/>
                      <a:pt x="127" y="42"/>
                      <a:pt x="126" y="40"/>
                    </a:cubicBezTo>
                    <a:cubicBezTo>
                      <a:pt x="121" y="23"/>
                      <a:pt x="109" y="10"/>
                      <a:pt x="93" y="4"/>
                    </a:cubicBezTo>
                    <a:cubicBezTo>
                      <a:pt x="91" y="3"/>
                      <a:pt x="89" y="2"/>
                      <a:pt x="87" y="2"/>
                    </a:cubicBezTo>
                    <a:cubicBezTo>
                      <a:pt x="83" y="0"/>
                      <a:pt x="78" y="0"/>
                      <a:pt x="73" y="0"/>
                    </a:cubicBezTo>
                    <a:cubicBezTo>
                      <a:pt x="72" y="0"/>
                      <a:pt x="71" y="0"/>
                      <a:pt x="71" y="0"/>
                    </a:cubicBezTo>
                    <a:cubicBezTo>
                      <a:pt x="41" y="1"/>
                      <a:pt x="17" y="26"/>
                      <a:pt x="17" y="56"/>
                    </a:cubicBezTo>
                    <a:cubicBezTo>
                      <a:pt x="17" y="61"/>
                      <a:pt x="18" y="67"/>
                      <a:pt x="20" y="72"/>
                    </a:cubicBezTo>
                    <a:cubicBezTo>
                      <a:pt x="9" y="72"/>
                      <a:pt x="0" y="81"/>
                      <a:pt x="0" y="92"/>
                    </a:cubicBezTo>
                    <a:cubicBezTo>
                      <a:pt x="0" y="102"/>
                      <a:pt x="9" y="111"/>
                      <a:pt x="20" y="111"/>
                    </a:cubicBezTo>
                    <a:cubicBezTo>
                      <a:pt x="73" y="111"/>
                      <a:pt x="73" y="111"/>
                      <a:pt x="73" y="111"/>
                    </a:cubicBezTo>
                    <a:cubicBezTo>
                      <a:pt x="75" y="111"/>
                      <a:pt x="75" y="111"/>
                      <a:pt x="75" y="111"/>
                    </a:cubicBezTo>
                    <a:cubicBezTo>
                      <a:pt x="149" y="111"/>
                      <a:pt x="149" y="111"/>
                      <a:pt x="149" y="111"/>
                    </a:cubicBezTo>
                    <a:cubicBezTo>
                      <a:pt x="167" y="111"/>
                      <a:pt x="182" y="97"/>
                      <a:pt x="182" y="79"/>
                    </a:cubicBezTo>
                    <a:cubicBezTo>
                      <a:pt x="182" y="61"/>
                      <a:pt x="167" y="47"/>
                      <a:pt x="149"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2" name="Freeform 38"/>
              <p:cNvSpPr>
                <a:spLocks/>
              </p:cNvSpPr>
              <p:nvPr/>
            </p:nvSpPr>
            <p:spPr bwMode="auto">
              <a:xfrm>
                <a:off x="-5305425" y="5665788"/>
                <a:ext cx="473075" cy="288925"/>
              </a:xfrm>
              <a:custGeom>
                <a:avLst/>
                <a:gdLst>
                  <a:gd name="T0" fmla="*/ 14 w 126"/>
                  <a:gd name="T1" fmla="*/ 77 h 77"/>
                  <a:gd name="T2" fmla="*/ 46 w 126"/>
                  <a:gd name="T3" fmla="*/ 77 h 77"/>
                  <a:gd name="T4" fmla="*/ 89 w 126"/>
                  <a:gd name="T5" fmla="*/ 51 h 77"/>
                  <a:gd name="T6" fmla="*/ 123 w 126"/>
                  <a:gd name="T7" fmla="*/ 65 h 77"/>
                  <a:gd name="T8" fmla="*/ 123 w 126"/>
                  <a:gd name="T9" fmla="*/ 65 h 77"/>
                  <a:gd name="T10" fmla="*/ 126 w 126"/>
                  <a:gd name="T11" fmla="*/ 55 h 77"/>
                  <a:gd name="T12" fmla="*/ 104 w 126"/>
                  <a:gd name="T13" fmla="*/ 32 h 77"/>
                  <a:gd name="T14" fmla="*/ 89 w 126"/>
                  <a:gd name="T15" fmla="*/ 38 h 77"/>
                  <a:gd name="T16" fmla="*/ 51 w 126"/>
                  <a:gd name="T17" fmla="*/ 0 h 77"/>
                  <a:gd name="T18" fmla="*/ 12 w 126"/>
                  <a:gd name="T19" fmla="*/ 38 h 77"/>
                  <a:gd name="T20" fmla="*/ 14 w 126"/>
                  <a:gd name="T21" fmla="*/ 50 h 77"/>
                  <a:gd name="T22" fmla="*/ 0 w 126"/>
                  <a:gd name="T23" fmla="*/ 63 h 77"/>
                  <a:gd name="T24" fmla="*/ 14 w 126"/>
                  <a:gd name="T2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 h="77">
                    <a:moveTo>
                      <a:pt x="14" y="77"/>
                    </a:moveTo>
                    <a:cubicBezTo>
                      <a:pt x="46" y="77"/>
                      <a:pt x="46" y="77"/>
                      <a:pt x="46" y="77"/>
                    </a:cubicBezTo>
                    <a:cubicBezTo>
                      <a:pt x="54" y="62"/>
                      <a:pt x="70" y="51"/>
                      <a:pt x="89" y="51"/>
                    </a:cubicBezTo>
                    <a:cubicBezTo>
                      <a:pt x="102" y="51"/>
                      <a:pt x="114" y="56"/>
                      <a:pt x="123" y="65"/>
                    </a:cubicBezTo>
                    <a:cubicBezTo>
                      <a:pt x="123" y="65"/>
                      <a:pt x="123" y="65"/>
                      <a:pt x="123" y="65"/>
                    </a:cubicBezTo>
                    <a:cubicBezTo>
                      <a:pt x="125" y="62"/>
                      <a:pt x="126" y="59"/>
                      <a:pt x="126" y="55"/>
                    </a:cubicBezTo>
                    <a:cubicBezTo>
                      <a:pt x="126" y="42"/>
                      <a:pt x="116" y="32"/>
                      <a:pt x="104" y="32"/>
                    </a:cubicBezTo>
                    <a:cubicBezTo>
                      <a:pt x="98" y="32"/>
                      <a:pt x="93" y="34"/>
                      <a:pt x="89" y="38"/>
                    </a:cubicBezTo>
                    <a:cubicBezTo>
                      <a:pt x="89" y="16"/>
                      <a:pt x="72" y="0"/>
                      <a:pt x="51" y="0"/>
                    </a:cubicBezTo>
                    <a:cubicBezTo>
                      <a:pt x="29" y="0"/>
                      <a:pt x="12" y="17"/>
                      <a:pt x="12" y="38"/>
                    </a:cubicBezTo>
                    <a:cubicBezTo>
                      <a:pt x="12" y="42"/>
                      <a:pt x="13" y="46"/>
                      <a:pt x="14" y="50"/>
                    </a:cubicBezTo>
                    <a:cubicBezTo>
                      <a:pt x="6" y="50"/>
                      <a:pt x="0" y="56"/>
                      <a:pt x="0" y="63"/>
                    </a:cubicBezTo>
                    <a:cubicBezTo>
                      <a:pt x="0" y="71"/>
                      <a:pt x="6" y="77"/>
                      <a:pt x="14"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3" name="Freeform 39"/>
              <p:cNvSpPr>
                <a:spLocks/>
              </p:cNvSpPr>
              <p:nvPr/>
            </p:nvSpPr>
            <p:spPr bwMode="auto">
              <a:xfrm>
                <a:off x="-5184775" y="5872163"/>
                <a:ext cx="536575" cy="330200"/>
              </a:xfrm>
              <a:custGeom>
                <a:avLst/>
                <a:gdLst>
                  <a:gd name="T0" fmla="*/ 117 w 143"/>
                  <a:gd name="T1" fmla="*/ 38 h 88"/>
                  <a:gd name="T2" fmla="*/ 101 w 143"/>
                  <a:gd name="T3" fmla="*/ 44 h 88"/>
                  <a:gd name="T4" fmla="*/ 89 w 143"/>
                  <a:gd name="T5" fmla="*/ 14 h 88"/>
                  <a:gd name="T6" fmla="*/ 57 w 143"/>
                  <a:gd name="T7" fmla="*/ 0 h 88"/>
                  <a:gd name="T8" fmla="*/ 19 w 143"/>
                  <a:gd name="T9" fmla="*/ 22 h 88"/>
                  <a:gd name="T10" fmla="*/ 13 w 143"/>
                  <a:gd name="T11" fmla="*/ 44 h 88"/>
                  <a:gd name="T12" fmla="*/ 15 w 143"/>
                  <a:gd name="T13" fmla="*/ 57 h 88"/>
                  <a:gd name="T14" fmla="*/ 0 w 143"/>
                  <a:gd name="T15" fmla="*/ 73 h 88"/>
                  <a:gd name="T16" fmla="*/ 15 w 143"/>
                  <a:gd name="T17" fmla="*/ 88 h 88"/>
                  <a:gd name="T18" fmla="*/ 57 w 143"/>
                  <a:gd name="T19" fmla="*/ 88 h 88"/>
                  <a:gd name="T20" fmla="*/ 59 w 143"/>
                  <a:gd name="T21" fmla="*/ 88 h 88"/>
                  <a:gd name="T22" fmla="*/ 117 w 143"/>
                  <a:gd name="T23" fmla="*/ 88 h 88"/>
                  <a:gd name="T24" fmla="*/ 143 w 143"/>
                  <a:gd name="T25" fmla="*/ 63 h 88"/>
                  <a:gd name="T26" fmla="*/ 117 w 143"/>
                  <a:gd name="T27" fmla="*/ 3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3" h="88">
                    <a:moveTo>
                      <a:pt x="117" y="38"/>
                    </a:moveTo>
                    <a:cubicBezTo>
                      <a:pt x="111" y="38"/>
                      <a:pt x="105" y="40"/>
                      <a:pt x="101" y="44"/>
                    </a:cubicBezTo>
                    <a:cubicBezTo>
                      <a:pt x="101" y="32"/>
                      <a:pt x="96" y="22"/>
                      <a:pt x="89" y="14"/>
                    </a:cubicBezTo>
                    <a:cubicBezTo>
                      <a:pt x="81" y="6"/>
                      <a:pt x="69" y="0"/>
                      <a:pt x="57" y="0"/>
                    </a:cubicBezTo>
                    <a:cubicBezTo>
                      <a:pt x="41" y="0"/>
                      <a:pt x="27" y="9"/>
                      <a:pt x="19" y="22"/>
                    </a:cubicBezTo>
                    <a:cubicBezTo>
                      <a:pt x="15" y="29"/>
                      <a:pt x="13" y="36"/>
                      <a:pt x="13" y="44"/>
                    </a:cubicBezTo>
                    <a:cubicBezTo>
                      <a:pt x="13" y="49"/>
                      <a:pt x="13" y="53"/>
                      <a:pt x="15" y="57"/>
                    </a:cubicBezTo>
                    <a:cubicBezTo>
                      <a:pt x="6" y="58"/>
                      <a:pt x="0" y="64"/>
                      <a:pt x="0" y="73"/>
                    </a:cubicBezTo>
                    <a:cubicBezTo>
                      <a:pt x="0" y="81"/>
                      <a:pt x="6" y="88"/>
                      <a:pt x="15" y="88"/>
                    </a:cubicBezTo>
                    <a:cubicBezTo>
                      <a:pt x="57" y="88"/>
                      <a:pt x="57" y="88"/>
                      <a:pt x="57" y="88"/>
                    </a:cubicBezTo>
                    <a:cubicBezTo>
                      <a:pt x="59" y="88"/>
                      <a:pt x="59" y="88"/>
                      <a:pt x="59" y="88"/>
                    </a:cubicBezTo>
                    <a:cubicBezTo>
                      <a:pt x="117" y="88"/>
                      <a:pt x="117" y="88"/>
                      <a:pt x="117" y="88"/>
                    </a:cubicBezTo>
                    <a:cubicBezTo>
                      <a:pt x="131" y="88"/>
                      <a:pt x="143" y="77"/>
                      <a:pt x="143" y="63"/>
                    </a:cubicBezTo>
                    <a:cubicBezTo>
                      <a:pt x="143" y="49"/>
                      <a:pt x="131" y="38"/>
                      <a:pt x="11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4" name="Freeform 40"/>
              <p:cNvSpPr>
                <a:spLocks/>
              </p:cNvSpPr>
              <p:nvPr/>
            </p:nvSpPr>
            <p:spPr bwMode="auto">
              <a:xfrm>
                <a:off x="-2963863" y="1122363"/>
                <a:ext cx="49213" cy="500063"/>
              </a:xfrm>
              <a:custGeom>
                <a:avLst/>
                <a:gdLst>
                  <a:gd name="T0" fmla="*/ 0 w 13"/>
                  <a:gd name="T1" fmla="*/ 0 h 133"/>
                  <a:gd name="T2" fmla="*/ 0 w 13"/>
                  <a:gd name="T3" fmla="*/ 133 h 133"/>
                  <a:gd name="T4" fmla="*/ 13 w 13"/>
                  <a:gd name="T5" fmla="*/ 133 h 133"/>
                  <a:gd name="T6" fmla="*/ 13 w 13"/>
                  <a:gd name="T7" fmla="*/ 0 h 133"/>
                  <a:gd name="T8" fmla="*/ 7 w 13"/>
                  <a:gd name="T9" fmla="*/ 1 h 133"/>
                  <a:gd name="T10" fmla="*/ 0 w 13"/>
                  <a:gd name="T11" fmla="*/ 0 h 133"/>
                </a:gdLst>
                <a:ahLst/>
                <a:cxnLst>
                  <a:cxn ang="0">
                    <a:pos x="T0" y="T1"/>
                  </a:cxn>
                  <a:cxn ang="0">
                    <a:pos x="T2" y="T3"/>
                  </a:cxn>
                  <a:cxn ang="0">
                    <a:pos x="T4" y="T5"/>
                  </a:cxn>
                  <a:cxn ang="0">
                    <a:pos x="T6" y="T7"/>
                  </a:cxn>
                  <a:cxn ang="0">
                    <a:pos x="T8" y="T9"/>
                  </a:cxn>
                  <a:cxn ang="0">
                    <a:pos x="T10" y="T11"/>
                  </a:cxn>
                </a:cxnLst>
                <a:rect l="0" t="0" r="r" b="b"/>
                <a:pathLst>
                  <a:path w="13" h="133">
                    <a:moveTo>
                      <a:pt x="0" y="0"/>
                    </a:moveTo>
                    <a:cubicBezTo>
                      <a:pt x="0" y="133"/>
                      <a:pt x="0" y="133"/>
                      <a:pt x="0" y="133"/>
                    </a:cubicBezTo>
                    <a:cubicBezTo>
                      <a:pt x="13" y="133"/>
                      <a:pt x="13" y="133"/>
                      <a:pt x="13" y="133"/>
                    </a:cubicBezTo>
                    <a:cubicBezTo>
                      <a:pt x="13" y="0"/>
                      <a:pt x="13" y="0"/>
                      <a:pt x="13" y="0"/>
                    </a:cubicBezTo>
                    <a:cubicBezTo>
                      <a:pt x="11" y="1"/>
                      <a:pt x="9" y="1"/>
                      <a:pt x="7" y="1"/>
                    </a:cubicBezTo>
                    <a:cubicBezTo>
                      <a:pt x="4" y="1"/>
                      <a:pt x="2"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5" name="Oval 41"/>
              <p:cNvSpPr>
                <a:spLocks noChangeArrowheads="1"/>
              </p:cNvSpPr>
              <p:nvPr/>
            </p:nvSpPr>
            <p:spPr bwMode="auto">
              <a:xfrm>
                <a:off x="-2979738" y="1031875"/>
                <a:ext cx="79375"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6" name="Rectangle 42"/>
              <p:cNvSpPr>
                <a:spLocks noChangeArrowheads="1"/>
              </p:cNvSpPr>
              <p:nvPr/>
            </p:nvSpPr>
            <p:spPr bwMode="auto">
              <a:xfrm>
                <a:off x="-2881313" y="1127125"/>
                <a:ext cx="431800" cy="3063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7" name="Rectangle 43"/>
              <p:cNvSpPr>
                <a:spLocks noChangeArrowheads="1"/>
              </p:cNvSpPr>
              <p:nvPr/>
            </p:nvSpPr>
            <p:spPr bwMode="auto">
              <a:xfrm>
                <a:off x="-1811338" y="168275"/>
                <a:ext cx="952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8" name="Freeform 44"/>
              <p:cNvSpPr>
                <a:spLocks noEditPoints="1"/>
              </p:cNvSpPr>
              <p:nvPr/>
            </p:nvSpPr>
            <p:spPr bwMode="auto">
              <a:xfrm>
                <a:off x="-2166938" y="220663"/>
                <a:ext cx="514350" cy="368300"/>
              </a:xfrm>
              <a:custGeom>
                <a:avLst/>
                <a:gdLst>
                  <a:gd name="T0" fmla="*/ 69 w 137"/>
                  <a:gd name="T1" fmla="*/ 98 h 98"/>
                  <a:gd name="T2" fmla="*/ 137 w 137"/>
                  <a:gd name="T3" fmla="*/ 98 h 98"/>
                  <a:gd name="T4" fmla="*/ 137 w 137"/>
                  <a:gd name="T5" fmla="*/ 0 h 98"/>
                  <a:gd name="T6" fmla="*/ 69 w 137"/>
                  <a:gd name="T7" fmla="*/ 0 h 98"/>
                  <a:gd name="T8" fmla="*/ 69 w 137"/>
                  <a:gd name="T9" fmla="*/ 11 h 98"/>
                  <a:gd name="T10" fmla="*/ 69 w 137"/>
                  <a:gd name="T11" fmla="*/ 11 h 98"/>
                  <a:gd name="T12" fmla="*/ 107 w 137"/>
                  <a:gd name="T13" fmla="*/ 49 h 98"/>
                  <a:gd name="T14" fmla="*/ 69 w 137"/>
                  <a:gd name="T15" fmla="*/ 87 h 98"/>
                  <a:gd name="T16" fmla="*/ 69 w 137"/>
                  <a:gd name="T17" fmla="*/ 98 h 98"/>
                  <a:gd name="T18" fmla="*/ 0 w 137"/>
                  <a:gd name="T19" fmla="*/ 98 h 98"/>
                  <a:gd name="T20" fmla="*/ 69 w 137"/>
                  <a:gd name="T21" fmla="*/ 98 h 98"/>
                  <a:gd name="T22" fmla="*/ 69 w 137"/>
                  <a:gd name="T23" fmla="*/ 87 h 98"/>
                  <a:gd name="T24" fmla="*/ 31 w 137"/>
                  <a:gd name="T25" fmla="*/ 49 h 98"/>
                  <a:gd name="T26" fmla="*/ 69 w 137"/>
                  <a:gd name="T27" fmla="*/ 11 h 98"/>
                  <a:gd name="T28" fmla="*/ 69 w 137"/>
                  <a:gd name="T29" fmla="*/ 0 h 98"/>
                  <a:gd name="T30" fmla="*/ 0 w 137"/>
                  <a:gd name="T31" fmla="*/ 0 h 98"/>
                  <a:gd name="T32" fmla="*/ 0 w 137"/>
                  <a:gd name="T33" fmla="*/ 98 h 98"/>
                  <a:gd name="T34" fmla="*/ 69 w 137"/>
                  <a:gd name="T35" fmla="*/ 11 h 98"/>
                  <a:gd name="T36" fmla="*/ 69 w 137"/>
                  <a:gd name="T37" fmla="*/ 1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98">
                    <a:moveTo>
                      <a:pt x="69" y="98"/>
                    </a:moveTo>
                    <a:cubicBezTo>
                      <a:pt x="137" y="98"/>
                      <a:pt x="137" y="98"/>
                      <a:pt x="137" y="98"/>
                    </a:cubicBezTo>
                    <a:cubicBezTo>
                      <a:pt x="137" y="0"/>
                      <a:pt x="137" y="0"/>
                      <a:pt x="137" y="0"/>
                    </a:cubicBezTo>
                    <a:cubicBezTo>
                      <a:pt x="69" y="0"/>
                      <a:pt x="69" y="0"/>
                      <a:pt x="69" y="0"/>
                    </a:cubicBezTo>
                    <a:cubicBezTo>
                      <a:pt x="69" y="11"/>
                      <a:pt x="69" y="11"/>
                      <a:pt x="69" y="11"/>
                    </a:cubicBezTo>
                    <a:cubicBezTo>
                      <a:pt x="69" y="11"/>
                      <a:pt x="69" y="11"/>
                      <a:pt x="69" y="11"/>
                    </a:cubicBezTo>
                    <a:cubicBezTo>
                      <a:pt x="90" y="11"/>
                      <a:pt x="107" y="28"/>
                      <a:pt x="107" y="49"/>
                    </a:cubicBezTo>
                    <a:cubicBezTo>
                      <a:pt x="107" y="70"/>
                      <a:pt x="90" y="87"/>
                      <a:pt x="69" y="87"/>
                    </a:cubicBezTo>
                    <a:lnTo>
                      <a:pt x="69" y="98"/>
                    </a:lnTo>
                    <a:close/>
                    <a:moveTo>
                      <a:pt x="0" y="98"/>
                    </a:moveTo>
                    <a:cubicBezTo>
                      <a:pt x="69" y="98"/>
                      <a:pt x="69" y="98"/>
                      <a:pt x="69" y="98"/>
                    </a:cubicBezTo>
                    <a:cubicBezTo>
                      <a:pt x="69" y="87"/>
                      <a:pt x="69" y="87"/>
                      <a:pt x="69" y="87"/>
                    </a:cubicBezTo>
                    <a:cubicBezTo>
                      <a:pt x="48" y="87"/>
                      <a:pt x="31" y="70"/>
                      <a:pt x="31" y="49"/>
                    </a:cubicBezTo>
                    <a:cubicBezTo>
                      <a:pt x="31" y="28"/>
                      <a:pt x="48" y="11"/>
                      <a:pt x="69" y="11"/>
                    </a:cubicBezTo>
                    <a:cubicBezTo>
                      <a:pt x="69" y="0"/>
                      <a:pt x="69" y="0"/>
                      <a:pt x="69" y="0"/>
                    </a:cubicBezTo>
                    <a:cubicBezTo>
                      <a:pt x="0" y="0"/>
                      <a:pt x="0" y="0"/>
                      <a:pt x="0" y="0"/>
                    </a:cubicBezTo>
                    <a:cubicBezTo>
                      <a:pt x="0" y="98"/>
                      <a:pt x="0" y="98"/>
                      <a:pt x="0" y="98"/>
                    </a:cubicBezTo>
                    <a:close/>
                    <a:moveTo>
                      <a:pt x="69" y="11"/>
                    </a:moveTo>
                    <a:cubicBezTo>
                      <a:pt x="69" y="11"/>
                      <a:pt x="69" y="11"/>
                      <a:pt x="6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9" name="Oval 45"/>
              <p:cNvSpPr>
                <a:spLocks noChangeArrowheads="1"/>
              </p:cNvSpPr>
              <p:nvPr/>
            </p:nvSpPr>
            <p:spPr bwMode="auto">
              <a:xfrm>
                <a:off x="-2006600" y="307975"/>
                <a:ext cx="192088" cy="1952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0" name="Rectangle 46"/>
              <p:cNvSpPr>
                <a:spLocks noChangeArrowheads="1"/>
              </p:cNvSpPr>
              <p:nvPr/>
            </p:nvSpPr>
            <p:spPr bwMode="auto">
              <a:xfrm>
                <a:off x="-2509838" y="7775575"/>
                <a:ext cx="673100" cy="428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1" name="Freeform 47"/>
              <p:cNvSpPr>
                <a:spLocks/>
              </p:cNvSpPr>
              <p:nvPr/>
            </p:nvSpPr>
            <p:spPr bwMode="auto">
              <a:xfrm>
                <a:off x="-2457450" y="8264525"/>
                <a:ext cx="106363" cy="66675"/>
              </a:xfrm>
              <a:custGeom>
                <a:avLst/>
                <a:gdLst>
                  <a:gd name="T0" fmla="*/ 2 w 28"/>
                  <a:gd name="T1" fmla="*/ 18 h 18"/>
                  <a:gd name="T2" fmla="*/ 3 w 28"/>
                  <a:gd name="T3" fmla="*/ 18 h 18"/>
                  <a:gd name="T4" fmla="*/ 26 w 28"/>
                  <a:gd name="T5" fmla="*/ 18 h 18"/>
                  <a:gd name="T6" fmla="*/ 26 w 28"/>
                  <a:gd name="T7" fmla="*/ 18 h 18"/>
                  <a:gd name="T8" fmla="*/ 28 w 28"/>
                  <a:gd name="T9" fmla="*/ 16 h 18"/>
                  <a:gd name="T10" fmla="*/ 28 w 28"/>
                  <a:gd name="T11" fmla="*/ 14 h 18"/>
                  <a:gd name="T12" fmla="*/ 14 w 28"/>
                  <a:gd name="T13" fmla="*/ 0 h 18"/>
                  <a:gd name="T14" fmla="*/ 0 w 28"/>
                  <a:gd name="T15" fmla="*/ 14 h 18"/>
                  <a:gd name="T16" fmla="*/ 0 w 28"/>
                  <a:gd name="T17" fmla="*/ 16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 y="18"/>
                      <a:pt x="3" y="18"/>
                      <a:pt x="3" y="18"/>
                    </a:cubicBezTo>
                    <a:cubicBezTo>
                      <a:pt x="26" y="18"/>
                      <a:pt x="26" y="18"/>
                      <a:pt x="26" y="18"/>
                    </a:cubicBezTo>
                    <a:cubicBezTo>
                      <a:pt x="26" y="18"/>
                      <a:pt x="26" y="18"/>
                      <a:pt x="26" y="18"/>
                    </a:cubicBezTo>
                    <a:cubicBezTo>
                      <a:pt x="27" y="17"/>
                      <a:pt x="28" y="16"/>
                      <a:pt x="28" y="16"/>
                    </a:cubicBezTo>
                    <a:cubicBezTo>
                      <a:pt x="28" y="15"/>
                      <a:pt x="28" y="15"/>
                      <a:pt x="28" y="14"/>
                    </a:cubicBezTo>
                    <a:cubicBezTo>
                      <a:pt x="28" y="6"/>
                      <a:pt x="22" y="0"/>
                      <a:pt x="14" y="0"/>
                    </a:cubicBezTo>
                    <a:cubicBezTo>
                      <a:pt x="6" y="0"/>
                      <a:pt x="0" y="6"/>
                      <a:pt x="0" y="14"/>
                    </a:cubicBezTo>
                    <a:cubicBezTo>
                      <a:pt x="0" y="15"/>
                      <a:pt x="0" y="15"/>
                      <a:pt x="0" y="16"/>
                    </a:cubicBezTo>
                    <a:cubicBezTo>
                      <a:pt x="1" y="16"/>
                      <a:pt x="2" y="17"/>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2" name="Freeform 48"/>
              <p:cNvSpPr>
                <a:spLocks/>
              </p:cNvSpPr>
              <p:nvPr/>
            </p:nvSpPr>
            <p:spPr bwMode="auto">
              <a:xfrm>
                <a:off x="-2227263" y="8264525"/>
                <a:ext cx="104775" cy="66675"/>
              </a:xfrm>
              <a:custGeom>
                <a:avLst/>
                <a:gdLst>
                  <a:gd name="T0" fmla="*/ 2 w 28"/>
                  <a:gd name="T1" fmla="*/ 18 h 18"/>
                  <a:gd name="T2" fmla="*/ 3 w 28"/>
                  <a:gd name="T3" fmla="*/ 18 h 18"/>
                  <a:gd name="T4" fmla="*/ 25 w 28"/>
                  <a:gd name="T5" fmla="*/ 18 h 18"/>
                  <a:gd name="T6" fmla="*/ 26 w 28"/>
                  <a:gd name="T7" fmla="*/ 18 h 18"/>
                  <a:gd name="T8" fmla="*/ 28 w 28"/>
                  <a:gd name="T9" fmla="*/ 16 h 18"/>
                  <a:gd name="T10" fmla="*/ 28 w 28"/>
                  <a:gd name="T11" fmla="*/ 14 h 18"/>
                  <a:gd name="T12" fmla="*/ 14 w 28"/>
                  <a:gd name="T13" fmla="*/ 0 h 18"/>
                  <a:gd name="T14" fmla="*/ 0 w 28"/>
                  <a:gd name="T15" fmla="*/ 14 h 18"/>
                  <a:gd name="T16" fmla="*/ 0 w 28"/>
                  <a:gd name="T17" fmla="*/ 16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 y="18"/>
                      <a:pt x="2" y="18"/>
                      <a:pt x="3" y="18"/>
                    </a:cubicBezTo>
                    <a:cubicBezTo>
                      <a:pt x="25" y="18"/>
                      <a:pt x="25" y="18"/>
                      <a:pt x="25" y="18"/>
                    </a:cubicBezTo>
                    <a:cubicBezTo>
                      <a:pt x="26" y="18"/>
                      <a:pt x="26" y="18"/>
                      <a:pt x="26" y="18"/>
                    </a:cubicBezTo>
                    <a:cubicBezTo>
                      <a:pt x="27" y="17"/>
                      <a:pt x="27" y="16"/>
                      <a:pt x="28" y="16"/>
                    </a:cubicBezTo>
                    <a:cubicBezTo>
                      <a:pt x="28" y="15"/>
                      <a:pt x="28" y="15"/>
                      <a:pt x="28" y="14"/>
                    </a:cubicBezTo>
                    <a:cubicBezTo>
                      <a:pt x="28" y="6"/>
                      <a:pt x="22" y="0"/>
                      <a:pt x="14" y="0"/>
                    </a:cubicBezTo>
                    <a:cubicBezTo>
                      <a:pt x="6" y="0"/>
                      <a:pt x="0" y="6"/>
                      <a:pt x="0" y="14"/>
                    </a:cubicBezTo>
                    <a:cubicBezTo>
                      <a:pt x="0" y="15"/>
                      <a:pt x="0" y="15"/>
                      <a:pt x="0" y="16"/>
                    </a:cubicBezTo>
                    <a:cubicBezTo>
                      <a:pt x="1" y="16"/>
                      <a:pt x="1" y="17"/>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3" name="Freeform 49"/>
              <p:cNvSpPr>
                <a:spLocks/>
              </p:cNvSpPr>
              <p:nvPr/>
            </p:nvSpPr>
            <p:spPr bwMode="auto">
              <a:xfrm>
                <a:off x="-1995488" y="8264525"/>
                <a:ext cx="106363" cy="66675"/>
              </a:xfrm>
              <a:custGeom>
                <a:avLst/>
                <a:gdLst>
                  <a:gd name="T0" fmla="*/ 2 w 28"/>
                  <a:gd name="T1" fmla="*/ 18 h 18"/>
                  <a:gd name="T2" fmla="*/ 24 w 28"/>
                  <a:gd name="T3" fmla="*/ 18 h 18"/>
                  <a:gd name="T4" fmla="*/ 25 w 28"/>
                  <a:gd name="T5" fmla="*/ 18 h 18"/>
                  <a:gd name="T6" fmla="*/ 28 w 28"/>
                  <a:gd name="T7" fmla="*/ 15 h 18"/>
                  <a:gd name="T8" fmla="*/ 28 w 28"/>
                  <a:gd name="T9" fmla="*/ 14 h 18"/>
                  <a:gd name="T10" fmla="*/ 14 w 28"/>
                  <a:gd name="T11" fmla="*/ 0 h 18"/>
                  <a:gd name="T12" fmla="*/ 0 w 28"/>
                  <a:gd name="T13" fmla="*/ 14 h 18"/>
                  <a:gd name="T14" fmla="*/ 0 w 28"/>
                  <a:gd name="T15" fmla="*/ 17 h 18"/>
                  <a:gd name="T16" fmla="*/ 1 w 28"/>
                  <a:gd name="T17" fmla="*/ 18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4" y="18"/>
                      <a:pt x="24" y="18"/>
                      <a:pt x="24" y="18"/>
                    </a:cubicBezTo>
                    <a:cubicBezTo>
                      <a:pt x="25" y="18"/>
                      <a:pt x="25" y="18"/>
                      <a:pt x="25" y="18"/>
                    </a:cubicBezTo>
                    <a:cubicBezTo>
                      <a:pt x="26" y="17"/>
                      <a:pt x="27" y="16"/>
                      <a:pt x="28" y="15"/>
                    </a:cubicBezTo>
                    <a:cubicBezTo>
                      <a:pt x="28" y="15"/>
                      <a:pt x="28" y="14"/>
                      <a:pt x="28" y="14"/>
                    </a:cubicBezTo>
                    <a:cubicBezTo>
                      <a:pt x="28" y="6"/>
                      <a:pt x="22" y="0"/>
                      <a:pt x="14" y="0"/>
                    </a:cubicBezTo>
                    <a:cubicBezTo>
                      <a:pt x="6" y="0"/>
                      <a:pt x="0" y="6"/>
                      <a:pt x="0" y="14"/>
                    </a:cubicBezTo>
                    <a:cubicBezTo>
                      <a:pt x="0" y="15"/>
                      <a:pt x="0" y="16"/>
                      <a:pt x="0" y="17"/>
                    </a:cubicBezTo>
                    <a:cubicBezTo>
                      <a:pt x="0" y="17"/>
                      <a:pt x="1" y="17"/>
                      <a:pt x="1" y="18"/>
                    </a:cubicBezTo>
                    <a:cubicBezTo>
                      <a:pt x="1" y="18"/>
                      <a:pt x="1" y="18"/>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4" name="Freeform 50"/>
              <p:cNvSpPr>
                <a:spLocks/>
              </p:cNvSpPr>
              <p:nvPr/>
            </p:nvSpPr>
            <p:spPr bwMode="auto">
              <a:xfrm>
                <a:off x="-2513013" y="8331200"/>
                <a:ext cx="217488" cy="71438"/>
              </a:xfrm>
              <a:custGeom>
                <a:avLst/>
                <a:gdLst>
                  <a:gd name="T0" fmla="*/ 8 w 58"/>
                  <a:gd name="T1" fmla="*/ 0 h 19"/>
                  <a:gd name="T2" fmla="*/ 4 w 58"/>
                  <a:gd name="T3" fmla="*/ 1 h 19"/>
                  <a:gd name="T4" fmla="*/ 3 w 58"/>
                  <a:gd name="T5" fmla="*/ 12 h 19"/>
                  <a:gd name="T6" fmla="*/ 18 w 58"/>
                  <a:gd name="T7" fmla="*/ 19 h 19"/>
                  <a:gd name="T8" fmla="*/ 41 w 58"/>
                  <a:gd name="T9" fmla="*/ 19 h 19"/>
                  <a:gd name="T10" fmla="*/ 56 w 58"/>
                  <a:gd name="T11" fmla="*/ 12 h 19"/>
                  <a:gd name="T12" fmla="*/ 55 w 58"/>
                  <a:gd name="T13" fmla="*/ 1 h 19"/>
                  <a:gd name="T14" fmla="*/ 50 w 58"/>
                  <a:gd name="T15" fmla="*/ 0 h 19"/>
                  <a:gd name="T16" fmla="*/ 44 w 58"/>
                  <a:gd name="T17" fmla="*/ 2 h 19"/>
                  <a:gd name="T18" fmla="*/ 41 w 58"/>
                  <a:gd name="T19" fmla="*/ 4 h 19"/>
                  <a:gd name="T20" fmla="*/ 41 w 58"/>
                  <a:gd name="T21" fmla="*/ 4 h 19"/>
                  <a:gd name="T22" fmla="*/ 18 w 58"/>
                  <a:gd name="T23" fmla="*/ 4 h 19"/>
                  <a:gd name="T24" fmla="*/ 17 w 58"/>
                  <a:gd name="T25" fmla="*/ 4 h 19"/>
                  <a:gd name="T26" fmla="*/ 14 w 58"/>
                  <a:gd name="T27" fmla="*/ 2 h 19"/>
                  <a:gd name="T28" fmla="*/ 8 w 5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9">
                    <a:moveTo>
                      <a:pt x="8" y="0"/>
                    </a:moveTo>
                    <a:cubicBezTo>
                      <a:pt x="7" y="0"/>
                      <a:pt x="5" y="0"/>
                      <a:pt x="4" y="1"/>
                    </a:cubicBezTo>
                    <a:cubicBezTo>
                      <a:pt x="1" y="4"/>
                      <a:pt x="0" y="9"/>
                      <a:pt x="3" y="12"/>
                    </a:cubicBezTo>
                    <a:cubicBezTo>
                      <a:pt x="7" y="16"/>
                      <a:pt x="12" y="19"/>
                      <a:pt x="18" y="19"/>
                    </a:cubicBezTo>
                    <a:cubicBezTo>
                      <a:pt x="41" y="19"/>
                      <a:pt x="41" y="19"/>
                      <a:pt x="41" y="19"/>
                    </a:cubicBezTo>
                    <a:cubicBezTo>
                      <a:pt x="46" y="19"/>
                      <a:pt x="52" y="16"/>
                      <a:pt x="56" y="12"/>
                    </a:cubicBezTo>
                    <a:cubicBezTo>
                      <a:pt x="58" y="9"/>
                      <a:pt x="58" y="4"/>
                      <a:pt x="55" y="1"/>
                    </a:cubicBezTo>
                    <a:cubicBezTo>
                      <a:pt x="53" y="0"/>
                      <a:pt x="52" y="0"/>
                      <a:pt x="50" y="0"/>
                    </a:cubicBezTo>
                    <a:cubicBezTo>
                      <a:pt x="48" y="0"/>
                      <a:pt x="46" y="1"/>
                      <a:pt x="44" y="2"/>
                    </a:cubicBezTo>
                    <a:cubicBezTo>
                      <a:pt x="43" y="3"/>
                      <a:pt x="42" y="4"/>
                      <a:pt x="41" y="4"/>
                    </a:cubicBezTo>
                    <a:cubicBezTo>
                      <a:pt x="41" y="4"/>
                      <a:pt x="41" y="4"/>
                      <a:pt x="41" y="4"/>
                    </a:cubicBezTo>
                    <a:cubicBezTo>
                      <a:pt x="18" y="4"/>
                      <a:pt x="18" y="4"/>
                      <a:pt x="18" y="4"/>
                    </a:cubicBezTo>
                    <a:cubicBezTo>
                      <a:pt x="18" y="4"/>
                      <a:pt x="18" y="4"/>
                      <a:pt x="17" y="4"/>
                    </a:cubicBezTo>
                    <a:cubicBezTo>
                      <a:pt x="16" y="4"/>
                      <a:pt x="15" y="3"/>
                      <a:pt x="14" y="2"/>
                    </a:cubicBezTo>
                    <a:cubicBezTo>
                      <a:pt x="13" y="1"/>
                      <a:pt x="11"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5" name="Freeform 51"/>
              <p:cNvSpPr>
                <a:spLocks/>
              </p:cNvSpPr>
              <p:nvPr/>
            </p:nvSpPr>
            <p:spPr bwMode="auto">
              <a:xfrm>
                <a:off x="-2284413" y="8331200"/>
                <a:ext cx="217488" cy="71438"/>
              </a:xfrm>
              <a:custGeom>
                <a:avLst/>
                <a:gdLst>
                  <a:gd name="T0" fmla="*/ 13 w 58"/>
                  <a:gd name="T1" fmla="*/ 2 h 19"/>
                  <a:gd name="T2" fmla="*/ 13 w 58"/>
                  <a:gd name="T3" fmla="*/ 2 h 19"/>
                  <a:gd name="T4" fmla="*/ 13 w 58"/>
                  <a:gd name="T5" fmla="*/ 1 h 19"/>
                  <a:gd name="T6" fmla="*/ 13 w 58"/>
                  <a:gd name="T7" fmla="*/ 1 h 19"/>
                  <a:gd name="T8" fmla="*/ 12 w 58"/>
                  <a:gd name="T9" fmla="*/ 1 h 19"/>
                  <a:gd name="T10" fmla="*/ 12 w 58"/>
                  <a:gd name="T11" fmla="*/ 1 h 19"/>
                  <a:gd name="T12" fmla="*/ 12 w 58"/>
                  <a:gd name="T13" fmla="*/ 0 h 19"/>
                  <a:gd name="T14" fmla="*/ 11 w 58"/>
                  <a:gd name="T15" fmla="*/ 0 h 19"/>
                  <a:gd name="T16" fmla="*/ 11 w 58"/>
                  <a:gd name="T17" fmla="*/ 0 h 19"/>
                  <a:gd name="T18" fmla="*/ 11 w 58"/>
                  <a:gd name="T19" fmla="*/ 0 h 19"/>
                  <a:gd name="T20" fmla="*/ 10 w 58"/>
                  <a:gd name="T21" fmla="*/ 0 h 19"/>
                  <a:gd name="T22" fmla="*/ 10 w 58"/>
                  <a:gd name="T23" fmla="*/ 0 h 19"/>
                  <a:gd name="T24" fmla="*/ 9 w 58"/>
                  <a:gd name="T25" fmla="*/ 0 h 19"/>
                  <a:gd name="T26" fmla="*/ 9 w 58"/>
                  <a:gd name="T27" fmla="*/ 0 h 19"/>
                  <a:gd name="T28" fmla="*/ 9 w 58"/>
                  <a:gd name="T29" fmla="*/ 0 h 19"/>
                  <a:gd name="T30" fmla="*/ 8 w 58"/>
                  <a:gd name="T31" fmla="*/ 0 h 19"/>
                  <a:gd name="T32" fmla="*/ 8 w 58"/>
                  <a:gd name="T33" fmla="*/ 0 h 19"/>
                  <a:gd name="T34" fmla="*/ 7 w 58"/>
                  <a:gd name="T35" fmla="*/ 0 h 19"/>
                  <a:gd name="T36" fmla="*/ 7 w 58"/>
                  <a:gd name="T37" fmla="*/ 0 h 19"/>
                  <a:gd name="T38" fmla="*/ 6 w 58"/>
                  <a:gd name="T39" fmla="*/ 0 h 19"/>
                  <a:gd name="T40" fmla="*/ 6 w 58"/>
                  <a:gd name="T41" fmla="*/ 0 h 19"/>
                  <a:gd name="T42" fmla="*/ 5 w 58"/>
                  <a:gd name="T43" fmla="*/ 1 h 19"/>
                  <a:gd name="T44" fmla="*/ 5 w 58"/>
                  <a:gd name="T45" fmla="*/ 1 h 19"/>
                  <a:gd name="T46" fmla="*/ 4 w 58"/>
                  <a:gd name="T47" fmla="*/ 1 h 19"/>
                  <a:gd name="T48" fmla="*/ 3 w 58"/>
                  <a:gd name="T49" fmla="*/ 12 h 19"/>
                  <a:gd name="T50" fmla="*/ 18 w 58"/>
                  <a:gd name="T51" fmla="*/ 19 h 19"/>
                  <a:gd name="T52" fmla="*/ 40 w 58"/>
                  <a:gd name="T53" fmla="*/ 19 h 19"/>
                  <a:gd name="T54" fmla="*/ 56 w 58"/>
                  <a:gd name="T55" fmla="*/ 12 h 19"/>
                  <a:gd name="T56" fmla="*/ 55 w 58"/>
                  <a:gd name="T57" fmla="*/ 1 h 19"/>
                  <a:gd name="T58" fmla="*/ 54 w 58"/>
                  <a:gd name="T59" fmla="*/ 1 h 19"/>
                  <a:gd name="T60" fmla="*/ 53 w 58"/>
                  <a:gd name="T61" fmla="*/ 1 h 19"/>
                  <a:gd name="T62" fmla="*/ 52 w 58"/>
                  <a:gd name="T63" fmla="*/ 0 h 19"/>
                  <a:gd name="T64" fmla="*/ 52 w 58"/>
                  <a:gd name="T65" fmla="*/ 0 h 19"/>
                  <a:gd name="T66" fmla="*/ 51 w 58"/>
                  <a:gd name="T67" fmla="*/ 0 h 19"/>
                  <a:gd name="T68" fmla="*/ 51 w 58"/>
                  <a:gd name="T69" fmla="*/ 0 h 19"/>
                  <a:gd name="T70" fmla="*/ 50 w 58"/>
                  <a:gd name="T71" fmla="*/ 0 h 19"/>
                  <a:gd name="T72" fmla="*/ 50 w 58"/>
                  <a:gd name="T73" fmla="*/ 0 h 19"/>
                  <a:gd name="T74" fmla="*/ 50 w 58"/>
                  <a:gd name="T75" fmla="*/ 0 h 19"/>
                  <a:gd name="T76" fmla="*/ 49 w 58"/>
                  <a:gd name="T77" fmla="*/ 0 h 19"/>
                  <a:gd name="T78" fmla="*/ 49 w 58"/>
                  <a:gd name="T79" fmla="*/ 0 h 19"/>
                  <a:gd name="T80" fmla="*/ 48 w 58"/>
                  <a:gd name="T81" fmla="*/ 0 h 19"/>
                  <a:gd name="T82" fmla="*/ 48 w 58"/>
                  <a:gd name="T83" fmla="*/ 0 h 19"/>
                  <a:gd name="T84" fmla="*/ 48 w 58"/>
                  <a:gd name="T85" fmla="*/ 0 h 19"/>
                  <a:gd name="T86" fmla="*/ 47 w 58"/>
                  <a:gd name="T87" fmla="*/ 0 h 19"/>
                  <a:gd name="T88" fmla="*/ 47 w 58"/>
                  <a:gd name="T89" fmla="*/ 0 h 19"/>
                  <a:gd name="T90" fmla="*/ 47 w 58"/>
                  <a:gd name="T91" fmla="*/ 0 h 19"/>
                  <a:gd name="T92" fmla="*/ 46 w 58"/>
                  <a:gd name="T93" fmla="*/ 1 h 19"/>
                  <a:gd name="T94" fmla="*/ 46 w 58"/>
                  <a:gd name="T95" fmla="*/ 1 h 19"/>
                  <a:gd name="T96" fmla="*/ 46 w 58"/>
                  <a:gd name="T97" fmla="*/ 1 h 19"/>
                  <a:gd name="T98" fmla="*/ 45 w 58"/>
                  <a:gd name="T99" fmla="*/ 1 h 19"/>
                  <a:gd name="T100" fmla="*/ 45 w 58"/>
                  <a:gd name="T101" fmla="*/ 2 h 19"/>
                  <a:gd name="T102" fmla="*/ 45 w 58"/>
                  <a:gd name="T103" fmla="*/ 2 h 19"/>
                  <a:gd name="T104" fmla="*/ 44 w 58"/>
                  <a:gd name="T105" fmla="*/ 2 h 19"/>
                  <a:gd name="T106" fmla="*/ 41 w 58"/>
                  <a:gd name="T107" fmla="*/ 4 h 19"/>
                  <a:gd name="T108" fmla="*/ 40 w 58"/>
                  <a:gd name="T109" fmla="*/ 4 h 19"/>
                  <a:gd name="T110" fmla="*/ 18 w 58"/>
                  <a:gd name="T111" fmla="*/ 4 h 19"/>
                  <a:gd name="T112" fmla="*/ 17 w 58"/>
                  <a:gd name="T113" fmla="*/ 4 h 19"/>
                  <a:gd name="T114" fmla="*/ 14 w 58"/>
                  <a:gd name="T115" fmla="*/ 2 h 19"/>
                  <a:gd name="T116" fmla="*/ 13 w 58"/>
                  <a:gd name="T117"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 h="19">
                    <a:moveTo>
                      <a:pt x="13" y="2"/>
                    </a:moveTo>
                    <a:cubicBezTo>
                      <a:pt x="13" y="2"/>
                      <a:pt x="13" y="2"/>
                      <a:pt x="13" y="2"/>
                    </a:cubicBezTo>
                    <a:cubicBezTo>
                      <a:pt x="13" y="1"/>
                      <a:pt x="13" y="1"/>
                      <a:pt x="13" y="1"/>
                    </a:cubicBezTo>
                    <a:cubicBezTo>
                      <a:pt x="13" y="1"/>
                      <a:pt x="13" y="1"/>
                      <a:pt x="13" y="1"/>
                    </a:cubicBezTo>
                    <a:cubicBezTo>
                      <a:pt x="12" y="1"/>
                      <a:pt x="12" y="1"/>
                      <a:pt x="12" y="1"/>
                    </a:cubicBezTo>
                    <a:cubicBezTo>
                      <a:pt x="12" y="1"/>
                      <a:pt x="12" y="1"/>
                      <a:pt x="12" y="1"/>
                    </a:cubicBezTo>
                    <a:cubicBezTo>
                      <a:pt x="12" y="1"/>
                      <a:pt x="12" y="0"/>
                      <a:pt x="12"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9" y="0"/>
                    </a:cubicBezTo>
                    <a:cubicBezTo>
                      <a:pt x="9" y="0"/>
                      <a:pt x="9" y="0"/>
                      <a:pt x="9" y="0"/>
                    </a:cubicBezTo>
                    <a:cubicBezTo>
                      <a:pt x="9" y="0"/>
                      <a:pt x="9" y="0"/>
                      <a:pt x="9" y="0"/>
                    </a:cubicBezTo>
                    <a:cubicBezTo>
                      <a:pt x="8" y="0"/>
                      <a:pt x="8" y="0"/>
                      <a:pt x="8" y="0"/>
                    </a:cubicBezTo>
                    <a:cubicBezTo>
                      <a:pt x="8" y="0"/>
                      <a:pt x="8" y="0"/>
                      <a:pt x="8" y="0"/>
                    </a:cubicBezTo>
                    <a:cubicBezTo>
                      <a:pt x="8" y="0"/>
                      <a:pt x="8" y="0"/>
                      <a:pt x="7" y="0"/>
                    </a:cubicBezTo>
                    <a:cubicBezTo>
                      <a:pt x="7" y="0"/>
                      <a:pt x="7" y="0"/>
                      <a:pt x="7" y="0"/>
                    </a:cubicBezTo>
                    <a:cubicBezTo>
                      <a:pt x="7" y="0"/>
                      <a:pt x="6" y="0"/>
                      <a:pt x="6" y="0"/>
                    </a:cubicBezTo>
                    <a:cubicBezTo>
                      <a:pt x="6" y="0"/>
                      <a:pt x="6" y="0"/>
                      <a:pt x="6" y="0"/>
                    </a:cubicBezTo>
                    <a:cubicBezTo>
                      <a:pt x="5" y="0"/>
                      <a:pt x="5" y="0"/>
                      <a:pt x="5" y="1"/>
                    </a:cubicBezTo>
                    <a:cubicBezTo>
                      <a:pt x="5" y="1"/>
                      <a:pt x="5" y="1"/>
                      <a:pt x="5" y="1"/>
                    </a:cubicBezTo>
                    <a:cubicBezTo>
                      <a:pt x="4" y="1"/>
                      <a:pt x="4" y="1"/>
                      <a:pt x="4" y="1"/>
                    </a:cubicBezTo>
                    <a:cubicBezTo>
                      <a:pt x="1" y="4"/>
                      <a:pt x="0" y="9"/>
                      <a:pt x="3" y="12"/>
                    </a:cubicBezTo>
                    <a:cubicBezTo>
                      <a:pt x="6" y="16"/>
                      <a:pt x="12" y="19"/>
                      <a:pt x="18" y="19"/>
                    </a:cubicBezTo>
                    <a:cubicBezTo>
                      <a:pt x="40" y="19"/>
                      <a:pt x="40" y="19"/>
                      <a:pt x="40" y="19"/>
                    </a:cubicBezTo>
                    <a:cubicBezTo>
                      <a:pt x="46" y="19"/>
                      <a:pt x="52" y="16"/>
                      <a:pt x="56" y="12"/>
                    </a:cubicBezTo>
                    <a:cubicBezTo>
                      <a:pt x="58" y="9"/>
                      <a:pt x="58" y="4"/>
                      <a:pt x="55" y="1"/>
                    </a:cubicBezTo>
                    <a:cubicBezTo>
                      <a:pt x="54" y="1"/>
                      <a:pt x="54" y="1"/>
                      <a:pt x="54" y="1"/>
                    </a:cubicBezTo>
                    <a:cubicBezTo>
                      <a:pt x="54" y="1"/>
                      <a:pt x="53" y="1"/>
                      <a:pt x="53" y="1"/>
                    </a:cubicBezTo>
                    <a:cubicBezTo>
                      <a:pt x="53" y="0"/>
                      <a:pt x="53" y="0"/>
                      <a:pt x="52" y="0"/>
                    </a:cubicBezTo>
                    <a:cubicBezTo>
                      <a:pt x="52" y="0"/>
                      <a:pt x="52" y="0"/>
                      <a:pt x="52" y="0"/>
                    </a:cubicBezTo>
                    <a:cubicBezTo>
                      <a:pt x="52" y="0"/>
                      <a:pt x="52" y="0"/>
                      <a:pt x="51" y="0"/>
                    </a:cubicBezTo>
                    <a:cubicBezTo>
                      <a:pt x="51" y="0"/>
                      <a:pt x="51" y="0"/>
                      <a:pt x="51" y="0"/>
                    </a:cubicBezTo>
                    <a:cubicBezTo>
                      <a:pt x="51" y="0"/>
                      <a:pt x="50" y="0"/>
                      <a:pt x="50" y="0"/>
                    </a:cubicBezTo>
                    <a:cubicBezTo>
                      <a:pt x="50" y="0"/>
                      <a:pt x="50" y="0"/>
                      <a:pt x="50" y="0"/>
                    </a:cubicBezTo>
                    <a:cubicBezTo>
                      <a:pt x="50" y="0"/>
                      <a:pt x="50" y="0"/>
                      <a:pt x="50" y="0"/>
                    </a:cubicBezTo>
                    <a:cubicBezTo>
                      <a:pt x="49" y="0"/>
                      <a:pt x="49" y="0"/>
                      <a:pt x="49" y="0"/>
                    </a:cubicBezTo>
                    <a:cubicBezTo>
                      <a:pt x="49" y="0"/>
                      <a:pt x="49" y="0"/>
                      <a:pt x="49" y="0"/>
                    </a:cubicBezTo>
                    <a:cubicBezTo>
                      <a:pt x="49" y="0"/>
                      <a:pt x="49" y="0"/>
                      <a:pt x="48" y="0"/>
                    </a:cubicBezTo>
                    <a:cubicBezTo>
                      <a:pt x="48" y="0"/>
                      <a:pt x="48" y="0"/>
                      <a:pt x="48" y="0"/>
                    </a:cubicBezTo>
                    <a:cubicBezTo>
                      <a:pt x="48" y="0"/>
                      <a:pt x="48" y="0"/>
                      <a:pt x="48" y="0"/>
                    </a:cubicBezTo>
                    <a:cubicBezTo>
                      <a:pt x="48" y="0"/>
                      <a:pt x="47" y="0"/>
                      <a:pt x="47" y="0"/>
                    </a:cubicBezTo>
                    <a:cubicBezTo>
                      <a:pt x="47" y="0"/>
                      <a:pt x="47" y="0"/>
                      <a:pt x="47" y="0"/>
                    </a:cubicBezTo>
                    <a:cubicBezTo>
                      <a:pt x="47" y="0"/>
                      <a:pt x="47" y="0"/>
                      <a:pt x="47" y="0"/>
                    </a:cubicBezTo>
                    <a:cubicBezTo>
                      <a:pt x="47" y="0"/>
                      <a:pt x="46" y="1"/>
                      <a:pt x="46" y="1"/>
                    </a:cubicBezTo>
                    <a:cubicBezTo>
                      <a:pt x="46" y="1"/>
                      <a:pt x="46" y="1"/>
                      <a:pt x="46" y="1"/>
                    </a:cubicBezTo>
                    <a:cubicBezTo>
                      <a:pt x="46" y="1"/>
                      <a:pt x="46" y="1"/>
                      <a:pt x="46" y="1"/>
                    </a:cubicBezTo>
                    <a:cubicBezTo>
                      <a:pt x="46" y="1"/>
                      <a:pt x="45" y="1"/>
                      <a:pt x="45" y="1"/>
                    </a:cubicBezTo>
                    <a:cubicBezTo>
                      <a:pt x="45" y="1"/>
                      <a:pt x="45" y="1"/>
                      <a:pt x="45" y="2"/>
                    </a:cubicBezTo>
                    <a:cubicBezTo>
                      <a:pt x="45" y="2"/>
                      <a:pt x="45" y="2"/>
                      <a:pt x="45" y="2"/>
                    </a:cubicBezTo>
                    <a:cubicBezTo>
                      <a:pt x="45" y="2"/>
                      <a:pt x="44" y="2"/>
                      <a:pt x="44" y="2"/>
                    </a:cubicBezTo>
                    <a:cubicBezTo>
                      <a:pt x="43" y="3"/>
                      <a:pt x="42" y="4"/>
                      <a:pt x="41" y="4"/>
                    </a:cubicBezTo>
                    <a:cubicBezTo>
                      <a:pt x="41" y="4"/>
                      <a:pt x="41" y="4"/>
                      <a:pt x="40" y="4"/>
                    </a:cubicBezTo>
                    <a:cubicBezTo>
                      <a:pt x="18" y="4"/>
                      <a:pt x="18" y="4"/>
                      <a:pt x="18" y="4"/>
                    </a:cubicBezTo>
                    <a:cubicBezTo>
                      <a:pt x="18" y="4"/>
                      <a:pt x="17" y="4"/>
                      <a:pt x="17" y="4"/>
                    </a:cubicBezTo>
                    <a:cubicBezTo>
                      <a:pt x="16" y="4"/>
                      <a:pt x="15" y="3"/>
                      <a:pt x="14" y="2"/>
                    </a:cubicBezTo>
                    <a:cubicBezTo>
                      <a:pt x="14" y="2"/>
                      <a:pt x="14" y="2"/>
                      <a:pt x="1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6" name="Freeform 52"/>
              <p:cNvSpPr>
                <a:spLocks/>
              </p:cNvSpPr>
              <p:nvPr/>
            </p:nvSpPr>
            <p:spPr bwMode="auto">
              <a:xfrm>
                <a:off x="-2054225" y="8331200"/>
                <a:ext cx="217488" cy="71438"/>
              </a:xfrm>
              <a:custGeom>
                <a:avLst/>
                <a:gdLst>
                  <a:gd name="T0" fmla="*/ 14 w 58"/>
                  <a:gd name="T1" fmla="*/ 2 h 19"/>
                  <a:gd name="T2" fmla="*/ 8 w 58"/>
                  <a:gd name="T3" fmla="*/ 0 h 19"/>
                  <a:gd name="T4" fmla="*/ 3 w 58"/>
                  <a:gd name="T5" fmla="*/ 1 h 19"/>
                  <a:gd name="T6" fmla="*/ 3 w 58"/>
                  <a:gd name="T7" fmla="*/ 12 h 19"/>
                  <a:gd name="T8" fmla="*/ 18 w 58"/>
                  <a:gd name="T9" fmla="*/ 19 h 19"/>
                  <a:gd name="T10" fmla="*/ 40 w 58"/>
                  <a:gd name="T11" fmla="*/ 19 h 19"/>
                  <a:gd name="T12" fmla="*/ 55 w 58"/>
                  <a:gd name="T13" fmla="*/ 12 h 19"/>
                  <a:gd name="T14" fmla="*/ 54 w 58"/>
                  <a:gd name="T15" fmla="*/ 1 h 19"/>
                  <a:gd name="T16" fmla="*/ 50 w 58"/>
                  <a:gd name="T17" fmla="*/ 0 h 19"/>
                  <a:gd name="T18" fmla="*/ 44 w 58"/>
                  <a:gd name="T19" fmla="*/ 2 h 19"/>
                  <a:gd name="T20" fmla="*/ 42 w 58"/>
                  <a:gd name="T21" fmla="*/ 4 h 19"/>
                  <a:gd name="T22" fmla="*/ 40 w 58"/>
                  <a:gd name="T23" fmla="*/ 4 h 19"/>
                  <a:gd name="T24" fmla="*/ 18 w 58"/>
                  <a:gd name="T25" fmla="*/ 4 h 19"/>
                  <a:gd name="T26" fmla="*/ 18 w 58"/>
                  <a:gd name="T27" fmla="*/ 4 h 19"/>
                  <a:gd name="T28" fmla="*/ 14 w 58"/>
                  <a:gd name="T2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9">
                    <a:moveTo>
                      <a:pt x="14" y="2"/>
                    </a:moveTo>
                    <a:cubicBezTo>
                      <a:pt x="12" y="1"/>
                      <a:pt x="10" y="0"/>
                      <a:pt x="8" y="0"/>
                    </a:cubicBezTo>
                    <a:cubicBezTo>
                      <a:pt x="7" y="0"/>
                      <a:pt x="5" y="0"/>
                      <a:pt x="3" y="1"/>
                    </a:cubicBezTo>
                    <a:cubicBezTo>
                      <a:pt x="0" y="4"/>
                      <a:pt x="0" y="9"/>
                      <a:pt x="3" y="12"/>
                    </a:cubicBezTo>
                    <a:cubicBezTo>
                      <a:pt x="6" y="16"/>
                      <a:pt x="12" y="19"/>
                      <a:pt x="18" y="19"/>
                    </a:cubicBezTo>
                    <a:cubicBezTo>
                      <a:pt x="40" y="19"/>
                      <a:pt x="40" y="19"/>
                      <a:pt x="40" y="19"/>
                    </a:cubicBezTo>
                    <a:cubicBezTo>
                      <a:pt x="46" y="19"/>
                      <a:pt x="52" y="16"/>
                      <a:pt x="55" y="12"/>
                    </a:cubicBezTo>
                    <a:cubicBezTo>
                      <a:pt x="58" y="9"/>
                      <a:pt x="58" y="4"/>
                      <a:pt x="54" y="1"/>
                    </a:cubicBezTo>
                    <a:cubicBezTo>
                      <a:pt x="53" y="0"/>
                      <a:pt x="51" y="0"/>
                      <a:pt x="50" y="0"/>
                    </a:cubicBezTo>
                    <a:cubicBezTo>
                      <a:pt x="48" y="0"/>
                      <a:pt x="46" y="1"/>
                      <a:pt x="44" y="2"/>
                    </a:cubicBezTo>
                    <a:cubicBezTo>
                      <a:pt x="43" y="3"/>
                      <a:pt x="43" y="4"/>
                      <a:pt x="42" y="4"/>
                    </a:cubicBezTo>
                    <a:cubicBezTo>
                      <a:pt x="41" y="4"/>
                      <a:pt x="41" y="4"/>
                      <a:pt x="40" y="4"/>
                    </a:cubicBezTo>
                    <a:cubicBezTo>
                      <a:pt x="18" y="4"/>
                      <a:pt x="18" y="4"/>
                      <a:pt x="18" y="4"/>
                    </a:cubicBezTo>
                    <a:cubicBezTo>
                      <a:pt x="18" y="4"/>
                      <a:pt x="18" y="4"/>
                      <a:pt x="18" y="4"/>
                    </a:cubicBezTo>
                    <a:cubicBezTo>
                      <a:pt x="16" y="4"/>
                      <a:pt x="15" y="3"/>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7" name="Freeform 53"/>
              <p:cNvSpPr>
                <a:spLocks/>
              </p:cNvSpPr>
              <p:nvPr/>
            </p:nvSpPr>
            <p:spPr bwMode="auto">
              <a:xfrm>
                <a:off x="-2949575" y="1719263"/>
                <a:ext cx="574675" cy="544513"/>
              </a:xfrm>
              <a:custGeom>
                <a:avLst/>
                <a:gdLst>
                  <a:gd name="T0" fmla="*/ 26 w 153"/>
                  <a:gd name="T1" fmla="*/ 145 h 145"/>
                  <a:gd name="T2" fmla="*/ 52 w 153"/>
                  <a:gd name="T3" fmla="*/ 119 h 145"/>
                  <a:gd name="T4" fmla="*/ 52 w 153"/>
                  <a:gd name="T5" fmla="*/ 119 h 145"/>
                  <a:gd name="T6" fmla="*/ 52 w 153"/>
                  <a:gd name="T7" fmla="*/ 33 h 145"/>
                  <a:gd name="T8" fmla="*/ 137 w 153"/>
                  <a:gd name="T9" fmla="*/ 33 h 145"/>
                  <a:gd name="T10" fmla="*/ 137 w 153"/>
                  <a:gd name="T11" fmla="*/ 94 h 145"/>
                  <a:gd name="T12" fmla="*/ 127 w 153"/>
                  <a:gd name="T13" fmla="*/ 93 h 145"/>
                  <a:gd name="T14" fmla="*/ 101 w 153"/>
                  <a:gd name="T15" fmla="*/ 119 h 145"/>
                  <a:gd name="T16" fmla="*/ 127 w 153"/>
                  <a:gd name="T17" fmla="*/ 145 h 145"/>
                  <a:gd name="T18" fmla="*/ 153 w 153"/>
                  <a:gd name="T19" fmla="*/ 119 h 145"/>
                  <a:gd name="T20" fmla="*/ 153 w 153"/>
                  <a:gd name="T21" fmla="*/ 119 h 145"/>
                  <a:gd name="T22" fmla="*/ 153 w 153"/>
                  <a:gd name="T23" fmla="*/ 119 h 145"/>
                  <a:gd name="T24" fmla="*/ 153 w 153"/>
                  <a:gd name="T25" fmla="*/ 33 h 145"/>
                  <a:gd name="T26" fmla="*/ 153 w 153"/>
                  <a:gd name="T27" fmla="*/ 0 h 145"/>
                  <a:gd name="T28" fmla="*/ 137 w 153"/>
                  <a:gd name="T29" fmla="*/ 0 h 145"/>
                  <a:gd name="T30" fmla="*/ 52 w 153"/>
                  <a:gd name="T31" fmla="*/ 0 h 145"/>
                  <a:gd name="T32" fmla="*/ 36 w 153"/>
                  <a:gd name="T33" fmla="*/ 0 h 145"/>
                  <a:gd name="T34" fmla="*/ 36 w 153"/>
                  <a:gd name="T35" fmla="*/ 33 h 145"/>
                  <a:gd name="T36" fmla="*/ 36 w 153"/>
                  <a:gd name="T37" fmla="*/ 94 h 145"/>
                  <a:gd name="T38" fmla="*/ 26 w 153"/>
                  <a:gd name="T39" fmla="*/ 93 h 145"/>
                  <a:gd name="T40" fmla="*/ 0 w 153"/>
                  <a:gd name="T41" fmla="*/ 119 h 145"/>
                  <a:gd name="T42" fmla="*/ 26 w 153"/>
                  <a:gd name="T43"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3" h="145">
                    <a:moveTo>
                      <a:pt x="26" y="145"/>
                    </a:moveTo>
                    <a:cubicBezTo>
                      <a:pt x="40" y="145"/>
                      <a:pt x="52" y="133"/>
                      <a:pt x="52" y="119"/>
                    </a:cubicBezTo>
                    <a:cubicBezTo>
                      <a:pt x="52" y="119"/>
                      <a:pt x="52" y="119"/>
                      <a:pt x="52" y="119"/>
                    </a:cubicBezTo>
                    <a:cubicBezTo>
                      <a:pt x="52" y="33"/>
                      <a:pt x="52" y="33"/>
                      <a:pt x="52" y="33"/>
                    </a:cubicBezTo>
                    <a:cubicBezTo>
                      <a:pt x="137" y="33"/>
                      <a:pt x="137" y="33"/>
                      <a:pt x="137" y="33"/>
                    </a:cubicBezTo>
                    <a:cubicBezTo>
                      <a:pt x="137" y="94"/>
                      <a:pt x="137" y="94"/>
                      <a:pt x="137" y="94"/>
                    </a:cubicBezTo>
                    <a:cubicBezTo>
                      <a:pt x="134" y="93"/>
                      <a:pt x="130" y="93"/>
                      <a:pt x="127" y="93"/>
                    </a:cubicBezTo>
                    <a:cubicBezTo>
                      <a:pt x="112" y="93"/>
                      <a:pt x="101" y="104"/>
                      <a:pt x="101" y="119"/>
                    </a:cubicBezTo>
                    <a:cubicBezTo>
                      <a:pt x="101" y="133"/>
                      <a:pt x="112" y="145"/>
                      <a:pt x="127" y="145"/>
                    </a:cubicBezTo>
                    <a:cubicBezTo>
                      <a:pt x="141" y="145"/>
                      <a:pt x="153" y="133"/>
                      <a:pt x="153" y="119"/>
                    </a:cubicBezTo>
                    <a:cubicBezTo>
                      <a:pt x="153" y="119"/>
                      <a:pt x="153" y="119"/>
                      <a:pt x="153" y="119"/>
                    </a:cubicBezTo>
                    <a:cubicBezTo>
                      <a:pt x="153" y="119"/>
                      <a:pt x="153" y="119"/>
                      <a:pt x="153" y="119"/>
                    </a:cubicBezTo>
                    <a:cubicBezTo>
                      <a:pt x="153" y="33"/>
                      <a:pt x="153" y="33"/>
                      <a:pt x="153" y="33"/>
                    </a:cubicBezTo>
                    <a:cubicBezTo>
                      <a:pt x="153" y="0"/>
                      <a:pt x="153" y="0"/>
                      <a:pt x="153" y="0"/>
                    </a:cubicBezTo>
                    <a:cubicBezTo>
                      <a:pt x="137" y="0"/>
                      <a:pt x="137" y="0"/>
                      <a:pt x="137" y="0"/>
                    </a:cubicBezTo>
                    <a:cubicBezTo>
                      <a:pt x="52" y="0"/>
                      <a:pt x="52" y="0"/>
                      <a:pt x="52" y="0"/>
                    </a:cubicBezTo>
                    <a:cubicBezTo>
                      <a:pt x="36" y="0"/>
                      <a:pt x="36" y="0"/>
                      <a:pt x="36" y="0"/>
                    </a:cubicBezTo>
                    <a:cubicBezTo>
                      <a:pt x="36" y="33"/>
                      <a:pt x="36" y="33"/>
                      <a:pt x="36" y="33"/>
                    </a:cubicBezTo>
                    <a:cubicBezTo>
                      <a:pt x="36" y="94"/>
                      <a:pt x="36" y="94"/>
                      <a:pt x="36" y="94"/>
                    </a:cubicBezTo>
                    <a:cubicBezTo>
                      <a:pt x="33" y="93"/>
                      <a:pt x="29" y="93"/>
                      <a:pt x="26" y="93"/>
                    </a:cubicBezTo>
                    <a:cubicBezTo>
                      <a:pt x="11" y="93"/>
                      <a:pt x="0" y="104"/>
                      <a:pt x="0" y="119"/>
                    </a:cubicBezTo>
                    <a:cubicBezTo>
                      <a:pt x="0" y="133"/>
                      <a:pt x="11" y="145"/>
                      <a:pt x="26"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8" name="Freeform 54"/>
              <p:cNvSpPr>
                <a:spLocks/>
              </p:cNvSpPr>
              <p:nvPr/>
            </p:nvSpPr>
            <p:spPr bwMode="auto">
              <a:xfrm>
                <a:off x="-1382713" y="8283575"/>
                <a:ext cx="195263" cy="63500"/>
              </a:xfrm>
              <a:custGeom>
                <a:avLst/>
                <a:gdLst>
                  <a:gd name="T0" fmla="*/ 3 w 123"/>
                  <a:gd name="T1" fmla="*/ 0 h 40"/>
                  <a:gd name="T2" fmla="*/ 0 w 123"/>
                  <a:gd name="T3" fmla="*/ 40 h 40"/>
                  <a:gd name="T4" fmla="*/ 123 w 123"/>
                  <a:gd name="T5" fmla="*/ 40 h 40"/>
                  <a:gd name="T6" fmla="*/ 121 w 123"/>
                  <a:gd name="T7" fmla="*/ 0 h 40"/>
                  <a:gd name="T8" fmla="*/ 3 w 123"/>
                  <a:gd name="T9" fmla="*/ 0 h 40"/>
                </a:gdLst>
                <a:ahLst/>
                <a:cxnLst>
                  <a:cxn ang="0">
                    <a:pos x="T0" y="T1"/>
                  </a:cxn>
                  <a:cxn ang="0">
                    <a:pos x="T2" y="T3"/>
                  </a:cxn>
                  <a:cxn ang="0">
                    <a:pos x="T4" y="T5"/>
                  </a:cxn>
                  <a:cxn ang="0">
                    <a:pos x="T6" y="T7"/>
                  </a:cxn>
                  <a:cxn ang="0">
                    <a:pos x="T8" y="T9"/>
                  </a:cxn>
                </a:cxnLst>
                <a:rect l="0" t="0" r="r" b="b"/>
                <a:pathLst>
                  <a:path w="123" h="40">
                    <a:moveTo>
                      <a:pt x="3" y="0"/>
                    </a:moveTo>
                    <a:lnTo>
                      <a:pt x="0" y="40"/>
                    </a:lnTo>
                    <a:lnTo>
                      <a:pt x="123" y="40"/>
                    </a:lnTo>
                    <a:lnTo>
                      <a:pt x="121"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9" name="Freeform 55"/>
              <p:cNvSpPr>
                <a:spLocks noEditPoints="1"/>
              </p:cNvSpPr>
              <p:nvPr/>
            </p:nvSpPr>
            <p:spPr bwMode="auto">
              <a:xfrm>
                <a:off x="-1555750" y="7926388"/>
                <a:ext cx="546100" cy="338138"/>
              </a:xfrm>
              <a:custGeom>
                <a:avLst/>
                <a:gdLst>
                  <a:gd name="T0" fmla="*/ 230 w 344"/>
                  <a:gd name="T1" fmla="*/ 213 h 213"/>
                  <a:gd name="T2" fmla="*/ 344 w 344"/>
                  <a:gd name="T3" fmla="*/ 213 h 213"/>
                  <a:gd name="T4" fmla="*/ 344 w 344"/>
                  <a:gd name="T5" fmla="*/ 0 h 213"/>
                  <a:gd name="T6" fmla="*/ 171 w 344"/>
                  <a:gd name="T7" fmla="*/ 0 h 213"/>
                  <a:gd name="T8" fmla="*/ 171 w 344"/>
                  <a:gd name="T9" fmla="*/ 26 h 213"/>
                  <a:gd name="T10" fmla="*/ 313 w 344"/>
                  <a:gd name="T11" fmla="*/ 26 h 213"/>
                  <a:gd name="T12" fmla="*/ 313 w 344"/>
                  <a:gd name="T13" fmla="*/ 187 h 213"/>
                  <a:gd name="T14" fmla="*/ 228 w 344"/>
                  <a:gd name="T15" fmla="*/ 187 h 213"/>
                  <a:gd name="T16" fmla="*/ 171 w 344"/>
                  <a:gd name="T17" fmla="*/ 187 h 213"/>
                  <a:gd name="T18" fmla="*/ 171 w 344"/>
                  <a:gd name="T19" fmla="*/ 213 h 213"/>
                  <a:gd name="T20" fmla="*/ 230 w 344"/>
                  <a:gd name="T21" fmla="*/ 213 h 213"/>
                  <a:gd name="T22" fmla="*/ 171 w 344"/>
                  <a:gd name="T23" fmla="*/ 0 h 213"/>
                  <a:gd name="T24" fmla="*/ 0 w 344"/>
                  <a:gd name="T25" fmla="*/ 0 h 213"/>
                  <a:gd name="T26" fmla="*/ 0 w 344"/>
                  <a:gd name="T27" fmla="*/ 213 h 213"/>
                  <a:gd name="T28" fmla="*/ 112 w 344"/>
                  <a:gd name="T29" fmla="*/ 213 h 213"/>
                  <a:gd name="T30" fmla="*/ 171 w 344"/>
                  <a:gd name="T31" fmla="*/ 213 h 213"/>
                  <a:gd name="T32" fmla="*/ 171 w 344"/>
                  <a:gd name="T33" fmla="*/ 187 h 213"/>
                  <a:gd name="T34" fmla="*/ 114 w 344"/>
                  <a:gd name="T35" fmla="*/ 187 h 213"/>
                  <a:gd name="T36" fmla="*/ 31 w 344"/>
                  <a:gd name="T37" fmla="*/ 187 h 213"/>
                  <a:gd name="T38" fmla="*/ 31 w 344"/>
                  <a:gd name="T39" fmla="*/ 187 h 213"/>
                  <a:gd name="T40" fmla="*/ 31 w 344"/>
                  <a:gd name="T41" fmla="*/ 26 h 213"/>
                  <a:gd name="T42" fmla="*/ 171 w 344"/>
                  <a:gd name="T43" fmla="*/ 26 h 213"/>
                  <a:gd name="T44" fmla="*/ 171 w 344"/>
                  <a:gd name="T4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4" h="213">
                    <a:moveTo>
                      <a:pt x="230" y="213"/>
                    </a:moveTo>
                    <a:lnTo>
                      <a:pt x="344" y="213"/>
                    </a:lnTo>
                    <a:lnTo>
                      <a:pt x="344" y="0"/>
                    </a:lnTo>
                    <a:lnTo>
                      <a:pt x="171" y="0"/>
                    </a:lnTo>
                    <a:lnTo>
                      <a:pt x="171" y="26"/>
                    </a:lnTo>
                    <a:lnTo>
                      <a:pt x="313" y="26"/>
                    </a:lnTo>
                    <a:lnTo>
                      <a:pt x="313" y="187"/>
                    </a:lnTo>
                    <a:lnTo>
                      <a:pt x="228" y="187"/>
                    </a:lnTo>
                    <a:lnTo>
                      <a:pt x="171" y="187"/>
                    </a:lnTo>
                    <a:lnTo>
                      <a:pt x="171" y="213"/>
                    </a:lnTo>
                    <a:lnTo>
                      <a:pt x="230" y="213"/>
                    </a:lnTo>
                    <a:close/>
                    <a:moveTo>
                      <a:pt x="171" y="0"/>
                    </a:moveTo>
                    <a:lnTo>
                      <a:pt x="0" y="0"/>
                    </a:lnTo>
                    <a:lnTo>
                      <a:pt x="0" y="213"/>
                    </a:lnTo>
                    <a:lnTo>
                      <a:pt x="112" y="213"/>
                    </a:lnTo>
                    <a:lnTo>
                      <a:pt x="171" y="213"/>
                    </a:lnTo>
                    <a:lnTo>
                      <a:pt x="171" y="187"/>
                    </a:lnTo>
                    <a:lnTo>
                      <a:pt x="114" y="187"/>
                    </a:lnTo>
                    <a:lnTo>
                      <a:pt x="31" y="187"/>
                    </a:lnTo>
                    <a:lnTo>
                      <a:pt x="31" y="187"/>
                    </a:lnTo>
                    <a:lnTo>
                      <a:pt x="31" y="26"/>
                    </a:lnTo>
                    <a:lnTo>
                      <a:pt x="171" y="26"/>
                    </a:lnTo>
                    <a:lnTo>
                      <a:pt x="17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0" name="Freeform 56"/>
              <p:cNvSpPr>
                <a:spLocks/>
              </p:cNvSpPr>
              <p:nvPr/>
            </p:nvSpPr>
            <p:spPr bwMode="auto">
              <a:xfrm>
                <a:off x="-1419225" y="8366125"/>
                <a:ext cx="269875" cy="25400"/>
              </a:xfrm>
              <a:custGeom>
                <a:avLst/>
                <a:gdLst>
                  <a:gd name="T0" fmla="*/ 0 w 170"/>
                  <a:gd name="T1" fmla="*/ 0 h 16"/>
                  <a:gd name="T2" fmla="*/ 0 w 170"/>
                  <a:gd name="T3" fmla="*/ 16 h 16"/>
                  <a:gd name="T4" fmla="*/ 170 w 170"/>
                  <a:gd name="T5" fmla="*/ 16 h 16"/>
                  <a:gd name="T6" fmla="*/ 170 w 170"/>
                  <a:gd name="T7" fmla="*/ 0 h 16"/>
                  <a:gd name="T8" fmla="*/ 146 w 170"/>
                  <a:gd name="T9" fmla="*/ 0 h 16"/>
                  <a:gd name="T10" fmla="*/ 23 w 170"/>
                  <a:gd name="T11" fmla="*/ 0 h 16"/>
                  <a:gd name="T12" fmla="*/ 0 w 17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0" h="16">
                    <a:moveTo>
                      <a:pt x="0" y="0"/>
                    </a:moveTo>
                    <a:lnTo>
                      <a:pt x="0" y="16"/>
                    </a:lnTo>
                    <a:lnTo>
                      <a:pt x="170" y="16"/>
                    </a:lnTo>
                    <a:lnTo>
                      <a:pt x="170" y="0"/>
                    </a:lnTo>
                    <a:lnTo>
                      <a:pt x="146" y="0"/>
                    </a:lnTo>
                    <a:lnTo>
                      <a:pt x="2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1" name="Freeform 57"/>
              <p:cNvSpPr>
                <a:spLocks noEditPoints="1"/>
              </p:cNvSpPr>
              <p:nvPr/>
            </p:nvSpPr>
            <p:spPr bwMode="auto">
              <a:xfrm>
                <a:off x="-4494213" y="8478838"/>
                <a:ext cx="233363" cy="520700"/>
              </a:xfrm>
              <a:custGeom>
                <a:avLst/>
                <a:gdLst>
                  <a:gd name="T0" fmla="*/ 31 w 62"/>
                  <a:gd name="T1" fmla="*/ 120 h 139"/>
                  <a:gd name="T2" fmla="*/ 31 w 62"/>
                  <a:gd name="T3" fmla="*/ 120 h 139"/>
                  <a:gd name="T4" fmla="*/ 60 w 62"/>
                  <a:gd name="T5" fmla="*/ 135 h 139"/>
                  <a:gd name="T6" fmla="*/ 61 w 62"/>
                  <a:gd name="T7" fmla="*/ 135 h 139"/>
                  <a:gd name="T8" fmla="*/ 61 w 62"/>
                  <a:gd name="T9" fmla="*/ 36 h 139"/>
                  <a:gd name="T10" fmla="*/ 60 w 62"/>
                  <a:gd name="T11" fmla="*/ 22 h 139"/>
                  <a:gd name="T12" fmla="*/ 52 w 62"/>
                  <a:gd name="T13" fmla="*/ 12 h 139"/>
                  <a:gd name="T14" fmla="*/ 52 w 62"/>
                  <a:gd name="T15" fmla="*/ 4 h 139"/>
                  <a:gd name="T16" fmla="*/ 52 w 62"/>
                  <a:gd name="T17" fmla="*/ 0 h 139"/>
                  <a:gd name="T18" fmla="*/ 48 w 62"/>
                  <a:gd name="T19" fmla="*/ 0 h 139"/>
                  <a:gd name="T20" fmla="*/ 31 w 62"/>
                  <a:gd name="T21" fmla="*/ 0 h 139"/>
                  <a:gd name="T22" fmla="*/ 31 w 62"/>
                  <a:gd name="T23" fmla="*/ 4 h 139"/>
                  <a:gd name="T24" fmla="*/ 48 w 62"/>
                  <a:gd name="T25" fmla="*/ 4 h 139"/>
                  <a:gd name="T26" fmla="*/ 48 w 62"/>
                  <a:gd name="T27" fmla="*/ 10 h 139"/>
                  <a:gd name="T28" fmla="*/ 48 w 62"/>
                  <a:gd name="T29" fmla="*/ 58 h 139"/>
                  <a:gd name="T30" fmla="*/ 31 w 62"/>
                  <a:gd name="T31" fmla="*/ 40 h 139"/>
                  <a:gd name="T32" fmla="*/ 31 w 62"/>
                  <a:gd name="T33" fmla="*/ 41 h 139"/>
                  <a:gd name="T34" fmla="*/ 31 w 62"/>
                  <a:gd name="T35" fmla="*/ 120 h 139"/>
                  <a:gd name="T36" fmla="*/ 1 w 62"/>
                  <a:gd name="T37" fmla="*/ 135 h 139"/>
                  <a:gd name="T38" fmla="*/ 31 w 62"/>
                  <a:gd name="T39" fmla="*/ 120 h 139"/>
                  <a:gd name="T40" fmla="*/ 31 w 62"/>
                  <a:gd name="T41" fmla="*/ 41 h 139"/>
                  <a:gd name="T42" fmla="*/ 13 w 62"/>
                  <a:gd name="T43" fmla="*/ 58 h 139"/>
                  <a:gd name="T44" fmla="*/ 13 w 62"/>
                  <a:gd name="T45" fmla="*/ 10 h 139"/>
                  <a:gd name="T46" fmla="*/ 13 w 62"/>
                  <a:gd name="T47" fmla="*/ 10 h 139"/>
                  <a:gd name="T48" fmla="*/ 13 w 62"/>
                  <a:gd name="T49" fmla="*/ 10 h 139"/>
                  <a:gd name="T50" fmla="*/ 13 w 62"/>
                  <a:gd name="T51" fmla="*/ 4 h 139"/>
                  <a:gd name="T52" fmla="*/ 31 w 62"/>
                  <a:gd name="T53" fmla="*/ 4 h 139"/>
                  <a:gd name="T54" fmla="*/ 31 w 62"/>
                  <a:gd name="T55" fmla="*/ 0 h 139"/>
                  <a:gd name="T56" fmla="*/ 13 w 62"/>
                  <a:gd name="T57" fmla="*/ 0 h 139"/>
                  <a:gd name="T58" fmla="*/ 9 w 62"/>
                  <a:gd name="T59" fmla="*/ 0 h 139"/>
                  <a:gd name="T60" fmla="*/ 9 w 62"/>
                  <a:gd name="T61" fmla="*/ 4 h 139"/>
                  <a:gd name="T62" fmla="*/ 9 w 62"/>
                  <a:gd name="T63" fmla="*/ 12 h 139"/>
                  <a:gd name="T64" fmla="*/ 1 w 62"/>
                  <a:gd name="T65" fmla="*/ 22 h 139"/>
                  <a:gd name="T66" fmla="*/ 0 w 62"/>
                  <a:gd name="T67" fmla="*/ 36 h 139"/>
                  <a:gd name="T68" fmla="*/ 0 w 62"/>
                  <a:gd name="T69" fmla="*/ 135 h 139"/>
                  <a:gd name="T70" fmla="*/ 1 w 62"/>
                  <a:gd name="T71" fmla="*/ 13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2" h="139">
                    <a:moveTo>
                      <a:pt x="31" y="120"/>
                    </a:moveTo>
                    <a:cubicBezTo>
                      <a:pt x="31" y="120"/>
                      <a:pt x="31" y="120"/>
                      <a:pt x="31" y="120"/>
                    </a:cubicBezTo>
                    <a:cubicBezTo>
                      <a:pt x="45" y="120"/>
                      <a:pt x="57" y="123"/>
                      <a:pt x="60" y="135"/>
                    </a:cubicBezTo>
                    <a:cubicBezTo>
                      <a:pt x="62" y="139"/>
                      <a:pt x="61" y="139"/>
                      <a:pt x="61" y="135"/>
                    </a:cubicBezTo>
                    <a:cubicBezTo>
                      <a:pt x="61" y="114"/>
                      <a:pt x="61" y="57"/>
                      <a:pt x="61" y="36"/>
                    </a:cubicBezTo>
                    <a:cubicBezTo>
                      <a:pt x="61" y="32"/>
                      <a:pt x="62" y="26"/>
                      <a:pt x="60" y="22"/>
                    </a:cubicBezTo>
                    <a:cubicBezTo>
                      <a:pt x="59" y="17"/>
                      <a:pt x="56" y="14"/>
                      <a:pt x="52" y="12"/>
                    </a:cubicBezTo>
                    <a:cubicBezTo>
                      <a:pt x="52" y="4"/>
                      <a:pt x="52" y="4"/>
                      <a:pt x="52" y="4"/>
                    </a:cubicBezTo>
                    <a:cubicBezTo>
                      <a:pt x="52" y="0"/>
                      <a:pt x="52" y="0"/>
                      <a:pt x="52" y="0"/>
                    </a:cubicBezTo>
                    <a:cubicBezTo>
                      <a:pt x="48" y="0"/>
                      <a:pt x="48" y="0"/>
                      <a:pt x="48" y="0"/>
                    </a:cubicBezTo>
                    <a:cubicBezTo>
                      <a:pt x="31" y="0"/>
                      <a:pt x="31" y="0"/>
                      <a:pt x="31" y="0"/>
                    </a:cubicBezTo>
                    <a:cubicBezTo>
                      <a:pt x="31" y="4"/>
                      <a:pt x="31" y="4"/>
                      <a:pt x="31" y="4"/>
                    </a:cubicBezTo>
                    <a:cubicBezTo>
                      <a:pt x="48" y="4"/>
                      <a:pt x="48" y="4"/>
                      <a:pt x="48" y="4"/>
                    </a:cubicBezTo>
                    <a:cubicBezTo>
                      <a:pt x="48" y="10"/>
                      <a:pt x="48" y="10"/>
                      <a:pt x="48" y="10"/>
                    </a:cubicBezTo>
                    <a:cubicBezTo>
                      <a:pt x="48" y="58"/>
                      <a:pt x="48" y="58"/>
                      <a:pt x="48" y="58"/>
                    </a:cubicBezTo>
                    <a:cubicBezTo>
                      <a:pt x="31" y="40"/>
                      <a:pt x="31" y="40"/>
                      <a:pt x="31" y="40"/>
                    </a:cubicBezTo>
                    <a:cubicBezTo>
                      <a:pt x="31" y="41"/>
                      <a:pt x="31" y="41"/>
                      <a:pt x="31" y="41"/>
                    </a:cubicBezTo>
                    <a:lnTo>
                      <a:pt x="31" y="120"/>
                    </a:lnTo>
                    <a:close/>
                    <a:moveTo>
                      <a:pt x="1" y="135"/>
                    </a:moveTo>
                    <a:cubicBezTo>
                      <a:pt x="4" y="123"/>
                      <a:pt x="16" y="120"/>
                      <a:pt x="31" y="120"/>
                    </a:cubicBezTo>
                    <a:cubicBezTo>
                      <a:pt x="31" y="41"/>
                      <a:pt x="31" y="41"/>
                      <a:pt x="31" y="41"/>
                    </a:cubicBezTo>
                    <a:cubicBezTo>
                      <a:pt x="13" y="58"/>
                      <a:pt x="13" y="58"/>
                      <a:pt x="13" y="58"/>
                    </a:cubicBezTo>
                    <a:cubicBezTo>
                      <a:pt x="13" y="10"/>
                      <a:pt x="13" y="10"/>
                      <a:pt x="13" y="10"/>
                    </a:cubicBezTo>
                    <a:cubicBezTo>
                      <a:pt x="13" y="10"/>
                      <a:pt x="13" y="10"/>
                      <a:pt x="13" y="10"/>
                    </a:cubicBezTo>
                    <a:cubicBezTo>
                      <a:pt x="13" y="10"/>
                      <a:pt x="13" y="10"/>
                      <a:pt x="13" y="10"/>
                    </a:cubicBezTo>
                    <a:cubicBezTo>
                      <a:pt x="13" y="4"/>
                      <a:pt x="13" y="4"/>
                      <a:pt x="13" y="4"/>
                    </a:cubicBezTo>
                    <a:cubicBezTo>
                      <a:pt x="31" y="4"/>
                      <a:pt x="31" y="4"/>
                      <a:pt x="31" y="4"/>
                    </a:cubicBezTo>
                    <a:cubicBezTo>
                      <a:pt x="31" y="0"/>
                      <a:pt x="31" y="0"/>
                      <a:pt x="31" y="0"/>
                    </a:cubicBezTo>
                    <a:cubicBezTo>
                      <a:pt x="13" y="0"/>
                      <a:pt x="13" y="0"/>
                      <a:pt x="13" y="0"/>
                    </a:cubicBezTo>
                    <a:cubicBezTo>
                      <a:pt x="9" y="0"/>
                      <a:pt x="9" y="0"/>
                      <a:pt x="9" y="0"/>
                    </a:cubicBezTo>
                    <a:cubicBezTo>
                      <a:pt x="9" y="4"/>
                      <a:pt x="9" y="4"/>
                      <a:pt x="9" y="4"/>
                    </a:cubicBezTo>
                    <a:cubicBezTo>
                      <a:pt x="9" y="12"/>
                      <a:pt x="9" y="12"/>
                      <a:pt x="9" y="12"/>
                    </a:cubicBezTo>
                    <a:cubicBezTo>
                      <a:pt x="5" y="14"/>
                      <a:pt x="2" y="17"/>
                      <a:pt x="1" y="22"/>
                    </a:cubicBezTo>
                    <a:cubicBezTo>
                      <a:pt x="0" y="26"/>
                      <a:pt x="0" y="32"/>
                      <a:pt x="0" y="36"/>
                    </a:cubicBezTo>
                    <a:cubicBezTo>
                      <a:pt x="0" y="57"/>
                      <a:pt x="0" y="114"/>
                      <a:pt x="0" y="135"/>
                    </a:cubicBezTo>
                    <a:cubicBezTo>
                      <a:pt x="0" y="139"/>
                      <a:pt x="0" y="139"/>
                      <a:pt x="1"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2" name="Freeform 58"/>
              <p:cNvSpPr>
                <a:spLocks/>
              </p:cNvSpPr>
              <p:nvPr/>
            </p:nvSpPr>
            <p:spPr bwMode="auto">
              <a:xfrm>
                <a:off x="-4249738" y="8509000"/>
                <a:ext cx="236538" cy="490538"/>
              </a:xfrm>
              <a:custGeom>
                <a:avLst/>
                <a:gdLst>
                  <a:gd name="T0" fmla="*/ 2 w 63"/>
                  <a:gd name="T1" fmla="*/ 127 h 131"/>
                  <a:gd name="T2" fmla="*/ 32 w 63"/>
                  <a:gd name="T3" fmla="*/ 112 h 131"/>
                  <a:gd name="T4" fmla="*/ 61 w 63"/>
                  <a:gd name="T5" fmla="*/ 127 h 131"/>
                  <a:gd name="T6" fmla="*/ 62 w 63"/>
                  <a:gd name="T7" fmla="*/ 127 h 131"/>
                  <a:gd name="T8" fmla="*/ 62 w 63"/>
                  <a:gd name="T9" fmla="*/ 28 h 131"/>
                  <a:gd name="T10" fmla="*/ 61 w 63"/>
                  <a:gd name="T11" fmla="*/ 14 h 131"/>
                  <a:gd name="T12" fmla="*/ 32 w 63"/>
                  <a:gd name="T13" fmla="*/ 0 h 131"/>
                  <a:gd name="T14" fmla="*/ 2 w 63"/>
                  <a:gd name="T15" fmla="*/ 14 h 131"/>
                  <a:gd name="T16" fmla="*/ 1 w 63"/>
                  <a:gd name="T17" fmla="*/ 28 h 131"/>
                  <a:gd name="T18" fmla="*/ 1 w 63"/>
                  <a:gd name="T19" fmla="*/ 127 h 131"/>
                  <a:gd name="T20" fmla="*/ 2 w 63"/>
                  <a:gd name="T21" fmla="*/ 12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31">
                    <a:moveTo>
                      <a:pt x="2" y="127"/>
                    </a:moveTo>
                    <a:cubicBezTo>
                      <a:pt x="5" y="115"/>
                      <a:pt x="17" y="112"/>
                      <a:pt x="32" y="112"/>
                    </a:cubicBezTo>
                    <a:cubicBezTo>
                      <a:pt x="46" y="112"/>
                      <a:pt x="58" y="115"/>
                      <a:pt x="61" y="127"/>
                    </a:cubicBezTo>
                    <a:cubicBezTo>
                      <a:pt x="63" y="131"/>
                      <a:pt x="62" y="131"/>
                      <a:pt x="62" y="127"/>
                    </a:cubicBezTo>
                    <a:cubicBezTo>
                      <a:pt x="62" y="106"/>
                      <a:pt x="62" y="49"/>
                      <a:pt x="62" y="28"/>
                    </a:cubicBezTo>
                    <a:cubicBezTo>
                      <a:pt x="62" y="24"/>
                      <a:pt x="62" y="18"/>
                      <a:pt x="61" y="14"/>
                    </a:cubicBezTo>
                    <a:cubicBezTo>
                      <a:pt x="57" y="3"/>
                      <a:pt x="46" y="0"/>
                      <a:pt x="32" y="0"/>
                    </a:cubicBezTo>
                    <a:cubicBezTo>
                      <a:pt x="17" y="0"/>
                      <a:pt x="6" y="3"/>
                      <a:pt x="2" y="14"/>
                    </a:cubicBezTo>
                    <a:cubicBezTo>
                      <a:pt x="1" y="18"/>
                      <a:pt x="1" y="24"/>
                      <a:pt x="1" y="28"/>
                    </a:cubicBezTo>
                    <a:cubicBezTo>
                      <a:pt x="1" y="49"/>
                      <a:pt x="1" y="106"/>
                      <a:pt x="1" y="127"/>
                    </a:cubicBezTo>
                    <a:cubicBezTo>
                      <a:pt x="1" y="131"/>
                      <a:pt x="0" y="131"/>
                      <a:pt x="2"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3" name="Freeform 59"/>
              <p:cNvSpPr>
                <a:spLocks noEditPoints="1"/>
              </p:cNvSpPr>
              <p:nvPr/>
            </p:nvSpPr>
            <p:spPr bwMode="auto">
              <a:xfrm>
                <a:off x="-1698625" y="3784600"/>
                <a:ext cx="444500" cy="447675"/>
              </a:xfrm>
              <a:custGeom>
                <a:avLst/>
                <a:gdLst>
                  <a:gd name="T0" fmla="*/ 59 w 118"/>
                  <a:gd name="T1" fmla="*/ 119 h 119"/>
                  <a:gd name="T2" fmla="*/ 68 w 118"/>
                  <a:gd name="T3" fmla="*/ 119 h 119"/>
                  <a:gd name="T4" fmla="*/ 68 w 118"/>
                  <a:gd name="T5" fmla="*/ 110 h 119"/>
                  <a:gd name="T6" fmla="*/ 88 w 118"/>
                  <a:gd name="T7" fmla="*/ 102 h 119"/>
                  <a:gd name="T8" fmla="*/ 94 w 118"/>
                  <a:gd name="T9" fmla="*/ 108 h 119"/>
                  <a:gd name="T10" fmla="*/ 108 w 118"/>
                  <a:gd name="T11" fmla="*/ 95 h 119"/>
                  <a:gd name="T12" fmla="*/ 101 w 118"/>
                  <a:gd name="T13" fmla="*/ 89 h 119"/>
                  <a:gd name="T14" fmla="*/ 109 w 118"/>
                  <a:gd name="T15" fmla="*/ 69 h 119"/>
                  <a:gd name="T16" fmla="*/ 118 w 118"/>
                  <a:gd name="T17" fmla="*/ 69 h 119"/>
                  <a:gd name="T18" fmla="*/ 118 w 118"/>
                  <a:gd name="T19" fmla="*/ 50 h 119"/>
                  <a:gd name="T20" fmla="*/ 109 w 118"/>
                  <a:gd name="T21" fmla="*/ 50 h 119"/>
                  <a:gd name="T22" fmla="*/ 101 w 118"/>
                  <a:gd name="T23" fmla="*/ 31 h 119"/>
                  <a:gd name="T24" fmla="*/ 108 w 118"/>
                  <a:gd name="T25" fmla="*/ 24 h 119"/>
                  <a:gd name="T26" fmla="*/ 94 w 118"/>
                  <a:gd name="T27" fmla="*/ 11 h 119"/>
                  <a:gd name="T28" fmla="*/ 88 w 118"/>
                  <a:gd name="T29" fmla="*/ 17 h 119"/>
                  <a:gd name="T30" fmla="*/ 68 w 118"/>
                  <a:gd name="T31" fmla="*/ 9 h 119"/>
                  <a:gd name="T32" fmla="*/ 68 w 118"/>
                  <a:gd name="T33" fmla="*/ 0 h 119"/>
                  <a:gd name="T34" fmla="*/ 59 w 118"/>
                  <a:gd name="T35" fmla="*/ 0 h 119"/>
                  <a:gd name="T36" fmla="*/ 59 w 118"/>
                  <a:gd name="T37" fmla="*/ 22 h 119"/>
                  <a:gd name="T38" fmla="*/ 97 w 118"/>
                  <a:gd name="T39" fmla="*/ 60 h 119"/>
                  <a:gd name="T40" fmla="*/ 59 w 118"/>
                  <a:gd name="T41" fmla="*/ 97 h 119"/>
                  <a:gd name="T42" fmla="*/ 59 w 118"/>
                  <a:gd name="T43" fmla="*/ 119 h 119"/>
                  <a:gd name="T44" fmla="*/ 17 w 118"/>
                  <a:gd name="T45" fmla="*/ 89 h 119"/>
                  <a:gd name="T46" fmla="*/ 11 w 118"/>
                  <a:gd name="T47" fmla="*/ 95 h 119"/>
                  <a:gd name="T48" fmla="*/ 24 w 118"/>
                  <a:gd name="T49" fmla="*/ 108 h 119"/>
                  <a:gd name="T50" fmla="*/ 30 w 118"/>
                  <a:gd name="T51" fmla="*/ 102 h 119"/>
                  <a:gd name="T52" fmla="*/ 50 w 118"/>
                  <a:gd name="T53" fmla="*/ 110 h 119"/>
                  <a:gd name="T54" fmla="*/ 50 w 118"/>
                  <a:gd name="T55" fmla="*/ 119 h 119"/>
                  <a:gd name="T56" fmla="*/ 59 w 118"/>
                  <a:gd name="T57" fmla="*/ 119 h 119"/>
                  <a:gd name="T58" fmla="*/ 59 w 118"/>
                  <a:gd name="T59" fmla="*/ 97 h 119"/>
                  <a:gd name="T60" fmla="*/ 59 w 118"/>
                  <a:gd name="T61" fmla="*/ 97 h 119"/>
                  <a:gd name="T62" fmla="*/ 21 w 118"/>
                  <a:gd name="T63" fmla="*/ 60 h 119"/>
                  <a:gd name="T64" fmla="*/ 59 w 118"/>
                  <a:gd name="T65" fmla="*/ 22 h 119"/>
                  <a:gd name="T66" fmla="*/ 59 w 118"/>
                  <a:gd name="T67" fmla="*/ 22 h 119"/>
                  <a:gd name="T68" fmla="*/ 59 w 118"/>
                  <a:gd name="T69" fmla="*/ 22 h 119"/>
                  <a:gd name="T70" fmla="*/ 59 w 118"/>
                  <a:gd name="T71" fmla="*/ 0 h 119"/>
                  <a:gd name="T72" fmla="*/ 50 w 118"/>
                  <a:gd name="T73" fmla="*/ 0 h 119"/>
                  <a:gd name="T74" fmla="*/ 50 w 118"/>
                  <a:gd name="T75" fmla="*/ 9 h 119"/>
                  <a:gd name="T76" fmla="*/ 30 w 118"/>
                  <a:gd name="T77" fmla="*/ 17 h 119"/>
                  <a:gd name="T78" fmla="*/ 24 w 118"/>
                  <a:gd name="T79" fmla="*/ 11 h 119"/>
                  <a:gd name="T80" fmla="*/ 11 w 118"/>
                  <a:gd name="T81" fmla="*/ 24 h 119"/>
                  <a:gd name="T82" fmla="*/ 17 w 118"/>
                  <a:gd name="T83" fmla="*/ 31 h 119"/>
                  <a:gd name="T84" fmla="*/ 9 w 118"/>
                  <a:gd name="T85" fmla="*/ 50 h 119"/>
                  <a:gd name="T86" fmla="*/ 0 w 118"/>
                  <a:gd name="T87" fmla="*/ 50 h 119"/>
                  <a:gd name="T88" fmla="*/ 0 w 118"/>
                  <a:gd name="T89" fmla="*/ 69 h 119"/>
                  <a:gd name="T90" fmla="*/ 9 w 118"/>
                  <a:gd name="T91" fmla="*/ 69 h 119"/>
                  <a:gd name="T92" fmla="*/ 17 w 118"/>
                  <a:gd name="T93" fmla="*/ 8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119">
                    <a:moveTo>
                      <a:pt x="59" y="119"/>
                    </a:moveTo>
                    <a:cubicBezTo>
                      <a:pt x="68" y="119"/>
                      <a:pt x="68" y="119"/>
                      <a:pt x="68" y="119"/>
                    </a:cubicBezTo>
                    <a:cubicBezTo>
                      <a:pt x="68" y="110"/>
                      <a:pt x="68" y="110"/>
                      <a:pt x="68" y="110"/>
                    </a:cubicBezTo>
                    <a:cubicBezTo>
                      <a:pt x="76" y="109"/>
                      <a:pt x="82" y="106"/>
                      <a:pt x="88" y="102"/>
                    </a:cubicBezTo>
                    <a:cubicBezTo>
                      <a:pt x="94" y="108"/>
                      <a:pt x="94" y="108"/>
                      <a:pt x="94" y="108"/>
                    </a:cubicBezTo>
                    <a:cubicBezTo>
                      <a:pt x="108" y="95"/>
                      <a:pt x="108" y="95"/>
                      <a:pt x="108" y="95"/>
                    </a:cubicBezTo>
                    <a:cubicBezTo>
                      <a:pt x="101" y="89"/>
                      <a:pt x="101" y="89"/>
                      <a:pt x="101" y="89"/>
                    </a:cubicBezTo>
                    <a:cubicBezTo>
                      <a:pt x="105" y="83"/>
                      <a:pt x="108" y="76"/>
                      <a:pt x="109" y="69"/>
                    </a:cubicBezTo>
                    <a:cubicBezTo>
                      <a:pt x="118" y="69"/>
                      <a:pt x="118" y="69"/>
                      <a:pt x="118" y="69"/>
                    </a:cubicBezTo>
                    <a:cubicBezTo>
                      <a:pt x="118" y="50"/>
                      <a:pt x="118" y="50"/>
                      <a:pt x="118" y="50"/>
                    </a:cubicBezTo>
                    <a:cubicBezTo>
                      <a:pt x="109" y="50"/>
                      <a:pt x="109" y="50"/>
                      <a:pt x="109" y="50"/>
                    </a:cubicBezTo>
                    <a:cubicBezTo>
                      <a:pt x="108" y="43"/>
                      <a:pt x="105" y="36"/>
                      <a:pt x="101" y="31"/>
                    </a:cubicBezTo>
                    <a:cubicBezTo>
                      <a:pt x="108" y="24"/>
                      <a:pt x="108" y="24"/>
                      <a:pt x="108" y="24"/>
                    </a:cubicBezTo>
                    <a:cubicBezTo>
                      <a:pt x="94" y="11"/>
                      <a:pt x="94" y="11"/>
                      <a:pt x="94" y="11"/>
                    </a:cubicBezTo>
                    <a:cubicBezTo>
                      <a:pt x="88" y="17"/>
                      <a:pt x="88" y="17"/>
                      <a:pt x="88" y="17"/>
                    </a:cubicBezTo>
                    <a:cubicBezTo>
                      <a:pt x="82" y="13"/>
                      <a:pt x="76" y="11"/>
                      <a:pt x="68" y="9"/>
                    </a:cubicBezTo>
                    <a:cubicBezTo>
                      <a:pt x="68" y="0"/>
                      <a:pt x="68" y="0"/>
                      <a:pt x="68" y="0"/>
                    </a:cubicBezTo>
                    <a:cubicBezTo>
                      <a:pt x="59" y="0"/>
                      <a:pt x="59" y="0"/>
                      <a:pt x="59" y="0"/>
                    </a:cubicBezTo>
                    <a:cubicBezTo>
                      <a:pt x="59" y="22"/>
                      <a:pt x="59" y="22"/>
                      <a:pt x="59" y="22"/>
                    </a:cubicBezTo>
                    <a:cubicBezTo>
                      <a:pt x="80" y="22"/>
                      <a:pt x="97" y="39"/>
                      <a:pt x="97" y="60"/>
                    </a:cubicBezTo>
                    <a:cubicBezTo>
                      <a:pt x="97" y="81"/>
                      <a:pt x="80" y="97"/>
                      <a:pt x="59" y="97"/>
                    </a:cubicBezTo>
                    <a:lnTo>
                      <a:pt x="59" y="119"/>
                    </a:lnTo>
                    <a:close/>
                    <a:moveTo>
                      <a:pt x="17" y="89"/>
                    </a:moveTo>
                    <a:cubicBezTo>
                      <a:pt x="11" y="95"/>
                      <a:pt x="11" y="95"/>
                      <a:pt x="11" y="95"/>
                    </a:cubicBezTo>
                    <a:cubicBezTo>
                      <a:pt x="24" y="108"/>
                      <a:pt x="24" y="108"/>
                      <a:pt x="24" y="108"/>
                    </a:cubicBezTo>
                    <a:cubicBezTo>
                      <a:pt x="30" y="102"/>
                      <a:pt x="30" y="102"/>
                      <a:pt x="30" y="102"/>
                    </a:cubicBezTo>
                    <a:cubicBezTo>
                      <a:pt x="36" y="106"/>
                      <a:pt x="42" y="109"/>
                      <a:pt x="50" y="110"/>
                    </a:cubicBezTo>
                    <a:cubicBezTo>
                      <a:pt x="50" y="119"/>
                      <a:pt x="50" y="119"/>
                      <a:pt x="50" y="119"/>
                    </a:cubicBezTo>
                    <a:cubicBezTo>
                      <a:pt x="59" y="119"/>
                      <a:pt x="59" y="119"/>
                      <a:pt x="59" y="119"/>
                    </a:cubicBezTo>
                    <a:cubicBezTo>
                      <a:pt x="59" y="97"/>
                      <a:pt x="59" y="97"/>
                      <a:pt x="59" y="97"/>
                    </a:cubicBezTo>
                    <a:cubicBezTo>
                      <a:pt x="59" y="97"/>
                      <a:pt x="59" y="97"/>
                      <a:pt x="59" y="97"/>
                    </a:cubicBezTo>
                    <a:cubicBezTo>
                      <a:pt x="38" y="97"/>
                      <a:pt x="21" y="81"/>
                      <a:pt x="21" y="60"/>
                    </a:cubicBezTo>
                    <a:cubicBezTo>
                      <a:pt x="21" y="39"/>
                      <a:pt x="38" y="22"/>
                      <a:pt x="59" y="22"/>
                    </a:cubicBezTo>
                    <a:cubicBezTo>
                      <a:pt x="59" y="22"/>
                      <a:pt x="59" y="22"/>
                      <a:pt x="59" y="22"/>
                    </a:cubicBezTo>
                    <a:cubicBezTo>
                      <a:pt x="59" y="22"/>
                      <a:pt x="59" y="22"/>
                      <a:pt x="59" y="22"/>
                    </a:cubicBezTo>
                    <a:cubicBezTo>
                      <a:pt x="59" y="0"/>
                      <a:pt x="59" y="0"/>
                      <a:pt x="59" y="0"/>
                    </a:cubicBezTo>
                    <a:cubicBezTo>
                      <a:pt x="50" y="0"/>
                      <a:pt x="50" y="0"/>
                      <a:pt x="50" y="0"/>
                    </a:cubicBezTo>
                    <a:cubicBezTo>
                      <a:pt x="50" y="9"/>
                      <a:pt x="50" y="9"/>
                      <a:pt x="50" y="9"/>
                    </a:cubicBezTo>
                    <a:cubicBezTo>
                      <a:pt x="42" y="11"/>
                      <a:pt x="36" y="13"/>
                      <a:pt x="30" y="17"/>
                    </a:cubicBezTo>
                    <a:cubicBezTo>
                      <a:pt x="24" y="11"/>
                      <a:pt x="24" y="11"/>
                      <a:pt x="24" y="11"/>
                    </a:cubicBezTo>
                    <a:cubicBezTo>
                      <a:pt x="11" y="24"/>
                      <a:pt x="11" y="24"/>
                      <a:pt x="11" y="24"/>
                    </a:cubicBezTo>
                    <a:cubicBezTo>
                      <a:pt x="17" y="31"/>
                      <a:pt x="17" y="31"/>
                      <a:pt x="17" y="31"/>
                    </a:cubicBezTo>
                    <a:cubicBezTo>
                      <a:pt x="13" y="36"/>
                      <a:pt x="10" y="43"/>
                      <a:pt x="9" y="50"/>
                    </a:cubicBezTo>
                    <a:cubicBezTo>
                      <a:pt x="0" y="50"/>
                      <a:pt x="0" y="50"/>
                      <a:pt x="0" y="50"/>
                    </a:cubicBezTo>
                    <a:cubicBezTo>
                      <a:pt x="0" y="69"/>
                      <a:pt x="0" y="69"/>
                      <a:pt x="0" y="69"/>
                    </a:cubicBezTo>
                    <a:cubicBezTo>
                      <a:pt x="9" y="69"/>
                      <a:pt x="9" y="69"/>
                      <a:pt x="9" y="69"/>
                    </a:cubicBezTo>
                    <a:cubicBezTo>
                      <a:pt x="10" y="76"/>
                      <a:pt x="13" y="83"/>
                      <a:pt x="17"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4" name="Freeform 60"/>
              <p:cNvSpPr>
                <a:spLocks noEditPoints="1"/>
              </p:cNvSpPr>
              <p:nvPr/>
            </p:nvSpPr>
            <p:spPr bwMode="auto">
              <a:xfrm>
                <a:off x="-1355725" y="3586163"/>
                <a:ext cx="300038" cy="300038"/>
              </a:xfrm>
              <a:custGeom>
                <a:avLst/>
                <a:gdLst>
                  <a:gd name="T0" fmla="*/ 74 w 80"/>
                  <a:gd name="T1" fmla="*/ 33 h 80"/>
                  <a:gd name="T2" fmla="*/ 80 w 80"/>
                  <a:gd name="T3" fmla="*/ 31 h 80"/>
                  <a:gd name="T4" fmla="*/ 74 w 80"/>
                  <a:gd name="T5" fmla="*/ 17 h 80"/>
                  <a:gd name="T6" fmla="*/ 68 w 80"/>
                  <a:gd name="T7" fmla="*/ 20 h 80"/>
                  <a:gd name="T8" fmla="*/ 60 w 80"/>
                  <a:gd name="T9" fmla="*/ 11 h 80"/>
                  <a:gd name="T10" fmla="*/ 62 w 80"/>
                  <a:gd name="T11" fmla="*/ 5 h 80"/>
                  <a:gd name="T12" fmla="*/ 48 w 80"/>
                  <a:gd name="T13" fmla="*/ 0 h 80"/>
                  <a:gd name="T14" fmla="*/ 46 w 80"/>
                  <a:gd name="T15" fmla="*/ 5 h 80"/>
                  <a:gd name="T16" fmla="*/ 40 w 80"/>
                  <a:gd name="T17" fmla="*/ 5 h 80"/>
                  <a:gd name="T18" fmla="*/ 40 w 80"/>
                  <a:gd name="T19" fmla="*/ 16 h 80"/>
                  <a:gd name="T20" fmla="*/ 62 w 80"/>
                  <a:gd name="T21" fmla="*/ 31 h 80"/>
                  <a:gd name="T22" fmla="*/ 49 w 80"/>
                  <a:gd name="T23" fmla="*/ 61 h 80"/>
                  <a:gd name="T24" fmla="*/ 49 w 80"/>
                  <a:gd name="T25" fmla="*/ 61 h 80"/>
                  <a:gd name="T26" fmla="*/ 40 w 80"/>
                  <a:gd name="T27" fmla="*/ 63 h 80"/>
                  <a:gd name="T28" fmla="*/ 40 w 80"/>
                  <a:gd name="T29" fmla="*/ 63 h 80"/>
                  <a:gd name="T30" fmla="*/ 40 w 80"/>
                  <a:gd name="T31" fmla="*/ 75 h 80"/>
                  <a:gd name="T32" fmla="*/ 46 w 80"/>
                  <a:gd name="T33" fmla="*/ 74 h 80"/>
                  <a:gd name="T34" fmla="*/ 49 w 80"/>
                  <a:gd name="T35" fmla="*/ 80 h 80"/>
                  <a:gd name="T36" fmla="*/ 63 w 80"/>
                  <a:gd name="T37" fmla="*/ 74 h 80"/>
                  <a:gd name="T38" fmla="*/ 60 w 80"/>
                  <a:gd name="T39" fmla="*/ 68 h 80"/>
                  <a:gd name="T40" fmla="*/ 69 w 80"/>
                  <a:gd name="T41" fmla="*/ 60 h 80"/>
                  <a:gd name="T42" fmla="*/ 74 w 80"/>
                  <a:gd name="T43" fmla="*/ 62 h 80"/>
                  <a:gd name="T44" fmla="*/ 80 w 80"/>
                  <a:gd name="T45" fmla="*/ 48 h 80"/>
                  <a:gd name="T46" fmla="*/ 74 w 80"/>
                  <a:gd name="T47" fmla="*/ 46 h 80"/>
                  <a:gd name="T48" fmla="*/ 74 w 80"/>
                  <a:gd name="T49" fmla="*/ 33 h 80"/>
                  <a:gd name="T50" fmla="*/ 40 w 80"/>
                  <a:gd name="T51" fmla="*/ 5 h 80"/>
                  <a:gd name="T52" fmla="*/ 33 w 80"/>
                  <a:gd name="T53" fmla="*/ 5 h 80"/>
                  <a:gd name="T54" fmla="*/ 31 w 80"/>
                  <a:gd name="T55" fmla="*/ 0 h 80"/>
                  <a:gd name="T56" fmla="*/ 17 w 80"/>
                  <a:gd name="T57" fmla="*/ 6 h 80"/>
                  <a:gd name="T58" fmla="*/ 20 w 80"/>
                  <a:gd name="T59" fmla="*/ 11 h 80"/>
                  <a:gd name="T60" fmla="*/ 11 w 80"/>
                  <a:gd name="T61" fmla="*/ 20 h 80"/>
                  <a:gd name="T62" fmla="*/ 5 w 80"/>
                  <a:gd name="T63" fmla="*/ 18 h 80"/>
                  <a:gd name="T64" fmla="*/ 0 w 80"/>
                  <a:gd name="T65" fmla="*/ 32 h 80"/>
                  <a:gd name="T66" fmla="*/ 5 w 80"/>
                  <a:gd name="T67" fmla="*/ 34 h 80"/>
                  <a:gd name="T68" fmla="*/ 6 w 80"/>
                  <a:gd name="T69" fmla="*/ 46 h 80"/>
                  <a:gd name="T70" fmla="*/ 0 w 80"/>
                  <a:gd name="T71" fmla="*/ 49 h 80"/>
                  <a:gd name="T72" fmla="*/ 6 w 80"/>
                  <a:gd name="T73" fmla="*/ 62 h 80"/>
                  <a:gd name="T74" fmla="*/ 11 w 80"/>
                  <a:gd name="T75" fmla="*/ 60 h 80"/>
                  <a:gd name="T76" fmla="*/ 20 w 80"/>
                  <a:gd name="T77" fmla="*/ 69 h 80"/>
                  <a:gd name="T78" fmla="*/ 18 w 80"/>
                  <a:gd name="T79" fmla="*/ 74 h 80"/>
                  <a:gd name="T80" fmla="*/ 32 w 80"/>
                  <a:gd name="T81" fmla="*/ 80 h 80"/>
                  <a:gd name="T82" fmla="*/ 34 w 80"/>
                  <a:gd name="T83" fmla="*/ 74 h 80"/>
                  <a:gd name="T84" fmla="*/ 40 w 80"/>
                  <a:gd name="T85" fmla="*/ 75 h 80"/>
                  <a:gd name="T86" fmla="*/ 40 w 80"/>
                  <a:gd name="T87" fmla="*/ 63 h 80"/>
                  <a:gd name="T88" fmla="*/ 18 w 80"/>
                  <a:gd name="T89" fmla="*/ 49 h 80"/>
                  <a:gd name="T90" fmla="*/ 31 w 80"/>
                  <a:gd name="T91" fmla="*/ 18 h 80"/>
                  <a:gd name="T92" fmla="*/ 40 w 80"/>
                  <a:gd name="T93" fmla="*/ 16 h 80"/>
                  <a:gd name="T94" fmla="*/ 40 w 80"/>
                  <a:gd name="T95" fmla="*/ 16 h 80"/>
                  <a:gd name="T96" fmla="*/ 40 w 80"/>
                  <a:gd name="T97"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0" h="80">
                    <a:moveTo>
                      <a:pt x="74" y="33"/>
                    </a:moveTo>
                    <a:cubicBezTo>
                      <a:pt x="80" y="31"/>
                      <a:pt x="80" y="31"/>
                      <a:pt x="80" y="31"/>
                    </a:cubicBezTo>
                    <a:cubicBezTo>
                      <a:pt x="74" y="17"/>
                      <a:pt x="74" y="17"/>
                      <a:pt x="74" y="17"/>
                    </a:cubicBezTo>
                    <a:cubicBezTo>
                      <a:pt x="68" y="20"/>
                      <a:pt x="68" y="20"/>
                      <a:pt x="68" y="20"/>
                    </a:cubicBezTo>
                    <a:cubicBezTo>
                      <a:pt x="66" y="16"/>
                      <a:pt x="63" y="13"/>
                      <a:pt x="60" y="11"/>
                    </a:cubicBezTo>
                    <a:cubicBezTo>
                      <a:pt x="62" y="5"/>
                      <a:pt x="62" y="5"/>
                      <a:pt x="62" y="5"/>
                    </a:cubicBezTo>
                    <a:cubicBezTo>
                      <a:pt x="48" y="0"/>
                      <a:pt x="48" y="0"/>
                      <a:pt x="48" y="0"/>
                    </a:cubicBezTo>
                    <a:cubicBezTo>
                      <a:pt x="46" y="5"/>
                      <a:pt x="46" y="5"/>
                      <a:pt x="46" y="5"/>
                    </a:cubicBezTo>
                    <a:cubicBezTo>
                      <a:pt x="44" y="5"/>
                      <a:pt x="42" y="5"/>
                      <a:pt x="40" y="5"/>
                    </a:cubicBezTo>
                    <a:cubicBezTo>
                      <a:pt x="40" y="16"/>
                      <a:pt x="40" y="16"/>
                      <a:pt x="40" y="16"/>
                    </a:cubicBezTo>
                    <a:cubicBezTo>
                      <a:pt x="49" y="16"/>
                      <a:pt x="58" y="22"/>
                      <a:pt x="62" y="31"/>
                    </a:cubicBezTo>
                    <a:cubicBezTo>
                      <a:pt x="67" y="43"/>
                      <a:pt x="61" y="56"/>
                      <a:pt x="49" y="61"/>
                    </a:cubicBezTo>
                    <a:cubicBezTo>
                      <a:pt x="49" y="61"/>
                      <a:pt x="49" y="61"/>
                      <a:pt x="49" y="61"/>
                    </a:cubicBezTo>
                    <a:cubicBezTo>
                      <a:pt x="46" y="63"/>
                      <a:pt x="43" y="63"/>
                      <a:pt x="40" y="63"/>
                    </a:cubicBezTo>
                    <a:cubicBezTo>
                      <a:pt x="40" y="63"/>
                      <a:pt x="40" y="63"/>
                      <a:pt x="40" y="63"/>
                    </a:cubicBezTo>
                    <a:cubicBezTo>
                      <a:pt x="40" y="75"/>
                      <a:pt x="40" y="75"/>
                      <a:pt x="40" y="75"/>
                    </a:cubicBezTo>
                    <a:cubicBezTo>
                      <a:pt x="42" y="75"/>
                      <a:pt x="44" y="75"/>
                      <a:pt x="46" y="74"/>
                    </a:cubicBezTo>
                    <a:cubicBezTo>
                      <a:pt x="49" y="80"/>
                      <a:pt x="49" y="80"/>
                      <a:pt x="49" y="80"/>
                    </a:cubicBezTo>
                    <a:cubicBezTo>
                      <a:pt x="63" y="74"/>
                      <a:pt x="63" y="74"/>
                      <a:pt x="63" y="74"/>
                    </a:cubicBezTo>
                    <a:cubicBezTo>
                      <a:pt x="60" y="68"/>
                      <a:pt x="60" y="68"/>
                      <a:pt x="60" y="68"/>
                    </a:cubicBezTo>
                    <a:cubicBezTo>
                      <a:pt x="64" y="66"/>
                      <a:pt x="67" y="63"/>
                      <a:pt x="69" y="60"/>
                    </a:cubicBezTo>
                    <a:cubicBezTo>
                      <a:pt x="74" y="62"/>
                      <a:pt x="74" y="62"/>
                      <a:pt x="74" y="62"/>
                    </a:cubicBezTo>
                    <a:cubicBezTo>
                      <a:pt x="80" y="48"/>
                      <a:pt x="80" y="48"/>
                      <a:pt x="80" y="48"/>
                    </a:cubicBezTo>
                    <a:cubicBezTo>
                      <a:pt x="74" y="46"/>
                      <a:pt x="74" y="46"/>
                      <a:pt x="74" y="46"/>
                    </a:cubicBezTo>
                    <a:cubicBezTo>
                      <a:pt x="75" y="42"/>
                      <a:pt x="75" y="37"/>
                      <a:pt x="74" y="33"/>
                    </a:cubicBezTo>
                    <a:close/>
                    <a:moveTo>
                      <a:pt x="40" y="5"/>
                    </a:moveTo>
                    <a:cubicBezTo>
                      <a:pt x="38" y="5"/>
                      <a:pt x="36" y="5"/>
                      <a:pt x="33" y="5"/>
                    </a:cubicBezTo>
                    <a:cubicBezTo>
                      <a:pt x="31" y="0"/>
                      <a:pt x="31" y="0"/>
                      <a:pt x="31" y="0"/>
                    </a:cubicBezTo>
                    <a:cubicBezTo>
                      <a:pt x="17" y="6"/>
                      <a:pt x="17" y="6"/>
                      <a:pt x="17" y="6"/>
                    </a:cubicBezTo>
                    <a:cubicBezTo>
                      <a:pt x="20" y="11"/>
                      <a:pt x="20" y="11"/>
                      <a:pt x="20" y="11"/>
                    </a:cubicBezTo>
                    <a:cubicBezTo>
                      <a:pt x="16" y="14"/>
                      <a:pt x="13" y="17"/>
                      <a:pt x="11" y="20"/>
                    </a:cubicBezTo>
                    <a:cubicBezTo>
                      <a:pt x="5" y="18"/>
                      <a:pt x="5" y="18"/>
                      <a:pt x="5" y="18"/>
                    </a:cubicBezTo>
                    <a:cubicBezTo>
                      <a:pt x="0" y="32"/>
                      <a:pt x="0" y="32"/>
                      <a:pt x="0" y="32"/>
                    </a:cubicBezTo>
                    <a:cubicBezTo>
                      <a:pt x="5" y="34"/>
                      <a:pt x="5" y="34"/>
                      <a:pt x="5" y="34"/>
                    </a:cubicBezTo>
                    <a:cubicBezTo>
                      <a:pt x="5" y="38"/>
                      <a:pt x="5" y="42"/>
                      <a:pt x="6" y="46"/>
                    </a:cubicBezTo>
                    <a:cubicBezTo>
                      <a:pt x="0" y="49"/>
                      <a:pt x="0" y="49"/>
                      <a:pt x="0" y="49"/>
                    </a:cubicBezTo>
                    <a:cubicBezTo>
                      <a:pt x="6" y="62"/>
                      <a:pt x="6" y="62"/>
                      <a:pt x="6" y="62"/>
                    </a:cubicBezTo>
                    <a:cubicBezTo>
                      <a:pt x="11" y="60"/>
                      <a:pt x="11" y="60"/>
                      <a:pt x="11" y="60"/>
                    </a:cubicBezTo>
                    <a:cubicBezTo>
                      <a:pt x="14" y="63"/>
                      <a:pt x="17" y="66"/>
                      <a:pt x="20" y="69"/>
                    </a:cubicBezTo>
                    <a:cubicBezTo>
                      <a:pt x="18" y="74"/>
                      <a:pt x="18" y="74"/>
                      <a:pt x="18" y="74"/>
                    </a:cubicBezTo>
                    <a:cubicBezTo>
                      <a:pt x="32" y="80"/>
                      <a:pt x="32" y="80"/>
                      <a:pt x="32" y="80"/>
                    </a:cubicBezTo>
                    <a:cubicBezTo>
                      <a:pt x="34" y="74"/>
                      <a:pt x="34" y="74"/>
                      <a:pt x="34" y="74"/>
                    </a:cubicBezTo>
                    <a:cubicBezTo>
                      <a:pt x="36" y="75"/>
                      <a:pt x="38" y="75"/>
                      <a:pt x="40" y="75"/>
                    </a:cubicBezTo>
                    <a:cubicBezTo>
                      <a:pt x="40" y="63"/>
                      <a:pt x="40" y="63"/>
                      <a:pt x="40" y="63"/>
                    </a:cubicBezTo>
                    <a:cubicBezTo>
                      <a:pt x="31" y="63"/>
                      <a:pt x="22" y="58"/>
                      <a:pt x="18" y="49"/>
                    </a:cubicBezTo>
                    <a:cubicBezTo>
                      <a:pt x="13" y="37"/>
                      <a:pt x="19" y="23"/>
                      <a:pt x="31" y="18"/>
                    </a:cubicBezTo>
                    <a:cubicBezTo>
                      <a:pt x="34" y="17"/>
                      <a:pt x="37" y="16"/>
                      <a:pt x="40" y="16"/>
                    </a:cubicBezTo>
                    <a:cubicBezTo>
                      <a:pt x="40" y="16"/>
                      <a:pt x="40" y="16"/>
                      <a:pt x="40" y="16"/>
                    </a:cubicBezTo>
                    <a:lnTo>
                      <a:pt x="4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5" name="Rectangle 61"/>
              <p:cNvSpPr>
                <a:spLocks noChangeArrowheads="1"/>
              </p:cNvSpPr>
              <p:nvPr/>
            </p:nvSpPr>
            <p:spPr bwMode="auto">
              <a:xfrm>
                <a:off x="-3163888" y="6438900"/>
                <a:ext cx="82550" cy="549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6" name="Rectangle 62"/>
              <p:cNvSpPr>
                <a:spLocks noChangeArrowheads="1"/>
              </p:cNvSpPr>
              <p:nvPr/>
            </p:nvSpPr>
            <p:spPr bwMode="auto">
              <a:xfrm>
                <a:off x="-3282950" y="6740525"/>
                <a:ext cx="82550" cy="2476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7" name="Rectangle 63"/>
              <p:cNvSpPr>
                <a:spLocks noChangeArrowheads="1"/>
              </p:cNvSpPr>
              <p:nvPr/>
            </p:nvSpPr>
            <p:spPr bwMode="auto">
              <a:xfrm>
                <a:off x="-3403600" y="6521450"/>
                <a:ext cx="82550" cy="466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8" name="Rectangle 64"/>
              <p:cNvSpPr>
                <a:spLocks noChangeArrowheads="1"/>
              </p:cNvSpPr>
              <p:nvPr/>
            </p:nvSpPr>
            <p:spPr bwMode="auto">
              <a:xfrm>
                <a:off x="-3524250" y="6669088"/>
                <a:ext cx="82550" cy="3190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9" name="Rectangle 65"/>
              <p:cNvSpPr>
                <a:spLocks noChangeArrowheads="1"/>
              </p:cNvSpPr>
              <p:nvPr/>
            </p:nvSpPr>
            <p:spPr bwMode="auto">
              <a:xfrm>
                <a:off x="-3644900" y="6615113"/>
                <a:ext cx="82550" cy="373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0" name="Rectangle 66"/>
              <p:cNvSpPr>
                <a:spLocks noChangeArrowheads="1"/>
              </p:cNvSpPr>
              <p:nvPr/>
            </p:nvSpPr>
            <p:spPr bwMode="auto">
              <a:xfrm>
                <a:off x="-3163888" y="6375400"/>
                <a:ext cx="825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1" name="Rectangle 67"/>
              <p:cNvSpPr>
                <a:spLocks noChangeArrowheads="1"/>
              </p:cNvSpPr>
              <p:nvPr/>
            </p:nvSpPr>
            <p:spPr bwMode="auto">
              <a:xfrm>
                <a:off x="-3403600" y="6461125"/>
                <a:ext cx="825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2" name="Rectangle 68"/>
              <p:cNvSpPr>
                <a:spLocks noChangeArrowheads="1"/>
              </p:cNvSpPr>
              <p:nvPr/>
            </p:nvSpPr>
            <p:spPr bwMode="auto">
              <a:xfrm>
                <a:off x="-3524250" y="6608763"/>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3" name="Rectangle 69"/>
              <p:cNvSpPr>
                <a:spLocks noChangeArrowheads="1"/>
              </p:cNvSpPr>
              <p:nvPr/>
            </p:nvSpPr>
            <p:spPr bwMode="auto">
              <a:xfrm>
                <a:off x="-3644900" y="6556375"/>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4" name="Rectangle 70"/>
              <p:cNvSpPr>
                <a:spLocks noChangeArrowheads="1"/>
              </p:cNvSpPr>
              <p:nvPr/>
            </p:nvSpPr>
            <p:spPr bwMode="auto">
              <a:xfrm>
                <a:off x="-3282950" y="6680200"/>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5" name="Freeform 71"/>
              <p:cNvSpPr>
                <a:spLocks/>
              </p:cNvSpPr>
              <p:nvPr/>
            </p:nvSpPr>
            <p:spPr bwMode="auto">
              <a:xfrm>
                <a:off x="-4775200" y="2060575"/>
                <a:ext cx="560388" cy="331788"/>
              </a:xfrm>
              <a:custGeom>
                <a:avLst/>
                <a:gdLst>
                  <a:gd name="T0" fmla="*/ 84 w 149"/>
                  <a:gd name="T1" fmla="*/ 0 h 88"/>
                  <a:gd name="T2" fmla="*/ 84 w 149"/>
                  <a:gd name="T3" fmla="*/ 15 h 88"/>
                  <a:gd name="T4" fmla="*/ 0 w 149"/>
                  <a:gd name="T5" fmla="*/ 88 h 88"/>
                  <a:gd name="T6" fmla="*/ 84 w 149"/>
                  <a:gd name="T7" fmla="*/ 71 h 88"/>
                  <a:gd name="T8" fmla="*/ 84 w 149"/>
                  <a:gd name="T9" fmla="*/ 86 h 88"/>
                  <a:gd name="T10" fmla="*/ 149 w 149"/>
                  <a:gd name="T11" fmla="*/ 43 h 88"/>
                  <a:gd name="T12" fmla="*/ 84 w 149"/>
                  <a:gd name="T13" fmla="*/ 0 h 88"/>
                </a:gdLst>
                <a:ahLst/>
                <a:cxnLst>
                  <a:cxn ang="0">
                    <a:pos x="T0" y="T1"/>
                  </a:cxn>
                  <a:cxn ang="0">
                    <a:pos x="T2" y="T3"/>
                  </a:cxn>
                  <a:cxn ang="0">
                    <a:pos x="T4" y="T5"/>
                  </a:cxn>
                  <a:cxn ang="0">
                    <a:pos x="T6" y="T7"/>
                  </a:cxn>
                  <a:cxn ang="0">
                    <a:pos x="T8" y="T9"/>
                  </a:cxn>
                  <a:cxn ang="0">
                    <a:pos x="T10" y="T11"/>
                  </a:cxn>
                  <a:cxn ang="0">
                    <a:pos x="T12" y="T13"/>
                  </a:cxn>
                </a:cxnLst>
                <a:rect l="0" t="0" r="r" b="b"/>
                <a:pathLst>
                  <a:path w="149" h="88">
                    <a:moveTo>
                      <a:pt x="84" y="0"/>
                    </a:moveTo>
                    <a:cubicBezTo>
                      <a:pt x="84" y="15"/>
                      <a:pt x="84" y="15"/>
                      <a:pt x="84" y="15"/>
                    </a:cubicBezTo>
                    <a:cubicBezTo>
                      <a:pt x="9" y="15"/>
                      <a:pt x="0" y="88"/>
                      <a:pt x="0" y="88"/>
                    </a:cubicBezTo>
                    <a:cubicBezTo>
                      <a:pt x="0" y="88"/>
                      <a:pt x="23" y="71"/>
                      <a:pt x="84" y="71"/>
                    </a:cubicBezTo>
                    <a:cubicBezTo>
                      <a:pt x="84" y="86"/>
                      <a:pt x="84" y="86"/>
                      <a:pt x="84" y="86"/>
                    </a:cubicBezTo>
                    <a:cubicBezTo>
                      <a:pt x="149" y="43"/>
                      <a:pt x="149" y="43"/>
                      <a:pt x="149" y="43"/>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6" name="Freeform 72"/>
              <p:cNvSpPr>
                <a:spLocks/>
              </p:cNvSpPr>
              <p:nvPr/>
            </p:nvSpPr>
            <p:spPr bwMode="auto">
              <a:xfrm>
                <a:off x="-4832350" y="2354263"/>
                <a:ext cx="557213" cy="330200"/>
              </a:xfrm>
              <a:custGeom>
                <a:avLst/>
                <a:gdLst>
                  <a:gd name="T0" fmla="*/ 65 w 148"/>
                  <a:gd name="T1" fmla="*/ 88 h 88"/>
                  <a:gd name="T2" fmla="*/ 65 w 148"/>
                  <a:gd name="T3" fmla="*/ 73 h 88"/>
                  <a:gd name="T4" fmla="*/ 148 w 148"/>
                  <a:gd name="T5" fmla="*/ 0 h 88"/>
                  <a:gd name="T6" fmla="*/ 65 w 148"/>
                  <a:gd name="T7" fmla="*/ 17 h 88"/>
                  <a:gd name="T8" fmla="*/ 65 w 148"/>
                  <a:gd name="T9" fmla="*/ 2 h 88"/>
                  <a:gd name="T10" fmla="*/ 0 w 148"/>
                  <a:gd name="T11" fmla="*/ 45 h 88"/>
                  <a:gd name="T12" fmla="*/ 65 w 148"/>
                  <a:gd name="T13" fmla="*/ 88 h 88"/>
                </a:gdLst>
                <a:ahLst/>
                <a:cxnLst>
                  <a:cxn ang="0">
                    <a:pos x="T0" y="T1"/>
                  </a:cxn>
                  <a:cxn ang="0">
                    <a:pos x="T2" y="T3"/>
                  </a:cxn>
                  <a:cxn ang="0">
                    <a:pos x="T4" y="T5"/>
                  </a:cxn>
                  <a:cxn ang="0">
                    <a:pos x="T6" y="T7"/>
                  </a:cxn>
                  <a:cxn ang="0">
                    <a:pos x="T8" y="T9"/>
                  </a:cxn>
                  <a:cxn ang="0">
                    <a:pos x="T10" y="T11"/>
                  </a:cxn>
                  <a:cxn ang="0">
                    <a:pos x="T12" y="T13"/>
                  </a:cxn>
                </a:cxnLst>
                <a:rect l="0" t="0" r="r" b="b"/>
                <a:pathLst>
                  <a:path w="148" h="88">
                    <a:moveTo>
                      <a:pt x="65" y="88"/>
                    </a:moveTo>
                    <a:cubicBezTo>
                      <a:pt x="65" y="73"/>
                      <a:pt x="65" y="73"/>
                      <a:pt x="65" y="73"/>
                    </a:cubicBezTo>
                    <a:cubicBezTo>
                      <a:pt x="140" y="73"/>
                      <a:pt x="148" y="0"/>
                      <a:pt x="148" y="0"/>
                    </a:cubicBezTo>
                    <a:cubicBezTo>
                      <a:pt x="148" y="0"/>
                      <a:pt x="126" y="17"/>
                      <a:pt x="65" y="17"/>
                    </a:cubicBezTo>
                    <a:cubicBezTo>
                      <a:pt x="65" y="2"/>
                      <a:pt x="65" y="2"/>
                      <a:pt x="65" y="2"/>
                    </a:cubicBezTo>
                    <a:cubicBezTo>
                      <a:pt x="0" y="45"/>
                      <a:pt x="0" y="45"/>
                      <a:pt x="0" y="45"/>
                    </a:cubicBezTo>
                    <a:lnTo>
                      <a:pt x="65"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7" name="Freeform 73"/>
              <p:cNvSpPr>
                <a:spLocks noEditPoints="1"/>
              </p:cNvSpPr>
              <p:nvPr/>
            </p:nvSpPr>
            <p:spPr bwMode="auto">
              <a:xfrm>
                <a:off x="-2119313" y="1884363"/>
                <a:ext cx="703263" cy="698500"/>
              </a:xfrm>
              <a:custGeom>
                <a:avLst/>
                <a:gdLst>
                  <a:gd name="T0" fmla="*/ 140 w 187"/>
                  <a:gd name="T1" fmla="*/ 174 h 186"/>
                  <a:gd name="T2" fmla="*/ 174 w 187"/>
                  <a:gd name="T3" fmla="*/ 140 h 186"/>
                  <a:gd name="T4" fmla="*/ 185 w 187"/>
                  <a:gd name="T5" fmla="*/ 112 h 186"/>
                  <a:gd name="T6" fmla="*/ 185 w 187"/>
                  <a:gd name="T7" fmla="*/ 74 h 186"/>
                  <a:gd name="T8" fmla="*/ 174 w 187"/>
                  <a:gd name="T9" fmla="*/ 47 h 186"/>
                  <a:gd name="T10" fmla="*/ 140 w 187"/>
                  <a:gd name="T11" fmla="*/ 12 h 186"/>
                  <a:gd name="T12" fmla="*/ 128 w 187"/>
                  <a:gd name="T13" fmla="*/ 6 h 186"/>
                  <a:gd name="T14" fmla="*/ 100 w 187"/>
                  <a:gd name="T15" fmla="*/ 0 h 186"/>
                  <a:gd name="T16" fmla="*/ 104 w 187"/>
                  <a:gd name="T17" fmla="*/ 9 h 186"/>
                  <a:gd name="T18" fmla="*/ 115 w 187"/>
                  <a:gd name="T19" fmla="*/ 9 h 186"/>
                  <a:gd name="T20" fmla="*/ 126 w 187"/>
                  <a:gd name="T21" fmla="*/ 12 h 186"/>
                  <a:gd name="T22" fmla="*/ 123 w 187"/>
                  <a:gd name="T23" fmla="*/ 14 h 186"/>
                  <a:gd name="T24" fmla="*/ 108 w 187"/>
                  <a:gd name="T25" fmla="*/ 20 h 186"/>
                  <a:gd name="T26" fmla="*/ 110 w 187"/>
                  <a:gd name="T27" fmla="*/ 29 h 186"/>
                  <a:gd name="T28" fmla="*/ 119 w 187"/>
                  <a:gd name="T29" fmla="*/ 36 h 186"/>
                  <a:gd name="T30" fmla="*/ 132 w 187"/>
                  <a:gd name="T31" fmla="*/ 18 h 186"/>
                  <a:gd name="T32" fmla="*/ 142 w 187"/>
                  <a:gd name="T33" fmla="*/ 21 h 186"/>
                  <a:gd name="T34" fmla="*/ 150 w 187"/>
                  <a:gd name="T35" fmla="*/ 25 h 186"/>
                  <a:gd name="T36" fmla="*/ 154 w 187"/>
                  <a:gd name="T37" fmla="*/ 38 h 186"/>
                  <a:gd name="T38" fmla="*/ 151 w 187"/>
                  <a:gd name="T39" fmla="*/ 45 h 186"/>
                  <a:gd name="T40" fmla="*/ 146 w 187"/>
                  <a:gd name="T41" fmla="*/ 40 h 186"/>
                  <a:gd name="T42" fmla="*/ 135 w 187"/>
                  <a:gd name="T43" fmla="*/ 41 h 186"/>
                  <a:gd name="T44" fmla="*/ 143 w 187"/>
                  <a:gd name="T45" fmla="*/ 46 h 186"/>
                  <a:gd name="T46" fmla="*/ 123 w 187"/>
                  <a:gd name="T47" fmla="*/ 54 h 186"/>
                  <a:gd name="T48" fmla="*/ 113 w 187"/>
                  <a:gd name="T49" fmla="*/ 60 h 186"/>
                  <a:gd name="T50" fmla="*/ 101 w 187"/>
                  <a:gd name="T51" fmla="*/ 72 h 186"/>
                  <a:gd name="T52" fmla="*/ 108 w 187"/>
                  <a:gd name="T53" fmla="*/ 110 h 186"/>
                  <a:gd name="T54" fmla="*/ 118 w 187"/>
                  <a:gd name="T55" fmla="*/ 113 h 186"/>
                  <a:gd name="T56" fmla="*/ 129 w 187"/>
                  <a:gd name="T57" fmla="*/ 116 h 186"/>
                  <a:gd name="T58" fmla="*/ 146 w 187"/>
                  <a:gd name="T59" fmla="*/ 126 h 186"/>
                  <a:gd name="T60" fmla="*/ 155 w 187"/>
                  <a:gd name="T61" fmla="*/ 135 h 186"/>
                  <a:gd name="T62" fmla="*/ 169 w 187"/>
                  <a:gd name="T63" fmla="*/ 139 h 186"/>
                  <a:gd name="T64" fmla="*/ 107 w 187"/>
                  <a:gd name="T65" fmla="*/ 163 h 186"/>
                  <a:gd name="T66" fmla="*/ 1 w 187"/>
                  <a:gd name="T67" fmla="*/ 79 h 186"/>
                  <a:gd name="T68" fmla="*/ 3 w 187"/>
                  <a:gd name="T69" fmla="*/ 116 h 186"/>
                  <a:gd name="T70" fmla="*/ 20 w 187"/>
                  <a:gd name="T71" fmla="*/ 151 h 186"/>
                  <a:gd name="T72" fmla="*/ 59 w 187"/>
                  <a:gd name="T73" fmla="*/ 180 h 186"/>
                  <a:gd name="T74" fmla="*/ 95 w 187"/>
                  <a:gd name="T75" fmla="*/ 148 h 186"/>
                  <a:gd name="T76" fmla="*/ 92 w 187"/>
                  <a:gd name="T77" fmla="*/ 133 h 186"/>
                  <a:gd name="T78" fmla="*/ 97 w 187"/>
                  <a:gd name="T79" fmla="*/ 119 h 186"/>
                  <a:gd name="T80" fmla="*/ 85 w 187"/>
                  <a:gd name="T81" fmla="*/ 115 h 186"/>
                  <a:gd name="T82" fmla="*/ 73 w 187"/>
                  <a:gd name="T83" fmla="*/ 107 h 186"/>
                  <a:gd name="T84" fmla="*/ 54 w 187"/>
                  <a:gd name="T85" fmla="*/ 99 h 186"/>
                  <a:gd name="T86" fmla="*/ 45 w 187"/>
                  <a:gd name="T87" fmla="*/ 83 h 186"/>
                  <a:gd name="T88" fmla="*/ 41 w 187"/>
                  <a:gd name="T89" fmla="*/ 81 h 186"/>
                  <a:gd name="T90" fmla="*/ 40 w 187"/>
                  <a:gd name="T91" fmla="*/ 84 h 186"/>
                  <a:gd name="T92" fmla="*/ 34 w 187"/>
                  <a:gd name="T93" fmla="*/ 69 h 186"/>
                  <a:gd name="T94" fmla="*/ 34 w 187"/>
                  <a:gd name="T95" fmla="*/ 53 h 186"/>
                  <a:gd name="T96" fmla="*/ 41 w 187"/>
                  <a:gd name="T97" fmla="*/ 36 h 186"/>
                  <a:gd name="T98" fmla="*/ 40 w 187"/>
                  <a:gd name="T99" fmla="*/ 26 h 186"/>
                  <a:gd name="T100" fmla="*/ 84 w 187"/>
                  <a:gd name="T101" fmla="*/ 7 h 186"/>
                  <a:gd name="T102" fmla="*/ 100 w 187"/>
                  <a:gd name="T103" fmla="*/ 0 h 186"/>
                  <a:gd name="T104" fmla="*/ 58 w 187"/>
                  <a:gd name="T105" fmla="*/ 7 h 186"/>
                  <a:gd name="T106" fmla="*/ 27 w 187"/>
                  <a:gd name="T107" fmla="*/ 27 h 186"/>
                  <a:gd name="T108" fmla="*/ 6 w 187"/>
                  <a:gd name="T109" fmla="*/ 59 h 186"/>
                  <a:gd name="T110" fmla="*/ 99 w 187"/>
                  <a:gd name="T111" fmla="*/ 117 h 186"/>
                  <a:gd name="T112" fmla="*/ 86 w 187"/>
                  <a:gd name="T113" fmla="*/ 103 h 186"/>
                  <a:gd name="T114" fmla="*/ 83 w 187"/>
                  <a:gd name="T115" fmla="*/ 94 h 186"/>
                  <a:gd name="T116" fmla="*/ 67 w 187"/>
                  <a:gd name="T117" fmla="*/ 97 h 186"/>
                  <a:gd name="T118" fmla="*/ 75 w 187"/>
                  <a:gd name="T119" fmla="*/ 77 h 186"/>
                  <a:gd name="T120" fmla="*/ 92 w 187"/>
                  <a:gd name="T121" fmla="*/ 77 h 186"/>
                  <a:gd name="T122" fmla="*/ 97 w 187"/>
                  <a:gd name="T123" fmla="*/ 77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7" h="186">
                    <a:moveTo>
                      <a:pt x="100" y="186"/>
                    </a:moveTo>
                    <a:cubicBezTo>
                      <a:pt x="105" y="186"/>
                      <a:pt x="109" y="185"/>
                      <a:pt x="114" y="184"/>
                    </a:cubicBezTo>
                    <a:cubicBezTo>
                      <a:pt x="117" y="183"/>
                      <a:pt x="120" y="183"/>
                      <a:pt x="123" y="182"/>
                    </a:cubicBezTo>
                    <a:cubicBezTo>
                      <a:pt x="125" y="181"/>
                      <a:pt x="126" y="181"/>
                      <a:pt x="128" y="180"/>
                    </a:cubicBezTo>
                    <a:cubicBezTo>
                      <a:pt x="130" y="179"/>
                      <a:pt x="133" y="178"/>
                      <a:pt x="136" y="176"/>
                    </a:cubicBezTo>
                    <a:cubicBezTo>
                      <a:pt x="137" y="176"/>
                      <a:pt x="139" y="175"/>
                      <a:pt x="140" y="174"/>
                    </a:cubicBezTo>
                    <a:cubicBezTo>
                      <a:pt x="146" y="171"/>
                      <a:pt x="151" y="167"/>
                      <a:pt x="156" y="162"/>
                    </a:cubicBezTo>
                    <a:cubicBezTo>
                      <a:pt x="157" y="161"/>
                      <a:pt x="158" y="160"/>
                      <a:pt x="159" y="159"/>
                    </a:cubicBezTo>
                    <a:cubicBezTo>
                      <a:pt x="160" y="158"/>
                      <a:pt x="161" y="157"/>
                      <a:pt x="162" y="156"/>
                    </a:cubicBezTo>
                    <a:cubicBezTo>
                      <a:pt x="164" y="154"/>
                      <a:pt x="165" y="152"/>
                      <a:pt x="167" y="151"/>
                    </a:cubicBezTo>
                    <a:cubicBezTo>
                      <a:pt x="169" y="148"/>
                      <a:pt x="171" y="145"/>
                      <a:pt x="173" y="142"/>
                    </a:cubicBezTo>
                    <a:cubicBezTo>
                      <a:pt x="173" y="141"/>
                      <a:pt x="174" y="140"/>
                      <a:pt x="174" y="140"/>
                    </a:cubicBezTo>
                    <a:cubicBezTo>
                      <a:pt x="175" y="138"/>
                      <a:pt x="176" y="137"/>
                      <a:pt x="177" y="136"/>
                    </a:cubicBezTo>
                    <a:cubicBezTo>
                      <a:pt x="177" y="135"/>
                      <a:pt x="177" y="134"/>
                      <a:pt x="178" y="134"/>
                    </a:cubicBezTo>
                    <a:cubicBezTo>
                      <a:pt x="178" y="132"/>
                      <a:pt x="179" y="131"/>
                      <a:pt x="179" y="129"/>
                    </a:cubicBezTo>
                    <a:cubicBezTo>
                      <a:pt x="180" y="128"/>
                      <a:pt x="181" y="127"/>
                      <a:pt x="181" y="125"/>
                    </a:cubicBezTo>
                    <a:cubicBezTo>
                      <a:pt x="182" y="122"/>
                      <a:pt x="183" y="119"/>
                      <a:pt x="184" y="116"/>
                    </a:cubicBezTo>
                    <a:cubicBezTo>
                      <a:pt x="184" y="115"/>
                      <a:pt x="185" y="113"/>
                      <a:pt x="185" y="112"/>
                    </a:cubicBezTo>
                    <a:cubicBezTo>
                      <a:pt x="185" y="110"/>
                      <a:pt x="185" y="109"/>
                      <a:pt x="186" y="107"/>
                    </a:cubicBezTo>
                    <a:cubicBezTo>
                      <a:pt x="186" y="106"/>
                      <a:pt x="186" y="104"/>
                      <a:pt x="186" y="103"/>
                    </a:cubicBezTo>
                    <a:cubicBezTo>
                      <a:pt x="187" y="99"/>
                      <a:pt x="187" y="96"/>
                      <a:pt x="187" y="93"/>
                    </a:cubicBezTo>
                    <a:cubicBezTo>
                      <a:pt x="187" y="90"/>
                      <a:pt x="187" y="87"/>
                      <a:pt x="186" y="83"/>
                    </a:cubicBezTo>
                    <a:cubicBezTo>
                      <a:pt x="186" y="82"/>
                      <a:pt x="186" y="80"/>
                      <a:pt x="186" y="79"/>
                    </a:cubicBezTo>
                    <a:cubicBezTo>
                      <a:pt x="185" y="77"/>
                      <a:pt x="185" y="76"/>
                      <a:pt x="185" y="74"/>
                    </a:cubicBezTo>
                    <a:cubicBezTo>
                      <a:pt x="185" y="73"/>
                      <a:pt x="184" y="71"/>
                      <a:pt x="184" y="70"/>
                    </a:cubicBezTo>
                    <a:cubicBezTo>
                      <a:pt x="183" y="67"/>
                      <a:pt x="182" y="64"/>
                      <a:pt x="181" y="61"/>
                    </a:cubicBezTo>
                    <a:cubicBezTo>
                      <a:pt x="181" y="60"/>
                      <a:pt x="181" y="60"/>
                      <a:pt x="180" y="59"/>
                    </a:cubicBezTo>
                    <a:cubicBezTo>
                      <a:pt x="179" y="57"/>
                      <a:pt x="179" y="55"/>
                      <a:pt x="178" y="53"/>
                    </a:cubicBezTo>
                    <a:cubicBezTo>
                      <a:pt x="177" y="52"/>
                      <a:pt x="177" y="51"/>
                      <a:pt x="177" y="51"/>
                    </a:cubicBezTo>
                    <a:cubicBezTo>
                      <a:pt x="176" y="49"/>
                      <a:pt x="175" y="48"/>
                      <a:pt x="174" y="47"/>
                    </a:cubicBezTo>
                    <a:cubicBezTo>
                      <a:pt x="172" y="43"/>
                      <a:pt x="170" y="39"/>
                      <a:pt x="167" y="35"/>
                    </a:cubicBezTo>
                    <a:cubicBezTo>
                      <a:pt x="165" y="34"/>
                      <a:pt x="164" y="32"/>
                      <a:pt x="162" y="30"/>
                    </a:cubicBezTo>
                    <a:cubicBezTo>
                      <a:pt x="161" y="29"/>
                      <a:pt x="160" y="28"/>
                      <a:pt x="159" y="27"/>
                    </a:cubicBezTo>
                    <a:cubicBezTo>
                      <a:pt x="158" y="26"/>
                      <a:pt x="157" y="25"/>
                      <a:pt x="156" y="24"/>
                    </a:cubicBezTo>
                    <a:cubicBezTo>
                      <a:pt x="154" y="22"/>
                      <a:pt x="152" y="20"/>
                      <a:pt x="149" y="18"/>
                    </a:cubicBezTo>
                    <a:cubicBezTo>
                      <a:pt x="146" y="16"/>
                      <a:pt x="143" y="14"/>
                      <a:pt x="140" y="12"/>
                    </a:cubicBezTo>
                    <a:cubicBezTo>
                      <a:pt x="139" y="11"/>
                      <a:pt x="137" y="11"/>
                      <a:pt x="136" y="10"/>
                    </a:cubicBezTo>
                    <a:cubicBezTo>
                      <a:pt x="135" y="10"/>
                      <a:pt x="135" y="9"/>
                      <a:pt x="134" y="9"/>
                    </a:cubicBezTo>
                    <a:cubicBezTo>
                      <a:pt x="133" y="9"/>
                      <a:pt x="133" y="8"/>
                      <a:pt x="132" y="8"/>
                    </a:cubicBezTo>
                    <a:cubicBezTo>
                      <a:pt x="131" y="8"/>
                      <a:pt x="131" y="8"/>
                      <a:pt x="131" y="7"/>
                    </a:cubicBezTo>
                    <a:cubicBezTo>
                      <a:pt x="130" y="7"/>
                      <a:pt x="129" y="7"/>
                      <a:pt x="128" y="6"/>
                    </a:cubicBezTo>
                    <a:cubicBezTo>
                      <a:pt x="128" y="6"/>
                      <a:pt x="128" y="6"/>
                      <a:pt x="128" y="6"/>
                    </a:cubicBezTo>
                    <a:cubicBezTo>
                      <a:pt x="126" y="6"/>
                      <a:pt x="125" y="5"/>
                      <a:pt x="124" y="5"/>
                    </a:cubicBezTo>
                    <a:cubicBezTo>
                      <a:pt x="124" y="5"/>
                      <a:pt x="124" y="5"/>
                      <a:pt x="123" y="5"/>
                    </a:cubicBezTo>
                    <a:cubicBezTo>
                      <a:pt x="121" y="4"/>
                      <a:pt x="118" y="3"/>
                      <a:pt x="115" y="2"/>
                    </a:cubicBezTo>
                    <a:cubicBezTo>
                      <a:pt x="114" y="2"/>
                      <a:pt x="113" y="2"/>
                      <a:pt x="112" y="2"/>
                    </a:cubicBezTo>
                    <a:cubicBezTo>
                      <a:pt x="111" y="1"/>
                      <a:pt x="111" y="1"/>
                      <a:pt x="110" y="1"/>
                    </a:cubicBezTo>
                    <a:cubicBezTo>
                      <a:pt x="107" y="1"/>
                      <a:pt x="103" y="0"/>
                      <a:pt x="100" y="0"/>
                    </a:cubicBezTo>
                    <a:cubicBezTo>
                      <a:pt x="100" y="5"/>
                      <a:pt x="100" y="5"/>
                      <a:pt x="100" y="5"/>
                    </a:cubicBezTo>
                    <a:cubicBezTo>
                      <a:pt x="104" y="5"/>
                      <a:pt x="107" y="6"/>
                      <a:pt x="111" y="6"/>
                    </a:cubicBezTo>
                    <a:cubicBezTo>
                      <a:pt x="111" y="7"/>
                      <a:pt x="110" y="7"/>
                      <a:pt x="109" y="7"/>
                    </a:cubicBezTo>
                    <a:cubicBezTo>
                      <a:pt x="109" y="7"/>
                      <a:pt x="108" y="8"/>
                      <a:pt x="108" y="8"/>
                    </a:cubicBezTo>
                    <a:cubicBezTo>
                      <a:pt x="106" y="8"/>
                      <a:pt x="104" y="8"/>
                      <a:pt x="103" y="8"/>
                    </a:cubicBezTo>
                    <a:cubicBezTo>
                      <a:pt x="103" y="8"/>
                      <a:pt x="104" y="9"/>
                      <a:pt x="104" y="9"/>
                    </a:cubicBezTo>
                    <a:cubicBezTo>
                      <a:pt x="106" y="10"/>
                      <a:pt x="107" y="10"/>
                      <a:pt x="109" y="10"/>
                    </a:cubicBezTo>
                    <a:cubicBezTo>
                      <a:pt x="110" y="10"/>
                      <a:pt x="111" y="10"/>
                      <a:pt x="112" y="9"/>
                    </a:cubicBezTo>
                    <a:cubicBezTo>
                      <a:pt x="112" y="9"/>
                      <a:pt x="112" y="8"/>
                      <a:pt x="113" y="8"/>
                    </a:cubicBezTo>
                    <a:cubicBezTo>
                      <a:pt x="113" y="7"/>
                      <a:pt x="113" y="7"/>
                      <a:pt x="114" y="7"/>
                    </a:cubicBezTo>
                    <a:cubicBezTo>
                      <a:pt x="115" y="7"/>
                      <a:pt x="116" y="7"/>
                      <a:pt x="117" y="8"/>
                    </a:cubicBezTo>
                    <a:cubicBezTo>
                      <a:pt x="116" y="8"/>
                      <a:pt x="115" y="8"/>
                      <a:pt x="115" y="9"/>
                    </a:cubicBezTo>
                    <a:cubicBezTo>
                      <a:pt x="116" y="10"/>
                      <a:pt x="118" y="9"/>
                      <a:pt x="118" y="8"/>
                    </a:cubicBezTo>
                    <a:cubicBezTo>
                      <a:pt x="119" y="8"/>
                      <a:pt x="119" y="8"/>
                      <a:pt x="119" y="8"/>
                    </a:cubicBezTo>
                    <a:cubicBezTo>
                      <a:pt x="120" y="9"/>
                      <a:pt x="122" y="9"/>
                      <a:pt x="123" y="10"/>
                    </a:cubicBezTo>
                    <a:cubicBezTo>
                      <a:pt x="125" y="11"/>
                      <a:pt x="127" y="11"/>
                      <a:pt x="129" y="12"/>
                    </a:cubicBezTo>
                    <a:cubicBezTo>
                      <a:pt x="129" y="12"/>
                      <a:pt x="128" y="13"/>
                      <a:pt x="128" y="13"/>
                    </a:cubicBezTo>
                    <a:cubicBezTo>
                      <a:pt x="127" y="13"/>
                      <a:pt x="127" y="12"/>
                      <a:pt x="126" y="12"/>
                    </a:cubicBezTo>
                    <a:cubicBezTo>
                      <a:pt x="126" y="13"/>
                      <a:pt x="127" y="13"/>
                      <a:pt x="128" y="14"/>
                    </a:cubicBezTo>
                    <a:cubicBezTo>
                      <a:pt x="129" y="15"/>
                      <a:pt x="129" y="15"/>
                      <a:pt x="130" y="16"/>
                    </a:cubicBezTo>
                    <a:cubicBezTo>
                      <a:pt x="129" y="18"/>
                      <a:pt x="128" y="16"/>
                      <a:pt x="126" y="16"/>
                    </a:cubicBezTo>
                    <a:cubicBezTo>
                      <a:pt x="125" y="16"/>
                      <a:pt x="123" y="19"/>
                      <a:pt x="122" y="16"/>
                    </a:cubicBezTo>
                    <a:cubicBezTo>
                      <a:pt x="122" y="15"/>
                      <a:pt x="123" y="15"/>
                      <a:pt x="124" y="14"/>
                    </a:cubicBezTo>
                    <a:cubicBezTo>
                      <a:pt x="123" y="14"/>
                      <a:pt x="123" y="14"/>
                      <a:pt x="123" y="14"/>
                    </a:cubicBezTo>
                    <a:cubicBezTo>
                      <a:pt x="122" y="14"/>
                      <a:pt x="122" y="15"/>
                      <a:pt x="121" y="15"/>
                    </a:cubicBezTo>
                    <a:cubicBezTo>
                      <a:pt x="121" y="15"/>
                      <a:pt x="120" y="16"/>
                      <a:pt x="119" y="16"/>
                    </a:cubicBezTo>
                    <a:cubicBezTo>
                      <a:pt x="119" y="16"/>
                      <a:pt x="118" y="16"/>
                      <a:pt x="117" y="16"/>
                    </a:cubicBezTo>
                    <a:cubicBezTo>
                      <a:pt x="116" y="16"/>
                      <a:pt x="115" y="17"/>
                      <a:pt x="114" y="18"/>
                    </a:cubicBezTo>
                    <a:cubicBezTo>
                      <a:pt x="113" y="18"/>
                      <a:pt x="113" y="18"/>
                      <a:pt x="112" y="18"/>
                    </a:cubicBezTo>
                    <a:cubicBezTo>
                      <a:pt x="111" y="18"/>
                      <a:pt x="110" y="19"/>
                      <a:pt x="108" y="20"/>
                    </a:cubicBezTo>
                    <a:cubicBezTo>
                      <a:pt x="107" y="20"/>
                      <a:pt x="106" y="21"/>
                      <a:pt x="105" y="22"/>
                    </a:cubicBezTo>
                    <a:cubicBezTo>
                      <a:pt x="104" y="22"/>
                      <a:pt x="103" y="24"/>
                      <a:pt x="103" y="24"/>
                    </a:cubicBezTo>
                    <a:cubicBezTo>
                      <a:pt x="103" y="25"/>
                      <a:pt x="105" y="25"/>
                      <a:pt x="105" y="25"/>
                    </a:cubicBezTo>
                    <a:cubicBezTo>
                      <a:pt x="105" y="26"/>
                      <a:pt x="104" y="27"/>
                      <a:pt x="104" y="27"/>
                    </a:cubicBezTo>
                    <a:cubicBezTo>
                      <a:pt x="105" y="28"/>
                      <a:pt x="106" y="27"/>
                      <a:pt x="107" y="27"/>
                    </a:cubicBezTo>
                    <a:cubicBezTo>
                      <a:pt x="108" y="27"/>
                      <a:pt x="109" y="29"/>
                      <a:pt x="110" y="29"/>
                    </a:cubicBezTo>
                    <a:cubicBezTo>
                      <a:pt x="111" y="30"/>
                      <a:pt x="112" y="30"/>
                      <a:pt x="113" y="31"/>
                    </a:cubicBezTo>
                    <a:cubicBezTo>
                      <a:pt x="115" y="31"/>
                      <a:pt x="116" y="30"/>
                      <a:pt x="117" y="31"/>
                    </a:cubicBezTo>
                    <a:cubicBezTo>
                      <a:pt x="117" y="32"/>
                      <a:pt x="115" y="33"/>
                      <a:pt x="115" y="33"/>
                    </a:cubicBezTo>
                    <a:cubicBezTo>
                      <a:pt x="116" y="34"/>
                      <a:pt x="115" y="35"/>
                      <a:pt x="115" y="36"/>
                    </a:cubicBezTo>
                    <a:cubicBezTo>
                      <a:pt x="115" y="36"/>
                      <a:pt x="115" y="37"/>
                      <a:pt x="116" y="38"/>
                    </a:cubicBezTo>
                    <a:cubicBezTo>
                      <a:pt x="117" y="38"/>
                      <a:pt x="119" y="37"/>
                      <a:pt x="119" y="36"/>
                    </a:cubicBezTo>
                    <a:cubicBezTo>
                      <a:pt x="120" y="34"/>
                      <a:pt x="119" y="33"/>
                      <a:pt x="120" y="32"/>
                    </a:cubicBezTo>
                    <a:cubicBezTo>
                      <a:pt x="125" y="32"/>
                      <a:pt x="129" y="30"/>
                      <a:pt x="129" y="25"/>
                    </a:cubicBezTo>
                    <a:cubicBezTo>
                      <a:pt x="129" y="24"/>
                      <a:pt x="128" y="24"/>
                      <a:pt x="128" y="23"/>
                    </a:cubicBezTo>
                    <a:cubicBezTo>
                      <a:pt x="129" y="23"/>
                      <a:pt x="130" y="22"/>
                      <a:pt x="130" y="21"/>
                    </a:cubicBezTo>
                    <a:cubicBezTo>
                      <a:pt x="130" y="21"/>
                      <a:pt x="131" y="20"/>
                      <a:pt x="131" y="20"/>
                    </a:cubicBezTo>
                    <a:cubicBezTo>
                      <a:pt x="131" y="19"/>
                      <a:pt x="132" y="18"/>
                      <a:pt x="132" y="18"/>
                    </a:cubicBezTo>
                    <a:cubicBezTo>
                      <a:pt x="132" y="18"/>
                      <a:pt x="132" y="18"/>
                      <a:pt x="132" y="18"/>
                    </a:cubicBezTo>
                    <a:cubicBezTo>
                      <a:pt x="133" y="18"/>
                      <a:pt x="133" y="18"/>
                      <a:pt x="134" y="18"/>
                    </a:cubicBezTo>
                    <a:cubicBezTo>
                      <a:pt x="134" y="18"/>
                      <a:pt x="135" y="19"/>
                      <a:pt x="136" y="19"/>
                    </a:cubicBezTo>
                    <a:cubicBezTo>
                      <a:pt x="137" y="19"/>
                      <a:pt x="137" y="18"/>
                      <a:pt x="138" y="18"/>
                    </a:cubicBezTo>
                    <a:cubicBezTo>
                      <a:pt x="139" y="19"/>
                      <a:pt x="139" y="20"/>
                      <a:pt x="140" y="20"/>
                    </a:cubicBezTo>
                    <a:cubicBezTo>
                      <a:pt x="141" y="21"/>
                      <a:pt x="142" y="21"/>
                      <a:pt x="142" y="21"/>
                    </a:cubicBezTo>
                    <a:cubicBezTo>
                      <a:pt x="142" y="22"/>
                      <a:pt x="141" y="22"/>
                      <a:pt x="141" y="23"/>
                    </a:cubicBezTo>
                    <a:cubicBezTo>
                      <a:pt x="141" y="23"/>
                      <a:pt x="141" y="23"/>
                      <a:pt x="141" y="23"/>
                    </a:cubicBezTo>
                    <a:cubicBezTo>
                      <a:pt x="141" y="24"/>
                      <a:pt x="142" y="25"/>
                      <a:pt x="142" y="25"/>
                    </a:cubicBezTo>
                    <a:cubicBezTo>
                      <a:pt x="143" y="25"/>
                      <a:pt x="144" y="25"/>
                      <a:pt x="145" y="25"/>
                    </a:cubicBezTo>
                    <a:cubicBezTo>
                      <a:pt x="146" y="24"/>
                      <a:pt x="146" y="23"/>
                      <a:pt x="147" y="23"/>
                    </a:cubicBezTo>
                    <a:cubicBezTo>
                      <a:pt x="148" y="24"/>
                      <a:pt x="149" y="24"/>
                      <a:pt x="150" y="25"/>
                    </a:cubicBezTo>
                    <a:cubicBezTo>
                      <a:pt x="150" y="26"/>
                      <a:pt x="150" y="26"/>
                      <a:pt x="150" y="26"/>
                    </a:cubicBezTo>
                    <a:cubicBezTo>
                      <a:pt x="150" y="27"/>
                      <a:pt x="150" y="28"/>
                      <a:pt x="150" y="29"/>
                    </a:cubicBezTo>
                    <a:cubicBezTo>
                      <a:pt x="150" y="31"/>
                      <a:pt x="152" y="31"/>
                      <a:pt x="153" y="32"/>
                    </a:cubicBezTo>
                    <a:cubicBezTo>
                      <a:pt x="154" y="32"/>
                      <a:pt x="154" y="33"/>
                      <a:pt x="154" y="33"/>
                    </a:cubicBezTo>
                    <a:cubicBezTo>
                      <a:pt x="155" y="34"/>
                      <a:pt x="155" y="34"/>
                      <a:pt x="155" y="34"/>
                    </a:cubicBezTo>
                    <a:cubicBezTo>
                      <a:pt x="155" y="36"/>
                      <a:pt x="154" y="36"/>
                      <a:pt x="154" y="38"/>
                    </a:cubicBezTo>
                    <a:cubicBezTo>
                      <a:pt x="154" y="39"/>
                      <a:pt x="153" y="39"/>
                      <a:pt x="153" y="40"/>
                    </a:cubicBezTo>
                    <a:cubicBezTo>
                      <a:pt x="153" y="41"/>
                      <a:pt x="155" y="40"/>
                      <a:pt x="156" y="41"/>
                    </a:cubicBezTo>
                    <a:cubicBezTo>
                      <a:pt x="156" y="42"/>
                      <a:pt x="156" y="43"/>
                      <a:pt x="155" y="44"/>
                    </a:cubicBezTo>
                    <a:cubicBezTo>
                      <a:pt x="156" y="44"/>
                      <a:pt x="156" y="46"/>
                      <a:pt x="155" y="46"/>
                    </a:cubicBezTo>
                    <a:cubicBezTo>
                      <a:pt x="154" y="46"/>
                      <a:pt x="154" y="45"/>
                      <a:pt x="153" y="45"/>
                    </a:cubicBezTo>
                    <a:cubicBezTo>
                      <a:pt x="152" y="45"/>
                      <a:pt x="152" y="45"/>
                      <a:pt x="151" y="45"/>
                    </a:cubicBezTo>
                    <a:cubicBezTo>
                      <a:pt x="151" y="45"/>
                      <a:pt x="150" y="44"/>
                      <a:pt x="150" y="44"/>
                    </a:cubicBezTo>
                    <a:cubicBezTo>
                      <a:pt x="148" y="44"/>
                      <a:pt x="147" y="45"/>
                      <a:pt x="146" y="44"/>
                    </a:cubicBezTo>
                    <a:cubicBezTo>
                      <a:pt x="147" y="42"/>
                      <a:pt x="149" y="41"/>
                      <a:pt x="151" y="39"/>
                    </a:cubicBezTo>
                    <a:cubicBezTo>
                      <a:pt x="151" y="39"/>
                      <a:pt x="152" y="39"/>
                      <a:pt x="152" y="38"/>
                    </a:cubicBezTo>
                    <a:cubicBezTo>
                      <a:pt x="151" y="37"/>
                      <a:pt x="150" y="38"/>
                      <a:pt x="149" y="38"/>
                    </a:cubicBezTo>
                    <a:cubicBezTo>
                      <a:pt x="148" y="39"/>
                      <a:pt x="147" y="39"/>
                      <a:pt x="146" y="40"/>
                    </a:cubicBezTo>
                    <a:cubicBezTo>
                      <a:pt x="145" y="40"/>
                      <a:pt x="142" y="39"/>
                      <a:pt x="141" y="40"/>
                    </a:cubicBezTo>
                    <a:cubicBezTo>
                      <a:pt x="141" y="41"/>
                      <a:pt x="143" y="40"/>
                      <a:pt x="142" y="42"/>
                    </a:cubicBezTo>
                    <a:cubicBezTo>
                      <a:pt x="142" y="42"/>
                      <a:pt x="141" y="42"/>
                      <a:pt x="141" y="41"/>
                    </a:cubicBezTo>
                    <a:cubicBezTo>
                      <a:pt x="140" y="41"/>
                      <a:pt x="140" y="40"/>
                      <a:pt x="140" y="40"/>
                    </a:cubicBezTo>
                    <a:cubicBezTo>
                      <a:pt x="140" y="40"/>
                      <a:pt x="138" y="39"/>
                      <a:pt x="137" y="40"/>
                    </a:cubicBezTo>
                    <a:cubicBezTo>
                      <a:pt x="136" y="40"/>
                      <a:pt x="135" y="40"/>
                      <a:pt x="135" y="41"/>
                    </a:cubicBezTo>
                    <a:cubicBezTo>
                      <a:pt x="136" y="42"/>
                      <a:pt x="138" y="41"/>
                      <a:pt x="138" y="42"/>
                    </a:cubicBezTo>
                    <a:cubicBezTo>
                      <a:pt x="138" y="43"/>
                      <a:pt x="136" y="44"/>
                      <a:pt x="136" y="46"/>
                    </a:cubicBezTo>
                    <a:cubicBezTo>
                      <a:pt x="136" y="46"/>
                      <a:pt x="137" y="47"/>
                      <a:pt x="138" y="47"/>
                    </a:cubicBezTo>
                    <a:cubicBezTo>
                      <a:pt x="138" y="48"/>
                      <a:pt x="139" y="47"/>
                      <a:pt x="139" y="47"/>
                    </a:cubicBezTo>
                    <a:cubicBezTo>
                      <a:pt x="140" y="47"/>
                      <a:pt x="140" y="48"/>
                      <a:pt x="140" y="48"/>
                    </a:cubicBezTo>
                    <a:cubicBezTo>
                      <a:pt x="141" y="47"/>
                      <a:pt x="142" y="46"/>
                      <a:pt x="143" y="46"/>
                    </a:cubicBezTo>
                    <a:cubicBezTo>
                      <a:pt x="144" y="48"/>
                      <a:pt x="142" y="48"/>
                      <a:pt x="140" y="49"/>
                    </a:cubicBezTo>
                    <a:cubicBezTo>
                      <a:pt x="139" y="49"/>
                      <a:pt x="137" y="50"/>
                      <a:pt x="135" y="50"/>
                    </a:cubicBezTo>
                    <a:cubicBezTo>
                      <a:pt x="135" y="51"/>
                      <a:pt x="132" y="53"/>
                      <a:pt x="132" y="51"/>
                    </a:cubicBezTo>
                    <a:cubicBezTo>
                      <a:pt x="132" y="50"/>
                      <a:pt x="133" y="50"/>
                      <a:pt x="133" y="49"/>
                    </a:cubicBezTo>
                    <a:cubicBezTo>
                      <a:pt x="132" y="49"/>
                      <a:pt x="130" y="50"/>
                      <a:pt x="129" y="50"/>
                    </a:cubicBezTo>
                    <a:cubicBezTo>
                      <a:pt x="127" y="51"/>
                      <a:pt x="124" y="51"/>
                      <a:pt x="123" y="54"/>
                    </a:cubicBezTo>
                    <a:cubicBezTo>
                      <a:pt x="123" y="54"/>
                      <a:pt x="123" y="55"/>
                      <a:pt x="123" y="55"/>
                    </a:cubicBezTo>
                    <a:cubicBezTo>
                      <a:pt x="123" y="56"/>
                      <a:pt x="121" y="56"/>
                      <a:pt x="121" y="56"/>
                    </a:cubicBezTo>
                    <a:cubicBezTo>
                      <a:pt x="120" y="56"/>
                      <a:pt x="119" y="57"/>
                      <a:pt x="118" y="57"/>
                    </a:cubicBezTo>
                    <a:cubicBezTo>
                      <a:pt x="118" y="57"/>
                      <a:pt x="117" y="57"/>
                      <a:pt x="117" y="57"/>
                    </a:cubicBezTo>
                    <a:cubicBezTo>
                      <a:pt x="116" y="58"/>
                      <a:pt x="116" y="59"/>
                      <a:pt x="115" y="59"/>
                    </a:cubicBezTo>
                    <a:cubicBezTo>
                      <a:pt x="114" y="60"/>
                      <a:pt x="114" y="60"/>
                      <a:pt x="113" y="60"/>
                    </a:cubicBezTo>
                    <a:cubicBezTo>
                      <a:pt x="113" y="61"/>
                      <a:pt x="113" y="62"/>
                      <a:pt x="112" y="62"/>
                    </a:cubicBezTo>
                    <a:cubicBezTo>
                      <a:pt x="111" y="62"/>
                      <a:pt x="111" y="62"/>
                      <a:pt x="110" y="62"/>
                    </a:cubicBezTo>
                    <a:cubicBezTo>
                      <a:pt x="110" y="63"/>
                      <a:pt x="111" y="65"/>
                      <a:pt x="110" y="66"/>
                    </a:cubicBezTo>
                    <a:cubicBezTo>
                      <a:pt x="109" y="67"/>
                      <a:pt x="108" y="68"/>
                      <a:pt x="106" y="69"/>
                    </a:cubicBezTo>
                    <a:cubicBezTo>
                      <a:pt x="105" y="69"/>
                      <a:pt x="105" y="69"/>
                      <a:pt x="103" y="70"/>
                    </a:cubicBezTo>
                    <a:cubicBezTo>
                      <a:pt x="103" y="70"/>
                      <a:pt x="102" y="71"/>
                      <a:pt x="101" y="72"/>
                    </a:cubicBezTo>
                    <a:cubicBezTo>
                      <a:pt x="101" y="72"/>
                      <a:pt x="100" y="72"/>
                      <a:pt x="100" y="73"/>
                    </a:cubicBezTo>
                    <a:cubicBezTo>
                      <a:pt x="100" y="116"/>
                      <a:pt x="100" y="116"/>
                      <a:pt x="100" y="116"/>
                    </a:cubicBezTo>
                    <a:cubicBezTo>
                      <a:pt x="100" y="116"/>
                      <a:pt x="101" y="115"/>
                      <a:pt x="101" y="115"/>
                    </a:cubicBezTo>
                    <a:cubicBezTo>
                      <a:pt x="102" y="114"/>
                      <a:pt x="102" y="113"/>
                      <a:pt x="103" y="112"/>
                    </a:cubicBezTo>
                    <a:cubicBezTo>
                      <a:pt x="104" y="112"/>
                      <a:pt x="105" y="112"/>
                      <a:pt x="106" y="111"/>
                    </a:cubicBezTo>
                    <a:cubicBezTo>
                      <a:pt x="107" y="111"/>
                      <a:pt x="107" y="111"/>
                      <a:pt x="108" y="110"/>
                    </a:cubicBezTo>
                    <a:cubicBezTo>
                      <a:pt x="108" y="110"/>
                      <a:pt x="109" y="109"/>
                      <a:pt x="109" y="110"/>
                    </a:cubicBezTo>
                    <a:cubicBezTo>
                      <a:pt x="110" y="111"/>
                      <a:pt x="108" y="111"/>
                      <a:pt x="109" y="112"/>
                    </a:cubicBezTo>
                    <a:cubicBezTo>
                      <a:pt x="110" y="113"/>
                      <a:pt x="111" y="111"/>
                      <a:pt x="112" y="111"/>
                    </a:cubicBezTo>
                    <a:cubicBezTo>
                      <a:pt x="112" y="111"/>
                      <a:pt x="114" y="111"/>
                      <a:pt x="114" y="112"/>
                    </a:cubicBezTo>
                    <a:cubicBezTo>
                      <a:pt x="115" y="112"/>
                      <a:pt x="115" y="113"/>
                      <a:pt x="116" y="113"/>
                    </a:cubicBezTo>
                    <a:cubicBezTo>
                      <a:pt x="117" y="113"/>
                      <a:pt x="117" y="113"/>
                      <a:pt x="118" y="113"/>
                    </a:cubicBezTo>
                    <a:cubicBezTo>
                      <a:pt x="119" y="113"/>
                      <a:pt x="120" y="114"/>
                      <a:pt x="121" y="114"/>
                    </a:cubicBezTo>
                    <a:cubicBezTo>
                      <a:pt x="122" y="114"/>
                      <a:pt x="122" y="113"/>
                      <a:pt x="123" y="113"/>
                    </a:cubicBezTo>
                    <a:cubicBezTo>
                      <a:pt x="125" y="112"/>
                      <a:pt x="125" y="113"/>
                      <a:pt x="126" y="114"/>
                    </a:cubicBezTo>
                    <a:cubicBezTo>
                      <a:pt x="127" y="114"/>
                      <a:pt x="127" y="113"/>
                      <a:pt x="128" y="113"/>
                    </a:cubicBezTo>
                    <a:cubicBezTo>
                      <a:pt x="127" y="114"/>
                      <a:pt x="128" y="115"/>
                      <a:pt x="128" y="115"/>
                    </a:cubicBezTo>
                    <a:cubicBezTo>
                      <a:pt x="129" y="116"/>
                      <a:pt x="128" y="116"/>
                      <a:pt x="129" y="116"/>
                    </a:cubicBezTo>
                    <a:cubicBezTo>
                      <a:pt x="129" y="117"/>
                      <a:pt x="130" y="117"/>
                      <a:pt x="131" y="117"/>
                    </a:cubicBezTo>
                    <a:cubicBezTo>
                      <a:pt x="132" y="118"/>
                      <a:pt x="132" y="119"/>
                      <a:pt x="133" y="120"/>
                    </a:cubicBezTo>
                    <a:cubicBezTo>
                      <a:pt x="134" y="121"/>
                      <a:pt x="135" y="122"/>
                      <a:pt x="136" y="122"/>
                    </a:cubicBezTo>
                    <a:cubicBezTo>
                      <a:pt x="137" y="122"/>
                      <a:pt x="138" y="121"/>
                      <a:pt x="139" y="121"/>
                    </a:cubicBezTo>
                    <a:cubicBezTo>
                      <a:pt x="141" y="122"/>
                      <a:pt x="143" y="123"/>
                      <a:pt x="144" y="124"/>
                    </a:cubicBezTo>
                    <a:cubicBezTo>
                      <a:pt x="145" y="124"/>
                      <a:pt x="146" y="125"/>
                      <a:pt x="146" y="126"/>
                    </a:cubicBezTo>
                    <a:cubicBezTo>
                      <a:pt x="146" y="126"/>
                      <a:pt x="146" y="127"/>
                      <a:pt x="146" y="127"/>
                    </a:cubicBezTo>
                    <a:cubicBezTo>
                      <a:pt x="147" y="129"/>
                      <a:pt x="148" y="129"/>
                      <a:pt x="148" y="131"/>
                    </a:cubicBezTo>
                    <a:cubicBezTo>
                      <a:pt x="148" y="132"/>
                      <a:pt x="149" y="132"/>
                      <a:pt x="149" y="133"/>
                    </a:cubicBezTo>
                    <a:cubicBezTo>
                      <a:pt x="150" y="133"/>
                      <a:pt x="151" y="134"/>
                      <a:pt x="151" y="134"/>
                    </a:cubicBezTo>
                    <a:cubicBezTo>
                      <a:pt x="152" y="134"/>
                      <a:pt x="152" y="134"/>
                      <a:pt x="152" y="134"/>
                    </a:cubicBezTo>
                    <a:cubicBezTo>
                      <a:pt x="154" y="134"/>
                      <a:pt x="154" y="134"/>
                      <a:pt x="155" y="135"/>
                    </a:cubicBezTo>
                    <a:cubicBezTo>
                      <a:pt x="156" y="135"/>
                      <a:pt x="157" y="135"/>
                      <a:pt x="157" y="135"/>
                    </a:cubicBezTo>
                    <a:cubicBezTo>
                      <a:pt x="158" y="136"/>
                      <a:pt x="158" y="137"/>
                      <a:pt x="158" y="137"/>
                    </a:cubicBezTo>
                    <a:cubicBezTo>
                      <a:pt x="159" y="137"/>
                      <a:pt x="160" y="137"/>
                      <a:pt x="160" y="137"/>
                    </a:cubicBezTo>
                    <a:cubicBezTo>
                      <a:pt x="161" y="137"/>
                      <a:pt x="163" y="138"/>
                      <a:pt x="164" y="138"/>
                    </a:cubicBezTo>
                    <a:cubicBezTo>
                      <a:pt x="164" y="138"/>
                      <a:pt x="165" y="138"/>
                      <a:pt x="165" y="138"/>
                    </a:cubicBezTo>
                    <a:cubicBezTo>
                      <a:pt x="167" y="138"/>
                      <a:pt x="168" y="139"/>
                      <a:pt x="169" y="139"/>
                    </a:cubicBezTo>
                    <a:cubicBezTo>
                      <a:pt x="156" y="159"/>
                      <a:pt x="137" y="173"/>
                      <a:pt x="114" y="179"/>
                    </a:cubicBezTo>
                    <a:cubicBezTo>
                      <a:pt x="114" y="178"/>
                      <a:pt x="114" y="177"/>
                      <a:pt x="114" y="176"/>
                    </a:cubicBezTo>
                    <a:cubicBezTo>
                      <a:pt x="114" y="174"/>
                      <a:pt x="114" y="173"/>
                      <a:pt x="114" y="171"/>
                    </a:cubicBezTo>
                    <a:cubicBezTo>
                      <a:pt x="113" y="170"/>
                      <a:pt x="113" y="168"/>
                      <a:pt x="113" y="167"/>
                    </a:cubicBezTo>
                    <a:cubicBezTo>
                      <a:pt x="112" y="166"/>
                      <a:pt x="110" y="165"/>
                      <a:pt x="109" y="164"/>
                    </a:cubicBezTo>
                    <a:cubicBezTo>
                      <a:pt x="108" y="164"/>
                      <a:pt x="107" y="163"/>
                      <a:pt x="107" y="163"/>
                    </a:cubicBezTo>
                    <a:cubicBezTo>
                      <a:pt x="105" y="162"/>
                      <a:pt x="102" y="161"/>
                      <a:pt x="101" y="159"/>
                    </a:cubicBezTo>
                    <a:cubicBezTo>
                      <a:pt x="101" y="159"/>
                      <a:pt x="101" y="158"/>
                      <a:pt x="101" y="157"/>
                    </a:cubicBezTo>
                    <a:cubicBezTo>
                      <a:pt x="100" y="157"/>
                      <a:pt x="100" y="156"/>
                      <a:pt x="100" y="156"/>
                    </a:cubicBezTo>
                    <a:lnTo>
                      <a:pt x="100" y="186"/>
                    </a:lnTo>
                    <a:close/>
                    <a:moveTo>
                      <a:pt x="2" y="74"/>
                    </a:moveTo>
                    <a:cubicBezTo>
                      <a:pt x="2" y="76"/>
                      <a:pt x="1" y="77"/>
                      <a:pt x="1" y="79"/>
                    </a:cubicBezTo>
                    <a:cubicBezTo>
                      <a:pt x="1" y="80"/>
                      <a:pt x="1" y="82"/>
                      <a:pt x="0" y="83"/>
                    </a:cubicBezTo>
                    <a:cubicBezTo>
                      <a:pt x="0" y="87"/>
                      <a:pt x="0" y="90"/>
                      <a:pt x="0" y="93"/>
                    </a:cubicBezTo>
                    <a:cubicBezTo>
                      <a:pt x="0" y="96"/>
                      <a:pt x="0" y="99"/>
                      <a:pt x="0" y="103"/>
                    </a:cubicBezTo>
                    <a:cubicBezTo>
                      <a:pt x="1" y="104"/>
                      <a:pt x="1" y="106"/>
                      <a:pt x="1" y="107"/>
                    </a:cubicBezTo>
                    <a:cubicBezTo>
                      <a:pt x="1" y="109"/>
                      <a:pt x="2" y="110"/>
                      <a:pt x="2" y="112"/>
                    </a:cubicBezTo>
                    <a:cubicBezTo>
                      <a:pt x="2" y="113"/>
                      <a:pt x="3" y="115"/>
                      <a:pt x="3" y="116"/>
                    </a:cubicBezTo>
                    <a:cubicBezTo>
                      <a:pt x="4" y="119"/>
                      <a:pt x="5" y="122"/>
                      <a:pt x="6" y="125"/>
                    </a:cubicBezTo>
                    <a:cubicBezTo>
                      <a:pt x="6" y="127"/>
                      <a:pt x="7" y="128"/>
                      <a:pt x="7" y="129"/>
                    </a:cubicBezTo>
                    <a:cubicBezTo>
                      <a:pt x="8" y="131"/>
                      <a:pt x="9" y="132"/>
                      <a:pt x="9" y="134"/>
                    </a:cubicBezTo>
                    <a:cubicBezTo>
                      <a:pt x="10" y="134"/>
                      <a:pt x="10" y="135"/>
                      <a:pt x="10" y="136"/>
                    </a:cubicBezTo>
                    <a:cubicBezTo>
                      <a:pt x="11" y="137"/>
                      <a:pt x="12" y="138"/>
                      <a:pt x="12" y="140"/>
                    </a:cubicBezTo>
                    <a:cubicBezTo>
                      <a:pt x="15" y="143"/>
                      <a:pt x="17" y="147"/>
                      <a:pt x="20" y="151"/>
                    </a:cubicBezTo>
                    <a:cubicBezTo>
                      <a:pt x="21" y="152"/>
                      <a:pt x="23" y="154"/>
                      <a:pt x="24" y="156"/>
                    </a:cubicBezTo>
                    <a:cubicBezTo>
                      <a:pt x="25" y="157"/>
                      <a:pt x="26" y="158"/>
                      <a:pt x="27" y="159"/>
                    </a:cubicBezTo>
                    <a:cubicBezTo>
                      <a:pt x="28" y="160"/>
                      <a:pt x="29" y="161"/>
                      <a:pt x="31" y="162"/>
                    </a:cubicBezTo>
                    <a:cubicBezTo>
                      <a:pt x="36" y="167"/>
                      <a:pt x="41" y="171"/>
                      <a:pt x="47" y="174"/>
                    </a:cubicBezTo>
                    <a:cubicBezTo>
                      <a:pt x="48" y="175"/>
                      <a:pt x="50" y="176"/>
                      <a:pt x="51" y="176"/>
                    </a:cubicBezTo>
                    <a:cubicBezTo>
                      <a:pt x="54" y="178"/>
                      <a:pt x="56" y="179"/>
                      <a:pt x="59" y="180"/>
                    </a:cubicBezTo>
                    <a:cubicBezTo>
                      <a:pt x="61" y="181"/>
                      <a:pt x="62" y="181"/>
                      <a:pt x="63" y="182"/>
                    </a:cubicBezTo>
                    <a:cubicBezTo>
                      <a:pt x="73" y="185"/>
                      <a:pt x="83" y="186"/>
                      <a:pt x="93" y="186"/>
                    </a:cubicBezTo>
                    <a:cubicBezTo>
                      <a:pt x="96" y="186"/>
                      <a:pt x="98" y="186"/>
                      <a:pt x="100" y="186"/>
                    </a:cubicBezTo>
                    <a:cubicBezTo>
                      <a:pt x="100" y="156"/>
                      <a:pt x="100" y="156"/>
                      <a:pt x="100" y="156"/>
                    </a:cubicBezTo>
                    <a:cubicBezTo>
                      <a:pt x="99" y="156"/>
                      <a:pt x="99" y="155"/>
                      <a:pt x="99" y="154"/>
                    </a:cubicBezTo>
                    <a:cubicBezTo>
                      <a:pt x="97" y="153"/>
                      <a:pt x="96" y="150"/>
                      <a:pt x="95" y="148"/>
                    </a:cubicBezTo>
                    <a:cubicBezTo>
                      <a:pt x="95" y="147"/>
                      <a:pt x="94" y="146"/>
                      <a:pt x="93" y="145"/>
                    </a:cubicBezTo>
                    <a:cubicBezTo>
                      <a:pt x="93" y="145"/>
                      <a:pt x="92" y="144"/>
                      <a:pt x="91" y="144"/>
                    </a:cubicBezTo>
                    <a:cubicBezTo>
                      <a:pt x="91" y="143"/>
                      <a:pt x="90" y="142"/>
                      <a:pt x="91" y="141"/>
                    </a:cubicBezTo>
                    <a:cubicBezTo>
                      <a:pt x="91" y="140"/>
                      <a:pt x="93" y="139"/>
                      <a:pt x="93" y="138"/>
                    </a:cubicBezTo>
                    <a:cubicBezTo>
                      <a:pt x="93" y="138"/>
                      <a:pt x="92" y="137"/>
                      <a:pt x="91" y="136"/>
                    </a:cubicBezTo>
                    <a:cubicBezTo>
                      <a:pt x="91" y="135"/>
                      <a:pt x="92" y="134"/>
                      <a:pt x="92" y="133"/>
                    </a:cubicBezTo>
                    <a:cubicBezTo>
                      <a:pt x="92" y="132"/>
                      <a:pt x="93" y="132"/>
                      <a:pt x="93" y="131"/>
                    </a:cubicBezTo>
                    <a:cubicBezTo>
                      <a:pt x="93" y="131"/>
                      <a:pt x="94" y="131"/>
                      <a:pt x="94" y="130"/>
                    </a:cubicBezTo>
                    <a:cubicBezTo>
                      <a:pt x="95" y="130"/>
                      <a:pt x="95" y="129"/>
                      <a:pt x="95" y="129"/>
                    </a:cubicBezTo>
                    <a:cubicBezTo>
                      <a:pt x="96" y="128"/>
                      <a:pt x="97" y="127"/>
                      <a:pt x="98" y="126"/>
                    </a:cubicBezTo>
                    <a:cubicBezTo>
                      <a:pt x="98" y="126"/>
                      <a:pt x="98" y="122"/>
                      <a:pt x="98" y="121"/>
                    </a:cubicBezTo>
                    <a:cubicBezTo>
                      <a:pt x="98" y="120"/>
                      <a:pt x="97" y="119"/>
                      <a:pt x="97" y="119"/>
                    </a:cubicBezTo>
                    <a:cubicBezTo>
                      <a:pt x="96" y="117"/>
                      <a:pt x="96" y="116"/>
                      <a:pt x="95" y="116"/>
                    </a:cubicBezTo>
                    <a:cubicBezTo>
                      <a:pt x="94" y="116"/>
                      <a:pt x="93" y="117"/>
                      <a:pt x="93" y="117"/>
                    </a:cubicBezTo>
                    <a:cubicBezTo>
                      <a:pt x="93" y="118"/>
                      <a:pt x="93" y="119"/>
                      <a:pt x="92" y="119"/>
                    </a:cubicBezTo>
                    <a:cubicBezTo>
                      <a:pt x="91" y="119"/>
                      <a:pt x="91" y="118"/>
                      <a:pt x="89" y="118"/>
                    </a:cubicBezTo>
                    <a:cubicBezTo>
                      <a:pt x="89" y="117"/>
                      <a:pt x="88" y="117"/>
                      <a:pt x="88" y="117"/>
                    </a:cubicBezTo>
                    <a:cubicBezTo>
                      <a:pt x="87" y="117"/>
                      <a:pt x="86" y="115"/>
                      <a:pt x="85" y="115"/>
                    </a:cubicBezTo>
                    <a:cubicBezTo>
                      <a:pt x="84" y="114"/>
                      <a:pt x="84" y="115"/>
                      <a:pt x="83" y="114"/>
                    </a:cubicBezTo>
                    <a:cubicBezTo>
                      <a:pt x="83" y="113"/>
                      <a:pt x="83" y="112"/>
                      <a:pt x="83" y="112"/>
                    </a:cubicBezTo>
                    <a:cubicBezTo>
                      <a:pt x="82" y="111"/>
                      <a:pt x="81" y="109"/>
                      <a:pt x="80" y="108"/>
                    </a:cubicBezTo>
                    <a:cubicBezTo>
                      <a:pt x="79" y="108"/>
                      <a:pt x="78" y="108"/>
                      <a:pt x="77" y="108"/>
                    </a:cubicBezTo>
                    <a:cubicBezTo>
                      <a:pt x="76" y="107"/>
                      <a:pt x="76" y="107"/>
                      <a:pt x="75" y="107"/>
                    </a:cubicBezTo>
                    <a:cubicBezTo>
                      <a:pt x="74" y="107"/>
                      <a:pt x="74" y="107"/>
                      <a:pt x="73" y="107"/>
                    </a:cubicBezTo>
                    <a:cubicBezTo>
                      <a:pt x="71" y="106"/>
                      <a:pt x="70" y="102"/>
                      <a:pt x="68" y="103"/>
                    </a:cubicBezTo>
                    <a:cubicBezTo>
                      <a:pt x="67" y="103"/>
                      <a:pt x="66" y="104"/>
                      <a:pt x="65" y="104"/>
                    </a:cubicBezTo>
                    <a:cubicBezTo>
                      <a:pt x="64" y="104"/>
                      <a:pt x="62" y="103"/>
                      <a:pt x="61" y="102"/>
                    </a:cubicBezTo>
                    <a:cubicBezTo>
                      <a:pt x="60" y="102"/>
                      <a:pt x="58" y="101"/>
                      <a:pt x="57" y="101"/>
                    </a:cubicBezTo>
                    <a:cubicBezTo>
                      <a:pt x="57" y="100"/>
                      <a:pt x="56" y="100"/>
                      <a:pt x="55" y="99"/>
                    </a:cubicBezTo>
                    <a:cubicBezTo>
                      <a:pt x="55" y="99"/>
                      <a:pt x="54" y="99"/>
                      <a:pt x="54" y="99"/>
                    </a:cubicBezTo>
                    <a:cubicBezTo>
                      <a:pt x="53" y="99"/>
                      <a:pt x="52" y="98"/>
                      <a:pt x="51" y="97"/>
                    </a:cubicBezTo>
                    <a:cubicBezTo>
                      <a:pt x="51" y="97"/>
                      <a:pt x="50" y="96"/>
                      <a:pt x="50" y="95"/>
                    </a:cubicBezTo>
                    <a:cubicBezTo>
                      <a:pt x="50" y="95"/>
                      <a:pt x="51" y="94"/>
                      <a:pt x="51" y="93"/>
                    </a:cubicBezTo>
                    <a:cubicBezTo>
                      <a:pt x="51" y="91"/>
                      <a:pt x="49" y="89"/>
                      <a:pt x="48" y="88"/>
                    </a:cubicBezTo>
                    <a:cubicBezTo>
                      <a:pt x="47" y="87"/>
                      <a:pt x="46" y="86"/>
                      <a:pt x="45" y="85"/>
                    </a:cubicBezTo>
                    <a:cubicBezTo>
                      <a:pt x="45" y="84"/>
                      <a:pt x="45" y="84"/>
                      <a:pt x="45" y="83"/>
                    </a:cubicBezTo>
                    <a:cubicBezTo>
                      <a:pt x="45" y="83"/>
                      <a:pt x="44" y="82"/>
                      <a:pt x="44" y="81"/>
                    </a:cubicBezTo>
                    <a:cubicBezTo>
                      <a:pt x="43" y="80"/>
                      <a:pt x="42" y="79"/>
                      <a:pt x="42" y="78"/>
                    </a:cubicBezTo>
                    <a:cubicBezTo>
                      <a:pt x="42" y="77"/>
                      <a:pt x="42" y="76"/>
                      <a:pt x="42" y="75"/>
                    </a:cubicBezTo>
                    <a:cubicBezTo>
                      <a:pt x="41" y="73"/>
                      <a:pt x="38" y="74"/>
                      <a:pt x="39" y="76"/>
                    </a:cubicBezTo>
                    <a:cubicBezTo>
                      <a:pt x="39" y="77"/>
                      <a:pt x="40" y="78"/>
                      <a:pt x="40" y="79"/>
                    </a:cubicBezTo>
                    <a:cubicBezTo>
                      <a:pt x="40" y="79"/>
                      <a:pt x="40" y="80"/>
                      <a:pt x="41" y="81"/>
                    </a:cubicBezTo>
                    <a:cubicBezTo>
                      <a:pt x="41" y="82"/>
                      <a:pt x="42" y="82"/>
                      <a:pt x="42" y="83"/>
                    </a:cubicBezTo>
                    <a:cubicBezTo>
                      <a:pt x="42" y="85"/>
                      <a:pt x="42" y="86"/>
                      <a:pt x="43" y="87"/>
                    </a:cubicBezTo>
                    <a:cubicBezTo>
                      <a:pt x="43" y="88"/>
                      <a:pt x="44" y="88"/>
                      <a:pt x="44" y="89"/>
                    </a:cubicBezTo>
                    <a:cubicBezTo>
                      <a:pt x="43" y="90"/>
                      <a:pt x="42" y="89"/>
                      <a:pt x="42" y="88"/>
                    </a:cubicBezTo>
                    <a:cubicBezTo>
                      <a:pt x="41" y="88"/>
                      <a:pt x="40" y="87"/>
                      <a:pt x="40" y="86"/>
                    </a:cubicBezTo>
                    <a:cubicBezTo>
                      <a:pt x="40" y="86"/>
                      <a:pt x="40" y="85"/>
                      <a:pt x="40" y="84"/>
                    </a:cubicBezTo>
                    <a:cubicBezTo>
                      <a:pt x="40" y="83"/>
                      <a:pt x="37" y="83"/>
                      <a:pt x="37" y="81"/>
                    </a:cubicBezTo>
                    <a:cubicBezTo>
                      <a:pt x="37" y="81"/>
                      <a:pt x="38" y="80"/>
                      <a:pt x="38" y="80"/>
                    </a:cubicBezTo>
                    <a:cubicBezTo>
                      <a:pt x="38" y="79"/>
                      <a:pt x="37" y="78"/>
                      <a:pt x="37" y="77"/>
                    </a:cubicBezTo>
                    <a:cubicBezTo>
                      <a:pt x="36" y="76"/>
                      <a:pt x="36" y="75"/>
                      <a:pt x="36" y="74"/>
                    </a:cubicBezTo>
                    <a:cubicBezTo>
                      <a:pt x="36" y="73"/>
                      <a:pt x="36" y="72"/>
                      <a:pt x="36" y="71"/>
                    </a:cubicBezTo>
                    <a:cubicBezTo>
                      <a:pt x="36" y="70"/>
                      <a:pt x="35" y="69"/>
                      <a:pt x="34" y="69"/>
                    </a:cubicBezTo>
                    <a:cubicBezTo>
                      <a:pt x="33" y="69"/>
                      <a:pt x="32" y="69"/>
                      <a:pt x="32" y="68"/>
                    </a:cubicBezTo>
                    <a:cubicBezTo>
                      <a:pt x="32" y="67"/>
                      <a:pt x="31" y="66"/>
                      <a:pt x="31" y="65"/>
                    </a:cubicBezTo>
                    <a:cubicBezTo>
                      <a:pt x="31" y="64"/>
                      <a:pt x="31" y="63"/>
                      <a:pt x="31" y="62"/>
                    </a:cubicBezTo>
                    <a:cubicBezTo>
                      <a:pt x="31" y="60"/>
                      <a:pt x="31" y="59"/>
                      <a:pt x="31" y="58"/>
                    </a:cubicBezTo>
                    <a:cubicBezTo>
                      <a:pt x="32" y="57"/>
                      <a:pt x="33" y="56"/>
                      <a:pt x="33" y="55"/>
                    </a:cubicBezTo>
                    <a:cubicBezTo>
                      <a:pt x="34" y="55"/>
                      <a:pt x="34" y="54"/>
                      <a:pt x="34" y="53"/>
                    </a:cubicBezTo>
                    <a:cubicBezTo>
                      <a:pt x="35" y="52"/>
                      <a:pt x="36" y="51"/>
                      <a:pt x="37" y="49"/>
                    </a:cubicBezTo>
                    <a:cubicBezTo>
                      <a:pt x="39" y="48"/>
                      <a:pt x="40" y="47"/>
                      <a:pt x="40" y="45"/>
                    </a:cubicBezTo>
                    <a:cubicBezTo>
                      <a:pt x="41" y="44"/>
                      <a:pt x="41" y="43"/>
                      <a:pt x="41" y="43"/>
                    </a:cubicBezTo>
                    <a:cubicBezTo>
                      <a:pt x="41" y="42"/>
                      <a:pt x="39" y="41"/>
                      <a:pt x="39" y="40"/>
                    </a:cubicBezTo>
                    <a:cubicBezTo>
                      <a:pt x="39" y="39"/>
                      <a:pt x="40" y="39"/>
                      <a:pt x="41" y="38"/>
                    </a:cubicBezTo>
                    <a:cubicBezTo>
                      <a:pt x="41" y="38"/>
                      <a:pt x="41" y="37"/>
                      <a:pt x="41" y="36"/>
                    </a:cubicBezTo>
                    <a:cubicBezTo>
                      <a:pt x="41" y="35"/>
                      <a:pt x="40" y="34"/>
                      <a:pt x="41" y="33"/>
                    </a:cubicBezTo>
                    <a:cubicBezTo>
                      <a:pt x="41" y="33"/>
                      <a:pt x="42" y="32"/>
                      <a:pt x="41" y="31"/>
                    </a:cubicBezTo>
                    <a:cubicBezTo>
                      <a:pt x="41" y="30"/>
                      <a:pt x="40" y="32"/>
                      <a:pt x="39" y="31"/>
                    </a:cubicBezTo>
                    <a:cubicBezTo>
                      <a:pt x="38" y="31"/>
                      <a:pt x="39" y="30"/>
                      <a:pt x="39" y="29"/>
                    </a:cubicBezTo>
                    <a:cubicBezTo>
                      <a:pt x="39" y="28"/>
                      <a:pt x="39" y="28"/>
                      <a:pt x="39" y="28"/>
                    </a:cubicBezTo>
                    <a:cubicBezTo>
                      <a:pt x="39" y="27"/>
                      <a:pt x="40" y="26"/>
                      <a:pt x="40" y="26"/>
                    </a:cubicBezTo>
                    <a:cubicBezTo>
                      <a:pt x="39" y="26"/>
                      <a:pt x="39" y="25"/>
                      <a:pt x="38" y="24"/>
                    </a:cubicBezTo>
                    <a:cubicBezTo>
                      <a:pt x="49" y="15"/>
                      <a:pt x="63" y="9"/>
                      <a:pt x="78" y="6"/>
                    </a:cubicBezTo>
                    <a:cubicBezTo>
                      <a:pt x="78" y="6"/>
                      <a:pt x="78" y="6"/>
                      <a:pt x="78" y="6"/>
                    </a:cubicBezTo>
                    <a:cubicBezTo>
                      <a:pt x="78" y="6"/>
                      <a:pt x="78" y="7"/>
                      <a:pt x="78" y="7"/>
                    </a:cubicBezTo>
                    <a:cubicBezTo>
                      <a:pt x="79" y="6"/>
                      <a:pt x="80" y="7"/>
                      <a:pt x="81" y="7"/>
                    </a:cubicBezTo>
                    <a:cubicBezTo>
                      <a:pt x="82" y="7"/>
                      <a:pt x="83" y="6"/>
                      <a:pt x="84" y="7"/>
                    </a:cubicBezTo>
                    <a:cubicBezTo>
                      <a:pt x="86" y="7"/>
                      <a:pt x="88" y="9"/>
                      <a:pt x="90" y="8"/>
                    </a:cubicBezTo>
                    <a:cubicBezTo>
                      <a:pt x="90" y="7"/>
                      <a:pt x="90" y="7"/>
                      <a:pt x="90" y="6"/>
                    </a:cubicBezTo>
                    <a:cubicBezTo>
                      <a:pt x="91" y="6"/>
                      <a:pt x="91" y="5"/>
                      <a:pt x="91" y="5"/>
                    </a:cubicBezTo>
                    <a:cubicBezTo>
                      <a:pt x="92" y="5"/>
                      <a:pt x="93" y="5"/>
                      <a:pt x="93" y="5"/>
                    </a:cubicBezTo>
                    <a:cubicBezTo>
                      <a:pt x="96" y="5"/>
                      <a:pt x="98" y="5"/>
                      <a:pt x="100" y="5"/>
                    </a:cubicBezTo>
                    <a:cubicBezTo>
                      <a:pt x="100" y="0"/>
                      <a:pt x="100" y="0"/>
                      <a:pt x="100" y="0"/>
                    </a:cubicBezTo>
                    <a:cubicBezTo>
                      <a:pt x="98" y="0"/>
                      <a:pt x="97" y="0"/>
                      <a:pt x="95" y="0"/>
                    </a:cubicBezTo>
                    <a:cubicBezTo>
                      <a:pt x="94" y="0"/>
                      <a:pt x="94" y="0"/>
                      <a:pt x="93" y="0"/>
                    </a:cubicBezTo>
                    <a:cubicBezTo>
                      <a:pt x="92" y="0"/>
                      <a:pt x="91" y="0"/>
                      <a:pt x="90" y="0"/>
                    </a:cubicBezTo>
                    <a:cubicBezTo>
                      <a:pt x="81" y="0"/>
                      <a:pt x="72" y="2"/>
                      <a:pt x="63" y="5"/>
                    </a:cubicBezTo>
                    <a:cubicBezTo>
                      <a:pt x="62" y="5"/>
                      <a:pt x="61" y="6"/>
                      <a:pt x="59" y="6"/>
                    </a:cubicBezTo>
                    <a:cubicBezTo>
                      <a:pt x="59" y="6"/>
                      <a:pt x="58" y="6"/>
                      <a:pt x="58" y="7"/>
                    </a:cubicBezTo>
                    <a:cubicBezTo>
                      <a:pt x="57" y="7"/>
                      <a:pt x="56" y="7"/>
                      <a:pt x="55" y="8"/>
                    </a:cubicBezTo>
                    <a:cubicBezTo>
                      <a:pt x="54" y="9"/>
                      <a:pt x="52" y="9"/>
                      <a:pt x="51" y="10"/>
                    </a:cubicBezTo>
                    <a:cubicBezTo>
                      <a:pt x="49" y="11"/>
                      <a:pt x="48" y="11"/>
                      <a:pt x="47" y="12"/>
                    </a:cubicBezTo>
                    <a:cubicBezTo>
                      <a:pt x="42" y="15"/>
                      <a:pt x="37" y="19"/>
                      <a:pt x="32" y="22"/>
                    </a:cubicBezTo>
                    <a:cubicBezTo>
                      <a:pt x="32" y="23"/>
                      <a:pt x="31" y="23"/>
                      <a:pt x="31" y="24"/>
                    </a:cubicBezTo>
                    <a:cubicBezTo>
                      <a:pt x="29" y="25"/>
                      <a:pt x="28" y="26"/>
                      <a:pt x="27" y="27"/>
                    </a:cubicBezTo>
                    <a:cubicBezTo>
                      <a:pt x="26" y="28"/>
                      <a:pt x="25" y="29"/>
                      <a:pt x="24" y="30"/>
                    </a:cubicBezTo>
                    <a:cubicBezTo>
                      <a:pt x="23" y="32"/>
                      <a:pt x="21" y="34"/>
                      <a:pt x="20" y="35"/>
                    </a:cubicBezTo>
                    <a:cubicBezTo>
                      <a:pt x="17" y="39"/>
                      <a:pt x="15" y="43"/>
                      <a:pt x="12" y="47"/>
                    </a:cubicBezTo>
                    <a:cubicBezTo>
                      <a:pt x="12" y="48"/>
                      <a:pt x="11" y="49"/>
                      <a:pt x="10" y="51"/>
                    </a:cubicBezTo>
                    <a:cubicBezTo>
                      <a:pt x="10" y="51"/>
                      <a:pt x="10" y="52"/>
                      <a:pt x="9" y="53"/>
                    </a:cubicBezTo>
                    <a:cubicBezTo>
                      <a:pt x="8" y="55"/>
                      <a:pt x="7" y="57"/>
                      <a:pt x="6" y="59"/>
                    </a:cubicBezTo>
                    <a:cubicBezTo>
                      <a:pt x="6" y="60"/>
                      <a:pt x="6" y="60"/>
                      <a:pt x="6" y="61"/>
                    </a:cubicBezTo>
                    <a:cubicBezTo>
                      <a:pt x="5" y="64"/>
                      <a:pt x="4" y="67"/>
                      <a:pt x="3" y="70"/>
                    </a:cubicBezTo>
                    <a:cubicBezTo>
                      <a:pt x="3" y="71"/>
                      <a:pt x="2" y="73"/>
                      <a:pt x="2" y="74"/>
                    </a:cubicBezTo>
                    <a:close/>
                    <a:moveTo>
                      <a:pt x="100" y="73"/>
                    </a:moveTo>
                    <a:cubicBezTo>
                      <a:pt x="100" y="116"/>
                      <a:pt x="100" y="116"/>
                      <a:pt x="100" y="116"/>
                    </a:cubicBezTo>
                    <a:cubicBezTo>
                      <a:pt x="100" y="117"/>
                      <a:pt x="99" y="117"/>
                      <a:pt x="99" y="117"/>
                    </a:cubicBezTo>
                    <a:cubicBezTo>
                      <a:pt x="98" y="117"/>
                      <a:pt x="97" y="116"/>
                      <a:pt x="96" y="115"/>
                    </a:cubicBezTo>
                    <a:cubicBezTo>
                      <a:pt x="94" y="114"/>
                      <a:pt x="93" y="116"/>
                      <a:pt x="91" y="116"/>
                    </a:cubicBezTo>
                    <a:cubicBezTo>
                      <a:pt x="89" y="116"/>
                      <a:pt x="87" y="113"/>
                      <a:pt x="87" y="112"/>
                    </a:cubicBezTo>
                    <a:cubicBezTo>
                      <a:pt x="87" y="111"/>
                      <a:pt x="88" y="109"/>
                      <a:pt x="88" y="108"/>
                    </a:cubicBezTo>
                    <a:cubicBezTo>
                      <a:pt x="88" y="107"/>
                      <a:pt x="88" y="106"/>
                      <a:pt x="88" y="105"/>
                    </a:cubicBezTo>
                    <a:cubicBezTo>
                      <a:pt x="88" y="104"/>
                      <a:pt x="87" y="103"/>
                      <a:pt x="86" y="103"/>
                    </a:cubicBezTo>
                    <a:cubicBezTo>
                      <a:pt x="84" y="103"/>
                      <a:pt x="82" y="104"/>
                      <a:pt x="79" y="103"/>
                    </a:cubicBezTo>
                    <a:cubicBezTo>
                      <a:pt x="79" y="102"/>
                      <a:pt x="80" y="102"/>
                      <a:pt x="80" y="101"/>
                    </a:cubicBezTo>
                    <a:cubicBezTo>
                      <a:pt x="80" y="101"/>
                      <a:pt x="80" y="100"/>
                      <a:pt x="80" y="100"/>
                    </a:cubicBezTo>
                    <a:cubicBezTo>
                      <a:pt x="81" y="99"/>
                      <a:pt x="81" y="99"/>
                      <a:pt x="82" y="98"/>
                    </a:cubicBezTo>
                    <a:cubicBezTo>
                      <a:pt x="82" y="97"/>
                      <a:pt x="82" y="97"/>
                      <a:pt x="82" y="96"/>
                    </a:cubicBezTo>
                    <a:cubicBezTo>
                      <a:pt x="82" y="95"/>
                      <a:pt x="83" y="95"/>
                      <a:pt x="83" y="94"/>
                    </a:cubicBezTo>
                    <a:cubicBezTo>
                      <a:pt x="83" y="94"/>
                      <a:pt x="83" y="93"/>
                      <a:pt x="82" y="93"/>
                    </a:cubicBezTo>
                    <a:cubicBezTo>
                      <a:pt x="80" y="93"/>
                      <a:pt x="79" y="93"/>
                      <a:pt x="78" y="93"/>
                    </a:cubicBezTo>
                    <a:cubicBezTo>
                      <a:pt x="76" y="94"/>
                      <a:pt x="77" y="97"/>
                      <a:pt x="75" y="98"/>
                    </a:cubicBezTo>
                    <a:cubicBezTo>
                      <a:pt x="74" y="98"/>
                      <a:pt x="73" y="98"/>
                      <a:pt x="72" y="98"/>
                    </a:cubicBezTo>
                    <a:cubicBezTo>
                      <a:pt x="71" y="98"/>
                      <a:pt x="70" y="99"/>
                      <a:pt x="70" y="99"/>
                    </a:cubicBezTo>
                    <a:cubicBezTo>
                      <a:pt x="69" y="99"/>
                      <a:pt x="67" y="98"/>
                      <a:pt x="67" y="97"/>
                    </a:cubicBezTo>
                    <a:cubicBezTo>
                      <a:pt x="66" y="97"/>
                      <a:pt x="65" y="94"/>
                      <a:pt x="65" y="94"/>
                    </a:cubicBezTo>
                    <a:cubicBezTo>
                      <a:pt x="64" y="91"/>
                      <a:pt x="65" y="88"/>
                      <a:pt x="66" y="86"/>
                    </a:cubicBezTo>
                    <a:cubicBezTo>
                      <a:pt x="66" y="86"/>
                      <a:pt x="67" y="85"/>
                      <a:pt x="67" y="85"/>
                    </a:cubicBezTo>
                    <a:cubicBezTo>
                      <a:pt x="67" y="84"/>
                      <a:pt x="67" y="83"/>
                      <a:pt x="67" y="82"/>
                    </a:cubicBezTo>
                    <a:cubicBezTo>
                      <a:pt x="68" y="81"/>
                      <a:pt x="69" y="80"/>
                      <a:pt x="71" y="79"/>
                    </a:cubicBezTo>
                    <a:cubicBezTo>
                      <a:pt x="72" y="79"/>
                      <a:pt x="73" y="77"/>
                      <a:pt x="75" y="77"/>
                    </a:cubicBezTo>
                    <a:cubicBezTo>
                      <a:pt x="76" y="77"/>
                      <a:pt x="77" y="78"/>
                      <a:pt x="78" y="78"/>
                    </a:cubicBezTo>
                    <a:cubicBezTo>
                      <a:pt x="79" y="78"/>
                      <a:pt x="79" y="78"/>
                      <a:pt x="80" y="78"/>
                    </a:cubicBezTo>
                    <a:cubicBezTo>
                      <a:pt x="82" y="79"/>
                      <a:pt x="82" y="77"/>
                      <a:pt x="84" y="76"/>
                    </a:cubicBezTo>
                    <a:cubicBezTo>
                      <a:pt x="85" y="76"/>
                      <a:pt x="87" y="76"/>
                      <a:pt x="88" y="76"/>
                    </a:cubicBezTo>
                    <a:cubicBezTo>
                      <a:pt x="89" y="76"/>
                      <a:pt x="90" y="77"/>
                      <a:pt x="90" y="77"/>
                    </a:cubicBezTo>
                    <a:cubicBezTo>
                      <a:pt x="91" y="77"/>
                      <a:pt x="92" y="77"/>
                      <a:pt x="92" y="77"/>
                    </a:cubicBezTo>
                    <a:cubicBezTo>
                      <a:pt x="93" y="77"/>
                      <a:pt x="94" y="78"/>
                      <a:pt x="94" y="79"/>
                    </a:cubicBezTo>
                    <a:cubicBezTo>
                      <a:pt x="94" y="80"/>
                      <a:pt x="93" y="81"/>
                      <a:pt x="93" y="82"/>
                    </a:cubicBezTo>
                    <a:cubicBezTo>
                      <a:pt x="94" y="83"/>
                      <a:pt x="96" y="83"/>
                      <a:pt x="97" y="83"/>
                    </a:cubicBezTo>
                    <a:cubicBezTo>
                      <a:pt x="98" y="83"/>
                      <a:pt x="98" y="81"/>
                      <a:pt x="97" y="80"/>
                    </a:cubicBezTo>
                    <a:cubicBezTo>
                      <a:pt x="97" y="80"/>
                      <a:pt x="98" y="79"/>
                      <a:pt x="97" y="79"/>
                    </a:cubicBezTo>
                    <a:cubicBezTo>
                      <a:pt x="97" y="78"/>
                      <a:pt x="97" y="78"/>
                      <a:pt x="97" y="77"/>
                    </a:cubicBezTo>
                    <a:cubicBezTo>
                      <a:pt x="97" y="75"/>
                      <a:pt x="98" y="74"/>
                      <a:pt x="100"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8" name="Freeform 74"/>
              <p:cNvSpPr>
                <a:spLocks/>
              </p:cNvSpPr>
              <p:nvPr/>
            </p:nvSpPr>
            <p:spPr bwMode="auto">
              <a:xfrm>
                <a:off x="-4767263" y="6270625"/>
                <a:ext cx="231775" cy="228600"/>
              </a:xfrm>
              <a:custGeom>
                <a:avLst/>
                <a:gdLst>
                  <a:gd name="T0" fmla="*/ 14 w 62"/>
                  <a:gd name="T1" fmla="*/ 56 h 61"/>
                  <a:gd name="T2" fmla="*/ 31 w 62"/>
                  <a:gd name="T3" fmla="*/ 61 h 61"/>
                  <a:gd name="T4" fmla="*/ 62 w 62"/>
                  <a:gd name="T5" fmla="*/ 31 h 61"/>
                  <a:gd name="T6" fmla="*/ 31 w 62"/>
                  <a:gd name="T7" fmla="*/ 0 h 61"/>
                  <a:gd name="T8" fmla="*/ 0 w 62"/>
                  <a:gd name="T9" fmla="*/ 26 h 61"/>
                  <a:gd name="T10" fmla="*/ 31 w 62"/>
                  <a:gd name="T11" fmla="*/ 26 h 61"/>
                  <a:gd name="T12" fmla="*/ 41 w 62"/>
                  <a:gd name="T13" fmla="*/ 26 h 61"/>
                  <a:gd name="T14" fmla="*/ 34 w 62"/>
                  <a:gd name="T15" fmla="*/ 34 h 61"/>
                  <a:gd name="T16" fmla="*/ 14 w 62"/>
                  <a:gd name="T17"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61">
                    <a:moveTo>
                      <a:pt x="14" y="56"/>
                    </a:moveTo>
                    <a:cubicBezTo>
                      <a:pt x="19" y="60"/>
                      <a:pt x="25" y="61"/>
                      <a:pt x="31" y="61"/>
                    </a:cubicBezTo>
                    <a:cubicBezTo>
                      <a:pt x="48" y="61"/>
                      <a:pt x="62" y="48"/>
                      <a:pt x="62" y="31"/>
                    </a:cubicBezTo>
                    <a:cubicBezTo>
                      <a:pt x="62" y="14"/>
                      <a:pt x="48" y="0"/>
                      <a:pt x="31" y="0"/>
                    </a:cubicBezTo>
                    <a:cubicBezTo>
                      <a:pt x="15" y="0"/>
                      <a:pt x="3" y="11"/>
                      <a:pt x="0" y="26"/>
                    </a:cubicBezTo>
                    <a:cubicBezTo>
                      <a:pt x="31" y="26"/>
                      <a:pt x="31" y="26"/>
                      <a:pt x="31" y="26"/>
                    </a:cubicBezTo>
                    <a:cubicBezTo>
                      <a:pt x="41" y="26"/>
                      <a:pt x="41" y="26"/>
                      <a:pt x="41" y="26"/>
                    </a:cubicBezTo>
                    <a:cubicBezTo>
                      <a:pt x="34" y="34"/>
                      <a:pt x="34" y="34"/>
                      <a:pt x="34" y="34"/>
                    </a:cubicBezTo>
                    <a:lnTo>
                      <a:pt x="14"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9" name="Freeform 75"/>
              <p:cNvSpPr>
                <a:spLocks/>
              </p:cNvSpPr>
              <p:nvPr/>
            </p:nvSpPr>
            <p:spPr bwMode="auto">
              <a:xfrm>
                <a:off x="-5129213" y="6386513"/>
                <a:ext cx="477838" cy="447675"/>
              </a:xfrm>
              <a:custGeom>
                <a:avLst/>
                <a:gdLst>
                  <a:gd name="T0" fmla="*/ 57 w 127"/>
                  <a:gd name="T1" fmla="*/ 63 h 119"/>
                  <a:gd name="T2" fmla="*/ 57 w 127"/>
                  <a:gd name="T3" fmla="*/ 67 h 119"/>
                  <a:gd name="T4" fmla="*/ 57 w 127"/>
                  <a:gd name="T5" fmla="*/ 70 h 119"/>
                  <a:gd name="T6" fmla="*/ 57 w 127"/>
                  <a:gd name="T7" fmla="*/ 109 h 119"/>
                  <a:gd name="T8" fmla="*/ 42 w 127"/>
                  <a:gd name="T9" fmla="*/ 119 h 119"/>
                  <a:gd name="T10" fmla="*/ 83 w 127"/>
                  <a:gd name="T11" fmla="*/ 119 h 119"/>
                  <a:gd name="T12" fmla="*/ 70 w 127"/>
                  <a:gd name="T13" fmla="*/ 109 h 119"/>
                  <a:gd name="T14" fmla="*/ 70 w 127"/>
                  <a:gd name="T15" fmla="*/ 70 h 119"/>
                  <a:gd name="T16" fmla="*/ 70 w 127"/>
                  <a:gd name="T17" fmla="*/ 67 h 119"/>
                  <a:gd name="T18" fmla="*/ 70 w 127"/>
                  <a:gd name="T19" fmla="*/ 63 h 119"/>
                  <a:gd name="T20" fmla="*/ 106 w 127"/>
                  <a:gd name="T21" fmla="*/ 23 h 119"/>
                  <a:gd name="T22" fmla="*/ 127 w 127"/>
                  <a:gd name="T23" fmla="*/ 0 h 119"/>
                  <a:gd name="T24" fmla="*/ 96 w 127"/>
                  <a:gd name="T25" fmla="*/ 0 h 119"/>
                  <a:gd name="T26" fmla="*/ 0 w 127"/>
                  <a:gd name="T27" fmla="*/ 0 h 119"/>
                  <a:gd name="T28" fmla="*/ 57 w 127"/>
                  <a:gd name="T29" fmla="*/ 6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19">
                    <a:moveTo>
                      <a:pt x="57" y="63"/>
                    </a:moveTo>
                    <a:cubicBezTo>
                      <a:pt x="57" y="67"/>
                      <a:pt x="57" y="67"/>
                      <a:pt x="57" y="67"/>
                    </a:cubicBezTo>
                    <a:cubicBezTo>
                      <a:pt x="57" y="70"/>
                      <a:pt x="57" y="70"/>
                      <a:pt x="57" y="70"/>
                    </a:cubicBezTo>
                    <a:cubicBezTo>
                      <a:pt x="57" y="109"/>
                      <a:pt x="57" y="109"/>
                      <a:pt x="57" y="109"/>
                    </a:cubicBezTo>
                    <a:cubicBezTo>
                      <a:pt x="48" y="110"/>
                      <a:pt x="42" y="114"/>
                      <a:pt x="42" y="119"/>
                    </a:cubicBezTo>
                    <a:cubicBezTo>
                      <a:pt x="83" y="119"/>
                      <a:pt x="83" y="119"/>
                      <a:pt x="83" y="119"/>
                    </a:cubicBezTo>
                    <a:cubicBezTo>
                      <a:pt x="83" y="114"/>
                      <a:pt x="78" y="110"/>
                      <a:pt x="70" y="109"/>
                    </a:cubicBezTo>
                    <a:cubicBezTo>
                      <a:pt x="70" y="70"/>
                      <a:pt x="70" y="70"/>
                      <a:pt x="70" y="70"/>
                    </a:cubicBezTo>
                    <a:cubicBezTo>
                      <a:pt x="70" y="67"/>
                      <a:pt x="70" y="67"/>
                      <a:pt x="70" y="67"/>
                    </a:cubicBezTo>
                    <a:cubicBezTo>
                      <a:pt x="70" y="63"/>
                      <a:pt x="70" y="63"/>
                      <a:pt x="70" y="63"/>
                    </a:cubicBezTo>
                    <a:cubicBezTo>
                      <a:pt x="106" y="23"/>
                      <a:pt x="106" y="23"/>
                      <a:pt x="106" y="23"/>
                    </a:cubicBezTo>
                    <a:cubicBezTo>
                      <a:pt x="127" y="0"/>
                      <a:pt x="127" y="0"/>
                      <a:pt x="127" y="0"/>
                    </a:cubicBezTo>
                    <a:cubicBezTo>
                      <a:pt x="96" y="0"/>
                      <a:pt x="96" y="0"/>
                      <a:pt x="96" y="0"/>
                    </a:cubicBezTo>
                    <a:cubicBezTo>
                      <a:pt x="0" y="0"/>
                      <a:pt x="0" y="0"/>
                      <a:pt x="0" y="0"/>
                    </a:cubicBezTo>
                    <a:lnTo>
                      <a:pt x="57"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0" name="Freeform 76"/>
              <p:cNvSpPr>
                <a:spLocks/>
              </p:cNvSpPr>
              <p:nvPr/>
            </p:nvSpPr>
            <p:spPr bwMode="auto">
              <a:xfrm>
                <a:off x="-2576513" y="8853488"/>
                <a:ext cx="539750" cy="142875"/>
              </a:xfrm>
              <a:custGeom>
                <a:avLst/>
                <a:gdLst>
                  <a:gd name="T0" fmla="*/ 222 w 340"/>
                  <a:gd name="T1" fmla="*/ 45 h 90"/>
                  <a:gd name="T2" fmla="*/ 118 w 340"/>
                  <a:gd name="T3" fmla="*/ 45 h 90"/>
                  <a:gd name="T4" fmla="*/ 118 w 340"/>
                  <a:gd name="T5" fmla="*/ 0 h 90"/>
                  <a:gd name="T6" fmla="*/ 0 w 340"/>
                  <a:gd name="T7" fmla="*/ 0 h 90"/>
                  <a:gd name="T8" fmla="*/ 0 w 340"/>
                  <a:gd name="T9" fmla="*/ 90 h 90"/>
                  <a:gd name="T10" fmla="*/ 340 w 340"/>
                  <a:gd name="T11" fmla="*/ 90 h 90"/>
                  <a:gd name="T12" fmla="*/ 340 w 340"/>
                  <a:gd name="T13" fmla="*/ 0 h 90"/>
                  <a:gd name="T14" fmla="*/ 222 w 340"/>
                  <a:gd name="T15" fmla="*/ 0 h 90"/>
                  <a:gd name="T16" fmla="*/ 222 w 340"/>
                  <a:gd name="T17"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0" h="90">
                    <a:moveTo>
                      <a:pt x="222" y="45"/>
                    </a:moveTo>
                    <a:lnTo>
                      <a:pt x="118" y="45"/>
                    </a:lnTo>
                    <a:lnTo>
                      <a:pt x="118" y="0"/>
                    </a:lnTo>
                    <a:lnTo>
                      <a:pt x="0" y="0"/>
                    </a:lnTo>
                    <a:lnTo>
                      <a:pt x="0" y="90"/>
                    </a:lnTo>
                    <a:lnTo>
                      <a:pt x="340" y="90"/>
                    </a:lnTo>
                    <a:lnTo>
                      <a:pt x="340" y="0"/>
                    </a:lnTo>
                    <a:lnTo>
                      <a:pt x="222" y="0"/>
                    </a:lnTo>
                    <a:lnTo>
                      <a:pt x="222"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1" name="Rectangle 77"/>
              <p:cNvSpPr>
                <a:spLocks noChangeArrowheads="1"/>
              </p:cNvSpPr>
              <p:nvPr/>
            </p:nvSpPr>
            <p:spPr bwMode="auto">
              <a:xfrm>
                <a:off x="-2359025" y="8853488"/>
                <a:ext cx="104775" cy="41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2" name="Freeform 78"/>
              <p:cNvSpPr>
                <a:spLocks noEditPoints="1"/>
              </p:cNvSpPr>
              <p:nvPr/>
            </p:nvSpPr>
            <p:spPr bwMode="auto">
              <a:xfrm>
                <a:off x="-2576513" y="8537575"/>
                <a:ext cx="539750" cy="285750"/>
              </a:xfrm>
              <a:custGeom>
                <a:avLst/>
                <a:gdLst>
                  <a:gd name="T0" fmla="*/ 253 w 340"/>
                  <a:gd name="T1" fmla="*/ 0 h 180"/>
                  <a:gd name="T2" fmla="*/ 170 w 340"/>
                  <a:gd name="T3" fmla="*/ 0 h 180"/>
                  <a:gd name="T4" fmla="*/ 170 w 340"/>
                  <a:gd name="T5" fmla="*/ 31 h 180"/>
                  <a:gd name="T6" fmla="*/ 224 w 340"/>
                  <a:gd name="T7" fmla="*/ 31 h 180"/>
                  <a:gd name="T8" fmla="*/ 224 w 340"/>
                  <a:gd name="T9" fmla="*/ 67 h 180"/>
                  <a:gd name="T10" fmla="*/ 170 w 340"/>
                  <a:gd name="T11" fmla="*/ 67 h 180"/>
                  <a:gd name="T12" fmla="*/ 170 w 340"/>
                  <a:gd name="T13" fmla="*/ 180 h 180"/>
                  <a:gd name="T14" fmla="*/ 222 w 340"/>
                  <a:gd name="T15" fmla="*/ 180 h 180"/>
                  <a:gd name="T16" fmla="*/ 340 w 340"/>
                  <a:gd name="T17" fmla="*/ 180 h 180"/>
                  <a:gd name="T18" fmla="*/ 340 w 340"/>
                  <a:gd name="T19" fmla="*/ 67 h 180"/>
                  <a:gd name="T20" fmla="*/ 253 w 340"/>
                  <a:gd name="T21" fmla="*/ 67 h 180"/>
                  <a:gd name="T22" fmla="*/ 253 w 340"/>
                  <a:gd name="T23" fmla="*/ 0 h 180"/>
                  <a:gd name="T24" fmla="*/ 170 w 340"/>
                  <a:gd name="T25" fmla="*/ 0 h 180"/>
                  <a:gd name="T26" fmla="*/ 87 w 340"/>
                  <a:gd name="T27" fmla="*/ 0 h 180"/>
                  <a:gd name="T28" fmla="*/ 87 w 340"/>
                  <a:gd name="T29" fmla="*/ 67 h 180"/>
                  <a:gd name="T30" fmla="*/ 0 w 340"/>
                  <a:gd name="T31" fmla="*/ 67 h 180"/>
                  <a:gd name="T32" fmla="*/ 0 w 340"/>
                  <a:gd name="T33" fmla="*/ 180 h 180"/>
                  <a:gd name="T34" fmla="*/ 118 w 340"/>
                  <a:gd name="T35" fmla="*/ 180 h 180"/>
                  <a:gd name="T36" fmla="*/ 170 w 340"/>
                  <a:gd name="T37" fmla="*/ 180 h 180"/>
                  <a:gd name="T38" fmla="*/ 170 w 340"/>
                  <a:gd name="T39" fmla="*/ 67 h 180"/>
                  <a:gd name="T40" fmla="*/ 116 w 340"/>
                  <a:gd name="T41" fmla="*/ 67 h 180"/>
                  <a:gd name="T42" fmla="*/ 116 w 340"/>
                  <a:gd name="T43" fmla="*/ 67 h 180"/>
                  <a:gd name="T44" fmla="*/ 116 w 340"/>
                  <a:gd name="T45" fmla="*/ 31 h 180"/>
                  <a:gd name="T46" fmla="*/ 170 w 340"/>
                  <a:gd name="T47" fmla="*/ 31 h 180"/>
                  <a:gd name="T48" fmla="*/ 170 w 340"/>
                  <a:gd name="T49"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0" h="180">
                    <a:moveTo>
                      <a:pt x="253" y="0"/>
                    </a:moveTo>
                    <a:lnTo>
                      <a:pt x="170" y="0"/>
                    </a:lnTo>
                    <a:lnTo>
                      <a:pt x="170" y="31"/>
                    </a:lnTo>
                    <a:lnTo>
                      <a:pt x="224" y="31"/>
                    </a:lnTo>
                    <a:lnTo>
                      <a:pt x="224" y="67"/>
                    </a:lnTo>
                    <a:lnTo>
                      <a:pt x="170" y="67"/>
                    </a:lnTo>
                    <a:lnTo>
                      <a:pt x="170" y="180"/>
                    </a:lnTo>
                    <a:lnTo>
                      <a:pt x="222" y="180"/>
                    </a:lnTo>
                    <a:lnTo>
                      <a:pt x="340" y="180"/>
                    </a:lnTo>
                    <a:lnTo>
                      <a:pt x="340" y="67"/>
                    </a:lnTo>
                    <a:lnTo>
                      <a:pt x="253" y="67"/>
                    </a:lnTo>
                    <a:lnTo>
                      <a:pt x="253" y="0"/>
                    </a:lnTo>
                    <a:close/>
                    <a:moveTo>
                      <a:pt x="170" y="0"/>
                    </a:moveTo>
                    <a:lnTo>
                      <a:pt x="87" y="0"/>
                    </a:lnTo>
                    <a:lnTo>
                      <a:pt x="87" y="67"/>
                    </a:lnTo>
                    <a:lnTo>
                      <a:pt x="0" y="67"/>
                    </a:lnTo>
                    <a:lnTo>
                      <a:pt x="0" y="180"/>
                    </a:lnTo>
                    <a:lnTo>
                      <a:pt x="118" y="180"/>
                    </a:lnTo>
                    <a:lnTo>
                      <a:pt x="170" y="180"/>
                    </a:lnTo>
                    <a:lnTo>
                      <a:pt x="170" y="67"/>
                    </a:lnTo>
                    <a:lnTo>
                      <a:pt x="116" y="67"/>
                    </a:lnTo>
                    <a:lnTo>
                      <a:pt x="116" y="67"/>
                    </a:lnTo>
                    <a:lnTo>
                      <a:pt x="116" y="31"/>
                    </a:lnTo>
                    <a:lnTo>
                      <a:pt x="170" y="31"/>
                    </a:lnTo>
                    <a:lnTo>
                      <a:pt x="17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3" name="Freeform 79"/>
              <p:cNvSpPr>
                <a:spLocks/>
              </p:cNvSpPr>
              <p:nvPr/>
            </p:nvSpPr>
            <p:spPr bwMode="auto">
              <a:xfrm>
                <a:off x="-6281738" y="1944688"/>
                <a:ext cx="393700" cy="349250"/>
              </a:xfrm>
              <a:custGeom>
                <a:avLst/>
                <a:gdLst>
                  <a:gd name="T0" fmla="*/ 0 w 248"/>
                  <a:gd name="T1" fmla="*/ 88 h 220"/>
                  <a:gd name="T2" fmla="*/ 0 w 248"/>
                  <a:gd name="T3" fmla="*/ 189 h 220"/>
                  <a:gd name="T4" fmla="*/ 5 w 248"/>
                  <a:gd name="T5" fmla="*/ 189 h 220"/>
                  <a:gd name="T6" fmla="*/ 40 w 248"/>
                  <a:gd name="T7" fmla="*/ 189 h 220"/>
                  <a:gd name="T8" fmla="*/ 50 w 248"/>
                  <a:gd name="T9" fmla="*/ 189 h 220"/>
                  <a:gd name="T10" fmla="*/ 50 w 248"/>
                  <a:gd name="T11" fmla="*/ 199 h 220"/>
                  <a:gd name="T12" fmla="*/ 50 w 248"/>
                  <a:gd name="T13" fmla="*/ 220 h 220"/>
                  <a:gd name="T14" fmla="*/ 64 w 248"/>
                  <a:gd name="T15" fmla="*/ 220 h 220"/>
                  <a:gd name="T16" fmla="*/ 64 w 248"/>
                  <a:gd name="T17" fmla="*/ 199 h 220"/>
                  <a:gd name="T18" fmla="*/ 64 w 248"/>
                  <a:gd name="T19" fmla="*/ 189 h 220"/>
                  <a:gd name="T20" fmla="*/ 73 w 248"/>
                  <a:gd name="T21" fmla="*/ 189 h 220"/>
                  <a:gd name="T22" fmla="*/ 109 w 248"/>
                  <a:gd name="T23" fmla="*/ 189 h 220"/>
                  <a:gd name="T24" fmla="*/ 118 w 248"/>
                  <a:gd name="T25" fmla="*/ 189 h 220"/>
                  <a:gd name="T26" fmla="*/ 118 w 248"/>
                  <a:gd name="T27" fmla="*/ 199 h 220"/>
                  <a:gd name="T28" fmla="*/ 118 w 248"/>
                  <a:gd name="T29" fmla="*/ 220 h 220"/>
                  <a:gd name="T30" fmla="*/ 130 w 248"/>
                  <a:gd name="T31" fmla="*/ 220 h 220"/>
                  <a:gd name="T32" fmla="*/ 130 w 248"/>
                  <a:gd name="T33" fmla="*/ 199 h 220"/>
                  <a:gd name="T34" fmla="*/ 130 w 248"/>
                  <a:gd name="T35" fmla="*/ 189 h 220"/>
                  <a:gd name="T36" fmla="*/ 139 w 248"/>
                  <a:gd name="T37" fmla="*/ 189 h 220"/>
                  <a:gd name="T38" fmla="*/ 175 w 248"/>
                  <a:gd name="T39" fmla="*/ 189 h 220"/>
                  <a:gd name="T40" fmla="*/ 184 w 248"/>
                  <a:gd name="T41" fmla="*/ 189 h 220"/>
                  <a:gd name="T42" fmla="*/ 184 w 248"/>
                  <a:gd name="T43" fmla="*/ 199 h 220"/>
                  <a:gd name="T44" fmla="*/ 184 w 248"/>
                  <a:gd name="T45" fmla="*/ 220 h 220"/>
                  <a:gd name="T46" fmla="*/ 199 w 248"/>
                  <a:gd name="T47" fmla="*/ 220 h 220"/>
                  <a:gd name="T48" fmla="*/ 199 w 248"/>
                  <a:gd name="T49" fmla="*/ 199 h 220"/>
                  <a:gd name="T50" fmla="*/ 199 w 248"/>
                  <a:gd name="T51" fmla="*/ 189 h 220"/>
                  <a:gd name="T52" fmla="*/ 208 w 248"/>
                  <a:gd name="T53" fmla="*/ 189 h 220"/>
                  <a:gd name="T54" fmla="*/ 241 w 248"/>
                  <a:gd name="T55" fmla="*/ 189 h 220"/>
                  <a:gd name="T56" fmla="*/ 248 w 248"/>
                  <a:gd name="T57" fmla="*/ 189 h 220"/>
                  <a:gd name="T58" fmla="*/ 248 w 248"/>
                  <a:gd name="T59" fmla="*/ 88 h 220"/>
                  <a:gd name="T60" fmla="*/ 232 w 248"/>
                  <a:gd name="T61" fmla="*/ 88 h 220"/>
                  <a:gd name="T62" fmla="*/ 232 w 248"/>
                  <a:gd name="T63" fmla="*/ 109 h 220"/>
                  <a:gd name="T64" fmla="*/ 208 w 248"/>
                  <a:gd name="T65" fmla="*/ 109 h 220"/>
                  <a:gd name="T66" fmla="*/ 208 w 248"/>
                  <a:gd name="T67" fmla="*/ 88 h 220"/>
                  <a:gd name="T68" fmla="*/ 184 w 248"/>
                  <a:gd name="T69" fmla="*/ 88 h 220"/>
                  <a:gd name="T70" fmla="*/ 184 w 248"/>
                  <a:gd name="T71" fmla="*/ 109 h 220"/>
                  <a:gd name="T72" fmla="*/ 161 w 248"/>
                  <a:gd name="T73" fmla="*/ 109 h 220"/>
                  <a:gd name="T74" fmla="*/ 161 w 248"/>
                  <a:gd name="T75" fmla="*/ 88 h 220"/>
                  <a:gd name="T76" fmla="*/ 139 w 248"/>
                  <a:gd name="T77" fmla="*/ 88 h 220"/>
                  <a:gd name="T78" fmla="*/ 139 w 248"/>
                  <a:gd name="T79" fmla="*/ 0 h 220"/>
                  <a:gd name="T80" fmla="*/ 109 w 248"/>
                  <a:gd name="T81" fmla="*/ 0 h 220"/>
                  <a:gd name="T82" fmla="*/ 109 w 248"/>
                  <a:gd name="T83" fmla="*/ 88 h 220"/>
                  <a:gd name="T84" fmla="*/ 87 w 248"/>
                  <a:gd name="T85" fmla="*/ 88 h 220"/>
                  <a:gd name="T86" fmla="*/ 87 w 248"/>
                  <a:gd name="T87" fmla="*/ 109 h 220"/>
                  <a:gd name="T88" fmla="*/ 64 w 248"/>
                  <a:gd name="T89" fmla="*/ 109 h 220"/>
                  <a:gd name="T90" fmla="*/ 64 w 248"/>
                  <a:gd name="T91" fmla="*/ 88 h 220"/>
                  <a:gd name="T92" fmla="*/ 40 w 248"/>
                  <a:gd name="T93" fmla="*/ 88 h 220"/>
                  <a:gd name="T94" fmla="*/ 40 w 248"/>
                  <a:gd name="T95" fmla="*/ 109 h 220"/>
                  <a:gd name="T96" fmla="*/ 16 w 248"/>
                  <a:gd name="T97" fmla="*/ 109 h 220"/>
                  <a:gd name="T98" fmla="*/ 16 w 248"/>
                  <a:gd name="T99" fmla="*/ 88 h 220"/>
                  <a:gd name="T100" fmla="*/ 0 w 248"/>
                  <a:gd name="T101" fmla="*/ 8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8" h="220">
                    <a:moveTo>
                      <a:pt x="0" y="88"/>
                    </a:moveTo>
                    <a:lnTo>
                      <a:pt x="0" y="189"/>
                    </a:lnTo>
                    <a:lnTo>
                      <a:pt x="5" y="189"/>
                    </a:lnTo>
                    <a:lnTo>
                      <a:pt x="40" y="189"/>
                    </a:lnTo>
                    <a:lnTo>
                      <a:pt x="50" y="189"/>
                    </a:lnTo>
                    <a:lnTo>
                      <a:pt x="50" y="199"/>
                    </a:lnTo>
                    <a:lnTo>
                      <a:pt x="50" y="220"/>
                    </a:lnTo>
                    <a:lnTo>
                      <a:pt x="64" y="220"/>
                    </a:lnTo>
                    <a:lnTo>
                      <a:pt x="64" y="199"/>
                    </a:lnTo>
                    <a:lnTo>
                      <a:pt x="64" y="189"/>
                    </a:lnTo>
                    <a:lnTo>
                      <a:pt x="73" y="189"/>
                    </a:lnTo>
                    <a:lnTo>
                      <a:pt x="109" y="189"/>
                    </a:lnTo>
                    <a:lnTo>
                      <a:pt x="118" y="189"/>
                    </a:lnTo>
                    <a:lnTo>
                      <a:pt x="118" y="199"/>
                    </a:lnTo>
                    <a:lnTo>
                      <a:pt x="118" y="220"/>
                    </a:lnTo>
                    <a:lnTo>
                      <a:pt x="130" y="220"/>
                    </a:lnTo>
                    <a:lnTo>
                      <a:pt x="130" y="199"/>
                    </a:lnTo>
                    <a:lnTo>
                      <a:pt x="130" y="189"/>
                    </a:lnTo>
                    <a:lnTo>
                      <a:pt x="139" y="189"/>
                    </a:lnTo>
                    <a:lnTo>
                      <a:pt x="175" y="189"/>
                    </a:lnTo>
                    <a:lnTo>
                      <a:pt x="184" y="189"/>
                    </a:lnTo>
                    <a:lnTo>
                      <a:pt x="184" y="199"/>
                    </a:lnTo>
                    <a:lnTo>
                      <a:pt x="184" y="220"/>
                    </a:lnTo>
                    <a:lnTo>
                      <a:pt x="199" y="220"/>
                    </a:lnTo>
                    <a:lnTo>
                      <a:pt x="199" y="199"/>
                    </a:lnTo>
                    <a:lnTo>
                      <a:pt x="199" y="189"/>
                    </a:lnTo>
                    <a:lnTo>
                      <a:pt x="208" y="189"/>
                    </a:lnTo>
                    <a:lnTo>
                      <a:pt x="241" y="189"/>
                    </a:lnTo>
                    <a:lnTo>
                      <a:pt x="248" y="189"/>
                    </a:lnTo>
                    <a:lnTo>
                      <a:pt x="248" y="88"/>
                    </a:lnTo>
                    <a:lnTo>
                      <a:pt x="232" y="88"/>
                    </a:lnTo>
                    <a:lnTo>
                      <a:pt x="232" y="109"/>
                    </a:lnTo>
                    <a:lnTo>
                      <a:pt x="208" y="109"/>
                    </a:lnTo>
                    <a:lnTo>
                      <a:pt x="208" y="88"/>
                    </a:lnTo>
                    <a:lnTo>
                      <a:pt x="184" y="88"/>
                    </a:lnTo>
                    <a:lnTo>
                      <a:pt x="184" y="109"/>
                    </a:lnTo>
                    <a:lnTo>
                      <a:pt x="161" y="109"/>
                    </a:lnTo>
                    <a:lnTo>
                      <a:pt x="161" y="88"/>
                    </a:lnTo>
                    <a:lnTo>
                      <a:pt x="139" y="88"/>
                    </a:lnTo>
                    <a:lnTo>
                      <a:pt x="139" y="0"/>
                    </a:lnTo>
                    <a:lnTo>
                      <a:pt x="109" y="0"/>
                    </a:lnTo>
                    <a:lnTo>
                      <a:pt x="109" y="88"/>
                    </a:lnTo>
                    <a:lnTo>
                      <a:pt x="87" y="88"/>
                    </a:lnTo>
                    <a:lnTo>
                      <a:pt x="87" y="109"/>
                    </a:lnTo>
                    <a:lnTo>
                      <a:pt x="64" y="109"/>
                    </a:lnTo>
                    <a:lnTo>
                      <a:pt x="64" y="88"/>
                    </a:lnTo>
                    <a:lnTo>
                      <a:pt x="40" y="88"/>
                    </a:lnTo>
                    <a:lnTo>
                      <a:pt x="40" y="109"/>
                    </a:lnTo>
                    <a:lnTo>
                      <a:pt x="16" y="109"/>
                    </a:lnTo>
                    <a:lnTo>
                      <a:pt x="16" y="88"/>
                    </a:lnTo>
                    <a:lnTo>
                      <a:pt x="0"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4" name="Freeform 80"/>
              <p:cNvSpPr>
                <a:spLocks/>
              </p:cNvSpPr>
              <p:nvPr/>
            </p:nvSpPr>
            <p:spPr bwMode="auto">
              <a:xfrm>
                <a:off x="-6361113" y="2260600"/>
                <a:ext cx="552450" cy="285750"/>
              </a:xfrm>
              <a:custGeom>
                <a:avLst/>
                <a:gdLst>
                  <a:gd name="T0" fmla="*/ 348 w 348"/>
                  <a:gd name="T1" fmla="*/ 0 h 180"/>
                  <a:gd name="T2" fmla="*/ 324 w 348"/>
                  <a:gd name="T3" fmla="*/ 0 h 180"/>
                  <a:gd name="T4" fmla="*/ 324 w 348"/>
                  <a:gd name="T5" fmla="*/ 31 h 180"/>
                  <a:gd name="T6" fmla="*/ 298 w 348"/>
                  <a:gd name="T7" fmla="*/ 31 h 180"/>
                  <a:gd name="T8" fmla="*/ 291 w 348"/>
                  <a:gd name="T9" fmla="*/ 31 h 180"/>
                  <a:gd name="T10" fmla="*/ 291 w 348"/>
                  <a:gd name="T11" fmla="*/ 0 h 180"/>
                  <a:gd name="T12" fmla="*/ 258 w 348"/>
                  <a:gd name="T13" fmla="*/ 0 h 180"/>
                  <a:gd name="T14" fmla="*/ 258 w 348"/>
                  <a:gd name="T15" fmla="*/ 31 h 180"/>
                  <a:gd name="T16" fmla="*/ 225 w 348"/>
                  <a:gd name="T17" fmla="*/ 31 h 180"/>
                  <a:gd name="T18" fmla="*/ 225 w 348"/>
                  <a:gd name="T19" fmla="*/ 0 h 180"/>
                  <a:gd name="T20" fmla="*/ 189 w 348"/>
                  <a:gd name="T21" fmla="*/ 0 h 180"/>
                  <a:gd name="T22" fmla="*/ 189 w 348"/>
                  <a:gd name="T23" fmla="*/ 31 h 180"/>
                  <a:gd name="T24" fmla="*/ 159 w 348"/>
                  <a:gd name="T25" fmla="*/ 31 h 180"/>
                  <a:gd name="T26" fmla="*/ 159 w 348"/>
                  <a:gd name="T27" fmla="*/ 0 h 180"/>
                  <a:gd name="T28" fmla="*/ 123 w 348"/>
                  <a:gd name="T29" fmla="*/ 0 h 180"/>
                  <a:gd name="T30" fmla="*/ 123 w 348"/>
                  <a:gd name="T31" fmla="*/ 31 h 180"/>
                  <a:gd name="T32" fmla="*/ 90 w 348"/>
                  <a:gd name="T33" fmla="*/ 31 h 180"/>
                  <a:gd name="T34" fmla="*/ 90 w 348"/>
                  <a:gd name="T35" fmla="*/ 0 h 180"/>
                  <a:gd name="T36" fmla="*/ 55 w 348"/>
                  <a:gd name="T37" fmla="*/ 0 h 180"/>
                  <a:gd name="T38" fmla="*/ 55 w 348"/>
                  <a:gd name="T39" fmla="*/ 31 h 180"/>
                  <a:gd name="T40" fmla="*/ 50 w 348"/>
                  <a:gd name="T41" fmla="*/ 31 h 180"/>
                  <a:gd name="T42" fmla="*/ 24 w 348"/>
                  <a:gd name="T43" fmla="*/ 31 h 180"/>
                  <a:gd name="T44" fmla="*/ 24 w 348"/>
                  <a:gd name="T45" fmla="*/ 0 h 180"/>
                  <a:gd name="T46" fmla="*/ 0 w 348"/>
                  <a:gd name="T47" fmla="*/ 0 h 180"/>
                  <a:gd name="T48" fmla="*/ 0 w 348"/>
                  <a:gd name="T49" fmla="*/ 180 h 180"/>
                  <a:gd name="T50" fmla="*/ 133 w 348"/>
                  <a:gd name="T51" fmla="*/ 180 h 180"/>
                  <a:gd name="T52" fmla="*/ 133 w 348"/>
                  <a:gd name="T53" fmla="*/ 109 h 180"/>
                  <a:gd name="T54" fmla="*/ 225 w 348"/>
                  <a:gd name="T55" fmla="*/ 109 h 180"/>
                  <a:gd name="T56" fmla="*/ 225 w 348"/>
                  <a:gd name="T57" fmla="*/ 180 h 180"/>
                  <a:gd name="T58" fmla="*/ 348 w 348"/>
                  <a:gd name="T59" fmla="*/ 180 h 180"/>
                  <a:gd name="T60" fmla="*/ 348 w 348"/>
                  <a:gd name="T6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8" h="180">
                    <a:moveTo>
                      <a:pt x="348" y="0"/>
                    </a:moveTo>
                    <a:lnTo>
                      <a:pt x="324" y="0"/>
                    </a:lnTo>
                    <a:lnTo>
                      <a:pt x="324" y="31"/>
                    </a:lnTo>
                    <a:lnTo>
                      <a:pt x="298" y="31"/>
                    </a:lnTo>
                    <a:lnTo>
                      <a:pt x="291" y="31"/>
                    </a:lnTo>
                    <a:lnTo>
                      <a:pt x="291" y="0"/>
                    </a:lnTo>
                    <a:lnTo>
                      <a:pt x="258" y="0"/>
                    </a:lnTo>
                    <a:lnTo>
                      <a:pt x="258" y="31"/>
                    </a:lnTo>
                    <a:lnTo>
                      <a:pt x="225" y="31"/>
                    </a:lnTo>
                    <a:lnTo>
                      <a:pt x="225" y="0"/>
                    </a:lnTo>
                    <a:lnTo>
                      <a:pt x="189" y="0"/>
                    </a:lnTo>
                    <a:lnTo>
                      <a:pt x="189" y="31"/>
                    </a:lnTo>
                    <a:lnTo>
                      <a:pt x="159" y="31"/>
                    </a:lnTo>
                    <a:lnTo>
                      <a:pt x="159" y="0"/>
                    </a:lnTo>
                    <a:lnTo>
                      <a:pt x="123" y="0"/>
                    </a:lnTo>
                    <a:lnTo>
                      <a:pt x="123" y="31"/>
                    </a:lnTo>
                    <a:lnTo>
                      <a:pt x="90" y="31"/>
                    </a:lnTo>
                    <a:lnTo>
                      <a:pt x="90" y="0"/>
                    </a:lnTo>
                    <a:lnTo>
                      <a:pt x="55" y="0"/>
                    </a:lnTo>
                    <a:lnTo>
                      <a:pt x="55" y="31"/>
                    </a:lnTo>
                    <a:lnTo>
                      <a:pt x="50" y="31"/>
                    </a:lnTo>
                    <a:lnTo>
                      <a:pt x="24" y="31"/>
                    </a:lnTo>
                    <a:lnTo>
                      <a:pt x="24" y="0"/>
                    </a:lnTo>
                    <a:lnTo>
                      <a:pt x="0" y="0"/>
                    </a:lnTo>
                    <a:lnTo>
                      <a:pt x="0" y="180"/>
                    </a:lnTo>
                    <a:lnTo>
                      <a:pt x="133" y="180"/>
                    </a:lnTo>
                    <a:lnTo>
                      <a:pt x="133" y="109"/>
                    </a:lnTo>
                    <a:lnTo>
                      <a:pt x="225" y="109"/>
                    </a:lnTo>
                    <a:lnTo>
                      <a:pt x="225" y="180"/>
                    </a:lnTo>
                    <a:lnTo>
                      <a:pt x="348" y="180"/>
                    </a:lnTo>
                    <a:lnTo>
                      <a:pt x="3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5" name="Freeform 81"/>
              <p:cNvSpPr>
                <a:spLocks/>
              </p:cNvSpPr>
              <p:nvPr/>
            </p:nvSpPr>
            <p:spPr bwMode="auto">
              <a:xfrm>
                <a:off x="-6034088" y="1955800"/>
                <a:ext cx="157163" cy="101600"/>
              </a:xfrm>
              <a:custGeom>
                <a:avLst/>
                <a:gdLst>
                  <a:gd name="T0" fmla="*/ 0 w 99"/>
                  <a:gd name="T1" fmla="*/ 0 h 64"/>
                  <a:gd name="T2" fmla="*/ 0 w 99"/>
                  <a:gd name="T3" fmla="*/ 64 h 64"/>
                  <a:gd name="T4" fmla="*/ 99 w 99"/>
                  <a:gd name="T5" fmla="*/ 33 h 64"/>
                  <a:gd name="T6" fmla="*/ 0 w 99"/>
                  <a:gd name="T7" fmla="*/ 0 h 64"/>
                </a:gdLst>
                <a:ahLst/>
                <a:cxnLst>
                  <a:cxn ang="0">
                    <a:pos x="T0" y="T1"/>
                  </a:cxn>
                  <a:cxn ang="0">
                    <a:pos x="T2" y="T3"/>
                  </a:cxn>
                  <a:cxn ang="0">
                    <a:pos x="T4" y="T5"/>
                  </a:cxn>
                  <a:cxn ang="0">
                    <a:pos x="T6" y="T7"/>
                  </a:cxn>
                </a:cxnLst>
                <a:rect l="0" t="0" r="r" b="b"/>
                <a:pathLst>
                  <a:path w="99" h="64">
                    <a:moveTo>
                      <a:pt x="0" y="0"/>
                    </a:moveTo>
                    <a:lnTo>
                      <a:pt x="0" y="64"/>
                    </a:lnTo>
                    <a:lnTo>
                      <a:pt x="99"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6" name="Freeform 82"/>
              <p:cNvSpPr>
                <a:spLocks/>
              </p:cNvSpPr>
              <p:nvPr/>
            </p:nvSpPr>
            <p:spPr bwMode="auto">
              <a:xfrm>
                <a:off x="-2108200" y="6784975"/>
                <a:ext cx="576263" cy="588963"/>
              </a:xfrm>
              <a:custGeom>
                <a:avLst/>
                <a:gdLst>
                  <a:gd name="T0" fmla="*/ 77 w 153"/>
                  <a:gd name="T1" fmla="*/ 0 h 157"/>
                  <a:gd name="T2" fmla="*/ 60 w 153"/>
                  <a:gd name="T3" fmla="*/ 34 h 157"/>
                  <a:gd name="T4" fmla="*/ 60 w 153"/>
                  <a:gd name="T5" fmla="*/ 58 h 157"/>
                  <a:gd name="T6" fmla="*/ 0 w 153"/>
                  <a:gd name="T7" fmla="*/ 83 h 157"/>
                  <a:gd name="T8" fmla="*/ 0 w 153"/>
                  <a:gd name="T9" fmla="*/ 100 h 157"/>
                  <a:gd name="T10" fmla="*/ 60 w 153"/>
                  <a:gd name="T11" fmla="*/ 88 h 157"/>
                  <a:gd name="T12" fmla="*/ 60 w 153"/>
                  <a:gd name="T13" fmla="*/ 122 h 157"/>
                  <a:gd name="T14" fmla="*/ 34 w 153"/>
                  <a:gd name="T15" fmla="*/ 140 h 157"/>
                  <a:gd name="T16" fmla="*/ 34 w 153"/>
                  <a:gd name="T17" fmla="*/ 157 h 157"/>
                  <a:gd name="T18" fmla="*/ 76 w 153"/>
                  <a:gd name="T19" fmla="*/ 142 h 157"/>
                  <a:gd name="T20" fmla="*/ 118 w 153"/>
                  <a:gd name="T21" fmla="*/ 157 h 157"/>
                  <a:gd name="T22" fmla="*/ 118 w 153"/>
                  <a:gd name="T23" fmla="*/ 140 h 157"/>
                  <a:gd name="T24" fmla="*/ 94 w 153"/>
                  <a:gd name="T25" fmla="*/ 122 h 157"/>
                  <a:gd name="T26" fmla="*/ 94 w 153"/>
                  <a:gd name="T27" fmla="*/ 88 h 157"/>
                  <a:gd name="T28" fmla="*/ 153 w 153"/>
                  <a:gd name="T29" fmla="*/ 100 h 157"/>
                  <a:gd name="T30" fmla="*/ 153 w 153"/>
                  <a:gd name="T31" fmla="*/ 83 h 157"/>
                  <a:gd name="T32" fmla="*/ 94 w 153"/>
                  <a:gd name="T33" fmla="*/ 58 h 157"/>
                  <a:gd name="T34" fmla="*/ 94 w 153"/>
                  <a:gd name="T35" fmla="*/ 34 h 157"/>
                  <a:gd name="T36" fmla="*/ 77 w 153"/>
                  <a:gd name="T3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3" h="157">
                    <a:moveTo>
                      <a:pt x="77" y="0"/>
                    </a:moveTo>
                    <a:cubicBezTo>
                      <a:pt x="67" y="0"/>
                      <a:pt x="60" y="24"/>
                      <a:pt x="60" y="34"/>
                    </a:cubicBezTo>
                    <a:cubicBezTo>
                      <a:pt x="60" y="58"/>
                      <a:pt x="60" y="58"/>
                      <a:pt x="60" y="58"/>
                    </a:cubicBezTo>
                    <a:cubicBezTo>
                      <a:pt x="0" y="83"/>
                      <a:pt x="0" y="83"/>
                      <a:pt x="0" y="83"/>
                    </a:cubicBezTo>
                    <a:cubicBezTo>
                      <a:pt x="0" y="100"/>
                      <a:pt x="0" y="100"/>
                      <a:pt x="0" y="100"/>
                    </a:cubicBezTo>
                    <a:cubicBezTo>
                      <a:pt x="60" y="88"/>
                      <a:pt x="60" y="88"/>
                      <a:pt x="60" y="88"/>
                    </a:cubicBezTo>
                    <a:cubicBezTo>
                      <a:pt x="60" y="122"/>
                      <a:pt x="60" y="122"/>
                      <a:pt x="60" y="122"/>
                    </a:cubicBezTo>
                    <a:cubicBezTo>
                      <a:pt x="34" y="140"/>
                      <a:pt x="34" y="140"/>
                      <a:pt x="34" y="140"/>
                    </a:cubicBezTo>
                    <a:cubicBezTo>
                      <a:pt x="34" y="157"/>
                      <a:pt x="34" y="157"/>
                      <a:pt x="34" y="157"/>
                    </a:cubicBezTo>
                    <a:cubicBezTo>
                      <a:pt x="76" y="142"/>
                      <a:pt x="76" y="142"/>
                      <a:pt x="76" y="142"/>
                    </a:cubicBezTo>
                    <a:cubicBezTo>
                      <a:pt x="118" y="157"/>
                      <a:pt x="118" y="157"/>
                      <a:pt x="118" y="157"/>
                    </a:cubicBezTo>
                    <a:cubicBezTo>
                      <a:pt x="118" y="140"/>
                      <a:pt x="118" y="140"/>
                      <a:pt x="118" y="140"/>
                    </a:cubicBezTo>
                    <a:cubicBezTo>
                      <a:pt x="94" y="122"/>
                      <a:pt x="94" y="122"/>
                      <a:pt x="94" y="122"/>
                    </a:cubicBezTo>
                    <a:cubicBezTo>
                      <a:pt x="94" y="88"/>
                      <a:pt x="94" y="88"/>
                      <a:pt x="94" y="88"/>
                    </a:cubicBezTo>
                    <a:cubicBezTo>
                      <a:pt x="153" y="100"/>
                      <a:pt x="153" y="100"/>
                      <a:pt x="153" y="100"/>
                    </a:cubicBezTo>
                    <a:cubicBezTo>
                      <a:pt x="153" y="83"/>
                      <a:pt x="153" y="83"/>
                      <a:pt x="153" y="83"/>
                    </a:cubicBezTo>
                    <a:cubicBezTo>
                      <a:pt x="94" y="58"/>
                      <a:pt x="94" y="58"/>
                      <a:pt x="94" y="58"/>
                    </a:cubicBezTo>
                    <a:cubicBezTo>
                      <a:pt x="94" y="34"/>
                      <a:pt x="94" y="34"/>
                      <a:pt x="94" y="34"/>
                    </a:cubicBezTo>
                    <a:cubicBezTo>
                      <a:pt x="94" y="24"/>
                      <a:pt x="86" y="0"/>
                      <a:pt x="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7" name="Freeform 83"/>
              <p:cNvSpPr>
                <a:spLocks/>
              </p:cNvSpPr>
              <p:nvPr/>
            </p:nvSpPr>
            <p:spPr bwMode="auto">
              <a:xfrm>
                <a:off x="-4557713" y="641350"/>
                <a:ext cx="571500" cy="150813"/>
              </a:xfrm>
              <a:custGeom>
                <a:avLst/>
                <a:gdLst>
                  <a:gd name="T0" fmla="*/ 50 w 360"/>
                  <a:gd name="T1" fmla="*/ 95 h 95"/>
                  <a:gd name="T2" fmla="*/ 57 w 360"/>
                  <a:gd name="T3" fmla="*/ 95 h 95"/>
                  <a:gd name="T4" fmla="*/ 303 w 360"/>
                  <a:gd name="T5" fmla="*/ 95 h 95"/>
                  <a:gd name="T6" fmla="*/ 308 w 360"/>
                  <a:gd name="T7" fmla="*/ 95 h 95"/>
                  <a:gd name="T8" fmla="*/ 360 w 360"/>
                  <a:gd name="T9" fmla="*/ 0 h 95"/>
                  <a:gd name="T10" fmla="*/ 358 w 360"/>
                  <a:gd name="T11" fmla="*/ 0 h 95"/>
                  <a:gd name="T12" fmla="*/ 306 w 360"/>
                  <a:gd name="T13" fmla="*/ 0 h 95"/>
                  <a:gd name="T14" fmla="*/ 263 w 360"/>
                  <a:gd name="T15" fmla="*/ 0 h 95"/>
                  <a:gd name="T16" fmla="*/ 97 w 360"/>
                  <a:gd name="T17" fmla="*/ 0 h 95"/>
                  <a:gd name="T18" fmla="*/ 55 w 360"/>
                  <a:gd name="T19" fmla="*/ 0 h 95"/>
                  <a:gd name="T20" fmla="*/ 0 w 360"/>
                  <a:gd name="T21" fmla="*/ 0 h 95"/>
                  <a:gd name="T22" fmla="*/ 50 w 360"/>
                  <a:gd name="T23"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0" h="95">
                    <a:moveTo>
                      <a:pt x="50" y="95"/>
                    </a:moveTo>
                    <a:lnTo>
                      <a:pt x="57" y="95"/>
                    </a:lnTo>
                    <a:lnTo>
                      <a:pt x="303" y="95"/>
                    </a:lnTo>
                    <a:lnTo>
                      <a:pt x="308" y="95"/>
                    </a:lnTo>
                    <a:lnTo>
                      <a:pt x="360" y="0"/>
                    </a:lnTo>
                    <a:lnTo>
                      <a:pt x="358" y="0"/>
                    </a:lnTo>
                    <a:lnTo>
                      <a:pt x="306" y="0"/>
                    </a:lnTo>
                    <a:lnTo>
                      <a:pt x="263" y="0"/>
                    </a:lnTo>
                    <a:lnTo>
                      <a:pt x="97" y="0"/>
                    </a:lnTo>
                    <a:lnTo>
                      <a:pt x="55" y="0"/>
                    </a:lnTo>
                    <a:lnTo>
                      <a:pt x="0" y="0"/>
                    </a:lnTo>
                    <a:lnTo>
                      <a:pt x="50"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8" name="Freeform 84"/>
              <p:cNvSpPr>
                <a:spLocks/>
              </p:cNvSpPr>
              <p:nvPr/>
            </p:nvSpPr>
            <p:spPr bwMode="auto">
              <a:xfrm>
                <a:off x="-4557713" y="676275"/>
                <a:ext cx="568325" cy="269875"/>
              </a:xfrm>
              <a:custGeom>
                <a:avLst/>
                <a:gdLst>
                  <a:gd name="T0" fmla="*/ 0 w 151"/>
                  <a:gd name="T1" fmla="*/ 72 h 72"/>
                  <a:gd name="T2" fmla="*/ 151 w 151"/>
                  <a:gd name="T3" fmla="*/ 72 h 72"/>
                  <a:gd name="T4" fmla="*/ 151 w 151"/>
                  <a:gd name="T5" fmla="*/ 0 h 72"/>
                  <a:gd name="T6" fmla="*/ 134 w 151"/>
                  <a:gd name="T7" fmla="*/ 33 h 72"/>
                  <a:gd name="T8" fmla="*/ 133 w 151"/>
                  <a:gd name="T9" fmla="*/ 36 h 72"/>
                  <a:gd name="T10" fmla="*/ 130 w 151"/>
                  <a:gd name="T11" fmla="*/ 36 h 72"/>
                  <a:gd name="T12" fmla="*/ 125 w 151"/>
                  <a:gd name="T13" fmla="*/ 36 h 72"/>
                  <a:gd name="T14" fmla="*/ 87 w 151"/>
                  <a:gd name="T15" fmla="*/ 36 h 72"/>
                  <a:gd name="T16" fmla="*/ 88 w 151"/>
                  <a:gd name="T17" fmla="*/ 37 h 72"/>
                  <a:gd name="T18" fmla="*/ 86 w 151"/>
                  <a:gd name="T19" fmla="*/ 44 h 72"/>
                  <a:gd name="T20" fmla="*/ 76 w 151"/>
                  <a:gd name="T21" fmla="*/ 49 h 72"/>
                  <a:gd name="T22" fmla="*/ 66 w 151"/>
                  <a:gd name="T23" fmla="*/ 44 h 72"/>
                  <a:gd name="T24" fmla="*/ 64 w 151"/>
                  <a:gd name="T25" fmla="*/ 37 h 72"/>
                  <a:gd name="T26" fmla="*/ 64 w 151"/>
                  <a:gd name="T27" fmla="*/ 36 h 72"/>
                  <a:gd name="T28" fmla="*/ 27 w 151"/>
                  <a:gd name="T29" fmla="*/ 36 h 72"/>
                  <a:gd name="T30" fmla="*/ 21 w 151"/>
                  <a:gd name="T31" fmla="*/ 36 h 72"/>
                  <a:gd name="T32" fmla="*/ 18 w 151"/>
                  <a:gd name="T33" fmla="*/ 36 h 72"/>
                  <a:gd name="T34" fmla="*/ 16 w 151"/>
                  <a:gd name="T35" fmla="*/ 33 h 72"/>
                  <a:gd name="T36" fmla="*/ 0 w 151"/>
                  <a:gd name="T37" fmla="*/ 0 h 72"/>
                  <a:gd name="T38" fmla="*/ 0 w 151"/>
                  <a:gd name="T39"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 h="72">
                    <a:moveTo>
                      <a:pt x="0" y="72"/>
                    </a:moveTo>
                    <a:cubicBezTo>
                      <a:pt x="151" y="72"/>
                      <a:pt x="151" y="72"/>
                      <a:pt x="151" y="72"/>
                    </a:cubicBezTo>
                    <a:cubicBezTo>
                      <a:pt x="151" y="0"/>
                      <a:pt x="151" y="0"/>
                      <a:pt x="151" y="0"/>
                    </a:cubicBezTo>
                    <a:cubicBezTo>
                      <a:pt x="134" y="33"/>
                      <a:pt x="134" y="33"/>
                      <a:pt x="134" y="33"/>
                    </a:cubicBezTo>
                    <a:cubicBezTo>
                      <a:pt x="133" y="36"/>
                      <a:pt x="133" y="36"/>
                      <a:pt x="133" y="36"/>
                    </a:cubicBezTo>
                    <a:cubicBezTo>
                      <a:pt x="130" y="36"/>
                      <a:pt x="130" y="36"/>
                      <a:pt x="130" y="36"/>
                    </a:cubicBezTo>
                    <a:cubicBezTo>
                      <a:pt x="125" y="36"/>
                      <a:pt x="125" y="36"/>
                      <a:pt x="125" y="36"/>
                    </a:cubicBezTo>
                    <a:cubicBezTo>
                      <a:pt x="87" y="36"/>
                      <a:pt x="87" y="36"/>
                      <a:pt x="87" y="36"/>
                    </a:cubicBezTo>
                    <a:cubicBezTo>
                      <a:pt x="88" y="36"/>
                      <a:pt x="88" y="37"/>
                      <a:pt x="88" y="37"/>
                    </a:cubicBezTo>
                    <a:cubicBezTo>
                      <a:pt x="88" y="40"/>
                      <a:pt x="87" y="42"/>
                      <a:pt x="86" y="44"/>
                    </a:cubicBezTo>
                    <a:cubicBezTo>
                      <a:pt x="84" y="47"/>
                      <a:pt x="80" y="49"/>
                      <a:pt x="76" y="49"/>
                    </a:cubicBezTo>
                    <a:cubicBezTo>
                      <a:pt x="72" y="49"/>
                      <a:pt x="68" y="47"/>
                      <a:pt x="66" y="44"/>
                    </a:cubicBezTo>
                    <a:cubicBezTo>
                      <a:pt x="65" y="42"/>
                      <a:pt x="64" y="40"/>
                      <a:pt x="64" y="37"/>
                    </a:cubicBezTo>
                    <a:cubicBezTo>
                      <a:pt x="64" y="37"/>
                      <a:pt x="64" y="36"/>
                      <a:pt x="64" y="36"/>
                    </a:cubicBezTo>
                    <a:cubicBezTo>
                      <a:pt x="27" y="36"/>
                      <a:pt x="27" y="36"/>
                      <a:pt x="27" y="36"/>
                    </a:cubicBezTo>
                    <a:cubicBezTo>
                      <a:pt x="21" y="36"/>
                      <a:pt x="21" y="36"/>
                      <a:pt x="21" y="36"/>
                    </a:cubicBezTo>
                    <a:cubicBezTo>
                      <a:pt x="18" y="36"/>
                      <a:pt x="18" y="36"/>
                      <a:pt x="18" y="36"/>
                    </a:cubicBezTo>
                    <a:cubicBezTo>
                      <a:pt x="16" y="33"/>
                      <a:pt x="16" y="33"/>
                      <a:pt x="16" y="33"/>
                    </a:cubicBezTo>
                    <a:cubicBezTo>
                      <a:pt x="0" y="0"/>
                      <a:pt x="0" y="0"/>
                      <a:pt x="0" y="0"/>
                    </a:cubicBezTo>
                    <a:lnTo>
                      <a:pt x="0"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9" name="Freeform 85"/>
              <p:cNvSpPr>
                <a:spLocks/>
              </p:cNvSpPr>
              <p:nvPr/>
            </p:nvSpPr>
            <p:spPr bwMode="auto">
              <a:xfrm>
                <a:off x="-4470400" y="439738"/>
                <a:ext cx="398463" cy="184150"/>
              </a:xfrm>
              <a:custGeom>
                <a:avLst/>
                <a:gdLst>
                  <a:gd name="T0" fmla="*/ 106 w 106"/>
                  <a:gd name="T1" fmla="*/ 49 h 49"/>
                  <a:gd name="T2" fmla="*/ 106 w 106"/>
                  <a:gd name="T3" fmla="*/ 21 h 49"/>
                  <a:gd name="T4" fmla="*/ 85 w 106"/>
                  <a:gd name="T5" fmla="*/ 0 h 49"/>
                  <a:gd name="T6" fmla="*/ 20 w 106"/>
                  <a:gd name="T7" fmla="*/ 0 h 49"/>
                  <a:gd name="T8" fmla="*/ 0 w 106"/>
                  <a:gd name="T9" fmla="*/ 21 h 49"/>
                  <a:gd name="T10" fmla="*/ 0 w 106"/>
                  <a:gd name="T11" fmla="*/ 49 h 49"/>
                  <a:gd name="T12" fmla="*/ 18 w 106"/>
                  <a:gd name="T13" fmla="*/ 49 h 49"/>
                  <a:gd name="T14" fmla="*/ 18 w 106"/>
                  <a:gd name="T15" fmla="*/ 21 h 49"/>
                  <a:gd name="T16" fmla="*/ 20 w 106"/>
                  <a:gd name="T17" fmla="*/ 18 h 49"/>
                  <a:gd name="T18" fmla="*/ 85 w 106"/>
                  <a:gd name="T19" fmla="*/ 18 h 49"/>
                  <a:gd name="T20" fmla="*/ 88 w 106"/>
                  <a:gd name="T21" fmla="*/ 21 h 49"/>
                  <a:gd name="T22" fmla="*/ 88 w 106"/>
                  <a:gd name="T23" fmla="*/ 49 h 49"/>
                  <a:gd name="T24" fmla="*/ 106 w 106"/>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 h="49">
                    <a:moveTo>
                      <a:pt x="106" y="49"/>
                    </a:moveTo>
                    <a:cubicBezTo>
                      <a:pt x="106" y="21"/>
                      <a:pt x="106" y="21"/>
                      <a:pt x="106" y="21"/>
                    </a:cubicBezTo>
                    <a:cubicBezTo>
                      <a:pt x="106" y="10"/>
                      <a:pt x="97" y="0"/>
                      <a:pt x="85" y="0"/>
                    </a:cubicBezTo>
                    <a:cubicBezTo>
                      <a:pt x="20" y="0"/>
                      <a:pt x="20" y="0"/>
                      <a:pt x="20" y="0"/>
                    </a:cubicBezTo>
                    <a:cubicBezTo>
                      <a:pt x="9" y="0"/>
                      <a:pt x="0" y="10"/>
                      <a:pt x="0" y="21"/>
                    </a:cubicBezTo>
                    <a:cubicBezTo>
                      <a:pt x="0" y="49"/>
                      <a:pt x="0" y="49"/>
                      <a:pt x="0" y="49"/>
                    </a:cubicBezTo>
                    <a:cubicBezTo>
                      <a:pt x="18" y="49"/>
                      <a:pt x="18" y="49"/>
                      <a:pt x="18" y="49"/>
                    </a:cubicBezTo>
                    <a:cubicBezTo>
                      <a:pt x="18" y="21"/>
                      <a:pt x="18" y="21"/>
                      <a:pt x="18" y="21"/>
                    </a:cubicBezTo>
                    <a:cubicBezTo>
                      <a:pt x="18" y="20"/>
                      <a:pt x="19" y="18"/>
                      <a:pt x="20" y="18"/>
                    </a:cubicBezTo>
                    <a:cubicBezTo>
                      <a:pt x="85" y="18"/>
                      <a:pt x="85" y="18"/>
                      <a:pt x="85" y="18"/>
                    </a:cubicBezTo>
                    <a:cubicBezTo>
                      <a:pt x="87" y="18"/>
                      <a:pt x="88" y="20"/>
                      <a:pt x="88" y="21"/>
                    </a:cubicBezTo>
                    <a:cubicBezTo>
                      <a:pt x="88" y="49"/>
                      <a:pt x="88" y="49"/>
                      <a:pt x="88" y="49"/>
                    </a:cubicBezTo>
                    <a:lnTo>
                      <a:pt x="10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0" name="Freeform 86"/>
              <p:cNvSpPr>
                <a:spLocks noEditPoints="1"/>
              </p:cNvSpPr>
              <p:nvPr/>
            </p:nvSpPr>
            <p:spPr bwMode="auto">
              <a:xfrm>
                <a:off x="-5534025" y="1603375"/>
                <a:ext cx="706438" cy="706438"/>
              </a:xfrm>
              <a:custGeom>
                <a:avLst/>
                <a:gdLst>
                  <a:gd name="T0" fmla="*/ 94 w 188"/>
                  <a:gd name="T1" fmla="*/ 188 h 188"/>
                  <a:gd name="T2" fmla="*/ 188 w 188"/>
                  <a:gd name="T3" fmla="*/ 94 h 188"/>
                  <a:gd name="T4" fmla="*/ 94 w 188"/>
                  <a:gd name="T5" fmla="*/ 0 h 188"/>
                  <a:gd name="T6" fmla="*/ 94 w 188"/>
                  <a:gd name="T7" fmla="*/ 67 h 188"/>
                  <a:gd name="T8" fmla="*/ 121 w 188"/>
                  <a:gd name="T9" fmla="*/ 94 h 188"/>
                  <a:gd name="T10" fmla="*/ 94 w 188"/>
                  <a:gd name="T11" fmla="*/ 121 h 188"/>
                  <a:gd name="T12" fmla="*/ 94 w 188"/>
                  <a:gd name="T13" fmla="*/ 188 h 188"/>
                  <a:gd name="T14" fmla="*/ 94 w 188"/>
                  <a:gd name="T15" fmla="*/ 0 h 188"/>
                  <a:gd name="T16" fmla="*/ 0 w 188"/>
                  <a:gd name="T17" fmla="*/ 94 h 188"/>
                  <a:gd name="T18" fmla="*/ 94 w 188"/>
                  <a:gd name="T19" fmla="*/ 188 h 188"/>
                  <a:gd name="T20" fmla="*/ 94 w 188"/>
                  <a:gd name="T21" fmla="*/ 188 h 188"/>
                  <a:gd name="T22" fmla="*/ 94 w 188"/>
                  <a:gd name="T23" fmla="*/ 121 h 188"/>
                  <a:gd name="T24" fmla="*/ 94 w 188"/>
                  <a:gd name="T25" fmla="*/ 121 h 188"/>
                  <a:gd name="T26" fmla="*/ 94 w 188"/>
                  <a:gd name="T27" fmla="*/ 121 h 188"/>
                  <a:gd name="T28" fmla="*/ 67 w 188"/>
                  <a:gd name="T29" fmla="*/ 94 h 188"/>
                  <a:gd name="T30" fmla="*/ 94 w 188"/>
                  <a:gd name="T31" fmla="*/ 67 h 188"/>
                  <a:gd name="T32" fmla="*/ 94 w 188"/>
                  <a:gd name="T33" fmla="*/ 67 h 188"/>
                  <a:gd name="T34" fmla="*/ 94 w 188"/>
                  <a:gd name="T3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8" h="188">
                    <a:moveTo>
                      <a:pt x="94" y="188"/>
                    </a:moveTo>
                    <a:cubicBezTo>
                      <a:pt x="146" y="188"/>
                      <a:pt x="188" y="146"/>
                      <a:pt x="188" y="94"/>
                    </a:cubicBezTo>
                    <a:cubicBezTo>
                      <a:pt x="188" y="42"/>
                      <a:pt x="146" y="0"/>
                      <a:pt x="94" y="0"/>
                    </a:cubicBezTo>
                    <a:cubicBezTo>
                      <a:pt x="94" y="67"/>
                      <a:pt x="94" y="67"/>
                      <a:pt x="94" y="67"/>
                    </a:cubicBezTo>
                    <a:cubicBezTo>
                      <a:pt x="109" y="67"/>
                      <a:pt x="121" y="79"/>
                      <a:pt x="121" y="94"/>
                    </a:cubicBezTo>
                    <a:cubicBezTo>
                      <a:pt x="121" y="109"/>
                      <a:pt x="109" y="121"/>
                      <a:pt x="94" y="121"/>
                    </a:cubicBezTo>
                    <a:lnTo>
                      <a:pt x="94" y="188"/>
                    </a:lnTo>
                    <a:close/>
                    <a:moveTo>
                      <a:pt x="94" y="0"/>
                    </a:moveTo>
                    <a:cubicBezTo>
                      <a:pt x="42" y="0"/>
                      <a:pt x="0" y="42"/>
                      <a:pt x="0" y="94"/>
                    </a:cubicBezTo>
                    <a:cubicBezTo>
                      <a:pt x="0" y="146"/>
                      <a:pt x="42" y="188"/>
                      <a:pt x="94" y="188"/>
                    </a:cubicBezTo>
                    <a:cubicBezTo>
                      <a:pt x="94" y="188"/>
                      <a:pt x="94" y="188"/>
                      <a:pt x="94" y="188"/>
                    </a:cubicBezTo>
                    <a:cubicBezTo>
                      <a:pt x="94" y="121"/>
                      <a:pt x="94" y="121"/>
                      <a:pt x="94" y="121"/>
                    </a:cubicBezTo>
                    <a:cubicBezTo>
                      <a:pt x="94" y="121"/>
                      <a:pt x="94" y="121"/>
                      <a:pt x="94" y="121"/>
                    </a:cubicBezTo>
                    <a:cubicBezTo>
                      <a:pt x="94" y="121"/>
                      <a:pt x="94" y="121"/>
                      <a:pt x="94" y="121"/>
                    </a:cubicBezTo>
                    <a:cubicBezTo>
                      <a:pt x="79" y="121"/>
                      <a:pt x="67" y="109"/>
                      <a:pt x="67" y="94"/>
                    </a:cubicBezTo>
                    <a:cubicBezTo>
                      <a:pt x="67" y="79"/>
                      <a:pt x="79" y="67"/>
                      <a:pt x="94" y="67"/>
                    </a:cubicBezTo>
                    <a:cubicBezTo>
                      <a:pt x="94" y="67"/>
                      <a:pt x="94" y="67"/>
                      <a:pt x="94" y="67"/>
                    </a:cubicBezTo>
                    <a:cubicBezTo>
                      <a:pt x="94" y="0"/>
                      <a:pt x="94"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1" name="Freeform 87"/>
              <p:cNvSpPr>
                <a:spLocks noEditPoints="1"/>
              </p:cNvSpPr>
              <p:nvPr/>
            </p:nvSpPr>
            <p:spPr bwMode="auto">
              <a:xfrm>
                <a:off x="-5264150" y="1873250"/>
                <a:ext cx="165100" cy="165100"/>
              </a:xfrm>
              <a:custGeom>
                <a:avLst/>
                <a:gdLst>
                  <a:gd name="T0" fmla="*/ 22 w 44"/>
                  <a:gd name="T1" fmla="*/ 44 h 44"/>
                  <a:gd name="T2" fmla="*/ 44 w 44"/>
                  <a:gd name="T3" fmla="*/ 22 h 44"/>
                  <a:gd name="T4" fmla="*/ 22 w 44"/>
                  <a:gd name="T5" fmla="*/ 0 h 44"/>
                  <a:gd name="T6" fmla="*/ 22 w 44"/>
                  <a:gd name="T7" fmla="*/ 6 h 44"/>
                  <a:gd name="T8" fmla="*/ 38 w 44"/>
                  <a:gd name="T9" fmla="*/ 22 h 44"/>
                  <a:gd name="T10" fmla="*/ 22 w 44"/>
                  <a:gd name="T11" fmla="*/ 37 h 44"/>
                  <a:gd name="T12" fmla="*/ 22 w 44"/>
                  <a:gd name="T13" fmla="*/ 44 h 44"/>
                  <a:gd name="T14" fmla="*/ 22 w 44"/>
                  <a:gd name="T15" fmla="*/ 0 h 44"/>
                  <a:gd name="T16" fmla="*/ 0 w 44"/>
                  <a:gd name="T17" fmla="*/ 22 h 44"/>
                  <a:gd name="T18" fmla="*/ 22 w 44"/>
                  <a:gd name="T19" fmla="*/ 44 h 44"/>
                  <a:gd name="T20" fmla="*/ 22 w 44"/>
                  <a:gd name="T21" fmla="*/ 44 h 44"/>
                  <a:gd name="T22" fmla="*/ 22 w 44"/>
                  <a:gd name="T23" fmla="*/ 37 h 44"/>
                  <a:gd name="T24" fmla="*/ 22 w 44"/>
                  <a:gd name="T25" fmla="*/ 37 h 44"/>
                  <a:gd name="T26" fmla="*/ 22 w 44"/>
                  <a:gd name="T27" fmla="*/ 37 h 44"/>
                  <a:gd name="T28" fmla="*/ 7 w 44"/>
                  <a:gd name="T29" fmla="*/ 22 h 44"/>
                  <a:gd name="T30" fmla="*/ 22 w 44"/>
                  <a:gd name="T31" fmla="*/ 6 h 44"/>
                  <a:gd name="T32" fmla="*/ 22 w 44"/>
                  <a:gd name="T33" fmla="*/ 6 h 44"/>
                  <a:gd name="T34" fmla="*/ 22 w 44"/>
                  <a:gd name="T3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44">
                    <a:moveTo>
                      <a:pt x="22" y="44"/>
                    </a:moveTo>
                    <a:cubicBezTo>
                      <a:pt x="34" y="44"/>
                      <a:pt x="44" y="34"/>
                      <a:pt x="44" y="22"/>
                    </a:cubicBezTo>
                    <a:cubicBezTo>
                      <a:pt x="44" y="10"/>
                      <a:pt x="34" y="0"/>
                      <a:pt x="22" y="0"/>
                    </a:cubicBezTo>
                    <a:cubicBezTo>
                      <a:pt x="22" y="6"/>
                      <a:pt x="22" y="6"/>
                      <a:pt x="22" y="6"/>
                    </a:cubicBezTo>
                    <a:cubicBezTo>
                      <a:pt x="31" y="6"/>
                      <a:pt x="38" y="13"/>
                      <a:pt x="38" y="22"/>
                    </a:cubicBezTo>
                    <a:cubicBezTo>
                      <a:pt x="38" y="30"/>
                      <a:pt x="31" y="37"/>
                      <a:pt x="22" y="37"/>
                    </a:cubicBezTo>
                    <a:lnTo>
                      <a:pt x="22" y="44"/>
                    </a:lnTo>
                    <a:close/>
                    <a:moveTo>
                      <a:pt x="22" y="0"/>
                    </a:moveTo>
                    <a:cubicBezTo>
                      <a:pt x="10" y="0"/>
                      <a:pt x="0" y="10"/>
                      <a:pt x="0" y="22"/>
                    </a:cubicBezTo>
                    <a:cubicBezTo>
                      <a:pt x="0" y="34"/>
                      <a:pt x="10" y="44"/>
                      <a:pt x="22" y="44"/>
                    </a:cubicBezTo>
                    <a:cubicBezTo>
                      <a:pt x="22" y="44"/>
                      <a:pt x="22" y="44"/>
                      <a:pt x="22" y="44"/>
                    </a:cubicBezTo>
                    <a:cubicBezTo>
                      <a:pt x="22" y="37"/>
                      <a:pt x="22" y="37"/>
                      <a:pt x="22" y="37"/>
                    </a:cubicBezTo>
                    <a:cubicBezTo>
                      <a:pt x="22" y="37"/>
                      <a:pt x="22" y="37"/>
                      <a:pt x="22" y="37"/>
                    </a:cubicBezTo>
                    <a:cubicBezTo>
                      <a:pt x="22" y="37"/>
                      <a:pt x="22" y="37"/>
                      <a:pt x="22" y="37"/>
                    </a:cubicBezTo>
                    <a:cubicBezTo>
                      <a:pt x="14" y="37"/>
                      <a:pt x="7" y="30"/>
                      <a:pt x="7" y="22"/>
                    </a:cubicBezTo>
                    <a:cubicBezTo>
                      <a:pt x="7" y="13"/>
                      <a:pt x="14" y="6"/>
                      <a:pt x="22" y="6"/>
                    </a:cubicBezTo>
                    <a:cubicBezTo>
                      <a:pt x="22" y="6"/>
                      <a:pt x="22" y="6"/>
                      <a:pt x="22" y="6"/>
                    </a:cubicBezTo>
                    <a:cubicBezTo>
                      <a:pt x="22" y="0"/>
                      <a:pt x="22"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2" name="Freeform 88"/>
              <p:cNvSpPr>
                <a:spLocks/>
              </p:cNvSpPr>
              <p:nvPr/>
            </p:nvSpPr>
            <p:spPr bwMode="auto">
              <a:xfrm>
                <a:off x="-5448300" y="26988"/>
                <a:ext cx="538163" cy="550863"/>
              </a:xfrm>
              <a:custGeom>
                <a:avLst/>
                <a:gdLst>
                  <a:gd name="T0" fmla="*/ 140 w 143"/>
                  <a:gd name="T1" fmla="*/ 103 h 147"/>
                  <a:gd name="T2" fmla="*/ 112 w 143"/>
                  <a:gd name="T3" fmla="*/ 75 h 147"/>
                  <a:gd name="T4" fmla="*/ 107 w 143"/>
                  <a:gd name="T5" fmla="*/ 70 h 147"/>
                  <a:gd name="T6" fmla="*/ 79 w 143"/>
                  <a:gd name="T7" fmla="*/ 37 h 147"/>
                  <a:gd name="T8" fmla="*/ 67 w 143"/>
                  <a:gd name="T9" fmla="*/ 10 h 147"/>
                  <a:gd name="T10" fmla="*/ 52 w 143"/>
                  <a:gd name="T11" fmla="*/ 9 h 147"/>
                  <a:gd name="T12" fmla="*/ 47 w 143"/>
                  <a:gd name="T13" fmla="*/ 21 h 147"/>
                  <a:gd name="T14" fmla="*/ 55 w 143"/>
                  <a:gd name="T15" fmla="*/ 42 h 147"/>
                  <a:gd name="T16" fmla="*/ 56 w 143"/>
                  <a:gd name="T17" fmla="*/ 56 h 147"/>
                  <a:gd name="T18" fmla="*/ 13 w 143"/>
                  <a:gd name="T19" fmla="*/ 56 h 147"/>
                  <a:gd name="T20" fmla="*/ 3 w 143"/>
                  <a:gd name="T21" fmla="*/ 71 h 147"/>
                  <a:gd name="T22" fmla="*/ 25 w 143"/>
                  <a:gd name="T23" fmla="*/ 131 h 147"/>
                  <a:gd name="T24" fmla="*/ 34 w 143"/>
                  <a:gd name="T25" fmla="*/ 137 h 147"/>
                  <a:gd name="T26" fmla="*/ 85 w 143"/>
                  <a:gd name="T27" fmla="*/ 137 h 147"/>
                  <a:gd name="T28" fmla="*/ 97 w 143"/>
                  <a:gd name="T29" fmla="*/ 142 h 147"/>
                  <a:gd name="T30" fmla="*/ 99 w 143"/>
                  <a:gd name="T31" fmla="*/ 144 h 147"/>
                  <a:gd name="T32" fmla="*/ 108 w 143"/>
                  <a:gd name="T33" fmla="*/ 144 h 147"/>
                  <a:gd name="T34" fmla="*/ 140 w 143"/>
                  <a:gd name="T35" fmla="*/ 112 h 147"/>
                  <a:gd name="T36" fmla="*/ 140 w 143"/>
                  <a:gd name="T37" fmla="*/ 10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147">
                    <a:moveTo>
                      <a:pt x="140" y="103"/>
                    </a:moveTo>
                    <a:cubicBezTo>
                      <a:pt x="112" y="75"/>
                      <a:pt x="112" y="75"/>
                      <a:pt x="112" y="75"/>
                    </a:cubicBezTo>
                    <a:cubicBezTo>
                      <a:pt x="109" y="72"/>
                      <a:pt x="107" y="70"/>
                      <a:pt x="107" y="70"/>
                    </a:cubicBezTo>
                    <a:cubicBezTo>
                      <a:pt x="107" y="70"/>
                      <a:pt x="96" y="48"/>
                      <a:pt x="79" y="37"/>
                    </a:cubicBezTo>
                    <a:cubicBezTo>
                      <a:pt x="63" y="27"/>
                      <a:pt x="67" y="18"/>
                      <a:pt x="67" y="10"/>
                    </a:cubicBezTo>
                    <a:cubicBezTo>
                      <a:pt x="67" y="2"/>
                      <a:pt x="58" y="0"/>
                      <a:pt x="52" y="9"/>
                    </a:cubicBezTo>
                    <a:cubicBezTo>
                      <a:pt x="49" y="11"/>
                      <a:pt x="47" y="17"/>
                      <a:pt x="47" y="21"/>
                    </a:cubicBezTo>
                    <a:cubicBezTo>
                      <a:pt x="45" y="32"/>
                      <a:pt x="53" y="38"/>
                      <a:pt x="55" y="42"/>
                    </a:cubicBezTo>
                    <a:cubicBezTo>
                      <a:pt x="57" y="45"/>
                      <a:pt x="58" y="50"/>
                      <a:pt x="56" y="56"/>
                    </a:cubicBezTo>
                    <a:cubicBezTo>
                      <a:pt x="13" y="56"/>
                      <a:pt x="13" y="56"/>
                      <a:pt x="13" y="56"/>
                    </a:cubicBezTo>
                    <a:cubicBezTo>
                      <a:pt x="5" y="56"/>
                      <a:pt x="0" y="63"/>
                      <a:pt x="3" y="71"/>
                    </a:cubicBezTo>
                    <a:cubicBezTo>
                      <a:pt x="25" y="131"/>
                      <a:pt x="25" y="131"/>
                      <a:pt x="25" y="131"/>
                    </a:cubicBezTo>
                    <a:cubicBezTo>
                      <a:pt x="26" y="134"/>
                      <a:pt x="30" y="137"/>
                      <a:pt x="34" y="137"/>
                    </a:cubicBezTo>
                    <a:cubicBezTo>
                      <a:pt x="85" y="137"/>
                      <a:pt x="85" y="137"/>
                      <a:pt x="85" y="137"/>
                    </a:cubicBezTo>
                    <a:cubicBezTo>
                      <a:pt x="89" y="137"/>
                      <a:pt x="94" y="139"/>
                      <a:pt x="97" y="142"/>
                    </a:cubicBezTo>
                    <a:cubicBezTo>
                      <a:pt x="99" y="144"/>
                      <a:pt x="99" y="144"/>
                      <a:pt x="99" y="144"/>
                    </a:cubicBezTo>
                    <a:cubicBezTo>
                      <a:pt x="102" y="147"/>
                      <a:pt x="106" y="147"/>
                      <a:pt x="108" y="144"/>
                    </a:cubicBezTo>
                    <a:cubicBezTo>
                      <a:pt x="140" y="112"/>
                      <a:pt x="140" y="112"/>
                      <a:pt x="140" y="112"/>
                    </a:cubicBezTo>
                    <a:cubicBezTo>
                      <a:pt x="143" y="110"/>
                      <a:pt x="143" y="106"/>
                      <a:pt x="140"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3" name="Freeform 89"/>
              <p:cNvSpPr>
                <a:spLocks/>
              </p:cNvSpPr>
              <p:nvPr/>
            </p:nvSpPr>
            <p:spPr bwMode="auto">
              <a:xfrm>
                <a:off x="-5038725" y="454025"/>
                <a:ext cx="176213" cy="173038"/>
              </a:xfrm>
              <a:custGeom>
                <a:avLst/>
                <a:gdLst>
                  <a:gd name="T0" fmla="*/ 22 w 111"/>
                  <a:gd name="T1" fmla="*/ 109 h 109"/>
                  <a:gd name="T2" fmla="*/ 0 w 111"/>
                  <a:gd name="T3" fmla="*/ 90 h 109"/>
                  <a:gd name="T4" fmla="*/ 90 w 111"/>
                  <a:gd name="T5" fmla="*/ 0 h 109"/>
                  <a:gd name="T6" fmla="*/ 111 w 111"/>
                  <a:gd name="T7" fmla="*/ 21 h 109"/>
                  <a:gd name="T8" fmla="*/ 22 w 111"/>
                  <a:gd name="T9" fmla="*/ 109 h 109"/>
                </a:gdLst>
                <a:ahLst/>
                <a:cxnLst>
                  <a:cxn ang="0">
                    <a:pos x="T0" y="T1"/>
                  </a:cxn>
                  <a:cxn ang="0">
                    <a:pos x="T2" y="T3"/>
                  </a:cxn>
                  <a:cxn ang="0">
                    <a:pos x="T4" y="T5"/>
                  </a:cxn>
                  <a:cxn ang="0">
                    <a:pos x="T6" y="T7"/>
                  </a:cxn>
                  <a:cxn ang="0">
                    <a:pos x="T8" y="T9"/>
                  </a:cxn>
                </a:cxnLst>
                <a:rect l="0" t="0" r="r" b="b"/>
                <a:pathLst>
                  <a:path w="111" h="109">
                    <a:moveTo>
                      <a:pt x="22" y="109"/>
                    </a:moveTo>
                    <a:lnTo>
                      <a:pt x="0" y="90"/>
                    </a:lnTo>
                    <a:lnTo>
                      <a:pt x="90" y="0"/>
                    </a:lnTo>
                    <a:lnTo>
                      <a:pt x="111" y="21"/>
                    </a:lnTo>
                    <a:lnTo>
                      <a:pt x="22"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4" name="Freeform 90"/>
              <p:cNvSpPr>
                <a:spLocks noEditPoints="1"/>
              </p:cNvSpPr>
              <p:nvPr/>
            </p:nvSpPr>
            <p:spPr bwMode="auto">
              <a:xfrm>
                <a:off x="-2584450" y="5384800"/>
                <a:ext cx="552450" cy="514350"/>
              </a:xfrm>
              <a:custGeom>
                <a:avLst/>
                <a:gdLst>
                  <a:gd name="T0" fmla="*/ 132 w 147"/>
                  <a:gd name="T1" fmla="*/ 22 h 137"/>
                  <a:gd name="T2" fmla="*/ 110 w 147"/>
                  <a:gd name="T3" fmla="*/ 0 h 137"/>
                  <a:gd name="T4" fmla="*/ 73 w 147"/>
                  <a:gd name="T5" fmla="*/ 0 h 137"/>
                  <a:gd name="T6" fmla="*/ 73 w 147"/>
                  <a:gd name="T7" fmla="*/ 18 h 137"/>
                  <a:gd name="T8" fmla="*/ 110 w 147"/>
                  <a:gd name="T9" fmla="*/ 18 h 137"/>
                  <a:gd name="T10" fmla="*/ 115 w 147"/>
                  <a:gd name="T11" fmla="*/ 22 h 137"/>
                  <a:gd name="T12" fmla="*/ 115 w 147"/>
                  <a:gd name="T13" fmla="*/ 59 h 137"/>
                  <a:gd name="T14" fmla="*/ 73 w 147"/>
                  <a:gd name="T15" fmla="*/ 59 h 137"/>
                  <a:gd name="T16" fmla="*/ 73 w 147"/>
                  <a:gd name="T17" fmla="*/ 76 h 137"/>
                  <a:gd name="T18" fmla="*/ 73 w 147"/>
                  <a:gd name="T19" fmla="*/ 76 h 137"/>
                  <a:gd name="T20" fmla="*/ 87 w 147"/>
                  <a:gd name="T21" fmla="*/ 89 h 137"/>
                  <a:gd name="T22" fmla="*/ 81 w 147"/>
                  <a:gd name="T23" fmla="*/ 100 h 137"/>
                  <a:gd name="T24" fmla="*/ 79 w 147"/>
                  <a:gd name="T25" fmla="*/ 101 h 137"/>
                  <a:gd name="T26" fmla="*/ 79 w 147"/>
                  <a:gd name="T27" fmla="*/ 118 h 137"/>
                  <a:gd name="T28" fmla="*/ 79 w 147"/>
                  <a:gd name="T29" fmla="*/ 121 h 137"/>
                  <a:gd name="T30" fmla="*/ 79 w 147"/>
                  <a:gd name="T31" fmla="*/ 121 h 137"/>
                  <a:gd name="T32" fmla="*/ 73 w 147"/>
                  <a:gd name="T33" fmla="*/ 121 h 137"/>
                  <a:gd name="T34" fmla="*/ 73 w 147"/>
                  <a:gd name="T35" fmla="*/ 137 h 137"/>
                  <a:gd name="T36" fmla="*/ 147 w 147"/>
                  <a:gd name="T37" fmla="*/ 137 h 137"/>
                  <a:gd name="T38" fmla="*/ 147 w 147"/>
                  <a:gd name="T39" fmla="*/ 59 h 137"/>
                  <a:gd name="T40" fmla="*/ 132 w 147"/>
                  <a:gd name="T41" fmla="*/ 59 h 137"/>
                  <a:gd name="T42" fmla="*/ 132 w 147"/>
                  <a:gd name="T43" fmla="*/ 22 h 137"/>
                  <a:gd name="T44" fmla="*/ 73 w 147"/>
                  <a:gd name="T45" fmla="*/ 0 h 137"/>
                  <a:gd name="T46" fmla="*/ 37 w 147"/>
                  <a:gd name="T47" fmla="*/ 0 h 137"/>
                  <a:gd name="T48" fmla="*/ 15 w 147"/>
                  <a:gd name="T49" fmla="*/ 22 h 137"/>
                  <a:gd name="T50" fmla="*/ 15 w 147"/>
                  <a:gd name="T51" fmla="*/ 59 h 137"/>
                  <a:gd name="T52" fmla="*/ 0 w 147"/>
                  <a:gd name="T53" fmla="*/ 59 h 137"/>
                  <a:gd name="T54" fmla="*/ 0 w 147"/>
                  <a:gd name="T55" fmla="*/ 137 h 137"/>
                  <a:gd name="T56" fmla="*/ 73 w 147"/>
                  <a:gd name="T57" fmla="*/ 137 h 137"/>
                  <a:gd name="T58" fmla="*/ 73 w 147"/>
                  <a:gd name="T59" fmla="*/ 121 h 137"/>
                  <a:gd name="T60" fmla="*/ 67 w 147"/>
                  <a:gd name="T61" fmla="*/ 121 h 137"/>
                  <a:gd name="T62" fmla="*/ 67 w 147"/>
                  <a:gd name="T63" fmla="*/ 118 h 137"/>
                  <a:gd name="T64" fmla="*/ 67 w 147"/>
                  <a:gd name="T65" fmla="*/ 101 h 137"/>
                  <a:gd name="T66" fmla="*/ 66 w 147"/>
                  <a:gd name="T67" fmla="*/ 100 h 137"/>
                  <a:gd name="T68" fmla="*/ 60 w 147"/>
                  <a:gd name="T69" fmla="*/ 89 h 137"/>
                  <a:gd name="T70" fmla="*/ 73 w 147"/>
                  <a:gd name="T71" fmla="*/ 76 h 137"/>
                  <a:gd name="T72" fmla="*/ 73 w 147"/>
                  <a:gd name="T73" fmla="*/ 59 h 137"/>
                  <a:gd name="T74" fmla="*/ 32 w 147"/>
                  <a:gd name="T75" fmla="*/ 59 h 137"/>
                  <a:gd name="T76" fmla="*/ 32 w 147"/>
                  <a:gd name="T77" fmla="*/ 59 h 137"/>
                  <a:gd name="T78" fmla="*/ 32 w 147"/>
                  <a:gd name="T79" fmla="*/ 22 h 137"/>
                  <a:gd name="T80" fmla="*/ 37 w 147"/>
                  <a:gd name="T81" fmla="*/ 18 h 137"/>
                  <a:gd name="T82" fmla="*/ 73 w 147"/>
                  <a:gd name="T83" fmla="*/ 18 h 137"/>
                  <a:gd name="T84" fmla="*/ 73 w 147"/>
                  <a:gd name="T8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7" h="137">
                    <a:moveTo>
                      <a:pt x="132" y="22"/>
                    </a:moveTo>
                    <a:cubicBezTo>
                      <a:pt x="132" y="10"/>
                      <a:pt x="122" y="0"/>
                      <a:pt x="110" y="0"/>
                    </a:cubicBezTo>
                    <a:cubicBezTo>
                      <a:pt x="73" y="0"/>
                      <a:pt x="73" y="0"/>
                      <a:pt x="73" y="0"/>
                    </a:cubicBezTo>
                    <a:cubicBezTo>
                      <a:pt x="73" y="18"/>
                      <a:pt x="73" y="18"/>
                      <a:pt x="73" y="18"/>
                    </a:cubicBezTo>
                    <a:cubicBezTo>
                      <a:pt x="110" y="18"/>
                      <a:pt x="110" y="18"/>
                      <a:pt x="110" y="18"/>
                    </a:cubicBezTo>
                    <a:cubicBezTo>
                      <a:pt x="113" y="18"/>
                      <a:pt x="115" y="20"/>
                      <a:pt x="115" y="22"/>
                    </a:cubicBezTo>
                    <a:cubicBezTo>
                      <a:pt x="115" y="59"/>
                      <a:pt x="115" y="59"/>
                      <a:pt x="115" y="59"/>
                    </a:cubicBezTo>
                    <a:cubicBezTo>
                      <a:pt x="73" y="59"/>
                      <a:pt x="73" y="59"/>
                      <a:pt x="73" y="59"/>
                    </a:cubicBezTo>
                    <a:cubicBezTo>
                      <a:pt x="73" y="76"/>
                      <a:pt x="73" y="76"/>
                      <a:pt x="73" y="76"/>
                    </a:cubicBezTo>
                    <a:cubicBezTo>
                      <a:pt x="73" y="76"/>
                      <a:pt x="73" y="76"/>
                      <a:pt x="73" y="76"/>
                    </a:cubicBezTo>
                    <a:cubicBezTo>
                      <a:pt x="81" y="76"/>
                      <a:pt x="87" y="82"/>
                      <a:pt x="87" y="89"/>
                    </a:cubicBezTo>
                    <a:cubicBezTo>
                      <a:pt x="87" y="94"/>
                      <a:pt x="84" y="98"/>
                      <a:pt x="81" y="100"/>
                    </a:cubicBezTo>
                    <a:cubicBezTo>
                      <a:pt x="80" y="101"/>
                      <a:pt x="80" y="101"/>
                      <a:pt x="79" y="101"/>
                    </a:cubicBezTo>
                    <a:cubicBezTo>
                      <a:pt x="79" y="118"/>
                      <a:pt x="79" y="118"/>
                      <a:pt x="79" y="118"/>
                    </a:cubicBezTo>
                    <a:cubicBezTo>
                      <a:pt x="79" y="121"/>
                      <a:pt x="79" y="121"/>
                      <a:pt x="79" y="121"/>
                    </a:cubicBezTo>
                    <a:cubicBezTo>
                      <a:pt x="79" y="121"/>
                      <a:pt x="79" y="121"/>
                      <a:pt x="79" y="121"/>
                    </a:cubicBezTo>
                    <a:cubicBezTo>
                      <a:pt x="73" y="121"/>
                      <a:pt x="73" y="121"/>
                      <a:pt x="73" y="121"/>
                    </a:cubicBezTo>
                    <a:cubicBezTo>
                      <a:pt x="73" y="137"/>
                      <a:pt x="73" y="137"/>
                      <a:pt x="73" y="137"/>
                    </a:cubicBezTo>
                    <a:cubicBezTo>
                      <a:pt x="147" y="137"/>
                      <a:pt x="147" y="137"/>
                      <a:pt x="147" y="137"/>
                    </a:cubicBezTo>
                    <a:cubicBezTo>
                      <a:pt x="147" y="59"/>
                      <a:pt x="147" y="59"/>
                      <a:pt x="147" y="59"/>
                    </a:cubicBezTo>
                    <a:cubicBezTo>
                      <a:pt x="132" y="59"/>
                      <a:pt x="132" y="59"/>
                      <a:pt x="132" y="59"/>
                    </a:cubicBezTo>
                    <a:lnTo>
                      <a:pt x="132" y="22"/>
                    </a:lnTo>
                    <a:close/>
                    <a:moveTo>
                      <a:pt x="73" y="0"/>
                    </a:moveTo>
                    <a:cubicBezTo>
                      <a:pt x="37" y="0"/>
                      <a:pt x="37" y="0"/>
                      <a:pt x="37" y="0"/>
                    </a:cubicBezTo>
                    <a:cubicBezTo>
                      <a:pt x="24" y="0"/>
                      <a:pt x="15" y="10"/>
                      <a:pt x="15" y="22"/>
                    </a:cubicBezTo>
                    <a:cubicBezTo>
                      <a:pt x="15" y="59"/>
                      <a:pt x="15" y="59"/>
                      <a:pt x="15" y="59"/>
                    </a:cubicBezTo>
                    <a:cubicBezTo>
                      <a:pt x="0" y="59"/>
                      <a:pt x="0" y="59"/>
                      <a:pt x="0" y="59"/>
                    </a:cubicBezTo>
                    <a:cubicBezTo>
                      <a:pt x="0" y="137"/>
                      <a:pt x="0" y="137"/>
                      <a:pt x="0" y="137"/>
                    </a:cubicBezTo>
                    <a:cubicBezTo>
                      <a:pt x="73" y="137"/>
                      <a:pt x="73" y="137"/>
                      <a:pt x="73" y="137"/>
                    </a:cubicBezTo>
                    <a:cubicBezTo>
                      <a:pt x="73" y="121"/>
                      <a:pt x="73" y="121"/>
                      <a:pt x="73" y="121"/>
                    </a:cubicBezTo>
                    <a:cubicBezTo>
                      <a:pt x="67" y="121"/>
                      <a:pt x="67" y="121"/>
                      <a:pt x="67" y="121"/>
                    </a:cubicBezTo>
                    <a:cubicBezTo>
                      <a:pt x="67" y="118"/>
                      <a:pt x="67" y="118"/>
                      <a:pt x="67" y="118"/>
                    </a:cubicBezTo>
                    <a:cubicBezTo>
                      <a:pt x="67" y="101"/>
                      <a:pt x="67" y="101"/>
                      <a:pt x="67" y="101"/>
                    </a:cubicBezTo>
                    <a:cubicBezTo>
                      <a:pt x="67" y="101"/>
                      <a:pt x="66" y="101"/>
                      <a:pt x="66" y="100"/>
                    </a:cubicBezTo>
                    <a:cubicBezTo>
                      <a:pt x="62" y="98"/>
                      <a:pt x="60" y="94"/>
                      <a:pt x="60" y="89"/>
                    </a:cubicBezTo>
                    <a:cubicBezTo>
                      <a:pt x="60" y="82"/>
                      <a:pt x="66" y="76"/>
                      <a:pt x="73" y="76"/>
                    </a:cubicBezTo>
                    <a:cubicBezTo>
                      <a:pt x="73" y="59"/>
                      <a:pt x="73" y="59"/>
                      <a:pt x="73" y="59"/>
                    </a:cubicBezTo>
                    <a:cubicBezTo>
                      <a:pt x="32" y="59"/>
                      <a:pt x="32" y="59"/>
                      <a:pt x="32" y="59"/>
                    </a:cubicBezTo>
                    <a:cubicBezTo>
                      <a:pt x="32" y="59"/>
                      <a:pt x="32" y="59"/>
                      <a:pt x="32" y="59"/>
                    </a:cubicBezTo>
                    <a:cubicBezTo>
                      <a:pt x="32" y="22"/>
                      <a:pt x="32" y="22"/>
                      <a:pt x="32" y="22"/>
                    </a:cubicBezTo>
                    <a:cubicBezTo>
                      <a:pt x="32" y="20"/>
                      <a:pt x="34" y="18"/>
                      <a:pt x="37" y="18"/>
                    </a:cubicBezTo>
                    <a:cubicBezTo>
                      <a:pt x="73" y="18"/>
                      <a:pt x="73" y="18"/>
                      <a:pt x="73" y="18"/>
                    </a:cubicBezTo>
                    <a:lnTo>
                      <a:pt x="7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5" name="Freeform 91"/>
              <p:cNvSpPr>
                <a:spLocks/>
              </p:cNvSpPr>
              <p:nvPr/>
            </p:nvSpPr>
            <p:spPr bwMode="auto">
              <a:xfrm>
                <a:off x="-3670300" y="-409575"/>
                <a:ext cx="588963" cy="495300"/>
              </a:xfrm>
              <a:custGeom>
                <a:avLst/>
                <a:gdLst>
                  <a:gd name="T0" fmla="*/ 105 w 157"/>
                  <a:gd name="T1" fmla="*/ 0 h 132"/>
                  <a:gd name="T2" fmla="*/ 56 w 157"/>
                  <a:gd name="T3" fmla="*/ 0 h 132"/>
                  <a:gd name="T4" fmla="*/ 0 w 157"/>
                  <a:gd name="T5" fmla="*/ 47 h 132"/>
                  <a:gd name="T6" fmla="*/ 15 w 157"/>
                  <a:gd name="T7" fmla="*/ 69 h 132"/>
                  <a:gd name="T8" fmla="*/ 35 w 157"/>
                  <a:gd name="T9" fmla="*/ 49 h 132"/>
                  <a:gd name="T10" fmla="*/ 35 w 157"/>
                  <a:gd name="T11" fmla="*/ 132 h 132"/>
                  <a:gd name="T12" fmla="*/ 79 w 157"/>
                  <a:gd name="T13" fmla="*/ 132 h 132"/>
                  <a:gd name="T14" fmla="*/ 122 w 157"/>
                  <a:gd name="T15" fmla="*/ 132 h 132"/>
                  <a:gd name="T16" fmla="*/ 122 w 157"/>
                  <a:gd name="T17" fmla="*/ 49 h 132"/>
                  <a:gd name="T18" fmla="*/ 142 w 157"/>
                  <a:gd name="T19" fmla="*/ 69 h 132"/>
                  <a:gd name="T20" fmla="*/ 157 w 157"/>
                  <a:gd name="T21" fmla="*/ 47 h 132"/>
                  <a:gd name="T22" fmla="*/ 105 w 157"/>
                  <a:gd name="T2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132">
                    <a:moveTo>
                      <a:pt x="105" y="0"/>
                    </a:moveTo>
                    <a:cubicBezTo>
                      <a:pt x="97" y="14"/>
                      <a:pt x="64" y="14"/>
                      <a:pt x="56" y="0"/>
                    </a:cubicBezTo>
                    <a:cubicBezTo>
                      <a:pt x="56" y="0"/>
                      <a:pt x="8" y="27"/>
                      <a:pt x="0" y="47"/>
                    </a:cubicBezTo>
                    <a:cubicBezTo>
                      <a:pt x="15" y="69"/>
                      <a:pt x="15" y="69"/>
                      <a:pt x="15" y="69"/>
                    </a:cubicBezTo>
                    <a:cubicBezTo>
                      <a:pt x="15" y="69"/>
                      <a:pt x="29" y="54"/>
                      <a:pt x="35" y="49"/>
                    </a:cubicBezTo>
                    <a:cubicBezTo>
                      <a:pt x="35" y="132"/>
                      <a:pt x="35" y="132"/>
                      <a:pt x="35" y="132"/>
                    </a:cubicBezTo>
                    <a:cubicBezTo>
                      <a:pt x="79" y="132"/>
                      <a:pt x="79" y="132"/>
                      <a:pt x="79" y="132"/>
                    </a:cubicBezTo>
                    <a:cubicBezTo>
                      <a:pt x="122" y="132"/>
                      <a:pt x="122" y="132"/>
                      <a:pt x="122" y="132"/>
                    </a:cubicBezTo>
                    <a:cubicBezTo>
                      <a:pt x="122" y="49"/>
                      <a:pt x="122" y="49"/>
                      <a:pt x="122" y="49"/>
                    </a:cubicBezTo>
                    <a:cubicBezTo>
                      <a:pt x="128" y="54"/>
                      <a:pt x="142" y="69"/>
                      <a:pt x="142" y="69"/>
                    </a:cubicBezTo>
                    <a:cubicBezTo>
                      <a:pt x="157" y="47"/>
                      <a:pt x="157" y="47"/>
                      <a:pt x="157" y="47"/>
                    </a:cubicBezTo>
                    <a:cubicBezTo>
                      <a:pt x="149" y="27"/>
                      <a:pt x="105" y="0"/>
                      <a:pt x="1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6" name="Freeform 92"/>
              <p:cNvSpPr>
                <a:spLocks/>
              </p:cNvSpPr>
              <p:nvPr/>
            </p:nvSpPr>
            <p:spPr bwMode="auto">
              <a:xfrm>
                <a:off x="-3452813" y="-431800"/>
                <a:ext cx="165100" cy="49213"/>
              </a:xfrm>
              <a:custGeom>
                <a:avLst/>
                <a:gdLst>
                  <a:gd name="T0" fmla="*/ 22 w 44"/>
                  <a:gd name="T1" fmla="*/ 13 h 13"/>
                  <a:gd name="T2" fmla="*/ 44 w 44"/>
                  <a:gd name="T3" fmla="*/ 4 h 13"/>
                  <a:gd name="T4" fmla="*/ 43 w 44"/>
                  <a:gd name="T5" fmla="*/ 1 h 13"/>
                  <a:gd name="T6" fmla="*/ 40 w 44"/>
                  <a:gd name="T7" fmla="*/ 2 h 13"/>
                  <a:gd name="T8" fmla="*/ 22 w 44"/>
                  <a:gd name="T9" fmla="*/ 8 h 13"/>
                  <a:gd name="T10" fmla="*/ 5 w 44"/>
                  <a:gd name="T11" fmla="*/ 2 h 13"/>
                  <a:gd name="T12" fmla="*/ 2 w 44"/>
                  <a:gd name="T13" fmla="*/ 1 h 13"/>
                  <a:gd name="T14" fmla="*/ 1 w 44"/>
                  <a:gd name="T15" fmla="*/ 4 h 13"/>
                  <a:gd name="T16" fmla="*/ 22 w 4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3">
                    <a:moveTo>
                      <a:pt x="22" y="13"/>
                    </a:moveTo>
                    <a:cubicBezTo>
                      <a:pt x="32" y="13"/>
                      <a:pt x="41" y="9"/>
                      <a:pt x="44" y="4"/>
                    </a:cubicBezTo>
                    <a:cubicBezTo>
                      <a:pt x="44" y="3"/>
                      <a:pt x="44" y="1"/>
                      <a:pt x="43" y="1"/>
                    </a:cubicBezTo>
                    <a:cubicBezTo>
                      <a:pt x="42" y="0"/>
                      <a:pt x="40" y="0"/>
                      <a:pt x="40" y="2"/>
                    </a:cubicBezTo>
                    <a:cubicBezTo>
                      <a:pt x="38" y="5"/>
                      <a:pt x="31" y="8"/>
                      <a:pt x="22" y="8"/>
                    </a:cubicBezTo>
                    <a:cubicBezTo>
                      <a:pt x="13" y="8"/>
                      <a:pt x="7" y="5"/>
                      <a:pt x="5" y="2"/>
                    </a:cubicBezTo>
                    <a:cubicBezTo>
                      <a:pt x="4" y="0"/>
                      <a:pt x="3" y="0"/>
                      <a:pt x="2" y="1"/>
                    </a:cubicBezTo>
                    <a:cubicBezTo>
                      <a:pt x="0" y="1"/>
                      <a:pt x="0" y="3"/>
                      <a:pt x="1" y="4"/>
                    </a:cubicBezTo>
                    <a:cubicBezTo>
                      <a:pt x="4" y="9"/>
                      <a:pt x="12" y="13"/>
                      <a:pt x="2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7" name="Freeform 93"/>
              <p:cNvSpPr>
                <a:spLocks/>
              </p:cNvSpPr>
              <p:nvPr/>
            </p:nvSpPr>
            <p:spPr bwMode="auto">
              <a:xfrm>
                <a:off x="-3986213" y="5511800"/>
                <a:ext cx="187325" cy="211138"/>
              </a:xfrm>
              <a:custGeom>
                <a:avLst/>
                <a:gdLst>
                  <a:gd name="T0" fmla="*/ 32 w 50"/>
                  <a:gd name="T1" fmla="*/ 0 h 56"/>
                  <a:gd name="T2" fmla="*/ 13 w 50"/>
                  <a:gd name="T3" fmla="*/ 15 h 56"/>
                  <a:gd name="T4" fmla="*/ 6 w 50"/>
                  <a:gd name="T5" fmla="*/ 17 h 56"/>
                  <a:gd name="T6" fmla="*/ 6 w 50"/>
                  <a:gd name="T7" fmla="*/ 17 h 56"/>
                  <a:gd name="T8" fmla="*/ 13 w 50"/>
                  <a:gd name="T9" fmla="*/ 51 h 56"/>
                  <a:gd name="T10" fmla="*/ 44 w 50"/>
                  <a:gd name="T11" fmla="*/ 35 h 56"/>
                  <a:gd name="T12" fmla="*/ 37 w 50"/>
                  <a:gd name="T13" fmla="*/ 2 h 56"/>
                  <a:gd name="T14" fmla="*/ 32 w 50"/>
                  <a:gd name="T15" fmla="*/ 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56">
                    <a:moveTo>
                      <a:pt x="32" y="0"/>
                    </a:moveTo>
                    <a:cubicBezTo>
                      <a:pt x="28" y="7"/>
                      <a:pt x="21" y="12"/>
                      <a:pt x="13" y="15"/>
                    </a:cubicBezTo>
                    <a:cubicBezTo>
                      <a:pt x="11" y="16"/>
                      <a:pt x="9" y="16"/>
                      <a:pt x="6" y="17"/>
                    </a:cubicBezTo>
                    <a:cubicBezTo>
                      <a:pt x="6" y="17"/>
                      <a:pt x="6" y="17"/>
                      <a:pt x="6" y="17"/>
                    </a:cubicBezTo>
                    <a:cubicBezTo>
                      <a:pt x="0" y="31"/>
                      <a:pt x="3" y="46"/>
                      <a:pt x="13" y="51"/>
                    </a:cubicBezTo>
                    <a:cubicBezTo>
                      <a:pt x="24" y="56"/>
                      <a:pt x="38" y="49"/>
                      <a:pt x="44" y="35"/>
                    </a:cubicBezTo>
                    <a:cubicBezTo>
                      <a:pt x="50" y="21"/>
                      <a:pt x="47" y="6"/>
                      <a:pt x="37" y="2"/>
                    </a:cubicBezTo>
                    <a:cubicBezTo>
                      <a:pt x="35" y="1"/>
                      <a:pt x="34"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8" name="Freeform 94"/>
              <p:cNvSpPr>
                <a:spLocks/>
              </p:cNvSpPr>
              <p:nvPr/>
            </p:nvSpPr>
            <p:spPr bwMode="auto">
              <a:xfrm>
                <a:off x="-4222750" y="5264150"/>
                <a:ext cx="379413" cy="300038"/>
              </a:xfrm>
              <a:custGeom>
                <a:avLst/>
                <a:gdLst>
                  <a:gd name="T0" fmla="*/ 35 w 101"/>
                  <a:gd name="T1" fmla="*/ 73 h 80"/>
                  <a:gd name="T2" fmla="*/ 73 w 101"/>
                  <a:gd name="T3" fmla="*/ 76 h 80"/>
                  <a:gd name="T4" fmla="*/ 75 w 101"/>
                  <a:gd name="T5" fmla="*/ 76 h 80"/>
                  <a:gd name="T6" fmla="*/ 89 w 101"/>
                  <a:gd name="T7" fmla="*/ 66 h 80"/>
                  <a:gd name="T8" fmla="*/ 93 w 101"/>
                  <a:gd name="T9" fmla="*/ 60 h 80"/>
                  <a:gd name="T10" fmla="*/ 66 w 101"/>
                  <a:gd name="T11" fmla="*/ 7 h 80"/>
                  <a:gd name="T12" fmla="*/ 26 w 101"/>
                  <a:gd name="T13" fmla="*/ 4 h 80"/>
                  <a:gd name="T14" fmla="*/ 8 w 101"/>
                  <a:gd name="T15" fmla="*/ 20 h 80"/>
                  <a:gd name="T16" fmla="*/ 35 w 101"/>
                  <a:gd name="T17" fmla="*/ 7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80">
                    <a:moveTo>
                      <a:pt x="35" y="73"/>
                    </a:moveTo>
                    <a:cubicBezTo>
                      <a:pt x="48" y="79"/>
                      <a:pt x="62" y="80"/>
                      <a:pt x="73" y="76"/>
                    </a:cubicBezTo>
                    <a:cubicBezTo>
                      <a:pt x="74" y="76"/>
                      <a:pt x="74" y="76"/>
                      <a:pt x="75" y="76"/>
                    </a:cubicBezTo>
                    <a:cubicBezTo>
                      <a:pt x="80" y="74"/>
                      <a:pt x="85" y="71"/>
                      <a:pt x="89" y="66"/>
                    </a:cubicBezTo>
                    <a:cubicBezTo>
                      <a:pt x="91" y="64"/>
                      <a:pt x="92" y="62"/>
                      <a:pt x="93" y="60"/>
                    </a:cubicBezTo>
                    <a:cubicBezTo>
                      <a:pt x="101" y="42"/>
                      <a:pt x="89" y="18"/>
                      <a:pt x="66" y="7"/>
                    </a:cubicBezTo>
                    <a:cubicBezTo>
                      <a:pt x="52" y="1"/>
                      <a:pt x="38" y="0"/>
                      <a:pt x="26" y="4"/>
                    </a:cubicBezTo>
                    <a:cubicBezTo>
                      <a:pt x="18" y="7"/>
                      <a:pt x="12" y="13"/>
                      <a:pt x="8" y="20"/>
                    </a:cubicBezTo>
                    <a:cubicBezTo>
                      <a:pt x="0" y="38"/>
                      <a:pt x="12" y="62"/>
                      <a:pt x="35"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9" name="Freeform 95"/>
              <p:cNvSpPr>
                <a:spLocks/>
              </p:cNvSpPr>
              <p:nvPr/>
            </p:nvSpPr>
            <p:spPr bwMode="auto">
              <a:xfrm>
                <a:off x="-3752850" y="5448300"/>
                <a:ext cx="220663" cy="165100"/>
              </a:xfrm>
              <a:custGeom>
                <a:avLst/>
                <a:gdLst>
                  <a:gd name="T0" fmla="*/ 54 w 59"/>
                  <a:gd name="T1" fmla="*/ 31 h 44"/>
                  <a:gd name="T2" fmla="*/ 38 w 59"/>
                  <a:gd name="T3" fmla="*/ 0 h 44"/>
                  <a:gd name="T4" fmla="*/ 38 w 59"/>
                  <a:gd name="T5" fmla="*/ 0 h 44"/>
                  <a:gd name="T6" fmla="*/ 31 w 59"/>
                  <a:gd name="T7" fmla="*/ 3 h 44"/>
                  <a:gd name="T8" fmla="*/ 7 w 59"/>
                  <a:gd name="T9" fmla="*/ 4 h 44"/>
                  <a:gd name="T10" fmla="*/ 5 w 59"/>
                  <a:gd name="T11" fmla="*/ 8 h 44"/>
                  <a:gd name="T12" fmla="*/ 21 w 59"/>
                  <a:gd name="T13" fmla="*/ 38 h 44"/>
                  <a:gd name="T14" fmla="*/ 54 w 59"/>
                  <a:gd name="T15" fmla="*/ 3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44">
                    <a:moveTo>
                      <a:pt x="54" y="31"/>
                    </a:moveTo>
                    <a:cubicBezTo>
                      <a:pt x="59" y="20"/>
                      <a:pt x="52" y="7"/>
                      <a:pt x="38" y="0"/>
                    </a:cubicBezTo>
                    <a:cubicBezTo>
                      <a:pt x="38" y="0"/>
                      <a:pt x="38" y="0"/>
                      <a:pt x="38" y="0"/>
                    </a:cubicBezTo>
                    <a:cubicBezTo>
                      <a:pt x="36" y="1"/>
                      <a:pt x="33" y="2"/>
                      <a:pt x="31" y="3"/>
                    </a:cubicBezTo>
                    <a:cubicBezTo>
                      <a:pt x="23" y="6"/>
                      <a:pt x="15" y="6"/>
                      <a:pt x="7" y="4"/>
                    </a:cubicBezTo>
                    <a:cubicBezTo>
                      <a:pt x="6" y="5"/>
                      <a:pt x="6" y="6"/>
                      <a:pt x="5" y="8"/>
                    </a:cubicBezTo>
                    <a:cubicBezTo>
                      <a:pt x="0" y="18"/>
                      <a:pt x="7" y="32"/>
                      <a:pt x="21" y="38"/>
                    </a:cubicBezTo>
                    <a:cubicBezTo>
                      <a:pt x="34" y="44"/>
                      <a:pt x="49" y="41"/>
                      <a:pt x="54"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0" name="Freeform 96"/>
              <p:cNvSpPr>
                <a:spLocks/>
              </p:cNvSpPr>
              <p:nvPr/>
            </p:nvSpPr>
            <p:spPr bwMode="auto">
              <a:xfrm>
                <a:off x="-3824288" y="5106988"/>
                <a:ext cx="330200" cy="344488"/>
              </a:xfrm>
              <a:custGeom>
                <a:avLst/>
                <a:gdLst>
                  <a:gd name="T0" fmla="*/ 64 w 88"/>
                  <a:gd name="T1" fmla="*/ 4 h 92"/>
                  <a:gd name="T2" fmla="*/ 40 w 88"/>
                  <a:gd name="T3" fmla="*/ 3 h 92"/>
                  <a:gd name="T4" fmla="*/ 11 w 88"/>
                  <a:gd name="T5" fmla="*/ 31 h 92"/>
                  <a:gd name="T6" fmla="*/ 24 w 88"/>
                  <a:gd name="T7" fmla="*/ 89 h 92"/>
                  <a:gd name="T8" fmla="*/ 31 w 88"/>
                  <a:gd name="T9" fmla="*/ 91 h 92"/>
                  <a:gd name="T10" fmla="*/ 48 w 88"/>
                  <a:gd name="T11" fmla="*/ 89 h 92"/>
                  <a:gd name="T12" fmla="*/ 50 w 88"/>
                  <a:gd name="T13" fmla="*/ 89 h 92"/>
                  <a:gd name="T14" fmla="*/ 77 w 88"/>
                  <a:gd name="T15" fmla="*/ 62 h 92"/>
                  <a:gd name="T16" fmla="*/ 64 w 88"/>
                  <a:gd name="T17" fmla="*/ 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92">
                    <a:moveTo>
                      <a:pt x="64" y="4"/>
                    </a:moveTo>
                    <a:cubicBezTo>
                      <a:pt x="57" y="0"/>
                      <a:pt x="48" y="0"/>
                      <a:pt x="40" y="3"/>
                    </a:cubicBezTo>
                    <a:cubicBezTo>
                      <a:pt x="29" y="7"/>
                      <a:pt x="18" y="17"/>
                      <a:pt x="11" y="31"/>
                    </a:cubicBezTo>
                    <a:cubicBezTo>
                      <a:pt x="0" y="54"/>
                      <a:pt x="6" y="80"/>
                      <a:pt x="24" y="89"/>
                    </a:cubicBezTo>
                    <a:cubicBezTo>
                      <a:pt x="27" y="90"/>
                      <a:pt x="29" y="90"/>
                      <a:pt x="31" y="91"/>
                    </a:cubicBezTo>
                    <a:cubicBezTo>
                      <a:pt x="37" y="92"/>
                      <a:pt x="43" y="91"/>
                      <a:pt x="48" y="89"/>
                    </a:cubicBezTo>
                    <a:cubicBezTo>
                      <a:pt x="49" y="89"/>
                      <a:pt x="49" y="89"/>
                      <a:pt x="50" y="89"/>
                    </a:cubicBezTo>
                    <a:cubicBezTo>
                      <a:pt x="61" y="84"/>
                      <a:pt x="71" y="75"/>
                      <a:pt x="77" y="62"/>
                    </a:cubicBezTo>
                    <a:cubicBezTo>
                      <a:pt x="88" y="38"/>
                      <a:pt x="82" y="12"/>
                      <a:pt x="6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1" name="Freeform 97"/>
              <p:cNvSpPr>
                <a:spLocks/>
              </p:cNvSpPr>
              <p:nvPr/>
            </p:nvSpPr>
            <p:spPr bwMode="auto">
              <a:xfrm>
                <a:off x="-3944938" y="5203825"/>
                <a:ext cx="225425" cy="439738"/>
              </a:xfrm>
              <a:custGeom>
                <a:avLst/>
                <a:gdLst>
                  <a:gd name="T0" fmla="*/ 30 w 60"/>
                  <a:gd name="T1" fmla="*/ 6 h 117"/>
                  <a:gd name="T2" fmla="*/ 25 w 60"/>
                  <a:gd name="T3" fmla="*/ 3 h 117"/>
                  <a:gd name="T4" fmla="*/ 21 w 60"/>
                  <a:gd name="T5" fmla="*/ 17 h 117"/>
                  <a:gd name="T6" fmla="*/ 19 w 60"/>
                  <a:gd name="T7" fmla="*/ 17 h 117"/>
                  <a:gd name="T8" fmla="*/ 17 w 60"/>
                  <a:gd name="T9" fmla="*/ 18 h 117"/>
                  <a:gd name="T10" fmla="*/ 5 w 60"/>
                  <a:gd name="T11" fmla="*/ 11 h 117"/>
                  <a:gd name="T12" fmla="*/ 3 w 60"/>
                  <a:gd name="T13" fmla="*/ 15 h 117"/>
                  <a:gd name="T14" fmla="*/ 14 w 60"/>
                  <a:gd name="T15" fmla="*/ 23 h 117"/>
                  <a:gd name="T16" fmla="*/ 15 w 60"/>
                  <a:gd name="T17" fmla="*/ 26 h 117"/>
                  <a:gd name="T18" fmla="*/ 20 w 60"/>
                  <a:gd name="T19" fmla="*/ 41 h 117"/>
                  <a:gd name="T20" fmla="*/ 26 w 60"/>
                  <a:gd name="T21" fmla="*/ 59 h 117"/>
                  <a:gd name="T22" fmla="*/ 45 w 60"/>
                  <a:gd name="T23" fmla="*/ 112 h 117"/>
                  <a:gd name="T24" fmla="*/ 54 w 60"/>
                  <a:gd name="T25" fmla="*/ 116 h 117"/>
                  <a:gd name="T26" fmla="*/ 59 w 60"/>
                  <a:gd name="T27" fmla="*/ 107 h 117"/>
                  <a:gd name="T28" fmla="*/ 40 w 60"/>
                  <a:gd name="T29" fmla="*/ 55 h 117"/>
                  <a:gd name="T30" fmla="*/ 33 w 60"/>
                  <a:gd name="T31" fmla="*/ 37 h 117"/>
                  <a:gd name="T32" fmla="*/ 28 w 60"/>
                  <a:gd name="T33" fmla="*/ 21 h 117"/>
                  <a:gd name="T34" fmla="*/ 26 w 60"/>
                  <a:gd name="T35" fmla="*/ 19 h 117"/>
                  <a:gd name="T36" fmla="*/ 30 w 60"/>
                  <a:gd name="T37" fmla="*/ 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117">
                    <a:moveTo>
                      <a:pt x="30" y="6"/>
                    </a:moveTo>
                    <a:cubicBezTo>
                      <a:pt x="31" y="3"/>
                      <a:pt x="27" y="0"/>
                      <a:pt x="25" y="3"/>
                    </a:cubicBezTo>
                    <a:cubicBezTo>
                      <a:pt x="23" y="8"/>
                      <a:pt x="22" y="12"/>
                      <a:pt x="21" y="17"/>
                    </a:cubicBezTo>
                    <a:cubicBezTo>
                      <a:pt x="20" y="17"/>
                      <a:pt x="20" y="17"/>
                      <a:pt x="19" y="17"/>
                    </a:cubicBezTo>
                    <a:cubicBezTo>
                      <a:pt x="18" y="17"/>
                      <a:pt x="17" y="18"/>
                      <a:pt x="17" y="18"/>
                    </a:cubicBezTo>
                    <a:cubicBezTo>
                      <a:pt x="13" y="15"/>
                      <a:pt x="10" y="12"/>
                      <a:pt x="5" y="11"/>
                    </a:cubicBezTo>
                    <a:cubicBezTo>
                      <a:pt x="2" y="9"/>
                      <a:pt x="0" y="14"/>
                      <a:pt x="3" y="15"/>
                    </a:cubicBezTo>
                    <a:cubicBezTo>
                      <a:pt x="7" y="17"/>
                      <a:pt x="11" y="20"/>
                      <a:pt x="14" y="23"/>
                    </a:cubicBezTo>
                    <a:cubicBezTo>
                      <a:pt x="14" y="24"/>
                      <a:pt x="14" y="25"/>
                      <a:pt x="15" y="26"/>
                    </a:cubicBezTo>
                    <a:cubicBezTo>
                      <a:pt x="20" y="41"/>
                      <a:pt x="20" y="41"/>
                      <a:pt x="20" y="41"/>
                    </a:cubicBezTo>
                    <a:cubicBezTo>
                      <a:pt x="26" y="59"/>
                      <a:pt x="26" y="59"/>
                      <a:pt x="26" y="59"/>
                    </a:cubicBezTo>
                    <a:cubicBezTo>
                      <a:pt x="45" y="112"/>
                      <a:pt x="45" y="112"/>
                      <a:pt x="45" y="112"/>
                    </a:cubicBezTo>
                    <a:cubicBezTo>
                      <a:pt x="47" y="116"/>
                      <a:pt x="51" y="117"/>
                      <a:pt x="54" y="116"/>
                    </a:cubicBezTo>
                    <a:cubicBezTo>
                      <a:pt x="58" y="115"/>
                      <a:pt x="60" y="111"/>
                      <a:pt x="59" y="107"/>
                    </a:cubicBezTo>
                    <a:cubicBezTo>
                      <a:pt x="40" y="55"/>
                      <a:pt x="40" y="55"/>
                      <a:pt x="40" y="55"/>
                    </a:cubicBezTo>
                    <a:cubicBezTo>
                      <a:pt x="33" y="37"/>
                      <a:pt x="33" y="37"/>
                      <a:pt x="33" y="37"/>
                    </a:cubicBezTo>
                    <a:cubicBezTo>
                      <a:pt x="28" y="21"/>
                      <a:pt x="28" y="21"/>
                      <a:pt x="28" y="21"/>
                    </a:cubicBezTo>
                    <a:cubicBezTo>
                      <a:pt x="27" y="20"/>
                      <a:pt x="27" y="19"/>
                      <a:pt x="26" y="19"/>
                    </a:cubicBezTo>
                    <a:cubicBezTo>
                      <a:pt x="26" y="14"/>
                      <a:pt x="28" y="10"/>
                      <a:pt x="3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2" name="Freeform 98"/>
              <p:cNvSpPr>
                <a:spLocks/>
              </p:cNvSpPr>
              <p:nvPr/>
            </p:nvSpPr>
            <p:spPr bwMode="auto">
              <a:xfrm>
                <a:off x="-6589713" y="4914900"/>
                <a:ext cx="206375" cy="307975"/>
              </a:xfrm>
              <a:custGeom>
                <a:avLst/>
                <a:gdLst>
                  <a:gd name="T0" fmla="*/ 130 w 130"/>
                  <a:gd name="T1" fmla="*/ 35 h 194"/>
                  <a:gd name="T2" fmla="*/ 99 w 130"/>
                  <a:gd name="T3" fmla="*/ 35 h 194"/>
                  <a:gd name="T4" fmla="*/ 116 w 130"/>
                  <a:gd name="T5" fmla="*/ 0 h 194"/>
                  <a:gd name="T6" fmla="*/ 73 w 130"/>
                  <a:gd name="T7" fmla="*/ 0 h 194"/>
                  <a:gd name="T8" fmla="*/ 68 w 130"/>
                  <a:gd name="T9" fmla="*/ 0 h 194"/>
                  <a:gd name="T10" fmla="*/ 49 w 130"/>
                  <a:gd name="T11" fmla="*/ 0 h 194"/>
                  <a:gd name="T12" fmla="*/ 9 w 130"/>
                  <a:gd name="T13" fmla="*/ 83 h 194"/>
                  <a:gd name="T14" fmla="*/ 45 w 130"/>
                  <a:gd name="T15" fmla="*/ 83 h 194"/>
                  <a:gd name="T16" fmla="*/ 0 w 130"/>
                  <a:gd name="T17" fmla="*/ 194 h 194"/>
                  <a:gd name="T18" fmla="*/ 130 w 130"/>
                  <a:gd name="T19" fmla="*/ 3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94">
                    <a:moveTo>
                      <a:pt x="130" y="35"/>
                    </a:moveTo>
                    <a:lnTo>
                      <a:pt x="99" y="35"/>
                    </a:lnTo>
                    <a:lnTo>
                      <a:pt x="116" y="0"/>
                    </a:lnTo>
                    <a:lnTo>
                      <a:pt x="73" y="0"/>
                    </a:lnTo>
                    <a:lnTo>
                      <a:pt x="68" y="0"/>
                    </a:lnTo>
                    <a:lnTo>
                      <a:pt x="49" y="0"/>
                    </a:lnTo>
                    <a:lnTo>
                      <a:pt x="9" y="83"/>
                    </a:lnTo>
                    <a:lnTo>
                      <a:pt x="45" y="83"/>
                    </a:lnTo>
                    <a:lnTo>
                      <a:pt x="0" y="194"/>
                    </a:lnTo>
                    <a:lnTo>
                      <a:pt x="130"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3" name="Freeform 99"/>
              <p:cNvSpPr>
                <a:spLocks/>
              </p:cNvSpPr>
              <p:nvPr/>
            </p:nvSpPr>
            <p:spPr bwMode="auto">
              <a:xfrm>
                <a:off x="-6707188" y="4551363"/>
                <a:ext cx="563563" cy="344488"/>
              </a:xfrm>
              <a:custGeom>
                <a:avLst/>
                <a:gdLst>
                  <a:gd name="T0" fmla="*/ 0 w 150"/>
                  <a:gd name="T1" fmla="*/ 76 h 92"/>
                  <a:gd name="T2" fmla="*/ 16 w 150"/>
                  <a:gd name="T3" fmla="*/ 92 h 92"/>
                  <a:gd name="T4" fmla="*/ 54 w 150"/>
                  <a:gd name="T5" fmla="*/ 92 h 92"/>
                  <a:gd name="T6" fmla="*/ 60 w 150"/>
                  <a:gd name="T7" fmla="*/ 92 h 92"/>
                  <a:gd name="T8" fmla="*/ 62 w 150"/>
                  <a:gd name="T9" fmla="*/ 92 h 92"/>
                  <a:gd name="T10" fmla="*/ 83 w 150"/>
                  <a:gd name="T11" fmla="*/ 92 h 92"/>
                  <a:gd name="T12" fmla="*/ 124 w 150"/>
                  <a:gd name="T13" fmla="*/ 92 h 92"/>
                  <a:gd name="T14" fmla="*/ 150 w 150"/>
                  <a:gd name="T15" fmla="*/ 66 h 92"/>
                  <a:gd name="T16" fmla="*/ 124 w 150"/>
                  <a:gd name="T17" fmla="*/ 39 h 92"/>
                  <a:gd name="T18" fmla="*/ 106 w 150"/>
                  <a:gd name="T19" fmla="*/ 45 h 92"/>
                  <a:gd name="T20" fmla="*/ 60 w 150"/>
                  <a:gd name="T21" fmla="*/ 0 h 92"/>
                  <a:gd name="T22" fmla="*/ 14 w 150"/>
                  <a:gd name="T23" fmla="*/ 46 h 92"/>
                  <a:gd name="T24" fmla="*/ 16 w 150"/>
                  <a:gd name="T25" fmla="*/ 60 h 92"/>
                  <a:gd name="T26" fmla="*/ 0 w 150"/>
                  <a:gd name="T27" fmla="*/ 7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92">
                    <a:moveTo>
                      <a:pt x="0" y="76"/>
                    </a:moveTo>
                    <a:cubicBezTo>
                      <a:pt x="0" y="85"/>
                      <a:pt x="7" y="92"/>
                      <a:pt x="16" y="92"/>
                    </a:cubicBezTo>
                    <a:cubicBezTo>
                      <a:pt x="54" y="92"/>
                      <a:pt x="54" y="92"/>
                      <a:pt x="54" y="92"/>
                    </a:cubicBezTo>
                    <a:cubicBezTo>
                      <a:pt x="60" y="92"/>
                      <a:pt x="60" y="92"/>
                      <a:pt x="60" y="92"/>
                    </a:cubicBezTo>
                    <a:cubicBezTo>
                      <a:pt x="62" y="92"/>
                      <a:pt x="62" y="92"/>
                      <a:pt x="62" y="92"/>
                    </a:cubicBezTo>
                    <a:cubicBezTo>
                      <a:pt x="83" y="92"/>
                      <a:pt x="83" y="92"/>
                      <a:pt x="83" y="92"/>
                    </a:cubicBezTo>
                    <a:cubicBezTo>
                      <a:pt x="124" y="92"/>
                      <a:pt x="124" y="92"/>
                      <a:pt x="124" y="92"/>
                    </a:cubicBezTo>
                    <a:cubicBezTo>
                      <a:pt x="138" y="92"/>
                      <a:pt x="150" y="80"/>
                      <a:pt x="150" y="66"/>
                    </a:cubicBezTo>
                    <a:cubicBezTo>
                      <a:pt x="150" y="51"/>
                      <a:pt x="138" y="39"/>
                      <a:pt x="124" y="39"/>
                    </a:cubicBezTo>
                    <a:cubicBezTo>
                      <a:pt x="117" y="39"/>
                      <a:pt x="111" y="41"/>
                      <a:pt x="106" y="45"/>
                    </a:cubicBezTo>
                    <a:cubicBezTo>
                      <a:pt x="106" y="20"/>
                      <a:pt x="85" y="0"/>
                      <a:pt x="60" y="0"/>
                    </a:cubicBezTo>
                    <a:cubicBezTo>
                      <a:pt x="34" y="0"/>
                      <a:pt x="14" y="21"/>
                      <a:pt x="14" y="46"/>
                    </a:cubicBezTo>
                    <a:cubicBezTo>
                      <a:pt x="14" y="51"/>
                      <a:pt x="14" y="55"/>
                      <a:pt x="16" y="60"/>
                    </a:cubicBezTo>
                    <a:cubicBezTo>
                      <a:pt x="7" y="60"/>
                      <a:pt x="0" y="67"/>
                      <a:pt x="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4" name="Freeform 100"/>
              <p:cNvSpPr>
                <a:spLocks noEditPoints="1"/>
              </p:cNvSpPr>
              <p:nvPr/>
            </p:nvSpPr>
            <p:spPr bwMode="auto">
              <a:xfrm>
                <a:off x="-2974975" y="3567113"/>
                <a:ext cx="649288" cy="322263"/>
              </a:xfrm>
              <a:custGeom>
                <a:avLst/>
                <a:gdLst>
                  <a:gd name="T0" fmla="*/ 149 w 173"/>
                  <a:gd name="T1" fmla="*/ 61 h 86"/>
                  <a:gd name="T2" fmla="*/ 173 w 173"/>
                  <a:gd name="T3" fmla="*/ 31 h 86"/>
                  <a:gd name="T4" fmla="*/ 149 w 173"/>
                  <a:gd name="T5" fmla="*/ 1 h 86"/>
                  <a:gd name="T6" fmla="*/ 149 w 173"/>
                  <a:gd name="T7" fmla="*/ 15 h 86"/>
                  <a:gd name="T8" fmla="*/ 160 w 173"/>
                  <a:gd name="T9" fmla="*/ 31 h 86"/>
                  <a:gd name="T10" fmla="*/ 149 w 173"/>
                  <a:gd name="T11" fmla="*/ 47 h 86"/>
                  <a:gd name="T12" fmla="*/ 149 w 173"/>
                  <a:gd name="T13" fmla="*/ 61 h 86"/>
                  <a:gd name="T14" fmla="*/ 73 w 173"/>
                  <a:gd name="T15" fmla="*/ 86 h 86"/>
                  <a:gd name="T16" fmla="*/ 130 w 173"/>
                  <a:gd name="T17" fmla="*/ 59 h 86"/>
                  <a:gd name="T18" fmla="*/ 143 w 173"/>
                  <a:gd name="T19" fmla="*/ 61 h 86"/>
                  <a:gd name="T20" fmla="*/ 149 w 173"/>
                  <a:gd name="T21" fmla="*/ 61 h 86"/>
                  <a:gd name="T22" fmla="*/ 149 w 173"/>
                  <a:gd name="T23" fmla="*/ 47 h 86"/>
                  <a:gd name="T24" fmla="*/ 143 w 173"/>
                  <a:gd name="T25" fmla="*/ 48 h 86"/>
                  <a:gd name="T26" fmla="*/ 137 w 173"/>
                  <a:gd name="T27" fmla="*/ 47 h 86"/>
                  <a:gd name="T28" fmla="*/ 145 w 173"/>
                  <a:gd name="T29" fmla="*/ 14 h 86"/>
                  <a:gd name="T30" fmla="*/ 145 w 173"/>
                  <a:gd name="T31" fmla="*/ 14 h 86"/>
                  <a:gd name="T32" fmla="*/ 145 w 173"/>
                  <a:gd name="T33" fmla="*/ 14 h 86"/>
                  <a:gd name="T34" fmla="*/ 149 w 173"/>
                  <a:gd name="T35" fmla="*/ 15 h 86"/>
                  <a:gd name="T36" fmla="*/ 149 w 173"/>
                  <a:gd name="T37" fmla="*/ 1 h 86"/>
                  <a:gd name="T38" fmla="*/ 144 w 173"/>
                  <a:gd name="T39" fmla="*/ 0 h 86"/>
                  <a:gd name="T40" fmla="*/ 144 w 173"/>
                  <a:gd name="T41" fmla="*/ 0 h 86"/>
                  <a:gd name="T42" fmla="*/ 2 w 173"/>
                  <a:gd name="T43" fmla="*/ 0 h 86"/>
                  <a:gd name="T44" fmla="*/ 0 w 173"/>
                  <a:gd name="T45" fmla="*/ 14 h 86"/>
                  <a:gd name="T46" fmla="*/ 73 w 173"/>
                  <a:gd name="T4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3" h="86">
                    <a:moveTo>
                      <a:pt x="149" y="61"/>
                    </a:moveTo>
                    <a:cubicBezTo>
                      <a:pt x="163" y="58"/>
                      <a:pt x="173" y="46"/>
                      <a:pt x="173" y="31"/>
                    </a:cubicBezTo>
                    <a:cubicBezTo>
                      <a:pt x="173" y="16"/>
                      <a:pt x="163" y="4"/>
                      <a:pt x="149" y="1"/>
                    </a:cubicBezTo>
                    <a:cubicBezTo>
                      <a:pt x="149" y="15"/>
                      <a:pt x="149" y="15"/>
                      <a:pt x="149" y="15"/>
                    </a:cubicBezTo>
                    <a:cubicBezTo>
                      <a:pt x="155" y="17"/>
                      <a:pt x="160" y="23"/>
                      <a:pt x="160" y="31"/>
                    </a:cubicBezTo>
                    <a:cubicBezTo>
                      <a:pt x="160" y="38"/>
                      <a:pt x="155" y="45"/>
                      <a:pt x="149" y="47"/>
                    </a:cubicBezTo>
                    <a:lnTo>
                      <a:pt x="149" y="61"/>
                    </a:lnTo>
                    <a:close/>
                    <a:moveTo>
                      <a:pt x="73" y="86"/>
                    </a:moveTo>
                    <a:cubicBezTo>
                      <a:pt x="96" y="86"/>
                      <a:pt x="117" y="75"/>
                      <a:pt x="130" y="59"/>
                    </a:cubicBezTo>
                    <a:cubicBezTo>
                      <a:pt x="134" y="60"/>
                      <a:pt x="138" y="61"/>
                      <a:pt x="143" y="61"/>
                    </a:cubicBezTo>
                    <a:cubicBezTo>
                      <a:pt x="145" y="61"/>
                      <a:pt x="147" y="61"/>
                      <a:pt x="149" y="61"/>
                    </a:cubicBezTo>
                    <a:cubicBezTo>
                      <a:pt x="149" y="47"/>
                      <a:pt x="149" y="47"/>
                      <a:pt x="149" y="47"/>
                    </a:cubicBezTo>
                    <a:cubicBezTo>
                      <a:pt x="147" y="48"/>
                      <a:pt x="145" y="48"/>
                      <a:pt x="143" y="48"/>
                    </a:cubicBezTo>
                    <a:cubicBezTo>
                      <a:pt x="141" y="48"/>
                      <a:pt x="139" y="48"/>
                      <a:pt x="137" y="47"/>
                    </a:cubicBezTo>
                    <a:cubicBezTo>
                      <a:pt x="142" y="37"/>
                      <a:pt x="145" y="26"/>
                      <a:pt x="145" y="14"/>
                    </a:cubicBezTo>
                    <a:cubicBezTo>
                      <a:pt x="145" y="14"/>
                      <a:pt x="145" y="14"/>
                      <a:pt x="145" y="14"/>
                    </a:cubicBezTo>
                    <a:cubicBezTo>
                      <a:pt x="145" y="14"/>
                      <a:pt x="145" y="14"/>
                      <a:pt x="145" y="14"/>
                    </a:cubicBezTo>
                    <a:cubicBezTo>
                      <a:pt x="146" y="14"/>
                      <a:pt x="148" y="14"/>
                      <a:pt x="149" y="15"/>
                    </a:cubicBezTo>
                    <a:cubicBezTo>
                      <a:pt x="149" y="1"/>
                      <a:pt x="149" y="1"/>
                      <a:pt x="149" y="1"/>
                    </a:cubicBezTo>
                    <a:cubicBezTo>
                      <a:pt x="147" y="1"/>
                      <a:pt x="146" y="0"/>
                      <a:pt x="144" y="0"/>
                    </a:cubicBezTo>
                    <a:cubicBezTo>
                      <a:pt x="144" y="0"/>
                      <a:pt x="144" y="0"/>
                      <a:pt x="144" y="0"/>
                    </a:cubicBezTo>
                    <a:cubicBezTo>
                      <a:pt x="2" y="0"/>
                      <a:pt x="2" y="0"/>
                      <a:pt x="2" y="0"/>
                    </a:cubicBezTo>
                    <a:cubicBezTo>
                      <a:pt x="1" y="5"/>
                      <a:pt x="0" y="9"/>
                      <a:pt x="0" y="14"/>
                    </a:cubicBezTo>
                    <a:cubicBezTo>
                      <a:pt x="0" y="54"/>
                      <a:pt x="33" y="86"/>
                      <a:pt x="73"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5" name="Rectangle 101"/>
              <p:cNvSpPr>
                <a:spLocks noChangeArrowheads="1"/>
              </p:cNvSpPr>
              <p:nvPr/>
            </p:nvSpPr>
            <p:spPr bwMode="auto">
              <a:xfrm>
                <a:off x="-2974975" y="3919538"/>
                <a:ext cx="588963"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6" name="Freeform 102"/>
              <p:cNvSpPr>
                <a:spLocks/>
              </p:cNvSpPr>
              <p:nvPr/>
            </p:nvSpPr>
            <p:spPr bwMode="auto">
              <a:xfrm>
                <a:off x="-2840038" y="3281363"/>
                <a:ext cx="104775" cy="266700"/>
              </a:xfrm>
              <a:custGeom>
                <a:avLst/>
                <a:gdLst>
                  <a:gd name="T0" fmla="*/ 10 w 28"/>
                  <a:gd name="T1" fmla="*/ 54 h 71"/>
                  <a:gd name="T2" fmla="*/ 14 w 28"/>
                  <a:gd name="T3" fmla="*/ 68 h 71"/>
                  <a:gd name="T4" fmla="*/ 26 w 28"/>
                  <a:gd name="T5" fmla="*/ 44 h 71"/>
                  <a:gd name="T6" fmla="*/ 19 w 28"/>
                  <a:gd name="T7" fmla="*/ 29 h 71"/>
                  <a:gd name="T8" fmla="*/ 18 w 28"/>
                  <a:gd name="T9" fmla="*/ 18 h 71"/>
                  <a:gd name="T10" fmla="*/ 11 w 28"/>
                  <a:gd name="T11" fmla="*/ 5 h 71"/>
                  <a:gd name="T12" fmla="*/ 3 w 28"/>
                  <a:gd name="T13" fmla="*/ 30 h 71"/>
                  <a:gd name="T14" fmla="*/ 10 w 28"/>
                  <a:gd name="T15" fmla="*/ 5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1">
                    <a:moveTo>
                      <a:pt x="10" y="54"/>
                    </a:moveTo>
                    <a:cubicBezTo>
                      <a:pt x="1" y="57"/>
                      <a:pt x="5" y="71"/>
                      <a:pt x="14" y="68"/>
                    </a:cubicBezTo>
                    <a:cubicBezTo>
                      <a:pt x="25" y="65"/>
                      <a:pt x="28" y="54"/>
                      <a:pt x="26" y="44"/>
                    </a:cubicBezTo>
                    <a:cubicBezTo>
                      <a:pt x="24" y="38"/>
                      <a:pt x="21" y="34"/>
                      <a:pt x="19" y="29"/>
                    </a:cubicBezTo>
                    <a:cubicBezTo>
                      <a:pt x="17" y="26"/>
                      <a:pt x="15" y="20"/>
                      <a:pt x="18" y="18"/>
                    </a:cubicBezTo>
                    <a:cubicBezTo>
                      <a:pt x="26" y="13"/>
                      <a:pt x="19" y="0"/>
                      <a:pt x="11" y="5"/>
                    </a:cubicBezTo>
                    <a:cubicBezTo>
                      <a:pt x="2" y="11"/>
                      <a:pt x="0" y="21"/>
                      <a:pt x="3" y="30"/>
                    </a:cubicBezTo>
                    <a:cubicBezTo>
                      <a:pt x="4" y="34"/>
                      <a:pt x="17" y="52"/>
                      <a:pt x="1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7" name="Freeform 103"/>
              <p:cNvSpPr>
                <a:spLocks/>
              </p:cNvSpPr>
              <p:nvPr/>
            </p:nvSpPr>
            <p:spPr bwMode="auto">
              <a:xfrm>
                <a:off x="-2686050" y="3281363"/>
                <a:ext cx="104775" cy="266700"/>
              </a:xfrm>
              <a:custGeom>
                <a:avLst/>
                <a:gdLst>
                  <a:gd name="T0" fmla="*/ 10 w 28"/>
                  <a:gd name="T1" fmla="*/ 54 h 71"/>
                  <a:gd name="T2" fmla="*/ 14 w 28"/>
                  <a:gd name="T3" fmla="*/ 68 h 71"/>
                  <a:gd name="T4" fmla="*/ 25 w 28"/>
                  <a:gd name="T5" fmla="*/ 44 h 71"/>
                  <a:gd name="T6" fmla="*/ 18 w 28"/>
                  <a:gd name="T7" fmla="*/ 29 h 71"/>
                  <a:gd name="T8" fmla="*/ 18 w 28"/>
                  <a:gd name="T9" fmla="*/ 18 h 71"/>
                  <a:gd name="T10" fmla="*/ 10 w 28"/>
                  <a:gd name="T11" fmla="*/ 5 h 71"/>
                  <a:gd name="T12" fmla="*/ 3 w 28"/>
                  <a:gd name="T13" fmla="*/ 30 h 71"/>
                  <a:gd name="T14" fmla="*/ 10 w 28"/>
                  <a:gd name="T15" fmla="*/ 5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1">
                    <a:moveTo>
                      <a:pt x="10" y="54"/>
                    </a:moveTo>
                    <a:cubicBezTo>
                      <a:pt x="1" y="57"/>
                      <a:pt x="5" y="71"/>
                      <a:pt x="14" y="68"/>
                    </a:cubicBezTo>
                    <a:cubicBezTo>
                      <a:pt x="24" y="65"/>
                      <a:pt x="28" y="54"/>
                      <a:pt x="25" y="44"/>
                    </a:cubicBezTo>
                    <a:cubicBezTo>
                      <a:pt x="24" y="38"/>
                      <a:pt x="21" y="34"/>
                      <a:pt x="18" y="29"/>
                    </a:cubicBezTo>
                    <a:cubicBezTo>
                      <a:pt x="17" y="26"/>
                      <a:pt x="14" y="20"/>
                      <a:pt x="18" y="18"/>
                    </a:cubicBezTo>
                    <a:cubicBezTo>
                      <a:pt x="26" y="13"/>
                      <a:pt x="19" y="0"/>
                      <a:pt x="10" y="5"/>
                    </a:cubicBezTo>
                    <a:cubicBezTo>
                      <a:pt x="2" y="11"/>
                      <a:pt x="0" y="21"/>
                      <a:pt x="3" y="30"/>
                    </a:cubicBezTo>
                    <a:cubicBezTo>
                      <a:pt x="4" y="34"/>
                      <a:pt x="16" y="52"/>
                      <a:pt x="1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8" name="Freeform 104"/>
              <p:cNvSpPr>
                <a:spLocks/>
              </p:cNvSpPr>
              <p:nvPr/>
            </p:nvSpPr>
            <p:spPr bwMode="auto">
              <a:xfrm>
                <a:off x="-5267325" y="5068888"/>
                <a:ext cx="266700" cy="431800"/>
              </a:xfrm>
              <a:custGeom>
                <a:avLst/>
                <a:gdLst>
                  <a:gd name="T0" fmla="*/ 168 w 168"/>
                  <a:gd name="T1" fmla="*/ 158 h 272"/>
                  <a:gd name="T2" fmla="*/ 168 w 168"/>
                  <a:gd name="T3" fmla="*/ 0 h 272"/>
                  <a:gd name="T4" fmla="*/ 85 w 168"/>
                  <a:gd name="T5" fmla="*/ 0 h 272"/>
                  <a:gd name="T6" fmla="*/ 0 w 168"/>
                  <a:gd name="T7" fmla="*/ 218 h 272"/>
                  <a:gd name="T8" fmla="*/ 123 w 168"/>
                  <a:gd name="T9" fmla="*/ 272 h 272"/>
                  <a:gd name="T10" fmla="*/ 168 w 168"/>
                  <a:gd name="T11" fmla="*/ 158 h 272"/>
                </a:gdLst>
                <a:ahLst/>
                <a:cxnLst>
                  <a:cxn ang="0">
                    <a:pos x="T0" y="T1"/>
                  </a:cxn>
                  <a:cxn ang="0">
                    <a:pos x="T2" y="T3"/>
                  </a:cxn>
                  <a:cxn ang="0">
                    <a:pos x="T4" y="T5"/>
                  </a:cxn>
                  <a:cxn ang="0">
                    <a:pos x="T6" y="T7"/>
                  </a:cxn>
                  <a:cxn ang="0">
                    <a:pos x="T8" y="T9"/>
                  </a:cxn>
                  <a:cxn ang="0">
                    <a:pos x="T10" y="T11"/>
                  </a:cxn>
                </a:cxnLst>
                <a:rect l="0" t="0" r="r" b="b"/>
                <a:pathLst>
                  <a:path w="168" h="272">
                    <a:moveTo>
                      <a:pt x="168" y="158"/>
                    </a:moveTo>
                    <a:lnTo>
                      <a:pt x="168" y="0"/>
                    </a:lnTo>
                    <a:lnTo>
                      <a:pt x="85" y="0"/>
                    </a:lnTo>
                    <a:lnTo>
                      <a:pt x="0" y="218"/>
                    </a:lnTo>
                    <a:lnTo>
                      <a:pt x="123" y="272"/>
                    </a:lnTo>
                    <a:lnTo>
                      <a:pt x="168"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9" name="Freeform 105"/>
              <p:cNvSpPr>
                <a:spLocks/>
              </p:cNvSpPr>
              <p:nvPr/>
            </p:nvSpPr>
            <p:spPr bwMode="auto">
              <a:xfrm>
                <a:off x="-4986338" y="5068888"/>
                <a:ext cx="49213" cy="134938"/>
              </a:xfrm>
              <a:custGeom>
                <a:avLst/>
                <a:gdLst>
                  <a:gd name="T0" fmla="*/ 0 w 13"/>
                  <a:gd name="T1" fmla="*/ 36 h 36"/>
                  <a:gd name="T2" fmla="*/ 13 w 13"/>
                  <a:gd name="T3" fmla="*/ 2 h 36"/>
                  <a:gd name="T4" fmla="*/ 13 w 13"/>
                  <a:gd name="T5" fmla="*/ 0 h 36"/>
                  <a:gd name="T6" fmla="*/ 0 w 13"/>
                  <a:gd name="T7" fmla="*/ 0 h 36"/>
                  <a:gd name="T8" fmla="*/ 0 w 13"/>
                  <a:gd name="T9" fmla="*/ 36 h 36"/>
                </a:gdLst>
                <a:ahLst/>
                <a:cxnLst>
                  <a:cxn ang="0">
                    <a:pos x="T0" y="T1"/>
                  </a:cxn>
                  <a:cxn ang="0">
                    <a:pos x="T2" y="T3"/>
                  </a:cxn>
                  <a:cxn ang="0">
                    <a:pos x="T4" y="T5"/>
                  </a:cxn>
                  <a:cxn ang="0">
                    <a:pos x="T6" y="T7"/>
                  </a:cxn>
                  <a:cxn ang="0">
                    <a:pos x="T8" y="T9"/>
                  </a:cxn>
                </a:cxnLst>
                <a:rect l="0" t="0" r="r" b="b"/>
                <a:pathLst>
                  <a:path w="13" h="36">
                    <a:moveTo>
                      <a:pt x="0" y="36"/>
                    </a:moveTo>
                    <a:cubicBezTo>
                      <a:pt x="12" y="30"/>
                      <a:pt x="13" y="14"/>
                      <a:pt x="13" y="2"/>
                    </a:cubicBezTo>
                    <a:cubicBezTo>
                      <a:pt x="13" y="1"/>
                      <a:pt x="13" y="1"/>
                      <a:pt x="13" y="0"/>
                    </a:cubicBezTo>
                    <a:cubicBezTo>
                      <a:pt x="0" y="0"/>
                      <a:pt x="0" y="0"/>
                      <a:pt x="0" y="0"/>
                    </a:cubicBezTo>
                    <a:lnTo>
                      <a:pt x="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40" name="Freeform 106"/>
              <p:cNvSpPr>
                <a:spLocks/>
              </p:cNvSpPr>
              <p:nvPr/>
            </p:nvSpPr>
            <p:spPr bwMode="auto">
              <a:xfrm>
                <a:off x="-4986338" y="5068888"/>
                <a:ext cx="266700" cy="431800"/>
              </a:xfrm>
              <a:custGeom>
                <a:avLst/>
                <a:gdLst>
                  <a:gd name="T0" fmla="*/ 17 w 71"/>
                  <a:gd name="T1" fmla="*/ 0 h 115"/>
                  <a:gd name="T2" fmla="*/ 17 w 71"/>
                  <a:gd name="T3" fmla="*/ 2 h 115"/>
                  <a:gd name="T4" fmla="*/ 0 w 71"/>
                  <a:gd name="T5" fmla="*/ 41 h 115"/>
                  <a:gd name="T6" fmla="*/ 0 w 71"/>
                  <a:gd name="T7" fmla="*/ 67 h 115"/>
                  <a:gd name="T8" fmla="*/ 20 w 71"/>
                  <a:gd name="T9" fmla="*/ 115 h 115"/>
                  <a:gd name="T10" fmla="*/ 71 w 71"/>
                  <a:gd name="T11" fmla="*/ 92 h 115"/>
                  <a:gd name="T12" fmla="*/ 35 w 71"/>
                  <a:gd name="T13" fmla="*/ 0 h 115"/>
                  <a:gd name="T14" fmla="*/ 17 w 71"/>
                  <a:gd name="T15" fmla="*/ 0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15">
                    <a:moveTo>
                      <a:pt x="17" y="0"/>
                    </a:moveTo>
                    <a:cubicBezTo>
                      <a:pt x="17" y="1"/>
                      <a:pt x="17" y="1"/>
                      <a:pt x="17" y="2"/>
                    </a:cubicBezTo>
                    <a:cubicBezTo>
                      <a:pt x="17" y="16"/>
                      <a:pt x="15" y="34"/>
                      <a:pt x="0" y="41"/>
                    </a:cubicBezTo>
                    <a:cubicBezTo>
                      <a:pt x="0" y="67"/>
                      <a:pt x="0" y="67"/>
                      <a:pt x="0" y="67"/>
                    </a:cubicBezTo>
                    <a:cubicBezTo>
                      <a:pt x="20" y="115"/>
                      <a:pt x="20" y="115"/>
                      <a:pt x="20" y="115"/>
                    </a:cubicBezTo>
                    <a:cubicBezTo>
                      <a:pt x="71" y="92"/>
                      <a:pt x="71" y="92"/>
                      <a:pt x="71" y="92"/>
                    </a:cubicBezTo>
                    <a:cubicBezTo>
                      <a:pt x="35" y="0"/>
                      <a:pt x="35" y="0"/>
                      <a:pt x="35" y="0"/>
                    </a:cubicBez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41" name="Freeform 107"/>
              <p:cNvSpPr>
                <a:spLocks/>
              </p:cNvSpPr>
              <p:nvPr/>
            </p:nvSpPr>
            <p:spPr bwMode="auto">
              <a:xfrm>
                <a:off x="-5132388" y="5019675"/>
                <a:ext cx="277813" cy="38100"/>
              </a:xfrm>
              <a:custGeom>
                <a:avLst/>
                <a:gdLst>
                  <a:gd name="T0" fmla="*/ 175 w 175"/>
                  <a:gd name="T1" fmla="*/ 0 h 24"/>
                  <a:gd name="T2" fmla="*/ 0 w 175"/>
                  <a:gd name="T3" fmla="*/ 0 h 24"/>
                  <a:gd name="T4" fmla="*/ 0 w 175"/>
                  <a:gd name="T5" fmla="*/ 24 h 24"/>
                  <a:gd name="T6" fmla="*/ 83 w 175"/>
                  <a:gd name="T7" fmla="*/ 24 h 24"/>
                  <a:gd name="T8" fmla="*/ 92 w 175"/>
                  <a:gd name="T9" fmla="*/ 24 h 24"/>
                  <a:gd name="T10" fmla="*/ 175 w 175"/>
                  <a:gd name="T11" fmla="*/ 24 h 24"/>
                  <a:gd name="T12" fmla="*/ 175 w 175"/>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175" h="24">
                    <a:moveTo>
                      <a:pt x="175" y="0"/>
                    </a:moveTo>
                    <a:lnTo>
                      <a:pt x="0" y="0"/>
                    </a:lnTo>
                    <a:lnTo>
                      <a:pt x="0" y="24"/>
                    </a:lnTo>
                    <a:lnTo>
                      <a:pt x="83" y="24"/>
                    </a:lnTo>
                    <a:lnTo>
                      <a:pt x="92" y="24"/>
                    </a:lnTo>
                    <a:lnTo>
                      <a:pt x="175" y="24"/>
                    </a:lnTo>
                    <a:lnTo>
                      <a:pt x="17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grpSp>
        <p:grpSp>
          <p:nvGrpSpPr>
            <p:cNvPr id="16" name="Group 17"/>
            <p:cNvGrpSpPr/>
            <p:nvPr/>
          </p:nvGrpSpPr>
          <p:grpSpPr>
            <a:xfrm flipH="1">
              <a:off x="1270242" y="2289337"/>
              <a:ext cx="2798558" cy="4053395"/>
              <a:chOff x="-6699250" y="-300038"/>
              <a:chExt cx="6051550" cy="9296401"/>
            </a:xfrm>
            <a:solidFill>
              <a:schemeClr val="accent4">
                <a:lumMod val="75000"/>
              </a:schemeClr>
            </a:solidFill>
          </p:grpSpPr>
          <p:sp>
            <p:nvSpPr>
              <p:cNvPr id="82" name="Freeform 111"/>
              <p:cNvSpPr>
                <a:spLocks/>
              </p:cNvSpPr>
              <p:nvPr/>
            </p:nvSpPr>
            <p:spPr bwMode="auto">
              <a:xfrm>
                <a:off x="-4589463" y="3746500"/>
                <a:ext cx="450850" cy="615950"/>
              </a:xfrm>
              <a:custGeom>
                <a:avLst/>
                <a:gdLst>
                  <a:gd name="T0" fmla="*/ 65 w 120"/>
                  <a:gd name="T1" fmla="*/ 31 h 164"/>
                  <a:gd name="T2" fmla="*/ 65 w 120"/>
                  <a:gd name="T3" fmla="*/ 31 h 164"/>
                  <a:gd name="T4" fmla="*/ 65 w 120"/>
                  <a:gd name="T5" fmla="*/ 131 h 164"/>
                  <a:gd name="T6" fmla="*/ 44 w 120"/>
                  <a:gd name="T7" fmla="*/ 153 h 164"/>
                  <a:gd name="T8" fmla="*/ 15 w 120"/>
                  <a:gd name="T9" fmla="*/ 137 h 164"/>
                  <a:gd name="T10" fmla="*/ 20 w 120"/>
                  <a:gd name="T11" fmla="*/ 137 h 164"/>
                  <a:gd name="T12" fmla="*/ 20 w 120"/>
                  <a:gd name="T13" fmla="*/ 129 h 164"/>
                  <a:gd name="T14" fmla="*/ 0 w 120"/>
                  <a:gd name="T15" fmla="*/ 129 h 164"/>
                  <a:gd name="T16" fmla="*/ 0 w 120"/>
                  <a:gd name="T17" fmla="*/ 137 h 164"/>
                  <a:gd name="T18" fmla="*/ 6 w 120"/>
                  <a:gd name="T19" fmla="*/ 137 h 164"/>
                  <a:gd name="T20" fmla="*/ 41 w 120"/>
                  <a:gd name="T21" fmla="*/ 163 h 164"/>
                  <a:gd name="T22" fmla="*/ 75 w 120"/>
                  <a:gd name="T23" fmla="*/ 129 h 164"/>
                  <a:gd name="T24" fmla="*/ 74 w 120"/>
                  <a:gd name="T25" fmla="*/ 31 h 164"/>
                  <a:gd name="T26" fmla="*/ 92 w 120"/>
                  <a:gd name="T27" fmla="*/ 10 h 164"/>
                  <a:gd name="T28" fmla="*/ 110 w 120"/>
                  <a:gd name="T29" fmla="*/ 32 h 164"/>
                  <a:gd name="T30" fmla="*/ 110 w 120"/>
                  <a:gd name="T31" fmla="*/ 142 h 164"/>
                  <a:gd name="T32" fmla="*/ 120 w 120"/>
                  <a:gd name="T33" fmla="*/ 142 h 164"/>
                  <a:gd name="T34" fmla="*/ 119 w 120"/>
                  <a:gd name="T35" fmla="*/ 30 h 164"/>
                  <a:gd name="T36" fmla="*/ 93 w 120"/>
                  <a:gd name="T37" fmla="*/ 1 h 164"/>
                  <a:gd name="T38" fmla="*/ 65 w 120"/>
                  <a:gd name="T39" fmla="*/ 3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64">
                    <a:moveTo>
                      <a:pt x="65" y="31"/>
                    </a:moveTo>
                    <a:cubicBezTo>
                      <a:pt x="65" y="31"/>
                      <a:pt x="65" y="31"/>
                      <a:pt x="65" y="31"/>
                    </a:cubicBezTo>
                    <a:cubicBezTo>
                      <a:pt x="65" y="31"/>
                      <a:pt x="65" y="130"/>
                      <a:pt x="65" y="131"/>
                    </a:cubicBezTo>
                    <a:cubicBezTo>
                      <a:pt x="65" y="142"/>
                      <a:pt x="55" y="150"/>
                      <a:pt x="44" y="153"/>
                    </a:cubicBezTo>
                    <a:cubicBezTo>
                      <a:pt x="34" y="156"/>
                      <a:pt x="13" y="151"/>
                      <a:pt x="15" y="137"/>
                    </a:cubicBezTo>
                    <a:cubicBezTo>
                      <a:pt x="20" y="137"/>
                      <a:pt x="20" y="137"/>
                      <a:pt x="20" y="137"/>
                    </a:cubicBezTo>
                    <a:cubicBezTo>
                      <a:pt x="20" y="129"/>
                      <a:pt x="20" y="129"/>
                      <a:pt x="20" y="129"/>
                    </a:cubicBezTo>
                    <a:cubicBezTo>
                      <a:pt x="0" y="129"/>
                      <a:pt x="0" y="129"/>
                      <a:pt x="0" y="129"/>
                    </a:cubicBezTo>
                    <a:cubicBezTo>
                      <a:pt x="0" y="137"/>
                      <a:pt x="0" y="137"/>
                      <a:pt x="0" y="137"/>
                    </a:cubicBezTo>
                    <a:cubicBezTo>
                      <a:pt x="6" y="137"/>
                      <a:pt x="6" y="137"/>
                      <a:pt x="6" y="137"/>
                    </a:cubicBezTo>
                    <a:cubicBezTo>
                      <a:pt x="5" y="155"/>
                      <a:pt x="25" y="164"/>
                      <a:pt x="41" y="163"/>
                    </a:cubicBezTo>
                    <a:cubicBezTo>
                      <a:pt x="59" y="162"/>
                      <a:pt x="75" y="146"/>
                      <a:pt x="75" y="129"/>
                    </a:cubicBezTo>
                    <a:cubicBezTo>
                      <a:pt x="75" y="127"/>
                      <a:pt x="74" y="32"/>
                      <a:pt x="74" y="31"/>
                    </a:cubicBezTo>
                    <a:cubicBezTo>
                      <a:pt x="74" y="21"/>
                      <a:pt x="80" y="10"/>
                      <a:pt x="92" y="10"/>
                    </a:cubicBezTo>
                    <a:cubicBezTo>
                      <a:pt x="104" y="10"/>
                      <a:pt x="110" y="21"/>
                      <a:pt x="110" y="32"/>
                    </a:cubicBezTo>
                    <a:cubicBezTo>
                      <a:pt x="110" y="33"/>
                      <a:pt x="110" y="142"/>
                      <a:pt x="110" y="142"/>
                    </a:cubicBezTo>
                    <a:cubicBezTo>
                      <a:pt x="110" y="148"/>
                      <a:pt x="120" y="148"/>
                      <a:pt x="120" y="142"/>
                    </a:cubicBezTo>
                    <a:cubicBezTo>
                      <a:pt x="120" y="142"/>
                      <a:pt x="120" y="31"/>
                      <a:pt x="119" y="30"/>
                    </a:cubicBezTo>
                    <a:cubicBezTo>
                      <a:pt x="119" y="15"/>
                      <a:pt x="108" y="2"/>
                      <a:pt x="93" y="1"/>
                    </a:cubicBezTo>
                    <a:cubicBezTo>
                      <a:pt x="76" y="0"/>
                      <a:pt x="65" y="15"/>
                      <a:pt x="6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3" name="Freeform 112"/>
              <p:cNvSpPr>
                <a:spLocks/>
              </p:cNvSpPr>
              <p:nvPr/>
            </p:nvSpPr>
            <p:spPr bwMode="auto">
              <a:xfrm>
                <a:off x="-4645025" y="3894137"/>
                <a:ext cx="187325" cy="319088"/>
              </a:xfrm>
              <a:custGeom>
                <a:avLst/>
                <a:gdLst>
                  <a:gd name="T0" fmla="*/ 15 w 50"/>
                  <a:gd name="T1" fmla="*/ 85 h 85"/>
                  <a:gd name="T2" fmla="*/ 35 w 50"/>
                  <a:gd name="T3" fmla="*/ 85 h 85"/>
                  <a:gd name="T4" fmla="*/ 41 w 50"/>
                  <a:gd name="T5" fmla="*/ 85 h 85"/>
                  <a:gd name="T6" fmla="*/ 50 w 50"/>
                  <a:gd name="T7" fmla="*/ 0 h 85"/>
                  <a:gd name="T8" fmla="*/ 25 w 50"/>
                  <a:gd name="T9" fmla="*/ 7 h 85"/>
                  <a:gd name="T10" fmla="*/ 0 w 50"/>
                  <a:gd name="T11" fmla="*/ 0 h 85"/>
                  <a:gd name="T12" fmla="*/ 8 w 50"/>
                  <a:gd name="T13" fmla="*/ 85 h 85"/>
                  <a:gd name="T14" fmla="*/ 15 w 50"/>
                  <a:gd name="T15" fmla="*/ 85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85">
                    <a:moveTo>
                      <a:pt x="15" y="85"/>
                    </a:moveTo>
                    <a:cubicBezTo>
                      <a:pt x="35" y="85"/>
                      <a:pt x="35" y="85"/>
                      <a:pt x="35" y="85"/>
                    </a:cubicBezTo>
                    <a:cubicBezTo>
                      <a:pt x="41" y="85"/>
                      <a:pt x="41" y="85"/>
                      <a:pt x="41" y="85"/>
                    </a:cubicBezTo>
                    <a:cubicBezTo>
                      <a:pt x="50" y="0"/>
                      <a:pt x="50" y="0"/>
                      <a:pt x="50" y="0"/>
                    </a:cubicBezTo>
                    <a:cubicBezTo>
                      <a:pt x="43" y="4"/>
                      <a:pt x="34" y="7"/>
                      <a:pt x="25" y="7"/>
                    </a:cubicBezTo>
                    <a:cubicBezTo>
                      <a:pt x="16" y="7"/>
                      <a:pt x="7" y="4"/>
                      <a:pt x="0" y="0"/>
                    </a:cubicBezTo>
                    <a:cubicBezTo>
                      <a:pt x="8" y="85"/>
                      <a:pt x="8" y="85"/>
                      <a:pt x="8" y="85"/>
                    </a:cubicBezTo>
                    <a:lnTo>
                      <a:pt x="15"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4" name="Freeform 113"/>
              <p:cNvSpPr>
                <a:spLocks/>
              </p:cNvSpPr>
              <p:nvPr/>
            </p:nvSpPr>
            <p:spPr bwMode="auto">
              <a:xfrm>
                <a:off x="-4672013" y="3690937"/>
                <a:ext cx="236538" cy="209550"/>
              </a:xfrm>
              <a:custGeom>
                <a:avLst/>
                <a:gdLst>
                  <a:gd name="T0" fmla="*/ 0 w 63"/>
                  <a:gd name="T1" fmla="*/ 32 h 56"/>
                  <a:gd name="T2" fmla="*/ 3 w 63"/>
                  <a:gd name="T3" fmla="*/ 44 h 56"/>
                  <a:gd name="T4" fmla="*/ 5 w 63"/>
                  <a:gd name="T5" fmla="*/ 46 h 56"/>
                  <a:gd name="T6" fmla="*/ 7 w 63"/>
                  <a:gd name="T7" fmla="*/ 48 h 56"/>
                  <a:gd name="T8" fmla="*/ 7 w 63"/>
                  <a:gd name="T9" fmla="*/ 48 h 56"/>
                  <a:gd name="T10" fmla="*/ 7 w 63"/>
                  <a:gd name="T11" fmla="*/ 49 h 56"/>
                  <a:gd name="T12" fmla="*/ 31 w 63"/>
                  <a:gd name="T13" fmla="*/ 56 h 56"/>
                  <a:gd name="T14" fmla="*/ 32 w 63"/>
                  <a:gd name="T15" fmla="*/ 56 h 56"/>
                  <a:gd name="T16" fmla="*/ 32 w 63"/>
                  <a:gd name="T17" fmla="*/ 56 h 56"/>
                  <a:gd name="T18" fmla="*/ 56 w 63"/>
                  <a:gd name="T19" fmla="*/ 49 h 56"/>
                  <a:gd name="T20" fmla="*/ 57 w 63"/>
                  <a:gd name="T21" fmla="*/ 48 h 56"/>
                  <a:gd name="T22" fmla="*/ 57 w 63"/>
                  <a:gd name="T23" fmla="*/ 48 h 56"/>
                  <a:gd name="T24" fmla="*/ 59 w 63"/>
                  <a:gd name="T25" fmla="*/ 46 h 56"/>
                  <a:gd name="T26" fmla="*/ 60 w 63"/>
                  <a:gd name="T27" fmla="*/ 44 h 56"/>
                  <a:gd name="T28" fmla="*/ 63 w 63"/>
                  <a:gd name="T29" fmla="*/ 32 h 56"/>
                  <a:gd name="T30" fmla="*/ 32 w 63"/>
                  <a:gd name="T31" fmla="*/ 0 h 56"/>
                  <a:gd name="T32" fmla="*/ 0 w 63"/>
                  <a:gd name="T33" fmla="*/ 3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56">
                    <a:moveTo>
                      <a:pt x="0" y="32"/>
                    </a:moveTo>
                    <a:cubicBezTo>
                      <a:pt x="0" y="36"/>
                      <a:pt x="1" y="40"/>
                      <a:pt x="3" y="44"/>
                    </a:cubicBezTo>
                    <a:cubicBezTo>
                      <a:pt x="4" y="45"/>
                      <a:pt x="4" y="45"/>
                      <a:pt x="5" y="46"/>
                    </a:cubicBezTo>
                    <a:cubicBezTo>
                      <a:pt x="6" y="47"/>
                      <a:pt x="6" y="48"/>
                      <a:pt x="7" y="48"/>
                    </a:cubicBezTo>
                    <a:cubicBezTo>
                      <a:pt x="7" y="48"/>
                      <a:pt x="7" y="48"/>
                      <a:pt x="7" y="48"/>
                    </a:cubicBezTo>
                    <a:cubicBezTo>
                      <a:pt x="7" y="48"/>
                      <a:pt x="7" y="49"/>
                      <a:pt x="7" y="49"/>
                    </a:cubicBezTo>
                    <a:cubicBezTo>
                      <a:pt x="14" y="53"/>
                      <a:pt x="22" y="56"/>
                      <a:pt x="31" y="56"/>
                    </a:cubicBezTo>
                    <a:cubicBezTo>
                      <a:pt x="32" y="56"/>
                      <a:pt x="32" y="56"/>
                      <a:pt x="32" y="56"/>
                    </a:cubicBezTo>
                    <a:cubicBezTo>
                      <a:pt x="32" y="56"/>
                      <a:pt x="32" y="56"/>
                      <a:pt x="32" y="56"/>
                    </a:cubicBezTo>
                    <a:cubicBezTo>
                      <a:pt x="41" y="56"/>
                      <a:pt x="50" y="53"/>
                      <a:pt x="56" y="49"/>
                    </a:cubicBezTo>
                    <a:cubicBezTo>
                      <a:pt x="57" y="49"/>
                      <a:pt x="57" y="48"/>
                      <a:pt x="57" y="48"/>
                    </a:cubicBezTo>
                    <a:cubicBezTo>
                      <a:pt x="57" y="48"/>
                      <a:pt x="57" y="48"/>
                      <a:pt x="57" y="48"/>
                    </a:cubicBezTo>
                    <a:cubicBezTo>
                      <a:pt x="58" y="48"/>
                      <a:pt x="58" y="47"/>
                      <a:pt x="59" y="46"/>
                    </a:cubicBezTo>
                    <a:cubicBezTo>
                      <a:pt x="59" y="45"/>
                      <a:pt x="60" y="45"/>
                      <a:pt x="60" y="44"/>
                    </a:cubicBezTo>
                    <a:cubicBezTo>
                      <a:pt x="62" y="40"/>
                      <a:pt x="63" y="36"/>
                      <a:pt x="63" y="32"/>
                    </a:cubicBezTo>
                    <a:cubicBezTo>
                      <a:pt x="63" y="14"/>
                      <a:pt x="49" y="0"/>
                      <a:pt x="32" y="0"/>
                    </a:cubicBezTo>
                    <a:cubicBezTo>
                      <a:pt x="15" y="0"/>
                      <a:pt x="0" y="14"/>
                      <a:pt x="0"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5" name="Freeform 114"/>
              <p:cNvSpPr>
                <a:spLocks noEditPoints="1"/>
              </p:cNvSpPr>
              <p:nvPr/>
            </p:nvSpPr>
            <p:spPr bwMode="auto">
              <a:xfrm>
                <a:off x="-5145088" y="806450"/>
                <a:ext cx="442913" cy="500063"/>
              </a:xfrm>
              <a:custGeom>
                <a:avLst/>
                <a:gdLst>
                  <a:gd name="T0" fmla="*/ 260 w 279"/>
                  <a:gd name="T1" fmla="*/ 315 h 315"/>
                  <a:gd name="T2" fmla="*/ 260 w 279"/>
                  <a:gd name="T3" fmla="*/ 0 h 315"/>
                  <a:gd name="T4" fmla="*/ 244 w 279"/>
                  <a:gd name="T5" fmla="*/ 36 h 315"/>
                  <a:gd name="T6" fmla="*/ 244 w 279"/>
                  <a:gd name="T7" fmla="*/ 64 h 315"/>
                  <a:gd name="T8" fmla="*/ 260 w 279"/>
                  <a:gd name="T9" fmla="*/ 119 h 315"/>
                  <a:gd name="T10" fmla="*/ 260 w 279"/>
                  <a:gd name="T11" fmla="*/ 142 h 315"/>
                  <a:gd name="T12" fmla="*/ 244 w 279"/>
                  <a:gd name="T13" fmla="*/ 197 h 315"/>
                  <a:gd name="T14" fmla="*/ 244 w 279"/>
                  <a:gd name="T15" fmla="*/ 225 h 315"/>
                  <a:gd name="T16" fmla="*/ 260 w 279"/>
                  <a:gd name="T17" fmla="*/ 279 h 315"/>
                  <a:gd name="T18" fmla="*/ 140 w 279"/>
                  <a:gd name="T19" fmla="*/ 230 h 315"/>
                  <a:gd name="T20" fmla="*/ 227 w 279"/>
                  <a:gd name="T21" fmla="*/ 315 h 315"/>
                  <a:gd name="T22" fmla="*/ 244 w 279"/>
                  <a:gd name="T23" fmla="*/ 279 h 315"/>
                  <a:gd name="T24" fmla="*/ 227 w 279"/>
                  <a:gd name="T25" fmla="*/ 249 h 315"/>
                  <a:gd name="T26" fmla="*/ 227 w 279"/>
                  <a:gd name="T27" fmla="*/ 225 h 315"/>
                  <a:gd name="T28" fmla="*/ 244 w 279"/>
                  <a:gd name="T29" fmla="*/ 197 h 315"/>
                  <a:gd name="T30" fmla="*/ 227 w 279"/>
                  <a:gd name="T31" fmla="*/ 142 h 315"/>
                  <a:gd name="T32" fmla="*/ 244 w 279"/>
                  <a:gd name="T33" fmla="*/ 119 h 315"/>
                  <a:gd name="T34" fmla="*/ 227 w 279"/>
                  <a:gd name="T35" fmla="*/ 88 h 315"/>
                  <a:gd name="T36" fmla="*/ 227 w 279"/>
                  <a:gd name="T37" fmla="*/ 64 h 315"/>
                  <a:gd name="T38" fmla="*/ 244 w 279"/>
                  <a:gd name="T39" fmla="*/ 36 h 315"/>
                  <a:gd name="T40" fmla="*/ 227 w 279"/>
                  <a:gd name="T41" fmla="*/ 0 h 315"/>
                  <a:gd name="T42" fmla="*/ 140 w 279"/>
                  <a:gd name="T43" fmla="*/ 83 h 315"/>
                  <a:gd name="T44" fmla="*/ 206 w 279"/>
                  <a:gd name="T45" fmla="*/ 114 h 315"/>
                  <a:gd name="T46" fmla="*/ 140 w 279"/>
                  <a:gd name="T47" fmla="*/ 230 h 315"/>
                  <a:gd name="T48" fmla="*/ 36 w 279"/>
                  <a:gd name="T49" fmla="*/ 12 h 315"/>
                  <a:gd name="T50" fmla="*/ 52 w 279"/>
                  <a:gd name="T51" fmla="*/ 64 h 315"/>
                  <a:gd name="T52" fmla="*/ 36 w 279"/>
                  <a:gd name="T53" fmla="*/ 88 h 315"/>
                  <a:gd name="T54" fmla="*/ 52 w 279"/>
                  <a:gd name="T55" fmla="*/ 119 h 315"/>
                  <a:gd name="T56" fmla="*/ 52 w 279"/>
                  <a:gd name="T57" fmla="*/ 142 h 315"/>
                  <a:gd name="T58" fmla="*/ 36 w 279"/>
                  <a:gd name="T59" fmla="*/ 171 h 315"/>
                  <a:gd name="T60" fmla="*/ 52 w 279"/>
                  <a:gd name="T61" fmla="*/ 225 h 315"/>
                  <a:gd name="T62" fmla="*/ 36 w 279"/>
                  <a:gd name="T63" fmla="*/ 249 h 315"/>
                  <a:gd name="T64" fmla="*/ 52 w 279"/>
                  <a:gd name="T65" fmla="*/ 279 h 315"/>
                  <a:gd name="T66" fmla="*/ 52 w 279"/>
                  <a:gd name="T67" fmla="*/ 303 h 315"/>
                  <a:gd name="T68" fmla="*/ 74 w 279"/>
                  <a:gd name="T69" fmla="*/ 230 h 315"/>
                  <a:gd name="T70" fmla="*/ 74 w 279"/>
                  <a:gd name="T71" fmla="*/ 199 h 315"/>
                  <a:gd name="T72" fmla="*/ 140 w 279"/>
                  <a:gd name="T73" fmla="*/ 83 h 315"/>
                  <a:gd name="T74" fmla="*/ 52 w 279"/>
                  <a:gd name="T75" fmla="*/ 0 h 315"/>
                  <a:gd name="T76" fmla="*/ 21 w 279"/>
                  <a:gd name="T77" fmla="*/ 0 h 315"/>
                  <a:gd name="T78" fmla="*/ 21 w 279"/>
                  <a:gd name="T79" fmla="*/ 315 h 315"/>
                  <a:gd name="T80" fmla="*/ 36 w 279"/>
                  <a:gd name="T81" fmla="*/ 279 h 315"/>
                  <a:gd name="T82" fmla="*/ 36 w 279"/>
                  <a:gd name="T83" fmla="*/ 249 h 315"/>
                  <a:gd name="T84" fmla="*/ 21 w 279"/>
                  <a:gd name="T85" fmla="*/ 197 h 315"/>
                  <a:gd name="T86" fmla="*/ 21 w 279"/>
                  <a:gd name="T87" fmla="*/ 171 h 315"/>
                  <a:gd name="T88" fmla="*/ 36 w 279"/>
                  <a:gd name="T89" fmla="*/ 119 h 315"/>
                  <a:gd name="T90" fmla="*/ 36 w 279"/>
                  <a:gd name="T91" fmla="*/ 88 h 315"/>
                  <a:gd name="T92" fmla="*/ 21 w 279"/>
                  <a:gd name="T93" fmla="*/ 36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9" h="315">
                    <a:moveTo>
                      <a:pt x="244" y="303"/>
                    </a:moveTo>
                    <a:lnTo>
                      <a:pt x="260" y="303"/>
                    </a:lnTo>
                    <a:lnTo>
                      <a:pt x="260" y="315"/>
                    </a:lnTo>
                    <a:lnTo>
                      <a:pt x="279" y="315"/>
                    </a:lnTo>
                    <a:lnTo>
                      <a:pt x="279" y="0"/>
                    </a:lnTo>
                    <a:lnTo>
                      <a:pt x="260" y="0"/>
                    </a:lnTo>
                    <a:lnTo>
                      <a:pt x="260" y="12"/>
                    </a:lnTo>
                    <a:lnTo>
                      <a:pt x="244" y="12"/>
                    </a:lnTo>
                    <a:lnTo>
                      <a:pt x="244" y="36"/>
                    </a:lnTo>
                    <a:lnTo>
                      <a:pt x="260" y="36"/>
                    </a:lnTo>
                    <a:lnTo>
                      <a:pt x="260" y="64"/>
                    </a:lnTo>
                    <a:lnTo>
                      <a:pt x="244" y="64"/>
                    </a:lnTo>
                    <a:lnTo>
                      <a:pt x="244" y="88"/>
                    </a:lnTo>
                    <a:lnTo>
                      <a:pt x="260" y="88"/>
                    </a:lnTo>
                    <a:lnTo>
                      <a:pt x="260" y="119"/>
                    </a:lnTo>
                    <a:lnTo>
                      <a:pt x="244" y="119"/>
                    </a:lnTo>
                    <a:lnTo>
                      <a:pt x="244" y="142"/>
                    </a:lnTo>
                    <a:lnTo>
                      <a:pt x="260" y="142"/>
                    </a:lnTo>
                    <a:lnTo>
                      <a:pt x="260" y="171"/>
                    </a:lnTo>
                    <a:lnTo>
                      <a:pt x="244" y="171"/>
                    </a:lnTo>
                    <a:lnTo>
                      <a:pt x="244" y="197"/>
                    </a:lnTo>
                    <a:lnTo>
                      <a:pt x="260" y="197"/>
                    </a:lnTo>
                    <a:lnTo>
                      <a:pt x="260" y="225"/>
                    </a:lnTo>
                    <a:lnTo>
                      <a:pt x="244" y="225"/>
                    </a:lnTo>
                    <a:lnTo>
                      <a:pt x="244" y="249"/>
                    </a:lnTo>
                    <a:lnTo>
                      <a:pt x="260" y="249"/>
                    </a:lnTo>
                    <a:lnTo>
                      <a:pt x="260" y="279"/>
                    </a:lnTo>
                    <a:lnTo>
                      <a:pt x="244" y="279"/>
                    </a:lnTo>
                    <a:lnTo>
                      <a:pt x="244" y="303"/>
                    </a:lnTo>
                    <a:close/>
                    <a:moveTo>
                      <a:pt x="140" y="230"/>
                    </a:moveTo>
                    <a:lnTo>
                      <a:pt x="206" y="230"/>
                    </a:lnTo>
                    <a:lnTo>
                      <a:pt x="206" y="315"/>
                    </a:lnTo>
                    <a:lnTo>
                      <a:pt x="227" y="315"/>
                    </a:lnTo>
                    <a:lnTo>
                      <a:pt x="227" y="303"/>
                    </a:lnTo>
                    <a:lnTo>
                      <a:pt x="244" y="303"/>
                    </a:lnTo>
                    <a:lnTo>
                      <a:pt x="244" y="279"/>
                    </a:lnTo>
                    <a:lnTo>
                      <a:pt x="227" y="279"/>
                    </a:lnTo>
                    <a:lnTo>
                      <a:pt x="227" y="249"/>
                    </a:lnTo>
                    <a:lnTo>
                      <a:pt x="227" y="249"/>
                    </a:lnTo>
                    <a:lnTo>
                      <a:pt x="244" y="249"/>
                    </a:lnTo>
                    <a:lnTo>
                      <a:pt x="244" y="225"/>
                    </a:lnTo>
                    <a:lnTo>
                      <a:pt x="227" y="225"/>
                    </a:lnTo>
                    <a:lnTo>
                      <a:pt x="227" y="197"/>
                    </a:lnTo>
                    <a:lnTo>
                      <a:pt x="227" y="197"/>
                    </a:lnTo>
                    <a:lnTo>
                      <a:pt x="244" y="197"/>
                    </a:lnTo>
                    <a:lnTo>
                      <a:pt x="244" y="171"/>
                    </a:lnTo>
                    <a:lnTo>
                      <a:pt x="227" y="171"/>
                    </a:lnTo>
                    <a:lnTo>
                      <a:pt x="227" y="142"/>
                    </a:lnTo>
                    <a:lnTo>
                      <a:pt x="227" y="142"/>
                    </a:lnTo>
                    <a:lnTo>
                      <a:pt x="244" y="142"/>
                    </a:lnTo>
                    <a:lnTo>
                      <a:pt x="244" y="119"/>
                    </a:lnTo>
                    <a:lnTo>
                      <a:pt x="227" y="119"/>
                    </a:lnTo>
                    <a:lnTo>
                      <a:pt x="227" y="88"/>
                    </a:lnTo>
                    <a:lnTo>
                      <a:pt x="227" y="88"/>
                    </a:lnTo>
                    <a:lnTo>
                      <a:pt x="244" y="88"/>
                    </a:lnTo>
                    <a:lnTo>
                      <a:pt x="244" y="64"/>
                    </a:lnTo>
                    <a:lnTo>
                      <a:pt x="227" y="64"/>
                    </a:lnTo>
                    <a:lnTo>
                      <a:pt x="227" y="36"/>
                    </a:lnTo>
                    <a:lnTo>
                      <a:pt x="227" y="36"/>
                    </a:lnTo>
                    <a:lnTo>
                      <a:pt x="244" y="36"/>
                    </a:lnTo>
                    <a:lnTo>
                      <a:pt x="244" y="12"/>
                    </a:lnTo>
                    <a:lnTo>
                      <a:pt x="227" y="12"/>
                    </a:lnTo>
                    <a:lnTo>
                      <a:pt x="227" y="0"/>
                    </a:lnTo>
                    <a:lnTo>
                      <a:pt x="206" y="0"/>
                    </a:lnTo>
                    <a:lnTo>
                      <a:pt x="206" y="83"/>
                    </a:lnTo>
                    <a:lnTo>
                      <a:pt x="140" y="83"/>
                    </a:lnTo>
                    <a:lnTo>
                      <a:pt x="140" y="114"/>
                    </a:lnTo>
                    <a:lnTo>
                      <a:pt x="206" y="114"/>
                    </a:lnTo>
                    <a:lnTo>
                      <a:pt x="206" y="114"/>
                    </a:lnTo>
                    <a:lnTo>
                      <a:pt x="206" y="199"/>
                    </a:lnTo>
                    <a:lnTo>
                      <a:pt x="140" y="199"/>
                    </a:lnTo>
                    <a:lnTo>
                      <a:pt x="140" y="230"/>
                    </a:lnTo>
                    <a:close/>
                    <a:moveTo>
                      <a:pt x="52" y="0"/>
                    </a:moveTo>
                    <a:lnTo>
                      <a:pt x="52" y="12"/>
                    </a:lnTo>
                    <a:lnTo>
                      <a:pt x="36" y="12"/>
                    </a:lnTo>
                    <a:lnTo>
                      <a:pt x="36" y="36"/>
                    </a:lnTo>
                    <a:lnTo>
                      <a:pt x="52" y="36"/>
                    </a:lnTo>
                    <a:lnTo>
                      <a:pt x="52" y="64"/>
                    </a:lnTo>
                    <a:lnTo>
                      <a:pt x="52" y="64"/>
                    </a:lnTo>
                    <a:lnTo>
                      <a:pt x="36" y="64"/>
                    </a:lnTo>
                    <a:lnTo>
                      <a:pt x="36" y="88"/>
                    </a:lnTo>
                    <a:lnTo>
                      <a:pt x="52" y="88"/>
                    </a:lnTo>
                    <a:lnTo>
                      <a:pt x="52" y="119"/>
                    </a:lnTo>
                    <a:lnTo>
                      <a:pt x="52" y="119"/>
                    </a:lnTo>
                    <a:lnTo>
                      <a:pt x="36" y="119"/>
                    </a:lnTo>
                    <a:lnTo>
                      <a:pt x="36" y="142"/>
                    </a:lnTo>
                    <a:lnTo>
                      <a:pt x="52" y="142"/>
                    </a:lnTo>
                    <a:lnTo>
                      <a:pt x="52" y="171"/>
                    </a:lnTo>
                    <a:lnTo>
                      <a:pt x="52" y="171"/>
                    </a:lnTo>
                    <a:lnTo>
                      <a:pt x="36" y="171"/>
                    </a:lnTo>
                    <a:lnTo>
                      <a:pt x="36" y="197"/>
                    </a:lnTo>
                    <a:lnTo>
                      <a:pt x="52" y="197"/>
                    </a:lnTo>
                    <a:lnTo>
                      <a:pt x="52" y="225"/>
                    </a:lnTo>
                    <a:lnTo>
                      <a:pt x="52" y="225"/>
                    </a:lnTo>
                    <a:lnTo>
                      <a:pt x="36" y="225"/>
                    </a:lnTo>
                    <a:lnTo>
                      <a:pt x="36" y="249"/>
                    </a:lnTo>
                    <a:lnTo>
                      <a:pt x="52" y="249"/>
                    </a:lnTo>
                    <a:lnTo>
                      <a:pt x="52" y="279"/>
                    </a:lnTo>
                    <a:lnTo>
                      <a:pt x="52" y="279"/>
                    </a:lnTo>
                    <a:lnTo>
                      <a:pt x="36" y="279"/>
                    </a:lnTo>
                    <a:lnTo>
                      <a:pt x="36" y="303"/>
                    </a:lnTo>
                    <a:lnTo>
                      <a:pt x="52" y="303"/>
                    </a:lnTo>
                    <a:lnTo>
                      <a:pt x="52" y="315"/>
                    </a:lnTo>
                    <a:lnTo>
                      <a:pt x="74" y="315"/>
                    </a:lnTo>
                    <a:lnTo>
                      <a:pt x="74" y="230"/>
                    </a:lnTo>
                    <a:lnTo>
                      <a:pt x="140" y="230"/>
                    </a:lnTo>
                    <a:lnTo>
                      <a:pt x="140" y="199"/>
                    </a:lnTo>
                    <a:lnTo>
                      <a:pt x="74" y="199"/>
                    </a:lnTo>
                    <a:lnTo>
                      <a:pt x="74" y="114"/>
                    </a:lnTo>
                    <a:lnTo>
                      <a:pt x="140" y="114"/>
                    </a:lnTo>
                    <a:lnTo>
                      <a:pt x="140" y="83"/>
                    </a:lnTo>
                    <a:lnTo>
                      <a:pt x="74" y="83"/>
                    </a:lnTo>
                    <a:lnTo>
                      <a:pt x="74" y="0"/>
                    </a:lnTo>
                    <a:lnTo>
                      <a:pt x="52" y="0"/>
                    </a:lnTo>
                    <a:close/>
                    <a:moveTo>
                      <a:pt x="36" y="12"/>
                    </a:moveTo>
                    <a:lnTo>
                      <a:pt x="21" y="12"/>
                    </a:lnTo>
                    <a:lnTo>
                      <a:pt x="21" y="0"/>
                    </a:lnTo>
                    <a:lnTo>
                      <a:pt x="0" y="0"/>
                    </a:lnTo>
                    <a:lnTo>
                      <a:pt x="0" y="315"/>
                    </a:lnTo>
                    <a:lnTo>
                      <a:pt x="21" y="315"/>
                    </a:lnTo>
                    <a:lnTo>
                      <a:pt x="21" y="303"/>
                    </a:lnTo>
                    <a:lnTo>
                      <a:pt x="36" y="303"/>
                    </a:lnTo>
                    <a:lnTo>
                      <a:pt x="36" y="279"/>
                    </a:lnTo>
                    <a:lnTo>
                      <a:pt x="21" y="279"/>
                    </a:lnTo>
                    <a:lnTo>
                      <a:pt x="21" y="249"/>
                    </a:lnTo>
                    <a:lnTo>
                      <a:pt x="36" y="249"/>
                    </a:lnTo>
                    <a:lnTo>
                      <a:pt x="36" y="225"/>
                    </a:lnTo>
                    <a:lnTo>
                      <a:pt x="21" y="225"/>
                    </a:lnTo>
                    <a:lnTo>
                      <a:pt x="21" y="197"/>
                    </a:lnTo>
                    <a:lnTo>
                      <a:pt x="36" y="197"/>
                    </a:lnTo>
                    <a:lnTo>
                      <a:pt x="36" y="171"/>
                    </a:lnTo>
                    <a:lnTo>
                      <a:pt x="21" y="171"/>
                    </a:lnTo>
                    <a:lnTo>
                      <a:pt x="21" y="142"/>
                    </a:lnTo>
                    <a:lnTo>
                      <a:pt x="36" y="142"/>
                    </a:lnTo>
                    <a:lnTo>
                      <a:pt x="36" y="119"/>
                    </a:lnTo>
                    <a:lnTo>
                      <a:pt x="21" y="119"/>
                    </a:lnTo>
                    <a:lnTo>
                      <a:pt x="21" y="88"/>
                    </a:lnTo>
                    <a:lnTo>
                      <a:pt x="36" y="88"/>
                    </a:lnTo>
                    <a:lnTo>
                      <a:pt x="36" y="64"/>
                    </a:lnTo>
                    <a:lnTo>
                      <a:pt x="21" y="64"/>
                    </a:lnTo>
                    <a:lnTo>
                      <a:pt x="21" y="36"/>
                    </a:lnTo>
                    <a:lnTo>
                      <a:pt x="36" y="36"/>
                    </a:ln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6" name="Freeform 115"/>
              <p:cNvSpPr>
                <a:spLocks/>
              </p:cNvSpPr>
              <p:nvPr/>
            </p:nvSpPr>
            <p:spPr bwMode="auto">
              <a:xfrm>
                <a:off x="-968375" y="8429625"/>
                <a:ext cx="101600" cy="127000"/>
              </a:xfrm>
              <a:custGeom>
                <a:avLst/>
                <a:gdLst>
                  <a:gd name="T0" fmla="*/ 64 w 64"/>
                  <a:gd name="T1" fmla="*/ 0 h 80"/>
                  <a:gd name="T2" fmla="*/ 0 w 64"/>
                  <a:gd name="T3" fmla="*/ 0 h 80"/>
                  <a:gd name="T4" fmla="*/ 0 w 64"/>
                  <a:gd name="T5" fmla="*/ 28 h 80"/>
                  <a:gd name="T6" fmla="*/ 64 w 64"/>
                  <a:gd name="T7" fmla="*/ 80 h 80"/>
                  <a:gd name="T8" fmla="*/ 64 w 64"/>
                  <a:gd name="T9" fmla="*/ 0 h 80"/>
                </a:gdLst>
                <a:ahLst/>
                <a:cxnLst>
                  <a:cxn ang="0">
                    <a:pos x="T0" y="T1"/>
                  </a:cxn>
                  <a:cxn ang="0">
                    <a:pos x="T2" y="T3"/>
                  </a:cxn>
                  <a:cxn ang="0">
                    <a:pos x="T4" y="T5"/>
                  </a:cxn>
                  <a:cxn ang="0">
                    <a:pos x="T6" y="T7"/>
                  </a:cxn>
                  <a:cxn ang="0">
                    <a:pos x="T8" y="T9"/>
                  </a:cxn>
                </a:cxnLst>
                <a:rect l="0" t="0" r="r" b="b"/>
                <a:pathLst>
                  <a:path w="64" h="80">
                    <a:moveTo>
                      <a:pt x="64" y="0"/>
                    </a:moveTo>
                    <a:lnTo>
                      <a:pt x="0" y="0"/>
                    </a:lnTo>
                    <a:lnTo>
                      <a:pt x="0" y="28"/>
                    </a:lnTo>
                    <a:lnTo>
                      <a:pt x="64" y="80"/>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7" name="Freeform 116"/>
              <p:cNvSpPr>
                <a:spLocks/>
              </p:cNvSpPr>
              <p:nvPr/>
            </p:nvSpPr>
            <p:spPr bwMode="auto">
              <a:xfrm>
                <a:off x="-1282700" y="8537575"/>
                <a:ext cx="415925" cy="406400"/>
              </a:xfrm>
              <a:custGeom>
                <a:avLst/>
                <a:gdLst>
                  <a:gd name="T0" fmla="*/ 262 w 262"/>
                  <a:gd name="T1" fmla="*/ 135 h 256"/>
                  <a:gd name="T2" fmla="*/ 262 w 262"/>
                  <a:gd name="T3" fmla="*/ 107 h 256"/>
                  <a:gd name="T4" fmla="*/ 198 w 262"/>
                  <a:gd name="T5" fmla="*/ 55 h 256"/>
                  <a:gd name="T6" fmla="*/ 130 w 262"/>
                  <a:gd name="T7" fmla="*/ 0 h 256"/>
                  <a:gd name="T8" fmla="*/ 0 w 262"/>
                  <a:gd name="T9" fmla="*/ 107 h 256"/>
                  <a:gd name="T10" fmla="*/ 0 w 262"/>
                  <a:gd name="T11" fmla="*/ 256 h 256"/>
                  <a:gd name="T12" fmla="*/ 83 w 262"/>
                  <a:gd name="T13" fmla="*/ 256 h 256"/>
                  <a:gd name="T14" fmla="*/ 83 w 262"/>
                  <a:gd name="T15" fmla="*/ 109 h 256"/>
                  <a:gd name="T16" fmla="*/ 180 w 262"/>
                  <a:gd name="T17" fmla="*/ 109 h 256"/>
                  <a:gd name="T18" fmla="*/ 180 w 262"/>
                  <a:gd name="T19" fmla="*/ 256 h 256"/>
                  <a:gd name="T20" fmla="*/ 262 w 262"/>
                  <a:gd name="T21" fmla="*/ 256 h 256"/>
                  <a:gd name="T22" fmla="*/ 262 w 262"/>
                  <a:gd name="T23" fmla="*/ 1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 h="256">
                    <a:moveTo>
                      <a:pt x="262" y="135"/>
                    </a:moveTo>
                    <a:lnTo>
                      <a:pt x="262" y="107"/>
                    </a:lnTo>
                    <a:lnTo>
                      <a:pt x="198" y="55"/>
                    </a:lnTo>
                    <a:lnTo>
                      <a:pt x="130" y="0"/>
                    </a:lnTo>
                    <a:lnTo>
                      <a:pt x="0" y="107"/>
                    </a:lnTo>
                    <a:lnTo>
                      <a:pt x="0" y="256"/>
                    </a:lnTo>
                    <a:lnTo>
                      <a:pt x="83" y="256"/>
                    </a:lnTo>
                    <a:lnTo>
                      <a:pt x="83" y="109"/>
                    </a:lnTo>
                    <a:lnTo>
                      <a:pt x="180" y="109"/>
                    </a:lnTo>
                    <a:lnTo>
                      <a:pt x="180" y="256"/>
                    </a:lnTo>
                    <a:lnTo>
                      <a:pt x="262" y="256"/>
                    </a:lnTo>
                    <a:lnTo>
                      <a:pt x="262"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8" name="Freeform 117"/>
              <p:cNvSpPr>
                <a:spLocks/>
              </p:cNvSpPr>
              <p:nvPr/>
            </p:nvSpPr>
            <p:spPr bwMode="auto">
              <a:xfrm>
                <a:off x="-1384300" y="8407400"/>
                <a:ext cx="619125" cy="319088"/>
              </a:xfrm>
              <a:custGeom>
                <a:avLst/>
                <a:gdLst>
                  <a:gd name="T0" fmla="*/ 64 w 390"/>
                  <a:gd name="T1" fmla="*/ 177 h 201"/>
                  <a:gd name="T2" fmla="*/ 194 w 390"/>
                  <a:gd name="T3" fmla="*/ 68 h 201"/>
                  <a:gd name="T4" fmla="*/ 262 w 390"/>
                  <a:gd name="T5" fmla="*/ 123 h 201"/>
                  <a:gd name="T6" fmla="*/ 326 w 390"/>
                  <a:gd name="T7" fmla="*/ 177 h 201"/>
                  <a:gd name="T8" fmla="*/ 357 w 390"/>
                  <a:gd name="T9" fmla="*/ 201 h 201"/>
                  <a:gd name="T10" fmla="*/ 390 w 390"/>
                  <a:gd name="T11" fmla="*/ 158 h 201"/>
                  <a:gd name="T12" fmla="*/ 326 w 390"/>
                  <a:gd name="T13" fmla="*/ 108 h 201"/>
                  <a:gd name="T14" fmla="*/ 262 w 390"/>
                  <a:gd name="T15" fmla="*/ 56 h 201"/>
                  <a:gd name="T16" fmla="*/ 194 w 390"/>
                  <a:gd name="T17" fmla="*/ 0 h 201"/>
                  <a:gd name="T18" fmla="*/ 0 w 390"/>
                  <a:gd name="T19" fmla="*/ 158 h 201"/>
                  <a:gd name="T20" fmla="*/ 33 w 390"/>
                  <a:gd name="T21" fmla="*/ 201 h 201"/>
                  <a:gd name="T22" fmla="*/ 64 w 390"/>
                  <a:gd name="T23" fmla="*/ 17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0" h="201">
                    <a:moveTo>
                      <a:pt x="64" y="177"/>
                    </a:moveTo>
                    <a:lnTo>
                      <a:pt x="194" y="68"/>
                    </a:lnTo>
                    <a:lnTo>
                      <a:pt x="262" y="123"/>
                    </a:lnTo>
                    <a:lnTo>
                      <a:pt x="326" y="177"/>
                    </a:lnTo>
                    <a:lnTo>
                      <a:pt x="357" y="201"/>
                    </a:lnTo>
                    <a:lnTo>
                      <a:pt x="390" y="158"/>
                    </a:lnTo>
                    <a:lnTo>
                      <a:pt x="326" y="108"/>
                    </a:lnTo>
                    <a:lnTo>
                      <a:pt x="262" y="56"/>
                    </a:lnTo>
                    <a:lnTo>
                      <a:pt x="194" y="0"/>
                    </a:lnTo>
                    <a:lnTo>
                      <a:pt x="0" y="158"/>
                    </a:lnTo>
                    <a:lnTo>
                      <a:pt x="33" y="201"/>
                    </a:lnTo>
                    <a:lnTo>
                      <a:pt x="64" y="1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9" name="Freeform 118"/>
              <p:cNvSpPr>
                <a:spLocks/>
              </p:cNvSpPr>
              <p:nvPr/>
            </p:nvSpPr>
            <p:spPr bwMode="auto">
              <a:xfrm>
                <a:off x="-3157538" y="8669338"/>
                <a:ext cx="157163" cy="312738"/>
              </a:xfrm>
              <a:custGeom>
                <a:avLst/>
                <a:gdLst>
                  <a:gd name="T0" fmla="*/ 0 w 99"/>
                  <a:gd name="T1" fmla="*/ 197 h 197"/>
                  <a:gd name="T2" fmla="*/ 99 w 99"/>
                  <a:gd name="T3" fmla="*/ 78 h 197"/>
                  <a:gd name="T4" fmla="*/ 0 w 99"/>
                  <a:gd name="T5" fmla="*/ 0 h 197"/>
                  <a:gd name="T6" fmla="*/ 0 w 99"/>
                  <a:gd name="T7" fmla="*/ 197 h 197"/>
                </a:gdLst>
                <a:ahLst/>
                <a:cxnLst>
                  <a:cxn ang="0">
                    <a:pos x="T0" y="T1"/>
                  </a:cxn>
                  <a:cxn ang="0">
                    <a:pos x="T2" y="T3"/>
                  </a:cxn>
                  <a:cxn ang="0">
                    <a:pos x="T4" y="T5"/>
                  </a:cxn>
                  <a:cxn ang="0">
                    <a:pos x="T6" y="T7"/>
                  </a:cxn>
                </a:cxnLst>
                <a:rect l="0" t="0" r="r" b="b"/>
                <a:pathLst>
                  <a:path w="99" h="197">
                    <a:moveTo>
                      <a:pt x="0" y="197"/>
                    </a:moveTo>
                    <a:lnTo>
                      <a:pt x="99" y="78"/>
                    </a:lnTo>
                    <a:lnTo>
                      <a:pt x="0" y="0"/>
                    </a:lnTo>
                    <a:lnTo>
                      <a:pt x="0"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0" name="Freeform 119"/>
              <p:cNvSpPr>
                <a:spLocks/>
              </p:cNvSpPr>
              <p:nvPr/>
            </p:nvSpPr>
            <p:spPr bwMode="auto">
              <a:xfrm>
                <a:off x="-2781300" y="8669338"/>
                <a:ext cx="157163" cy="312738"/>
              </a:xfrm>
              <a:custGeom>
                <a:avLst/>
                <a:gdLst>
                  <a:gd name="T0" fmla="*/ 99 w 99"/>
                  <a:gd name="T1" fmla="*/ 197 h 197"/>
                  <a:gd name="T2" fmla="*/ 99 w 99"/>
                  <a:gd name="T3" fmla="*/ 0 h 197"/>
                  <a:gd name="T4" fmla="*/ 0 w 99"/>
                  <a:gd name="T5" fmla="*/ 78 h 197"/>
                  <a:gd name="T6" fmla="*/ 99 w 99"/>
                  <a:gd name="T7" fmla="*/ 197 h 197"/>
                </a:gdLst>
                <a:ahLst/>
                <a:cxnLst>
                  <a:cxn ang="0">
                    <a:pos x="T0" y="T1"/>
                  </a:cxn>
                  <a:cxn ang="0">
                    <a:pos x="T2" y="T3"/>
                  </a:cxn>
                  <a:cxn ang="0">
                    <a:pos x="T4" y="T5"/>
                  </a:cxn>
                  <a:cxn ang="0">
                    <a:pos x="T6" y="T7"/>
                  </a:cxn>
                </a:cxnLst>
                <a:rect l="0" t="0" r="r" b="b"/>
                <a:pathLst>
                  <a:path w="99" h="197">
                    <a:moveTo>
                      <a:pt x="99" y="197"/>
                    </a:moveTo>
                    <a:lnTo>
                      <a:pt x="99" y="0"/>
                    </a:lnTo>
                    <a:lnTo>
                      <a:pt x="0" y="78"/>
                    </a:lnTo>
                    <a:lnTo>
                      <a:pt x="99"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1" name="Freeform 120"/>
              <p:cNvSpPr>
                <a:spLocks/>
              </p:cNvSpPr>
              <p:nvPr/>
            </p:nvSpPr>
            <p:spPr bwMode="auto">
              <a:xfrm>
                <a:off x="-2624138" y="8993188"/>
                <a:ext cx="0" cy="3175"/>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2" name="Freeform 121"/>
              <p:cNvSpPr>
                <a:spLocks/>
              </p:cNvSpPr>
              <p:nvPr/>
            </p:nvSpPr>
            <p:spPr bwMode="auto">
              <a:xfrm>
                <a:off x="-3157538" y="8993188"/>
                <a:ext cx="3175" cy="317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3" name="Freeform 122"/>
              <p:cNvSpPr>
                <a:spLocks/>
              </p:cNvSpPr>
              <p:nvPr/>
            </p:nvSpPr>
            <p:spPr bwMode="auto">
              <a:xfrm>
                <a:off x="-3146425" y="8804275"/>
                <a:ext cx="514350" cy="192088"/>
              </a:xfrm>
              <a:custGeom>
                <a:avLst/>
                <a:gdLst>
                  <a:gd name="T0" fmla="*/ 324 w 324"/>
                  <a:gd name="T1" fmla="*/ 121 h 121"/>
                  <a:gd name="T2" fmla="*/ 322 w 324"/>
                  <a:gd name="T3" fmla="*/ 119 h 121"/>
                  <a:gd name="T4" fmla="*/ 222 w 324"/>
                  <a:gd name="T5" fmla="*/ 0 h 121"/>
                  <a:gd name="T6" fmla="*/ 161 w 324"/>
                  <a:gd name="T7" fmla="*/ 50 h 121"/>
                  <a:gd name="T8" fmla="*/ 99 w 324"/>
                  <a:gd name="T9" fmla="*/ 0 h 121"/>
                  <a:gd name="T10" fmla="*/ 0 w 324"/>
                  <a:gd name="T11" fmla="*/ 119 h 121"/>
                  <a:gd name="T12" fmla="*/ 0 w 324"/>
                  <a:gd name="T13" fmla="*/ 121 h 121"/>
                  <a:gd name="T14" fmla="*/ 324 w 324"/>
                  <a:gd name="T15" fmla="*/ 121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121">
                    <a:moveTo>
                      <a:pt x="324" y="121"/>
                    </a:moveTo>
                    <a:lnTo>
                      <a:pt x="322" y="119"/>
                    </a:lnTo>
                    <a:lnTo>
                      <a:pt x="222" y="0"/>
                    </a:lnTo>
                    <a:lnTo>
                      <a:pt x="161" y="50"/>
                    </a:lnTo>
                    <a:lnTo>
                      <a:pt x="99" y="0"/>
                    </a:lnTo>
                    <a:lnTo>
                      <a:pt x="0" y="119"/>
                    </a:lnTo>
                    <a:lnTo>
                      <a:pt x="0" y="121"/>
                    </a:lnTo>
                    <a:lnTo>
                      <a:pt x="324"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4" name="Freeform 123"/>
              <p:cNvSpPr>
                <a:spLocks/>
              </p:cNvSpPr>
              <p:nvPr/>
            </p:nvSpPr>
            <p:spPr bwMode="auto">
              <a:xfrm>
                <a:off x="-3146425" y="8658225"/>
                <a:ext cx="511175" cy="206375"/>
              </a:xfrm>
              <a:custGeom>
                <a:avLst/>
                <a:gdLst>
                  <a:gd name="T0" fmla="*/ 97 w 322"/>
                  <a:gd name="T1" fmla="*/ 78 h 130"/>
                  <a:gd name="T2" fmla="*/ 102 w 322"/>
                  <a:gd name="T3" fmla="*/ 81 h 130"/>
                  <a:gd name="T4" fmla="*/ 107 w 322"/>
                  <a:gd name="T5" fmla="*/ 85 h 130"/>
                  <a:gd name="T6" fmla="*/ 161 w 322"/>
                  <a:gd name="T7" fmla="*/ 130 h 130"/>
                  <a:gd name="T8" fmla="*/ 218 w 322"/>
                  <a:gd name="T9" fmla="*/ 85 h 130"/>
                  <a:gd name="T10" fmla="*/ 220 w 322"/>
                  <a:gd name="T11" fmla="*/ 81 h 130"/>
                  <a:gd name="T12" fmla="*/ 225 w 322"/>
                  <a:gd name="T13" fmla="*/ 78 h 130"/>
                  <a:gd name="T14" fmla="*/ 322 w 322"/>
                  <a:gd name="T15" fmla="*/ 0 h 130"/>
                  <a:gd name="T16" fmla="*/ 0 w 322"/>
                  <a:gd name="T17" fmla="*/ 0 h 130"/>
                  <a:gd name="T18" fmla="*/ 97 w 322"/>
                  <a:gd name="T19" fmla="*/ 7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30">
                    <a:moveTo>
                      <a:pt x="97" y="78"/>
                    </a:moveTo>
                    <a:lnTo>
                      <a:pt x="102" y="81"/>
                    </a:lnTo>
                    <a:lnTo>
                      <a:pt x="107" y="85"/>
                    </a:lnTo>
                    <a:lnTo>
                      <a:pt x="161" y="130"/>
                    </a:lnTo>
                    <a:lnTo>
                      <a:pt x="218" y="85"/>
                    </a:lnTo>
                    <a:lnTo>
                      <a:pt x="220" y="81"/>
                    </a:lnTo>
                    <a:lnTo>
                      <a:pt x="225" y="78"/>
                    </a:lnTo>
                    <a:lnTo>
                      <a:pt x="322" y="0"/>
                    </a:lnTo>
                    <a:lnTo>
                      <a:pt x="0" y="0"/>
                    </a:lnTo>
                    <a:lnTo>
                      <a:pt x="97"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5" name="Freeform 124"/>
              <p:cNvSpPr>
                <a:spLocks/>
              </p:cNvSpPr>
              <p:nvPr/>
            </p:nvSpPr>
            <p:spPr bwMode="auto">
              <a:xfrm>
                <a:off x="-2200275" y="1177925"/>
                <a:ext cx="549275" cy="338138"/>
              </a:xfrm>
              <a:custGeom>
                <a:avLst/>
                <a:gdLst>
                  <a:gd name="T0" fmla="*/ 146 w 146"/>
                  <a:gd name="T1" fmla="*/ 74 h 90"/>
                  <a:gd name="T2" fmla="*/ 130 w 146"/>
                  <a:gd name="T3" fmla="*/ 58 h 90"/>
                  <a:gd name="T4" fmla="*/ 132 w 146"/>
                  <a:gd name="T5" fmla="*/ 45 h 90"/>
                  <a:gd name="T6" fmla="*/ 87 w 146"/>
                  <a:gd name="T7" fmla="*/ 0 h 90"/>
                  <a:gd name="T8" fmla="*/ 43 w 146"/>
                  <a:gd name="T9" fmla="*/ 44 h 90"/>
                  <a:gd name="T10" fmla="*/ 26 w 146"/>
                  <a:gd name="T11" fmla="*/ 38 h 90"/>
                  <a:gd name="T12" fmla="*/ 0 w 146"/>
                  <a:gd name="T13" fmla="*/ 64 h 90"/>
                  <a:gd name="T14" fmla="*/ 26 w 146"/>
                  <a:gd name="T15" fmla="*/ 90 h 90"/>
                  <a:gd name="T16" fmla="*/ 85 w 146"/>
                  <a:gd name="T17" fmla="*/ 90 h 90"/>
                  <a:gd name="T18" fmla="*/ 87 w 146"/>
                  <a:gd name="T19" fmla="*/ 90 h 90"/>
                  <a:gd name="T20" fmla="*/ 130 w 146"/>
                  <a:gd name="T21" fmla="*/ 90 h 90"/>
                  <a:gd name="T22" fmla="*/ 146 w 146"/>
                  <a:gd name="T23" fmla="*/ 7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6" h="90">
                    <a:moveTo>
                      <a:pt x="146" y="74"/>
                    </a:moveTo>
                    <a:cubicBezTo>
                      <a:pt x="146" y="65"/>
                      <a:pt x="139" y="58"/>
                      <a:pt x="130" y="58"/>
                    </a:cubicBezTo>
                    <a:cubicBezTo>
                      <a:pt x="132" y="54"/>
                      <a:pt x="132" y="50"/>
                      <a:pt x="132" y="45"/>
                    </a:cubicBezTo>
                    <a:cubicBezTo>
                      <a:pt x="132" y="20"/>
                      <a:pt x="112" y="0"/>
                      <a:pt x="87" y="0"/>
                    </a:cubicBezTo>
                    <a:cubicBezTo>
                      <a:pt x="63" y="0"/>
                      <a:pt x="43" y="20"/>
                      <a:pt x="43" y="44"/>
                    </a:cubicBezTo>
                    <a:cubicBezTo>
                      <a:pt x="38" y="40"/>
                      <a:pt x="32" y="38"/>
                      <a:pt x="26" y="38"/>
                    </a:cubicBezTo>
                    <a:cubicBezTo>
                      <a:pt x="12" y="38"/>
                      <a:pt x="0" y="50"/>
                      <a:pt x="0" y="64"/>
                    </a:cubicBezTo>
                    <a:cubicBezTo>
                      <a:pt x="0" y="78"/>
                      <a:pt x="12" y="90"/>
                      <a:pt x="26" y="90"/>
                    </a:cubicBezTo>
                    <a:cubicBezTo>
                      <a:pt x="85" y="90"/>
                      <a:pt x="85" y="90"/>
                      <a:pt x="85" y="90"/>
                    </a:cubicBezTo>
                    <a:cubicBezTo>
                      <a:pt x="87" y="90"/>
                      <a:pt x="87" y="90"/>
                      <a:pt x="87" y="90"/>
                    </a:cubicBezTo>
                    <a:cubicBezTo>
                      <a:pt x="130" y="90"/>
                      <a:pt x="130" y="90"/>
                      <a:pt x="130" y="90"/>
                    </a:cubicBezTo>
                    <a:cubicBezTo>
                      <a:pt x="139" y="90"/>
                      <a:pt x="146" y="83"/>
                      <a:pt x="146"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6" name="Rectangle 125"/>
              <p:cNvSpPr>
                <a:spLocks noChangeArrowheads="1"/>
              </p:cNvSpPr>
              <p:nvPr/>
            </p:nvSpPr>
            <p:spPr bwMode="auto">
              <a:xfrm>
                <a:off x="-2120900" y="1546225"/>
                <a:ext cx="44450" cy="106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7" name="Rectangle 126"/>
              <p:cNvSpPr>
                <a:spLocks noChangeArrowheads="1"/>
              </p:cNvSpPr>
              <p:nvPr/>
            </p:nvSpPr>
            <p:spPr bwMode="auto">
              <a:xfrm>
                <a:off x="-2008188" y="1603375"/>
                <a:ext cx="49213"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8" name="Rectangle 127"/>
              <p:cNvSpPr>
                <a:spLocks noChangeArrowheads="1"/>
              </p:cNvSpPr>
              <p:nvPr/>
            </p:nvSpPr>
            <p:spPr bwMode="auto">
              <a:xfrm>
                <a:off x="-1892300" y="1546225"/>
                <a:ext cx="46038" cy="106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9" name="Rectangle 128"/>
              <p:cNvSpPr>
                <a:spLocks noChangeArrowheads="1"/>
              </p:cNvSpPr>
              <p:nvPr/>
            </p:nvSpPr>
            <p:spPr bwMode="auto">
              <a:xfrm>
                <a:off x="-1779588" y="1603375"/>
                <a:ext cx="49213"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0" name="Freeform 129"/>
              <p:cNvSpPr>
                <a:spLocks/>
              </p:cNvSpPr>
              <p:nvPr/>
            </p:nvSpPr>
            <p:spPr bwMode="auto">
              <a:xfrm>
                <a:off x="-1843088" y="2755900"/>
                <a:ext cx="469900" cy="387350"/>
              </a:xfrm>
              <a:custGeom>
                <a:avLst/>
                <a:gdLst>
                  <a:gd name="T0" fmla="*/ 241 w 296"/>
                  <a:gd name="T1" fmla="*/ 0 h 244"/>
                  <a:gd name="T2" fmla="*/ 107 w 296"/>
                  <a:gd name="T3" fmla="*/ 137 h 244"/>
                  <a:gd name="T4" fmla="*/ 55 w 296"/>
                  <a:gd name="T5" fmla="*/ 85 h 244"/>
                  <a:gd name="T6" fmla="*/ 0 w 296"/>
                  <a:gd name="T7" fmla="*/ 139 h 244"/>
                  <a:gd name="T8" fmla="*/ 52 w 296"/>
                  <a:gd name="T9" fmla="*/ 189 h 244"/>
                  <a:gd name="T10" fmla="*/ 107 w 296"/>
                  <a:gd name="T11" fmla="*/ 244 h 244"/>
                  <a:gd name="T12" fmla="*/ 159 w 296"/>
                  <a:gd name="T13" fmla="*/ 189 h 244"/>
                  <a:gd name="T14" fmla="*/ 296 w 296"/>
                  <a:gd name="T15" fmla="*/ 54 h 244"/>
                  <a:gd name="T16" fmla="*/ 241 w 296"/>
                  <a:gd name="T17"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244">
                    <a:moveTo>
                      <a:pt x="241" y="0"/>
                    </a:moveTo>
                    <a:lnTo>
                      <a:pt x="107" y="137"/>
                    </a:lnTo>
                    <a:lnTo>
                      <a:pt x="55" y="85"/>
                    </a:lnTo>
                    <a:lnTo>
                      <a:pt x="0" y="139"/>
                    </a:lnTo>
                    <a:lnTo>
                      <a:pt x="52" y="189"/>
                    </a:lnTo>
                    <a:lnTo>
                      <a:pt x="107" y="244"/>
                    </a:lnTo>
                    <a:lnTo>
                      <a:pt x="159" y="189"/>
                    </a:lnTo>
                    <a:lnTo>
                      <a:pt x="296" y="54"/>
                    </a:lnTo>
                    <a:lnTo>
                      <a:pt x="24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1" name="Freeform 130"/>
              <p:cNvSpPr>
                <a:spLocks/>
              </p:cNvSpPr>
              <p:nvPr/>
            </p:nvSpPr>
            <p:spPr bwMode="auto">
              <a:xfrm>
                <a:off x="-5813425" y="2943225"/>
                <a:ext cx="560388" cy="131763"/>
              </a:xfrm>
              <a:custGeom>
                <a:avLst/>
                <a:gdLst>
                  <a:gd name="T0" fmla="*/ 353 w 353"/>
                  <a:gd name="T1" fmla="*/ 0 h 83"/>
                  <a:gd name="T2" fmla="*/ 322 w 353"/>
                  <a:gd name="T3" fmla="*/ 0 h 83"/>
                  <a:gd name="T4" fmla="*/ 322 w 353"/>
                  <a:gd name="T5" fmla="*/ 52 h 83"/>
                  <a:gd name="T6" fmla="*/ 33 w 353"/>
                  <a:gd name="T7" fmla="*/ 52 h 83"/>
                  <a:gd name="T8" fmla="*/ 33 w 353"/>
                  <a:gd name="T9" fmla="*/ 0 h 83"/>
                  <a:gd name="T10" fmla="*/ 0 w 353"/>
                  <a:gd name="T11" fmla="*/ 0 h 83"/>
                  <a:gd name="T12" fmla="*/ 0 w 353"/>
                  <a:gd name="T13" fmla="*/ 83 h 83"/>
                  <a:gd name="T14" fmla="*/ 353 w 353"/>
                  <a:gd name="T15" fmla="*/ 83 h 83"/>
                  <a:gd name="T16" fmla="*/ 353 w 353"/>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83">
                    <a:moveTo>
                      <a:pt x="353" y="0"/>
                    </a:moveTo>
                    <a:lnTo>
                      <a:pt x="322" y="0"/>
                    </a:lnTo>
                    <a:lnTo>
                      <a:pt x="322" y="52"/>
                    </a:lnTo>
                    <a:lnTo>
                      <a:pt x="33" y="52"/>
                    </a:lnTo>
                    <a:lnTo>
                      <a:pt x="33" y="0"/>
                    </a:lnTo>
                    <a:lnTo>
                      <a:pt x="0" y="0"/>
                    </a:lnTo>
                    <a:lnTo>
                      <a:pt x="0" y="83"/>
                    </a:lnTo>
                    <a:lnTo>
                      <a:pt x="353" y="83"/>
                    </a:lnTo>
                    <a:lnTo>
                      <a:pt x="35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2" name="Freeform 131"/>
              <p:cNvSpPr>
                <a:spLocks/>
              </p:cNvSpPr>
              <p:nvPr/>
            </p:nvSpPr>
            <p:spPr bwMode="auto">
              <a:xfrm>
                <a:off x="-5734050" y="2544762"/>
                <a:ext cx="412750" cy="439738"/>
              </a:xfrm>
              <a:custGeom>
                <a:avLst/>
                <a:gdLst>
                  <a:gd name="T0" fmla="*/ 45 w 260"/>
                  <a:gd name="T1" fmla="*/ 116 h 277"/>
                  <a:gd name="T2" fmla="*/ 0 w 260"/>
                  <a:gd name="T3" fmla="*/ 116 h 277"/>
                  <a:gd name="T4" fmla="*/ 130 w 260"/>
                  <a:gd name="T5" fmla="*/ 277 h 277"/>
                  <a:gd name="T6" fmla="*/ 260 w 260"/>
                  <a:gd name="T7" fmla="*/ 116 h 277"/>
                  <a:gd name="T8" fmla="*/ 215 w 260"/>
                  <a:gd name="T9" fmla="*/ 116 h 277"/>
                  <a:gd name="T10" fmla="*/ 215 w 260"/>
                  <a:gd name="T11" fmla="*/ 0 h 277"/>
                  <a:gd name="T12" fmla="*/ 45 w 260"/>
                  <a:gd name="T13" fmla="*/ 0 h 277"/>
                  <a:gd name="T14" fmla="*/ 45 w 260"/>
                  <a:gd name="T15" fmla="*/ 116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0" h="277">
                    <a:moveTo>
                      <a:pt x="45" y="116"/>
                    </a:moveTo>
                    <a:lnTo>
                      <a:pt x="0" y="116"/>
                    </a:lnTo>
                    <a:lnTo>
                      <a:pt x="130" y="277"/>
                    </a:lnTo>
                    <a:lnTo>
                      <a:pt x="260" y="116"/>
                    </a:lnTo>
                    <a:lnTo>
                      <a:pt x="215" y="116"/>
                    </a:lnTo>
                    <a:lnTo>
                      <a:pt x="215" y="0"/>
                    </a:lnTo>
                    <a:lnTo>
                      <a:pt x="45" y="0"/>
                    </a:lnTo>
                    <a:lnTo>
                      <a:pt x="45"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3" name="Freeform 132"/>
              <p:cNvSpPr>
                <a:spLocks noEditPoints="1"/>
              </p:cNvSpPr>
              <p:nvPr/>
            </p:nvSpPr>
            <p:spPr bwMode="auto">
              <a:xfrm>
                <a:off x="-3600450" y="4483100"/>
                <a:ext cx="566738" cy="566738"/>
              </a:xfrm>
              <a:custGeom>
                <a:avLst/>
                <a:gdLst>
                  <a:gd name="T0" fmla="*/ 76 w 151"/>
                  <a:gd name="T1" fmla="*/ 151 h 151"/>
                  <a:gd name="T2" fmla="*/ 151 w 151"/>
                  <a:gd name="T3" fmla="*/ 75 h 151"/>
                  <a:gd name="T4" fmla="*/ 76 w 151"/>
                  <a:gd name="T5" fmla="*/ 0 h 151"/>
                  <a:gd name="T6" fmla="*/ 76 w 151"/>
                  <a:gd name="T7" fmla="*/ 8 h 151"/>
                  <a:gd name="T8" fmla="*/ 82 w 151"/>
                  <a:gd name="T9" fmla="*/ 8 h 151"/>
                  <a:gd name="T10" fmla="*/ 82 w 151"/>
                  <a:gd name="T11" fmla="*/ 75 h 151"/>
                  <a:gd name="T12" fmla="*/ 76 w 151"/>
                  <a:gd name="T13" fmla="*/ 75 h 151"/>
                  <a:gd name="T14" fmla="*/ 76 w 151"/>
                  <a:gd name="T15" fmla="*/ 123 h 151"/>
                  <a:gd name="T16" fmla="*/ 124 w 151"/>
                  <a:gd name="T17" fmla="*/ 75 h 151"/>
                  <a:gd name="T18" fmla="*/ 98 w 151"/>
                  <a:gd name="T19" fmla="*/ 32 h 151"/>
                  <a:gd name="T20" fmla="*/ 103 w 151"/>
                  <a:gd name="T21" fmla="*/ 21 h 151"/>
                  <a:gd name="T22" fmla="*/ 136 w 151"/>
                  <a:gd name="T23" fmla="*/ 75 h 151"/>
                  <a:gd name="T24" fmla="*/ 76 w 151"/>
                  <a:gd name="T25" fmla="*/ 135 h 151"/>
                  <a:gd name="T26" fmla="*/ 76 w 151"/>
                  <a:gd name="T27" fmla="*/ 151 h 151"/>
                  <a:gd name="T28" fmla="*/ 76 w 151"/>
                  <a:gd name="T29" fmla="*/ 135 h 151"/>
                  <a:gd name="T30" fmla="*/ 76 w 151"/>
                  <a:gd name="T31" fmla="*/ 135 h 151"/>
                  <a:gd name="T32" fmla="*/ 76 w 151"/>
                  <a:gd name="T33" fmla="*/ 0 h 151"/>
                  <a:gd name="T34" fmla="*/ 0 w 151"/>
                  <a:gd name="T35" fmla="*/ 75 h 151"/>
                  <a:gd name="T36" fmla="*/ 76 w 151"/>
                  <a:gd name="T37" fmla="*/ 151 h 151"/>
                  <a:gd name="T38" fmla="*/ 76 w 151"/>
                  <a:gd name="T39" fmla="*/ 135 h 151"/>
                  <a:gd name="T40" fmla="*/ 76 w 151"/>
                  <a:gd name="T41" fmla="*/ 135 h 151"/>
                  <a:gd name="T42" fmla="*/ 15 w 151"/>
                  <a:gd name="T43" fmla="*/ 75 h 151"/>
                  <a:gd name="T44" fmla="*/ 49 w 151"/>
                  <a:gd name="T45" fmla="*/ 21 h 151"/>
                  <a:gd name="T46" fmla="*/ 54 w 151"/>
                  <a:gd name="T47" fmla="*/ 32 h 151"/>
                  <a:gd name="T48" fmla="*/ 28 w 151"/>
                  <a:gd name="T49" fmla="*/ 75 h 151"/>
                  <a:gd name="T50" fmla="*/ 76 w 151"/>
                  <a:gd name="T51" fmla="*/ 123 h 151"/>
                  <a:gd name="T52" fmla="*/ 76 w 151"/>
                  <a:gd name="T53" fmla="*/ 75 h 151"/>
                  <a:gd name="T54" fmla="*/ 70 w 151"/>
                  <a:gd name="T55" fmla="*/ 75 h 151"/>
                  <a:gd name="T56" fmla="*/ 70 w 151"/>
                  <a:gd name="T57" fmla="*/ 8 h 151"/>
                  <a:gd name="T58" fmla="*/ 70 w 151"/>
                  <a:gd name="T59" fmla="*/ 8 h 151"/>
                  <a:gd name="T60" fmla="*/ 76 w 151"/>
                  <a:gd name="T61" fmla="*/ 8 h 151"/>
                  <a:gd name="T62" fmla="*/ 76 w 151"/>
                  <a:gd name="T6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1" h="151">
                    <a:moveTo>
                      <a:pt x="76" y="151"/>
                    </a:moveTo>
                    <a:cubicBezTo>
                      <a:pt x="118" y="151"/>
                      <a:pt x="151" y="117"/>
                      <a:pt x="151" y="75"/>
                    </a:cubicBezTo>
                    <a:cubicBezTo>
                      <a:pt x="151" y="33"/>
                      <a:pt x="118" y="0"/>
                      <a:pt x="76" y="0"/>
                    </a:cubicBezTo>
                    <a:cubicBezTo>
                      <a:pt x="76" y="8"/>
                      <a:pt x="76" y="8"/>
                      <a:pt x="76" y="8"/>
                    </a:cubicBezTo>
                    <a:cubicBezTo>
                      <a:pt x="82" y="8"/>
                      <a:pt x="82" y="8"/>
                      <a:pt x="82" y="8"/>
                    </a:cubicBezTo>
                    <a:cubicBezTo>
                      <a:pt x="82" y="75"/>
                      <a:pt x="82" y="75"/>
                      <a:pt x="82" y="75"/>
                    </a:cubicBezTo>
                    <a:cubicBezTo>
                      <a:pt x="76" y="75"/>
                      <a:pt x="76" y="75"/>
                      <a:pt x="76" y="75"/>
                    </a:cubicBezTo>
                    <a:cubicBezTo>
                      <a:pt x="76" y="123"/>
                      <a:pt x="76" y="123"/>
                      <a:pt x="76" y="123"/>
                    </a:cubicBezTo>
                    <a:cubicBezTo>
                      <a:pt x="102" y="123"/>
                      <a:pt x="124" y="101"/>
                      <a:pt x="124" y="75"/>
                    </a:cubicBezTo>
                    <a:cubicBezTo>
                      <a:pt x="124" y="57"/>
                      <a:pt x="114" y="41"/>
                      <a:pt x="98" y="32"/>
                    </a:cubicBezTo>
                    <a:cubicBezTo>
                      <a:pt x="103" y="21"/>
                      <a:pt x="103" y="21"/>
                      <a:pt x="103" y="21"/>
                    </a:cubicBezTo>
                    <a:cubicBezTo>
                      <a:pt x="124" y="32"/>
                      <a:pt x="136" y="52"/>
                      <a:pt x="136" y="75"/>
                    </a:cubicBezTo>
                    <a:cubicBezTo>
                      <a:pt x="136" y="108"/>
                      <a:pt x="109" y="135"/>
                      <a:pt x="76" y="135"/>
                    </a:cubicBezTo>
                    <a:cubicBezTo>
                      <a:pt x="76" y="151"/>
                      <a:pt x="76" y="151"/>
                      <a:pt x="76" y="151"/>
                    </a:cubicBezTo>
                    <a:close/>
                    <a:moveTo>
                      <a:pt x="76" y="135"/>
                    </a:moveTo>
                    <a:cubicBezTo>
                      <a:pt x="76" y="135"/>
                      <a:pt x="76" y="135"/>
                      <a:pt x="76" y="135"/>
                    </a:cubicBezTo>
                    <a:moveTo>
                      <a:pt x="76" y="0"/>
                    </a:moveTo>
                    <a:cubicBezTo>
                      <a:pt x="34" y="0"/>
                      <a:pt x="0" y="33"/>
                      <a:pt x="0" y="75"/>
                    </a:cubicBezTo>
                    <a:cubicBezTo>
                      <a:pt x="0" y="117"/>
                      <a:pt x="34" y="151"/>
                      <a:pt x="76" y="151"/>
                    </a:cubicBezTo>
                    <a:cubicBezTo>
                      <a:pt x="76" y="135"/>
                      <a:pt x="76" y="135"/>
                      <a:pt x="76" y="135"/>
                    </a:cubicBezTo>
                    <a:cubicBezTo>
                      <a:pt x="76" y="135"/>
                      <a:pt x="76" y="135"/>
                      <a:pt x="76" y="135"/>
                    </a:cubicBezTo>
                    <a:cubicBezTo>
                      <a:pt x="43" y="135"/>
                      <a:pt x="15" y="108"/>
                      <a:pt x="15" y="75"/>
                    </a:cubicBezTo>
                    <a:cubicBezTo>
                      <a:pt x="15" y="52"/>
                      <a:pt x="28" y="32"/>
                      <a:pt x="49" y="21"/>
                    </a:cubicBezTo>
                    <a:cubicBezTo>
                      <a:pt x="54" y="32"/>
                      <a:pt x="54" y="32"/>
                      <a:pt x="54" y="32"/>
                    </a:cubicBezTo>
                    <a:cubicBezTo>
                      <a:pt x="38" y="41"/>
                      <a:pt x="28" y="57"/>
                      <a:pt x="28" y="75"/>
                    </a:cubicBezTo>
                    <a:cubicBezTo>
                      <a:pt x="28" y="101"/>
                      <a:pt x="49" y="123"/>
                      <a:pt x="76" y="123"/>
                    </a:cubicBezTo>
                    <a:cubicBezTo>
                      <a:pt x="76" y="75"/>
                      <a:pt x="76" y="75"/>
                      <a:pt x="76" y="75"/>
                    </a:cubicBezTo>
                    <a:cubicBezTo>
                      <a:pt x="70" y="75"/>
                      <a:pt x="70" y="75"/>
                      <a:pt x="70" y="75"/>
                    </a:cubicBezTo>
                    <a:cubicBezTo>
                      <a:pt x="70" y="8"/>
                      <a:pt x="70" y="8"/>
                      <a:pt x="70" y="8"/>
                    </a:cubicBezTo>
                    <a:cubicBezTo>
                      <a:pt x="70" y="8"/>
                      <a:pt x="70" y="8"/>
                      <a:pt x="70" y="8"/>
                    </a:cubicBezTo>
                    <a:cubicBezTo>
                      <a:pt x="76" y="8"/>
                      <a:pt x="76" y="8"/>
                      <a:pt x="76" y="8"/>
                    </a:cubicBezTo>
                    <a:lnTo>
                      <a:pt x="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4" name="Oval 133"/>
              <p:cNvSpPr>
                <a:spLocks noChangeArrowheads="1"/>
              </p:cNvSpPr>
              <p:nvPr/>
            </p:nvSpPr>
            <p:spPr bwMode="auto">
              <a:xfrm>
                <a:off x="-3303588" y="7318375"/>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5" name="Freeform 134"/>
              <p:cNvSpPr>
                <a:spLocks noEditPoints="1"/>
              </p:cNvSpPr>
              <p:nvPr/>
            </p:nvSpPr>
            <p:spPr bwMode="auto">
              <a:xfrm>
                <a:off x="-3379788" y="7239000"/>
                <a:ext cx="312738" cy="458788"/>
              </a:xfrm>
              <a:custGeom>
                <a:avLst/>
                <a:gdLst>
                  <a:gd name="T0" fmla="*/ 83 w 83"/>
                  <a:gd name="T1" fmla="*/ 0 h 122"/>
                  <a:gd name="T2" fmla="*/ 42 w 83"/>
                  <a:gd name="T3" fmla="*/ 0 h 122"/>
                  <a:gd name="T4" fmla="*/ 42 w 83"/>
                  <a:gd name="T5" fmla="*/ 10 h 122"/>
                  <a:gd name="T6" fmla="*/ 42 w 83"/>
                  <a:gd name="T7" fmla="*/ 10 h 122"/>
                  <a:gd name="T8" fmla="*/ 74 w 83"/>
                  <a:gd name="T9" fmla="*/ 43 h 122"/>
                  <a:gd name="T10" fmla="*/ 42 w 83"/>
                  <a:gd name="T11" fmla="*/ 75 h 122"/>
                  <a:gd name="T12" fmla="*/ 42 w 83"/>
                  <a:gd name="T13" fmla="*/ 75 h 122"/>
                  <a:gd name="T14" fmla="*/ 42 w 83"/>
                  <a:gd name="T15" fmla="*/ 75 h 122"/>
                  <a:gd name="T16" fmla="*/ 42 w 83"/>
                  <a:gd name="T17" fmla="*/ 89 h 122"/>
                  <a:gd name="T18" fmla="*/ 42 w 83"/>
                  <a:gd name="T19" fmla="*/ 89 h 122"/>
                  <a:gd name="T20" fmla="*/ 53 w 83"/>
                  <a:gd name="T21" fmla="*/ 100 h 122"/>
                  <a:gd name="T22" fmla="*/ 42 w 83"/>
                  <a:gd name="T23" fmla="*/ 111 h 122"/>
                  <a:gd name="T24" fmla="*/ 42 w 83"/>
                  <a:gd name="T25" fmla="*/ 111 h 122"/>
                  <a:gd name="T26" fmla="*/ 42 w 83"/>
                  <a:gd name="T27" fmla="*/ 111 h 122"/>
                  <a:gd name="T28" fmla="*/ 42 w 83"/>
                  <a:gd name="T29" fmla="*/ 122 h 122"/>
                  <a:gd name="T30" fmla="*/ 83 w 83"/>
                  <a:gd name="T31" fmla="*/ 122 h 122"/>
                  <a:gd name="T32" fmla="*/ 83 w 83"/>
                  <a:gd name="T33" fmla="*/ 0 h 122"/>
                  <a:gd name="T34" fmla="*/ 42 w 83"/>
                  <a:gd name="T35" fmla="*/ 0 h 122"/>
                  <a:gd name="T36" fmla="*/ 0 w 83"/>
                  <a:gd name="T37" fmla="*/ 0 h 122"/>
                  <a:gd name="T38" fmla="*/ 0 w 83"/>
                  <a:gd name="T39" fmla="*/ 122 h 122"/>
                  <a:gd name="T40" fmla="*/ 42 w 83"/>
                  <a:gd name="T41" fmla="*/ 122 h 122"/>
                  <a:gd name="T42" fmla="*/ 42 w 83"/>
                  <a:gd name="T43" fmla="*/ 111 h 122"/>
                  <a:gd name="T44" fmla="*/ 31 w 83"/>
                  <a:gd name="T45" fmla="*/ 100 h 122"/>
                  <a:gd name="T46" fmla="*/ 42 w 83"/>
                  <a:gd name="T47" fmla="*/ 89 h 122"/>
                  <a:gd name="T48" fmla="*/ 42 w 83"/>
                  <a:gd name="T49" fmla="*/ 75 h 122"/>
                  <a:gd name="T50" fmla="*/ 10 w 83"/>
                  <a:gd name="T51" fmla="*/ 43 h 122"/>
                  <a:gd name="T52" fmla="*/ 42 w 83"/>
                  <a:gd name="T53" fmla="*/ 10 h 122"/>
                  <a:gd name="T54" fmla="*/ 42 w 83"/>
                  <a:gd name="T5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3" h="122">
                    <a:moveTo>
                      <a:pt x="83" y="0"/>
                    </a:moveTo>
                    <a:cubicBezTo>
                      <a:pt x="42" y="0"/>
                      <a:pt x="42" y="0"/>
                      <a:pt x="42" y="0"/>
                    </a:cubicBezTo>
                    <a:cubicBezTo>
                      <a:pt x="42" y="10"/>
                      <a:pt x="42" y="10"/>
                      <a:pt x="42" y="10"/>
                    </a:cubicBezTo>
                    <a:cubicBezTo>
                      <a:pt x="42" y="10"/>
                      <a:pt x="42" y="10"/>
                      <a:pt x="42" y="10"/>
                    </a:cubicBezTo>
                    <a:cubicBezTo>
                      <a:pt x="60" y="10"/>
                      <a:pt x="74" y="25"/>
                      <a:pt x="74" y="43"/>
                    </a:cubicBezTo>
                    <a:cubicBezTo>
                      <a:pt x="74" y="60"/>
                      <a:pt x="60" y="75"/>
                      <a:pt x="42" y="75"/>
                    </a:cubicBezTo>
                    <a:cubicBezTo>
                      <a:pt x="42" y="75"/>
                      <a:pt x="42" y="75"/>
                      <a:pt x="42" y="75"/>
                    </a:cubicBezTo>
                    <a:cubicBezTo>
                      <a:pt x="42" y="75"/>
                      <a:pt x="42" y="75"/>
                      <a:pt x="42" y="75"/>
                    </a:cubicBezTo>
                    <a:cubicBezTo>
                      <a:pt x="42" y="89"/>
                      <a:pt x="42" y="89"/>
                      <a:pt x="42" y="89"/>
                    </a:cubicBezTo>
                    <a:cubicBezTo>
                      <a:pt x="42" y="89"/>
                      <a:pt x="42" y="89"/>
                      <a:pt x="42" y="89"/>
                    </a:cubicBezTo>
                    <a:cubicBezTo>
                      <a:pt x="48" y="89"/>
                      <a:pt x="53" y="94"/>
                      <a:pt x="53" y="100"/>
                    </a:cubicBezTo>
                    <a:cubicBezTo>
                      <a:pt x="53" y="106"/>
                      <a:pt x="48" y="111"/>
                      <a:pt x="42" y="111"/>
                    </a:cubicBezTo>
                    <a:cubicBezTo>
                      <a:pt x="42" y="111"/>
                      <a:pt x="42" y="111"/>
                      <a:pt x="42" y="111"/>
                    </a:cubicBezTo>
                    <a:cubicBezTo>
                      <a:pt x="42" y="111"/>
                      <a:pt x="42" y="111"/>
                      <a:pt x="42" y="111"/>
                    </a:cubicBezTo>
                    <a:cubicBezTo>
                      <a:pt x="42" y="122"/>
                      <a:pt x="42" y="122"/>
                      <a:pt x="42" y="122"/>
                    </a:cubicBezTo>
                    <a:cubicBezTo>
                      <a:pt x="83" y="122"/>
                      <a:pt x="83" y="122"/>
                      <a:pt x="83" y="122"/>
                    </a:cubicBezTo>
                    <a:lnTo>
                      <a:pt x="83" y="0"/>
                    </a:lnTo>
                    <a:close/>
                    <a:moveTo>
                      <a:pt x="42" y="0"/>
                    </a:moveTo>
                    <a:cubicBezTo>
                      <a:pt x="0" y="0"/>
                      <a:pt x="0" y="0"/>
                      <a:pt x="0" y="0"/>
                    </a:cubicBezTo>
                    <a:cubicBezTo>
                      <a:pt x="0" y="122"/>
                      <a:pt x="0" y="122"/>
                      <a:pt x="0" y="122"/>
                    </a:cubicBezTo>
                    <a:cubicBezTo>
                      <a:pt x="42" y="122"/>
                      <a:pt x="42" y="122"/>
                      <a:pt x="42" y="122"/>
                    </a:cubicBezTo>
                    <a:cubicBezTo>
                      <a:pt x="42" y="111"/>
                      <a:pt x="42" y="111"/>
                      <a:pt x="42" y="111"/>
                    </a:cubicBezTo>
                    <a:cubicBezTo>
                      <a:pt x="36" y="111"/>
                      <a:pt x="31" y="106"/>
                      <a:pt x="31" y="100"/>
                    </a:cubicBezTo>
                    <a:cubicBezTo>
                      <a:pt x="31" y="94"/>
                      <a:pt x="36" y="89"/>
                      <a:pt x="42" y="89"/>
                    </a:cubicBezTo>
                    <a:cubicBezTo>
                      <a:pt x="42" y="75"/>
                      <a:pt x="42" y="75"/>
                      <a:pt x="42" y="75"/>
                    </a:cubicBezTo>
                    <a:cubicBezTo>
                      <a:pt x="24" y="75"/>
                      <a:pt x="10" y="60"/>
                      <a:pt x="10" y="43"/>
                    </a:cubicBezTo>
                    <a:cubicBezTo>
                      <a:pt x="10" y="25"/>
                      <a:pt x="24" y="10"/>
                      <a:pt x="42" y="10"/>
                    </a:cubicBez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6" name="Freeform 135"/>
              <p:cNvSpPr>
                <a:spLocks/>
              </p:cNvSpPr>
              <p:nvPr/>
            </p:nvSpPr>
            <p:spPr bwMode="auto">
              <a:xfrm>
                <a:off x="-3698875" y="7189788"/>
                <a:ext cx="63500" cy="30163"/>
              </a:xfrm>
              <a:custGeom>
                <a:avLst/>
                <a:gdLst>
                  <a:gd name="T0" fmla="*/ 17 w 17"/>
                  <a:gd name="T1" fmla="*/ 6 h 8"/>
                  <a:gd name="T2" fmla="*/ 10 w 17"/>
                  <a:gd name="T3" fmla="*/ 0 h 8"/>
                  <a:gd name="T4" fmla="*/ 7 w 17"/>
                  <a:gd name="T5" fmla="*/ 0 h 8"/>
                  <a:gd name="T6" fmla="*/ 0 w 17"/>
                  <a:gd name="T7" fmla="*/ 6 h 8"/>
                  <a:gd name="T8" fmla="*/ 0 w 17"/>
                  <a:gd name="T9" fmla="*/ 8 h 8"/>
                  <a:gd name="T10" fmla="*/ 16 w 17"/>
                  <a:gd name="T11" fmla="*/ 8 h 8"/>
                  <a:gd name="T12" fmla="*/ 17 w 17"/>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17" y="6"/>
                    </a:moveTo>
                    <a:cubicBezTo>
                      <a:pt x="17" y="3"/>
                      <a:pt x="14" y="0"/>
                      <a:pt x="10" y="0"/>
                    </a:cubicBezTo>
                    <a:cubicBezTo>
                      <a:pt x="7" y="0"/>
                      <a:pt x="7" y="0"/>
                      <a:pt x="7" y="0"/>
                    </a:cubicBezTo>
                    <a:cubicBezTo>
                      <a:pt x="3" y="0"/>
                      <a:pt x="0" y="3"/>
                      <a:pt x="0" y="6"/>
                    </a:cubicBezTo>
                    <a:cubicBezTo>
                      <a:pt x="0" y="7"/>
                      <a:pt x="0" y="8"/>
                      <a:pt x="0" y="8"/>
                    </a:cubicBezTo>
                    <a:cubicBezTo>
                      <a:pt x="16" y="8"/>
                      <a:pt x="16" y="8"/>
                      <a:pt x="16" y="8"/>
                    </a:cubicBezTo>
                    <a:cubicBezTo>
                      <a:pt x="17" y="8"/>
                      <a:pt x="17" y="7"/>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7" name="Freeform 136"/>
              <p:cNvSpPr>
                <a:spLocks noEditPoints="1"/>
              </p:cNvSpPr>
              <p:nvPr/>
            </p:nvSpPr>
            <p:spPr bwMode="auto">
              <a:xfrm>
                <a:off x="-3735388" y="7239000"/>
                <a:ext cx="311150" cy="458788"/>
              </a:xfrm>
              <a:custGeom>
                <a:avLst/>
                <a:gdLst>
                  <a:gd name="T0" fmla="*/ 42 w 83"/>
                  <a:gd name="T1" fmla="*/ 122 h 122"/>
                  <a:gd name="T2" fmla="*/ 83 w 83"/>
                  <a:gd name="T3" fmla="*/ 122 h 122"/>
                  <a:gd name="T4" fmla="*/ 83 w 83"/>
                  <a:gd name="T5" fmla="*/ 0 h 122"/>
                  <a:gd name="T6" fmla="*/ 42 w 83"/>
                  <a:gd name="T7" fmla="*/ 0 h 122"/>
                  <a:gd name="T8" fmla="*/ 42 w 83"/>
                  <a:gd name="T9" fmla="*/ 10 h 122"/>
                  <a:gd name="T10" fmla="*/ 42 w 83"/>
                  <a:gd name="T11" fmla="*/ 10 h 122"/>
                  <a:gd name="T12" fmla="*/ 42 w 83"/>
                  <a:gd name="T13" fmla="*/ 10 h 122"/>
                  <a:gd name="T14" fmla="*/ 74 w 83"/>
                  <a:gd name="T15" fmla="*/ 43 h 122"/>
                  <a:gd name="T16" fmla="*/ 42 w 83"/>
                  <a:gd name="T17" fmla="*/ 75 h 122"/>
                  <a:gd name="T18" fmla="*/ 42 w 83"/>
                  <a:gd name="T19" fmla="*/ 75 h 122"/>
                  <a:gd name="T20" fmla="*/ 42 w 83"/>
                  <a:gd name="T21" fmla="*/ 89 h 122"/>
                  <a:gd name="T22" fmla="*/ 42 w 83"/>
                  <a:gd name="T23" fmla="*/ 89 h 122"/>
                  <a:gd name="T24" fmla="*/ 53 w 83"/>
                  <a:gd name="T25" fmla="*/ 100 h 122"/>
                  <a:gd name="T26" fmla="*/ 42 w 83"/>
                  <a:gd name="T27" fmla="*/ 111 h 122"/>
                  <a:gd name="T28" fmla="*/ 42 w 83"/>
                  <a:gd name="T29" fmla="*/ 111 h 122"/>
                  <a:gd name="T30" fmla="*/ 42 w 83"/>
                  <a:gd name="T31" fmla="*/ 111 h 122"/>
                  <a:gd name="T32" fmla="*/ 42 w 83"/>
                  <a:gd name="T33" fmla="*/ 122 h 122"/>
                  <a:gd name="T34" fmla="*/ 0 w 83"/>
                  <a:gd name="T35" fmla="*/ 122 h 122"/>
                  <a:gd name="T36" fmla="*/ 42 w 83"/>
                  <a:gd name="T37" fmla="*/ 122 h 122"/>
                  <a:gd name="T38" fmla="*/ 42 w 83"/>
                  <a:gd name="T39" fmla="*/ 111 h 122"/>
                  <a:gd name="T40" fmla="*/ 31 w 83"/>
                  <a:gd name="T41" fmla="*/ 100 h 122"/>
                  <a:gd name="T42" fmla="*/ 42 w 83"/>
                  <a:gd name="T43" fmla="*/ 89 h 122"/>
                  <a:gd name="T44" fmla="*/ 42 w 83"/>
                  <a:gd name="T45" fmla="*/ 75 h 122"/>
                  <a:gd name="T46" fmla="*/ 9 w 83"/>
                  <a:gd name="T47" fmla="*/ 43 h 122"/>
                  <a:gd name="T48" fmla="*/ 42 w 83"/>
                  <a:gd name="T49" fmla="*/ 10 h 122"/>
                  <a:gd name="T50" fmla="*/ 42 w 83"/>
                  <a:gd name="T51" fmla="*/ 0 h 122"/>
                  <a:gd name="T52" fmla="*/ 20 w 83"/>
                  <a:gd name="T53" fmla="*/ 0 h 122"/>
                  <a:gd name="T54" fmla="*/ 16 w 83"/>
                  <a:gd name="T55" fmla="*/ 0 h 122"/>
                  <a:gd name="T56" fmla="*/ 0 w 83"/>
                  <a:gd name="T57" fmla="*/ 0 h 122"/>
                  <a:gd name="T58" fmla="*/ 0 w 83"/>
                  <a:gd name="T59"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3" h="122">
                    <a:moveTo>
                      <a:pt x="42" y="122"/>
                    </a:moveTo>
                    <a:cubicBezTo>
                      <a:pt x="83" y="122"/>
                      <a:pt x="83" y="122"/>
                      <a:pt x="83" y="122"/>
                    </a:cubicBezTo>
                    <a:cubicBezTo>
                      <a:pt x="83" y="0"/>
                      <a:pt x="83" y="0"/>
                      <a:pt x="83" y="0"/>
                    </a:cubicBezTo>
                    <a:cubicBezTo>
                      <a:pt x="42" y="0"/>
                      <a:pt x="42" y="0"/>
                      <a:pt x="42" y="0"/>
                    </a:cubicBezTo>
                    <a:cubicBezTo>
                      <a:pt x="42" y="10"/>
                      <a:pt x="42" y="10"/>
                      <a:pt x="42" y="10"/>
                    </a:cubicBezTo>
                    <a:cubicBezTo>
                      <a:pt x="42" y="10"/>
                      <a:pt x="42" y="10"/>
                      <a:pt x="42" y="10"/>
                    </a:cubicBezTo>
                    <a:cubicBezTo>
                      <a:pt x="42" y="10"/>
                      <a:pt x="42" y="10"/>
                      <a:pt x="42" y="10"/>
                    </a:cubicBezTo>
                    <a:cubicBezTo>
                      <a:pt x="60" y="10"/>
                      <a:pt x="74" y="25"/>
                      <a:pt x="74" y="43"/>
                    </a:cubicBezTo>
                    <a:cubicBezTo>
                      <a:pt x="74" y="60"/>
                      <a:pt x="60" y="75"/>
                      <a:pt x="42" y="75"/>
                    </a:cubicBezTo>
                    <a:cubicBezTo>
                      <a:pt x="42" y="75"/>
                      <a:pt x="42" y="75"/>
                      <a:pt x="42" y="75"/>
                    </a:cubicBezTo>
                    <a:cubicBezTo>
                      <a:pt x="42" y="89"/>
                      <a:pt x="42" y="89"/>
                      <a:pt x="42" y="89"/>
                    </a:cubicBezTo>
                    <a:cubicBezTo>
                      <a:pt x="42" y="89"/>
                      <a:pt x="42" y="89"/>
                      <a:pt x="42" y="89"/>
                    </a:cubicBezTo>
                    <a:cubicBezTo>
                      <a:pt x="48" y="89"/>
                      <a:pt x="53" y="94"/>
                      <a:pt x="53" y="100"/>
                    </a:cubicBezTo>
                    <a:cubicBezTo>
                      <a:pt x="53" y="106"/>
                      <a:pt x="48" y="111"/>
                      <a:pt x="42" y="111"/>
                    </a:cubicBezTo>
                    <a:cubicBezTo>
                      <a:pt x="42" y="111"/>
                      <a:pt x="42" y="111"/>
                      <a:pt x="42" y="111"/>
                    </a:cubicBezTo>
                    <a:cubicBezTo>
                      <a:pt x="42" y="111"/>
                      <a:pt x="42" y="111"/>
                      <a:pt x="42" y="111"/>
                    </a:cubicBezTo>
                    <a:lnTo>
                      <a:pt x="42" y="122"/>
                    </a:lnTo>
                    <a:close/>
                    <a:moveTo>
                      <a:pt x="0" y="122"/>
                    </a:moveTo>
                    <a:cubicBezTo>
                      <a:pt x="42" y="122"/>
                      <a:pt x="42" y="122"/>
                      <a:pt x="42" y="122"/>
                    </a:cubicBezTo>
                    <a:cubicBezTo>
                      <a:pt x="42" y="111"/>
                      <a:pt x="42" y="111"/>
                      <a:pt x="42" y="111"/>
                    </a:cubicBezTo>
                    <a:cubicBezTo>
                      <a:pt x="36" y="111"/>
                      <a:pt x="31" y="106"/>
                      <a:pt x="31" y="100"/>
                    </a:cubicBezTo>
                    <a:cubicBezTo>
                      <a:pt x="31" y="94"/>
                      <a:pt x="36" y="89"/>
                      <a:pt x="42" y="89"/>
                    </a:cubicBezTo>
                    <a:cubicBezTo>
                      <a:pt x="42" y="75"/>
                      <a:pt x="42" y="75"/>
                      <a:pt x="42" y="75"/>
                    </a:cubicBezTo>
                    <a:cubicBezTo>
                      <a:pt x="24" y="75"/>
                      <a:pt x="9" y="60"/>
                      <a:pt x="9" y="43"/>
                    </a:cubicBezTo>
                    <a:cubicBezTo>
                      <a:pt x="9" y="25"/>
                      <a:pt x="24" y="10"/>
                      <a:pt x="42" y="10"/>
                    </a:cubicBezTo>
                    <a:cubicBezTo>
                      <a:pt x="42" y="0"/>
                      <a:pt x="42" y="0"/>
                      <a:pt x="42" y="0"/>
                    </a:cubicBezTo>
                    <a:cubicBezTo>
                      <a:pt x="20" y="0"/>
                      <a:pt x="20" y="0"/>
                      <a:pt x="20" y="0"/>
                    </a:cubicBezTo>
                    <a:cubicBezTo>
                      <a:pt x="16" y="0"/>
                      <a:pt x="16" y="0"/>
                      <a:pt x="16" y="0"/>
                    </a:cubicBezTo>
                    <a:cubicBezTo>
                      <a:pt x="0" y="0"/>
                      <a:pt x="0" y="0"/>
                      <a:pt x="0" y="0"/>
                    </a:cubicBezTo>
                    <a:lnTo>
                      <a:pt x="0" y="1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8" name="Oval 137"/>
              <p:cNvSpPr>
                <a:spLocks noChangeArrowheads="1"/>
              </p:cNvSpPr>
              <p:nvPr/>
            </p:nvSpPr>
            <p:spPr bwMode="auto">
              <a:xfrm>
                <a:off x="-3660775" y="7318375"/>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9" name="Freeform 138"/>
              <p:cNvSpPr>
                <a:spLocks noEditPoints="1"/>
              </p:cNvSpPr>
              <p:nvPr/>
            </p:nvSpPr>
            <p:spPr bwMode="auto">
              <a:xfrm>
                <a:off x="-6011863" y="4824413"/>
                <a:ext cx="563563" cy="525463"/>
              </a:xfrm>
              <a:custGeom>
                <a:avLst/>
                <a:gdLst>
                  <a:gd name="T0" fmla="*/ 141 w 150"/>
                  <a:gd name="T1" fmla="*/ 140 h 140"/>
                  <a:gd name="T2" fmla="*/ 141 w 150"/>
                  <a:gd name="T3" fmla="*/ 129 h 140"/>
                  <a:gd name="T4" fmla="*/ 150 w 150"/>
                  <a:gd name="T5" fmla="*/ 22 h 140"/>
                  <a:gd name="T6" fmla="*/ 131 w 150"/>
                  <a:gd name="T7" fmla="*/ 38 h 140"/>
                  <a:gd name="T8" fmla="*/ 131 w 150"/>
                  <a:gd name="T9" fmla="*/ 55 h 140"/>
                  <a:gd name="T10" fmla="*/ 131 w 150"/>
                  <a:gd name="T11" fmla="*/ 67 h 140"/>
                  <a:gd name="T12" fmla="*/ 131 w 150"/>
                  <a:gd name="T13" fmla="*/ 84 h 140"/>
                  <a:gd name="T14" fmla="*/ 65 w 150"/>
                  <a:gd name="T15" fmla="*/ 7 h 140"/>
                  <a:gd name="T16" fmla="*/ 63 w 150"/>
                  <a:gd name="T17" fmla="*/ 9 h 140"/>
                  <a:gd name="T18" fmla="*/ 63 w 150"/>
                  <a:gd name="T19" fmla="*/ 129 h 140"/>
                  <a:gd name="T20" fmla="*/ 122 w 150"/>
                  <a:gd name="T21" fmla="*/ 129 h 140"/>
                  <a:gd name="T22" fmla="*/ 131 w 150"/>
                  <a:gd name="T23" fmla="*/ 140 h 140"/>
                  <a:gd name="T24" fmla="*/ 123 w 150"/>
                  <a:gd name="T25" fmla="*/ 75 h 140"/>
                  <a:gd name="T26" fmla="*/ 131 w 150"/>
                  <a:gd name="T27" fmla="*/ 55 h 140"/>
                  <a:gd name="T28" fmla="*/ 123 w 150"/>
                  <a:gd name="T29" fmla="*/ 47 h 140"/>
                  <a:gd name="T30" fmla="*/ 131 w 150"/>
                  <a:gd name="T31" fmla="*/ 22 h 140"/>
                  <a:gd name="T32" fmla="*/ 63 w 150"/>
                  <a:gd name="T33" fmla="*/ 35 h 140"/>
                  <a:gd name="T34" fmla="*/ 108 w 150"/>
                  <a:gd name="T35" fmla="*/ 115 h 140"/>
                  <a:gd name="T36" fmla="*/ 63 w 150"/>
                  <a:gd name="T37" fmla="*/ 115 h 140"/>
                  <a:gd name="T38" fmla="*/ 131 w 150"/>
                  <a:gd name="T39" fmla="*/ 67 h 140"/>
                  <a:gd name="T40" fmla="*/ 63 w 150"/>
                  <a:gd name="T41" fmla="*/ 5 h 140"/>
                  <a:gd name="T42" fmla="*/ 33 w 150"/>
                  <a:gd name="T43" fmla="*/ 20 h 140"/>
                  <a:gd name="T44" fmla="*/ 0 w 150"/>
                  <a:gd name="T45" fmla="*/ 7 h 140"/>
                  <a:gd name="T46" fmla="*/ 20 w 150"/>
                  <a:gd name="T47" fmla="*/ 22 h 140"/>
                  <a:gd name="T48" fmla="*/ 3 w 150"/>
                  <a:gd name="T49" fmla="*/ 129 h 140"/>
                  <a:gd name="T50" fmla="*/ 14 w 150"/>
                  <a:gd name="T51" fmla="*/ 129 h 140"/>
                  <a:gd name="T52" fmla="*/ 33 w 150"/>
                  <a:gd name="T53" fmla="*/ 140 h 140"/>
                  <a:gd name="T54" fmla="*/ 33 w 150"/>
                  <a:gd name="T55" fmla="*/ 129 h 140"/>
                  <a:gd name="T56" fmla="*/ 63 w 150"/>
                  <a:gd name="T57" fmla="*/ 115 h 140"/>
                  <a:gd name="T58" fmla="*/ 17 w 150"/>
                  <a:gd name="T59" fmla="*/ 35 h 140"/>
                  <a:gd name="T60" fmla="*/ 63 w 150"/>
                  <a:gd name="T61" fmla="*/ 22 h 140"/>
                  <a:gd name="T62" fmla="*/ 46 w 150"/>
                  <a:gd name="T63" fmla="*/ 21 h 140"/>
                  <a:gd name="T64" fmla="*/ 63 w 150"/>
                  <a:gd name="T65" fmla="*/ 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0" h="140">
                    <a:moveTo>
                      <a:pt x="131" y="140"/>
                    </a:moveTo>
                    <a:cubicBezTo>
                      <a:pt x="141" y="140"/>
                      <a:pt x="141" y="140"/>
                      <a:pt x="141" y="140"/>
                    </a:cubicBezTo>
                    <a:cubicBezTo>
                      <a:pt x="141" y="129"/>
                      <a:pt x="141" y="129"/>
                      <a:pt x="141" y="129"/>
                    </a:cubicBezTo>
                    <a:cubicBezTo>
                      <a:pt x="141" y="129"/>
                      <a:pt x="141" y="129"/>
                      <a:pt x="141" y="129"/>
                    </a:cubicBezTo>
                    <a:cubicBezTo>
                      <a:pt x="150" y="129"/>
                      <a:pt x="150" y="129"/>
                      <a:pt x="150" y="129"/>
                    </a:cubicBezTo>
                    <a:cubicBezTo>
                      <a:pt x="150" y="22"/>
                      <a:pt x="150" y="22"/>
                      <a:pt x="150" y="22"/>
                    </a:cubicBezTo>
                    <a:cubicBezTo>
                      <a:pt x="131" y="22"/>
                      <a:pt x="131" y="22"/>
                      <a:pt x="131" y="22"/>
                    </a:cubicBezTo>
                    <a:cubicBezTo>
                      <a:pt x="131" y="38"/>
                      <a:pt x="131" y="38"/>
                      <a:pt x="131" y="38"/>
                    </a:cubicBezTo>
                    <a:cubicBezTo>
                      <a:pt x="136" y="38"/>
                      <a:pt x="140" y="42"/>
                      <a:pt x="140" y="47"/>
                    </a:cubicBezTo>
                    <a:cubicBezTo>
                      <a:pt x="140" y="51"/>
                      <a:pt x="136" y="55"/>
                      <a:pt x="131" y="55"/>
                    </a:cubicBezTo>
                    <a:cubicBezTo>
                      <a:pt x="131" y="67"/>
                      <a:pt x="131" y="67"/>
                      <a:pt x="131" y="67"/>
                    </a:cubicBezTo>
                    <a:cubicBezTo>
                      <a:pt x="131" y="67"/>
                      <a:pt x="131" y="67"/>
                      <a:pt x="131" y="67"/>
                    </a:cubicBezTo>
                    <a:cubicBezTo>
                      <a:pt x="136" y="67"/>
                      <a:pt x="140" y="71"/>
                      <a:pt x="140" y="75"/>
                    </a:cubicBezTo>
                    <a:cubicBezTo>
                      <a:pt x="140" y="80"/>
                      <a:pt x="136" y="84"/>
                      <a:pt x="131" y="84"/>
                    </a:cubicBezTo>
                    <a:lnTo>
                      <a:pt x="131" y="140"/>
                    </a:lnTo>
                    <a:close/>
                    <a:moveTo>
                      <a:pt x="65" y="7"/>
                    </a:moveTo>
                    <a:cubicBezTo>
                      <a:pt x="63" y="5"/>
                      <a:pt x="63" y="5"/>
                      <a:pt x="63" y="5"/>
                    </a:cubicBezTo>
                    <a:cubicBezTo>
                      <a:pt x="63" y="9"/>
                      <a:pt x="63" y="9"/>
                      <a:pt x="63" y="9"/>
                    </a:cubicBezTo>
                    <a:cubicBezTo>
                      <a:pt x="65" y="7"/>
                      <a:pt x="65" y="7"/>
                      <a:pt x="65" y="7"/>
                    </a:cubicBezTo>
                    <a:close/>
                    <a:moveTo>
                      <a:pt x="63" y="129"/>
                    </a:moveTo>
                    <a:cubicBezTo>
                      <a:pt x="122" y="129"/>
                      <a:pt x="122" y="129"/>
                      <a:pt x="122" y="129"/>
                    </a:cubicBezTo>
                    <a:cubicBezTo>
                      <a:pt x="122" y="129"/>
                      <a:pt x="122" y="129"/>
                      <a:pt x="122" y="129"/>
                    </a:cubicBezTo>
                    <a:cubicBezTo>
                      <a:pt x="122" y="140"/>
                      <a:pt x="122" y="140"/>
                      <a:pt x="122" y="140"/>
                    </a:cubicBezTo>
                    <a:cubicBezTo>
                      <a:pt x="131" y="140"/>
                      <a:pt x="131" y="140"/>
                      <a:pt x="131" y="140"/>
                    </a:cubicBezTo>
                    <a:cubicBezTo>
                      <a:pt x="131" y="84"/>
                      <a:pt x="131" y="84"/>
                      <a:pt x="131" y="84"/>
                    </a:cubicBezTo>
                    <a:cubicBezTo>
                      <a:pt x="127" y="84"/>
                      <a:pt x="123" y="80"/>
                      <a:pt x="123" y="75"/>
                    </a:cubicBezTo>
                    <a:cubicBezTo>
                      <a:pt x="123" y="71"/>
                      <a:pt x="127" y="67"/>
                      <a:pt x="131" y="67"/>
                    </a:cubicBezTo>
                    <a:cubicBezTo>
                      <a:pt x="131" y="55"/>
                      <a:pt x="131" y="55"/>
                      <a:pt x="131" y="55"/>
                    </a:cubicBezTo>
                    <a:cubicBezTo>
                      <a:pt x="127" y="55"/>
                      <a:pt x="123" y="51"/>
                      <a:pt x="123" y="47"/>
                    </a:cubicBezTo>
                    <a:cubicBezTo>
                      <a:pt x="123" y="47"/>
                      <a:pt x="123" y="47"/>
                      <a:pt x="123" y="47"/>
                    </a:cubicBezTo>
                    <a:cubicBezTo>
                      <a:pt x="123" y="42"/>
                      <a:pt x="127" y="38"/>
                      <a:pt x="131" y="38"/>
                    </a:cubicBezTo>
                    <a:cubicBezTo>
                      <a:pt x="131" y="22"/>
                      <a:pt x="131" y="22"/>
                      <a:pt x="131" y="22"/>
                    </a:cubicBezTo>
                    <a:cubicBezTo>
                      <a:pt x="63" y="22"/>
                      <a:pt x="63" y="22"/>
                      <a:pt x="63" y="22"/>
                    </a:cubicBezTo>
                    <a:cubicBezTo>
                      <a:pt x="63" y="35"/>
                      <a:pt x="63" y="35"/>
                      <a:pt x="63" y="35"/>
                    </a:cubicBezTo>
                    <a:cubicBezTo>
                      <a:pt x="108" y="35"/>
                      <a:pt x="108" y="35"/>
                      <a:pt x="108" y="35"/>
                    </a:cubicBezTo>
                    <a:cubicBezTo>
                      <a:pt x="108" y="115"/>
                      <a:pt x="108" y="115"/>
                      <a:pt x="108" y="115"/>
                    </a:cubicBezTo>
                    <a:cubicBezTo>
                      <a:pt x="108" y="115"/>
                      <a:pt x="108" y="115"/>
                      <a:pt x="108" y="115"/>
                    </a:cubicBezTo>
                    <a:cubicBezTo>
                      <a:pt x="63" y="115"/>
                      <a:pt x="63" y="115"/>
                      <a:pt x="63" y="115"/>
                    </a:cubicBezTo>
                    <a:cubicBezTo>
                      <a:pt x="63" y="129"/>
                      <a:pt x="63" y="129"/>
                      <a:pt x="63" y="129"/>
                    </a:cubicBezTo>
                    <a:close/>
                    <a:moveTo>
                      <a:pt x="131" y="67"/>
                    </a:moveTo>
                    <a:cubicBezTo>
                      <a:pt x="131" y="67"/>
                      <a:pt x="131" y="67"/>
                      <a:pt x="131" y="67"/>
                    </a:cubicBezTo>
                    <a:moveTo>
                      <a:pt x="63" y="5"/>
                    </a:moveTo>
                    <a:cubicBezTo>
                      <a:pt x="59" y="0"/>
                      <a:pt x="59" y="0"/>
                      <a:pt x="59" y="0"/>
                    </a:cubicBezTo>
                    <a:cubicBezTo>
                      <a:pt x="33" y="20"/>
                      <a:pt x="33" y="20"/>
                      <a:pt x="33" y="20"/>
                    </a:cubicBezTo>
                    <a:cubicBezTo>
                      <a:pt x="6" y="0"/>
                      <a:pt x="6" y="0"/>
                      <a:pt x="6" y="0"/>
                    </a:cubicBezTo>
                    <a:cubicBezTo>
                      <a:pt x="0" y="7"/>
                      <a:pt x="0" y="7"/>
                      <a:pt x="0" y="7"/>
                    </a:cubicBezTo>
                    <a:cubicBezTo>
                      <a:pt x="19" y="21"/>
                      <a:pt x="19" y="21"/>
                      <a:pt x="19" y="21"/>
                    </a:cubicBezTo>
                    <a:cubicBezTo>
                      <a:pt x="20" y="22"/>
                      <a:pt x="20" y="22"/>
                      <a:pt x="20" y="22"/>
                    </a:cubicBezTo>
                    <a:cubicBezTo>
                      <a:pt x="3" y="22"/>
                      <a:pt x="3" y="22"/>
                      <a:pt x="3" y="22"/>
                    </a:cubicBezTo>
                    <a:cubicBezTo>
                      <a:pt x="3" y="129"/>
                      <a:pt x="3" y="129"/>
                      <a:pt x="3" y="129"/>
                    </a:cubicBezTo>
                    <a:cubicBezTo>
                      <a:pt x="14" y="129"/>
                      <a:pt x="14" y="129"/>
                      <a:pt x="14" y="129"/>
                    </a:cubicBezTo>
                    <a:cubicBezTo>
                      <a:pt x="14" y="129"/>
                      <a:pt x="14" y="129"/>
                      <a:pt x="14" y="129"/>
                    </a:cubicBezTo>
                    <a:cubicBezTo>
                      <a:pt x="14" y="140"/>
                      <a:pt x="14" y="140"/>
                      <a:pt x="14" y="140"/>
                    </a:cubicBezTo>
                    <a:cubicBezTo>
                      <a:pt x="33" y="140"/>
                      <a:pt x="33" y="140"/>
                      <a:pt x="33" y="140"/>
                    </a:cubicBezTo>
                    <a:cubicBezTo>
                      <a:pt x="33" y="129"/>
                      <a:pt x="33" y="129"/>
                      <a:pt x="33" y="129"/>
                    </a:cubicBezTo>
                    <a:cubicBezTo>
                      <a:pt x="33" y="129"/>
                      <a:pt x="33" y="129"/>
                      <a:pt x="33" y="129"/>
                    </a:cubicBezTo>
                    <a:cubicBezTo>
                      <a:pt x="63" y="129"/>
                      <a:pt x="63" y="129"/>
                      <a:pt x="63" y="129"/>
                    </a:cubicBezTo>
                    <a:cubicBezTo>
                      <a:pt x="63" y="115"/>
                      <a:pt x="63" y="115"/>
                      <a:pt x="63" y="115"/>
                    </a:cubicBezTo>
                    <a:cubicBezTo>
                      <a:pt x="17" y="115"/>
                      <a:pt x="17" y="115"/>
                      <a:pt x="17" y="115"/>
                    </a:cubicBezTo>
                    <a:cubicBezTo>
                      <a:pt x="17" y="35"/>
                      <a:pt x="17" y="35"/>
                      <a:pt x="17" y="35"/>
                    </a:cubicBezTo>
                    <a:cubicBezTo>
                      <a:pt x="63" y="35"/>
                      <a:pt x="63" y="35"/>
                      <a:pt x="63" y="35"/>
                    </a:cubicBezTo>
                    <a:cubicBezTo>
                      <a:pt x="63" y="22"/>
                      <a:pt x="63" y="22"/>
                      <a:pt x="63" y="22"/>
                    </a:cubicBezTo>
                    <a:cubicBezTo>
                      <a:pt x="45" y="22"/>
                      <a:pt x="45" y="22"/>
                      <a:pt x="45" y="22"/>
                    </a:cubicBezTo>
                    <a:cubicBezTo>
                      <a:pt x="46" y="21"/>
                      <a:pt x="46" y="21"/>
                      <a:pt x="46" y="21"/>
                    </a:cubicBezTo>
                    <a:cubicBezTo>
                      <a:pt x="63" y="9"/>
                      <a:pt x="63" y="9"/>
                      <a:pt x="63" y="9"/>
                    </a:cubicBezTo>
                    <a:lnTo>
                      <a:pt x="6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0" name="Freeform 139"/>
              <p:cNvSpPr>
                <a:spLocks/>
              </p:cNvSpPr>
              <p:nvPr/>
            </p:nvSpPr>
            <p:spPr bwMode="auto">
              <a:xfrm>
                <a:off x="-5461000" y="509587"/>
                <a:ext cx="60325" cy="57150"/>
              </a:xfrm>
              <a:custGeom>
                <a:avLst/>
                <a:gdLst>
                  <a:gd name="T0" fmla="*/ 0 w 16"/>
                  <a:gd name="T1" fmla="*/ 8 h 15"/>
                  <a:gd name="T2" fmla="*/ 3 w 16"/>
                  <a:gd name="T3" fmla="*/ 10 h 15"/>
                  <a:gd name="T4" fmla="*/ 11 w 16"/>
                  <a:gd name="T5" fmla="*/ 15 h 15"/>
                  <a:gd name="T6" fmla="*/ 16 w 16"/>
                  <a:gd name="T7" fmla="*/ 6 h 15"/>
                  <a:gd name="T8" fmla="*/ 4 w 16"/>
                  <a:gd name="T9" fmla="*/ 0 h 15"/>
                  <a:gd name="T10" fmla="*/ 0 w 16"/>
                  <a:gd name="T11" fmla="*/ 8 h 15"/>
                </a:gdLst>
                <a:ahLst/>
                <a:cxnLst>
                  <a:cxn ang="0">
                    <a:pos x="T0" y="T1"/>
                  </a:cxn>
                  <a:cxn ang="0">
                    <a:pos x="T2" y="T3"/>
                  </a:cxn>
                  <a:cxn ang="0">
                    <a:pos x="T4" y="T5"/>
                  </a:cxn>
                  <a:cxn ang="0">
                    <a:pos x="T6" y="T7"/>
                  </a:cxn>
                  <a:cxn ang="0">
                    <a:pos x="T8" y="T9"/>
                  </a:cxn>
                  <a:cxn ang="0">
                    <a:pos x="T10" y="T11"/>
                  </a:cxn>
                </a:cxnLst>
                <a:rect l="0" t="0" r="r" b="b"/>
                <a:pathLst>
                  <a:path w="16" h="15">
                    <a:moveTo>
                      <a:pt x="0" y="8"/>
                    </a:moveTo>
                    <a:cubicBezTo>
                      <a:pt x="1" y="8"/>
                      <a:pt x="2" y="9"/>
                      <a:pt x="3" y="10"/>
                    </a:cubicBezTo>
                    <a:cubicBezTo>
                      <a:pt x="6" y="11"/>
                      <a:pt x="9" y="13"/>
                      <a:pt x="11" y="15"/>
                    </a:cubicBezTo>
                    <a:cubicBezTo>
                      <a:pt x="16" y="6"/>
                      <a:pt x="16" y="6"/>
                      <a:pt x="16" y="6"/>
                    </a:cubicBezTo>
                    <a:cubicBezTo>
                      <a:pt x="4" y="0"/>
                      <a:pt x="4" y="0"/>
                      <a:pt x="4" y="0"/>
                    </a:cubicBez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1" name="Freeform 140"/>
              <p:cNvSpPr>
                <a:spLocks/>
              </p:cNvSpPr>
              <p:nvPr/>
            </p:nvSpPr>
            <p:spPr bwMode="auto">
              <a:xfrm>
                <a:off x="-5892800" y="841375"/>
                <a:ext cx="312738" cy="228600"/>
              </a:xfrm>
              <a:custGeom>
                <a:avLst/>
                <a:gdLst>
                  <a:gd name="T0" fmla="*/ 21 w 83"/>
                  <a:gd name="T1" fmla="*/ 58 h 61"/>
                  <a:gd name="T2" fmla="*/ 36 w 83"/>
                  <a:gd name="T3" fmla="*/ 61 h 61"/>
                  <a:gd name="T4" fmla="*/ 45 w 83"/>
                  <a:gd name="T5" fmla="*/ 60 h 61"/>
                  <a:gd name="T6" fmla="*/ 64 w 83"/>
                  <a:gd name="T7" fmla="*/ 45 h 61"/>
                  <a:gd name="T8" fmla="*/ 83 w 83"/>
                  <a:gd name="T9" fmla="*/ 9 h 61"/>
                  <a:gd name="T10" fmla="*/ 76 w 83"/>
                  <a:gd name="T11" fmla="*/ 2 h 61"/>
                  <a:gd name="T12" fmla="*/ 72 w 83"/>
                  <a:gd name="T13" fmla="*/ 0 h 61"/>
                  <a:gd name="T14" fmla="*/ 52 w 83"/>
                  <a:gd name="T15" fmla="*/ 38 h 61"/>
                  <a:gd name="T16" fmla="*/ 27 w 83"/>
                  <a:gd name="T17" fmla="*/ 46 h 61"/>
                  <a:gd name="T18" fmla="*/ 20 w 83"/>
                  <a:gd name="T19" fmla="*/ 21 h 61"/>
                  <a:gd name="T20" fmla="*/ 8 w 83"/>
                  <a:gd name="T21" fmla="*/ 15 h 61"/>
                  <a:gd name="T22" fmla="*/ 21 w 83"/>
                  <a:gd name="T23"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61">
                    <a:moveTo>
                      <a:pt x="21" y="58"/>
                    </a:moveTo>
                    <a:cubicBezTo>
                      <a:pt x="26" y="60"/>
                      <a:pt x="31" y="61"/>
                      <a:pt x="36" y="61"/>
                    </a:cubicBezTo>
                    <a:cubicBezTo>
                      <a:pt x="39" y="61"/>
                      <a:pt x="42" y="61"/>
                      <a:pt x="45" y="60"/>
                    </a:cubicBezTo>
                    <a:cubicBezTo>
                      <a:pt x="53" y="57"/>
                      <a:pt x="60" y="52"/>
                      <a:pt x="64" y="45"/>
                    </a:cubicBezTo>
                    <a:cubicBezTo>
                      <a:pt x="83" y="9"/>
                      <a:pt x="83" y="9"/>
                      <a:pt x="83" y="9"/>
                    </a:cubicBezTo>
                    <a:cubicBezTo>
                      <a:pt x="81" y="6"/>
                      <a:pt x="79" y="3"/>
                      <a:pt x="76" y="2"/>
                    </a:cubicBezTo>
                    <a:cubicBezTo>
                      <a:pt x="74" y="1"/>
                      <a:pt x="73" y="1"/>
                      <a:pt x="72" y="0"/>
                    </a:cubicBezTo>
                    <a:cubicBezTo>
                      <a:pt x="52" y="38"/>
                      <a:pt x="52" y="38"/>
                      <a:pt x="52" y="38"/>
                    </a:cubicBezTo>
                    <a:cubicBezTo>
                      <a:pt x="47" y="47"/>
                      <a:pt x="36" y="51"/>
                      <a:pt x="27" y="46"/>
                    </a:cubicBezTo>
                    <a:cubicBezTo>
                      <a:pt x="19" y="41"/>
                      <a:pt x="15" y="30"/>
                      <a:pt x="20" y="21"/>
                    </a:cubicBezTo>
                    <a:cubicBezTo>
                      <a:pt x="8" y="15"/>
                      <a:pt x="8" y="15"/>
                      <a:pt x="8" y="15"/>
                    </a:cubicBezTo>
                    <a:cubicBezTo>
                      <a:pt x="0" y="30"/>
                      <a:pt x="6" y="50"/>
                      <a:pt x="21"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2" name="Freeform 141"/>
              <p:cNvSpPr>
                <a:spLocks/>
              </p:cNvSpPr>
              <p:nvPr/>
            </p:nvSpPr>
            <p:spPr bwMode="auto">
              <a:xfrm>
                <a:off x="-5832475" y="533400"/>
                <a:ext cx="541338" cy="454025"/>
              </a:xfrm>
              <a:custGeom>
                <a:avLst/>
                <a:gdLst>
                  <a:gd name="T0" fmla="*/ 108 w 144"/>
                  <a:gd name="T1" fmla="*/ 13 h 121"/>
                  <a:gd name="T2" fmla="*/ 100 w 144"/>
                  <a:gd name="T3" fmla="*/ 7 h 121"/>
                  <a:gd name="T4" fmla="*/ 97 w 144"/>
                  <a:gd name="T5" fmla="*/ 6 h 121"/>
                  <a:gd name="T6" fmla="*/ 68 w 144"/>
                  <a:gd name="T7" fmla="*/ 0 h 121"/>
                  <a:gd name="T8" fmla="*/ 8 w 144"/>
                  <a:gd name="T9" fmla="*/ 36 h 121"/>
                  <a:gd name="T10" fmla="*/ 1 w 144"/>
                  <a:gd name="T11" fmla="*/ 61 h 121"/>
                  <a:gd name="T12" fmla="*/ 0 w 144"/>
                  <a:gd name="T13" fmla="*/ 65 h 121"/>
                  <a:gd name="T14" fmla="*/ 1 w 144"/>
                  <a:gd name="T15" fmla="*/ 67 h 121"/>
                  <a:gd name="T16" fmla="*/ 3 w 144"/>
                  <a:gd name="T17" fmla="*/ 66 h 121"/>
                  <a:gd name="T18" fmla="*/ 6 w 144"/>
                  <a:gd name="T19" fmla="*/ 63 h 121"/>
                  <a:gd name="T20" fmla="*/ 18 w 144"/>
                  <a:gd name="T21" fmla="*/ 59 h 121"/>
                  <a:gd name="T22" fmla="*/ 27 w 144"/>
                  <a:gd name="T23" fmla="*/ 61 h 121"/>
                  <a:gd name="T24" fmla="*/ 37 w 144"/>
                  <a:gd name="T25" fmla="*/ 79 h 121"/>
                  <a:gd name="T26" fmla="*/ 37 w 144"/>
                  <a:gd name="T27" fmla="*/ 83 h 121"/>
                  <a:gd name="T28" fmla="*/ 41 w 144"/>
                  <a:gd name="T29" fmla="*/ 81 h 121"/>
                  <a:gd name="T30" fmla="*/ 52 w 144"/>
                  <a:gd name="T31" fmla="*/ 77 h 121"/>
                  <a:gd name="T32" fmla="*/ 58 w 144"/>
                  <a:gd name="T33" fmla="*/ 78 h 121"/>
                  <a:gd name="T34" fmla="*/ 62 w 144"/>
                  <a:gd name="T35" fmla="*/ 80 h 121"/>
                  <a:gd name="T36" fmla="*/ 69 w 144"/>
                  <a:gd name="T37" fmla="*/ 87 h 121"/>
                  <a:gd name="T38" fmla="*/ 72 w 144"/>
                  <a:gd name="T39" fmla="*/ 98 h 121"/>
                  <a:gd name="T40" fmla="*/ 72 w 144"/>
                  <a:gd name="T41" fmla="*/ 102 h 121"/>
                  <a:gd name="T42" fmla="*/ 75 w 144"/>
                  <a:gd name="T43" fmla="*/ 100 h 121"/>
                  <a:gd name="T44" fmla="*/ 87 w 144"/>
                  <a:gd name="T45" fmla="*/ 96 h 121"/>
                  <a:gd name="T46" fmla="*/ 96 w 144"/>
                  <a:gd name="T47" fmla="*/ 98 h 121"/>
                  <a:gd name="T48" fmla="*/ 107 w 144"/>
                  <a:gd name="T49" fmla="*/ 116 h 121"/>
                  <a:gd name="T50" fmla="*/ 108 w 144"/>
                  <a:gd name="T51" fmla="*/ 121 h 121"/>
                  <a:gd name="T52" fmla="*/ 111 w 144"/>
                  <a:gd name="T53" fmla="*/ 119 h 121"/>
                  <a:gd name="T54" fmla="*/ 128 w 144"/>
                  <a:gd name="T55" fmla="*/ 99 h 121"/>
                  <a:gd name="T56" fmla="*/ 108 w 144"/>
                  <a:gd name="T57" fmla="*/ 1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4" h="121">
                    <a:moveTo>
                      <a:pt x="108" y="13"/>
                    </a:moveTo>
                    <a:cubicBezTo>
                      <a:pt x="106" y="11"/>
                      <a:pt x="103" y="9"/>
                      <a:pt x="100" y="7"/>
                    </a:cubicBezTo>
                    <a:cubicBezTo>
                      <a:pt x="99" y="7"/>
                      <a:pt x="98" y="6"/>
                      <a:pt x="97" y="6"/>
                    </a:cubicBezTo>
                    <a:cubicBezTo>
                      <a:pt x="88" y="2"/>
                      <a:pt x="78" y="0"/>
                      <a:pt x="68" y="0"/>
                    </a:cubicBezTo>
                    <a:cubicBezTo>
                      <a:pt x="44" y="0"/>
                      <a:pt x="20" y="13"/>
                      <a:pt x="8" y="36"/>
                    </a:cubicBezTo>
                    <a:cubicBezTo>
                      <a:pt x="4" y="44"/>
                      <a:pt x="2" y="52"/>
                      <a:pt x="1" y="61"/>
                    </a:cubicBezTo>
                    <a:cubicBezTo>
                      <a:pt x="1" y="62"/>
                      <a:pt x="0" y="64"/>
                      <a:pt x="0" y="65"/>
                    </a:cubicBezTo>
                    <a:cubicBezTo>
                      <a:pt x="0" y="66"/>
                      <a:pt x="1" y="67"/>
                      <a:pt x="1" y="67"/>
                    </a:cubicBezTo>
                    <a:cubicBezTo>
                      <a:pt x="2" y="67"/>
                      <a:pt x="2" y="67"/>
                      <a:pt x="3" y="66"/>
                    </a:cubicBezTo>
                    <a:cubicBezTo>
                      <a:pt x="4" y="65"/>
                      <a:pt x="5" y="64"/>
                      <a:pt x="6" y="63"/>
                    </a:cubicBezTo>
                    <a:cubicBezTo>
                      <a:pt x="10" y="60"/>
                      <a:pt x="14" y="59"/>
                      <a:pt x="18" y="59"/>
                    </a:cubicBezTo>
                    <a:cubicBezTo>
                      <a:pt x="21" y="59"/>
                      <a:pt x="24" y="60"/>
                      <a:pt x="27" y="61"/>
                    </a:cubicBezTo>
                    <a:cubicBezTo>
                      <a:pt x="34" y="65"/>
                      <a:pt x="37" y="72"/>
                      <a:pt x="37" y="79"/>
                    </a:cubicBezTo>
                    <a:cubicBezTo>
                      <a:pt x="37" y="82"/>
                      <a:pt x="37" y="83"/>
                      <a:pt x="37" y="83"/>
                    </a:cubicBezTo>
                    <a:cubicBezTo>
                      <a:pt x="38" y="83"/>
                      <a:pt x="39" y="82"/>
                      <a:pt x="41" y="81"/>
                    </a:cubicBezTo>
                    <a:cubicBezTo>
                      <a:pt x="44" y="79"/>
                      <a:pt x="48" y="77"/>
                      <a:pt x="52" y="77"/>
                    </a:cubicBezTo>
                    <a:cubicBezTo>
                      <a:pt x="54" y="77"/>
                      <a:pt x="56" y="78"/>
                      <a:pt x="58" y="78"/>
                    </a:cubicBezTo>
                    <a:cubicBezTo>
                      <a:pt x="59" y="79"/>
                      <a:pt x="61" y="79"/>
                      <a:pt x="62" y="80"/>
                    </a:cubicBezTo>
                    <a:cubicBezTo>
                      <a:pt x="65" y="81"/>
                      <a:pt x="67" y="84"/>
                      <a:pt x="69" y="87"/>
                    </a:cubicBezTo>
                    <a:cubicBezTo>
                      <a:pt x="71" y="90"/>
                      <a:pt x="72" y="94"/>
                      <a:pt x="72" y="98"/>
                    </a:cubicBezTo>
                    <a:cubicBezTo>
                      <a:pt x="72" y="100"/>
                      <a:pt x="72" y="102"/>
                      <a:pt x="72" y="102"/>
                    </a:cubicBezTo>
                    <a:cubicBezTo>
                      <a:pt x="73" y="102"/>
                      <a:pt x="74" y="101"/>
                      <a:pt x="75" y="100"/>
                    </a:cubicBezTo>
                    <a:cubicBezTo>
                      <a:pt x="79" y="97"/>
                      <a:pt x="83" y="96"/>
                      <a:pt x="87" y="96"/>
                    </a:cubicBezTo>
                    <a:cubicBezTo>
                      <a:pt x="90" y="96"/>
                      <a:pt x="93" y="97"/>
                      <a:pt x="96" y="98"/>
                    </a:cubicBezTo>
                    <a:cubicBezTo>
                      <a:pt x="103" y="102"/>
                      <a:pt x="107" y="109"/>
                      <a:pt x="107" y="116"/>
                    </a:cubicBezTo>
                    <a:cubicBezTo>
                      <a:pt x="107" y="119"/>
                      <a:pt x="107" y="121"/>
                      <a:pt x="108" y="121"/>
                    </a:cubicBezTo>
                    <a:cubicBezTo>
                      <a:pt x="109" y="121"/>
                      <a:pt x="110" y="120"/>
                      <a:pt x="111" y="119"/>
                    </a:cubicBezTo>
                    <a:cubicBezTo>
                      <a:pt x="118" y="114"/>
                      <a:pt x="124" y="107"/>
                      <a:pt x="128" y="99"/>
                    </a:cubicBezTo>
                    <a:cubicBezTo>
                      <a:pt x="144" y="69"/>
                      <a:pt x="135" y="32"/>
                      <a:pt x="10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3" name="Freeform 142"/>
              <p:cNvSpPr>
                <a:spLocks noEditPoints="1"/>
              </p:cNvSpPr>
              <p:nvPr/>
            </p:nvSpPr>
            <p:spPr bwMode="auto">
              <a:xfrm>
                <a:off x="-4886325" y="6961188"/>
                <a:ext cx="582613" cy="563563"/>
              </a:xfrm>
              <a:custGeom>
                <a:avLst/>
                <a:gdLst>
                  <a:gd name="T0" fmla="*/ 64 w 155"/>
                  <a:gd name="T1" fmla="*/ 117 h 150"/>
                  <a:gd name="T2" fmla="*/ 94 w 155"/>
                  <a:gd name="T3" fmla="*/ 108 h 150"/>
                  <a:gd name="T4" fmla="*/ 136 w 155"/>
                  <a:gd name="T5" fmla="*/ 150 h 150"/>
                  <a:gd name="T6" fmla="*/ 155 w 155"/>
                  <a:gd name="T7" fmla="*/ 131 h 150"/>
                  <a:gd name="T8" fmla="*/ 113 w 155"/>
                  <a:gd name="T9" fmla="*/ 89 h 150"/>
                  <a:gd name="T10" fmla="*/ 105 w 155"/>
                  <a:gd name="T11" fmla="*/ 17 h 150"/>
                  <a:gd name="T12" fmla="*/ 64 w 155"/>
                  <a:gd name="T13" fmla="*/ 0 h 150"/>
                  <a:gd name="T14" fmla="*/ 64 w 155"/>
                  <a:gd name="T15" fmla="*/ 23 h 150"/>
                  <a:gd name="T16" fmla="*/ 75 w 155"/>
                  <a:gd name="T17" fmla="*/ 23 h 150"/>
                  <a:gd name="T18" fmla="*/ 75 w 155"/>
                  <a:gd name="T19" fmla="*/ 47 h 150"/>
                  <a:gd name="T20" fmla="*/ 99 w 155"/>
                  <a:gd name="T21" fmla="*/ 47 h 150"/>
                  <a:gd name="T22" fmla="*/ 99 w 155"/>
                  <a:gd name="T23" fmla="*/ 70 h 150"/>
                  <a:gd name="T24" fmla="*/ 75 w 155"/>
                  <a:gd name="T25" fmla="*/ 70 h 150"/>
                  <a:gd name="T26" fmla="*/ 75 w 155"/>
                  <a:gd name="T27" fmla="*/ 94 h 150"/>
                  <a:gd name="T28" fmla="*/ 64 w 155"/>
                  <a:gd name="T29" fmla="*/ 94 h 150"/>
                  <a:gd name="T30" fmla="*/ 64 w 155"/>
                  <a:gd name="T31" fmla="*/ 117 h 150"/>
                  <a:gd name="T32" fmla="*/ 22 w 155"/>
                  <a:gd name="T33" fmla="*/ 100 h 150"/>
                  <a:gd name="T34" fmla="*/ 64 w 155"/>
                  <a:gd name="T35" fmla="*/ 117 h 150"/>
                  <a:gd name="T36" fmla="*/ 64 w 155"/>
                  <a:gd name="T37" fmla="*/ 94 h 150"/>
                  <a:gd name="T38" fmla="*/ 53 w 155"/>
                  <a:gd name="T39" fmla="*/ 94 h 150"/>
                  <a:gd name="T40" fmla="*/ 53 w 155"/>
                  <a:gd name="T41" fmla="*/ 70 h 150"/>
                  <a:gd name="T42" fmla="*/ 28 w 155"/>
                  <a:gd name="T43" fmla="*/ 70 h 150"/>
                  <a:gd name="T44" fmla="*/ 28 w 155"/>
                  <a:gd name="T45" fmla="*/ 47 h 150"/>
                  <a:gd name="T46" fmla="*/ 28 w 155"/>
                  <a:gd name="T47" fmla="*/ 47 h 150"/>
                  <a:gd name="T48" fmla="*/ 53 w 155"/>
                  <a:gd name="T49" fmla="*/ 47 h 150"/>
                  <a:gd name="T50" fmla="*/ 53 w 155"/>
                  <a:gd name="T51" fmla="*/ 23 h 150"/>
                  <a:gd name="T52" fmla="*/ 64 w 155"/>
                  <a:gd name="T53" fmla="*/ 23 h 150"/>
                  <a:gd name="T54" fmla="*/ 64 w 155"/>
                  <a:gd name="T55" fmla="*/ 0 h 150"/>
                  <a:gd name="T56" fmla="*/ 22 w 155"/>
                  <a:gd name="T57" fmla="*/ 17 h 150"/>
                  <a:gd name="T58" fmla="*/ 22 w 155"/>
                  <a:gd name="T59" fmla="*/ 10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5" h="150">
                    <a:moveTo>
                      <a:pt x="64" y="117"/>
                    </a:moveTo>
                    <a:cubicBezTo>
                      <a:pt x="74" y="117"/>
                      <a:pt x="85" y="114"/>
                      <a:pt x="94" y="108"/>
                    </a:cubicBezTo>
                    <a:cubicBezTo>
                      <a:pt x="136" y="150"/>
                      <a:pt x="136" y="150"/>
                      <a:pt x="136" y="150"/>
                    </a:cubicBezTo>
                    <a:cubicBezTo>
                      <a:pt x="155" y="131"/>
                      <a:pt x="155" y="131"/>
                      <a:pt x="155" y="131"/>
                    </a:cubicBezTo>
                    <a:cubicBezTo>
                      <a:pt x="113" y="89"/>
                      <a:pt x="113" y="89"/>
                      <a:pt x="113" y="89"/>
                    </a:cubicBezTo>
                    <a:cubicBezTo>
                      <a:pt x="127" y="67"/>
                      <a:pt x="124" y="37"/>
                      <a:pt x="105" y="17"/>
                    </a:cubicBezTo>
                    <a:cubicBezTo>
                      <a:pt x="94" y="6"/>
                      <a:pt x="79" y="0"/>
                      <a:pt x="64" y="0"/>
                    </a:cubicBezTo>
                    <a:cubicBezTo>
                      <a:pt x="64" y="23"/>
                      <a:pt x="64" y="23"/>
                      <a:pt x="64" y="23"/>
                    </a:cubicBezTo>
                    <a:cubicBezTo>
                      <a:pt x="75" y="23"/>
                      <a:pt x="75" y="23"/>
                      <a:pt x="75" y="23"/>
                    </a:cubicBezTo>
                    <a:cubicBezTo>
                      <a:pt x="75" y="47"/>
                      <a:pt x="75" y="47"/>
                      <a:pt x="75" y="47"/>
                    </a:cubicBezTo>
                    <a:cubicBezTo>
                      <a:pt x="99" y="47"/>
                      <a:pt x="99" y="47"/>
                      <a:pt x="99" y="47"/>
                    </a:cubicBezTo>
                    <a:cubicBezTo>
                      <a:pt x="99" y="70"/>
                      <a:pt x="99" y="70"/>
                      <a:pt x="99" y="70"/>
                    </a:cubicBezTo>
                    <a:cubicBezTo>
                      <a:pt x="75" y="70"/>
                      <a:pt x="75" y="70"/>
                      <a:pt x="75" y="70"/>
                    </a:cubicBezTo>
                    <a:cubicBezTo>
                      <a:pt x="75" y="94"/>
                      <a:pt x="75" y="94"/>
                      <a:pt x="75" y="94"/>
                    </a:cubicBezTo>
                    <a:cubicBezTo>
                      <a:pt x="64" y="94"/>
                      <a:pt x="64" y="94"/>
                      <a:pt x="64" y="94"/>
                    </a:cubicBezTo>
                    <a:lnTo>
                      <a:pt x="64" y="117"/>
                    </a:lnTo>
                    <a:close/>
                    <a:moveTo>
                      <a:pt x="22" y="100"/>
                    </a:moveTo>
                    <a:cubicBezTo>
                      <a:pt x="34" y="111"/>
                      <a:pt x="49" y="117"/>
                      <a:pt x="64" y="117"/>
                    </a:cubicBezTo>
                    <a:cubicBezTo>
                      <a:pt x="64" y="94"/>
                      <a:pt x="64" y="94"/>
                      <a:pt x="64" y="94"/>
                    </a:cubicBezTo>
                    <a:cubicBezTo>
                      <a:pt x="53" y="94"/>
                      <a:pt x="53" y="94"/>
                      <a:pt x="53" y="94"/>
                    </a:cubicBezTo>
                    <a:cubicBezTo>
                      <a:pt x="53" y="70"/>
                      <a:pt x="53" y="70"/>
                      <a:pt x="53" y="70"/>
                    </a:cubicBezTo>
                    <a:cubicBezTo>
                      <a:pt x="28" y="70"/>
                      <a:pt x="28" y="70"/>
                      <a:pt x="28" y="70"/>
                    </a:cubicBezTo>
                    <a:cubicBezTo>
                      <a:pt x="28" y="47"/>
                      <a:pt x="28" y="47"/>
                      <a:pt x="28" y="47"/>
                    </a:cubicBezTo>
                    <a:cubicBezTo>
                      <a:pt x="28" y="47"/>
                      <a:pt x="28" y="47"/>
                      <a:pt x="28" y="47"/>
                    </a:cubicBezTo>
                    <a:cubicBezTo>
                      <a:pt x="53" y="47"/>
                      <a:pt x="53" y="47"/>
                      <a:pt x="53" y="47"/>
                    </a:cubicBezTo>
                    <a:cubicBezTo>
                      <a:pt x="53" y="23"/>
                      <a:pt x="53" y="23"/>
                      <a:pt x="53" y="23"/>
                    </a:cubicBezTo>
                    <a:cubicBezTo>
                      <a:pt x="64" y="23"/>
                      <a:pt x="64" y="23"/>
                      <a:pt x="64" y="23"/>
                    </a:cubicBezTo>
                    <a:cubicBezTo>
                      <a:pt x="64" y="0"/>
                      <a:pt x="64" y="0"/>
                      <a:pt x="64" y="0"/>
                    </a:cubicBezTo>
                    <a:cubicBezTo>
                      <a:pt x="49" y="0"/>
                      <a:pt x="34" y="6"/>
                      <a:pt x="22" y="17"/>
                    </a:cubicBezTo>
                    <a:cubicBezTo>
                      <a:pt x="0" y="40"/>
                      <a:pt x="0" y="77"/>
                      <a:pt x="2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4" name="Freeform 143"/>
              <p:cNvSpPr>
                <a:spLocks/>
              </p:cNvSpPr>
              <p:nvPr/>
            </p:nvSpPr>
            <p:spPr bwMode="auto">
              <a:xfrm>
                <a:off x="-6264275" y="5621338"/>
                <a:ext cx="153988" cy="195263"/>
              </a:xfrm>
              <a:custGeom>
                <a:avLst/>
                <a:gdLst>
                  <a:gd name="T0" fmla="*/ 0 w 41"/>
                  <a:gd name="T1" fmla="*/ 0 h 52"/>
                  <a:gd name="T2" fmla="*/ 16 w 41"/>
                  <a:gd name="T3" fmla="*/ 52 h 52"/>
                  <a:gd name="T4" fmla="*/ 41 w 41"/>
                  <a:gd name="T5" fmla="*/ 0 h 52"/>
                  <a:gd name="T6" fmla="*/ 0 w 41"/>
                  <a:gd name="T7" fmla="*/ 0 h 52"/>
                </a:gdLst>
                <a:ahLst/>
                <a:cxnLst>
                  <a:cxn ang="0">
                    <a:pos x="T0" y="T1"/>
                  </a:cxn>
                  <a:cxn ang="0">
                    <a:pos x="T2" y="T3"/>
                  </a:cxn>
                  <a:cxn ang="0">
                    <a:pos x="T4" y="T5"/>
                  </a:cxn>
                  <a:cxn ang="0">
                    <a:pos x="T6" y="T7"/>
                  </a:cxn>
                </a:cxnLst>
                <a:rect l="0" t="0" r="r" b="b"/>
                <a:pathLst>
                  <a:path w="41" h="52">
                    <a:moveTo>
                      <a:pt x="0" y="0"/>
                    </a:moveTo>
                    <a:cubicBezTo>
                      <a:pt x="1" y="21"/>
                      <a:pt x="7" y="39"/>
                      <a:pt x="16" y="52"/>
                    </a:cubicBezTo>
                    <a:cubicBezTo>
                      <a:pt x="30" y="39"/>
                      <a:pt x="39" y="21"/>
                      <a:pt x="4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5" name="Freeform 144"/>
              <p:cNvSpPr>
                <a:spLocks/>
              </p:cNvSpPr>
              <p:nvPr/>
            </p:nvSpPr>
            <p:spPr bwMode="auto">
              <a:xfrm>
                <a:off x="-6264275" y="5380038"/>
                <a:ext cx="153988" cy="192088"/>
              </a:xfrm>
              <a:custGeom>
                <a:avLst/>
                <a:gdLst>
                  <a:gd name="T0" fmla="*/ 16 w 41"/>
                  <a:gd name="T1" fmla="*/ 0 h 51"/>
                  <a:gd name="T2" fmla="*/ 0 w 41"/>
                  <a:gd name="T3" fmla="*/ 51 h 51"/>
                  <a:gd name="T4" fmla="*/ 41 w 41"/>
                  <a:gd name="T5" fmla="*/ 51 h 51"/>
                  <a:gd name="T6" fmla="*/ 16 w 41"/>
                  <a:gd name="T7" fmla="*/ 0 h 51"/>
                </a:gdLst>
                <a:ahLst/>
                <a:cxnLst>
                  <a:cxn ang="0">
                    <a:pos x="T0" y="T1"/>
                  </a:cxn>
                  <a:cxn ang="0">
                    <a:pos x="T2" y="T3"/>
                  </a:cxn>
                  <a:cxn ang="0">
                    <a:pos x="T4" y="T5"/>
                  </a:cxn>
                  <a:cxn ang="0">
                    <a:pos x="T6" y="T7"/>
                  </a:cxn>
                </a:cxnLst>
                <a:rect l="0" t="0" r="r" b="b"/>
                <a:pathLst>
                  <a:path w="41" h="51">
                    <a:moveTo>
                      <a:pt x="16" y="0"/>
                    </a:moveTo>
                    <a:cubicBezTo>
                      <a:pt x="7" y="12"/>
                      <a:pt x="1" y="30"/>
                      <a:pt x="0" y="51"/>
                    </a:cubicBezTo>
                    <a:cubicBezTo>
                      <a:pt x="41" y="51"/>
                      <a:pt x="41" y="51"/>
                      <a:pt x="41" y="51"/>
                    </a:cubicBezTo>
                    <a:cubicBezTo>
                      <a:pt x="39" y="31"/>
                      <a:pt x="30" y="13"/>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6" name="Freeform 145"/>
              <p:cNvSpPr>
                <a:spLocks/>
              </p:cNvSpPr>
              <p:nvPr/>
            </p:nvSpPr>
            <p:spPr bwMode="auto">
              <a:xfrm>
                <a:off x="-6380163" y="5302250"/>
                <a:ext cx="134938" cy="269875"/>
              </a:xfrm>
              <a:custGeom>
                <a:avLst/>
                <a:gdLst>
                  <a:gd name="T0" fmla="*/ 0 w 36"/>
                  <a:gd name="T1" fmla="*/ 0 h 72"/>
                  <a:gd name="T2" fmla="*/ 0 w 36"/>
                  <a:gd name="T3" fmla="*/ 72 h 72"/>
                  <a:gd name="T4" fmla="*/ 18 w 36"/>
                  <a:gd name="T5" fmla="*/ 72 h 72"/>
                  <a:gd name="T6" fmla="*/ 36 w 36"/>
                  <a:gd name="T7" fmla="*/ 12 h 72"/>
                  <a:gd name="T8" fmla="*/ 0 w 36"/>
                  <a:gd name="T9" fmla="*/ 0 h 72"/>
                </a:gdLst>
                <a:ahLst/>
                <a:cxnLst>
                  <a:cxn ang="0">
                    <a:pos x="T0" y="T1"/>
                  </a:cxn>
                  <a:cxn ang="0">
                    <a:pos x="T2" y="T3"/>
                  </a:cxn>
                  <a:cxn ang="0">
                    <a:pos x="T4" y="T5"/>
                  </a:cxn>
                  <a:cxn ang="0">
                    <a:pos x="T6" y="T7"/>
                  </a:cxn>
                  <a:cxn ang="0">
                    <a:pos x="T8" y="T9"/>
                  </a:cxn>
                </a:cxnLst>
                <a:rect l="0" t="0" r="r" b="b"/>
                <a:pathLst>
                  <a:path w="36" h="72">
                    <a:moveTo>
                      <a:pt x="0" y="0"/>
                    </a:moveTo>
                    <a:cubicBezTo>
                      <a:pt x="0" y="72"/>
                      <a:pt x="0" y="72"/>
                      <a:pt x="0" y="72"/>
                    </a:cubicBezTo>
                    <a:cubicBezTo>
                      <a:pt x="18" y="72"/>
                      <a:pt x="18" y="72"/>
                      <a:pt x="18" y="72"/>
                    </a:cubicBezTo>
                    <a:cubicBezTo>
                      <a:pt x="19" y="48"/>
                      <a:pt x="26" y="27"/>
                      <a:pt x="36" y="12"/>
                    </a:cubicBezTo>
                    <a:cubicBezTo>
                      <a:pt x="26" y="6"/>
                      <a:pt x="13"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7" name="Freeform 146"/>
              <p:cNvSpPr>
                <a:spLocks/>
              </p:cNvSpPr>
              <p:nvPr/>
            </p:nvSpPr>
            <p:spPr bwMode="auto">
              <a:xfrm>
                <a:off x="-6569075" y="5621338"/>
                <a:ext cx="139700" cy="269875"/>
              </a:xfrm>
              <a:custGeom>
                <a:avLst/>
                <a:gdLst>
                  <a:gd name="T0" fmla="*/ 37 w 37"/>
                  <a:gd name="T1" fmla="*/ 72 h 72"/>
                  <a:gd name="T2" fmla="*/ 37 w 37"/>
                  <a:gd name="T3" fmla="*/ 0 h 72"/>
                  <a:gd name="T4" fmla="*/ 18 w 37"/>
                  <a:gd name="T5" fmla="*/ 0 h 72"/>
                  <a:gd name="T6" fmla="*/ 0 w 37"/>
                  <a:gd name="T7" fmla="*/ 59 h 72"/>
                  <a:gd name="T8" fmla="*/ 37 w 37"/>
                  <a:gd name="T9" fmla="*/ 72 h 72"/>
                </a:gdLst>
                <a:ahLst/>
                <a:cxnLst>
                  <a:cxn ang="0">
                    <a:pos x="T0" y="T1"/>
                  </a:cxn>
                  <a:cxn ang="0">
                    <a:pos x="T2" y="T3"/>
                  </a:cxn>
                  <a:cxn ang="0">
                    <a:pos x="T4" y="T5"/>
                  </a:cxn>
                  <a:cxn ang="0">
                    <a:pos x="T6" y="T7"/>
                  </a:cxn>
                  <a:cxn ang="0">
                    <a:pos x="T8" y="T9"/>
                  </a:cxn>
                </a:cxnLst>
                <a:rect l="0" t="0" r="r" b="b"/>
                <a:pathLst>
                  <a:path w="37" h="72">
                    <a:moveTo>
                      <a:pt x="37" y="72"/>
                    </a:moveTo>
                    <a:cubicBezTo>
                      <a:pt x="37" y="0"/>
                      <a:pt x="37" y="0"/>
                      <a:pt x="37" y="0"/>
                    </a:cubicBezTo>
                    <a:cubicBezTo>
                      <a:pt x="18" y="0"/>
                      <a:pt x="18" y="0"/>
                      <a:pt x="18" y="0"/>
                    </a:cubicBezTo>
                    <a:cubicBezTo>
                      <a:pt x="17" y="24"/>
                      <a:pt x="10" y="45"/>
                      <a:pt x="0" y="59"/>
                    </a:cubicBezTo>
                    <a:cubicBezTo>
                      <a:pt x="11" y="67"/>
                      <a:pt x="23" y="71"/>
                      <a:pt x="37"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8" name="Freeform 147"/>
              <p:cNvSpPr>
                <a:spLocks/>
              </p:cNvSpPr>
              <p:nvPr/>
            </p:nvSpPr>
            <p:spPr bwMode="auto">
              <a:xfrm>
                <a:off x="-6569075" y="5302250"/>
                <a:ext cx="139700" cy="269875"/>
              </a:xfrm>
              <a:custGeom>
                <a:avLst/>
                <a:gdLst>
                  <a:gd name="T0" fmla="*/ 18 w 37"/>
                  <a:gd name="T1" fmla="*/ 72 h 72"/>
                  <a:gd name="T2" fmla="*/ 37 w 37"/>
                  <a:gd name="T3" fmla="*/ 72 h 72"/>
                  <a:gd name="T4" fmla="*/ 37 w 37"/>
                  <a:gd name="T5" fmla="*/ 0 h 72"/>
                  <a:gd name="T6" fmla="*/ 0 w 37"/>
                  <a:gd name="T7" fmla="*/ 13 h 72"/>
                  <a:gd name="T8" fmla="*/ 18 w 37"/>
                  <a:gd name="T9" fmla="*/ 72 h 72"/>
                </a:gdLst>
                <a:ahLst/>
                <a:cxnLst>
                  <a:cxn ang="0">
                    <a:pos x="T0" y="T1"/>
                  </a:cxn>
                  <a:cxn ang="0">
                    <a:pos x="T2" y="T3"/>
                  </a:cxn>
                  <a:cxn ang="0">
                    <a:pos x="T4" y="T5"/>
                  </a:cxn>
                  <a:cxn ang="0">
                    <a:pos x="T6" y="T7"/>
                  </a:cxn>
                  <a:cxn ang="0">
                    <a:pos x="T8" y="T9"/>
                  </a:cxn>
                </a:cxnLst>
                <a:rect l="0" t="0" r="r" b="b"/>
                <a:pathLst>
                  <a:path w="37" h="72">
                    <a:moveTo>
                      <a:pt x="18" y="72"/>
                    </a:moveTo>
                    <a:cubicBezTo>
                      <a:pt x="37" y="72"/>
                      <a:pt x="37" y="72"/>
                      <a:pt x="37" y="72"/>
                    </a:cubicBezTo>
                    <a:cubicBezTo>
                      <a:pt x="37" y="0"/>
                      <a:pt x="37" y="0"/>
                      <a:pt x="37" y="0"/>
                    </a:cubicBezTo>
                    <a:cubicBezTo>
                      <a:pt x="23" y="1"/>
                      <a:pt x="11" y="6"/>
                      <a:pt x="0" y="13"/>
                    </a:cubicBezTo>
                    <a:cubicBezTo>
                      <a:pt x="10" y="28"/>
                      <a:pt x="17" y="48"/>
                      <a:pt x="18"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9" name="Freeform 148"/>
              <p:cNvSpPr>
                <a:spLocks/>
              </p:cNvSpPr>
              <p:nvPr/>
            </p:nvSpPr>
            <p:spPr bwMode="auto">
              <a:xfrm>
                <a:off x="-6699250" y="5621338"/>
                <a:ext cx="149225" cy="190500"/>
              </a:xfrm>
              <a:custGeom>
                <a:avLst/>
                <a:gdLst>
                  <a:gd name="T0" fmla="*/ 25 w 40"/>
                  <a:gd name="T1" fmla="*/ 51 h 51"/>
                  <a:gd name="T2" fmla="*/ 40 w 40"/>
                  <a:gd name="T3" fmla="*/ 0 h 51"/>
                  <a:gd name="T4" fmla="*/ 0 w 40"/>
                  <a:gd name="T5" fmla="*/ 0 h 51"/>
                  <a:gd name="T6" fmla="*/ 25 w 40"/>
                  <a:gd name="T7" fmla="*/ 51 h 51"/>
                </a:gdLst>
                <a:ahLst/>
                <a:cxnLst>
                  <a:cxn ang="0">
                    <a:pos x="T0" y="T1"/>
                  </a:cxn>
                  <a:cxn ang="0">
                    <a:pos x="T2" y="T3"/>
                  </a:cxn>
                  <a:cxn ang="0">
                    <a:pos x="T4" y="T5"/>
                  </a:cxn>
                  <a:cxn ang="0">
                    <a:pos x="T6" y="T7"/>
                  </a:cxn>
                </a:cxnLst>
                <a:rect l="0" t="0" r="r" b="b"/>
                <a:pathLst>
                  <a:path w="40" h="51">
                    <a:moveTo>
                      <a:pt x="25" y="51"/>
                    </a:moveTo>
                    <a:cubicBezTo>
                      <a:pt x="33" y="38"/>
                      <a:pt x="39" y="21"/>
                      <a:pt x="40" y="0"/>
                    </a:cubicBezTo>
                    <a:cubicBezTo>
                      <a:pt x="0" y="0"/>
                      <a:pt x="0" y="0"/>
                      <a:pt x="0" y="0"/>
                    </a:cubicBezTo>
                    <a:cubicBezTo>
                      <a:pt x="1" y="20"/>
                      <a:pt x="11" y="38"/>
                      <a:pt x="2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0" name="Freeform 149"/>
              <p:cNvSpPr>
                <a:spLocks/>
              </p:cNvSpPr>
              <p:nvPr/>
            </p:nvSpPr>
            <p:spPr bwMode="auto">
              <a:xfrm>
                <a:off x="-6699250" y="5380038"/>
                <a:ext cx="149225" cy="192088"/>
              </a:xfrm>
              <a:custGeom>
                <a:avLst/>
                <a:gdLst>
                  <a:gd name="T0" fmla="*/ 25 w 40"/>
                  <a:gd name="T1" fmla="*/ 0 h 51"/>
                  <a:gd name="T2" fmla="*/ 0 w 40"/>
                  <a:gd name="T3" fmla="*/ 51 h 51"/>
                  <a:gd name="T4" fmla="*/ 40 w 40"/>
                  <a:gd name="T5" fmla="*/ 51 h 51"/>
                  <a:gd name="T6" fmla="*/ 25 w 40"/>
                  <a:gd name="T7" fmla="*/ 0 h 51"/>
                </a:gdLst>
                <a:ahLst/>
                <a:cxnLst>
                  <a:cxn ang="0">
                    <a:pos x="T0" y="T1"/>
                  </a:cxn>
                  <a:cxn ang="0">
                    <a:pos x="T2" y="T3"/>
                  </a:cxn>
                  <a:cxn ang="0">
                    <a:pos x="T4" y="T5"/>
                  </a:cxn>
                  <a:cxn ang="0">
                    <a:pos x="T6" y="T7"/>
                  </a:cxn>
                </a:cxnLst>
                <a:rect l="0" t="0" r="r" b="b"/>
                <a:pathLst>
                  <a:path w="40" h="51">
                    <a:moveTo>
                      <a:pt x="25" y="0"/>
                    </a:moveTo>
                    <a:cubicBezTo>
                      <a:pt x="11" y="13"/>
                      <a:pt x="1" y="31"/>
                      <a:pt x="0" y="51"/>
                    </a:cubicBezTo>
                    <a:cubicBezTo>
                      <a:pt x="40" y="51"/>
                      <a:pt x="40" y="51"/>
                      <a:pt x="40" y="51"/>
                    </a:cubicBezTo>
                    <a:cubicBezTo>
                      <a:pt x="39" y="31"/>
                      <a:pt x="33" y="13"/>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1" name="Freeform 150"/>
              <p:cNvSpPr>
                <a:spLocks/>
              </p:cNvSpPr>
              <p:nvPr/>
            </p:nvSpPr>
            <p:spPr bwMode="auto">
              <a:xfrm>
                <a:off x="-6380163" y="5621338"/>
                <a:ext cx="134938" cy="269875"/>
              </a:xfrm>
              <a:custGeom>
                <a:avLst/>
                <a:gdLst>
                  <a:gd name="T0" fmla="*/ 0 w 36"/>
                  <a:gd name="T1" fmla="*/ 72 h 72"/>
                  <a:gd name="T2" fmla="*/ 36 w 36"/>
                  <a:gd name="T3" fmla="*/ 60 h 72"/>
                  <a:gd name="T4" fmla="*/ 18 w 36"/>
                  <a:gd name="T5" fmla="*/ 0 h 72"/>
                  <a:gd name="T6" fmla="*/ 0 w 36"/>
                  <a:gd name="T7" fmla="*/ 0 h 72"/>
                  <a:gd name="T8" fmla="*/ 0 w 36"/>
                  <a:gd name="T9" fmla="*/ 72 h 72"/>
                </a:gdLst>
                <a:ahLst/>
                <a:cxnLst>
                  <a:cxn ang="0">
                    <a:pos x="T0" y="T1"/>
                  </a:cxn>
                  <a:cxn ang="0">
                    <a:pos x="T2" y="T3"/>
                  </a:cxn>
                  <a:cxn ang="0">
                    <a:pos x="T4" y="T5"/>
                  </a:cxn>
                  <a:cxn ang="0">
                    <a:pos x="T6" y="T7"/>
                  </a:cxn>
                  <a:cxn ang="0">
                    <a:pos x="T8" y="T9"/>
                  </a:cxn>
                </a:cxnLst>
                <a:rect l="0" t="0" r="r" b="b"/>
                <a:pathLst>
                  <a:path w="36" h="72">
                    <a:moveTo>
                      <a:pt x="0" y="72"/>
                    </a:moveTo>
                    <a:cubicBezTo>
                      <a:pt x="13" y="71"/>
                      <a:pt x="26" y="67"/>
                      <a:pt x="36" y="60"/>
                    </a:cubicBezTo>
                    <a:cubicBezTo>
                      <a:pt x="26" y="45"/>
                      <a:pt x="19" y="24"/>
                      <a:pt x="18" y="0"/>
                    </a:cubicBezTo>
                    <a:cubicBezTo>
                      <a:pt x="0" y="0"/>
                      <a:pt x="0" y="0"/>
                      <a:pt x="0" y="0"/>
                    </a:cubicBezTo>
                    <a:lnTo>
                      <a:pt x="0"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2" name="Freeform 151"/>
              <p:cNvSpPr>
                <a:spLocks noEditPoints="1"/>
              </p:cNvSpPr>
              <p:nvPr/>
            </p:nvSpPr>
            <p:spPr bwMode="auto">
              <a:xfrm>
                <a:off x="-2324100" y="5951538"/>
                <a:ext cx="582613" cy="712788"/>
              </a:xfrm>
              <a:custGeom>
                <a:avLst/>
                <a:gdLst>
                  <a:gd name="T0" fmla="*/ 108 w 155"/>
                  <a:gd name="T1" fmla="*/ 175 h 190"/>
                  <a:gd name="T2" fmla="*/ 155 w 155"/>
                  <a:gd name="T3" fmla="*/ 190 h 190"/>
                  <a:gd name="T4" fmla="*/ 108 w 155"/>
                  <a:gd name="T5" fmla="*/ 109 h 190"/>
                  <a:gd name="T6" fmla="*/ 98 w 155"/>
                  <a:gd name="T7" fmla="*/ 92 h 190"/>
                  <a:gd name="T8" fmla="*/ 89 w 155"/>
                  <a:gd name="T9" fmla="*/ 132 h 190"/>
                  <a:gd name="T10" fmla="*/ 93 w 155"/>
                  <a:gd name="T11" fmla="*/ 144 h 190"/>
                  <a:gd name="T12" fmla="*/ 89 w 155"/>
                  <a:gd name="T13" fmla="*/ 140 h 190"/>
                  <a:gd name="T14" fmla="*/ 96 w 155"/>
                  <a:gd name="T15" fmla="*/ 161 h 190"/>
                  <a:gd name="T16" fmla="*/ 89 w 155"/>
                  <a:gd name="T17" fmla="*/ 175 h 190"/>
                  <a:gd name="T18" fmla="*/ 89 w 155"/>
                  <a:gd name="T19" fmla="*/ 175 h 190"/>
                  <a:gd name="T20" fmla="*/ 77 w 155"/>
                  <a:gd name="T21" fmla="*/ 161 h 190"/>
                  <a:gd name="T22" fmla="*/ 89 w 155"/>
                  <a:gd name="T23" fmla="*/ 50 h 190"/>
                  <a:gd name="T24" fmla="*/ 82 w 155"/>
                  <a:gd name="T25" fmla="*/ 28 h 190"/>
                  <a:gd name="T26" fmla="*/ 77 w 155"/>
                  <a:gd name="T27" fmla="*/ 56 h 190"/>
                  <a:gd name="T28" fmla="*/ 77 w 155"/>
                  <a:gd name="T29" fmla="*/ 92 h 190"/>
                  <a:gd name="T30" fmla="*/ 85 w 155"/>
                  <a:gd name="T31" fmla="*/ 109 h 190"/>
                  <a:gd name="T32" fmla="*/ 77 w 155"/>
                  <a:gd name="T33" fmla="*/ 129 h 190"/>
                  <a:gd name="T34" fmla="*/ 89 w 155"/>
                  <a:gd name="T35" fmla="*/ 154 h 190"/>
                  <a:gd name="T36" fmla="*/ 84 w 155"/>
                  <a:gd name="T37" fmla="*/ 136 h 190"/>
                  <a:gd name="T38" fmla="*/ 89 w 155"/>
                  <a:gd name="T39" fmla="*/ 50 h 190"/>
                  <a:gd name="T40" fmla="*/ 77 w 155"/>
                  <a:gd name="T41" fmla="*/ 175 h 190"/>
                  <a:gd name="T42" fmla="*/ 77 w 155"/>
                  <a:gd name="T43" fmla="*/ 161 h 190"/>
                  <a:gd name="T44" fmla="*/ 77 w 155"/>
                  <a:gd name="T45" fmla="*/ 161 h 190"/>
                  <a:gd name="T46" fmla="*/ 66 w 155"/>
                  <a:gd name="T47" fmla="*/ 175 h 190"/>
                  <a:gd name="T48" fmla="*/ 77 w 155"/>
                  <a:gd name="T49" fmla="*/ 0 h 190"/>
                  <a:gd name="T50" fmla="*/ 70 w 155"/>
                  <a:gd name="T51" fmla="*/ 28 h 190"/>
                  <a:gd name="T52" fmla="*/ 66 w 155"/>
                  <a:gd name="T53" fmla="*/ 132 h 190"/>
                  <a:gd name="T54" fmla="*/ 66 w 155"/>
                  <a:gd name="T55" fmla="*/ 140 h 190"/>
                  <a:gd name="T56" fmla="*/ 77 w 155"/>
                  <a:gd name="T57" fmla="*/ 143 h 190"/>
                  <a:gd name="T58" fmla="*/ 77 w 155"/>
                  <a:gd name="T59" fmla="*/ 129 h 190"/>
                  <a:gd name="T60" fmla="*/ 68 w 155"/>
                  <a:gd name="T61" fmla="*/ 119 h 190"/>
                  <a:gd name="T62" fmla="*/ 77 w 155"/>
                  <a:gd name="T63" fmla="*/ 109 h 190"/>
                  <a:gd name="T64" fmla="*/ 77 w 155"/>
                  <a:gd name="T65" fmla="*/ 109 h 190"/>
                  <a:gd name="T66" fmla="*/ 77 w 155"/>
                  <a:gd name="T67" fmla="*/ 92 h 190"/>
                  <a:gd name="T68" fmla="*/ 77 w 155"/>
                  <a:gd name="T69" fmla="*/ 56 h 190"/>
                  <a:gd name="T70" fmla="*/ 77 w 155"/>
                  <a:gd name="T71" fmla="*/ 56 h 190"/>
                  <a:gd name="T72" fmla="*/ 0 w 155"/>
                  <a:gd name="T73" fmla="*/ 190 h 190"/>
                  <a:gd name="T74" fmla="*/ 47 w 155"/>
                  <a:gd name="T75" fmla="*/ 175 h 190"/>
                  <a:gd name="T76" fmla="*/ 66 w 155"/>
                  <a:gd name="T77" fmla="*/ 161 h 190"/>
                  <a:gd name="T78" fmla="*/ 66 w 155"/>
                  <a:gd name="T79" fmla="*/ 154 h 190"/>
                  <a:gd name="T80" fmla="*/ 62 w 155"/>
                  <a:gd name="T81" fmla="*/ 144 h 190"/>
                  <a:gd name="T82" fmla="*/ 65 w 155"/>
                  <a:gd name="T83" fmla="*/ 131 h 190"/>
                  <a:gd name="T84" fmla="*/ 66 w 155"/>
                  <a:gd name="T85" fmla="*/ 50 h 190"/>
                  <a:gd name="T86" fmla="*/ 47 w 155"/>
                  <a:gd name="T87" fmla="*/ 92 h 190"/>
                  <a:gd name="T88" fmla="*/ 52 w 155"/>
                  <a:gd name="T89" fmla="*/ 109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5" h="190">
                    <a:moveTo>
                      <a:pt x="89" y="175"/>
                    </a:moveTo>
                    <a:cubicBezTo>
                      <a:pt x="108" y="175"/>
                      <a:pt x="108" y="175"/>
                      <a:pt x="108" y="175"/>
                    </a:cubicBezTo>
                    <a:cubicBezTo>
                      <a:pt x="124" y="190"/>
                      <a:pt x="124" y="190"/>
                      <a:pt x="124" y="190"/>
                    </a:cubicBezTo>
                    <a:cubicBezTo>
                      <a:pt x="155" y="190"/>
                      <a:pt x="155" y="190"/>
                      <a:pt x="155" y="190"/>
                    </a:cubicBezTo>
                    <a:cubicBezTo>
                      <a:pt x="130" y="177"/>
                      <a:pt x="114" y="142"/>
                      <a:pt x="103" y="109"/>
                    </a:cubicBezTo>
                    <a:cubicBezTo>
                      <a:pt x="108" y="109"/>
                      <a:pt x="108" y="109"/>
                      <a:pt x="108" y="109"/>
                    </a:cubicBezTo>
                    <a:cubicBezTo>
                      <a:pt x="108" y="92"/>
                      <a:pt x="108" y="92"/>
                      <a:pt x="108" y="92"/>
                    </a:cubicBezTo>
                    <a:cubicBezTo>
                      <a:pt x="98" y="92"/>
                      <a:pt x="98" y="92"/>
                      <a:pt x="98" y="92"/>
                    </a:cubicBezTo>
                    <a:cubicBezTo>
                      <a:pt x="94" y="77"/>
                      <a:pt x="91" y="62"/>
                      <a:pt x="89" y="50"/>
                    </a:cubicBezTo>
                    <a:cubicBezTo>
                      <a:pt x="89" y="132"/>
                      <a:pt x="89" y="132"/>
                      <a:pt x="89" y="132"/>
                    </a:cubicBezTo>
                    <a:cubicBezTo>
                      <a:pt x="89" y="131"/>
                      <a:pt x="89" y="131"/>
                      <a:pt x="89" y="131"/>
                    </a:cubicBezTo>
                    <a:cubicBezTo>
                      <a:pt x="90" y="135"/>
                      <a:pt x="92" y="140"/>
                      <a:pt x="93" y="144"/>
                    </a:cubicBezTo>
                    <a:cubicBezTo>
                      <a:pt x="93" y="144"/>
                      <a:pt x="93" y="144"/>
                      <a:pt x="93" y="144"/>
                    </a:cubicBezTo>
                    <a:cubicBezTo>
                      <a:pt x="89" y="140"/>
                      <a:pt x="89" y="140"/>
                      <a:pt x="89" y="140"/>
                    </a:cubicBezTo>
                    <a:cubicBezTo>
                      <a:pt x="89" y="154"/>
                      <a:pt x="89" y="154"/>
                      <a:pt x="89" y="154"/>
                    </a:cubicBezTo>
                    <a:cubicBezTo>
                      <a:pt x="96" y="161"/>
                      <a:pt x="96" y="161"/>
                      <a:pt x="96" y="161"/>
                    </a:cubicBezTo>
                    <a:cubicBezTo>
                      <a:pt x="89" y="161"/>
                      <a:pt x="89" y="161"/>
                      <a:pt x="89" y="161"/>
                    </a:cubicBezTo>
                    <a:lnTo>
                      <a:pt x="89" y="175"/>
                    </a:lnTo>
                    <a:close/>
                    <a:moveTo>
                      <a:pt x="77" y="175"/>
                    </a:moveTo>
                    <a:cubicBezTo>
                      <a:pt x="89" y="175"/>
                      <a:pt x="89" y="175"/>
                      <a:pt x="89" y="175"/>
                    </a:cubicBezTo>
                    <a:cubicBezTo>
                      <a:pt x="89" y="161"/>
                      <a:pt x="89" y="161"/>
                      <a:pt x="89" y="161"/>
                    </a:cubicBezTo>
                    <a:cubicBezTo>
                      <a:pt x="77" y="161"/>
                      <a:pt x="77" y="161"/>
                      <a:pt x="77" y="161"/>
                    </a:cubicBezTo>
                    <a:cubicBezTo>
                      <a:pt x="77" y="175"/>
                      <a:pt x="77" y="175"/>
                      <a:pt x="77" y="175"/>
                    </a:cubicBezTo>
                    <a:close/>
                    <a:moveTo>
                      <a:pt x="89" y="50"/>
                    </a:moveTo>
                    <a:cubicBezTo>
                      <a:pt x="86" y="37"/>
                      <a:pt x="85" y="28"/>
                      <a:pt x="85" y="28"/>
                    </a:cubicBezTo>
                    <a:cubicBezTo>
                      <a:pt x="82" y="28"/>
                      <a:pt x="82" y="28"/>
                      <a:pt x="82" y="28"/>
                    </a:cubicBezTo>
                    <a:cubicBezTo>
                      <a:pt x="77" y="0"/>
                      <a:pt x="77" y="0"/>
                      <a:pt x="77" y="0"/>
                    </a:cubicBezTo>
                    <a:cubicBezTo>
                      <a:pt x="77" y="56"/>
                      <a:pt x="77" y="56"/>
                      <a:pt x="77" y="56"/>
                    </a:cubicBezTo>
                    <a:cubicBezTo>
                      <a:pt x="77" y="57"/>
                      <a:pt x="79" y="84"/>
                      <a:pt x="81" y="92"/>
                    </a:cubicBezTo>
                    <a:cubicBezTo>
                      <a:pt x="77" y="92"/>
                      <a:pt x="77" y="92"/>
                      <a:pt x="77" y="92"/>
                    </a:cubicBezTo>
                    <a:cubicBezTo>
                      <a:pt x="77" y="109"/>
                      <a:pt x="77" y="109"/>
                      <a:pt x="77" y="109"/>
                    </a:cubicBezTo>
                    <a:cubicBezTo>
                      <a:pt x="85" y="109"/>
                      <a:pt x="85" y="109"/>
                      <a:pt x="85" y="109"/>
                    </a:cubicBezTo>
                    <a:cubicBezTo>
                      <a:pt x="85" y="109"/>
                      <a:pt x="85" y="113"/>
                      <a:pt x="87" y="119"/>
                    </a:cubicBezTo>
                    <a:cubicBezTo>
                      <a:pt x="77" y="129"/>
                      <a:pt x="77" y="129"/>
                      <a:pt x="77" y="129"/>
                    </a:cubicBezTo>
                    <a:cubicBezTo>
                      <a:pt x="77" y="143"/>
                      <a:pt x="77" y="143"/>
                      <a:pt x="77" y="143"/>
                    </a:cubicBezTo>
                    <a:cubicBezTo>
                      <a:pt x="89" y="154"/>
                      <a:pt x="89" y="154"/>
                      <a:pt x="89" y="154"/>
                    </a:cubicBezTo>
                    <a:cubicBezTo>
                      <a:pt x="89" y="140"/>
                      <a:pt x="89" y="140"/>
                      <a:pt x="89" y="140"/>
                    </a:cubicBezTo>
                    <a:cubicBezTo>
                      <a:pt x="84" y="136"/>
                      <a:pt x="84" y="136"/>
                      <a:pt x="84" y="136"/>
                    </a:cubicBezTo>
                    <a:cubicBezTo>
                      <a:pt x="89" y="132"/>
                      <a:pt x="89" y="132"/>
                      <a:pt x="89" y="132"/>
                    </a:cubicBezTo>
                    <a:lnTo>
                      <a:pt x="89" y="50"/>
                    </a:lnTo>
                    <a:close/>
                    <a:moveTo>
                      <a:pt x="66" y="175"/>
                    </a:moveTo>
                    <a:cubicBezTo>
                      <a:pt x="77" y="175"/>
                      <a:pt x="77" y="175"/>
                      <a:pt x="77" y="175"/>
                    </a:cubicBezTo>
                    <a:cubicBezTo>
                      <a:pt x="77" y="175"/>
                      <a:pt x="77" y="175"/>
                      <a:pt x="77" y="175"/>
                    </a:cubicBezTo>
                    <a:cubicBezTo>
                      <a:pt x="77" y="161"/>
                      <a:pt x="77" y="161"/>
                      <a:pt x="77" y="161"/>
                    </a:cubicBezTo>
                    <a:cubicBezTo>
                      <a:pt x="77" y="161"/>
                      <a:pt x="77" y="161"/>
                      <a:pt x="77" y="161"/>
                    </a:cubicBezTo>
                    <a:cubicBezTo>
                      <a:pt x="77" y="161"/>
                      <a:pt x="77" y="161"/>
                      <a:pt x="77" y="161"/>
                    </a:cubicBezTo>
                    <a:cubicBezTo>
                      <a:pt x="66" y="161"/>
                      <a:pt x="66" y="161"/>
                      <a:pt x="66" y="161"/>
                    </a:cubicBezTo>
                    <a:cubicBezTo>
                      <a:pt x="66" y="175"/>
                      <a:pt x="66" y="175"/>
                      <a:pt x="66" y="175"/>
                    </a:cubicBezTo>
                    <a:close/>
                    <a:moveTo>
                      <a:pt x="77" y="0"/>
                    </a:moveTo>
                    <a:cubicBezTo>
                      <a:pt x="77" y="0"/>
                      <a:pt x="77" y="0"/>
                      <a:pt x="77" y="0"/>
                    </a:cubicBezTo>
                    <a:cubicBezTo>
                      <a:pt x="72" y="28"/>
                      <a:pt x="72" y="28"/>
                      <a:pt x="72" y="28"/>
                    </a:cubicBezTo>
                    <a:cubicBezTo>
                      <a:pt x="70" y="28"/>
                      <a:pt x="70" y="28"/>
                      <a:pt x="70" y="28"/>
                    </a:cubicBezTo>
                    <a:cubicBezTo>
                      <a:pt x="70" y="28"/>
                      <a:pt x="69" y="37"/>
                      <a:pt x="66" y="50"/>
                    </a:cubicBezTo>
                    <a:cubicBezTo>
                      <a:pt x="66" y="132"/>
                      <a:pt x="66" y="132"/>
                      <a:pt x="66" y="132"/>
                    </a:cubicBezTo>
                    <a:cubicBezTo>
                      <a:pt x="70" y="136"/>
                      <a:pt x="70" y="136"/>
                      <a:pt x="70" y="136"/>
                    </a:cubicBezTo>
                    <a:cubicBezTo>
                      <a:pt x="66" y="140"/>
                      <a:pt x="66" y="140"/>
                      <a:pt x="66" y="140"/>
                    </a:cubicBezTo>
                    <a:cubicBezTo>
                      <a:pt x="66" y="154"/>
                      <a:pt x="66" y="154"/>
                      <a:pt x="66" y="154"/>
                    </a:cubicBezTo>
                    <a:cubicBezTo>
                      <a:pt x="77" y="143"/>
                      <a:pt x="77" y="143"/>
                      <a:pt x="77" y="143"/>
                    </a:cubicBezTo>
                    <a:cubicBezTo>
                      <a:pt x="77" y="143"/>
                      <a:pt x="77" y="143"/>
                      <a:pt x="77" y="143"/>
                    </a:cubicBezTo>
                    <a:cubicBezTo>
                      <a:pt x="77" y="129"/>
                      <a:pt x="77" y="129"/>
                      <a:pt x="77" y="129"/>
                    </a:cubicBezTo>
                    <a:cubicBezTo>
                      <a:pt x="77" y="129"/>
                      <a:pt x="77" y="129"/>
                      <a:pt x="77" y="129"/>
                    </a:cubicBezTo>
                    <a:cubicBezTo>
                      <a:pt x="68" y="119"/>
                      <a:pt x="68" y="119"/>
                      <a:pt x="68" y="119"/>
                    </a:cubicBezTo>
                    <a:cubicBezTo>
                      <a:pt x="69" y="113"/>
                      <a:pt x="70" y="109"/>
                      <a:pt x="70" y="109"/>
                    </a:cubicBezTo>
                    <a:cubicBezTo>
                      <a:pt x="77" y="109"/>
                      <a:pt x="77" y="109"/>
                      <a:pt x="77" y="109"/>
                    </a:cubicBezTo>
                    <a:cubicBezTo>
                      <a:pt x="77" y="109"/>
                      <a:pt x="77" y="109"/>
                      <a:pt x="77" y="109"/>
                    </a:cubicBezTo>
                    <a:cubicBezTo>
                      <a:pt x="77" y="109"/>
                      <a:pt x="77" y="109"/>
                      <a:pt x="77" y="109"/>
                    </a:cubicBezTo>
                    <a:cubicBezTo>
                      <a:pt x="77" y="92"/>
                      <a:pt x="77" y="92"/>
                      <a:pt x="77" y="92"/>
                    </a:cubicBezTo>
                    <a:cubicBezTo>
                      <a:pt x="77" y="92"/>
                      <a:pt x="77" y="92"/>
                      <a:pt x="77" y="92"/>
                    </a:cubicBezTo>
                    <a:cubicBezTo>
                      <a:pt x="74" y="92"/>
                      <a:pt x="74" y="92"/>
                      <a:pt x="74" y="92"/>
                    </a:cubicBezTo>
                    <a:cubicBezTo>
                      <a:pt x="76" y="84"/>
                      <a:pt x="77" y="56"/>
                      <a:pt x="77" y="56"/>
                    </a:cubicBezTo>
                    <a:cubicBezTo>
                      <a:pt x="77" y="56"/>
                      <a:pt x="77" y="56"/>
                      <a:pt x="77" y="56"/>
                    </a:cubicBezTo>
                    <a:cubicBezTo>
                      <a:pt x="77" y="56"/>
                      <a:pt x="77" y="56"/>
                      <a:pt x="77" y="56"/>
                    </a:cubicBezTo>
                    <a:lnTo>
                      <a:pt x="77" y="0"/>
                    </a:lnTo>
                    <a:close/>
                    <a:moveTo>
                      <a:pt x="0" y="190"/>
                    </a:moveTo>
                    <a:cubicBezTo>
                      <a:pt x="31" y="190"/>
                      <a:pt x="31" y="190"/>
                      <a:pt x="31" y="190"/>
                    </a:cubicBezTo>
                    <a:cubicBezTo>
                      <a:pt x="47" y="175"/>
                      <a:pt x="47" y="175"/>
                      <a:pt x="47" y="175"/>
                    </a:cubicBezTo>
                    <a:cubicBezTo>
                      <a:pt x="66" y="175"/>
                      <a:pt x="66" y="175"/>
                      <a:pt x="66" y="175"/>
                    </a:cubicBezTo>
                    <a:cubicBezTo>
                      <a:pt x="66" y="161"/>
                      <a:pt x="66" y="161"/>
                      <a:pt x="66" y="161"/>
                    </a:cubicBezTo>
                    <a:cubicBezTo>
                      <a:pt x="59" y="161"/>
                      <a:pt x="59" y="161"/>
                      <a:pt x="59" y="161"/>
                    </a:cubicBezTo>
                    <a:cubicBezTo>
                      <a:pt x="66" y="154"/>
                      <a:pt x="66" y="154"/>
                      <a:pt x="66" y="154"/>
                    </a:cubicBezTo>
                    <a:cubicBezTo>
                      <a:pt x="66" y="140"/>
                      <a:pt x="66" y="140"/>
                      <a:pt x="66" y="140"/>
                    </a:cubicBezTo>
                    <a:cubicBezTo>
                      <a:pt x="62" y="144"/>
                      <a:pt x="62" y="144"/>
                      <a:pt x="62" y="144"/>
                    </a:cubicBezTo>
                    <a:cubicBezTo>
                      <a:pt x="63" y="140"/>
                      <a:pt x="64" y="135"/>
                      <a:pt x="65" y="131"/>
                    </a:cubicBezTo>
                    <a:cubicBezTo>
                      <a:pt x="65" y="131"/>
                      <a:pt x="65" y="131"/>
                      <a:pt x="65" y="131"/>
                    </a:cubicBezTo>
                    <a:cubicBezTo>
                      <a:pt x="66" y="132"/>
                      <a:pt x="66" y="132"/>
                      <a:pt x="66" y="132"/>
                    </a:cubicBezTo>
                    <a:cubicBezTo>
                      <a:pt x="66" y="50"/>
                      <a:pt x="66" y="50"/>
                      <a:pt x="66" y="50"/>
                    </a:cubicBezTo>
                    <a:cubicBezTo>
                      <a:pt x="64" y="62"/>
                      <a:pt x="61" y="77"/>
                      <a:pt x="57" y="92"/>
                    </a:cubicBezTo>
                    <a:cubicBezTo>
                      <a:pt x="47" y="92"/>
                      <a:pt x="47" y="92"/>
                      <a:pt x="47" y="92"/>
                    </a:cubicBezTo>
                    <a:cubicBezTo>
                      <a:pt x="47" y="109"/>
                      <a:pt x="47" y="109"/>
                      <a:pt x="47" y="109"/>
                    </a:cubicBezTo>
                    <a:cubicBezTo>
                      <a:pt x="52" y="109"/>
                      <a:pt x="52" y="109"/>
                      <a:pt x="52" y="109"/>
                    </a:cubicBezTo>
                    <a:cubicBezTo>
                      <a:pt x="41" y="142"/>
                      <a:pt x="25" y="177"/>
                      <a:pt x="0"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3" name="Freeform 152"/>
              <p:cNvSpPr>
                <a:spLocks/>
              </p:cNvSpPr>
              <p:nvPr/>
            </p:nvSpPr>
            <p:spPr bwMode="auto">
              <a:xfrm>
                <a:off x="-1196975" y="2162175"/>
                <a:ext cx="233363" cy="668338"/>
              </a:xfrm>
              <a:custGeom>
                <a:avLst/>
                <a:gdLst>
                  <a:gd name="T0" fmla="*/ 8 w 62"/>
                  <a:gd name="T1" fmla="*/ 21 h 178"/>
                  <a:gd name="T2" fmla="*/ 1 w 62"/>
                  <a:gd name="T3" fmla="*/ 43 h 178"/>
                  <a:gd name="T4" fmla="*/ 6 w 62"/>
                  <a:gd name="T5" fmla="*/ 62 h 178"/>
                  <a:gd name="T6" fmla="*/ 23 w 62"/>
                  <a:gd name="T7" fmla="*/ 82 h 178"/>
                  <a:gd name="T8" fmla="*/ 23 w 62"/>
                  <a:gd name="T9" fmla="*/ 178 h 178"/>
                  <a:gd name="T10" fmla="*/ 40 w 62"/>
                  <a:gd name="T11" fmla="*/ 178 h 178"/>
                  <a:gd name="T12" fmla="*/ 40 w 62"/>
                  <a:gd name="T13" fmla="*/ 82 h 178"/>
                  <a:gd name="T14" fmla="*/ 57 w 62"/>
                  <a:gd name="T15" fmla="*/ 62 h 178"/>
                  <a:gd name="T16" fmla="*/ 61 w 62"/>
                  <a:gd name="T17" fmla="*/ 43 h 178"/>
                  <a:gd name="T18" fmla="*/ 55 w 62"/>
                  <a:gd name="T19" fmla="*/ 21 h 178"/>
                  <a:gd name="T20" fmla="*/ 41 w 62"/>
                  <a:gd name="T21" fmla="*/ 1 h 178"/>
                  <a:gd name="T22" fmla="*/ 46 w 62"/>
                  <a:gd name="T23" fmla="*/ 42 h 178"/>
                  <a:gd name="T24" fmla="*/ 40 w 62"/>
                  <a:gd name="T25" fmla="*/ 42 h 178"/>
                  <a:gd name="T26" fmla="*/ 36 w 62"/>
                  <a:gd name="T27" fmla="*/ 0 h 178"/>
                  <a:gd name="T28" fmla="*/ 31 w 62"/>
                  <a:gd name="T29" fmla="*/ 0 h 178"/>
                  <a:gd name="T30" fmla="*/ 27 w 62"/>
                  <a:gd name="T31" fmla="*/ 0 h 178"/>
                  <a:gd name="T32" fmla="*/ 22 w 62"/>
                  <a:gd name="T33" fmla="*/ 42 h 178"/>
                  <a:gd name="T34" fmla="*/ 17 w 62"/>
                  <a:gd name="T35" fmla="*/ 42 h 178"/>
                  <a:gd name="T36" fmla="*/ 21 w 62"/>
                  <a:gd name="T37" fmla="*/ 1 h 178"/>
                  <a:gd name="T38" fmla="*/ 8 w 62"/>
                  <a:gd name="T39" fmla="*/ 2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78">
                    <a:moveTo>
                      <a:pt x="8" y="21"/>
                    </a:moveTo>
                    <a:cubicBezTo>
                      <a:pt x="5" y="29"/>
                      <a:pt x="2" y="36"/>
                      <a:pt x="1" y="43"/>
                    </a:cubicBezTo>
                    <a:cubicBezTo>
                      <a:pt x="0" y="51"/>
                      <a:pt x="2" y="56"/>
                      <a:pt x="6" y="62"/>
                    </a:cubicBezTo>
                    <a:cubicBezTo>
                      <a:pt x="9" y="68"/>
                      <a:pt x="15" y="77"/>
                      <a:pt x="23" y="82"/>
                    </a:cubicBezTo>
                    <a:cubicBezTo>
                      <a:pt x="23" y="178"/>
                      <a:pt x="23" y="178"/>
                      <a:pt x="23" y="178"/>
                    </a:cubicBezTo>
                    <a:cubicBezTo>
                      <a:pt x="40" y="178"/>
                      <a:pt x="40" y="178"/>
                      <a:pt x="40" y="178"/>
                    </a:cubicBezTo>
                    <a:cubicBezTo>
                      <a:pt x="40" y="82"/>
                      <a:pt x="40" y="82"/>
                      <a:pt x="40" y="82"/>
                    </a:cubicBezTo>
                    <a:cubicBezTo>
                      <a:pt x="47" y="78"/>
                      <a:pt x="53" y="68"/>
                      <a:pt x="57" y="62"/>
                    </a:cubicBezTo>
                    <a:cubicBezTo>
                      <a:pt x="60" y="56"/>
                      <a:pt x="62" y="51"/>
                      <a:pt x="61" y="43"/>
                    </a:cubicBezTo>
                    <a:cubicBezTo>
                      <a:pt x="60" y="36"/>
                      <a:pt x="57" y="29"/>
                      <a:pt x="55" y="21"/>
                    </a:cubicBezTo>
                    <a:cubicBezTo>
                      <a:pt x="53" y="16"/>
                      <a:pt x="49" y="2"/>
                      <a:pt x="41" y="1"/>
                    </a:cubicBezTo>
                    <a:cubicBezTo>
                      <a:pt x="46" y="42"/>
                      <a:pt x="46" y="42"/>
                      <a:pt x="46" y="42"/>
                    </a:cubicBezTo>
                    <a:cubicBezTo>
                      <a:pt x="40" y="42"/>
                      <a:pt x="40" y="42"/>
                      <a:pt x="40" y="42"/>
                    </a:cubicBezTo>
                    <a:cubicBezTo>
                      <a:pt x="36" y="0"/>
                      <a:pt x="36" y="0"/>
                      <a:pt x="36" y="0"/>
                    </a:cubicBezTo>
                    <a:cubicBezTo>
                      <a:pt x="31" y="0"/>
                      <a:pt x="31" y="0"/>
                      <a:pt x="31" y="0"/>
                    </a:cubicBezTo>
                    <a:cubicBezTo>
                      <a:pt x="27" y="0"/>
                      <a:pt x="27" y="0"/>
                      <a:pt x="27" y="0"/>
                    </a:cubicBezTo>
                    <a:cubicBezTo>
                      <a:pt x="22" y="42"/>
                      <a:pt x="22" y="42"/>
                      <a:pt x="22" y="42"/>
                    </a:cubicBezTo>
                    <a:cubicBezTo>
                      <a:pt x="17" y="42"/>
                      <a:pt x="17" y="42"/>
                      <a:pt x="17" y="42"/>
                    </a:cubicBezTo>
                    <a:cubicBezTo>
                      <a:pt x="21" y="1"/>
                      <a:pt x="21" y="1"/>
                      <a:pt x="21" y="1"/>
                    </a:cubicBezTo>
                    <a:cubicBezTo>
                      <a:pt x="14" y="2"/>
                      <a:pt x="10" y="16"/>
                      <a:pt x="8"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4" name="Freeform 153"/>
              <p:cNvSpPr>
                <a:spLocks/>
              </p:cNvSpPr>
              <p:nvPr/>
            </p:nvSpPr>
            <p:spPr bwMode="auto">
              <a:xfrm>
                <a:off x="-892175" y="2151062"/>
                <a:ext cx="244475" cy="679450"/>
              </a:xfrm>
              <a:custGeom>
                <a:avLst/>
                <a:gdLst>
                  <a:gd name="T0" fmla="*/ 41 w 65"/>
                  <a:gd name="T1" fmla="*/ 181 h 181"/>
                  <a:gd name="T2" fmla="*/ 41 w 65"/>
                  <a:gd name="T3" fmla="*/ 86 h 181"/>
                  <a:gd name="T4" fmla="*/ 65 w 65"/>
                  <a:gd name="T5" fmla="*/ 48 h 181"/>
                  <a:gd name="T6" fmla="*/ 33 w 65"/>
                  <a:gd name="T7" fmla="*/ 0 h 181"/>
                  <a:gd name="T8" fmla="*/ 0 w 65"/>
                  <a:gd name="T9" fmla="*/ 48 h 181"/>
                  <a:gd name="T10" fmla="*/ 24 w 65"/>
                  <a:gd name="T11" fmla="*/ 86 h 181"/>
                  <a:gd name="T12" fmla="*/ 24 w 65"/>
                  <a:gd name="T13" fmla="*/ 181 h 181"/>
                  <a:gd name="T14" fmla="*/ 41 w 65"/>
                  <a:gd name="T15" fmla="*/ 181 h 1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81">
                    <a:moveTo>
                      <a:pt x="41" y="181"/>
                    </a:moveTo>
                    <a:cubicBezTo>
                      <a:pt x="41" y="86"/>
                      <a:pt x="41" y="86"/>
                      <a:pt x="41" y="86"/>
                    </a:cubicBezTo>
                    <a:cubicBezTo>
                      <a:pt x="55" y="82"/>
                      <a:pt x="65" y="66"/>
                      <a:pt x="65" y="48"/>
                    </a:cubicBezTo>
                    <a:cubicBezTo>
                      <a:pt x="65" y="26"/>
                      <a:pt x="51" y="0"/>
                      <a:pt x="33" y="0"/>
                    </a:cubicBezTo>
                    <a:cubicBezTo>
                      <a:pt x="15" y="0"/>
                      <a:pt x="0" y="26"/>
                      <a:pt x="0" y="48"/>
                    </a:cubicBezTo>
                    <a:cubicBezTo>
                      <a:pt x="0" y="66"/>
                      <a:pt x="10" y="82"/>
                      <a:pt x="24" y="86"/>
                    </a:cubicBezTo>
                    <a:cubicBezTo>
                      <a:pt x="24" y="181"/>
                      <a:pt x="24" y="181"/>
                      <a:pt x="24" y="181"/>
                    </a:cubicBezTo>
                    <a:lnTo>
                      <a:pt x="41"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5" name="Freeform 154"/>
              <p:cNvSpPr>
                <a:spLocks noEditPoints="1"/>
              </p:cNvSpPr>
              <p:nvPr/>
            </p:nvSpPr>
            <p:spPr bwMode="auto">
              <a:xfrm>
                <a:off x="-3724275" y="806450"/>
                <a:ext cx="581025" cy="147638"/>
              </a:xfrm>
              <a:custGeom>
                <a:avLst/>
                <a:gdLst>
                  <a:gd name="T0" fmla="*/ 182 w 366"/>
                  <a:gd name="T1" fmla="*/ 76 h 93"/>
                  <a:gd name="T2" fmla="*/ 314 w 366"/>
                  <a:gd name="T3" fmla="*/ 76 h 93"/>
                  <a:gd name="T4" fmla="*/ 324 w 366"/>
                  <a:gd name="T5" fmla="*/ 93 h 93"/>
                  <a:gd name="T6" fmla="*/ 366 w 366"/>
                  <a:gd name="T7" fmla="*/ 93 h 93"/>
                  <a:gd name="T8" fmla="*/ 298 w 366"/>
                  <a:gd name="T9" fmla="*/ 0 h 93"/>
                  <a:gd name="T10" fmla="*/ 255 w 366"/>
                  <a:gd name="T11" fmla="*/ 0 h 93"/>
                  <a:gd name="T12" fmla="*/ 265 w 366"/>
                  <a:gd name="T13" fmla="*/ 12 h 93"/>
                  <a:gd name="T14" fmla="*/ 182 w 366"/>
                  <a:gd name="T15" fmla="*/ 12 h 93"/>
                  <a:gd name="T16" fmla="*/ 182 w 366"/>
                  <a:gd name="T17" fmla="*/ 36 h 93"/>
                  <a:gd name="T18" fmla="*/ 284 w 366"/>
                  <a:gd name="T19" fmla="*/ 36 h 93"/>
                  <a:gd name="T20" fmla="*/ 295 w 366"/>
                  <a:gd name="T21" fmla="*/ 52 h 93"/>
                  <a:gd name="T22" fmla="*/ 182 w 366"/>
                  <a:gd name="T23" fmla="*/ 52 h 93"/>
                  <a:gd name="T24" fmla="*/ 182 w 366"/>
                  <a:gd name="T25" fmla="*/ 76 h 93"/>
                  <a:gd name="T26" fmla="*/ 52 w 366"/>
                  <a:gd name="T27" fmla="*/ 76 h 93"/>
                  <a:gd name="T28" fmla="*/ 182 w 366"/>
                  <a:gd name="T29" fmla="*/ 76 h 93"/>
                  <a:gd name="T30" fmla="*/ 182 w 366"/>
                  <a:gd name="T31" fmla="*/ 52 h 93"/>
                  <a:gd name="T32" fmla="*/ 71 w 366"/>
                  <a:gd name="T33" fmla="*/ 52 h 93"/>
                  <a:gd name="T34" fmla="*/ 82 w 366"/>
                  <a:gd name="T35" fmla="*/ 36 h 93"/>
                  <a:gd name="T36" fmla="*/ 82 w 366"/>
                  <a:gd name="T37" fmla="*/ 36 h 93"/>
                  <a:gd name="T38" fmla="*/ 182 w 366"/>
                  <a:gd name="T39" fmla="*/ 36 h 93"/>
                  <a:gd name="T40" fmla="*/ 182 w 366"/>
                  <a:gd name="T41" fmla="*/ 12 h 93"/>
                  <a:gd name="T42" fmla="*/ 101 w 366"/>
                  <a:gd name="T43" fmla="*/ 12 h 93"/>
                  <a:gd name="T44" fmla="*/ 111 w 366"/>
                  <a:gd name="T45" fmla="*/ 0 h 93"/>
                  <a:gd name="T46" fmla="*/ 68 w 366"/>
                  <a:gd name="T47" fmla="*/ 0 h 93"/>
                  <a:gd name="T48" fmla="*/ 0 w 366"/>
                  <a:gd name="T49" fmla="*/ 93 h 93"/>
                  <a:gd name="T50" fmla="*/ 42 w 366"/>
                  <a:gd name="T51" fmla="*/ 93 h 93"/>
                  <a:gd name="T52" fmla="*/ 52 w 366"/>
                  <a:gd name="T53" fmla="*/ 7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6" h="93">
                    <a:moveTo>
                      <a:pt x="182" y="76"/>
                    </a:moveTo>
                    <a:lnTo>
                      <a:pt x="314" y="76"/>
                    </a:lnTo>
                    <a:lnTo>
                      <a:pt x="324" y="93"/>
                    </a:lnTo>
                    <a:lnTo>
                      <a:pt x="366" y="93"/>
                    </a:lnTo>
                    <a:lnTo>
                      <a:pt x="298" y="0"/>
                    </a:lnTo>
                    <a:lnTo>
                      <a:pt x="255" y="0"/>
                    </a:lnTo>
                    <a:lnTo>
                      <a:pt x="265" y="12"/>
                    </a:lnTo>
                    <a:lnTo>
                      <a:pt x="182" y="12"/>
                    </a:lnTo>
                    <a:lnTo>
                      <a:pt x="182" y="36"/>
                    </a:lnTo>
                    <a:lnTo>
                      <a:pt x="284" y="36"/>
                    </a:lnTo>
                    <a:lnTo>
                      <a:pt x="295" y="52"/>
                    </a:lnTo>
                    <a:lnTo>
                      <a:pt x="182" y="52"/>
                    </a:lnTo>
                    <a:lnTo>
                      <a:pt x="182" y="76"/>
                    </a:lnTo>
                    <a:close/>
                    <a:moveTo>
                      <a:pt x="52" y="76"/>
                    </a:moveTo>
                    <a:lnTo>
                      <a:pt x="182" y="76"/>
                    </a:lnTo>
                    <a:lnTo>
                      <a:pt x="182" y="52"/>
                    </a:lnTo>
                    <a:lnTo>
                      <a:pt x="71" y="52"/>
                    </a:lnTo>
                    <a:lnTo>
                      <a:pt x="82" y="36"/>
                    </a:lnTo>
                    <a:lnTo>
                      <a:pt x="82" y="36"/>
                    </a:lnTo>
                    <a:lnTo>
                      <a:pt x="182" y="36"/>
                    </a:lnTo>
                    <a:lnTo>
                      <a:pt x="182" y="12"/>
                    </a:lnTo>
                    <a:lnTo>
                      <a:pt x="101" y="12"/>
                    </a:lnTo>
                    <a:lnTo>
                      <a:pt x="111" y="0"/>
                    </a:lnTo>
                    <a:lnTo>
                      <a:pt x="68" y="0"/>
                    </a:lnTo>
                    <a:lnTo>
                      <a:pt x="0" y="93"/>
                    </a:lnTo>
                    <a:lnTo>
                      <a:pt x="42" y="93"/>
                    </a:lnTo>
                    <a:lnTo>
                      <a:pt x="52"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6" name="Freeform 155"/>
              <p:cNvSpPr>
                <a:spLocks noEditPoints="1"/>
              </p:cNvSpPr>
              <p:nvPr/>
            </p:nvSpPr>
            <p:spPr bwMode="auto">
              <a:xfrm>
                <a:off x="-3694113" y="239712"/>
                <a:ext cx="533400" cy="549275"/>
              </a:xfrm>
              <a:custGeom>
                <a:avLst/>
                <a:gdLst>
                  <a:gd name="T0" fmla="*/ 281 w 336"/>
                  <a:gd name="T1" fmla="*/ 0 h 346"/>
                  <a:gd name="T2" fmla="*/ 310 w 336"/>
                  <a:gd name="T3" fmla="*/ 73 h 346"/>
                  <a:gd name="T4" fmla="*/ 310 w 336"/>
                  <a:gd name="T5" fmla="*/ 241 h 346"/>
                  <a:gd name="T6" fmla="*/ 281 w 336"/>
                  <a:gd name="T7" fmla="*/ 275 h 346"/>
                  <a:gd name="T8" fmla="*/ 310 w 336"/>
                  <a:gd name="T9" fmla="*/ 305 h 346"/>
                  <a:gd name="T10" fmla="*/ 281 w 336"/>
                  <a:gd name="T11" fmla="*/ 305 h 346"/>
                  <a:gd name="T12" fmla="*/ 336 w 336"/>
                  <a:gd name="T13" fmla="*/ 346 h 346"/>
                  <a:gd name="T14" fmla="*/ 336 w 336"/>
                  <a:gd name="T15" fmla="*/ 0 h 346"/>
                  <a:gd name="T16" fmla="*/ 168 w 336"/>
                  <a:gd name="T17" fmla="*/ 0 h 346"/>
                  <a:gd name="T18" fmla="*/ 267 w 336"/>
                  <a:gd name="T19" fmla="*/ 24 h 346"/>
                  <a:gd name="T20" fmla="*/ 168 w 336"/>
                  <a:gd name="T21" fmla="*/ 45 h 346"/>
                  <a:gd name="T22" fmla="*/ 281 w 336"/>
                  <a:gd name="T23" fmla="*/ 73 h 346"/>
                  <a:gd name="T24" fmla="*/ 281 w 336"/>
                  <a:gd name="T25" fmla="*/ 0 h 346"/>
                  <a:gd name="T26" fmla="*/ 281 w 336"/>
                  <a:gd name="T27" fmla="*/ 346 h 346"/>
                  <a:gd name="T28" fmla="*/ 250 w 336"/>
                  <a:gd name="T29" fmla="*/ 305 h 346"/>
                  <a:gd name="T30" fmla="*/ 281 w 336"/>
                  <a:gd name="T31" fmla="*/ 275 h 346"/>
                  <a:gd name="T32" fmla="*/ 168 w 336"/>
                  <a:gd name="T33" fmla="*/ 241 h 346"/>
                  <a:gd name="T34" fmla="*/ 168 w 336"/>
                  <a:gd name="T35" fmla="*/ 0 h 346"/>
                  <a:gd name="T36" fmla="*/ 56 w 336"/>
                  <a:gd name="T37" fmla="*/ 73 h 346"/>
                  <a:gd name="T38" fmla="*/ 168 w 336"/>
                  <a:gd name="T39" fmla="*/ 45 h 346"/>
                  <a:gd name="T40" fmla="*/ 71 w 336"/>
                  <a:gd name="T41" fmla="*/ 24 h 346"/>
                  <a:gd name="T42" fmla="*/ 168 w 336"/>
                  <a:gd name="T43" fmla="*/ 24 h 346"/>
                  <a:gd name="T44" fmla="*/ 168 w 336"/>
                  <a:gd name="T45" fmla="*/ 0 h 346"/>
                  <a:gd name="T46" fmla="*/ 168 w 336"/>
                  <a:gd name="T47" fmla="*/ 346 h 346"/>
                  <a:gd name="T48" fmla="*/ 56 w 336"/>
                  <a:gd name="T49" fmla="*/ 241 h 346"/>
                  <a:gd name="T50" fmla="*/ 85 w 336"/>
                  <a:gd name="T51" fmla="*/ 275 h 346"/>
                  <a:gd name="T52" fmla="*/ 85 w 336"/>
                  <a:gd name="T53" fmla="*/ 305 h 346"/>
                  <a:gd name="T54" fmla="*/ 56 w 336"/>
                  <a:gd name="T55" fmla="*/ 346 h 346"/>
                  <a:gd name="T56" fmla="*/ 0 w 336"/>
                  <a:gd name="T57" fmla="*/ 0 h 346"/>
                  <a:gd name="T58" fmla="*/ 56 w 336"/>
                  <a:gd name="T59" fmla="*/ 346 h 346"/>
                  <a:gd name="T60" fmla="*/ 26 w 336"/>
                  <a:gd name="T61" fmla="*/ 305 h 346"/>
                  <a:gd name="T62" fmla="*/ 56 w 336"/>
                  <a:gd name="T63" fmla="*/ 275 h 346"/>
                  <a:gd name="T64" fmla="*/ 26 w 336"/>
                  <a:gd name="T65" fmla="*/ 241 h 346"/>
                  <a:gd name="T66" fmla="*/ 56 w 336"/>
                  <a:gd name="T67" fmla="*/ 73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6" h="346">
                    <a:moveTo>
                      <a:pt x="336" y="0"/>
                    </a:moveTo>
                    <a:lnTo>
                      <a:pt x="281" y="0"/>
                    </a:lnTo>
                    <a:lnTo>
                      <a:pt x="281" y="73"/>
                    </a:lnTo>
                    <a:lnTo>
                      <a:pt x="310" y="73"/>
                    </a:lnTo>
                    <a:lnTo>
                      <a:pt x="310" y="241"/>
                    </a:lnTo>
                    <a:lnTo>
                      <a:pt x="310" y="241"/>
                    </a:lnTo>
                    <a:lnTo>
                      <a:pt x="281" y="241"/>
                    </a:lnTo>
                    <a:lnTo>
                      <a:pt x="281" y="275"/>
                    </a:lnTo>
                    <a:lnTo>
                      <a:pt x="310" y="275"/>
                    </a:lnTo>
                    <a:lnTo>
                      <a:pt x="310" y="305"/>
                    </a:lnTo>
                    <a:lnTo>
                      <a:pt x="310" y="305"/>
                    </a:lnTo>
                    <a:lnTo>
                      <a:pt x="281" y="305"/>
                    </a:lnTo>
                    <a:lnTo>
                      <a:pt x="281" y="346"/>
                    </a:lnTo>
                    <a:lnTo>
                      <a:pt x="336" y="346"/>
                    </a:lnTo>
                    <a:lnTo>
                      <a:pt x="336" y="0"/>
                    </a:lnTo>
                    <a:lnTo>
                      <a:pt x="336" y="0"/>
                    </a:lnTo>
                    <a:close/>
                    <a:moveTo>
                      <a:pt x="281" y="0"/>
                    </a:moveTo>
                    <a:lnTo>
                      <a:pt x="168" y="0"/>
                    </a:lnTo>
                    <a:lnTo>
                      <a:pt x="168" y="24"/>
                    </a:lnTo>
                    <a:lnTo>
                      <a:pt x="267" y="24"/>
                    </a:lnTo>
                    <a:lnTo>
                      <a:pt x="267" y="45"/>
                    </a:lnTo>
                    <a:lnTo>
                      <a:pt x="168" y="45"/>
                    </a:lnTo>
                    <a:lnTo>
                      <a:pt x="168" y="73"/>
                    </a:lnTo>
                    <a:lnTo>
                      <a:pt x="281" y="73"/>
                    </a:lnTo>
                    <a:lnTo>
                      <a:pt x="281" y="0"/>
                    </a:lnTo>
                    <a:lnTo>
                      <a:pt x="281" y="0"/>
                    </a:lnTo>
                    <a:close/>
                    <a:moveTo>
                      <a:pt x="168" y="346"/>
                    </a:moveTo>
                    <a:lnTo>
                      <a:pt x="281" y="346"/>
                    </a:lnTo>
                    <a:lnTo>
                      <a:pt x="281" y="305"/>
                    </a:lnTo>
                    <a:lnTo>
                      <a:pt x="250" y="305"/>
                    </a:lnTo>
                    <a:lnTo>
                      <a:pt x="250" y="275"/>
                    </a:lnTo>
                    <a:lnTo>
                      <a:pt x="281" y="275"/>
                    </a:lnTo>
                    <a:lnTo>
                      <a:pt x="281" y="241"/>
                    </a:lnTo>
                    <a:lnTo>
                      <a:pt x="168" y="241"/>
                    </a:lnTo>
                    <a:lnTo>
                      <a:pt x="168" y="346"/>
                    </a:lnTo>
                    <a:close/>
                    <a:moveTo>
                      <a:pt x="168" y="0"/>
                    </a:moveTo>
                    <a:lnTo>
                      <a:pt x="56" y="0"/>
                    </a:lnTo>
                    <a:lnTo>
                      <a:pt x="56" y="73"/>
                    </a:lnTo>
                    <a:lnTo>
                      <a:pt x="168" y="73"/>
                    </a:lnTo>
                    <a:lnTo>
                      <a:pt x="168" y="45"/>
                    </a:lnTo>
                    <a:lnTo>
                      <a:pt x="71" y="45"/>
                    </a:lnTo>
                    <a:lnTo>
                      <a:pt x="71" y="24"/>
                    </a:lnTo>
                    <a:lnTo>
                      <a:pt x="71" y="24"/>
                    </a:lnTo>
                    <a:lnTo>
                      <a:pt x="168" y="24"/>
                    </a:lnTo>
                    <a:lnTo>
                      <a:pt x="168" y="0"/>
                    </a:lnTo>
                    <a:lnTo>
                      <a:pt x="168" y="0"/>
                    </a:lnTo>
                    <a:close/>
                    <a:moveTo>
                      <a:pt x="56" y="346"/>
                    </a:moveTo>
                    <a:lnTo>
                      <a:pt x="168" y="346"/>
                    </a:lnTo>
                    <a:lnTo>
                      <a:pt x="168" y="241"/>
                    </a:lnTo>
                    <a:lnTo>
                      <a:pt x="56" y="241"/>
                    </a:lnTo>
                    <a:lnTo>
                      <a:pt x="56" y="275"/>
                    </a:lnTo>
                    <a:lnTo>
                      <a:pt x="85" y="275"/>
                    </a:lnTo>
                    <a:lnTo>
                      <a:pt x="85" y="305"/>
                    </a:lnTo>
                    <a:lnTo>
                      <a:pt x="85" y="305"/>
                    </a:lnTo>
                    <a:lnTo>
                      <a:pt x="56" y="305"/>
                    </a:lnTo>
                    <a:lnTo>
                      <a:pt x="56" y="346"/>
                    </a:lnTo>
                    <a:close/>
                    <a:moveTo>
                      <a:pt x="56" y="0"/>
                    </a:moveTo>
                    <a:lnTo>
                      <a:pt x="0" y="0"/>
                    </a:lnTo>
                    <a:lnTo>
                      <a:pt x="0" y="346"/>
                    </a:lnTo>
                    <a:lnTo>
                      <a:pt x="56" y="346"/>
                    </a:lnTo>
                    <a:lnTo>
                      <a:pt x="56" y="305"/>
                    </a:lnTo>
                    <a:lnTo>
                      <a:pt x="26" y="305"/>
                    </a:lnTo>
                    <a:lnTo>
                      <a:pt x="26" y="275"/>
                    </a:lnTo>
                    <a:lnTo>
                      <a:pt x="56" y="275"/>
                    </a:lnTo>
                    <a:lnTo>
                      <a:pt x="56" y="241"/>
                    </a:lnTo>
                    <a:lnTo>
                      <a:pt x="26" y="241"/>
                    </a:lnTo>
                    <a:lnTo>
                      <a:pt x="26" y="73"/>
                    </a:lnTo>
                    <a:lnTo>
                      <a:pt x="56" y="73"/>
                    </a:lnTo>
                    <a:lnTo>
                      <a:pt x="5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7" name="Rectangle 156"/>
              <p:cNvSpPr>
                <a:spLocks noChangeArrowheads="1"/>
              </p:cNvSpPr>
              <p:nvPr/>
            </p:nvSpPr>
            <p:spPr bwMode="auto">
              <a:xfrm>
                <a:off x="-2574925" y="4899025"/>
                <a:ext cx="558800" cy="650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8" name="Freeform 157"/>
              <p:cNvSpPr>
                <a:spLocks noEditPoints="1"/>
              </p:cNvSpPr>
              <p:nvPr/>
            </p:nvSpPr>
            <p:spPr bwMode="auto">
              <a:xfrm>
                <a:off x="-2574925" y="5030788"/>
                <a:ext cx="558800" cy="225425"/>
              </a:xfrm>
              <a:custGeom>
                <a:avLst/>
                <a:gdLst>
                  <a:gd name="T0" fmla="*/ 298 w 352"/>
                  <a:gd name="T1" fmla="*/ 142 h 142"/>
                  <a:gd name="T2" fmla="*/ 352 w 352"/>
                  <a:gd name="T3" fmla="*/ 142 h 142"/>
                  <a:gd name="T4" fmla="*/ 352 w 352"/>
                  <a:gd name="T5" fmla="*/ 0 h 142"/>
                  <a:gd name="T6" fmla="*/ 298 w 352"/>
                  <a:gd name="T7" fmla="*/ 0 h 142"/>
                  <a:gd name="T8" fmla="*/ 298 w 352"/>
                  <a:gd name="T9" fmla="*/ 69 h 142"/>
                  <a:gd name="T10" fmla="*/ 298 w 352"/>
                  <a:gd name="T11" fmla="*/ 69 h 142"/>
                  <a:gd name="T12" fmla="*/ 324 w 352"/>
                  <a:gd name="T13" fmla="*/ 95 h 142"/>
                  <a:gd name="T14" fmla="*/ 298 w 352"/>
                  <a:gd name="T15" fmla="*/ 121 h 142"/>
                  <a:gd name="T16" fmla="*/ 298 w 352"/>
                  <a:gd name="T17" fmla="*/ 142 h 142"/>
                  <a:gd name="T18" fmla="*/ 0 w 352"/>
                  <a:gd name="T19" fmla="*/ 142 h 142"/>
                  <a:gd name="T20" fmla="*/ 298 w 352"/>
                  <a:gd name="T21" fmla="*/ 142 h 142"/>
                  <a:gd name="T22" fmla="*/ 298 w 352"/>
                  <a:gd name="T23" fmla="*/ 121 h 142"/>
                  <a:gd name="T24" fmla="*/ 272 w 352"/>
                  <a:gd name="T25" fmla="*/ 95 h 142"/>
                  <a:gd name="T26" fmla="*/ 298 w 352"/>
                  <a:gd name="T27" fmla="*/ 69 h 142"/>
                  <a:gd name="T28" fmla="*/ 298 w 352"/>
                  <a:gd name="T29" fmla="*/ 0 h 142"/>
                  <a:gd name="T30" fmla="*/ 0 w 352"/>
                  <a:gd name="T31" fmla="*/ 0 h 142"/>
                  <a:gd name="T32" fmla="*/ 0 w 352"/>
                  <a:gd name="T33" fmla="*/ 142 h 142"/>
                  <a:gd name="T34" fmla="*/ 0 w 352"/>
                  <a:gd name="T35" fmla="*/ 142 h 142"/>
                  <a:gd name="T36" fmla="*/ 298 w 352"/>
                  <a:gd name="T37" fmla="*/ 69 h 142"/>
                  <a:gd name="T38" fmla="*/ 298 w 352"/>
                  <a:gd name="T39" fmla="*/ 6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142">
                    <a:moveTo>
                      <a:pt x="298" y="142"/>
                    </a:moveTo>
                    <a:lnTo>
                      <a:pt x="352" y="142"/>
                    </a:lnTo>
                    <a:lnTo>
                      <a:pt x="352" y="0"/>
                    </a:lnTo>
                    <a:lnTo>
                      <a:pt x="298" y="0"/>
                    </a:lnTo>
                    <a:lnTo>
                      <a:pt x="298" y="69"/>
                    </a:lnTo>
                    <a:lnTo>
                      <a:pt x="298" y="69"/>
                    </a:lnTo>
                    <a:lnTo>
                      <a:pt x="324" y="95"/>
                    </a:lnTo>
                    <a:lnTo>
                      <a:pt x="298" y="121"/>
                    </a:lnTo>
                    <a:lnTo>
                      <a:pt x="298" y="142"/>
                    </a:lnTo>
                    <a:close/>
                    <a:moveTo>
                      <a:pt x="0" y="142"/>
                    </a:moveTo>
                    <a:lnTo>
                      <a:pt x="298" y="142"/>
                    </a:lnTo>
                    <a:lnTo>
                      <a:pt x="298" y="121"/>
                    </a:lnTo>
                    <a:lnTo>
                      <a:pt x="272" y="95"/>
                    </a:lnTo>
                    <a:lnTo>
                      <a:pt x="298" y="69"/>
                    </a:lnTo>
                    <a:lnTo>
                      <a:pt x="298" y="0"/>
                    </a:lnTo>
                    <a:lnTo>
                      <a:pt x="0" y="0"/>
                    </a:lnTo>
                    <a:lnTo>
                      <a:pt x="0" y="142"/>
                    </a:lnTo>
                    <a:lnTo>
                      <a:pt x="0" y="142"/>
                    </a:lnTo>
                    <a:close/>
                    <a:moveTo>
                      <a:pt x="298" y="69"/>
                    </a:moveTo>
                    <a:lnTo>
                      <a:pt x="298"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9" name="Freeform 158"/>
              <p:cNvSpPr>
                <a:spLocks noEditPoints="1"/>
              </p:cNvSpPr>
              <p:nvPr/>
            </p:nvSpPr>
            <p:spPr bwMode="auto">
              <a:xfrm>
                <a:off x="-2574925" y="5030788"/>
                <a:ext cx="558800" cy="225425"/>
              </a:xfrm>
              <a:custGeom>
                <a:avLst/>
                <a:gdLst>
                  <a:gd name="T0" fmla="*/ 298 w 352"/>
                  <a:gd name="T1" fmla="*/ 142 h 142"/>
                  <a:gd name="T2" fmla="*/ 352 w 352"/>
                  <a:gd name="T3" fmla="*/ 142 h 142"/>
                  <a:gd name="T4" fmla="*/ 352 w 352"/>
                  <a:gd name="T5" fmla="*/ 0 h 142"/>
                  <a:gd name="T6" fmla="*/ 298 w 352"/>
                  <a:gd name="T7" fmla="*/ 0 h 142"/>
                  <a:gd name="T8" fmla="*/ 298 w 352"/>
                  <a:gd name="T9" fmla="*/ 69 h 142"/>
                  <a:gd name="T10" fmla="*/ 298 w 352"/>
                  <a:gd name="T11" fmla="*/ 69 h 142"/>
                  <a:gd name="T12" fmla="*/ 324 w 352"/>
                  <a:gd name="T13" fmla="*/ 95 h 142"/>
                  <a:gd name="T14" fmla="*/ 298 w 352"/>
                  <a:gd name="T15" fmla="*/ 121 h 142"/>
                  <a:gd name="T16" fmla="*/ 298 w 352"/>
                  <a:gd name="T17" fmla="*/ 142 h 142"/>
                  <a:gd name="T18" fmla="*/ 0 w 352"/>
                  <a:gd name="T19" fmla="*/ 142 h 142"/>
                  <a:gd name="T20" fmla="*/ 298 w 352"/>
                  <a:gd name="T21" fmla="*/ 142 h 142"/>
                  <a:gd name="T22" fmla="*/ 298 w 352"/>
                  <a:gd name="T23" fmla="*/ 121 h 142"/>
                  <a:gd name="T24" fmla="*/ 272 w 352"/>
                  <a:gd name="T25" fmla="*/ 95 h 142"/>
                  <a:gd name="T26" fmla="*/ 298 w 352"/>
                  <a:gd name="T27" fmla="*/ 69 h 142"/>
                  <a:gd name="T28" fmla="*/ 298 w 352"/>
                  <a:gd name="T29" fmla="*/ 0 h 142"/>
                  <a:gd name="T30" fmla="*/ 0 w 352"/>
                  <a:gd name="T31" fmla="*/ 0 h 142"/>
                  <a:gd name="T32" fmla="*/ 0 w 352"/>
                  <a:gd name="T33" fmla="*/ 142 h 142"/>
                  <a:gd name="T34" fmla="*/ 0 w 352"/>
                  <a:gd name="T35" fmla="*/ 142 h 142"/>
                  <a:gd name="T36" fmla="*/ 298 w 352"/>
                  <a:gd name="T37" fmla="*/ 69 h 142"/>
                  <a:gd name="T38" fmla="*/ 298 w 352"/>
                  <a:gd name="T39" fmla="*/ 6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142">
                    <a:moveTo>
                      <a:pt x="298" y="142"/>
                    </a:moveTo>
                    <a:lnTo>
                      <a:pt x="352" y="142"/>
                    </a:lnTo>
                    <a:lnTo>
                      <a:pt x="352" y="0"/>
                    </a:lnTo>
                    <a:lnTo>
                      <a:pt x="298" y="0"/>
                    </a:lnTo>
                    <a:lnTo>
                      <a:pt x="298" y="69"/>
                    </a:lnTo>
                    <a:lnTo>
                      <a:pt x="298" y="69"/>
                    </a:lnTo>
                    <a:lnTo>
                      <a:pt x="324" y="95"/>
                    </a:lnTo>
                    <a:lnTo>
                      <a:pt x="298" y="121"/>
                    </a:lnTo>
                    <a:lnTo>
                      <a:pt x="298" y="142"/>
                    </a:lnTo>
                    <a:moveTo>
                      <a:pt x="0" y="142"/>
                    </a:moveTo>
                    <a:lnTo>
                      <a:pt x="298" y="142"/>
                    </a:lnTo>
                    <a:lnTo>
                      <a:pt x="298" y="121"/>
                    </a:lnTo>
                    <a:lnTo>
                      <a:pt x="272" y="95"/>
                    </a:lnTo>
                    <a:lnTo>
                      <a:pt x="298" y="69"/>
                    </a:lnTo>
                    <a:lnTo>
                      <a:pt x="298" y="0"/>
                    </a:lnTo>
                    <a:lnTo>
                      <a:pt x="0" y="0"/>
                    </a:lnTo>
                    <a:lnTo>
                      <a:pt x="0" y="142"/>
                    </a:lnTo>
                    <a:lnTo>
                      <a:pt x="0" y="142"/>
                    </a:lnTo>
                    <a:moveTo>
                      <a:pt x="298" y="69"/>
                    </a:moveTo>
                    <a:lnTo>
                      <a:pt x="298" y="6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0" name="Freeform 159"/>
              <p:cNvSpPr>
                <a:spLocks noEditPoints="1"/>
              </p:cNvSpPr>
              <p:nvPr/>
            </p:nvSpPr>
            <p:spPr bwMode="auto">
              <a:xfrm>
                <a:off x="-3187700" y="7847013"/>
                <a:ext cx="525463" cy="327025"/>
              </a:xfrm>
              <a:custGeom>
                <a:avLst/>
                <a:gdLst>
                  <a:gd name="T0" fmla="*/ 260 w 331"/>
                  <a:gd name="T1" fmla="*/ 206 h 206"/>
                  <a:gd name="T2" fmla="*/ 331 w 331"/>
                  <a:gd name="T3" fmla="*/ 206 h 206"/>
                  <a:gd name="T4" fmla="*/ 331 w 331"/>
                  <a:gd name="T5" fmla="*/ 114 h 206"/>
                  <a:gd name="T6" fmla="*/ 291 w 331"/>
                  <a:gd name="T7" fmla="*/ 114 h 206"/>
                  <a:gd name="T8" fmla="*/ 291 w 331"/>
                  <a:gd name="T9" fmla="*/ 0 h 206"/>
                  <a:gd name="T10" fmla="*/ 260 w 331"/>
                  <a:gd name="T11" fmla="*/ 0 h 206"/>
                  <a:gd name="T12" fmla="*/ 260 w 331"/>
                  <a:gd name="T13" fmla="*/ 144 h 206"/>
                  <a:gd name="T14" fmla="*/ 289 w 331"/>
                  <a:gd name="T15" fmla="*/ 144 h 206"/>
                  <a:gd name="T16" fmla="*/ 289 w 331"/>
                  <a:gd name="T17" fmla="*/ 185 h 206"/>
                  <a:gd name="T18" fmla="*/ 289 w 331"/>
                  <a:gd name="T19" fmla="*/ 185 h 206"/>
                  <a:gd name="T20" fmla="*/ 260 w 331"/>
                  <a:gd name="T21" fmla="*/ 185 h 206"/>
                  <a:gd name="T22" fmla="*/ 260 w 331"/>
                  <a:gd name="T23" fmla="*/ 206 h 206"/>
                  <a:gd name="T24" fmla="*/ 215 w 331"/>
                  <a:gd name="T25" fmla="*/ 0 h 206"/>
                  <a:gd name="T26" fmla="*/ 215 w 331"/>
                  <a:gd name="T27" fmla="*/ 114 h 206"/>
                  <a:gd name="T28" fmla="*/ 166 w 331"/>
                  <a:gd name="T29" fmla="*/ 114 h 206"/>
                  <a:gd name="T30" fmla="*/ 166 w 331"/>
                  <a:gd name="T31" fmla="*/ 144 h 206"/>
                  <a:gd name="T32" fmla="*/ 194 w 331"/>
                  <a:gd name="T33" fmla="*/ 144 h 206"/>
                  <a:gd name="T34" fmla="*/ 194 w 331"/>
                  <a:gd name="T35" fmla="*/ 185 h 206"/>
                  <a:gd name="T36" fmla="*/ 194 w 331"/>
                  <a:gd name="T37" fmla="*/ 185 h 206"/>
                  <a:gd name="T38" fmla="*/ 166 w 331"/>
                  <a:gd name="T39" fmla="*/ 185 h 206"/>
                  <a:gd name="T40" fmla="*/ 166 w 331"/>
                  <a:gd name="T41" fmla="*/ 206 h 206"/>
                  <a:gd name="T42" fmla="*/ 260 w 331"/>
                  <a:gd name="T43" fmla="*/ 206 h 206"/>
                  <a:gd name="T44" fmla="*/ 260 w 331"/>
                  <a:gd name="T45" fmla="*/ 185 h 206"/>
                  <a:gd name="T46" fmla="*/ 232 w 331"/>
                  <a:gd name="T47" fmla="*/ 185 h 206"/>
                  <a:gd name="T48" fmla="*/ 232 w 331"/>
                  <a:gd name="T49" fmla="*/ 144 h 206"/>
                  <a:gd name="T50" fmla="*/ 260 w 331"/>
                  <a:gd name="T51" fmla="*/ 144 h 206"/>
                  <a:gd name="T52" fmla="*/ 260 w 331"/>
                  <a:gd name="T53" fmla="*/ 0 h 206"/>
                  <a:gd name="T54" fmla="*/ 215 w 331"/>
                  <a:gd name="T55" fmla="*/ 0 h 206"/>
                  <a:gd name="T56" fmla="*/ 166 w 331"/>
                  <a:gd name="T57" fmla="*/ 114 h 206"/>
                  <a:gd name="T58" fmla="*/ 71 w 331"/>
                  <a:gd name="T59" fmla="*/ 114 h 206"/>
                  <a:gd name="T60" fmla="*/ 71 w 331"/>
                  <a:gd name="T61" fmla="*/ 144 h 206"/>
                  <a:gd name="T62" fmla="*/ 99 w 331"/>
                  <a:gd name="T63" fmla="*/ 144 h 206"/>
                  <a:gd name="T64" fmla="*/ 99 w 331"/>
                  <a:gd name="T65" fmla="*/ 185 h 206"/>
                  <a:gd name="T66" fmla="*/ 99 w 331"/>
                  <a:gd name="T67" fmla="*/ 185 h 206"/>
                  <a:gd name="T68" fmla="*/ 71 w 331"/>
                  <a:gd name="T69" fmla="*/ 185 h 206"/>
                  <a:gd name="T70" fmla="*/ 71 w 331"/>
                  <a:gd name="T71" fmla="*/ 206 h 206"/>
                  <a:gd name="T72" fmla="*/ 166 w 331"/>
                  <a:gd name="T73" fmla="*/ 206 h 206"/>
                  <a:gd name="T74" fmla="*/ 166 w 331"/>
                  <a:gd name="T75" fmla="*/ 185 h 206"/>
                  <a:gd name="T76" fmla="*/ 137 w 331"/>
                  <a:gd name="T77" fmla="*/ 185 h 206"/>
                  <a:gd name="T78" fmla="*/ 137 w 331"/>
                  <a:gd name="T79" fmla="*/ 144 h 206"/>
                  <a:gd name="T80" fmla="*/ 166 w 331"/>
                  <a:gd name="T81" fmla="*/ 144 h 206"/>
                  <a:gd name="T82" fmla="*/ 166 w 331"/>
                  <a:gd name="T83" fmla="*/ 114 h 206"/>
                  <a:gd name="T84" fmla="*/ 71 w 331"/>
                  <a:gd name="T85" fmla="*/ 114 h 206"/>
                  <a:gd name="T86" fmla="*/ 0 w 331"/>
                  <a:gd name="T87" fmla="*/ 114 h 206"/>
                  <a:gd name="T88" fmla="*/ 0 w 331"/>
                  <a:gd name="T89" fmla="*/ 206 h 206"/>
                  <a:gd name="T90" fmla="*/ 71 w 331"/>
                  <a:gd name="T91" fmla="*/ 206 h 206"/>
                  <a:gd name="T92" fmla="*/ 71 w 331"/>
                  <a:gd name="T93" fmla="*/ 185 h 206"/>
                  <a:gd name="T94" fmla="*/ 43 w 331"/>
                  <a:gd name="T95" fmla="*/ 185 h 206"/>
                  <a:gd name="T96" fmla="*/ 43 w 331"/>
                  <a:gd name="T97" fmla="*/ 144 h 206"/>
                  <a:gd name="T98" fmla="*/ 71 w 331"/>
                  <a:gd name="T99" fmla="*/ 144 h 206"/>
                  <a:gd name="T100" fmla="*/ 71 w 331"/>
                  <a:gd name="T101" fmla="*/ 11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1" h="206">
                    <a:moveTo>
                      <a:pt x="260" y="206"/>
                    </a:moveTo>
                    <a:lnTo>
                      <a:pt x="331" y="206"/>
                    </a:lnTo>
                    <a:lnTo>
                      <a:pt x="331" y="114"/>
                    </a:lnTo>
                    <a:lnTo>
                      <a:pt x="291" y="114"/>
                    </a:lnTo>
                    <a:lnTo>
                      <a:pt x="291" y="0"/>
                    </a:lnTo>
                    <a:lnTo>
                      <a:pt x="260" y="0"/>
                    </a:lnTo>
                    <a:lnTo>
                      <a:pt x="260" y="144"/>
                    </a:lnTo>
                    <a:lnTo>
                      <a:pt x="289" y="144"/>
                    </a:lnTo>
                    <a:lnTo>
                      <a:pt x="289" y="185"/>
                    </a:lnTo>
                    <a:lnTo>
                      <a:pt x="289" y="185"/>
                    </a:lnTo>
                    <a:lnTo>
                      <a:pt x="260" y="185"/>
                    </a:lnTo>
                    <a:lnTo>
                      <a:pt x="260" y="206"/>
                    </a:lnTo>
                    <a:close/>
                    <a:moveTo>
                      <a:pt x="215" y="0"/>
                    </a:moveTo>
                    <a:lnTo>
                      <a:pt x="215" y="114"/>
                    </a:lnTo>
                    <a:lnTo>
                      <a:pt x="166" y="114"/>
                    </a:lnTo>
                    <a:lnTo>
                      <a:pt x="166" y="144"/>
                    </a:lnTo>
                    <a:lnTo>
                      <a:pt x="194" y="144"/>
                    </a:lnTo>
                    <a:lnTo>
                      <a:pt x="194" y="185"/>
                    </a:lnTo>
                    <a:lnTo>
                      <a:pt x="194" y="185"/>
                    </a:lnTo>
                    <a:lnTo>
                      <a:pt x="166" y="185"/>
                    </a:lnTo>
                    <a:lnTo>
                      <a:pt x="166" y="206"/>
                    </a:lnTo>
                    <a:lnTo>
                      <a:pt x="260" y="206"/>
                    </a:lnTo>
                    <a:lnTo>
                      <a:pt x="260" y="185"/>
                    </a:lnTo>
                    <a:lnTo>
                      <a:pt x="232" y="185"/>
                    </a:lnTo>
                    <a:lnTo>
                      <a:pt x="232" y="144"/>
                    </a:lnTo>
                    <a:lnTo>
                      <a:pt x="260" y="144"/>
                    </a:lnTo>
                    <a:lnTo>
                      <a:pt x="260" y="0"/>
                    </a:lnTo>
                    <a:lnTo>
                      <a:pt x="215" y="0"/>
                    </a:lnTo>
                    <a:close/>
                    <a:moveTo>
                      <a:pt x="166" y="114"/>
                    </a:moveTo>
                    <a:lnTo>
                      <a:pt x="71" y="114"/>
                    </a:lnTo>
                    <a:lnTo>
                      <a:pt x="71" y="144"/>
                    </a:lnTo>
                    <a:lnTo>
                      <a:pt x="99" y="144"/>
                    </a:lnTo>
                    <a:lnTo>
                      <a:pt x="99" y="185"/>
                    </a:lnTo>
                    <a:lnTo>
                      <a:pt x="99" y="185"/>
                    </a:lnTo>
                    <a:lnTo>
                      <a:pt x="71" y="185"/>
                    </a:lnTo>
                    <a:lnTo>
                      <a:pt x="71" y="206"/>
                    </a:lnTo>
                    <a:lnTo>
                      <a:pt x="166" y="206"/>
                    </a:lnTo>
                    <a:lnTo>
                      <a:pt x="166" y="185"/>
                    </a:lnTo>
                    <a:lnTo>
                      <a:pt x="137" y="185"/>
                    </a:lnTo>
                    <a:lnTo>
                      <a:pt x="137" y="144"/>
                    </a:lnTo>
                    <a:lnTo>
                      <a:pt x="166" y="144"/>
                    </a:lnTo>
                    <a:lnTo>
                      <a:pt x="166" y="114"/>
                    </a:lnTo>
                    <a:close/>
                    <a:moveTo>
                      <a:pt x="71" y="114"/>
                    </a:moveTo>
                    <a:lnTo>
                      <a:pt x="0" y="114"/>
                    </a:lnTo>
                    <a:lnTo>
                      <a:pt x="0" y="206"/>
                    </a:lnTo>
                    <a:lnTo>
                      <a:pt x="71" y="206"/>
                    </a:lnTo>
                    <a:lnTo>
                      <a:pt x="71" y="185"/>
                    </a:lnTo>
                    <a:lnTo>
                      <a:pt x="43" y="185"/>
                    </a:lnTo>
                    <a:lnTo>
                      <a:pt x="43" y="144"/>
                    </a:lnTo>
                    <a:lnTo>
                      <a:pt x="71" y="144"/>
                    </a:ln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1" name="Freeform 160"/>
              <p:cNvSpPr>
                <a:spLocks/>
              </p:cNvSpPr>
              <p:nvPr/>
            </p:nvSpPr>
            <p:spPr bwMode="auto">
              <a:xfrm>
                <a:off x="-3311525" y="8193088"/>
                <a:ext cx="709613" cy="228600"/>
              </a:xfrm>
              <a:custGeom>
                <a:avLst/>
                <a:gdLst>
                  <a:gd name="T0" fmla="*/ 431 w 447"/>
                  <a:gd name="T1" fmla="*/ 144 h 144"/>
                  <a:gd name="T2" fmla="*/ 447 w 447"/>
                  <a:gd name="T3" fmla="*/ 0 h 144"/>
                  <a:gd name="T4" fmla="*/ 0 w 447"/>
                  <a:gd name="T5" fmla="*/ 0 h 144"/>
                  <a:gd name="T6" fmla="*/ 50 w 447"/>
                  <a:gd name="T7" fmla="*/ 144 h 144"/>
                  <a:gd name="T8" fmla="*/ 431 w 447"/>
                  <a:gd name="T9" fmla="*/ 144 h 144"/>
                </a:gdLst>
                <a:ahLst/>
                <a:cxnLst>
                  <a:cxn ang="0">
                    <a:pos x="T0" y="T1"/>
                  </a:cxn>
                  <a:cxn ang="0">
                    <a:pos x="T2" y="T3"/>
                  </a:cxn>
                  <a:cxn ang="0">
                    <a:pos x="T4" y="T5"/>
                  </a:cxn>
                  <a:cxn ang="0">
                    <a:pos x="T6" y="T7"/>
                  </a:cxn>
                  <a:cxn ang="0">
                    <a:pos x="T8" y="T9"/>
                  </a:cxn>
                </a:cxnLst>
                <a:rect l="0" t="0" r="r" b="b"/>
                <a:pathLst>
                  <a:path w="447" h="144">
                    <a:moveTo>
                      <a:pt x="431" y="144"/>
                    </a:moveTo>
                    <a:lnTo>
                      <a:pt x="447" y="0"/>
                    </a:lnTo>
                    <a:lnTo>
                      <a:pt x="0" y="0"/>
                    </a:lnTo>
                    <a:lnTo>
                      <a:pt x="50" y="144"/>
                    </a:lnTo>
                    <a:lnTo>
                      <a:pt x="431"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2" name="Oval 161"/>
              <p:cNvSpPr>
                <a:spLocks noChangeArrowheads="1"/>
              </p:cNvSpPr>
              <p:nvPr/>
            </p:nvSpPr>
            <p:spPr bwMode="auto">
              <a:xfrm>
                <a:off x="-4468813" y="1171575"/>
                <a:ext cx="153988" cy="153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3" name="Freeform 162"/>
              <p:cNvSpPr>
                <a:spLocks/>
              </p:cNvSpPr>
              <p:nvPr/>
            </p:nvSpPr>
            <p:spPr bwMode="auto">
              <a:xfrm>
                <a:off x="-4867275" y="1314450"/>
                <a:ext cx="725488" cy="561975"/>
              </a:xfrm>
              <a:custGeom>
                <a:avLst/>
                <a:gdLst>
                  <a:gd name="T0" fmla="*/ 367 w 457"/>
                  <a:gd name="T1" fmla="*/ 73 h 354"/>
                  <a:gd name="T2" fmla="*/ 315 w 457"/>
                  <a:gd name="T3" fmla="*/ 33 h 354"/>
                  <a:gd name="T4" fmla="*/ 230 w 457"/>
                  <a:gd name="T5" fmla="*/ 0 h 354"/>
                  <a:gd name="T6" fmla="*/ 126 w 457"/>
                  <a:gd name="T7" fmla="*/ 0 h 354"/>
                  <a:gd name="T8" fmla="*/ 74 w 457"/>
                  <a:gd name="T9" fmla="*/ 113 h 354"/>
                  <a:gd name="T10" fmla="*/ 62 w 457"/>
                  <a:gd name="T11" fmla="*/ 108 h 354"/>
                  <a:gd name="T12" fmla="*/ 55 w 457"/>
                  <a:gd name="T13" fmla="*/ 120 h 354"/>
                  <a:gd name="T14" fmla="*/ 55 w 457"/>
                  <a:gd name="T15" fmla="*/ 125 h 354"/>
                  <a:gd name="T16" fmla="*/ 52 w 457"/>
                  <a:gd name="T17" fmla="*/ 130 h 354"/>
                  <a:gd name="T18" fmla="*/ 36 w 457"/>
                  <a:gd name="T19" fmla="*/ 125 h 354"/>
                  <a:gd name="T20" fmla="*/ 0 w 457"/>
                  <a:gd name="T21" fmla="*/ 210 h 354"/>
                  <a:gd name="T22" fmla="*/ 83 w 457"/>
                  <a:gd name="T23" fmla="*/ 246 h 354"/>
                  <a:gd name="T24" fmla="*/ 90 w 457"/>
                  <a:gd name="T25" fmla="*/ 250 h 354"/>
                  <a:gd name="T26" fmla="*/ 93 w 457"/>
                  <a:gd name="T27" fmla="*/ 246 h 354"/>
                  <a:gd name="T28" fmla="*/ 128 w 457"/>
                  <a:gd name="T29" fmla="*/ 163 h 354"/>
                  <a:gd name="T30" fmla="*/ 112 w 457"/>
                  <a:gd name="T31" fmla="*/ 156 h 354"/>
                  <a:gd name="T32" fmla="*/ 114 w 457"/>
                  <a:gd name="T33" fmla="*/ 151 h 354"/>
                  <a:gd name="T34" fmla="*/ 116 w 457"/>
                  <a:gd name="T35" fmla="*/ 146 h 354"/>
                  <a:gd name="T36" fmla="*/ 121 w 457"/>
                  <a:gd name="T37" fmla="*/ 134 h 354"/>
                  <a:gd name="T38" fmla="*/ 107 w 457"/>
                  <a:gd name="T39" fmla="*/ 127 h 354"/>
                  <a:gd name="T40" fmla="*/ 147 w 457"/>
                  <a:gd name="T41" fmla="*/ 35 h 354"/>
                  <a:gd name="T42" fmla="*/ 218 w 457"/>
                  <a:gd name="T43" fmla="*/ 35 h 354"/>
                  <a:gd name="T44" fmla="*/ 171 w 457"/>
                  <a:gd name="T45" fmla="*/ 168 h 354"/>
                  <a:gd name="T46" fmla="*/ 159 w 457"/>
                  <a:gd name="T47" fmla="*/ 241 h 354"/>
                  <a:gd name="T48" fmla="*/ 138 w 457"/>
                  <a:gd name="T49" fmla="*/ 243 h 354"/>
                  <a:gd name="T50" fmla="*/ 128 w 457"/>
                  <a:gd name="T51" fmla="*/ 265 h 354"/>
                  <a:gd name="T52" fmla="*/ 123 w 457"/>
                  <a:gd name="T53" fmla="*/ 274 h 354"/>
                  <a:gd name="T54" fmla="*/ 114 w 457"/>
                  <a:gd name="T55" fmla="*/ 269 h 354"/>
                  <a:gd name="T56" fmla="*/ 62 w 457"/>
                  <a:gd name="T57" fmla="*/ 248 h 354"/>
                  <a:gd name="T58" fmla="*/ 52 w 457"/>
                  <a:gd name="T59" fmla="*/ 248 h 354"/>
                  <a:gd name="T60" fmla="*/ 57 w 457"/>
                  <a:gd name="T61" fmla="*/ 295 h 354"/>
                  <a:gd name="T62" fmla="*/ 199 w 457"/>
                  <a:gd name="T63" fmla="*/ 286 h 354"/>
                  <a:gd name="T64" fmla="*/ 213 w 457"/>
                  <a:gd name="T65" fmla="*/ 198 h 354"/>
                  <a:gd name="T66" fmla="*/ 218 w 457"/>
                  <a:gd name="T67" fmla="*/ 201 h 354"/>
                  <a:gd name="T68" fmla="*/ 272 w 457"/>
                  <a:gd name="T69" fmla="*/ 243 h 354"/>
                  <a:gd name="T70" fmla="*/ 280 w 457"/>
                  <a:gd name="T71" fmla="*/ 354 h 354"/>
                  <a:gd name="T72" fmla="*/ 327 w 457"/>
                  <a:gd name="T73" fmla="*/ 352 h 354"/>
                  <a:gd name="T74" fmla="*/ 320 w 457"/>
                  <a:gd name="T75" fmla="*/ 217 h 354"/>
                  <a:gd name="T76" fmla="*/ 251 w 457"/>
                  <a:gd name="T77" fmla="*/ 168 h 354"/>
                  <a:gd name="T78" fmla="*/ 301 w 457"/>
                  <a:gd name="T79" fmla="*/ 66 h 354"/>
                  <a:gd name="T80" fmla="*/ 367 w 457"/>
                  <a:gd name="T81" fmla="*/ 118 h 354"/>
                  <a:gd name="T82" fmla="*/ 457 w 457"/>
                  <a:gd name="T83" fmla="*/ 42 h 354"/>
                  <a:gd name="T84" fmla="*/ 433 w 457"/>
                  <a:gd name="T85" fmla="*/ 14 h 354"/>
                  <a:gd name="T86" fmla="*/ 367 w 457"/>
                  <a:gd name="T87" fmla="*/ 7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57" h="354">
                    <a:moveTo>
                      <a:pt x="367" y="73"/>
                    </a:moveTo>
                    <a:lnTo>
                      <a:pt x="315" y="33"/>
                    </a:lnTo>
                    <a:lnTo>
                      <a:pt x="230" y="0"/>
                    </a:lnTo>
                    <a:lnTo>
                      <a:pt x="126" y="0"/>
                    </a:lnTo>
                    <a:lnTo>
                      <a:pt x="74" y="113"/>
                    </a:lnTo>
                    <a:lnTo>
                      <a:pt x="62" y="108"/>
                    </a:lnTo>
                    <a:lnTo>
                      <a:pt x="55" y="120"/>
                    </a:lnTo>
                    <a:lnTo>
                      <a:pt x="55" y="125"/>
                    </a:lnTo>
                    <a:lnTo>
                      <a:pt x="52" y="130"/>
                    </a:lnTo>
                    <a:lnTo>
                      <a:pt x="36" y="125"/>
                    </a:lnTo>
                    <a:lnTo>
                      <a:pt x="0" y="210"/>
                    </a:lnTo>
                    <a:lnTo>
                      <a:pt x="83" y="246"/>
                    </a:lnTo>
                    <a:lnTo>
                      <a:pt x="90" y="250"/>
                    </a:lnTo>
                    <a:lnTo>
                      <a:pt x="93" y="246"/>
                    </a:lnTo>
                    <a:lnTo>
                      <a:pt x="128" y="163"/>
                    </a:lnTo>
                    <a:lnTo>
                      <a:pt x="112" y="156"/>
                    </a:lnTo>
                    <a:lnTo>
                      <a:pt x="114" y="151"/>
                    </a:lnTo>
                    <a:lnTo>
                      <a:pt x="116" y="146"/>
                    </a:lnTo>
                    <a:lnTo>
                      <a:pt x="121" y="134"/>
                    </a:lnTo>
                    <a:lnTo>
                      <a:pt x="107" y="127"/>
                    </a:lnTo>
                    <a:lnTo>
                      <a:pt x="147" y="35"/>
                    </a:lnTo>
                    <a:lnTo>
                      <a:pt x="218" y="35"/>
                    </a:lnTo>
                    <a:lnTo>
                      <a:pt x="171" y="168"/>
                    </a:lnTo>
                    <a:lnTo>
                      <a:pt x="159" y="241"/>
                    </a:lnTo>
                    <a:lnTo>
                      <a:pt x="138" y="243"/>
                    </a:lnTo>
                    <a:lnTo>
                      <a:pt x="128" y="265"/>
                    </a:lnTo>
                    <a:lnTo>
                      <a:pt x="123" y="274"/>
                    </a:lnTo>
                    <a:lnTo>
                      <a:pt x="114" y="269"/>
                    </a:lnTo>
                    <a:lnTo>
                      <a:pt x="62" y="248"/>
                    </a:lnTo>
                    <a:lnTo>
                      <a:pt x="52" y="248"/>
                    </a:lnTo>
                    <a:lnTo>
                      <a:pt x="57" y="295"/>
                    </a:lnTo>
                    <a:lnTo>
                      <a:pt x="199" y="286"/>
                    </a:lnTo>
                    <a:lnTo>
                      <a:pt x="213" y="198"/>
                    </a:lnTo>
                    <a:lnTo>
                      <a:pt x="218" y="201"/>
                    </a:lnTo>
                    <a:lnTo>
                      <a:pt x="272" y="243"/>
                    </a:lnTo>
                    <a:lnTo>
                      <a:pt x="280" y="354"/>
                    </a:lnTo>
                    <a:lnTo>
                      <a:pt x="327" y="352"/>
                    </a:lnTo>
                    <a:lnTo>
                      <a:pt x="320" y="217"/>
                    </a:lnTo>
                    <a:lnTo>
                      <a:pt x="251" y="168"/>
                    </a:lnTo>
                    <a:lnTo>
                      <a:pt x="301" y="66"/>
                    </a:lnTo>
                    <a:lnTo>
                      <a:pt x="367" y="118"/>
                    </a:lnTo>
                    <a:lnTo>
                      <a:pt x="457" y="42"/>
                    </a:lnTo>
                    <a:lnTo>
                      <a:pt x="433" y="14"/>
                    </a:lnTo>
                    <a:lnTo>
                      <a:pt x="367"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4" name="Freeform 163"/>
              <p:cNvSpPr>
                <a:spLocks/>
              </p:cNvSpPr>
              <p:nvPr/>
            </p:nvSpPr>
            <p:spPr bwMode="auto">
              <a:xfrm>
                <a:off x="-4911725" y="1493837"/>
                <a:ext cx="82550" cy="146050"/>
              </a:xfrm>
              <a:custGeom>
                <a:avLst/>
                <a:gdLst>
                  <a:gd name="T0" fmla="*/ 0 w 52"/>
                  <a:gd name="T1" fmla="*/ 88 h 92"/>
                  <a:gd name="T2" fmla="*/ 38 w 52"/>
                  <a:gd name="T3" fmla="*/ 0 h 92"/>
                  <a:gd name="T4" fmla="*/ 52 w 52"/>
                  <a:gd name="T5" fmla="*/ 7 h 92"/>
                  <a:gd name="T6" fmla="*/ 16 w 52"/>
                  <a:gd name="T7" fmla="*/ 92 h 92"/>
                  <a:gd name="T8" fmla="*/ 0 w 52"/>
                  <a:gd name="T9" fmla="*/ 88 h 92"/>
                </a:gdLst>
                <a:ahLst/>
                <a:cxnLst>
                  <a:cxn ang="0">
                    <a:pos x="T0" y="T1"/>
                  </a:cxn>
                  <a:cxn ang="0">
                    <a:pos x="T2" y="T3"/>
                  </a:cxn>
                  <a:cxn ang="0">
                    <a:pos x="T4" y="T5"/>
                  </a:cxn>
                  <a:cxn ang="0">
                    <a:pos x="T6" y="T7"/>
                  </a:cxn>
                  <a:cxn ang="0">
                    <a:pos x="T8" y="T9"/>
                  </a:cxn>
                </a:cxnLst>
                <a:rect l="0" t="0" r="r" b="b"/>
                <a:pathLst>
                  <a:path w="52" h="92">
                    <a:moveTo>
                      <a:pt x="0" y="88"/>
                    </a:moveTo>
                    <a:lnTo>
                      <a:pt x="38" y="0"/>
                    </a:lnTo>
                    <a:lnTo>
                      <a:pt x="52" y="7"/>
                    </a:lnTo>
                    <a:lnTo>
                      <a:pt x="16" y="92"/>
                    </a:lnTo>
                    <a:lnTo>
                      <a:pt x="0"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5" name="Freeform 164"/>
              <p:cNvSpPr>
                <a:spLocks/>
              </p:cNvSpPr>
              <p:nvPr/>
            </p:nvSpPr>
            <p:spPr bwMode="auto">
              <a:xfrm>
                <a:off x="-4705350" y="1581150"/>
                <a:ext cx="82550" cy="146050"/>
              </a:xfrm>
              <a:custGeom>
                <a:avLst/>
                <a:gdLst>
                  <a:gd name="T0" fmla="*/ 24 w 52"/>
                  <a:gd name="T1" fmla="*/ 75 h 92"/>
                  <a:gd name="T2" fmla="*/ 52 w 52"/>
                  <a:gd name="T3" fmla="*/ 7 h 92"/>
                  <a:gd name="T4" fmla="*/ 38 w 52"/>
                  <a:gd name="T5" fmla="*/ 0 h 92"/>
                  <a:gd name="T6" fmla="*/ 5 w 52"/>
                  <a:gd name="T7" fmla="*/ 78 h 92"/>
                  <a:gd name="T8" fmla="*/ 0 w 52"/>
                  <a:gd name="T9" fmla="*/ 87 h 92"/>
                  <a:gd name="T10" fmla="*/ 17 w 52"/>
                  <a:gd name="T11" fmla="*/ 92 h 92"/>
                  <a:gd name="T12" fmla="*/ 24 w 52"/>
                  <a:gd name="T13" fmla="*/ 75 h 92"/>
                </a:gdLst>
                <a:ahLst/>
                <a:cxnLst>
                  <a:cxn ang="0">
                    <a:pos x="T0" y="T1"/>
                  </a:cxn>
                  <a:cxn ang="0">
                    <a:pos x="T2" y="T3"/>
                  </a:cxn>
                  <a:cxn ang="0">
                    <a:pos x="T4" y="T5"/>
                  </a:cxn>
                  <a:cxn ang="0">
                    <a:pos x="T6" y="T7"/>
                  </a:cxn>
                  <a:cxn ang="0">
                    <a:pos x="T8" y="T9"/>
                  </a:cxn>
                  <a:cxn ang="0">
                    <a:pos x="T10" y="T11"/>
                  </a:cxn>
                  <a:cxn ang="0">
                    <a:pos x="T12" y="T13"/>
                  </a:cxn>
                </a:cxnLst>
                <a:rect l="0" t="0" r="r" b="b"/>
                <a:pathLst>
                  <a:path w="52" h="92">
                    <a:moveTo>
                      <a:pt x="24" y="75"/>
                    </a:moveTo>
                    <a:lnTo>
                      <a:pt x="52" y="7"/>
                    </a:lnTo>
                    <a:lnTo>
                      <a:pt x="38" y="0"/>
                    </a:lnTo>
                    <a:lnTo>
                      <a:pt x="5" y="78"/>
                    </a:lnTo>
                    <a:lnTo>
                      <a:pt x="0" y="87"/>
                    </a:lnTo>
                    <a:lnTo>
                      <a:pt x="17" y="92"/>
                    </a:lnTo>
                    <a:lnTo>
                      <a:pt x="24"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6" name="Freeform 165"/>
              <p:cNvSpPr>
                <a:spLocks noEditPoints="1"/>
              </p:cNvSpPr>
              <p:nvPr/>
            </p:nvSpPr>
            <p:spPr bwMode="auto">
              <a:xfrm>
                <a:off x="-5821363" y="4024312"/>
                <a:ext cx="368300" cy="585788"/>
              </a:xfrm>
              <a:custGeom>
                <a:avLst/>
                <a:gdLst>
                  <a:gd name="T0" fmla="*/ 232 w 232"/>
                  <a:gd name="T1" fmla="*/ 369 h 369"/>
                  <a:gd name="T2" fmla="*/ 206 w 232"/>
                  <a:gd name="T3" fmla="*/ 7 h 369"/>
                  <a:gd name="T4" fmla="*/ 185 w 232"/>
                  <a:gd name="T5" fmla="*/ 0 h 369"/>
                  <a:gd name="T6" fmla="*/ 206 w 232"/>
                  <a:gd name="T7" fmla="*/ 29 h 369"/>
                  <a:gd name="T8" fmla="*/ 206 w 232"/>
                  <a:gd name="T9" fmla="*/ 239 h 369"/>
                  <a:gd name="T10" fmla="*/ 185 w 232"/>
                  <a:gd name="T11" fmla="*/ 265 h 369"/>
                  <a:gd name="T12" fmla="*/ 206 w 232"/>
                  <a:gd name="T13" fmla="*/ 296 h 369"/>
                  <a:gd name="T14" fmla="*/ 185 w 232"/>
                  <a:gd name="T15" fmla="*/ 296 h 369"/>
                  <a:gd name="T16" fmla="*/ 206 w 232"/>
                  <a:gd name="T17" fmla="*/ 317 h 369"/>
                  <a:gd name="T18" fmla="*/ 206 w 232"/>
                  <a:gd name="T19" fmla="*/ 346 h 369"/>
                  <a:gd name="T20" fmla="*/ 185 w 232"/>
                  <a:gd name="T21" fmla="*/ 369 h 369"/>
                  <a:gd name="T22" fmla="*/ 161 w 232"/>
                  <a:gd name="T23" fmla="*/ 7 h 369"/>
                  <a:gd name="T24" fmla="*/ 116 w 232"/>
                  <a:gd name="T25" fmla="*/ 29 h 369"/>
                  <a:gd name="T26" fmla="*/ 185 w 232"/>
                  <a:gd name="T27" fmla="*/ 0 h 369"/>
                  <a:gd name="T28" fmla="*/ 161 w 232"/>
                  <a:gd name="T29" fmla="*/ 0 h 369"/>
                  <a:gd name="T30" fmla="*/ 185 w 232"/>
                  <a:gd name="T31" fmla="*/ 369 h 369"/>
                  <a:gd name="T32" fmla="*/ 161 w 232"/>
                  <a:gd name="T33" fmla="*/ 346 h 369"/>
                  <a:gd name="T34" fmla="*/ 185 w 232"/>
                  <a:gd name="T35" fmla="*/ 317 h 369"/>
                  <a:gd name="T36" fmla="*/ 161 w 232"/>
                  <a:gd name="T37" fmla="*/ 296 h 369"/>
                  <a:gd name="T38" fmla="*/ 185 w 232"/>
                  <a:gd name="T39" fmla="*/ 265 h 369"/>
                  <a:gd name="T40" fmla="*/ 116 w 232"/>
                  <a:gd name="T41" fmla="*/ 239 h 369"/>
                  <a:gd name="T42" fmla="*/ 138 w 232"/>
                  <a:gd name="T43" fmla="*/ 265 h 369"/>
                  <a:gd name="T44" fmla="*/ 138 w 232"/>
                  <a:gd name="T45" fmla="*/ 296 h 369"/>
                  <a:gd name="T46" fmla="*/ 116 w 232"/>
                  <a:gd name="T47" fmla="*/ 317 h 369"/>
                  <a:gd name="T48" fmla="*/ 138 w 232"/>
                  <a:gd name="T49" fmla="*/ 346 h 369"/>
                  <a:gd name="T50" fmla="*/ 116 w 232"/>
                  <a:gd name="T51" fmla="*/ 346 h 369"/>
                  <a:gd name="T52" fmla="*/ 116 w 232"/>
                  <a:gd name="T53" fmla="*/ 7 h 369"/>
                  <a:gd name="T54" fmla="*/ 48 w 232"/>
                  <a:gd name="T55" fmla="*/ 29 h 369"/>
                  <a:gd name="T56" fmla="*/ 116 w 232"/>
                  <a:gd name="T57" fmla="*/ 7 h 369"/>
                  <a:gd name="T58" fmla="*/ 48 w 232"/>
                  <a:gd name="T59" fmla="*/ 369 h 369"/>
                  <a:gd name="T60" fmla="*/ 116 w 232"/>
                  <a:gd name="T61" fmla="*/ 346 h 369"/>
                  <a:gd name="T62" fmla="*/ 93 w 232"/>
                  <a:gd name="T63" fmla="*/ 317 h 369"/>
                  <a:gd name="T64" fmla="*/ 116 w 232"/>
                  <a:gd name="T65" fmla="*/ 296 h 369"/>
                  <a:gd name="T66" fmla="*/ 93 w 232"/>
                  <a:gd name="T67" fmla="*/ 265 h 369"/>
                  <a:gd name="T68" fmla="*/ 116 w 232"/>
                  <a:gd name="T69" fmla="*/ 239 h 369"/>
                  <a:gd name="T70" fmla="*/ 48 w 232"/>
                  <a:gd name="T71" fmla="*/ 265 h 369"/>
                  <a:gd name="T72" fmla="*/ 69 w 232"/>
                  <a:gd name="T73" fmla="*/ 296 h 369"/>
                  <a:gd name="T74" fmla="*/ 48 w 232"/>
                  <a:gd name="T75" fmla="*/ 296 h 369"/>
                  <a:gd name="T76" fmla="*/ 69 w 232"/>
                  <a:gd name="T77" fmla="*/ 317 h 369"/>
                  <a:gd name="T78" fmla="*/ 69 w 232"/>
                  <a:gd name="T79" fmla="*/ 346 h 369"/>
                  <a:gd name="T80" fmla="*/ 48 w 232"/>
                  <a:gd name="T81" fmla="*/ 369 h 369"/>
                  <a:gd name="T82" fmla="*/ 0 w 232"/>
                  <a:gd name="T83" fmla="*/ 7 h 369"/>
                  <a:gd name="T84" fmla="*/ 48 w 232"/>
                  <a:gd name="T85" fmla="*/ 369 h 369"/>
                  <a:gd name="T86" fmla="*/ 26 w 232"/>
                  <a:gd name="T87" fmla="*/ 346 h 369"/>
                  <a:gd name="T88" fmla="*/ 48 w 232"/>
                  <a:gd name="T89" fmla="*/ 317 h 369"/>
                  <a:gd name="T90" fmla="*/ 26 w 232"/>
                  <a:gd name="T91" fmla="*/ 296 h 369"/>
                  <a:gd name="T92" fmla="*/ 48 w 232"/>
                  <a:gd name="T93" fmla="*/ 265 h 369"/>
                  <a:gd name="T94" fmla="*/ 26 w 232"/>
                  <a:gd name="T95" fmla="*/ 239 h 369"/>
                  <a:gd name="T96" fmla="*/ 48 w 232"/>
                  <a:gd name="T97" fmla="*/ 2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369">
                    <a:moveTo>
                      <a:pt x="185" y="369"/>
                    </a:moveTo>
                    <a:lnTo>
                      <a:pt x="232" y="369"/>
                    </a:lnTo>
                    <a:lnTo>
                      <a:pt x="232" y="7"/>
                    </a:lnTo>
                    <a:lnTo>
                      <a:pt x="206" y="7"/>
                    </a:lnTo>
                    <a:lnTo>
                      <a:pt x="206" y="0"/>
                    </a:lnTo>
                    <a:lnTo>
                      <a:pt x="185" y="0"/>
                    </a:lnTo>
                    <a:lnTo>
                      <a:pt x="185" y="29"/>
                    </a:lnTo>
                    <a:lnTo>
                      <a:pt x="206" y="29"/>
                    </a:lnTo>
                    <a:lnTo>
                      <a:pt x="206" y="239"/>
                    </a:lnTo>
                    <a:lnTo>
                      <a:pt x="206" y="239"/>
                    </a:lnTo>
                    <a:lnTo>
                      <a:pt x="185" y="239"/>
                    </a:lnTo>
                    <a:lnTo>
                      <a:pt x="185" y="265"/>
                    </a:lnTo>
                    <a:lnTo>
                      <a:pt x="206" y="265"/>
                    </a:lnTo>
                    <a:lnTo>
                      <a:pt x="206" y="296"/>
                    </a:lnTo>
                    <a:lnTo>
                      <a:pt x="206" y="296"/>
                    </a:lnTo>
                    <a:lnTo>
                      <a:pt x="185" y="296"/>
                    </a:lnTo>
                    <a:lnTo>
                      <a:pt x="185" y="317"/>
                    </a:lnTo>
                    <a:lnTo>
                      <a:pt x="206" y="317"/>
                    </a:lnTo>
                    <a:lnTo>
                      <a:pt x="206" y="346"/>
                    </a:lnTo>
                    <a:lnTo>
                      <a:pt x="206" y="346"/>
                    </a:lnTo>
                    <a:lnTo>
                      <a:pt x="185" y="346"/>
                    </a:lnTo>
                    <a:lnTo>
                      <a:pt x="185" y="369"/>
                    </a:lnTo>
                    <a:close/>
                    <a:moveTo>
                      <a:pt x="161" y="0"/>
                    </a:moveTo>
                    <a:lnTo>
                      <a:pt x="161" y="7"/>
                    </a:lnTo>
                    <a:lnTo>
                      <a:pt x="116" y="7"/>
                    </a:lnTo>
                    <a:lnTo>
                      <a:pt x="116" y="29"/>
                    </a:lnTo>
                    <a:lnTo>
                      <a:pt x="185" y="29"/>
                    </a:lnTo>
                    <a:lnTo>
                      <a:pt x="185" y="0"/>
                    </a:lnTo>
                    <a:lnTo>
                      <a:pt x="161" y="0"/>
                    </a:lnTo>
                    <a:lnTo>
                      <a:pt x="161" y="0"/>
                    </a:lnTo>
                    <a:close/>
                    <a:moveTo>
                      <a:pt x="116" y="369"/>
                    </a:moveTo>
                    <a:lnTo>
                      <a:pt x="185" y="369"/>
                    </a:lnTo>
                    <a:lnTo>
                      <a:pt x="185" y="346"/>
                    </a:lnTo>
                    <a:lnTo>
                      <a:pt x="161" y="346"/>
                    </a:lnTo>
                    <a:lnTo>
                      <a:pt x="161" y="317"/>
                    </a:lnTo>
                    <a:lnTo>
                      <a:pt x="185" y="317"/>
                    </a:lnTo>
                    <a:lnTo>
                      <a:pt x="185" y="296"/>
                    </a:lnTo>
                    <a:lnTo>
                      <a:pt x="161" y="296"/>
                    </a:lnTo>
                    <a:lnTo>
                      <a:pt x="161" y="265"/>
                    </a:lnTo>
                    <a:lnTo>
                      <a:pt x="185" y="265"/>
                    </a:lnTo>
                    <a:lnTo>
                      <a:pt x="185" y="239"/>
                    </a:lnTo>
                    <a:lnTo>
                      <a:pt x="116" y="239"/>
                    </a:lnTo>
                    <a:lnTo>
                      <a:pt x="116" y="265"/>
                    </a:lnTo>
                    <a:lnTo>
                      <a:pt x="138" y="265"/>
                    </a:lnTo>
                    <a:lnTo>
                      <a:pt x="138" y="296"/>
                    </a:lnTo>
                    <a:lnTo>
                      <a:pt x="138" y="296"/>
                    </a:lnTo>
                    <a:lnTo>
                      <a:pt x="116" y="296"/>
                    </a:lnTo>
                    <a:lnTo>
                      <a:pt x="116" y="317"/>
                    </a:lnTo>
                    <a:lnTo>
                      <a:pt x="138" y="317"/>
                    </a:lnTo>
                    <a:lnTo>
                      <a:pt x="138" y="346"/>
                    </a:lnTo>
                    <a:lnTo>
                      <a:pt x="138" y="346"/>
                    </a:lnTo>
                    <a:lnTo>
                      <a:pt x="116" y="346"/>
                    </a:lnTo>
                    <a:lnTo>
                      <a:pt x="116" y="369"/>
                    </a:lnTo>
                    <a:close/>
                    <a:moveTo>
                      <a:pt x="116" y="7"/>
                    </a:moveTo>
                    <a:lnTo>
                      <a:pt x="48" y="7"/>
                    </a:lnTo>
                    <a:lnTo>
                      <a:pt x="48" y="29"/>
                    </a:lnTo>
                    <a:lnTo>
                      <a:pt x="116" y="29"/>
                    </a:lnTo>
                    <a:lnTo>
                      <a:pt x="116" y="7"/>
                    </a:lnTo>
                    <a:lnTo>
                      <a:pt x="116" y="7"/>
                    </a:lnTo>
                    <a:close/>
                    <a:moveTo>
                      <a:pt x="48" y="369"/>
                    </a:moveTo>
                    <a:lnTo>
                      <a:pt x="116" y="369"/>
                    </a:lnTo>
                    <a:lnTo>
                      <a:pt x="116" y="346"/>
                    </a:lnTo>
                    <a:lnTo>
                      <a:pt x="93" y="346"/>
                    </a:lnTo>
                    <a:lnTo>
                      <a:pt x="93" y="317"/>
                    </a:lnTo>
                    <a:lnTo>
                      <a:pt x="116" y="317"/>
                    </a:lnTo>
                    <a:lnTo>
                      <a:pt x="116" y="296"/>
                    </a:lnTo>
                    <a:lnTo>
                      <a:pt x="93" y="296"/>
                    </a:lnTo>
                    <a:lnTo>
                      <a:pt x="93" y="265"/>
                    </a:lnTo>
                    <a:lnTo>
                      <a:pt x="116" y="265"/>
                    </a:lnTo>
                    <a:lnTo>
                      <a:pt x="116" y="239"/>
                    </a:lnTo>
                    <a:lnTo>
                      <a:pt x="48" y="239"/>
                    </a:lnTo>
                    <a:lnTo>
                      <a:pt x="48" y="265"/>
                    </a:lnTo>
                    <a:lnTo>
                      <a:pt x="69" y="265"/>
                    </a:lnTo>
                    <a:lnTo>
                      <a:pt x="69" y="296"/>
                    </a:lnTo>
                    <a:lnTo>
                      <a:pt x="69" y="296"/>
                    </a:lnTo>
                    <a:lnTo>
                      <a:pt x="48" y="296"/>
                    </a:lnTo>
                    <a:lnTo>
                      <a:pt x="48" y="317"/>
                    </a:lnTo>
                    <a:lnTo>
                      <a:pt x="69" y="317"/>
                    </a:lnTo>
                    <a:lnTo>
                      <a:pt x="69" y="346"/>
                    </a:lnTo>
                    <a:lnTo>
                      <a:pt x="69" y="346"/>
                    </a:lnTo>
                    <a:lnTo>
                      <a:pt x="48" y="346"/>
                    </a:lnTo>
                    <a:lnTo>
                      <a:pt x="48" y="369"/>
                    </a:lnTo>
                    <a:close/>
                    <a:moveTo>
                      <a:pt x="48" y="7"/>
                    </a:moveTo>
                    <a:lnTo>
                      <a:pt x="0" y="7"/>
                    </a:lnTo>
                    <a:lnTo>
                      <a:pt x="0" y="369"/>
                    </a:lnTo>
                    <a:lnTo>
                      <a:pt x="48" y="369"/>
                    </a:lnTo>
                    <a:lnTo>
                      <a:pt x="48" y="346"/>
                    </a:lnTo>
                    <a:lnTo>
                      <a:pt x="26" y="346"/>
                    </a:lnTo>
                    <a:lnTo>
                      <a:pt x="26" y="317"/>
                    </a:lnTo>
                    <a:lnTo>
                      <a:pt x="48" y="317"/>
                    </a:lnTo>
                    <a:lnTo>
                      <a:pt x="48" y="296"/>
                    </a:lnTo>
                    <a:lnTo>
                      <a:pt x="26" y="296"/>
                    </a:lnTo>
                    <a:lnTo>
                      <a:pt x="26" y="265"/>
                    </a:lnTo>
                    <a:lnTo>
                      <a:pt x="48" y="265"/>
                    </a:lnTo>
                    <a:lnTo>
                      <a:pt x="48" y="239"/>
                    </a:lnTo>
                    <a:lnTo>
                      <a:pt x="26" y="239"/>
                    </a:lnTo>
                    <a:lnTo>
                      <a:pt x="26" y="29"/>
                    </a:lnTo>
                    <a:lnTo>
                      <a:pt x="48" y="29"/>
                    </a:lnTo>
                    <a:lnTo>
                      <a:pt x="4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7" name="Freeform 166"/>
              <p:cNvSpPr>
                <a:spLocks/>
              </p:cNvSpPr>
              <p:nvPr/>
            </p:nvSpPr>
            <p:spPr bwMode="auto">
              <a:xfrm>
                <a:off x="-2863850" y="-300038"/>
                <a:ext cx="254000" cy="112713"/>
              </a:xfrm>
              <a:custGeom>
                <a:avLst/>
                <a:gdLst>
                  <a:gd name="T0" fmla="*/ 0 w 160"/>
                  <a:gd name="T1" fmla="*/ 40 h 71"/>
                  <a:gd name="T2" fmla="*/ 61 w 160"/>
                  <a:gd name="T3" fmla="*/ 71 h 71"/>
                  <a:gd name="T4" fmla="*/ 160 w 160"/>
                  <a:gd name="T5" fmla="*/ 71 h 71"/>
                  <a:gd name="T6" fmla="*/ 18 w 160"/>
                  <a:gd name="T7" fmla="*/ 0 h 71"/>
                  <a:gd name="T8" fmla="*/ 0 w 160"/>
                  <a:gd name="T9" fmla="*/ 40 h 71"/>
                </a:gdLst>
                <a:ahLst/>
                <a:cxnLst>
                  <a:cxn ang="0">
                    <a:pos x="T0" y="T1"/>
                  </a:cxn>
                  <a:cxn ang="0">
                    <a:pos x="T2" y="T3"/>
                  </a:cxn>
                  <a:cxn ang="0">
                    <a:pos x="T4" y="T5"/>
                  </a:cxn>
                  <a:cxn ang="0">
                    <a:pos x="T6" y="T7"/>
                  </a:cxn>
                  <a:cxn ang="0">
                    <a:pos x="T8" y="T9"/>
                  </a:cxn>
                </a:cxnLst>
                <a:rect l="0" t="0" r="r" b="b"/>
                <a:pathLst>
                  <a:path w="160" h="71">
                    <a:moveTo>
                      <a:pt x="0" y="40"/>
                    </a:moveTo>
                    <a:lnTo>
                      <a:pt x="61" y="71"/>
                    </a:lnTo>
                    <a:lnTo>
                      <a:pt x="160" y="71"/>
                    </a:lnTo>
                    <a:lnTo>
                      <a:pt x="18" y="0"/>
                    </a:lnTo>
                    <a:lnTo>
                      <a:pt x="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8" name="Freeform 167"/>
              <p:cNvSpPr>
                <a:spLocks noEditPoints="1"/>
              </p:cNvSpPr>
              <p:nvPr/>
            </p:nvSpPr>
            <p:spPr bwMode="auto">
              <a:xfrm>
                <a:off x="-2863850" y="-169863"/>
                <a:ext cx="615950" cy="307975"/>
              </a:xfrm>
              <a:custGeom>
                <a:avLst/>
                <a:gdLst>
                  <a:gd name="T0" fmla="*/ 156 w 388"/>
                  <a:gd name="T1" fmla="*/ 194 h 194"/>
                  <a:gd name="T2" fmla="*/ 312 w 388"/>
                  <a:gd name="T3" fmla="*/ 194 h 194"/>
                  <a:gd name="T4" fmla="*/ 312 w 388"/>
                  <a:gd name="T5" fmla="*/ 156 h 194"/>
                  <a:gd name="T6" fmla="*/ 388 w 388"/>
                  <a:gd name="T7" fmla="*/ 156 h 194"/>
                  <a:gd name="T8" fmla="*/ 388 w 388"/>
                  <a:gd name="T9" fmla="*/ 38 h 194"/>
                  <a:gd name="T10" fmla="*/ 312 w 388"/>
                  <a:gd name="T11" fmla="*/ 38 h 194"/>
                  <a:gd name="T12" fmla="*/ 312 w 388"/>
                  <a:gd name="T13" fmla="*/ 0 h 194"/>
                  <a:gd name="T14" fmla="*/ 182 w 388"/>
                  <a:gd name="T15" fmla="*/ 0 h 194"/>
                  <a:gd name="T16" fmla="*/ 156 w 388"/>
                  <a:gd name="T17" fmla="*/ 0 h 194"/>
                  <a:gd name="T18" fmla="*/ 156 w 388"/>
                  <a:gd name="T19" fmla="*/ 76 h 194"/>
                  <a:gd name="T20" fmla="*/ 234 w 388"/>
                  <a:gd name="T21" fmla="*/ 76 h 194"/>
                  <a:gd name="T22" fmla="*/ 234 w 388"/>
                  <a:gd name="T23" fmla="*/ 119 h 194"/>
                  <a:gd name="T24" fmla="*/ 156 w 388"/>
                  <a:gd name="T25" fmla="*/ 119 h 194"/>
                  <a:gd name="T26" fmla="*/ 156 w 388"/>
                  <a:gd name="T27" fmla="*/ 194 h 194"/>
                  <a:gd name="T28" fmla="*/ 0 w 388"/>
                  <a:gd name="T29" fmla="*/ 194 h 194"/>
                  <a:gd name="T30" fmla="*/ 156 w 388"/>
                  <a:gd name="T31" fmla="*/ 194 h 194"/>
                  <a:gd name="T32" fmla="*/ 156 w 388"/>
                  <a:gd name="T33" fmla="*/ 119 h 194"/>
                  <a:gd name="T34" fmla="*/ 78 w 388"/>
                  <a:gd name="T35" fmla="*/ 119 h 194"/>
                  <a:gd name="T36" fmla="*/ 78 w 388"/>
                  <a:gd name="T37" fmla="*/ 76 h 194"/>
                  <a:gd name="T38" fmla="*/ 78 w 388"/>
                  <a:gd name="T39" fmla="*/ 76 h 194"/>
                  <a:gd name="T40" fmla="*/ 156 w 388"/>
                  <a:gd name="T41" fmla="*/ 76 h 194"/>
                  <a:gd name="T42" fmla="*/ 156 w 388"/>
                  <a:gd name="T43" fmla="*/ 0 h 194"/>
                  <a:gd name="T44" fmla="*/ 82 w 388"/>
                  <a:gd name="T45" fmla="*/ 0 h 194"/>
                  <a:gd name="T46" fmla="*/ 0 w 388"/>
                  <a:gd name="T47" fmla="*/ 0 h 194"/>
                  <a:gd name="T48" fmla="*/ 0 w 388"/>
                  <a:gd name="T4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8" h="194">
                    <a:moveTo>
                      <a:pt x="156" y="194"/>
                    </a:moveTo>
                    <a:lnTo>
                      <a:pt x="312" y="194"/>
                    </a:lnTo>
                    <a:lnTo>
                      <a:pt x="312" y="156"/>
                    </a:lnTo>
                    <a:lnTo>
                      <a:pt x="388" y="156"/>
                    </a:lnTo>
                    <a:lnTo>
                      <a:pt x="388" y="38"/>
                    </a:lnTo>
                    <a:lnTo>
                      <a:pt x="312" y="38"/>
                    </a:lnTo>
                    <a:lnTo>
                      <a:pt x="312" y="0"/>
                    </a:lnTo>
                    <a:lnTo>
                      <a:pt x="182" y="0"/>
                    </a:lnTo>
                    <a:lnTo>
                      <a:pt x="156" y="0"/>
                    </a:lnTo>
                    <a:lnTo>
                      <a:pt x="156" y="76"/>
                    </a:lnTo>
                    <a:lnTo>
                      <a:pt x="234" y="76"/>
                    </a:lnTo>
                    <a:lnTo>
                      <a:pt x="234" y="119"/>
                    </a:lnTo>
                    <a:lnTo>
                      <a:pt x="156" y="119"/>
                    </a:lnTo>
                    <a:lnTo>
                      <a:pt x="156" y="194"/>
                    </a:lnTo>
                    <a:close/>
                    <a:moveTo>
                      <a:pt x="0" y="194"/>
                    </a:moveTo>
                    <a:lnTo>
                      <a:pt x="156" y="194"/>
                    </a:lnTo>
                    <a:lnTo>
                      <a:pt x="156" y="119"/>
                    </a:lnTo>
                    <a:lnTo>
                      <a:pt x="78" y="119"/>
                    </a:lnTo>
                    <a:lnTo>
                      <a:pt x="78" y="76"/>
                    </a:lnTo>
                    <a:lnTo>
                      <a:pt x="78" y="76"/>
                    </a:lnTo>
                    <a:lnTo>
                      <a:pt x="156" y="76"/>
                    </a:lnTo>
                    <a:lnTo>
                      <a:pt x="156" y="0"/>
                    </a:lnTo>
                    <a:lnTo>
                      <a:pt x="82" y="0"/>
                    </a:lnTo>
                    <a:lnTo>
                      <a:pt x="0" y="0"/>
                    </a:lnTo>
                    <a:lnTo>
                      <a:pt x="0" y="1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9" name="Freeform 168"/>
              <p:cNvSpPr>
                <a:spLocks noEditPoints="1"/>
              </p:cNvSpPr>
              <p:nvPr/>
            </p:nvSpPr>
            <p:spPr bwMode="auto">
              <a:xfrm>
                <a:off x="-5205413" y="8448675"/>
                <a:ext cx="444500" cy="349250"/>
              </a:xfrm>
              <a:custGeom>
                <a:avLst/>
                <a:gdLst>
                  <a:gd name="T0" fmla="*/ 93 w 118"/>
                  <a:gd name="T1" fmla="*/ 93 h 93"/>
                  <a:gd name="T2" fmla="*/ 93 w 118"/>
                  <a:gd name="T3" fmla="*/ 61 h 93"/>
                  <a:gd name="T4" fmla="*/ 109 w 118"/>
                  <a:gd name="T5" fmla="*/ 47 h 93"/>
                  <a:gd name="T6" fmla="*/ 118 w 118"/>
                  <a:gd name="T7" fmla="*/ 47 h 93"/>
                  <a:gd name="T8" fmla="*/ 118 w 118"/>
                  <a:gd name="T9" fmla="*/ 12 h 93"/>
                  <a:gd name="T10" fmla="*/ 105 w 118"/>
                  <a:gd name="T11" fmla="*/ 0 h 93"/>
                  <a:gd name="T12" fmla="*/ 76 w 118"/>
                  <a:gd name="T13" fmla="*/ 0 h 93"/>
                  <a:gd name="T14" fmla="*/ 76 w 118"/>
                  <a:gd name="T15" fmla="*/ 15 h 93"/>
                  <a:gd name="T16" fmla="*/ 87 w 118"/>
                  <a:gd name="T17" fmla="*/ 25 h 93"/>
                  <a:gd name="T18" fmla="*/ 76 w 118"/>
                  <a:gd name="T19" fmla="*/ 36 h 93"/>
                  <a:gd name="T20" fmla="*/ 76 w 118"/>
                  <a:gd name="T21" fmla="*/ 43 h 93"/>
                  <a:gd name="T22" fmla="*/ 87 w 118"/>
                  <a:gd name="T23" fmla="*/ 53 h 93"/>
                  <a:gd name="T24" fmla="*/ 76 w 118"/>
                  <a:gd name="T25" fmla="*/ 64 h 93"/>
                  <a:gd name="T26" fmla="*/ 76 w 118"/>
                  <a:gd name="T27" fmla="*/ 93 h 93"/>
                  <a:gd name="T28" fmla="*/ 93 w 118"/>
                  <a:gd name="T29" fmla="*/ 93 h 93"/>
                  <a:gd name="T30" fmla="*/ 76 w 118"/>
                  <a:gd name="T31" fmla="*/ 0 h 93"/>
                  <a:gd name="T32" fmla="*/ 42 w 118"/>
                  <a:gd name="T33" fmla="*/ 0 h 93"/>
                  <a:gd name="T34" fmla="*/ 42 w 118"/>
                  <a:gd name="T35" fmla="*/ 15 h 93"/>
                  <a:gd name="T36" fmla="*/ 42 w 118"/>
                  <a:gd name="T37" fmla="*/ 15 h 93"/>
                  <a:gd name="T38" fmla="*/ 53 w 118"/>
                  <a:gd name="T39" fmla="*/ 25 h 93"/>
                  <a:gd name="T40" fmla="*/ 42 w 118"/>
                  <a:gd name="T41" fmla="*/ 36 h 93"/>
                  <a:gd name="T42" fmla="*/ 42 w 118"/>
                  <a:gd name="T43" fmla="*/ 43 h 93"/>
                  <a:gd name="T44" fmla="*/ 42 w 118"/>
                  <a:gd name="T45" fmla="*/ 43 h 93"/>
                  <a:gd name="T46" fmla="*/ 53 w 118"/>
                  <a:gd name="T47" fmla="*/ 53 h 93"/>
                  <a:gd name="T48" fmla="*/ 42 w 118"/>
                  <a:gd name="T49" fmla="*/ 64 h 93"/>
                  <a:gd name="T50" fmla="*/ 42 w 118"/>
                  <a:gd name="T51" fmla="*/ 93 h 93"/>
                  <a:gd name="T52" fmla="*/ 76 w 118"/>
                  <a:gd name="T53" fmla="*/ 93 h 93"/>
                  <a:gd name="T54" fmla="*/ 76 w 118"/>
                  <a:gd name="T55" fmla="*/ 64 h 93"/>
                  <a:gd name="T56" fmla="*/ 76 w 118"/>
                  <a:gd name="T57" fmla="*/ 64 h 93"/>
                  <a:gd name="T58" fmla="*/ 65 w 118"/>
                  <a:gd name="T59" fmla="*/ 53 h 93"/>
                  <a:gd name="T60" fmla="*/ 76 w 118"/>
                  <a:gd name="T61" fmla="*/ 43 h 93"/>
                  <a:gd name="T62" fmla="*/ 76 w 118"/>
                  <a:gd name="T63" fmla="*/ 43 h 93"/>
                  <a:gd name="T64" fmla="*/ 76 w 118"/>
                  <a:gd name="T65" fmla="*/ 43 h 93"/>
                  <a:gd name="T66" fmla="*/ 76 w 118"/>
                  <a:gd name="T67" fmla="*/ 36 h 93"/>
                  <a:gd name="T68" fmla="*/ 76 w 118"/>
                  <a:gd name="T69" fmla="*/ 36 h 93"/>
                  <a:gd name="T70" fmla="*/ 65 w 118"/>
                  <a:gd name="T71" fmla="*/ 25 h 93"/>
                  <a:gd name="T72" fmla="*/ 76 w 118"/>
                  <a:gd name="T73" fmla="*/ 15 h 93"/>
                  <a:gd name="T74" fmla="*/ 76 w 118"/>
                  <a:gd name="T75" fmla="*/ 15 h 93"/>
                  <a:gd name="T76" fmla="*/ 76 w 118"/>
                  <a:gd name="T77" fmla="*/ 15 h 93"/>
                  <a:gd name="T78" fmla="*/ 76 w 118"/>
                  <a:gd name="T79" fmla="*/ 0 h 93"/>
                  <a:gd name="T80" fmla="*/ 42 w 118"/>
                  <a:gd name="T81" fmla="*/ 0 h 93"/>
                  <a:gd name="T82" fmla="*/ 13 w 118"/>
                  <a:gd name="T83" fmla="*/ 0 h 93"/>
                  <a:gd name="T84" fmla="*/ 0 w 118"/>
                  <a:gd name="T85" fmla="*/ 12 h 93"/>
                  <a:gd name="T86" fmla="*/ 0 w 118"/>
                  <a:gd name="T87" fmla="*/ 47 h 93"/>
                  <a:gd name="T88" fmla="*/ 10 w 118"/>
                  <a:gd name="T89" fmla="*/ 47 h 93"/>
                  <a:gd name="T90" fmla="*/ 25 w 118"/>
                  <a:gd name="T91" fmla="*/ 61 h 93"/>
                  <a:gd name="T92" fmla="*/ 25 w 118"/>
                  <a:gd name="T93" fmla="*/ 93 h 93"/>
                  <a:gd name="T94" fmla="*/ 42 w 118"/>
                  <a:gd name="T95" fmla="*/ 93 h 93"/>
                  <a:gd name="T96" fmla="*/ 42 w 118"/>
                  <a:gd name="T97" fmla="*/ 64 h 93"/>
                  <a:gd name="T98" fmla="*/ 32 w 118"/>
                  <a:gd name="T99" fmla="*/ 53 h 93"/>
                  <a:gd name="T100" fmla="*/ 42 w 118"/>
                  <a:gd name="T101" fmla="*/ 43 h 93"/>
                  <a:gd name="T102" fmla="*/ 42 w 118"/>
                  <a:gd name="T103" fmla="*/ 36 h 93"/>
                  <a:gd name="T104" fmla="*/ 32 w 118"/>
                  <a:gd name="T105" fmla="*/ 25 h 93"/>
                  <a:gd name="T106" fmla="*/ 42 w 118"/>
                  <a:gd name="T107" fmla="*/ 15 h 93"/>
                  <a:gd name="T108" fmla="*/ 42 w 118"/>
                  <a:gd name="T109" fmla="*/ 0 h 93"/>
                  <a:gd name="T110" fmla="*/ 42 w 118"/>
                  <a:gd name="T111" fmla="*/ 15 h 93"/>
                  <a:gd name="T112" fmla="*/ 42 w 118"/>
                  <a:gd name="T113" fmla="*/ 15 h 93"/>
                  <a:gd name="T114" fmla="*/ 42 w 118"/>
                  <a:gd name="T115" fmla="*/ 43 h 93"/>
                  <a:gd name="T116" fmla="*/ 42 w 118"/>
                  <a:gd name="T117" fmla="*/ 4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8" h="93">
                    <a:moveTo>
                      <a:pt x="93" y="93"/>
                    </a:moveTo>
                    <a:cubicBezTo>
                      <a:pt x="93" y="61"/>
                      <a:pt x="93" y="61"/>
                      <a:pt x="93" y="61"/>
                    </a:cubicBezTo>
                    <a:cubicBezTo>
                      <a:pt x="93" y="52"/>
                      <a:pt x="99" y="47"/>
                      <a:pt x="109" y="47"/>
                    </a:cubicBezTo>
                    <a:cubicBezTo>
                      <a:pt x="118" y="47"/>
                      <a:pt x="118" y="47"/>
                      <a:pt x="118" y="47"/>
                    </a:cubicBezTo>
                    <a:cubicBezTo>
                      <a:pt x="118" y="12"/>
                      <a:pt x="118" y="12"/>
                      <a:pt x="118" y="12"/>
                    </a:cubicBezTo>
                    <a:cubicBezTo>
                      <a:pt x="118" y="5"/>
                      <a:pt x="112" y="0"/>
                      <a:pt x="105" y="0"/>
                    </a:cubicBezTo>
                    <a:cubicBezTo>
                      <a:pt x="76" y="0"/>
                      <a:pt x="76" y="0"/>
                      <a:pt x="76" y="0"/>
                    </a:cubicBezTo>
                    <a:cubicBezTo>
                      <a:pt x="76" y="15"/>
                      <a:pt x="76" y="15"/>
                      <a:pt x="76" y="15"/>
                    </a:cubicBezTo>
                    <a:cubicBezTo>
                      <a:pt x="82" y="15"/>
                      <a:pt x="87" y="19"/>
                      <a:pt x="87" y="25"/>
                    </a:cubicBezTo>
                    <a:cubicBezTo>
                      <a:pt x="87" y="31"/>
                      <a:pt x="82" y="36"/>
                      <a:pt x="76" y="36"/>
                    </a:cubicBezTo>
                    <a:cubicBezTo>
                      <a:pt x="76" y="43"/>
                      <a:pt x="76" y="43"/>
                      <a:pt x="76" y="43"/>
                    </a:cubicBezTo>
                    <a:cubicBezTo>
                      <a:pt x="82" y="43"/>
                      <a:pt x="87" y="47"/>
                      <a:pt x="87" y="53"/>
                    </a:cubicBezTo>
                    <a:cubicBezTo>
                      <a:pt x="87" y="59"/>
                      <a:pt x="82" y="64"/>
                      <a:pt x="76" y="64"/>
                    </a:cubicBezTo>
                    <a:cubicBezTo>
                      <a:pt x="76" y="93"/>
                      <a:pt x="76" y="93"/>
                      <a:pt x="76" y="93"/>
                    </a:cubicBezTo>
                    <a:lnTo>
                      <a:pt x="93" y="93"/>
                    </a:lnTo>
                    <a:close/>
                    <a:moveTo>
                      <a:pt x="76" y="0"/>
                    </a:moveTo>
                    <a:cubicBezTo>
                      <a:pt x="42" y="0"/>
                      <a:pt x="42" y="0"/>
                      <a:pt x="42" y="0"/>
                    </a:cubicBezTo>
                    <a:cubicBezTo>
                      <a:pt x="42" y="15"/>
                      <a:pt x="42" y="15"/>
                      <a:pt x="42" y="15"/>
                    </a:cubicBezTo>
                    <a:cubicBezTo>
                      <a:pt x="42" y="15"/>
                      <a:pt x="42" y="15"/>
                      <a:pt x="42" y="15"/>
                    </a:cubicBezTo>
                    <a:cubicBezTo>
                      <a:pt x="48" y="15"/>
                      <a:pt x="53" y="19"/>
                      <a:pt x="53" y="25"/>
                    </a:cubicBezTo>
                    <a:cubicBezTo>
                      <a:pt x="53" y="31"/>
                      <a:pt x="48" y="36"/>
                      <a:pt x="42" y="36"/>
                    </a:cubicBezTo>
                    <a:cubicBezTo>
                      <a:pt x="42" y="43"/>
                      <a:pt x="42" y="43"/>
                      <a:pt x="42" y="43"/>
                    </a:cubicBezTo>
                    <a:cubicBezTo>
                      <a:pt x="42" y="43"/>
                      <a:pt x="42" y="43"/>
                      <a:pt x="42" y="43"/>
                    </a:cubicBezTo>
                    <a:cubicBezTo>
                      <a:pt x="48" y="43"/>
                      <a:pt x="53" y="47"/>
                      <a:pt x="53" y="53"/>
                    </a:cubicBezTo>
                    <a:cubicBezTo>
                      <a:pt x="53" y="59"/>
                      <a:pt x="48" y="64"/>
                      <a:pt x="42" y="64"/>
                    </a:cubicBezTo>
                    <a:cubicBezTo>
                      <a:pt x="42" y="93"/>
                      <a:pt x="42" y="93"/>
                      <a:pt x="42" y="93"/>
                    </a:cubicBezTo>
                    <a:cubicBezTo>
                      <a:pt x="76" y="93"/>
                      <a:pt x="76" y="93"/>
                      <a:pt x="76" y="93"/>
                    </a:cubicBezTo>
                    <a:cubicBezTo>
                      <a:pt x="76" y="64"/>
                      <a:pt x="76" y="64"/>
                      <a:pt x="76" y="64"/>
                    </a:cubicBezTo>
                    <a:cubicBezTo>
                      <a:pt x="76" y="64"/>
                      <a:pt x="76" y="64"/>
                      <a:pt x="76" y="64"/>
                    </a:cubicBezTo>
                    <a:cubicBezTo>
                      <a:pt x="70" y="64"/>
                      <a:pt x="65" y="59"/>
                      <a:pt x="65" y="53"/>
                    </a:cubicBezTo>
                    <a:cubicBezTo>
                      <a:pt x="65" y="47"/>
                      <a:pt x="70" y="43"/>
                      <a:pt x="76" y="43"/>
                    </a:cubicBezTo>
                    <a:cubicBezTo>
                      <a:pt x="76" y="43"/>
                      <a:pt x="76" y="43"/>
                      <a:pt x="76" y="43"/>
                    </a:cubicBezTo>
                    <a:cubicBezTo>
                      <a:pt x="76" y="43"/>
                      <a:pt x="76" y="43"/>
                      <a:pt x="76" y="43"/>
                    </a:cubicBezTo>
                    <a:cubicBezTo>
                      <a:pt x="76" y="36"/>
                      <a:pt x="76" y="36"/>
                      <a:pt x="76" y="36"/>
                    </a:cubicBezTo>
                    <a:cubicBezTo>
                      <a:pt x="76" y="36"/>
                      <a:pt x="76" y="36"/>
                      <a:pt x="76" y="36"/>
                    </a:cubicBezTo>
                    <a:cubicBezTo>
                      <a:pt x="70" y="36"/>
                      <a:pt x="65" y="31"/>
                      <a:pt x="65" y="25"/>
                    </a:cubicBezTo>
                    <a:cubicBezTo>
                      <a:pt x="65" y="19"/>
                      <a:pt x="70" y="15"/>
                      <a:pt x="76" y="15"/>
                    </a:cubicBezTo>
                    <a:cubicBezTo>
                      <a:pt x="76" y="15"/>
                      <a:pt x="76" y="15"/>
                      <a:pt x="76" y="15"/>
                    </a:cubicBezTo>
                    <a:cubicBezTo>
                      <a:pt x="76" y="15"/>
                      <a:pt x="76" y="15"/>
                      <a:pt x="76" y="15"/>
                    </a:cubicBezTo>
                    <a:lnTo>
                      <a:pt x="76" y="0"/>
                    </a:lnTo>
                    <a:close/>
                    <a:moveTo>
                      <a:pt x="42" y="0"/>
                    </a:moveTo>
                    <a:cubicBezTo>
                      <a:pt x="13" y="0"/>
                      <a:pt x="13" y="0"/>
                      <a:pt x="13" y="0"/>
                    </a:cubicBezTo>
                    <a:cubicBezTo>
                      <a:pt x="6" y="0"/>
                      <a:pt x="0" y="5"/>
                      <a:pt x="0" y="12"/>
                    </a:cubicBezTo>
                    <a:cubicBezTo>
                      <a:pt x="0" y="47"/>
                      <a:pt x="0" y="47"/>
                      <a:pt x="0" y="47"/>
                    </a:cubicBezTo>
                    <a:cubicBezTo>
                      <a:pt x="10" y="47"/>
                      <a:pt x="10" y="47"/>
                      <a:pt x="10" y="47"/>
                    </a:cubicBezTo>
                    <a:cubicBezTo>
                      <a:pt x="20" y="47"/>
                      <a:pt x="25" y="52"/>
                      <a:pt x="25" y="61"/>
                    </a:cubicBezTo>
                    <a:cubicBezTo>
                      <a:pt x="25" y="93"/>
                      <a:pt x="25" y="93"/>
                      <a:pt x="25" y="93"/>
                    </a:cubicBezTo>
                    <a:cubicBezTo>
                      <a:pt x="42" y="93"/>
                      <a:pt x="42" y="93"/>
                      <a:pt x="42" y="93"/>
                    </a:cubicBezTo>
                    <a:cubicBezTo>
                      <a:pt x="42" y="64"/>
                      <a:pt x="42" y="64"/>
                      <a:pt x="42" y="64"/>
                    </a:cubicBezTo>
                    <a:cubicBezTo>
                      <a:pt x="36" y="64"/>
                      <a:pt x="32" y="59"/>
                      <a:pt x="32" y="53"/>
                    </a:cubicBezTo>
                    <a:cubicBezTo>
                      <a:pt x="32" y="47"/>
                      <a:pt x="36" y="43"/>
                      <a:pt x="42" y="43"/>
                    </a:cubicBezTo>
                    <a:cubicBezTo>
                      <a:pt x="42" y="36"/>
                      <a:pt x="42" y="36"/>
                      <a:pt x="42" y="36"/>
                    </a:cubicBezTo>
                    <a:cubicBezTo>
                      <a:pt x="36" y="36"/>
                      <a:pt x="32" y="31"/>
                      <a:pt x="32" y="25"/>
                    </a:cubicBezTo>
                    <a:cubicBezTo>
                      <a:pt x="32" y="19"/>
                      <a:pt x="36" y="15"/>
                      <a:pt x="42" y="15"/>
                    </a:cubicBezTo>
                    <a:cubicBezTo>
                      <a:pt x="42" y="0"/>
                      <a:pt x="42" y="0"/>
                      <a:pt x="42" y="0"/>
                    </a:cubicBezTo>
                    <a:close/>
                    <a:moveTo>
                      <a:pt x="42" y="15"/>
                    </a:moveTo>
                    <a:cubicBezTo>
                      <a:pt x="42" y="15"/>
                      <a:pt x="42" y="15"/>
                      <a:pt x="42" y="15"/>
                    </a:cubicBezTo>
                    <a:close/>
                    <a:moveTo>
                      <a:pt x="42" y="43"/>
                    </a:moveTo>
                    <a:cubicBezTo>
                      <a:pt x="42" y="43"/>
                      <a:pt x="42" y="43"/>
                      <a:pt x="42"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0" name="Freeform 169"/>
              <p:cNvSpPr>
                <a:spLocks/>
              </p:cNvSpPr>
              <p:nvPr/>
            </p:nvSpPr>
            <p:spPr bwMode="auto">
              <a:xfrm>
                <a:off x="-5283200" y="8639175"/>
                <a:ext cx="600075" cy="319088"/>
              </a:xfrm>
              <a:custGeom>
                <a:avLst/>
                <a:gdLst>
                  <a:gd name="T0" fmla="*/ 150 w 160"/>
                  <a:gd name="T1" fmla="*/ 0 h 85"/>
                  <a:gd name="T2" fmla="*/ 139 w 160"/>
                  <a:gd name="T3" fmla="*/ 0 h 85"/>
                  <a:gd name="T4" fmla="*/ 130 w 160"/>
                  <a:gd name="T5" fmla="*/ 0 h 85"/>
                  <a:gd name="T6" fmla="*/ 119 w 160"/>
                  <a:gd name="T7" fmla="*/ 10 h 85"/>
                  <a:gd name="T8" fmla="*/ 119 w 160"/>
                  <a:gd name="T9" fmla="*/ 47 h 85"/>
                  <a:gd name="T10" fmla="*/ 42 w 160"/>
                  <a:gd name="T11" fmla="*/ 47 h 85"/>
                  <a:gd name="T12" fmla="*/ 42 w 160"/>
                  <a:gd name="T13" fmla="*/ 10 h 85"/>
                  <a:gd name="T14" fmla="*/ 31 w 160"/>
                  <a:gd name="T15" fmla="*/ 0 h 85"/>
                  <a:gd name="T16" fmla="*/ 21 w 160"/>
                  <a:gd name="T17" fmla="*/ 0 h 85"/>
                  <a:gd name="T18" fmla="*/ 11 w 160"/>
                  <a:gd name="T19" fmla="*/ 0 h 85"/>
                  <a:gd name="T20" fmla="*/ 0 w 160"/>
                  <a:gd name="T21" fmla="*/ 10 h 85"/>
                  <a:gd name="T22" fmla="*/ 0 w 160"/>
                  <a:gd name="T23" fmla="*/ 63 h 85"/>
                  <a:gd name="T24" fmla="*/ 15 w 160"/>
                  <a:gd name="T25" fmla="*/ 79 h 85"/>
                  <a:gd name="T26" fmla="*/ 16 w 160"/>
                  <a:gd name="T27" fmla="*/ 80 h 85"/>
                  <a:gd name="T28" fmla="*/ 17 w 160"/>
                  <a:gd name="T29" fmla="*/ 83 h 85"/>
                  <a:gd name="T30" fmla="*/ 22 w 160"/>
                  <a:gd name="T31" fmla="*/ 85 h 85"/>
                  <a:gd name="T32" fmla="*/ 25 w 160"/>
                  <a:gd name="T33" fmla="*/ 85 h 85"/>
                  <a:gd name="T34" fmla="*/ 30 w 160"/>
                  <a:gd name="T35" fmla="*/ 83 h 85"/>
                  <a:gd name="T36" fmla="*/ 31 w 160"/>
                  <a:gd name="T37" fmla="*/ 80 h 85"/>
                  <a:gd name="T38" fmla="*/ 31 w 160"/>
                  <a:gd name="T39" fmla="*/ 79 h 85"/>
                  <a:gd name="T40" fmla="*/ 129 w 160"/>
                  <a:gd name="T41" fmla="*/ 79 h 85"/>
                  <a:gd name="T42" fmla="*/ 129 w 160"/>
                  <a:gd name="T43" fmla="*/ 80 h 85"/>
                  <a:gd name="T44" fmla="*/ 130 w 160"/>
                  <a:gd name="T45" fmla="*/ 83 h 85"/>
                  <a:gd name="T46" fmla="*/ 135 w 160"/>
                  <a:gd name="T47" fmla="*/ 85 h 85"/>
                  <a:gd name="T48" fmla="*/ 138 w 160"/>
                  <a:gd name="T49" fmla="*/ 85 h 85"/>
                  <a:gd name="T50" fmla="*/ 143 w 160"/>
                  <a:gd name="T51" fmla="*/ 83 h 85"/>
                  <a:gd name="T52" fmla="*/ 144 w 160"/>
                  <a:gd name="T53" fmla="*/ 80 h 85"/>
                  <a:gd name="T54" fmla="*/ 145 w 160"/>
                  <a:gd name="T55" fmla="*/ 79 h 85"/>
                  <a:gd name="T56" fmla="*/ 150 w 160"/>
                  <a:gd name="T57" fmla="*/ 79 h 85"/>
                  <a:gd name="T58" fmla="*/ 160 w 160"/>
                  <a:gd name="T59" fmla="*/ 63 h 85"/>
                  <a:gd name="T60" fmla="*/ 160 w 160"/>
                  <a:gd name="T61" fmla="*/ 10 h 85"/>
                  <a:gd name="T62" fmla="*/ 150 w 160"/>
                  <a:gd name="T6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0" h="85">
                    <a:moveTo>
                      <a:pt x="150" y="0"/>
                    </a:moveTo>
                    <a:cubicBezTo>
                      <a:pt x="139" y="0"/>
                      <a:pt x="139" y="0"/>
                      <a:pt x="139" y="0"/>
                    </a:cubicBezTo>
                    <a:cubicBezTo>
                      <a:pt x="130" y="0"/>
                      <a:pt x="130" y="0"/>
                      <a:pt x="130" y="0"/>
                    </a:cubicBezTo>
                    <a:cubicBezTo>
                      <a:pt x="122" y="0"/>
                      <a:pt x="119" y="3"/>
                      <a:pt x="119" y="10"/>
                    </a:cubicBezTo>
                    <a:cubicBezTo>
                      <a:pt x="119" y="47"/>
                      <a:pt x="119" y="47"/>
                      <a:pt x="119" y="47"/>
                    </a:cubicBezTo>
                    <a:cubicBezTo>
                      <a:pt x="42" y="47"/>
                      <a:pt x="42" y="47"/>
                      <a:pt x="42" y="47"/>
                    </a:cubicBezTo>
                    <a:cubicBezTo>
                      <a:pt x="42" y="10"/>
                      <a:pt x="42" y="10"/>
                      <a:pt x="42" y="10"/>
                    </a:cubicBezTo>
                    <a:cubicBezTo>
                      <a:pt x="42" y="3"/>
                      <a:pt x="38" y="0"/>
                      <a:pt x="31" y="0"/>
                    </a:cubicBezTo>
                    <a:cubicBezTo>
                      <a:pt x="21" y="0"/>
                      <a:pt x="21" y="0"/>
                      <a:pt x="21" y="0"/>
                    </a:cubicBezTo>
                    <a:cubicBezTo>
                      <a:pt x="11" y="0"/>
                      <a:pt x="11" y="0"/>
                      <a:pt x="11" y="0"/>
                    </a:cubicBezTo>
                    <a:cubicBezTo>
                      <a:pt x="4" y="0"/>
                      <a:pt x="0" y="3"/>
                      <a:pt x="0" y="10"/>
                    </a:cubicBezTo>
                    <a:cubicBezTo>
                      <a:pt x="0" y="63"/>
                      <a:pt x="0" y="63"/>
                      <a:pt x="0" y="63"/>
                    </a:cubicBezTo>
                    <a:cubicBezTo>
                      <a:pt x="0" y="70"/>
                      <a:pt x="8" y="79"/>
                      <a:pt x="15" y="79"/>
                    </a:cubicBezTo>
                    <a:cubicBezTo>
                      <a:pt x="15" y="79"/>
                      <a:pt x="16" y="80"/>
                      <a:pt x="16" y="80"/>
                    </a:cubicBezTo>
                    <a:cubicBezTo>
                      <a:pt x="16" y="81"/>
                      <a:pt x="16" y="82"/>
                      <a:pt x="17" y="83"/>
                    </a:cubicBezTo>
                    <a:cubicBezTo>
                      <a:pt x="18" y="84"/>
                      <a:pt x="20" y="85"/>
                      <a:pt x="22" y="85"/>
                    </a:cubicBezTo>
                    <a:cubicBezTo>
                      <a:pt x="25" y="85"/>
                      <a:pt x="25" y="85"/>
                      <a:pt x="25" y="85"/>
                    </a:cubicBezTo>
                    <a:cubicBezTo>
                      <a:pt x="27" y="85"/>
                      <a:pt x="29" y="84"/>
                      <a:pt x="30" y="83"/>
                    </a:cubicBezTo>
                    <a:cubicBezTo>
                      <a:pt x="31" y="82"/>
                      <a:pt x="31" y="81"/>
                      <a:pt x="31" y="80"/>
                    </a:cubicBezTo>
                    <a:cubicBezTo>
                      <a:pt x="31" y="80"/>
                      <a:pt x="31" y="79"/>
                      <a:pt x="31" y="79"/>
                    </a:cubicBezTo>
                    <a:cubicBezTo>
                      <a:pt x="129" y="79"/>
                      <a:pt x="129" y="79"/>
                      <a:pt x="129" y="79"/>
                    </a:cubicBezTo>
                    <a:cubicBezTo>
                      <a:pt x="129" y="79"/>
                      <a:pt x="129" y="80"/>
                      <a:pt x="129" y="80"/>
                    </a:cubicBezTo>
                    <a:cubicBezTo>
                      <a:pt x="129" y="81"/>
                      <a:pt x="130" y="82"/>
                      <a:pt x="130" y="83"/>
                    </a:cubicBezTo>
                    <a:cubicBezTo>
                      <a:pt x="131" y="84"/>
                      <a:pt x="133" y="85"/>
                      <a:pt x="135" y="85"/>
                    </a:cubicBezTo>
                    <a:cubicBezTo>
                      <a:pt x="138" y="85"/>
                      <a:pt x="138" y="85"/>
                      <a:pt x="138" y="85"/>
                    </a:cubicBezTo>
                    <a:cubicBezTo>
                      <a:pt x="140" y="85"/>
                      <a:pt x="142" y="84"/>
                      <a:pt x="143" y="83"/>
                    </a:cubicBezTo>
                    <a:cubicBezTo>
                      <a:pt x="144" y="82"/>
                      <a:pt x="144" y="81"/>
                      <a:pt x="144" y="80"/>
                    </a:cubicBezTo>
                    <a:cubicBezTo>
                      <a:pt x="145" y="80"/>
                      <a:pt x="145" y="79"/>
                      <a:pt x="145" y="79"/>
                    </a:cubicBezTo>
                    <a:cubicBezTo>
                      <a:pt x="150" y="79"/>
                      <a:pt x="150" y="79"/>
                      <a:pt x="150" y="79"/>
                    </a:cubicBezTo>
                    <a:cubicBezTo>
                      <a:pt x="157" y="79"/>
                      <a:pt x="160" y="70"/>
                      <a:pt x="160" y="63"/>
                    </a:cubicBezTo>
                    <a:cubicBezTo>
                      <a:pt x="160" y="10"/>
                      <a:pt x="160" y="10"/>
                      <a:pt x="160" y="10"/>
                    </a:cubicBezTo>
                    <a:cubicBezTo>
                      <a:pt x="160" y="3"/>
                      <a:pt x="157" y="0"/>
                      <a:pt x="1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1" name="Oval 170"/>
              <p:cNvSpPr>
                <a:spLocks noChangeArrowheads="1"/>
              </p:cNvSpPr>
              <p:nvPr/>
            </p:nvSpPr>
            <p:spPr bwMode="auto">
              <a:xfrm>
                <a:off x="-5068888" y="8520113"/>
                <a:ext cx="47625"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2" name="Oval 171"/>
              <p:cNvSpPr>
                <a:spLocks noChangeArrowheads="1"/>
              </p:cNvSpPr>
              <p:nvPr/>
            </p:nvSpPr>
            <p:spPr bwMode="auto">
              <a:xfrm>
                <a:off x="-4941888" y="8520113"/>
                <a:ext cx="44450"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3" name="Oval 172"/>
              <p:cNvSpPr>
                <a:spLocks noChangeArrowheads="1"/>
              </p:cNvSpPr>
              <p:nvPr/>
            </p:nvSpPr>
            <p:spPr bwMode="auto">
              <a:xfrm>
                <a:off x="-5068888" y="8624888"/>
                <a:ext cx="47625"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4" name="Oval 173"/>
              <p:cNvSpPr>
                <a:spLocks noChangeArrowheads="1"/>
              </p:cNvSpPr>
              <p:nvPr/>
            </p:nvSpPr>
            <p:spPr bwMode="auto">
              <a:xfrm>
                <a:off x="-4941888" y="8624888"/>
                <a:ext cx="44450"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5" name="Freeform 174"/>
              <p:cNvSpPr>
                <a:spLocks noEditPoints="1"/>
              </p:cNvSpPr>
              <p:nvPr/>
            </p:nvSpPr>
            <p:spPr bwMode="auto">
              <a:xfrm>
                <a:off x="-2709863" y="2819400"/>
                <a:ext cx="728663" cy="338138"/>
              </a:xfrm>
              <a:custGeom>
                <a:avLst/>
                <a:gdLst>
                  <a:gd name="T0" fmla="*/ 409 w 459"/>
                  <a:gd name="T1" fmla="*/ 0 h 213"/>
                  <a:gd name="T2" fmla="*/ 409 w 459"/>
                  <a:gd name="T3" fmla="*/ 71 h 213"/>
                  <a:gd name="T4" fmla="*/ 409 w 459"/>
                  <a:gd name="T5" fmla="*/ 71 h 213"/>
                  <a:gd name="T6" fmla="*/ 409 w 459"/>
                  <a:gd name="T7" fmla="*/ 31 h 213"/>
                  <a:gd name="T8" fmla="*/ 397 w 459"/>
                  <a:gd name="T9" fmla="*/ 90 h 213"/>
                  <a:gd name="T10" fmla="*/ 378 w 459"/>
                  <a:gd name="T11" fmla="*/ 154 h 213"/>
                  <a:gd name="T12" fmla="*/ 378 w 459"/>
                  <a:gd name="T13" fmla="*/ 194 h 213"/>
                  <a:gd name="T14" fmla="*/ 378 w 459"/>
                  <a:gd name="T15" fmla="*/ 194 h 213"/>
                  <a:gd name="T16" fmla="*/ 378 w 459"/>
                  <a:gd name="T17" fmla="*/ 0 h 213"/>
                  <a:gd name="T18" fmla="*/ 369 w 459"/>
                  <a:gd name="T19" fmla="*/ 71 h 213"/>
                  <a:gd name="T20" fmla="*/ 378 w 459"/>
                  <a:gd name="T21" fmla="*/ 130 h 213"/>
                  <a:gd name="T22" fmla="*/ 378 w 459"/>
                  <a:gd name="T23" fmla="*/ 0 h 213"/>
                  <a:gd name="T24" fmla="*/ 317 w 459"/>
                  <a:gd name="T25" fmla="*/ 194 h 213"/>
                  <a:gd name="T26" fmla="*/ 317 w 459"/>
                  <a:gd name="T27" fmla="*/ 0 h 213"/>
                  <a:gd name="T28" fmla="*/ 317 w 459"/>
                  <a:gd name="T29" fmla="*/ 130 h 213"/>
                  <a:gd name="T30" fmla="*/ 328 w 459"/>
                  <a:gd name="T31" fmla="*/ 71 h 213"/>
                  <a:gd name="T32" fmla="*/ 347 w 459"/>
                  <a:gd name="T33" fmla="*/ 0 h 213"/>
                  <a:gd name="T34" fmla="*/ 288 w 459"/>
                  <a:gd name="T35" fmla="*/ 194 h 213"/>
                  <a:gd name="T36" fmla="*/ 288 w 459"/>
                  <a:gd name="T37" fmla="*/ 0 h 213"/>
                  <a:gd name="T38" fmla="*/ 288 w 459"/>
                  <a:gd name="T39" fmla="*/ 71 h 213"/>
                  <a:gd name="T40" fmla="*/ 298 w 459"/>
                  <a:gd name="T41" fmla="*/ 130 h 213"/>
                  <a:gd name="T42" fmla="*/ 317 w 459"/>
                  <a:gd name="T43" fmla="*/ 0 h 213"/>
                  <a:gd name="T44" fmla="*/ 257 w 459"/>
                  <a:gd name="T45" fmla="*/ 194 h 213"/>
                  <a:gd name="T46" fmla="*/ 257 w 459"/>
                  <a:gd name="T47" fmla="*/ 0 h 213"/>
                  <a:gd name="T48" fmla="*/ 257 w 459"/>
                  <a:gd name="T49" fmla="*/ 130 h 213"/>
                  <a:gd name="T50" fmla="*/ 267 w 459"/>
                  <a:gd name="T51" fmla="*/ 71 h 213"/>
                  <a:gd name="T52" fmla="*/ 288 w 459"/>
                  <a:gd name="T53" fmla="*/ 0 h 213"/>
                  <a:gd name="T54" fmla="*/ 227 w 459"/>
                  <a:gd name="T55" fmla="*/ 194 h 213"/>
                  <a:gd name="T56" fmla="*/ 227 w 459"/>
                  <a:gd name="T57" fmla="*/ 0 h 213"/>
                  <a:gd name="T58" fmla="*/ 227 w 459"/>
                  <a:gd name="T59" fmla="*/ 71 h 213"/>
                  <a:gd name="T60" fmla="*/ 239 w 459"/>
                  <a:gd name="T61" fmla="*/ 130 h 213"/>
                  <a:gd name="T62" fmla="*/ 257 w 459"/>
                  <a:gd name="T63" fmla="*/ 0 h 213"/>
                  <a:gd name="T64" fmla="*/ 198 w 459"/>
                  <a:gd name="T65" fmla="*/ 194 h 213"/>
                  <a:gd name="T66" fmla="*/ 198 w 459"/>
                  <a:gd name="T67" fmla="*/ 0 h 213"/>
                  <a:gd name="T68" fmla="*/ 198 w 459"/>
                  <a:gd name="T69" fmla="*/ 130 h 213"/>
                  <a:gd name="T70" fmla="*/ 208 w 459"/>
                  <a:gd name="T71" fmla="*/ 71 h 213"/>
                  <a:gd name="T72" fmla="*/ 227 w 459"/>
                  <a:gd name="T73" fmla="*/ 0 h 213"/>
                  <a:gd name="T74" fmla="*/ 168 w 459"/>
                  <a:gd name="T75" fmla="*/ 194 h 213"/>
                  <a:gd name="T76" fmla="*/ 168 w 459"/>
                  <a:gd name="T77" fmla="*/ 0 h 213"/>
                  <a:gd name="T78" fmla="*/ 168 w 459"/>
                  <a:gd name="T79" fmla="*/ 71 h 213"/>
                  <a:gd name="T80" fmla="*/ 177 w 459"/>
                  <a:gd name="T81" fmla="*/ 130 h 213"/>
                  <a:gd name="T82" fmla="*/ 198 w 459"/>
                  <a:gd name="T83" fmla="*/ 0 h 213"/>
                  <a:gd name="T84" fmla="*/ 137 w 459"/>
                  <a:gd name="T85" fmla="*/ 194 h 213"/>
                  <a:gd name="T86" fmla="*/ 137 w 459"/>
                  <a:gd name="T87" fmla="*/ 0 h 213"/>
                  <a:gd name="T88" fmla="*/ 137 w 459"/>
                  <a:gd name="T89" fmla="*/ 130 h 213"/>
                  <a:gd name="T90" fmla="*/ 146 w 459"/>
                  <a:gd name="T91" fmla="*/ 71 h 213"/>
                  <a:gd name="T92" fmla="*/ 168 w 459"/>
                  <a:gd name="T93" fmla="*/ 0 h 213"/>
                  <a:gd name="T94" fmla="*/ 106 w 459"/>
                  <a:gd name="T95" fmla="*/ 194 h 213"/>
                  <a:gd name="T96" fmla="*/ 106 w 459"/>
                  <a:gd name="T97" fmla="*/ 0 h 213"/>
                  <a:gd name="T98" fmla="*/ 106 w 459"/>
                  <a:gd name="T99" fmla="*/ 71 h 213"/>
                  <a:gd name="T100" fmla="*/ 118 w 459"/>
                  <a:gd name="T101" fmla="*/ 130 h 213"/>
                  <a:gd name="T102" fmla="*/ 137 w 459"/>
                  <a:gd name="T103" fmla="*/ 0 h 213"/>
                  <a:gd name="T104" fmla="*/ 78 w 459"/>
                  <a:gd name="T105" fmla="*/ 194 h 213"/>
                  <a:gd name="T106" fmla="*/ 78 w 459"/>
                  <a:gd name="T107" fmla="*/ 0 h 213"/>
                  <a:gd name="T108" fmla="*/ 78 w 459"/>
                  <a:gd name="T109" fmla="*/ 130 h 213"/>
                  <a:gd name="T110" fmla="*/ 87 w 459"/>
                  <a:gd name="T111" fmla="*/ 71 h 213"/>
                  <a:gd name="T112" fmla="*/ 106 w 459"/>
                  <a:gd name="T113" fmla="*/ 0 h 213"/>
                  <a:gd name="T114" fmla="*/ 78 w 459"/>
                  <a:gd name="T115" fmla="*/ 154 h 213"/>
                  <a:gd name="T116" fmla="*/ 56 w 459"/>
                  <a:gd name="T117" fmla="*/ 90 h 213"/>
                  <a:gd name="T118" fmla="*/ 47 w 459"/>
                  <a:gd name="T119" fmla="*/ 31 h 213"/>
                  <a:gd name="T120" fmla="*/ 47 w 459"/>
                  <a:gd name="T121" fmla="*/ 213 h 213"/>
                  <a:gd name="T122" fmla="*/ 26 w 459"/>
                  <a:gd name="T123" fmla="*/ 71 h 213"/>
                  <a:gd name="T124" fmla="*/ 47 w 459"/>
                  <a:gd name="T12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9" h="213">
                    <a:moveTo>
                      <a:pt x="409" y="213"/>
                    </a:moveTo>
                    <a:lnTo>
                      <a:pt x="459" y="213"/>
                    </a:lnTo>
                    <a:lnTo>
                      <a:pt x="459" y="0"/>
                    </a:lnTo>
                    <a:lnTo>
                      <a:pt x="409" y="0"/>
                    </a:lnTo>
                    <a:lnTo>
                      <a:pt x="409" y="31"/>
                    </a:lnTo>
                    <a:lnTo>
                      <a:pt x="428" y="31"/>
                    </a:lnTo>
                    <a:lnTo>
                      <a:pt x="428" y="71"/>
                    </a:lnTo>
                    <a:lnTo>
                      <a:pt x="409" y="71"/>
                    </a:lnTo>
                    <a:lnTo>
                      <a:pt x="409" y="213"/>
                    </a:lnTo>
                    <a:close/>
                    <a:moveTo>
                      <a:pt x="378" y="213"/>
                    </a:moveTo>
                    <a:lnTo>
                      <a:pt x="409" y="213"/>
                    </a:lnTo>
                    <a:lnTo>
                      <a:pt x="409" y="71"/>
                    </a:lnTo>
                    <a:lnTo>
                      <a:pt x="388" y="71"/>
                    </a:lnTo>
                    <a:lnTo>
                      <a:pt x="388" y="31"/>
                    </a:lnTo>
                    <a:lnTo>
                      <a:pt x="388" y="31"/>
                    </a:lnTo>
                    <a:lnTo>
                      <a:pt x="409" y="31"/>
                    </a:lnTo>
                    <a:lnTo>
                      <a:pt x="409" y="0"/>
                    </a:lnTo>
                    <a:lnTo>
                      <a:pt x="378" y="0"/>
                    </a:lnTo>
                    <a:lnTo>
                      <a:pt x="378" y="90"/>
                    </a:lnTo>
                    <a:lnTo>
                      <a:pt x="397" y="90"/>
                    </a:lnTo>
                    <a:lnTo>
                      <a:pt x="397" y="130"/>
                    </a:lnTo>
                    <a:lnTo>
                      <a:pt x="397" y="130"/>
                    </a:lnTo>
                    <a:lnTo>
                      <a:pt x="378" y="130"/>
                    </a:lnTo>
                    <a:lnTo>
                      <a:pt x="378" y="154"/>
                    </a:lnTo>
                    <a:lnTo>
                      <a:pt x="378" y="154"/>
                    </a:lnTo>
                    <a:lnTo>
                      <a:pt x="378" y="194"/>
                    </a:lnTo>
                    <a:lnTo>
                      <a:pt x="378" y="194"/>
                    </a:lnTo>
                    <a:lnTo>
                      <a:pt x="378" y="194"/>
                    </a:lnTo>
                    <a:lnTo>
                      <a:pt x="378" y="213"/>
                    </a:lnTo>
                    <a:close/>
                    <a:moveTo>
                      <a:pt x="347" y="213"/>
                    </a:moveTo>
                    <a:lnTo>
                      <a:pt x="378" y="213"/>
                    </a:lnTo>
                    <a:lnTo>
                      <a:pt x="378" y="194"/>
                    </a:lnTo>
                    <a:lnTo>
                      <a:pt x="347" y="194"/>
                    </a:lnTo>
                    <a:lnTo>
                      <a:pt x="347" y="213"/>
                    </a:lnTo>
                    <a:lnTo>
                      <a:pt x="347" y="213"/>
                    </a:lnTo>
                    <a:close/>
                    <a:moveTo>
                      <a:pt x="378" y="0"/>
                    </a:moveTo>
                    <a:lnTo>
                      <a:pt x="347" y="0"/>
                    </a:lnTo>
                    <a:lnTo>
                      <a:pt x="347" y="31"/>
                    </a:lnTo>
                    <a:lnTo>
                      <a:pt x="369" y="31"/>
                    </a:lnTo>
                    <a:lnTo>
                      <a:pt x="369" y="71"/>
                    </a:lnTo>
                    <a:lnTo>
                      <a:pt x="347" y="71"/>
                    </a:lnTo>
                    <a:lnTo>
                      <a:pt x="347" y="154"/>
                    </a:lnTo>
                    <a:lnTo>
                      <a:pt x="378" y="154"/>
                    </a:lnTo>
                    <a:lnTo>
                      <a:pt x="378" y="130"/>
                    </a:lnTo>
                    <a:lnTo>
                      <a:pt x="357" y="130"/>
                    </a:lnTo>
                    <a:lnTo>
                      <a:pt x="357" y="90"/>
                    </a:lnTo>
                    <a:lnTo>
                      <a:pt x="378" y="90"/>
                    </a:lnTo>
                    <a:lnTo>
                      <a:pt x="378" y="0"/>
                    </a:lnTo>
                    <a:close/>
                    <a:moveTo>
                      <a:pt x="317" y="213"/>
                    </a:moveTo>
                    <a:lnTo>
                      <a:pt x="347" y="213"/>
                    </a:lnTo>
                    <a:lnTo>
                      <a:pt x="347" y="194"/>
                    </a:lnTo>
                    <a:lnTo>
                      <a:pt x="317" y="194"/>
                    </a:lnTo>
                    <a:lnTo>
                      <a:pt x="317" y="213"/>
                    </a:lnTo>
                    <a:lnTo>
                      <a:pt x="317" y="213"/>
                    </a:lnTo>
                    <a:close/>
                    <a:moveTo>
                      <a:pt x="347" y="0"/>
                    </a:moveTo>
                    <a:lnTo>
                      <a:pt x="317" y="0"/>
                    </a:lnTo>
                    <a:lnTo>
                      <a:pt x="317" y="90"/>
                    </a:lnTo>
                    <a:lnTo>
                      <a:pt x="338" y="90"/>
                    </a:lnTo>
                    <a:lnTo>
                      <a:pt x="338" y="130"/>
                    </a:lnTo>
                    <a:lnTo>
                      <a:pt x="317" y="130"/>
                    </a:lnTo>
                    <a:lnTo>
                      <a:pt x="317" y="154"/>
                    </a:lnTo>
                    <a:lnTo>
                      <a:pt x="347" y="154"/>
                    </a:lnTo>
                    <a:lnTo>
                      <a:pt x="347" y="71"/>
                    </a:lnTo>
                    <a:lnTo>
                      <a:pt x="328" y="71"/>
                    </a:lnTo>
                    <a:lnTo>
                      <a:pt x="328" y="31"/>
                    </a:lnTo>
                    <a:lnTo>
                      <a:pt x="328" y="31"/>
                    </a:lnTo>
                    <a:lnTo>
                      <a:pt x="347" y="31"/>
                    </a:lnTo>
                    <a:lnTo>
                      <a:pt x="347" y="0"/>
                    </a:lnTo>
                    <a:close/>
                    <a:moveTo>
                      <a:pt x="288" y="213"/>
                    </a:moveTo>
                    <a:lnTo>
                      <a:pt x="317" y="213"/>
                    </a:lnTo>
                    <a:lnTo>
                      <a:pt x="317" y="194"/>
                    </a:lnTo>
                    <a:lnTo>
                      <a:pt x="288" y="194"/>
                    </a:lnTo>
                    <a:lnTo>
                      <a:pt x="288" y="213"/>
                    </a:lnTo>
                    <a:lnTo>
                      <a:pt x="288" y="213"/>
                    </a:lnTo>
                    <a:close/>
                    <a:moveTo>
                      <a:pt x="317" y="0"/>
                    </a:moveTo>
                    <a:lnTo>
                      <a:pt x="288" y="0"/>
                    </a:lnTo>
                    <a:lnTo>
                      <a:pt x="288" y="31"/>
                    </a:lnTo>
                    <a:lnTo>
                      <a:pt x="307" y="31"/>
                    </a:lnTo>
                    <a:lnTo>
                      <a:pt x="307" y="71"/>
                    </a:lnTo>
                    <a:lnTo>
                      <a:pt x="288" y="71"/>
                    </a:lnTo>
                    <a:lnTo>
                      <a:pt x="288" y="154"/>
                    </a:lnTo>
                    <a:lnTo>
                      <a:pt x="317" y="154"/>
                    </a:lnTo>
                    <a:lnTo>
                      <a:pt x="317" y="130"/>
                    </a:lnTo>
                    <a:lnTo>
                      <a:pt x="298" y="130"/>
                    </a:lnTo>
                    <a:lnTo>
                      <a:pt x="298" y="130"/>
                    </a:lnTo>
                    <a:lnTo>
                      <a:pt x="298" y="90"/>
                    </a:lnTo>
                    <a:lnTo>
                      <a:pt x="317" y="90"/>
                    </a:lnTo>
                    <a:lnTo>
                      <a:pt x="317" y="0"/>
                    </a:lnTo>
                    <a:close/>
                    <a:moveTo>
                      <a:pt x="257" y="213"/>
                    </a:moveTo>
                    <a:lnTo>
                      <a:pt x="288" y="213"/>
                    </a:lnTo>
                    <a:lnTo>
                      <a:pt x="288" y="194"/>
                    </a:lnTo>
                    <a:lnTo>
                      <a:pt x="257" y="194"/>
                    </a:lnTo>
                    <a:lnTo>
                      <a:pt x="257" y="213"/>
                    </a:lnTo>
                    <a:lnTo>
                      <a:pt x="257" y="213"/>
                    </a:lnTo>
                    <a:close/>
                    <a:moveTo>
                      <a:pt x="288" y="0"/>
                    </a:moveTo>
                    <a:lnTo>
                      <a:pt x="257" y="0"/>
                    </a:lnTo>
                    <a:lnTo>
                      <a:pt x="257" y="90"/>
                    </a:lnTo>
                    <a:lnTo>
                      <a:pt x="276" y="90"/>
                    </a:lnTo>
                    <a:lnTo>
                      <a:pt x="276" y="130"/>
                    </a:lnTo>
                    <a:lnTo>
                      <a:pt x="257" y="130"/>
                    </a:lnTo>
                    <a:lnTo>
                      <a:pt x="257" y="154"/>
                    </a:lnTo>
                    <a:lnTo>
                      <a:pt x="288" y="154"/>
                    </a:lnTo>
                    <a:lnTo>
                      <a:pt x="288" y="71"/>
                    </a:lnTo>
                    <a:lnTo>
                      <a:pt x="267" y="71"/>
                    </a:lnTo>
                    <a:lnTo>
                      <a:pt x="267" y="31"/>
                    </a:lnTo>
                    <a:lnTo>
                      <a:pt x="267" y="31"/>
                    </a:lnTo>
                    <a:lnTo>
                      <a:pt x="288" y="31"/>
                    </a:lnTo>
                    <a:lnTo>
                      <a:pt x="288" y="0"/>
                    </a:lnTo>
                    <a:close/>
                    <a:moveTo>
                      <a:pt x="227" y="213"/>
                    </a:moveTo>
                    <a:lnTo>
                      <a:pt x="257" y="213"/>
                    </a:lnTo>
                    <a:lnTo>
                      <a:pt x="257" y="194"/>
                    </a:lnTo>
                    <a:lnTo>
                      <a:pt x="227" y="194"/>
                    </a:lnTo>
                    <a:lnTo>
                      <a:pt x="227" y="213"/>
                    </a:lnTo>
                    <a:lnTo>
                      <a:pt x="227" y="213"/>
                    </a:lnTo>
                    <a:close/>
                    <a:moveTo>
                      <a:pt x="257" y="0"/>
                    </a:moveTo>
                    <a:lnTo>
                      <a:pt x="227" y="0"/>
                    </a:lnTo>
                    <a:lnTo>
                      <a:pt x="227" y="31"/>
                    </a:lnTo>
                    <a:lnTo>
                      <a:pt x="248" y="31"/>
                    </a:lnTo>
                    <a:lnTo>
                      <a:pt x="248" y="71"/>
                    </a:lnTo>
                    <a:lnTo>
                      <a:pt x="227" y="71"/>
                    </a:lnTo>
                    <a:lnTo>
                      <a:pt x="227" y="154"/>
                    </a:lnTo>
                    <a:lnTo>
                      <a:pt x="257" y="154"/>
                    </a:lnTo>
                    <a:lnTo>
                      <a:pt x="257" y="130"/>
                    </a:lnTo>
                    <a:lnTo>
                      <a:pt x="239" y="130"/>
                    </a:lnTo>
                    <a:lnTo>
                      <a:pt x="239" y="130"/>
                    </a:lnTo>
                    <a:lnTo>
                      <a:pt x="239" y="90"/>
                    </a:lnTo>
                    <a:lnTo>
                      <a:pt x="257" y="90"/>
                    </a:lnTo>
                    <a:lnTo>
                      <a:pt x="257" y="0"/>
                    </a:lnTo>
                    <a:close/>
                    <a:moveTo>
                      <a:pt x="198" y="213"/>
                    </a:moveTo>
                    <a:lnTo>
                      <a:pt x="227" y="213"/>
                    </a:lnTo>
                    <a:lnTo>
                      <a:pt x="227" y="194"/>
                    </a:lnTo>
                    <a:lnTo>
                      <a:pt x="198" y="194"/>
                    </a:lnTo>
                    <a:lnTo>
                      <a:pt x="198" y="213"/>
                    </a:lnTo>
                    <a:lnTo>
                      <a:pt x="198" y="213"/>
                    </a:lnTo>
                    <a:close/>
                    <a:moveTo>
                      <a:pt x="227" y="0"/>
                    </a:moveTo>
                    <a:lnTo>
                      <a:pt x="198" y="0"/>
                    </a:lnTo>
                    <a:lnTo>
                      <a:pt x="198" y="90"/>
                    </a:lnTo>
                    <a:lnTo>
                      <a:pt x="217" y="90"/>
                    </a:lnTo>
                    <a:lnTo>
                      <a:pt x="217" y="130"/>
                    </a:lnTo>
                    <a:lnTo>
                      <a:pt x="198" y="130"/>
                    </a:lnTo>
                    <a:lnTo>
                      <a:pt x="198" y="154"/>
                    </a:lnTo>
                    <a:lnTo>
                      <a:pt x="227" y="154"/>
                    </a:lnTo>
                    <a:lnTo>
                      <a:pt x="227" y="71"/>
                    </a:lnTo>
                    <a:lnTo>
                      <a:pt x="208" y="71"/>
                    </a:lnTo>
                    <a:lnTo>
                      <a:pt x="208" y="31"/>
                    </a:lnTo>
                    <a:lnTo>
                      <a:pt x="208" y="31"/>
                    </a:lnTo>
                    <a:lnTo>
                      <a:pt x="227" y="31"/>
                    </a:lnTo>
                    <a:lnTo>
                      <a:pt x="227" y="0"/>
                    </a:lnTo>
                    <a:close/>
                    <a:moveTo>
                      <a:pt x="168" y="213"/>
                    </a:moveTo>
                    <a:lnTo>
                      <a:pt x="198" y="213"/>
                    </a:lnTo>
                    <a:lnTo>
                      <a:pt x="198" y="194"/>
                    </a:lnTo>
                    <a:lnTo>
                      <a:pt x="168" y="194"/>
                    </a:lnTo>
                    <a:lnTo>
                      <a:pt x="168" y="213"/>
                    </a:lnTo>
                    <a:lnTo>
                      <a:pt x="168" y="213"/>
                    </a:lnTo>
                    <a:close/>
                    <a:moveTo>
                      <a:pt x="198" y="0"/>
                    </a:moveTo>
                    <a:lnTo>
                      <a:pt x="168" y="0"/>
                    </a:lnTo>
                    <a:lnTo>
                      <a:pt x="168" y="31"/>
                    </a:lnTo>
                    <a:lnTo>
                      <a:pt x="186" y="31"/>
                    </a:lnTo>
                    <a:lnTo>
                      <a:pt x="186" y="71"/>
                    </a:lnTo>
                    <a:lnTo>
                      <a:pt x="168" y="71"/>
                    </a:lnTo>
                    <a:lnTo>
                      <a:pt x="168" y="154"/>
                    </a:lnTo>
                    <a:lnTo>
                      <a:pt x="198" y="154"/>
                    </a:lnTo>
                    <a:lnTo>
                      <a:pt x="198" y="130"/>
                    </a:lnTo>
                    <a:lnTo>
                      <a:pt x="177" y="130"/>
                    </a:lnTo>
                    <a:lnTo>
                      <a:pt x="177" y="130"/>
                    </a:lnTo>
                    <a:lnTo>
                      <a:pt x="177" y="90"/>
                    </a:lnTo>
                    <a:lnTo>
                      <a:pt x="198" y="90"/>
                    </a:lnTo>
                    <a:lnTo>
                      <a:pt x="198" y="0"/>
                    </a:lnTo>
                    <a:close/>
                    <a:moveTo>
                      <a:pt x="137" y="213"/>
                    </a:moveTo>
                    <a:lnTo>
                      <a:pt x="168" y="213"/>
                    </a:lnTo>
                    <a:lnTo>
                      <a:pt x="168" y="194"/>
                    </a:lnTo>
                    <a:lnTo>
                      <a:pt x="137" y="194"/>
                    </a:lnTo>
                    <a:lnTo>
                      <a:pt x="137" y="213"/>
                    </a:lnTo>
                    <a:lnTo>
                      <a:pt x="137" y="213"/>
                    </a:lnTo>
                    <a:close/>
                    <a:moveTo>
                      <a:pt x="168" y="0"/>
                    </a:moveTo>
                    <a:lnTo>
                      <a:pt x="137" y="0"/>
                    </a:lnTo>
                    <a:lnTo>
                      <a:pt x="137" y="90"/>
                    </a:lnTo>
                    <a:lnTo>
                      <a:pt x="158" y="90"/>
                    </a:lnTo>
                    <a:lnTo>
                      <a:pt x="158" y="130"/>
                    </a:lnTo>
                    <a:lnTo>
                      <a:pt x="137" y="130"/>
                    </a:lnTo>
                    <a:lnTo>
                      <a:pt x="137" y="154"/>
                    </a:lnTo>
                    <a:lnTo>
                      <a:pt x="168" y="154"/>
                    </a:lnTo>
                    <a:lnTo>
                      <a:pt x="168" y="71"/>
                    </a:lnTo>
                    <a:lnTo>
                      <a:pt x="146" y="71"/>
                    </a:lnTo>
                    <a:lnTo>
                      <a:pt x="146" y="31"/>
                    </a:lnTo>
                    <a:lnTo>
                      <a:pt x="146" y="31"/>
                    </a:lnTo>
                    <a:lnTo>
                      <a:pt x="168" y="31"/>
                    </a:lnTo>
                    <a:lnTo>
                      <a:pt x="168" y="0"/>
                    </a:lnTo>
                    <a:close/>
                    <a:moveTo>
                      <a:pt x="106" y="213"/>
                    </a:moveTo>
                    <a:lnTo>
                      <a:pt x="137" y="213"/>
                    </a:lnTo>
                    <a:lnTo>
                      <a:pt x="137" y="194"/>
                    </a:lnTo>
                    <a:lnTo>
                      <a:pt x="106" y="194"/>
                    </a:lnTo>
                    <a:lnTo>
                      <a:pt x="106" y="213"/>
                    </a:lnTo>
                    <a:lnTo>
                      <a:pt x="106" y="213"/>
                    </a:lnTo>
                    <a:close/>
                    <a:moveTo>
                      <a:pt x="137" y="0"/>
                    </a:moveTo>
                    <a:lnTo>
                      <a:pt x="106" y="0"/>
                    </a:lnTo>
                    <a:lnTo>
                      <a:pt x="106" y="31"/>
                    </a:lnTo>
                    <a:lnTo>
                      <a:pt x="127" y="31"/>
                    </a:lnTo>
                    <a:lnTo>
                      <a:pt x="127" y="71"/>
                    </a:lnTo>
                    <a:lnTo>
                      <a:pt x="106" y="71"/>
                    </a:lnTo>
                    <a:lnTo>
                      <a:pt x="106" y="154"/>
                    </a:lnTo>
                    <a:lnTo>
                      <a:pt x="137" y="154"/>
                    </a:lnTo>
                    <a:lnTo>
                      <a:pt x="137" y="130"/>
                    </a:lnTo>
                    <a:lnTo>
                      <a:pt x="118" y="130"/>
                    </a:lnTo>
                    <a:lnTo>
                      <a:pt x="118" y="130"/>
                    </a:lnTo>
                    <a:lnTo>
                      <a:pt x="118" y="90"/>
                    </a:lnTo>
                    <a:lnTo>
                      <a:pt x="137" y="90"/>
                    </a:lnTo>
                    <a:lnTo>
                      <a:pt x="137" y="0"/>
                    </a:lnTo>
                    <a:close/>
                    <a:moveTo>
                      <a:pt x="78" y="213"/>
                    </a:moveTo>
                    <a:lnTo>
                      <a:pt x="106" y="213"/>
                    </a:lnTo>
                    <a:lnTo>
                      <a:pt x="106" y="194"/>
                    </a:lnTo>
                    <a:lnTo>
                      <a:pt x="78" y="194"/>
                    </a:lnTo>
                    <a:lnTo>
                      <a:pt x="78" y="213"/>
                    </a:lnTo>
                    <a:lnTo>
                      <a:pt x="78" y="213"/>
                    </a:lnTo>
                    <a:close/>
                    <a:moveTo>
                      <a:pt x="106" y="0"/>
                    </a:moveTo>
                    <a:lnTo>
                      <a:pt x="78" y="0"/>
                    </a:lnTo>
                    <a:lnTo>
                      <a:pt x="78" y="90"/>
                    </a:lnTo>
                    <a:lnTo>
                      <a:pt x="97" y="90"/>
                    </a:lnTo>
                    <a:lnTo>
                      <a:pt x="97" y="130"/>
                    </a:lnTo>
                    <a:lnTo>
                      <a:pt x="78" y="130"/>
                    </a:lnTo>
                    <a:lnTo>
                      <a:pt x="78" y="154"/>
                    </a:lnTo>
                    <a:lnTo>
                      <a:pt x="106" y="154"/>
                    </a:lnTo>
                    <a:lnTo>
                      <a:pt x="106" y="71"/>
                    </a:lnTo>
                    <a:lnTo>
                      <a:pt x="87" y="71"/>
                    </a:lnTo>
                    <a:lnTo>
                      <a:pt x="87" y="31"/>
                    </a:lnTo>
                    <a:lnTo>
                      <a:pt x="87" y="31"/>
                    </a:lnTo>
                    <a:lnTo>
                      <a:pt x="106" y="31"/>
                    </a:lnTo>
                    <a:lnTo>
                      <a:pt x="106" y="0"/>
                    </a:lnTo>
                    <a:close/>
                    <a:moveTo>
                      <a:pt x="47" y="213"/>
                    </a:moveTo>
                    <a:lnTo>
                      <a:pt x="78" y="213"/>
                    </a:lnTo>
                    <a:lnTo>
                      <a:pt x="78" y="194"/>
                    </a:lnTo>
                    <a:lnTo>
                      <a:pt x="78" y="154"/>
                    </a:lnTo>
                    <a:lnTo>
                      <a:pt x="78" y="130"/>
                    </a:lnTo>
                    <a:lnTo>
                      <a:pt x="56" y="130"/>
                    </a:lnTo>
                    <a:lnTo>
                      <a:pt x="56" y="130"/>
                    </a:lnTo>
                    <a:lnTo>
                      <a:pt x="56" y="90"/>
                    </a:lnTo>
                    <a:lnTo>
                      <a:pt x="78" y="90"/>
                    </a:lnTo>
                    <a:lnTo>
                      <a:pt x="78" y="0"/>
                    </a:lnTo>
                    <a:lnTo>
                      <a:pt x="47" y="0"/>
                    </a:lnTo>
                    <a:lnTo>
                      <a:pt x="47" y="31"/>
                    </a:lnTo>
                    <a:lnTo>
                      <a:pt x="66" y="31"/>
                    </a:lnTo>
                    <a:lnTo>
                      <a:pt x="66" y="71"/>
                    </a:lnTo>
                    <a:lnTo>
                      <a:pt x="47" y="71"/>
                    </a:lnTo>
                    <a:lnTo>
                      <a:pt x="47" y="213"/>
                    </a:lnTo>
                    <a:close/>
                    <a:moveTo>
                      <a:pt x="0" y="213"/>
                    </a:moveTo>
                    <a:lnTo>
                      <a:pt x="47" y="213"/>
                    </a:lnTo>
                    <a:lnTo>
                      <a:pt x="47" y="71"/>
                    </a:lnTo>
                    <a:lnTo>
                      <a:pt x="26" y="71"/>
                    </a:lnTo>
                    <a:lnTo>
                      <a:pt x="26" y="31"/>
                    </a:lnTo>
                    <a:lnTo>
                      <a:pt x="26" y="31"/>
                    </a:lnTo>
                    <a:lnTo>
                      <a:pt x="47" y="31"/>
                    </a:lnTo>
                    <a:lnTo>
                      <a:pt x="47" y="0"/>
                    </a:lnTo>
                    <a:lnTo>
                      <a:pt x="0" y="0"/>
                    </a:lnTo>
                    <a:lnTo>
                      <a:pt x="0" y="2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6" name="Freeform 175"/>
              <p:cNvSpPr>
                <a:spLocks/>
              </p:cNvSpPr>
              <p:nvPr/>
            </p:nvSpPr>
            <p:spPr bwMode="auto">
              <a:xfrm>
                <a:off x="-2574925" y="2665412"/>
                <a:ext cx="420688" cy="101600"/>
              </a:xfrm>
              <a:custGeom>
                <a:avLst/>
                <a:gdLst>
                  <a:gd name="T0" fmla="*/ 0 w 112"/>
                  <a:gd name="T1" fmla="*/ 13 h 27"/>
                  <a:gd name="T2" fmla="*/ 8 w 112"/>
                  <a:gd name="T3" fmla="*/ 27 h 27"/>
                  <a:gd name="T4" fmla="*/ 56 w 112"/>
                  <a:gd name="T5" fmla="*/ 16 h 27"/>
                  <a:gd name="T6" fmla="*/ 104 w 112"/>
                  <a:gd name="T7" fmla="*/ 27 h 27"/>
                  <a:gd name="T8" fmla="*/ 112 w 112"/>
                  <a:gd name="T9" fmla="*/ 13 h 27"/>
                  <a:gd name="T10" fmla="*/ 56 w 112"/>
                  <a:gd name="T11" fmla="*/ 0 h 27"/>
                  <a:gd name="T12" fmla="*/ 0 w 112"/>
                  <a:gd name="T13" fmla="*/ 13 h 27"/>
                </a:gdLst>
                <a:ahLst/>
                <a:cxnLst>
                  <a:cxn ang="0">
                    <a:pos x="T0" y="T1"/>
                  </a:cxn>
                  <a:cxn ang="0">
                    <a:pos x="T2" y="T3"/>
                  </a:cxn>
                  <a:cxn ang="0">
                    <a:pos x="T4" y="T5"/>
                  </a:cxn>
                  <a:cxn ang="0">
                    <a:pos x="T6" y="T7"/>
                  </a:cxn>
                  <a:cxn ang="0">
                    <a:pos x="T8" y="T9"/>
                  </a:cxn>
                  <a:cxn ang="0">
                    <a:pos x="T10" y="T11"/>
                  </a:cxn>
                  <a:cxn ang="0">
                    <a:pos x="T12" y="T13"/>
                  </a:cxn>
                </a:cxnLst>
                <a:rect l="0" t="0" r="r" b="b"/>
                <a:pathLst>
                  <a:path w="112" h="27">
                    <a:moveTo>
                      <a:pt x="0" y="13"/>
                    </a:moveTo>
                    <a:cubicBezTo>
                      <a:pt x="8" y="27"/>
                      <a:pt x="8" y="27"/>
                      <a:pt x="8" y="27"/>
                    </a:cubicBezTo>
                    <a:cubicBezTo>
                      <a:pt x="21" y="20"/>
                      <a:pt x="38" y="16"/>
                      <a:pt x="56" y="16"/>
                    </a:cubicBezTo>
                    <a:cubicBezTo>
                      <a:pt x="74" y="16"/>
                      <a:pt x="91" y="20"/>
                      <a:pt x="104" y="27"/>
                    </a:cubicBezTo>
                    <a:cubicBezTo>
                      <a:pt x="112" y="13"/>
                      <a:pt x="112" y="13"/>
                      <a:pt x="112" y="13"/>
                    </a:cubicBezTo>
                    <a:cubicBezTo>
                      <a:pt x="96" y="5"/>
                      <a:pt x="76" y="0"/>
                      <a:pt x="56" y="0"/>
                    </a:cubicBezTo>
                    <a:cubicBezTo>
                      <a:pt x="36" y="0"/>
                      <a:pt x="16" y="5"/>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7" name="Freeform 176"/>
              <p:cNvSpPr>
                <a:spLocks/>
              </p:cNvSpPr>
              <p:nvPr/>
            </p:nvSpPr>
            <p:spPr bwMode="auto">
              <a:xfrm>
                <a:off x="-2646363" y="2552700"/>
                <a:ext cx="563563" cy="117475"/>
              </a:xfrm>
              <a:custGeom>
                <a:avLst/>
                <a:gdLst>
                  <a:gd name="T0" fmla="*/ 150 w 150"/>
                  <a:gd name="T1" fmla="*/ 17 h 31"/>
                  <a:gd name="T2" fmla="*/ 75 w 150"/>
                  <a:gd name="T3" fmla="*/ 0 h 31"/>
                  <a:gd name="T4" fmla="*/ 0 w 150"/>
                  <a:gd name="T5" fmla="*/ 17 h 31"/>
                  <a:gd name="T6" fmla="*/ 8 w 150"/>
                  <a:gd name="T7" fmla="*/ 31 h 31"/>
                  <a:gd name="T8" fmla="*/ 75 w 150"/>
                  <a:gd name="T9" fmla="*/ 15 h 31"/>
                  <a:gd name="T10" fmla="*/ 142 w 150"/>
                  <a:gd name="T11" fmla="*/ 31 h 31"/>
                  <a:gd name="T12" fmla="*/ 150 w 150"/>
                  <a:gd name="T13" fmla="*/ 17 h 31"/>
                </a:gdLst>
                <a:ahLst/>
                <a:cxnLst>
                  <a:cxn ang="0">
                    <a:pos x="T0" y="T1"/>
                  </a:cxn>
                  <a:cxn ang="0">
                    <a:pos x="T2" y="T3"/>
                  </a:cxn>
                  <a:cxn ang="0">
                    <a:pos x="T4" y="T5"/>
                  </a:cxn>
                  <a:cxn ang="0">
                    <a:pos x="T6" y="T7"/>
                  </a:cxn>
                  <a:cxn ang="0">
                    <a:pos x="T8" y="T9"/>
                  </a:cxn>
                  <a:cxn ang="0">
                    <a:pos x="T10" y="T11"/>
                  </a:cxn>
                  <a:cxn ang="0">
                    <a:pos x="T12" y="T13"/>
                  </a:cxn>
                </a:cxnLst>
                <a:rect l="0" t="0" r="r" b="b"/>
                <a:pathLst>
                  <a:path w="150" h="31">
                    <a:moveTo>
                      <a:pt x="150" y="17"/>
                    </a:moveTo>
                    <a:cubicBezTo>
                      <a:pt x="129" y="6"/>
                      <a:pt x="102" y="0"/>
                      <a:pt x="75" y="0"/>
                    </a:cubicBezTo>
                    <a:cubicBezTo>
                      <a:pt x="48" y="0"/>
                      <a:pt x="21" y="6"/>
                      <a:pt x="0" y="17"/>
                    </a:cubicBezTo>
                    <a:cubicBezTo>
                      <a:pt x="8" y="31"/>
                      <a:pt x="8" y="31"/>
                      <a:pt x="8" y="31"/>
                    </a:cubicBezTo>
                    <a:cubicBezTo>
                      <a:pt x="27" y="21"/>
                      <a:pt x="50" y="15"/>
                      <a:pt x="75" y="15"/>
                    </a:cubicBezTo>
                    <a:cubicBezTo>
                      <a:pt x="100" y="15"/>
                      <a:pt x="123" y="21"/>
                      <a:pt x="142" y="31"/>
                    </a:cubicBezTo>
                    <a:lnTo>
                      <a:pt x="15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8" name="Freeform 177"/>
              <p:cNvSpPr>
                <a:spLocks/>
              </p:cNvSpPr>
              <p:nvPr/>
            </p:nvSpPr>
            <p:spPr bwMode="auto">
              <a:xfrm>
                <a:off x="-4422775" y="5965825"/>
                <a:ext cx="130175" cy="195263"/>
              </a:xfrm>
              <a:custGeom>
                <a:avLst/>
                <a:gdLst>
                  <a:gd name="T0" fmla="*/ 25 w 35"/>
                  <a:gd name="T1" fmla="*/ 49 h 52"/>
                  <a:gd name="T2" fmla="*/ 30 w 35"/>
                  <a:gd name="T3" fmla="*/ 41 h 52"/>
                  <a:gd name="T4" fmla="*/ 10 w 35"/>
                  <a:gd name="T5" fmla="*/ 8 h 52"/>
                  <a:gd name="T6" fmla="*/ 5 w 35"/>
                  <a:gd name="T7" fmla="*/ 0 h 52"/>
                  <a:gd name="T8" fmla="*/ 0 w 35"/>
                  <a:gd name="T9" fmla="*/ 9 h 52"/>
                  <a:gd name="T10" fmla="*/ 25 w 35"/>
                  <a:gd name="T11" fmla="*/ 49 h 52"/>
                </a:gdLst>
                <a:ahLst/>
                <a:cxnLst>
                  <a:cxn ang="0">
                    <a:pos x="T0" y="T1"/>
                  </a:cxn>
                  <a:cxn ang="0">
                    <a:pos x="T2" y="T3"/>
                  </a:cxn>
                  <a:cxn ang="0">
                    <a:pos x="T4" y="T5"/>
                  </a:cxn>
                  <a:cxn ang="0">
                    <a:pos x="T6" y="T7"/>
                  </a:cxn>
                  <a:cxn ang="0">
                    <a:pos x="T8" y="T9"/>
                  </a:cxn>
                  <a:cxn ang="0">
                    <a:pos x="T10" y="T11"/>
                  </a:cxn>
                </a:cxnLst>
                <a:rect l="0" t="0" r="r" b="b"/>
                <a:pathLst>
                  <a:path w="35" h="52">
                    <a:moveTo>
                      <a:pt x="25" y="49"/>
                    </a:moveTo>
                    <a:cubicBezTo>
                      <a:pt x="31" y="52"/>
                      <a:pt x="35" y="44"/>
                      <a:pt x="30" y="41"/>
                    </a:cubicBezTo>
                    <a:cubicBezTo>
                      <a:pt x="18" y="34"/>
                      <a:pt x="10" y="21"/>
                      <a:pt x="10" y="8"/>
                    </a:cubicBezTo>
                    <a:cubicBezTo>
                      <a:pt x="8" y="5"/>
                      <a:pt x="6" y="3"/>
                      <a:pt x="5" y="0"/>
                    </a:cubicBezTo>
                    <a:cubicBezTo>
                      <a:pt x="4" y="3"/>
                      <a:pt x="2" y="6"/>
                      <a:pt x="0" y="9"/>
                    </a:cubicBezTo>
                    <a:cubicBezTo>
                      <a:pt x="1" y="25"/>
                      <a:pt x="11" y="41"/>
                      <a:pt x="25"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9" name="Freeform 178"/>
              <p:cNvSpPr>
                <a:spLocks/>
              </p:cNvSpPr>
              <p:nvPr/>
            </p:nvSpPr>
            <p:spPr bwMode="auto">
              <a:xfrm>
                <a:off x="-4333875" y="5613400"/>
                <a:ext cx="206375" cy="198438"/>
              </a:xfrm>
              <a:custGeom>
                <a:avLst/>
                <a:gdLst>
                  <a:gd name="T0" fmla="*/ 50 w 55"/>
                  <a:gd name="T1" fmla="*/ 17 h 53"/>
                  <a:gd name="T2" fmla="*/ 26 w 55"/>
                  <a:gd name="T3" fmla="*/ 0 h 53"/>
                  <a:gd name="T4" fmla="*/ 20 w 55"/>
                  <a:gd name="T5" fmla="*/ 1 h 53"/>
                  <a:gd name="T6" fmla="*/ 0 w 55"/>
                  <a:gd name="T7" fmla="*/ 13 h 53"/>
                  <a:gd name="T8" fmla="*/ 6 w 55"/>
                  <a:gd name="T9" fmla="*/ 18 h 53"/>
                  <a:gd name="T10" fmla="*/ 16 w 55"/>
                  <a:gd name="T11" fmla="*/ 14 h 53"/>
                  <a:gd name="T12" fmla="*/ 20 w 55"/>
                  <a:gd name="T13" fmla="*/ 14 h 53"/>
                  <a:gd name="T14" fmla="*/ 34 w 55"/>
                  <a:gd name="T15" fmla="*/ 23 h 53"/>
                  <a:gd name="T16" fmla="*/ 26 w 55"/>
                  <a:gd name="T17" fmla="*/ 41 h 53"/>
                  <a:gd name="T18" fmla="*/ 15 w 55"/>
                  <a:gd name="T19" fmla="*/ 45 h 53"/>
                  <a:gd name="T20" fmla="*/ 14 w 55"/>
                  <a:gd name="T21" fmla="*/ 52 h 53"/>
                  <a:gd name="T22" fmla="*/ 21 w 55"/>
                  <a:gd name="T23" fmla="*/ 53 h 53"/>
                  <a:gd name="T24" fmla="*/ 38 w 55"/>
                  <a:gd name="T25" fmla="*/ 49 h 53"/>
                  <a:gd name="T26" fmla="*/ 50 w 55"/>
                  <a:gd name="T27" fmla="*/ 1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53">
                    <a:moveTo>
                      <a:pt x="50" y="17"/>
                    </a:moveTo>
                    <a:cubicBezTo>
                      <a:pt x="46" y="6"/>
                      <a:pt x="36" y="0"/>
                      <a:pt x="26" y="0"/>
                    </a:cubicBezTo>
                    <a:cubicBezTo>
                      <a:pt x="24" y="0"/>
                      <a:pt x="22" y="0"/>
                      <a:pt x="20" y="1"/>
                    </a:cubicBezTo>
                    <a:cubicBezTo>
                      <a:pt x="13" y="2"/>
                      <a:pt x="6" y="7"/>
                      <a:pt x="0" y="13"/>
                    </a:cubicBezTo>
                    <a:cubicBezTo>
                      <a:pt x="2" y="15"/>
                      <a:pt x="4" y="17"/>
                      <a:pt x="6" y="18"/>
                    </a:cubicBezTo>
                    <a:cubicBezTo>
                      <a:pt x="9" y="16"/>
                      <a:pt x="13" y="15"/>
                      <a:pt x="16" y="14"/>
                    </a:cubicBezTo>
                    <a:cubicBezTo>
                      <a:pt x="17" y="14"/>
                      <a:pt x="18" y="14"/>
                      <a:pt x="20" y="14"/>
                    </a:cubicBezTo>
                    <a:cubicBezTo>
                      <a:pt x="26" y="14"/>
                      <a:pt x="32" y="17"/>
                      <a:pt x="34" y="23"/>
                    </a:cubicBezTo>
                    <a:cubicBezTo>
                      <a:pt x="36" y="30"/>
                      <a:pt x="33" y="37"/>
                      <a:pt x="26" y="41"/>
                    </a:cubicBezTo>
                    <a:cubicBezTo>
                      <a:pt x="23" y="43"/>
                      <a:pt x="19" y="44"/>
                      <a:pt x="15" y="45"/>
                    </a:cubicBezTo>
                    <a:cubicBezTo>
                      <a:pt x="15" y="47"/>
                      <a:pt x="15" y="50"/>
                      <a:pt x="14" y="52"/>
                    </a:cubicBezTo>
                    <a:cubicBezTo>
                      <a:pt x="16" y="53"/>
                      <a:pt x="19" y="53"/>
                      <a:pt x="21" y="53"/>
                    </a:cubicBezTo>
                    <a:cubicBezTo>
                      <a:pt x="27" y="53"/>
                      <a:pt x="33" y="52"/>
                      <a:pt x="38" y="49"/>
                    </a:cubicBezTo>
                    <a:cubicBezTo>
                      <a:pt x="49" y="43"/>
                      <a:pt x="55" y="29"/>
                      <a:pt x="5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0" name="Freeform 179"/>
              <p:cNvSpPr>
                <a:spLocks/>
              </p:cNvSpPr>
              <p:nvPr/>
            </p:nvSpPr>
            <p:spPr bwMode="auto">
              <a:xfrm>
                <a:off x="-4521200" y="5489575"/>
                <a:ext cx="198438" cy="176213"/>
              </a:xfrm>
              <a:custGeom>
                <a:avLst/>
                <a:gdLst>
                  <a:gd name="T0" fmla="*/ 52 w 53"/>
                  <a:gd name="T1" fmla="*/ 22 h 47"/>
                  <a:gd name="T2" fmla="*/ 27 w 53"/>
                  <a:gd name="T3" fmla="*/ 0 h 47"/>
                  <a:gd name="T4" fmla="*/ 25 w 53"/>
                  <a:gd name="T5" fmla="*/ 1 h 47"/>
                  <a:gd name="T6" fmla="*/ 1 w 53"/>
                  <a:gd name="T7" fmla="*/ 24 h 47"/>
                  <a:gd name="T8" fmla="*/ 7 w 53"/>
                  <a:gd name="T9" fmla="*/ 47 h 47"/>
                  <a:gd name="T10" fmla="*/ 13 w 53"/>
                  <a:gd name="T11" fmla="*/ 43 h 47"/>
                  <a:gd name="T12" fmla="*/ 12 w 53"/>
                  <a:gd name="T13" fmla="*/ 32 h 47"/>
                  <a:gd name="T14" fmla="*/ 26 w 53"/>
                  <a:gd name="T15" fmla="*/ 18 h 47"/>
                  <a:gd name="T16" fmla="*/ 27 w 53"/>
                  <a:gd name="T17" fmla="*/ 18 h 47"/>
                  <a:gd name="T18" fmla="*/ 41 w 53"/>
                  <a:gd name="T19" fmla="*/ 31 h 47"/>
                  <a:gd name="T20" fmla="*/ 41 w 53"/>
                  <a:gd name="T21" fmla="*/ 42 h 47"/>
                  <a:gd name="T22" fmla="*/ 48 w 53"/>
                  <a:gd name="T23" fmla="*/ 45 h 47"/>
                  <a:gd name="T24" fmla="*/ 52 w 53"/>
                  <a:gd name="T25" fmla="*/ 2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47">
                    <a:moveTo>
                      <a:pt x="52" y="22"/>
                    </a:moveTo>
                    <a:cubicBezTo>
                      <a:pt x="50" y="10"/>
                      <a:pt x="40" y="0"/>
                      <a:pt x="27" y="0"/>
                    </a:cubicBezTo>
                    <a:cubicBezTo>
                      <a:pt x="26" y="0"/>
                      <a:pt x="26" y="0"/>
                      <a:pt x="25" y="1"/>
                    </a:cubicBezTo>
                    <a:cubicBezTo>
                      <a:pt x="12" y="1"/>
                      <a:pt x="2" y="12"/>
                      <a:pt x="1" y="24"/>
                    </a:cubicBezTo>
                    <a:cubicBezTo>
                      <a:pt x="0" y="32"/>
                      <a:pt x="2" y="40"/>
                      <a:pt x="7" y="47"/>
                    </a:cubicBezTo>
                    <a:cubicBezTo>
                      <a:pt x="9" y="46"/>
                      <a:pt x="11" y="44"/>
                      <a:pt x="13" y="43"/>
                    </a:cubicBezTo>
                    <a:cubicBezTo>
                      <a:pt x="12" y="39"/>
                      <a:pt x="12" y="35"/>
                      <a:pt x="12" y="32"/>
                    </a:cubicBezTo>
                    <a:cubicBezTo>
                      <a:pt x="13" y="24"/>
                      <a:pt x="19" y="18"/>
                      <a:pt x="26" y="18"/>
                    </a:cubicBezTo>
                    <a:cubicBezTo>
                      <a:pt x="26" y="18"/>
                      <a:pt x="26" y="18"/>
                      <a:pt x="27" y="18"/>
                    </a:cubicBezTo>
                    <a:cubicBezTo>
                      <a:pt x="34" y="18"/>
                      <a:pt x="39" y="23"/>
                      <a:pt x="41" y="31"/>
                    </a:cubicBezTo>
                    <a:cubicBezTo>
                      <a:pt x="42" y="34"/>
                      <a:pt x="42" y="38"/>
                      <a:pt x="41" y="42"/>
                    </a:cubicBezTo>
                    <a:cubicBezTo>
                      <a:pt x="44" y="43"/>
                      <a:pt x="46" y="44"/>
                      <a:pt x="48" y="45"/>
                    </a:cubicBezTo>
                    <a:cubicBezTo>
                      <a:pt x="52" y="37"/>
                      <a:pt x="53" y="29"/>
                      <a:pt x="5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1" name="Freeform 180"/>
              <p:cNvSpPr>
                <a:spLocks/>
              </p:cNvSpPr>
              <p:nvPr/>
            </p:nvSpPr>
            <p:spPr bwMode="auto">
              <a:xfrm>
                <a:off x="-4452938" y="5737225"/>
                <a:ext cx="77788" cy="79375"/>
              </a:xfrm>
              <a:custGeom>
                <a:avLst/>
                <a:gdLst>
                  <a:gd name="T0" fmla="*/ 11 w 21"/>
                  <a:gd name="T1" fmla="*/ 0 h 21"/>
                  <a:gd name="T2" fmla="*/ 11 w 21"/>
                  <a:gd name="T3" fmla="*/ 0 h 21"/>
                  <a:gd name="T4" fmla="*/ 0 w 21"/>
                  <a:gd name="T5" fmla="*/ 10 h 21"/>
                  <a:gd name="T6" fmla="*/ 11 w 21"/>
                  <a:gd name="T7" fmla="*/ 21 h 21"/>
                  <a:gd name="T8" fmla="*/ 11 w 21"/>
                  <a:gd name="T9" fmla="*/ 21 h 21"/>
                  <a:gd name="T10" fmla="*/ 21 w 21"/>
                  <a:gd name="T11" fmla="*/ 10 h 21"/>
                  <a:gd name="T12" fmla="*/ 11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11" y="0"/>
                    </a:moveTo>
                    <a:cubicBezTo>
                      <a:pt x="11" y="0"/>
                      <a:pt x="11" y="0"/>
                      <a:pt x="11" y="0"/>
                    </a:cubicBezTo>
                    <a:cubicBezTo>
                      <a:pt x="5" y="0"/>
                      <a:pt x="1" y="4"/>
                      <a:pt x="0" y="10"/>
                    </a:cubicBezTo>
                    <a:cubicBezTo>
                      <a:pt x="0" y="16"/>
                      <a:pt x="5" y="20"/>
                      <a:pt x="11" y="21"/>
                    </a:cubicBezTo>
                    <a:cubicBezTo>
                      <a:pt x="11" y="21"/>
                      <a:pt x="11" y="21"/>
                      <a:pt x="11" y="21"/>
                    </a:cubicBezTo>
                    <a:cubicBezTo>
                      <a:pt x="16" y="21"/>
                      <a:pt x="21" y="16"/>
                      <a:pt x="21" y="10"/>
                    </a:cubicBezTo>
                    <a:cubicBezTo>
                      <a:pt x="21" y="5"/>
                      <a:pt x="17"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2" name="Freeform 181"/>
              <p:cNvSpPr>
                <a:spLocks noEditPoints="1"/>
              </p:cNvSpPr>
              <p:nvPr/>
            </p:nvSpPr>
            <p:spPr bwMode="auto">
              <a:xfrm>
                <a:off x="-4532313" y="5654675"/>
                <a:ext cx="239713" cy="239713"/>
              </a:xfrm>
              <a:custGeom>
                <a:avLst/>
                <a:gdLst>
                  <a:gd name="T0" fmla="*/ 33 w 64"/>
                  <a:gd name="T1" fmla="*/ 0 h 64"/>
                  <a:gd name="T2" fmla="*/ 32 w 64"/>
                  <a:gd name="T3" fmla="*/ 0 h 64"/>
                  <a:gd name="T4" fmla="*/ 32 w 64"/>
                  <a:gd name="T5" fmla="*/ 11 h 64"/>
                  <a:gd name="T6" fmla="*/ 32 w 64"/>
                  <a:gd name="T7" fmla="*/ 11 h 64"/>
                  <a:gd name="T8" fmla="*/ 53 w 64"/>
                  <a:gd name="T9" fmla="*/ 33 h 64"/>
                  <a:gd name="T10" fmla="*/ 53 w 64"/>
                  <a:gd name="T11" fmla="*/ 33 h 64"/>
                  <a:gd name="T12" fmla="*/ 32 w 64"/>
                  <a:gd name="T13" fmla="*/ 53 h 64"/>
                  <a:gd name="T14" fmla="*/ 32 w 64"/>
                  <a:gd name="T15" fmla="*/ 53 h 64"/>
                  <a:gd name="T16" fmla="*/ 32 w 64"/>
                  <a:gd name="T17" fmla="*/ 64 h 64"/>
                  <a:gd name="T18" fmla="*/ 32 w 64"/>
                  <a:gd name="T19" fmla="*/ 64 h 64"/>
                  <a:gd name="T20" fmla="*/ 64 w 64"/>
                  <a:gd name="T21" fmla="*/ 33 h 64"/>
                  <a:gd name="T22" fmla="*/ 33 w 64"/>
                  <a:gd name="T23" fmla="*/ 0 h 64"/>
                  <a:gd name="T24" fmla="*/ 32 w 64"/>
                  <a:gd name="T25" fmla="*/ 0 h 64"/>
                  <a:gd name="T26" fmla="*/ 32 w 64"/>
                  <a:gd name="T27" fmla="*/ 0 h 64"/>
                  <a:gd name="T28" fmla="*/ 0 w 64"/>
                  <a:gd name="T29" fmla="*/ 31 h 64"/>
                  <a:gd name="T30" fmla="*/ 31 w 64"/>
                  <a:gd name="T31" fmla="*/ 64 h 64"/>
                  <a:gd name="T32" fmla="*/ 32 w 64"/>
                  <a:gd name="T33" fmla="*/ 64 h 64"/>
                  <a:gd name="T34" fmla="*/ 32 w 64"/>
                  <a:gd name="T35" fmla="*/ 53 h 64"/>
                  <a:gd name="T36" fmla="*/ 31 w 64"/>
                  <a:gd name="T37" fmla="*/ 53 h 64"/>
                  <a:gd name="T38" fmla="*/ 11 w 64"/>
                  <a:gd name="T39" fmla="*/ 32 h 64"/>
                  <a:gd name="T40" fmla="*/ 32 w 64"/>
                  <a:gd name="T41" fmla="*/ 11 h 64"/>
                  <a:gd name="T42" fmla="*/ 32 w 64"/>
                  <a:gd name="T43" fmla="*/ 11 h 64"/>
                  <a:gd name="T44" fmla="*/ 32 w 64"/>
                  <a:gd name="T4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64">
                    <a:moveTo>
                      <a:pt x="33" y="0"/>
                    </a:moveTo>
                    <a:cubicBezTo>
                      <a:pt x="32" y="0"/>
                      <a:pt x="32" y="0"/>
                      <a:pt x="32" y="0"/>
                    </a:cubicBezTo>
                    <a:cubicBezTo>
                      <a:pt x="32" y="11"/>
                      <a:pt x="32" y="11"/>
                      <a:pt x="32" y="11"/>
                    </a:cubicBezTo>
                    <a:cubicBezTo>
                      <a:pt x="32" y="11"/>
                      <a:pt x="32" y="11"/>
                      <a:pt x="32" y="11"/>
                    </a:cubicBezTo>
                    <a:cubicBezTo>
                      <a:pt x="44" y="11"/>
                      <a:pt x="53" y="21"/>
                      <a:pt x="53" y="33"/>
                    </a:cubicBezTo>
                    <a:cubicBezTo>
                      <a:pt x="53" y="33"/>
                      <a:pt x="53" y="33"/>
                      <a:pt x="53" y="33"/>
                    </a:cubicBezTo>
                    <a:cubicBezTo>
                      <a:pt x="53" y="44"/>
                      <a:pt x="43" y="53"/>
                      <a:pt x="32" y="53"/>
                    </a:cubicBezTo>
                    <a:cubicBezTo>
                      <a:pt x="32" y="53"/>
                      <a:pt x="32" y="53"/>
                      <a:pt x="32" y="53"/>
                    </a:cubicBezTo>
                    <a:cubicBezTo>
                      <a:pt x="32" y="64"/>
                      <a:pt x="32" y="64"/>
                      <a:pt x="32" y="64"/>
                    </a:cubicBezTo>
                    <a:cubicBezTo>
                      <a:pt x="32" y="64"/>
                      <a:pt x="32" y="64"/>
                      <a:pt x="32" y="64"/>
                    </a:cubicBezTo>
                    <a:cubicBezTo>
                      <a:pt x="49" y="64"/>
                      <a:pt x="63" y="50"/>
                      <a:pt x="64" y="33"/>
                    </a:cubicBezTo>
                    <a:cubicBezTo>
                      <a:pt x="64" y="15"/>
                      <a:pt x="50" y="1"/>
                      <a:pt x="33" y="0"/>
                    </a:cubicBezTo>
                    <a:close/>
                    <a:moveTo>
                      <a:pt x="32" y="0"/>
                    </a:moveTo>
                    <a:cubicBezTo>
                      <a:pt x="32" y="0"/>
                      <a:pt x="32" y="0"/>
                      <a:pt x="32" y="0"/>
                    </a:cubicBezTo>
                    <a:cubicBezTo>
                      <a:pt x="15" y="0"/>
                      <a:pt x="1" y="14"/>
                      <a:pt x="0" y="31"/>
                    </a:cubicBezTo>
                    <a:cubicBezTo>
                      <a:pt x="0" y="49"/>
                      <a:pt x="14" y="64"/>
                      <a:pt x="31" y="64"/>
                    </a:cubicBezTo>
                    <a:cubicBezTo>
                      <a:pt x="31" y="64"/>
                      <a:pt x="32" y="64"/>
                      <a:pt x="32" y="64"/>
                    </a:cubicBezTo>
                    <a:cubicBezTo>
                      <a:pt x="32" y="53"/>
                      <a:pt x="32" y="53"/>
                      <a:pt x="32" y="53"/>
                    </a:cubicBezTo>
                    <a:cubicBezTo>
                      <a:pt x="31" y="53"/>
                      <a:pt x="31" y="53"/>
                      <a:pt x="31" y="53"/>
                    </a:cubicBezTo>
                    <a:cubicBezTo>
                      <a:pt x="20" y="53"/>
                      <a:pt x="10" y="43"/>
                      <a:pt x="11" y="32"/>
                    </a:cubicBezTo>
                    <a:cubicBezTo>
                      <a:pt x="11" y="20"/>
                      <a:pt x="20" y="11"/>
                      <a:pt x="32" y="11"/>
                    </a:cubicBezTo>
                    <a:cubicBezTo>
                      <a:pt x="32" y="11"/>
                      <a:pt x="32" y="11"/>
                      <a:pt x="32" y="11"/>
                    </a:cubicBez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3" name="Freeform 182"/>
              <p:cNvSpPr>
                <a:spLocks/>
              </p:cNvSpPr>
              <p:nvPr/>
            </p:nvSpPr>
            <p:spPr bwMode="auto">
              <a:xfrm>
                <a:off x="-4625975" y="5827713"/>
                <a:ext cx="214313" cy="201613"/>
              </a:xfrm>
              <a:custGeom>
                <a:avLst/>
                <a:gdLst>
                  <a:gd name="T0" fmla="*/ 27 w 57"/>
                  <a:gd name="T1" fmla="*/ 7 h 54"/>
                  <a:gd name="T2" fmla="*/ 23 w 57"/>
                  <a:gd name="T3" fmla="*/ 0 h 54"/>
                  <a:gd name="T4" fmla="*/ 5 w 57"/>
                  <a:gd name="T5" fmla="*/ 17 h 54"/>
                  <a:gd name="T6" fmla="*/ 15 w 57"/>
                  <a:gd name="T7" fmla="*/ 50 h 54"/>
                  <a:gd name="T8" fmla="*/ 29 w 57"/>
                  <a:gd name="T9" fmla="*/ 54 h 54"/>
                  <a:gd name="T10" fmla="*/ 48 w 57"/>
                  <a:gd name="T11" fmla="*/ 46 h 54"/>
                  <a:gd name="T12" fmla="*/ 57 w 57"/>
                  <a:gd name="T13" fmla="*/ 23 h 54"/>
                  <a:gd name="T14" fmla="*/ 56 w 57"/>
                  <a:gd name="T15" fmla="*/ 23 h 54"/>
                  <a:gd name="T16" fmla="*/ 56 w 57"/>
                  <a:gd name="T17" fmla="*/ 23 h 54"/>
                  <a:gd name="T18" fmla="*/ 50 w 57"/>
                  <a:gd name="T19" fmla="*/ 22 h 54"/>
                  <a:gd name="T20" fmla="*/ 44 w 57"/>
                  <a:gd name="T21" fmla="*/ 32 h 54"/>
                  <a:gd name="T22" fmla="*/ 31 w 57"/>
                  <a:gd name="T23" fmla="*/ 38 h 54"/>
                  <a:gd name="T24" fmla="*/ 24 w 57"/>
                  <a:gd name="T25" fmla="*/ 36 h 54"/>
                  <a:gd name="T26" fmla="*/ 20 w 57"/>
                  <a:gd name="T27" fmla="*/ 16 h 54"/>
                  <a:gd name="T28" fmla="*/ 27 w 57"/>
                  <a:gd name="T29" fmla="*/ 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54">
                    <a:moveTo>
                      <a:pt x="27" y="7"/>
                    </a:moveTo>
                    <a:cubicBezTo>
                      <a:pt x="25" y="5"/>
                      <a:pt x="24" y="2"/>
                      <a:pt x="23" y="0"/>
                    </a:cubicBezTo>
                    <a:cubicBezTo>
                      <a:pt x="15" y="5"/>
                      <a:pt x="9" y="10"/>
                      <a:pt x="5" y="17"/>
                    </a:cubicBezTo>
                    <a:cubicBezTo>
                      <a:pt x="0" y="28"/>
                      <a:pt x="3" y="43"/>
                      <a:pt x="15" y="50"/>
                    </a:cubicBezTo>
                    <a:cubicBezTo>
                      <a:pt x="19" y="53"/>
                      <a:pt x="24" y="54"/>
                      <a:pt x="29" y="54"/>
                    </a:cubicBezTo>
                    <a:cubicBezTo>
                      <a:pt x="36" y="54"/>
                      <a:pt x="43" y="51"/>
                      <a:pt x="48" y="46"/>
                    </a:cubicBezTo>
                    <a:cubicBezTo>
                      <a:pt x="54" y="40"/>
                      <a:pt x="56" y="32"/>
                      <a:pt x="57" y="23"/>
                    </a:cubicBezTo>
                    <a:cubicBezTo>
                      <a:pt x="57" y="23"/>
                      <a:pt x="56" y="23"/>
                      <a:pt x="56" y="23"/>
                    </a:cubicBezTo>
                    <a:cubicBezTo>
                      <a:pt x="56" y="23"/>
                      <a:pt x="56" y="23"/>
                      <a:pt x="56" y="23"/>
                    </a:cubicBezTo>
                    <a:cubicBezTo>
                      <a:pt x="54" y="23"/>
                      <a:pt x="52" y="22"/>
                      <a:pt x="50" y="22"/>
                    </a:cubicBezTo>
                    <a:cubicBezTo>
                      <a:pt x="48" y="26"/>
                      <a:pt x="46" y="30"/>
                      <a:pt x="44" y="32"/>
                    </a:cubicBezTo>
                    <a:cubicBezTo>
                      <a:pt x="40" y="36"/>
                      <a:pt x="36" y="38"/>
                      <a:pt x="31" y="38"/>
                    </a:cubicBezTo>
                    <a:cubicBezTo>
                      <a:pt x="29" y="38"/>
                      <a:pt x="26" y="37"/>
                      <a:pt x="24" y="36"/>
                    </a:cubicBezTo>
                    <a:cubicBezTo>
                      <a:pt x="18" y="32"/>
                      <a:pt x="16" y="24"/>
                      <a:pt x="20" y="16"/>
                    </a:cubicBezTo>
                    <a:cubicBezTo>
                      <a:pt x="21" y="13"/>
                      <a:pt x="23" y="10"/>
                      <a:pt x="2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4" name="Freeform 183"/>
              <p:cNvSpPr>
                <a:spLocks/>
              </p:cNvSpPr>
              <p:nvPr/>
            </p:nvSpPr>
            <p:spPr bwMode="auto">
              <a:xfrm>
                <a:off x="-4405313" y="5816600"/>
                <a:ext cx="219075" cy="206375"/>
              </a:xfrm>
              <a:custGeom>
                <a:avLst/>
                <a:gdLst>
                  <a:gd name="T0" fmla="*/ 45 w 58"/>
                  <a:gd name="T1" fmla="*/ 49 h 55"/>
                  <a:gd name="T2" fmla="*/ 51 w 58"/>
                  <a:gd name="T3" fmla="*/ 16 h 55"/>
                  <a:gd name="T4" fmla="*/ 33 w 58"/>
                  <a:gd name="T5" fmla="*/ 0 h 55"/>
                  <a:gd name="T6" fmla="*/ 30 w 58"/>
                  <a:gd name="T7" fmla="*/ 7 h 55"/>
                  <a:gd name="T8" fmla="*/ 37 w 58"/>
                  <a:gd name="T9" fmla="*/ 16 h 55"/>
                  <a:gd name="T10" fmla="*/ 34 w 58"/>
                  <a:gd name="T11" fmla="*/ 36 h 55"/>
                  <a:gd name="T12" fmla="*/ 26 w 58"/>
                  <a:gd name="T13" fmla="*/ 39 h 55"/>
                  <a:gd name="T14" fmla="*/ 15 w 58"/>
                  <a:gd name="T15" fmla="*/ 34 h 55"/>
                  <a:gd name="T16" fmla="*/ 7 w 58"/>
                  <a:gd name="T17" fmla="*/ 24 h 55"/>
                  <a:gd name="T18" fmla="*/ 0 w 58"/>
                  <a:gd name="T19" fmla="*/ 26 h 55"/>
                  <a:gd name="T20" fmla="*/ 3 w 58"/>
                  <a:gd name="T21" fmla="*/ 37 h 55"/>
                  <a:gd name="T22" fmla="*/ 5 w 58"/>
                  <a:gd name="T23" fmla="*/ 39 h 55"/>
                  <a:gd name="T24" fmla="*/ 11 w 58"/>
                  <a:gd name="T25" fmla="*/ 48 h 55"/>
                  <a:gd name="T26" fmla="*/ 29 w 58"/>
                  <a:gd name="T27" fmla="*/ 55 h 55"/>
                  <a:gd name="T28" fmla="*/ 45 w 58"/>
                  <a:gd name="T29"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55">
                    <a:moveTo>
                      <a:pt x="45" y="49"/>
                    </a:moveTo>
                    <a:cubicBezTo>
                      <a:pt x="56" y="41"/>
                      <a:pt x="58" y="26"/>
                      <a:pt x="51" y="16"/>
                    </a:cubicBezTo>
                    <a:cubicBezTo>
                      <a:pt x="47" y="9"/>
                      <a:pt x="41" y="4"/>
                      <a:pt x="33" y="0"/>
                    </a:cubicBezTo>
                    <a:cubicBezTo>
                      <a:pt x="32" y="3"/>
                      <a:pt x="31" y="5"/>
                      <a:pt x="30" y="7"/>
                    </a:cubicBezTo>
                    <a:cubicBezTo>
                      <a:pt x="33" y="10"/>
                      <a:pt x="35" y="13"/>
                      <a:pt x="37" y="16"/>
                    </a:cubicBezTo>
                    <a:cubicBezTo>
                      <a:pt x="41" y="23"/>
                      <a:pt x="40" y="31"/>
                      <a:pt x="34" y="36"/>
                    </a:cubicBezTo>
                    <a:cubicBezTo>
                      <a:pt x="32" y="38"/>
                      <a:pt x="29" y="39"/>
                      <a:pt x="26" y="39"/>
                    </a:cubicBezTo>
                    <a:cubicBezTo>
                      <a:pt x="22" y="39"/>
                      <a:pt x="18" y="37"/>
                      <a:pt x="15" y="34"/>
                    </a:cubicBezTo>
                    <a:cubicBezTo>
                      <a:pt x="12" y="32"/>
                      <a:pt x="9" y="28"/>
                      <a:pt x="7" y="24"/>
                    </a:cubicBezTo>
                    <a:cubicBezTo>
                      <a:pt x="5" y="25"/>
                      <a:pt x="3" y="25"/>
                      <a:pt x="0" y="26"/>
                    </a:cubicBezTo>
                    <a:cubicBezTo>
                      <a:pt x="1" y="30"/>
                      <a:pt x="2" y="33"/>
                      <a:pt x="3" y="37"/>
                    </a:cubicBezTo>
                    <a:cubicBezTo>
                      <a:pt x="4" y="38"/>
                      <a:pt x="4" y="38"/>
                      <a:pt x="5" y="39"/>
                    </a:cubicBezTo>
                    <a:cubicBezTo>
                      <a:pt x="6" y="43"/>
                      <a:pt x="8" y="45"/>
                      <a:pt x="11" y="48"/>
                    </a:cubicBezTo>
                    <a:cubicBezTo>
                      <a:pt x="16" y="52"/>
                      <a:pt x="22" y="55"/>
                      <a:pt x="29" y="55"/>
                    </a:cubicBezTo>
                    <a:cubicBezTo>
                      <a:pt x="34" y="55"/>
                      <a:pt x="40" y="53"/>
                      <a:pt x="45"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5" name="Freeform 184"/>
              <p:cNvSpPr>
                <a:spLocks/>
              </p:cNvSpPr>
              <p:nvPr/>
            </p:nvSpPr>
            <p:spPr bwMode="auto">
              <a:xfrm>
                <a:off x="-4702175" y="5627688"/>
                <a:ext cx="200025" cy="200025"/>
              </a:xfrm>
              <a:custGeom>
                <a:avLst/>
                <a:gdLst>
                  <a:gd name="T0" fmla="*/ 18 w 53"/>
                  <a:gd name="T1" fmla="*/ 50 h 53"/>
                  <a:gd name="T2" fmla="*/ 31 w 53"/>
                  <a:gd name="T3" fmla="*/ 53 h 53"/>
                  <a:gd name="T4" fmla="*/ 43 w 53"/>
                  <a:gd name="T5" fmla="*/ 51 h 53"/>
                  <a:gd name="T6" fmla="*/ 41 w 53"/>
                  <a:gd name="T7" fmla="*/ 44 h 53"/>
                  <a:gd name="T8" fmla="*/ 29 w 53"/>
                  <a:gd name="T9" fmla="*/ 41 h 53"/>
                  <a:gd name="T10" fmla="*/ 20 w 53"/>
                  <a:gd name="T11" fmla="*/ 24 h 53"/>
                  <a:gd name="T12" fmla="*/ 35 w 53"/>
                  <a:gd name="T13" fmla="*/ 13 h 53"/>
                  <a:gd name="T14" fmla="*/ 37 w 53"/>
                  <a:gd name="T15" fmla="*/ 14 h 53"/>
                  <a:gd name="T16" fmla="*/ 48 w 53"/>
                  <a:gd name="T17" fmla="*/ 17 h 53"/>
                  <a:gd name="T18" fmla="*/ 53 w 53"/>
                  <a:gd name="T19" fmla="*/ 12 h 53"/>
                  <a:gd name="T20" fmla="*/ 31 w 53"/>
                  <a:gd name="T21" fmla="*/ 0 h 53"/>
                  <a:gd name="T22" fmla="*/ 28 w 53"/>
                  <a:gd name="T23" fmla="*/ 0 h 53"/>
                  <a:gd name="T24" fmla="*/ 3 w 53"/>
                  <a:gd name="T25" fmla="*/ 19 h 53"/>
                  <a:gd name="T26" fmla="*/ 18 w 53"/>
                  <a:gd name="T27"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53">
                    <a:moveTo>
                      <a:pt x="18" y="50"/>
                    </a:moveTo>
                    <a:cubicBezTo>
                      <a:pt x="22" y="52"/>
                      <a:pt x="26" y="53"/>
                      <a:pt x="31" y="53"/>
                    </a:cubicBezTo>
                    <a:cubicBezTo>
                      <a:pt x="35" y="53"/>
                      <a:pt x="39" y="52"/>
                      <a:pt x="43" y="51"/>
                    </a:cubicBezTo>
                    <a:cubicBezTo>
                      <a:pt x="42" y="49"/>
                      <a:pt x="41" y="47"/>
                      <a:pt x="41" y="44"/>
                    </a:cubicBezTo>
                    <a:cubicBezTo>
                      <a:pt x="36" y="44"/>
                      <a:pt x="32" y="43"/>
                      <a:pt x="29" y="41"/>
                    </a:cubicBezTo>
                    <a:cubicBezTo>
                      <a:pt x="22" y="38"/>
                      <a:pt x="18" y="31"/>
                      <a:pt x="20" y="24"/>
                    </a:cubicBezTo>
                    <a:cubicBezTo>
                      <a:pt x="22" y="17"/>
                      <a:pt x="28" y="13"/>
                      <a:pt x="35" y="13"/>
                    </a:cubicBezTo>
                    <a:cubicBezTo>
                      <a:pt x="35" y="13"/>
                      <a:pt x="36" y="13"/>
                      <a:pt x="37" y="14"/>
                    </a:cubicBezTo>
                    <a:cubicBezTo>
                      <a:pt x="40" y="14"/>
                      <a:pt x="44" y="15"/>
                      <a:pt x="48" y="17"/>
                    </a:cubicBezTo>
                    <a:cubicBezTo>
                      <a:pt x="49" y="15"/>
                      <a:pt x="51" y="13"/>
                      <a:pt x="53" y="12"/>
                    </a:cubicBezTo>
                    <a:cubicBezTo>
                      <a:pt x="46" y="6"/>
                      <a:pt x="39" y="1"/>
                      <a:pt x="31" y="0"/>
                    </a:cubicBezTo>
                    <a:cubicBezTo>
                      <a:pt x="30" y="0"/>
                      <a:pt x="29" y="0"/>
                      <a:pt x="28" y="0"/>
                    </a:cubicBezTo>
                    <a:cubicBezTo>
                      <a:pt x="17" y="0"/>
                      <a:pt x="6" y="8"/>
                      <a:pt x="3" y="19"/>
                    </a:cubicBezTo>
                    <a:cubicBezTo>
                      <a:pt x="0" y="32"/>
                      <a:pt x="7" y="45"/>
                      <a:pt x="18"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6" name="Freeform 185"/>
              <p:cNvSpPr>
                <a:spLocks/>
              </p:cNvSpPr>
              <p:nvPr/>
            </p:nvSpPr>
            <p:spPr bwMode="auto">
              <a:xfrm>
                <a:off x="-5780088" y="5470525"/>
                <a:ext cx="142875" cy="247650"/>
              </a:xfrm>
              <a:custGeom>
                <a:avLst/>
                <a:gdLst>
                  <a:gd name="T0" fmla="*/ 38 w 38"/>
                  <a:gd name="T1" fmla="*/ 33 h 66"/>
                  <a:gd name="T2" fmla="*/ 19 w 38"/>
                  <a:gd name="T3" fmla="*/ 0 h 66"/>
                  <a:gd name="T4" fmla="*/ 0 w 38"/>
                  <a:gd name="T5" fmla="*/ 33 h 66"/>
                  <a:gd name="T6" fmla="*/ 19 w 38"/>
                  <a:gd name="T7" fmla="*/ 66 h 66"/>
                  <a:gd name="T8" fmla="*/ 38 w 38"/>
                  <a:gd name="T9" fmla="*/ 33 h 66"/>
                </a:gdLst>
                <a:ahLst/>
                <a:cxnLst>
                  <a:cxn ang="0">
                    <a:pos x="T0" y="T1"/>
                  </a:cxn>
                  <a:cxn ang="0">
                    <a:pos x="T2" y="T3"/>
                  </a:cxn>
                  <a:cxn ang="0">
                    <a:pos x="T4" y="T5"/>
                  </a:cxn>
                  <a:cxn ang="0">
                    <a:pos x="T6" y="T7"/>
                  </a:cxn>
                  <a:cxn ang="0">
                    <a:pos x="T8" y="T9"/>
                  </a:cxn>
                </a:cxnLst>
                <a:rect l="0" t="0" r="r" b="b"/>
                <a:pathLst>
                  <a:path w="38" h="66">
                    <a:moveTo>
                      <a:pt x="38" y="33"/>
                    </a:moveTo>
                    <a:cubicBezTo>
                      <a:pt x="38" y="21"/>
                      <a:pt x="31" y="5"/>
                      <a:pt x="19" y="0"/>
                    </a:cubicBezTo>
                    <a:cubicBezTo>
                      <a:pt x="8" y="5"/>
                      <a:pt x="0" y="21"/>
                      <a:pt x="0" y="33"/>
                    </a:cubicBezTo>
                    <a:cubicBezTo>
                      <a:pt x="0" y="45"/>
                      <a:pt x="8" y="62"/>
                      <a:pt x="19" y="66"/>
                    </a:cubicBezTo>
                    <a:cubicBezTo>
                      <a:pt x="31" y="62"/>
                      <a:pt x="38" y="45"/>
                      <a:pt x="38"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7" name="Freeform 186"/>
              <p:cNvSpPr>
                <a:spLocks/>
              </p:cNvSpPr>
              <p:nvPr/>
            </p:nvSpPr>
            <p:spPr bwMode="auto">
              <a:xfrm>
                <a:off x="-5678488" y="5627688"/>
                <a:ext cx="230188" cy="184150"/>
              </a:xfrm>
              <a:custGeom>
                <a:avLst/>
                <a:gdLst>
                  <a:gd name="T0" fmla="*/ 1 w 61"/>
                  <a:gd name="T1" fmla="*/ 41 h 49"/>
                  <a:gd name="T2" fmla="*/ 40 w 61"/>
                  <a:gd name="T3" fmla="*/ 41 h 49"/>
                  <a:gd name="T4" fmla="*/ 59 w 61"/>
                  <a:gd name="T5" fmla="*/ 8 h 49"/>
                  <a:gd name="T6" fmla="*/ 21 w 61"/>
                  <a:gd name="T7" fmla="*/ 8 h 49"/>
                  <a:gd name="T8" fmla="*/ 1 w 61"/>
                  <a:gd name="T9" fmla="*/ 41 h 49"/>
                </a:gdLst>
                <a:ahLst/>
                <a:cxnLst>
                  <a:cxn ang="0">
                    <a:pos x="T0" y="T1"/>
                  </a:cxn>
                  <a:cxn ang="0">
                    <a:pos x="T2" y="T3"/>
                  </a:cxn>
                  <a:cxn ang="0">
                    <a:pos x="T4" y="T5"/>
                  </a:cxn>
                  <a:cxn ang="0">
                    <a:pos x="T6" y="T7"/>
                  </a:cxn>
                  <a:cxn ang="0">
                    <a:pos x="T8" y="T9"/>
                  </a:cxn>
                </a:cxnLst>
                <a:rect l="0" t="0" r="r" b="b"/>
                <a:pathLst>
                  <a:path w="61" h="49">
                    <a:moveTo>
                      <a:pt x="1" y="41"/>
                    </a:moveTo>
                    <a:cubicBezTo>
                      <a:pt x="11" y="49"/>
                      <a:pt x="30" y="47"/>
                      <a:pt x="40" y="41"/>
                    </a:cubicBezTo>
                    <a:cubicBezTo>
                      <a:pt x="50" y="35"/>
                      <a:pt x="61" y="21"/>
                      <a:pt x="59" y="8"/>
                    </a:cubicBezTo>
                    <a:cubicBezTo>
                      <a:pt x="50" y="0"/>
                      <a:pt x="31" y="2"/>
                      <a:pt x="21" y="8"/>
                    </a:cubicBezTo>
                    <a:cubicBezTo>
                      <a:pt x="11" y="14"/>
                      <a:pt x="0" y="28"/>
                      <a:pt x="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8" name="Freeform 187"/>
              <p:cNvSpPr>
                <a:spLocks/>
              </p:cNvSpPr>
              <p:nvPr/>
            </p:nvSpPr>
            <p:spPr bwMode="auto">
              <a:xfrm>
                <a:off x="-5678488" y="5811838"/>
                <a:ext cx="230188" cy="180975"/>
              </a:xfrm>
              <a:custGeom>
                <a:avLst/>
                <a:gdLst>
                  <a:gd name="T0" fmla="*/ 40 w 61"/>
                  <a:gd name="T1" fmla="*/ 40 h 48"/>
                  <a:gd name="T2" fmla="*/ 59 w 61"/>
                  <a:gd name="T3" fmla="*/ 8 h 48"/>
                  <a:gd name="T4" fmla="*/ 21 w 61"/>
                  <a:gd name="T5" fmla="*/ 7 h 48"/>
                  <a:gd name="T6" fmla="*/ 1 w 61"/>
                  <a:gd name="T7" fmla="*/ 40 h 48"/>
                  <a:gd name="T8" fmla="*/ 40 w 61"/>
                  <a:gd name="T9" fmla="*/ 40 h 48"/>
                </a:gdLst>
                <a:ahLst/>
                <a:cxnLst>
                  <a:cxn ang="0">
                    <a:pos x="T0" y="T1"/>
                  </a:cxn>
                  <a:cxn ang="0">
                    <a:pos x="T2" y="T3"/>
                  </a:cxn>
                  <a:cxn ang="0">
                    <a:pos x="T4" y="T5"/>
                  </a:cxn>
                  <a:cxn ang="0">
                    <a:pos x="T6" y="T7"/>
                  </a:cxn>
                  <a:cxn ang="0">
                    <a:pos x="T8" y="T9"/>
                  </a:cxn>
                </a:cxnLst>
                <a:rect l="0" t="0" r="r" b="b"/>
                <a:pathLst>
                  <a:path w="61" h="48">
                    <a:moveTo>
                      <a:pt x="40" y="40"/>
                    </a:moveTo>
                    <a:cubicBezTo>
                      <a:pt x="50" y="35"/>
                      <a:pt x="61" y="20"/>
                      <a:pt x="59" y="8"/>
                    </a:cubicBezTo>
                    <a:cubicBezTo>
                      <a:pt x="50" y="0"/>
                      <a:pt x="31" y="1"/>
                      <a:pt x="21" y="7"/>
                    </a:cubicBezTo>
                    <a:cubicBezTo>
                      <a:pt x="11" y="13"/>
                      <a:pt x="0" y="28"/>
                      <a:pt x="1" y="40"/>
                    </a:cubicBezTo>
                    <a:cubicBezTo>
                      <a:pt x="11" y="48"/>
                      <a:pt x="29" y="46"/>
                      <a:pt x="4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9" name="Freeform 188"/>
              <p:cNvSpPr>
                <a:spLocks/>
              </p:cNvSpPr>
              <p:nvPr/>
            </p:nvSpPr>
            <p:spPr bwMode="auto">
              <a:xfrm>
                <a:off x="-5964238" y="5627688"/>
                <a:ext cx="230188" cy="184150"/>
              </a:xfrm>
              <a:custGeom>
                <a:avLst/>
                <a:gdLst>
                  <a:gd name="T0" fmla="*/ 21 w 61"/>
                  <a:gd name="T1" fmla="*/ 41 h 49"/>
                  <a:gd name="T2" fmla="*/ 59 w 61"/>
                  <a:gd name="T3" fmla="*/ 41 h 49"/>
                  <a:gd name="T4" fmla="*/ 39 w 61"/>
                  <a:gd name="T5" fmla="*/ 8 h 49"/>
                  <a:gd name="T6" fmla="*/ 1 w 61"/>
                  <a:gd name="T7" fmla="*/ 8 h 49"/>
                  <a:gd name="T8" fmla="*/ 21 w 61"/>
                  <a:gd name="T9" fmla="*/ 41 h 49"/>
                </a:gdLst>
                <a:ahLst/>
                <a:cxnLst>
                  <a:cxn ang="0">
                    <a:pos x="T0" y="T1"/>
                  </a:cxn>
                  <a:cxn ang="0">
                    <a:pos x="T2" y="T3"/>
                  </a:cxn>
                  <a:cxn ang="0">
                    <a:pos x="T4" y="T5"/>
                  </a:cxn>
                  <a:cxn ang="0">
                    <a:pos x="T6" y="T7"/>
                  </a:cxn>
                  <a:cxn ang="0">
                    <a:pos x="T8" y="T9"/>
                  </a:cxn>
                </a:cxnLst>
                <a:rect l="0" t="0" r="r" b="b"/>
                <a:pathLst>
                  <a:path w="61" h="49">
                    <a:moveTo>
                      <a:pt x="21" y="41"/>
                    </a:moveTo>
                    <a:cubicBezTo>
                      <a:pt x="31" y="47"/>
                      <a:pt x="49" y="49"/>
                      <a:pt x="59" y="41"/>
                    </a:cubicBezTo>
                    <a:cubicBezTo>
                      <a:pt x="61" y="28"/>
                      <a:pt x="50" y="14"/>
                      <a:pt x="39" y="8"/>
                    </a:cubicBezTo>
                    <a:cubicBezTo>
                      <a:pt x="29" y="2"/>
                      <a:pt x="11" y="0"/>
                      <a:pt x="1" y="8"/>
                    </a:cubicBezTo>
                    <a:cubicBezTo>
                      <a:pt x="0" y="21"/>
                      <a:pt x="11" y="35"/>
                      <a:pt x="2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0" name="Freeform 189"/>
              <p:cNvSpPr>
                <a:spLocks/>
              </p:cNvSpPr>
              <p:nvPr/>
            </p:nvSpPr>
            <p:spPr bwMode="auto">
              <a:xfrm>
                <a:off x="-5964238" y="5811838"/>
                <a:ext cx="230188" cy="180975"/>
              </a:xfrm>
              <a:custGeom>
                <a:avLst/>
                <a:gdLst>
                  <a:gd name="T0" fmla="*/ 21 w 61"/>
                  <a:gd name="T1" fmla="*/ 40 h 48"/>
                  <a:gd name="T2" fmla="*/ 59 w 61"/>
                  <a:gd name="T3" fmla="*/ 40 h 48"/>
                  <a:gd name="T4" fmla="*/ 39 w 61"/>
                  <a:gd name="T5" fmla="*/ 7 h 48"/>
                  <a:gd name="T6" fmla="*/ 1 w 61"/>
                  <a:gd name="T7" fmla="*/ 8 h 48"/>
                  <a:gd name="T8" fmla="*/ 21 w 61"/>
                  <a:gd name="T9" fmla="*/ 40 h 48"/>
                </a:gdLst>
                <a:ahLst/>
                <a:cxnLst>
                  <a:cxn ang="0">
                    <a:pos x="T0" y="T1"/>
                  </a:cxn>
                  <a:cxn ang="0">
                    <a:pos x="T2" y="T3"/>
                  </a:cxn>
                  <a:cxn ang="0">
                    <a:pos x="T4" y="T5"/>
                  </a:cxn>
                  <a:cxn ang="0">
                    <a:pos x="T6" y="T7"/>
                  </a:cxn>
                  <a:cxn ang="0">
                    <a:pos x="T8" y="T9"/>
                  </a:cxn>
                </a:cxnLst>
                <a:rect l="0" t="0" r="r" b="b"/>
                <a:pathLst>
                  <a:path w="61" h="48">
                    <a:moveTo>
                      <a:pt x="21" y="40"/>
                    </a:moveTo>
                    <a:cubicBezTo>
                      <a:pt x="31" y="46"/>
                      <a:pt x="49" y="48"/>
                      <a:pt x="59" y="40"/>
                    </a:cubicBezTo>
                    <a:cubicBezTo>
                      <a:pt x="61" y="28"/>
                      <a:pt x="50" y="13"/>
                      <a:pt x="39" y="7"/>
                    </a:cubicBezTo>
                    <a:cubicBezTo>
                      <a:pt x="29" y="1"/>
                      <a:pt x="11" y="0"/>
                      <a:pt x="1" y="8"/>
                    </a:cubicBezTo>
                    <a:cubicBezTo>
                      <a:pt x="0" y="20"/>
                      <a:pt x="11" y="35"/>
                      <a:pt x="21"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1" name="Freeform 190"/>
              <p:cNvSpPr>
                <a:spLocks/>
              </p:cNvSpPr>
              <p:nvPr/>
            </p:nvSpPr>
            <p:spPr bwMode="auto">
              <a:xfrm>
                <a:off x="-5719763" y="5748338"/>
                <a:ext cx="26988" cy="288925"/>
              </a:xfrm>
              <a:custGeom>
                <a:avLst/>
                <a:gdLst>
                  <a:gd name="T0" fmla="*/ 0 w 7"/>
                  <a:gd name="T1" fmla="*/ 2 h 77"/>
                  <a:gd name="T2" fmla="*/ 0 w 7"/>
                  <a:gd name="T3" fmla="*/ 74 h 77"/>
                  <a:gd name="T4" fmla="*/ 3 w 7"/>
                  <a:gd name="T5" fmla="*/ 77 h 77"/>
                  <a:gd name="T6" fmla="*/ 7 w 7"/>
                  <a:gd name="T7" fmla="*/ 74 h 77"/>
                  <a:gd name="T8" fmla="*/ 7 w 7"/>
                  <a:gd name="T9" fmla="*/ 2 h 77"/>
                  <a:gd name="T10" fmla="*/ 3 w 7"/>
                  <a:gd name="T11" fmla="*/ 0 h 77"/>
                  <a:gd name="T12" fmla="*/ 0 w 7"/>
                  <a:gd name="T13" fmla="*/ 2 h 77"/>
                </a:gdLst>
                <a:ahLst/>
                <a:cxnLst>
                  <a:cxn ang="0">
                    <a:pos x="T0" y="T1"/>
                  </a:cxn>
                  <a:cxn ang="0">
                    <a:pos x="T2" y="T3"/>
                  </a:cxn>
                  <a:cxn ang="0">
                    <a:pos x="T4" y="T5"/>
                  </a:cxn>
                  <a:cxn ang="0">
                    <a:pos x="T6" y="T7"/>
                  </a:cxn>
                  <a:cxn ang="0">
                    <a:pos x="T8" y="T9"/>
                  </a:cxn>
                  <a:cxn ang="0">
                    <a:pos x="T10" y="T11"/>
                  </a:cxn>
                  <a:cxn ang="0">
                    <a:pos x="T12" y="T13"/>
                  </a:cxn>
                </a:cxnLst>
                <a:rect l="0" t="0" r="r" b="b"/>
                <a:pathLst>
                  <a:path w="7" h="77">
                    <a:moveTo>
                      <a:pt x="0" y="2"/>
                    </a:moveTo>
                    <a:cubicBezTo>
                      <a:pt x="0" y="74"/>
                      <a:pt x="0" y="74"/>
                      <a:pt x="0" y="74"/>
                    </a:cubicBezTo>
                    <a:cubicBezTo>
                      <a:pt x="0" y="76"/>
                      <a:pt x="1" y="77"/>
                      <a:pt x="3" y="77"/>
                    </a:cubicBezTo>
                    <a:cubicBezTo>
                      <a:pt x="5" y="77"/>
                      <a:pt x="7" y="76"/>
                      <a:pt x="7" y="74"/>
                    </a:cubicBezTo>
                    <a:cubicBezTo>
                      <a:pt x="7" y="2"/>
                      <a:pt x="7" y="2"/>
                      <a:pt x="7" y="2"/>
                    </a:cubicBezTo>
                    <a:cubicBezTo>
                      <a:pt x="7" y="1"/>
                      <a:pt x="5" y="0"/>
                      <a:pt x="3"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2" name="Freeform 191"/>
              <p:cNvSpPr>
                <a:spLocks/>
              </p:cNvSpPr>
              <p:nvPr/>
            </p:nvSpPr>
            <p:spPr bwMode="auto">
              <a:xfrm>
                <a:off x="-6415088" y="3071812"/>
                <a:ext cx="49213" cy="247650"/>
              </a:xfrm>
              <a:custGeom>
                <a:avLst/>
                <a:gdLst>
                  <a:gd name="T0" fmla="*/ 13 w 13"/>
                  <a:gd name="T1" fmla="*/ 1 h 66"/>
                  <a:gd name="T2" fmla="*/ 7 w 13"/>
                  <a:gd name="T3" fmla="*/ 0 h 66"/>
                  <a:gd name="T4" fmla="*/ 7 w 13"/>
                  <a:gd name="T5" fmla="*/ 0 h 66"/>
                  <a:gd name="T6" fmla="*/ 0 w 13"/>
                  <a:gd name="T7" fmla="*/ 2 h 66"/>
                  <a:gd name="T8" fmla="*/ 0 w 13"/>
                  <a:gd name="T9" fmla="*/ 66 h 66"/>
                  <a:gd name="T10" fmla="*/ 13 w 13"/>
                  <a:gd name="T11" fmla="*/ 66 h 66"/>
                  <a:gd name="T12" fmla="*/ 13 w 13"/>
                  <a:gd name="T13" fmla="*/ 1 h 66"/>
                </a:gdLst>
                <a:ahLst/>
                <a:cxnLst>
                  <a:cxn ang="0">
                    <a:pos x="T0" y="T1"/>
                  </a:cxn>
                  <a:cxn ang="0">
                    <a:pos x="T2" y="T3"/>
                  </a:cxn>
                  <a:cxn ang="0">
                    <a:pos x="T4" y="T5"/>
                  </a:cxn>
                  <a:cxn ang="0">
                    <a:pos x="T6" y="T7"/>
                  </a:cxn>
                  <a:cxn ang="0">
                    <a:pos x="T8" y="T9"/>
                  </a:cxn>
                  <a:cxn ang="0">
                    <a:pos x="T10" y="T11"/>
                  </a:cxn>
                  <a:cxn ang="0">
                    <a:pos x="T12" y="T13"/>
                  </a:cxn>
                </a:cxnLst>
                <a:rect l="0" t="0" r="r" b="b"/>
                <a:pathLst>
                  <a:path w="13" h="66">
                    <a:moveTo>
                      <a:pt x="13" y="1"/>
                    </a:moveTo>
                    <a:cubicBezTo>
                      <a:pt x="11" y="1"/>
                      <a:pt x="9" y="0"/>
                      <a:pt x="7" y="0"/>
                    </a:cubicBezTo>
                    <a:cubicBezTo>
                      <a:pt x="7" y="0"/>
                      <a:pt x="7" y="0"/>
                      <a:pt x="7" y="0"/>
                    </a:cubicBezTo>
                    <a:cubicBezTo>
                      <a:pt x="4" y="0"/>
                      <a:pt x="2" y="1"/>
                      <a:pt x="0" y="2"/>
                    </a:cubicBezTo>
                    <a:cubicBezTo>
                      <a:pt x="0" y="66"/>
                      <a:pt x="0" y="66"/>
                      <a:pt x="0" y="66"/>
                    </a:cubicBezTo>
                    <a:cubicBezTo>
                      <a:pt x="13" y="66"/>
                      <a:pt x="13" y="66"/>
                      <a:pt x="13" y="66"/>
                    </a:cubicBezTo>
                    <a:lnTo>
                      <a:pt x="1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3" name="Freeform 192"/>
              <p:cNvSpPr>
                <a:spLocks/>
              </p:cNvSpPr>
              <p:nvPr/>
            </p:nvSpPr>
            <p:spPr bwMode="auto">
              <a:xfrm>
                <a:off x="-6415088" y="2725737"/>
                <a:ext cx="49213" cy="33338"/>
              </a:xfrm>
              <a:custGeom>
                <a:avLst/>
                <a:gdLst>
                  <a:gd name="T0" fmla="*/ 8 w 13"/>
                  <a:gd name="T1" fmla="*/ 9 h 9"/>
                  <a:gd name="T2" fmla="*/ 9 w 13"/>
                  <a:gd name="T3" fmla="*/ 9 h 9"/>
                  <a:gd name="T4" fmla="*/ 13 w 13"/>
                  <a:gd name="T5" fmla="*/ 9 h 9"/>
                  <a:gd name="T6" fmla="*/ 13 w 13"/>
                  <a:gd name="T7" fmla="*/ 0 h 9"/>
                  <a:gd name="T8" fmla="*/ 0 w 13"/>
                  <a:gd name="T9" fmla="*/ 0 h 9"/>
                  <a:gd name="T10" fmla="*/ 0 w 13"/>
                  <a:gd name="T11" fmla="*/ 9 h 9"/>
                  <a:gd name="T12" fmla="*/ 8 w 1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8" y="9"/>
                    </a:moveTo>
                    <a:cubicBezTo>
                      <a:pt x="8" y="9"/>
                      <a:pt x="9" y="9"/>
                      <a:pt x="9" y="9"/>
                    </a:cubicBezTo>
                    <a:cubicBezTo>
                      <a:pt x="10" y="9"/>
                      <a:pt x="12" y="9"/>
                      <a:pt x="13" y="9"/>
                    </a:cubicBezTo>
                    <a:cubicBezTo>
                      <a:pt x="13" y="0"/>
                      <a:pt x="13" y="0"/>
                      <a:pt x="13" y="0"/>
                    </a:cubicBezTo>
                    <a:cubicBezTo>
                      <a:pt x="0" y="0"/>
                      <a:pt x="0" y="0"/>
                      <a:pt x="0" y="0"/>
                    </a:cubicBezTo>
                    <a:cubicBezTo>
                      <a:pt x="0" y="9"/>
                      <a:pt x="0" y="9"/>
                      <a:pt x="0" y="9"/>
                    </a:cubicBezTo>
                    <a:cubicBezTo>
                      <a:pt x="2" y="9"/>
                      <a:pt x="5" y="9"/>
                      <a:pt x="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4" name="Freeform 193"/>
              <p:cNvSpPr>
                <a:spLocks/>
              </p:cNvSpPr>
              <p:nvPr/>
            </p:nvSpPr>
            <p:spPr bwMode="auto">
              <a:xfrm>
                <a:off x="-6616700" y="2774950"/>
                <a:ext cx="465138" cy="344488"/>
              </a:xfrm>
              <a:custGeom>
                <a:avLst/>
                <a:gdLst>
                  <a:gd name="T0" fmla="*/ 67 w 124"/>
                  <a:gd name="T1" fmla="*/ 0 h 92"/>
                  <a:gd name="T2" fmla="*/ 63 w 124"/>
                  <a:gd name="T3" fmla="*/ 0 h 92"/>
                  <a:gd name="T4" fmla="*/ 62 w 124"/>
                  <a:gd name="T5" fmla="*/ 0 h 92"/>
                  <a:gd name="T6" fmla="*/ 54 w 124"/>
                  <a:gd name="T7" fmla="*/ 1 h 92"/>
                  <a:gd name="T8" fmla="*/ 0 w 124"/>
                  <a:gd name="T9" fmla="*/ 60 h 92"/>
                  <a:gd name="T10" fmla="*/ 4 w 124"/>
                  <a:gd name="T11" fmla="*/ 84 h 92"/>
                  <a:gd name="T12" fmla="*/ 6 w 124"/>
                  <a:gd name="T13" fmla="*/ 87 h 92"/>
                  <a:gd name="T14" fmla="*/ 9 w 124"/>
                  <a:gd name="T15" fmla="*/ 83 h 92"/>
                  <a:gd name="T16" fmla="*/ 25 w 124"/>
                  <a:gd name="T17" fmla="*/ 74 h 92"/>
                  <a:gd name="T18" fmla="*/ 25 w 124"/>
                  <a:gd name="T19" fmla="*/ 74 h 92"/>
                  <a:gd name="T20" fmla="*/ 41 w 124"/>
                  <a:gd name="T21" fmla="*/ 84 h 92"/>
                  <a:gd name="T22" fmla="*/ 43 w 124"/>
                  <a:gd name="T23" fmla="*/ 87 h 92"/>
                  <a:gd name="T24" fmla="*/ 45 w 124"/>
                  <a:gd name="T25" fmla="*/ 84 h 92"/>
                  <a:gd name="T26" fmla="*/ 54 w 124"/>
                  <a:gd name="T27" fmla="*/ 76 h 92"/>
                  <a:gd name="T28" fmla="*/ 61 w 124"/>
                  <a:gd name="T29" fmla="*/ 75 h 92"/>
                  <a:gd name="T30" fmla="*/ 61 w 124"/>
                  <a:gd name="T31" fmla="*/ 75 h 92"/>
                  <a:gd name="T32" fmla="*/ 67 w 124"/>
                  <a:gd name="T33" fmla="*/ 76 h 92"/>
                  <a:gd name="T34" fmla="*/ 77 w 124"/>
                  <a:gd name="T35" fmla="*/ 85 h 92"/>
                  <a:gd name="T36" fmla="*/ 79 w 124"/>
                  <a:gd name="T37" fmla="*/ 88 h 92"/>
                  <a:gd name="T38" fmla="*/ 81 w 124"/>
                  <a:gd name="T39" fmla="*/ 85 h 92"/>
                  <a:gd name="T40" fmla="*/ 96 w 124"/>
                  <a:gd name="T41" fmla="*/ 75 h 92"/>
                  <a:gd name="T42" fmla="*/ 97 w 124"/>
                  <a:gd name="T43" fmla="*/ 75 h 92"/>
                  <a:gd name="T44" fmla="*/ 112 w 124"/>
                  <a:gd name="T45" fmla="*/ 86 h 92"/>
                  <a:gd name="T46" fmla="*/ 114 w 124"/>
                  <a:gd name="T47" fmla="*/ 90 h 92"/>
                  <a:gd name="T48" fmla="*/ 115 w 124"/>
                  <a:gd name="T49" fmla="*/ 92 h 92"/>
                  <a:gd name="T50" fmla="*/ 116 w 124"/>
                  <a:gd name="T51" fmla="*/ 90 h 92"/>
                  <a:gd name="T52" fmla="*/ 118 w 124"/>
                  <a:gd name="T53" fmla="*/ 87 h 92"/>
                  <a:gd name="T54" fmla="*/ 123 w 124"/>
                  <a:gd name="T55" fmla="*/ 63 h 92"/>
                  <a:gd name="T56" fmla="*/ 67 w 124"/>
                  <a:gd name="T5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4" h="92">
                    <a:moveTo>
                      <a:pt x="67" y="0"/>
                    </a:moveTo>
                    <a:cubicBezTo>
                      <a:pt x="66" y="0"/>
                      <a:pt x="64" y="0"/>
                      <a:pt x="63" y="0"/>
                    </a:cubicBezTo>
                    <a:cubicBezTo>
                      <a:pt x="62" y="0"/>
                      <a:pt x="62" y="0"/>
                      <a:pt x="62" y="0"/>
                    </a:cubicBezTo>
                    <a:cubicBezTo>
                      <a:pt x="59" y="0"/>
                      <a:pt x="56" y="0"/>
                      <a:pt x="54" y="1"/>
                    </a:cubicBezTo>
                    <a:cubicBezTo>
                      <a:pt x="24" y="4"/>
                      <a:pt x="1" y="29"/>
                      <a:pt x="0" y="60"/>
                    </a:cubicBezTo>
                    <a:cubicBezTo>
                      <a:pt x="0" y="69"/>
                      <a:pt x="1" y="76"/>
                      <a:pt x="4" y="84"/>
                    </a:cubicBezTo>
                    <a:cubicBezTo>
                      <a:pt x="4" y="86"/>
                      <a:pt x="5" y="87"/>
                      <a:pt x="6" y="87"/>
                    </a:cubicBezTo>
                    <a:cubicBezTo>
                      <a:pt x="7" y="87"/>
                      <a:pt x="8" y="85"/>
                      <a:pt x="9" y="83"/>
                    </a:cubicBezTo>
                    <a:cubicBezTo>
                      <a:pt x="12" y="78"/>
                      <a:pt x="18" y="74"/>
                      <a:pt x="25" y="74"/>
                    </a:cubicBezTo>
                    <a:cubicBezTo>
                      <a:pt x="25" y="74"/>
                      <a:pt x="25" y="74"/>
                      <a:pt x="25" y="74"/>
                    </a:cubicBezTo>
                    <a:cubicBezTo>
                      <a:pt x="32" y="74"/>
                      <a:pt x="38" y="78"/>
                      <a:pt x="41" y="84"/>
                    </a:cubicBezTo>
                    <a:cubicBezTo>
                      <a:pt x="42" y="86"/>
                      <a:pt x="42" y="87"/>
                      <a:pt x="43" y="87"/>
                    </a:cubicBezTo>
                    <a:cubicBezTo>
                      <a:pt x="43" y="87"/>
                      <a:pt x="44" y="86"/>
                      <a:pt x="45" y="84"/>
                    </a:cubicBezTo>
                    <a:cubicBezTo>
                      <a:pt x="47" y="80"/>
                      <a:pt x="50" y="77"/>
                      <a:pt x="54" y="76"/>
                    </a:cubicBezTo>
                    <a:cubicBezTo>
                      <a:pt x="56" y="75"/>
                      <a:pt x="58" y="75"/>
                      <a:pt x="61" y="75"/>
                    </a:cubicBezTo>
                    <a:cubicBezTo>
                      <a:pt x="61" y="75"/>
                      <a:pt x="61" y="75"/>
                      <a:pt x="61" y="75"/>
                    </a:cubicBezTo>
                    <a:cubicBezTo>
                      <a:pt x="63" y="75"/>
                      <a:pt x="65" y="75"/>
                      <a:pt x="67" y="76"/>
                    </a:cubicBezTo>
                    <a:cubicBezTo>
                      <a:pt x="71" y="77"/>
                      <a:pt x="75" y="81"/>
                      <a:pt x="77" y="85"/>
                    </a:cubicBezTo>
                    <a:cubicBezTo>
                      <a:pt x="78" y="87"/>
                      <a:pt x="78" y="88"/>
                      <a:pt x="79" y="88"/>
                    </a:cubicBezTo>
                    <a:cubicBezTo>
                      <a:pt x="79" y="88"/>
                      <a:pt x="80" y="87"/>
                      <a:pt x="81" y="85"/>
                    </a:cubicBezTo>
                    <a:cubicBezTo>
                      <a:pt x="84" y="79"/>
                      <a:pt x="89" y="75"/>
                      <a:pt x="96" y="75"/>
                    </a:cubicBezTo>
                    <a:cubicBezTo>
                      <a:pt x="96" y="75"/>
                      <a:pt x="97" y="75"/>
                      <a:pt x="97" y="75"/>
                    </a:cubicBezTo>
                    <a:cubicBezTo>
                      <a:pt x="104" y="76"/>
                      <a:pt x="110" y="80"/>
                      <a:pt x="112" y="86"/>
                    </a:cubicBezTo>
                    <a:cubicBezTo>
                      <a:pt x="113" y="87"/>
                      <a:pt x="113" y="89"/>
                      <a:pt x="114" y="90"/>
                    </a:cubicBezTo>
                    <a:cubicBezTo>
                      <a:pt x="114" y="91"/>
                      <a:pt x="114" y="92"/>
                      <a:pt x="115" y="92"/>
                    </a:cubicBezTo>
                    <a:cubicBezTo>
                      <a:pt x="115" y="92"/>
                      <a:pt x="116" y="91"/>
                      <a:pt x="116" y="90"/>
                    </a:cubicBezTo>
                    <a:cubicBezTo>
                      <a:pt x="117" y="89"/>
                      <a:pt x="117" y="88"/>
                      <a:pt x="118" y="87"/>
                    </a:cubicBezTo>
                    <a:cubicBezTo>
                      <a:pt x="121" y="79"/>
                      <a:pt x="123" y="72"/>
                      <a:pt x="123" y="63"/>
                    </a:cubicBezTo>
                    <a:cubicBezTo>
                      <a:pt x="124" y="31"/>
                      <a:pt x="99" y="3"/>
                      <a:pt x="6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5" name="Freeform 194"/>
              <p:cNvSpPr>
                <a:spLocks/>
              </p:cNvSpPr>
              <p:nvPr/>
            </p:nvSpPr>
            <p:spPr bwMode="auto">
              <a:xfrm>
                <a:off x="-1455738" y="7662863"/>
                <a:ext cx="179388" cy="131763"/>
              </a:xfrm>
              <a:custGeom>
                <a:avLst/>
                <a:gdLst>
                  <a:gd name="T0" fmla="*/ 31 w 48"/>
                  <a:gd name="T1" fmla="*/ 11 h 35"/>
                  <a:gd name="T2" fmla="*/ 42 w 48"/>
                  <a:gd name="T3" fmla="*/ 3 h 35"/>
                  <a:gd name="T4" fmla="*/ 48 w 48"/>
                  <a:gd name="T5" fmla="*/ 1 h 35"/>
                  <a:gd name="T6" fmla="*/ 28 w 48"/>
                  <a:gd name="T7" fmla="*/ 3 h 35"/>
                  <a:gd name="T8" fmla="*/ 15 w 48"/>
                  <a:gd name="T9" fmla="*/ 13 h 35"/>
                  <a:gd name="T10" fmla="*/ 10 w 48"/>
                  <a:gd name="T11" fmla="*/ 23 h 35"/>
                  <a:gd name="T12" fmla="*/ 0 w 48"/>
                  <a:gd name="T13" fmla="*/ 35 h 35"/>
                  <a:gd name="T14" fmla="*/ 16 w 48"/>
                  <a:gd name="T15" fmla="*/ 28 h 35"/>
                  <a:gd name="T16" fmla="*/ 31 w 4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5">
                    <a:moveTo>
                      <a:pt x="31" y="11"/>
                    </a:moveTo>
                    <a:cubicBezTo>
                      <a:pt x="34" y="7"/>
                      <a:pt x="38" y="5"/>
                      <a:pt x="42" y="3"/>
                    </a:cubicBezTo>
                    <a:cubicBezTo>
                      <a:pt x="43" y="3"/>
                      <a:pt x="46" y="1"/>
                      <a:pt x="48" y="1"/>
                    </a:cubicBezTo>
                    <a:cubicBezTo>
                      <a:pt x="41" y="1"/>
                      <a:pt x="34" y="0"/>
                      <a:pt x="28" y="3"/>
                    </a:cubicBezTo>
                    <a:cubicBezTo>
                      <a:pt x="23" y="5"/>
                      <a:pt x="19" y="9"/>
                      <a:pt x="15" y="13"/>
                    </a:cubicBezTo>
                    <a:cubicBezTo>
                      <a:pt x="13" y="16"/>
                      <a:pt x="11" y="20"/>
                      <a:pt x="10" y="23"/>
                    </a:cubicBezTo>
                    <a:cubicBezTo>
                      <a:pt x="7" y="27"/>
                      <a:pt x="5" y="33"/>
                      <a:pt x="0" y="35"/>
                    </a:cubicBezTo>
                    <a:cubicBezTo>
                      <a:pt x="6" y="34"/>
                      <a:pt x="12" y="31"/>
                      <a:pt x="16" y="28"/>
                    </a:cubicBezTo>
                    <a:cubicBezTo>
                      <a:pt x="22" y="23"/>
                      <a:pt x="26" y="16"/>
                      <a:pt x="3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6" name="Freeform 195"/>
              <p:cNvSpPr>
                <a:spLocks/>
              </p:cNvSpPr>
              <p:nvPr/>
            </p:nvSpPr>
            <p:spPr bwMode="auto">
              <a:xfrm>
                <a:off x="-1444625" y="7667625"/>
                <a:ext cx="236538" cy="160338"/>
              </a:xfrm>
              <a:custGeom>
                <a:avLst/>
                <a:gdLst>
                  <a:gd name="T0" fmla="*/ 41 w 63"/>
                  <a:gd name="T1" fmla="*/ 5 h 43"/>
                  <a:gd name="T2" fmla="*/ 26 w 63"/>
                  <a:gd name="T3" fmla="*/ 19 h 43"/>
                  <a:gd name="T4" fmla="*/ 14 w 63"/>
                  <a:gd name="T5" fmla="*/ 31 h 43"/>
                  <a:gd name="T6" fmla="*/ 0 w 63"/>
                  <a:gd name="T7" fmla="*/ 36 h 43"/>
                  <a:gd name="T8" fmla="*/ 35 w 63"/>
                  <a:gd name="T9" fmla="*/ 36 h 43"/>
                  <a:gd name="T10" fmla="*/ 53 w 63"/>
                  <a:gd name="T11" fmla="*/ 11 h 43"/>
                  <a:gd name="T12" fmla="*/ 60 w 63"/>
                  <a:gd name="T13" fmla="*/ 3 h 43"/>
                  <a:gd name="T14" fmla="*/ 63 w 63"/>
                  <a:gd name="T15" fmla="*/ 1 h 43"/>
                  <a:gd name="T16" fmla="*/ 41 w 63"/>
                  <a:gd name="T17"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3">
                    <a:moveTo>
                      <a:pt x="41" y="5"/>
                    </a:moveTo>
                    <a:cubicBezTo>
                      <a:pt x="34" y="8"/>
                      <a:pt x="30" y="13"/>
                      <a:pt x="26" y="19"/>
                    </a:cubicBezTo>
                    <a:cubicBezTo>
                      <a:pt x="22" y="23"/>
                      <a:pt x="18" y="28"/>
                      <a:pt x="14" y="31"/>
                    </a:cubicBezTo>
                    <a:cubicBezTo>
                      <a:pt x="10" y="33"/>
                      <a:pt x="5" y="36"/>
                      <a:pt x="0" y="36"/>
                    </a:cubicBezTo>
                    <a:cubicBezTo>
                      <a:pt x="11" y="43"/>
                      <a:pt x="24" y="42"/>
                      <a:pt x="35" y="36"/>
                    </a:cubicBezTo>
                    <a:cubicBezTo>
                      <a:pt x="44" y="30"/>
                      <a:pt x="48" y="20"/>
                      <a:pt x="53" y="11"/>
                    </a:cubicBezTo>
                    <a:cubicBezTo>
                      <a:pt x="55" y="8"/>
                      <a:pt x="57" y="6"/>
                      <a:pt x="60" y="3"/>
                    </a:cubicBezTo>
                    <a:cubicBezTo>
                      <a:pt x="60" y="3"/>
                      <a:pt x="62" y="1"/>
                      <a:pt x="63" y="1"/>
                    </a:cubicBezTo>
                    <a:cubicBezTo>
                      <a:pt x="56" y="0"/>
                      <a:pt x="48" y="1"/>
                      <a:pt x="4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7" name="Freeform 196"/>
              <p:cNvSpPr>
                <a:spLocks/>
              </p:cNvSpPr>
              <p:nvPr/>
            </p:nvSpPr>
            <p:spPr bwMode="auto">
              <a:xfrm>
                <a:off x="-1455738" y="7532688"/>
                <a:ext cx="153988" cy="107950"/>
              </a:xfrm>
              <a:custGeom>
                <a:avLst/>
                <a:gdLst>
                  <a:gd name="T0" fmla="*/ 13 w 41"/>
                  <a:gd name="T1" fmla="*/ 11 h 29"/>
                  <a:gd name="T2" fmla="*/ 8 w 41"/>
                  <a:gd name="T3" fmla="*/ 19 h 29"/>
                  <a:gd name="T4" fmla="*/ 0 w 41"/>
                  <a:gd name="T5" fmla="*/ 29 h 29"/>
                  <a:gd name="T6" fmla="*/ 14 w 41"/>
                  <a:gd name="T7" fmla="*/ 23 h 29"/>
                  <a:gd name="T8" fmla="*/ 27 w 41"/>
                  <a:gd name="T9" fmla="*/ 9 h 29"/>
                  <a:gd name="T10" fmla="*/ 36 w 41"/>
                  <a:gd name="T11" fmla="*/ 2 h 29"/>
                  <a:gd name="T12" fmla="*/ 41 w 41"/>
                  <a:gd name="T13" fmla="*/ 1 h 29"/>
                  <a:gd name="T14" fmla="*/ 24 w 41"/>
                  <a:gd name="T15" fmla="*/ 2 h 29"/>
                  <a:gd name="T16" fmla="*/ 13 w 41"/>
                  <a:gd name="T17"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9">
                    <a:moveTo>
                      <a:pt x="13" y="11"/>
                    </a:moveTo>
                    <a:cubicBezTo>
                      <a:pt x="11" y="14"/>
                      <a:pt x="10" y="16"/>
                      <a:pt x="8" y="19"/>
                    </a:cubicBezTo>
                    <a:cubicBezTo>
                      <a:pt x="7" y="23"/>
                      <a:pt x="4" y="28"/>
                      <a:pt x="0" y="29"/>
                    </a:cubicBezTo>
                    <a:cubicBezTo>
                      <a:pt x="5" y="29"/>
                      <a:pt x="10" y="26"/>
                      <a:pt x="14" y="23"/>
                    </a:cubicBezTo>
                    <a:cubicBezTo>
                      <a:pt x="19" y="19"/>
                      <a:pt x="22" y="13"/>
                      <a:pt x="27" y="9"/>
                    </a:cubicBezTo>
                    <a:cubicBezTo>
                      <a:pt x="29" y="6"/>
                      <a:pt x="33" y="4"/>
                      <a:pt x="36" y="2"/>
                    </a:cubicBezTo>
                    <a:cubicBezTo>
                      <a:pt x="37" y="2"/>
                      <a:pt x="40" y="0"/>
                      <a:pt x="41" y="1"/>
                    </a:cubicBezTo>
                    <a:cubicBezTo>
                      <a:pt x="36" y="0"/>
                      <a:pt x="30" y="0"/>
                      <a:pt x="24" y="2"/>
                    </a:cubicBezTo>
                    <a:cubicBezTo>
                      <a:pt x="20" y="4"/>
                      <a:pt x="16" y="7"/>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8" name="Freeform 197"/>
              <p:cNvSpPr>
                <a:spLocks/>
              </p:cNvSpPr>
              <p:nvPr/>
            </p:nvSpPr>
            <p:spPr bwMode="auto">
              <a:xfrm>
                <a:off x="-1444625" y="7535863"/>
                <a:ext cx="203200" cy="134938"/>
              </a:xfrm>
              <a:custGeom>
                <a:avLst/>
                <a:gdLst>
                  <a:gd name="T0" fmla="*/ 51 w 54"/>
                  <a:gd name="T1" fmla="*/ 2 h 36"/>
                  <a:gd name="T2" fmla="*/ 54 w 54"/>
                  <a:gd name="T3" fmla="*/ 0 h 36"/>
                  <a:gd name="T4" fmla="*/ 35 w 54"/>
                  <a:gd name="T5" fmla="*/ 4 h 36"/>
                  <a:gd name="T6" fmla="*/ 22 w 54"/>
                  <a:gd name="T7" fmla="*/ 15 h 36"/>
                  <a:gd name="T8" fmla="*/ 12 w 54"/>
                  <a:gd name="T9" fmla="*/ 26 h 36"/>
                  <a:gd name="T10" fmla="*/ 0 w 54"/>
                  <a:gd name="T11" fmla="*/ 30 h 36"/>
                  <a:gd name="T12" fmla="*/ 30 w 54"/>
                  <a:gd name="T13" fmla="*/ 30 h 36"/>
                  <a:gd name="T14" fmla="*/ 46 w 54"/>
                  <a:gd name="T15" fmla="*/ 9 h 36"/>
                  <a:gd name="T16" fmla="*/ 51 w 54"/>
                  <a:gd name="T17"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6">
                    <a:moveTo>
                      <a:pt x="51" y="2"/>
                    </a:moveTo>
                    <a:cubicBezTo>
                      <a:pt x="52" y="2"/>
                      <a:pt x="53" y="0"/>
                      <a:pt x="54" y="0"/>
                    </a:cubicBezTo>
                    <a:cubicBezTo>
                      <a:pt x="48" y="0"/>
                      <a:pt x="41" y="0"/>
                      <a:pt x="35" y="4"/>
                    </a:cubicBezTo>
                    <a:cubicBezTo>
                      <a:pt x="29" y="7"/>
                      <a:pt x="26" y="10"/>
                      <a:pt x="22" y="15"/>
                    </a:cubicBezTo>
                    <a:cubicBezTo>
                      <a:pt x="19" y="19"/>
                      <a:pt x="16" y="23"/>
                      <a:pt x="12" y="26"/>
                    </a:cubicBezTo>
                    <a:cubicBezTo>
                      <a:pt x="9" y="28"/>
                      <a:pt x="4" y="30"/>
                      <a:pt x="0" y="30"/>
                    </a:cubicBezTo>
                    <a:cubicBezTo>
                      <a:pt x="9" y="36"/>
                      <a:pt x="21" y="36"/>
                      <a:pt x="30" y="30"/>
                    </a:cubicBezTo>
                    <a:cubicBezTo>
                      <a:pt x="38" y="25"/>
                      <a:pt x="41" y="17"/>
                      <a:pt x="46" y="9"/>
                    </a:cubicBezTo>
                    <a:cubicBezTo>
                      <a:pt x="47" y="7"/>
                      <a:pt x="49" y="4"/>
                      <a:pt x="5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9" name="Freeform 198"/>
              <p:cNvSpPr>
                <a:spLocks/>
              </p:cNvSpPr>
              <p:nvPr/>
            </p:nvSpPr>
            <p:spPr bwMode="auto">
              <a:xfrm>
                <a:off x="-1655763" y="7662863"/>
                <a:ext cx="180975" cy="131763"/>
              </a:xfrm>
              <a:custGeom>
                <a:avLst/>
                <a:gdLst>
                  <a:gd name="T0" fmla="*/ 17 w 48"/>
                  <a:gd name="T1" fmla="*/ 11 h 35"/>
                  <a:gd name="T2" fmla="*/ 32 w 48"/>
                  <a:gd name="T3" fmla="*/ 28 h 35"/>
                  <a:gd name="T4" fmla="*/ 48 w 48"/>
                  <a:gd name="T5" fmla="*/ 35 h 35"/>
                  <a:gd name="T6" fmla="*/ 38 w 48"/>
                  <a:gd name="T7" fmla="*/ 23 h 35"/>
                  <a:gd name="T8" fmla="*/ 33 w 48"/>
                  <a:gd name="T9" fmla="*/ 13 h 35"/>
                  <a:gd name="T10" fmla="*/ 20 w 48"/>
                  <a:gd name="T11" fmla="*/ 3 h 35"/>
                  <a:gd name="T12" fmla="*/ 0 w 48"/>
                  <a:gd name="T13" fmla="*/ 1 h 35"/>
                  <a:gd name="T14" fmla="*/ 6 w 48"/>
                  <a:gd name="T15" fmla="*/ 3 h 35"/>
                  <a:gd name="T16" fmla="*/ 17 w 4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5">
                    <a:moveTo>
                      <a:pt x="17" y="11"/>
                    </a:moveTo>
                    <a:cubicBezTo>
                      <a:pt x="22" y="16"/>
                      <a:pt x="26" y="23"/>
                      <a:pt x="32" y="28"/>
                    </a:cubicBezTo>
                    <a:cubicBezTo>
                      <a:pt x="36" y="31"/>
                      <a:pt x="42" y="34"/>
                      <a:pt x="48" y="35"/>
                    </a:cubicBezTo>
                    <a:cubicBezTo>
                      <a:pt x="44" y="33"/>
                      <a:pt x="41" y="27"/>
                      <a:pt x="38" y="23"/>
                    </a:cubicBezTo>
                    <a:cubicBezTo>
                      <a:pt x="37" y="20"/>
                      <a:pt x="35" y="16"/>
                      <a:pt x="33" y="13"/>
                    </a:cubicBezTo>
                    <a:cubicBezTo>
                      <a:pt x="30" y="9"/>
                      <a:pt x="25" y="5"/>
                      <a:pt x="20" y="3"/>
                    </a:cubicBezTo>
                    <a:cubicBezTo>
                      <a:pt x="14" y="0"/>
                      <a:pt x="7" y="1"/>
                      <a:pt x="0" y="1"/>
                    </a:cubicBezTo>
                    <a:cubicBezTo>
                      <a:pt x="2" y="1"/>
                      <a:pt x="5" y="3"/>
                      <a:pt x="6" y="3"/>
                    </a:cubicBezTo>
                    <a:cubicBezTo>
                      <a:pt x="10" y="5"/>
                      <a:pt x="14" y="7"/>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0" name="Freeform 199"/>
              <p:cNvSpPr>
                <a:spLocks/>
              </p:cNvSpPr>
              <p:nvPr/>
            </p:nvSpPr>
            <p:spPr bwMode="auto">
              <a:xfrm>
                <a:off x="-1722438" y="7667625"/>
                <a:ext cx="236538" cy="160338"/>
              </a:xfrm>
              <a:custGeom>
                <a:avLst/>
                <a:gdLst>
                  <a:gd name="T0" fmla="*/ 10 w 63"/>
                  <a:gd name="T1" fmla="*/ 11 h 43"/>
                  <a:gd name="T2" fmla="*/ 28 w 63"/>
                  <a:gd name="T3" fmla="*/ 36 h 43"/>
                  <a:gd name="T4" fmla="*/ 63 w 63"/>
                  <a:gd name="T5" fmla="*/ 36 h 43"/>
                  <a:gd name="T6" fmla="*/ 49 w 63"/>
                  <a:gd name="T7" fmla="*/ 31 h 43"/>
                  <a:gd name="T8" fmla="*/ 37 w 63"/>
                  <a:gd name="T9" fmla="*/ 19 h 43"/>
                  <a:gd name="T10" fmla="*/ 22 w 63"/>
                  <a:gd name="T11" fmla="*/ 5 h 43"/>
                  <a:gd name="T12" fmla="*/ 0 w 63"/>
                  <a:gd name="T13" fmla="*/ 1 h 43"/>
                  <a:gd name="T14" fmla="*/ 3 w 63"/>
                  <a:gd name="T15" fmla="*/ 3 h 43"/>
                  <a:gd name="T16" fmla="*/ 10 w 63"/>
                  <a:gd name="T17" fmla="*/ 1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3">
                    <a:moveTo>
                      <a:pt x="10" y="11"/>
                    </a:moveTo>
                    <a:cubicBezTo>
                      <a:pt x="15" y="20"/>
                      <a:pt x="19" y="30"/>
                      <a:pt x="28" y="36"/>
                    </a:cubicBezTo>
                    <a:cubicBezTo>
                      <a:pt x="39" y="42"/>
                      <a:pt x="52" y="43"/>
                      <a:pt x="63" y="36"/>
                    </a:cubicBezTo>
                    <a:cubicBezTo>
                      <a:pt x="58" y="36"/>
                      <a:pt x="53" y="33"/>
                      <a:pt x="49" y="31"/>
                    </a:cubicBezTo>
                    <a:cubicBezTo>
                      <a:pt x="45" y="28"/>
                      <a:pt x="41" y="23"/>
                      <a:pt x="37" y="19"/>
                    </a:cubicBezTo>
                    <a:cubicBezTo>
                      <a:pt x="33" y="13"/>
                      <a:pt x="29" y="8"/>
                      <a:pt x="22" y="5"/>
                    </a:cubicBezTo>
                    <a:cubicBezTo>
                      <a:pt x="15" y="1"/>
                      <a:pt x="7" y="0"/>
                      <a:pt x="0" y="1"/>
                    </a:cubicBezTo>
                    <a:cubicBezTo>
                      <a:pt x="1" y="1"/>
                      <a:pt x="3" y="3"/>
                      <a:pt x="3" y="3"/>
                    </a:cubicBezTo>
                    <a:cubicBezTo>
                      <a:pt x="6" y="6"/>
                      <a:pt x="8" y="8"/>
                      <a:pt x="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1" name="Freeform 200"/>
              <p:cNvSpPr>
                <a:spLocks/>
              </p:cNvSpPr>
              <p:nvPr/>
            </p:nvSpPr>
            <p:spPr bwMode="auto">
              <a:xfrm>
                <a:off x="-1628775" y="7532688"/>
                <a:ext cx="153988" cy="107950"/>
              </a:xfrm>
              <a:custGeom>
                <a:avLst/>
                <a:gdLst>
                  <a:gd name="T0" fmla="*/ 17 w 41"/>
                  <a:gd name="T1" fmla="*/ 2 h 29"/>
                  <a:gd name="T2" fmla="*/ 0 w 41"/>
                  <a:gd name="T3" fmla="*/ 1 h 29"/>
                  <a:gd name="T4" fmla="*/ 5 w 41"/>
                  <a:gd name="T5" fmla="*/ 2 h 29"/>
                  <a:gd name="T6" fmla="*/ 14 w 41"/>
                  <a:gd name="T7" fmla="*/ 9 h 29"/>
                  <a:gd name="T8" fmla="*/ 27 w 41"/>
                  <a:gd name="T9" fmla="*/ 23 h 29"/>
                  <a:gd name="T10" fmla="*/ 41 w 41"/>
                  <a:gd name="T11" fmla="*/ 29 h 29"/>
                  <a:gd name="T12" fmla="*/ 33 w 41"/>
                  <a:gd name="T13" fmla="*/ 19 h 29"/>
                  <a:gd name="T14" fmla="*/ 28 w 41"/>
                  <a:gd name="T15" fmla="*/ 11 h 29"/>
                  <a:gd name="T16" fmla="*/ 17 w 41"/>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9">
                    <a:moveTo>
                      <a:pt x="17" y="2"/>
                    </a:moveTo>
                    <a:cubicBezTo>
                      <a:pt x="11" y="0"/>
                      <a:pt x="6" y="0"/>
                      <a:pt x="0" y="1"/>
                    </a:cubicBezTo>
                    <a:cubicBezTo>
                      <a:pt x="1" y="0"/>
                      <a:pt x="4" y="2"/>
                      <a:pt x="5" y="2"/>
                    </a:cubicBezTo>
                    <a:cubicBezTo>
                      <a:pt x="8" y="4"/>
                      <a:pt x="12" y="6"/>
                      <a:pt x="14" y="9"/>
                    </a:cubicBezTo>
                    <a:cubicBezTo>
                      <a:pt x="19" y="13"/>
                      <a:pt x="22" y="19"/>
                      <a:pt x="27" y="23"/>
                    </a:cubicBezTo>
                    <a:cubicBezTo>
                      <a:pt x="31" y="26"/>
                      <a:pt x="36" y="29"/>
                      <a:pt x="41" y="29"/>
                    </a:cubicBezTo>
                    <a:cubicBezTo>
                      <a:pt x="37" y="28"/>
                      <a:pt x="34" y="23"/>
                      <a:pt x="33" y="19"/>
                    </a:cubicBezTo>
                    <a:cubicBezTo>
                      <a:pt x="31" y="16"/>
                      <a:pt x="30" y="14"/>
                      <a:pt x="28" y="11"/>
                    </a:cubicBezTo>
                    <a:cubicBezTo>
                      <a:pt x="25" y="7"/>
                      <a:pt x="21" y="4"/>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2" name="Freeform 201"/>
              <p:cNvSpPr>
                <a:spLocks/>
              </p:cNvSpPr>
              <p:nvPr/>
            </p:nvSpPr>
            <p:spPr bwMode="auto">
              <a:xfrm>
                <a:off x="-1689100" y="7535863"/>
                <a:ext cx="203200" cy="134938"/>
              </a:xfrm>
              <a:custGeom>
                <a:avLst/>
                <a:gdLst>
                  <a:gd name="T0" fmla="*/ 0 w 54"/>
                  <a:gd name="T1" fmla="*/ 0 h 36"/>
                  <a:gd name="T2" fmla="*/ 3 w 54"/>
                  <a:gd name="T3" fmla="*/ 2 h 36"/>
                  <a:gd name="T4" fmla="*/ 9 w 54"/>
                  <a:gd name="T5" fmla="*/ 9 h 36"/>
                  <a:gd name="T6" fmla="*/ 24 w 54"/>
                  <a:gd name="T7" fmla="*/ 30 h 36"/>
                  <a:gd name="T8" fmla="*/ 54 w 54"/>
                  <a:gd name="T9" fmla="*/ 30 h 36"/>
                  <a:gd name="T10" fmla="*/ 42 w 54"/>
                  <a:gd name="T11" fmla="*/ 26 h 36"/>
                  <a:gd name="T12" fmla="*/ 32 w 54"/>
                  <a:gd name="T13" fmla="*/ 15 h 36"/>
                  <a:gd name="T14" fmla="*/ 19 w 54"/>
                  <a:gd name="T15" fmla="*/ 4 h 36"/>
                  <a:gd name="T16" fmla="*/ 0 w 54"/>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6">
                    <a:moveTo>
                      <a:pt x="0" y="0"/>
                    </a:moveTo>
                    <a:cubicBezTo>
                      <a:pt x="1" y="0"/>
                      <a:pt x="2" y="2"/>
                      <a:pt x="3" y="2"/>
                    </a:cubicBezTo>
                    <a:cubicBezTo>
                      <a:pt x="5" y="4"/>
                      <a:pt x="7" y="7"/>
                      <a:pt x="9" y="9"/>
                    </a:cubicBezTo>
                    <a:cubicBezTo>
                      <a:pt x="13" y="17"/>
                      <a:pt x="16" y="25"/>
                      <a:pt x="24" y="30"/>
                    </a:cubicBezTo>
                    <a:cubicBezTo>
                      <a:pt x="33" y="36"/>
                      <a:pt x="45" y="36"/>
                      <a:pt x="54" y="30"/>
                    </a:cubicBezTo>
                    <a:cubicBezTo>
                      <a:pt x="50" y="30"/>
                      <a:pt x="45" y="28"/>
                      <a:pt x="42" y="26"/>
                    </a:cubicBezTo>
                    <a:cubicBezTo>
                      <a:pt x="38" y="23"/>
                      <a:pt x="35" y="19"/>
                      <a:pt x="32" y="15"/>
                    </a:cubicBezTo>
                    <a:cubicBezTo>
                      <a:pt x="28" y="10"/>
                      <a:pt x="25" y="7"/>
                      <a:pt x="19" y="4"/>
                    </a:cubicBezTo>
                    <a:cubicBezTo>
                      <a:pt x="13" y="0"/>
                      <a:pt x="7"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3" name="Freeform 202"/>
              <p:cNvSpPr>
                <a:spLocks/>
              </p:cNvSpPr>
              <p:nvPr/>
            </p:nvSpPr>
            <p:spPr bwMode="auto">
              <a:xfrm>
                <a:off x="-1466850" y="7437438"/>
                <a:ext cx="82550" cy="173038"/>
              </a:xfrm>
              <a:custGeom>
                <a:avLst/>
                <a:gdLst>
                  <a:gd name="T0" fmla="*/ 14 w 22"/>
                  <a:gd name="T1" fmla="*/ 15 h 46"/>
                  <a:gd name="T2" fmla="*/ 3 w 22"/>
                  <a:gd name="T3" fmla="*/ 31 h 46"/>
                  <a:gd name="T4" fmla="*/ 0 w 22"/>
                  <a:gd name="T5" fmla="*/ 46 h 46"/>
                  <a:gd name="T6" fmla="*/ 8 w 22"/>
                  <a:gd name="T7" fmla="*/ 35 h 46"/>
                  <a:gd name="T8" fmla="*/ 15 w 22"/>
                  <a:gd name="T9" fmla="*/ 29 h 46"/>
                  <a:gd name="T10" fmla="*/ 22 w 22"/>
                  <a:gd name="T11" fmla="*/ 16 h 46"/>
                  <a:gd name="T12" fmla="*/ 19 w 22"/>
                  <a:gd name="T13" fmla="*/ 0 h 46"/>
                  <a:gd name="T14" fmla="*/ 18 w 22"/>
                  <a:gd name="T15" fmla="*/ 5 h 46"/>
                  <a:gd name="T16" fmla="*/ 14 w 22"/>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46">
                    <a:moveTo>
                      <a:pt x="14" y="15"/>
                    </a:moveTo>
                    <a:cubicBezTo>
                      <a:pt x="11" y="21"/>
                      <a:pt x="6" y="25"/>
                      <a:pt x="3" y="31"/>
                    </a:cubicBezTo>
                    <a:cubicBezTo>
                      <a:pt x="1" y="35"/>
                      <a:pt x="0" y="41"/>
                      <a:pt x="0" y="46"/>
                    </a:cubicBezTo>
                    <a:cubicBezTo>
                      <a:pt x="1" y="42"/>
                      <a:pt x="5" y="38"/>
                      <a:pt x="8" y="35"/>
                    </a:cubicBezTo>
                    <a:cubicBezTo>
                      <a:pt x="10" y="33"/>
                      <a:pt x="13" y="31"/>
                      <a:pt x="15" y="29"/>
                    </a:cubicBezTo>
                    <a:cubicBezTo>
                      <a:pt x="18" y="25"/>
                      <a:pt x="21" y="21"/>
                      <a:pt x="22" y="16"/>
                    </a:cubicBezTo>
                    <a:cubicBezTo>
                      <a:pt x="22" y="11"/>
                      <a:pt x="21" y="5"/>
                      <a:pt x="19" y="0"/>
                    </a:cubicBezTo>
                    <a:cubicBezTo>
                      <a:pt x="20" y="1"/>
                      <a:pt x="19" y="3"/>
                      <a:pt x="18" y="5"/>
                    </a:cubicBezTo>
                    <a:cubicBezTo>
                      <a:pt x="18" y="8"/>
                      <a:pt x="17" y="12"/>
                      <a:pt x="1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4" name="Freeform 203"/>
              <p:cNvSpPr>
                <a:spLocks/>
              </p:cNvSpPr>
              <p:nvPr/>
            </p:nvSpPr>
            <p:spPr bwMode="auto">
              <a:xfrm>
                <a:off x="-1516063" y="7381875"/>
                <a:ext cx="112713" cy="220663"/>
              </a:xfrm>
              <a:custGeom>
                <a:avLst/>
                <a:gdLst>
                  <a:gd name="T0" fmla="*/ 10 w 30"/>
                  <a:gd name="T1" fmla="*/ 59 h 59"/>
                  <a:gd name="T2" fmla="*/ 12 w 30"/>
                  <a:gd name="T3" fmla="*/ 46 h 59"/>
                  <a:gd name="T4" fmla="*/ 20 w 30"/>
                  <a:gd name="T5" fmla="*/ 34 h 59"/>
                  <a:gd name="T6" fmla="*/ 28 w 30"/>
                  <a:gd name="T7" fmla="*/ 19 h 59"/>
                  <a:gd name="T8" fmla="*/ 27 w 30"/>
                  <a:gd name="T9" fmla="*/ 0 h 59"/>
                  <a:gd name="T10" fmla="*/ 26 w 30"/>
                  <a:gd name="T11" fmla="*/ 3 h 59"/>
                  <a:gd name="T12" fmla="*/ 21 w 30"/>
                  <a:gd name="T13" fmla="*/ 10 h 59"/>
                  <a:gd name="T14" fmla="*/ 3 w 30"/>
                  <a:gd name="T15" fmla="*/ 30 h 59"/>
                  <a:gd name="T16" fmla="*/ 10 w 30"/>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10" y="59"/>
                    </a:moveTo>
                    <a:cubicBezTo>
                      <a:pt x="9" y="55"/>
                      <a:pt x="10" y="50"/>
                      <a:pt x="12" y="46"/>
                    </a:cubicBezTo>
                    <a:cubicBezTo>
                      <a:pt x="13" y="42"/>
                      <a:pt x="17" y="38"/>
                      <a:pt x="20" y="34"/>
                    </a:cubicBezTo>
                    <a:cubicBezTo>
                      <a:pt x="24" y="30"/>
                      <a:pt x="27" y="25"/>
                      <a:pt x="28" y="19"/>
                    </a:cubicBezTo>
                    <a:cubicBezTo>
                      <a:pt x="30" y="13"/>
                      <a:pt x="29" y="6"/>
                      <a:pt x="27" y="0"/>
                    </a:cubicBezTo>
                    <a:cubicBezTo>
                      <a:pt x="28" y="0"/>
                      <a:pt x="26" y="2"/>
                      <a:pt x="26" y="3"/>
                    </a:cubicBezTo>
                    <a:cubicBezTo>
                      <a:pt x="25" y="6"/>
                      <a:pt x="23" y="8"/>
                      <a:pt x="21" y="10"/>
                    </a:cubicBezTo>
                    <a:cubicBezTo>
                      <a:pt x="14" y="16"/>
                      <a:pt x="6" y="21"/>
                      <a:pt x="3" y="30"/>
                    </a:cubicBezTo>
                    <a:cubicBezTo>
                      <a:pt x="0" y="40"/>
                      <a:pt x="2" y="51"/>
                      <a:pt x="10"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5" name="Freeform 204"/>
              <p:cNvSpPr>
                <a:spLocks noEditPoints="1"/>
              </p:cNvSpPr>
              <p:nvPr/>
            </p:nvSpPr>
            <p:spPr bwMode="auto">
              <a:xfrm>
                <a:off x="-5208588" y="2486025"/>
                <a:ext cx="269875" cy="212725"/>
              </a:xfrm>
              <a:custGeom>
                <a:avLst/>
                <a:gdLst>
                  <a:gd name="T0" fmla="*/ 65 w 72"/>
                  <a:gd name="T1" fmla="*/ 13 h 57"/>
                  <a:gd name="T2" fmla="*/ 58 w 72"/>
                  <a:gd name="T3" fmla="*/ 13 h 57"/>
                  <a:gd name="T4" fmla="*/ 58 w 72"/>
                  <a:gd name="T5" fmla="*/ 16 h 57"/>
                  <a:gd name="T6" fmla="*/ 66 w 72"/>
                  <a:gd name="T7" fmla="*/ 32 h 57"/>
                  <a:gd name="T8" fmla="*/ 66 w 72"/>
                  <a:gd name="T9" fmla="*/ 40 h 57"/>
                  <a:gd name="T10" fmla="*/ 58 w 72"/>
                  <a:gd name="T11" fmla="*/ 57 h 57"/>
                  <a:gd name="T12" fmla="*/ 72 w 72"/>
                  <a:gd name="T13" fmla="*/ 53 h 57"/>
                  <a:gd name="T14" fmla="*/ 72 w 72"/>
                  <a:gd name="T15" fmla="*/ 20 h 57"/>
                  <a:gd name="T16" fmla="*/ 58 w 72"/>
                  <a:gd name="T17" fmla="*/ 0 h 57"/>
                  <a:gd name="T18" fmla="*/ 36 w 72"/>
                  <a:gd name="T19" fmla="*/ 4 h 57"/>
                  <a:gd name="T20" fmla="*/ 58 w 72"/>
                  <a:gd name="T21" fmla="*/ 13 h 57"/>
                  <a:gd name="T22" fmla="*/ 36 w 72"/>
                  <a:gd name="T23" fmla="*/ 45 h 57"/>
                  <a:gd name="T24" fmla="*/ 55 w 72"/>
                  <a:gd name="T25" fmla="*/ 53 h 57"/>
                  <a:gd name="T26" fmla="*/ 58 w 72"/>
                  <a:gd name="T27" fmla="*/ 57 h 57"/>
                  <a:gd name="T28" fmla="*/ 51 w 72"/>
                  <a:gd name="T29" fmla="*/ 40 h 57"/>
                  <a:gd name="T30" fmla="*/ 58 w 72"/>
                  <a:gd name="T31" fmla="*/ 32 h 57"/>
                  <a:gd name="T32" fmla="*/ 36 w 72"/>
                  <a:gd name="T33" fmla="*/ 16 h 57"/>
                  <a:gd name="T34" fmla="*/ 36 w 72"/>
                  <a:gd name="T35" fmla="*/ 0 h 57"/>
                  <a:gd name="T36" fmla="*/ 14 w 72"/>
                  <a:gd name="T37" fmla="*/ 0 h 57"/>
                  <a:gd name="T38" fmla="*/ 18 w 72"/>
                  <a:gd name="T39" fmla="*/ 4 h 57"/>
                  <a:gd name="T40" fmla="*/ 36 w 72"/>
                  <a:gd name="T41" fmla="*/ 4 h 57"/>
                  <a:gd name="T42" fmla="*/ 14 w 72"/>
                  <a:gd name="T43" fmla="*/ 57 h 57"/>
                  <a:gd name="T44" fmla="*/ 17 w 72"/>
                  <a:gd name="T45" fmla="*/ 53 h 57"/>
                  <a:gd name="T46" fmla="*/ 36 w 72"/>
                  <a:gd name="T47" fmla="*/ 45 h 57"/>
                  <a:gd name="T48" fmla="*/ 14 w 72"/>
                  <a:gd name="T49" fmla="*/ 16 h 57"/>
                  <a:gd name="T50" fmla="*/ 21 w 72"/>
                  <a:gd name="T51" fmla="*/ 32 h 57"/>
                  <a:gd name="T52" fmla="*/ 21 w 72"/>
                  <a:gd name="T53" fmla="*/ 40 h 57"/>
                  <a:gd name="T54" fmla="*/ 14 w 72"/>
                  <a:gd name="T55" fmla="*/ 57 h 57"/>
                  <a:gd name="T56" fmla="*/ 7 w 72"/>
                  <a:gd name="T57" fmla="*/ 13 h 57"/>
                  <a:gd name="T58" fmla="*/ 0 w 72"/>
                  <a:gd name="T59" fmla="*/ 44 h 57"/>
                  <a:gd name="T60" fmla="*/ 0 w 72"/>
                  <a:gd name="T61" fmla="*/ 53 h 57"/>
                  <a:gd name="T62" fmla="*/ 14 w 72"/>
                  <a:gd name="T63" fmla="*/ 57 h 57"/>
                  <a:gd name="T64" fmla="*/ 7 w 72"/>
                  <a:gd name="T65" fmla="*/ 40 h 57"/>
                  <a:gd name="T66" fmla="*/ 14 w 72"/>
                  <a:gd name="T67" fmla="*/ 32 h 57"/>
                  <a:gd name="T68" fmla="*/ 12 w 72"/>
                  <a:gd name="T69" fmla="*/ 16 h 57"/>
                  <a:gd name="T70" fmla="*/ 14 w 72"/>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2" h="57">
                    <a:moveTo>
                      <a:pt x="72" y="20"/>
                    </a:moveTo>
                    <a:cubicBezTo>
                      <a:pt x="65" y="13"/>
                      <a:pt x="65" y="13"/>
                      <a:pt x="65" y="13"/>
                    </a:cubicBezTo>
                    <a:cubicBezTo>
                      <a:pt x="58" y="0"/>
                      <a:pt x="58" y="0"/>
                      <a:pt x="58" y="0"/>
                    </a:cubicBezTo>
                    <a:cubicBezTo>
                      <a:pt x="58" y="13"/>
                      <a:pt x="58" y="13"/>
                      <a:pt x="58" y="13"/>
                    </a:cubicBezTo>
                    <a:cubicBezTo>
                      <a:pt x="60" y="16"/>
                      <a:pt x="60" y="16"/>
                      <a:pt x="60" y="16"/>
                    </a:cubicBezTo>
                    <a:cubicBezTo>
                      <a:pt x="58" y="16"/>
                      <a:pt x="58" y="16"/>
                      <a:pt x="58" y="16"/>
                    </a:cubicBezTo>
                    <a:cubicBezTo>
                      <a:pt x="58" y="32"/>
                      <a:pt x="58" y="32"/>
                      <a:pt x="58" y="32"/>
                    </a:cubicBezTo>
                    <a:cubicBezTo>
                      <a:pt x="66" y="32"/>
                      <a:pt x="66" y="32"/>
                      <a:pt x="66" y="32"/>
                    </a:cubicBezTo>
                    <a:cubicBezTo>
                      <a:pt x="66" y="40"/>
                      <a:pt x="66" y="40"/>
                      <a:pt x="66" y="40"/>
                    </a:cubicBezTo>
                    <a:cubicBezTo>
                      <a:pt x="66" y="40"/>
                      <a:pt x="66" y="40"/>
                      <a:pt x="66" y="40"/>
                    </a:cubicBezTo>
                    <a:cubicBezTo>
                      <a:pt x="58" y="40"/>
                      <a:pt x="58" y="40"/>
                      <a:pt x="58" y="40"/>
                    </a:cubicBezTo>
                    <a:cubicBezTo>
                      <a:pt x="58" y="57"/>
                      <a:pt x="58" y="57"/>
                      <a:pt x="58" y="57"/>
                    </a:cubicBezTo>
                    <a:cubicBezTo>
                      <a:pt x="69" y="57"/>
                      <a:pt x="69" y="57"/>
                      <a:pt x="69" y="57"/>
                    </a:cubicBezTo>
                    <a:cubicBezTo>
                      <a:pt x="71" y="57"/>
                      <a:pt x="72" y="55"/>
                      <a:pt x="72" y="53"/>
                    </a:cubicBezTo>
                    <a:cubicBezTo>
                      <a:pt x="72" y="45"/>
                      <a:pt x="72" y="45"/>
                      <a:pt x="72" y="45"/>
                    </a:cubicBezTo>
                    <a:lnTo>
                      <a:pt x="72" y="20"/>
                    </a:lnTo>
                    <a:close/>
                    <a:moveTo>
                      <a:pt x="58" y="0"/>
                    </a:moveTo>
                    <a:cubicBezTo>
                      <a:pt x="58" y="0"/>
                      <a:pt x="58" y="0"/>
                      <a:pt x="58" y="0"/>
                    </a:cubicBezTo>
                    <a:cubicBezTo>
                      <a:pt x="36" y="0"/>
                      <a:pt x="36" y="0"/>
                      <a:pt x="36" y="0"/>
                    </a:cubicBezTo>
                    <a:cubicBezTo>
                      <a:pt x="36" y="4"/>
                      <a:pt x="36" y="4"/>
                      <a:pt x="36" y="4"/>
                    </a:cubicBezTo>
                    <a:cubicBezTo>
                      <a:pt x="54" y="4"/>
                      <a:pt x="54" y="4"/>
                      <a:pt x="54" y="4"/>
                    </a:cubicBezTo>
                    <a:cubicBezTo>
                      <a:pt x="58" y="13"/>
                      <a:pt x="58" y="13"/>
                      <a:pt x="58" y="13"/>
                    </a:cubicBezTo>
                    <a:cubicBezTo>
                      <a:pt x="58" y="0"/>
                      <a:pt x="58" y="0"/>
                      <a:pt x="58" y="0"/>
                    </a:cubicBezTo>
                    <a:close/>
                    <a:moveTo>
                      <a:pt x="36" y="45"/>
                    </a:moveTo>
                    <a:cubicBezTo>
                      <a:pt x="55" y="45"/>
                      <a:pt x="55" y="45"/>
                      <a:pt x="55" y="45"/>
                    </a:cubicBezTo>
                    <a:cubicBezTo>
                      <a:pt x="55" y="53"/>
                      <a:pt x="55" y="53"/>
                      <a:pt x="55" y="53"/>
                    </a:cubicBezTo>
                    <a:cubicBezTo>
                      <a:pt x="55" y="55"/>
                      <a:pt x="56" y="57"/>
                      <a:pt x="58" y="57"/>
                    </a:cubicBezTo>
                    <a:cubicBezTo>
                      <a:pt x="58" y="57"/>
                      <a:pt x="58" y="57"/>
                      <a:pt x="58" y="57"/>
                    </a:cubicBezTo>
                    <a:cubicBezTo>
                      <a:pt x="58" y="40"/>
                      <a:pt x="58" y="40"/>
                      <a:pt x="58" y="40"/>
                    </a:cubicBezTo>
                    <a:cubicBezTo>
                      <a:pt x="51" y="40"/>
                      <a:pt x="51" y="40"/>
                      <a:pt x="51" y="40"/>
                    </a:cubicBezTo>
                    <a:cubicBezTo>
                      <a:pt x="51" y="32"/>
                      <a:pt x="51" y="32"/>
                      <a:pt x="51" y="32"/>
                    </a:cubicBezTo>
                    <a:cubicBezTo>
                      <a:pt x="58" y="32"/>
                      <a:pt x="58" y="32"/>
                      <a:pt x="58" y="32"/>
                    </a:cubicBezTo>
                    <a:cubicBezTo>
                      <a:pt x="58" y="16"/>
                      <a:pt x="58" y="16"/>
                      <a:pt x="58" y="16"/>
                    </a:cubicBezTo>
                    <a:cubicBezTo>
                      <a:pt x="36" y="16"/>
                      <a:pt x="36" y="16"/>
                      <a:pt x="36" y="16"/>
                    </a:cubicBezTo>
                    <a:lnTo>
                      <a:pt x="36" y="45"/>
                    </a:lnTo>
                    <a:close/>
                    <a:moveTo>
                      <a:pt x="36" y="0"/>
                    </a:moveTo>
                    <a:cubicBezTo>
                      <a:pt x="14" y="0"/>
                      <a:pt x="14" y="0"/>
                      <a:pt x="14" y="0"/>
                    </a:cubicBezTo>
                    <a:cubicBezTo>
                      <a:pt x="14" y="0"/>
                      <a:pt x="14" y="0"/>
                      <a:pt x="14" y="0"/>
                    </a:cubicBezTo>
                    <a:cubicBezTo>
                      <a:pt x="14" y="13"/>
                      <a:pt x="14" y="13"/>
                      <a:pt x="14" y="13"/>
                    </a:cubicBezTo>
                    <a:cubicBezTo>
                      <a:pt x="18" y="4"/>
                      <a:pt x="18" y="4"/>
                      <a:pt x="18" y="4"/>
                    </a:cubicBezTo>
                    <a:cubicBezTo>
                      <a:pt x="18" y="4"/>
                      <a:pt x="18" y="4"/>
                      <a:pt x="18" y="4"/>
                    </a:cubicBezTo>
                    <a:cubicBezTo>
                      <a:pt x="36" y="4"/>
                      <a:pt x="36" y="4"/>
                      <a:pt x="36" y="4"/>
                    </a:cubicBezTo>
                    <a:cubicBezTo>
                      <a:pt x="36" y="0"/>
                      <a:pt x="36" y="0"/>
                      <a:pt x="36" y="0"/>
                    </a:cubicBezTo>
                    <a:close/>
                    <a:moveTo>
                      <a:pt x="14" y="57"/>
                    </a:moveTo>
                    <a:cubicBezTo>
                      <a:pt x="14" y="57"/>
                      <a:pt x="14" y="57"/>
                      <a:pt x="14" y="57"/>
                    </a:cubicBezTo>
                    <a:cubicBezTo>
                      <a:pt x="16" y="57"/>
                      <a:pt x="17" y="55"/>
                      <a:pt x="17" y="53"/>
                    </a:cubicBezTo>
                    <a:cubicBezTo>
                      <a:pt x="17" y="45"/>
                      <a:pt x="17" y="45"/>
                      <a:pt x="17" y="45"/>
                    </a:cubicBezTo>
                    <a:cubicBezTo>
                      <a:pt x="36" y="45"/>
                      <a:pt x="36" y="45"/>
                      <a:pt x="36" y="45"/>
                    </a:cubicBezTo>
                    <a:cubicBezTo>
                      <a:pt x="36" y="16"/>
                      <a:pt x="36" y="16"/>
                      <a:pt x="36" y="16"/>
                    </a:cubicBezTo>
                    <a:cubicBezTo>
                      <a:pt x="14" y="16"/>
                      <a:pt x="14" y="16"/>
                      <a:pt x="14" y="16"/>
                    </a:cubicBezTo>
                    <a:cubicBezTo>
                      <a:pt x="14" y="32"/>
                      <a:pt x="14" y="32"/>
                      <a:pt x="14" y="32"/>
                    </a:cubicBezTo>
                    <a:cubicBezTo>
                      <a:pt x="21" y="32"/>
                      <a:pt x="21" y="32"/>
                      <a:pt x="21" y="32"/>
                    </a:cubicBezTo>
                    <a:cubicBezTo>
                      <a:pt x="21" y="40"/>
                      <a:pt x="21" y="40"/>
                      <a:pt x="21" y="40"/>
                    </a:cubicBezTo>
                    <a:cubicBezTo>
                      <a:pt x="21" y="40"/>
                      <a:pt x="21" y="40"/>
                      <a:pt x="21" y="40"/>
                    </a:cubicBezTo>
                    <a:cubicBezTo>
                      <a:pt x="14" y="40"/>
                      <a:pt x="14" y="40"/>
                      <a:pt x="14" y="40"/>
                    </a:cubicBezTo>
                    <a:lnTo>
                      <a:pt x="14" y="57"/>
                    </a:lnTo>
                    <a:close/>
                    <a:moveTo>
                      <a:pt x="14" y="0"/>
                    </a:moveTo>
                    <a:cubicBezTo>
                      <a:pt x="7" y="13"/>
                      <a:pt x="7" y="13"/>
                      <a:pt x="7" y="13"/>
                    </a:cubicBezTo>
                    <a:cubicBezTo>
                      <a:pt x="0" y="20"/>
                      <a:pt x="0" y="20"/>
                      <a:pt x="0" y="20"/>
                    </a:cubicBezTo>
                    <a:cubicBezTo>
                      <a:pt x="0" y="44"/>
                      <a:pt x="0" y="44"/>
                      <a:pt x="0" y="44"/>
                    </a:cubicBezTo>
                    <a:cubicBezTo>
                      <a:pt x="0" y="45"/>
                      <a:pt x="0" y="45"/>
                      <a:pt x="0" y="45"/>
                    </a:cubicBezTo>
                    <a:cubicBezTo>
                      <a:pt x="0" y="53"/>
                      <a:pt x="0" y="53"/>
                      <a:pt x="0" y="53"/>
                    </a:cubicBezTo>
                    <a:cubicBezTo>
                      <a:pt x="0" y="55"/>
                      <a:pt x="2" y="57"/>
                      <a:pt x="3" y="57"/>
                    </a:cubicBezTo>
                    <a:cubicBezTo>
                      <a:pt x="14" y="57"/>
                      <a:pt x="14" y="57"/>
                      <a:pt x="14" y="57"/>
                    </a:cubicBezTo>
                    <a:cubicBezTo>
                      <a:pt x="14" y="40"/>
                      <a:pt x="14" y="40"/>
                      <a:pt x="14" y="40"/>
                    </a:cubicBezTo>
                    <a:cubicBezTo>
                      <a:pt x="7" y="40"/>
                      <a:pt x="7" y="40"/>
                      <a:pt x="7" y="40"/>
                    </a:cubicBezTo>
                    <a:cubicBezTo>
                      <a:pt x="7" y="32"/>
                      <a:pt x="7" y="32"/>
                      <a:pt x="7" y="32"/>
                    </a:cubicBezTo>
                    <a:cubicBezTo>
                      <a:pt x="14" y="32"/>
                      <a:pt x="14" y="32"/>
                      <a:pt x="14" y="32"/>
                    </a:cubicBezTo>
                    <a:cubicBezTo>
                      <a:pt x="14" y="16"/>
                      <a:pt x="14" y="16"/>
                      <a:pt x="14" y="16"/>
                    </a:cubicBezTo>
                    <a:cubicBezTo>
                      <a:pt x="12" y="16"/>
                      <a:pt x="12" y="16"/>
                      <a:pt x="12" y="16"/>
                    </a:cubicBezTo>
                    <a:cubicBezTo>
                      <a:pt x="14" y="13"/>
                      <a:pt x="14" y="13"/>
                      <a:pt x="14" y="13"/>
                    </a:cubicBez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6" name="Freeform 205"/>
              <p:cNvSpPr>
                <a:spLocks/>
              </p:cNvSpPr>
              <p:nvPr/>
            </p:nvSpPr>
            <p:spPr bwMode="auto">
              <a:xfrm>
                <a:off x="-5395913" y="1295400"/>
                <a:ext cx="112713" cy="77788"/>
              </a:xfrm>
              <a:custGeom>
                <a:avLst/>
                <a:gdLst>
                  <a:gd name="T0" fmla="*/ 19 w 30"/>
                  <a:gd name="T1" fmla="*/ 6 h 21"/>
                  <a:gd name="T2" fmla="*/ 26 w 30"/>
                  <a:gd name="T3" fmla="*/ 2 h 21"/>
                  <a:gd name="T4" fmla="*/ 30 w 30"/>
                  <a:gd name="T5" fmla="*/ 1 h 21"/>
                  <a:gd name="T6" fmla="*/ 18 w 30"/>
                  <a:gd name="T7" fmla="*/ 2 h 21"/>
                  <a:gd name="T8" fmla="*/ 9 w 30"/>
                  <a:gd name="T9" fmla="*/ 8 h 21"/>
                  <a:gd name="T10" fmla="*/ 6 w 30"/>
                  <a:gd name="T11" fmla="*/ 14 h 21"/>
                  <a:gd name="T12" fmla="*/ 0 w 30"/>
                  <a:gd name="T13" fmla="*/ 21 h 21"/>
                  <a:gd name="T14" fmla="*/ 10 w 30"/>
                  <a:gd name="T15" fmla="*/ 17 h 21"/>
                  <a:gd name="T16" fmla="*/ 19 w 30"/>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19" y="6"/>
                    </a:moveTo>
                    <a:cubicBezTo>
                      <a:pt x="21" y="4"/>
                      <a:pt x="24" y="3"/>
                      <a:pt x="26" y="2"/>
                    </a:cubicBezTo>
                    <a:cubicBezTo>
                      <a:pt x="27" y="2"/>
                      <a:pt x="29" y="1"/>
                      <a:pt x="30" y="1"/>
                    </a:cubicBezTo>
                    <a:cubicBezTo>
                      <a:pt x="26" y="0"/>
                      <a:pt x="21" y="0"/>
                      <a:pt x="18" y="2"/>
                    </a:cubicBezTo>
                    <a:cubicBezTo>
                      <a:pt x="14" y="3"/>
                      <a:pt x="11" y="5"/>
                      <a:pt x="9" y="8"/>
                    </a:cubicBezTo>
                    <a:cubicBezTo>
                      <a:pt x="8" y="10"/>
                      <a:pt x="7" y="12"/>
                      <a:pt x="6" y="14"/>
                    </a:cubicBezTo>
                    <a:cubicBezTo>
                      <a:pt x="5" y="17"/>
                      <a:pt x="3" y="20"/>
                      <a:pt x="0" y="21"/>
                    </a:cubicBezTo>
                    <a:cubicBezTo>
                      <a:pt x="4" y="21"/>
                      <a:pt x="7" y="19"/>
                      <a:pt x="10" y="17"/>
                    </a:cubicBezTo>
                    <a:cubicBezTo>
                      <a:pt x="14" y="14"/>
                      <a:pt x="16" y="10"/>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7" name="Freeform 206"/>
              <p:cNvSpPr>
                <a:spLocks/>
              </p:cNvSpPr>
              <p:nvPr/>
            </p:nvSpPr>
            <p:spPr bwMode="auto">
              <a:xfrm>
                <a:off x="-5389563" y="1298575"/>
                <a:ext cx="147638" cy="98425"/>
              </a:xfrm>
              <a:custGeom>
                <a:avLst/>
                <a:gdLst>
                  <a:gd name="T0" fmla="*/ 25 w 39"/>
                  <a:gd name="T1" fmla="*/ 3 h 26"/>
                  <a:gd name="T2" fmla="*/ 16 w 39"/>
                  <a:gd name="T3" fmla="*/ 11 h 26"/>
                  <a:gd name="T4" fmla="*/ 8 w 39"/>
                  <a:gd name="T5" fmla="*/ 19 h 26"/>
                  <a:gd name="T6" fmla="*/ 0 w 39"/>
                  <a:gd name="T7" fmla="*/ 22 h 26"/>
                  <a:gd name="T8" fmla="*/ 21 w 39"/>
                  <a:gd name="T9" fmla="*/ 22 h 26"/>
                  <a:gd name="T10" fmla="*/ 33 w 39"/>
                  <a:gd name="T11" fmla="*/ 7 h 26"/>
                  <a:gd name="T12" fmla="*/ 37 w 39"/>
                  <a:gd name="T13" fmla="*/ 2 h 26"/>
                  <a:gd name="T14" fmla="*/ 39 w 39"/>
                  <a:gd name="T15" fmla="*/ 0 h 26"/>
                  <a:gd name="T16" fmla="*/ 25 w 39"/>
                  <a:gd name="T1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25" y="3"/>
                    </a:moveTo>
                    <a:cubicBezTo>
                      <a:pt x="21" y="5"/>
                      <a:pt x="19" y="8"/>
                      <a:pt x="16" y="11"/>
                    </a:cubicBezTo>
                    <a:cubicBezTo>
                      <a:pt x="14" y="14"/>
                      <a:pt x="11" y="17"/>
                      <a:pt x="8" y="19"/>
                    </a:cubicBezTo>
                    <a:cubicBezTo>
                      <a:pt x="6" y="20"/>
                      <a:pt x="3" y="22"/>
                      <a:pt x="0" y="22"/>
                    </a:cubicBezTo>
                    <a:cubicBezTo>
                      <a:pt x="7" y="26"/>
                      <a:pt x="15" y="26"/>
                      <a:pt x="21" y="22"/>
                    </a:cubicBezTo>
                    <a:cubicBezTo>
                      <a:pt x="27" y="18"/>
                      <a:pt x="30" y="12"/>
                      <a:pt x="33" y="7"/>
                    </a:cubicBezTo>
                    <a:cubicBezTo>
                      <a:pt x="34" y="5"/>
                      <a:pt x="35" y="3"/>
                      <a:pt x="37" y="2"/>
                    </a:cubicBezTo>
                    <a:cubicBezTo>
                      <a:pt x="37" y="1"/>
                      <a:pt x="39" y="0"/>
                      <a:pt x="39" y="0"/>
                    </a:cubicBezTo>
                    <a:cubicBezTo>
                      <a:pt x="34" y="0"/>
                      <a:pt x="30" y="0"/>
                      <a:pt x="2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8" name="Freeform 207"/>
              <p:cNvSpPr>
                <a:spLocks/>
              </p:cNvSpPr>
              <p:nvPr/>
            </p:nvSpPr>
            <p:spPr bwMode="auto">
              <a:xfrm>
                <a:off x="-5395913" y="1212850"/>
                <a:ext cx="93663" cy="66675"/>
              </a:xfrm>
              <a:custGeom>
                <a:avLst/>
                <a:gdLst>
                  <a:gd name="T0" fmla="*/ 8 w 25"/>
                  <a:gd name="T1" fmla="*/ 7 h 18"/>
                  <a:gd name="T2" fmla="*/ 5 w 25"/>
                  <a:gd name="T3" fmla="*/ 12 h 18"/>
                  <a:gd name="T4" fmla="*/ 0 w 25"/>
                  <a:gd name="T5" fmla="*/ 18 h 18"/>
                  <a:gd name="T6" fmla="*/ 9 w 25"/>
                  <a:gd name="T7" fmla="*/ 15 h 18"/>
                  <a:gd name="T8" fmla="*/ 17 w 25"/>
                  <a:gd name="T9" fmla="*/ 5 h 18"/>
                  <a:gd name="T10" fmla="*/ 22 w 25"/>
                  <a:gd name="T11" fmla="*/ 2 h 18"/>
                  <a:gd name="T12" fmla="*/ 25 w 25"/>
                  <a:gd name="T13" fmla="*/ 1 h 18"/>
                  <a:gd name="T14" fmla="*/ 15 w 25"/>
                  <a:gd name="T15" fmla="*/ 1 h 18"/>
                  <a:gd name="T16" fmla="*/ 8 w 25"/>
                  <a:gd name="T1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8">
                    <a:moveTo>
                      <a:pt x="8" y="7"/>
                    </a:moveTo>
                    <a:cubicBezTo>
                      <a:pt x="7" y="9"/>
                      <a:pt x="6" y="10"/>
                      <a:pt x="5" y="12"/>
                    </a:cubicBezTo>
                    <a:cubicBezTo>
                      <a:pt x="4" y="14"/>
                      <a:pt x="3" y="17"/>
                      <a:pt x="0" y="18"/>
                    </a:cubicBezTo>
                    <a:cubicBezTo>
                      <a:pt x="3" y="18"/>
                      <a:pt x="6" y="17"/>
                      <a:pt x="9" y="15"/>
                    </a:cubicBezTo>
                    <a:cubicBezTo>
                      <a:pt x="12" y="12"/>
                      <a:pt x="14" y="8"/>
                      <a:pt x="17" y="5"/>
                    </a:cubicBezTo>
                    <a:cubicBezTo>
                      <a:pt x="18" y="4"/>
                      <a:pt x="20" y="3"/>
                      <a:pt x="22" y="2"/>
                    </a:cubicBezTo>
                    <a:cubicBezTo>
                      <a:pt x="23" y="1"/>
                      <a:pt x="25" y="0"/>
                      <a:pt x="25" y="1"/>
                    </a:cubicBezTo>
                    <a:cubicBezTo>
                      <a:pt x="22" y="0"/>
                      <a:pt x="18" y="0"/>
                      <a:pt x="15" y="1"/>
                    </a:cubicBezTo>
                    <a:cubicBezTo>
                      <a:pt x="12" y="2"/>
                      <a:pt x="10" y="5"/>
                      <a:pt x="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9" name="Freeform 208"/>
              <p:cNvSpPr>
                <a:spLocks/>
              </p:cNvSpPr>
              <p:nvPr/>
            </p:nvSpPr>
            <p:spPr bwMode="auto">
              <a:xfrm>
                <a:off x="-5389563" y="1216025"/>
                <a:ext cx="123825" cy="82550"/>
              </a:xfrm>
              <a:custGeom>
                <a:avLst/>
                <a:gdLst>
                  <a:gd name="T0" fmla="*/ 32 w 33"/>
                  <a:gd name="T1" fmla="*/ 1 h 22"/>
                  <a:gd name="T2" fmla="*/ 33 w 33"/>
                  <a:gd name="T3" fmla="*/ 0 h 22"/>
                  <a:gd name="T4" fmla="*/ 22 w 33"/>
                  <a:gd name="T5" fmla="*/ 2 h 22"/>
                  <a:gd name="T6" fmla="*/ 13 w 33"/>
                  <a:gd name="T7" fmla="*/ 9 h 22"/>
                  <a:gd name="T8" fmla="*/ 7 w 33"/>
                  <a:gd name="T9" fmla="*/ 16 h 22"/>
                  <a:gd name="T10" fmla="*/ 0 w 33"/>
                  <a:gd name="T11" fmla="*/ 19 h 22"/>
                  <a:gd name="T12" fmla="*/ 18 w 33"/>
                  <a:gd name="T13" fmla="*/ 19 h 22"/>
                  <a:gd name="T14" fmla="*/ 28 w 33"/>
                  <a:gd name="T15" fmla="*/ 5 h 22"/>
                  <a:gd name="T16" fmla="*/ 32 w 33"/>
                  <a:gd name="T17"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2">
                    <a:moveTo>
                      <a:pt x="32" y="1"/>
                    </a:moveTo>
                    <a:cubicBezTo>
                      <a:pt x="32" y="1"/>
                      <a:pt x="33" y="0"/>
                      <a:pt x="33" y="0"/>
                    </a:cubicBezTo>
                    <a:cubicBezTo>
                      <a:pt x="29" y="0"/>
                      <a:pt x="25" y="0"/>
                      <a:pt x="22" y="2"/>
                    </a:cubicBezTo>
                    <a:cubicBezTo>
                      <a:pt x="18" y="4"/>
                      <a:pt x="16" y="6"/>
                      <a:pt x="13" y="9"/>
                    </a:cubicBezTo>
                    <a:cubicBezTo>
                      <a:pt x="12" y="12"/>
                      <a:pt x="10" y="14"/>
                      <a:pt x="7" y="16"/>
                    </a:cubicBezTo>
                    <a:cubicBezTo>
                      <a:pt x="5" y="17"/>
                      <a:pt x="2" y="19"/>
                      <a:pt x="0" y="19"/>
                    </a:cubicBezTo>
                    <a:cubicBezTo>
                      <a:pt x="6" y="22"/>
                      <a:pt x="13" y="22"/>
                      <a:pt x="18" y="19"/>
                    </a:cubicBezTo>
                    <a:cubicBezTo>
                      <a:pt x="23" y="16"/>
                      <a:pt x="25" y="10"/>
                      <a:pt x="28" y="5"/>
                    </a:cubicBezTo>
                    <a:cubicBezTo>
                      <a:pt x="29" y="4"/>
                      <a:pt x="30" y="2"/>
                      <a:pt x="3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0" name="Freeform 209"/>
              <p:cNvSpPr>
                <a:spLocks/>
              </p:cNvSpPr>
              <p:nvPr/>
            </p:nvSpPr>
            <p:spPr bwMode="auto">
              <a:xfrm>
                <a:off x="-5519738" y="1295400"/>
                <a:ext cx="112713" cy="77788"/>
              </a:xfrm>
              <a:custGeom>
                <a:avLst/>
                <a:gdLst>
                  <a:gd name="T0" fmla="*/ 11 w 30"/>
                  <a:gd name="T1" fmla="*/ 6 h 21"/>
                  <a:gd name="T2" fmla="*/ 20 w 30"/>
                  <a:gd name="T3" fmla="*/ 17 h 21"/>
                  <a:gd name="T4" fmla="*/ 30 w 30"/>
                  <a:gd name="T5" fmla="*/ 21 h 21"/>
                  <a:gd name="T6" fmla="*/ 24 w 30"/>
                  <a:gd name="T7" fmla="*/ 14 h 21"/>
                  <a:gd name="T8" fmla="*/ 20 w 30"/>
                  <a:gd name="T9" fmla="*/ 8 h 21"/>
                  <a:gd name="T10" fmla="*/ 12 w 30"/>
                  <a:gd name="T11" fmla="*/ 2 h 21"/>
                  <a:gd name="T12" fmla="*/ 0 w 30"/>
                  <a:gd name="T13" fmla="*/ 1 h 21"/>
                  <a:gd name="T14" fmla="*/ 4 w 30"/>
                  <a:gd name="T15" fmla="*/ 2 h 21"/>
                  <a:gd name="T16" fmla="*/ 11 w 30"/>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11" y="6"/>
                    </a:moveTo>
                    <a:cubicBezTo>
                      <a:pt x="14" y="10"/>
                      <a:pt x="16" y="14"/>
                      <a:pt x="20" y="17"/>
                    </a:cubicBezTo>
                    <a:cubicBezTo>
                      <a:pt x="23" y="19"/>
                      <a:pt x="26" y="21"/>
                      <a:pt x="30" y="21"/>
                    </a:cubicBezTo>
                    <a:cubicBezTo>
                      <a:pt x="27" y="20"/>
                      <a:pt x="25" y="17"/>
                      <a:pt x="24" y="14"/>
                    </a:cubicBezTo>
                    <a:cubicBezTo>
                      <a:pt x="23" y="12"/>
                      <a:pt x="22" y="10"/>
                      <a:pt x="20" y="8"/>
                    </a:cubicBezTo>
                    <a:cubicBezTo>
                      <a:pt x="18" y="5"/>
                      <a:pt x="16" y="3"/>
                      <a:pt x="12" y="2"/>
                    </a:cubicBezTo>
                    <a:cubicBezTo>
                      <a:pt x="8" y="0"/>
                      <a:pt x="4" y="0"/>
                      <a:pt x="0" y="1"/>
                    </a:cubicBezTo>
                    <a:cubicBezTo>
                      <a:pt x="1" y="1"/>
                      <a:pt x="3" y="2"/>
                      <a:pt x="4" y="2"/>
                    </a:cubicBezTo>
                    <a:cubicBezTo>
                      <a:pt x="6" y="3"/>
                      <a:pt x="9" y="4"/>
                      <a:pt x="1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1" name="Freeform 210"/>
              <p:cNvSpPr>
                <a:spLocks/>
              </p:cNvSpPr>
              <p:nvPr/>
            </p:nvSpPr>
            <p:spPr bwMode="auto">
              <a:xfrm>
                <a:off x="-5561013" y="1298575"/>
                <a:ext cx="146050" cy="98425"/>
              </a:xfrm>
              <a:custGeom>
                <a:avLst/>
                <a:gdLst>
                  <a:gd name="T0" fmla="*/ 6 w 39"/>
                  <a:gd name="T1" fmla="*/ 7 h 26"/>
                  <a:gd name="T2" fmla="*/ 17 w 39"/>
                  <a:gd name="T3" fmla="*/ 22 h 26"/>
                  <a:gd name="T4" fmla="*/ 39 w 39"/>
                  <a:gd name="T5" fmla="*/ 22 h 26"/>
                  <a:gd name="T6" fmla="*/ 30 w 39"/>
                  <a:gd name="T7" fmla="*/ 19 h 26"/>
                  <a:gd name="T8" fmla="*/ 23 w 39"/>
                  <a:gd name="T9" fmla="*/ 11 h 26"/>
                  <a:gd name="T10" fmla="*/ 13 w 39"/>
                  <a:gd name="T11" fmla="*/ 3 h 26"/>
                  <a:gd name="T12" fmla="*/ 0 w 39"/>
                  <a:gd name="T13" fmla="*/ 0 h 26"/>
                  <a:gd name="T14" fmla="*/ 2 w 39"/>
                  <a:gd name="T15" fmla="*/ 2 h 26"/>
                  <a:gd name="T16" fmla="*/ 6 w 39"/>
                  <a:gd name="T17"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6" y="7"/>
                    </a:moveTo>
                    <a:cubicBezTo>
                      <a:pt x="9" y="12"/>
                      <a:pt x="11" y="18"/>
                      <a:pt x="17" y="22"/>
                    </a:cubicBezTo>
                    <a:cubicBezTo>
                      <a:pt x="24" y="26"/>
                      <a:pt x="32" y="26"/>
                      <a:pt x="39" y="22"/>
                    </a:cubicBezTo>
                    <a:cubicBezTo>
                      <a:pt x="36" y="22"/>
                      <a:pt x="33" y="20"/>
                      <a:pt x="30" y="19"/>
                    </a:cubicBezTo>
                    <a:cubicBezTo>
                      <a:pt x="28" y="17"/>
                      <a:pt x="25" y="14"/>
                      <a:pt x="23" y="11"/>
                    </a:cubicBezTo>
                    <a:cubicBezTo>
                      <a:pt x="20" y="8"/>
                      <a:pt x="18" y="5"/>
                      <a:pt x="13" y="3"/>
                    </a:cubicBezTo>
                    <a:cubicBezTo>
                      <a:pt x="9" y="0"/>
                      <a:pt x="4" y="0"/>
                      <a:pt x="0" y="0"/>
                    </a:cubicBezTo>
                    <a:cubicBezTo>
                      <a:pt x="0" y="0"/>
                      <a:pt x="1" y="1"/>
                      <a:pt x="2" y="2"/>
                    </a:cubicBezTo>
                    <a:cubicBezTo>
                      <a:pt x="3" y="3"/>
                      <a:pt x="5" y="5"/>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2" name="Freeform 211"/>
              <p:cNvSpPr>
                <a:spLocks/>
              </p:cNvSpPr>
              <p:nvPr/>
            </p:nvSpPr>
            <p:spPr bwMode="auto">
              <a:xfrm>
                <a:off x="-5505450" y="1212850"/>
                <a:ext cx="98425" cy="66675"/>
              </a:xfrm>
              <a:custGeom>
                <a:avLst/>
                <a:gdLst>
                  <a:gd name="T0" fmla="*/ 11 w 26"/>
                  <a:gd name="T1" fmla="*/ 1 h 18"/>
                  <a:gd name="T2" fmla="*/ 0 w 26"/>
                  <a:gd name="T3" fmla="*/ 1 h 18"/>
                  <a:gd name="T4" fmla="*/ 3 w 26"/>
                  <a:gd name="T5" fmla="*/ 2 h 18"/>
                  <a:gd name="T6" fmla="*/ 9 w 26"/>
                  <a:gd name="T7" fmla="*/ 5 h 18"/>
                  <a:gd name="T8" fmla="*/ 17 w 26"/>
                  <a:gd name="T9" fmla="*/ 15 h 18"/>
                  <a:gd name="T10" fmla="*/ 26 w 26"/>
                  <a:gd name="T11" fmla="*/ 18 h 18"/>
                  <a:gd name="T12" fmla="*/ 21 w 26"/>
                  <a:gd name="T13" fmla="*/ 12 h 18"/>
                  <a:gd name="T14" fmla="*/ 18 w 26"/>
                  <a:gd name="T15" fmla="*/ 7 h 18"/>
                  <a:gd name="T16" fmla="*/ 11 w 26"/>
                  <a:gd name="T1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8">
                    <a:moveTo>
                      <a:pt x="11" y="1"/>
                    </a:moveTo>
                    <a:cubicBezTo>
                      <a:pt x="7" y="0"/>
                      <a:pt x="4" y="0"/>
                      <a:pt x="0" y="1"/>
                    </a:cubicBezTo>
                    <a:cubicBezTo>
                      <a:pt x="1" y="0"/>
                      <a:pt x="3" y="1"/>
                      <a:pt x="3" y="2"/>
                    </a:cubicBezTo>
                    <a:cubicBezTo>
                      <a:pt x="5" y="3"/>
                      <a:pt x="8" y="4"/>
                      <a:pt x="9" y="5"/>
                    </a:cubicBezTo>
                    <a:cubicBezTo>
                      <a:pt x="12" y="8"/>
                      <a:pt x="14" y="12"/>
                      <a:pt x="17" y="15"/>
                    </a:cubicBezTo>
                    <a:cubicBezTo>
                      <a:pt x="20" y="17"/>
                      <a:pt x="23" y="18"/>
                      <a:pt x="26" y="18"/>
                    </a:cubicBezTo>
                    <a:cubicBezTo>
                      <a:pt x="23" y="17"/>
                      <a:pt x="22" y="14"/>
                      <a:pt x="21" y="12"/>
                    </a:cubicBezTo>
                    <a:cubicBezTo>
                      <a:pt x="20" y="10"/>
                      <a:pt x="19" y="9"/>
                      <a:pt x="18" y="7"/>
                    </a:cubicBezTo>
                    <a:cubicBezTo>
                      <a:pt x="16" y="5"/>
                      <a:pt x="14" y="2"/>
                      <a:pt x="1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3" name="Freeform 212"/>
              <p:cNvSpPr>
                <a:spLocks/>
              </p:cNvSpPr>
              <p:nvPr/>
            </p:nvSpPr>
            <p:spPr bwMode="auto">
              <a:xfrm>
                <a:off x="-5543550" y="1216025"/>
                <a:ext cx="128588" cy="82550"/>
              </a:xfrm>
              <a:custGeom>
                <a:avLst/>
                <a:gdLst>
                  <a:gd name="T0" fmla="*/ 0 w 34"/>
                  <a:gd name="T1" fmla="*/ 0 h 22"/>
                  <a:gd name="T2" fmla="*/ 2 w 34"/>
                  <a:gd name="T3" fmla="*/ 1 h 22"/>
                  <a:gd name="T4" fmla="*/ 6 w 34"/>
                  <a:gd name="T5" fmla="*/ 5 h 22"/>
                  <a:gd name="T6" fmla="*/ 16 w 34"/>
                  <a:gd name="T7" fmla="*/ 19 h 22"/>
                  <a:gd name="T8" fmla="*/ 34 w 34"/>
                  <a:gd name="T9" fmla="*/ 19 h 22"/>
                  <a:gd name="T10" fmla="*/ 27 w 34"/>
                  <a:gd name="T11" fmla="*/ 16 h 22"/>
                  <a:gd name="T12" fmla="*/ 20 w 34"/>
                  <a:gd name="T13" fmla="*/ 9 h 22"/>
                  <a:gd name="T14" fmla="*/ 12 w 34"/>
                  <a:gd name="T15" fmla="*/ 2 h 22"/>
                  <a:gd name="T16" fmla="*/ 0 w 34"/>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2">
                    <a:moveTo>
                      <a:pt x="0" y="0"/>
                    </a:moveTo>
                    <a:cubicBezTo>
                      <a:pt x="1" y="0"/>
                      <a:pt x="2" y="1"/>
                      <a:pt x="2" y="1"/>
                    </a:cubicBezTo>
                    <a:cubicBezTo>
                      <a:pt x="4" y="2"/>
                      <a:pt x="5" y="4"/>
                      <a:pt x="6" y="5"/>
                    </a:cubicBezTo>
                    <a:cubicBezTo>
                      <a:pt x="9" y="10"/>
                      <a:pt x="10" y="16"/>
                      <a:pt x="16" y="19"/>
                    </a:cubicBezTo>
                    <a:cubicBezTo>
                      <a:pt x="21" y="22"/>
                      <a:pt x="28" y="22"/>
                      <a:pt x="34" y="19"/>
                    </a:cubicBezTo>
                    <a:cubicBezTo>
                      <a:pt x="31" y="19"/>
                      <a:pt x="29" y="17"/>
                      <a:pt x="27" y="16"/>
                    </a:cubicBezTo>
                    <a:cubicBezTo>
                      <a:pt x="24" y="14"/>
                      <a:pt x="22" y="12"/>
                      <a:pt x="20" y="9"/>
                    </a:cubicBezTo>
                    <a:cubicBezTo>
                      <a:pt x="18" y="6"/>
                      <a:pt x="16" y="4"/>
                      <a:pt x="12" y="2"/>
                    </a:cubicBezTo>
                    <a:cubicBezTo>
                      <a:pt x="9" y="0"/>
                      <a:pt x="4"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4" name="Freeform 213"/>
              <p:cNvSpPr>
                <a:spLocks/>
              </p:cNvSpPr>
              <p:nvPr/>
            </p:nvSpPr>
            <p:spPr bwMode="auto">
              <a:xfrm>
                <a:off x="-5403850" y="1152525"/>
                <a:ext cx="52388" cy="109538"/>
              </a:xfrm>
              <a:custGeom>
                <a:avLst/>
                <a:gdLst>
                  <a:gd name="T0" fmla="*/ 9 w 14"/>
                  <a:gd name="T1" fmla="*/ 10 h 29"/>
                  <a:gd name="T2" fmla="*/ 2 w 14"/>
                  <a:gd name="T3" fmla="*/ 20 h 29"/>
                  <a:gd name="T4" fmla="*/ 0 w 14"/>
                  <a:gd name="T5" fmla="*/ 29 h 29"/>
                  <a:gd name="T6" fmla="*/ 5 w 14"/>
                  <a:gd name="T7" fmla="*/ 23 h 29"/>
                  <a:gd name="T8" fmla="*/ 9 w 14"/>
                  <a:gd name="T9" fmla="*/ 19 h 29"/>
                  <a:gd name="T10" fmla="*/ 13 w 14"/>
                  <a:gd name="T11" fmla="*/ 11 h 29"/>
                  <a:gd name="T12" fmla="*/ 12 w 14"/>
                  <a:gd name="T13" fmla="*/ 0 h 29"/>
                  <a:gd name="T14" fmla="*/ 12 w 14"/>
                  <a:gd name="T15" fmla="*/ 4 h 29"/>
                  <a:gd name="T16" fmla="*/ 9 w 14"/>
                  <a:gd name="T17"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9">
                    <a:moveTo>
                      <a:pt x="9" y="10"/>
                    </a:moveTo>
                    <a:cubicBezTo>
                      <a:pt x="7" y="13"/>
                      <a:pt x="4" y="16"/>
                      <a:pt x="2" y="20"/>
                    </a:cubicBezTo>
                    <a:cubicBezTo>
                      <a:pt x="1" y="23"/>
                      <a:pt x="0" y="26"/>
                      <a:pt x="0" y="29"/>
                    </a:cubicBezTo>
                    <a:cubicBezTo>
                      <a:pt x="0" y="26"/>
                      <a:pt x="3" y="24"/>
                      <a:pt x="5" y="23"/>
                    </a:cubicBezTo>
                    <a:cubicBezTo>
                      <a:pt x="7" y="21"/>
                      <a:pt x="8" y="20"/>
                      <a:pt x="9" y="19"/>
                    </a:cubicBezTo>
                    <a:cubicBezTo>
                      <a:pt x="11" y="16"/>
                      <a:pt x="13" y="14"/>
                      <a:pt x="13" y="11"/>
                    </a:cubicBezTo>
                    <a:cubicBezTo>
                      <a:pt x="14" y="7"/>
                      <a:pt x="13" y="4"/>
                      <a:pt x="12" y="0"/>
                    </a:cubicBezTo>
                    <a:cubicBezTo>
                      <a:pt x="12" y="1"/>
                      <a:pt x="12" y="3"/>
                      <a:pt x="12" y="4"/>
                    </a:cubicBezTo>
                    <a:cubicBezTo>
                      <a:pt x="11" y="6"/>
                      <a:pt x="10" y="8"/>
                      <a:pt x="9"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5" name="Freeform 214"/>
              <p:cNvSpPr>
                <a:spLocks/>
              </p:cNvSpPr>
              <p:nvPr/>
            </p:nvSpPr>
            <p:spPr bwMode="auto">
              <a:xfrm>
                <a:off x="-5434013" y="1119187"/>
                <a:ext cx="71438" cy="138113"/>
              </a:xfrm>
              <a:custGeom>
                <a:avLst/>
                <a:gdLst>
                  <a:gd name="T0" fmla="*/ 6 w 19"/>
                  <a:gd name="T1" fmla="*/ 37 h 37"/>
                  <a:gd name="T2" fmla="*/ 7 w 19"/>
                  <a:gd name="T3" fmla="*/ 29 h 37"/>
                  <a:gd name="T4" fmla="*/ 12 w 19"/>
                  <a:gd name="T5" fmla="*/ 22 h 37"/>
                  <a:gd name="T6" fmla="*/ 18 w 19"/>
                  <a:gd name="T7" fmla="*/ 12 h 37"/>
                  <a:gd name="T8" fmla="*/ 17 w 19"/>
                  <a:gd name="T9" fmla="*/ 0 h 37"/>
                  <a:gd name="T10" fmla="*/ 16 w 19"/>
                  <a:gd name="T11" fmla="*/ 2 h 37"/>
                  <a:gd name="T12" fmla="*/ 13 w 19"/>
                  <a:gd name="T13" fmla="*/ 6 h 37"/>
                  <a:gd name="T14" fmla="*/ 2 w 19"/>
                  <a:gd name="T15" fmla="*/ 19 h 37"/>
                  <a:gd name="T16" fmla="*/ 6 w 1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7">
                    <a:moveTo>
                      <a:pt x="6" y="37"/>
                    </a:moveTo>
                    <a:cubicBezTo>
                      <a:pt x="6" y="34"/>
                      <a:pt x="6" y="31"/>
                      <a:pt x="7" y="29"/>
                    </a:cubicBezTo>
                    <a:cubicBezTo>
                      <a:pt x="8" y="26"/>
                      <a:pt x="10" y="24"/>
                      <a:pt x="12" y="22"/>
                    </a:cubicBezTo>
                    <a:cubicBezTo>
                      <a:pt x="15" y="19"/>
                      <a:pt x="17" y="16"/>
                      <a:pt x="18" y="12"/>
                    </a:cubicBezTo>
                    <a:cubicBezTo>
                      <a:pt x="19" y="8"/>
                      <a:pt x="18" y="4"/>
                      <a:pt x="17" y="0"/>
                    </a:cubicBezTo>
                    <a:cubicBezTo>
                      <a:pt x="17" y="1"/>
                      <a:pt x="16" y="2"/>
                      <a:pt x="16" y="2"/>
                    </a:cubicBezTo>
                    <a:cubicBezTo>
                      <a:pt x="15" y="4"/>
                      <a:pt x="14" y="5"/>
                      <a:pt x="13" y="6"/>
                    </a:cubicBezTo>
                    <a:cubicBezTo>
                      <a:pt x="9" y="10"/>
                      <a:pt x="4" y="13"/>
                      <a:pt x="2" y="19"/>
                    </a:cubicBezTo>
                    <a:cubicBezTo>
                      <a:pt x="0" y="25"/>
                      <a:pt x="1" y="32"/>
                      <a:pt x="6"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6" name="Freeform 215"/>
              <p:cNvSpPr>
                <a:spLocks noEditPoints="1"/>
              </p:cNvSpPr>
              <p:nvPr/>
            </p:nvSpPr>
            <p:spPr bwMode="auto">
              <a:xfrm>
                <a:off x="-2192338" y="7464425"/>
                <a:ext cx="206375" cy="206375"/>
              </a:xfrm>
              <a:custGeom>
                <a:avLst/>
                <a:gdLst>
                  <a:gd name="T0" fmla="*/ 41 w 55"/>
                  <a:gd name="T1" fmla="*/ 51 h 55"/>
                  <a:gd name="T2" fmla="*/ 52 w 55"/>
                  <a:gd name="T3" fmla="*/ 41 h 55"/>
                  <a:gd name="T4" fmla="*/ 55 w 55"/>
                  <a:gd name="T5" fmla="*/ 33 h 55"/>
                  <a:gd name="T6" fmla="*/ 55 w 55"/>
                  <a:gd name="T7" fmla="*/ 22 h 55"/>
                  <a:gd name="T8" fmla="*/ 52 w 55"/>
                  <a:gd name="T9" fmla="*/ 14 h 55"/>
                  <a:gd name="T10" fmla="*/ 41 w 55"/>
                  <a:gd name="T11" fmla="*/ 4 h 55"/>
                  <a:gd name="T12" fmla="*/ 38 w 55"/>
                  <a:gd name="T13" fmla="*/ 2 h 55"/>
                  <a:gd name="T14" fmla="*/ 30 w 55"/>
                  <a:gd name="T15" fmla="*/ 0 h 55"/>
                  <a:gd name="T16" fmla="*/ 31 w 55"/>
                  <a:gd name="T17" fmla="*/ 3 h 55"/>
                  <a:gd name="T18" fmla="*/ 34 w 55"/>
                  <a:gd name="T19" fmla="*/ 3 h 55"/>
                  <a:gd name="T20" fmla="*/ 37 w 55"/>
                  <a:gd name="T21" fmla="*/ 4 h 55"/>
                  <a:gd name="T22" fmla="*/ 36 w 55"/>
                  <a:gd name="T23" fmla="*/ 5 h 55"/>
                  <a:gd name="T24" fmla="*/ 32 w 55"/>
                  <a:gd name="T25" fmla="*/ 6 h 55"/>
                  <a:gd name="T26" fmla="*/ 33 w 55"/>
                  <a:gd name="T27" fmla="*/ 9 h 55"/>
                  <a:gd name="T28" fmla="*/ 35 w 55"/>
                  <a:gd name="T29" fmla="*/ 11 h 55"/>
                  <a:gd name="T30" fmla="*/ 39 w 55"/>
                  <a:gd name="T31" fmla="*/ 6 h 55"/>
                  <a:gd name="T32" fmla="*/ 42 w 55"/>
                  <a:gd name="T33" fmla="*/ 7 h 55"/>
                  <a:gd name="T34" fmla="*/ 44 w 55"/>
                  <a:gd name="T35" fmla="*/ 8 h 55"/>
                  <a:gd name="T36" fmla="*/ 46 w 55"/>
                  <a:gd name="T37" fmla="*/ 12 h 55"/>
                  <a:gd name="T38" fmla="*/ 45 w 55"/>
                  <a:gd name="T39" fmla="*/ 13 h 55"/>
                  <a:gd name="T40" fmla="*/ 43 w 55"/>
                  <a:gd name="T41" fmla="*/ 12 h 55"/>
                  <a:gd name="T42" fmla="*/ 40 w 55"/>
                  <a:gd name="T43" fmla="*/ 13 h 55"/>
                  <a:gd name="T44" fmla="*/ 42 w 55"/>
                  <a:gd name="T45" fmla="*/ 14 h 55"/>
                  <a:gd name="T46" fmla="*/ 37 w 55"/>
                  <a:gd name="T47" fmla="*/ 16 h 55"/>
                  <a:gd name="T48" fmla="*/ 34 w 55"/>
                  <a:gd name="T49" fmla="*/ 18 h 55"/>
                  <a:gd name="T50" fmla="*/ 30 w 55"/>
                  <a:gd name="T51" fmla="*/ 21 h 55"/>
                  <a:gd name="T52" fmla="*/ 32 w 55"/>
                  <a:gd name="T53" fmla="*/ 33 h 55"/>
                  <a:gd name="T54" fmla="*/ 35 w 55"/>
                  <a:gd name="T55" fmla="*/ 34 h 55"/>
                  <a:gd name="T56" fmla="*/ 38 w 55"/>
                  <a:gd name="T57" fmla="*/ 35 h 55"/>
                  <a:gd name="T58" fmla="*/ 43 w 55"/>
                  <a:gd name="T59" fmla="*/ 37 h 55"/>
                  <a:gd name="T60" fmla="*/ 46 w 55"/>
                  <a:gd name="T61" fmla="*/ 40 h 55"/>
                  <a:gd name="T62" fmla="*/ 50 w 55"/>
                  <a:gd name="T63" fmla="*/ 41 h 55"/>
                  <a:gd name="T64" fmla="*/ 32 w 55"/>
                  <a:gd name="T65" fmla="*/ 48 h 55"/>
                  <a:gd name="T66" fmla="*/ 1 w 55"/>
                  <a:gd name="T67" fmla="*/ 24 h 55"/>
                  <a:gd name="T68" fmla="*/ 1 w 55"/>
                  <a:gd name="T69" fmla="*/ 35 h 55"/>
                  <a:gd name="T70" fmla="*/ 6 w 55"/>
                  <a:gd name="T71" fmla="*/ 45 h 55"/>
                  <a:gd name="T72" fmla="*/ 18 w 55"/>
                  <a:gd name="T73" fmla="*/ 53 h 55"/>
                  <a:gd name="T74" fmla="*/ 28 w 55"/>
                  <a:gd name="T75" fmla="*/ 44 h 55"/>
                  <a:gd name="T76" fmla="*/ 27 w 55"/>
                  <a:gd name="T77" fmla="*/ 39 h 55"/>
                  <a:gd name="T78" fmla="*/ 29 w 55"/>
                  <a:gd name="T79" fmla="*/ 35 h 55"/>
                  <a:gd name="T80" fmla="*/ 25 w 55"/>
                  <a:gd name="T81" fmla="*/ 34 h 55"/>
                  <a:gd name="T82" fmla="*/ 22 w 55"/>
                  <a:gd name="T83" fmla="*/ 32 h 55"/>
                  <a:gd name="T84" fmla="*/ 16 w 55"/>
                  <a:gd name="T85" fmla="*/ 29 h 55"/>
                  <a:gd name="T86" fmla="*/ 14 w 55"/>
                  <a:gd name="T87" fmla="*/ 25 h 55"/>
                  <a:gd name="T88" fmla="*/ 12 w 55"/>
                  <a:gd name="T89" fmla="*/ 24 h 55"/>
                  <a:gd name="T90" fmla="*/ 12 w 55"/>
                  <a:gd name="T91" fmla="*/ 25 h 55"/>
                  <a:gd name="T92" fmla="*/ 10 w 55"/>
                  <a:gd name="T93" fmla="*/ 21 h 55"/>
                  <a:gd name="T94" fmla="*/ 10 w 55"/>
                  <a:gd name="T95" fmla="*/ 16 h 55"/>
                  <a:gd name="T96" fmla="*/ 12 w 55"/>
                  <a:gd name="T97" fmla="*/ 11 h 55"/>
                  <a:gd name="T98" fmla="*/ 12 w 55"/>
                  <a:gd name="T99" fmla="*/ 8 h 55"/>
                  <a:gd name="T100" fmla="*/ 25 w 55"/>
                  <a:gd name="T101" fmla="*/ 2 h 55"/>
                  <a:gd name="T102" fmla="*/ 30 w 55"/>
                  <a:gd name="T103" fmla="*/ 0 h 55"/>
                  <a:gd name="T104" fmla="*/ 17 w 55"/>
                  <a:gd name="T105" fmla="*/ 2 h 55"/>
                  <a:gd name="T106" fmla="*/ 8 w 55"/>
                  <a:gd name="T107" fmla="*/ 8 h 55"/>
                  <a:gd name="T108" fmla="*/ 2 w 55"/>
                  <a:gd name="T109" fmla="*/ 18 h 55"/>
                  <a:gd name="T110" fmla="*/ 29 w 55"/>
                  <a:gd name="T111" fmla="*/ 35 h 55"/>
                  <a:gd name="T112" fmla="*/ 26 w 55"/>
                  <a:gd name="T113" fmla="*/ 31 h 55"/>
                  <a:gd name="T114" fmla="*/ 25 w 55"/>
                  <a:gd name="T115" fmla="*/ 28 h 55"/>
                  <a:gd name="T116" fmla="*/ 20 w 55"/>
                  <a:gd name="T117" fmla="*/ 29 h 55"/>
                  <a:gd name="T118" fmla="*/ 22 w 55"/>
                  <a:gd name="T119" fmla="*/ 23 h 55"/>
                  <a:gd name="T120" fmla="*/ 27 w 55"/>
                  <a:gd name="T121" fmla="*/ 23 h 55"/>
                  <a:gd name="T122" fmla="*/ 29 w 55"/>
                  <a:gd name="T123"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 h="55">
                    <a:moveTo>
                      <a:pt x="30" y="55"/>
                    </a:moveTo>
                    <a:cubicBezTo>
                      <a:pt x="31" y="55"/>
                      <a:pt x="33" y="55"/>
                      <a:pt x="34" y="54"/>
                    </a:cubicBezTo>
                    <a:cubicBezTo>
                      <a:pt x="35" y="54"/>
                      <a:pt x="36" y="54"/>
                      <a:pt x="37" y="54"/>
                    </a:cubicBezTo>
                    <a:cubicBezTo>
                      <a:pt x="37" y="54"/>
                      <a:pt x="37" y="53"/>
                      <a:pt x="38" y="53"/>
                    </a:cubicBezTo>
                    <a:cubicBezTo>
                      <a:pt x="39" y="53"/>
                      <a:pt x="39" y="53"/>
                      <a:pt x="40" y="52"/>
                    </a:cubicBezTo>
                    <a:cubicBezTo>
                      <a:pt x="41" y="52"/>
                      <a:pt x="41" y="52"/>
                      <a:pt x="41" y="51"/>
                    </a:cubicBezTo>
                    <a:cubicBezTo>
                      <a:pt x="43" y="50"/>
                      <a:pt x="45" y="49"/>
                      <a:pt x="46" y="48"/>
                    </a:cubicBezTo>
                    <a:cubicBezTo>
                      <a:pt x="47" y="48"/>
                      <a:pt x="47" y="47"/>
                      <a:pt x="47" y="47"/>
                    </a:cubicBezTo>
                    <a:cubicBezTo>
                      <a:pt x="47" y="47"/>
                      <a:pt x="48" y="46"/>
                      <a:pt x="48" y="46"/>
                    </a:cubicBezTo>
                    <a:cubicBezTo>
                      <a:pt x="49" y="46"/>
                      <a:pt x="49" y="45"/>
                      <a:pt x="49" y="45"/>
                    </a:cubicBezTo>
                    <a:cubicBezTo>
                      <a:pt x="50" y="44"/>
                      <a:pt x="51" y="43"/>
                      <a:pt x="51" y="42"/>
                    </a:cubicBezTo>
                    <a:cubicBezTo>
                      <a:pt x="51" y="42"/>
                      <a:pt x="51" y="42"/>
                      <a:pt x="52" y="41"/>
                    </a:cubicBezTo>
                    <a:cubicBezTo>
                      <a:pt x="52" y="41"/>
                      <a:pt x="52" y="41"/>
                      <a:pt x="52" y="40"/>
                    </a:cubicBezTo>
                    <a:cubicBezTo>
                      <a:pt x="52" y="40"/>
                      <a:pt x="52" y="40"/>
                      <a:pt x="53" y="40"/>
                    </a:cubicBezTo>
                    <a:cubicBezTo>
                      <a:pt x="53" y="39"/>
                      <a:pt x="53" y="39"/>
                      <a:pt x="53" y="38"/>
                    </a:cubicBezTo>
                    <a:cubicBezTo>
                      <a:pt x="53" y="38"/>
                      <a:pt x="53" y="38"/>
                      <a:pt x="54" y="37"/>
                    </a:cubicBezTo>
                    <a:cubicBezTo>
                      <a:pt x="54" y="36"/>
                      <a:pt x="54" y="35"/>
                      <a:pt x="54" y="35"/>
                    </a:cubicBezTo>
                    <a:cubicBezTo>
                      <a:pt x="54" y="34"/>
                      <a:pt x="55" y="34"/>
                      <a:pt x="55" y="33"/>
                    </a:cubicBezTo>
                    <a:cubicBezTo>
                      <a:pt x="55" y="33"/>
                      <a:pt x="55" y="32"/>
                      <a:pt x="55" y="32"/>
                    </a:cubicBezTo>
                    <a:cubicBezTo>
                      <a:pt x="55" y="31"/>
                      <a:pt x="55" y="31"/>
                      <a:pt x="55" y="30"/>
                    </a:cubicBezTo>
                    <a:cubicBezTo>
                      <a:pt x="55" y="30"/>
                      <a:pt x="55" y="29"/>
                      <a:pt x="55" y="28"/>
                    </a:cubicBezTo>
                    <a:cubicBezTo>
                      <a:pt x="55" y="27"/>
                      <a:pt x="55" y="26"/>
                      <a:pt x="55" y="25"/>
                    </a:cubicBezTo>
                    <a:cubicBezTo>
                      <a:pt x="55" y="24"/>
                      <a:pt x="55" y="24"/>
                      <a:pt x="55" y="24"/>
                    </a:cubicBezTo>
                    <a:cubicBezTo>
                      <a:pt x="55" y="23"/>
                      <a:pt x="55" y="23"/>
                      <a:pt x="55" y="22"/>
                    </a:cubicBezTo>
                    <a:cubicBezTo>
                      <a:pt x="55" y="22"/>
                      <a:pt x="54" y="21"/>
                      <a:pt x="54" y="21"/>
                    </a:cubicBezTo>
                    <a:cubicBezTo>
                      <a:pt x="54" y="20"/>
                      <a:pt x="54" y="19"/>
                      <a:pt x="54" y="18"/>
                    </a:cubicBezTo>
                    <a:cubicBezTo>
                      <a:pt x="53" y="18"/>
                      <a:pt x="53" y="18"/>
                      <a:pt x="53" y="18"/>
                    </a:cubicBezTo>
                    <a:cubicBezTo>
                      <a:pt x="53" y="17"/>
                      <a:pt x="53" y="16"/>
                      <a:pt x="53" y="16"/>
                    </a:cubicBezTo>
                    <a:cubicBezTo>
                      <a:pt x="52" y="16"/>
                      <a:pt x="52" y="15"/>
                      <a:pt x="52" y="15"/>
                    </a:cubicBezTo>
                    <a:cubicBezTo>
                      <a:pt x="52" y="15"/>
                      <a:pt x="52" y="14"/>
                      <a:pt x="52" y="14"/>
                    </a:cubicBezTo>
                    <a:cubicBezTo>
                      <a:pt x="51" y="13"/>
                      <a:pt x="50" y="12"/>
                      <a:pt x="49" y="11"/>
                    </a:cubicBezTo>
                    <a:cubicBezTo>
                      <a:pt x="49" y="10"/>
                      <a:pt x="49" y="10"/>
                      <a:pt x="48" y="9"/>
                    </a:cubicBezTo>
                    <a:cubicBezTo>
                      <a:pt x="48" y="9"/>
                      <a:pt x="47" y="9"/>
                      <a:pt x="47" y="8"/>
                    </a:cubicBezTo>
                    <a:cubicBezTo>
                      <a:pt x="47" y="8"/>
                      <a:pt x="47" y="8"/>
                      <a:pt x="46" y="7"/>
                    </a:cubicBezTo>
                    <a:cubicBezTo>
                      <a:pt x="46" y="7"/>
                      <a:pt x="45" y="6"/>
                      <a:pt x="44" y="6"/>
                    </a:cubicBezTo>
                    <a:cubicBezTo>
                      <a:pt x="43" y="5"/>
                      <a:pt x="42" y="4"/>
                      <a:pt x="41" y="4"/>
                    </a:cubicBezTo>
                    <a:cubicBezTo>
                      <a:pt x="41" y="4"/>
                      <a:pt x="41" y="3"/>
                      <a:pt x="40" y="3"/>
                    </a:cubicBezTo>
                    <a:cubicBezTo>
                      <a:pt x="40" y="3"/>
                      <a:pt x="40" y="3"/>
                      <a:pt x="40" y="3"/>
                    </a:cubicBezTo>
                    <a:cubicBezTo>
                      <a:pt x="40" y="3"/>
                      <a:pt x="39" y="3"/>
                      <a:pt x="39" y="3"/>
                    </a:cubicBezTo>
                    <a:cubicBezTo>
                      <a:pt x="39" y="3"/>
                      <a:pt x="39" y="3"/>
                      <a:pt x="39" y="3"/>
                    </a:cubicBezTo>
                    <a:cubicBezTo>
                      <a:pt x="38" y="2"/>
                      <a:pt x="38" y="2"/>
                      <a:pt x="38" y="2"/>
                    </a:cubicBezTo>
                    <a:cubicBezTo>
                      <a:pt x="38" y="2"/>
                      <a:pt x="38" y="2"/>
                      <a:pt x="38" y="2"/>
                    </a:cubicBezTo>
                    <a:cubicBezTo>
                      <a:pt x="37" y="2"/>
                      <a:pt x="37" y="2"/>
                      <a:pt x="37" y="2"/>
                    </a:cubicBezTo>
                    <a:cubicBezTo>
                      <a:pt x="37" y="2"/>
                      <a:pt x="37" y="2"/>
                      <a:pt x="37" y="2"/>
                    </a:cubicBezTo>
                    <a:cubicBezTo>
                      <a:pt x="36" y="1"/>
                      <a:pt x="35" y="1"/>
                      <a:pt x="34" y="1"/>
                    </a:cubicBezTo>
                    <a:cubicBezTo>
                      <a:pt x="34" y="1"/>
                      <a:pt x="34" y="1"/>
                      <a:pt x="33" y="1"/>
                    </a:cubicBezTo>
                    <a:cubicBezTo>
                      <a:pt x="33" y="1"/>
                      <a:pt x="33" y="1"/>
                      <a:pt x="33" y="1"/>
                    </a:cubicBezTo>
                    <a:cubicBezTo>
                      <a:pt x="32" y="1"/>
                      <a:pt x="31" y="0"/>
                      <a:pt x="30" y="0"/>
                    </a:cubicBezTo>
                    <a:cubicBezTo>
                      <a:pt x="30" y="2"/>
                      <a:pt x="30" y="2"/>
                      <a:pt x="30" y="2"/>
                    </a:cubicBezTo>
                    <a:cubicBezTo>
                      <a:pt x="31" y="2"/>
                      <a:pt x="32" y="2"/>
                      <a:pt x="33" y="2"/>
                    </a:cubicBezTo>
                    <a:cubicBezTo>
                      <a:pt x="33" y="2"/>
                      <a:pt x="33" y="2"/>
                      <a:pt x="32" y="2"/>
                    </a:cubicBezTo>
                    <a:cubicBezTo>
                      <a:pt x="32" y="3"/>
                      <a:pt x="32" y="3"/>
                      <a:pt x="32" y="3"/>
                    </a:cubicBezTo>
                    <a:cubicBezTo>
                      <a:pt x="32" y="3"/>
                      <a:pt x="31" y="3"/>
                      <a:pt x="31" y="3"/>
                    </a:cubicBezTo>
                    <a:cubicBezTo>
                      <a:pt x="31" y="3"/>
                      <a:pt x="31" y="3"/>
                      <a:pt x="31" y="3"/>
                    </a:cubicBezTo>
                    <a:cubicBezTo>
                      <a:pt x="31" y="3"/>
                      <a:pt x="32" y="3"/>
                      <a:pt x="32" y="3"/>
                    </a:cubicBezTo>
                    <a:cubicBezTo>
                      <a:pt x="33" y="3"/>
                      <a:pt x="33" y="3"/>
                      <a:pt x="33" y="3"/>
                    </a:cubicBezTo>
                    <a:cubicBezTo>
                      <a:pt x="33" y="3"/>
                      <a:pt x="33" y="3"/>
                      <a:pt x="34" y="3"/>
                    </a:cubicBezTo>
                    <a:cubicBezTo>
                      <a:pt x="34" y="3"/>
                      <a:pt x="34" y="2"/>
                      <a:pt x="34" y="2"/>
                    </a:cubicBezTo>
                    <a:cubicBezTo>
                      <a:pt x="34" y="2"/>
                      <a:pt x="34" y="3"/>
                      <a:pt x="35" y="3"/>
                    </a:cubicBezTo>
                    <a:cubicBezTo>
                      <a:pt x="35" y="3"/>
                      <a:pt x="34" y="3"/>
                      <a:pt x="34" y="3"/>
                    </a:cubicBezTo>
                    <a:cubicBezTo>
                      <a:pt x="34" y="3"/>
                      <a:pt x="35" y="3"/>
                      <a:pt x="35" y="3"/>
                    </a:cubicBezTo>
                    <a:cubicBezTo>
                      <a:pt x="35" y="3"/>
                      <a:pt x="35" y="3"/>
                      <a:pt x="35" y="3"/>
                    </a:cubicBezTo>
                    <a:cubicBezTo>
                      <a:pt x="36" y="3"/>
                      <a:pt x="36" y="3"/>
                      <a:pt x="37" y="3"/>
                    </a:cubicBezTo>
                    <a:cubicBezTo>
                      <a:pt x="37" y="3"/>
                      <a:pt x="38" y="4"/>
                      <a:pt x="38" y="4"/>
                    </a:cubicBezTo>
                    <a:cubicBezTo>
                      <a:pt x="38" y="4"/>
                      <a:pt x="38" y="4"/>
                      <a:pt x="38" y="4"/>
                    </a:cubicBezTo>
                    <a:cubicBezTo>
                      <a:pt x="38" y="4"/>
                      <a:pt x="38" y="4"/>
                      <a:pt x="37" y="4"/>
                    </a:cubicBezTo>
                    <a:cubicBezTo>
                      <a:pt x="37" y="4"/>
                      <a:pt x="38" y="4"/>
                      <a:pt x="38" y="4"/>
                    </a:cubicBezTo>
                    <a:cubicBezTo>
                      <a:pt x="38" y="5"/>
                      <a:pt x="38" y="5"/>
                      <a:pt x="38" y="5"/>
                    </a:cubicBezTo>
                    <a:cubicBezTo>
                      <a:pt x="38" y="6"/>
                      <a:pt x="38" y="5"/>
                      <a:pt x="37" y="5"/>
                    </a:cubicBezTo>
                    <a:cubicBezTo>
                      <a:pt x="37" y="5"/>
                      <a:pt x="36" y="6"/>
                      <a:pt x="36" y="5"/>
                    </a:cubicBezTo>
                    <a:cubicBezTo>
                      <a:pt x="36" y="5"/>
                      <a:pt x="37" y="5"/>
                      <a:pt x="37" y="4"/>
                    </a:cubicBezTo>
                    <a:cubicBezTo>
                      <a:pt x="37" y="4"/>
                      <a:pt x="37" y="4"/>
                      <a:pt x="36" y="5"/>
                    </a:cubicBezTo>
                    <a:cubicBezTo>
                      <a:pt x="36" y="5"/>
                      <a:pt x="36" y="5"/>
                      <a:pt x="36" y="5"/>
                    </a:cubicBezTo>
                    <a:cubicBezTo>
                      <a:pt x="36" y="5"/>
                      <a:pt x="36" y="5"/>
                      <a:pt x="35" y="5"/>
                    </a:cubicBezTo>
                    <a:cubicBezTo>
                      <a:pt x="35" y="5"/>
                      <a:pt x="35" y="5"/>
                      <a:pt x="35" y="5"/>
                    </a:cubicBezTo>
                    <a:cubicBezTo>
                      <a:pt x="34" y="5"/>
                      <a:pt x="34" y="5"/>
                      <a:pt x="34" y="6"/>
                    </a:cubicBezTo>
                    <a:cubicBezTo>
                      <a:pt x="34" y="6"/>
                      <a:pt x="34" y="6"/>
                      <a:pt x="33" y="6"/>
                    </a:cubicBezTo>
                    <a:cubicBezTo>
                      <a:pt x="33" y="6"/>
                      <a:pt x="33" y="6"/>
                      <a:pt x="32" y="6"/>
                    </a:cubicBezTo>
                    <a:cubicBezTo>
                      <a:pt x="32" y="6"/>
                      <a:pt x="31" y="7"/>
                      <a:pt x="31" y="7"/>
                    </a:cubicBezTo>
                    <a:cubicBezTo>
                      <a:pt x="31" y="7"/>
                      <a:pt x="31" y="7"/>
                      <a:pt x="31" y="7"/>
                    </a:cubicBezTo>
                    <a:cubicBezTo>
                      <a:pt x="31" y="8"/>
                      <a:pt x="31" y="8"/>
                      <a:pt x="31" y="8"/>
                    </a:cubicBezTo>
                    <a:cubicBezTo>
                      <a:pt x="31" y="8"/>
                      <a:pt x="31" y="8"/>
                      <a:pt x="31" y="8"/>
                    </a:cubicBezTo>
                    <a:cubicBezTo>
                      <a:pt x="31" y="8"/>
                      <a:pt x="31" y="8"/>
                      <a:pt x="32" y="8"/>
                    </a:cubicBezTo>
                    <a:cubicBezTo>
                      <a:pt x="32" y="8"/>
                      <a:pt x="32" y="9"/>
                      <a:pt x="33" y="9"/>
                    </a:cubicBezTo>
                    <a:cubicBezTo>
                      <a:pt x="33" y="9"/>
                      <a:pt x="33" y="9"/>
                      <a:pt x="34" y="9"/>
                    </a:cubicBezTo>
                    <a:cubicBezTo>
                      <a:pt x="34" y="9"/>
                      <a:pt x="35" y="9"/>
                      <a:pt x="35" y="10"/>
                    </a:cubicBezTo>
                    <a:cubicBezTo>
                      <a:pt x="35" y="10"/>
                      <a:pt x="34" y="10"/>
                      <a:pt x="34" y="10"/>
                    </a:cubicBezTo>
                    <a:cubicBezTo>
                      <a:pt x="34" y="10"/>
                      <a:pt x="34" y="11"/>
                      <a:pt x="34" y="11"/>
                    </a:cubicBezTo>
                    <a:cubicBezTo>
                      <a:pt x="34" y="11"/>
                      <a:pt x="34" y="11"/>
                      <a:pt x="35" y="11"/>
                    </a:cubicBezTo>
                    <a:cubicBezTo>
                      <a:pt x="35" y="11"/>
                      <a:pt x="35" y="11"/>
                      <a:pt x="35" y="11"/>
                    </a:cubicBezTo>
                    <a:cubicBezTo>
                      <a:pt x="36" y="10"/>
                      <a:pt x="35" y="10"/>
                      <a:pt x="36" y="10"/>
                    </a:cubicBezTo>
                    <a:cubicBezTo>
                      <a:pt x="37" y="10"/>
                      <a:pt x="38" y="9"/>
                      <a:pt x="38" y="8"/>
                    </a:cubicBezTo>
                    <a:cubicBezTo>
                      <a:pt x="38" y="8"/>
                      <a:pt x="38" y="7"/>
                      <a:pt x="38" y="7"/>
                    </a:cubicBezTo>
                    <a:cubicBezTo>
                      <a:pt x="38" y="7"/>
                      <a:pt x="39" y="7"/>
                      <a:pt x="38" y="7"/>
                    </a:cubicBezTo>
                    <a:cubicBezTo>
                      <a:pt x="39" y="6"/>
                      <a:pt x="39" y="6"/>
                      <a:pt x="39" y="6"/>
                    </a:cubicBezTo>
                    <a:cubicBezTo>
                      <a:pt x="39" y="6"/>
                      <a:pt x="39" y="6"/>
                      <a:pt x="39" y="6"/>
                    </a:cubicBezTo>
                    <a:cubicBezTo>
                      <a:pt x="39" y="6"/>
                      <a:pt x="39" y="6"/>
                      <a:pt x="39" y="6"/>
                    </a:cubicBezTo>
                    <a:cubicBezTo>
                      <a:pt x="39" y="6"/>
                      <a:pt x="40" y="6"/>
                      <a:pt x="40" y="6"/>
                    </a:cubicBezTo>
                    <a:cubicBezTo>
                      <a:pt x="40" y="6"/>
                      <a:pt x="40" y="6"/>
                      <a:pt x="40" y="6"/>
                    </a:cubicBezTo>
                    <a:cubicBezTo>
                      <a:pt x="41" y="6"/>
                      <a:pt x="41" y="6"/>
                      <a:pt x="41" y="6"/>
                    </a:cubicBezTo>
                    <a:cubicBezTo>
                      <a:pt x="41" y="6"/>
                      <a:pt x="41" y="6"/>
                      <a:pt x="42" y="6"/>
                    </a:cubicBezTo>
                    <a:cubicBezTo>
                      <a:pt x="42" y="6"/>
                      <a:pt x="42" y="6"/>
                      <a:pt x="42" y="7"/>
                    </a:cubicBezTo>
                    <a:cubicBezTo>
                      <a:pt x="42" y="7"/>
                      <a:pt x="42" y="7"/>
                      <a:pt x="42" y="7"/>
                    </a:cubicBezTo>
                    <a:cubicBezTo>
                      <a:pt x="42" y="7"/>
                      <a:pt x="42" y="7"/>
                      <a:pt x="42" y="7"/>
                    </a:cubicBezTo>
                    <a:cubicBezTo>
                      <a:pt x="42" y="8"/>
                      <a:pt x="42" y="8"/>
                      <a:pt x="42" y="8"/>
                    </a:cubicBezTo>
                    <a:cubicBezTo>
                      <a:pt x="42" y="8"/>
                      <a:pt x="43" y="8"/>
                      <a:pt x="43" y="8"/>
                    </a:cubicBezTo>
                    <a:cubicBezTo>
                      <a:pt x="43" y="7"/>
                      <a:pt x="43" y="7"/>
                      <a:pt x="44" y="7"/>
                    </a:cubicBezTo>
                    <a:cubicBezTo>
                      <a:pt x="44" y="7"/>
                      <a:pt x="44" y="8"/>
                      <a:pt x="44" y="8"/>
                    </a:cubicBezTo>
                    <a:cubicBezTo>
                      <a:pt x="44" y="8"/>
                      <a:pt x="44" y="8"/>
                      <a:pt x="44" y="8"/>
                    </a:cubicBezTo>
                    <a:cubicBezTo>
                      <a:pt x="45" y="8"/>
                      <a:pt x="44" y="9"/>
                      <a:pt x="44" y="9"/>
                    </a:cubicBezTo>
                    <a:cubicBezTo>
                      <a:pt x="44" y="9"/>
                      <a:pt x="45" y="9"/>
                      <a:pt x="45" y="10"/>
                    </a:cubicBezTo>
                    <a:cubicBezTo>
                      <a:pt x="46" y="10"/>
                      <a:pt x="46" y="10"/>
                      <a:pt x="46" y="10"/>
                    </a:cubicBezTo>
                    <a:cubicBezTo>
                      <a:pt x="46" y="10"/>
                      <a:pt x="46" y="10"/>
                      <a:pt x="46" y="10"/>
                    </a:cubicBezTo>
                    <a:cubicBezTo>
                      <a:pt x="46" y="11"/>
                      <a:pt x="46" y="11"/>
                      <a:pt x="46" y="12"/>
                    </a:cubicBezTo>
                    <a:cubicBezTo>
                      <a:pt x="45" y="12"/>
                      <a:pt x="45" y="12"/>
                      <a:pt x="45" y="12"/>
                    </a:cubicBezTo>
                    <a:cubicBezTo>
                      <a:pt x="45" y="13"/>
                      <a:pt x="46" y="12"/>
                      <a:pt x="46" y="13"/>
                    </a:cubicBezTo>
                    <a:cubicBezTo>
                      <a:pt x="46" y="13"/>
                      <a:pt x="46" y="13"/>
                      <a:pt x="46" y="13"/>
                    </a:cubicBezTo>
                    <a:cubicBezTo>
                      <a:pt x="46" y="13"/>
                      <a:pt x="46" y="14"/>
                      <a:pt x="46" y="14"/>
                    </a:cubicBezTo>
                    <a:cubicBezTo>
                      <a:pt x="46" y="14"/>
                      <a:pt x="46" y="14"/>
                      <a:pt x="45" y="14"/>
                    </a:cubicBezTo>
                    <a:cubicBezTo>
                      <a:pt x="45" y="13"/>
                      <a:pt x="45" y="14"/>
                      <a:pt x="45" y="13"/>
                    </a:cubicBezTo>
                    <a:cubicBezTo>
                      <a:pt x="45" y="13"/>
                      <a:pt x="44" y="13"/>
                      <a:pt x="44" y="13"/>
                    </a:cubicBezTo>
                    <a:cubicBezTo>
                      <a:pt x="44" y="13"/>
                      <a:pt x="44" y="13"/>
                      <a:pt x="43" y="13"/>
                    </a:cubicBezTo>
                    <a:cubicBezTo>
                      <a:pt x="44" y="13"/>
                      <a:pt x="44" y="12"/>
                      <a:pt x="45" y="12"/>
                    </a:cubicBezTo>
                    <a:cubicBezTo>
                      <a:pt x="45" y="12"/>
                      <a:pt x="45" y="12"/>
                      <a:pt x="45" y="11"/>
                    </a:cubicBezTo>
                    <a:cubicBezTo>
                      <a:pt x="45" y="11"/>
                      <a:pt x="44" y="11"/>
                      <a:pt x="44" y="12"/>
                    </a:cubicBezTo>
                    <a:cubicBezTo>
                      <a:pt x="44" y="12"/>
                      <a:pt x="44" y="12"/>
                      <a:pt x="43" y="12"/>
                    </a:cubicBezTo>
                    <a:cubicBezTo>
                      <a:pt x="43" y="12"/>
                      <a:pt x="42" y="12"/>
                      <a:pt x="42" y="12"/>
                    </a:cubicBezTo>
                    <a:cubicBezTo>
                      <a:pt x="42" y="12"/>
                      <a:pt x="42" y="12"/>
                      <a:pt x="42" y="13"/>
                    </a:cubicBezTo>
                    <a:cubicBezTo>
                      <a:pt x="42" y="13"/>
                      <a:pt x="42" y="13"/>
                      <a:pt x="42" y="13"/>
                    </a:cubicBezTo>
                    <a:cubicBezTo>
                      <a:pt x="42" y="12"/>
                      <a:pt x="42" y="12"/>
                      <a:pt x="42" y="12"/>
                    </a:cubicBezTo>
                    <a:cubicBezTo>
                      <a:pt x="41" y="12"/>
                      <a:pt x="41" y="12"/>
                      <a:pt x="41" y="12"/>
                    </a:cubicBezTo>
                    <a:cubicBezTo>
                      <a:pt x="40" y="12"/>
                      <a:pt x="40" y="12"/>
                      <a:pt x="40" y="13"/>
                    </a:cubicBezTo>
                    <a:cubicBezTo>
                      <a:pt x="40" y="13"/>
                      <a:pt x="41" y="12"/>
                      <a:pt x="41" y="13"/>
                    </a:cubicBezTo>
                    <a:cubicBezTo>
                      <a:pt x="41" y="13"/>
                      <a:pt x="40" y="13"/>
                      <a:pt x="40" y="14"/>
                    </a:cubicBezTo>
                    <a:cubicBezTo>
                      <a:pt x="40" y="14"/>
                      <a:pt x="41" y="14"/>
                      <a:pt x="41" y="14"/>
                    </a:cubicBezTo>
                    <a:cubicBezTo>
                      <a:pt x="41" y="14"/>
                      <a:pt x="41" y="14"/>
                      <a:pt x="41" y="14"/>
                    </a:cubicBezTo>
                    <a:cubicBezTo>
                      <a:pt x="41" y="14"/>
                      <a:pt x="41" y="14"/>
                      <a:pt x="42" y="14"/>
                    </a:cubicBezTo>
                    <a:cubicBezTo>
                      <a:pt x="42" y="14"/>
                      <a:pt x="42" y="14"/>
                      <a:pt x="42" y="14"/>
                    </a:cubicBezTo>
                    <a:cubicBezTo>
                      <a:pt x="43" y="14"/>
                      <a:pt x="42" y="15"/>
                      <a:pt x="42" y="15"/>
                    </a:cubicBezTo>
                    <a:cubicBezTo>
                      <a:pt x="41" y="15"/>
                      <a:pt x="40" y="15"/>
                      <a:pt x="40" y="15"/>
                    </a:cubicBezTo>
                    <a:cubicBezTo>
                      <a:pt x="40" y="15"/>
                      <a:pt x="39" y="16"/>
                      <a:pt x="39" y="15"/>
                    </a:cubicBezTo>
                    <a:cubicBezTo>
                      <a:pt x="39" y="15"/>
                      <a:pt x="39" y="15"/>
                      <a:pt x="40" y="15"/>
                    </a:cubicBezTo>
                    <a:cubicBezTo>
                      <a:pt x="39" y="15"/>
                      <a:pt x="39" y="15"/>
                      <a:pt x="38" y="15"/>
                    </a:cubicBezTo>
                    <a:cubicBezTo>
                      <a:pt x="38" y="15"/>
                      <a:pt x="37" y="15"/>
                      <a:pt x="37" y="16"/>
                    </a:cubicBezTo>
                    <a:cubicBezTo>
                      <a:pt x="36" y="16"/>
                      <a:pt x="37" y="17"/>
                      <a:pt x="36" y="17"/>
                    </a:cubicBezTo>
                    <a:cubicBezTo>
                      <a:pt x="36" y="17"/>
                      <a:pt x="36" y="17"/>
                      <a:pt x="36" y="17"/>
                    </a:cubicBezTo>
                    <a:cubicBezTo>
                      <a:pt x="36" y="17"/>
                      <a:pt x="35" y="17"/>
                      <a:pt x="35" y="17"/>
                    </a:cubicBezTo>
                    <a:cubicBezTo>
                      <a:pt x="35" y="17"/>
                      <a:pt x="35" y="17"/>
                      <a:pt x="35" y="17"/>
                    </a:cubicBezTo>
                    <a:cubicBezTo>
                      <a:pt x="34" y="17"/>
                      <a:pt x="34" y="18"/>
                      <a:pt x="34" y="18"/>
                    </a:cubicBezTo>
                    <a:cubicBezTo>
                      <a:pt x="34" y="18"/>
                      <a:pt x="34" y="18"/>
                      <a:pt x="34" y="18"/>
                    </a:cubicBezTo>
                    <a:cubicBezTo>
                      <a:pt x="34" y="18"/>
                      <a:pt x="33" y="19"/>
                      <a:pt x="33" y="19"/>
                    </a:cubicBezTo>
                    <a:cubicBezTo>
                      <a:pt x="33" y="19"/>
                      <a:pt x="33" y="18"/>
                      <a:pt x="33" y="19"/>
                    </a:cubicBezTo>
                    <a:cubicBezTo>
                      <a:pt x="33" y="19"/>
                      <a:pt x="33" y="19"/>
                      <a:pt x="33" y="20"/>
                    </a:cubicBezTo>
                    <a:cubicBezTo>
                      <a:pt x="32" y="20"/>
                      <a:pt x="32" y="20"/>
                      <a:pt x="32" y="21"/>
                    </a:cubicBezTo>
                    <a:cubicBezTo>
                      <a:pt x="31" y="21"/>
                      <a:pt x="31" y="21"/>
                      <a:pt x="31" y="21"/>
                    </a:cubicBezTo>
                    <a:cubicBezTo>
                      <a:pt x="31" y="21"/>
                      <a:pt x="30" y="21"/>
                      <a:pt x="30" y="21"/>
                    </a:cubicBezTo>
                    <a:cubicBezTo>
                      <a:pt x="30" y="21"/>
                      <a:pt x="30" y="22"/>
                      <a:pt x="30" y="22"/>
                    </a:cubicBezTo>
                    <a:cubicBezTo>
                      <a:pt x="30" y="34"/>
                      <a:pt x="30" y="34"/>
                      <a:pt x="30" y="34"/>
                    </a:cubicBezTo>
                    <a:cubicBezTo>
                      <a:pt x="30" y="34"/>
                      <a:pt x="30" y="34"/>
                      <a:pt x="30" y="34"/>
                    </a:cubicBezTo>
                    <a:cubicBezTo>
                      <a:pt x="30" y="34"/>
                      <a:pt x="30" y="33"/>
                      <a:pt x="31" y="33"/>
                    </a:cubicBezTo>
                    <a:cubicBezTo>
                      <a:pt x="31" y="33"/>
                      <a:pt x="31" y="33"/>
                      <a:pt x="32" y="33"/>
                    </a:cubicBezTo>
                    <a:cubicBezTo>
                      <a:pt x="32" y="33"/>
                      <a:pt x="32" y="33"/>
                      <a:pt x="32" y="33"/>
                    </a:cubicBezTo>
                    <a:cubicBezTo>
                      <a:pt x="32" y="33"/>
                      <a:pt x="32" y="32"/>
                      <a:pt x="32" y="33"/>
                    </a:cubicBezTo>
                    <a:cubicBezTo>
                      <a:pt x="33" y="33"/>
                      <a:pt x="32" y="33"/>
                      <a:pt x="32" y="33"/>
                    </a:cubicBezTo>
                    <a:cubicBezTo>
                      <a:pt x="33" y="33"/>
                      <a:pt x="33" y="33"/>
                      <a:pt x="33" y="33"/>
                    </a:cubicBezTo>
                    <a:cubicBezTo>
                      <a:pt x="33" y="33"/>
                      <a:pt x="34" y="33"/>
                      <a:pt x="34" y="33"/>
                    </a:cubicBezTo>
                    <a:cubicBezTo>
                      <a:pt x="34" y="33"/>
                      <a:pt x="34" y="33"/>
                      <a:pt x="34" y="34"/>
                    </a:cubicBezTo>
                    <a:cubicBezTo>
                      <a:pt x="35" y="34"/>
                      <a:pt x="35" y="33"/>
                      <a:pt x="35" y="34"/>
                    </a:cubicBezTo>
                    <a:cubicBezTo>
                      <a:pt x="35" y="34"/>
                      <a:pt x="36" y="34"/>
                      <a:pt x="36" y="34"/>
                    </a:cubicBezTo>
                    <a:cubicBezTo>
                      <a:pt x="36" y="34"/>
                      <a:pt x="36" y="33"/>
                      <a:pt x="36" y="33"/>
                    </a:cubicBezTo>
                    <a:cubicBezTo>
                      <a:pt x="37" y="33"/>
                      <a:pt x="37" y="34"/>
                      <a:pt x="37" y="34"/>
                    </a:cubicBezTo>
                    <a:cubicBezTo>
                      <a:pt x="38" y="34"/>
                      <a:pt x="38" y="34"/>
                      <a:pt x="38" y="34"/>
                    </a:cubicBezTo>
                    <a:cubicBezTo>
                      <a:pt x="38" y="34"/>
                      <a:pt x="38" y="34"/>
                      <a:pt x="38" y="34"/>
                    </a:cubicBezTo>
                    <a:cubicBezTo>
                      <a:pt x="38" y="34"/>
                      <a:pt x="38" y="34"/>
                      <a:pt x="38" y="35"/>
                    </a:cubicBezTo>
                    <a:cubicBezTo>
                      <a:pt x="38" y="35"/>
                      <a:pt x="39" y="35"/>
                      <a:pt x="39" y="35"/>
                    </a:cubicBezTo>
                    <a:cubicBezTo>
                      <a:pt x="39" y="35"/>
                      <a:pt x="39" y="35"/>
                      <a:pt x="39" y="35"/>
                    </a:cubicBezTo>
                    <a:cubicBezTo>
                      <a:pt x="40" y="36"/>
                      <a:pt x="40" y="36"/>
                      <a:pt x="40" y="36"/>
                    </a:cubicBezTo>
                    <a:cubicBezTo>
                      <a:pt x="41" y="36"/>
                      <a:pt x="41" y="36"/>
                      <a:pt x="41" y="36"/>
                    </a:cubicBezTo>
                    <a:cubicBezTo>
                      <a:pt x="42" y="36"/>
                      <a:pt x="42" y="36"/>
                      <a:pt x="43" y="37"/>
                    </a:cubicBezTo>
                    <a:cubicBezTo>
                      <a:pt x="43" y="37"/>
                      <a:pt x="43" y="37"/>
                      <a:pt x="43" y="37"/>
                    </a:cubicBezTo>
                    <a:cubicBezTo>
                      <a:pt x="43" y="37"/>
                      <a:pt x="43" y="38"/>
                      <a:pt x="43" y="38"/>
                    </a:cubicBezTo>
                    <a:cubicBezTo>
                      <a:pt x="43" y="38"/>
                      <a:pt x="44" y="38"/>
                      <a:pt x="44" y="39"/>
                    </a:cubicBezTo>
                    <a:cubicBezTo>
                      <a:pt x="44" y="39"/>
                      <a:pt x="44" y="39"/>
                      <a:pt x="44" y="39"/>
                    </a:cubicBezTo>
                    <a:cubicBezTo>
                      <a:pt x="44" y="39"/>
                      <a:pt x="45" y="40"/>
                      <a:pt x="45" y="40"/>
                    </a:cubicBezTo>
                    <a:cubicBezTo>
                      <a:pt x="45" y="40"/>
                      <a:pt x="45" y="40"/>
                      <a:pt x="45" y="40"/>
                    </a:cubicBezTo>
                    <a:cubicBezTo>
                      <a:pt x="45" y="40"/>
                      <a:pt x="46" y="40"/>
                      <a:pt x="46" y="40"/>
                    </a:cubicBezTo>
                    <a:cubicBezTo>
                      <a:pt x="46" y="40"/>
                      <a:pt x="46" y="40"/>
                      <a:pt x="47" y="40"/>
                    </a:cubicBezTo>
                    <a:cubicBezTo>
                      <a:pt x="47" y="40"/>
                      <a:pt x="47" y="41"/>
                      <a:pt x="47" y="41"/>
                    </a:cubicBezTo>
                    <a:cubicBezTo>
                      <a:pt x="47" y="41"/>
                      <a:pt x="47" y="41"/>
                      <a:pt x="47" y="41"/>
                    </a:cubicBezTo>
                    <a:cubicBezTo>
                      <a:pt x="48" y="41"/>
                      <a:pt x="48" y="41"/>
                      <a:pt x="48" y="41"/>
                    </a:cubicBezTo>
                    <a:cubicBezTo>
                      <a:pt x="49" y="41"/>
                      <a:pt x="49" y="41"/>
                      <a:pt x="49" y="41"/>
                    </a:cubicBezTo>
                    <a:cubicBezTo>
                      <a:pt x="49" y="41"/>
                      <a:pt x="50" y="41"/>
                      <a:pt x="50" y="41"/>
                    </a:cubicBezTo>
                    <a:cubicBezTo>
                      <a:pt x="46" y="47"/>
                      <a:pt x="41" y="51"/>
                      <a:pt x="34" y="53"/>
                    </a:cubicBezTo>
                    <a:cubicBezTo>
                      <a:pt x="34" y="53"/>
                      <a:pt x="34" y="52"/>
                      <a:pt x="34" y="52"/>
                    </a:cubicBezTo>
                    <a:cubicBezTo>
                      <a:pt x="34" y="52"/>
                      <a:pt x="34" y="51"/>
                      <a:pt x="34" y="51"/>
                    </a:cubicBezTo>
                    <a:cubicBezTo>
                      <a:pt x="34" y="50"/>
                      <a:pt x="34" y="50"/>
                      <a:pt x="33" y="49"/>
                    </a:cubicBezTo>
                    <a:cubicBezTo>
                      <a:pt x="33" y="49"/>
                      <a:pt x="33" y="49"/>
                      <a:pt x="32" y="49"/>
                    </a:cubicBezTo>
                    <a:cubicBezTo>
                      <a:pt x="32" y="48"/>
                      <a:pt x="32" y="48"/>
                      <a:pt x="32" y="48"/>
                    </a:cubicBezTo>
                    <a:cubicBezTo>
                      <a:pt x="31" y="48"/>
                      <a:pt x="30" y="48"/>
                      <a:pt x="30" y="47"/>
                    </a:cubicBezTo>
                    <a:cubicBezTo>
                      <a:pt x="30" y="47"/>
                      <a:pt x="30" y="47"/>
                      <a:pt x="30" y="47"/>
                    </a:cubicBezTo>
                    <a:cubicBezTo>
                      <a:pt x="30" y="46"/>
                      <a:pt x="30" y="46"/>
                      <a:pt x="30" y="46"/>
                    </a:cubicBezTo>
                    <a:lnTo>
                      <a:pt x="30" y="55"/>
                    </a:lnTo>
                    <a:close/>
                    <a:moveTo>
                      <a:pt x="1" y="22"/>
                    </a:moveTo>
                    <a:cubicBezTo>
                      <a:pt x="1" y="23"/>
                      <a:pt x="1" y="23"/>
                      <a:pt x="1" y="24"/>
                    </a:cubicBezTo>
                    <a:cubicBezTo>
                      <a:pt x="1" y="24"/>
                      <a:pt x="1" y="24"/>
                      <a:pt x="1" y="25"/>
                    </a:cubicBezTo>
                    <a:cubicBezTo>
                      <a:pt x="0" y="26"/>
                      <a:pt x="0" y="27"/>
                      <a:pt x="0" y="28"/>
                    </a:cubicBezTo>
                    <a:cubicBezTo>
                      <a:pt x="0" y="29"/>
                      <a:pt x="0" y="30"/>
                      <a:pt x="1" y="30"/>
                    </a:cubicBezTo>
                    <a:cubicBezTo>
                      <a:pt x="1" y="31"/>
                      <a:pt x="1" y="31"/>
                      <a:pt x="1" y="32"/>
                    </a:cubicBezTo>
                    <a:cubicBezTo>
                      <a:pt x="1" y="32"/>
                      <a:pt x="1" y="33"/>
                      <a:pt x="1" y="33"/>
                    </a:cubicBezTo>
                    <a:cubicBezTo>
                      <a:pt x="1" y="34"/>
                      <a:pt x="1" y="34"/>
                      <a:pt x="1" y="35"/>
                    </a:cubicBezTo>
                    <a:cubicBezTo>
                      <a:pt x="1" y="35"/>
                      <a:pt x="2" y="36"/>
                      <a:pt x="2" y="37"/>
                    </a:cubicBezTo>
                    <a:cubicBezTo>
                      <a:pt x="2" y="38"/>
                      <a:pt x="2" y="38"/>
                      <a:pt x="3" y="38"/>
                    </a:cubicBezTo>
                    <a:cubicBezTo>
                      <a:pt x="3" y="39"/>
                      <a:pt x="3" y="39"/>
                      <a:pt x="3" y="40"/>
                    </a:cubicBezTo>
                    <a:cubicBezTo>
                      <a:pt x="3" y="40"/>
                      <a:pt x="3" y="40"/>
                      <a:pt x="3" y="40"/>
                    </a:cubicBezTo>
                    <a:cubicBezTo>
                      <a:pt x="4" y="41"/>
                      <a:pt x="4" y="41"/>
                      <a:pt x="4" y="41"/>
                    </a:cubicBezTo>
                    <a:cubicBezTo>
                      <a:pt x="5" y="42"/>
                      <a:pt x="5" y="44"/>
                      <a:pt x="6" y="45"/>
                    </a:cubicBezTo>
                    <a:cubicBezTo>
                      <a:pt x="7" y="45"/>
                      <a:pt x="7" y="46"/>
                      <a:pt x="7" y="46"/>
                    </a:cubicBezTo>
                    <a:cubicBezTo>
                      <a:pt x="8" y="46"/>
                      <a:pt x="8" y="47"/>
                      <a:pt x="8" y="47"/>
                    </a:cubicBezTo>
                    <a:cubicBezTo>
                      <a:pt x="9" y="47"/>
                      <a:pt x="9" y="48"/>
                      <a:pt x="9" y="48"/>
                    </a:cubicBezTo>
                    <a:cubicBezTo>
                      <a:pt x="11" y="49"/>
                      <a:pt x="12" y="50"/>
                      <a:pt x="14" y="51"/>
                    </a:cubicBezTo>
                    <a:cubicBezTo>
                      <a:pt x="15" y="52"/>
                      <a:pt x="15" y="52"/>
                      <a:pt x="15" y="52"/>
                    </a:cubicBezTo>
                    <a:cubicBezTo>
                      <a:pt x="16" y="53"/>
                      <a:pt x="17" y="53"/>
                      <a:pt x="18" y="53"/>
                    </a:cubicBezTo>
                    <a:cubicBezTo>
                      <a:pt x="18" y="53"/>
                      <a:pt x="19" y="54"/>
                      <a:pt x="19" y="54"/>
                    </a:cubicBezTo>
                    <a:cubicBezTo>
                      <a:pt x="22" y="55"/>
                      <a:pt x="25" y="55"/>
                      <a:pt x="28" y="55"/>
                    </a:cubicBezTo>
                    <a:cubicBezTo>
                      <a:pt x="28" y="55"/>
                      <a:pt x="29" y="55"/>
                      <a:pt x="30" y="55"/>
                    </a:cubicBezTo>
                    <a:cubicBezTo>
                      <a:pt x="30" y="46"/>
                      <a:pt x="30" y="46"/>
                      <a:pt x="30" y="46"/>
                    </a:cubicBezTo>
                    <a:cubicBezTo>
                      <a:pt x="30" y="46"/>
                      <a:pt x="29" y="46"/>
                      <a:pt x="29" y="46"/>
                    </a:cubicBezTo>
                    <a:cubicBezTo>
                      <a:pt x="29" y="45"/>
                      <a:pt x="29" y="44"/>
                      <a:pt x="28" y="44"/>
                    </a:cubicBezTo>
                    <a:cubicBezTo>
                      <a:pt x="28" y="44"/>
                      <a:pt x="28" y="43"/>
                      <a:pt x="28" y="43"/>
                    </a:cubicBezTo>
                    <a:cubicBezTo>
                      <a:pt x="28" y="43"/>
                      <a:pt x="27" y="43"/>
                      <a:pt x="27" y="43"/>
                    </a:cubicBezTo>
                    <a:cubicBezTo>
                      <a:pt x="27" y="42"/>
                      <a:pt x="27" y="42"/>
                      <a:pt x="27" y="42"/>
                    </a:cubicBezTo>
                    <a:cubicBezTo>
                      <a:pt x="27" y="41"/>
                      <a:pt x="28" y="41"/>
                      <a:pt x="28" y="41"/>
                    </a:cubicBezTo>
                    <a:cubicBezTo>
                      <a:pt x="28" y="41"/>
                      <a:pt x="27" y="41"/>
                      <a:pt x="27" y="40"/>
                    </a:cubicBezTo>
                    <a:cubicBezTo>
                      <a:pt x="27" y="40"/>
                      <a:pt x="27" y="40"/>
                      <a:pt x="27" y="39"/>
                    </a:cubicBezTo>
                    <a:cubicBezTo>
                      <a:pt x="28" y="39"/>
                      <a:pt x="28" y="39"/>
                      <a:pt x="28" y="39"/>
                    </a:cubicBezTo>
                    <a:cubicBezTo>
                      <a:pt x="28" y="39"/>
                      <a:pt x="28" y="39"/>
                      <a:pt x="28" y="39"/>
                    </a:cubicBezTo>
                    <a:cubicBezTo>
                      <a:pt x="28" y="38"/>
                      <a:pt x="28" y="38"/>
                      <a:pt x="28" y="38"/>
                    </a:cubicBezTo>
                    <a:cubicBezTo>
                      <a:pt x="29" y="38"/>
                      <a:pt x="29" y="38"/>
                      <a:pt x="29" y="37"/>
                    </a:cubicBezTo>
                    <a:cubicBezTo>
                      <a:pt x="29" y="37"/>
                      <a:pt x="29" y="36"/>
                      <a:pt x="29" y="36"/>
                    </a:cubicBezTo>
                    <a:cubicBezTo>
                      <a:pt x="29" y="36"/>
                      <a:pt x="29" y="35"/>
                      <a:pt x="29" y="35"/>
                    </a:cubicBezTo>
                    <a:cubicBezTo>
                      <a:pt x="29" y="35"/>
                      <a:pt x="29" y="34"/>
                      <a:pt x="28" y="34"/>
                    </a:cubicBezTo>
                    <a:cubicBezTo>
                      <a:pt x="28" y="34"/>
                      <a:pt x="28" y="35"/>
                      <a:pt x="28" y="35"/>
                    </a:cubicBezTo>
                    <a:cubicBezTo>
                      <a:pt x="28" y="35"/>
                      <a:pt x="28" y="35"/>
                      <a:pt x="27" y="35"/>
                    </a:cubicBezTo>
                    <a:cubicBezTo>
                      <a:pt x="27" y="35"/>
                      <a:pt x="27" y="35"/>
                      <a:pt x="27" y="35"/>
                    </a:cubicBezTo>
                    <a:cubicBezTo>
                      <a:pt x="26" y="35"/>
                      <a:pt x="26" y="35"/>
                      <a:pt x="26" y="35"/>
                    </a:cubicBezTo>
                    <a:cubicBezTo>
                      <a:pt x="26" y="35"/>
                      <a:pt x="26" y="34"/>
                      <a:pt x="25" y="34"/>
                    </a:cubicBezTo>
                    <a:cubicBezTo>
                      <a:pt x="25" y="34"/>
                      <a:pt x="25" y="34"/>
                      <a:pt x="25" y="34"/>
                    </a:cubicBezTo>
                    <a:cubicBezTo>
                      <a:pt x="25" y="34"/>
                      <a:pt x="25" y="33"/>
                      <a:pt x="25" y="33"/>
                    </a:cubicBezTo>
                    <a:cubicBezTo>
                      <a:pt x="24" y="33"/>
                      <a:pt x="24" y="32"/>
                      <a:pt x="24" y="32"/>
                    </a:cubicBezTo>
                    <a:cubicBezTo>
                      <a:pt x="24" y="32"/>
                      <a:pt x="23" y="32"/>
                      <a:pt x="23" y="32"/>
                    </a:cubicBezTo>
                    <a:cubicBezTo>
                      <a:pt x="23" y="32"/>
                      <a:pt x="23" y="32"/>
                      <a:pt x="22" y="32"/>
                    </a:cubicBezTo>
                    <a:cubicBezTo>
                      <a:pt x="22" y="32"/>
                      <a:pt x="22" y="32"/>
                      <a:pt x="22" y="32"/>
                    </a:cubicBezTo>
                    <a:cubicBezTo>
                      <a:pt x="21" y="31"/>
                      <a:pt x="21" y="30"/>
                      <a:pt x="20" y="30"/>
                    </a:cubicBezTo>
                    <a:cubicBezTo>
                      <a:pt x="20" y="30"/>
                      <a:pt x="20" y="31"/>
                      <a:pt x="19" y="31"/>
                    </a:cubicBezTo>
                    <a:cubicBezTo>
                      <a:pt x="19" y="31"/>
                      <a:pt x="19" y="31"/>
                      <a:pt x="18" y="30"/>
                    </a:cubicBezTo>
                    <a:cubicBezTo>
                      <a:pt x="18" y="30"/>
                      <a:pt x="18" y="30"/>
                      <a:pt x="17" y="30"/>
                    </a:cubicBezTo>
                    <a:cubicBezTo>
                      <a:pt x="17" y="30"/>
                      <a:pt x="17" y="30"/>
                      <a:pt x="17" y="30"/>
                    </a:cubicBezTo>
                    <a:cubicBezTo>
                      <a:pt x="16" y="29"/>
                      <a:pt x="16" y="29"/>
                      <a:pt x="16" y="29"/>
                    </a:cubicBezTo>
                    <a:cubicBezTo>
                      <a:pt x="16" y="29"/>
                      <a:pt x="16" y="29"/>
                      <a:pt x="15" y="29"/>
                    </a:cubicBezTo>
                    <a:cubicBezTo>
                      <a:pt x="15" y="29"/>
                      <a:pt x="15" y="29"/>
                      <a:pt x="15" y="28"/>
                    </a:cubicBezTo>
                    <a:cubicBezTo>
                      <a:pt x="15" y="28"/>
                      <a:pt x="15" y="28"/>
                      <a:pt x="15" y="28"/>
                    </a:cubicBezTo>
                    <a:cubicBezTo>
                      <a:pt x="15" y="27"/>
                      <a:pt x="15" y="27"/>
                      <a:pt x="14" y="26"/>
                    </a:cubicBezTo>
                    <a:cubicBezTo>
                      <a:pt x="14" y="26"/>
                      <a:pt x="14" y="26"/>
                      <a:pt x="14" y="25"/>
                    </a:cubicBezTo>
                    <a:cubicBezTo>
                      <a:pt x="14" y="25"/>
                      <a:pt x="14" y="25"/>
                      <a:pt x="14" y="25"/>
                    </a:cubicBezTo>
                    <a:cubicBezTo>
                      <a:pt x="14" y="25"/>
                      <a:pt x="13" y="24"/>
                      <a:pt x="13" y="24"/>
                    </a:cubicBezTo>
                    <a:cubicBezTo>
                      <a:pt x="13" y="24"/>
                      <a:pt x="13" y="24"/>
                      <a:pt x="13" y="23"/>
                    </a:cubicBezTo>
                    <a:cubicBezTo>
                      <a:pt x="13" y="23"/>
                      <a:pt x="13" y="23"/>
                      <a:pt x="13" y="22"/>
                    </a:cubicBezTo>
                    <a:cubicBezTo>
                      <a:pt x="12" y="22"/>
                      <a:pt x="12" y="22"/>
                      <a:pt x="12" y="23"/>
                    </a:cubicBezTo>
                    <a:cubicBezTo>
                      <a:pt x="12" y="23"/>
                      <a:pt x="12" y="23"/>
                      <a:pt x="12" y="23"/>
                    </a:cubicBezTo>
                    <a:cubicBezTo>
                      <a:pt x="12" y="24"/>
                      <a:pt x="12" y="24"/>
                      <a:pt x="12" y="24"/>
                    </a:cubicBezTo>
                    <a:cubicBezTo>
                      <a:pt x="12" y="24"/>
                      <a:pt x="13" y="25"/>
                      <a:pt x="13" y="25"/>
                    </a:cubicBezTo>
                    <a:cubicBezTo>
                      <a:pt x="13" y="25"/>
                      <a:pt x="13" y="26"/>
                      <a:pt x="13" y="26"/>
                    </a:cubicBezTo>
                    <a:cubicBezTo>
                      <a:pt x="13" y="26"/>
                      <a:pt x="13" y="26"/>
                      <a:pt x="13" y="27"/>
                    </a:cubicBezTo>
                    <a:cubicBezTo>
                      <a:pt x="13" y="27"/>
                      <a:pt x="13" y="26"/>
                      <a:pt x="13" y="26"/>
                    </a:cubicBezTo>
                    <a:cubicBezTo>
                      <a:pt x="13" y="26"/>
                      <a:pt x="12" y="26"/>
                      <a:pt x="12" y="26"/>
                    </a:cubicBezTo>
                    <a:cubicBezTo>
                      <a:pt x="12" y="26"/>
                      <a:pt x="12" y="25"/>
                      <a:pt x="12" y="25"/>
                    </a:cubicBezTo>
                    <a:cubicBezTo>
                      <a:pt x="12" y="25"/>
                      <a:pt x="11" y="25"/>
                      <a:pt x="11" y="24"/>
                    </a:cubicBezTo>
                    <a:cubicBezTo>
                      <a:pt x="11" y="24"/>
                      <a:pt x="12" y="24"/>
                      <a:pt x="12" y="24"/>
                    </a:cubicBezTo>
                    <a:cubicBezTo>
                      <a:pt x="12" y="23"/>
                      <a:pt x="11" y="23"/>
                      <a:pt x="11" y="23"/>
                    </a:cubicBezTo>
                    <a:cubicBezTo>
                      <a:pt x="11" y="23"/>
                      <a:pt x="11" y="22"/>
                      <a:pt x="11" y="22"/>
                    </a:cubicBezTo>
                    <a:cubicBezTo>
                      <a:pt x="11" y="22"/>
                      <a:pt x="11" y="21"/>
                      <a:pt x="11" y="21"/>
                    </a:cubicBezTo>
                    <a:cubicBezTo>
                      <a:pt x="11" y="21"/>
                      <a:pt x="11" y="21"/>
                      <a:pt x="10" y="21"/>
                    </a:cubicBezTo>
                    <a:cubicBezTo>
                      <a:pt x="10" y="21"/>
                      <a:pt x="10" y="21"/>
                      <a:pt x="10" y="20"/>
                    </a:cubicBezTo>
                    <a:cubicBezTo>
                      <a:pt x="10" y="20"/>
                      <a:pt x="10" y="20"/>
                      <a:pt x="10" y="20"/>
                    </a:cubicBezTo>
                    <a:cubicBezTo>
                      <a:pt x="10" y="19"/>
                      <a:pt x="10" y="19"/>
                      <a:pt x="10" y="18"/>
                    </a:cubicBezTo>
                    <a:cubicBezTo>
                      <a:pt x="10" y="18"/>
                      <a:pt x="9" y="18"/>
                      <a:pt x="10" y="17"/>
                    </a:cubicBezTo>
                    <a:cubicBezTo>
                      <a:pt x="10" y="17"/>
                      <a:pt x="10" y="17"/>
                      <a:pt x="10" y="17"/>
                    </a:cubicBezTo>
                    <a:cubicBezTo>
                      <a:pt x="10" y="16"/>
                      <a:pt x="10" y="16"/>
                      <a:pt x="10" y="16"/>
                    </a:cubicBezTo>
                    <a:cubicBezTo>
                      <a:pt x="11" y="16"/>
                      <a:pt x="11" y="15"/>
                      <a:pt x="11" y="15"/>
                    </a:cubicBezTo>
                    <a:cubicBezTo>
                      <a:pt x="12" y="14"/>
                      <a:pt x="12" y="14"/>
                      <a:pt x="12" y="14"/>
                    </a:cubicBezTo>
                    <a:cubicBezTo>
                      <a:pt x="12" y="13"/>
                      <a:pt x="12" y="13"/>
                      <a:pt x="12" y="13"/>
                    </a:cubicBezTo>
                    <a:cubicBezTo>
                      <a:pt x="12" y="13"/>
                      <a:pt x="12" y="12"/>
                      <a:pt x="12" y="12"/>
                    </a:cubicBezTo>
                    <a:cubicBezTo>
                      <a:pt x="12" y="12"/>
                      <a:pt x="12" y="12"/>
                      <a:pt x="12" y="12"/>
                    </a:cubicBezTo>
                    <a:cubicBezTo>
                      <a:pt x="12" y="11"/>
                      <a:pt x="12" y="11"/>
                      <a:pt x="12" y="11"/>
                    </a:cubicBezTo>
                    <a:cubicBezTo>
                      <a:pt x="12" y="11"/>
                      <a:pt x="12" y="10"/>
                      <a:pt x="12" y="10"/>
                    </a:cubicBezTo>
                    <a:cubicBezTo>
                      <a:pt x="12" y="10"/>
                      <a:pt x="13" y="10"/>
                      <a:pt x="13" y="10"/>
                    </a:cubicBezTo>
                    <a:cubicBezTo>
                      <a:pt x="12" y="9"/>
                      <a:pt x="12" y="10"/>
                      <a:pt x="12" y="10"/>
                    </a:cubicBezTo>
                    <a:cubicBezTo>
                      <a:pt x="12" y="9"/>
                      <a:pt x="12" y="9"/>
                      <a:pt x="12" y="9"/>
                    </a:cubicBezTo>
                    <a:cubicBezTo>
                      <a:pt x="12" y="9"/>
                      <a:pt x="12" y="9"/>
                      <a:pt x="12" y="8"/>
                    </a:cubicBezTo>
                    <a:cubicBezTo>
                      <a:pt x="12" y="8"/>
                      <a:pt x="12" y="8"/>
                      <a:pt x="12" y="8"/>
                    </a:cubicBezTo>
                    <a:cubicBezTo>
                      <a:pt x="12" y="8"/>
                      <a:pt x="12" y="8"/>
                      <a:pt x="12" y="7"/>
                    </a:cubicBezTo>
                    <a:cubicBezTo>
                      <a:pt x="15" y="5"/>
                      <a:pt x="19" y="3"/>
                      <a:pt x="23" y="2"/>
                    </a:cubicBezTo>
                    <a:cubicBezTo>
                      <a:pt x="23" y="2"/>
                      <a:pt x="23" y="2"/>
                      <a:pt x="23" y="2"/>
                    </a:cubicBezTo>
                    <a:cubicBezTo>
                      <a:pt x="23" y="2"/>
                      <a:pt x="23" y="2"/>
                      <a:pt x="23" y="2"/>
                    </a:cubicBezTo>
                    <a:cubicBezTo>
                      <a:pt x="24" y="2"/>
                      <a:pt x="24" y="2"/>
                      <a:pt x="24" y="2"/>
                    </a:cubicBezTo>
                    <a:cubicBezTo>
                      <a:pt x="24" y="2"/>
                      <a:pt x="25" y="2"/>
                      <a:pt x="25" y="2"/>
                    </a:cubicBezTo>
                    <a:cubicBezTo>
                      <a:pt x="26" y="2"/>
                      <a:pt x="26" y="3"/>
                      <a:pt x="27" y="3"/>
                    </a:cubicBezTo>
                    <a:cubicBezTo>
                      <a:pt x="27" y="3"/>
                      <a:pt x="27" y="2"/>
                      <a:pt x="27" y="2"/>
                    </a:cubicBezTo>
                    <a:cubicBezTo>
                      <a:pt x="27" y="2"/>
                      <a:pt x="27" y="2"/>
                      <a:pt x="27" y="2"/>
                    </a:cubicBezTo>
                    <a:cubicBezTo>
                      <a:pt x="27" y="2"/>
                      <a:pt x="28" y="2"/>
                      <a:pt x="28" y="2"/>
                    </a:cubicBezTo>
                    <a:cubicBezTo>
                      <a:pt x="28" y="2"/>
                      <a:pt x="29" y="2"/>
                      <a:pt x="30" y="2"/>
                    </a:cubicBezTo>
                    <a:cubicBezTo>
                      <a:pt x="30" y="0"/>
                      <a:pt x="30" y="0"/>
                      <a:pt x="30" y="0"/>
                    </a:cubicBezTo>
                    <a:cubicBezTo>
                      <a:pt x="29" y="0"/>
                      <a:pt x="29" y="0"/>
                      <a:pt x="28" y="0"/>
                    </a:cubicBezTo>
                    <a:cubicBezTo>
                      <a:pt x="28" y="0"/>
                      <a:pt x="28" y="0"/>
                      <a:pt x="28" y="0"/>
                    </a:cubicBezTo>
                    <a:cubicBezTo>
                      <a:pt x="28" y="0"/>
                      <a:pt x="27" y="0"/>
                      <a:pt x="27" y="0"/>
                    </a:cubicBezTo>
                    <a:cubicBezTo>
                      <a:pt x="24" y="0"/>
                      <a:pt x="22" y="1"/>
                      <a:pt x="19" y="2"/>
                    </a:cubicBezTo>
                    <a:cubicBezTo>
                      <a:pt x="19" y="2"/>
                      <a:pt x="18" y="2"/>
                      <a:pt x="18" y="2"/>
                    </a:cubicBezTo>
                    <a:cubicBezTo>
                      <a:pt x="18" y="2"/>
                      <a:pt x="17" y="2"/>
                      <a:pt x="17" y="2"/>
                    </a:cubicBezTo>
                    <a:cubicBezTo>
                      <a:pt x="17" y="2"/>
                      <a:pt x="17" y="3"/>
                      <a:pt x="17" y="3"/>
                    </a:cubicBezTo>
                    <a:cubicBezTo>
                      <a:pt x="16" y="3"/>
                      <a:pt x="16" y="3"/>
                      <a:pt x="15" y="3"/>
                    </a:cubicBezTo>
                    <a:cubicBezTo>
                      <a:pt x="15" y="3"/>
                      <a:pt x="15" y="4"/>
                      <a:pt x="14" y="4"/>
                    </a:cubicBezTo>
                    <a:cubicBezTo>
                      <a:pt x="13" y="5"/>
                      <a:pt x="11" y="6"/>
                      <a:pt x="10" y="7"/>
                    </a:cubicBezTo>
                    <a:cubicBezTo>
                      <a:pt x="10" y="7"/>
                      <a:pt x="10" y="7"/>
                      <a:pt x="9" y="7"/>
                    </a:cubicBezTo>
                    <a:cubicBezTo>
                      <a:pt x="9" y="8"/>
                      <a:pt x="9" y="8"/>
                      <a:pt x="8" y="8"/>
                    </a:cubicBezTo>
                    <a:cubicBezTo>
                      <a:pt x="8" y="9"/>
                      <a:pt x="8" y="9"/>
                      <a:pt x="7" y="9"/>
                    </a:cubicBezTo>
                    <a:cubicBezTo>
                      <a:pt x="7" y="10"/>
                      <a:pt x="7" y="10"/>
                      <a:pt x="6" y="11"/>
                    </a:cubicBezTo>
                    <a:cubicBezTo>
                      <a:pt x="5" y="12"/>
                      <a:pt x="5" y="13"/>
                      <a:pt x="4" y="14"/>
                    </a:cubicBezTo>
                    <a:cubicBezTo>
                      <a:pt x="4" y="14"/>
                      <a:pt x="4" y="15"/>
                      <a:pt x="3" y="15"/>
                    </a:cubicBezTo>
                    <a:cubicBezTo>
                      <a:pt x="3" y="15"/>
                      <a:pt x="3" y="16"/>
                      <a:pt x="3" y="16"/>
                    </a:cubicBezTo>
                    <a:cubicBezTo>
                      <a:pt x="3" y="16"/>
                      <a:pt x="3" y="17"/>
                      <a:pt x="2" y="18"/>
                    </a:cubicBezTo>
                    <a:cubicBezTo>
                      <a:pt x="2" y="18"/>
                      <a:pt x="2" y="18"/>
                      <a:pt x="2" y="18"/>
                    </a:cubicBezTo>
                    <a:cubicBezTo>
                      <a:pt x="2" y="19"/>
                      <a:pt x="1" y="20"/>
                      <a:pt x="1" y="21"/>
                    </a:cubicBezTo>
                    <a:cubicBezTo>
                      <a:pt x="1" y="21"/>
                      <a:pt x="1" y="22"/>
                      <a:pt x="1" y="22"/>
                    </a:cubicBezTo>
                    <a:close/>
                    <a:moveTo>
                      <a:pt x="30" y="22"/>
                    </a:moveTo>
                    <a:cubicBezTo>
                      <a:pt x="30" y="34"/>
                      <a:pt x="30" y="34"/>
                      <a:pt x="30" y="34"/>
                    </a:cubicBezTo>
                    <a:cubicBezTo>
                      <a:pt x="30" y="35"/>
                      <a:pt x="30" y="35"/>
                      <a:pt x="29" y="35"/>
                    </a:cubicBezTo>
                    <a:cubicBezTo>
                      <a:pt x="29" y="35"/>
                      <a:pt x="29" y="34"/>
                      <a:pt x="29" y="34"/>
                    </a:cubicBezTo>
                    <a:cubicBezTo>
                      <a:pt x="28" y="34"/>
                      <a:pt x="28" y="34"/>
                      <a:pt x="27" y="34"/>
                    </a:cubicBezTo>
                    <a:cubicBezTo>
                      <a:pt x="27" y="34"/>
                      <a:pt x="26" y="34"/>
                      <a:pt x="26" y="33"/>
                    </a:cubicBezTo>
                    <a:cubicBezTo>
                      <a:pt x="26" y="33"/>
                      <a:pt x="26" y="32"/>
                      <a:pt x="26" y="32"/>
                    </a:cubicBezTo>
                    <a:cubicBezTo>
                      <a:pt x="26" y="32"/>
                      <a:pt x="26" y="32"/>
                      <a:pt x="26" y="31"/>
                    </a:cubicBezTo>
                    <a:cubicBezTo>
                      <a:pt x="26" y="31"/>
                      <a:pt x="26" y="31"/>
                      <a:pt x="26" y="31"/>
                    </a:cubicBezTo>
                    <a:cubicBezTo>
                      <a:pt x="25" y="31"/>
                      <a:pt x="24" y="31"/>
                      <a:pt x="24" y="31"/>
                    </a:cubicBezTo>
                    <a:cubicBezTo>
                      <a:pt x="24" y="30"/>
                      <a:pt x="24" y="30"/>
                      <a:pt x="24" y="30"/>
                    </a:cubicBezTo>
                    <a:cubicBezTo>
                      <a:pt x="24" y="30"/>
                      <a:pt x="24" y="30"/>
                      <a:pt x="24" y="30"/>
                    </a:cubicBezTo>
                    <a:cubicBezTo>
                      <a:pt x="24" y="29"/>
                      <a:pt x="24" y="29"/>
                      <a:pt x="24" y="29"/>
                    </a:cubicBezTo>
                    <a:cubicBezTo>
                      <a:pt x="24" y="29"/>
                      <a:pt x="24" y="29"/>
                      <a:pt x="24" y="29"/>
                    </a:cubicBezTo>
                    <a:cubicBezTo>
                      <a:pt x="25" y="28"/>
                      <a:pt x="25" y="28"/>
                      <a:pt x="25" y="28"/>
                    </a:cubicBezTo>
                    <a:cubicBezTo>
                      <a:pt x="25" y="28"/>
                      <a:pt x="25" y="28"/>
                      <a:pt x="24" y="28"/>
                    </a:cubicBezTo>
                    <a:cubicBezTo>
                      <a:pt x="24" y="28"/>
                      <a:pt x="24" y="28"/>
                      <a:pt x="23" y="28"/>
                    </a:cubicBezTo>
                    <a:cubicBezTo>
                      <a:pt x="23" y="28"/>
                      <a:pt x="23" y="29"/>
                      <a:pt x="22" y="29"/>
                    </a:cubicBezTo>
                    <a:cubicBezTo>
                      <a:pt x="22" y="29"/>
                      <a:pt x="22" y="29"/>
                      <a:pt x="21" y="29"/>
                    </a:cubicBezTo>
                    <a:cubicBezTo>
                      <a:pt x="21" y="29"/>
                      <a:pt x="21" y="29"/>
                      <a:pt x="21" y="29"/>
                    </a:cubicBezTo>
                    <a:cubicBezTo>
                      <a:pt x="21" y="29"/>
                      <a:pt x="20" y="29"/>
                      <a:pt x="20" y="29"/>
                    </a:cubicBezTo>
                    <a:cubicBezTo>
                      <a:pt x="20" y="29"/>
                      <a:pt x="19" y="28"/>
                      <a:pt x="19" y="28"/>
                    </a:cubicBezTo>
                    <a:cubicBezTo>
                      <a:pt x="19" y="27"/>
                      <a:pt x="19" y="26"/>
                      <a:pt x="20" y="26"/>
                    </a:cubicBezTo>
                    <a:cubicBezTo>
                      <a:pt x="20" y="26"/>
                      <a:pt x="20" y="25"/>
                      <a:pt x="20" y="25"/>
                    </a:cubicBezTo>
                    <a:cubicBezTo>
                      <a:pt x="20" y="25"/>
                      <a:pt x="20" y="25"/>
                      <a:pt x="20" y="25"/>
                    </a:cubicBezTo>
                    <a:cubicBezTo>
                      <a:pt x="20" y="24"/>
                      <a:pt x="21" y="24"/>
                      <a:pt x="21" y="24"/>
                    </a:cubicBezTo>
                    <a:cubicBezTo>
                      <a:pt x="22" y="23"/>
                      <a:pt x="22" y="23"/>
                      <a:pt x="22" y="23"/>
                    </a:cubicBezTo>
                    <a:cubicBezTo>
                      <a:pt x="23" y="23"/>
                      <a:pt x="23" y="23"/>
                      <a:pt x="23" y="23"/>
                    </a:cubicBezTo>
                    <a:cubicBezTo>
                      <a:pt x="24" y="23"/>
                      <a:pt x="24" y="23"/>
                      <a:pt x="24" y="23"/>
                    </a:cubicBezTo>
                    <a:cubicBezTo>
                      <a:pt x="24" y="23"/>
                      <a:pt x="25" y="23"/>
                      <a:pt x="25" y="23"/>
                    </a:cubicBezTo>
                    <a:cubicBezTo>
                      <a:pt x="25" y="23"/>
                      <a:pt x="26" y="23"/>
                      <a:pt x="26" y="23"/>
                    </a:cubicBezTo>
                    <a:cubicBezTo>
                      <a:pt x="26" y="23"/>
                      <a:pt x="27" y="23"/>
                      <a:pt x="27" y="23"/>
                    </a:cubicBezTo>
                    <a:cubicBezTo>
                      <a:pt x="27" y="23"/>
                      <a:pt x="27" y="23"/>
                      <a:pt x="27" y="23"/>
                    </a:cubicBezTo>
                    <a:cubicBezTo>
                      <a:pt x="28" y="23"/>
                      <a:pt x="28" y="23"/>
                      <a:pt x="28" y="24"/>
                    </a:cubicBezTo>
                    <a:cubicBezTo>
                      <a:pt x="28" y="24"/>
                      <a:pt x="28" y="24"/>
                      <a:pt x="28" y="24"/>
                    </a:cubicBezTo>
                    <a:cubicBezTo>
                      <a:pt x="28" y="25"/>
                      <a:pt x="29" y="25"/>
                      <a:pt x="29" y="25"/>
                    </a:cubicBezTo>
                    <a:cubicBezTo>
                      <a:pt x="29" y="25"/>
                      <a:pt x="29" y="24"/>
                      <a:pt x="29" y="24"/>
                    </a:cubicBezTo>
                    <a:cubicBezTo>
                      <a:pt x="29" y="24"/>
                      <a:pt x="29" y="24"/>
                      <a:pt x="29" y="24"/>
                    </a:cubicBezTo>
                    <a:cubicBezTo>
                      <a:pt x="29" y="23"/>
                      <a:pt x="29" y="23"/>
                      <a:pt x="29" y="23"/>
                    </a:cubicBezTo>
                    <a:cubicBezTo>
                      <a:pt x="29" y="22"/>
                      <a:pt x="29" y="22"/>
                      <a:pt x="3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7" name="Freeform 216"/>
              <p:cNvSpPr>
                <a:spLocks/>
              </p:cNvSpPr>
              <p:nvPr/>
            </p:nvSpPr>
            <p:spPr bwMode="auto">
              <a:xfrm>
                <a:off x="-3289300" y="6083300"/>
                <a:ext cx="203200" cy="179388"/>
              </a:xfrm>
              <a:custGeom>
                <a:avLst/>
                <a:gdLst>
                  <a:gd name="T0" fmla="*/ 6 w 54"/>
                  <a:gd name="T1" fmla="*/ 5 h 48"/>
                  <a:gd name="T2" fmla="*/ 1 w 54"/>
                  <a:gd name="T3" fmla="*/ 15 h 48"/>
                  <a:gd name="T4" fmla="*/ 0 w 54"/>
                  <a:gd name="T5" fmla="*/ 18 h 48"/>
                  <a:gd name="T6" fmla="*/ 0 w 54"/>
                  <a:gd name="T7" fmla="*/ 18 h 48"/>
                  <a:gd name="T8" fmla="*/ 0 w 54"/>
                  <a:gd name="T9" fmla="*/ 21 h 48"/>
                  <a:gd name="T10" fmla="*/ 1 w 54"/>
                  <a:gd name="T11" fmla="*/ 23 h 48"/>
                  <a:gd name="T12" fmla="*/ 3 w 54"/>
                  <a:gd name="T13" fmla="*/ 32 h 48"/>
                  <a:gd name="T14" fmla="*/ 8 w 54"/>
                  <a:gd name="T15" fmla="*/ 42 h 48"/>
                  <a:gd name="T16" fmla="*/ 9 w 54"/>
                  <a:gd name="T17" fmla="*/ 43 h 48"/>
                  <a:gd name="T18" fmla="*/ 12 w 54"/>
                  <a:gd name="T19" fmla="*/ 46 h 48"/>
                  <a:gd name="T20" fmla="*/ 13 w 54"/>
                  <a:gd name="T21" fmla="*/ 47 h 48"/>
                  <a:gd name="T22" fmla="*/ 19 w 54"/>
                  <a:gd name="T23" fmla="*/ 48 h 48"/>
                  <a:gd name="T24" fmla="*/ 19 w 54"/>
                  <a:gd name="T25" fmla="*/ 48 h 48"/>
                  <a:gd name="T26" fmla="*/ 22 w 54"/>
                  <a:gd name="T27" fmla="*/ 47 h 48"/>
                  <a:gd name="T28" fmla="*/ 24 w 54"/>
                  <a:gd name="T29" fmla="*/ 46 h 48"/>
                  <a:gd name="T30" fmla="*/ 27 w 54"/>
                  <a:gd name="T31" fmla="*/ 46 h 48"/>
                  <a:gd name="T32" fmla="*/ 27 w 54"/>
                  <a:gd name="T33" fmla="*/ 46 h 48"/>
                  <a:gd name="T34" fmla="*/ 30 w 54"/>
                  <a:gd name="T35" fmla="*/ 46 h 48"/>
                  <a:gd name="T36" fmla="*/ 32 w 54"/>
                  <a:gd name="T37" fmla="*/ 47 h 48"/>
                  <a:gd name="T38" fmla="*/ 35 w 54"/>
                  <a:gd name="T39" fmla="*/ 48 h 48"/>
                  <a:gd name="T40" fmla="*/ 35 w 54"/>
                  <a:gd name="T41" fmla="*/ 48 h 48"/>
                  <a:gd name="T42" fmla="*/ 41 w 54"/>
                  <a:gd name="T43" fmla="*/ 47 h 48"/>
                  <a:gd name="T44" fmla="*/ 42 w 54"/>
                  <a:gd name="T45" fmla="*/ 46 h 48"/>
                  <a:gd name="T46" fmla="*/ 45 w 54"/>
                  <a:gd name="T47" fmla="*/ 43 h 48"/>
                  <a:gd name="T48" fmla="*/ 46 w 54"/>
                  <a:gd name="T49" fmla="*/ 42 h 48"/>
                  <a:gd name="T50" fmla="*/ 51 w 54"/>
                  <a:gd name="T51" fmla="*/ 32 h 48"/>
                  <a:gd name="T52" fmla="*/ 53 w 54"/>
                  <a:gd name="T53" fmla="*/ 23 h 48"/>
                  <a:gd name="T54" fmla="*/ 54 w 54"/>
                  <a:gd name="T55" fmla="*/ 21 h 48"/>
                  <a:gd name="T56" fmla="*/ 54 w 54"/>
                  <a:gd name="T57" fmla="*/ 18 h 48"/>
                  <a:gd name="T58" fmla="*/ 54 w 54"/>
                  <a:gd name="T59" fmla="*/ 18 h 48"/>
                  <a:gd name="T60" fmla="*/ 53 w 54"/>
                  <a:gd name="T61" fmla="*/ 15 h 48"/>
                  <a:gd name="T62" fmla="*/ 48 w 54"/>
                  <a:gd name="T63" fmla="*/ 5 h 48"/>
                  <a:gd name="T64" fmla="*/ 47 w 54"/>
                  <a:gd name="T65" fmla="*/ 4 h 48"/>
                  <a:gd name="T66" fmla="*/ 40 w 54"/>
                  <a:gd name="T67" fmla="*/ 1 h 48"/>
                  <a:gd name="T68" fmla="*/ 31 w 54"/>
                  <a:gd name="T69" fmla="*/ 2 h 48"/>
                  <a:gd name="T70" fmla="*/ 27 w 54"/>
                  <a:gd name="T71" fmla="*/ 4 h 48"/>
                  <a:gd name="T72" fmla="*/ 23 w 54"/>
                  <a:gd name="T73" fmla="*/ 2 h 48"/>
                  <a:gd name="T74" fmla="*/ 14 w 54"/>
                  <a:gd name="T75" fmla="*/ 1 h 48"/>
                  <a:gd name="T76" fmla="*/ 7 w 54"/>
                  <a:gd name="T77" fmla="*/ 4 h 48"/>
                  <a:gd name="T78" fmla="*/ 6 w 54"/>
                  <a:gd name="T79" fmla="*/ 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48">
                    <a:moveTo>
                      <a:pt x="6" y="5"/>
                    </a:moveTo>
                    <a:cubicBezTo>
                      <a:pt x="3" y="8"/>
                      <a:pt x="1" y="11"/>
                      <a:pt x="1" y="15"/>
                    </a:cubicBezTo>
                    <a:cubicBezTo>
                      <a:pt x="1" y="16"/>
                      <a:pt x="1" y="17"/>
                      <a:pt x="0" y="18"/>
                    </a:cubicBezTo>
                    <a:cubicBezTo>
                      <a:pt x="0" y="18"/>
                      <a:pt x="0" y="18"/>
                      <a:pt x="0" y="18"/>
                    </a:cubicBezTo>
                    <a:cubicBezTo>
                      <a:pt x="0" y="19"/>
                      <a:pt x="0" y="20"/>
                      <a:pt x="0" y="21"/>
                    </a:cubicBezTo>
                    <a:cubicBezTo>
                      <a:pt x="0" y="22"/>
                      <a:pt x="1" y="22"/>
                      <a:pt x="1" y="23"/>
                    </a:cubicBezTo>
                    <a:cubicBezTo>
                      <a:pt x="1" y="26"/>
                      <a:pt x="2" y="29"/>
                      <a:pt x="3" y="32"/>
                    </a:cubicBezTo>
                    <a:cubicBezTo>
                      <a:pt x="4" y="35"/>
                      <a:pt x="6" y="39"/>
                      <a:pt x="8" y="42"/>
                    </a:cubicBezTo>
                    <a:cubicBezTo>
                      <a:pt x="8" y="42"/>
                      <a:pt x="9" y="42"/>
                      <a:pt x="9" y="43"/>
                    </a:cubicBezTo>
                    <a:cubicBezTo>
                      <a:pt x="10" y="44"/>
                      <a:pt x="11" y="45"/>
                      <a:pt x="12" y="46"/>
                    </a:cubicBezTo>
                    <a:cubicBezTo>
                      <a:pt x="12" y="47"/>
                      <a:pt x="13" y="47"/>
                      <a:pt x="13" y="47"/>
                    </a:cubicBezTo>
                    <a:cubicBezTo>
                      <a:pt x="15" y="48"/>
                      <a:pt x="17" y="48"/>
                      <a:pt x="19" y="48"/>
                    </a:cubicBezTo>
                    <a:cubicBezTo>
                      <a:pt x="19" y="48"/>
                      <a:pt x="19" y="48"/>
                      <a:pt x="19" y="48"/>
                    </a:cubicBezTo>
                    <a:cubicBezTo>
                      <a:pt x="20" y="47"/>
                      <a:pt x="21" y="47"/>
                      <a:pt x="22" y="47"/>
                    </a:cubicBezTo>
                    <a:cubicBezTo>
                      <a:pt x="22" y="47"/>
                      <a:pt x="23" y="46"/>
                      <a:pt x="24" y="46"/>
                    </a:cubicBezTo>
                    <a:cubicBezTo>
                      <a:pt x="25" y="46"/>
                      <a:pt x="27" y="46"/>
                      <a:pt x="27" y="46"/>
                    </a:cubicBezTo>
                    <a:cubicBezTo>
                      <a:pt x="27" y="46"/>
                      <a:pt x="27" y="46"/>
                      <a:pt x="27" y="46"/>
                    </a:cubicBezTo>
                    <a:cubicBezTo>
                      <a:pt x="28" y="46"/>
                      <a:pt x="29" y="46"/>
                      <a:pt x="30" y="46"/>
                    </a:cubicBezTo>
                    <a:cubicBezTo>
                      <a:pt x="31" y="46"/>
                      <a:pt x="32" y="47"/>
                      <a:pt x="32" y="47"/>
                    </a:cubicBezTo>
                    <a:cubicBezTo>
                      <a:pt x="33" y="47"/>
                      <a:pt x="34" y="47"/>
                      <a:pt x="35" y="48"/>
                    </a:cubicBezTo>
                    <a:cubicBezTo>
                      <a:pt x="35" y="48"/>
                      <a:pt x="35" y="48"/>
                      <a:pt x="35" y="48"/>
                    </a:cubicBezTo>
                    <a:cubicBezTo>
                      <a:pt x="37" y="48"/>
                      <a:pt x="39" y="48"/>
                      <a:pt x="41" y="47"/>
                    </a:cubicBezTo>
                    <a:cubicBezTo>
                      <a:pt x="41" y="47"/>
                      <a:pt x="42" y="47"/>
                      <a:pt x="42" y="46"/>
                    </a:cubicBezTo>
                    <a:cubicBezTo>
                      <a:pt x="43" y="45"/>
                      <a:pt x="44" y="44"/>
                      <a:pt x="45" y="43"/>
                    </a:cubicBezTo>
                    <a:cubicBezTo>
                      <a:pt x="46" y="42"/>
                      <a:pt x="46" y="42"/>
                      <a:pt x="46" y="42"/>
                    </a:cubicBezTo>
                    <a:cubicBezTo>
                      <a:pt x="48" y="39"/>
                      <a:pt x="50" y="35"/>
                      <a:pt x="51" y="32"/>
                    </a:cubicBezTo>
                    <a:cubicBezTo>
                      <a:pt x="52" y="29"/>
                      <a:pt x="53" y="26"/>
                      <a:pt x="53" y="23"/>
                    </a:cubicBezTo>
                    <a:cubicBezTo>
                      <a:pt x="54" y="22"/>
                      <a:pt x="54" y="22"/>
                      <a:pt x="54" y="21"/>
                    </a:cubicBezTo>
                    <a:cubicBezTo>
                      <a:pt x="54" y="20"/>
                      <a:pt x="54" y="19"/>
                      <a:pt x="54" y="18"/>
                    </a:cubicBezTo>
                    <a:cubicBezTo>
                      <a:pt x="54" y="18"/>
                      <a:pt x="54" y="18"/>
                      <a:pt x="54" y="18"/>
                    </a:cubicBezTo>
                    <a:cubicBezTo>
                      <a:pt x="53" y="17"/>
                      <a:pt x="53" y="16"/>
                      <a:pt x="53" y="15"/>
                    </a:cubicBezTo>
                    <a:cubicBezTo>
                      <a:pt x="53" y="11"/>
                      <a:pt x="51" y="8"/>
                      <a:pt x="48" y="5"/>
                    </a:cubicBezTo>
                    <a:cubicBezTo>
                      <a:pt x="48" y="5"/>
                      <a:pt x="47" y="4"/>
                      <a:pt x="47" y="4"/>
                    </a:cubicBezTo>
                    <a:cubicBezTo>
                      <a:pt x="45" y="2"/>
                      <a:pt x="42" y="1"/>
                      <a:pt x="40" y="1"/>
                    </a:cubicBezTo>
                    <a:cubicBezTo>
                      <a:pt x="37" y="0"/>
                      <a:pt x="34" y="1"/>
                      <a:pt x="31" y="2"/>
                    </a:cubicBezTo>
                    <a:cubicBezTo>
                      <a:pt x="30" y="3"/>
                      <a:pt x="27" y="4"/>
                      <a:pt x="27" y="4"/>
                    </a:cubicBezTo>
                    <a:cubicBezTo>
                      <a:pt x="27" y="4"/>
                      <a:pt x="24" y="3"/>
                      <a:pt x="23" y="2"/>
                    </a:cubicBezTo>
                    <a:cubicBezTo>
                      <a:pt x="20" y="1"/>
                      <a:pt x="17" y="0"/>
                      <a:pt x="14" y="1"/>
                    </a:cubicBezTo>
                    <a:cubicBezTo>
                      <a:pt x="12" y="1"/>
                      <a:pt x="9" y="2"/>
                      <a:pt x="7" y="4"/>
                    </a:cubicBezTo>
                    <a:cubicBezTo>
                      <a:pt x="7" y="4"/>
                      <a:pt x="6" y="5"/>
                      <a:pt x="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8" name="Freeform 217"/>
              <p:cNvSpPr>
                <a:spLocks/>
              </p:cNvSpPr>
              <p:nvPr/>
            </p:nvSpPr>
            <p:spPr bwMode="auto">
              <a:xfrm>
                <a:off x="-3236913" y="6029325"/>
                <a:ext cx="49213" cy="53975"/>
              </a:xfrm>
              <a:custGeom>
                <a:avLst/>
                <a:gdLst>
                  <a:gd name="T0" fmla="*/ 4 w 13"/>
                  <a:gd name="T1" fmla="*/ 10 h 14"/>
                  <a:gd name="T2" fmla="*/ 10 w 13"/>
                  <a:gd name="T3" fmla="*/ 14 h 14"/>
                  <a:gd name="T4" fmla="*/ 13 w 13"/>
                  <a:gd name="T5" fmla="*/ 14 h 14"/>
                  <a:gd name="T6" fmla="*/ 13 w 13"/>
                  <a:gd name="T7" fmla="*/ 14 h 14"/>
                  <a:gd name="T8" fmla="*/ 10 w 13"/>
                  <a:gd name="T9" fmla="*/ 5 h 14"/>
                  <a:gd name="T10" fmla="*/ 1 w 13"/>
                  <a:gd name="T11" fmla="*/ 0 h 14"/>
                  <a:gd name="T12" fmla="*/ 1 w 13"/>
                  <a:gd name="T13" fmla="*/ 0 h 14"/>
                  <a:gd name="T14" fmla="*/ 0 w 13"/>
                  <a:gd name="T15" fmla="*/ 0 h 14"/>
                  <a:gd name="T16" fmla="*/ 1 w 13"/>
                  <a:gd name="T17" fmla="*/ 3 h 14"/>
                  <a:gd name="T18" fmla="*/ 4 w 13"/>
                  <a:gd name="T1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4">
                    <a:moveTo>
                      <a:pt x="4" y="10"/>
                    </a:moveTo>
                    <a:cubicBezTo>
                      <a:pt x="6" y="12"/>
                      <a:pt x="7" y="13"/>
                      <a:pt x="10" y="14"/>
                    </a:cubicBezTo>
                    <a:cubicBezTo>
                      <a:pt x="11" y="14"/>
                      <a:pt x="12" y="14"/>
                      <a:pt x="13" y="14"/>
                    </a:cubicBezTo>
                    <a:cubicBezTo>
                      <a:pt x="13" y="14"/>
                      <a:pt x="13" y="14"/>
                      <a:pt x="13" y="14"/>
                    </a:cubicBezTo>
                    <a:cubicBezTo>
                      <a:pt x="13" y="11"/>
                      <a:pt x="12" y="8"/>
                      <a:pt x="10" y="5"/>
                    </a:cubicBezTo>
                    <a:cubicBezTo>
                      <a:pt x="8" y="2"/>
                      <a:pt x="5" y="1"/>
                      <a:pt x="1" y="0"/>
                    </a:cubicBezTo>
                    <a:cubicBezTo>
                      <a:pt x="1" y="0"/>
                      <a:pt x="1" y="0"/>
                      <a:pt x="1" y="0"/>
                    </a:cubicBezTo>
                    <a:cubicBezTo>
                      <a:pt x="1" y="0"/>
                      <a:pt x="1" y="0"/>
                      <a:pt x="0" y="0"/>
                    </a:cubicBezTo>
                    <a:cubicBezTo>
                      <a:pt x="0" y="1"/>
                      <a:pt x="0" y="2"/>
                      <a:pt x="1" y="3"/>
                    </a:cubicBezTo>
                    <a:cubicBezTo>
                      <a:pt x="1" y="6"/>
                      <a:pt x="2"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9" name="Rectangle 218"/>
              <p:cNvSpPr>
                <a:spLocks noChangeArrowheads="1"/>
              </p:cNvSpPr>
              <p:nvPr/>
            </p:nvSpPr>
            <p:spPr bwMode="auto">
              <a:xfrm>
                <a:off x="-5945188" y="2657475"/>
                <a:ext cx="41275"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0" name="Freeform 219"/>
              <p:cNvSpPr>
                <a:spLocks noEditPoints="1"/>
              </p:cNvSpPr>
              <p:nvPr/>
            </p:nvSpPr>
            <p:spPr bwMode="auto">
              <a:xfrm>
                <a:off x="-6099175" y="2684462"/>
                <a:ext cx="222250" cy="157163"/>
              </a:xfrm>
              <a:custGeom>
                <a:avLst/>
                <a:gdLst>
                  <a:gd name="T0" fmla="*/ 30 w 59"/>
                  <a:gd name="T1" fmla="*/ 42 h 42"/>
                  <a:gd name="T2" fmla="*/ 59 w 59"/>
                  <a:gd name="T3" fmla="*/ 42 h 42"/>
                  <a:gd name="T4" fmla="*/ 59 w 59"/>
                  <a:gd name="T5" fmla="*/ 0 h 42"/>
                  <a:gd name="T6" fmla="*/ 30 w 59"/>
                  <a:gd name="T7" fmla="*/ 0 h 42"/>
                  <a:gd name="T8" fmla="*/ 30 w 59"/>
                  <a:gd name="T9" fmla="*/ 4 h 42"/>
                  <a:gd name="T10" fmla="*/ 46 w 59"/>
                  <a:gd name="T11" fmla="*/ 21 h 42"/>
                  <a:gd name="T12" fmla="*/ 30 w 59"/>
                  <a:gd name="T13" fmla="*/ 37 h 42"/>
                  <a:gd name="T14" fmla="*/ 30 w 59"/>
                  <a:gd name="T15" fmla="*/ 42 h 42"/>
                  <a:gd name="T16" fmla="*/ 0 w 59"/>
                  <a:gd name="T17" fmla="*/ 42 h 42"/>
                  <a:gd name="T18" fmla="*/ 30 w 59"/>
                  <a:gd name="T19" fmla="*/ 42 h 42"/>
                  <a:gd name="T20" fmla="*/ 30 w 59"/>
                  <a:gd name="T21" fmla="*/ 37 h 42"/>
                  <a:gd name="T22" fmla="*/ 30 w 59"/>
                  <a:gd name="T23" fmla="*/ 37 h 42"/>
                  <a:gd name="T24" fmla="*/ 13 w 59"/>
                  <a:gd name="T25" fmla="*/ 21 h 42"/>
                  <a:gd name="T26" fmla="*/ 30 w 59"/>
                  <a:gd name="T27" fmla="*/ 4 h 42"/>
                  <a:gd name="T28" fmla="*/ 30 w 59"/>
                  <a:gd name="T29" fmla="*/ 4 h 42"/>
                  <a:gd name="T30" fmla="*/ 30 w 59"/>
                  <a:gd name="T31" fmla="*/ 4 h 42"/>
                  <a:gd name="T32" fmla="*/ 30 w 59"/>
                  <a:gd name="T33" fmla="*/ 0 h 42"/>
                  <a:gd name="T34" fmla="*/ 0 w 59"/>
                  <a:gd name="T35" fmla="*/ 0 h 42"/>
                  <a:gd name="T36" fmla="*/ 0 w 59"/>
                  <a:gd name="T37"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42">
                    <a:moveTo>
                      <a:pt x="30" y="42"/>
                    </a:moveTo>
                    <a:cubicBezTo>
                      <a:pt x="59" y="42"/>
                      <a:pt x="59" y="42"/>
                      <a:pt x="59" y="42"/>
                    </a:cubicBezTo>
                    <a:cubicBezTo>
                      <a:pt x="59" y="0"/>
                      <a:pt x="59" y="0"/>
                      <a:pt x="59" y="0"/>
                    </a:cubicBezTo>
                    <a:cubicBezTo>
                      <a:pt x="30" y="0"/>
                      <a:pt x="30" y="0"/>
                      <a:pt x="30" y="0"/>
                    </a:cubicBezTo>
                    <a:cubicBezTo>
                      <a:pt x="30" y="4"/>
                      <a:pt x="30" y="4"/>
                      <a:pt x="30" y="4"/>
                    </a:cubicBezTo>
                    <a:cubicBezTo>
                      <a:pt x="39" y="4"/>
                      <a:pt x="46" y="12"/>
                      <a:pt x="46" y="21"/>
                    </a:cubicBezTo>
                    <a:cubicBezTo>
                      <a:pt x="46" y="30"/>
                      <a:pt x="39" y="37"/>
                      <a:pt x="30" y="37"/>
                    </a:cubicBezTo>
                    <a:lnTo>
                      <a:pt x="30" y="42"/>
                    </a:lnTo>
                    <a:close/>
                    <a:moveTo>
                      <a:pt x="0" y="42"/>
                    </a:moveTo>
                    <a:cubicBezTo>
                      <a:pt x="30" y="42"/>
                      <a:pt x="30" y="42"/>
                      <a:pt x="30" y="42"/>
                    </a:cubicBezTo>
                    <a:cubicBezTo>
                      <a:pt x="30" y="37"/>
                      <a:pt x="30" y="37"/>
                      <a:pt x="30" y="37"/>
                    </a:cubicBezTo>
                    <a:cubicBezTo>
                      <a:pt x="30" y="37"/>
                      <a:pt x="30" y="37"/>
                      <a:pt x="30" y="37"/>
                    </a:cubicBezTo>
                    <a:cubicBezTo>
                      <a:pt x="21" y="37"/>
                      <a:pt x="13" y="30"/>
                      <a:pt x="13" y="21"/>
                    </a:cubicBezTo>
                    <a:cubicBezTo>
                      <a:pt x="13" y="12"/>
                      <a:pt x="21" y="4"/>
                      <a:pt x="30" y="4"/>
                    </a:cubicBezTo>
                    <a:cubicBezTo>
                      <a:pt x="30" y="4"/>
                      <a:pt x="30" y="4"/>
                      <a:pt x="30" y="4"/>
                    </a:cubicBezTo>
                    <a:cubicBezTo>
                      <a:pt x="30" y="4"/>
                      <a:pt x="30" y="4"/>
                      <a:pt x="30" y="4"/>
                    </a:cubicBezTo>
                    <a:cubicBezTo>
                      <a:pt x="30" y="0"/>
                      <a:pt x="30" y="0"/>
                      <a:pt x="30" y="0"/>
                    </a:cubicBezTo>
                    <a:cubicBezTo>
                      <a:pt x="0" y="0"/>
                      <a:pt x="0" y="0"/>
                      <a:pt x="0" y="0"/>
                    </a:cubicBezTo>
                    <a:lnTo>
                      <a:pt x="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1" name="Oval 220"/>
              <p:cNvSpPr>
                <a:spLocks noChangeArrowheads="1"/>
              </p:cNvSpPr>
              <p:nvPr/>
            </p:nvSpPr>
            <p:spPr bwMode="auto">
              <a:xfrm>
                <a:off x="-6027738" y="2722562"/>
                <a:ext cx="82550"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2" name="Freeform 221"/>
              <p:cNvSpPr>
                <a:spLocks noEditPoints="1"/>
              </p:cNvSpPr>
              <p:nvPr/>
            </p:nvSpPr>
            <p:spPr bwMode="auto">
              <a:xfrm>
                <a:off x="-3995738" y="285750"/>
                <a:ext cx="192088" cy="190500"/>
              </a:xfrm>
              <a:custGeom>
                <a:avLst/>
                <a:gdLst>
                  <a:gd name="T0" fmla="*/ 26 w 51"/>
                  <a:gd name="T1" fmla="*/ 51 h 51"/>
                  <a:gd name="T2" fmla="*/ 51 w 51"/>
                  <a:gd name="T3" fmla="*/ 25 h 51"/>
                  <a:gd name="T4" fmla="*/ 26 w 51"/>
                  <a:gd name="T5" fmla="*/ 0 h 51"/>
                  <a:gd name="T6" fmla="*/ 26 w 51"/>
                  <a:gd name="T7" fmla="*/ 18 h 51"/>
                  <a:gd name="T8" fmla="*/ 33 w 51"/>
                  <a:gd name="T9" fmla="*/ 25 h 51"/>
                  <a:gd name="T10" fmla="*/ 26 w 51"/>
                  <a:gd name="T11" fmla="*/ 33 h 51"/>
                  <a:gd name="T12" fmla="*/ 26 w 51"/>
                  <a:gd name="T13" fmla="*/ 51 h 51"/>
                  <a:gd name="T14" fmla="*/ 26 w 51"/>
                  <a:gd name="T15" fmla="*/ 33 h 51"/>
                  <a:gd name="T16" fmla="*/ 26 w 51"/>
                  <a:gd name="T17" fmla="*/ 33 h 51"/>
                  <a:gd name="T18" fmla="*/ 26 w 51"/>
                  <a:gd name="T19" fmla="*/ 0 h 51"/>
                  <a:gd name="T20" fmla="*/ 0 w 51"/>
                  <a:gd name="T21" fmla="*/ 25 h 51"/>
                  <a:gd name="T22" fmla="*/ 26 w 51"/>
                  <a:gd name="T23" fmla="*/ 51 h 51"/>
                  <a:gd name="T24" fmla="*/ 26 w 51"/>
                  <a:gd name="T25" fmla="*/ 33 h 51"/>
                  <a:gd name="T26" fmla="*/ 26 w 51"/>
                  <a:gd name="T27" fmla="*/ 33 h 51"/>
                  <a:gd name="T28" fmla="*/ 18 w 51"/>
                  <a:gd name="T29" fmla="*/ 25 h 51"/>
                  <a:gd name="T30" fmla="*/ 26 w 51"/>
                  <a:gd name="T31" fmla="*/ 18 h 51"/>
                  <a:gd name="T32" fmla="*/ 26 w 51"/>
                  <a:gd name="T3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51">
                    <a:moveTo>
                      <a:pt x="26" y="51"/>
                    </a:moveTo>
                    <a:cubicBezTo>
                      <a:pt x="40" y="51"/>
                      <a:pt x="51" y="40"/>
                      <a:pt x="51" y="25"/>
                    </a:cubicBezTo>
                    <a:cubicBezTo>
                      <a:pt x="51" y="11"/>
                      <a:pt x="40" y="0"/>
                      <a:pt x="26" y="0"/>
                    </a:cubicBezTo>
                    <a:cubicBezTo>
                      <a:pt x="26" y="18"/>
                      <a:pt x="26" y="18"/>
                      <a:pt x="26" y="18"/>
                    </a:cubicBezTo>
                    <a:cubicBezTo>
                      <a:pt x="30" y="18"/>
                      <a:pt x="33" y="21"/>
                      <a:pt x="33" y="25"/>
                    </a:cubicBezTo>
                    <a:cubicBezTo>
                      <a:pt x="33" y="30"/>
                      <a:pt x="30" y="33"/>
                      <a:pt x="26" y="33"/>
                    </a:cubicBezTo>
                    <a:cubicBezTo>
                      <a:pt x="26" y="51"/>
                      <a:pt x="26" y="51"/>
                      <a:pt x="26" y="51"/>
                    </a:cubicBezTo>
                    <a:close/>
                    <a:moveTo>
                      <a:pt x="26" y="33"/>
                    </a:moveTo>
                    <a:cubicBezTo>
                      <a:pt x="26" y="33"/>
                      <a:pt x="26" y="33"/>
                      <a:pt x="26" y="33"/>
                    </a:cubicBezTo>
                    <a:moveTo>
                      <a:pt x="26" y="0"/>
                    </a:moveTo>
                    <a:cubicBezTo>
                      <a:pt x="11" y="0"/>
                      <a:pt x="0" y="11"/>
                      <a:pt x="0" y="25"/>
                    </a:cubicBezTo>
                    <a:cubicBezTo>
                      <a:pt x="0" y="40"/>
                      <a:pt x="11" y="51"/>
                      <a:pt x="26" y="51"/>
                    </a:cubicBezTo>
                    <a:cubicBezTo>
                      <a:pt x="26" y="33"/>
                      <a:pt x="26" y="33"/>
                      <a:pt x="26" y="33"/>
                    </a:cubicBezTo>
                    <a:cubicBezTo>
                      <a:pt x="26" y="33"/>
                      <a:pt x="26" y="33"/>
                      <a:pt x="26" y="33"/>
                    </a:cubicBezTo>
                    <a:cubicBezTo>
                      <a:pt x="22" y="33"/>
                      <a:pt x="18" y="30"/>
                      <a:pt x="18" y="25"/>
                    </a:cubicBezTo>
                    <a:cubicBezTo>
                      <a:pt x="18" y="21"/>
                      <a:pt x="22" y="18"/>
                      <a:pt x="26" y="18"/>
                    </a:cubicBez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3" name="Freeform 222"/>
              <p:cNvSpPr>
                <a:spLocks noEditPoints="1"/>
              </p:cNvSpPr>
              <p:nvPr/>
            </p:nvSpPr>
            <p:spPr bwMode="auto">
              <a:xfrm>
                <a:off x="-3919538" y="355600"/>
                <a:ext cx="44450" cy="46038"/>
              </a:xfrm>
              <a:custGeom>
                <a:avLst/>
                <a:gdLst>
                  <a:gd name="T0" fmla="*/ 6 w 12"/>
                  <a:gd name="T1" fmla="*/ 12 h 12"/>
                  <a:gd name="T2" fmla="*/ 12 w 12"/>
                  <a:gd name="T3" fmla="*/ 6 h 12"/>
                  <a:gd name="T4" fmla="*/ 6 w 12"/>
                  <a:gd name="T5" fmla="*/ 0 h 12"/>
                  <a:gd name="T6" fmla="*/ 6 w 12"/>
                  <a:gd name="T7" fmla="*/ 2 h 12"/>
                  <a:gd name="T8" fmla="*/ 10 w 12"/>
                  <a:gd name="T9" fmla="*/ 6 h 12"/>
                  <a:gd name="T10" fmla="*/ 6 w 12"/>
                  <a:gd name="T11" fmla="*/ 11 h 12"/>
                  <a:gd name="T12" fmla="*/ 6 w 12"/>
                  <a:gd name="T13" fmla="*/ 12 h 12"/>
                  <a:gd name="T14" fmla="*/ 6 w 12"/>
                  <a:gd name="T15" fmla="*/ 0 h 12"/>
                  <a:gd name="T16" fmla="*/ 0 w 12"/>
                  <a:gd name="T17" fmla="*/ 6 h 12"/>
                  <a:gd name="T18" fmla="*/ 6 w 12"/>
                  <a:gd name="T19" fmla="*/ 12 h 12"/>
                  <a:gd name="T20" fmla="*/ 6 w 12"/>
                  <a:gd name="T21" fmla="*/ 12 h 12"/>
                  <a:gd name="T22" fmla="*/ 6 w 12"/>
                  <a:gd name="T23" fmla="*/ 11 h 12"/>
                  <a:gd name="T24" fmla="*/ 6 w 12"/>
                  <a:gd name="T25" fmla="*/ 11 h 12"/>
                  <a:gd name="T26" fmla="*/ 6 w 12"/>
                  <a:gd name="T27" fmla="*/ 11 h 12"/>
                  <a:gd name="T28" fmla="*/ 1 w 12"/>
                  <a:gd name="T29" fmla="*/ 6 h 12"/>
                  <a:gd name="T30" fmla="*/ 6 w 12"/>
                  <a:gd name="T31" fmla="*/ 2 h 12"/>
                  <a:gd name="T32" fmla="*/ 6 w 12"/>
                  <a:gd name="T33" fmla="*/ 2 h 12"/>
                  <a:gd name="T34" fmla="*/ 6 w 12"/>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2">
                    <a:moveTo>
                      <a:pt x="6" y="12"/>
                    </a:moveTo>
                    <a:cubicBezTo>
                      <a:pt x="9" y="12"/>
                      <a:pt x="12" y="10"/>
                      <a:pt x="12" y="6"/>
                    </a:cubicBezTo>
                    <a:cubicBezTo>
                      <a:pt x="12" y="3"/>
                      <a:pt x="9" y="0"/>
                      <a:pt x="6" y="0"/>
                    </a:cubicBezTo>
                    <a:cubicBezTo>
                      <a:pt x="6" y="2"/>
                      <a:pt x="6" y="2"/>
                      <a:pt x="6" y="2"/>
                    </a:cubicBezTo>
                    <a:cubicBezTo>
                      <a:pt x="8" y="2"/>
                      <a:pt x="10" y="4"/>
                      <a:pt x="10" y="6"/>
                    </a:cubicBezTo>
                    <a:cubicBezTo>
                      <a:pt x="10" y="9"/>
                      <a:pt x="8" y="11"/>
                      <a:pt x="6" y="11"/>
                    </a:cubicBezTo>
                    <a:lnTo>
                      <a:pt x="6" y="12"/>
                    </a:lnTo>
                    <a:close/>
                    <a:moveTo>
                      <a:pt x="6" y="0"/>
                    </a:moveTo>
                    <a:cubicBezTo>
                      <a:pt x="2" y="0"/>
                      <a:pt x="0" y="3"/>
                      <a:pt x="0" y="6"/>
                    </a:cubicBezTo>
                    <a:cubicBezTo>
                      <a:pt x="0" y="10"/>
                      <a:pt x="2" y="12"/>
                      <a:pt x="6" y="12"/>
                    </a:cubicBezTo>
                    <a:cubicBezTo>
                      <a:pt x="6" y="12"/>
                      <a:pt x="6" y="12"/>
                      <a:pt x="6" y="12"/>
                    </a:cubicBezTo>
                    <a:cubicBezTo>
                      <a:pt x="6" y="11"/>
                      <a:pt x="6" y="11"/>
                      <a:pt x="6" y="11"/>
                    </a:cubicBezTo>
                    <a:cubicBezTo>
                      <a:pt x="6" y="11"/>
                      <a:pt x="6" y="11"/>
                      <a:pt x="6" y="11"/>
                    </a:cubicBezTo>
                    <a:cubicBezTo>
                      <a:pt x="6" y="11"/>
                      <a:pt x="6" y="11"/>
                      <a:pt x="6" y="11"/>
                    </a:cubicBezTo>
                    <a:cubicBezTo>
                      <a:pt x="3" y="11"/>
                      <a:pt x="1" y="9"/>
                      <a:pt x="1" y="6"/>
                    </a:cubicBezTo>
                    <a:cubicBezTo>
                      <a:pt x="1" y="4"/>
                      <a:pt x="3" y="2"/>
                      <a:pt x="6" y="2"/>
                    </a:cubicBezTo>
                    <a:cubicBezTo>
                      <a:pt x="6" y="2"/>
                      <a:pt x="6" y="2"/>
                      <a:pt x="6" y="2"/>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4" name="Freeform 223"/>
              <p:cNvSpPr>
                <a:spLocks/>
              </p:cNvSpPr>
              <p:nvPr/>
            </p:nvSpPr>
            <p:spPr bwMode="auto">
              <a:xfrm>
                <a:off x="-2852738" y="4775200"/>
                <a:ext cx="209550" cy="222250"/>
              </a:xfrm>
              <a:custGeom>
                <a:avLst/>
                <a:gdLst>
                  <a:gd name="T0" fmla="*/ 46 w 56"/>
                  <a:gd name="T1" fmla="*/ 41 h 59"/>
                  <a:gd name="T2" fmla="*/ 50 w 56"/>
                  <a:gd name="T3" fmla="*/ 39 h 59"/>
                  <a:gd name="T4" fmla="*/ 55 w 56"/>
                  <a:gd name="T5" fmla="*/ 37 h 59"/>
                  <a:gd name="T6" fmla="*/ 55 w 56"/>
                  <a:gd name="T7" fmla="*/ 30 h 59"/>
                  <a:gd name="T8" fmla="*/ 54 w 56"/>
                  <a:gd name="T9" fmla="*/ 17 h 59"/>
                  <a:gd name="T10" fmla="*/ 42 w 56"/>
                  <a:gd name="T11" fmla="*/ 28 h 59"/>
                  <a:gd name="T12" fmla="*/ 37 w 56"/>
                  <a:gd name="T13" fmla="*/ 32 h 59"/>
                  <a:gd name="T14" fmla="*/ 37 w 56"/>
                  <a:gd name="T15" fmla="*/ 28 h 59"/>
                  <a:gd name="T16" fmla="*/ 42 w 56"/>
                  <a:gd name="T17" fmla="*/ 20 h 59"/>
                  <a:gd name="T18" fmla="*/ 38 w 56"/>
                  <a:gd name="T19" fmla="*/ 12 h 59"/>
                  <a:gd name="T20" fmla="*/ 28 w 56"/>
                  <a:gd name="T21" fmla="*/ 0 h 59"/>
                  <a:gd name="T22" fmla="*/ 28 w 56"/>
                  <a:gd name="T23" fmla="*/ 0 h 59"/>
                  <a:gd name="T24" fmla="*/ 28 w 56"/>
                  <a:gd name="T25" fmla="*/ 0 h 59"/>
                  <a:gd name="T26" fmla="*/ 28 w 56"/>
                  <a:gd name="T27" fmla="*/ 0 h 59"/>
                  <a:gd name="T28" fmla="*/ 28 w 56"/>
                  <a:gd name="T29" fmla="*/ 0 h 59"/>
                  <a:gd name="T30" fmla="*/ 18 w 56"/>
                  <a:gd name="T31" fmla="*/ 12 h 59"/>
                  <a:gd name="T32" fmla="*/ 14 w 56"/>
                  <a:gd name="T33" fmla="*/ 20 h 59"/>
                  <a:gd name="T34" fmla="*/ 18 w 56"/>
                  <a:gd name="T35" fmla="*/ 28 h 59"/>
                  <a:gd name="T36" fmla="*/ 19 w 56"/>
                  <a:gd name="T37" fmla="*/ 32 h 59"/>
                  <a:gd name="T38" fmla="*/ 14 w 56"/>
                  <a:gd name="T39" fmla="*/ 28 h 59"/>
                  <a:gd name="T40" fmla="*/ 2 w 56"/>
                  <a:gd name="T41" fmla="*/ 17 h 59"/>
                  <a:gd name="T42" fmla="*/ 1 w 56"/>
                  <a:gd name="T43" fmla="*/ 30 h 59"/>
                  <a:gd name="T44" fmla="*/ 1 w 56"/>
                  <a:gd name="T45" fmla="*/ 37 h 59"/>
                  <a:gd name="T46" fmla="*/ 6 w 56"/>
                  <a:gd name="T47" fmla="*/ 39 h 59"/>
                  <a:gd name="T48" fmla="*/ 10 w 56"/>
                  <a:gd name="T49" fmla="*/ 41 h 59"/>
                  <a:gd name="T50" fmla="*/ 9 w 56"/>
                  <a:gd name="T51" fmla="*/ 44 h 59"/>
                  <a:gd name="T52" fmla="*/ 1 w 56"/>
                  <a:gd name="T53" fmla="*/ 41 h 59"/>
                  <a:gd name="T54" fmla="*/ 13 w 56"/>
                  <a:gd name="T55" fmla="*/ 58 h 59"/>
                  <a:gd name="T56" fmla="*/ 19 w 56"/>
                  <a:gd name="T57" fmla="*/ 57 h 59"/>
                  <a:gd name="T58" fmla="*/ 25 w 56"/>
                  <a:gd name="T59" fmla="*/ 53 h 59"/>
                  <a:gd name="T60" fmla="*/ 27 w 56"/>
                  <a:gd name="T61" fmla="*/ 53 h 59"/>
                  <a:gd name="T62" fmla="*/ 27 w 56"/>
                  <a:gd name="T63" fmla="*/ 50 h 59"/>
                  <a:gd name="T64" fmla="*/ 28 w 56"/>
                  <a:gd name="T65" fmla="*/ 26 h 59"/>
                  <a:gd name="T66" fmla="*/ 29 w 56"/>
                  <a:gd name="T67" fmla="*/ 50 h 59"/>
                  <a:gd name="T68" fmla="*/ 29 w 56"/>
                  <a:gd name="T69" fmla="*/ 53 h 59"/>
                  <a:gd name="T70" fmla="*/ 31 w 56"/>
                  <a:gd name="T71" fmla="*/ 53 h 59"/>
                  <a:gd name="T72" fmla="*/ 37 w 56"/>
                  <a:gd name="T73" fmla="*/ 57 h 59"/>
                  <a:gd name="T74" fmla="*/ 43 w 56"/>
                  <a:gd name="T75" fmla="*/ 58 h 59"/>
                  <a:gd name="T76" fmla="*/ 55 w 56"/>
                  <a:gd name="T77" fmla="*/ 41 h 59"/>
                  <a:gd name="T78" fmla="*/ 47 w 56"/>
                  <a:gd name="T79" fmla="*/ 44 h 59"/>
                  <a:gd name="T80" fmla="*/ 46 w 56"/>
                  <a:gd name="T81" fmla="*/ 4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 h="59">
                    <a:moveTo>
                      <a:pt x="46" y="41"/>
                    </a:moveTo>
                    <a:cubicBezTo>
                      <a:pt x="47" y="40"/>
                      <a:pt x="49" y="39"/>
                      <a:pt x="50" y="39"/>
                    </a:cubicBezTo>
                    <a:cubicBezTo>
                      <a:pt x="52" y="38"/>
                      <a:pt x="53" y="38"/>
                      <a:pt x="55" y="37"/>
                    </a:cubicBezTo>
                    <a:cubicBezTo>
                      <a:pt x="55" y="35"/>
                      <a:pt x="56" y="32"/>
                      <a:pt x="55" y="30"/>
                    </a:cubicBezTo>
                    <a:cubicBezTo>
                      <a:pt x="55" y="26"/>
                      <a:pt x="54" y="22"/>
                      <a:pt x="54" y="17"/>
                    </a:cubicBezTo>
                    <a:cubicBezTo>
                      <a:pt x="49" y="20"/>
                      <a:pt x="43" y="22"/>
                      <a:pt x="42" y="28"/>
                    </a:cubicBezTo>
                    <a:cubicBezTo>
                      <a:pt x="41" y="30"/>
                      <a:pt x="39" y="33"/>
                      <a:pt x="37" y="32"/>
                    </a:cubicBezTo>
                    <a:cubicBezTo>
                      <a:pt x="36" y="31"/>
                      <a:pt x="37" y="29"/>
                      <a:pt x="37" y="28"/>
                    </a:cubicBezTo>
                    <a:cubicBezTo>
                      <a:pt x="39" y="25"/>
                      <a:pt x="42" y="23"/>
                      <a:pt x="42" y="20"/>
                    </a:cubicBezTo>
                    <a:cubicBezTo>
                      <a:pt x="42" y="17"/>
                      <a:pt x="40" y="14"/>
                      <a:pt x="38" y="12"/>
                    </a:cubicBezTo>
                    <a:cubicBezTo>
                      <a:pt x="35" y="8"/>
                      <a:pt x="31" y="5"/>
                      <a:pt x="28" y="0"/>
                    </a:cubicBezTo>
                    <a:cubicBezTo>
                      <a:pt x="28" y="0"/>
                      <a:pt x="28" y="0"/>
                      <a:pt x="28" y="0"/>
                    </a:cubicBezTo>
                    <a:cubicBezTo>
                      <a:pt x="28" y="0"/>
                      <a:pt x="28" y="0"/>
                      <a:pt x="28" y="0"/>
                    </a:cubicBezTo>
                    <a:cubicBezTo>
                      <a:pt x="28" y="0"/>
                      <a:pt x="28" y="0"/>
                      <a:pt x="28" y="0"/>
                    </a:cubicBezTo>
                    <a:cubicBezTo>
                      <a:pt x="28" y="0"/>
                      <a:pt x="28" y="0"/>
                      <a:pt x="28" y="0"/>
                    </a:cubicBezTo>
                    <a:cubicBezTo>
                      <a:pt x="25" y="5"/>
                      <a:pt x="21" y="8"/>
                      <a:pt x="18" y="12"/>
                    </a:cubicBezTo>
                    <a:cubicBezTo>
                      <a:pt x="16" y="14"/>
                      <a:pt x="14" y="17"/>
                      <a:pt x="14" y="20"/>
                    </a:cubicBezTo>
                    <a:cubicBezTo>
                      <a:pt x="14" y="23"/>
                      <a:pt x="17" y="25"/>
                      <a:pt x="18" y="28"/>
                    </a:cubicBezTo>
                    <a:cubicBezTo>
                      <a:pt x="19" y="29"/>
                      <a:pt x="20" y="31"/>
                      <a:pt x="19" y="32"/>
                    </a:cubicBezTo>
                    <a:cubicBezTo>
                      <a:pt x="16" y="33"/>
                      <a:pt x="15" y="30"/>
                      <a:pt x="14" y="28"/>
                    </a:cubicBezTo>
                    <a:cubicBezTo>
                      <a:pt x="13" y="22"/>
                      <a:pt x="7" y="20"/>
                      <a:pt x="2" y="17"/>
                    </a:cubicBezTo>
                    <a:cubicBezTo>
                      <a:pt x="2" y="22"/>
                      <a:pt x="1" y="26"/>
                      <a:pt x="1" y="30"/>
                    </a:cubicBezTo>
                    <a:cubicBezTo>
                      <a:pt x="0" y="32"/>
                      <a:pt x="1" y="35"/>
                      <a:pt x="1" y="37"/>
                    </a:cubicBezTo>
                    <a:cubicBezTo>
                      <a:pt x="3" y="38"/>
                      <a:pt x="4" y="38"/>
                      <a:pt x="6" y="39"/>
                    </a:cubicBezTo>
                    <a:cubicBezTo>
                      <a:pt x="7" y="39"/>
                      <a:pt x="9" y="40"/>
                      <a:pt x="10" y="41"/>
                    </a:cubicBezTo>
                    <a:cubicBezTo>
                      <a:pt x="11" y="42"/>
                      <a:pt x="11" y="44"/>
                      <a:pt x="9" y="44"/>
                    </a:cubicBezTo>
                    <a:cubicBezTo>
                      <a:pt x="6" y="43"/>
                      <a:pt x="4" y="40"/>
                      <a:pt x="1" y="41"/>
                    </a:cubicBezTo>
                    <a:cubicBezTo>
                      <a:pt x="2" y="48"/>
                      <a:pt x="6" y="55"/>
                      <a:pt x="13" y="58"/>
                    </a:cubicBezTo>
                    <a:cubicBezTo>
                      <a:pt x="16" y="59"/>
                      <a:pt x="17" y="59"/>
                      <a:pt x="19" y="57"/>
                    </a:cubicBezTo>
                    <a:cubicBezTo>
                      <a:pt x="21" y="56"/>
                      <a:pt x="22" y="54"/>
                      <a:pt x="25" y="53"/>
                    </a:cubicBezTo>
                    <a:cubicBezTo>
                      <a:pt x="26" y="53"/>
                      <a:pt x="26" y="54"/>
                      <a:pt x="27" y="53"/>
                    </a:cubicBezTo>
                    <a:cubicBezTo>
                      <a:pt x="27" y="52"/>
                      <a:pt x="27" y="51"/>
                      <a:pt x="27" y="50"/>
                    </a:cubicBezTo>
                    <a:cubicBezTo>
                      <a:pt x="27" y="41"/>
                      <a:pt x="28" y="36"/>
                      <a:pt x="28" y="26"/>
                    </a:cubicBezTo>
                    <a:cubicBezTo>
                      <a:pt x="28" y="36"/>
                      <a:pt x="29" y="41"/>
                      <a:pt x="29" y="50"/>
                    </a:cubicBezTo>
                    <a:cubicBezTo>
                      <a:pt x="29" y="51"/>
                      <a:pt x="29" y="52"/>
                      <a:pt x="29" y="53"/>
                    </a:cubicBezTo>
                    <a:cubicBezTo>
                      <a:pt x="29" y="54"/>
                      <a:pt x="30" y="53"/>
                      <a:pt x="31" y="53"/>
                    </a:cubicBezTo>
                    <a:cubicBezTo>
                      <a:pt x="34" y="54"/>
                      <a:pt x="35" y="56"/>
                      <a:pt x="37" y="57"/>
                    </a:cubicBezTo>
                    <a:cubicBezTo>
                      <a:pt x="39" y="59"/>
                      <a:pt x="40" y="59"/>
                      <a:pt x="43" y="58"/>
                    </a:cubicBezTo>
                    <a:cubicBezTo>
                      <a:pt x="50" y="55"/>
                      <a:pt x="54" y="48"/>
                      <a:pt x="55" y="41"/>
                    </a:cubicBezTo>
                    <a:cubicBezTo>
                      <a:pt x="52" y="40"/>
                      <a:pt x="50" y="43"/>
                      <a:pt x="47" y="44"/>
                    </a:cubicBezTo>
                    <a:cubicBezTo>
                      <a:pt x="45" y="44"/>
                      <a:pt x="45" y="42"/>
                      <a:pt x="4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5" name="Rectangle 224"/>
              <p:cNvSpPr>
                <a:spLocks noChangeArrowheads="1"/>
              </p:cNvSpPr>
              <p:nvPr/>
            </p:nvSpPr>
            <p:spPr bwMode="auto">
              <a:xfrm>
                <a:off x="-2755900" y="4983163"/>
                <a:ext cx="15875" cy="666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6" name="Freeform 225"/>
              <p:cNvSpPr>
                <a:spLocks/>
              </p:cNvSpPr>
              <p:nvPr/>
            </p:nvSpPr>
            <p:spPr bwMode="auto">
              <a:xfrm>
                <a:off x="-1906588" y="4062412"/>
                <a:ext cx="55563" cy="71438"/>
              </a:xfrm>
              <a:custGeom>
                <a:avLst/>
                <a:gdLst>
                  <a:gd name="T0" fmla="*/ 0 w 15"/>
                  <a:gd name="T1" fmla="*/ 0 h 19"/>
                  <a:gd name="T2" fmla="*/ 6 w 15"/>
                  <a:gd name="T3" fmla="*/ 19 h 19"/>
                  <a:gd name="T4" fmla="*/ 15 w 15"/>
                  <a:gd name="T5" fmla="*/ 0 h 19"/>
                  <a:gd name="T6" fmla="*/ 0 w 15"/>
                  <a:gd name="T7" fmla="*/ 0 h 19"/>
                </a:gdLst>
                <a:ahLst/>
                <a:cxnLst>
                  <a:cxn ang="0">
                    <a:pos x="T0" y="T1"/>
                  </a:cxn>
                  <a:cxn ang="0">
                    <a:pos x="T2" y="T3"/>
                  </a:cxn>
                  <a:cxn ang="0">
                    <a:pos x="T4" y="T5"/>
                  </a:cxn>
                  <a:cxn ang="0">
                    <a:pos x="T6" y="T7"/>
                  </a:cxn>
                </a:cxnLst>
                <a:rect l="0" t="0" r="r" b="b"/>
                <a:pathLst>
                  <a:path w="15" h="19">
                    <a:moveTo>
                      <a:pt x="0" y="0"/>
                    </a:moveTo>
                    <a:cubicBezTo>
                      <a:pt x="0" y="8"/>
                      <a:pt x="3" y="15"/>
                      <a:pt x="6" y="19"/>
                    </a:cubicBezTo>
                    <a:cubicBezTo>
                      <a:pt x="11" y="14"/>
                      <a:pt x="15" y="8"/>
                      <a:pt x="15"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7" name="Freeform 226"/>
              <p:cNvSpPr>
                <a:spLocks/>
              </p:cNvSpPr>
              <p:nvPr/>
            </p:nvSpPr>
            <p:spPr bwMode="auto">
              <a:xfrm>
                <a:off x="-1906588" y="3971925"/>
                <a:ext cx="55563" cy="71438"/>
              </a:xfrm>
              <a:custGeom>
                <a:avLst/>
                <a:gdLst>
                  <a:gd name="T0" fmla="*/ 6 w 15"/>
                  <a:gd name="T1" fmla="*/ 0 h 19"/>
                  <a:gd name="T2" fmla="*/ 0 w 15"/>
                  <a:gd name="T3" fmla="*/ 19 h 19"/>
                  <a:gd name="T4" fmla="*/ 15 w 15"/>
                  <a:gd name="T5" fmla="*/ 19 h 19"/>
                  <a:gd name="T6" fmla="*/ 6 w 15"/>
                  <a:gd name="T7" fmla="*/ 0 h 19"/>
                </a:gdLst>
                <a:ahLst/>
                <a:cxnLst>
                  <a:cxn ang="0">
                    <a:pos x="T0" y="T1"/>
                  </a:cxn>
                  <a:cxn ang="0">
                    <a:pos x="T2" y="T3"/>
                  </a:cxn>
                  <a:cxn ang="0">
                    <a:pos x="T4" y="T5"/>
                  </a:cxn>
                  <a:cxn ang="0">
                    <a:pos x="T6" y="T7"/>
                  </a:cxn>
                </a:cxnLst>
                <a:rect l="0" t="0" r="r" b="b"/>
                <a:pathLst>
                  <a:path w="15" h="19">
                    <a:moveTo>
                      <a:pt x="6" y="0"/>
                    </a:moveTo>
                    <a:cubicBezTo>
                      <a:pt x="3" y="5"/>
                      <a:pt x="0" y="11"/>
                      <a:pt x="0" y="19"/>
                    </a:cubicBezTo>
                    <a:cubicBezTo>
                      <a:pt x="15" y="19"/>
                      <a:pt x="15" y="19"/>
                      <a:pt x="15" y="19"/>
                    </a:cubicBezTo>
                    <a:cubicBezTo>
                      <a:pt x="15" y="11"/>
                      <a:pt x="11" y="5"/>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8" name="Freeform 227"/>
              <p:cNvSpPr>
                <a:spLocks/>
              </p:cNvSpPr>
              <p:nvPr/>
            </p:nvSpPr>
            <p:spPr bwMode="auto">
              <a:xfrm>
                <a:off x="-1951038" y="3941762"/>
                <a:ext cx="52388" cy="101600"/>
              </a:xfrm>
              <a:custGeom>
                <a:avLst/>
                <a:gdLst>
                  <a:gd name="T0" fmla="*/ 0 w 14"/>
                  <a:gd name="T1" fmla="*/ 0 h 27"/>
                  <a:gd name="T2" fmla="*/ 0 w 14"/>
                  <a:gd name="T3" fmla="*/ 27 h 27"/>
                  <a:gd name="T4" fmla="*/ 7 w 14"/>
                  <a:gd name="T5" fmla="*/ 27 h 27"/>
                  <a:gd name="T6" fmla="*/ 14 w 14"/>
                  <a:gd name="T7" fmla="*/ 5 h 27"/>
                  <a:gd name="T8" fmla="*/ 0 w 14"/>
                  <a:gd name="T9" fmla="*/ 0 h 27"/>
                </a:gdLst>
                <a:ahLst/>
                <a:cxnLst>
                  <a:cxn ang="0">
                    <a:pos x="T0" y="T1"/>
                  </a:cxn>
                  <a:cxn ang="0">
                    <a:pos x="T2" y="T3"/>
                  </a:cxn>
                  <a:cxn ang="0">
                    <a:pos x="T4" y="T5"/>
                  </a:cxn>
                  <a:cxn ang="0">
                    <a:pos x="T6" y="T7"/>
                  </a:cxn>
                  <a:cxn ang="0">
                    <a:pos x="T8" y="T9"/>
                  </a:cxn>
                </a:cxnLst>
                <a:rect l="0" t="0" r="r" b="b"/>
                <a:pathLst>
                  <a:path w="14" h="27">
                    <a:moveTo>
                      <a:pt x="0" y="0"/>
                    </a:moveTo>
                    <a:cubicBezTo>
                      <a:pt x="0" y="27"/>
                      <a:pt x="0" y="27"/>
                      <a:pt x="0" y="27"/>
                    </a:cubicBezTo>
                    <a:cubicBezTo>
                      <a:pt x="7" y="27"/>
                      <a:pt x="7" y="27"/>
                      <a:pt x="7" y="27"/>
                    </a:cubicBezTo>
                    <a:cubicBezTo>
                      <a:pt x="7" y="18"/>
                      <a:pt x="10" y="10"/>
                      <a:pt x="14" y="5"/>
                    </a:cubicBezTo>
                    <a:cubicBezTo>
                      <a:pt x="10" y="2"/>
                      <a:pt x="5"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9" name="Freeform 228"/>
              <p:cNvSpPr>
                <a:spLocks/>
              </p:cNvSpPr>
              <p:nvPr/>
            </p:nvSpPr>
            <p:spPr bwMode="auto">
              <a:xfrm>
                <a:off x="-2022475" y="4062412"/>
                <a:ext cx="52388" cy="101600"/>
              </a:xfrm>
              <a:custGeom>
                <a:avLst/>
                <a:gdLst>
                  <a:gd name="T0" fmla="*/ 14 w 14"/>
                  <a:gd name="T1" fmla="*/ 27 h 27"/>
                  <a:gd name="T2" fmla="*/ 14 w 14"/>
                  <a:gd name="T3" fmla="*/ 0 h 27"/>
                  <a:gd name="T4" fmla="*/ 7 w 14"/>
                  <a:gd name="T5" fmla="*/ 0 h 27"/>
                  <a:gd name="T6" fmla="*/ 0 w 14"/>
                  <a:gd name="T7" fmla="*/ 22 h 27"/>
                  <a:gd name="T8" fmla="*/ 14 w 14"/>
                  <a:gd name="T9" fmla="*/ 27 h 27"/>
                </a:gdLst>
                <a:ahLst/>
                <a:cxnLst>
                  <a:cxn ang="0">
                    <a:pos x="T0" y="T1"/>
                  </a:cxn>
                  <a:cxn ang="0">
                    <a:pos x="T2" y="T3"/>
                  </a:cxn>
                  <a:cxn ang="0">
                    <a:pos x="T4" y="T5"/>
                  </a:cxn>
                  <a:cxn ang="0">
                    <a:pos x="T6" y="T7"/>
                  </a:cxn>
                  <a:cxn ang="0">
                    <a:pos x="T8" y="T9"/>
                  </a:cxn>
                </a:cxnLst>
                <a:rect l="0" t="0" r="r" b="b"/>
                <a:pathLst>
                  <a:path w="14" h="27">
                    <a:moveTo>
                      <a:pt x="14" y="27"/>
                    </a:moveTo>
                    <a:cubicBezTo>
                      <a:pt x="14" y="0"/>
                      <a:pt x="14" y="0"/>
                      <a:pt x="14" y="0"/>
                    </a:cubicBezTo>
                    <a:cubicBezTo>
                      <a:pt x="7" y="0"/>
                      <a:pt x="7" y="0"/>
                      <a:pt x="7" y="0"/>
                    </a:cubicBezTo>
                    <a:cubicBezTo>
                      <a:pt x="7" y="9"/>
                      <a:pt x="4" y="17"/>
                      <a:pt x="0" y="22"/>
                    </a:cubicBezTo>
                    <a:cubicBezTo>
                      <a:pt x="4" y="25"/>
                      <a:pt x="9" y="27"/>
                      <a:pt x="1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0" name="Freeform 229"/>
              <p:cNvSpPr>
                <a:spLocks/>
              </p:cNvSpPr>
              <p:nvPr/>
            </p:nvSpPr>
            <p:spPr bwMode="auto">
              <a:xfrm>
                <a:off x="-2022475" y="3941762"/>
                <a:ext cx="52388" cy="101600"/>
              </a:xfrm>
              <a:custGeom>
                <a:avLst/>
                <a:gdLst>
                  <a:gd name="T0" fmla="*/ 7 w 14"/>
                  <a:gd name="T1" fmla="*/ 27 h 27"/>
                  <a:gd name="T2" fmla="*/ 14 w 14"/>
                  <a:gd name="T3" fmla="*/ 27 h 27"/>
                  <a:gd name="T4" fmla="*/ 14 w 14"/>
                  <a:gd name="T5" fmla="*/ 0 h 27"/>
                  <a:gd name="T6" fmla="*/ 0 w 14"/>
                  <a:gd name="T7" fmla="*/ 5 h 27"/>
                  <a:gd name="T8" fmla="*/ 7 w 14"/>
                  <a:gd name="T9" fmla="*/ 27 h 27"/>
                </a:gdLst>
                <a:ahLst/>
                <a:cxnLst>
                  <a:cxn ang="0">
                    <a:pos x="T0" y="T1"/>
                  </a:cxn>
                  <a:cxn ang="0">
                    <a:pos x="T2" y="T3"/>
                  </a:cxn>
                  <a:cxn ang="0">
                    <a:pos x="T4" y="T5"/>
                  </a:cxn>
                  <a:cxn ang="0">
                    <a:pos x="T6" y="T7"/>
                  </a:cxn>
                  <a:cxn ang="0">
                    <a:pos x="T8" y="T9"/>
                  </a:cxn>
                </a:cxnLst>
                <a:rect l="0" t="0" r="r" b="b"/>
                <a:pathLst>
                  <a:path w="14" h="27">
                    <a:moveTo>
                      <a:pt x="7" y="27"/>
                    </a:moveTo>
                    <a:cubicBezTo>
                      <a:pt x="14" y="27"/>
                      <a:pt x="14" y="27"/>
                      <a:pt x="14" y="27"/>
                    </a:cubicBezTo>
                    <a:cubicBezTo>
                      <a:pt x="14" y="0"/>
                      <a:pt x="14" y="0"/>
                      <a:pt x="14" y="0"/>
                    </a:cubicBezTo>
                    <a:cubicBezTo>
                      <a:pt x="9" y="0"/>
                      <a:pt x="4" y="2"/>
                      <a:pt x="0" y="5"/>
                    </a:cubicBezTo>
                    <a:cubicBezTo>
                      <a:pt x="4" y="10"/>
                      <a:pt x="7" y="18"/>
                      <a:pt x="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1" name="Freeform 230"/>
              <p:cNvSpPr>
                <a:spLocks/>
              </p:cNvSpPr>
              <p:nvPr/>
            </p:nvSpPr>
            <p:spPr bwMode="auto">
              <a:xfrm>
                <a:off x="-2071688" y="4062412"/>
                <a:ext cx="55563" cy="71438"/>
              </a:xfrm>
              <a:custGeom>
                <a:avLst/>
                <a:gdLst>
                  <a:gd name="T0" fmla="*/ 10 w 15"/>
                  <a:gd name="T1" fmla="*/ 19 h 19"/>
                  <a:gd name="T2" fmla="*/ 15 w 15"/>
                  <a:gd name="T3" fmla="*/ 0 h 19"/>
                  <a:gd name="T4" fmla="*/ 0 w 15"/>
                  <a:gd name="T5" fmla="*/ 0 h 19"/>
                  <a:gd name="T6" fmla="*/ 10 w 15"/>
                  <a:gd name="T7" fmla="*/ 19 h 19"/>
                </a:gdLst>
                <a:ahLst/>
                <a:cxnLst>
                  <a:cxn ang="0">
                    <a:pos x="T0" y="T1"/>
                  </a:cxn>
                  <a:cxn ang="0">
                    <a:pos x="T2" y="T3"/>
                  </a:cxn>
                  <a:cxn ang="0">
                    <a:pos x="T4" y="T5"/>
                  </a:cxn>
                  <a:cxn ang="0">
                    <a:pos x="T6" y="T7"/>
                  </a:cxn>
                </a:cxnLst>
                <a:rect l="0" t="0" r="r" b="b"/>
                <a:pathLst>
                  <a:path w="15" h="19">
                    <a:moveTo>
                      <a:pt x="10" y="19"/>
                    </a:moveTo>
                    <a:cubicBezTo>
                      <a:pt x="13" y="14"/>
                      <a:pt x="15" y="8"/>
                      <a:pt x="15" y="0"/>
                    </a:cubicBezTo>
                    <a:cubicBezTo>
                      <a:pt x="0" y="0"/>
                      <a:pt x="0" y="0"/>
                      <a:pt x="0" y="0"/>
                    </a:cubicBezTo>
                    <a:cubicBezTo>
                      <a:pt x="1" y="8"/>
                      <a:pt x="4" y="14"/>
                      <a:pt x="1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2" name="Freeform 231"/>
              <p:cNvSpPr>
                <a:spLocks/>
              </p:cNvSpPr>
              <p:nvPr/>
            </p:nvSpPr>
            <p:spPr bwMode="auto">
              <a:xfrm>
                <a:off x="-2071688" y="3971925"/>
                <a:ext cx="55563" cy="71438"/>
              </a:xfrm>
              <a:custGeom>
                <a:avLst/>
                <a:gdLst>
                  <a:gd name="T0" fmla="*/ 10 w 15"/>
                  <a:gd name="T1" fmla="*/ 0 h 19"/>
                  <a:gd name="T2" fmla="*/ 0 w 15"/>
                  <a:gd name="T3" fmla="*/ 19 h 19"/>
                  <a:gd name="T4" fmla="*/ 15 w 15"/>
                  <a:gd name="T5" fmla="*/ 19 h 19"/>
                  <a:gd name="T6" fmla="*/ 10 w 15"/>
                  <a:gd name="T7" fmla="*/ 0 h 19"/>
                </a:gdLst>
                <a:ahLst/>
                <a:cxnLst>
                  <a:cxn ang="0">
                    <a:pos x="T0" y="T1"/>
                  </a:cxn>
                  <a:cxn ang="0">
                    <a:pos x="T2" y="T3"/>
                  </a:cxn>
                  <a:cxn ang="0">
                    <a:pos x="T4" y="T5"/>
                  </a:cxn>
                  <a:cxn ang="0">
                    <a:pos x="T6" y="T7"/>
                  </a:cxn>
                </a:cxnLst>
                <a:rect l="0" t="0" r="r" b="b"/>
                <a:pathLst>
                  <a:path w="15" h="19">
                    <a:moveTo>
                      <a:pt x="10" y="0"/>
                    </a:moveTo>
                    <a:cubicBezTo>
                      <a:pt x="4" y="5"/>
                      <a:pt x="1" y="12"/>
                      <a:pt x="0" y="19"/>
                    </a:cubicBezTo>
                    <a:cubicBezTo>
                      <a:pt x="15" y="19"/>
                      <a:pt x="15" y="19"/>
                      <a:pt x="15" y="19"/>
                    </a:cubicBezTo>
                    <a:cubicBezTo>
                      <a:pt x="15" y="11"/>
                      <a:pt x="13" y="5"/>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3" name="Freeform 232"/>
              <p:cNvSpPr>
                <a:spLocks/>
              </p:cNvSpPr>
              <p:nvPr/>
            </p:nvSpPr>
            <p:spPr bwMode="auto">
              <a:xfrm>
                <a:off x="-1951038" y="4062412"/>
                <a:ext cx="52388" cy="101600"/>
              </a:xfrm>
              <a:custGeom>
                <a:avLst/>
                <a:gdLst>
                  <a:gd name="T0" fmla="*/ 0 w 14"/>
                  <a:gd name="T1" fmla="*/ 27 h 27"/>
                  <a:gd name="T2" fmla="*/ 14 w 14"/>
                  <a:gd name="T3" fmla="*/ 22 h 27"/>
                  <a:gd name="T4" fmla="*/ 7 w 14"/>
                  <a:gd name="T5" fmla="*/ 0 h 27"/>
                  <a:gd name="T6" fmla="*/ 0 w 14"/>
                  <a:gd name="T7" fmla="*/ 0 h 27"/>
                  <a:gd name="T8" fmla="*/ 0 w 14"/>
                  <a:gd name="T9" fmla="*/ 27 h 27"/>
                </a:gdLst>
                <a:ahLst/>
                <a:cxnLst>
                  <a:cxn ang="0">
                    <a:pos x="T0" y="T1"/>
                  </a:cxn>
                  <a:cxn ang="0">
                    <a:pos x="T2" y="T3"/>
                  </a:cxn>
                  <a:cxn ang="0">
                    <a:pos x="T4" y="T5"/>
                  </a:cxn>
                  <a:cxn ang="0">
                    <a:pos x="T6" y="T7"/>
                  </a:cxn>
                  <a:cxn ang="0">
                    <a:pos x="T8" y="T9"/>
                  </a:cxn>
                </a:cxnLst>
                <a:rect l="0" t="0" r="r" b="b"/>
                <a:pathLst>
                  <a:path w="14" h="27">
                    <a:moveTo>
                      <a:pt x="0" y="27"/>
                    </a:moveTo>
                    <a:cubicBezTo>
                      <a:pt x="5" y="27"/>
                      <a:pt x="10" y="25"/>
                      <a:pt x="14" y="22"/>
                    </a:cubicBezTo>
                    <a:cubicBezTo>
                      <a:pt x="10" y="17"/>
                      <a:pt x="7" y="9"/>
                      <a:pt x="7" y="0"/>
                    </a:cubicBezTo>
                    <a:cubicBezTo>
                      <a:pt x="0" y="0"/>
                      <a:pt x="0" y="0"/>
                      <a:pt x="0" y="0"/>
                    </a:cubicBezTo>
                    <a:lnTo>
                      <a:pt x="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4" name="Freeform 233"/>
              <p:cNvSpPr>
                <a:spLocks noEditPoints="1"/>
              </p:cNvSpPr>
              <p:nvPr/>
            </p:nvSpPr>
            <p:spPr bwMode="auto">
              <a:xfrm>
                <a:off x="-2184400" y="742950"/>
                <a:ext cx="296863" cy="296863"/>
              </a:xfrm>
              <a:custGeom>
                <a:avLst/>
                <a:gdLst>
                  <a:gd name="T0" fmla="*/ 40 w 79"/>
                  <a:gd name="T1" fmla="*/ 79 h 79"/>
                  <a:gd name="T2" fmla="*/ 79 w 79"/>
                  <a:gd name="T3" fmla="*/ 40 h 79"/>
                  <a:gd name="T4" fmla="*/ 40 w 79"/>
                  <a:gd name="T5" fmla="*/ 0 h 79"/>
                  <a:gd name="T6" fmla="*/ 40 w 79"/>
                  <a:gd name="T7" fmla="*/ 0 h 79"/>
                  <a:gd name="T8" fmla="*/ 40 w 79"/>
                  <a:gd name="T9" fmla="*/ 28 h 79"/>
                  <a:gd name="T10" fmla="*/ 60 w 79"/>
                  <a:gd name="T11" fmla="*/ 20 h 79"/>
                  <a:gd name="T12" fmla="*/ 47 w 79"/>
                  <a:gd name="T13" fmla="*/ 47 h 79"/>
                  <a:gd name="T14" fmla="*/ 40 w 79"/>
                  <a:gd name="T15" fmla="*/ 51 h 79"/>
                  <a:gd name="T16" fmla="*/ 40 w 79"/>
                  <a:gd name="T17" fmla="*/ 79 h 79"/>
                  <a:gd name="T18" fmla="*/ 40 w 79"/>
                  <a:gd name="T19" fmla="*/ 0 h 79"/>
                  <a:gd name="T20" fmla="*/ 0 w 79"/>
                  <a:gd name="T21" fmla="*/ 40 h 79"/>
                  <a:gd name="T22" fmla="*/ 40 w 79"/>
                  <a:gd name="T23" fmla="*/ 79 h 79"/>
                  <a:gd name="T24" fmla="*/ 40 w 79"/>
                  <a:gd name="T25" fmla="*/ 51 h 79"/>
                  <a:gd name="T26" fmla="*/ 20 w 79"/>
                  <a:gd name="T27" fmla="*/ 60 h 79"/>
                  <a:gd name="T28" fmla="*/ 32 w 79"/>
                  <a:gd name="T29" fmla="*/ 32 h 79"/>
                  <a:gd name="T30" fmla="*/ 32 w 79"/>
                  <a:gd name="T31" fmla="*/ 32 h 79"/>
                  <a:gd name="T32" fmla="*/ 40 w 79"/>
                  <a:gd name="T33" fmla="*/ 28 h 79"/>
                  <a:gd name="T34" fmla="*/ 40 w 79"/>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79">
                    <a:moveTo>
                      <a:pt x="40" y="79"/>
                    </a:moveTo>
                    <a:cubicBezTo>
                      <a:pt x="61" y="79"/>
                      <a:pt x="79" y="61"/>
                      <a:pt x="79" y="40"/>
                    </a:cubicBezTo>
                    <a:cubicBezTo>
                      <a:pt x="79" y="18"/>
                      <a:pt x="61" y="0"/>
                      <a:pt x="40" y="0"/>
                    </a:cubicBezTo>
                    <a:cubicBezTo>
                      <a:pt x="40" y="0"/>
                      <a:pt x="40" y="0"/>
                      <a:pt x="40" y="0"/>
                    </a:cubicBezTo>
                    <a:cubicBezTo>
                      <a:pt x="40" y="28"/>
                      <a:pt x="40" y="28"/>
                      <a:pt x="40" y="28"/>
                    </a:cubicBezTo>
                    <a:cubicBezTo>
                      <a:pt x="60" y="20"/>
                      <a:pt x="60" y="20"/>
                      <a:pt x="60" y="20"/>
                    </a:cubicBezTo>
                    <a:cubicBezTo>
                      <a:pt x="47" y="47"/>
                      <a:pt x="47" y="47"/>
                      <a:pt x="47" y="47"/>
                    </a:cubicBezTo>
                    <a:cubicBezTo>
                      <a:pt x="40" y="51"/>
                      <a:pt x="40" y="51"/>
                      <a:pt x="40" y="51"/>
                    </a:cubicBezTo>
                    <a:cubicBezTo>
                      <a:pt x="40" y="79"/>
                      <a:pt x="40" y="79"/>
                      <a:pt x="40" y="79"/>
                    </a:cubicBezTo>
                    <a:close/>
                    <a:moveTo>
                      <a:pt x="40" y="0"/>
                    </a:moveTo>
                    <a:cubicBezTo>
                      <a:pt x="18" y="0"/>
                      <a:pt x="0" y="18"/>
                      <a:pt x="0" y="40"/>
                    </a:cubicBezTo>
                    <a:cubicBezTo>
                      <a:pt x="0" y="61"/>
                      <a:pt x="18" y="79"/>
                      <a:pt x="40" y="79"/>
                    </a:cubicBezTo>
                    <a:cubicBezTo>
                      <a:pt x="40" y="51"/>
                      <a:pt x="40" y="51"/>
                      <a:pt x="40" y="51"/>
                    </a:cubicBezTo>
                    <a:cubicBezTo>
                      <a:pt x="20" y="60"/>
                      <a:pt x="20" y="60"/>
                      <a:pt x="20" y="60"/>
                    </a:cubicBezTo>
                    <a:cubicBezTo>
                      <a:pt x="32" y="32"/>
                      <a:pt x="32" y="32"/>
                      <a:pt x="32" y="32"/>
                    </a:cubicBezTo>
                    <a:cubicBezTo>
                      <a:pt x="32" y="32"/>
                      <a:pt x="32" y="32"/>
                      <a:pt x="32" y="32"/>
                    </a:cubicBezTo>
                    <a:cubicBezTo>
                      <a:pt x="40" y="28"/>
                      <a:pt x="40" y="28"/>
                      <a:pt x="40" y="28"/>
                    </a:cubicBezTo>
                    <a:lnTo>
                      <a:pt x="4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5" name="Oval 234"/>
              <p:cNvSpPr>
                <a:spLocks noChangeArrowheads="1"/>
              </p:cNvSpPr>
              <p:nvPr/>
            </p:nvSpPr>
            <p:spPr bwMode="auto">
              <a:xfrm>
                <a:off x="-2052638" y="874712"/>
                <a:ext cx="33338" cy="333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6" name="Freeform 235"/>
              <p:cNvSpPr>
                <a:spLocks noEditPoints="1"/>
              </p:cNvSpPr>
              <p:nvPr/>
            </p:nvSpPr>
            <p:spPr bwMode="auto">
              <a:xfrm>
                <a:off x="-4738688" y="6694488"/>
                <a:ext cx="239713" cy="120650"/>
              </a:xfrm>
              <a:custGeom>
                <a:avLst/>
                <a:gdLst>
                  <a:gd name="T0" fmla="*/ 55 w 64"/>
                  <a:gd name="T1" fmla="*/ 23 h 32"/>
                  <a:gd name="T2" fmla="*/ 64 w 64"/>
                  <a:gd name="T3" fmla="*/ 12 h 32"/>
                  <a:gd name="T4" fmla="*/ 55 w 64"/>
                  <a:gd name="T5" fmla="*/ 1 h 32"/>
                  <a:gd name="T6" fmla="*/ 55 w 64"/>
                  <a:gd name="T7" fmla="*/ 6 h 32"/>
                  <a:gd name="T8" fmla="*/ 59 w 64"/>
                  <a:gd name="T9" fmla="*/ 12 h 32"/>
                  <a:gd name="T10" fmla="*/ 55 w 64"/>
                  <a:gd name="T11" fmla="*/ 18 h 32"/>
                  <a:gd name="T12" fmla="*/ 55 w 64"/>
                  <a:gd name="T13" fmla="*/ 23 h 32"/>
                  <a:gd name="T14" fmla="*/ 27 w 64"/>
                  <a:gd name="T15" fmla="*/ 32 h 32"/>
                  <a:gd name="T16" fmla="*/ 48 w 64"/>
                  <a:gd name="T17" fmla="*/ 22 h 32"/>
                  <a:gd name="T18" fmla="*/ 53 w 64"/>
                  <a:gd name="T19" fmla="*/ 23 h 32"/>
                  <a:gd name="T20" fmla="*/ 55 w 64"/>
                  <a:gd name="T21" fmla="*/ 23 h 32"/>
                  <a:gd name="T22" fmla="*/ 55 w 64"/>
                  <a:gd name="T23" fmla="*/ 18 h 32"/>
                  <a:gd name="T24" fmla="*/ 53 w 64"/>
                  <a:gd name="T25" fmla="*/ 18 h 32"/>
                  <a:gd name="T26" fmla="*/ 51 w 64"/>
                  <a:gd name="T27" fmla="*/ 18 h 32"/>
                  <a:gd name="T28" fmla="*/ 54 w 64"/>
                  <a:gd name="T29" fmla="*/ 5 h 32"/>
                  <a:gd name="T30" fmla="*/ 54 w 64"/>
                  <a:gd name="T31" fmla="*/ 5 h 32"/>
                  <a:gd name="T32" fmla="*/ 54 w 64"/>
                  <a:gd name="T33" fmla="*/ 5 h 32"/>
                  <a:gd name="T34" fmla="*/ 55 w 64"/>
                  <a:gd name="T35" fmla="*/ 6 h 32"/>
                  <a:gd name="T36" fmla="*/ 55 w 64"/>
                  <a:gd name="T37" fmla="*/ 1 h 32"/>
                  <a:gd name="T38" fmla="*/ 53 w 64"/>
                  <a:gd name="T39" fmla="*/ 0 h 32"/>
                  <a:gd name="T40" fmla="*/ 53 w 64"/>
                  <a:gd name="T41" fmla="*/ 0 h 32"/>
                  <a:gd name="T42" fmla="*/ 1 w 64"/>
                  <a:gd name="T43" fmla="*/ 0 h 32"/>
                  <a:gd name="T44" fmla="*/ 0 w 64"/>
                  <a:gd name="T45" fmla="*/ 5 h 32"/>
                  <a:gd name="T46" fmla="*/ 27 w 64"/>
                  <a:gd name="T4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32">
                    <a:moveTo>
                      <a:pt x="55" y="23"/>
                    </a:moveTo>
                    <a:cubicBezTo>
                      <a:pt x="60" y="22"/>
                      <a:pt x="64" y="17"/>
                      <a:pt x="64" y="12"/>
                    </a:cubicBezTo>
                    <a:cubicBezTo>
                      <a:pt x="64" y="6"/>
                      <a:pt x="60" y="2"/>
                      <a:pt x="55" y="1"/>
                    </a:cubicBezTo>
                    <a:cubicBezTo>
                      <a:pt x="55" y="6"/>
                      <a:pt x="55" y="6"/>
                      <a:pt x="55" y="6"/>
                    </a:cubicBezTo>
                    <a:cubicBezTo>
                      <a:pt x="57" y="7"/>
                      <a:pt x="59" y="9"/>
                      <a:pt x="59" y="12"/>
                    </a:cubicBezTo>
                    <a:cubicBezTo>
                      <a:pt x="59" y="14"/>
                      <a:pt x="57" y="17"/>
                      <a:pt x="55" y="18"/>
                    </a:cubicBezTo>
                    <a:lnTo>
                      <a:pt x="55" y="23"/>
                    </a:lnTo>
                    <a:close/>
                    <a:moveTo>
                      <a:pt x="27" y="32"/>
                    </a:moveTo>
                    <a:cubicBezTo>
                      <a:pt x="35" y="32"/>
                      <a:pt x="43" y="28"/>
                      <a:pt x="48" y="22"/>
                    </a:cubicBezTo>
                    <a:cubicBezTo>
                      <a:pt x="49" y="23"/>
                      <a:pt x="51" y="23"/>
                      <a:pt x="53" y="23"/>
                    </a:cubicBezTo>
                    <a:cubicBezTo>
                      <a:pt x="53" y="23"/>
                      <a:pt x="54" y="23"/>
                      <a:pt x="55" y="23"/>
                    </a:cubicBezTo>
                    <a:cubicBezTo>
                      <a:pt x="55" y="18"/>
                      <a:pt x="55" y="18"/>
                      <a:pt x="55" y="18"/>
                    </a:cubicBezTo>
                    <a:cubicBezTo>
                      <a:pt x="54" y="18"/>
                      <a:pt x="53" y="18"/>
                      <a:pt x="53" y="18"/>
                    </a:cubicBezTo>
                    <a:cubicBezTo>
                      <a:pt x="52" y="18"/>
                      <a:pt x="51" y="18"/>
                      <a:pt x="51" y="18"/>
                    </a:cubicBezTo>
                    <a:cubicBezTo>
                      <a:pt x="52" y="14"/>
                      <a:pt x="54" y="10"/>
                      <a:pt x="54" y="5"/>
                    </a:cubicBezTo>
                    <a:cubicBezTo>
                      <a:pt x="54" y="5"/>
                      <a:pt x="54" y="5"/>
                      <a:pt x="54" y="5"/>
                    </a:cubicBezTo>
                    <a:cubicBezTo>
                      <a:pt x="54" y="5"/>
                      <a:pt x="54" y="5"/>
                      <a:pt x="54" y="5"/>
                    </a:cubicBezTo>
                    <a:cubicBezTo>
                      <a:pt x="54" y="5"/>
                      <a:pt x="54" y="6"/>
                      <a:pt x="55" y="6"/>
                    </a:cubicBezTo>
                    <a:cubicBezTo>
                      <a:pt x="55" y="1"/>
                      <a:pt x="55" y="1"/>
                      <a:pt x="55" y="1"/>
                    </a:cubicBezTo>
                    <a:cubicBezTo>
                      <a:pt x="54" y="0"/>
                      <a:pt x="54" y="0"/>
                      <a:pt x="53" y="0"/>
                    </a:cubicBezTo>
                    <a:cubicBezTo>
                      <a:pt x="53" y="0"/>
                      <a:pt x="53" y="0"/>
                      <a:pt x="53" y="0"/>
                    </a:cubicBezTo>
                    <a:cubicBezTo>
                      <a:pt x="1" y="0"/>
                      <a:pt x="1" y="0"/>
                      <a:pt x="1" y="0"/>
                    </a:cubicBezTo>
                    <a:cubicBezTo>
                      <a:pt x="0" y="2"/>
                      <a:pt x="0" y="4"/>
                      <a:pt x="0" y="5"/>
                    </a:cubicBezTo>
                    <a:cubicBezTo>
                      <a:pt x="0" y="20"/>
                      <a:pt x="12" y="32"/>
                      <a:pt x="2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7" name="Rectangle 236"/>
              <p:cNvSpPr>
                <a:spLocks noChangeArrowheads="1"/>
              </p:cNvSpPr>
              <p:nvPr/>
            </p:nvSpPr>
            <p:spPr bwMode="auto">
              <a:xfrm>
                <a:off x="-4738688" y="6826250"/>
                <a:ext cx="217488"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8" name="Freeform 237"/>
              <p:cNvSpPr>
                <a:spLocks/>
              </p:cNvSpPr>
              <p:nvPr/>
            </p:nvSpPr>
            <p:spPr bwMode="auto">
              <a:xfrm>
                <a:off x="-4689475" y="6589713"/>
                <a:ext cx="41275" cy="101600"/>
              </a:xfrm>
              <a:custGeom>
                <a:avLst/>
                <a:gdLst>
                  <a:gd name="T0" fmla="*/ 4 w 11"/>
                  <a:gd name="T1" fmla="*/ 20 h 27"/>
                  <a:gd name="T2" fmla="*/ 5 w 11"/>
                  <a:gd name="T3" fmla="*/ 25 h 27"/>
                  <a:gd name="T4" fmla="*/ 10 w 11"/>
                  <a:gd name="T5" fmla="*/ 16 h 27"/>
                  <a:gd name="T6" fmla="*/ 7 w 11"/>
                  <a:gd name="T7" fmla="*/ 11 h 27"/>
                  <a:gd name="T8" fmla="*/ 7 w 11"/>
                  <a:gd name="T9" fmla="*/ 7 h 27"/>
                  <a:gd name="T10" fmla="*/ 4 w 11"/>
                  <a:gd name="T11" fmla="*/ 2 h 27"/>
                  <a:gd name="T12" fmla="*/ 2 w 11"/>
                  <a:gd name="T13" fmla="*/ 11 h 27"/>
                  <a:gd name="T14" fmla="*/ 4 w 11"/>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7">
                    <a:moveTo>
                      <a:pt x="4" y="20"/>
                    </a:moveTo>
                    <a:cubicBezTo>
                      <a:pt x="1" y="21"/>
                      <a:pt x="2" y="27"/>
                      <a:pt x="5" y="25"/>
                    </a:cubicBezTo>
                    <a:cubicBezTo>
                      <a:pt x="9" y="24"/>
                      <a:pt x="11" y="20"/>
                      <a:pt x="10" y="16"/>
                    </a:cubicBezTo>
                    <a:cubicBezTo>
                      <a:pt x="9" y="14"/>
                      <a:pt x="8" y="13"/>
                      <a:pt x="7" y="11"/>
                    </a:cubicBezTo>
                    <a:cubicBezTo>
                      <a:pt x="7" y="10"/>
                      <a:pt x="6" y="8"/>
                      <a:pt x="7" y="7"/>
                    </a:cubicBezTo>
                    <a:cubicBezTo>
                      <a:pt x="10" y="5"/>
                      <a:pt x="7" y="0"/>
                      <a:pt x="4" y="2"/>
                    </a:cubicBezTo>
                    <a:cubicBezTo>
                      <a:pt x="1" y="4"/>
                      <a:pt x="0" y="8"/>
                      <a:pt x="2" y="11"/>
                    </a:cubicBezTo>
                    <a:cubicBezTo>
                      <a:pt x="2" y="13"/>
                      <a:pt x="6" y="19"/>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9" name="Freeform 238"/>
              <p:cNvSpPr>
                <a:spLocks/>
              </p:cNvSpPr>
              <p:nvPr/>
            </p:nvSpPr>
            <p:spPr bwMode="auto">
              <a:xfrm>
                <a:off x="-4633913" y="6589713"/>
                <a:ext cx="41275" cy="101600"/>
              </a:xfrm>
              <a:custGeom>
                <a:avLst/>
                <a:gdLst>
                  <a:gd name="T0" fmla="*/ 4 w 11"/>
                  <a:gd name="T1" fmla="*/ 20 h 27"/>
                  <a:gd name="T2" fmla="*/ 5 w 11"/>
                  <a:gd name="T3" fmla="*/ 25 h 27"/>
                  <a:gd name="T4" fmla="*/ 10 w 11"/>
                  <a:gd name="T5" fmla="*/ 16 h 27"/>
                  <a:gd name="T6" fmla="*/ 7 w 11"/>
                  <a:gd name="T7" fmla="*/ 11 h 27"/>
                  <a:gd name="T8" fmla="*/ 7 w 11"/>
                  <a:gd name="T9" fmla="*/ 7 h 27"/>
                  <a:gd name="T10" fmla="*/ 4 w 11"/>
                  <a:gd name="T11" fmla="*/ 2 h 27"/>
                  <a:gd name="T12" fmla="*/ 2 w 11"/>
                  <a:gd name="T13" fmla="*/ 11 h 27"/>
                  <a:gd name="T14" fmla="*/ 4 w 11"/>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7">
                    <a:moveTo>
                      <a:pt x="4" y="20"/>
                    </a:moveTo>
                    <a:cubicBezTo>
                      <a:pt x="1" y="21"/>
                      <a:pt x="2" y="27"/>
                      <a:pt x="5" y="25"/>
                    </a:cubicBezTo>
                    <a:cubicBezTo>
                      <a:pt x="9" y="24"/>
                      <a:pt x="11" y="20"/>
                      <a:pt x="10" y="16"/>
                    </a:cubicBezTo>
                    <a:cubicBezTo>
                      <a:pt x="9" y="14"/>
                      <a:pt x="8" y="13"/>
                      <a:pt x="7" y="11"/>
                    </a:cubicBezTo>
                    <a:cubicBezTo>
                      <a:pt x="7" y="10"/>
                      <a:pt x="6" y="8"/>
                      <a:pt x="7" y="7"/>
                    </a:cubicBezTo>
                    <a:cubicBezTo>
                      <a:pt x="10" y="5"/>
                      <a:pt x="7" y="0"/>
                      <a:pt x="4" y="2"/>
                    </a:cubicBezTo>
                    <a:cubicBezTo>
                      <a:pt x="1" y="4"/>
                      <a:pt x="0" y="8"/>
                      <a:pt x="2" y="11"/>
                    </a:cubicBezTo>
                    <a:cubicBezTo>
                      <a:pt x="2" y="13"/>
                      <a:pt x="6" y="19"/>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0" name="Oval 239"/>
              <p:cNvSpPr>
                <a:spLocks noChangeArrowheads="1"/>
              </p:cNvSpPr>
              <p:nvPr/>
            </p:nvSpPr>
            <p:spPr bwMode="auto">
              <a:xfrm>
                <a:off x="-1335088" y="2593975"/>
                <a:ext cx="22225" cy="26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1" name="Oval 240"/>
              <p:cNvSpPr>
                <a:spLocks noChangeArrowheads="1"/>
              </p:cNvSpPr>
              <p:nvPr/>
            </p:nvSpPr>
            <p:spPr bwMode="auto">
              <a:xfrm>
                <a:off x="-1312863" y="2568575"/>
                <a:ext cx="2222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2" name="Oval 241"/>
              <p:cNvSpPr>
                <a:spLocks noChangeArrowheads="1"/>
              </p:cNvSpPr>
              <p:nvPr/>
            </p:nvSpPr>
            <p:spPr bwMode="auto">
              <a:xfrm>
                <a:off x="-1331913" y="2533650"/>
                <a:ext cx="14288"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3" name="Oval 242"/>
              <p:cNvSpPr>
                <a:spLocks noChangeArrowheads="1"/>
              </p:cNvSpPr>
              <p:nvPr/>
            </p:nvSpPr>
            <p:spPr bwMode="auto">
              <a:xfrm>
                <a:off x="-1335088" y="2478087"/>
                <a:ext cx="22225" cy="254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4" name="Freeform 243"/>
              <p:cNvSpPr>
                <a:spLocks noEditPoints="1"/>
              </p:cNvSpPr>
              <p:nvPr/>
            </p:nvSpPr>
            <p:spPr bwMode="auto">
              <a:xfrm>
                <a:off x="-1373188" y="2365375"/>
                <a:ext cx="127000" cy="285750"/>
              </a:xfrm>
              <a:custGeom>
                <a:avLst/>
                <a:gdLst>
                  <a:gd name="T0" fmla="*/ 19 w 34"/>
                  <a:gd name="T1" fmla="*/ 4 h 76"/>
                  <a:gd name="T2" fmla="*/ 18 w 34"/>
                  <a:gd name="T3" fmla="*/ 7 h 76"/>
                  <a:gd name="T4" fmla="*/ 18 w 34"/>
                  <a:gd name="T5" fmla="*/ 11 h 76"/>
                  <a:gd name="T6" fmla="*/ 16 w 34"/>
                  <a:gd name="T7" fmla="*/ 11 h 76"/>
                  <a:gd name="T8" fmla="*/ 16 w 34"/>
                  <a:gd name="T9" fmla="*/ 25 h 76"/>
                  <a:gd name="T10" fmla="*/ 18 w 34"/>
                  <a:gd name="T11" fmla="*/ 25 h 76"/>
                  <a:gd name="T12" fmla="*/ 18 w 34"/>
                  <a:gd name="T13" fmla="*/ 35 h 76"/>
                  <a:gd name="T14" fmla="*/ 18 w 34"/>
                  <a:gd name="T15" fmla="*/ 39 h 76"/>
                  <a:gd name="T16" fmla="*/ 21 w 34"/>
                  <a:gd name="T17" fmla="*/ 42 h 76"/>
                  <a:gd name="T18" fmla="*/ 21 w 34"/>
                  <a:gd name="T19" fmla="*/ 42 h 76"/>
                  <a:gd name="T20" fmla="*/ 24 w 34"/>
                  <a:gd name="T21" fmla="*/ 39 h 76"/>
                  <a:gd name="T22" fmla="*/ 24 w 34"/>
                  <a:gd name="T23" fmla="*/ 25 h 76"/>
                  <a:gd name="T24" fmla="*/ 26 w 34"/>
                  <a:gd name="T25" fmla="*/ 25 h 76"/>
                  <a:gd name="T26" fmla="*/ 26 w 34"/>
                  <a:gd name="T27" fmla="*/ 25 h 76"/>
                  <a:gd name="T28" fmla="*/ 26 w 34"/>
                  <a:gd name="T29" fmla="*/ 69 h 76"/>
                  <a:gd name="T30" fmla="*/ 16 w 34"/>
                  <a:gd name="T31" fmla="*/ 69 h 76"/>
                  <a:gd name="T32" fmla="*/ 16 w 34"/>
                  <a:gd name="T33" fmla="*/ 76 h 76"/>
                  <a:gd name="T34" fmla="*/ 32 w 34"/>
                  <a:gd name="T35" fmla="*/ 76 h 76"/>
                  <a:gd name="T36" fmla="*/ 32 w 34"/>
                  <a:gd name="T37" fmla="*/ 11 h 76"/>
                  <a:gd name="T38" fmla="*/ 24 w 34"/>
                  <a:gd name="T39" fmla="*/ 11 h 76"/>
                  <a:gd name="T40" fmla="*/ 24 w 34"/>
                  <a:gd name="T41" fmla="*/ 8 h 76"/>
                  <a:gd name="T42" fmla="*/ 31 w 34"/>
                  <a:gd name="T43" fmla="*/ 6 h 76"/>
                  <a:gd name="T44" fmla="*/ 34 w 34"/>
                  <a:gd name="T45" fmla="*/ 3 h 76"/>
                  <a:gd name="T46" fmla="*/ 30 w 34"/>
                  <a:gd name="T47" fmla="*/ 0 h 76"/>
                  <a:gd name="T48" fmla="*/ 21 w 34"/>
                  <a:gd name="T49" fmla="*/ 3 h 76"/>
                  <a:gd name="T50" fmla="*/ 19 w 34"/>
                  <a:gd name="T51" fmla="*/ 4 h 76"/>
                  <a:gd name="T52" fmla="*/ 16 w 34"/>
                  <a:gd name="T53" fmla="*/ 11 h 76"/>
                  <a:gd name="T54" fmla="*/ 0 w 34"/>
                  <a:gd name="T55" fmla="*/ 11 h 76"/>
                  <a:gd name="T56" fmla="*/ 0 w 34"/>
                  <a:gd name="T57" fmla="*/ 76 h 76"/>
                  <a:gd name="T58" fmla="*/ 16 w 34"/>
                  <a:gd name="T59" fmla="*/ 76 h 76"/>
                  <a:gd name="T60" fmla="*/ 16 w 34"/>
                  <a:gd name="T61" fmla="*/ 69 h 76"/>
                  <a:gd name="T62" fmla="*/ 7 w 34"/>
                  <a:gd name="T63" fmla="*/ 69 h 76"/>
                  <a:gd name="T64" fmla="*/ 7 w 34"/>
                  <a:gd name="T65" fmla="*/ 25 h 76"/>
                  <a:gd name="T66" fmla="*/ 16 w 34"/>
                  <a:gd name="T67" fmla="*/ 25 h 76"/>
                  <a:gd name="T68" fmla="*/ 16 w 34"/>
                  <a:gd name="T69" fmla="*/ 1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 h="76">
                    <a:moveTo>
                      <a:pt x="19" y="4"/>
                    </a:moveTo>
                    <a:cubicBezTo>
                      <a:pt x="18" y="5"/>
                      <a:pt x="18" y="6"/>
                      <a:pt x="18" y="7"/>
                    </a:cubicBezTo>
                    <a:cubicBezTo>
                      <a:pt x="18" y="7"/>
                      <a:pt x="18" y="9"/>
                      <a:pt x="18" y="11"/>
                    </a:cubicBezTo>
                    <a:cubicBezTo>
                      <a:pt x="16" y="11"/>
                      <a:pt x="16" y="11"/>
                      <a:pt x="16" y="11"/>
                    </a:cubicBezTo>
                    <a:cubicBezTo>
                      <a:pt x="16" y="25"/>
                      <a:pt x="16" y="25"/>
                      <a:pt x="16" y="25"/>
                    </a:cubicBezTo>
                    <a:cubicBezTo>
                      <a:pt x="18" y="25"/>
                      <a:pt x="18" y="25"/>
                      <a:pt x="18" y="25"/>
                    </a:cubicBezTo>
                    <a:cubicBezTo>
                      <a:pt x="18" y="30"/>
                      <a:pt x="18" y="34"/>
                      <a:pt x="18" y="35"/>
                    </a:cubicBezTo>
                    <a:cubicBezTo>
                      <a:pt x="18" y="36"/>
                      <a:pt x="18" y="39"/>
                      <a:pt x="18" y="39"/>
                    </a:cubicBezTo>
                    <a:cubicBezTo>
                      <a:pt x="18" y="41"/>
                      <a:pt x="19" y="42"/>
                      <a:pt x="21" y="42"/>
                    </a:cubicBezTo>
                    <a:cubicBezTo>
                      <a:pt x="21" y="42"/>
                      <a:pt x="21" y="42"/>
                      <a:pt x="21" y="42"/>
                    </a:cubicBezTo>
                    <a:cubicBezTo>
                      <a:pt x="23" y="42"/>
                      <a:pt x="24" y="41"/>
                      <a:pt x="24" y="39"/>
                    </a:cubicBezTo>
                    <a:cubicBezTo>
                      <a:pt x="24" y="25"/>
                      <a:pt x="24" y="25"/>
                      <a:pt x="24" y="25"/>
                    </a:cubicBezTo>
                    <a:cubicBezTo>
                      <a:pt x="26" y="25"/>
                      <a:pt x="26" y="25"/>
                      <a:pt x="26" y="25"/>
                    </a:cubicBezTo>
                    <a:cubicBezTo>
                      <a:pt x="26" y="25"/>
                      <a:pt x="26" y="25"/>
                      <a:pt x="26" y="25"/>
                    </a:cubicBezTo>
                    <a:cubicBezTo>
                      <a:pt x="26" y="69"/>
                      <a:pt x="26" y="69"/>
                      <a:pt x="26" y="69"/>
                    </a:cubicBezTo>
                    <a:cubicBezTo>
                      <a:pt x="16" y="69"/>
                      <a:pt x="16" y="69"/>
                      <a:pt x="16" y="69"/>
                    </a:cubicBezTo>
                    <a:cubicBezTo>
                      <a:pt x="16" y="76"/>
                      <a:pt x="16" y="76"/>
                      <a:pt x="16" y="76"/>
                    </a:cubicBezTo>
                    <a:cubicBezTo>
                      <a:pt x="32" y="76"/>
                      <a:pt x="32" y="76"/>
                      <a:pt x="32" y="76"/>
                    </a:cubicBezTo>
                    <a:cubicBezTo>
                      <a:pt x="32" y="11"/>
                      <a:pt x="32" y="11"/>
                      <a:pt x="32" y="11"/>
                    </a:cubicBezTo>
                    <a:cubicBezTo>
                      <a:pt x="24" y="11"/>
                      <a:pt x="24" y="11"/>
                      <a:pt x="24" y="11"/>
                    </a:cubicBezTo>
                    <a:cubicBezTo>
                      <a:pt x="24" y="8"/>
                      <a:pt x="24" y="8"/>
                      <a:pt x="24" y="8"/>
                    </a:cubicBezTo>
                    <a:cubicBezTo>
                      <a:pt x="31" y="6"/>
                      <a:pt x="31" y="6"/>
                      <a:pt x="31" y="6"/>
                    </a:cubicBezTo>
                    <a:cubicBezTo>
                      <a:pt x="33" y="6"/>
                      <a:pt x="34" y="4"/>
                      <a:pt x="34" y="3"/>
                    </a:cubicBezTo>
                    <a:cubicBezTo>
                      <a:pt x="33" y="1"/>
                      <a:pt x="32" y="0"/>
                      <a:pt x="30" y="0"/>
                    </a:cubicBezTo>
                    <a:cubicBezTo>
                      <a:pt x="30" y="1"/>
                      <a:pt x="22" y="2"/>
                      <a:pt x="21" y="3"/>
                    </a:cubicBezTo>
                    <a:cubicBezTo>
                      <a:pt x="20" y="3"/>
                      <a:pt x="19" y="3"/>
                      <a:pt x="19" y="4"/>
                    </a:cubicBezTo>
                    <a:close/>
                    <a:moveTo>
                      <a:pt x="16" y="11"/>
                    </a:moveTo>
                    <a:cubicBezTo>
                      <a:pt x="0" y="11"/>
                      <a:pt x="0" y="11"/>
                      <a:pt x="0" y="11"/>
                    </a:cubicBezTo>
                    <a:cubicBezTo>
                      <a:pt x="0" y="76"/>
                      <a:pt x="0" y="76"/>
                      <a:pt x="0" y="76"/>
                    </a:cubicBezTo>
                    <a:cubicBezTo>
                      <a:pt x="16" y="76"/>
                      <a:pt x="16" y="76"/>
                      <a:pt x="16" y="76"/>
                    </a:cubicBezTo>
                    <a:cubicBezTo>
                      <a:pt x="16" y="69"/>
                      <a:pt x="16" y="69"/>
                      <a:pt x="16" y="69"/>
                    </a:cubicBezTo>
                    <a:cubicBezTo>
                      <a:pt x="7" y="69"/>
                      <a:pt x="7" y="69"/>
                      <a:pt x="7" y="69"/>
                    </a:cubicBezTo>
                    <a:cubicBezTo>
                      <a:pt x="7" y="25"/>
                      <a:pt x="7" y="25"/>
                      <a:pt x="7" y="25"/>
                    </a:cubicBezTo>
                    <a:cubicBezTo>
                      <a:pt x="16" y="25"/>
                      <a:pt x="16" y="25"/>
                      <a:pt x="16" y="25"/>
                    </a:cubicBezTo>
                    <a:lnTo>
                      <a:pt x="16"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5" name="Freeform 244"/>
              <p:cNvSpPr>
                <a:spLocks noEditPoints="1"/>
              </p:cNvSpPr>
              <p:nvPr/>
            </p:nvSpPr>
            <p:spPr bwMode="auto">
              <a:xfrm>
                <a:off x="-5715000" y="2214562"/>
                <a:ext cx="209550" cy="211138"/>
              </a:xfrm>
              <a:custGeom>
                <a:avLst/>
                <a:gdLst>
                  <a:gd name="T0" fmla="*/ 28 w 56"/>
                  <a:gd name="T1" fmla="*/ 56 h 56"/>
                  <a:gd name="T2" fmla="*/ 32 w 56"/>
                  <a:gd name="T3" fmla="*/ 56 h 56"/>
                  <a:gd name="T4" fmla="*/ 32 w 56"/>
                  <a:gd name="T5" fmla="*/ 51 h 56"/>
                  <a:gd name="T6" fmla="*/ 42 w 56"/>
                  <a:gd name="T7" fmla="*/ 48 h 56"/>
                  <a:gd name="T8" fmla="*/ 44 w 56"/>
                  <a:gd name="T9" fmla="*/ 51 h 56"/>
                  <a:gd name="T10" fmla="*/ 51 w 56"/>
                  <a:gd name="T11" fmla="*/ 44 h 56"/>
                  <a:gd name="T12" fmla="*/ 48 w 56"/>
                  <a:gd name="T13" fmla="*/ 42 h 56"/>
                  <a:gd name="T14" fmla="*/ 51 w 56"/>
                  <a:gd name="T15" fmla="*/ 32 h 56"/>
                  <a:gd name="T16" fmla="*/ 56 w 56"/>
                  <a:gd name="T17" fmla="*/ 32 h 56"/>
                  <a:gd name="T18" fmla="*/ 56 w 56"/>
                  <a:gd name="T19" fmla="*/ 24 h 56"/>
                  <a:gd name="T20" fmla="*/ 51 w 56"/>
                  <a:gd name="T21" fmla="*/ 24 h 56"/>
                  <a:gd name="T22" fmla="*/ 48 w 56"/>
                  <a:gd name="T23" fmla="*/ 14 h 56"/>
                  <a:gd name="T24" fmla="*/ 51 w 56"/>
                  <a:gd name="T25" fmla="*/ 11 h 56"/>
                  <a:gd name="T26" fmla="*/ 44 w 56"/>
                  <a:gd name="T27" fmla="*/ 5 h 56"/>
                  <a:gd name="T28" fmla="*/ 42 w 56"/>
                  <a:gd name="T29" fmla="*/ 8 h 56"/>
                  <a:gd name="T30" fmla="*/ 32 w 56"/>
                  <a:gd name="T31" fmla="*/ 4 h 56"/>
                  <a:gd name="T32" fmla="*/ 32 w 56"/>
                  <a:gd name="T33" fmla="*/ 0 h 56"/>
                  <a:gd name="T34" fmla="*/ 28 w 56"/>
                  <a:gd name="T35" fmla="*/ 0 h 56"/>
                  <a:gd name="T36" fmla="*/ 28 w 56"/>
                  <a:gd name="T37" fmla="*/ 10 h 56"/>
                  <a:gd name="T38" fmla="*/ 46 w 56"/>
                  <a:gd name="T39" fmla="*/ 28 h 56"/>
                  <a:gd name="T40" fmla="*/ 28 w 56"/>
                  <a:gd name="T41" fmla="*/ 46 h 56"/>
                  <a:gd name="T42" fmla="*/ 28 w 56"/>
                  <a:gd name="T43" fmla="*/ 56 h 56"/>
                  <a:gd name="T44" fmla="*/ 8 w 56"/>
                  <a:gd name="T45" fmla="*/ 42 h 56"/>
                  <a:gd name="T46" fmla="*/ 5 w 56"/>
                  <a:gd name="T47" fmla="*/ 44 h 56"/>
                  <a:gd name="T48" fmla="*/ 11 w 56"/>
                  <a:gd name="T49" fmla="*/ 51 h 56"/>
                  <a:gd name="T50" fmla="*/ 14 w 56"/>
                  <a:gd name="T51" fmla="*/ 48 h 56"/>
                  <a:gd name="T52" fmla="*/ 24 w 56"/>
                  <a:gd name="T53" fmla="*/ 51 h 56"/>
                  <a:gd name="T54" fmla="*/ 24 w 56"/>
                  <a:gd name="T55" fmla="*/ 56 h 56"/>
                  <a:gd name="T56" fmla="*/ 28 w 56"/>
                  <a:gd name="T57" fmla="*/ 56 h 56"/>
                  <a:gd name="T58" fmla="*/ 28 w 56"/>
                  <a:gd name="T59" fmla="*/ 46 h 56"/>
                  <a:gd name="T60" fmla="*/ 28 w 56"/>
                  <a:gd name="T61" fmla="*/ 46 h 56"/>
                  <a:gd name="T62" fmla="*/ 10 w 56"/>
                  <a:gd name="T63" fmla="*/ 28 h 56"/>
                  <a:gd name="T64" fmla="*/ 28 w 56"/>
                  <a:gd name="T65" fmla="*/ 10 h 56"/>
                  <a:gd name="T66" fmla="*/ 28 w 56"/>
                  <a:gd name="T67" fmla="*/ 10 h 56"/>
                  <a:gd name="T68" fmla="*/ 28 w 56"/>
                  <a:gd name="T69" fmla="*/ 10 h 56"/>
                  <a:gd name="T70" fmla="*/ 28 w 56"/>
                  <a:gd name="T71" fmla="*/ 0 h 56"/>
                  <a:gd name="T72" fmla="*/ 24 w 56"/>
                  <a:gd name="T73" fmla="*/ 0 h 56"/>
                  <a:gd name="T74" fmla="*/ 24 w 56"/>
                  <a:gd name="T75" fmla="*/ 4 h 56"/>
                  <a:gd name="T76" fmla="*/ 14 w 56"/>
                  <a:gd name="T77" fmla="*/ 8 h 56"/>
                  <a:gd name="T78" fmla="*/ 11 w 56"/>
                  <a:gd name="T79" fmla="*/ 5 h 56"/>
                  <a:gd name="T80" fmla="*/ 5 w 56"/>
                  <a:gd name="T81" fmla="*/ 11 h 56"/>
                  <a:gd name="T82" fmla="*/ 8 w 56"/>
                  <a:gd name="T83" fmla="*/ 14 h 56"/>
                  <a:gd name="T84" fmla="*/ 4 w 56"/>
                  <a:gd name="T85" fmla="*/ 24 h 56"/>
                  <a:gd name="T86" fmla="*/ 0 w 56"/>
                  <a:gd name="T87" fmla="*/ 24 h 56"/>
                  <a:gd name="T88" fmla="*/ 0 w 56"/>
                  <a:gd name="T89" fmla="*/ 32 h 56"/>
                  <a:gd name="T90" fmla="*/ 4 w 56"/>
                  <a:gd name="T91" fmla="*/ 32 h 56"/>
                  <a:gd name="T92" fmla="*/ 8 w 56"/>
                  <a:gd name="T93"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 h="56">
                    <a:moveTo>
                      <a:pt x="28" y="56"/>
                    </a:moveTo>
                    <a:cubicBezTo>
                      <a:pt x="32" y="56"/>
                      <a:pt x="32" y="56"/>
                      <a:pt x="32" y="56"/>
                    </a:cubicBezTo>
                    <a:cubicBezTo>
                      <a:pt x="32" y="51"/>
                      <a:pt x="32" y="51"/>
                      <a:pt x="32" y="51"/>
                    </a:cubicBezTo>
                    <a:cubicBezTo>
                      <a:pt x="36" y="51"/>
                      <a:pt x="39" y="50"/>
                      <a:pt x="42" y="48"/>
                    </a:cubicBezTo>
                    <a:cubicBezTo>
                      <a:pt x="44" y="51"/>
                      <a:pt x="44" y="51"/>
                      <a:pt x="44" y="51"/>
                    </a:cubicBezTo>
                    <a:cubicBezTo>
                      <a:pt x="51" y="44"/>
                      <a:pt x="51" y="44"/>
                      <a:pt x="51" y="44"/>
                    </a:cubicBezTo>
                    <a:cubicBezTo>
                      <a:pt x="48" y="42"/>
                      <a:pt x="48" y="42"/>
                      <a:pt x="48" y="42"/>
                    </a:cubicBezTo>
                    <a:cubicBezTo>
                      <a:pt x="50" y="39"/>
                      <a:pt x="51" y="36"/>
                      <a:pt x="51" y="32"/>
                    </a:cubicBezTo>
                    <a:cubicBezTo>
                      <a:pt x="56" y="32"/>
                      <a:pt x="56" y="32"/>
                      <a:pt x="56" y="32"/>
                    </a:cubicBezTo>
                    <a:cubicBezTo>
                      <a:pt x="56" y="24"/>
                      <a:pt x="56" y="24"/>
                      <a:pt x="56" y="24"/>
                    </a:cubicBezTo>
                    <a:cubicBezTo>
                      <a:pt x="51" y="24"/>
                      <a:pt x="51" y="24"/>
                      <a:pt x="51" y="24"/>
                    </a:cubicBezTo>
                    <a:cubicBezTo>
                      <a:pt x="51" y="20"/>
                      <a:pt x="50" y="17"/>
                      <a:pt x="48" y="14"/>
                    </a:cubicBezTo>
                    <a:cubicBezTo>
                      <a:pt x="51" y="11"/>
                      <a:pt x="51" y="11"/>
                      <a:pt x="51" y="11"/>
                    </a:cubicBezTo>
                    <a:cubicBezTo>
                      <a:pt x="44" y="5"/>
                      <a:pt x="44" y="5"/>
                      <a:pt x="44" y="5"/>
                    </a:cubicBezTo>
                    <a:cubicBezTo>
                      <a:pt x="42" y="8"/>
                      <a:pt x="42" y="8"/>
                      <a:pt x="42" y="8"/>
                    </a:cubicBezTo>
                    <a:cubicBezTo>
                      <a:pt x="39" y="6"/>
                      <a:pt x="36" y="5"/>
                      <a:pt x="32" y="4"/>
                    </a:cubicBezTo>
                    <a:cubicBezTo>
                      <a:pt x="32" y="0"/>
                      <a:pt x="32" y="0"/>
                      <a:pt x="32" y="0"/>
                    </a:cubicBezTo>
                    <a:cubicBezTo>
                      <a:pt x="28" y="0"/>
                      <a:pt x="28" y="0"/>
                      <a:pt x="28" y="0"/>
                    </a:cubicBezTo>
                    <a:cubicBezTo>
                      <a:pt x="28" y="10"/>
                      <a:pt x="28" y="10"/>
                      <a:pt x="28" y="10"/>
                    </a:cubicBezTo>
                    <a:cubicBezTo>
                      <a:pt x="38" y="10"/>
                      <a:pt x="46" y="18"/>
                      <a:pt x="46" y="28"/>
                    </a:cubicBezTo>
                    <a:cubicBezTo>
                      <a:pt x="46" y="38"/>
                      <a:pt x="38" y="46"/>
                      <a:pt x="28" y="46"/>
                    </a:cubicBezTo>
                    <a:lnTo>
                      <a:pt x="28" y="56"/>
                    </a:lnTo>
                    <a:close/>
                    <a:moveTo>
                      <a:pt x="8" y="42"/>
                    </a:moveTo>
                    <a:cubicBezTo>
                      <a:pt x="5" y="44"/>
                      <a:pt x="5" y="44"/>
                      <a:pt x="5" y="44"/>
                    </a:cubicBezTo>
                    <a:cubicBezTo>
                      <a:pt x="11" y="51"/>
                      <a:pt x="11" y="51"/>
                      <a:pt x="11" y="51"/>
                    </a:cubicBezTo>
                    <a:cubicBezTo>
                      <a:pt x="14" y="48"/>
                      <a:pt x="14" y="48"/>
                      <a:pt x="14" y="48"/>
                    </a:cubicBezTo>
                    <a:cubicBezTo>
                      <a:pt x="17" y="50"/>
                      <a:pt x="20" y="51"/>
                      <a:pt x="24" y="51"/>
                    </a:cubicBezTo>
                    <a:cubicBezTo>
                      <a:pt x="24" y="56"/>
                      <a:pt x="24" y="56"/>
                      <a:pt x="24" y="56"/>
                    </a:cubicBezTo>
                    <a:cubicBezTo>
                      <a:pt x="28" y="56"/>
                      <a:pt x="28" y="56"/>
                      <a:pt x="28" y="56"/>
                    </a:cubicBezTo>
                    <a:cubicBezTo>
                      <a:pt x="28" y="46"/>
                      <a:pt x="28" y="46"/>
                      <a:pt x="28" y="46"/>
                    </a:cubicBezTo>
                    <a:cubicBezTo>
                      <a:pt x="28" y="46"/>
                      <a:pt x="28" y="46"/>
                      <a:pt x="28" y="46"/>
                    </a:cubicBezTo>
                    <a:cubicBezTo>
                      <a:pt x="18" y="46"/>
                      <a:pt x="10" y="38"/>
                      <a:pt x="10" y="28"/>
                    </a:cubicBezTo>
                    <a:cubicBezTo>
                      <a:pt x="10" y="18"/>
                      <a:pt x="18" y="10"/>
                      <a:pt x="28" y="10"/>
                    </a:cubicBezTo>
                    <a:cubicBezTo>
                      <a:pt x="28" y="10"/>
                      <a:pt x="28" y="10"/>
                      <a:pt x="28" y="10"/>
                    </a:cubicBezTo>
                    <a:cubicBezTo>
                      <a:pt x="28" y="10"/>
                      <a:pt x="28" y="10"/>
                      <a:pt x="28" y="10"/>
                    </a:cubicBezTo>
                    <a:cubicBezTo>
                      <a:pt x="28" y="0"/>
                      <a:pt x="28" y="0"/>
                      <a:pt x="28" y="0"/>
                    </a:cubicBezTo>
                    <a:cubicBezTo>
                      <a:pt x="24" y="0"/>
                      <a:pt x="24" y="0"/>
                      <a:pt x="24" y="0"/>
                    </a:cubicBezTo>
                    <a:cubicBezTo>
                      <a:pt x="24" y="4"/>
                      <a:pt x="24" y="4"/>
                      <a:pt x="24" y="4"/>
                    </a:cubicBezTo>
                    <a:cubicBezTo>
                      <a:pt x="20" y="5"/>
                      <a:pt x="17" y="6"/>
                      <a:pt x="14" y="8"/>
                    </a:cubicBezTo>
                    <a:cubicBezTo>
                      <a:pt x="11" y="5"/>
                      <a:pt x="11" y="5"/>
                      <a:pt x="11" y="5"/>
                    </a:cubicBezTo>
                    <a:cubicBezTo>
                      <a:pt x="5" y="11"/>
                      <a:pt x="5" y="11"/>
                      <a:pt x="5" y="11"/>
                    </a:cubicBezTo>
                    <a:cubicBezTo>
                      <a:pt x="8" y="14"/>
                      <a:pt x="8" y="14"/>
                      <a:pt x="8" y="14"/>
                    </a:cubicBezTo>
                    <a:cubicBezTo>
                      <a:pt x="6" y="17"/>
                      <a:pt x="5" y="20"/>
                      <a:pt x="4" y="24"/>
                    </a:cubicBezTo>
                    <a:cubicBezTo>
                      <a:pt x="0" y="24"/>
                      <a:pt x="0" y="24"/>
                      <a:pt x="0" y="24"/>
                    </a:cubicBezTo>
                    <a:cubicBezTo>
                      <a:pt x="0" y="32"/>
                      <a:pt x="0" y="32"/>
                      <a:pt x="0" y="32"/>
                    </a:cubicBezTo>
                    <a:cubicBezTo>
                      <a:pt x="4" y="32"/>
                      <a:pt x="4" y="32"/>
                      <a:pt x="4" y="32"/>
                    </a:cubicBezTo>
                    <a:cubicBezTo>
                      <a:pt x="5" y="36"/>
                      <a:pt x="6" y="39"/>
                      <a:pt x="8"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6" name="Oval 245"/>
              <p:cNvSpPr>
                <a:spLocks noChangeArrowheads="1"/>
              </p:cNvSpPr>
              <p:nvPr/>
            </p:nvSpPr>
            <p:spPr bwMode="auto">
              <a:xfrm>
                <a:off x="-4352925" y="3479800"/>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7" name="Rectangle 246"/>
              <p:cNvSpPr>
                <a:spLocks noChangeArrowheads="1"/>
              </p:cNvSpPr>
              <p:nvPr/>
            </p:nvSpPr>
            <p:spPr bwMode="auto">
              <a:xfrm>
                <a:off x="-4284663" y="3443287"/>
                <a:ext cx="1905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8" name="Rectangle 247"/>
              <p:cNvSpPr>
                <a:spLocks noChangeArrowheads="1"/>
              </p:cNvSpPr>
              <p:nvPr/>
            </p:nvSpPr>
            <p:spPr bwMode="auto">
              <a:xfrm>
                <a:off x="-4191000" y="3544887"/>
                <a:ext cx="26988"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9" name="Rectangle 248"/>
              <p:cNvSpPr>
                <a:spLocks noChangeArrowheads="1"/>
              </p:cNvSpPr>
              <p:nvPr/>
            </p:nvSpPr>
            <p:spPr bwMode="auto">
              <a:xfrm>
                <a:off x="-4284663" y="3641725"/>
                <a:ext cx="19050"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0" name="Rectangle 249"/>
              <p:cNvSpPr>
                <a:spLocks noChangeArrowheads="1"/>
              </p:cNvSpPr>
              <p:nvPr/>
            </p:nvSpPr>
            <p:spPr bwMode="auto">
              <a:xfrm>
                <a:off x="-4389438" y="3544887"/>
                <a:ext cx="2540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1" name="Freeform 250"/>
              <p:cNvSpPr>
                <a:spLocks/>
              </p:cNvSpPr>
              <p:nvPr/>
            </p:nvSpPr>
            <p:spPr bwMode="auto">
              <a:xfrm>
                <a:off x="-4221163" y="3468687"/>
                <a:ext cx="30163" cy="30163"/>
              </a:xfrm>
              <a:custGeom>
                <a:avLst/>
                <a:gdLst>
                  <a:gd name="T0" fmla="*/ 19 w 19"/>
                  <a:gd name="T1" fmla="*/ 7 h 19"/>
                  <a:gd name="T2" fmla="*/ 7 w 19"/>
                  <a:gd name="T3" fmla="*/ 19 h 19"/>
                  <a:gd name="T4" fmla="*/ 0 w 19"/>
                  <a:gd name="T5" fmla="*/ 12 h 19"/>
                  <a:gd name="T6" fmla="*/ 12 w 19"/>
                  <a:gd name="T7" fmla="*/ 0 h 19"/>
                  <a:gd name="T8" fmla="*/ 19 w 19"/>
                  <a:gd name="T9" fmla="*/ 7 h 19"/>
                </a:gdLst>
                <a:ahLst/>
                <a:cxnLst>
                  <a:cxn ang="0">
                    <a:pos x="T0" y="T1"/>
                  </a:cxn>
                  <a:cxn ang="0">
                    <a:pos x="T2" y="T3"/>
                  </a:cxn>
                  <a:cxn ang="0">
                    <a:pos x="T4" y="T5"/>
                  </a:cxn>
                  <a:cxn ang="0">
                    <a:pos x="T6" y="T7"/>
                  </a:cxn>
                  <a:cxn ang="0">
                    <a:pos x="T8" y="T9"/>
                  </a:cxn>
                </a:cxnLst>
                <a:rect l="0" t="0" r="r" b="b"/>
                <a:pathLst>
                  <a:path w="19" h="19">
                    <a:moveTo>
                      <a:pt x="19" y="7"/>
                    </a:moveTo>
                    <a:lnTo>
                      <a:pt x="7" y="19"/>
                    </a:lnTo>
                    <a:lnTo>
                      <a:pt x="0" y="12"/>
                    </a:lnTo>
                    <a:lnTo>
                      <a:pt x="12" y="0"/>
                    </a:lnTo>
                    <a:lnTo>
                      <a:pt x="1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2" name="Freeform 251"/>
              <p:cNvSpPr>
                <a:spLocks/>
              </p:cNvSpPr>
              <p:nvPr/>
            </p:nvSpPr>
            <p:spPr bwMode="auto">
              <a:xfrm>
                <a:off x="-4221163" y="3608387"/>
                <a:ext cx="30163" cy="33338"/>
              </a:xfrm>
              <a:custGeom>
                <a:avLst/>
                <a:gdLst>
                  <a:gd name="T0" fmla="*/ 7 w 19"/>
                  <a:gd name="T1" fmla="*/ 0 h 21"/>
                  <a:gd name="T2" fmla="*/ 19 w 19"/>
                  <a:gd name="T3" fmla="*/ 12 h 21"/>
                  <a:gd name="T4" fmla="*/ 12 w 19"/>
                  <a:gd name="T5" fmla="*/ 21 h 21"/>
                  <a:gd name="T6" fmla="*/ 0 w 19"/>
                  <a:gd name="T7" fmla="*/ 9 h 21"/>
                  <a:gd name="T8" fmla="*/ 7 w 19"/>
                  <a:gd name="T9" fmla="*/ 0 h 21"/>
                </a:gdLst>
                <a:ahLst/>
                <a:cxnLst>
                  <a:cxn ang="0">
                    <a:pos x="T0" y="T1"/>
                  </a:cxn>
                  <a:cxn ang="0">
                    <a:pos x="T2" y="T3"/>
                  </a:cxn>
                  <a:cxn ang="0">
                    <a:pos x="T4" y="T5"/>
                  </a:cxn>
                  <a:cxn ang="0">
                    <a:pos x="T6" y="T7"/>
                  </a:cxn>
                  <a:cxn ang="0">
                    <a:pos x="T8" y="T9"/>
                  </a:cxn>
                </a:cxnLst>
                <a:rect l="0" t="0" r="r" b="b"/>
                <a:pathLst>
                  <a:path w="19" h="21">
                    <a:moveTo>
                      <a:pt x="7" y="0"/>
                    </a:moveTo>
                    <a:lnTo>
                      <a:pt x="19" y="12"/>
                    </a:lnTo>
                    <a:lnTo>
                      <a:pt x="12" y="21"/>
                    </a:lnTo>
                    <a:lnTo>
                      <a:pt x="0" y="9"/>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3" name="Freeform 252"/>
              <p:cNvSpPr>
                <a:spLocks/>
              </p:cNvSpPr>
              <p:nvPr/>
            </p:nvSpPr>
            <p:spPr bwMode="auto">
              <a:xfrm>
                <a:off x="-4364038" y="3608387"/>
                <a:ext cx="34925" cy="33338"/>
              </a:xfrm>
              <a:custGeom>
                <a:avLst/>
                <a:gdLst>
                  <a:gd name="T0" fmla="*/ 12 w 22"/>
                  <a:gd name="T1" fmla="*/ 0 h 21"/>
                  <a:gd name="T2" fmla="*/ 22 w 22"/>
                  <a:gd name="T3" fmla="*/ 9 h 21"/>
                  <a:gd name="T4" fmla="*/ 10 w 22"/>
                  <a:gd name="T5" fmla="*/ 21 h 21"/>
                  <a:gd name="T6" fmla="*/ 0 w 22"/>
                  <a:gd name="T7" fmla="*/ 12 h 21"/>
                  <a:gd name="T8" fmla="*/ 12 w 22"/>
                  <a:gd name="T9" fmla="*/ 0 h 21"/>
                </a:gdLst>
                <a:ahLst/>
                <a:cxnLst>
                  <a:cxn ang="0">
                    <a:pos x="T0" y="T1"/>
                  </a:cxn>
                  <a:cxn ang="0">
                    <a:pos x="T2" y="T3"/>
                  </a:cxn>
                  <a:cxn ang="0">
                    <a:pos x="T4" y="T5"/>
                  </a:cxn>
                  <a:cxn ang="0">
                    <a:pos x="T6" y="T7"/>
                  </a:cxn>
                  <a:cxn ang="0">
                    <a:pos x="T8" y="T9"/>
                  </a:cxn>
                </a:cxnLst>
                <a:rect l="0" t="0" r="r" b="b"/>
                <a:pathLst>
                  <a:path w="22" h="21">
                    <a:moveTo>
                      <a:pt x="12" y="0"/>
                    </a:moveTo>
                    <a:lnTo>
                      <a:pt x="22" y="9"/>
                    </a:lnTo>
                    <a:lnTo>
                      <a:pt x="10" y="21"/>
                    </a:lnTo>
                    <a:lnTo>
                      <a:pt x="0" y="12"/>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4" name="Freeform 253"/>
              <p:cNvSpPr>
                <a:spLocks/>
              </p:cNvSpPr>
              <p:nvPr/>
            </p:nvSpPr>
            <p:spPr bwMode="auto">
              <a:xfrm>
                <a:off x="-4364038" y="3468687"/>
                <a:ext cx="34925" cy="30163"/>
              </a:xfrm>
              <a:custGeom>
                <a:avLst/>
                <a:gdLst>
                  <a:gd name="T0" fmla="*/ 22 w 22"/>
                  <a:gd name="T1" fmla="*/ 12 h 19"/>
                  <a:gd name="T2" fmla="*/ 12 w 22"/>
                  <a:gd name="T3" fmla="*/ 19 h 19"/>
                  <a:gd name="T4" fmla="*/ 0 w 22"/>
                  <a:gd name="T5" fmla="*/ 7 h 19"/>
                  <a:gd name="T6" fmla="*/ 10 w 22"/>
                  <a:gd name="T7" fmla="*/ 0 h 19"/>
                  <a:gd name="T8" fmla="*/ 22 w 22"/>
                  <a:gd name="T9" fmla="*/ 12 h 19"/>
                </a:gdLst>
                <a:ahLst/>
                <a:cxnLst>
                  <a:cxn ang="0">
                    <a:pos x="T0" y="T1"/>
                  </a:cxn>
                  <a:cxn ang="0">
                    <a:pos x="T2" y="T3"/>
                  </a:cxn>
                  <a:cxn ang="0">
                    <a:pos x="T4" y="T5"/>
                  </a:cxn>
                  <a:cxn ang="0">
                    <a:pos x="T6" y="T7"/>
                  </a:cxn>
                  <a:cxn ang="0">
                    <a:pos x="T8" y="T9"/>
                  </a:cxn>
                </a:cxnLst>
                <a:rect l="0" t="0" r="r" b="b"/>
                <a:pathLst>
                  <a:path w="22" h="19">
                    <a:moveTo>
                      <a:pt x="22" y="12"/>
                    </a:moveTo>
                    <a:lnTo>
                      <a:pt x="12" y="19"/>
                    </a:lnTo>
                    <a:lnTo>
                      <a:pt x="0" y="7"/>
                    </a:lnTo>
                    <a:lnTo>
                      <a:pt x="10" y="0"/>
                    </a:lnTo>
                    <a:lnTo>
                      <a:pt x="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5" name="Freeform 254"/>
              <p:cNvSpPr>
                <a:spLocks/>
              </p:cNvSpPr>
              <p:nvPr/>
            </p:nvSpPr>
            <p:spPr bwMode="auto">
              <a:xfrm>
                <a:off x="-4251325" y="3446462"/>
                <a:ext cx="26988" cy="30163"/>
              </a:xfrm>
              <a:custGeom>
                <a:avLst/>
                <a:gdLst>
                  <a:gd name="T0" fmla="*/ 17 w 17"/>
                  <a:gd name="T1" fmla="*/ 5 h 19"/>
                  <a:gd name="T2" fmla="*/ 10 w 17"/>
                  <a:gd name="T3" fmla="*/ 19 h 19"/>
                  <a:gd name="T4" fmla="*/ 0 w 17"/>
                  <a:gd name="T5" fmla="*/ 17 h 19"/>
                  <a:gd name="T6" fmla="*/ 5 w 17"/>
                  <a:gd name="T7" fmla="*/ 0 h 19"/>
                  <a:gd name="T8" fmla="*/ 17 w 17"/>
                  <a:gd name="T9" fmla="*/ 5 h 19"/>
                </a:gdLst>
                <a:ahLst/>
                <a:cxnLst>
                  <a:cxn ang="0">
                    <a:pos x="T0" y="T1"/>
                  </a:cxn>
                  <a:cxn ang="0">
                    <a:pos x="T2" y="T3"/>
                  </a:cxn>
                  <a:cxn ang="0">
                    <a:pos x="T4" y="T5"/>
                  </a:cxn>
                  <a:cxn ang="0">
                    <a:pos x="T6" y="T7"/>
                  </a:cxn>
                  <a:cxn ang="0">
                    <a:pos x="T8" y="T9"/>
                  </a:cxn>
                </a:cxnLst>
                <a:rect l="0" t="0" r="r" b="b"/>
                <a:pathLst>
                  <a:path w="17" h="19">
                    <a:moveTo>
                      <a:pt x="17" y="5"/>
                    </a:moveTo>
                    <a:lnTo>
                      <a:pt x="10" y="19"/>
                    </a:lnTo>
                    <a:lnTo>
                      <a:pt x="0" y="17"/>
                    </a:lnTo>
                    <a:lnTo>
                      <a:pt x="5" y="0"/>
                    </a:lnTo>
                    <a:lnTo>
                      <a:pt x="1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6" name="Freeform 255"/>
              <p:cNvSpPr>
                <a:spLocks/>
              </p:cNvSpPr>
              <p:nvPr/>
            </p:nvSpPr>
            <p:spPr bwMode="auto">
              <a:xfrm>
                <a:off x="-4198938" y="3578225"/>
                <a:ext cx="30163" cy="30163"/>
              </a:xfrm>
              <a:custGeom>
                <a:avLst/>
                <a:gdLst>
                  <a:gd name="T0" fmla="*/ 5 w 19"/>
                  <a:gd name="T1" fmla="*/ 0 h 19"/>
                  <a:gd name="T2" fmla="*/ 19 w 19"/>
                  <a:gd name="T3" fmla="*/ 7 h 19"/>
                  <a:gd name="T4" fmla="*/ 15 w 19"/>
                  <a:gd name="T5" fmla="*/ 19 h 19"/>
                  <a:gd name="T6" fmla="*/ 0 w 19"/>
                  <a:gd name="T7" fmla="*/ 12 h 19"/>
                  <a:gd name="T8" fmla="*/ 5 w 19"/>
                  <a:gd name="T9" fmla="*/ 0 h 19"/>
                </a:gdLst>
                <a:ahLst/>
                <a:cxnLst>
                  <a:cxn ang="0">
                    <a:pos x="T0" y="T1"/>
                  </a:cxn>
                  <a:cxn ang="0">
                    <a:pos x="T2" y="T3"/>
                  </a:cxn>
                  <a:cxn ang="0">
                    <a:pos x="T4" y="T5"/>
                  </a:cxn>
                  <a:cxn ang="0">
                    <a:pos x="T6" y="T7"/>
                  </a:cxn>
                  <a:cxn ang="0">
                    <a:pos x="T8" y="T9"/>
                  </a:cxn>
                </a:cxnLst>
                <a:rect l="0" t="0" r="r" b="b"/>
                <a:pathLst>
                  <a:path w="19" h="19">
                    <a:moveTo>
                      <a:pt x="5" y="0"/>
                    </a:moveTo>
                    <a:lnTo>
                      <a:pt x="19" y="7"/>
                    </a:lnTo>
                    <a:lnTo>
                      <a:pt x="15" y="19"/>
                    </a:lnTo>
                    <a:lnTo>
                      <a:pt x="0" y="12"/>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7" name="Freeform 256"/>
              <p:cNvSpPr>
                <a:spLocks/>
              </p:cNvSpPr>
              <p:nvPr/>
            </p:nvSpPr>
            <p:spPr bwMode="auto">
              <a:xfrm>
                <a:off x="-4329113" y="3630612"/>
                <a:ext cx="30163" cy="33338"/>
              </a:xfrm>
              <a:custGeom>
                <a:avLst/>
                <a:gdLst>
                  <a:gd name="T0" fmla="*/ 19 w 19"/>
                  <a:gd name="T1" fmla="*/ 5 h 21"/>
                  <a:gd name="T2" fmla="*/ 12 w 19"/>
                  <a:gd name="T3" fmla="*/ 21 h 21"/>
                  <a:gd name="T4" fmla="*/ 0 w 19"/>
                  <a:gd name="T5" fmla="*/ 17 h 21"/>
                  <a:gd name="T6" fmla="*/ 7 w 19"/>
                  <a:gd name="T7" fmla="*/ 0 h 21"/>
                  <a:gd name="T8" fmla="*/ 19 w 19"/>
                  <a:gd name="T9" fmla="*/ 5 h 21"/>
                </a:gdLst>
                <a:ahLst/>
                <a:cxnLst>
                  <a:cxn ang="0">
                    <a:pos x="T0" y="T1"/>
                  </a:cxn>
                  <a:cxn ang="0">
                    <a:pos x="T2" y="T3"/>
                  </a:cxn>
                  <a:cxn ang="0">
                    <a:pos x="T4" y="T5"/>
                  </a:cxn>
                  <a:cxn ang="0">
                    <a:pos x="T6" y="T7"/>
                  </a:cxn>
                  <a:cxn ang="0">
                    <a:pos x="T8" y="T9"/>
                  </a:cxn>
                </a:cxnLst>
                <a:rect l="0" t="0" r="r" b="b"/>
                <a:pathLst>
                  <a:path w="19" h="21">
                    <a:moveTo>
                      <a:pt x="19" y="5"/>
                    </a:moveTo>
                    <a:lnTo>
                      <a:pt x="12" y="21"/>
                    </a:lnTo>
                    <a:lnTo>
                      <a:pt x="0" y="17"/>
                    </a:lnTo>
                    <a:lnTo>
                      <a:pt x="7" y="0"/>
                    </a:lnTo>
                    <a:lnTo>
                      <a:pt x="1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8" name="Freeform 257"/>
              <p:cNvSpPr>
                <a:spLocks/>
              </p:cNvSpPr>
              <p:nvPr/>
            </p:nvSpPr>
            <p:spPr bwMode="auto">
              <a:xfrm>
                <a:off x="-4386263" y="3503612"/>
                <a:ext cx="33338" cy="25400"/>
              </a:xfrm>
              <a:custGeom>
                <a:avLst/>
                <a:gdLst>
                  <a:gd name="T0" fmla="*/ 17 w 21"/>
                  <a:gd name="T1" fmla="*/ 16 h 16"/>
                  <a:gd name="T2" fmla="*/ 0 w 21"/>
                  <a:gd name="T3" fmla="*/ 11 h 16"/>
                  <a:gd name="T4" fmla="*/ 5 w 21"/>
                  <a:gd name="T5" fmla="*/ 0 h 16"/>
                  <a:gd name="T6" fmla="*/ 21 w 21"/>
                  <a:gd name="T7" fmla="*/ 7 h 16"/>
                  <a:gd name="T8" fmla="*/ 17 w 21"/>
                  <a:gd name="T9" fmla="*/ 16 h 16"/>
                </a:gdLst>
                <a:ahLst/>
                <a:cxnLst>
                  <a:cxn ang="0">
                    <a:pos x="T0" y="T1"/>
                  </a:cxn>
                  <a:cxn ang="0">
                    <a:pos x="T2" y="T3"/>
                  </a:cxn>
                  <a:cxn ang="0">
                    <a:pos x="T4" y="T5"/>
                  </a:cxn>
                  <a:cxn ang="0">
                    <a:pos x="T6" y="T7"/>
                  </a:cxn>
                  <a:cxn ang="0">
                    <a:pos x="T8" y="T9"/>
                  </a:cxn>
                </a:cxnLst>
                <a:rect l="0" t="0" r="r" b="b"/>
                <a:pathLst>
                  <a:path w="21" h="16">
                    <a:moveTo>
                      <a:pt x="17" y="16"/>
                    </a:moveTo>
                    <a:lnTo>
                      <a:pt x="0" y="11"/>
                    </a:lnTo>
                    <a:lnTo>
                      <a:pt x="5" y="0"/>
                    </a:lnTo>
                    <a:lnTo>
                      <a:pt x="21" y="7"/>
                    </a:lnTo>
                    <a:lnTo>
                      <a:pt x="17"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9" name="Freeform 258"/>
              <p:cNvSpPr>
                <a:spLocks/>
              </p:cNvSpPr>
              <p:nvPr/>
            </p:nvSpPr>
            <p:spPr bwMode="auto">
              <a:xfrm>
                <a:off x="-4198938" y="3503612"/>
                <a:ext cx="30163" cy="25400"/>
              </a:xfrm>
              <a:custGeom>
                <a:avLst/>
                <a:gdLst>
                  <a:gd name="T0" fmla="*/ 0 w 19"/>
                  <a:gd name="T1" fmla="*/ 7 h 16"/>
                  <a:gd name="T2" fmla="*/ 15 w 19"/>
                  <a:gd name="T3" fmla="*/ 0 h 16"/>
                  <a:gd name="T4" fmla="*/ 19 w 19"/>
                  <a:gd name="T5" fmla="*/ 11 h 16"/>
                  <a:gd name="T6" fmla="*/ 5 w 19"/>
                  <a:gd name="T7" fmla="*/ 16 h 16"/>
                  <a:gd name="T8" fmla="*/ 0 w 19"/>
                  <a:gd name="T9" fmla="*/ 7 h 16"/>
                </a:gdLst>
                <a:ahLst/>
                <a:cxnLst>
                  <a:cxn ang="0">
                    <a:pos x="T0" y="T1"/>
                  </a:cxn>
                  <a:cxn ang="0">
                    <a:pos x="T2" y="T3"/>
                  </a:cxn>
                  <a:cxn ang="0">
                    <a:pos x="T4" y="T5"/>
                  </a:cxn>
                  <a:cxn ang="0">
                    <a:pos x="T6" y="T7"/>
                  </a:cxn>
                  <a:cxn ang="0">
                    <a:pos x="T8" y="T9"/>
                  </a:cxn>
                </a:cxnLst>
                <a:rect l="0" t="0" r="r" b="b"/>
                <a:pathLst>
                  <a:path w="19" h="16">
                    <a:moveTo>
                      <a:pt x="0" y="7"/>
                    </a:moveTo>
                    <a:lnTo>
                      <a:pt x="15" y="0"/>
                    </a:lnTo>
                    <a:lnTo>
                      <a:pt x="19" y="11"/>
                    </a:lnTo>
                    <a:lnTo>
                      <a:pt x="5" y="16"/>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0" name="Freeform 259"/>
              <p:cNvSpPr>
                <a:spLocks/>
              </p:cNvSpPr>
              <p:nvPr/>
            </p:nvSpPr>
            <p:spPr bwMode="auto">
              <a:xfrm>
                <a:off x="-4251325" y="3630612"/>
                <a:ext cx="26988" cy="33338"/>
              </a:xfrm>
              <a:custGeom>
                <a:avLst/>
                <a:gdLst>
                  <a:gd name="T0" fmla="*/ 17 w 17"/>
                  <a:gd name="T1" fmla="*/ 17 h 21"/>
                  <a:gd name="T2" fmla="*/ 7 w 17"/>
                  <a:gd name="T3" fmla="*/ 21 h 21"/>
                  <a:gd name="T4" fmla="*/ 0 w 17"/>
                  <a:gd name="T5" fmla="*/ 5 h 21"/>
                  <a:gd name="T6" fmla="*/ 12 w 17"/>
                  <a:gd name="T7" fmla="*/ 0 h 21"/>
                  <a:gd name="T8" fmla="*/ 17 w 17"/>
                  <a:gd name="T9" fmla="*/ 17 h 21"/>
                </a:gdLst>
                <a:ahLst/>
                <a:cxnLst>
                  <a:cxn ang="0">
                    <a:pos x="T0" y="T1"/>
                  </a:cxn>
                  <a:cxn ang="0">
                    <a:pos x="T2" y="T3"/>
                  </a:cxn>
                  <a:cxn ang="0">
                    <a:pos x="T4" y="T5"/>
                  </a:cxn>
                  <a:cxn ang="0">
                    <a:pos x="T6" y="T7"/>
                  </a:cxn>
                  <a:cxn ang="0">
                    <a:pos x="T8" y="T9"/>
                  </a:cxn>
                </a:cxnLst>
                <a:rect l="0" t="0" r="r" b="b"/>
                <a:pathLst>
                  <a:path w="17" h="21">
                    <a:moveTo>
                      <a:pt x="17" y="17"/>
                    </a:moveTo>
                    <a:lnTo>
                      <a:pt x="7" y="21"/>
                    </a:lnTo>
                    <a:lnTo>
                      <a:pt x="0" y="5"/>
                    </a:lnTo>
                    <a:lnTo>
                      <a:pt x="12" y="0"/>
                    </a:lnTo>
                    <a:lnTo>
                      <a:pt x="1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1" name="Freeform 260"/>
              <p:cNvSpPr>
                <a:spLocks/>
              </p:cNvSpPr>
              <p:nvPr/>
            </p:nvSpPr>
            <p:spPr bwMode="auto">
              <a:xfrm>
                <a:off x="-4386263" y="3578225"/>
                <a:ext cx="33338" cy="30163"/>
              </a:xfrm>
              <a:custGeom>
                <a:avLst/>
                <a:gdLst>
                  <a:gd name="T0" fmla="*/ 21 w 21"/>
                  <a:gd name="T1" fmla="*/ 12 h 19"/>
                  <a:gd name="T2" fmla="*/ 5 w 21"/>
                  <a:gd name="T3" fmla="*/ 19 h 19"/>
                  <a:gd name="T4" fmla="*/ 0 w 21"/>
                  <a:gd name="T5" fmla="*/ 7 h 19"/>
                  <a:gd name="T6" fmla="*/ 17 w 21"/>
                  <a:gd name="T7" fmla="*/ 0 h 19"/>
                  <a:gd name="T8" fmla="*/ 21 w 21"/>
                  <a:gd name="T9" fmla="*/ 12 h 19"/>
                </a:gdLst>
                <a:ahLst/>
                <a:cxnLst>
                  <a:cxn ang="0">
                    <a:pos x="T0" y="T1"/>
                  </a:cxn>
                  <a:cxn ang="0">
                    <a:pos x="T2" y="T3"/>
                  </a:cxn>
                  <a:cxn ang="0">
                    <a:pos x="T4" y="T5"/>
                  </a:cxn>
                  <a:cxn ang="0">
                    <a:pos x="T6" y="T7"/>
                  </a:cxn>
                  <a:cxn ang="0">
                    <a:pos x="T8" y="T9"/>
                  </a:cxn>
                </a:cxnLst>
                <a:rect l="0" t="0" r="r" b="b"/>
                <a:pathLst>
                  <a:path w="21" h="19">
                    <a:moveTo>
                      <a:pt x="21" y="12"/>
                    </a:moveTo>
                    <a:lnTo>
                      <a:pt x="5" y="19"/>
                    </a:lnTo>
                    <a:lnTo>
                      <a:pt x="0" y="7"/>
                    </a:lnTo>
                    <a:lnTo>
                      <a:pt x="17" y="0"/>
                    </a:lnTo>
                    <a:lnTo>
                      <a:pt x="21"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2" name="Freeform 261"/>
              <p:cNvSpPr>
                <a:spLocks/>
              </p:cNvSpPr>
              <p:nvPr/>
            </p:nvSpPr>
            <p:spPr bwMode="auto">
              <a:xfrm>
                <a:off x="-4329113" y="3446462"/>
                <a:ext cx="30163" cy="33338"/>
              </a:xfrm>
              <a:custGeom>
                <a:avLst/>
                <a:gdLst>
                  <a:gd name="T0" fmla="*/ 19 w 19"/>
                  <a:gd name="T1" fmla="*/ 17 h 21"/>
                  <a:gd name="T2" fmla="*/ 7 w 19"/>
                  <a:gd name="T3" fmla="*/ 21 h 21"/>
                  <a:gd name="T4" fmla="*/ 0 w 19"/>
                  <a:gd name="T5" fmla="*/ 5 h 21"/>
                  <a:gd name="T6" fmla="*/ 12 w 19"/>
                  <a:gd name="T7" fmla="*/ 0 h 21"/>
                  <a:gd name="T8" fmla="*/ 19 w 19"/>
                  <a:gd name="T9" fmla="*/ 17 h 21"/>
                </a:gdLst>
                <a:ahLst/>
                <a:cxnLst>
                  <a:cxn ang="0">
                    <a:pos x="T0" y="T1"/>
                  </a:cxn>
                  <a:cxn ang="0">
                    <a:pos x="T2" y="T3"/>
                  </a:cxn>
                  <a:cxn ang="0">
                    <a:pos x="T4" y="T5"/>
                  </a:cxn>
                  <a:cxn ang="0">
                    <a:pos x="T6" y="T7"/>
                  </a:cxn>
                  <a:cxn ang="0">
                    <a:pos x="T8" y="T9"/>
                  </a:cxn>
                </a:cxnLst>
                <a:rect l="0" t="0" r="r" b="b"/>
                <a:pathLst>
                  <a:path w="19" h="21">
                    <a:moveTo>
                      <a:pt x="19" y="17"/>
                    </a:moveTo>
                    <a:lnTo>
                      <a:pt x="7" y="21"/>
                    </a:lnTo>
                    <a:lnTo>
                      <a:pt x="0" y="5"/>
                    </a:lnTo>
                    <a:lnTo>
                      <a:pt x="12" y="0"/>
                    </a:lnTo>
                    <a:lnTo>
                      <a:pt x="1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3" name="Freeform 262"/>
              <p:cNvSpPr>
                <a:spLocks noEditPoints="1"/>
              </p:cNvSpPr>
              <p:nvPr/>
            </p:nvSpPr>
            <p:spPr bwMode="auto">
              <a:xfrm>
                <a:off x="-4784725" y="457200"/>
                <a:ext cx="188913" cy="192088"/>
              </a:xfrm>
              <a:custGeom>
                <a:avLst/>
                <a:gdLst>
                  <a:gd name="T0" fmla="*/ 25 w 50"/>
                  <a:gd name="T1" fmla="*/ 51 h 51"/>
                  <a:gd name="T2" fmla="*/ 50 w 50"/>
                  <a:gd name="T3" fmla="*/ 25 h 51"/>
                  <a:gd name="T4" fmla="*/ 25 w 50"/>
                  <a:gd name="T5" fmla="*/ 0 h 51"/>
                  <a:gd name="T6" fmla="*/ 25 w 50"/>
                  <a:gd name="T7" fmla="*/ 0 h 51"/>
                  <a:gd name="T8" fmla="*/ 25 w 50"/>
                  <a:gd name="T9" fmla="*/ 18 h 51"/>
                  <a:gd name="T10" fmla="*/ 38 w 50"/>
                  <a:gd name="T11" fmla="*/ 13 h 51"/>
                  <a:gd name="T12" fmla="*/ 30 w 50"/>
                  <a:gd name="T13" fmla="*/ 30 h 51"/>
                  <a:gd name="T14" fmla="*/ 25 w 50"/>
                  <a:gd name="T15" fmla="*/ 33 h 51"/>
                  <a:gd name="T16" fmla="*/ 25 w 50"/>
                  <a:gd name="T17" fmla="*/ 51 h 51"/>
                  <a:gd name="T18" fmla="*/ 25 w 50"/>
                  <a:gd name="T19" fmla="*/ 0 h 51"/>
                  <a:gd name="T20" fmla="*/ 0 w 50"/>
                  <a:gd name="T21" fmla="*/ 25 h 51"/>
                  <a:gd name="T22" fmla="*/ 25 w 50"/>
                  <a:gd name="T23" fmla="*/ 51 h 51"/>
                  <a:gd name="T24" fmla="*/ 25 w 50"/>
                  <a:gd name="T25" fmla="*/ 33 h 51"/>
                  <a:gd name="T26" fmla="*/ 12 w 50"/>
                  <a:gd name="T27" fmla="*/ 38 h 51"/>
                  <a:gd name="T28" fmla="*/ 20 w 50"/>
                  <a:gd name="T29" fmla="*/ 20 h 51"/>
                  <a:gd name="T30" fmla="*/ 20 w 50"/>
                  <a:gd name="T31" fmla="*/ 20 h 51"/>
                  <a:gd name="T32" fmla="*/ 25 w 50"/>
                  <a:gd name="T33" fmla="*/ 18 h 51"/>
                  <a:gd name="T34" fmla="*/ 25 w 50"/>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51">
                    <a:moveTo>
                      <a:pt x="25" y="51"/>
                    </a:moveTo>
                    <a:cubicBezTo>
                      <a:pt x="39" y="51"/>
                      <a:pt x="50" y="39"/>
                      <a:pt x="50" y="25"/>
                    </a:cubicBezTo>
                    <a:cubicBezTo>
                      <a:pt x="50" y="12"/>
                      <a:pt x="39" y="0"/>
                      <a:pt x="25" y="0"/>
                    </a:cubicBezTo>
                    <a:cubicBezTo>
                      <a:pt x="25" y="0"/>
                      <a:pt x="25" y="0"/>
                      <a:pt x="25" y="0"/>
                    </a:cubicBezTo>
                    <a:cubicBezTo>
                      <a:pt x="25" y="18"/>
                      <a:pt x="25" y="18"/>
                      <a:pt x="25" y="18"/>
                    </a:cubicBezTo>
                    <a:cubicBezTo>
                      <a:pt x="38" y="13"/>
                      <a:pt x="38" y="13"/>
                      <a:pt x="38" y="13"/>
                    </a:cubicBezTo>
                    <a:cubicBezTo>
                      <a:pt x="30" y="30"/>
                      <a:pt x="30" y="30"/>
                      <a:pt x="30" y="30"/>
                    </a:cubicBezTo>
                    <a:cubicBezTo>
                      <a:pt x="25" y="33"/>
                      <a:pt x="25" y="33"/>
                      <a:pt x="25" y="33"/>
                    </a:cubicBezTo>
                    <a:cubicBezTo>
                      <a:pt x="25" y="51"/>
                      <a:pt x="25" y="51"/>
                      <a:pt x="25" y="51"/>
                    </a:cubicBezTo>
                    <a:close/>
                    <a:moveTo>
                      <a:pt x="25" y="0"/>
                    </a:moveTo>
                    <a:cubicBezTo>
                      <a:pt x="11" y="0"/>
                      <a:pt x="0" y="12"/>
                      <a:pt x="0" y="25"/>
                    </a:cubicBezTo>
                    <a:cubicBezTo>
                      <a:pt x="0" y="39"/>
                      <a:pt x="11" y="51"/>
                      <a:pt x="25" y="51"/>
                    </a:cubicBezTo>
                    <a:cubicBezTo>
                      <a:pt x="25" y="33"/>
                      <a:pt x="25" y="33"/>
                      <a:pt x="25" y="33"/>
                    </a:cubicBezTo>
                    <a:cubicBezTo>
                      <a:pt x="12" y="38"/>
                      <a:pt x="12" y="38"/>
                      <a:pt x="12" y="38"/>
                    </a:cubicBezTo>
                    <a:cubicBezTo>
                      <a:pt x="20" y="20"/>
                      <a:pt x="20" y="20"/>
                      <a:pt x="20" y="20"/>
                    </a:cubicBezTo>
                    <a:cubicBezTo>
                      <a:pt x="20" y="20"/>
                      <a:pt x="20" y="20"/>
                      <a:pt x="20" y="20"/>
                    </a:cubicBezTo>
                    <a:cubicBezTo>
                      <a:pt x="25" y="18"/>
                      <a:pt x="25" y="18"/>
                      <a:pt x="25" y="18"/>
                    </a:cubicBez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4" name="Oval 263"/>
              <p:cNvSpPr>
                <a:spLocks noChangeArrowheads="1"/>
              </p:cNvSpPr>
              <p:nvPr/>
            </p:nvSpPr>
            <p:spPr bwMode="auto">
              <a:xfrm>
                <a:off x="-4702175" y="539750"/>
                <a:ext cx="23813" cy="23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5" name="Freeform 264"/>
              <p:cNvSpPr>
                <a:spLocks noEditPoints="1"/>
              </p:cNvSpPr>
              <p:nvPr/>
            </p:nvSpPr>
            <p:spPr bwMode="auto">
              <a:xfrm>
                <a:off x="-2266950" y="1716087"/>
                <a:ext cx="225425" cy="225425"/>
              </a:xfrm>
              <a:custGeom>
                <a:avLst/>
                <a:gdLst>
                  <a:gd name="T0" fmla="*/ 30 w 60"/>
                  <a:gd name="T1" fmla="*/ 60 h 60"/>
                  <a:gd name="T2" fmla="*/ 35 w 60"/>
                  <a:gd name="T3" fmla="*/ 60 h 60"/>
                  <a:gd name="T4" fmla="*/ 35 w 60"/>
                  <a:gd name="T5" fmla="*/ 55 h 60"/>
                  <a:gd name="T6" fmla="*/ 45 w 60"/>
                  <a:gd name="T7" fmla="*/ 51 h 60"/>
                  <a:gd name="T8" fmla="*/ 48 w 60"/>
                  <a:gd name="T9" fmla="*/ 54 h 60"/>
                  <a:gd name="T10" fmla="*/ 55 w 60"/>
                  <a:gd name="T11" fmla="*/ 48 h 60"/>
                  <a:gd name="T12" fmla="*/ 52 w 60"/>
                  <a:gd name="T13" fmla="*/ 45 h 60"/>
                  <a:gd name="T14" fmla="*/ 56 w 60"/>
                  <a:gd name="T15" fmla="*/ 35 h 60"/>
                  <a:gd name="T16" fmla="*/ 60 w 60"/>
                  <a:gd name="T17" fmla="*/ 35 h 60"/>
                  <a:gd name="T18" fmla="*/ 60 w 60"/>
                  <a:gd name="T19" fmla="*/ 25 h 60"/>
                  <a:gd name="T20" fmla="*/ 56 w 60"/>
                  <a:gd name="T21" fmla="*/ 25 h 60"/>
                  <a:gd name="T22" fmla="*/ 52 w 60"/>
                  <a:gd name="T23" fmla="*/ 15 h 60"/>
                  <a:gd name="T24" fmla="*/ 55 w 60"/>
                  <a:gd name="T25" fmla="*/ 12 h 60"/>
                  <a:gd name="T26" fmla="*/ 48 w 60"/>
                  <a:gd name="T27" fmla="*/ 5 h 60"/>
                  <a:gd name="T28" fmla="*/ 45 w 60"/>
                  <a:gd name="T29" fmla="*/ 8 h 60"/>
                  <a:gd name="T30" fmla="*/ 35 w 60"/>
                  <a:gd name="T31" fmla="*/ 4 h 60"/>
                  <a:gd name="T32" fmla="*/ 35 w 60"/>
                  <a:gd name="T33" fmla="*/ 0 h 60"/>
                  <a:gd name="T34" fmla="*/ 30 w 60"/>
                  <a:gd name="T35" fmla="*/ 0 h 60"/>
                  <a:gd name="T36" fmla="*/ 30 w 60"/>
                  <a:gd name="T37" fmla="*/ 11 h 60"/>
                  <a:gd name="T38" fmla="*/ 30 w 60"/>
                  <a:gd name="T39" fmla="*/ 11 h 60"/>
                  <a:gd name="T40" fmla="*/ 49 w 60"/>
                  <a:gd name="T41" fmla="*/ 30 h 60"/>
                  <a:gd name="T42" fmla="*/ 30 w 60"/>
                  <a:gd name="T43" fmla="*/ 49 h 60"/>
                  <a:gd name="T44" fmla="*/ 30 w 60"/>
                  <a:gd name="T45" fmla="*/ 60 h 60"/>
                  <a:gd name="T46" fmla="*/ 9 w 60"/>
                  <a:gd name="T47" fmla="*/ 45 h 60"/>
                  <a:gd name="T48" fmla="*/ 6 w 60"/>
                  <a:gd name="T49" fmla="*/ 48 h 60"/>
                  <a:gd name="T50" fmla="*/ 12 w 60"/>
                  <a:gd name="T51" fmla="*/ 54 h 60"/>
                  <a:gd name="T52" fmla="*/ 15 w 60"/>
                  <a:gd name="T53" fmla="*/ 51 h 60"/>
                  <a:gd name="T54" fmla="*/ 25 w 60"/>
                  <a:gd name="T55" fmla="*/ 55 h 60"/>
                  <a:gd name="T56" fmla="*/ 25 w 60"/>
                  <a:gd name="T57" fmla="*/ 60 h 60"/>
                  <a:gd name="T58" fmla="*/ 30 w 60"/>
                  <a:gd name="T59" fmla="*/ 60 h 60"/>
                  <a:gd name="T60" fmla="*/ 30 w 60"/>
                  <a:gd name="T61" fmla="*/ 49 h 60"/>
                  <a:gd name="T62" fmla="*/ 11 w 60"/>
                  <a:gd name="T63" fmla="*/ 30 h 60"/>
                  <a:gd name="T64" fmla="*/ 30 w 60"/>
                  <a:gd name="T65" fmla="*/ 11 h 60"/>
                  <a:gd name="T66" fmla="*/ 30 w 60"/>
                  <a:gd name="T67" fmla="*/ 0 h 60"/>
                  <a:gd name="T68" fmla="*/ 25 w 60"/>
                  <a:gd name="T69" fmla="*/ 0 h 60"/>
                  <a:gd name="T70" fmla="*/ 25 w 60"/>
                  <a:gd name="T71" fmla="*/ 4 h 60"/>
                  <a:gd name="T72" fmla="*/ 15 w 60"/>
                  <a:gd name="T73" fmla="*/ 8 h 60"/>
                  <a:gd name="T74" fmla="*/ 12 w 60"/>
                  <a:gd name="T75" fmla="*/ 5 h 60"/>
                  <a:gd name="T76" fmla="*/ 6 w 60"/>
                  <a:gd name="T77" fmla="*/ 12 h 60"/>
                  <a:gd name="T78" fmla="*/ 9 w 60"/>
                  <a:gd name="T79" fmla="*/ 15 h 60"/>
                  <a:gd name="T80" fmla="*/ 5 w 60"/>
                  <a:gd name="T81" fmla="*/ 25 h 60"/>
                  <a:gd name="T82" fmla="*/ 0 w 60"/>
                  <a:gd name="T83" fmla="*/ 25 h 60"/>
                  <a:gd name="T84" fmla="*/ 0 w 60"/>
                  <a:gd name="T85" fmla="*/ 35 h 60"/>
                  <a:gd name="T86" fmla="*/ 5 w 60"/>
                  <a:gd name="T87" fmla="*/ 35 h 60"/>
                  <a:gd name="T88" fmla="*/ 9 w 60"/>
                  <a:gd name="T89" fmla="*/ 45 h 60"/>
                  <a:gd name="T90" fmla="*/ 30 w 60"/>
                  <a:gd name="T91" fmla="*/ 11 h 60"/>
                  <a:gd name="T92" fmla="*/ 30 w 60"/>
                  <a:gd name="T93" fmla="*/ 1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 h="60">
                    <a:moveTo>
                      <a:pt x="30" y="60"/>
                    </a:moveTo>
                    <a:cubicBezTo>
                      <a:pt x="35" y="60"/>
                      <a:pt x="35" y="60"/>
                      <a:pt x="35" y="60"/>
                    </a:cubicBezTo>
                    <a:cubicBezTo>
                      <a:pt x="35" y="55"/>
                      <a:pt x="35" y="55"/>
                      <a:pt x="35" y="55"/>
                    </a:cubicBezTo>
                    <a:cubicBezTo>
                      <a:pt x="39" y="55"/>
                      <a:pt x="42" y="53"/>
                      <a:pt x="45" y="51"/>
                    </a:cubicBezTo>
                    <a:cubicBezTo>
                      <a:pt x="48" y="54"/>
                      <a:pt x="48" y="54"/>
                      <a:pt x="48" y="54"/>
                    </a:cubicBezTo>
                    <a:cubicBezTo>
                      <a:pt x="55" y="48"/>
                      <a:pt x="55" y="48"/>
                      <a:pt x="55" y="48"/>
                    </a:cubicBezTo>
                    <a:cubicBezTo>
                      <a:pt x="52" y="45"/>
                      <a:pt x="52" y="45"/>
                      <a:pt x="52" y="45"/>
                    </a:cubicBezTo>
                    <a:cubicBezTo>
                      <a:pt x="54" y="42"/>
                      <a:pt x="55" y="38"/>
                      <a:pt x="56" y="35"/>
                    </a:cubicBezTo>
                    <a:cubicBezTo>
                      <a:pt x="60" y="35"/>
                      <a:pt x="60" y="35"/>
                      <a:pt x="60" y="35"/>
                    </a:cubicBezTo>
                    <a:cubicBezTo>
                      <a:pt x="60" y="25"/>
                      <a:pt x="60" y="25"/>
                      <a:pt x="60" y="25"/>
                    </a:cubicBezTo>
                    <a:cubicBezTo>
                      <a:pt x="56" y="25"/>
                      <a:pt x="56" y="25"/>
                      <a:pt x="56" y="25"/>
                    </a:cubicBezTo>
                    <a:cubicBezTo>
                      <a:pt x="55" y="21"/>
                      <a:pt x="54" y="18"/>
                      <a:pt x="52" y="15"/>
                    </a:cubicBezTo>
                    <a:cubicBezTo>
                      <a:pt x="55" y="12"/>
                      <a:pt x="55" y="12"/>
                      <a:pt x="55" y="12"/>
                    </a:cubicBezTo>
                    <a:cubicBezTo>
                      <a:pt x="48" y="5"/>
                      <a:pt x="48" y="5"/>
                      <a:pt x="48" y="5"/>
                    </a:cubicBezTo>
                    <a:cubicBezTo>
                      <a:pt x="45" y="8"/>
                      <a:pt x="45" y="8"/>
                      <a:pt x="45" y="8"/>
                    </a:cubicBezTo>
                    <a:cubicBezTo>
                      <a:pt x="42" y="6"/>
                      <a:pt x="39" y="5"/>
                      <a:pt x="35" y="4"/>
                    </a:cubicBezTo>
                    <a:cubicBezTo>
                      <a:pt x="35" y="0"/>
                      <a:pt x="35" y="0"/>
                      <a:pt x="35" y="0"/>
                    </a:cubicBezTo>
                    <a:cubicBezTo>
                      <a:pt x="30" y="0"/>
                      <a:pt x="30" y="0"/>
                      <a:pt x="30" y="0"/>
                    </a:cubicBezTo>
                    <a:cubicBezTo>
                      <a:pt x="30" y="11"/>
                      <a:pt x="30" y="11"/>
                      <a:pt x="30" y="11"/>
                    </a:cubicBezTo>
                    <a:cubicBezTo>
                      <a:pt x="30" y="11"/>
                      <a:pt x="30" y="11"/>
                      <a:pt x="30" y="11"/>
                    </a:cubicBezTo>
                    <a:cubicBezTo>
                      <a:pt x="41" y="11"/>
                      <a:pt x="49" y="19"/>
                      <a:pt x="49" y="30"/>
                    </a:cubicBezTo>
                    <a:cubicBezTo>
                      <a:pt x="49" y="40"/>
                      <a:pt x="41" y="49"/>
                      <a:pt x="30" y="49"/>
                    </a:cubicBezTo>
                    <a:lnTo>
                      <a:pt x="30" y="60"/>
                    </a:lnTo>
                    <a:close/>
                    <a:moveTo>
                      <a:pt x="9" y="45"/>
                    </a:moveTo>
                    <a:cubicBezTo>
                      <a:pt x="6" y="48"/>
                      <a:pt x="6" y="48"/>
                      <a:pt x="6" y="48"/>
                    </a:cubicBezTo>
                    <a:cubicBezTo>
                      <a:pt x="12" y="54"/>
                      <a:pt x="12" y="54"/>
                      <a:pt x="12" y="54"/>
                    </a:cubicBezTo>
                    <a:cubicBezTo>
                      <a:pt x="15" y="51"/>
                      <a:pt x="15" y="51"/>
                      <a:pt x="15" y="51"/>
                    </a:cubicBezTo>
                    <a:cubicBezTo>
                      <a:pt x="18" y="53"/>
                      <a:pt x="22" y="55"/>
                      <a:pt x="25" y="55"/>
                    </a:cubicBezTo>
                    <a:cubicBezTo>
                      <a:pt x="25" y="60"/>
                      <a:pt x="25" y="60"/>
                      <a:pt x="25" y="60"/>
                    </a:cubicBezTo>
                    <a:cubicBezTo>
                      <a:pt x="30" y="60"/>
                      <a:pt x="30" y="60"/>
                      <a:pt x="30" y="60"/>
                    </a:cubicBezTo>
                    <a:cubicBezTo>
                      <a:pt x="30" y="49"/>
                      <a:pt x="30" y="49"/>
                      <a:pt x="30" y="49"/>
                    </a:cubicBezTo>
                    <a:cubicBezTo>
                      <a:pt x="20" y="49"/>
                      <a:pt x="11" y="40"/>
                      <a:pt x="11" y="30"/>
                    </a:cubicBezTo>
                    <a:cubicBezTo>
                      <a:pt x="11" y="19"/>
                      <a:pt x="20" y="11"/>
                      <a:pt x="30" y="11"/>
                    </a:cubicBezTo>
                    <a:cubicBezTo>
                      <a:pt x="30" y="0"/>
                      <a:pt x="30" y="0"/>
                      <a:pt x="30" y="0"/>
                    </a:cubicBezTo>
                    <a:cubicBezTo>
                      <a:pt x="25" y="0"/>
                      <a:pt x="25" y="0"/>
                      <a:pt x="25" y="0"/>
                    </a:cubicBezTo>
                    <a:cubicBezTo>
                      <a:pt x="25" y="4"/>
                      <a:pt x="25" y="4"/>
                      <a:pt x="25" y="4"/>
                    </a:cubicBezTo>
                    <a:cubicBezTo>
                      <a:pt x="22" y="5"/>
                      <a:pt x="18" y="6"/>
                      <a:pt x="15" y="8"/>
                    </a:cubicBezTo>
                    <a:cubicBezTo>
                      <a:pt x="12" y="5"/>
                      <a:pt x="12" y="5"/>
                      <a:pt x="12" y="5"/>
                    </a:cubicBezTo>
                    <a:cubicBezTo>
                      <a:pt x="6" y="12"/>
                      <a:pt x="6" y="12"/>
                      <a:pt x="6" y="12"/>
                    </a:cubicBezTo>
                    <a:cubicBezTo>
                      <a:pt x="9" y="15"/>
                      <a:pt x="9" y="15"/>
                      <a:pt x="9" y="15"/>
                    </a:cubicBezTo>
                    <a:cubicBezTo>
                      <a:pt x="7" y="18"/>
                      <a:pt x="5" y="21"/>
                      <a:pt x="5" y="25"/>
                    </a:cubicBezTo>
                    <a:cubicBezTo>
                      <a:pt x="0" y="25"/>
                      <a:pt x="0" y="25"/>
                      <a:pt x="0" y="25"/>
                    </a:cubicBezTo>
                    <a:cubicBezTo>
                      <a:pt x="0" y="35"/>
                      <a:pt x="0" y="35"/>
                      <a:pt x="0" y="35"/>
                    </a:cubicBezTo>
                    <a:cubicBezTo>
                      <a:pt x="5" y="35"/>
                      <a:pt x="5" y="35"/>
                      <a:pt x="5" y="35"/>
                    </a:cubicBezTo>
                    <a:cubicBezTo>
                      <a:pt x="5" y="38"/>
                      <a:pt x="7" y="42"/>
                      <a:pt x="9" y="45"/>
                    </a:cubicBezTo>
                    <a:close/>
                    <a:moveTo>
                      <a:pt x="30" y="11"/>
                    </a:moveTo>
                    <a:cubicBezTo>
                      <a:pt x="30" y="11"/>
                      <a:pt x="30" y="11"/>
                      <a:pt x="30"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6" name="Rectangle 265"/>
              <p:cNvSpPr>
                <a:spLocks noChangeArrowheads="1"/>
              </p:cNvSpPr>
              <p:nvPr/>
            </p:nvSpPr>
            <p:spPr bwMode="auto">
              <a:xfrm>
                <a:off x="-2805113" y="2324100"/>
                <a:ext cx="263525"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7" name="Freeform 266"/>
              <p:cNvSpPr>
                <a:spLocks noEditPoints="1"/>
              </p:cNvSpPr>
              <p:nvPr/>
            </p:nvSpPr>
            <p:spPr bwMode="auto">
              <a:xfrm>
                <a:off x="-2805113" y="2384425"/>
                <a:ext cx="263525" cy="104775"/>
              </a:xfrm>
              <a:custGeom>
                <a:avLst/>
                <a:gdLst>
                  <a:gd name="T0" fmla="*/ 140 w 166"/>
                  <a:gd name="T1" fmla="*/ 66 h 66"/>
                  <a:gd name="T2" fmla="*/ 166 w 166"/>
                  <a:gd name="T3" fmla="*/ 66 h 66"/>
                  <a:gd name="T4" fmla="*/ 166 w 166"/>
                  <a:gd name="T5" fmla="*/ 0 h 66"/>
                  <a:gd name="T6" fmla="*/ 140 w 166"/>
                  <a:gd name="T7" fmla="*/ 0 h 66"/>
                  <a:gd name="T8" fmla="*/ 140 w 166"/>
                  <a:gd name="T9" fmla="*/ 33 h 66"/>
                  <a:gd name="T10" fmla="*/ 140 w 166"/>
                  <a:gd name="T11" fmla="*/ 33 h 66"/>
                  <a:gd name="T12" fmla="*/ 152 w 166"/>
                  <a:gd name="T13" fmla="*/ 45 h 66"/>
                  <a:gd name="T14" fmla="*/ 140 w 166"/>
                  <a:gd name="T15" fmla="*/ 57 h 66"/>
                  <a:gd name="T16" fmla="*/ 140 w 166"/>
                  <a:gd name="T17" fmla="*/ 66 h 66"/>
                  <a:gd name="T18" fmla="*/ 0 w 166"/>
                  <a:gd name="T19" fmla="*/ 66 h 66"/>
                  <a:gd name="T20" fmla="*/ 140 w 166"/>
                  <a:gd name="T21" fmla="*/ 66 h 66"/>
                  <a:gd name="T22" fmla="*/ 140 w 166"/>
                  <a:gd name="T23" fmla="*/ 57 h 66"/>
                  <a:gd name="T24" fmla="*/ 128 w 166"/>
                  <a:gd name="T25" fmla="*/ 45 h 66"/>
                  <a:gd name="T26" fmla="*/ 140 w 166"/>
                  <a:gd name="T27" fmla="*/ 33 h 66"/>
                  <a:gd name="T28" fmla="*/ 140 w 166"/>
                  <a:gd name="T29" fmla="*/ 0 h 66"/>
                  <a:gd name="T30" fmla="*/ 0 w 166"/>
                  <a:gd name="T31" fmla="*/ 0 h 66"/>
                  <a:gd name="T32" fmla="*/ 0 w 166"/>
                  <a:gd name="T33" fmla="*/ 66 h 66"/>
                  <a:gd name="T34" fmla="*/ 0 w 166"/>
                  <a:gd name="T35" fmla="*/ 66 h 66"/>
                  <a:gd name="T36" fmla="*/ 140 w 166"/>
                  <a:gd name="T37" fmla="*/ 33 h 66"/>
                  <a:gd name="T38" fmla="*/ 140 w 166"/>
                  <a:gd name="T3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6" h="66">
                    <a:moveTo>
                      <a:pt x="140" y="66"/>
                    </a:moveTo>
                    <a:lnTo>
                      <a:pt x="166" y="66"/>
                    </a:lnTo>
                    <a:lnTo>
                      <a:pt x="166" y="0"/>
                    </a:lnTo>
                    <a:lnTo>
                      <a:pt x="140" y="0"/>
                    </a:lnTo>
                    <a:lnTo>
                      <a:pt x="140" y="33"/>
                    </a:lnTo>
                    <a:lnTo>
                      <a:pt x="140" y="33"/>
                    </a:lnTo>
                    <a:lnTo>
                      <a:pt x="152" y="45"/>
                    </a:lnTo>
                    <a:lnTo>
                      <a:pt x="140" y="57"/>
                    </a:lnTo>
                    <a:lnTo>
                      <a:pt x="140" y="66"/>
                    </a:lnTo>
                    <a:close/>
                    <a:moveTo>
                      <a:pt x="0" y="66"/>
                    </a:moveTo>
                    <a:lnTo>
                      <a:pt x="140" y="66"/>
                    </a:lnTo>
                    <a:lnTo>
                      <a:pt x="140" y="57"/>
                    </a:lnTo>
                    <a:lnTo>
                      <a:pt x="128" y="45"/>
                    </a:lnTo>
                    <a:lnTo>
                      <a:pt x="140" y="33"/>
                    </a:lnTo>
                    <a:lnTo>
                      <a:pt x="140" y="0"/>
                    </a:lnTo>
                    <a:lnTo>
                      <a:pt x="0" y="0"/>
                    </a:lnTo>
                    <a:lnTo>
                      <a:pt x="0" y="66"/>
                    </a:lnTo>
                    <a:lnTo>
                      <a:pt x="0" y="66"/>
                    </a:lnTo>
                    <a:close/>
                    <a:moveTo>
                      <a:pt x="140" y="33"/>
                    </a:moveTo>
                    <a:lnTo>
                      <a:pt x="14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8" name="Freeform 267"/>
              <p:cNvSpPr>
                <a:spLocks noEditPoints="1"/>
              </p:cNvSpPr>
              <p:nvPr/>
            </p:nvSpPr>
            <p:spPr bwMode="auto">
              <a:xfrm>
                <a:off x="-2805113" y="2384425"/>
                <a:ext cx="263525" cy="104775"/>
              </a:xfrm>
              <a:custGeom>
                <a:avLst/>
                <a:gdLst>
                  <a:gd name="T0" fmla="*/ 140 w 166"/>
                  <a:gd name="T1" fmla="*/ 66 h 66"/>
                  <a:gd name="T2" fmla="*/ 166 w 166"/>
                  <a:gd name="T3" fmla="*/ 66 h 66"/>
                  <a:gd name="T4" fmla="*/ 166 w 166"/>
                  <a:gd name="T5" fmla="*/ 0 h 66"/>
                  <a:gd name="T6" fmla="*/ 140 w 166"/>
                  <a:gd name="T7" fmla="*/ 0 h 66"/>
                  <a:gd name="T8" fmla="*/ 140 w 166"/>
                  <a:gd name="T9" fmla="*/ 33 h 66"/>
                  <a:gd name="T10" fmla="*/ 140 w 166"/>
                  <a:gd name="T11" fmla="*/ 33 h 66"/>
                  <a:gd name="T12" fmla="*/ 152 w 166"/>
                  <a:gd name="T13" fmla="*/ 45 h 66"/>
                  <a:gd name="T14" fmla="*/ 140 w 166"/>
                  <a:gd name="T15" fmla="*/ 57 h 66"/>
                  <a:gd name="T16" fmla="*/ 140 w 166"/>
                  <a:gd name="T17" fmla="*/ 66 h 66"/>
                  <a:gd name="T18" fmla="*/ 0 w 166"/>
                  <a:gd name="T19" fmla="*/ 66 h 66"/>
                  <a:gd name="T20" fmla="*/ 140 w 166"/>
                  <a:gd name="T21" fmla="*/ 66 h 66"/>
                  <a:gd name="T22" fmla="*/ 140 w 166"/>
                  <a:gd name="T23" fmla="*/ 57 h 66"/>
                  <a:gd name="T24" fmla="*/ 128 w 166"/>
                  <a:gd name="T25" fmla="*/ 45 h 66"/>
                  <a:gd name="T26" fmla="*/ 140 w 166"/>
                  <a:gd name="T27" fmla="*/ 33 h 66"/>
                  <a:gd name="T28" fmla="*/ 140 w 166"/>
                  <a:gd name="T29" fmla="*/ 0 h 66"/>
                  <a:gd name="T30" fmla="*/ 0 w 166"/>
                  <a:gd name="T31" fmla="*/ 0 h 66"/>
                  <a:gd name="T32" fmla="*/ 0 w 166"/>
                  <a:gd name="T33" fmla="*/ 66 h 66"/>
                  <a:gd name="T34" fmla="*/ 0 w 166"/>
                  <a:gd name="T35" fmla="*/ 66 h 66"/>
                  <a:gd name="T36" fmla="*/ 140 w 166"/>
                  <a:gd name="T37" fmla="*/ 33 h 66"/>
                  <a:gd name="T38" fmla="*/ 140 w 166"/>
                  <a:gd name="T3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6" h="66">
                    <a:moveTo>
                      <a:pt x="140" y="66"/>
                    </a:moveTo>
                    <a:lnTo>
                      <a:pt x="166" y="66"/>
                    </a:lnTo>
                    <a:lnTo>
                      <a:pt x="166" y="0"/>
                    </a:lnTo>
                    <a:lnTo>
                      <a:pt x="140" y="0"/>
                    </a:lnTo>
                    <a:lnTo>
                      <a:pt x="140" y="33"/>
                    </a:lnTo>
                    <a:lnTo>
                      <a:pt x="140" y="33"/>
                    </a:lnTo>
                    <a:lnTo>
                      <a:pt x="152" y="45"/>
                    </a:lnTo>
                    <a:lnTo>
                      <a:pt x="140" y="57"/>
                    </a:lnTo>
                    <a:lnTo>
                      <a:pt x="140" y="66"/>
                    </a:lnTo>
                    <a:moveTo>
                      <a:pt x="0" y="66"/>
                    </a:moveTo>
                    <a:lnTo>
                      <a:pt x="140" y="66"/>
                    </a:lnTo>
                    <a:lnTo>
                      <a:pt x="140" y="57"/>
                    </a:lnTo>
                    <a:lnTo>
                      <a:pt x="128" y="45"/>
                    </a:lnTo>
                    <a:lnTo>
                      <a:pt x="140" y="33"/>
                    </a:lnTo>
                    <a:lnTo>
                      <a:pt x="140" y="0"/>
                    </a:lnTo>
                    <a:lnTo>
                      <a:pt x="0" y="0"/>
                    </a:lnTo>
                    <a:lnTo>
                      <a:pt x="0" y="66"/>
                    </a:lnTo>
                    <a:lnTo>
                      <a:pt x="0" y="66"/>
                    </a:lnTo>
                    <a:moveTo>
                      <a:pt x="140" y="33"/>
                    </a:moveTo>
                    <a:lnTo>
                      <a:pt x="140" y="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grpSp>
        <p:grpSp>
          <p:nvGrpSpPr>
            <p:cNvPr id="17" name="Group 18"/>
            <p:cNvGrpSpPr>
              <a:grpSpLocks noChangeAspect="1"/>
            </p:cNvGrpSpPr>
            <p:nvPr/>
          </p:nvGrpSpPr>
          <p:grpSpPr>
            <a:xfrm flipH="1">
              <a:off x="1304746" y="2227041"/>
              <a:ext cx="2942450" cy="4115690"/>
              <a:chOff x="-7085012" y="-420688"/>
              <a:chExt cx="6362699" cy="9439276"/>
            </a:xfrm>
            <a:solidFill>
              <a:schemeClr val="bg1">
                <a:lumMod val="65000"/>
              </a:schemeClr>
            </a:solidFill>
          </p:grpSpPr>
          <p:sp>
            <p:nvSpPr>
              <p:cNvPr id="21" name="Freeform 271"/>
              <p:cNvSpPr>
                <a:spLocks/>
              </p:cNvSpPr>
              <p:nvPr/>
            </p:nvSpPr>
            <p:spPr bwMode="auto">
              <a:xfrm>
                <a:off x="-4905375" y="-222250"/>
                <a:ext cx="619125" cy="461963"/>
              </a:xfrm>
              <a:custGeom>
                <a:avLst/>
                <a:gdLst>
                  <a:gd name="T0" fmla="*/ 82 w 165"/>
                  <a:gd name="T1" fmla="*/ 0 h 123"/>
                  <a:gd name="T2" fmla="*/ 0 w 165"/>
                  <a:gd name="T3" fmla="*/ 83 h 123"/>
                  <a:gd name="T4" fmla="*/ 10 w 165"/>
                  <a:gd name="T5" fmla="*/ 122 h 123"/>
                  <a:gd name="T6" fmla="*/ 10 w 165"/>
                  <a:gd name="T7" fmla="*/ 100 h 123"/>
                  <a:gd name="T8" fmla="*/ 14 w 165"/>
                  <a:gd name="T9" fmla="*/ 89 h 123"/>
                  <a:gd name="T10" fmla="*/ 13 w 165"/>
                  <a:gd name="T11" fmla="*/ 83 h 123"/>
                  <a:gd name="T12" fmla="*/ 82 w 165"/>
                  <a:gd name="T13" fmla="*/ 13 h 123"/>
                  <a:gd name="T14" fmla="*/ 151 w 165"/>
                  <a:gd name="T15" fmla="*/ 83 h 123"/>
                  <a:gd name="T16" fmla="*/ 151 w 165"/>
                  <a:gd name="T17" fmla="*/ 90 h 123"/>
                  <a:gd name="T18" fmla="*/ 155 w 165"/>
                  <a:gd name="T19" fmla="*/ 100 h 123"/>
                  <a:gd name="T20" fmla="*/ 155 w 165"/>
                  <a:gd name="T21" fmla="*/ 123 h 123"/>
                  <a:gd name="T22" fmla="*/ 165 w 165"/>
                  <a:gd name="T23" fmla="*/ 83 h 123"/>
                  <a:gd name="T24" fmla="*/ 82 w 165"/>
                  <a:gd name="T2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123">
                    <a:moveTo>
                      <a:pt x="82" y="0"/>
                    </a:moveTo>
                    <a:cubicBezTo>
                      <a:pt x="37" y="0"/>
                      <a:pt x="0" y="37"/>
                      <a:pt x="0" y="83"/>
                    </a:cubicBezTo>
                    <a:cubicBezTo>
                      <a:pt x="0" y="96"/>
                      <a:pt x="3" y="110"/>
                      <a:pt x="10" y="122"/>
                    </a:cubicBezTo>
                    <a:cubicBezTo>
                      <a:pt x="10" y="100"/>
                      <a:pt x="10" y="100"/>
                      <a:pt x="10" y="100"/>
                    </a:cubicBezTo>
                    <a:cubicBezTo>
                      <a:pt x="10" y="96"/>
                      <a:pt x="11" y="92"/>
                      <a:pt x="14" y="89"/>
                    </a:cubicBezTo>
                    <a:cubicBezTo>
                      <a:pt x="14" y="87"/>
                      <a:pt x="13" y="85"/>
                      <a:pt x="13" y="83"/>
                    </a:cubicBezTo>
                    <a:cubicBezTo>
                      <a:pt x="13" y="45"/>
                      <a:pt x="44" y="13"/>
                      <a:pt x="82" y="13"/>
                    </a:cubicBezTo>
                    <a:cubicBezTo>
                      <a:pt x="120" y="13"/>
                      <a:pt x="151" y="45"/>
                      <a:pt x="151" y="83"/>
                    </a:cubicBezTo>
                    <a:cubicBezTo>
                      <a:pt x="151" y="85"/>
                      <a:pt x="151" y="88"/>
                      <a:pt x="151" y="90"/>
                    </a:cubicBezTo>
                    <a:cubicBezTo>
                      <a:pt x="153" y="93"/>
                      <a:pt x="155" y="97"/>
                      <a:pt x="155" y="100"/>
                    </a:cubicBezTo>
                    <a:cubicBezTo>
                      <a:pt x="155" y="123"/>
                      <a:pt x="155" y="123"/>
                      <a:pt x="155" y="123"/>
                    </a:cubicBezTo>
                    <a:cubicBezTo>
                      <a:pt x="161" y="111"/>
                      <a:pt x="165" y="97"/>
                      <a:pt x="165" y="83"/>
                    </a:cubicBezTo>
                    <a:cubicBezTo>
                      <a:pt x="165" y="37"/>
                      <a:pt x="128" y="0"/>
                      <a:pt x="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 name="Freeform 272"/>
              <p:cNvSpPr>
                <a:spLocks/>
              </p:cNvSpPr>
              <p:nvPr/>
            </p:nvSpPr>
            <p:spPr bwMode="auto">
              <a:xfrm>
                <a:off x="-4852988" y="90487"/>
                <a:ext cx="138112" cy="247650"/>
              </a:xfrm>
              <a:custGeom>
                <a:avLst/>
                <a:gdLst>
                  <a:gd name="T0" fmla="*/ 1 w 37"/>
                  <a:gd name="T1" fmla="*/ 14 h 66"/>
                  <a:gd name="T2" fmla="*/ 0 w 37"/>
                  <a:gd name="T3" fmla="*/ 17 h 66"/>
                  <a:gd name="T4" fmla="*/ 0 w 37"/>
                  <a:gd name="T5" fmla="*/ 38 h 66"/>
                  <a:gd name="T6" fmla="*/ 0 w 37"/>
                  <a:gd name="T7" fmla="*/ 48 h 66"/>
                  <a:gd name="T8" fmla="*/ 26 w 37"/>
                  <a:gd name="T9" fmla="*/ 66 h 66"/>
                  <a:gd name="T10" fmla="*/ 37 w 37"/>
                  <a:gd name="T11" fmla="*/ 66 h 66"/>
                  <a:gd name="T12" fmla="*/ 37 w 37"/>
                  <a:gd name="T13" fmla="*/ 0 h 66"/>
                  <a:gd name="T14" fmla="*/ 26 w 37"/>
                  <a:gd name="T15" fmla="*/ 0 h 66"/>
                  <a:gd name="T16" fmla="*/ 1 w 37"/>
                  <a:gd name="T17" fmla="*/ 1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66">
                    <a:moveTo>
                      <a:pt x="1" y="14"/>
                    </a:moveTo>
                    <a:cubicBezTo>
                      <a:pt x="1" y="15"/>
                      <a:pt x="0" y="16"/>
                      <a:pt x="0" y="17"/>
                    </a:cubicBezTo>
                    <a:cubicBezTo>
                      <a:pt x="0" y="38"/>
                      <a:pt x="0" y="38"/>
                      <a:pt x="0" y="38"/>
                    </a:cubicBezTo>
                    <a:cubicBezTo>
                      <a:pt x="0" y="48"/>
                      <a:pt x="0" y="48"/>
                      <a:pt x="0" y="48"/>
                    </a:cubicBezTo>
                    <a:cubicBezTo>
                      <a:pt x="0" y="58"/>
                      <a:pt x="12" y="66"/>
                      <a:pt x="26" y="66"/>
                    </a:cubicBezTo>
                    <a:cubicBezTo>
                      <a:pt x="37" y="66"/>
                      <a:pt x="37" y="66"/>
                      <a:pt x="37" y="66"/>
                    </a:cubicBezTo>
                    <a:cubicBezTo>
                      <a:pt x="37" y="0"/>
                      <a:pt x="37" y="0"/>
                      <a:pt x="37" y="0"/>
                    </a:cubicBezTo>
                    <a:cubicBezTo>
                      <a:pt x="26" y="0"/>
                      <a:pt x="26" y="0"/>
                      <a:pt x="26" y="0"/>
                    </a:cubicBezTo>
                    <a:cubicBezTo>
                      <a:pt x="14" y="0"/>
                      <a:pt x="3" y="6"/>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 name="Freeform 273"/>
              <p:cNvSpPr>
                <a:spLocks/>
              </p:cNvSpPr>
              <p:nvPr/>
            </p:nvSpPr>
            <p:spPr bwMode="auto">
              <a:xfrm>
                <a:off x="-4478338" y="90487"/>
                <a:ext cx="134937" cy="247650"/>
              </a:xfrm>
              <a:custGeom>
                <a:avLst/>
                <a:gdLst>
                  <a:gd name="T0" fmla="*/ 36 w 36"/>
                  <a:gd name="T1" fmla="*/ 48 h 66"/>
                  <a:gd name="T2" fmla="*/ 36 w 36"/>
                  <a:gd name="T3" fmla="*/ 38 h 66"/>
                  <a:gd name="T4" fmla="*/ 36 w 36"/>
                  <a:gd name="T5" fmla="*/ 17 h 66"/>
                  <a:gd name="T6" fmla="*/ 36 w 36"/>
                  <a:gd name="T7" fmla="*/ 15 h 66"/>
                  <a:gd name="T8" fmla="*/ 10 w 36"/>
                  <a:gd name="T9" fmla="*/ 0 h 66"/>
                  <a:gd name="T10" fmla="*/ 0 w 36"/>
                  <a:gd name="T11" fmla="*/ 0 h 66"/>
                  <a:gd name="T12" fmla="*/ 0 w 36"/>
                  <a:gd name="T13" fmla="*/ 66 h 66"/>
                  <a:gd name="T14" fmla="*/ 10 w 36"/>
                  <a:gd name="T15" fmla="*/ 66 h 66"/>
                  <a:gd name="T16" fmla="*/ 36 w 36"/>
                  <a:gd name="T17" fmla="*/ 4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66">
                    <a:moveTo>
                      <a:pt x="36" y="48"/>
                    </a:moveTo>
                    <a:cubicBezTo>
                      <a:pt x="36" y="38"/>
                      <a:pt x="36" y="38"/>
                      <a:pt x="36" y="38"/>
                    </a:cubicBezTo>
                    <a:cubicBezTo>
                      <a:pt x="36" y="17"/>
                      <a:pt x="36" y="17"/>
                      <a:pt x="36" y="17"/>
                    </a:cubicBezTo>
                    <a:cubicBezTo>
                      <a:pt x="36" y="17"/>
                      <a:pt x="36" y="16"/>
                      <a:pt x="36" y="15"/>
                    </a:cubicBezTo>
                    <a:cubicBezTo>
                      <a:pt x="34" y="7"/>
                      <a:pt x="23" y="0"/>
                      <a:pt x="10" y="0"/>
                    </a:cubicBezTo>
                    <a:cubicBezTo>
                      <a:pt x="0" y="0"/>
                      <a:pt x="0" y="0"/>
                      <a:pt x="0" y="0"/>
                    </a:cubicBezTo>
                    <a:cubicBezTo>
                      <a:pt x="0" y="66"/>
                      <a:pt x="0" y="66"/>
                      <a:pt x="0" y="66"/>
                    </a:cubicBezTo>
                    <a:cubicBezTo>
                      <a:pt x="10" y="66"/>
                      <a:pt x="10" y="66"/>
                      <a:pt x="10" y="66"/>
                    </a:cubicBezTo>
                    <a:cubicBezTo>
                      <a:pt x="25" y="66"/>
                      <a:pt x="36" y="58"/>
                      <a:pt x="3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 name="Freeform 274"/>
              <p:cNvSpPr>
                <a:spLocks noEditPoints="1"/>
              </p:cNvSpPr>
              <p:nvPr/>
            </p:nvSpPr>
            <p:spPr bwMode="auto">
              <a:xfrm>
                <a:off x="-6126163" y="1309687"/>
                <a:ext cx="514350" cy="511175"/>
              </a:xfrm>
              <a:custGeom>
                <a:avLst/>
                <a:gdLst>
                  <a:gd name="T0" fmla="*/ 137 w 137"/>
                  <a:gd name="T1" fmla="*/ 68 h 136"/>
                  <a:gd name="T2" fmla="*/ 122 w 137"/>
                  <a:gd name="T3" fmla="*/ 64 h 136"/>
                  <a:gd name="T4" fmla="*/ 131 w 137"/>
                  <a:gd name="T5" fmla="*/ 64 h 136"/>
                  <a:gd name="T6" fmla="*/ 122 w 137"/>
                  <a:gd name="T7" fmla="*/ 72 h 136"/>
                  <a:gd name="T8" fmla="*/ 106 w 137"/>
                  <a:gd name="T9" fmla="*/ 125 h 136"/>
                  <a:gd name="T10" fmla="*/ 122 w 137"/>
                  <a:gd name="T11" fmla="*/ 72 h 136"/>
                  <a:gd name="T12" fmla="*/ 113 w 137"/>
                  <a:gd name="T13" fmla="*/ 64 h 136"/>
                  <a:gd name="T14" fmla="*/ 122 w 137"/>
                  <a:gd name="T15" fmla="*/ 25 h 136"/>
                  <a:gd name="T16" fmla="*/ 106 w 137"/>
                  <a:gd name="T17" fmla="*/ 25 h 136"/>
                  <a:gd name="T18" fmla="*/ 110 w 137"/>
                  <a:gd name="T19" fmla="*/ 21 h 136"/>
                  <a:gd name="T20" fmla="*/ 106 w 137"/>
                  <a:gd name="T21" fmla="*/ 36 h 136"/>
                  <a:gd name="T22" fmla="*/ 115 w 137"/>
                  <a:gd name="T23" fmla="*/ 109 h 136"/>
                  <a:gd name="T24" fmla="*/ 106 w 137"/>
                  <a:gd name="T25" fmla="*/ 111 h 136"/>
                  <a:gd name="T26" fmla="*/ 68 w 137"/>
                  <a:gd name="T27" fmla="*/ 136 h 136"/>
                  <a:gd name="T28" fmla="*/ 106 w 137"/>
                  <a:gd name="T29" fmla="*/ 111 h 136"/>
                  <a:gd name="T30" fmla="*/ 102 w 137"/>
                  <a:gd name="T31" fmla="*/ 97 h 136"/>
                  <a:gd name="T32" fmla="*/ 106 w 137"/>
                  <a:gd name="T33" fmla="*/ 100 h 136"/>
                  <a:gd name="T34" fmla="*/ 102 w 137"/>
                  <a:gd name="T35" fmla="*/ 39 h 136"/>
                  <a:gd name="T36" fmla="*/ 106 w 137"/>
                  <a:gd name="T37" fmla="*/ 25 h 136"/>
                  <a:gd name="T38" fmla="*/ 68 w 137"/>
                  <a:gd name="T39" fmla="*/ 0 h 136"/>
                  <a:gd name="T40" fmla="*/ 68 w 137"/>
                  <a:gd name="T41" fmla="*/ 5 h 136"/>
                  <a:gd name="T42" fmla="*/ 72 w 137"/>
                  <a:gd name="T43" fmla="*/ 24 h 136"/>
                  <a:gd name="T44" fmla="*/ 68 w 137"/>
                  <a:gd name="T45" fmla="*/ 63 h 136"/>
                  <a:gd name="T46" fmla="*/ 90 w 137"/>
                  <a:gd name="T47" fmla="*/ 42 h 136"/>
                  <a:gd name="T48" fmla="*/ 69 w 137"/>
                  <a:gd name="T49" fmla="*/ 74 h 136"/>
                  <a:gd name="T50" fmla="*/ 68 w 137"/>
                  <a:gd name="T51" fmla="*/ 112 h 136"/>
                  <a:gd name="T52" fmla="*/ 72 w 137"/>
                  <a:gd name="T53" fmla="*/ 131 h 136"/>
                  <a:gd name="T54" fmla="*/ 68 w 137"/>
                  <a:gd name="T55" fmla="*/ 131 h 136"/>
                  <a:gd name="T56" fmla="*/ 68 w 137"/>
                  <a:gd name="T57" fmla="*/ 0 h 136"/>
                  <a:gd name="T58" fmla="*/ 30 w 137"/>
                  <a:gd name="T59" fmla="*/ 25 h 136"/>
                  <a:gd name="T60" fmla="*/ 34 w 137"/>
                  <a:gd name="T61" fmla="*/ 39 h 136"/>
                  <a:gd name="T62" fmla="*/ 30 w 137"/>
                  <a:gd name="T63" fmla="*/ 100 h 136"/>
                  <a:gd name="T64" fmla="*/ 40 w 137"/>
                  <a:gd name="T65" fmla="*/ 102 h 136"/>
                  <a:gd name="T66" fmla="*/ 30 w 137"/>
                  <a:gd name="T67" fmla="*/ 125 h 136"/>
                  <a:gd name="T68" fmla="*/ 68 w 137"/>
                  <a:gd name="T69" fmla="*/ 131 h 136"/>
                  <a:gd name="T70" fmla="*/ 64 w 137"/>
                  <a:gd name="T71" fmla="*/ 112 h 136"/>
                  <a:gd name="T72" fmla="*/ 68 w 137"/>
                  <a:gd name="T73" fmla="*/ 74 h 136"/>
                  <a:gd name="T74" fmla="*/ 57 w 137"/>
                  <a:gd name="T75" fmla="*/ 52 h 136"/>
                  <a:gd name="T76" fmla="*/ 68 w 137"/>
                  <a:gd name="T77" fmla="*/ 63 h 136"/>
                  <a:gd name="T78" fmla="*/ 64 w 137"/>
                  <a:gd name="T79" fmla="*/ 24 h 136"/>
                  <a:gd name="T80" fmla="*/ 64 w 137"/>
                  <a:gd name="T81" fmla="*/ 5 h 136"/>
                  <a:gd name="T82" fmla="*/ 68 w 137"/>
                  <a:gd name="T83" fmla="*/ 0 h 136"/>
                  <a:gd name="T84" fmla="*/ 15 w 137"/>
                  <a:gd name="T85" fmla="*/ 25 h 136"/>
                  <a:gd name="T86" fmla="*/ 24 w 137"/>
                  <a:gd name="T87" fmla="*/ 64 h 136"/>
                  <a:gd name="T88" fmla="*/ 24 w 137"/>
                  <a:gd name="T89" fmla="*/ 72 h 136"/>
                  <a:gd name="T90" fmla="*/ 15 w 137"/>
                  <a:gd name="T91" fmla="*/ 111 h 136"/>
                  <a:gd name="T92" fmla="*/ 30 w 137"/>
                  <a:gd name="T93" fmla="*/ 111 h 136"/>
                  <a:gd name="T94" fmla="*/ 27 w 137"/>
                  <a:gd name="T95" fmla="*/ 115 h 136"/>
                  <a:gd name="T96" fmla="*/ 30 w 137"/>
                  <a:gd name="T97" fmla="*/ 100 h 136"/>
                  <a:gd name="T98" fmla="*/ 21 w 137"/>
                  <a:gd name="T99" fmla="*/ 27 h 136"/>
                  <a:gd name="T100" fmla="*/ 27 w 137"/>
                  <a:gd name="T101" fmla="*/ 21 h 136"/>
                  <a:gd name="T102" fmla="*/ 30 w 137"/>
                  <a:gd name="T103" fmla="*/ 11 h 136"/>
                  <a:gd name="T104" fmla="*/ 0 w 137"/>
                  <a:gd name="T105" fmla="*/ 68 h 136"/>
                  <a:gd name="T106" fmla="*/ 15 w 137"/>
                  <a:gd name="T107" fmla="*/ 72 h 136"/>
                  <a:gd name="T108" fmla="*/ 6 w 137"/>
                  <a:gd name="T109" fmla="*/ 64 h 136"/>
                  <a:gd name="T110" fmla="*/ 15 w 137"/>
                  <a:gd name="T111" fmla="*/ 2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7" h="136">
                    <a:moveTo>
                      <a:pt x="122" y="111"/>
                    </a:moveTo>
                    <a:cubicBezTo>
                      <a:pt x="131" y="99"/>
                      <a:pt x="137" y="84"/>
                      <a:pt x="137" y="68"/>
                    </a:cubicBezTo>
                    <a:cubicBezTo>
                      <a:pt x="137" y="52"/>
                      <a:pt x="131" y="37"/>
                      <a:pt x="122" y="25"/>
                    </a:cubicBezTo>
                    <a:cubicBezTo>
                      <a:pt x="122" y="64"/>
                      <a:pt x="122" y="64"/>
                      <a:pt x="122" y="64"/>
                    </a:cubicBezTo>
                    <a:cubicBezTo>
                      <a:pt x="131" y="64"/>
                      <a:pt x="131" y="64"/>
                      <a:pt x="131" y="64"/>
                    </a:cubicBezTo>
                    <a:cubicBezTo>
                      <a:pt x="131" y="64"/>
                      <a:pt x="131" y="64"/>
                      <a:pt x="131" y="64"/>
                    </a:cubicBezTo>
                    <a:cubicBezTo>
                      <a:pt x="131" y="72"/>
                      <a:pt x="131" y="72"/>
                      <a:pt x="131" y="72"/>
                    </a:cubicBezTo>
                    <a:cubicBezTo>
                      <a:pt x="122" y="72"/>
                      <a:pt x="122" y="72"/>
                      <a:pt x="122" y="72"/>
                    </a:cubicBezTo>
                    <a:lnTo>
                      <a:pt x="122" y="111"/>
                    </a:lnTo>
                    <a:close/>
                    <a:moveTo>
                      <a:pt x="106" y="125"/>
                    </a:moveTo>
                    <a:cubicBezTo>
                      <a:pt x="112" y="121"/>
                      <a:pt x="117" y="116"/>
                      <a:pt x="122" y="111"/>
                    </a:cubicBezTo>
                    <a:cubicBezTo>
                      <a:pt x="122" y="72"/>
                      <a:pt x="122" y="72"/>
                      <a:pt x="122" y="72"/>
                    </a:cubicBezTo>
                    <a:cubicBezTo>
                      <a:pt x="113" y="72"/>
                      <a:pt x="113" y="72"/>
                      <a:pt x="113" y="72"/>
                    </a:cubicBezTo>
                    <a:cubicBezTo>
                      <a:pt x="113" y="64"/>
                      <a:pt x="113" y="64"/>
                      <a:pt x="113" y="64"/>
                    </a:cubicBezTo>
                    <a:cubicBezTo>
                      <a:pt x="122" y="64"/>
                      <a:pt x="122" y="64"/>
                      <a:pt x="122" y="64"/>
                    </a:cubicBezTo>
                    <a:cubicBezTo>
                      <a:pt x="122" y="25"/>
                      <a:pt x="122" y="25"/>
                      <a:pt x="122" y="25"/>
                    </a:cubicBezTo>
                    <a:cubicBezTo>
                      <a:pt x="117" y="20"/>
                      <a:pt x="112" y="15"/>
                      <a:pt x="106" y="11"/>
                    </a:cubicBezTo>
                    <a:cubicBezTo>
                      <a:pt x="106" y="25"/>
                      <a:pt x="106" y="25"/>
                      <a:pt x="106" y="25"/>
                    </a:cubicBezTo>
                    <a:cubicBezTo>
                      <a:pt x="110" y="21"/>
                      <a:pt x="110" y="21"/>
                      <a:pt x="110" y="21"/>
                    </a:cubicBezTo>
                    <a:cubicBezTo>
                      <a:pt x="110" y="21"/>
                      <a:pt x="110" y="21"/>
                      <a:pt x="110" y="21"/>
                    </a:cubicBezTo>
                    <a:cubicBezTo>
                      <a:pt x="115" y="27"/>
                      <a:pt x="115" y="27"/>
                      <a:pt x="115" y="27"/>
                    </a:cubicBezTo>
                    <a:cubicBezTo>
                      <a:pt x="106" y="36"/>
                      <a:pt x="106" y="36"/>
                      <a:pt x="106" y="36"/>
                    </a:cubicBezTo>
                    <a:cubicBezTo>
                      <a:pt x="106" y="100"/>
                      <a:pt x="106" y="100"/>
                      <a:pt x="106" y="100"/>
                    </a:cubicBezTo>
                    <a:cubicBezTo>
                      <a:pt x="115" y="109"/>
                      <a:pt x="115" y="109"/>
                      <a:pt x="115" y="109"/>
                    </a:cubicBezTo>
                    <a:cubicBezTo>
                      <a:pt x="110" y="115"/>
                      <a:pt x="110" y="115"/>
                      <a:pt x="110" y="115"/>
                    </a:cubicBezTo>
                    <a:cubicBezTo>
                      <a:pt x="106" y="111"/>
                      <a:pt x="106" y="111"/>
                      <a:pt x="106" y="111"/>
                    </a:cubicBezTo>
                    <a:lnTo>
                      <a:pt x="106" y="125"/>
                    </a:lnTo>
                    <a:close/>
                    <a:moveTo>
                      <a:pt x="68" y="136"/>
                    </a:moveTo>
                    <a:cubicBezTo>
                      <a:pt x="82" y="136"/>
                      <a:pt x="95" y="132"/>
                      <a:pt x="106" y="125"/>
                    </a:cubicBezTo>
                    <a:cubicBezTo>
                      <a:pt x="106" y="111"/>
                      <a:pt x="106" y="111"/>
                      <a:pt x="106" y="111"/>
                    </a:cubicBezTo>
                    <a:cubicBezTo>
                      <a:pt x="97" y="102"/>
                      <a:pt x="97" y="102"/>
                      <a:pt x="97" y="102"/>
                    </a:cubicBezTo>
                    <a:cubicBezTo>
                      <a:pt x="102" y="97"/>
                      <a:pt x="102" y="97"/>
                      <a:pt x="102" y="97"/>
                    </a:cubicBezTo>
                    <a:cubicBezTo>
                      <a:pt x="102" y="97"/>
                      <a:pt x="102" y="97"/>
                      <a:pt x="102" y="97"/>
                    </a:cubicBezTo>
                    <a:cubicBezTo>
                      <a:pt x="106" y="100"/>
                      <a:pt x="106" y="100"/>
                      <a:pt x="106" y="100"/>
                    </a:cubicBezTo>
                    <a:cubicBezTo>
                      <a:pt x="106" y="36"/>
                      <a:pt x="106" y="36"/>
                      <a:pt x="106" y="36"/>
                    </a:cubicBezTo>
                    <a:cubicBezTo>
                      <a:pt x="102" y="39"/>
                      <a:pt x="102" y="39"/>
                      <a:pt x="102" y="39"/>
                    </a:cubicBezTo>
                    <a:cubicBezTo>
                      <a:pt x="97" y="34"/>
                      <a:pt x="97" y="34"/>
                      <a:pt x="97" y="34"/>
                    </a:cubicBezTo>
                    <a:cubicBezTo>
                      <a:pt x="106" y="25"/>
                      <a:pt x="106" y="25"/>
                      <a:pt x="106" y="25"/>
                    </a:cubicBezTo>
                    <a:cubicBezTo>
                      <a:pt x="106" y="11"/>
                      <a:pt x="106" y="11"/>
                      <a:pt x="106" y="11"/>
                    </a:cubicBezTo>
                    <a:cubicBezTo>
                      <a:pt x="95" y="4"/>
                      <a:pt x="82" y="0"/>
                      <a:pt x="68" y="0"/>
                    </a:cubicBezTo>
                    <a:cubicBezTo>
                      <a:pt x="68" y="0"/>
                      <a:pt x="68" y="0"/>
                      <a:pt x="68" y="0"/>
                    </a:cubicBezTo>
                    <a:cubicBezTo>
                      <a:pt x="68" y="5"/>
                      <a:pt x="68" y="5"/>
                      <a:pt x="68" y="5"/>
                    </a:cubicBezTo>
                    <a:cubicBezTo>
                      <a:pt x="72" y="5"/>
                      <a:pt x="72" y="5"/>
                      <a:pt x="72" y="5"/>
                    </a:cubicBezTo>
                    <a:cubicBezTo>
                      <a:pt x="72" y="24"/>
                      <a:pt x="72" y="24"/>
                      <a:pt x="72" y="24"/>
                    </a:cubicBezTo>
                    <a:cubicBezTo>
                      <a:pt x="68" y="24"/>
                      <a:pt x="68" y="24"/>
                      <a:pt x="68" y="24"/>
                    </a:cubicBezTo>
                    <a:cubicBezTo>
                      <a:pt x="68" y="63"/>
                      <a:pt x="68" y="63"/>
                      <a:pt x="68" y="63"/>
                    </a:cubicBezTo>
                    <a:cubicBezTo>
                      <a:pt x="69" y="63"/>
                      <a:pt x="69" y="63"/>
                      <a:pt x="69" y="63"/>
                    </a:cubicBezTo>
                    <a:cubicBezTo>
                      <a:pt x="90" y="42"/>
                      <a:pt x="90" y="42"/>
                      <a:pt x="90" y="42"/>
                    </a:cubicBezTo>
                    <a:cubicBezTo>
                      <a:pt x="96" y="48"/>
                      <a:pt x="96" y="48"/>
                      <a:pt x="96" y="48"/>
                    </a:cubicBezTo>
                    <a:cubicBezTo>
                      <a:pt x="69" y="74"/>
                      <a:pt x="69" y="74"/>
                      <a:pt x="69" y="74"/>
                    </a:cubicBezTo>
                    <a:cubicBezTo>
                      <a:pt x="68" y="74"/>
                      <a:pt x="68" y="74"/>
                      <a:pt x="68" y="74"/>
                    </a:cubicBezTo>
                    <a:cubicBezTo>
                      <a:pt x="68" y="112"/>
                      <a:pt x="68" y="112"/>
                      <a:pt x="68" y="112"/>
                    </a:cubicBezTo>
                    <a:cubicBezTo>
                      <a:pt x="72" y="112"/>
                      <a:pt x="72" y="112"/>
                      <a:pt x="72" y="112"/>
                    </a:cubicBezTo>
                    <a:cubicBezTo>
                      <a:pt x="72" y="131"/>
                      <a:pt x="72" y="131"/>
                      <a:pt x="72" y="131"/>
                    </a:cubicBezTo>
                    <a:cubicBezTo>
                      <a:pt x="72" y="131"/>
                      <a:pt x="72" y="131"/>
                      <a:pt x="72" y="131"/>
                    </a:cubicBezTo>
                    <a:cubicBezTo>
                      <a:pt x="68" y="131"/>
                      <a:pt x="68" y="131"/>
                      <a:pt x="68" y="131"/>
                    </a:cubicBezTo>
                    <a:cubicBezTo>
                      <a:pt x="68" y="136"/>
                      <a:pt x="68" y="136"/>
                      <a:pt x="68" y="136"/>
                    </a:cubicBezTo>
                    <a:close/>
                    <a:moveTo>
                      <a:pt x="68" y="0"/>
                    </a:moveTo>
                    <a:cubicBezTo>
                      <a:pt x="54" y="0"/>
                      <a:pt x="41" y="4"/>
                      <a:pt x="30" y="11"/>
                    </a:cubicBezTo>
                    <a:cubicBezTo>
                      <a:pt x="30" y="25"/>
                      <a:pt x="30" y="25"/>
                      <a:pt x="30" y="25"/>
                    </a:cubicBezTo>
                    <a:cubicBezTo>
                      <a:pt x="40" y="34"/>
                      <a:pt x="40" y="34"/>
                      <a:pt x="40" y="34"/>
                    </a:cubicBezTo>
                    <a:cubicBezTo>
                      <a:pt x="34" y="39"/>
                      <a:pt x="34" y="39"/>
                      <a:pt x="34" y="39"/>
                    </a:cubicBezTo>
                    <a:cubicBezTo>
                      <a:pt x="30" y="36"/>
                      <a:pt x="30" y="36"/>
                      <a:pt x="30" y="36"/>
                    </a:cubicBezTo>
                    <a:cubicBezTo>
                      <a:pt x="30" y="100"/>
                      <a:pt x="30" y="100"/>
                      <a:pt x="30" y="100"/>
                    </a:cubicBezTo>
                    <a:cubicBezTo>
                      <a:pt x="34" y="97"/>
                      <a:pt x="34" y="97"/>
                      <a:pt x="34" y="97"/>
                    </a:cubicBezTo>
                    <a:cubicBezTo>
                      <a:pt x="40" y="102"/>
                      <a:pt x="40" y="102"/>
                      <a:pt x="40" y="102"/>
                    </a:cubicBezTo>
                    <a:cubicBezTo>
                      <a:pt x="30" y="111"/>
                      <a:pt x="30" y="111"/>
                      <a:pt x="30" y="111"/>
                    </a:cubicBezTo>
                    <a:cubicBezTo>
                      <a:pt x="30" y="125"/>
                      <a:pt x="30" y="125"/>
                      <a:pt x="30" y="125"/>
                    </a:cubicBezTo>
                    <a:cubicBezTo>
                      <a:pt x="41" y="132"/>
                      <a:pt x="54" y="136"/>
                      <a:pt x="68" y="136"/>
                    </a:cubicBezTo>
                    <a:cubicBezTo>
                      <a:pt x="68" y="131"/>
                      <a:pt x="68" y="131"/>
                      <a:pt x="68" y="131"/>
                    </a:cubicBezTo>
                    <a:cubicBezTo>
                      <a:pt x="64" y="131"/>
                      <a:pt x="64" y="131"/>
                      <a:pt x="64" y="131"/>
                    </a:cubicBezTo>
                    <a:cubicBezTo>
                      <a:pt x="64" y="112"/>
                      <a:pt x="64" y="112"/>
                      <a:pt x="64" y="112"/>
                    </a:cubicBezTo>
                    <a:cubicBezTo>
                      <a:pt x="68" y="112"/>
                      <a:pt x="68" y="112"/>
                      <a:pt x="68" y="112"/>
                    </a:cubicBezTo>
                    <a:cubicBezTo>
                      <a:pt x="68" y="74"/>
                      <a:pt x="68" y="74"/>
                      <a:pt x="68" y="74"/>
                    </a:cubicBezTo>
                    <a:cubicBezTo>
                      <a:pt x="52" y="58"/>
                      <a:pt x="52" y="58"/>
                      <a:pt x="52" y="58"/>
                    </a:cubicBezTo>
                    <a:cubicBezTo>
                      <a:pt x="57" y="52"/>
                      <a:pt x="57" y="52"/>
                      <a:pt x="57" y="52"/>
                    </a:cubicBezTo>
                    <a:cubicBezTo>
                      <a:pt x="57" y="52"/>
                      <a:pt x="57" y="52"/>
                      <a:pt x="57" y="52"/>
                    </a:cubicBezTo>
                    <a:cubicBezTo>
                      <a:pt x="68" y="63"/>
                      <a:pt x="68" y="63"/>
                      <a:pt x="68" y="63"/>
                    </a:cubicBezTo>
                    <a:cubicBezTo>
                      <a:pt x="68" y="24"/>
                      <a:pt x="68" y="24"/>
                      <a:pt x="68" y="24"/>
                    </a:cubicBezTo>
                    <a:cubicBezTo>
                      <a:pt x="64" y="24"/>
                      <a:pt x="64" y="24"/>
                      <a:pt x="64" y="24"/>
                    </a:cubicBezTo>
                    <a:cubicBezTo>
                      <a:pt x="64" y="5"/>
                      <a:pt x="64" y="5"/>
                      <a:pt x="64" y="5"/>
                    </a:cubicBezTo>
                    <a:cubicBezTo>
                      <a:pt x="64" y="5"/>
                      <a:pt x="64" y="5"/>
                      <a:pt x="64" y="5"/>
                    </a:cubicBezTo>
                    <a:cubicBezTo>
                      <a:pt x="68" y="5"/>
                      <a:pt x="68" y="5"/>
                      <a:pt x="68" y="5"/>
                    </a:cubicBezTo>
                    <a:lnTo>
                      <a:pt x="68" y="0"/>
                    </a:lnTo>
                    <a:close/>
                    <a:moveTo>
                      <a:pt x="30" y="11"/>
                    </a:moveTo>
                    <a:cubicBezTo>
                      <a:pt x="25" y="15"/>
                      <a:pt x="19" y="20"/>
                      <a:pt x="15" y="25"/>
                    </a:cubicBezTo>
                    <a:cubicBezTo>
                      <a:pt x="15" y="64"/>
                      <a:pt x="15" y="64"/>
                      <a:pt x="15" y="64"/>
                    </a:cubicBezTo>
                    <a:cubicBezTo>
                      <a:pt x="24" y="64"/>
                      <a:pt x="24" y="64"/>
                      <a:pt x="24" y="64"/>
                    </a:cubicBezTo>
                    <a:cubicBezTo>
                      <a:pt x="24" y="64"/>
                      <a:pt x="24" y="64"/>
                      <a:pt x="24" y="64"/>
                    </a:cubicBezTo>
                    <a:cubicBezTo>
                      <a:pt x="24" y="72"/>
                      <a:pt x="24" y="72"/>
                      <a:pt x="24" y="72"/>
                    </a:cubicBezTo>
                    <a:cubicBezTo>
                      <a:pt x="15" y="72"/>
                      <a:pt x="15" y="72"/>
                      <a:pt x="15" y="72"/>
                    </a:cubicBezTo>
                    <a:cubicBezTo>
                      <a:pt x="15" y="111"/>
                      <a:pt x="15" y="111"/>
                      <a:pt x="15" y="111"/>
                    </a:cubicBezTo>
                    <a:cubicBezTo>
                      <a:pt x="19" y="116"/>
                      <a:pt x="25" y="121"/>
                      <a:pt x="30" y="125"/>
                    </a:cubicBezTo>
                    <a:cubicBezTo>
                      <a:pt x="30" y="111"/>
                      <a:pt x="30" y="111"/>
                      <a:pt x="30" y="111"/>
                    </a:cubicBezTo>
                    <a:cubicBezTo>
                      <a:pt x="27" y="115"/>
                      <a:pt x="27" y="115"/>
                      <a:pt x="27" y="115"/>
                    </a:cubicBezTo>
                    <a:cubicBezTo>
                      <a:pt x="27" y="115"/>
                      <a:pt x="27" y="115"/>
                      <a:pt x="27" y="115"/>
                    </a:cubicBezTo>
                    <a:cubicBezTo>
                      <a:pt x="21" y="109"/>
                      <a:pt x="21" y="109"/>
                      <a:pt x="21" y="109"/>
                    </a:cubicBezTo>
                    <a:cubicBezTo>
                      <a:pt x="30" y="100"/>
                      <a:pt x="30" y="100"/>
                      <a:pt x="30" y="100"/>
                    </a:cubicBezTo>
                    <a:cubicBezTo>
                      <a:pt x="30" y="36"/>
                      <a:pt x="30" y="36"/>
                      <a:pt x="30" y="36"/>
                    </a:cubicBezTo>
                    <a:cubicBezTo>
                      <a:pt x="21" y="27"/>
                      <a:pt x="21" y="27"/>
                      <a:pt x="21" y="27"/>
                    </a:cubicBezTo>
                    <a:cubicBezTo>
                      <a:pt x="27" y="21"/>
                      <a:pt x="27" y="21"/>
                      <a:pt x="27" y="21"/>
                    </a:cubicBezTo>
                    <a:cubicBezTo>
                      <a:pt x="27" y="21"/>
                      <a:pt x="27" y="21"/>
                      <a:pt x="27" y="21"/>
                    </a:cubicBezTo>
                    <a:cubicBezTo>
                      <a:pt x="30" y="25"/>
                      <a:pt x="30" y="25"/>
                      <a:pt x="30" y="25"/>
                    </a:cubicBezTo>
                    <a:lnTo>
                      <a:pt x="30" y="11"/>
                    </a:lnTo>
                    <a:close/>
                    <a:moveTo>
                      <a:pt x="15" y="25"/>
                    </a:moveTo>
                    <a:cubicBezTo>
                      <a:pt x="6" y="37"/>
                      <a:pt x="0" y="52"/>
                      <a:pt x="0" y="68"/>
                    </a:cubicBezTo>
                    <a:cubicBezTo>
                      <a:pt x="0" y="84"/>
                      <a:pt x="6" y="99"/>
                      <a:pt x="15" y="111"/>
                    </a:cubicBezTo>
                    <a:cubicBezTo>
                      <a:pt x="15" y="72"/>
                      <a:pt x="15" y="72"/>
                      <a:pt x="15" y="72"/>
                    </a:cubicBezTo>
                    <a:cubicBezTo>
                      <a:pt x="6" y="72"/>
                      <a:pt x="6" y="72"/>
                      <a:pt x="6" y="72"/>
                    </a:cubicBezTo>
                    <a:cubicBezTo>
                      <a:pt x="6" y="64"/>
                      <a:pt x="6" y="64"/>
                      <a:pt x="6" y="64"/>
                    </a:cubicBezTo>
                    <a:cubicBezTo>
                      <a:pt x="15" y="64"/>
                      <a:pt x="15" y="64"/>
                      <a:pt x="15" y="64"/>
                    </a:cubicBezTo>
                    <a:lnTo>
                      <a:pt x="15"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 name="Freeform 275"/>
              <p:cNvSpPr>
                <a:spLocks/>
              </p:cNvSpPr>
              <p:nvPr/>
            </p:nvSpPr>
            <p:spPr bwMode="auto">
              <a:xfrm>
                <a:off x="-3414713" y="5214938"/>
                <a:ext cx="266700" cy="769938"/>
              </a:xfrm>
              <a:custGeom>
                <a:avLst/>
                <a:gdLst>
                  <a:gd name="T0" fmla="*/ 8 w 71"/>
                  <a:gd name="T1" fmla="*/ 24 h 205"/>
                  <a:gd name="T2" fmla="*/ 1 w 71"/>
                  <a:gd name="T3" fmla="*/ 49 h 205"/>
                  <a:gd name="T4" fmla="*/ 6 w 71"/>
                  <a:gd name="T5" fmla="*/ 71 h 205"/>
                  <a:gd name="T6" fmla="*/ 26 w 71"/>
                  <a:gd name="T7" fmla="*/ 93 h 205"/>
                  <a:gd name="T8" fmla="*/ 26 w 71"/>
                  <a:gd name="T9" fmla="*/ 205 h 205"/>
                  <a:gd name="T10" fmla="*/ 45 w 71"/>
                  <a:gd name="T11" fmla="*/ 205 h 205"/>
                  <a:gd name="T12" fmla="*/ 45 w 71"/>
                  <a:gd name="T13" fmla="*/ 93 h 205"/>
                  <a:gd name="T14" fmla="*/ 65 w 71"/>
                  <a:gd name="T15" fmla="*/ 71 h 205"/>
                  <a:gd name="T16" fmla="*/ 70 w 71"/>
                  <a:gd name="T17" fmla="*/ 49 h 205"/>
                  <a:gd name="T18" fmla="*/ 63 w 71"/>
                  <a:gd name="T19" fmla="*/ 24 h 205"/>
                  <a:gd name="T20" fmla="*/ 47 w 71"/>
                  <a:gd name="T21" fmla="*/ 0 h 205"/>
                  <a:gd name="T22" fmla="*/ 52 w 71"/>
                  <a:gd name="T23" fmla="*/ 48 h 205"/>
                  <a:gd name="T24" fmla="*/ 46 w 71"/>
                  <a:gd name="T25" fmla="*/ 48 h 205"/>
                  <a:gd name="T26" fmla="*/ 41 w 71"/>
                  <a:gd name="T27" fmla="*/ 0 h 205"/>
                  <a:gd name="T28" fmla="*/ 35 w 71"/>
                  <a:gd name="T29" fmla="*/ 0 h 205"/>
                  <a:gd name="T30" fmla="*/ 30 w 71"/>
                  <a:gd name="T31" fmla="*/ 0 h 205"/>
                  <a:gd name="T32" fmla="*/ 25 w 71"/>
                  <a:gd name="T33" fmla="*/ 48 h 205"/>
                  <a:gd name="T34" fmla="*/ 19 w 71"/>
                  <a:gd name="T35" fmla="*/ 48 h 205"/>
                  <a:gd name="T36" fmla="*/ 24 w 71"/>
                  <a:gd name="T37" fmla="*/ 0 h 205"/>
                  <a:gd name="T38" fmla="*/ 8 w 71"/>
                  <a:gd name="T39" fmla="*/ 2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1" h="205">
                    <a:moveTo>
                      <a:pt x="8" y="24"/>
                    </a:moveTo>
                    <a:cubicBezTo>
                      <a:pt x="5" y="32"/>
                      <a:pt x="2" y="40"/>
                      <a:pt x="1" y="49"/>
                    </a:cubicBezTo>
                    <a:cubicBezTo>
                      <a:pt x="0" y="57"/>
                      <a:pt x="2" y="63"/>
                      <a:pt x="6" y="71"/>
                    </a:cubicBezTo>
                    <a:cubicBezTo>
                      <a:pt x="10" y="78"/>
                      <a:pt x="17" y="88"/>
                      <a:pt x="26" y="93"/>
                    </a:cubicBezTo>
                    <a:cubicBezTo>
                      <a:pt x="26" y="205"/>
                      <a:pt x="26" y="205"/>
                      <a:pt x="26" y="205"/>
                    </a:cubicBezTo>
                    <a:cubicBezTo>
                      <a:pt x="45" y="205"/>
                      <a:pt x="45" y="205"/>
                      <a:pt x="45" y="205"/>
                    </a:cubicBezTo>
                    <a:cubicBezTo>
                      <a:pt x="45" y="93"/>
                      <a:pt x="45" y="93"/>
                      <a:pt x="45" y="93"/>
                    </a:cubicBezTo>
                    <a:cubicBezTo>
                      <a:pt x="54" y="88"/>
                      <a:pt x="61" y="78"/>
                      <a:pt x="65" y="71"/>
                    </a:cubicBezTo>
                    <a:cubicBezTo>
                      <a:pt x="69" y="63"/>
                      <a:pt x="71" y="57"/>
                      <a:pt x="70" y="49"/>
                    </a:cubicBezTo>
                    <a:cubicBezTo>
                      <a:pt x="69" y="40"/>
                      <a:pt x="66" y="32"/>
                      <a:pt x="63" y="24"/>
                    </a:cubicBezTo>
                    <a:cubicBezTo>
                      <a:pt x="60" y="17"/>
                      <a:pt x="56" y="1"/>
                      <a:pt x="47" y="0"/>
                    </a:cubicBezTo>
                    <a:cubicBezTo>
                      <a:pt x="52" y="48"/>
                      <a:pt x="52" y="48"/>
                      <a:pt x="52" y="48"/>
                    </a:cubicBezTo>
                    <a:cubicBezTo>
                      <a:pt x="46" y="48"/>
                      <a:pt x="46" y="48"/>
                      <a:pt x="46" y="48"/>
                    </a:cubicBezTo>
                    <a:cubicBezTo>
                      <a:pt x="41" y="0"/>
                      <a:pt x="41" y="0"/>
                      <a:pt x="41" y="0"/>
                    </a:cubicBezTo>
                    <a:cubicBezTo>
                      <a:pt x="35" y="0"/>
                      <a:pt x="35" y="0"/>
                      <a:pt x="35" y="0"/>
                    </a:cubicBezTo>
                    <a:cubicBezTo>
                      <a:pt x="30" y="0"/>
                      <a:pt x="30" y="0"/>
                      <a:pt x="30" y="0"/>
                    </a:cubicBezTo>
                    <a:cubicBezTo>
                      <a:pt x="25" y="48"/>
                      <a:pt x="25" y="48"/>
                      <a:pt x="25" y="48"/>
                    </a:cubicBezTo>
                    <a:cubicBezTo>
                      <a:pt x="19" y="48"/>
                      <a:pt x="19" y="48"/>
                      <a:pt x="19" y="48"/>
                    </a:cubicBezTo>
                    <a:cubicBezTo>
                      <a:pt x="24" y="0"/>
                      <a:pt x="24" y="0"/>
                      <a:pt x="24" y="0"/>
                    </a:cubicBezTo>
                    <a:cubicBezTo>
                      <a:pt x="15" y="1"/>
                      <a:pt x="11" y="17"/>
                      <a:pt x="8"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 name="Freeform 276"/>
              <p:cNvSpPr>
                <a:spLocks/>
              </p:cNvSpPr>
              <p:nvPr/>
            </p:nvSpPr>
            <p:spPr bwMode="auto">
              <a:xfrm>
                <a:off x="-3028950" y="5214938"/>
                <a:ext cx="173037" cy="769938"/>
              </a:xfrm>
              <a:custGeom>
                <a:avLst/>
                <a:gdLst>
                  <a:gd name="T0" fmla="*/ 0 w 46"/>
                  <a:gd name="T1" fmla="*/ 57 h 205"/>
                  <a:gd name="T2" fmla="*/ 26 w 46"/>
                  <a:gd name="T3" fmla="*/ 114 h 205"/>
                  <a:gd name="T4" fmla="*/ 26 w 46"/>
                  <a:gd name="T5" fmla="*/ 205 h 205"/>
                  <a:gd name="T6" fmla="*/ 46 w 46"/>
                  <a:gd name="T7" fmla="*/ 205 h 205"/>
                  <a:gd name="T8" fmla="*/ 46 w 46"/>
                  <a:gd name="T9" fmla="*/ 0 h 205"/>
                  <a:gd name="T10" fmla="*/ 26 w 46"/>
                  <a:gd name="T11" fmla="*/ 0 h 205"/>
                  <a:gd name="T12" fmla="*/ 0 w 46"/>
                  <a:gd name="T13" fmla="*/ 57 h 205"/>
                </a:gdLst>
                <a:ahLst/>
                <a:cxnLst>
                  <a:cxn ang="0">
                    <a:pos x="T0" y="T1"/>
                  </a:cxn>
                  <a:cxn ang="0">
                    <a:pos x="T2" y="T3"/>
                  </a:cxn>
                  <a:cxn ang="0">
                    <a:pos x="T4" y="T5"/>
                  </a:cxn>
                  <a:cxn ang="0">
                    <a:pos x="T6" y="T7"/>
                  </a:cxn>
                  <a:cxn ang="0">
                    <a:pos x="T8" y="T9"/>
                  </a:cxn>
                  <a:cxn ang="0">
                    <a:pos x="T10" y="T11"/>
                  </a:cxn>
                  <a:cxn ang="0">
                    <a:pos x="T12" y="T13"/>
                  </a:cxn>
                </a:cxnLst>
                <a:rect l="0" t="0" r="r" b="b"/>
                <a:pathLst>
                  <a:path w="46" h="205">
                    <a:moveTo>
                      <a:pt x="0" y="57"/>
                    </a:moveTo>
                    <a:cubicBezTo>
                      <a:pt x="0" y="108"/>
                      <a:pt x="21" y="114"/>
                      <a:pt x="26" y="114"/>
                    </a:cubicBezTo>
                    <a:cubicBezTo>
                      <a:pt x="26" y="205"/>
                      <a:pt x="26" y="205"/>
                      <a:pt x="26" y="205"/>
                    </a:cubicBezTo>
                    <a:cubicBezTo>
                      <a:pt x="46" y="205"/>
                      <a:pt x="46" y="205"/>
                      <a:pt x="46" y="205"/>
                    </a:cubicBezTo>
                    <a:cubicBezTo>
                      <a:pt x="46" y="0"/>
                      <a:pt x="46" y="0"/>
                      <a:pt x="46" y="0"/>
                    </a:cubicBezTo>
                    <a:cubicBezTo>
                      <a:pt x="26" y="0"/>
                      <a:pt x="26" y="0"/>
                      <a:pt x="26" y="0"/>
                    </a:cubicBezTo>
                    <a:cubicBezTo>
                      <a:pt x="26" y="0"/>
                      <a:pt x="0" y="0"/>
                      <a:pt x="0"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 name="Oval 277"/>
              <p:cNvSpPr>
                <a:spLocks noChangeArrowheads="1"/>
              </p:cNvSpPr>
              <p:nvPr/>
            </p:nvSpPr>
            <p:spPr bwMode="auto">
              <a:xfrm>
                <a:off x="-4083050" y="7588250"/>
                <a:ext cx="55562"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 name="Oval 278"/>
              <p:cNvSpPr>
                <a:spLocks noChangeArrowheads="1"/>
              </p:cNvSpPr>
              <p:nvPr/>
            </p:nvSpPr>
            <p:spPr bwMode="auto">
              <a:xfrm>
                <a:off x="-4027488" y="7531100"/>
                <a:ext cx="46037" cy="412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 name="Oval 279"/>
              <p:cNvSpPr>
                <a:spLocks noChangeArrowheads="1"/>
              </p:cNvSpPr>
              <p:nvPr/>
            </p:nvSpPr>
            <p:spPr bwMode="auto">
              <a:xfrm>
                <a:off x="-4071938" y="7453313"/>
                <a:ext cx="33337"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 name="Oval 280"/>
              <p:cNvSpPr>
                <a:spLocks noChangeArrowheads="1"/>
              </p:cNvSpPr>
              <p:nvPr/>
            </p:nvSpPr>
            <p:spPr bwMode="auto">
              <a:xfrm>
                <a:off x="-4083050" y="7324725"/>
                <a:ext cx="55562"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 name="Freeform 281"/>
              <p:cNvSpPr>
                <a:spLocks noEditPoints="1"/>
              </p:cNvSpPr>
              <p:nvPr/>
            </p:nvSpPr>
            <p:spPr bwMode="auto">
              <a:xfrm>
                <a:off x="-4162425" y="7070725"/>
                <a:ext cx="285750" cy="641350"/>
              </a:xfrm>
              <a:custGeom>
                <a:avLst/>
                <a:gdLst>
                  <a:gd name="T0" fmla="*/ 41 w 76"/>
                  <a:gd name="T1" fmla="*/ 9 h 171"/>
                  <a:gd name="T2" fmla="*/ 40 w 76"/>
                  <a:gd name="T3" fmla="*/ 15 h 171"/>
                  <a:gd name="T4" fmla="*/ 40 w 76"/>
                  <a:gd name="T5" fmla="*/ 26 h 171"/>
                  <a:gd name="T6" fmla="*/ 36 w 76"/>
                  <a:gd name="T7" fmla="*/ 26 h 171"/>
                  <a:gd name="T8" fmla="*/ 36 w 76"/>
                  <a:gd name="T9" fmla="*/ 56 h 171"/>
                  <a:gd name="T10" fmla="*/ 40 w 76"/>
                  <a:gd name="T11" fmla="*/ 56 h 171"/>
                  <a:gd name="T12" fmla="*/ 40 w 76"/>
                  <a:gd name="T13" fmla="*/ 79 h 171"/>
                  <a:gd name="T14" fmla="*/ 40 w 76"/>
                  <a:gd name="T15" fmla="*/ 89 h 171"/>
                  <a:gd name="T16" fmla="*/ 46 w 76"/>
                  <a:gd name="T17" fmla="*/ 96 h 171"/>
                  <a:gd name="T18" fmla="*/ 48 w 76"/>
                  <a:gd name="T19" fmla="*/ 96 h 171"/>
                  <a:gd name="T20" fmla="*/ 53 w 76"/>
                  <a:gd name="T21" fmla="*/ 89 h 171"/>
                  <a:gd name="T22" fmla="*/ 53 w 76"/>
                  <a:gd name="T23" fmla="*/ 56 h 171"/>
                  <a:gd name="T24" fmla="*/ 58 w 76"/>
                  <a:gd name="T25" fmla="*/ 56 h 171"/>
                  <a:gd name="T26" fmla="*/ 58 w 76"/>
                  <a:gd name="T27" fmla="*/ 56 h 171"/>
                  <a:gd name="T28" fmla="*/ 58 w 76"/>
                  <a:gd name="T29" fmla="*/ 156 h 171"/>
                  <a:gd name="T30" fmla="*/ 36 w 76"/>
                  <a:gd name="T31" fmla="*/ 156 h 171"/>
                  <a:gd name="T32" fmla="*/ 36 w 76"/>
                  <a:gd name="T33" fmla="*/ 171 h 171"/>
                  <a:gd name="T34" fmla="*/ 72 w 76"/>
                  <a:gd name="T35" fmla="*/ 171 h 171"/>
                  <a:gd name="T36" fmla="*/ 72 w 76"/>
                  <a:gd name="T37" fmla="*/ 26 h 171"/>
                  <a:gd name="T38" fmla="*/ 53 w 76"/>
                  <a:gd name="T39" fmla="*/ 26 h 171"/>
                  <a:gd name="T40" fmla="*/ 53 w 76"/>
                  <a:gd name="T41" fmla="*/ 18 h 171"/>
                  <a:gd name="T42" fmla="*/ 70 w 76"/>
                  <a:gd name="T43" fmla="*/ 14 h 171"/>
                  <a:gd name="T44" fmla="*/ 75 w 76"/>
                  <a:gd name="T45" fmla="*/ 6 h 171"/>
                  <a:gd name="T46" fmla="*/ 67 w 76"/>
                  <a:gd name="T47" fmla="*/ 1 h 171"/>
                  <a:gd name="T48" fmla="*/ 46 w 76"/>
                  <a:gd name="T49" fmla="*/ 6 h 171"/>
                  <a:gd name="T50" fmla="*/ 41 w 76"/>
                  <a:gd name="T51" fmla="*/ 9 h 171"/>
                  <a:gd name="T52" fmla="*/ 36 w 76"/>
                  <a:gd name="T53" fmla="*/ 26 h 171"/>
                  <a:gd name="T54" fmla="*/ 0 w 76"/>
                  <a:gd name="T55" fmla="*/ 26 h 171"/>
                  <a:gd name="T56" fmla="*/ 0 w 76"/>
                  <a:gd name="T57" fmla="*/ 171 h 171"/>
                  <a:gd name="T58" fmla="*/ 36 w 76"/>
                  <a:gd name="T59" fmla="*/ 171 h 171"/>
                  <a:gd name="T60" fmla="*/ 36 w 76"/>
                  <a:gd name="T61" fmla="*/ 156 h 171"/>
                  <a:gd name="T62" fmla="*/ 15 w 76"/>
                  <a:gd name="T63" fmla="*/ 156 h 171"/>
                  <a:gd name="T64" fmla="*/ 15 w 76"/>
                  <a:gd name="T65" fmla="*/ 56 h 171"/>
                  <a:gd name="T66" fmla="*/ 36 w 76"/>
                  <a:gd name="T67" fmla="*/ 56 h 171"/>
                  <a:gd name="T68" fmla="*/ 36 w 76"/>
                  <a:gd name="T69" fmla="*/ 2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6" h="171">
                    <a:moveTo>
                      <a:pt x="41" y="9"/>
                    </a:moveTo>
                    <a:cubicBezTo>
                      <a:pt x="40" y="10"/>
                      <a:pt x="40" y="13"/>
                      <a:pt x="40" y="15"/>
                    </a:cubicBezTo>
                    <a:cubicBezTo>
                      <a:pt x="40" y="15"/>
                      <a:pt x="40" y="19"/>
                      <a:pt x="40" y="26"/>
                    </a:cubicBezTo>
                    <a:cubicBezTo>
                      <a:pt x="36" y="26"/>
                      <a:pt x="36" y="26"/>
                      <a:pt x="36" y="26"/>
                    </a:cubicBezTo>
                    <a:cubicBezTo>
                      <a:pt x="36" y="56"/>
                      <a:pt x="36" y="56"/>
                      <a:pt x="36" y="56"/>
                    </a:cubicBezTo>
                    <a:cubicBezTo>
                      <a:pt x="40" y="56"/>
                      <a:pt x="40" y="56"/>
                      <a:pt x="40" y="56"/>
                    </a:cubicBezTo>
                    <a:cubicBezTo>
                      <a:pt x="40" y="68"/>
                      <a:pt x="40" y="78"/>
                      <a:pt x="40" y="79"/>
                    </a:cubicBezTo>
                    <a:cubicBezTo>
                      <a:pt x="40" y="81"/>
                      <a:pt x="40" y="89"/>
                      <a:pt x="40" y="89"/>
                    </a:cubicBezTo>
                    <a:cubicBezTo>
                      <a:pt x="40" y="93"/>
                      <a:pt x="42" y="96"/>
                      <a:pt x="46" y="96"/>
                    </a:cubicBezTo>
                    <a:cubicBezTo>
                      <a:pt x="47" y="96"/>
                      <a:pt x="47" y="96"/>
                      <a:pt x="48" y="96"/>
                    </a:cubicBezTo>
                    <a:cubicBezTo>
                      <a:pt x="51" y="95"/>
                      <a:pt x="53" y="92"/>
                      <a:pt x="53" y="89"/>
                    </a:cubicBezTo>
                    <a:cubicBezTo>
                      <a:pt x="53" y="56"/>
                      <a:pt x="53" y="56"/>
                      <a:pt x="53" y="56"/>
                    </a:cubicBezTo>
                    <a:cubicBezTo>
                      <a:pt x="58" y="56"/>
                      <a:pt x="58" y="56"/>
                      <a:pt x="58" y="56"/>
                    </a:cubicBezTo>
                    <a:cubicBezTo>
                      <a:pt x="58" y="56"/>
                      <a:pt x="58" y="56"/>
                      <a:pt x="58" y="56"/>
                    </a:cubicBezTo>
                    <a:cubicBezTo>
                      <a:pt x="58" y="156"/>
                      <a:pt x="58" y="156"/>
                      <a:pt x="58" y="156"/>
                    </a:cubicBezTo>
                    <a:cubicBezTo>
                      <a:pt x="36" y="156"/>
                      <a:pt x="36" y="156"/>
                      <a:pt x="36" y="156"/>
                    </a:cubicBezTo>
                    <a:cubicBezTo>
                      <a:pt x="36" y="171"/>
                      <a:pt x="36" y="171"/>
                      <a:pt x="36" y="171"/>
                    </a:cubicBezTo>
                    <a:cubicBezTo>
                      <a:pt x="72" y="171"/>
                      <a:pt x="72" y="171"/>
                      <a:pt x="72" y="171"/>
                    </a:cubicBezTo>
                    <a:cubicBezTo>
                      <a:pt x="72" y="26"/>
                      <a:pt x="72" y="26"/>
                      <a:pt x="72" y="26"/>
                    </a:cubicBezTo>
                    <a:cubicBezTo>
                      <a:pt x="53" y="26"/>
                      <a:pt x="53" y="26"/>
                      <a:pt x="53" y="26"/>
                    </a:cubicBezTo>
                    <a:cubicBezTo>
                      <a:pt x="53" y="18"/>
                      <a:pt x="53" y="18"/>
                      <a:pt x="53" y="18"/>
                    </a:cubicBezTo>
                    <a:cubicBezTo>
                      <a:pt x="70" y="14"/>
                      <a:pt x="70" y="14"/>
                      <a:pt x="70" y="14"/>
                    </a:cubicBezTo>
                    <a:cubicBezTo>
                      <a:pt x="74" y="13"/>
                      <a:pt x="76" y="10"/>
                      <a:pt x="75" y="6"/>
                    </a:cubicBezTo>
                    <a:cubicBezTo>
                      <a:pt x="75" y="3"/>
                      <a:pt x="71" y="0"/>
                      <a:pt x="67" y="1"/>
                    </a:cubicBezTo>
                    <a:cubicBezTo>
                      <a:pt x="66" y="1"/>
                      <a:pt x="48" y="5"/>
                      <a:pt x="46" y="6"/>
                    </a:cubicBezTo>
                    <a:cubicBezTo>
                      <a:pt x="44" y="6"/>
                      <a:pt x="42" y="7"/>
                      <a:pt x="41" y="9"/>
                    </a:cubicBezTo>
                    <a:close/>
                    <a:moveTo>
                      <a:pt x="36" y="26"/>
                    </a:moveTo>
                    <a:cubicBezTo>
                      <a:pt x="0" y="26"/>
                      <a:pt x="0" y="26"/>
                      <a:pt x="0" y="26"/>
                    </a:cubicBezTo>
                    <a:cubicBezTo>
                      <a:pt x="0" y="171"/>
                      <a:pt x="0" y="171"/>
                      <a:pt x="0" y="171"/>
                    </a:cubicBezTo>
                    <a:cubicBezTo>
                      <a:pt x="36" y="171"/>
                      <a:pt x="36" y="171"/>
                      <a:pt x="36" y="171"/>
                    </a:cubicBezTo>
                    <a:cubicBezTo>
                      <a:pt x="36" y="156"/>
                      <a:pt x="36" y="156"/>
                      <a:pt x="36" y="156"/>
                    </a:cubicBezTo>
                    <a:cubicBezTo>
                      <a:pt x="15" y="156"/>
                      <a:pt x="15" y="156"/>
                      <a:pt x="15" y="156"/>
                    </a:cubicBezTo>
                    <a:cubicBezTo>
                      <a:pt x="15" y="56"/>
                      <a:pt x="15" y="56"/>
                      <a:pt x="15" y="56"/>
                    </a:cubicBezTo>
                    <a:cubicBezTo>
                      <a:pt x="36" y="56"/>
                      <a:pt x="36" y="56"/>
                      <a:pt x="36" y="56"/>
                    </a:cubicBezTo>
                    <a:lnTo>
                      <a:pt x="36"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 name="Freeform 282"/>
              <p:cNvSpPr>
                <a:spLocks/>
              </p:cNvSpPr>
              <p:nvPr/>
            </p:nvSpPr>
            <p:spPr bwMode="auto">
              <a:xfrm>
                <a:off x="-1938338" y="4310063"/>
                <a:ext cx="311150" cy="187325"/>
              </a:xfrm>
              <a:custGeom>
                <a:avLst/>
                <a:gdLst>
                  <a:gd name="T0" fmla="*/ 196 w 196"/>
                  <a:gd name="T1" fmla="*/ 0 h 118"/>
                  <a:gd name="T2" fmla="*/ 14 w 196"/>
                  <a:gd name="T3" fmla="*/ 0 h 118"/>
                  <a:gd name="T4" fmla="*/ 14 w 196"/>
                  <a:gd name="T5" fmla="*/ 36 h 118"/>
                  <a:gd name="T6" fmla="*/ 0 w 196"/>
                  <a:gd name="T7" fmla="*/ 36 h 118"/>
                  <a:gd name="T8" fmla="*/ 0 w 196"/>
                  <a:gd name="T9" fmla="*/ 85 h 118"/>
                  <a:gd name="T10" fmla="*/ 14 w 196"/>
                  <a:gd name="T11" fmla="*/ 85 h 118"/>
                  <a:gd name="T12" fmla="*/ 14 w 196"/>
                  <a:gd name="T13" fmla="*/ 118 h 118"/>
                  <a:gd name="T14" fmla="*/ 196 w 196"/>
                  <a:gd name="T15" fmla="*/ 118 h 118"/>
                  <a:gd name="T16" fmla="*/ 196 w 196"/>
                  <a:gd name="T1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 h="118">
                    <a:moveTo>
                      <a:pt x="196" y="0"/>
                    </a:moveTo>
                    <a:lnTo>
                      <a:pt x="14" y="0"/>
                    </a:lnTo>
                    <a:lnTo>
                      <a:pt x="14" y="36"/>
                    </a:lnTo>
                    <a:lnTo>
                      <a:pt x="0" y="36"/>
                    </a:lnTo>
                    <a:lnTo>
                      <a:pt x="0" y="85"/>
                    </a:lnTo>
                    <a:lnTo>
                      <a:pt x="14" y="85"/>
                    </a:lnTo>
                    <a:lnTo>
                      <a:pt x="14" y="118"/>
                    </a:lnTo>
                    <a:lnTo>
                      <a:pt x="196" y="118"/>
                    </a:lnTo>
                    <a:lnTo>
                      <a:pt x="19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 name="Rectangle 283"/>
              <p:cNvSpPr>
                <a:spLocks noChangeArrowheads="1"/>
              </p:cNvSpPr>
              <p:nvPr/>
            </p:nvSpPr>
            <p:spPr bwMode="auto">
              <a:xfrm>
                <a:off x="-2190750" y="4227512"/>
                <a:ext cx="49212"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4" name="Oval 284"/>
              <p:cNvSpPr>
                <a:spLocks noChangeArrowheads="1"/>
              </p:cNvSpPr>
              <p:nvPr/>
            </p:nvSpPr>
            <p:spPr bwMode="auto">
              <a:xfrm>
                <a:off x="-2133600" y="4343400"/>
                <a:ext cx="96837" cy="101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5" name="Freeform 285"/>
              <p:cNvSpPr>
                <a:spLocks noEditPoints="1"/>
              </p:cNvSpPr>
              <p:nvPr/>
            </p:nvSpPr>
            <p:spPr bwMode="auto">
              <a:xfrm>
                <a:off x="-2220913" y="4268787"/>
                <a:ext cx="263525" cy="506413"/>
              </a:xfrm>
              <a:custGeom>
                <a:avLst/>
                <a:gdLst>
                  <a:gd name="T0" fmla="*/ 36 w 70"/>
                  <a:gd name="T1" fmla="*/ 135 h 135"/>
                  <a:gd name="T2" fmla="*/ 70 w 70"/>
                  <a:gd name="T3" fmla="*/ 135 h 135"/>
                  <a:gd name="T4" fmla="*/ 70 w 70"/>
                  <a:gd name="T5" fmla="*/ 47 h 135"/>
                  <a:gd name="T6" fmla="*/ 70 w 70"/>
                  <a:gd name="T7" fmla="*/ 26 h 135"/>
                  <a:gd name="T8" fmla="*/ 70 w 70"/>
                  <a:gd name="T9" fmla="*/ 0 h 135"/>
                  <a:gd name="T10" fmla="*/ 36 w 70"/>
                  <a:gd name="T11" fmla="*/ 0 h 135"/>
                  <a:gd name="T12" fmla="*/ 36 w 70"/>
                  <a:gd name="T13" fmla="*/ 7 h 135"/>
                  <a:gd name="T14" fmla="*/ 36 w 70"/>
                  <a:gd name="T15" fmla="*/ 7 h 135"/>
                  <a:gd name="T16" fmla="*/ 62 w 70"/>
                  <a:gd name="T17" fmla="*/ 34 h 135"/>
                  <a:gd name="T18" fmla="*/ 36 w 70"/>
                  <a:gd name="T19" fmla="*/ 60 h 135"/>
                  <a:gd name="T20" fmla="*/ 36 w 70"/>
                  <a:gd name="T21" fmla="*/ 135 h 135"/>
                  <a:gd name="T22" fmla="*/ 0 w 70"/>
                  <a:gd name="T23" fmla="*/ 135 h 135"/>
                  <a:gd name="T24" fmla="*/ 36 w 70"/>
                  <a:gd name="T25" fmla="*/ 135 h 135"/>
                  <a:gd name="T26" fmla="*/ 36 w 70"/>
                  <a:gd name="T27" fmla="*/ 60 h 135"/>
                  <a:gd name="T28" fmla="*/ 9 w 70"/>
                  <a:gd name="T29" fmla="*/ 34 h 135"/>
                  <a:gd name="T30" fmla="*/ 36 w 70"/>
                  <a:gd name="T31" fmla="*/ 7 h 135"/>
                  <a:gd name="T32" fmla="*/ 36 w 70"/>
                  <a:gd name="T33" fmla="*/ 0 h 135"/>
                  <a:gd name="T34" fmla="*/ 0 w 70"/>
                  <a:gd name="T35" fmla="*/ 0 h 135"/>
                  <a:gd name="T36" fmla="*/ 0 w 70"/>
                  <a:gd name="T37" fmla="*/ 135 h 135"/>
                  <a:gd name="T38" fmla="*/ 36 w 70"/>
                  <a:gd name="T39" fmla="*/ 7 h 135"/>
                  <a:gd name="T40" fmla="*/ 36 w 70"/>
                  <a:gd name="T41"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35">
                    <a:moveTo>
                      <a:pt x="36" y="135"/>
                    </a:moveTo>
                    <a:cubicBezTo>
                      <a:pt x="70" y="135"/>
                      <a:pt x="70" y="135"/>
                      <a:pt x="70" y="135"/>
                    </a:cubicBezTo>
                    <a:cubicBezTo>
                      <a:pt x="70" y="47"/>
                      <a:pt x="70" y="47"/>
                      <a:pt x="70" y="47"/>
                    </a:cubicBezTo>
                    <a:cubicBezTo>
                      <a:pt x="70" y="26"/>
                      <a:pt x="70" y="26"/>
                      <a:pt x="70" y="26"/>
                    </a:cubicBezTo>
                    <a:cubicBezTo>
                      <a:pt x="70" y="0"/>
                      <a:pt x="70" y="0"/>
                      <a:pt x="70" y="0"/>
                    </a:cubicBezTo>
                    <a:cubicBezTo>
                      <a:pt x="36" y="0"/>
                      <a:pt x="36" y="0"/>
                      <a:pt x="36" y="0"/>
                    </a:cubicBezTo>
                    <a:cubicBezTo>
                      <a:pt x="36" y="7"/>
                      <a:pt x="36" y="7"/>
                      <a:pt x="36" y="7"/>
                    </a:cubicBezTo>
                    <a:cubicBezTo>
                      <a:pt x="36" y="7"/>
                      <a:pt x="36" y="7"/>
                      <a:pt x="36" y="7"/>
                    </a:cubicBezTo>
                    <a:cubicBezTo>
                      <a:pt x="51" y="7"/>
                      <a:pt x="62" y="19"/>
                      <a:pt x="62" y="34"/>
                    </a:cubicBezTo>
                    <a:cubicBezTo>
                      <a:pt x="62" y="48"/>
                      <a:pt x="51" y="60"/>
                      <a:pt x="36" y="60"/>
                    </a:cubicBezTo>
                    <a:lnTo>
                      <a:pt x="36" y="135"/>
                    </a:lnTo>
                    <a:close/>
                    <a:moveTo>
                      <a:pt x="0" y="135"/>
                    </a:moveTo>
                    <a:cubicBezTo>
                      <a:pt x="36" y="135"/>
                      <a:pt x="36" y="135"/>
                      <a:pt x="36" y="135"/>
                    </a:cubicBezTo>
                    <a:cubicBezTo>
                      <a:pt x="36" y="60"/>
                      <a:pt x="36" y="60"/>
                      <a:pt x="36" y="60"/>
                    </a:cubicBezTo>
                    <a:cubicBezTo>
                      <a:pt x="21" y="60"/>
                      <a:pt x="9" y="48"/>
                      <a:pt x="9" y="34"/>
                    </a:cubicBezTo>
                    <a:cubicBezTo>
                      <a:pt x="9" y="19"/>
                      <a:pt x="21" y="7"/>
                      <a:pt x="36" y="7"/>
                    </a:cubicBezTo>
                    <a:cubicBezTo>
                      <a:pt x="36" y="0"/>
                      <a:pt x="36" y="0"/>
                      <a:pt x="36" y="0"/>
                    </a:cubicBezTo>
                    <a:cubicBezTo>
                      <a:pt x="0" y="0"/>
                      <a:pt x="0" y="0"/>
                      <a:pt x="0" y="0"/>
                    </a:cubicBezTo>
                    <a:cubicBezTo>
                      <a:pt x="0" y="135"/>
                      <a:pt x="0" y="135"/>
                      <a:pt x="0" y="135"/>
                    </a:cubicBezTo>
                    <a:close/>
                    <a:moveTo>
                      <a:pt x="36" y="7"/>
                    </a:moveTo>
                    <a:cubicBezTo>
                      <a:pt x="36" y="7"/>
                      <a:pt x="36" y="7"/>
                      <a:pt x="36"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6" name="Freeform 286"/>
              <p:cNvSpPr>
                <a:spLocks noEditPoints="1"/>
              </p:cNvSpPr>
              <p:nvPr/>
            </p:nvSpPr>
            <p:spPr bwMode="auto">
              <a:xfrm>
                <a:off x="-4286250" y="7899400"/>
                <a:ext cx="511175" cy="511175"/>
              </a:xfrm>
              <a:custGeom>
                <a:avLst/>
                <a:gdLst>
                  <a:gd name="T0" fmla="*/ 68 w 136"/>
                  <a:gd name="T1" fmla="*/ 136 h 136"/>
                  <a:gd name="T2" fmla="*/ 136 w 136"/>
                  <a:gd name="T3" fmla="*/ 68 h 136"/>
                  <a:gd name="T4" fmla="*/ 68 w 136"/>
                  <a:gd name="T5" fmla="*/ 0 h 136"/>
                  <a:gd name="T6" fmla="*/ 68 w 136"/>
                  <a:gd name="T7" fmla="*/ 0 h 136"/>
                  <a:gd name="T8" fmla="*/ 68 w 136"/>
                  <a:gd name="T9" fmla="*/ 48 h 136"/>
                  <a:gd name="T10" fmla="*/ 102 w 136"/>
                  <a:gd name="T11" fmla="*/ 33 h 136"/>
                  <a:gd name="T12" fmla="*/ 81 w 136"/>
                  <a:gd name="T13" fmla="*/ 81 h 136"/>
                  <a:gd name="T14" fmla="*/ 68 w 136"/>
                  <a:gd name="T15" fmla="*/ 87 h 136"/>
                  <a:gd name="T16" fmla="*/ 68 w 136"/>
                  <a:gd name="T17" fmla="*/ 136 h 136"/>
                  <a:gd name="T18" fmla="*/ 68 w 136"/>
                  <a:gd name="T19" fmla="*/ 0 h 136"/>
                  <a:gd name="T20" fmla="*/ 0 w 136"/>
                  <a:gd name="T21" fmla="*/ 68 h 136"/>
                  <a:gd name="T22" fmla="*/ 68 w 136"/>
                  <a:gd name="T23" fmla="*/ 136 h 136"/>
                  <a:gd name="T24" fmla="*/ 68 w 136"/>
                  <a:gd name="T25" fmla="*/ 87 h 136"/>
                  <a:gd name="T26" fmla="*/ 33 w 136"/>
                  <a:gd name="T27" fmla="*/ 103 h 136"/>
                  <a:gd name="T28" fmla="*/ 54 w 136"/>
                  <a:gd name="T29" fmla="*/ 54 h 136"/>
                  <a:gd name="T30" fmla="*/ 54 w 136"/>
                  <a:gd name="T31" fmla="*/ 54 h 136"/>
                  <a:gd name="T32" fmla="*/ 68 w 136"/>
                  <a:gd name="T33" fmla="*/ 48 h 136"/>
                  <a:gd name="T34" fmla="*/ 68 w 136"/>
                  <a:gd name="T3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6" h="136">
                    <a:moveTo>
                      <a:pt x="68" y="136"/>
                    </a:moveTo>
                    <a:cubicBezTo>
                      <a:pt x="105" y="136"/>
                      <a:pt x="136" y="105"/>
                      <a:pt x="136" y="68"/>
                    </a:cubicBezTo>
                    <a:cubicBezTo>
                      <a:pt x="136" y="30"/>
                      <a:pt x="105" y="0"/>
                      <a:pt x="68" y="0"/>
                    </a:cubicBezTo>
                    <a:cubicBezTo>
                      <a:pt x="68" y="0"/>
                      <a:pt x="68" y="0"/>
                      <a:pt x="68" y="0"/>
                    </a:cubicBezTo>
                    <a:cubicBezTo>
                      <a:pt x="68" y="48"/>
                      <a:pt x="68" y="48"/>
                      <a:pt x="68" y="48"/>
                    </a:cubicBezTo>
                    <a:cubicBezTo>
                      <a:pt x="102" y="33"/>
                      <a:pt x="102" y="33"/>
                      <a:pt x="102" y="33"/>
                    </a:cubicBezTo>
                    <a:cubicBezTo>
                      <a:pt x="81" y="81"/>
                      <a:pt x="81" y="81"/>
                      <a:pt x="81" y="81"/>
                    </a:cubicBezTo>
                    <a:cubicBezTo>
                      <a:pt x="68" y="87"/>
                      <a:pt x="68" y="87"/>
                      <a:pt x="68" y="87"/>
                    </a:cubicBezTo>
                    <a:cubicBezTo>
                      <a:pt x="68" y="136"/>
                      <a:pt x="68" y="136"/>
                      <a:pt x="68" y="136"/>
                    </a:cubicBezTo>
                    <a:close/>
                    <a:moveTo>
                      <a:pt x="68" y="0"/>
                    </a:moveTo>
                    <a:cubicBezTo>
                      <a:pt x="30" y="0"/>
                      <a:pt x="0" y="30"/>
                      <a:pt x="0" y="68"/>
                    </a:cubicBezTo>
                    <a:cubicBezTo>
                      <a:pt x="0" y="105"/>
                      <a:pt x="30" y="136"/>
                      <a:pt x="68" y="136"/>
                    </a:cubicBezTo>
                    <a:cubicBezTo>
                      <a:pt x="68" y="87"/>
                      <a:pt x="68" y="87"/>
                      <a:pt x="68" y="87"/>
                    </a:cubicBezTo>
                    <a:cubicBezTo>
                      <a:pt x="33" y="103"/>
                      <a:pt x="33" y="103"/>
                      <a:pt x="33" y="103"/>
                    </a:cubicBezTo>
                    <a:cubicBezTo>
                      <a:pt x="54" y="54"/>
                      <a:pt x="54" y="54"/>
                      <a:pt x="54" y="54"/>
                    </a:cubicBezTo>
                    <a:cubicBezTo>
                      <a:pt x="54" y="54"/>
                      <a:pt x="54" y="54"/>
                      <a:pt x="54" y="54"/>
                    </a:cubicBezTo>
                    <a:cubicBezTo>
                      <a:pt x="68" y="48"/>
                      <a:pt x="68" y="48"/>
                      <a:pt x="68" y="48"/>
                    </a:cubicBezTo>
                    <a:lnTo>
                      <a:pt x="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7" name="Oval 287"/>
              <p:cNvSpPr>
                <a:spLocks noChangeArrowheads="1"/>
              </p:cNvSpPr>
              <p:nvPr/>
            </p:nvSpPr>
            <p:spPr bwMode="auto">
              <a:xfrm>
                <a:off x="-4060825" y="8121650"/>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8" name="Freeform 288"/>
              <p:cNvSpPr>
                <a:spLocks noEditPoints="1"/>
              </p:cNvSpPr>
              <p:nvPr/>
            </p:nvSpPr>
            <p:spPr bwMode="auto">
              <a:xfrm>
                <a:off x="-4921250" y="2854325"/>
                <a:ext cx="338137" cy="660400"/>
              </a:xfrm>
              <a:custGeom>
                <a:avLst/>
                <a:gdLst>
                  <a:gd name="T0" fmla="*/ 45 w 90"/>
                  <a:gd name="T1" fmla="*/ 176 h 176"/>
                  <a:gd name="T2" fmla="*/ 90 w 90"/>
                  <a:gd name="T3" fmla="*/ 176 h 176"/>
                  <a:gd name="T4" fmla="*/ 90 w 90"/>
                  <a:gd name="T5" fmla="*/ 0 h 176"/>
                  <a:gd name="T6" fmla="*/ 45 w 90"/>
                  <a:gd name="T7" fmla="*/ 0 h 176"/>
                  <a:gd name="T8" fmla="*/ 45 w 90"/>
                  <a:gd name="T9" fmla="*/ 10 h 176"/>
                  <a:gd name="T10" fmla="*/ 82 w 90"/>
                  <a:gd name="T11" fmla="*/ 10 h 176"/>
                  <a:gd name="T12" fmla="*/ 82 w 90"/>
                  <a:gd name="T13" fmla="*/ 44 h 176"/>
                  <a:gd name="T14" fmla="*/ 45 w 90"/>
                  <a:gd name="T15" fmla="*/ 44 h 176"/>
                  <a:gd name="T16" fmla="*/ 45 w 90"/>
                  <a:gd name="T17" fmla="*/ 51 h 176"/>
                  <a:gd name="T18" fmla="*/ 82 w 90"/>
                  <a:gd name="T19" fmla="*/ 51 h 176"/>
                  <a:gd name="T20" fmla="*/ 82 w 90"/>
                  <a:gd name="T21" fmla="*/ 85 h 176"/>
                  <a:gd name="T22" fmla="*/ 45 w 90"/>
                  <a:gd name="T23" fmla="*/ 85 h 176"/>
                  <a:gd name="T24" fmla="*/ 45 w 90"/>
                  <a:gd name="T25" fmla="*/ 99 h 176"/>
                  <a:gd name="T26" fmla="*/ 56 w 90"/>
                  <a:gd name="T27" fmla="*/ 110 h 176"/>
                  <a:gd name="T28" fmla="*/ 45 w 90"/>
                  <a:gd name="T29" fmla="*/ 121 h 176"/>
                  <a:gd name="T30" fmla="*/ 45 w 90"/>
                  <a:gd name="T31" fmla="*/ 138 h 176"/>
                  <a:gd name="T32" fmla="*/ 56 w 90"/>
                  <a:gd name="T33" fmla="*/ 149 h 176"/>
                  <a:gd name="T34" fmla="*/ 45 w 90"/>
                  <a:gd name="T35" fmla="*/ 160 h 176"/>
                  <a:gd name="T36" fmla="*/ 45 w 90"/>
                  <a:gd name="T37" fmla="*/ 176 h 176"/>
                  <a:gd name="T38" fmla="*/ 0 w 90"/>
                  <a:gd name="T39" fmla="*/ 176 h 176"/>
                  <a:gd name="T40" fmla="*/ 45 w 90"/>
                  <a:gd name="T41" fmla="*/ 176 h 176"/>
                  <a:gd name="T42" fmla="*/ 45 w 90"/>
                  <a:gd name="T43" fmla="*/ 160 h 176"/>
                  <a:gd name="T44" fmla="*/ 45 w 90"/>
                  <a:gd name="T45" fmla="*/ 160 h 176"/>
                  <a:gd name="T46" fmla="*/ 45 w 90"/>
                  <a:gd name="T47" fmla="*/ 160 h 176"/>
                  <a:gd name="T48" fmla="*/ 34 w 90"/>
                  <a:gd name="T49" fmla="*/ 149 h 176"/>
                  <a:gd name="T50" fmla="*/ 45 w 90"/>
                  <a:gd name="T51" fmla="*/ 138 h 176"/>
                  <a:gd name="T52" fmla="*/ 45 w 90"/>
                  <a:gd name="T53" fmla="*/ 138 h 176"/>
                  <a:gd name="T54" fmla="*/ 45 w 90"/>
                  <a:gd name="T55" fmla="*/ 121 h 176"/>
                  <a:gd name="T56" fmla="*/ 45 w 90"/>
                  <a:gd name="T57" fmla="*/ 121 h 176"/>
                  <a:gd name="T58" fmla="*/ 45 w 90"/>
                  <a:gd name="T59" fmla="*/ 121 h 176"/>
                  <a:gd name="T60" fmla="*/ 34 w 90"/>
                  <a:gd name="T61" fmla="*/ 110 h 176"/>
                  <a:gd name="T62" fmla="*/ 45 w 90"/>
                  <a:gd name="T63" fmla="*/ 99 h 176"/>
                  <a:gd name="T64" fmla="*/ 45 w 90"/>
                  <a:gd name="T65" fmla="*/ 99 h 176"/>
                  <a:gd name="T66" fmla="*/ 45 w 90"/>
                  <a:gd name="T67" fmla="*/ 85 h 176"/>
                  <a:gd name="T68" fmla="*/ 9 w 90"/>
                  <a:gd name="T69" fmla="*/ 85 h 176"/>
                  <a:gd name="T70" fmla="*/ 9 w 90"/>
                  <a:gd name="T71" fmla="*/ 51 h 176"/>
                  <a:gd name="T72" fmla="*/ 9 w 90"/>
                  <a:gd name="T73" fmla="*/ 51 h 176"/>
                  <a:gd name="T74" fmla="*/ 45 w 90"/>
                  <a:gd name="T75" fmla="*/ 51 h 176"/>
                  <a:gd name="T76" fmla="*/ 45 w 90"/>
                  <a:gd name="T77" fmla="*/ 44 h 176"/>
                  <a:gd name="T78" fmla="*/ 9 w 90"/>
                  <a:gd name="T79" fmla="*/ 44 h 176"/>
                  <a:gd name="T80" fmla="*/ 9 w 90"/>
                  <a:gd name="T81" fmla="*/ 10 h 176"/>
                  <a:gd name="T82" fmla="*/ 9 w 90"/>
                  <a:gd name="T83" fmla="*/ 10 h 176"/>
                  <a:gd name="T84" fmla="*/ 45 w 90"/>
                  <a:gd name="T85" fmla="*/ 10 h 176"/>
                  <a:gd name="T86" fmla="*/ 45 w 90"/>
                  <a:gd name="T87" fmla="*/ 0 h 176"/>
                  <a:gd name="T88" fmla="*/ 0 w 90"/>
                  <a:gd name="T89" fmla="*/ 0 h 176"/>
                  <a:gd name="T90" fmla="*/ 0 w 90"/>
                  <a:gd name="T9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0" h="176">
                    <a:moveTo>
                      <a:pt x="45" y="176"/>
                    </a:moveTo>
                    <a:cubicBezTo>
                      <a:pt x="90" y="176"/>
                      <a:pt x="90" y="176"/>
                      <a:pt x="90" y="176"/>
                    </a:cubicBezTo>
                    <a:cubicBezTo>
                      <a:pt x="90" y="0"/>
                      <a:pt x="90" y="0"/>
                      <a:pt x="90" y="0"/>
                    </a:cubicBezTo>
                    <a:cubicBezTo>
                      <a:pt x="45" y="0"/>
                      <a:pt x="45" y="0"/>
                      <a:pt x="45" y="0"/>
                    </a:cubicBezTo>
                    <a:cubicBezTo>
                      <a:pt x="45" y="10"/>
                      <a:pt x="45" y="10"/>
                      <a:pt x="45" y="10"/>
                    </a:cubicBezTo>
                    <a:cubicBezTo>
                      <a:pt x="82" y="10"/>
                      <a:pt x="82" y="10"/>
                      <a:pt x="82" y="10"/>
                    </a:cubicBezTo>
                    <a:cubicBezTo>
                      <a:pt x="82" y="44"/>
                      <a:pt x="82" y="44"/>
                      <a:pt x="82" y="44"/>
                    </a:cubicBezTo>
                    <a:cubicBezTo>
                      <a:pt x="45" y="44"/>
                      <a:pt x="45" y="44"/>
                      <a:pt x="45" y="44"/>
                    </a:cubicBezTo>
                    <a:cubicBezTo>
                      <a:pt x="45" y="51"/>
                      <a:pt x="45" y="51"/>
                      <a:pt x="45" y="51"/>
                    </a:cubicBezTo>
                    <a:cubicBezTo>
                      <a:pt x="82" y="51"/>
                      <a:pt x="82" y="51"/>
                      <a:pt x="82" y="51"/>
                    </a:cubicBezTo>
                    <a:cubicBezTo>
                      <a:pt x="82" y="85"/>
                      <a:pt x="82" y="85"/>
                      <a:pt x="82" y="85"/>
                    </a:cubicBezTo>
                    <a:cubicBezTo>
                      <a:pt x="45" y="85"/>
                      <a:pt x="45" y="85"/>
                      <a:pt x="45" y="85"/>
                    </a:cubicBezTo>
                    <a:cubicBezTo>
                      <a:pt x="45" y="99"/>
                      <a:pt x="45" y="99"/>
                      <a:pt x="45" y="99"/>
                    </a:cubicBezTo>
                    <a:cubicBezTo>
                      <a:pt x="51" y="99"/>
                      <a:pt x="56" y="104"/>
                      <a:pt x="56" y="110"/>
                    </a:cubicBezTo>
                    <a:cubicBezTo>
                      <a:pt x="56" y="116"/>
                      <a:pt x="51" y="121"/>
                      <a:pt x="45" y="121"/>
                    </a:cubicBezTo>
                    <a:cubicBezTo>
                      <a:pt x="45" y="138"/>
                      <a:pt x="45" y="138"/>
                      <a:pt x="45" y="138"/>
                    </a:cubicBezTo>
                    <a:cubicBezTo>
                      <a:pt x="51" y="138"/>
                      <a:pt x="56" y="143"/>
                      <a:pt x="56" y="149"/>
                    </a:cubicBezTo>
                    <a:cubicBezTo>
                      <a:pt x="56" y="155"/>
                      <a:pt x="51" y="160"/>
                      <a:pt x="45" y="160"/>
                    </a:cubicBezTo>
                    <a:lnTo>
                      <a:pt x="45" y="176"/>
                    </a:lnTo>
                    <a:close/>
                    <a:moveTo>
                      <a:pt x="0" y="176"/>
                    </a:moveTo>
                    <a:cubicBezTo>
                      <a:pt x="45" y="176"/>
                      <a:pt x="45" y="176"/>
                      <a:pt x="45" y="176"/>
                    </a:cubicBezTo>
                    <a:cubicBezTo>
                      <a:pt x="45" y="160"/>
                      <a:pt x="45" y="160"/>
                      <a:pt x="45" y="160"/>
                    </a:cubicBezTo>
                    <a:cubicBezTo>
                      <a:pt x="45" y="160"/>
                      <a:pt x="45" y="160"/>
                      <a:pt x="45" y="160"/>
                    </a:cubicBezTo>
                    <a:cubicBezTo>
                      <a:pt x="45" y="160"/>
                      <a:pt x="45" y="160"/>
                      <a:pt x="45" y="160"/>
                    </a:cubicBezTo>
                    <a:cubicBezTo>
                      <a:pt x="39" y="160"/>
                      <a:pt x="34" y="155"/>
                      <a:pt x="34" y="149"/>
                    </a:cubicBezTo>
                    <a:cubicBezTo>
                      <a:pt x="34" y="143"/>
                      <a:pt x="39" y="138"/>
                      <a:pt x="45" y="138"/>
                    </a:cubicBezTo>
                    <a:cubicBezTo>
                      <a:pt x="45" y="138"/>
                      <a:pt x="45" y="138"/>
                      <a:pt x="45" y="138"/>
                    </a:cubicBezTo>
                    <a:cubicBezTo>
                      <a:pt x="45" y="121"/>
                      <a:pt x="45" y="121"/>
                      <a:pt x="45" y="121"/>
                    </a:cubicBezTo>
                    <a:cubicBezTo>
                      <a:pt x="45" y="121"/>
                      <a:pt x="45" y="121"/>
                      <a:pt x="45" y="121"/>
                    </a:cubicBezTo>
                    <a:cubicBezTo>
                      <a:pt x="45" y="121"/>
                      <a:pt x="45" y="121"/>
                      <a:pt x="45" y="121"/>
                    </a:cubicBezTo>
                    <a:cubicBezTo>
                      <a:pt x="39" y="121"/>
                      <a:pt x="34" y="116"/>
                      <a:pt x="34" y="110"/>
                    </a:cubicBezTo>
                    <a:cubicBezTo>
                      <a:pt x="34" y="104"/>
                      <a:pt x="39" y="99"/>
                      <a:pt x="45" y="99"/>
                    </a:cubicBezTo>
                    <a:cubicBezTo>
                      <a:pt x="45" y="99"/>
                      <a:pt x="45" y="99"/>
                      <a:pt x="45" y="99"/>
                    </a:cubicBezTo>
                    <a:cubicBezTo>
                      <a:pt x="45" y="85"/>
                      <a:pt x="45" y="85"/>
                      <a:pt x="45" y="85"/>
                    </a:cubicBezTo>
                    <a:cubicBezTo>
                      <a:pt x="9" y="85"/>
                      <a:pt x="9" y="85"/>
                      <a:pt x="9" y="85"/>
                    </a:cubicBezTo>
                    <a:cubicBezTo>
                      <a:pt x="9" y="51"/>
                      <a:pt x="9" y="51"/>
                      <a:pt x="9" y="51"/>
                    </a:cubicBezTo>
                    <a:cubicBezTo>
                      <a:pt x="9" y="51"/>
                      <a:pt x="9" y="51"/>
                      <a:pt x="9" y="51"/>
                    </a:cubicBezTo>
                    <a:cubicBezTo>
                      <a:pt x="45" y="51"/>
                      <a:pt x="45" y="51"/>
                      <a:pt x="45" y="51"/>
                    </a:cubicBezTo>
                    <a:cubicBezTo>
                      <a:pt x="45" y="44"/>
                      <a:pt x="45" y="44"/>
                      <a:pt x="45" y="44"/>
                    </a:cubicBezTo>
                    <a:cubicBezTo>
                      <a:pt x="9" y="44"/>
                      <a:pt x="9" y="44"/>
                      <a:pt x="9" y="44"/>
                    </a:cubicBezTo>
                    <a:cubicBezTo>
                      <a:pt x="9" y="10"/>
                      <a:pt x="9" y="10"/>
                      <a:pt x="9" y="10"/>
                    </a:cubicBezTo>
                    <a:cubicBezTo>
                      <a:pt x="9" y="10"/>
                      <a:pt x="9" y="10"/>
                      <a:pt x="9" y="10"/>
                    </a:cubicBezTo>
                    <a:cubicBezTo>
                      <a:pt x="45" y="10"/>
                      <a:pt x="45" y="10"/>
                      <a:pt x="45" y="10"/>
                    </a:cubicBezTo>
                    <a:cubicBezTo>
                      <a:pt x="45" y="0"/>
                      <a:pt x="45" y="0"/>
                      <a:pt x="45" y="0"/>
                    </a:cubicBezTo>
                    <a:cubicBezTo>
                      <a:pt x="0" y="0"/>
                      <a:pt x="0" y="0"/>
                      <a:pt x="0" y="0"/>
                    </a:cubicBezTo>
                    <a:lnTo>
                      <a:pt x="0" y="1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9" name="Freeform 289"/>
              <p:cNvSpPr>
                <a:spLocks/>
              </p:cNvSpPr>
              <p:nvPr/>
            </p:nvSpPr>
            <p:spPr bwMode="auto">
              <a:xfrm>
                <a:off x="-4556125" y="2854325"/>
                <a:ext cx="141287" cy="660400"/>
              </a:xfrm>
              <a:custGeom>
                <a:avLst/>
                <a:gdLst>
                  <a:gd name="T0" fmla="*/ 89 w 89"/>
                  <a:gd name="T1" fmla="*/ 392 h 416"/>
                  <a:gd name="T2" fmla="*/ 89 w 89"/>
                  <a:gd name="T3" fmla="*/ 70 h 416"/>
                  <a:gd name="T4" fmla="*/ 0 w 89"/>
                  <a:gd name="T5" fmla="*/ 0 h 416"/>
                  <a:gd name="T6" fmla="*/ 0 w 89"/>
                  <a:gd name="T7" fmla="*/ 416 h 416"/>
                  <a:gd name="T8" fmla="*/ 89 w 89"/>
                  <a:gd name="T9" fmla="*/ 392 h 416"/>
                </a:gdLst>
                <a:ahLst/>
                <a:cxnLst>
                  <a:cxn ang="0">
                    <a:pos x="T0" y="T1"/>
                  </a:cxn>
                  <a:cxn ang="0">
                    <a:pos x="T2" y="T3"/>
                  </a:cxn>
                  <a:cxn ang="0">
                    <a:pos x="T4" y="T5"/>
                  </a:cxn>
                  <a:cxn ang="0">
                    <a:pos x="T6" y="T7"/>
                  </a:cxn>
                  <a:cxn ang="0">
                    <a:pos x="T8" y="T9"/>
                  </a:cxn>
                </a:cxnLst>
                <a:rect l="0" t="0" r="r" b="b"/>
                <a:pathLst>
                  <a:path w="89" h="416">
                    <a:moveTo>
                      <a:pt x="89" y="392"/>
                    </a:moveTo>
                    <a:lnTo>
                      <a:pt x="89" y="70"/>
                    </a:lnTo>
                    <a:lnTo>
                      <a:pt x="0" y="0"/>
                    </a:lnTo>
                    <a:lnTo>
                      <a:pt x="0" y="416"/>
                    </a:lnTo>
                    <a:lnTo>
                      <a:pt x="89" y="3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0" name="Rectangle 290"/>
              <p:cNvSpPr>
                <a:spLocks noChangeArrowheads="1"/>
              </p:cNvSpPr>
              <p:nvPr/>
            </p:nvSpPr>
            <p:spPr bwMode="auto">
              <a:xfrm>
                <a:off x="-4868863" y="2909887"/>
                <a:ext cx="236537" cy="90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1" name="Rectangle 291"/>
              <p:cNvSpPr>
                <a:spLocks noChangeArrowheads="1"/>
              </p:cNvSpPr>
              <p:nvPr/>
            </p:nvSpPr>
            <p:spPr bwMode="auto">
              <a:xfrm>
                <a:off x="-4868863" y="3063875"/>
                <a:ext cx="236537" cy="90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2" name="Freeform 292"/>
              <p:cNvSpPr>
                <a:spLocks noEditPoints="1"/>
              </p:cNvSpPr>
              <p:nvPr/>
            </p:nvSpPr>
            <p:spPr bwMode="auto">
              <a:xfrm>
                <a:off x="-2968625" y="346075"/>
                <a:ext cx="627062" cy="622300"/>
              </a:xfrm>
              <a:custGeom>
                <a:avLst/>
                <a:gdLst>
                  <a:gd name="T0" fmla="*/ 167 w 167"/>
                  <a:gd name="T1" fmla="*/ 0 h 166"/>
                  <a:gd name="T2" fmla="*/ 84 w 167"/>
                  <a:gd name="T3" fmla="*/ 0 h 166"/>
                  <a:gd name="T4" fmla="*/ 84 w 167"/>
                  <a:gd name="T5" fmla="*/ 13 h 166"/>
                  <a:gd name="T6" fmla="*/ 84 w 167"/>
                  <a:gd name="T7" fmla="*/ 13 h 166"/>
                  <a:gd name="T8" fmla="*/ 84 w 167"/>
                  <a:gd name="T9" fmla="*/ 13 h 166"/>
                  <a:gd name="T10" fmla="*/ 97 w 167"/>
                  <a:gd name="T11" fmla="*/ 26 h 166"/>
                  <a:gd name="T12" fmla="*/ 84 w 167"/>
                  <a:gd name="T13" fmla="*/ 39 h 166"/>
                  <a:gd name="T14" fmla="*/ 84 w 167"/>
                  <a:gd name="T15" fmla="*/ 39 h 166"/>
                  <a:gd name="T16" fmla="*/ 84 w 167"/>
                  <a:gd name="T17" fmla="*/ 51 h 166"/>
                  <a:gd name="T18" fmla="*/ 106 w 167"/>
                  <a:gd name="T19" fmla="*/ 51 h 166"/>
                  <a:gd name="T20" fmla="*/ 106 w 167"/>
                  <a:gd name="T21" fmla="*/ 63 h 166"/>
                  <a:gd name="T22" fmla="*/ 106 w 167"/>
                  <a:gd name="T23" fmla="*/ 63 h 166"/>
                  <a:gd name="T24" fmla="*/ 91 w 167"/>
                  <a:gd name="T25" fmla="*/ 63 h 166"/>
                  <a:gd name="T26" fmla="*/ 91 w 167"/>
                  <a:gd name="T27" fmla="*/ 140 h 166"/>
                  <a:gd name="T28" fmla="*/ 106 w 167"/>
                  <a:gd name="T29" fmla="*/ 140 h 166"/>
                  <a:gd name="T30" fmla="*/ 106 w 167"/>
                  <a:gd name="T31" fmla="*/ 152 h 166"/>
                  <a:gd name="T32" fmla="*/ 84 w 167"/>
                  <a:gd name="T33" fmla="*/ 152 h 166"/>
                  <a:gd name="T34" fmla="*/ 84 w 167"/>
                  <a:gd name="T35" fmla="*/ 166 h 166"/>
                  <a:gd name="T36" fmla="*/ 167 w 167"/>
                  <a:gd name="T37" fmla="*/ 166 h 166"/>
                  <a:gd name="T38" fmla="*/ 167 w 167"/>
                  <a:gd name="T39" fmla="*/ 0 h 166"/>
                  <a:gd name="T40" fmla="*/ 84 w 167"/>
                  <a:gd name="T41" fmla="*/ 0 h 166"/>
                  <a:gd name="T42" fmla="*/ 0 w 167"/>
                  <a:gd name="T43" fmla="*/ 0 h 166"/>
                  <a:gd name="T44" fmla="*/ 0 w 167"/>
                  <a:gd name="T45" fmla="*/ 166 h 166"/>
                  <a:gd name="T46" fmla="*/ 84 w 167"/>
                  <a:gd name="T47" fmla="*/ 166 h 166"/>
                  <a:gd name="T48" fmla="*/ 84 w 167"/>
                  <a:gd name="T49" fmla="*/ 152 h 166"/>
                  <a:gd name="T50" fmla="*/ 62 w 167"/>
                  <a:gd name="T51" fmla="*/ 152 h 166"/>
                  <a:gd name="T52" fmla="*/ 62 w 167"/>
                  <a:gd name="T53" fmla="*/ 140 h 166"/>
                  <a:gd name="T54" fmla="*/ 77 w 167"/>
                  <a:gd name="T55" fmla="*/ 140 h 166"/>
                  <a:gd name="T56" fmla="*/ 77 w 167"/>
                  <a:gd name="T57" fmla="*/ 63 h 166"/>
                  <a:gd name="T58" fmla="*/ 62 w 167"/>
                  <a:gd name="T59" fmla="*/ 63 h 166"/>
                  <a:gd name="T60" fmla="*/ 62 w 167"/>
                  <a:gd name="T61" fmla="*/ 51 h 166"/>
                  <a:gd name="T62" fmla="*/ 84 w 167"/>
                  <a:gd name="T63" fmla="*/ 51 h 166"/>
                  <a:gd name="T64" fmla="*/ 84 w 167"/>
                  <a:gd name="T65" fmla="*/ 39 h 166"/>
                  <a:gd name="T66" fmla="*/ 71 w 167"/>
                  <a:gd name="T67" fmla="*/ 26 h 166"/>
                  <a:gd name="T68" fmla="*/ 84 w 167"/>
                  <a:gd name="T69" fmla="*/ 13 h 166"/>
                  <a:gd name="T70" fmla="*/ 84 w 167"/>
                  <a:gd name="T7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 h="166">
                    <a:moveTo>
                      <a:pt x="167" y="0"/>
                    </a:moveTo>
                    <a:cubicBezTo>
                      <a:pt x="84" y="0"/>
                      <a:pt x="84" y="0"/>
                      <a:pt x="84" y="0"/>
                    </a:cubicBezTo>
                    <a:cubicBezTo>
                      <a:pt x="84" y="13"/>
                      <a:pt x="84" y="13"/>
                      <a:pt x="84" y="13"/>
                    </a:cubicBezTo>
                    <a:cubicBezTo>
                      <a:pt x="84" y="13"/>
                      <a:pt x="84" y="13"/>
                      <a:pt x="84" y="13"/>
                    </a:cubicBezTo>
                    <a:cubicBezTo>
                      <a:pt x="84" y="13"/>
                      <a:pt x="84" y="13"/>
                      <a:pt x="84" y="13"/>
                    </a:cubicBezTo>
                    <a:cubicBezTo>
                      <a:pt x="92" y="13"/>
                      <a:pt x="97" y="19"/>
                      <a:pt x="97" y="26"/>
                    </a:cubicBezTo>
                    <a:cubicBezTo>
                      <a:pt x="97" y="33"/>
                      <a:pt x="92" y="39"/>
                      <a:pt x="84" y="39"/>
                    </a:cubicBezTo>
                    <a:cubicBezTo>
                      <a:pt x="84" y="39"/>
                      <a:pt x="84" y="39"/>
                      <a:pt x="84" y="39"/>
                    </a:cubicBezTo>
                    <a:cubicBezTo>
                      <a:pt x="84" y="51"/>
                      <a:pt x="84" y="51"/>
                      <a:pt x="84" y="51"/>
                    </a:cubicBezTo>
                    <a:cubicBezTo>
                      <a:pt x="106" y="51"/>
                      <a:pt x="106" y="51"/>
                      <a:pt x="106" y="51"/>
                    </a:cubicBezTo>
                    <a:cubicBezTo>
                      <a:pt x="106" y="63"/>
                      <a:pt x="106" y="63"/>
                      <a:pt x="106" y="63"/>
                    </a:cubicBezTo>
                    <a:cubicBezTo>
                      <a:pt x="106" y="63"/>
                      <a:pt x="106" y="63"/>
                      <a:pt x="106" y="63"/>
                    </a:cubicBezTo>
                    <a:cubicBezTo>
                      <a:pt x="91" y="63"/>
                      <a:pt x="91" y="63"/>
                      <a:pt x="91" y="63"/>
                    </a:cubicBezTo>
                    <a:cubicBezTo>
                      <a:pt x="91" y="140"/>
                      <a:pt x="91" y="140"/>
                      <a:pt x="91" y="140"/>
                    </a:cubicBezTo>
                    <a:cubicBezTo>
                      <a:pt x="106" y="140"/>
                      <a:pt x="106" y="140"/>
                      <a:pt x="106" y="140"/>
                    </a:cubicBezTo>
                    <a:cubicBezTo>
                      <a:pt x="106" y="152"/>
                      <a:pt x="106" y="152"/>
                      <a:pt x="106" y="152"/>
                    </a:cubicBezTo>
                    <a:cubicBezTo>
                      <a:pt x="84" y="152"/>
                      <a:pt x="84" y="152"/>
                      <a:pt x="84" y="152"/>
                    </a:cubicBezTo>
                    <a:cubicBezTo>
                      <a:pt x="84" y="166"/>
                      <a:pt x="84" y="166"/>
                      <a:pt x="84" y="166"/>
                    </a:cubicBezTo>
                    <a:cubicBezTo>
                      <a:pt x="167" y="166"/>
                      <a:pt x="167" y="166"/>
                      <a:pt x="167" y="166"/>
                    </a:cubicBezTo>
                    <a:lnTo>
                      <a:pt x="167" y="0"/>
                    </a:lnTo>
                    <a:close/>
                    <a:moveTo>
                      <a:pt x="84" y="0"/>
                    </a:moveTo>
                    <a:cubicBezTo>
                      <a:pt x="0" y="0"/>
                      <a:pt x="0" y="0"/>
                      <a:pt x="0" y="0"/>
                    </a:cubicBezTo>
                    <a:cubicBezTo>
                      <a:pt x="0" y="166"/>
                      <a:pt x="0" y="166"/>
                      <a:pt x="0" y="166"/>
                    </a:cubicBezTo>
                    <a:cubicBezTo>
                      <a:pt x="84" y="166"/>
                      <a:pt x="84" y="166"/>
                      <a:pt x="84" y="166"/>
                    </a:cubicBezTo>
                    <a:cubicBezTo>
                      <a:pt x="84" y="152"/>
                      <a:pt x="84" y="152"/>
                      <a:pt x="84" y="152"/>
                    </a:cubicBezTo>
                    <a:cubicBezTo>
                      <a:pt x="62" y="152"/>
                      <a:pt x="62" y="152"/>
                      <a:pt x="62" y="152"/>
                    </a:cubicBezTo>
                    <a:cubicBezTo>
                      <a:pt x="62" y="140"/>
                      <a:pt x="62" y="140"/>
                      <a:pt x="62" y="140"/>
                    </a:cubicBezTo>
                    <a:cubicBezTo>
                      <a:pt x="77" y="140"/>
                      <a:pt x="77" y="140"/>
                      <a:pt x="77" y="140"/>
                    </a:cubicBezTo>
                    <a:cubicBezTo>
                      <a:pt x="77" y="63"/>
                      <a:pt x="77" y="63"/>
                      <a:pt x="77" y="63"/>
                    </a:cubicBezTo>
                    <a:cubicBezTo>
                      <a:pt x="62" y="63"/>
                      <a:pt x="62" y="63"/>
                      <a:pt x="62" y="63"/>
                    </a:cubicBezTo>
                    <a:cubicBezTo>
                      <a:pt x="62" y="51"/>
                      <a:pt x="62" y="51"/>
                      <a:pt x="62" y="51"/>
                    </a:cubicBezTo>
                    <a:cubicBezTo>
                      <a:pt x="84" y="51"/>
                      <a:pt x="84" y="51"/>
                      <a:pt x="84" y="51"/>
                    </a:cubicBezTo>
                    <a:cubicBezTo>
                      <a:pt x="84" y="39"/>
                      <a:pt x="84" y="39"/>
                      <a:pt x="84" y="39"/>
                    </a:cubicBezTo>
                    <a:cubicBezTo>
                      <a:pt x="77" y="39"/>
                      <a:pt x="71" y="33"/>
                      <a:pt x="71" y="26"/>
                    </a:cubicBezTo>
                    <a:cubicBezTo>
                      <a:pt x="71" y="19"/>
                      <a:pt x="77" y="13"/>
                      <a:pt x="84" y="13"/>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3" name="Freeform 293"/>
              <p:cNvSpPr>
                <a:spLocks/>
              </p:cNvSpPr>
              <p:nvPr/>
            </p:nvSpPr>
            <p:spPr bwMode="auto">
              <a:xfrm>
                <a:off x="-4448175" y="6721475"/>
                <a:ext cx="508000" cy="119063"/>
              </a:xfrm>
              <a:custGeom>
                <a:avLst/>
                <a:gdLst>
                  <a:gd name="T0" fmla="*/ 291 w 320"/>
                  <a:gd name="T1" fmla="*/ 47 h 75"/>
                  <a:gd name="T2" fmla="*/ 29 w 320"/>
                  <a:gd name="T3" fmla="*/ 47 h 75"/>
                  <a:gd name="T4" fmla="*/ 29 w 320"/>
                  <a:gd name="T5" fmla="*/ 0 h 75"/>
                  <a:gd name="T6" fmla="*/ 0 w 320"/>
                  <a:gd name="T7" fmla="*/ 0 h 75"/>
                  <a:gd name="T8" fmla="*/ 0 w 320"/>
                  <a:gd name="T9" fmla="*/ 75 h 75"/>
                  <a:gd name="T10" fmla="*/ 320 w 320"/>
                  <a:gd name="T11" fmla="*/ 75 h 75"/>
                  <a:gd name="T12" fmla="*/ 320 w 320"/>
                  <a:gd name="T13" fmla="*/ 0 h 75"/>
                  <a:gd name="T14" fmla="*/ 291 w 320"/>
                  <a:gd name="T15" fmla="*/ 0 h 75"/>
                  <a:gd name="T16" fmla="*/ 291 w 320"/>
                  <a:gd name="T17" fmla="*/ 4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0" h="75">
                    <a:moveTo>
                      <a:pt x="291" y="47"/>
                    </a:moveTo>
                    <a:lnTo>
                      <a:pt x="29" y="47"/>
                    </a:lnTo>
                    <a:lnTo>
                      <a:pt x="29" y="0"/>
                    </a:lnTo>
                    <a:lnTo>
                      <a:pt x="0" y="0"/>
                    </a:lnTo>
                    <a:lnTo>
                      <a:pt x="0" y="75"/>
                    </a:lnTo>
                    <a:lnTo>
                      <a:pt x="320" y="75"/>
                    </a:lnTo>
                    <a:lnTo>
                      <a:pt x="320" y="0"/>
                    </a:lnTo>
                    <a:lnTo>
                      <a:pt x="291" y="0"/>
                    </a:lnTo>
                    <a:lnTo>
                      <a:pt x="291"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4" name="Freeform 294"/>
              <p:cNvSpPr>
                <a:spLocks/>
              </p:cNvSpPr>
              <p:nvPr/>
            </p:nvSpPr>
            <p:spPr bwMode="auto">
              <a:xfrm>
                <a:off x="-4376738" y="6361113"/>
                <a:ext cx="376237" cy="401638"/>
              </a:xfrm>
              <a:custGeom>
                <a:avLst/>
                <a:gdLst>
                  <a:gd name="T0" fmla="*/ 40 w 237"/>
                  <a:gd name="T1" fmla="*/ 146 h 253"/>
                  <a:gd name="T2" fmla="*/ 40 w 237"/>
                  <a:gd name="T3" fmla="*/ 253 h 253"/>
                  <a:gd name="T4" fmla="*/ 194 w 237"/>
                  <a:gd name="T5" fmla="*/ 253 h 253"/>
                  <a:gd name="T6" fmla="*/ 194 w 237"/>
                  <a:gd name="T7" fmla="*/ 146 h 253"/>
                  <a:gd name="T8" fmla="*/ 237 w 237"/>
                  <a:gd name="T9" fmla="*/ 146 h 253"/>
                  <a:gd name="T10" fmla="*/ 118 w 237"/>
                  <a:gd name="T11" fmla="*/ 0 h 253"/>
                  <a:gd name="T12" fmla="*/ 0 w 237"/>
                  <a:gd name="T13" fmla="*/ 146 h 253"/>
                  <a:gd name="T14" fmla="*/ 40 w 237"/>
                  <a:gd name="T15" fmla="*/ 146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253">
                    <a:moveTo>
                      <a:pt x="40" y="146"/>
                    </a:moveTo>
                    <a:lnTo>
                      <a:pt x="40" y="253"/>
                    </a:lnTo>
                    <a:lnTo>
                      <a:pt x="194" y="253"/>
                    </a:lnTo>
                    <a:lnTo>
                      <a:pt x="194" y="146"/>
                    </a:lnTo>
                    <a:lnTo>
                      <a:pt x="237" y="146"/>
                    </a:lnTo>
                    <a:lnTo>
                      <a:pt x="118" y="0"/>
                    </a:lnTo>
                    <a:lnTo>
                      <a:pt x="0" y="146"/>
                    </a:lnTo>
                    <a:lnTo>
                      <a:pt x="40" y="1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5" name="Freeform 295"/>
              <p:cNvSpPr>
                <a:spLocks noEditPoints="1"/>
              </p:cNvSpPr>
              <p:nvPr/>
            </p:nvSpPr>
            <p:spPr bwMode="auto">
              <a:xfrm>
                <a:off x="-1371600" y="2965450"/>
                <a:ext cx="539750" cy="428625"/>
              </a:xfrm>
              <a:custGeom>
                <a:avLst/>
                <a:gdLst>
                  <a:gd name="T0" fmla="*/ 129 w 144"/>
                  <a:gd name="T1" fmla="*/ 25 h 114"/>
                  <a:gd name="T2" fmla="*/ 116 w 144"/>
                  <a:gd name="T3" fmla="*/ 26 h 114"/>
                  <a:gd name="T4" fmla="*/ 116 w 144"/>
                  <a:gd name="T5" fmla="*/ 32 h 114"/>
                  <a:gd name="T6" fmla="*/ 131 w 144"/>
                  <a:gd name="T7" fmla="*/ 64 h 114"/>
                  <a:gd name="T8" fmla="*/ 131 w 144"/>
                  <a:gd name="T9" fmla="*/ 79 h 114"/>
                  <a:gd name="T10" fmla="*/ 116 w 144"/>
                  <a:gd name="T11" fmla="*/ 114 h 114"/>
                  <a:gd name="T12" fmla="*/ 144 w 144"/>
                  <a:gd name="T13" fmla="*/ 107 h 114"/>
                  <a:gd name="T14" fmla="*/ 144 w 144"/>
                  <a:gd name="T15" fmla="*/ 41 h 114"/>
                  <a:gd name="T16" fmla="*/ 116 w 144"/>
                  <a:gd name="T17" fmla="*/ 0 h 114"/>
                  <a:gd name="T18" fmla="*/ 72 w 144"/>
                  <a:gd name="T19" fmla="*/ 9 h 114"/>
                  <a:gd name="T20" fmla="*/ 116 w 144"/>
                  <a:gd name="T21" fmla="*/ 26 h 114"/>
                  <a:gd name="T22" fmla="*/ 72 w 144"/>
                  <a:gd name="T23" fmla="*/ 91 h 114"/>
                  <a:gd name="T24" fmla="*/ 110 w 144"/>
                  <a:gd name="T25" fmla="*/ 107 h 114"/>
                  <a:gd name="T26" fmla="*/ 116 w 144"/>
                  <a:gd name="T27" fmla="*/ 114 h 114"/>
                  <a:gd name="T28" fmla="*/ 102 w 144"/>
                  <a:gd name="T29" fmla="*/ 79 h 114"/>
                  <a:gd name="T30" fmla="*/ 116 w 144"/>
                  <a:gd name="T31" fmla="*/ 64 h 114"/>
                  <a:gd name="T32" fmla="*/ 72 w 144"/>
                  <a:gd name="T33" fmla="*/ 32 h 114"/>
                  <a:gd name="T34" fmla="*/ 72 w 144"/>
                  <a:gd name="T35" fmla="*/ 0 h 114"/>
                  <a:gd name="T36" fmla="*/ 27 w 144"/>
                  <a:gd name="T37" fmla="*/ 1 h 114"/>
                  <a:gd name="T38" fmla="*/ 36 w 144"/>
                  <a:gd name="T39" fmla="*/ 9 h 114"/>
                  <a:gd name="T40" fmla="*/ 72 w 144"/>
                  <a:gd name="T41" fmla="*/ 9 h 114"/>
                  <a:gd name="T42" fmla="*/ 27 w 144"/>
                  <a:gd name="T43" fmla="*/ 114 h 114"/>
                  <a:gd name="T44" fmla="*/ 34 w 144"/>
                  <a:gd name="T45" fmla="*/ 107 h 114"/>
                  <a:gd name="T46" fmla="*/ 72 w 144"/>
                  <a:gd name="T47" fmla="*/ 91 h 114"/>
                  <a:gd name="T48" fmla="*/ 27 w 144"/>
                  <a:gd name="T49" fmla="*/ 32 h 114"/>
                  <a:gd name="T50" fmla="*/ 42 w 144"/>
                  <a:gd name="T51" fmla="*/ 64 h 114"/>
                  <a:gd name="T52" fmla="*/ 42 w 144"/>
                  <a:gd name="T53" fmla="*/ 79 h 114"/>
                  <a:gd name="T54" fmla="*/ 27 w 144"/>
                  <a:gd name="T55" fmla="*/ 114 h 114"/>
                  <a:gd name="T56" fmla="*/ 14 w 144"/>
                  <a:gd name="T57" fmla="*/ 25 h 114"/>
                  <a:gd name="T58" fmla="*/ 0 w 144"/>
                  <a:gd name="T59" fmla="*/ 87 h 114"/>
                  <a:gd name="T60" fmla="*/ 0 w 144"/>
                  <a:gd name="T61" fmla="*/ 107 h 114"/>
                  <a:gd name="T62" fmla="*/ 27 w 144"/>
                  <a:gd name="T63" fmla="*/ 114 h 114"/>
                  <a:gd name="T64" fmla="*/ 13 w 144"/>
                  <a:gd name="T65" fmla="*/ 79 h 114"/>
                  <a:gd name="T66" fmla="*/ 27 w 144"/>
                  <a:gd name="T67" fmla="*/ 64 h 114"/>
                  <a:gd name="T68" fmla="*/ 24 w 144"/>
                  <a:gd name="T69" fmla="*/ 32 h 114"/>
                  <a:gd name="T70" fmla="*/ 27 w 144"/>
                  <a:gd name="T71" fmla="*/ 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4" h="114">
                    <a:moveTo>
                      <a:pt x="144" y="41"/>
                    </a:moveTo>
                    <a:cubicBezTo>
                      <a:pt x="129" y="25"/>
                      <a:pt x="129" y="25"/>
                      <a:pt x="129" y="25"/>
                    </a:cubicBezTo>
                    <a:cubicBezTo>
                      <a:pt x="116" y="1"/>
                      <a:pt x="116" y="1"/>
                      <a:pt x="116" y="1"/>
                    </a:cubicBezTo>
                    <a:cubicBezTo>
                      <a:pt x="116" y="26"/>
                      <a:pt x="116" y="26"/>
                      <a:pt x="116" y="26"/>
                    </a:cubicBezTo>
                    <a:cubicBezTo>
                      <a:pt x="120" y="32"/>
                      <a:pt x="120" y="32"/>
                      <a:pt x="120" y="32"/>
                    </a:cubicBezTo>
                    <a:cubicBezTo>
                      <a:pt x="116" y="32"/>
                      <a:pt x="116" y="32"/>
                      <a:pt x="116" y="32"/>
                    </a:cubicBezTo>
                    <a:cubicBezTo>
                      <a:pt x="116" y="64"/>
                      <a:pt x="116" y="64"/>
                      <a:pt x="116" y="64"/>
                    </a:cubicBezTo>
                    <a:cubicBezTo>
                      <a:pt x="131" y="64"/>
                      <a:pt x="131" y="64"/>
                      <a:pt x="131" y="64"/>
                    </a:cubicBezTo>
                    <a:cubicBezTo>
                      <a:pt x="131" y="79"/>
                      <a:pt x="131" y="79"/>
                      <a:pt x="131" y="79"/>
                    </a:cubicBezTo>
                    <a:cubicBezTo>
                      <a:pt x="131" y="79"/>
                      <a:pt x="131" y="79"/>
                      <a:pt x="131" y="79"/>
                    </a:cubicBezTo>
                    <a:cubicBezTo>
                      <a:pt x="116" y="79"/>
                      <a:pt x="116" y="79"/>
                      <a:pt x="116" y="79"/>
                    </a:cubicBezTo>
                    <a:cubicBezTo>
                      <a:pt x="116" y="114"/>
                      <a:pt x="116" y="114"/>
                      <a:pt x="116" y="114"/>
                    </a:cubicBezTo>
                    <a:cubicBezTo>
                      <a:pt x="137" y="114"/>
                      <a:pt x="137" y="114"/>
                      <a:pt x="137" y="114"/>
                    </a:cubicBezTo>
                    <a:cubicBezTo>
                      <a:pt x="141" y="114"/>
                      <a:pt x="144" y="111"/>
                      <a:pt x="144" y="107"/>
                    </a:cubicBezTo>
                    <a:cubicBezTo>
                      <a:pt x="144" y="91"/>
                      <a:pt x="144" y="91"/>
                      <a:pt x="144" y="91"/>
                    </a:cubicBezTo>
                    <a:lnTo>
                      <a:pt x="144" y="41"/>
                    </a:lnTo>
                    <a:close/>
                    <a:moveTo>
                      <a:pt x="116" y="1"/>
                    </a:moveTo>
                    <a:cubicBezTo>
                      <a:pt x="116" y="0"/>
                      <a:pt x="116" y="0"/>
                      <a:pt x="116" y="0"/>
                    </a:cubicBezTo>
                    <a:cubicBezTo>
                      <a:pt x="72" y="0"/>
                      <a:pt x="72" y="0"/>
                      <a:pt x="72" y="0"/>
                    </a:cubicBezTo>
                    <a:cubicBezTo>
                      <a:pt x="72" y="9"/>
                      <a:pt x="72" y="9"/>
                      <a:pt x="72" y="9"/>
                    </a:cubicBezTo>
                    <a:cubicBezTo>
                      <a:pt x="108" y="9"/>
                      <a:pt x="108" y="9"/>
                      <a:pt x="108" y="9"/>
                    </a:cubicBezTo>
                    <a:cubicBezTo>
                      <a:pt x="116" y="26"/>
                      <a:pt x="116" y="26"/>
                      <a:pt x="116" y="26"/>
                    </a:cubicBezTo>
                    <a:cubicBezTo>
                      <a:pt x="116" y="1"/>
                      <a:pt x="116" y="1"/>
                      <a:pt x="116" y="1"/>
                    </a:cubicBezTo>
                    <a:close/>
                    <a:moveTo>
                      <a:pt x="72" y="91"/>
                    </a:moveTo>
                    <a:cubicBezTo>
                      <a:pt x="110" y="91"/>
                      <a:pt x="110" y="91"/>
                      <a:pt x="110" y="91"/>
                    </a:cubicBezTo>
                    <a:cubicBezTo>
                      <a:pt x="110" y="107"/>
                      <a:pt x="110" y="107"/>
                      <a:pt x="110" y="107"/>
                    </a:cubicBezTo>
                    <a:cubicBezTo>
                      <a:pt x="110" y="111"/>
                      <a:pt x="112" y="114"/>
                      <a:pt x="116" y="114"/>
                    </a:cubicBezTo>
                    <a:cubicBezTo>
                      <a:pt x="116" y="114"/>
                      <a:pt x="116" y="114"/>
                      <a:pt x="116" y="114"/>
                    </a:cubicBezTo>
                    <a:cubicBezTo>
                      <a:pt x="116" y="79"/>
                      <a:pt x="116" y="79"/>
                      <a:pt x="116" y="79"/>
                    </a:cubicBezTo>
                    <a:cubicBezTo>
                      <a:pt x="102" y="79"/>
                      <a:pt x="102" y="79"/>
                      <a:pt x="102" y="79"/>
                    </a:cubicBezTo>
                    <a:cubicBezTo>
                      <a:pt x="102" y="64"/>
                      <a:pt x="102" y="64"/>
                      <a:pt x="102" y="64"/>
                    </a:cubicBezTo>
                    <a:cubicBezTo>
                      <a:pt x="116" y="64"/>
                      <a:pt x="116" y="64"/>
                      <a:pt x="116" y="64"/>
                    </a:cubicBezTo>
                    <a:cubicBezTo>
                      <a:pt x="116" y="32"/>
                      <a:pt x="116" y="32"/>
                      <a:pt x="116" y="32"/>
                    </a:cubicBezTo>
                    <a:cubicBezTo>
                      <a:pt x="72" y="32"/>
                      <a:pt x="72" y="32"/>
                      <a:pt x="72" y="32"/>
                    </a:cubicBezTo>
                    <a:lnTo>
                      <a:pt x="72" y="91"/>
                    </a:lnTo>
                    <a:close/>
                    <a:moveTo>
                      <a:pt x="72" y="0"/>
                    </a:moveTo>
                    <a:cubicBezTo>
                      <a:pt x="28" y="0"/>
                      <a:pt x="28" y="0"/>
                      <a:pt x="28" y="0"/>
                    </a:cubicBezTo>
                    <a:cubicBezTo>
                      <a:pt x="27" y="1"/>
                      <a:pt x="27" y="1"/>
                      <a:pt x="27" y="1"/>
                    </a:cubicBezTo>
                    <a:cubicBezTo>
                      <a:pt x="27" y="26"/>
                      <a:pt x="27" y="26"/>
                      <a:pt x="27" y="26"/>
                    </a:cubicBezTo>
                    <a:cubicBezTo>
                      <a:pt x="36" y="9"/>
                      <a:pt x="36" y="9"/>
                      <a:pt x="36" y="9"/>
                    </a:cubicBezTo>
                    <a:cubicBezTo>
                      <a:pt x="36" y="9"/>
                      <a:pt x="36" y="9"/>
                      <a:pt x="36" y="9"/>
                    </a:cubicBezTo>
                    <a:cubicBezTo>
                      <a:pt x="72" y="9"/>
                      <a:pt x="72" y="9"/>
                      <a:pt x="72" y="9"/>
                    </a:cubicBezTo>
                    <a:cubicBezTo>
                      <a:pt x="72" y="0"/>
                      <a:pt x="72" y="0"/>
                      <a:pt x="72" y="0"/>
                    </a:cubicBezTo>
                    <a:close/>
                    <a:moveTo>
                      <a:pt x="27" y="114"/>
                    </a:moveTo>
                    <a:cubicBezTo>
                      <a:pt x="28" y="114"/>
                      <a:pt x="28" y="114"/>
                      <a:pt x="28" y="114"/>
                    </a:cubicBezTo>
                    <a:cubicBezTo>
                      <a:pt x="31" y="114"/>
                      <a:pt x="34" y="111"/>
                      <a:pt x="34" y="107"/>
                    </a:cubicBezTo>
                    <a:cubicBezTo>
                      <a:pt x="34" y="91"/>
                      <a:pt x="34" y="91"/>
                      <a:pt x="34" y="91"/>
                    </a:cubicBezTo>
                    <a:cubicBezTo>
                      <a:pt x="72" y="91"/>
                      <a:pt x="72" y="91"/>
                      <a:pt x="72" y="91"/>
                    </a:cubicBezTo>
                    <a:cubicBezTo>
                      <a:pt x="72" y="32"/>
                      <a:pt x="72" y="32"/>
                      <a:pt x="72" y="32"/>
                    </a:cubicBezTo>
                    <a:cubicBezTo>
                      <a:pt x="27" y="32"/>
                      <a:pt x="27" y="32"/>
                      <a:pt x="27" y="32"/>
                    </a:cubicBezTo>
                    <a:cubicBezTo>
                      <a:pt x="27" y="64"/>
                      <a:pt x="27" y="64"/>
                      <a:pt x="27" y="64"/>
                    </a:cubicBezTo>
                    <a:cubicBezTo>
                      <a:pt x="42" y="64"/>
                      <a:pt x="42" y="64"/>
                      <a:pt x="42" y="64"/>
                    </a:cubicBezTo>
                    <a:cubicBezTo>
                      <a:pt x="42" y="79"/>
                      <a:pt x="42" y="79"/>
                      <a:pt x="42" y="79"/>
                    </a:cubicBezTo>
                    <a:cubicBezTo>
                      <a:pt x="42" y="79"/>
                      <a:pt x="42" y="79"/>
                      <a:pt x="42" y="79"/>
                    </a:cubicBezTo>
                    <a:cubicBezTo>
                      <a:pt x="27" y="79"/>
                      <a:pt x="27" y="79"/>
                      <a:pt x="27" y="79"/>
                    </a:cubicBezTo>
                    <a:lnTo>
                      <a:pt x="27" y="114"/>
                    </a:lnTo>
                    <a:close/>
                    <a:moveTo>
                      <a:pt x="27" y="1"/>
                    </a:moveTo>
                    <a:cubicBezTo>
                      <a:pt x="14" y="25"/>
                      <a:pt x="14" y="25"/>
                      <a:pt x="14" y="25"/>
                    </a:cubicBezTo>
                    <a:cubicBezTo>
                      <a:pt x="0" y="41"/>
                      <a:pt x="0" y="41"/>
                      <a:pt x="0" y="41"/>
                    </a:cubicBezTo>
                    <a:cubicBezTo>
                      <a:pt x="0" y="87"/>
                      <a:pt x="0" y="87"/>
                      <a:pt x="0" y="87"/>
                    </a:cubicBezTo>
                    <a:cubicBezTo>
                      <a:pt x="0" y="91"/>
                      <a:pt x="0" y="91"/>
                      <a:pt x="0" y="91"/>
                    </a:cubicBezTo>
                    <a:cubicBezTo>
                      <a:pt x="0" y="107"/>
                      <a:pt x="0" y="107"/>
                      <a:pt x="0" y="107"/>
                    </a:cubicBezTo>
                    <a:cubicBezTo>
                      <a:pt x="0" y="111"/>
                      <a:pt x="3" y="114"/>
                      <a:pt x="7" y="114"/>
                    </a:cubicBezTo>
                    <a:cubicBezTo>
                      <a:pt x="27" y="114"/>
                      <a:pt x="27" y="114"/>
                      <a:pt x="27" y="114"/>
                    </a:cubicBezTo>
                    <a:cubicBezTo>
                      <a:pt x="27" y="79"/>
                      <a:pt x="27" y="79"/>
                      <a:pt x="27" y="79"/>
                    </a:cubicBezTo>
                    <a:cubicBezTo>
                      <a:pt x="13" y="79"/>
                      <a:pt x="13" y="79"/>
                      <a:pt x="13" y="79"/>
                    </a:cubicBezTo>
                    <a:cubicBezTo>
                      <a:pt x="13" y="64"/>
                      <a:pt x="13" y="64"/>
                      <a:pt x="13" y="64"/>
                    </a:cubicBezTo>
                    <a:cubicBezTo>
                      <a:pt x="27" y="64"/>
                      <a:pt x="27" y="64"/>
                      <a:pt x="27" y="64"/>
                    </a:cubicBezTo>
                    <a:cubicBezTo>
                      <a:pt x="27" y="32"/>
                      <a:pt x="27" y="32"/>
                      <a:pt x="27" y="32"/>
                    </a:cubicBezTo>
                    <a:cubicBezTo>
                      <a:pt x="24" y="32"/>
                      <a:pt x="24" y="32"/>
                      <a:pt x="24" y="32"/>
                    </a:cubicBezTo>
                    <a:cubicBezTo>
                      <a:pt x="27" y="26"/>
                      <a:pt x="27" y="26"/>
                      <a:pt x="27" y="26"/>
                    </a:cubicBezTo>
                    <a:lnTo>
                      <a:pt x="2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6" name="Oval 296"/>
              <p:cNvSpPr>
                <a:spLocks noChangeArrowheads="1"/>
              </p:cNvSpPr>
              <p:nvPr/>
            </p:nvSpPr>
            <p:spPr bwMode="auto">
              <a:xfrm>
                <a:off x="-1338263" y="1347787"/>
                <a:ext cx="134937" cy="134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7" name="Freeform 297"/>
              <p:cNvSpPr>
                <a:spLocks/>
              </p:cNvSpPr>
              <p:nvPr/>
            </p:nvSpPr>
            <p:spPr bwMode="auto">
              <a:xfrm>
                <a:off x="-1431925" y="1504950"/>
                <a:ext cx="319087" cy="500063"/>
              </a:xfrm>
              <a:custGeom>
                <a:avLst/>
                <a:gdLst>
                  <a:gd name="T0" fmla="*/ 33 w 201"/>
                  <a:gd name="T1" fmla="*/ 60 h 315"/>
                  <a:gd name="T2" fmla="*/ 45 w 201"/>
                  <a:gd name="T3" fmla="*/ 60 h 315"/>
                  <a:gd name="T4" fmla="*/ 45 w 201"/>
                  <a:gd name="T5" fmla="*/ 161 h 315"/>
                  <a:gd name="T6" fmla="*/ 45 w 201"/>
                  <a:gd name="T7" fmla="*/ 161 h 315"/>
                  <a:gd name="T8" fmla="*/ 45 w 201"/>
                  <a:gd name="T9" fmla="*/ 315 h 315"/>
                  <a:gd name="T10" fmla="*/ 95 w 201"/>
                  <a:gd name="T11" fmla="*/ 315 h 315"/>
                  <a:gd name="T12" fmla="*/ 95 w 201"/>
                  <a:gd name="T13" fmla="*/ 149 h 315"/>
                  <a:gd name="T14" fmla="*/ 109 w 201"/>
                  <a:gd name="T15" fmla="*/ 149 h 315"/>
                  <a:gd name="T16" fmla="*/ 109 w 201"/>
                  <a:gd name="T17" fmla="*/ 315 h 315"/>
                  <a:gd name="T18" fmla="*/ 158 w 201"/>
                  <a:gd name="T19" fmla="*/ 315 h 315"/>
                  <a:gd name="T20" fmla="*/ 158 w 201"/>
                  <a:gd name="T21" fmla="*/ 149 h 315"/>
                  <a:gd name="T22" fmla="*/ 158 w 201"/>
                  <a:gd name="T23" fmla="*/ 149 h 315"/>
                  <a:gd name="T24" fmla="*/ 158 w 201"/>
                  <a:gd name="T25" fmla="*/ 60 h 315"/>
                  <a:gd name="T26" fmla="*/ 170 w 201"/>
                  <a:gd name="T27" fmla="*/ 60 h 315"/>
                  <a:gd name="T28" fmla="*/ 170 w 201"/>
                  <a:gd name="T29" fmla="*/ 149 h 315"/>
                  <a:gd name="T30" fmla="*/ 201 w 201"/>
                  <a:gd name="T31" fmla="*/ 149 h 315"/>
                  <a:gd name="T32" fmla="*/ 201 w 201"/>
                  <a:gd name="T33" fmla="*/ 0 h 315"/>
                  <a:gd name="T34" fmla="*/ 0 w 201"/>
                  <a:gd name="T35" fmla="*/ 0 h 315"/>
                  <a:gd name="T36" fmla="*/ 0 w 201"/>
                  <a:gd name="T37" fmla="*/ 149 h 315"/>
                  <a:gd name="T38" fmla="*/ 33 w 201"/>
                  <a:gd name="T39" fmla="*/ 149 h 315"/>
                  <a:gd name="T40" fmla="*/ 33 w 201"/>
                  <a:gd name="T41" fmla="*/ 6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1" h="315">
                    <a:moveTo>
                      <a:pt x="33" y="60"/>
                    </a:moveTo>
                    <a:lnTo>
                      <a:pt x="45" y="60"/>
                    </a:lnTo>
                    <a:lnTo>
                      <a:pt x="45" y="161"/>
                    </a:lnTo>
                    <a:lnTo>
                      <a:pt x="45" y="161"/>
                    </a:lnTo>
                    <a:lnTo>
                      <a:pt x="45" y="315"/>
                    </a:lnTo>
                    <a:lnTo>
                      <a:pt x="95" y="315"/>
                    </a:lnTo>
                    <a:lnTo>
                      <a:pt x="95" y="149"/>
                    </a:lnTo>
                    <a:lnTo>
                      <a:pt x="109" y="149"/>
                    </a:lnTo>
                    <a:lnTo>
                      <a:pt x="109" y="315"/>
                    </a:lnTo>
                    <a:lnTo>
                      <a:pt x="158" y="315"/>
                    </a:lnTo>
                    <a:lnTo>
                      <a:pt x="158" y="149"/>
                    </a:lnTo>
                    <a:lnTo>
                      <a:pt x="158" y="149"/>
                    </a:lnTo>
                    <a:lnTo>
                      <a:pt x="158" y="60"/>
                    </a:lnTo>
                    <a:lnTo>
                      <a:pt x="170" y="60"/>
                    </a:lnTo>
                    <a:lnTo>
                      <a:pt x="170" y="149"/>
                    </a:lnTo>
                    <a:lnTo>
                      <a:pt x="201" y="149"/>
                    </a:lnTo>
                    <a:lnTo>
                      <a:pt x="201" y="0"/>
                    </a:lnTo>
                    <a:lnTo>
                      <a:pt x="0" y="0"/>
                    </a:lnTo>
                    <a:lnTo>
                      <a:pt x="0" y="149"/>
                    </a:lnTo>
                    <a:lnTo>
                      <a:pt x="33" y="149"/>
                    </a:lnTo>
                    <a:lnTo>
                      <a:pt x="33"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8" name="Oval 298"/>
              <p:cNvSpPr>
                <a:spLocks noChangeArrowheads="1"/>
              </p:cNvSpPr>
              <p:nvPr/>
            </p:nvSpPr>
            <p:spPr bwMode="auto">
              <a:xfrm>
                <a:off x="-973138" y="1347787"/>
                <a:ext cx="134937" cy="134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9" name="Freeform 299"/>
              <p:cNvSpPr>
                <a:spLocks/>
              </p:cNvSpPr>
              <p:nvPr/>
            </p:nvSpPr>
            <p:spPr bwMode="auto">
              <a:xfrm>
                <a:off x="-1090613" y="1504950"/>
                <a:ext cx="368300" cy="500063"/>
              </a:xfrm>
              <a:custGeom>
                <a:avLst/>
                <a:gdLst>
                  <a:gd name="T0" fmla="*/ 199 w 232"/>
                  <a:gd name="T1" fmla="*/ 149 h 315"/>
                  <a:gd name="T2" fmla="*/ 232 w 232"/>
                  <a:gd name="T3" fmla="*/ 149 h 315"/>
                  <a:gd name="T4" fmla="*/ 192 w 232"/>
                  <a:gd name="T5" fmla="*/ 0 h 315"/>
                  <a:gd name="T6" fmla="*/ 43 w 232"/>
                  <a:gd name="T7" fmla="*/ 0 h 315"/>
                  <a:gd name="T8" fmla="*/ 0 w 232"/>
                  <a:gd name="T9" fmla="*/ 149 h 315"/>
                  <a:gd name="T10" fmla="*/ 31 w 232"/>
                  <a:gd name="T11" fmla="*/ 149 h 315"/>
                  <a:gd name="T12" fmla="*/ 57 w 232"/>
                  <a:gd name="T13" fmla="*/ 60 h 315"/>
                  <a:gd name="T14" fmla="*/ 66 w 232"/>
                  <a:gd name="T15" fmla="*/ 60 h 315"/>
                  <a:gd name="T16" fmla="*/ 24 w 232"/>
                  <a:gd name="T17" fmla="*/ 225 h 315"/>
                  <a:gd name="T18" fmla="*/ 59 w 232"/>
                  <a:gd name="T19" fmla="*/ 225 h 315"/>
                  <a:gd name="T20" fmla="*/ 59 w 232"/>
                  <a:gd name="T21" fmla="*/ 315 h 315"/>
                  <a:gd name="T22" fmla="*/ 109 w 232"/>
                  <a:gd name="T23" fmla="*/ 315 h 315"/>
                  <a:gd name="T24" fmla="*/ 109 w 232"/>
                  <a:gd name="T25" fmla="*/ 225 h 315"/>
                  <a:gd name="T26" fmla="*/ 123 w 232"/>
                  <a:gd name="T27" fmla="*/ 225 h 315"/>
                  <a:gd name="T28" fmla="*/ 123 w 232"/>
                  <a:gd name="T29" fmla="*/ 315 h 315"/>
                  <a:gd name="T30" fmla="*/ 173 w 232"/>
                  <a:gd name="T31" fmla="*/ 315 h 315"/>
                  <a:gd name="T32" fmla="*/ 173 w 232"/>
                  <a:gd name="T33" fmla="*/ 225 h 315"/>
                  <a:gd name="T34" fmla="*/ 208 w 232"/>
                  <a:gd name="T35" fmla="*/ 225 h 315"/>
                  <a:gd name="T36" fmla="*/ 163 w 232"/>
                  <a:gd name="T37" fmla="*/ 60 h 315"/>
                  <a:gd name="T38" fmla="*/ 175 w 232"/>
                  <a:gd name="T39" fmla="*/ 60 h 315"/>
                  <a:gd name="T40" fmla="*/ 199 w 232"/>
                  <a:gd name="T41" fmla="*/ 149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2" h="315">
                    <a:moveTo>
                      <a:pt x="199" y="149"/>
                    </a:moveTo>
                    <a:lnTo>
                      <a:pt x="232" y="149"/>
                    </a:lnTo>
                    <a:lnTo>
                      <a:pt x="192" y="0"/>
                    </a:lnTo>
                    <a:lnTo>
                      <a:pt x="43" y="0"/>
                    </a:lnTo>
                    <a:lnTo>
                      <a:pt x="0" y="149"/>
                    </a:lnTo>
                    <a:lnTo>
                      <a:pt x="31" y="149"/>
                    </a:lnTo>
                    <a:lnTo>
                      <a:pt x="57" y="60"/>
                    </a:lnTo>
                    <a:lnTo>
                      <a:pt x="66" y="60"/>
                    </a:lnTo>
                    <a:lnTo>
                      <a:pt x="24" y="225"/>
                    </a:lnTo>
                    <a:lnTo>
                      <a:pt x="59" y="225"/>
                    </a:lnTo>
                    <a:lnTo>
                      <a:pt x="59" y="315"/>
                    </a:lnTo>
                    <a:lnTo>
                      <a:pt x="109" y="315"/>
                    </a:lnTo>
                    <a:lnTo>
                      <a:pt x="109" y="225"/>
                    </a:lnTo>
                    <a:lnTo>
                      <a:pt x="123" y="225"/>
                    </a:lnTo>
                    <a:lnTo>
                      <a:pt x="123" y="315"/>
                    </a:lnTo>
                    <a:lnTo>
                      <a:pt x="173" y="315"/>
                    </a:lnTo>
                    <a:lnTo>
                      <a:pt x="173" y="225"/>
                    </a:lnTo>
                    <a:lnTo>
                      <a:pt x="208" y="225"/>
                    </a:lnTo>
                    <a:lnTo>
                      <a:pt x="163" y="60"/>
                    </a:lnTo>
                    <a:lnTo>
                      <a:pt x="175" y="60"/>
                    </a:lnTo>
                    <a:lnTo>
                      <a:pt x="199"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0" name="Freeform 300"/>
              <p:cNvSpPr>
                <a:spLocks/>
              </p:cNvSpPr>
              <p:nvPr/>
            </p:nvSpPr>
            <p:spPr bwMode="auto">
              <a:xfrm>
                <a:off x="-1720850" y="701675"/>
                <a:ext cx="574675" cy="533400"/>
              </a:xfrm>
              <a:custGeom>
                <a:avLst/>
                <a:gdLst>
                  <a:gd name="T0" fmla="*/ 91 w 153"/>
                  <a:gd name="T1" fmla="*/ 71 h 142"/>
                  <a:gd name="T2" fmla="*/ 117 w 153"/>
                  <a:gd name="T3" fmla="*/ 50 h 142"/>
                  <a:gd name="T4" fmla="*/ 123 w 153"/>
                  <a:gd name="T5" fmla="*/ 50 h 142"/>
                  <a:gd name="T6" fmla="*/ 140 w 153"/>
                  <a:gd name="T7" fmla="*/ 63 h 142"/>
                  <a:gd name="T8" fmla="*/ 151 w 153"/>
                  <a:gd name="T9" fmla="*/ 58 h 142"/>
                  <a:gd name="T10" fmla="*/ 150 w 153"/>
                  <a:gd name="T11" fmla="*/ 35 h 142"/>
                  <a:gd name="T12" fmla="*/ 103 w 153"/>
                  <a:gd name="T13" fmla="*/ 5 h 142"/>
                  <a:gd name="T14" fmla="*/ 73 w 153"/>
                  <a:gd name="T15" fmla="*/ 32 h 142"/>
                  <a:gd name="T16" fmla="*/ 35 w 153"/>
                  <a:gd name="T17" fmla="*/ 20 h 142"/>
                  <a:gd name="T18" fmla="*/ 4 w 153"/>
                  <a:gd name="T19" fmla="*/ 67 h 142"/>
                  <a:gd name="T20" fmla="*/ 97 w 153"/>
                  <a:gd name="T21" fmla="*/ 142 h 142"/>
                  <a:gd name="T22" fmla="*/ 113 w 153"/>
                  <a:gd name="T23" fmla="*/ 128 h 142"/>
                  <a:gd name="T24" fmla="*/ 91 w 153"/>
                  <a:gd name="T25" fmla="*/ 7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3" h="142">
                    <a:moveTo>
                      <a:pt x="91" y="71"/>
                    </a:moveTo>
                    <a:cubicBezTo>
                      <a:pt x="93" y="58"/>
                      <a:pt x="104" y="50"/>
                      <a:pt x="117" y="50"/>
                    </a:cubicBezTo>
                    <a:cubicBezTo>
                      <a:pt x="119" y="50"/>
                      <a:pt x="121" y="50"/>
                      <a:pt x="123" y="50"/>
                    </a:cubicBezTo>
                    <a:cubicBezTo>
                      <a:pt x="130" y="52"/>
                      <a:pt x="136" y="57"/>
                      <a:pt x="140" y="63"/>
                    </a:cubicBezTo>
                    <a:cubicBezTo>
                      <a:pt x="143" y="60"/>
                      <a:pt x="147" y="59"/>
                      <a:pt x="151" y="58"/>
                    </a:cubicBezTo>
                    <a:cubicBezTo>
                      <a:pt x="153" y="44"/>
                      <a:pt x="150" y="35"/>
                      <a:pt x="150" y="35"/>
                    </a:cubicBezTo>
                    <a:cubicBezTo>
                      <a:pt x="145" y="13"/>
                      <a:pt x="124" y="0"/>
                      <a:pt x="103" y="5"/>
                    </a:cubicBezTo>
                    <a:cubicBezTo>
                      <a:pt x="88" y="8"/>
                      <a:pt x="77" y="18"/>
                      <a:pt x="73" y="32"/>
                    </a:cubicBezTo>
                    <a:cubicBezTo>
                      <a:pt x="64" y="21"/>
                      <a:pt x="49" y="16"/>
                      <a:pt x="35" y="20"/>
                    </a:cubicBezTo>
                    <a:cubicBezTo>
                      <a:pt x="13" y="24"/>
                      <a:pt x="0" y="46"/>
                      <a:pt x="4" y="67"/>
                    </a:cubicBezTo>
                    <a:cubicBezTo>
                      <a:pt x="4" y="67"/>
                      <a:pt x="13" y="120"/>
                      <a:pt x="97" y="142"/>
                    </a:cubicBezTo>
                    <a:cubicBezTo>
                      <a:pt x="103" y="138"/>
                      <a:pt x="109" y="133"/>
                      <a:pt x="113" y="128"/>
                    </a:cubicBezTo>
                    <a:cubicBezTo>
                      <a:pt x="84" y="99"/>
                      <a:pt x="90" y="73"/>
                      <a:pt x="91"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1" name="Freeform 301"/>
              <p:cNvSpPr>
                <a:spLocks/>
              </p:cNvSpPr>
              <p:nvPr/>
            </p:nvSpPr>
            <p:spPr bwMode="auto">
              <a:xfrm>
                <a:off x="-1390650" y="904875"/>
                <a:ext cx="341312" cy="288925"/>
              </a:xfrm>
              <a:custGeom>
                <a:avLst/>
                <a:gdLst>
                  <a:gd name="T0" fmla="*/ 71 w 91"/>
                  <a:gd name="T1" fmla="*/ 9 h 77"/>
                  <a:gd name="T2" fmla="*/ 66 w 91"/>
                  <a:gd name="T3" fmla="*/ 9 h 77"/>
                  <a:gd name="T4" fmla="*/ 62 w 91"/>
                  <a:gd name="T5" fmla="*/ 9 h 77"/>
                  <a:gd name="T6" fmla="*/ 50 w 91"/>
                  <a:gd name="T7" fmla="*/ 16 h 77"/>
                  <a:gd name="T8" fmla="*/ 34 w 91"/>
                  <a:gd name="T9" fmla="*/ 1 h 77"/>
                  <a:gd name="T10" fmla="*/ 29 w 91"/>
                  <a:gd name="T11" fmla="*/ 0 h 77"/>
                  <a:gd name="T12" fmla="*/ 7 w 91"/>
                  <a:gd name="T13" fmla="*/ 18 h 77"/>
                  <a:gd name="T14" fmla="*/ 29 w 91"/>
                  <a:gd name="T15" fmla="*/ 71 h 77"/>
                  <a:gd name="T16" fmla="*/ 36 w 91"/>
                  <a:gd name="T17" fmla="*/ 77 h 77"/>
                  <a:gd name="T18" fmla="*/ 88 w 91"/>
                  <a:gd name="T19" fmla="*/ 36 h 77"/>
                  <a:gd name="T20" fmla="*/ 71 w 91"/>
                  <a:gd name="T21" fmla="*/ 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77">
                    <a:moveTo>
                      <a:pt x="71" y="9"/>
                    </a:moveTo>
                    <a:cubicBezTo>
                      <a:pt x="69" y="9"/>
                      <a:pt x="68" y="9"/>
                      <a:pt x="66" y="9"/>
                    </a:cubicBezTo>
                    <a:cubicBezTo>
                      <a:pt x="65" y="9"/>
                      <a:pt x="63" y="9"/>
                      <a:pt x="62" y="9"/>
                    </a:cubicBezTo>
                    <a:cubicBezTo>
                      <a:pt x="57" y="10"/>
                      <a:pt x="53" y="13"/>
                      <a:pt x="50" y="16"/>
                    </a:cubicBezTo>
                    <a:cubicBezTo>
                      <a:pt x="48" y="9"/>
                      <a:pt x="42" y="3"/>
                      <a:pt x="34" y="1"/>
                    </a:cubicBezTo>
                    <a:cubicBezTo>
                      <a:pt x="32" y="0"/>
                      <a:pt x="30" y="0"/>
                      <a:pt x="29" y="0"/>
                    </a:cubicBezTo>
                    <a:cubicBezTo>
                      <a:pt x="19" y="0"/>
                      <a:pt x="9" y="7"/>
                      <a:pt x="7" y="18"/>
                    </a:cubicBezTo>
                    <a:cubicBezTo>
                      <a:pt x="7" y="18"/>
                      <a:pt x="0" y="42"/>
                      <a:pt x="29" y="71"/>
                    </a:cubicBezTo>
                    <a:cubicBezTo>
                      <a:pt x="31" y="73"/>
                      <a:pt x="33" y="75"/>
                      <a:pt x="36" y="77"/>
                    </a:cubicBezTo>
                    <a:cubicBezTo>
                      <a:pt x="83" y="65"/>
                      <a:pt x="88" y="36"/>
                      <a:pt x="88" y="36"/>
                    </a:cubicBezTo>
                    <a:cubicBezTo>
                      <a:pt x="91" y="24"/>
                      <a:pt x="83" y="12"/>
                      <a:pt x="7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2" name="Rectangle 302"/>
              <p:cNvSpPr>
                <a:spLocks noChangeArrowheads="1"/>
              </p:cNvSpPr>
              <p:nvPr/>
            </p:nvSpPr>
            <p:spPr bwMode="auto">
              <a:xfrm>
                <a:off x="-3956050" y="6067425"/>
                <a:ext cx="44450" cy="1158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3" name="Freeform 303"/>
              <p:cNvSpPr>
                <a:spLocks/>
              </p:cNvSpPr>
              <p:nvPr/>
            </p:nvSpPr>
            <p:spPr bwMode="auto">
              <a:xfrm>
                <a:off x="-3760788" y="6067425"/>
                <a:ext cx="192087" cy="115888"/>
              </a:xfrm>
              <a:custGeom>
                <a:avLst/>
                <a:gdLst>
                  <a:gd name="T0" fmla="*/ 121 w 121"/>
                  <a:gd name="T1" fmla="*/ 73 h 73"/>
                  <a:gd name="T2" fmla="*/ 121 w 121"/>
                  <a:gd name="T3" fmla="*/ 0 h 73"/>
                  <a:gd name="T4" fmla="*/ 73 w 121"/>
                  <a:gd name="T5" fmla="*/ 0 h 73"/>
                  <a:gd name="T6" fmla="*/ 0 w 121"/>
                  <a:gd name="T7" fmla="*/ 73 h 73"/>
                  <a:gd name="T8" fmla="*/ 121 w 121"/>
                  <a:gd name="T9" fmla="*/ 73 h 73"/>
                </a:gdLst>
                <a:ahLst/>
                <a:cxnLst>
                  <a:cxn ang="0">
                    <a:pos x="T0" y="T1"/>
                  </a:cxn>
                  <a:cxn ang="0">
                    <a:pos x="T2" y="T3"/>
                  </a:cxn>
                  <a:cxn ang="0">
                    <a:pos x="T4" y="T5"/>
                  </a:cxn>
                  <a:cxn ang="0">
                    <a:pos x="T6" y="T7"/>
                  </a:cxn>
                  <a:cxn ang="0">
                    <a:pos x="T8" y="T9"/>
                  </a:cxn>
                </a:cxnLst>
                <a:rect l="0" t="0" r="r" b="b"/>
                <a:pathLst>
                  <a:path w="121" h="73">
                    <a:moveTo>
                      <a:pt x="121" y="73"/>
                    </a:moveTo>
                    <a:lnTo>
                      <a:pt x="121" y="0"/>
                    </a:lnTo>
                    <a:lnTo>
                      <a:pt x="73" y="0"/>
                    </a:lnTo>
                    <a:lnTo>
                      <a:pt x="0" y="73"/>
                    </a:lnTo>
                    <a:lnTo>
                      <a:pt x="1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4" name="Freeform 304"/>
              <p:cNvSpPr>
                <a:spLocks/>
              </p:cNvSpPr>
              <p:nvPr/>
            </p:nvSpPr>
            <p:spPr bwMode="auto">
              <a:xfrm>
                <a:off x="-3892550" y="6067425"/>
                <a:ext cx="128587" cy="115888"/>
              </a:xfrm>
              <a:custGeom>
                <a:avLst/>
                <a:gdLst>
                  <a:gd name="T0" fmla="*/ 81 w 81"/>
                  <a:gd name="T1" fmla="*/ 0 h 73"/>
                  <a:gd name="T2" fmla="*/ 0 w 81"/>
                  <a:gd name="T3" fmla="*/ 0 h 73"/>
                  <a:gd name="T4" fmla="*/ 0 w 81"/>
                  <a:gd name="T5" fmla="*/ 73 h 73"/>
                  <a:gd name="T6" fmla="*/ 7 w 81"/>
                  <a:gd name="T7" fmla="*/ 73 h 73"/>
                  <a:gd name="T8" fmla="*/ 81 w 81"/>
                  <a:gd name="T9" fmla="*/ 0 h 73"/>
                </a:gdLst>
                <a:ahLst/>
                <a:cxnLst>
                  <a:cxn ang="0">
                    <a:pos x="T0" y="T1"/>
                  </a:cxn>
                  <a:cxn ang="0">
                    <a:pos x="T2" y="T3"/>
                  </a:cxn>
                  <a:cxn ang="0">
                    <a:pos x="T4" y="T5"/>
                  </a:cxn>
                  <a:cxn ang="0">
                    <a:pos x="T6" y="T7"/>
                  </a:cxn>
                  <a:cxn ang="0">
                    <a:pos x="T8" y="T9"/>
                  </a:cxn>
                </a:cxnLst>
                <a:rect l="0" t="0" r="r" b="b"/>
                <a:pathLst>
                  <a:path w="81" h="73">
                    <a:moveTo>
                      <a:pt x="81" y="0"/>
                    </a:moveTo>
                    <a:lnTo>
                      <a:pt x="0" y="0"/>
                    </a:lnTo>
                    <a:lnTo>
                      <a:pt x="0" y="73"/>
                    </a:lnTo>
                    <a:lnTo>
                      <a:pt x="7" y="73"/>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5" name="Freeform 305"/>
              <p:cNvSpPr>
                <a:spLocks noEditPoints="1"/>
              </p:cNvSpPr>
              <p:nvPr/>
            </p:nvSpPr>
            <p:spPr bwMode="auto">
              <a:xfrm>
                <a:off x="-4068763" y="5816600"/>
                <a:ext cx="612775" cy="614363"/>
              </a:xfrm>
              <a:custGeom>
                <a:avLst/>
                <a:gdLst>
                  <a:gd name="T0" fmla="*/ 94 w 163"/>
                  <a:gd name="T1" fmla="*/ 163 h 164"/>
                  <a:gd name="T2" fmla="*/ 163 w 163"/>
                  <a:gd name="T3" fmla="*/ 82 h 164"/>
                  <a:gd name="T4" fmla="*/ 94 w 163"/>
                  <a:gd name="T5" fmla="*/ 1 h 164"/>
                  <a:gd name="T6" fmla="*/ 94 w 163"/>
                  <a:gd name="T7" fmla="*/ 15 h 164"/>
                  <a:gd name="T8" fmla="*/ 125 w 163"/>
                  <a:gd name="T9" fmla="*/ 29 h 164"/>
                  <a:gd name="T10" fmla="*/ 94 w 163"/>
                  <a:gd name="T11" fmla="*/ 60 h 164"/>
                  <a:gd name="T12" fmla="*/ 94 w 163"/>
                  <a:gd name="T13" fmla="*/ 79 h 164"/>
                  <a:gd name="T14" fmla="*/ 107 w 163"/>
                  <a:gd name="T15" fmla="*/ 67 h 164"/>
                  <a:gd name="T16" fmla="*/ 109 w 163"/>
                  <a:gd name="T17" fmla="*/ 64 h 164"/>
                  <a:gd name="T18" fmla="*/ 111 w 163"/>
                  <a:gd name="T19" fmla="*/ 62 h 164"/>
                  <a:gd name="T20" fmla="*/ 134 w 163"/>
                  <a:gd name="T21" fmla="*/ 39 h 164"/>
                  <a:gd name="T22" fmla="*/ 150 w 163"/>
                  <a:gd name="T23" fmla="*/ 82 h 164"/>
                  <a:gd name="T24" fmla="*/ 150 w 163"/>
                  <a:gd name="T25" fmla="*/ 82 h 164"/>
                  <a:gd name="T26" fmla="*/ 94 w 163"/>
                  <a:gd name="T27" fmla="*/ 149 h 164"/>
                  <a:gd name="T28" fmla="*/ 94 w 163"/>
                  <a:gd name="T29" fmla="*/ 163 h 164"/>
                  <a:gd name="T30" fmla="*/ 81 w 163"/>
                  <a:gd name="T31" fmla="*/ 164 h 164"/>
                  <a:gd name="T32" fmla="*/ 94 w 163"/>
                  <a:gd name="T33" fmla="*/ 163 h 164"/>
                  <a:gd name="T34" fmla="*/ 94 w 163"/>
                  <a:gd name="T35" fmla="*/ 149 h 164"/>
                  <a:gd name="T36" fmla="*/ 81 w 163"/>
                  <a:gd name="T37" fmla="*/ 151 h 164"/>
                  <a:gd name="T38" fmla="*/ 38 w 163"/>
                  <a:gd name="T39" fmla="*/ 135 h 164"/>
                  <a:gd name="T40" fmla="*/ 71 w 163"/>
                  <a:gd name="T41" fmla="*/ 102 h 164"/>
                  <a:gd name="T42" fmla="*/ 73 w 163"/>
                  <a:gd name="T43" fmla="*/ 100 h 164"/>
                  <a:gd name="T44" fmla="*/ 76 w 163"/>
                  <a:gd name="T45" fmla="*/ 98 h 164"/>
                  <a:gd name="T46" fmla="*/ 94 w 163"/>
                  <a:gd name="T47" fmla="*/ 79 h 164"/>
                  <a:gd name="T48" fmla="*/ 94 w 163"/>
                  <a:gd name="T49" fmla="*/ 60 h 164"/>
                  <a:gd name="T50" fmla="*/ 92 w 163"/>
                  <a:gd name="T51" fmla="*/ 62 h 164"/>
                  <a:gd name="T52" fmla="*/ 90 w 163"/>
                  <a:gd name="T53" fmla="*/ 64 h 164"/>
                  <a:gd name="T54" fmla="*/ 87 w 163"/>
                  <a:gd name="T55" fmla="*/ 67 h 164"/>
                  <a:gd name="T56" fmla="*/ 56 w 163"/>
                  <a:gd name="T57" fmla="*/ 98 h 164"/>
                  <a:gd name="T58" fmla="*/ 54 w 163"/>
                  <a:gd name="T59" fmla="*/ 100 h 164"/>
                  <a:gd name="T60" fmla="*/ 52 w 163"/>
                  <a:gd name="T61" fmla="*/ 102 h 164"/>
                  <a:gd name="T62" fmla="*/ 29 w 163"/>
                  <a:gd name="T63" fmla="*/ 125 h 164"/>
                  <a:gd name="T64" fmla="*/ 13 w 163"/>
                  <a:gd name="T65" fmla="*/ 82 h 164"/>
                  <a:gd name="T66" fmla="*/ 81 w 163"/>
                  <a:gd name="T67" fmla="*/ 14 h 164"/>
                  <a:gd name="T68" fmla="*/ 81 w 163"/>
                  <a:gd name="T69" fmla="*/ 14 h 164"/>
                  <a:gd name="T70" fmla="*/ 94 w 163"/>
                  <a:gd name="T71" fmla="*/ 15 h 164"/>
                  <a:gd name="T72" fmla="*/ 94 w 163"/>
                  <a:gd name="T73" fmla="*/ 1 h 164"/>
                  <a:gd name="T74" fmla="*/ 81 w 163"/>
                  <a:gd name="T75" fmla="*/ 0 h 164"/>
                  <a:gd name="T76" fmla="*/ 0 w 163"/>
                  <a:gd name="T77" fmla="*/ 82 h 164"/>
                  <a:gd name="T78" fmla="*/ 81 w 163"/>
                  <a:gd name="T7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3" h="164">
                    <a:moveTo>
                      <a:pt x="94" y="163"/>
                    </a:moveTo>
                    <a:cubicBezTo>
                      <a:pt x="133" y="157"/>
                      <a:pt x="163" y="123"/>
                      <a:pt x="163" y="82"/>
                    </a:cubicBezTo>
                    <a:cubicBezTo>
                      <a:pt x="163" y="41"/>
                      <a:pt x="133" y="7"/>
                      <a:pt x="94" y="1"/>
                    </a:cubicBezTo>
                    <a:cubicBezTo>
                      <a:pt x="94" y="15"/>
                      <a:pt x="94" y="15"/>
                      <a:pt x="94" y="15"/>
                    </a:cubicBezTo>
                    <a:cubicBezTo>
                      <a:pt x="106" y="17"/>
                      <a:pt x="116" y="22"/>
                      <a:pt x="125" y="29"/>
                    </a:cubicBezTo>
                    <a:cubicBezTo>
                      <a:pt x="94" y="60"/>
                      <a:pt x="94" y="60"/>
                      <a:pt x="94" y="60"/>
                    </a:cubicBezTo>
                    <a:cubicBezTo>
                      <a:pt x="94" y="79"/>
                      <a:pt x="94" y="79"/>
                      <a:pt x="94" y="79"/>
                    </a:cubicBezTo>
                    <a:cubicBezTo>
                      <a:pt x="107" y="67"/>
                      <a:pt x="107" y="67"/>
                      <a:pt x="107" y="67"/>
                    </a:cubicBezTo>
                    <a:cubicBezTo>
                      <a:pt x="109" y="64"/>
                      <a:pt x="109" y="64"/>
                      <a:pt x="109" y="64"/>
                    </a:cubicBezTo>
                    <a:cubicBezTo>
                      <a:pt x="111" y="62"/>
                      <a:pt x="111" y="62"/>
                      <a:pt x="111" y="62"/>
                    </a:cubicBezTo>
                    <a:cubicBezTo>
                      <a:pt x="134" y="39"/>
                      <a:pt x="134" y="39"/>
                      <a:pt x="134" y="39"/>
                    </a:cubicBezTo>
                    <a:cubicBezTo>
                      <a:pt x="144" y="51"/>
                      <a:pt x="150" y="66"/>
                      <a:pt x="150" y="82"/>
                    </a:cubicBezTo>
                    <a:cubicBezTo>
                      <a:pt x="150" y="82"/>
                      <a:pt x="150" y="82"/>
                      <a:pt x="150" y="82"/>
                    </a:cubicBezTo>
                    <a:cubicBezTo>
                      <a:pt x="150" y="116"/>
                      <a:pt x="126" y="143"/>
                      <a:pt x="94" y="149"/>
                    </a:cubicBezTo>
                    <a:lnTo>
                      <a:pt x="94" y="163"/>
                    </a:lnTo>
                    <a:close/>
                    <a:moveTo>
                      <a:pt x="81" y="164"/>
                    </a:moveTo>
                    <a:cubicBezTo>
                      <a:pt x="86" y="164"/>
                      <a:pt x="90" y="164"/>
                      <a:pt x="94" y="163"/>
                    </a:cubicBezTo>
                    <a:cubicBezTo>
                      <a:pt x="94" y="149"/>
                      <a:pt x="94" y="149"/>
                      <a:pt x="94" y="149"/>
                    </a:cubicBezTo>
                    <a:cubicBezTo>
                      <a:pt x="90" y="150"/>
                      <a:pt x="86" y="151"/>
                      <a:pt x="81" y="151"/>
                    </a:cubicBezTo>
                    <a:cubicBezTo>
                      <a:pt x="65" y="151"/>
                      <a:pt x="50" y="145"/>
                      <a:pt x="38" y="135"/>
                    </a:cubicBezTo>
                    <a:cubicBezTo>
                      <a:pt x="71" y="102"/>
                      <a:pt x="71" y="102"/>
                      <a:pt x="71" y="102"/>
                    </a:cubicBezTo>
                    <a:cubicBezTo>
                      <a:pt x="73" y="100"/>
                      <a:pt x="73" y="100"/>
                      <a:pt x="73" y="100"/>
                    </a:cubicBezTo>
                    <a:cubicBezTo>
                      <a:pt x="76" y="98"/>
                      <a:pt x="76" y="98"/>
                      <a:pt x="76" y="98"/>
                    </a:cubicBezTo>
                    <a:cubicBezTo>
                      <a:pt x="94" y="79"/>
                      <a:pt x="94" y="79"/>
                      <a:pt x="94" y="79"/>
                    </a:cubicBezTo>
                    <a:cubicBezTo>
                      <a:pt x="94" y="60"/>
                      <a:pt x="94" y="60"/>
                      <a:pt x="94" y="60"/>
                    </a:cubicBezTo>
                    <a:cubicBezTo>
                      <a:pt x="92" y="62"/>
                      <a:pt x="92" y="62"/>
                      <a:pt x="92" y="62"/>
                    </a:cubicBezTo>
                    <a:cubicBezTo>
                      <a:pt x="90" y="64"/>
                      <a:pt x="90" y="64"/>
                      <a:pt x="90" y="64"/>
                    </a:cubicBezTo>
                    <a:cubicBezTo>
                      <a:pt x="87" y="67"/>
                      <a:pt x="87" y="67"/>
                      <a:pt x="87" y="67"/>
                    </a:cubicBezTo>
                    <a:cubicBezTo>
                      <a:pt x="56" y="98"/>
                      <a:pt x="56" y="98"/>
                      <a:pt x="56" y="98"/>
                    </a:cubicBezTo>
                    <a:cubicBezTo>
                      <a:pt x="54" y="100"/>
                      <a:pt x="54" y="100"/>
                      <a:pt x="54" y="100"/>
                    </a:cubicBezTo>
                    <a:cubicBezTo>
                      <a:pt x="52" y="102"/>
                      <a:pt x="52" y="102"/>
                      <a:pt x="52" y="102"/>
                    </a:cubicBezTo>
                    <a:cubicBezTo>
                      <a:pt x="29" y="125"/>
                      <a:pt x="29" y="125"/>
                      <a:pt x="29" y="125"/>
                    </a:cubicBezTo>
                    <a:cubicBezTo>
                      <a:pt x="19" y="114"/>
                      <a:pt x="13" y="99"/>
                      <a:pt x="13" y="82"/>
                    </a:cubicBezTo>
                    <a:cubicBezTo>
                      <a:pt x="13" y="45"/>
                      <a:pt x="44" y="14"/>
                      <a:pt x="81" y="14"/>
                    </a:cubicBezTo>
                    <a:cubicBezTo>
                      <a:pt x="81" y="14"/>
                      <a:pt x="81" y="14"/>
                      <a:pt x="81" y="14"/>
                    </a:cubicBezTo>
                    <a:cubicBezTo>
                      <a:pt x="86" y="14"/>
                      <a:pt x="90" y="14"/>
                      <a:pt x="94" y="15"/>
                    </a:cubicBezTo>
                    <a:cubicBezTo>
                      <a:pt x="94" y="1"/>
                      <a:pt x="94" y="1"/>
                      <a:pt x="94" y="1"/>
                    </a:cubicBezTo>
                    <a:cubicBezTo>
                      <a:pt x="90" y="1"/>
                      <a:pt x="86" y="0"/>
                      <a:pt x="81" y="0"/>
                    </a:cubicBezTo>
                    <a:cubicBezTo>
                      <a:pt x="36" y="0"/>
                      <a:pt x="0" y="37"/>
                      <a:pt x="0" y="82"/>
                    </a:cubicBezTo>
                    <a:cubicBezTo>
                      <a:pt x="0" y="128"/>
                      <a:pt x="36" y="164"/>
                      <a:pt x="81"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6" name="Freeform 306"/>
              <p:cNvSpPr>
                <a:spLocks/>
              </p:cNvSpPr>
              <p:nvPr/>
            </p:nvSpPr>
            <p:spPr bwMode="auto">
              <a:xfrm>
                <a:off x="-1849438" y="8631238"/>
                <a:ext cx="128587" cy="120650"/>
              </a:xfrm>
              <a:custGeom>
                <a:avLst/>
                <a:gdLst>
                  <a:gd name="T0" fmla="*/ 24 w 34"/>
                  <a:gd name="T1" fmla="*/ 0 h 32"/>
                  <a:gd name="T2" fmla="*/ 0 w 34"/>
                  <a:gd name="T3" fmla="*/ 32 h 32"/>
                  <a:gd name="T4" fmla="*/ 16 w 34"/>
                  <a:gd name="T5" fmla="*/ 32 h 32"/>
                  <a:gd name="T6" fmla="*/ 34 w 34"/>
                  <a:gd name="T7" fmla="*/ 8 h 32"/>
                  <a:gd name="T8" fmla="*/ 24 w 34"/>
                  <a:gd name="T9" fmla="*/ 0 h 32"/>
                </a:gdLst>
                <a:ahLst/>
                <a:cxnLst>
                  <a:cxn ang="0">
                    <a:pos x="T0" y="T1"/>
                  </a:cxn>
                  <a:cxn ang="0">
                    <a:pos x="T2" y="T3"/>
                  </a:cxn>
                  <a:cxn ang="0">
                    <a:pos x="T4" y="T5"/>
                  </a:cxn>
                  <a:cxn ang="0">
                    <a:pos x="T6" y="T7"/>
                  </a:cxn>
                  <a:cxn ang="0">
                    <a:pos x="T8" y="T9"/>
                  </a:cxn>
                </a:cxnLst>
                <a:rect l="0" t="0" r="r" b="b"/>
                <a:pathLst>
                  <a:path w="34" h="32">
                    <a:moveTo>
                      <a:pt x="24" y="0"/>
                    </a:moveTo>
                    <a:cubicBezTo>
                      <a:pt x="0" y="32"/>
                      <a:pt x="0" y="32"/>
                      <a:pt x="0" y="32"/>
                    </a:cubicBezTo>
                    <a:cubicBezTo>
                      <a:pt x="16" y="32"/>
                      <a:pt x="16" y="32"/>
                      <a:pt x="16" y="32"/>
                    </a:cubicBezTo>
                    <a:cubicBezTo>
                      <a:pt x="34" y="8"/>
                      <a:pt x="34" y="8"/>
                      <a:pt x="34" y="8"/>
                    </a:cubicBezTo>
                    <a:cubicBezTo>
                      <a:pt x="30" y="7"/>
                      <a:pt x="26" y="4"/>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7" name="Freeform 307"/>
              <p:cNvSpPr>
                <a:spLocks/>
              </p:cNvSpPr>
              <p:nvPr/>
            </p:nvSpPr>
            <p:spPr bwMode="auto">
              <a:xfrm>
                <a:off x="-1747838" y="8578850"/>
                <a:ext cx="68262" cy="68263"/>
              </a:xfrm>
              <a:custGeom>
                <a:avLst/>
                <a:gdLst>
                  <a:gd name="T0" fmla="*/ 9 w 18"/>
                  <a:gd name="T1" fmla="*/ 18 h 18"/>
                  <a:gd name="T2" fmla="*/ 10 w 18"/>
                  <a:gd name="T3" fmla="*/ 18 h 18"/>
                  <a:gd name="T4" fmla="*/ 11 w 18"/>
                  <a:gd name="T5" fmla="*/ 18 h 18"/>
                  <a:gd name="T6" fmla="*/ 18 w 18"/>
                  <a:gd name="T7" fmla="*/ 9 h 18"/>
                  <a:gd name="T8" fmla="*/ 18 w 18"/>
                  <a:gd name="T9" fmla="*/ 9 h 18"/>
                  <a:gd name="T10" fmla="*/ 18 w 18"/>
                  <a:gd name="T11" fmla="*/ 7 h 18"/>
                  <a:gd name="T12" fmla="*/ 9 w 18"/>
                  <a:gd name="T13" fmla="*/ 0 h 18"/>
                  <a:gd name="T14" fmla="*/ 7 w 18"/>
                  <a:gd name="T15" fmla="*/ 0 h 18"/>
                  <a:gd name="T16" fmla="*/ 0 w 18"/>
                  <a:gd name="T17" fmla="*/ 10 h 18"/>
                  <a:gd name="T18" fmla="*/ 0 w 18"/>
                  <a:gd name="T19" fmla="*/ 11 h 18"/>
                  <a:gd name="T20" fmla="*/ 9 w 18"/>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8">
                    <a:moveTo>
                      <a:pt x="9" y="18"/>
                    </a:moveTo>
                    <a:cubicBezTo>
                      <a:pt x="9" y="18"/>
                      <a:pt x="10" y="18"/>
                      <a:pt x="10" y="18"/>
                    </a:cubicBezTo>
                    <a:cubicBezTo>
                      <a:pt x="10" y="18"/>
                      <a:pt x="11" y="18"/>
                      <a:pt x="11" y="18"/>
                    </a:cubicBezTo>
                    <a:cubicBezTo>
                      <a:pt x="15" y="17"/>
                      <a:pt x="18" y="13"/>
                      <a:pt x="18" y="9"/>
                    </a:cubicBezTo>
                    <a:cubicBezTo>
                      <a:pt x="18" y="9"/>
                      <a:pt x="18" y="9"/>
                      <a:pt x="18" y="9"/>
                    </a:cubicBezTo>
                    <a:cubicBezTo>
                      <a:pt x="18" y="8"/>
                      <a:pt x="18" y="8"/>
                      <a:pt x="18" y="7"/>
                    </a:cubicBezTo>
                    <a:cubicBezTo>
                      <a:pt x="17" y="3"/>
                      <a:pt x="13" y="0"/>
                      <a:pt x="9" y="0"/>
                    </a:cubicBezTo>
                    <a:cubicBezTo>
                      <a:pt x="8" y="0"/>
                      <a:pt x="8" y="0"/>
                      <a:pt x="7" y="0"/>
                    </a:cubicBezTo>
                    <a:cubicBezTo>
                      <a:pt x="3" y="1"/>
                      <a:pt x="0" y="6"/>
                      <a:pt x="0" y="10"/>
                    </a:cubicBezTo>
                    <a:cubicBezTo>
                      <a:pt x="0" y="11"/>
                      <a:pt x="0" y="11"/>
                      <a:pt x="0" y="11"/>
                    </a:cubicBezTo>
                    <a:cubicBezTo>
                      <a:pt x="1" y="15"/>
                      <a:pt x="5" y="18"/>
                      <a:pt x="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8" name="Freeform 308"/>
              <p:cNvSpPr>
                <a:spLocks/>
              </p:cNvSpPr>
              <p:nvPr/>
            </p:nvSpPr>
            <p:spPr bwMode="auto">
              <a:xfrm>
                <a:off x="-1624013" y="8631238"/>
                <a:ext cx="128587" cy="120650"/>
              </a:xfrm>
              <a:custGeom>
                <a:avLst/>
                <a:gdLst>
                  <a:gd name="T0" fmla="*/ 18 w 34"/>
                  <a:gd name="T1" fmla="*/ 32 h 32"/>
                  <a:gd name="T2" fmla="*/ 34 w 34"/>
                  <a:gd name="T3" fmla="*/ 32 h 32"/>
                  <a:gd name="T4" fmla="*/ 10 w 34"/>
                  <a:gd name="T5" fmla="*/ 0 h 32"/>
                  <a:gd name="T6" fmla="*/ 0 w 34"/>
                  <a:gd name="T7" fmla="*/ 8 h 32"/>
                  <a:gd name="T8" fmla="*/ 18 w 34"/>
                  <a:gd name="T9" fmla="*/ 32 h 32"/>
                </a:gdLst>
                <a:ahLst/>
                <a:cxnLst>
                  <a:cxn ang="0">
                    <a:pos x="T0" y="T1"/>
                  </a:cxn>
                  <a:cxn ang="0">
                    <a:pos x="T2" y="T3"/>
                  </a:cxn>
                  <a:cxn ang="0">
                    <a:pos x="T4" y="T5"/>
                  </a:cxn>
                  <a:cxn ang="0">
                    <a:pos x="T6" y="T7"/>
                  </a:cxn>
                  <a:cxn ang="0">
                    <a:pos x="T8" y="T9"/>
                  </a:cxn>
                </a:cxnLst>
                <a:rect l="0" t="0" r="r" b="b"/>
                <a:pathLst>
                  <a:path w="34" h="32">
                    <a:moveTo>
                      <a:pt x="18" y="32"/>
                    </a:moveTo>
                    <a:cubicBezTo>
                      <a:pt x="34" y="32"/>
                      <a:pt x="34" y="32"/>
                      <a:pt x="34" y="32"/>
                    </a:cubicBezTo>
                    <a:cubicBezTo>
                      <a:pt x="10" y="0"/>
                      <a:pt x="10" y="0"/>
                      <a:pt x="10" y="0"/>
                    </a:cubicBezTo>
                    <a:cubicBezTo>
                      <a:pt x="8" y="4"/>
                      <a:pt x="4" y="7"/>
                      <a:pt x="0" y="8"/>
                    </a:cubicBezTo>
                    <a:lnTo>
                      <a:pt x="1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9" name="Freeform 309"/>
              <p:cNvSpPr>
                <a:spLocks/>
              </p:cNvSpPr>
              <p:nvPr/>
            </p:nvSpPr>
            <p:spPr bwMode="auto">
              <a:xfrm>
                <a:off x="-1665288" y="8578850"/>
                <a:ext cx="68262" cy="68263"/>
              </a:xfrm>
              <a:custGeom>
                <a:avLst/>
                <a:gdLst>
                  <a:gd name="T0" fmla="*/ 11 w 18"/>
                  <a:gd name="T1" fmla="*/ 0 h 18"/>
                  <a:gd name="T2" fmla="*/ 9 w 18"/>
                  <a:gd name="T3" fmla="*/ 0 h 18"/>
                  <a:gd name="T4" fmla="*/ 0 w 18"/>
                  <a:gd name="T5" fmla="*/ 7 h 18"/>
                  <a:gd name="T6" fmla="*/ 0 w 18"/>
                  <a:gd name="T7" fmla="*/ 9 h 18"/>
                  <a:gd name="T8" fmla="*/ 0 w 18"/>
                  <a:gd name="T9" fmla="*/ 9 h 18"/>
                  <a:gd name="T10" fmla="*/ 7 w 18"/>
                  <a:gd name="T11" fmla="*/ 18 h 18"/>
                  <a:gd name="T12" fmla="*/ 8 w 18"/>
                  <a:gd name="T13" fmla="*/ 18 h 18"/>
                  <a:gd name="T14" fmla="*/ 9 w 18"/>
                  <a:gd name="T15" fmla="*/ 18 h 18"/>
                  <a:gd name="T16" fmla="*/ 17 w 18"/>
                  <a:gd name="T17" fmla="*/ 11 h 18"/>
                  <a:gd name="T18" fmla="*/ 18 w 18"/>
                  <a:gd name="T19" fmla="*/ 10 h 18"/>
                  <a:gd name="T20" fmla="*/ 11 w 1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8">
                    <a:moveTo>
                      <a:pt x="11" y="0"/>
                    </a:moveTo>
                    <a:cubicBezTo>
                      <a:pt x="10" y="0"/>
                      <a:pt x="10" y="0"/>
                      <a:pt x="9" y="0"/>
                    </a:cubicBezTo>
                    <a:cubicBezTo>
                      <a:pt x="5" y="0"/>
                      <a:pt x="1" y="3"/>
                      <a:pt x="0" y="7"/>
                    </a:cubicBezTo>
                    <a:cubicBezTo>
                      <a:pt x="0" y="8"/>
                      <a:pt x="0" y="8"/>
                      <a:pt x="0" y="9"/>
                    </a:cubicBezTo>
                    <a:cubicBezTo>
                      <a:pt x="0" y="9"/>
                      <a:pt x="0" y="9"/>
                      <a:pt x="0" y="9"/>
                    </a:cubicBezTo>
                    <a:cubicBezTo>
                      <a:pt x="0" y="13"/>
                      <a:pt x="3" y="17"/>
                      <a:pt x="7" y="18"/>
                    </a:cubicBezTo>
                    <a:cubicBezTo>
                      <a:pt x="7" y="18"/>
                      <a:pt x="8" y="18"/>
                      <a:pt x="8" y="18"/>
                    </a:cubicBezTo>
                    <a:cubicBezTo>
                      <a:pt x="8" y="18"/>
                      <a:pt x="9" y="18"/>
                      <a:pt x="9" y="18"/>
                    </a:cubicBezTo>
                    <a:cubicBezTo>
                      <a:pt x="13" y="18"/>
                      <a:pt x="17" y="15"/>
                      <a:pt x="17" y="11"/>
                    </a:cubicBezTo>
                    <a:cubicBezTo>
                      <a:pt x="18" y="11"/>
                      <a:pt x="18" y="11"/>
                      <a:pt x="18" y="10"/>
                    </a:cubicBezTo>
                    <a:cubicBezTo>
                      <a:pt x="18" y="6"/>
                      <a:pt x="15" y="1"/>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0" name="Freeform 310"/>
              <p:cNvSpPr>
                <a:spLocks/>
              </p:cNvSpPr>
              <p:nvPr/>
            </p:nvSpPr>
            <p:spPr bwMode="auto">
              <a:xfrm>
                <a:off x="-1905000" y="8767763"/>
                <a:ext cx="465137" cy="231775"/>
              </a:xfrm>
              <a:custGeom>
                <a:avLst/>
                <a:gdLst>
                  <a:gd name="T0" fmla="*/ 0 w 293"/>
                  <a:gd name="T1" fmla="*/ 0 h 146"/>
                  <a:gd name="T2" fmla="*/ 38 w 293"/>
                  <a:gd name="T3" fmla="*/ 146 h 146"/>
                  <a:gd name="T4" fmla="*/ 255 w 293"/>
                  <a:gd name="T5" fmla="*/ 146 h 146"/>
                  <a:gd name="T6" fmla="*/ 293 w 293"/>
                  <a:gd name="T7" fmla="*/ 0 h 146"/>
                  <a:gd name="T8" fmla="*/ 262 w 293"/>
                  <a:gd name="T9" fmla="*/ 0 h 146"/>
                  <a:gd name="T10" fmla="*/ 227 w 293"/>
                  <a:gd name="T11" fmla="*/ 0 h 146"/>
                  <a:gd name="T12" fmla="*/ 66 w 293"/>
                  <a:gd name="T13" fmla="*/ 0 h 146"/>
                  <a:gd name="T14" fmla="*/ 31 w 293"/>
                  <a:gd name="T15" fmla="*/ 0 h 146"/>
                  <a:gd name="T16" fmla="*/ 0 w 293"/>
                  <a:gd name="T1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46">
                    <a:moveTo>
                      <a:pt x="0" y="0"/>
                    </a:moveTo>
                    <a:lnTo>
                      <a:pt x="38" y="146"/>
                    </a:lnTo>
                    <a:lnTo>
                      <a:pt x="255" y="146"/>
                    </a:lnTo>
                    <a:lnTo>
                      <a:pt x="293" y="0"/>
                    </a:lnTo>
                    <a:lnTo>
                      <a:pt x="262" y="0"/>
                    </a:lnTo>
                    <a:lnTo>
                      <a:pt x="227" y="0"/>
                    </a:lnTo>
                    <a:lnTo>
                      <a:pt x="66" y="0"/>
                    </a:lnTo>
                    <a:lnTo>
                      <a:pt x="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1" name="Oval 311"/>
              <p:cNvSpPr>
                <a:spLocks noChangeArrowheads="1"/>
              </p:cNvSpPr>
              <p:nvPr/>
            </p:nvSpPr>
            <p:spPr bwMode="auto">
              <a:xfrm>
                <a:off x="-6296025" y="3848100"/>
                <a:ext cx="123825" cy="1238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2" name="Freeform 312"/>
              <p:cNvSpPr>
                <a:spLocks noEditPoints="1"/>
              </p:cNvSpPr>
              <p:nvPr/>
            </p:nvSpPr>
            <p:spPr bwMode="auto">
              <a:xfrm>
                <a:off x="-6772275" y="4213225"/>
                <a:ext cx="269875" cy="269875"/>
              </a:xfrm>
              <a:custGeom>
                <a:avLst/>
                <a:gdLst>
                  <a:gd name="T0" fmla="*/ 36 w 72"/>
                  <a:gd name="T1" fmla="*/ 72 h 72"/>
                  <a:gd name="T2" fmla="*/ 72 w 72"/>
                  <a:gd name="T3" fmla="*/ 36 h 72"/>
                  <a:gd name="T4" fmla="*/ 36 w 72"/>
                  <a:gd name="T5" fmla="*/ 0 h 72"/>
                  <a:gd name="T6" fmla="*/ 36 w 72"/>
                  <a:gd name="T7" fmla="*/ 16 h 72"/>
                  <a:gd name="T8" fmla="*/ 56 w 72"/>
                  <a:gd name="T9" fmla="*/ 36 h 72"/>
                  <a:gd name="T10" fmla="*/ 36 w 72"/>
                  <a:gd name="T11" fmla="*/ 55 h 72"/>
                  <a:gd name="T12" fmla="*/ 36 w 72"/>
                  <a:gd name="T13" fmla="*/ 72 h 72"/>
                  <a:gd name="T14" fmla="*/ 36 w 72"/>
                  <a:gd name="T15" fmla="*/ 0 h 72"/>
                  <a:gd name="T16" fmla="*/ 0 w 72"/>
                  <a:gd name="T17" fmla="*/ 36 h 72"/>
                  <a:gd name="T18" fmla="*/ 36 w 72"/>
                  <a:gd name="T19" fmla="*/ 72 h 72"/>
                  <a:gd name="T20" fmla="*/ 36 w 72"/>
                  <a:gd name="T21" fmla="*/ 72 h 72"/>
                  <a:gd name="T22" fmla="*/ 36 w 72"/>
                  <a:gd name="T23" fmla="*/ 55 h 72"/>
                  <a:gd name="T24" fmla="*/ 36 w 72"/>
                  <a:gd name="T25" fmla="*/ 55 h 72"/>
                  <a:gd name="T26" fmla="*/ 36 w 72"/>
                  <a:gd name="T27" fmla="*/ 55 h 72"/>
                  <a:gd name="T28" fmla="*/ 17 w 72"/>
                  <a:gd name="T29" fmla="*/ 36 h 72"/>
                  <a:gd name="T30" fmla="*/ 36 w 72"/>
                  <a:gd name="T31" fmla="*/ 16 h 72"/>
                  <a:gd name="T32" fmla="*/ 36 w 72"/>
                  <a:gd name="T33" fmla="*/ 16 h 72"/>
                  <a:gd name="T34" fmla="*/ 36 w 72"/>
                  <a:gd name="T3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2">
                    <a:moveTo>
                      <a:pt x="36" y="72"/>
                    </a:moveTo>
                    <a:cubicBezTo>
                      <a:pt x="56" y="72"/>
                      <a:pt x="72" y="56"/>
                      <a:pt x="72" y="36"/>
                    </a:cubicBezTo>
                    <a:cubicBezTo>
                      <a:pt x="72" y="16"/>
                      <a:pt x="56" y="0"/>
                      <a:pt x="36" y="0"/>
                    </a:cubicBezTo>
                    <a:cubicBezTo>
                      <a:pt x="36" y="16"/>
                      <a:pt x="36" y="16"/>
                      <a:pt x="36" y="16"/>
                    </a:cubicBezTo>
                    <a:cubicBezTo>
                      <a:pt x="47" y="16"/>
                      <a:pt x="56" y="25"/>
                      <a:pt x="56" y="36"/>
                    </a:cubicBezTo>
                    <a:cubicBezTo>
                      <a:pt x="56" y="46"/>
                      <a:pt x="47" y="55"/>
                      <a:pt x="36" y="55"/>
                    </a:cubicBezTo>
                    <a:lnTo>
                      <a:pt x="36" y="72"/>
                    </a:lnTo>
                    <a:close/>
                    <a:moveTo>
                      <a:pt x="36" y="0"/>
                    </a:moveTo>
                    <a:cubicBezTo>
                      <a:pt x="16" y="0"/>
                      <a:pt x="0" y="16"/>
                      <a:pt x="0" y="36"/>
                    </a:cubicBezTo>
                    <a:cubicBezTo>
                      <a:pt x="0" y="56"/>
                      <a:pt x="16" y="72"/>
                      <a:pt x="36" y="72"/>
                    </a:cubicBezTo>
                    <a:cubicBezTo>
                      <a:pt x="36" y="72"/>
                      <a:pt x="36" y="72"/>
                      <a:pt x="36" y="72"/>
                    </a:cubicBezTo>
                    <a:cubicBezTo>
                      <a:pt x="36" y="55"/>
                      <a:pt x="36" y="55"/>
                      <a:pt x="36" y="55"/>
                    </a:cubicBezTo>
                    <a:cubicBezTo>
                      <a:pt x="36" y="55"/>
                      <a:pt x="36" y="55"/>
                      <a:pt x="36" y="55"/>
                    </a:cubicBezTo>
                    <a:cubicBezTo>
                      <a:pt x="36" y="55"/>
                      <a:pt x="36" y="55"/>
                      <a:pt x="36" y="55"/>
                    </a:cubicBezTo>
                    <a:cubicBezTo>
                      <a:pt x="25" y="55"/>
                      <a:pt x="17" y="46"/>
                      <a:pt x="17" y="36"/>
                    </a:cubicBezTo>
                    <a:cubicBezTo>
                      <a:pt x="17" y="25"/>
                      <a:pt x="25" y="16"/>
                      <a:pt x="36" y="16"/>
                    </a:cubicBezTo>
                    <a:cubicBezTo>
                      <a:pt x="36" y="16"/>
                      <a:pt x="36" y="16"/>
                      <a:pt x="36" y="16"/>
                    </a:cubicBezTo>
                    <a:cubicBezTo>
                      <a:pt x="36" y="0"/>
                      <a:pt x="36" y="0"/>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3" name="Freeform 313"/>
              <p:cNvSpPr>
                <a:spLocks/>
              </p:cNvSpPr>
              <p:nvPr/>
            </p:nvSpPr>
            <p:spPr bwMode="auto">
              <a:xfrm>
                <a:off x="-6794500" y="4148137"/>
                <a:ext cx="319087" cy="117475"/>
              </a:xfrm>
              <a:custGeom>
                <a:avLst/>
                <a:gdLst>
                  <a:gd name="T0" fmla="*/ 6 w 85"/>
                  <a:gd name="T1" fmla="*/ 30 h 31"/>
                  <a:gd name="T2" fmla="*/ 11 w 85"/>
                  <a:gd name="T3" fmla="*/ 28 h 31"/>
                  <a:gd name="T4" fmla="*/ 42 w 85"/>
                  <a:gd name="T5" fmla="*/ 11 h 31"/>
                  <a:gd name="T6" fmla="*/ 74 w 85"/>
                  <a:gd name="T7" fmla="*/ 28 h 31"/>
                  <a:gd name="T8" fmla="*/ 82 w 85"/>
                  <a:gd name="T9" fmla="*/ 29 h 31"/>
                  <a:gd name="T10" fmla="*/ 83 w 85"/>
                  <a:gd name="T11" fmla="*/ 22 h 31"/>
                  <a:gd name="T12" fmla="*/ 42 w 85"/>
                  <a:gd name="T13" fmla="*/ 0 h 31"/>
                  <a:gd name="T14" fmla="*/ 1 w 85"/>
                  <a:gd name="T15" fmla="*/ 22 h 31"/>
                  <a:gd name="T16" fmla="*/ 3 w 85"/>
                  <a:gd name="T17" fmla="*/ 29 h 31"/>
                  <a:gd name="T18" fmla="*/ 6 w 85"/>
                  <a:gd name="T1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31">
                    <a:moveTo>
                      <a:pt x="6" y="30"/>
                    </a:moveTo>
                    <a:cubicBezTo>
                      <a:pt x="8" y="30"/>
                      <a:pt x="9" y="30"/>
                      <a:pt x="11" y="28"/>
                    </a:cubicBezTo>
                    <a:cubicBezTo>
                      <a:pt x="18" y="17"/>
                      <a:pt x="29" y="11"/>
                      <a:pt x="42" y="11"/>
                    </a:cubicBezTo>
                    <a:cubicBezTo>
                      <a:pt x="55" y="11"/>
                      <a:pt x="67" y="17"/>
                      <a:pt x="74" y="28"/>
                    </a:cubicBezTo>
                    <a:cubicBezTo>
                      <a:pt x="76" y="30"/>
                      <a:pt x="79" y="31"/>
                      <a:pt x="82" y="29"/>
                    </a:cubicBezTo>
                    <a:cubicBezTo>
                      <a:pt x="84" y="28"/>
                      <a:pt x="85" y="24"/>
                      <a:pt x="83" y="22"/>
                    </a:cubicBezTo>
                    <a:cubicBezTo>
                      <a:pt x="74" y="8"/>
                      <a:pt x="59" y="0"/>
                      <a:pt x="42" y="0"/>
                    </a:cubicBezTo>
                    <a:cubicBezTo>
                      <a:pt x="26" y="0"/>
                      <a:pt x="11" y="8"/>
                      <a:pt x="1" y="22"/>
                    </a:cubicBezTo>
                    <a:cubicBezTo>
                      <a:pt x="0" y="24"/>
                      <a:pt x="0" y="28"/>
                      <a:pt x="3" y="29"/>
                    </a:cubicBezTo>
                    <a:cubicBezTo>
                      <a:pt x="4" y="30"/>
                      <a:pt x="5" y="30"/>
                      <a:pt x="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4" name="Freeform 314"/>
              <p:cNvSpPr>
                <a:spLocks noEditPoints="1"/>
              </p:cNvSpPr>
              <p:nvPr/>
            </p:nvSpPr>
            <p:spPr bwMode="auto">
              <a:xfrm>
                <a:off x="-6284913" y="4213225"/>
                <a:ext cx="271462" cy="269875"/>
              </a:xfrm>
              <a:custGeom>
                <a:avLst/>
                <a:gdLst>
                  <a:gd name="T0" fmla="*/ 36 w 72"/>
                  <a:gd name="T1" fmla="*/ 0 h 72"/>
                  <a:gd name="T2" fmla="*/ 36 w 72"/>
                  <a:gd name="T3" fmla="*/ 0 h 72"/>
                  <a:gd name="T4" fmla="*/ 36 w 72"/>
                  <a:gd name="T5" fmla="*/ 16 h 72"/>
                  <a:gd name="T6" fmla="*/ 36 w 72"/>
                  <a:gd name="T7" fmla="*/ 16 h 72"/>
                  <a:gd name="T8" fmla="*/ 55 w 72"/>
                  <a:gd name="T9" fmla="*/ 36 h 72"/>
                  <a:gd name="T10" fmla="*/ 36 w 72"/>
                  <a:gd name="T11" fmla="*/ 55 h 72"/>
                  <a:gd name="T12" fmla="*/ 36 w 72"/>
                  <a:gd name="T13" fmla="*/ 55 h 72"/>
                  <a:gd name="T14" fmla="*/ 36 w 72"/>
                  <a:gd name="T15" fmla="*/ 55 h 72"/>
                  <a:gd name="T16" fmla="*/ 36 w 72"/>
                  <a:gd name="T17" fmla="*/ 72 h 72"/>
                  <a:gd name="T18" fmla="*/ 36 w 72"/>
                  <a:gd name="T19" fmla="*/ 72 h 72"/>
                  <a:gd name="T20" fmla="*/ 72 w 72"/>
                  <a:gd name="T21" fmla="*/ 36 h 72"/>
                  <a:gd name="T22" fmla="*/ 36 w 72"/>
                  <a:gd name="T23" fmla="*/ 0 h 72"/>
                  <a:gd name="T24" fmla="*/ 36 w 72"/>
                  <a:gd name="T25" fmla="*/ 0 h 72"/>
                  <a:gd name="T26" fmla="*/ 0 w 72"/>
                  <a:gd name="T27" fmla="*/ 36 h 72"/>
                  <a:gd name="T28" fmla="*/ 36 w 72"/>
                  <a:gd name="T29" fmla="*/ 72 h 72"/>
                  <a:gd name="T30" fmla="*/ 36 w 72"/>
                  <a:gd name="T31" fmla="*/ 55 h 72"/>
                  <a:gd name="T32" fmla="*/ 16 w 72"/>
                  <a:gd name="T33" fmla="*/ 36 h 72"/>
                  <a:gd name="T34" fmla="*/ 36 w 72"/>
                  <a:gd name="T35" fmla="*/ 16 h 72"/>
                  <a:gd name="T36" fmla="*/ 36 w 72"/>
                  <a:gd name="T3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72">
                    <a:moveTo>
                      <a:pt x="36" y="0"/>
                    </a:moveTo>
                    <a:cubicBezTo>
                      <a:pt x="36" y="0"/>
                      <a:pt x="36" y="0"/>
                      <a:pt x="36" y="0"/>
                    </a:cubicBezTo>
                    <a:cubicBezTo>
                      <a:pt x="36" y="16"/>
                      <a:pt x="36" y="16"/>
                      <a:pt x="36" y="16"/>
                    </a:cubicBezTo>
                    <a:cubicBezTo>
                      <a:pt x="36" y="16"/>
                      <a:pt x="36" y="16"/>
                      <a:pt x="36" y="16"/>
                    </a:cubicBezTo>
                    <a:cubicBezTo>
                      <a:pt x="46" y="16"/>
                      <a:pt x="55" y="25"/>
                      <a:pt x="55" y="36"/>
                    </a:cubicBezTo>
                    <a:cubicBezTo>
                      <a:pt x="55" y="46"/>
                      <a:pt x="46" y="55"/>
                      <a:pt x="36" y="55"/>
                    </a:cubicBezTo>
                    <a:cubicBezTo>
                      <a:pt x="36" y="55"/>
                      <a:pt x="36" y="55"/>
                      <a:pt x="36" y="55"/>
                    </a:cubicBezTo>
                    <a:cubicBezTo>
                      <a:pt x="36" y="55"/>
                      <a:pt x="36" y="55"/>
                      <a:pt x="36" y="55"/>
                    </a:cubicBezTo>
                    <a:cubicBezTo>
                      <a:pt x="36" y="72"/>
                      <a:pt x="36" y="72"/>
                      <a:pt x="36" y="72"/>
                    </a:cubicBezTo>
                    <a:cubicBezTo>
                      <a:pt x="36" y="72"/>
                      <a:pt x="36" y="72"/>
                      <a:pt x="36" y="72"/>
                    </a:cubicBezTo>
                    <a:cubicBezTo>
                      <a:pt x="56" y="72"/>
                      <a:pt x="72" y="56"/>
                      <a:pt x="72" y="36"/>
                    </a:cubicBezTo>
                    <a:cubicBezTo>
                      <a:pt x="72" y="16"/>
                      <a:pt x="56" y="0"/>
                      <a:pt x="36" y="0"/>
                    </a:cubicBezTo>
                    <a:close/>
                    <a:moveTo>
                      <a:pt x="36" y="0"/>
                    </a:moveTo>
                    <a:cubicBezTo>
                      <a:pt x="16" y="0"/>
                      <a:pt x="0" y="16"/>
                      <a:pt x="0" y="36"/>
                    </a:cubicBezTo>
                    <a:cubicBezTo>
                      <a:pt x="0" y="56"/>
                      <a:pt x="16" y="72"/>
                      <a:pt x="36" y="72"/>
                    </a:cubicBezTo>
                    <a:cubicBezTo>
                      <a:pt x="36" y="55"/>
                      <a:pt x="36" y="55"/>
                      <a:pt x="36" y="55"/>
                    </a:cubicBezTo>
                    <a:cubicBezTo>
                      <a:pt x="25" y="55"/>
                      <a:pt x="16" y="46"/>
                      <a:pt x="16" y="36"/>
                    </a:cubicBezTo>
                    <a:cubicBezTo>
                      <a:pt x="16" y="25"/>
                      <a:pt x="25" y="16"/>
                      <a:pt x="36" y="16"/>
                    </a:cubicBez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5" name="Freeform 315"/>
              <p:cNvSpPr>
                <a:spLocks/>
              </p:cNvSpPr>
              <p:nvPr/>
            </p:nvSpPr>
            <p:spPr bwMode="auto">
              <a:xfrm>
                <a:off x="-6310313" y="4148137"/>
                <a:ext cx="319087" cy="117475"/>
              </a:xfrm>
              <a:custGeom>
                <a:avLst/>
                <a:gdLst>
                  <a:gd name="T0" fmla="*/ 43 w 85"/>
                  <a:gd name="T1" fmla="*/ 0 h 31"/>
                  <a:gd name="T2" fmla="*/ 2 w 85"/>
                  <a:gd name="T3" fmla="*/ 22 h 31"/>
                  <a:gd name="T4" fmla="*/ 3 w 85"/>
                  <a:gd name="T5" fmla="*/ 29 h 31"/>
                  <a:gd name="T6" fmla="*/ 6 w 85"/>
                  <a:gd name="T7" fmla="*/ 30 h 31"/>
                  <a:gd name="T8" fmla="*/ 11 w 85"/>
                  <a:gd name="T9" fmla="*/ 28 h 31"/>
                  <a:gd name="T10" fmla="*/ 43 w 85"/>
                  <a:gd name="T11" fmla="*/ 11 h 31"/>
                  <a:gd name="T12" fmla="*/ 74 w 85"/>
                  <a:gd name="T13" fmla="*/ 28 h 31"/>
                  <a:gd name="T14" fmla="*/ 82 w 85"/>
                  <a:gd name="T15" fmla="*/ 29 h 31"/>
                  <a:gd name="T16" fmla="*/ 84 w 85"/>
                  <a:gd name="T17" fmla="*/ 22 h 31"/>
                  <a:gd name="T18" fmla="*/ 43 w 85"/>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31">
                    <a:moveTo>
                      <a:pt x="43" y="0"/>
                    </a:moveTo>
                    <a:cubicBezTo>
                      <a:pt x="26" y="0"/>
                      <a:pt x="11" y="8"/>
                      <a:pt x="2" y="22"/>
                    </a:cubicBezTo>
                    <a:cubicBezTo>
                      <a:pt x="0" y="24"/>
                      <a:pt x="1" y="28"/>
                      <a:pt x="3" y="29"/>
                    </a:cubicBezTo>
                    <a:cubicBezTo>
                      <a:pt x="4" y="30"/>
                      <a:pt x="5" y="30"/>
                      <a:pt x="6" y="30"/>
                    </a:cubicBezTo>
                    <a:cubicBezTo>
                      <a:pt x="8" y="30"/>
                      <a:pt x="10" y="30"/>
                      <a:pt x="11" y="28"/>
                    </a:cubicBezTo>
                    <a:cubicBezTo>
                      <a:pt x="18" y="17"/>
                      <a:pt x="30" y="11"/>
                      <a:pt x="43" y="11"/>
                    </a:cubicBezTo>
                    <a:cubicBezTo>
                      <a:pt x="55" y="11"/>
                      <a:pt x="67" y="17"/>
                      <a:pt x="74" y="28"/>
                    </a:cubicBezTo>
                    <a:cubicBezTo>
                      <a:pt x="76" y="30"/>
                      <a:pt x="80" y="31"/>
                      <a:pt x="82" y="29"/>
                    </a:cubicBezTo>
                    <a:cubicBezTo>
                      <a:pt x="85" y="28"/>
                      <a:pt x="85" y="24"/>
                      <a:pt x="84" y="22"/>
                    </a:cubicBezTo>
                    <a:cubicBezTo>
                      <a:pt x="74" y="8"/>
                      <a:pt x="59"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6" name="Freeform 316"/>
              <p:cNvSpPr>
                <a:spLocks/>
              </p:cNvSpPr>
              <p:nvPr/>
            </p:nvSpPr>
            <p:spPr bwMode="auto">
              <a:xfrm>
                <a:off x="-6546850" y="3919537"/>
                <a:ext cx="473075" cy="552450"/>
              </a:xfrm>
              <a:custGeom>
                <a:avLst/>
                <a:gdLst>
                  <a:gd name="T0" fmla="*/ 84 w 126"/>
                  <a:gd name="T1" fmla="*/ 54 h 147"/>
                  <a:gd name="T2" fmla="*/ 88 w 126"/>
                  <a:gd name="T3" fmla="*/ 54 h 147"/>
                  <a:gd name="T4" fmla="*/ 120 w 126"/>
                  <a:gd name="T5" fmla="*/ 40 h 147"/>
                  <a:gd name="T6" fmla="*/ 124 w 126"/>
                  <a:gd name="T7" fmla="*/ 30 h 147"/>
                  <a:gd name="T8" fmla="*/ 113 w 126"/>
                  <a:gd name="T9" fmla="*/ 26 h 147"/>
                  <a:gd name="T10" fmla="*/ 92 w 126"/>
                  <a:gd name="T11" fmla="*/ 36 h 147"/>
                  <a:gd name="T12" fmla="*/ 89 w 126"/>
                  <a:gd name="T13" fmla="*/ 36 h 147"/>
                  <a:gd name="T14" fmla="*/ 53 w 126"/>
                  <a:gd name="T15" fmla="*/ 1 h 147"/>
                  <a:gd name="T16" fmla="*/ 50 w 126"/>
                  <a:gd name="T17" fmla="*/ 1 h 147"/>
                  <a:gd name="T18" fmla="*/ 1 w 126"/>
                  <a:gd name="T19" fmla="*/ 50 h 147"/>
                  <a:gd name="T20" fmla="*/ 1 w 126"/>
                  <a:gd name="T21" fmla="*/ 53 h 147"/>
                  <a:gd name="T22" fmla="*/ 34 w 126"/>
                  <a:gd name="T23" fmla="*/ 82 h 147"/>
                  <a:gd name="T24" fmla="*/ 35 w 126"/>
                  <a:gd name="T25" fmla="*/ 86 h 147"/>
                  <a:gd name="T26" fmla="*/ 18 w 126"/>
                  <a:gd name="T27" fmla="*/ 123 h 147"/>
                  <a:gd name="T28" fmla="*/ 19 w 126"/>
                  <a:gd name="T29" fmla="*/ 127 h 147"/>
                  <a:gd name="T30" fmla="*/ 30 w 126"/>
                  <a:gd name="T31" fmla="*/ 143 h 147"/>
                  <a:gd name="T32" fmla="*/ 38 w 126"/>
                  <a:gd name="T33" fmla="*/ 147 h 147"/>
                  <a:gd name="T34" fmla="*/ 45 w 126"/>
                  <a:gd name="T35" fmla="*/ 145 h 147"/>
                  <a:gd name="T36" fmla="*/ 47 w 126"/>
                  <a:gd name="T37" fmla="*/ 130 h 147"/>
                  <a:gd name="T38" fmla="*/ 43 w 126"/>
                  <a:gd name="T39" fmla="*/ 125 h 147"/>
                  <a:gd name="T40" fmla="*/ 42 w 126"/>
                  <a:gd name="T41" fmla="*/ 120 h 147"/>
                  <a:gd name="T42" fmla="*/ 59 w 126"/>
                  <a:gd name="T43" fmla="*/ 81 h 147"/>
                  <a:gd name="T44" fmla="*/ 59 w 126"/>
                  <a:gd name="T45" fmla="*/ 77 h 147"/>
                  <a:gd name="T46" fmla="*/ 40 w 126"/>
                  <a:gd name="T47" fmla="*/ 59 h 147"/>
                  <a:gd name="T48" fmla="*/ 40 w 126"/>
                  <a:gd name="T49" fmla="*/ 55 h 147"/>
                  <a:gd name="T50" fmla="*/ 61 w 126"/>
                  <a:gd name="T51" fmla="*/ 35 h 147"/>
                  <a:gd name="T52" fmla="*/ 65 w 126"/>
                  <a:gd name="T53" fmla="*/ 35 h 147"/>
                  <a:gd name="T54" fmla="*/ 84 w 126"/>
                  <a:gd name="T55" fmla="*/ 5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 h="147">
                    <a:moveTo>
                      <a:pt x="84" y="54"/>
                    </a:moveTo>
                    <a:cubicBezTo>
                      <a:pt x="85" y="55"/>
                      <a:pt x="87" y="55"/>
                      <a:pt x="88" y="54"/>
                    </a:cubicBezTo>
                    <a:cubicBezTo>
                      <a:pt x="120" y="40"/>
                      <a:pt x="120" y="40"/>
                      <a:pt x="120" y="40"/>
                    </a:cubicBezTo>
                    <a:cubicBezTo>
                      <a:pt x="124" y="38"/>
                      <a:pt x="126" y="34"/>
                      <a:pt x="124" y="30"/>
                    </a:cubicBezTo>
                    <a:cubicBezTo>
                      <a:pt x="122" y="26"/>
                      <a:pt x="117" y="24"/>
                      <a:pt x="113" y="26"/>
                    </a:cubicBezTo>
                    <a:cubicBezTo>
                      <a:pt x="92" y="36"/>
                      <a:pt x="92" y="36"/>
                      <a:pt x="92" y="36"/>
                    </a:cubicBezTo>
                    <a:cubicBezTo>
                      <a:pt x="91" y="37"/>
                      <a:pt x="89" y="37"/>
                      <a:pt x="89" y="36"/>
                    </a:cubicBezTo>
                    <a:cubicBezTo>
                      <a:pt x="53" y="1"/>
                      <a:pt x="53" y="1"/>
                      <a:pt x="53" y="1"/>
                    </a:cubicBezTo>
                    <a:cubicBezTo>
                      <a:pt x="52" y="0"/>
                      <a:pt x="51" y="0"/>
                      <a:pt x="50" y="1"/>
                    </a:cubicBezTo>
                    <a:cubicBezTo>
                      <a:pt x="1" y="50"/>
                      <a:pt x="1" y="50"/>
                      <a:pt x="1" y="50"/>
                    </a:cubicBezTo>
                    <a:cubicBezTo>
                      <a:pt x="0" y="51"/>
                      <a:pt x="0" y="52"/>
                      <a:pt x="1" y="53"/>
                    </a:cubicBezTo>
                    <a:cubicBezTo>
                      <a:pt x="7" y="59"/>
                      <a:pt x="27" y="76"/>
                      <a:pt x="34" y="82"/>
                    </a:cubicBezTo>
                    <a:cubicBezTo>
                      <a:pt x="35" y="83"/>
                      <a:pt x="36" y="85"/>
                      <a:pt x="35" y="86"/>
                    </a:cubicBezTo>
                    <a:cubicBezTo>
                      <a:pt x="18" y="123"/>
                      <a:pt x="18" y="123"/>
                      <a:pt x="18" y="123"/>
                    </a:cubicBezTo>
                    <a:cubicBezTo>
                      <a:pt x="18" y="124"/>
                      <a:pt x="18" y="126"/>
                      <a:pt x="19" y="127"/>
                    </a:cubicBezTo>
                    <a:cubicBezTo>
                      <a:pt x="30" y="143"/>
                      <a:pt x="30" y="143"/>
                      <a:pt x="30" y="143"/>
                    </a:cubicBezTo>
                    <a:cubicBezTo>
                      <a:pt x="32" y="145"/>
                      <a:pt x="35" y="147"/>
                      <a:pt x="38" y="147"/>
                    </a:cubicBezTo>
                    <a:cubicBezTo>
                      <a:pt x="40" y="147"/>
                      <a:pt x="42" y="146"/>
                      <a:pt x="45" y="145"/>
                    </a:cubicBezTo>
                    <a:cubicBezTo>
                      <a:pt x="49" y="141"/>
                      <a:pt x="50" y="135"/>
                      <a:pt x="47" y="130"/>
                    </a:cubicBezTo>
                    <a:cubicBezTo>
                      <a:pt x="43" y="125"/>
                      <a:pt x="43" y="125"/>
                      <a:pt x="43" y="125"/>
                    </a:cubicBezTo>
                    <a:cubicBezTo>
                      <a:pt x="42" y="124"/>
                      <a:pt x="42" y="122"/>
                      <a:pt x="42" y="120"/>
                    </a:cubicBezTo>
                    <a:cubicBezTo>
                      <a:pt x="59" y="81"/>
                      <a:pt x="59" y="81"/>
                      <a:pt x="59" y="81"/>
                    </a:cubicBezTo>
                    <a:cubicBezTo>
                      <a:pt x="60" y="79"/>
                      <a:pt x="60" y="78"/>
                      <a:pt x="59" y="77"/>
                    </a:cubicBezTo>
                    <a:cubicBezTo>
                      <a:pt x="55" y="73"/>
                      <a:pt x="45" y="63"/>
                      <a:pt x="40" y="59"/>
                    </a:cubicBezTo>
                    <a:cubicBezTo>
                      <a:pt x="39" y="58"/>
                      <a:pt x="39" y="56"/>
                      <a:pt x="40" y="55"/>
                    </a:cubicBezTo>
                    <a:cubicBezTo>
                      <a:pt x="61" y="35"/>
                      <a:pt x="61" y="35"/>
                      <a:pt x="61" y="35"/>
                    </a:cubicBezTo>
                    <a:cubicBezTo>
                      <a:pt x="62" y="34"/>
                      <a:pt x="64" y="34"/>
                      <a:pt x="65" y="35"/>
                    </a:cubicBezTo>
                    <a:lnTo>
                      <a:pt x="84"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7" name="Freeform 317"/>
              <p:cNvSpPr>
                <a:spLocks/>
              </p:cNvSpPr>
              <p:nvPr/>
            </p:nvSpPr>
            <p:spPr bwMode="auto">
              <a:xfrm>
                <a:off x="-2870200" y="4178300"/>
                <a:ext cx="374650" cy="233363"/>
              </a:xfrm>
              <a:custGeom>
                <a:avLst/>
                <a:gdLst>
                  <a:gd name="T0" fmla="*/ 100 w 100"/>
                  <a:gd name="T1" fmla="*/ 62 h 62"/>
                  <a:gd name="T2" fmla="*/ 100 w 100"/>
                  <a:gd name="T3" fmla="*/ 19 h 62"/>
                  <a:gd name="T4" fmla="*/ 81 w 100"/>
                  <a:gd name="T5" fmla="*/ 0 h 62"/>
                  <a:gd name="T6" fmla="*/ 19 w 100"/>
                  <a:gd name="T7" fmla="*/ 0 h 62"/>
                  <a:gd name="T8" fmla="*/ 0 w 100"/>
                  <a:gd name="T9" fmla="*/ 19 h 62"/>
                  <a:gd name="T10" fmla="*/ 0 w 100"/>
                  <a:gd name="T11" fmla="*/ 43 h 62"/>
                  <a:gd name="T12" fmla="*/ 15 w 100"/>
                  <a:gd name="T13" fmla="*/ 43 h 62"/>
                  <a:gd name="T14" fmla="*/ 15 w 100"/>
                  <a:gd name="T15" fmla="*/ 19 h 62"/>
                  <a:gd name="T16" fmla="*/ 19 w 100"/>
                  <a:gd name="T17" fmla="*/ 15 h 62"/>
                  <a:gd name="T18" fmla="*/ 81 w 100"/>
                  <a:gd name="T19" fmla="*/ 15 h 62"/>
                  <a:gd name="T20" fmla="*/ 85 w 100"/>
                  <a:gd name="T21" fmla="*/ 19 h 62"/>
                  <a:gd name="T22" fmla="*/ 85 w 100"/>
                  <a:gd name="T23" fmla="*/ 62 h 62"/>
                  <a:gd name="T24" fmla="*/ 100 w 100"/>
                  <a:gd name="T2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 h="62">
                    <a:moveTo>
                      <a:pt x="100" y="62"/>
                    </a:moveTo>
                    <a:cubicBezTo>
                      <a:pt x="100" y="19"/>
                      <a:pt x="100" y="19"/>
                      <a:pt x="100" y="19"/>
                    </a:cubicBezTo>
                    <a:cubicBezTo>
                      <a:pt x="100" y="9"/>
                      <a:pt x="92" y="0"/>
                      <a:pt x="81" y="0"/>
                    </a:cubicBezTo>
                    <a:cubicBezTo>
                      <a:pt x="19" y="0"/>
                      <a:pt x="19" y="0"/>
                      <a:pt x="19" y="0"/>
                    </a:cubicBezTo>
                    <a:cubicBezTo>
                      <a:pt x="8" y="0"/>
                      <a:pt x="0" y="9"/>
                      <a:pt x="0" y="19"/>
                    </a:cubicBezTo>
                    <a:cubicBezTo>
                      <a:pt x="0" y="43"/>
                      <a:pt x="0" y="43"/>
                      <a:pt x="0" y="43"/>
                    </a:cubicBezTo>
                    <a:cubicBezTo>
                      <a:pt x="15" y="43"/>
                      <a:pt x="15" y="43"/>
                      <a:pt x="15" y="43"/>
                    </a:cubicBezTo>
                    <a:cubicBezTo>
                      <a:pt x="15" y="19"/>
                      <a:pt x="15" y="19"/>
                      <a:pt x="15" y="19"/>
                    </a:cubicBezTo>
                    <a:cubicBezTo>
                      <a:pt x="15" y="17"/>
                      <a:pt x="16" y="15"/>
                      <a:pt x="19" y="15"/>
                    </a:cubicBezTo>
                    <a:cubicBezTo>
                      <a:pt x="81" y="15"/>
                      <a:pt x="81" y="15"/>
                      <a:pt x="81" y="15"/>
                    </a:cubicBezTo>
                    <a:cubicBezTo>
                      <a:pt x="84" y="15"/>
                      <a:pt x="85" y="17"/>
                      <a:pt x="85" y="19"/>
                    </a:cubicBezTo>
                    <a:cubicBezTo>
                      <a:pt x="85" y="62"/>
                      <a:pt x="85" y="62"/>
                      <a:pt x="85" y="62"/>
                    </a:cubicBezTo>
                    <a:lnTo>
                      <a:pt x="100"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8" name="Freeform 318"/>
              <p:cNvSpPr>
                <a:spLocks noEditPoints="1"/>
              </p:cNvSpPr>
              <p:nvPr/>
            </p:nvSpPr>
            <p:spPr bwMode="auto">
              <a:xfrm>
                <a:off x="-2922588" y="4425950"/>
                <a:ext cx="476250" cy="271463"/>
              </a:xfrm>
              <a:custGeom>
                <a:avLst/>
                <a:gdLst>
                  <a:gd name="T0" fmla="*/ 99 w 127"/>
                  <a:gd name="T1" fmla="*/ 0 h 72"/>
                  <a:gd name="T2" fmla="*/ 64 w 127"/>
                  <a:gd name="T3" fmla="*/ 0 h 72"/>
                  <a:gd name="T4" fmla="*/ 64 w 127"/>
                  <a:gd name="T5" fmla="*/ 20 h 72"/>
                  <a:gd name="T6" fmla="*/ 75 w 127"/>
                  <a:gd name="T7" fmla="*/ 31 h 72"/>
                  <a:gd name="T8" fmla="*/ 68 w 127"/>
                  <a:gd name="T9" fmla="*/ 41 h 72"/>
                  <a:gd name="T10" fmla="*/ 68 w 127"/>
                  <a:gd name="T11" fmla="*/ 41 h 72"/>
                  <a:gd name="T12" fmla="*/ 68 w 127"/>
                  <a:gd name="T13" fmla="*/ 59 h 72"/>
                  <a:gd name="T14" fmla="*/ 64 w 127"/>
                  <a:gd name="T15" fmla="*/ 59 h 72"/>
                  <a:gd name="T16" fmla="*/ 64 w 127"/>
                  <a:gd name="T17" fmla="*/ 72 h 72"/>
                  <a:gd name="T18" fmla="*/ 127 w 127"/>
                  <a:gd name="T19" fmla="*/ 72 h 72"/>
                  <a:gd name="T20" fmla="*/ 127 w 127"/>
                  <a:gd name="T21" fmla="*/ 0 h 72"/>
                  <a:gd name="T22" fmla="*/ 114 w 127"/>
                  <a:gd name="T23" fmla="*/ 0 h 72"/>
                  <a:gd name="T24" fmla="*/ 99 w 127"/>
                  <a:gd name="T25" fmla="*/ 0 h 72"/>
                  <a:gd name="T26" fmla="*/ 64 w 127"/>
                  <a:gd name="T27" fmla="*/ 0 h 72"/>
                  <a:gd name="T28" fmla="*/ 0 w 127"/>
                  <a:gd name="T29" fmla="*/ 0 h 72"/>
                  <a:gd name="T30" fmla="*/ 0 w 127"/>
                  <a:gd name="T31" fmla="*/ 72 h 72"/>
                  <a:gd name="T32" fmla="*/ 64 w 127"/>
                  <a:gd name="T33" fmla="*/ 72 h 72"/>
                  <a:gd name="T34" fmla="*/ 64 w 127"/>
                  <a:gd name="T35" fmla="*/ 59 h 72"/>
                  <a:gd name="T36" fmla="*/ 59 w 127"/>
                  <a:gd name="T37" fmla="*/ 59 h 72"/>
                  <a:gd name="T38" fmla="*/ 59 w 127"/>
                  <a:gd name="T39" fmla="*/ 41 h 72"/>
                  <a:gd name="T40" fmla="*/ 52 w 127"/>
                  <a:gd name="T41" fmla="*/ 31 h 72"/>
                  <a:gd name="T42" fmla="*/ 64 w 127"/>
                  <a:gd name="T43" fmla="*/ 20 h 72"/>
                  <a:gd name="T44" fmla="*/ 64 w 127"/>
                  <a:gd name="T45" fmla="*/ 20 h 72"/>
                  <a:gd name="T46" fmla="*/ 64 w 127"/>
                  <a:gd name="T4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7" h="72">
                    <a:moveTo>
                      <a:pt x="99" y="0"/>
                    </a:moveTo>
                    <a:cubicBezTo>
                      <a:pt x="64" y="0"/>
                      <a:pt x="64" y="0"/>
                      <a:pt x="64" y="0"/>
                    </a:cubicBezTo>
                    <a:cubicBezTo>
                      <a:pt x="64" y="20"/>
                      <a:pt x="64" y="20"/>
                      <a:pt x="64" y="20"/>
                    </a:cubicBezTo>
                    <a:cubicBezTo>
                      <a:pt x="70" y="20"/>
                      <a:pt x="75" y="25"/>
                      <a:pt x="75" y="31"/>
                    </a:cubicBezTo>
                    <a:cubicBezTo>
                      <a:pt x="75" y="36"/>
                      <a:pt x="72" y="40"/>
                      <a:pt x="68" y="41"/>
                    </a:cubicBezTo>
                    <a:cubicBezTo>
                      <a:pt x="68" y="41"/>
                      <a:pt x="68" y="41"/>
                      <a:pt x="68" y="41"/>
                    </a:cubicBezTo>
                    <a:cubicBezTo>
                      <a:pt x="68" y="59"/>
                      <a:pt x="68" y="59"/>
                      <a:pt x="68" y="59"/>
                    </a:cubicBezTo>
                    <a:cubicBezTo>
                      <a:pt x="64" y="59"/>
                      <a:pt x="64" y="59"/>
                      <a:pt x="64" y="59"/>
                    </a:cubicBezTo>
                    <a:cubicBezTo>
                      <a:pt x="64" y="72"/>
                      <a:pt x="64" y="72"/>
                      <a:pt x="64" y="72"/>
                    </a:cubicBezTo>
                    <a:cubicBezTo>
                      <a:pt x="127" y="72"/>
                      <a:pt x="127" y="72"/>
                      <a:pt x="127" y="72"/>
                    </a:cubicBezTo>
                    <a:cubicBezTo>
                      <a:pt x="127" y="0"/>
                      <a:pt x="127" y="0"/>
                      <a:pt x="127" y="0"/>
                    </a:cubicBezTo>
                    <a:cubicBezTo>
                      <a:pt x="114" y="0"/>
                      <a:pt x="114" y="0"/>
                      <a:pt x="114" y="0"/>
                    </a:cubicBezTo>
                    <a:lnTo>
                      <a:pt x="99" y="0"/>
                    </a:lnTo>
                    <a:close/>
                    <a:moveTo>
                      <a:pt x="64" y="0"/>
                    </a:moveTo>
                    <a:cubicBezTo>
                      <a:pt x="0" y="0"/>
                      <a:pt x="0" y="0"/>
                      <a:pt x="0" y="0"/>
                    </a:cubicBezTo>
                    <a:cubicBezTo>
                      <a:pt x="0" y="72"/>
                      <a:pt x="0" y="72"/>
                      <a:pt x="0" y="72"/>
                    </a:cubicBezTo>
                    <a:cubicBezTo>
                      <a:pt x="64" y="72"/>
                      <a:pt x="64" y="72"/>
                      <a:pt x="64" y="72"/>
                    </a:cubicBezTo>
                    <a:cubicBezTo>
                      <a:pt x="64" y="59"/>
                      <a:pt x="64" y="59"/>
                      <a:pt x="64" y="59"/>
                    </a:cubicBezTo>
                    <a:cubicBezTo>
                      <a:pt x="59" y="59"/>
                      <a:pt x="59" y="59"/>
                      <a:pt x="59" y="59"/>
                    </a:cubicBezTo>
                    <a:cubicBezTo>
                      <a:pt x="59" y="41"/>
                      <a:pt x="59" y="41"/>
                      <a:pt x="59" y="41"/>
                    </a:cubicBezTo>
                    <a:cubicBezTo>
                      <a:pt x="55" y="40"/>
                      <a:pt x="52" y="36"/>
                      <a:pt x="52" y="31"/>
                    </a:cubicBezTo>
                    <a:cubicBezTo>
                      <a:pt x="52" y="25"/>
                      <a:pt x="57" y="20"/>
                      <a:pt x="64" y="20"/>
                    </a:cubicBezTo>
                    <a:cubicBezTo>
                      <a:pt x="64" y="20"/>
                      <a:pt x="64" y="20"/>
                      <a:pt x="64" y="20"/>
                    </a:cubicBez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9" name="Freeform 319"/>
              <p:cNvSpPr>
                <a:spLocks/>
              </p:cNvSpPr>
              <p:nvPr/>
            </p:nvSpPr>
            <p:spPr bwMode="auto">
              <a:xfrm>
                <a:off x="-7085012" y="3255962"/>
                <a:ext cx="687387" cy="644525"/>
              </a:xfrm>
              <a:custGeom>
                <a:avLst/>
                <a:gdLst>
                  <a:gd name="T0" fmla="*/ 26 w 183"/>
                  <a:gd name="T1" fmla="*/ 139 h 172"/>
                  <a:gd name="T2" fmla="*/ 76 w 183"/>
                  <a:gd name="T3" fmla="*/ 113 h 172"/>
                  <a:gd name="T4" fmla="*/ 85 w 183"/>
                  <a:gd name="T5" fmla="*/ 111 h 172"/>
                  <a:gd name="T6" fmla="*/ 86 w 183"/>
                  <a:gd name="T7" fmla="*/ 121 h 172"/>
                  <a:gd name="T8" fmla="*/ 85 w 183"/>
                  <a:gd name="T9" fmla="*/ 142 h 172"/>
                  <a:gd name="T10" fmla="*/ 84 w 183"/>
                  <a:gd name="T11" fmla="*/ 172 h 172"/>
                  <a:gd name="T12" fmla="*/ 99 w 183"/>
                  <a:gd name="T13" fmla="*/ 172 h 172"/>
                  <a:gd name="T14" fmla="*/ 98 w 183"/>
                  <a:gd name="T15" fmla="*/ 142 h 172"/>
                  <a:gd name="T16" fmla="*/ 97 w 183"/>
                  <a:gd name="T17" fmla="*/ 121 h 172"/>
                  <a:gd name="T18" fmla="*/ 97 w 183"/>
                  <a:gd name="T19" fmla="*/ 111 h 172"/>
                  <a:gd name="T20" fmla="*/ 106 w 183"/>
                  <a:gd name="T21" fmla="*/ 113 h 172"/>
                  <a:gd name="T22" fmla="*/ 156 w 183"/>
                  <a:gd name="T23" fmla="*/ 139 h 172"/>
                  <a:gd name="T24" fmla="*/ 176 w 183"/>
                  <a:gd name="T25" fmla="*/ 119 h 172"/>
                  <a:gd name="T26" fmla="*/ 164 w 183"/>
                  <a:gd name="T27" fmla="*/ 56 h 172"/>
                  <a:gd name="T28" fmla="*/ 102 w 183"/>
                  <a:gd name="T29" fmla="*/ 96 h 172"/>
                  <a:gd name="T30" fmla="*/ 99 w 183"/>
                  <a:gd name="T31" fmla="*/ 90 h 172"/>
                  <a:gd name="T32" fmla="*/ 110 w 183"/>
                  <a:gd name="T33" fmla="*/ 69 h 172"/>
                  <a:gd name="T34" fmla="*/ 131 w 183"/>
                  <a:gd name="T35" fmla="*/ 21 h 172"/>
                  <a:gd name="T36" fmla="*/ 91 w 183"/>
                  <a:gd name="T37" fmla="*/ 1 h 172"/>
                  <a:gd name="T38" fmla="*/ 52 w 183"/>
                  <a:gd name="T39" fmla="*/ 21 h 172"/>
                  <a:gd name="T40" fmla="*/ 72 w 183"/>
                  <a:gd name="T41" fmla="*/ 69 h 172"/>
                  <a:gd name="T42" fmla="*/ 83 w 183"/>
                  <a:gd name="T43" fmla="*/ 90 h 172"/>
                  <a:gd name="T44" fmla="*/ 81 w 183"/>
                  <a:gd name="T45" fmla="*/ 96 h 172"/>
                  <a:gd name="T46" fmla="*/ 19 w 183"/>
                  <a:gd name="T47" fmla="*/ 56 h 172"/>
                  <a:gd name="T48" fmla="*/ 6 w 183"/>
                  <a:gd name="T49" fmla="*/ 119 h 172"/>
                  <a:gd name="T50" fmla="*/ 26 w 183"/>
                  <a:gd name="T51" fmla="*/ 13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3" h="172">
                    <a:moveTo>
                      <a:pt x="26" y="139"/>
                    </a:moveTo>
                    <a:cubicBezTo>
                      <a:pt x="45" y="141"/>
                      <a:pt x="61" y="121"/>
                      <a:pt x="76" y="113"/>
                    </a:cubicBezTo>
                    <a:cubicBezTo>
                      <a:pt x="78" y="112"/>
                      <a:pt x="83" y="109"/>
                      <a:pt x="85" y="111"/>
                    </a:cubicBezTo>
                    <a:cubicBezTo>
                      <a:pt x="87" y="114"/>
                      <a:pt x="86" y="118"/>
                      <a:pt x="86" y="121"/>
                    </a:cubicBezTo>
                    <a:cubicBezTo>
                      <a:pt x="86" y="128"/>
                      <a:pt x="85" y="135"/>
                      <a:pt x="85" y="142"/>
                    </a:cubicBezTo>
                    <a:cubicBezTo>
                      <a:pt x="85" y="150"/>
                      <a:pt x="84" y="164"/>
                      <a:pt x="84" y="172"/>
                    </a:cubicBezTo>
                    <a:cubicBezTo>
                      <a:pt x="99" y="172"/>
                      <a:pt x="99" y="172"/>
                      <a:pt x="99" y="172"/>
                    </a:cubicBezTo>
                    <a:cubicBezTo>
                      <a:pt x="98" y="164"/>
                      <a:pt x="98" y="150"/>
                      <a:pt x="98" y="142"/>
                    </a:cubicBezTo>
                    <a:cubicBezTo>
                      <a:pt x="97" y="135"/>
                      <a:pt x="97" y="128"/>
                      <a:pt x="97" y="121"/>
                    </a:cubicBezTo>
                    <a:cubicBezTo>
                      <a:pt x="97" y="118"/>
                      <a:pt x="96" y="114"/>
                      <a:pt x="97" y="111"/>
                    </a:cubicBezTo>
                    <a:cubicBezTo>
                      <a:pt x="99" y="109"/>
                      <a:pt x="105" y="112"/>
                      <a:pt x="106" y="113"/>
                    </a:cubicBezTo>
                    <a:cubicBezTo>
                      <a:pt x="122" y="121"/>
                      <a:pt x="137" y="141"/>
                      <a:pt x="156" y="139"/>
                    </a:cubicBezTo>
                    <a:cubicBezTo>
                      <a:pt x="167" y="137"/>
                      <a:pt x="173" y="128"/>
                      <a:pt x="176" y="119"/>
                    </a:cubicBezTo>
                    <a:cubicBezTo>
                      <a:pt x="182" y="101"/>
                      <a:pt x="183" y="68"/>
                      <a:pt x="164" y="56"/>
                    </a:cubicBezTo>
                    <a:cubicBezTo>
                      <a:pt x="135" y="39"/>
                      <a:pt x="126" y="94"/>
                      <a:pt x="102" y="96"/>
                    </a:cubicBezTo>
                    <a:cubicBezTo>
                      <a:pt x="97" y="96"/>
                      <a:pt x="98" y="94"/>
                      <a:pt x="99" y="90"/>
                    </a:cubicBezTo>
                    <a:cubicBezTo>
                      <a:pt x="101" y="82"/>
                      <a:pt x="105" y="75"/>
                      <a:pt x="110" y="69"/>
                    </a:cubicBezTo>
                    <a:cubicBezTo>
                      <a:pt x="120" y="56"/>
                      <a:pt x="134" y="39"/>
                      <a:pt x="131" y="21"/>
                    </a:cubicBezTo>
                    <a:cubicBezTo>
                      <a:pt x="128" y="5"/>
                      <a:pt x="109" y="0"/>
                      <a:pt x="91" y="1"/>
                    </a:cubicBezTo>
                    <a:cubicBezTo>
                      <a:pt x="74" y="0"/>
                      <a:pt x="54" y="5"/>
                      <a:pt x="52" y="21"/>
                    </a:cubicBezTo>
                    <a:cubicBezTo>
                      <a:pt x="49" y="39"/>
                      <a:pt x="62" y="56"/>
                      <a:pt x="72" y="69"/>
                    </a:cubicBezTo>
                    <a:cubicBezTo>
                      <a:pt x="77" y="75"/>
                      <a:pt x="81" y="82"/>
                      <a:pt x="83" y="90"/>
                    </a:cubicBezTo>
                    <a:cubicBezTo>
                      <a:pt x="85" y="94"/>
                      <a:pt x="85" y="96"/>
                      <a:pt x="81" y="96"/>
                    </a:cubicBezTo>
                    <a:cubicBezTo>
                      <a:pt x="57" y="94"/>
                      <a:pt x="47" y="39"/>
                      <a:pt x="19" y="56"/>
                    </a:cubicBezTo>
                    <a:cubicBezTo>
                      <a:pt x="0" y="68"/>
                      <a:pt x="0" y="101"/>
                      <a:pt x="6" y="119"/>
                    </a:cubicBezTo>
                    <a:cubicBezTo>
                      <a:pt x="9" y="128"/>
                      <a:pt x="16" y="137"/>
                      <a:pt x="26" y="1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0" name="Freeform 320"/>
              <p:cNvSpPr>
                <a:spLocks/>
              </p:cNvSpPr>
              <p:nvPr/>
            </p:nvSpPr>
            <p:spPr bwMode="auto">
              <a:xfrm>
                <a:off x="-4222750" y="-420688"/>
                <a:ext cx="492125" cy="525463"/>
              </a:xfrm>
              <a:custGeom>
                <a:avLst/>
                <a:gdLst>
                  <a:gd name="T0" fmla="*/ 108 w 131"/>
                  <a:gd name="T1" fmla="*/ 96 h 140"/>
                  <a:gd name="T2" fmla="*/ 118 w 131"/>
                  <a:gd name="T3" fmla="*/ 91 h 140"/>
                  <a:gd name="T4" fmla="*/ 129 w 131"/>
                  <a:gd name="T5" fmla="*/ 87 h 140"/>
                  <a:gd name="T6" fmla="*/ 130 w 131"/>
                  <a:gd name="T7" fmla="*/ 70 h 140"/>
                  <a:gd name="T8" fmla="*/ 127 w 131"/>
                  <a:gd name="T9" fmla="*/ 41 h 140"/>
                  <a:gd name="T10" fmla="*/ 98 w 131"/>
                  <a:gd name="T11" fmla="*/ 66 h 140"/>
                  <a:gd name="T12" fmla="*/ 88 w 131"/>
                  <a:gd name="T13" fmla="*/ 76 h 140"/>
                  <a:gd name="T14" fmla="*/ 88 w 131"/>
                  <a:gd name="T15" fmla="*/ 65 h 140"/>
                  <a:gd name="T16" fmla="*/ 98 w 131"/>
                  <a:gd name="T17" fmla="*/ 46 h 140"/>
                  <a:gd name="T18" fmla="*/ 89 w 131"/>
                  <a:gd name="T19" fmla="*/ 28 h 140"/>
                  <a:gd name="T20" fmla="*/ 66 w 131"/>
                  <a:gd name="T21" fmla="*/ 1 h 140"/>
                  <a:gd name="T22" fmla="*/ 66 w 131"/>
                  <a:gd name="T23" fmla="*/ 0 h 140"/>
                  <a:gd name="T24" fmla="*/ 65 w 131"/>
                  <a:gd name="T25" fmla="*/ 0 h 140"/>
                  <a:gd name="T26" fmla="*/ 65 w 131"/>
                  <a:gd name="T27" fmla="*/ 0 h 140"/>
                  <a:gd name="T28" fmla="*/ 65 w 131"/>
                  <a:gd name="T29" fmla="*/ 1 h 140"/>
                  <a:gd name="T30" fmla="*/ 42 w 131"/>
                  <a:gd name="T31" fmla="*/ 28 h 140"/>
                  <a:gd name="T32" fmla="*/ 33 w 131"/>
                  <a:gd name="T33" fmla="*/ 46 h 140"/>
                  <a:gd name="T34" fmla="*/ 43 w 131"/>
                  <a:gd name="T35" fmla="*/ 65 h 140"/>
                  <a:gd name="T36" fmla="*/ 43 w 131"/>
                  <a:gd name="T37" fmla="*/ 76 h 140"/>
                  <a:gd name="T38" fmla="*/ 33 w 131"/>
                  <a:gd name="T39" fmla="*/ 66 h 140"/>
                  <a:gd name="T40" fmla="*/ 4 w 131"/>
                  <a:gd name="T41" fmla="*/ 41 h 140"/>
                  <a:gd name="T42" fmla="*/ 1 w 131"/>
                  <a:gd name="T43" fmla="*/ 70 h 140"/>
                  <a:gd name="T44" fmla="*/ 2 w 131"/>
                  <a:gd name="T45" fmla="*/ 87 h 140"/>
                  <a:gd name="T46" fmla="*/ 13 w 131"/>
                  <a:gd name="T47" fmla="*/ 91 h 140"/>
                  <a:gd name="T48" fmla="*/ 23 w 131"/>
                  <a:gd name="T49" fmla="*/ 96 h 140"/>
                  <a:gd name="T50" fmla="*/ 21 w 131"/>
                  <a:gd name="T51" fmla="*/ 103 h 140"/>
                  <a:gd name="T52" fmla="*/ 1 w 131"/>
                  <a:gd name="T53" fmla="*/ 96 h 140"/>
                  <a:gd name="T54" fmla="*/ 30 w 131"/>
                  <a:gd name="T55" fmla="*/ 137 h 140"/>
                  <a:gd name="T56" fmla="*/ 44 w 131"/>
                  <a:gd name="T57" fmla="*/ 135 h 140"/>
                  <a:gd name="T58" fmla="*/ 58 w 131"/>
                  <a:gd name="T59" fmla="*/ 126 h 140"/>
                  <a:gd name="T60" fmla="*/ 62 w 131"/>
                  <a:gd name="T61" fmla="*/ 124 h 140"/>
                  <a:gd name="T62" fmla="*/ 62 w 131"/>
                  <a:gd name="T63" fmla="*/ 118 h 140"/>
                  <a:gd name="T64" fmla="*/ 65 w 131"/>
                  <a:gd name="T65" fmla="*/ 62 h 140"/>
                  <a:gd name="T66" fmla="*/ 69 w 131"/>
                  <a:gd name="T67" fmla="*/ 118 h 140"/>
                  <a:gd name="T68" fmla="*/ 69 w 131"/>
                  <a:gd name="T69" fmla="*/ 124 h 140"/>
                  <a:gd name="T70" fmla="*/ 73 w 131"/>
                  <a:gd name="T71" fmla="*/ 126 h 140"/>
                  <a:gd name="T72" fmla="*/ 87 w 131"/>
                  <a:gd name="T73" fmla="*/ 135 h 140"/>
                  <a:gd name="T74" fmla="*/ 101 w 131"/>
                  <a:gd name="T75" fmla="*/ 137 h 140"/>
                  <a:gd name="T76" fmla="*/ 130 w 131"/>
                  <a:gd name="T77" fmla="*/ 96 h 140"/>
                  <a:gd name="T78" fmla="*/ 110 w 131"/>
                  <a:gd name="T79" fmla="*/ 103 h 140"/>
                  <a:gd name="T80" fmla="*/ 108 w 131"/>
                  <a:gd name="T81" fmla="*/ 9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 h="140">
                    <a:moveTo>
                      <a:pt x="108" y="96"/>
                    </a:moveTo>
                    <a:cubicBezTo>
                      <a:pt x="111" y="94"/>
                      <a:pt x="114" y="93"/>
                      <a:pt x="118" y="91"/>
                    </a:cubicBezTo>
                    <a:cubicBezTo>
                      <a:pt x="121" y="90"/>
                      <a:pt x="125" y="89"/>
                      <a:pt x="129" y="87"/>
                    </a:cubicBezTo>
                    <a:cubicBezTo>
                      <a:pt x="130" y="81"/>
                      <a:pt x="131" y="76"/>
                      <a:pt x="130" y="70"/>
                    </a:cubicBezTo>
                    <a:cubicBezTo>
                      <a:pt x="129" y="60"/>
                      <a:pt x="127" y="51"/>
                      <a:pt x="127" y="41"/>
                    </a:cubicBezTo>
                    <a:cubicBezTo>
                      <a:pt x="115" y="48"/>
                      <a:pt x="101" y="52"/>
                      <a:pt x="98" y="66"/>
                    </a:cubicBezTo>
                    <a:cubicBezTo>
                      <a:pt x="97" y="69"/>
                      <a:pt x="93" y="79"/>
                      <a:pt x="88" y="76"/>
                    </a:cubicBezTo>
                    <a:cubicBezTo>
                      <a:pt x="84" y="73"/>
                      <a:pt x="86" y="68"/>
                      <a:pt x="88" y="65"/>
                    </a:cubicBezTo>
                    <a:cubicBezTo>
                      <a:pt x="92" y="59"/>
                      <a:pt x="98" y="54"/>
                      <a:pt x="98" y="46"/>
                    </a:cubicBezTo>
                    <a:cubicBezTo>
                      <a:pt x="98" y="39"/>
                      <a:pt x="93" y="33"/>
                      <a:pt x="89" y="28"/>
                    </a:cubicBezTo>
                    <a:cubicBezTo>
                      <a:pt x="82" y="19"/>
                      <a:pt x="73" y="11"/>
                      <a:pt x="66" y="1"/>
                    </a:cubicBezTo>
                    <a:cubicBezTo>
                      <a:pt x="66" y="0"/>
                      <a:pt x="66" y="0"/>
                      <a:pt x="66" y="0"/>
                    </a:cubicBezTo>
                    <a:cubicBezTo>
                      <a:pt x="66" y="0"/>
                      <a:pt x="66" y="0"/>
                      <a:pt x="65" y="0"/>
                    </a:cubicBezTo>
                    <a:cubicBezTo>
                      <a:pt x="65" y="0"/>
                      <a:pt x="65" y="0"/>
                      <a:pt x="65" y="0"/>
                    </a:cubicBezTo>
                    <a:cubicBezTo>
                      <a:pt x="65" y="1"/>
                      <a:pt x="65" y="1"/>
                      <a:pt x="65" y="1"/>
                    </a:cubicBezTo>
                    <a:cubicBezTo>
                      <a:pt x="58" y="11"/>
                      <a:pt x="49" y="19"/>
                      <a:pt x="42" y="28"/>
                    </a:cubicBezTo>
                    <a:cubicBezTo>
                      <a:pt x="38" y="33"/>
                      <a:pt x="33" y="39"/>
                      <a:pt x="33" y="46"/>
                    </a:cubicBezTo>
                    <a:cubicBezTo>
                      <a:pt x="33" y="54"/>
                      <a:pt x="39" y="59"/>
                      <a:pt x="43" y="65"/>
                    </a:cubicBezTo>
                    <a:cubicBezTo>
                      <a:pt x="45" y="68"/>
                      <a:pt x="47" y="73"/>
                      <a:pt x="43" y="76"/>
                    </a:cubicBezTo>
                    <a:cubicBezTo>
                      <a:pt x="38" y="79"/>
                      <a:pt x="34" y="69"/>
                      <a:pt x="33" y="66"/>
                    </a:cubicBezTo>
                    <a:cubicBezTo>
                      <a:pt x="30" y="52"/>
                      <a:pt x="16" y="48"/>
                      <a:pt x="4" y="41"/>
                    </a:cubicBezTo>
                    <a:cubicBezTo>
                      <a:pt x="4" y="51"/>
                      <a:pt x="2" y="60"/>
                      <a:pt x="1" y="70"/>
                    </a:cubicBezTo>
                    <a:cubicBezTo>
                      <a:pt x="0" y="76"/>
                      <a:pt x="1" y="81"/>
                      <a:pt x="2" y="87"/>
                    </a:cubicBezTo>
                    <a:cubicBezTo>
                      <a:pt x="6" y="89"/>
                      <a:pt x="10" y="90"/>
                      <a:pt x="13" y="91"/>
                    </a:cubicBezTo>
                    <a:cubicBezTo>
                      <a:pt x="17" y="93"/>
                      <a:pt x="20" y="94"/>
                      <a:pt x="23" y="96"/>
                    </a:cubicBezTo>
                    <a:cubicBezTo>
                      <a:pt x="26" y="98"/>
                      <a:pt x="26" y="104"/>
                      <a:pt x="21" y="103"/>
                    </a:cubicBezTo>
                    <a:cubicBezTo>
                      <a:pt x="14" y="102"/>
                      <a:pt x="8" y="95"/>
                      <a:pt x="1" y="96"/>
                    </a:cubicBezTo>
                    <a:cubicBezTo>
                      <a:pt x="4" y="114"/>
                      <a:pt x="13" y="130"/>
                      <a:pt x="30" y="137"/>
                    </a:cubicBezTo>
                    <a:cubicBezTo>
                      <a:pt x="36" y="140"/>
                      <a:pt x="39" y="139"/>
                      <a:pt x="44" y="135"/>
                    </a:cubicBezTo>
                    <a:cubicBezTo>
                      <a:pt x="49" y="131"/>
                      <a:pt x="52" y="127"/>
                      <a:pt x="58" y="126"/>
                    </a:cubicBezTo>
                    <a:cubicBezTo>
                      <a:pt x="60" y="126"/>
                      <a:pt x="62" y="127"/>
                      <a:pt x="62" y="124"/>
                    </a:cubicBezTo>
                    <a:cubicBezTo>
                      <a:pt x="62" y="122"/>
                      <a:pt x="62" y="120"/>
                      <a:pt x="62" y="118"/>
                    </a:cubicBezTo>
                    <a:cubicBezTo>
                      <a:pt x="63" y="97"/>
                      <a:pt x="65" y="84"/>
                      <a:pt x="65" y="62"/>
                    </a:cubicBezTo>
                    <a:cubicBezTo>
                      <a:pt x="66" y="84"/>
                      <a:pt x="68" y="97"/>
                      <a:pt x="69" y="118"/>
                    </a:cubicBezTo>
                    <a:cubicBezTo>
                      <a:pt x="69" y="120"/>
                      <a:pt x="69" y="122"/>
                      <a:pt x="69" y="124"/>
                    </a:cubicBezTo>
                    <a:cubicBezTo>
                      <a:pt x="69" y="127"/>
                      <a:pt x="71" y="126"/>
                      <a:pt x="73" y="126"/>
                    </a:cubicBezTo>
                    <a:cubicBezTo>
                      <a:pt x="79" y="127"/>
                      <a:pt x="82" y="131"/>
                      <a:pt x="87" y="135"/>
                    </a:cubicBezTo>
                    <a:cubicBezTo>
                      <a:pt x="92" y="139"/>
                      <a:pt x="95" y="140"/>
                      <a:pt x="101" y="137"/>
                    </a:cubicBezTo>
                    <a:cubicBezTo>
                      <a:pt x="118" y="130"/>
                      <a:pt x="127" y="114"/>
                      <a:pt x="130" y="96"/>
                    </a:cubicBezTo>
                    <a:cubicBezTo>
                      <a:pt x="123" y="95"/>
                      <a:pt x="117" y="102"/>
                      <a:pt x="110" y="103"/>
                    </a:cubicBezTo>
                    <a:cubicBezTo>
                      <a:pt x="105" y="104"/>
                      <a:pt x="105" y="98"/>
                      <a:pt x="108"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1" name="Rectangle 321"/>
              <p:cNvSpPr>
                <a:spLocks noChangeArrowheads="1"/>
              </p:cNvSpPr>
              <p:nvPr/>
            </p:nvSpPr>
            <p:spPr bwMode="auto">
              <a:xfrm>
                <a:off x="-3994150" y="68262"/>
                <a:ext cx="34925" cy="157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2" name="Freeform 322"/>
              <p:cNvSpPr>
                <a:spLocks noEditPoints="1"/>
              </p:cNvSpPr>
              <p:nvPr/>
            </p:nvSpPr>
            <p:spPr bwMode="auto">
              <a:xfrm>
                <a:off x="-3865563" y="8597900"/>
                <a:ext cx="577850" cy="420688"/>
              </a:xfrm>
              <a:custGeom>
                <a:avLst/>
                <a:gdLst>
                  <a:gd name="T0" fmla="*/ 103 w 154"/>
                  <a:gd name="T1" fmla="*/ 112 h 112"/>
                  <a:gd name="T2" fmla="*/ 154 w 154"/>
                  <a:gd name="T3" fmla="*/ 112 h 112"/>
                  <a:gd name="T4" fmla="*/ 154 w 154"/>
                  <a:gd name="T5" fmla="*/ 0 h 112"/>
                  <a:gd name="T6" fmla="*/ 103 w 154"/>
                  <a:gd name="T7" fmla="*/ 0 h 112"/>
                  <a:gd name="T8" fmla="*/ 103 w 154"/>
                  <a:gd name="T9" fmla="*/ 47 h 112"/>
                  <a:gd name="T10" fmla="*/ 140 w 154"/>
                  <a:gd name="T11" fmla="*/ 99 h 112"/>
                  <a:gd name="T12" fmla="*/ 103 w 154"/>
                  <a:gd name="T13" fmla="*/ 99 h 112"/>
                  <a:gd name="T14" fmla="*/ 103 w 154"/>
                  <a:gd name="T15" fmla="*/ 112 h 112"/>
                  <a:gd name="T16" fmla="*/ 70 w 154"/>
                  <a:gd name="T17" fmla="*/ 112 h 112"/>
                  <a:gd name="T18" fmla="*/ 103 w 154"/>
                  <a:gd name="T19" fmla="*/ 112 h 112"/>
                  <a:gd name="T20" fmla="*/ 103 w 154"/>
                  <a:gd name="T21" fmla="*/ 99 h 112"/>
                  <a:gd name="T22" fmla="*/ 80 w 154"/>
                  <a:gd name="T23" fmla="*/ 99 h 112"/>
                  <a:gd name="T24" fmla="*/ 78 w 154"/>
                  <a:gd name="T25" fmla="*/ 96 h 112"/>
                  <a:gd name="T26" fmla="*/ 70 w 154"/>
                  <a:gd name="T27" fmla="*/ 85 h 112"/>
                  <a:gd name="T28" fmla="*/ 70 w 154"/>
                  <a:gd name="T29" fmla="*/ 92 h 112"/>
                  <a:gd name="T30" fmla="*/ 75 w 154"/>
                  <a:gd name="T31" fmla="*/ 99 h 112"/>
                  <a:gd name="T32" fmla="*/ 70 w 154"/>
                  <a:gd name="T33" fmla="*/ 99 h 112"/>
                  <a:gd name="T34" fmla="*/ 70 w 154"/>
                  <a:gd name="T35" fmla="*/ 112 h 112"/>
                  <a:gd name="T36" fmla="*/ 103 w 154"/>
                  <a:gd name="T37" fmla="*/ 0 h 112"/>
                  <a:gd name="T38" fmla="*/ 70 w 154"/>
                  <a:gd name="T39" fmla="*/ 0 h 112"/>
                  <a:gd name="T40" fmla="*/ 70 w 154"/>
                  <a:gd name="T41" fmla="*/ 72 h 112"/>
                  <a:gd name="T42" fmla="*/ 95 w 154"/>
                  <a:gd name="T43" fmla="*/ 37 h 112"/>
                  <a:gd name="T44" fmla="*/ 95 w 154"/>
                  <a:gd name="T45" fmla="*/ 37 h 112"/>
                  <a:gd name="T46" fmla="*/ 103 w 154"/>
                  <a:gd name="T47" fmla="*/ 47 h 112"/>
                  <a:gd name="T48" fmla="*/ 103 w 154"/>
                  <a:gd name="T49" fmla="*/ 0 h 112"/>
                  <a:gd name="T50" fmla="*/ 44 w 154"/>
                  <a:gd name="T51" fmla="*/ 112 h 112"/>
                  <a:gd name="T52" fmla="*/ 70 w 154"/>
                  <a:gd name="T53" fmla="*/ 112 h 112"/>
                  <a:gd name="T54" fmla="*/ 70 w 154"/>
                  <a:gd name="T55" fmla="*/ 99 h 112"/>
                  <a:gd name="T56" fmla="*/ 51 w 154"/>
                  <a:gd name="T57" fmla="*/ 99 h 112"/>
                  <a:gd name="T58" fmla="*/ 44 w 154"/>
                  <a:gd name="T59" fmla="*/ 99 h 112"/>
                  <a:gd name="T60" fmla="*/ 44 w 154"/>
                  <a:gd name="T61" fmla="*/ 112 h 112"/>
                  <a:gd name="T62" fmla="*/ 70 w 154"/>
                  <a:gd name="T63" fmla="*/ 0 h 112"/>
                  <a:gd name="T64" fmla="*/ 44 w 154"/>
                  <a:gd name="T65" fmla="*/ 0 h 112"/>
                  <a:gd name="T66" fmla="*/ 44 w 154"/>
                  <a:gd name="T67" fmla="*/ 19 h 112"/>
                  <a:gd name="T68" fmla="*/ 47 w 154"/>
                  <a:gd name="T69" fmla="*/ 27 h 112"/>
                  <a:gd name="T70" fmla="*/ 44 w 154"/>
                  <a:gd name="T71" fmla="*/ 35 h 112"/>
                  <a:gd name="T72" fmla="*/ 44 w 154"/>
                  <a:gd name="T73" fmla="*/ 56 h 112"/>
                  <a:gd name="T74" fmla="*/ 44 w 154"/>
                  <a:gd name="T75" fmla="*/ 56 h 112"/>
                  <a:gd name="T76" fmla="*/ 63 w 154"/>
                  <a:gd name="T77" fmla="*/ 82 h 112"/>
                  <a:gd name="T78" fmla="*/ 70 w 154"/>
                  <a:gd name="T79" fmla="*/ 92 h 112"/>
                  <a:gd name="T80" fmla="*/ 70 w 154"/>
                  <a:gd name="T81" fmla="*/ 85 h 112"/>
                  <a:gd name="T82" fmla="*/ 66 w 154"/>
                  <a:gd name="T83" fmla="*/ 78 h 112"/>
                  <a:gd name="T84" fmla="*/ 70 w 154"/>
                  <a:gd name="T85" fmla="*/ 72 h 112"/>
                  <a:gd name="T86" fmla="*/ 70 w 154"/>
                  <a:gd name="T87" fmla="*/ 0 h 112"/>
                  <a:gd name="T88" fmla="*/ 0 w 154"/>
                  <a:gd name="T89" fmla="*/ 112 h 112"/>
                  <a:gd name="T90" fmla="*/ 44 w 154"/>
                  <a:gd name="T91" fmla="*/ 112 h 112"/>
                  <a:gd name="T92" fmla="*/ 44 w 154"/>
                  <a:gd name="T93" fmla="*/ 99 h 112"/>
                  <a:gd name="T94" fmla="*/ 13 w 154"/>
                  <a:gd name="T95" fmla="*/ 99 h 112"/>
                  <a:gd name="T96" fmla="*/ 13 w 154"/>
                  <a:gd name="T97" fmla="*/ 99 h 112"/>
                  <a:gd name="T98" fmla="*/ 44 w 154"/>
                  <a:gd name="T99" fmla="*/ 56 h 112"/>
                  <a:gd name="T100" fmla="*/ 44 w 154"/>
                  <a:gd name="T101" fmla="*/ 35 h 112"/>
                  <a:gd name="T102" fmla="*/ 35 w 154"/>
                  <a:gd name="T103" fmla="*/ 39 h 112"/>
                  <a:gd name="T104" fmla="*/ 22 w 154"/>
                  <a:gd name="T105" fmla="*/ 27 h 112"/>
                  <a:gd name="T106" fmla="*/ 35 w 154"/>
                  <a:gd name="T107" fmla="*/ 15 h 112"/>
                  <a:gd name="T108" fmla="*/ 35 w 154"/>
                  <a:gd name="T109" fmla="*/ 15 h 112"/>
                  <a:gd name="T110" fmla="*/ 44 w 154"/>
                  <a:gd name="T111" fmla="*/ 19 h 112"/>
                  <a:gd name="T112" fmla="*/ 44 w 154"/>
                  <a:gd name="T113" fmla="*/ 0 h 112"/>
                  <a:gd name="T114" fmla="*/ 0 w 154"/>
                  <a:gd name="T115" fmla="*/ 0 h 112"/>
                  <a:gd name="T116" fmla="*/ 0 w 154"/>
                  <a:gd name="T11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 h="112">
                    <a:moveTo>
                      <a:pt x="103" y="112"/>
                    </a:moveTo>
                    <a:cubicBezTo>
                      <a:pt x="154" y="112"/>
                      <a:pt x="154" y="112"/>
                      <a:pt x="154" y="112"/>
                    </a:cubicBezTo>
                    <a:cubicBezTo>
                      <a:pt x="154" y="0"/>
                      <a:pt x="154" y="0"/>
                      <a:pt x="154" y="0"/>
                    </a:cubicBezTo>
                    <a:cubicBezTo>
                      <a:pt x="103" y="0"/>
                      <a:pt x="103" y="0"/>
                      <a:pt x="103" y="0"/>
                    </a:cubicBezTo>
                    <a:cubicBezTo>
                      <a:pt x="103" y="47"/>
                      <a:pt x="103" y="47"/>
                      <a:pt x="103" y="47"/>
                    </a:cubicBezTo>
                    <a:cubicBezTo>
                      <a:pt x="140" y="99"/>
                      <a:pt x="140" y="99"/>
                      <a:pt x="140" y="99"/>
                    </a:cubicBezTo>
                    <a:cubicBezTo>
                      <a:pt x="103" y="99"/>
                      <a:pt x="103" y="99"/>
                      <a:pt x="103" y="99"/>
                    </a:cubicBezTo>
                    <a:lnTo>
                      <a:pt x="103" y="112"/>
                    </a:lnTo>
                    <a:close/>
                    <a:moveTo>
                      <a:pt x="70" y="112"/>
                    </a:moveTo>
                    <a:cubicBezTo>
                      <a:pt x="103" y="112"/>
                      <a:pt x="103" y="112"/>
                      <a:pt x="103" y="112"/>
                    </a:cubicBezTo>
                    <a:cubicBezTo>
                      <a:pt x="103" y="99"/>
                      <a:pt x="103" y="99"/>
                      <a:pt x="103" y="99"/>
                    </a:cubicBezTo>
                    <a:cubicBezTo>
                      <a:pt x="80" y="99"/>
                      <a:pt x="80" y="99"/>
                      <a:pt x="80" y="99"/>
                    </a:cubicBezTo>
                    <a:cubicBezTo>
                      <a:pt x="78" y="96"/>
                      <a:pt x="78" y="96"/>
                      <a:pt x="78" y="96"/>
                    </a:cubicBezTo>
                    <a:cubicBezTo>
                      <a:pt x="70" y="85"/>
                      <a:pt x="70" y="85"/>
                      <a:pt x="70" y="85"/>
                    </a:cubicBezTo>
                    <a:cubicBezTo>
                      <a:pt x="70" y="92"/>
                      <a:pt x="70" y="92"/>
                      <a:pt x="70" y="92"/>
                    </a:cubicBezTo>
                    <a:cubicBezTo>
                      <a:pt x="75" y="99"/>
                      <a:pt x="75" y="99"/>
                      <a:pt x="75" y="99"/>
                    </a:cubicBezTo>
                    <a:cubicBezTo>
                      <a:pt x="70" y="99"/>
                      <a:pt x="70" y="99"/>
                      <a:pt x="70" y="99"/>
                    </a:cubicBezTo>
                    <a:cubicBezTo>
                      <a:pt x="70" y="112"/>
                      <a:pt x="70" y="112"/>
                      <a:pt x="70" y="112"/>
                    </a:cubicBezTo>
                    <a:close/>
                    <a:moveTo>
                      <a:pt x="103" y="0"/>
                    </a:moveTo>
                    <a:cubicBezTo>
                      <a:pt x="70" y="0"/>
                      <a:pt x="70" y="0"/>
                      <a:pt x="70" y="0"/>
                    </a:cubicBezTo>
                    <a:cubicBezTo>
                      <a:pt x="70" y="72"/>
                      <a:pt x="70" y="72"/>
                      <a:pt x="70" y="72"/>
                    </a:cubicBezTo>
                    <a:cubicBezTo>
                      <a:pt x="95" y="37"/>
                      <a:pt x="95" y="37"/>
                      <a:pt x="95" y="37"/>
                    </a:cubicBezTo>
                    <a:cubicBezTo>
                      <a:pt x="95" y="37"/>
                      <a:pt x="95" y="37"/>
                      <a:pt x="95" y="37"/>
                    </a:cubicBezTo>
                    <a:cubicBezTo>
                      <a:pt x="103" y="47"/>
                      <a:pt x="103" y="47"/>
                      <a:pt x="103" y="47"/>
                    </a:cubicBezTo>
                    <a:lnTo>
                      <a:pt x="103" y="0"/>
                    </a:lnTo>
                    <a:close/>
                    <a:moveTo>
                      <a:pt x="44" y="112"/>
                    </a:moveTo>
                    <a:cubicBezTo>
                      <a:pt x="70" y="112"/>
                      <a:pt x="70" y="112"/>
                      <a:pt x="70" y="112"/>
                    </a:cubicBezTo>
                    <a:cubicBezTo>
                      <a:pt x="70" y="99"/>
                      <a:pt x="70" y="99"/>
                      <a:pt x="70" y="99"/>
                    </a:cubicBezTo>
                    <a:cubicBezTo>
                      <a:pt x="51" y="99"/>
                      <a:pt x="51" y="99"/>
                      <a:pt x="51" y="99"/>
                    </a:cubicBezTo>
                    <a:cubicBezTo>
                      <a:pt x="44" y="99"/>
                      <a:pt x="44" y="99"/>
                      <a:pt x="44" y="99"/>
                    </a:cubicBezTo>
                    <a:cubicBezTo>
                      <a:pt x="44" y="112"/>
                      <a:pt x="44" y="112"/>
                      <a:pt x="44" y="112"/>
                    </a:cubicBezTo>
                    <a:close/>
                    <a:moveTo>
                      <a:pt x="70" y="0"/>
                    </a:moveTo>
                    <a:cubicBezTo>
                      <a:pt x="44" y="0"/>
                      <a:pt x="44" y="0"/>
                      <a:pt x="44" y="0"/>
                    </a:cubicBezTo>
                    <a:cubicBezTo>
                      <a:pt x="44" y="19"/>
                      <a:pt x="44" y="19"/>
                      <a:pt x="44" y="19"/>
                    </a:cubicBezTo>
                    <a:cubicBezTo>
                      <a:pt x="46" y="21"/>
                      <a:pt x="47" y="24"/>
                      <a:pt x="47" y="27"/>
                    </a:cubicBezTo>
                    <a:cubicBezTo>
                      <a:pt x="47" y="30"/>
                      <a:pt x="46" y="32"/>
                      <a:pt x="44" y="35"/>
                    </a:cubicBezTo>
                    <a:cubicBezTo>
                      <a:pt x="44" y="56"/>
                      <a:pt x="44" y="56"/>
                      <a:pt x="44" y="56"/>
                    </a:cubicBezTo>
                    <a:cubicBezTo>
                      <a:pt x="44" y="56"/>
                      <a:pt x="44" y="56"/>
                      <a:pt x="44" y="56"/>
                    </a:cubicBezTo>
                    <a:cubicBezTo>
                      <a:pt x="63" y="82"/>
                      <a:pt x="63" y="82"/>
                      <a:pt x="63" y="82"/>
                    </a:cubicBezTo>
                    <a:cubicBezTo>
                      <a:pt x="70" y="92"/>
                      <a:pt x="70" y="92"/>
                      <a:pt x="70" y="92"/>
                    </a:cubicBezTo>
                    <a:cubicBezTo>
                      <a:pt x="70" y="85"/>
                      <a:pt x="70" y="85"/>
                      <a:pt x="70" y="85"/>
                    </a:cubicBezTo>
                    <a:cubicBezTo>
                      <a:pt x="66" y="78"/>
                      <a:pt x="66" y="78"/>
                      <a:pt x="66" y="78"/>
                    </a:cubicBezTo>
                    <a:cubicBezTo>
                      <a:pt x="70" y="72"/>
                      <a:pt x="70" y="72"/>
                      <a:pt x="70" y="72"/>
                    </a:cubicBezTo>
                    <a:lnTo>
                      <a:pt x="70" y="0"/>
                    </a:lnTo>
                    <a:close/>
                    <a:moveTo>
                      <a:pt x="0" y="112"/>
                    </a:moveTo>
                    <a:cubicBezTo>
                      <a:pt x="44" y="112"/>
                      <a:pt x="44" y="112"/>
                      <a:pt x="44" y="112"/>
                    </a:cubicBezTo>
                    <a:cubicBezTo>
                      <a:pt x="44" y="99"/>
                      <a:pt x="44" y="99"/>
                      <a:pt x="44" y="99"/>
                    </a:cubicBezTo>
                    <a:cubicBezTo>
                      <a:pt x="13" y="99"/>
                      <a:pt x="13" y="99"/>
                      <a:pt x="13" y="99"/>
                    </a:cubicBezTo>
                    <a:cubicBezTo>
                      <a:pt x="13" y="99"/>
                      <a:pt x="13" y="99"/>
                      <a:pt x="13" y="99"/>
                    </a:cubicBezTo>
                    <a:cubicBezTo>
                      <a:pt x="44" y="56"/>
                      <a:pt x="44" y="56"/>
                      <a:pt x="44" y="56"/>
                    </a:cubicBezTo>
                    <a:cubicBezTo>
                      <a:pt x="44" y="35"/>
                      <a:pt x="44" y="35"/>
                      <a:pt x="44" y="35"/>
                    </a:cubicBezTo>
                    <a:cubicBezTo>
                      <a:pt x="42" y="37"/>
                      <a:pt x="38" y="39"/>
                      <a:pt x="35" y="39"/>
                    </a:cubicBezTo>
                    <a:cubicBezTo>
                      <a:pt x="28" y="39"/>
                      <a:pt x="22" y="34"/>
                      <a:pt x="22" y="27"/>
                    </a:cubicBezTo>
                    <a:cubicBezTo>
                      <a:pt x="22" y="20"/>
                      <a:pt x="28" y="15"/>
                      <a:pt x="35" y="15"/>
                    </a:cubicBezTo>
                    <a:cubicBezTo>
                      <a:pt x="35" y="15"/>
                      <a:pt x="35" y="15"/>
                      <a:pt x="35" y="15"/>
                    </a:cubicBezTo>
                    <a:cubicBezTo>
                      <a:pt x="38" y="15"/>
                      <a:pt x="42" y="17"/>
                      <a:pt x="44" y="19"/>
                    </a:cubicBezTo>
                    <a:cubicBezTo>
                      <a:pt x="44" y="0"/>
                      <a:pt x="44" y="0"/>
                      <a:pt x="44" y="0"/>
                    </a:cubicBezTo>
                    <a:cubicBezTo>
                      <a:pt x="0" y="0"/>
                      <a:pt x="0" y="0"/>
                      <a:pt x="0" y="0"/>
                    </a:cubicBezTo>
                    <a:lnTo>
                      <a:pt x="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3" name="Freeform 323"/>
              <p:cNvSpPr>
                <a:spLocks noEditPoints="1"/>
              </p:cNvSpPr>
              <p:nvPr/>
            </p:nvSpPr>
            <p:spPr bwMode="auto">
              <a:xfrm>
                <a:off x="-5237163" y="4356100"/>
                <a:ext cx="585787" cy="561975"/>
              </a:xfrm>
              <a:custGeom>
                <a:avLst/>
                <a:gdLst>
                  <a:gd name="T0" fmla="*/ 80 w 156"/>
                  <a:gd name="T1" fmla="*/ 147 h 150"/>
                  <a:gd name="T2" fmla="*/ 107 w 156"/>
                  <a:gd name="T3" fmla="*/ 145 h 150"/>
                  <a:gd name="T4" fmla="*/ 133 w 156"/>
                  <a:gd name="T5" fmla="*/ 104 h 150"/>
                  <a:gd name="T6" fmla="*/ 156 w 156"/>
                  <a:gd name="T7" fmla="*/ 0 h 150"/>
                  <a:gd name="T8" fmla="*/ 80 w 156"/>
                  <a:gd name="T9" fmla="*/ 17 h 150"/>
                  <a:gd name="T10" fmla="*/ 80 w 156"/>
                  <a:gd name="T11" fmla="*/ 32 h 150"/>
                  <a:gd name="T12" fmla="*/ 136 w 156"/>
                  <a:gd name="T13" fmla="*/ 20 h 150"/>
                  <a:gd name="T14" fmla="*/ 119 w 156"/>
                  <a:gd name="T15" fmla="*/ 97 h 150"/>
                  <a:gd name="T16" fmla="*/ 105 w 156"/>
                  <a:gd name="T17" fmla="*/ 127 h 150"/>
                  <a:gd name="T18" fmla="*/ 80 w 156"/>
                  <a:gd name="T19" fmla="*/ 130 h 150"/>
                  <a:gd name="T20" fmla="*/ 80 w 156"/>
                  <a:gd name="T21" fmla="*/ 147 h 150"/>
                  <a:gd name="T22" fmla="*/ 80 w 156"/>
                  <a:gd name="T23" fmla="*/ 111 h 150"/>
                  <a:gd name="T24" fmla="*/ 80 w 156"/>
                  <a:gd name="T25" fmla="*/ 96 h 150"/>
                  <a:gd name="T26" fmla="*/ 107 w 156"/>
                  <a:gd name="T27" fmla="*/ 96 h 150"/>
                  <a:gd name="T28" fmla="*/ 103 w 156"/>
                  <a:gd name="T29" fmla="*/ 109 h 150"/>
                  <a:gd name="T30" fmla="*/ 96 w 156"/>
                  <a:gd name="T31" fmla="*/ 111 h 150"/>
                  <a:gd name="T32" fmla="*/ 80 w 156"/>
                  <a:gd name="T33" fmla="*/ 111 h 150"/>
                  <a:gd name="T34" fmla="*/ 80 w 156"/>
                  <a:gd name="T35" fmla="*/ 86 h 150"/>
                  <a:gd name="T36" fmla="*/ 80 w 156"/>
                  <a:gd name="T37" fmla="*/ 45 h 150"/>
                  <a:gd name="T38" fmla="*/ 88 w 156"/>
                  <a:gd name="T39" fmla="*/ 43 h 150"/>
                  <a:gd name="T40" fmla="*/ 88 w 156"/>
                  <a:gd name="T41" fmla="*/ 58 h 150"/>
                  <a:gd name="T42" fmla="*/ 105 w 156"/>
                  <a:gd name="T43" fmla="*/ 41 h 150"/>
                  <a:gd name="T44" fmla="*/ 121 w 156"/>
                  <a:gd name="T45" fmla="*/ 35 h 150"/>
                  <a:gd name="T46" fmla="*/ 115 w 156"/>
                  <a:gd name="T47" fmla="*/ 51 h 150"/>
                  <a:gd name="T48" fmla="*/ 98 w 156"/>
                  <a:gd name="T49" fmla="*/ 68 h 150"/>
                  <a:gd name="T50" fmla="*/ 113 w 156"/>
                  <a:gd name="T51" fmla="*/ 68 h 150"/>
                  <a:gd name="T52" fmla="*/ 109 w 156"/>
                  <a:gd name="T53" fmla="*/ 83 h 150"/>
                  <a:gd name="T54" fmla="*/ 96 w 156"/>
                  <a:gd name="T55" fmla="*/ 84 h 150"/>
                  <a:gd name="T56" fmla="*/ 82 w 156"/>
                  <a:gd name="T57" fmla="*/ 84 h 150"/>
                  <a:gd name="T58" fmla="*/ 80 w 156"/>
                  <a:gd name="T59" fmla="*/ 86 h 150"/>
                  <a:gd name="T60" fmla="*/ 19 w 156"/>
                  <a:gd name="T61" fmla="*/ 137 h 150"/>
                  <a:gd name="T62" fmla="*/ 24 w 156"/>
                  <a:gd name="T63" fmla="*/ 142 h 150"/>
                  <a:gd name="T64" fmla="*/ 50 w 156"/>
                  <a:gd name="T65" fmla="*/ 116 h 150"/>
                  <a:gd name="T66" fmla="*/ 80 w 156"/>
                  <a:gd name="T67" fmla="*/ 147 h 150"/>
                  <a:gd name="T68" fmla="*/ 80 w 156"/>
                  <a:gd name="T69" fmla="*/ 130 h 150"/>
                  <a:gd name="T70" fmla="*/ 67 w 156"/>
                  <a:gd name="T71" fmla="*/ 111 h 150"/>
                  <a:gd name="T72" fmla="*/ 80 w 156"/>
                  <a:gd name="T73" fmla="*/ 111 h 150"/>
                  <a:gd name="T74" fmla="*/ 80 w 156"/>
                  <a:gd name="T75" fmla="*/ 96 h 150"/>
                  <a:gd name="T76" fmla="*/ 70 w 156"/>
                  <a:gd name="T77" fmla="*/ 96 h 150"/>
                  <a:gd name="T78" fmla="*/ 80 w 156"/>
                  <a:gd name="T79" fmla="*/ 86 h 150"/>
                  <a:gd name="T80" fmla="*/ 80 w 156"/>
                  <a:gd name="T81" fmla="*/ 45 h 150"/>
                  <a:gd name="T82" fmla="*/ 73 w 156"/>
                  <a:gd name="T83" fmla="*/ 47 h 150"/>
                  <a:gd name="T84" fmla="*/ 72 w 156"/>
                  <a:gd name="T85" fmla="*/ 61 h 150"/>
                  <a:gd name="T86" fmla="*/ 72 w 156"/>
                  <a:gd name="T87" fmla="*/ 74 h 150"/>
                  <a:gd name="T88" fmla="*/ 60 w 156"/>
                  <a:gd name="T89" fmla="*/ 86 h 150"/>
                  <a:gd name="T90" fmla="*/ 60 w 156"/>
                  <a:gd name="T91" fmla="*/ 49 h 150"/>
                  <a:gd name="T92" fmla="*/ 47 w 156"/>
                  <a:gd name="T93" fmla="*/ 53 h 150"/>
                  <a:gd name="T94" fmla="*/ 45 w 156"/>
                  <a:gd name="T95" fmla="*/ 60 h 150"/>
                  <a:gd name="T96" fmla="*/ 45 w 156"/>
                  <a:gd name="T97" fmla="*/ 89 h 150"/>
                  <a:gd name="T98" fmla="*/ 29 w 156"/>
                  <a:gd name="T99" fmla="*/ 51 h 150"/>
                  <a:gd name="T100" fmla="*/ 29 w 156"/>
                  <a:gd name="T101" fmla="*/ 51 h 150"/>
                  <a:gd name="T102" fmla="*/ 59 w 156"/>
                  <a:gd name="T103" fmla="*/ 38 h 150"/>
                  <a:gd name="T104" fmla="*/ 80 w 156"/>
                  <a:gd name="T105" fmla="*/ 32 h 150"/>
                  <a:gd name="T106" fmla="*/ 80 w 156"/>
                  <a:gd name="T107" fmla="*/ 17 h 150"/>
                  <a:gd name="T108" fmla="*/ 52 w 156"/>
                  <a:gd name="T109" fmla="*/ 24 h 150"/>
                  <a:gd name="T110" fmla="*/ 11 w 156"/>
                  <a:gd name="T111" fmla="*/ 49 h 150"/>
                  <a:gd name="T112" fmla="*/ 40 w 156"/>
                  <a:gd name="T113" fmla="*/ 106 h 150"/>
                  <a:gd name="T114" fmla="*/ 14 w 156"/>
                  <a:gd name="T115" fmla="*/ 132 h 150"/>
                  <a:gd name="T116" fmla="*/ 19 w 156"/>
                  <a:gd name="T117" fmla="*/ 13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6" h="150">
                    <a:moveTo>
                      <a:pt x="80" y="147"/>
                    </a:moveTo>
                    <a:cubicBezTo>
                      <a:pt x="88" y="150"/>
                      <a:pt x="98" y="149"/>
                      <a:pt x="107" y="145"/>
                    </a:cubicBezTo>
                    <a:cubicBezTo>
                      <a:pt x="124" y="137"/>
                      <a:pt x="128" y="121"/>
                      <a:pt x="133" y="104"/>
                    </a:cubicBezTo>
                    <a:cubicBezTo>
                      <a:pt x="141" y="70"/>
                      <a:pt x="149" y="35"/>
                      <a:pt x="156" y="0"/>
                    </a:cubicBezTo>
                    <a:cubicBezTo>
                      <a:pt x="130" y="5"/>
                      <a:pt x="105" y="11"/>
                      <a:pt x="80" y="17"/>
                    </a:cubicBezTo>
                    <a:cubicBezTo>
                      <a:pt x="80" y="32"/>
                      <a:pt x="80" y="32"/>
                      <a:pt x="80" y="32"/>
                    </a:cubicBezTo>
                    <a:cubicBezTo>
                      <a:pt x="99" y="27"/>
                      <a:pt x="118" y="23"/>
                      <a:pt x="136" y="20"/>
                    </a:cubicBezTo>
                    <a:cubicBezTo>
                      <a:pt x="132" y="46"/>
                      <a:pt x="125" y="72"/>
                      <a:pt x="119" y="97"/>
                    </a:cubicBezTo>
                    <a:cubicBezTo>
                      <a:pt x="116" y="108"/>
                      <a:pt x="114" y="120"/>
                      <a:pt x="105" y="127"/>
                    </a:cubicBezTo>
                    <a:cubicBezTo>
                      <a:pt x="97" y="133"/>
                      <a:pt x="88" y="134"/>
                      <a:pt x="80" y="130"/>
                    </a:cubicBezTo>
                    <a:cubicBezTo>
                      <a:pt x="80" y="147"/>
                      <a:pt x="80" y="147"/>
                      <a:pt x="80" y="147"/>
                    </a:cubicBezTo>
                    <a:close/>
                    <a:moveTo>
                      <a:pt x="80" y="111"/>
                    </a:moveTo>
                    <a:cubicBezTo>
                      <a:pt x="80" y="96"/>
                      <a:pt x="80" y="96"/>
                      <a:pt x="80" y="96"/>
                    </a:cubicBezTo>
                    <a:cubicBezTo>
                      <a:pt x="107" y="96"/>
                      <a:pt x="107" y="96"/>
                      <a:pt x="107" y="96"/>
                    </a:cubicBezTo>
                    <a:cubicBezTo>
                      <a:pt x="106" y="100"/>
                      <a:pt x="104" y="105"/>
                      <a:pt x="103" y="109"/>
                    </a:cubicBezTo>
                    <a:cubicBezTo>
                      <a:pt x="102" y="112"/>
                      <a:pt x="99" y="111"/>
                      <a:pt x="96" y="111"/>
                    </a:cubicBezTo>
                    <a:cubicBezTo>
                      <a:pt x="80" y="111"/>
                      <a:pt x="80" y="111"/>
                      <a:pt x="80" y="111"/>
                    </a:cubicBezTo>
                    <a:close/>
                    <a:moveTo>
                      <a:pt x="80" y="86"/>
                    </a:moveTo>
                    <a:cubicBezTo>
                      <a:pt x="80" y="45"/>
                      <a:pt x="80" y="45"/>
                      <a:pt x="80" y="45"/>
                    </a:cubicBezTo>
                    <a:cubicBezTo>
                      <a:pt x="88" y="43"/>
                      <a:pt x="88" y="43"/>
                      <a:pt x="88" y="43"/>
                    </a:cubicBezTo>
                    <a:cubicBezTo>
                      <a:pt x="88" y="58"/>
                      <a:pt x="88" y="58"/>
                      <a:pt x="88" y="58"/>
                    </a:cubicBezTo>
                    <a:cubicBezTo>
                      <a:pt x="94" y="52"/>
                      <a:pt x="100" y="46"/>
                      <a:pt x="105" y="41"/>
                    </a:cubicBezTo>
                    <a:cubicBezTo>
                      <a:pt x="110" y="36"/>
                      <a:pt x="115" y="36"/>
                      <a:pt x="121" y="35"/>
                    </a:cubicBezTo>
                    <a:cubicBezTo>
                      <a:pt x="120" y="41"/>
                      <a:pt x="120" y="47"/>
                      <a:pt x="115" y="51"/>
                    </a:cubicBezTo>
                    <a:cubicBezTo>
                      <a:pt x="110" y="57"/>
                      <a:pt x="104" y="62"/>
                      <a:pt x="98" y="68"/>
                    </a:cubicBezTo>
                    <a:cubicBezTo>
                      <a:pt x="113" y="68"/>
                      <a:pt x="113" y="68"/>
                      <a:pt x="113" y="68"/>
                    </a:cubicBezTo>
                    <a:cubicBezTo>
                      <a:pt x="112" y="73"/>
                      <a:pt x="111" y="78"/>
                      <a:pt x="109" y="83"/>
                    </a:cubicBezTo>
                    <a:cubicBezTo>
                      <a:pt x="108" y="85"/>
                      <a:pt x="98" y="84"/>
                      <a:pt x="96" y="84"/>
                    </a:cubicBezTo>
                    <a:cubicBezTo>
                      <a:pt x="93" y="84"/>
                      <a:pt x="84" y="83"/>
                      <a:pt x="82" y="84"/>
                    </a:cubicBezTo>
                    <a:lnTo>
                      <a:pt x="80" y="86"/>
                    </a:lnTo>
                    <a:close/>
                    <a:moveTo>
                      <a:pt x="19" y="137"/>
                    </a:moveTo>
                    <a:cubicBezTo>
                      <a:pt x="24" y="142"/>
                      <a:pt x="24" y="142"/>
                      <a:pt x="24" y="142"/>
                    </a:cubicBezTo>
                    <a:cubicBezTo>
                      <a:pt x="50" y="116"/>
                      <a:pt x="50" y="116"/>
                      <a:pt x="50" y="116"/>
                    </a:cubicBezTo>
                    <a:cubicBezTo>
                      <a:pt x="54" y="131"/>
                      <a:pt x="66" y="143"/>
                      <a:pt x="80" y="147"/>
                    </a:cubicBezTo>
                    <a:cubicBezTo>
                      <a:pt x="80" y="130"/>
                      <a:pt x="80" y="130"/>
                      <a:pt x="80" y="130"/>
                    </a:cubicBezTo>
                    <a:cubicBezTo>
                      <a:pt x="73" y="127"/>
                      <a:pt x="67" y="120"/>
                      <a:pt x="67" y="111"/>
                    </a:cubicBezTo>
                    <a:cubicBezTo>
                      <a:pt x="80" y="111"/>
                      <a:pt x="80" y="111"/>
                      <a:pt x="80" y="111"/>
                    </a:cubicBezTo>
                    <a:cubicBezTo>
                      <a:pt x="80" y="96"/>
                      <a:pt x="80" y="96"/>
                      <a:pt x="80" y="96"/>
                    </a:cubicBezTo>
                    <a:cubicBezTo>
                      <a:pt x="70" y="96"/>
                      <a:pt x="70" y="96"/>
                      <a:pt x="70" y="96"/>
                    </a:cubicBezTo>
                    <a:cubicBezTo>
                      <a:pt x="80" y="86"/>
                      <a:pt x="80" y="86"/>
                      <a:pt x="80" y="86"/>
                    </a:cubicBezTo>
                    <a:cubicBezTo>
                      <a:pt x="80" y="45"/>
                      <a:pt x="80" y="45"/>
                      <a:pt x="80" y="45"/>
                    </a:cubicBezTo>
                    <a:cubicBezTo>
                      <a:pt x="73" y="47"/>
                      <a:pt x="73" y="47"/>
                      <a:pt x="73" y="47"/>
                    </a:cubicBezTo>
                    <a:cubicBezTo>
                      <a:pt x="71" y="48"/>
                      <a:pt x="72" y="59"/>
                      <a:pt x="72" y="61"/>
                    </a:cubicBezTo>
                    <a:cubicBezTo>
                      <a:pt x="72" y="63"/>
                      <a:pt x="74" y="72"/>
                      <a:pt x="72" y="74"/>
                    </a:cubicBezTo>
                    <a:cubicBezTo>
                      <a:pt x="68" y="78"/>
                      <a:pt x="64" y="82"/>
                      <a:pt x="60" y="86"/>
                    </a:cubicBezTo>
                    <a:cubicBezTo>
                      <a:pt x="60" y="49"/>
                      <a:pt x="60" y="49"/>
                      <a:pt x="60" y="49"/>
                    </a:cubicBezTo>
                    <a:cubicBezTo>
                      <a:pt x="56" y="50"/>
                      <a:pt x="51" y="52"/>
                      <a:pt x="47" y="53"/>
                    </a:cubicBezTo>
                    <a:cubicBezTo>
                      <a:pt x="44" y="54"/>
                      <a:pt x="45" y="57"/>
                      <a:pt x="45" y="60"/>
                    </a:cubicBezTo>
                    <a:cubicBezTo>
                      <a:pt x="45" y="70"/>
                      <a:pt x="45" y="80"/>
                      <a:pt x="45" y="89"/>
                    </a:cubicBezTo>
                    <a:cubicBezTo>
                      <a:pt x="26" y="88"/>
                      <a:pt x="17" y="66"/>
                      <a:pt x="29" y="51"/>
                    </a:cubicBezTo>
                    <a:cubicBezTo>
                      <a:pt x="29" y="51"/>
                      <a:pt x="29" y="51"/>
                      <a:pt x="29" y="51"/>
                    </a:cubicBezTo>
                    <a:cubicBezTo>
                      <a:pt x="36" y="42"/>
                      <a:pt x="48" y="40"/>
                      <a:pt x="59" y="38"/>
                    </a:cubicBezTo>
                    <a:cubicBezTo>
                      <a:pt x="66" y="36"/>
                      <a:pt x="73" y="34"/>
                      <a:pt x="80" y="32"/>
                    </a:cubicBezTo>
                    <a:cubicBezTo>
                      <a:pt x="80" y="17"/>
                      <a:pt x="80" y="17"/>
                      <a:pt x="80" y="17"/>
                    </a:cubicBezTo>
                    <a:cubicBezTo>
                      <a:pt x="71" y="19"/>
                      <a:pt x="62" y="21"/>
                      <a:pt x="52" y="24"/>
                    </a:cubicBezTo>
                    <a:cubicBezTo>
                      <a:pt x="36" y="28"/>
                      <a:pt x="19" y="32"/>
                      <a:pt x="11" y="49"/>
                    </a:cubicBezTo>
                    <a:cubicBezTo>
                      <a:pt x="0" y="73"/>
                      <a:pt x="16" y="100"/>
                      <a:pt x="40" y="106"/>
                    </a:cubicBezTo>
                    <a:cubicBezTo>
                      <a:pt x="14" y="132"/>
                      <a:pt x="14" y="132"/>
                      <a:pt x="14" y="132"/>
                    </a:cubicBezTo>
                    <a:lnTo>
                      <a:pt x="19"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4" name="Freeform 324"/>
              <p:cNvSpPr>
                <a:spLocks/>
              </p:cNvSpPr>
              <p:nvPr/>
            </p:nvSpPr>
            <p:spPr bwMode="auto">
              <a:xfrm>
                <a:off x="-2674938" y="6529388"/>
                <a:ext cx="60325" cy="192088"/>
              </a:xfrm>
              <a:custGeom>
                <a:avLst/>
                <a:gdLst>
                  <a:gd name="T0" fmla="*/ 16 w 16"/>
                  <a:gd name="T1" fmla="*/ 51 h 51"/>
                  <a:gd name="T2" fmla="*/ 16 w 16"/>
                  <a:gd name="T3" fmla="*/ 0 h 51"/>
                  <a:gd name="T4" fmla="*/ 8 w 16"/>
                  <a:gd name="T5" fmla="*/ 0 h 51"/>
                  <a:gd name="T6" fmla="*/ 0 w 16"/>
                  <a:gd name="T7" fmla="*/ 0 h 51"/>
                  <a:gd name="T8" fmla="*/ 0 w 16"/>
                  <a:gd name="T9" fmla="*/ 51 h 51"/>
                  <a:gd name="T10" fmla="*/ 8 w 16"/>
                  <a:gd name="T11" fmla="*/ 51 h 51"/>
                  <a:gd name="T12" fmla="*/ 16 w 16"/>
                  <a:gd name="T13" fmla="*/ 51 h 51"/>
                </a:gdLst>
                <a:ahLst/>
                <a:cxnLst>
                  <a:cxn ang="0">
                    <a:pos x="T0" y="T1"/>
                  </a:cxn>
                  <a:cxn ang="0">
                    <a:pos x="T2" y="T3"/>
                  </a:cxn>
                  <a:cxn ang="0">
                    <a:pos x="T4" y="T5"/>
                  </a:cxn>
                  <a:cxn ang="0">
                    <a:pos x="T6" y="T7"/>
                  </a:cxn>
                  <a:cxn ang="0">
                    <a:pos x="T8" y="T9"/>
                  </a:cxn>
                  <a:cxn ang="0">
                    <a:pos x="T10" y="T11"/>
                  </a:cxn>
                  <a:cxn ang="0">
                    <a:pos x="T12" y="T13"/>
                  </a:cxn>
                </a:cxnLst>
                <a:rect l="0" t="0" r="r" b="b"/>
                <a:pathLst>
                  <a:path w="16" h="51">
                    <a:moveTo>
                      <a:pt x="16" y="51"/>
                    </a:moveTo>
                    <a:cubicBezTo>
                      <a:pt x="16" y="0"/>
                      <a:pt x="16" y="0"/>
                      <a:pt x="16" y="0"/>
                    </a:cubicBezTo>
                    <a:cubicBezTo>
                      <a:pt x="13" y="0"/>
                      <a:pt x="11" y="0"/>
                      <a:pt x="8" y="0"/>
                    </a:cubicBezTo>
                    <a:cubicBezTo>
                      <a:pt x="5" y="0"/>
                      <a:pt x="3" y="0"/>
                      <a:pt x="0" y="0"/>
                    </a:cubicBezTo>
                    <a:cubicBezTo>
                      <a:pt x="0" y="51"/>
                      <a:pt x="0" y="51"/>
                      <a:pt x="0" y="51"/>
                    </a:cubicBezTo>
                    <a:cubicBezTo>
                      <a:pt x="3" y="51"/>
                      <a:pt x="5" y="51"/>
                      <a:pt x="8" y="51"/>
                    </a:cubicBezTo>
                    <a:cubicBezTo>
                      <a:pt x="11" y="51"/>
                      <a:pt x="13" y="51"/>
                      <a:pt x="1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5" name="Freeform 325"/>
              <p:cNvSpPr>
                <a:spLocks/>
              </p:cNvSpPr>
              <p:nvPr/>
            </p:nvSpPr>
            <p:spPr bwMode="auto">
              <a:xfrm>
                <a:off x="-2922588" y="6097588"/>
                <a:ext cx="555625" cy="412750"/>
              </a:xfrm>
              <a:custGeom>
                <a:avLst/>
                <a:gdLst>
                  <a:gd name="T0" fmla="*/ 148 w 148"/>
                  <a:gd name="T1" fmla="*/ 36 h 110"/>
                  <a:gd name="T2" fmla="*/ 138 w 148"/>
                  <a:gd name="T3" fmla="*/ 0 h 110"/>
                  <a:gd name="T4" fmla="*/ 106 w 148"/>
                  <a:gd name="T5" fmla="*/ 18 h 110"/>
                  <a:gd name="T6" fmla="*/ 74 w 148"/>
                  <a:gd name="T7" fmla="*/ 0 h 110"/>
                  <a:gd name="T8" fmla="*/ 42 w 148"/>
                  <a:gd name="T9" fmla="*/ 18 h 110"/>
                  <a:gd name="T10" fmla="*/ 10 w 148"/>
                  <a:gd name="T11" fmla="*/ 0 h 110"/>
                  <a:gd name="T12" fmla="*/ 0 w 148"/>
                  <a:gd name="T13" fmla="*/ 36 h 110"/>
                  <a:gd name="T14" fmla="*/ 66 w 148"/>
                  <a:gd name="T15" fmla="*/ 110 h 110"/>
                  <a:gd name="T16" fmla="*/ 74 w 148"/>
                  <a:gd name="T17" fmla="*/ 110 h 110"/>
                  <a:gd name="T18" fmla="*/ 82 w 148"/>
                  <a:gd name="T19" fmla="*/ 110 h 110"/>
                  <a:gd name="T20" fmla="*/ 148 w 148"/>
                  <a:gd name="T21" fmla="*/ 3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110">
                    <a:moveTo>
                      <a:pt x="148" y="36"/>
                    </a:moveTo>
                    <a:cubicBezTo>
                      <a:pt x="148" y="23"/>
                      <a:pt x="144" y="11"/>
                      <a:pt x="138" y="0"/>
                    </a:cubicBezTo>
                    <a:cubicBezTo>
                      <a:pt x="106" y="18"/>
                      <a:pt x="106" y="18"/>
                      <a:pt x="106" y="18"/>
                    </a:cubicBezTo>
                    <a:cubicBezTo>
                      <a:pt x="74" y="0"/>
                      <a:pt x="74" y="0"/>
                      <a:pt x="74" y="0"/>
                    </a:cubicBezTo>
                    <a:cubicBezTo>
                      <a:pt x="42" y="18"/>
                      <a:pt x="42" y="18"/>
                      <a:pt x="42" y="18"/>
                    </a:cubicBezTo>
                    <a:cubicBezTo>
                      <a:pt x="10" y="0"/>
                      <a:pt x="10" y="0"/>
                      <a:pt x="10" y="0"/>
                    </a:cubicBezTo>
                    <a:cubicBezTo>
                      <a:pt x="4" y="11"/>
                      <a:pt x="0" y="23"/>
                      <a:pt x="0" y="36"/>
                    </a:cubicBezTo>
                    <a:cubicBezTo>
                      <a:pt x="0" y="74"/>
                      <a:pt x="29" y="106"/>
                      <a:pt x="66" y="110"/>
                    </a:cubicBezTo>
                    <a:cubicBezTo>
                      <a:pt x="69" y="110"/>
                      <a:pt x="71" y="110"/>
                      <a:pt x="74" y="110"/>
                    </a:cubicBezTo>
                    <a:cubicBezTo>
                      <a:pt x="77" y="110"/>
                      <a:pt x="79" y="110"/>
                      <a:pt x="82" y="110"/>
                    </a:cubicBezTo>
                    <a:cubicBezTo>
                      <a:pt x="119" y="106"/>
                      <a:pt x="148" y="74"/>
                      <a:pt x="14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6" name="Freeform 326"/>
              <p:cNvSpPr>
                <a:spLocks/>
              </p:cNvSpPr>
              <p:nvPr/>
            </p:nvSpPr>
            <p:spPr bwMode="auto">
              <a:xfrm>
                <a:off x="-2806700" y="6537325"/>
                <a:ext cx="115887" cy="115888"/>
              </a:xfrm>
              <a:custGeom>
                <a:avLst/>
                <a:gdLst>
                  <a:gd name="T0" fmla="*/ 30 w 31"/>
                  <a:gd name="T1" fmla="*/ 29 h 31"/>
                  <a:gd name="T2" fmla="*/ 23 w 31"/>
                  <a:gd name="T3" fmla="*/ 8 h 31"/>
                  <a:gd name="T4" fmla="*/ 2 w 31"/>
                  <a:gd name="T5" fmla="*/ 1 h 31"/>
                  <a:gd name="T6" fmla="*/ 8 w 31"/>
                  <a:gd name="T7" fmla="*/ 23 h 31"/>
                  <a:gd name="T8" fmla="*/ 30 w 31"/>
                  <a:gd name="T9" fmla="*/ 29 h 31"/>
                </a:gdLst>
                <a:ahLst/>
                <a:cxnLst>
                  <a:cxn ang="0">
                    <a:pos x="T0" y="T1"/>
                  </a:cxn>
                  <a:cxn ang="0">
                    <a:pos x="T2" y="T3"/>
                  </a:cxn>
                  <a:cxn ang="0">
                    <a:pos x="T4" y="T5"/>
                  </a:cxn>
                  <a:cxn ang="0">
                    <a:pos x="T6" y="T7"/>
                  </a:cxn>
                  <a:cxn ang="0">
                    <a:pos x="T8" y="T9"/>
                  </a:cxn>
                </a:cxnLst>
                <a:rect l="0" t="0" r="r" b="b"/>
                <a:pathLst>
                  <a:path w="31" h="31">
                    <a:moveTo>
                      <a:pt x="30" y="29"/>
                    </a:moveTo>
                    <a:cubicBezTo>
                      <a:pt x="31" y="22"/>
                      <a:pt x="29" y="14"/>
                      <a:pt x="23" y="8"/>
                    </a:cubicBezTo>
                    <a:cubicBezTo>
                      <a:pt x="17" y="2"/>
                      <a:pt x="9" y="0"/>
                      <a:pt x="2" y="1"/>
                    </a:cubicBezTo>
                    <a:cubicBezTo>
                      <a:pt x="0" y="9"/>
                      <a:pt x="3" y="17"/>
                      <a:pt x="8" y="23"/>
                    </a:cubicBezTo>
                    <a:cubicBezTo>
                      <a:pt x="14" y="28"/>
                      <a:pt x="22" y="31"/>
                      <a:pt x="30"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7" name="Freeform 327"/>
              <p:cNvSpPr>
                <a:spLocks/>
              </p:cNvSpPr>
              <p:nvPr/>
            </p:nvSpPr>
            <p:spPr bwMode="auto">
              <a:xfrm>
                <a:off x="-2600325" y="6537325"/>
                <a:ext cx="115887" cy="115888"/>
              </a:xfrm>
              <a:custGeom>
                <a:avLst/>
                <a:gdLst>
                  <a:gd name="T0" fmla="*/ 23 w 31"/>
                  <a:gd name="T1" fmla="*/ 23 h 31"/>
                  <a:gd name="T2" fmla="*/ 29 w 31"/>
                  <a:gd name="T3" fmla="*/ 1 h 31"/>
                  <a:gd name="T4" fmla="*/ 8 w 31"/>
                  <a:gd name="T5" fmla="*/ 8 h 31"/>
                  <a:gd name="T6" fmla="*/ 1 w 31"/>
                  <a:gd name="T7" fmla="*/ 29 h 31"/>
                  <a:gd name="T8" fmla="*/ 23 w 31"/>
                  <a:gd name="T9" fmla="*/ 23 h 31"/>
                </a:gdLst>
                <a:ahLst/>
                <a:cxnLst>
                  <a:cxn ang="0">
                    <a:pos x="T0" y="T1"/>
                  </a:cxn>
                  <a:cxn ang="0">
                    <a:pos x="T2" y="T3"/>
                  </a:cxn>
                  <a:cxn ang="0">
                    <a:pos x="T4" y="T5"/>
                  </a:cxn>
                  <a:cxn ang="0">
                    <a:pos x="T6" y="T7"/>
                  </a:cxn>
                  <a:cxn ang="0">
                    <a:pos x="T8" y="T9"/>
                  </a:cxn>
                </a:cxnLst>
                <a:rect l="0" t="0" r="r" b="b"/>
                <a:pathLst>
                  <a:path w="31" h="31">
                    <a:moveTo>
                      <a:pt x="23" y="23"/>
                    </a:moveTo>
                    <a:cubicBezTo>
                      <a:pt x="29" y="17"/>
                      <a:pt x="31" y="9"/>
                      <a:pt x="29" y="1"/>
                    </a:cubicBezTo>
                    <a:cubicBezTo>
                      <a:pt x="22" y="0"/>
                      <a:pt x="14" y="2"/>
                      <a:pt x="8" y="8"/>
                    </a:cubicBezTo>
                    <a:cubicBezTo>
                      <a:pt x="2" y="14"/>
                      <a:pt x="0" y="22"/>
                      <a:pt x="1" y="29"/>
                    </a:cubicBezTo>
                    <a:cubicBezTo>
                      <a:pt x="9" y="31"/>
                      <a:pt x="17" y="28"/>
                      <a:pt x="2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8" name="Freeform 328"/>
              <p:cNvSpPr>
                <a:spLocks/>
              </p:cNvSpPr>
              <p:nvPr/>
            </p:nvSpPr>
            <p:spPr bwMode="auto">
              <a:xfrm>
                <a:off x="-2806700" y="6738938"/>
                <a:ext cx="322262" cy="95250"/>
              </a:xfrm>
              <a:custGeom>
                <a:avLst/>
                <a:gdLst>
                  <a:gd name="T0" fmla="*/ 51 w 86"/>
                  <a:gd name="T1" fmla="*/ 0 h 25"/>
                  <a:gd name="T2" fmla="*/ 43 w 86"/>
                  <a:gd name="T3" fmla="*/ 0 h 25"/>
                  <a:gd name="T4" fmla="*/ 35 w 86"/>
                  <a:gd name="T5" fmla="*/ 0 h 25"/>
                  <a:gd name="T6" fmla="*/ 0 w 86"/>
                  <a:gd name="T7" fmla="*/ 25 h 25"/>
                  <a:gd name="T8" fmla="*/ 86 w 86"/>
                  <a:gd name="T9" fmla="*/ 25 h 25"/>
                  <a:gd name="T10" fmla="*/ 51 w 86"/>
                  <a:gd name="T11" fmla="*/ 0 h 25"/>
                </a:gdLst>
                <a:ahLst/>
                <a:cxnLst>
                  <a:cxn ang="0">
                    <a:pos x="T0" y="T1"/>
                  </a:cxn>
                  <a:cxn ang="0">
                    <a:pos x="T2" y="T3"/>
                  </a:cxn>
                  <a:cxn ang="0">
                    <a:pos x="T4" y="T5"/>
                  </a:cxn>
                  <a:cxn ang="0">
                    <a:pos x="T6" y="T7"/>
                  </a:cxn>
                  <a:cxn ang="0">
                    <a:pos x="T8" y="T9"/>
                  </a:cxn>
                  <a:cxn ang="0">
                    <a:pos x="T10" y="T11"/>
                  </a:cxn>
                </a:cxnLst>
                <a:rect l="0" t="0" r="r" b="b"/>
                <a:pathLst>
                  <a:path w="86" h="25">
                    <a:moveTo>
                      <a:pt x="51" y="0"/>
                    </a:moveTo>
                    <a:cubicBezTo>
                      <a:pt x="48" y="0"/>
                      <a:pt x="46" y="0"/>
                      <a:pt x="43" y="0"/>
                    </a:cubicBezTo>
                    <a:cubicBezTo>
                      <a:pt x="40" y="0"/>
                      <a:pt x="38" y="0"/>
                      <a:pt x="35" y="0"/>
                    </a:cubicBezTo>
                    <a:cubicBezTo>
                      <a:pt x="15" y="2"/>
                      <a:pt x="0" y="13"/>
                      <a:pt x="0" y="25"/>
                    </a:cubicBezTo>
                    <a:cubicBezTo>
                      <a:pt x="86" y="25"/>
                      <a:pt x="86" y="25"/>
                      <a:pt x="86" y="25"/>
                    </a:cubicBezTo>
                    <a:cubicBezTo>
                      <a:pt x="86" y="13"/>
                      <a:pt x="71" y="2"/>
                      <a:pt x="5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9" name="Freeform 329"/>
              <p:cNvSpPr>
                <a:spLocks/>
              </p:cNvSpPr>
              <p:nvPr/>
            </p:nvSpPr>
            <p:spPr bwMode="auto">
              <a:xfrm>
                <a:off x="-5410200" y="3240087"/>
                <a:ext cx="323850" cy="244475"/>
              </a:xfrm>
              <a:custGeom>
                <a:avLst/>
                <a:gdLst>
                  <a:gd name="T0" fmla="*/ 43 w 86"/>
                  <a:gd name="T1" fmla="*/ 0 h 65"/>
                  <a:gd name="T2" fmla="*/ 0 w 86"/>
                  <a:gd name="T3" fmla="*/ 44 h 65"/>
                  <a:gd name="T4" fmla="*/ 5 w 86"/>
                  <a:gd name="T5" fmla="*/ 64 h 65"/>
                  <a:gd name="T6" fmla="*/ 5 w 86"/>
                  <a:gd name="T7" fmla="*/ 53 h 65"/>
                  <a:gd name="T8" fmla="*/ 7 w 86"/>
                  <a:gd name="T9" fmla="*/ 47 h 65"/>
                  <a:gd name="T10" fmla="*/ 7 w 86"/>
                  <a:gd name="T11" fmla="*/ 44 h 65"/>
                  <a:gd name="T12" fmla="*/ 43 w 86"/>
                  <a:gd name="T13" fmla="*/ 7 h 65"/>
                  <a:gd name="T14" fmla="*/ 79 w 86"/>
                  <a:gd name="T15" fmla="*/ 44 h 65"/>
                  <a:gd name="T16" fmla="*/ 79 w 86"/>
                  <a:gd name="T17" fmla="*/ 47 h 65"/>
                  <a:gd name="T18" fmla="*/ 80 w 86"/>
                  <a:gd name="T19" fmla="*/ 53 h 65"/>
                  <a:gd name="T20" fmla="*/ 80 w 86"/>
                  <a:gd name="T21" fmla="*/ 65 h 65"/>
                  <a:gd name="T22" fmla="*/ 86 w 86"/>
                  <a:gd name="T23" fmla="*/ 44 h 65"/>
                  <a:gd name="T24" fmla="*/ 43 w 86"/>
                  <a:gd name="T2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 h="65">
                    <a:moveTo>
                      <a:pt x="43" y="0"/>
                    </a:moveTo>
                    <a:cubicBezTo>
                      <a:pt x="19" y="0"/>
                      <a:pt x="0" y="20"/>
                      <a:pt x="0" y="44"/>
                    </a:cubicBezTo>
                    <a:cubicBezTo>
                      <a:pt x="0" y="51"/>
                      <a:pt x="1" y="58"/>
                      <a:pt x="5" y="64"/>
                    </a:cubicBezTo>
                    <a:cubicBezTo>
                      <a:pt x="5" y="53"/>
                      <a:pt x="5" y="53"/>
                      <a:pt x="5" y="53"/>
                    </a:cubicBezTo>
                    <a:cubicBezTo>
                      <a:pt x="5" y="51"/>
                      <a:pt x="6" y="49"/>
                      <a:pt x="7" y="47"/>
                    </a:cubicBezTo>
                    <a:cubicBezTo>
                      <a:pt x="7" y="46"/>
                      <a:pt x="7" y="45"/>
                      <a:pt x="7" y="44"/>
                    </a:cubicBezTo>
                    <a:cubicBezTo>
                      <a:pt x="7" y="24"/>
                      <a:pt x="23" y="7"/>
                      <a:pt x="43" y="7"/>
                    </a:cubicBezTo>
                    <a:cubicBezTo>
                      <a:pt x="63" y="7"/>
                      <a:pt x="79" y="24"/>
                      <a:pt x="79" y="44"/>
                    </a:cubicBezTo>
                    <a:cubicBezTo>
                      <a:pt x="79" y="45"/>
                      <a:pt x="79" y="46"/>
                      <a:pt x="79" y="47"/>
                    </a:cubicBezTo>
                    <a:cubicBezTo>
                      <a:pt x="80" y="49"/>
                      <a:pt x="80" y="51"/>
                      <a:pt x="80" y="53"/>
                    </a:cubicBezTo>
                    <a:cubicBezTo>
                      <a:pt x="80" y="65"/>
                      <a:pt x="80" y="65"/>
                      <a:pt x="80" y="65"/>
                    </a:cubicBezTo>
                    <a:cubicBezTo>
                      <a:pt x="84" y="58"/>
                      <a:pt x="86" y="51"/>
                      <a:pt x="86" y="44"/>
                    </a:cubicBezTo>
                    <a:cubicBezTo>
                      <a:pt x="86" y="20"/>
                      <a:pt x="67"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0" name="Freeform 330"/>
              <p:cNvSpPr>
                <a:spLocks/>
              </p:cNvSpPr>
              <p:nvPr/>
            </p:nvSpPr>
            <p:spPr bwMode="auto">
              <a:xfrm>
                <a:off x="-5383213" y="3405187"/>
                <a:ext cx="71437" cy="128588"/>
              </a:xfrm>
              <a:custGeom>
                <a:avLst/>
                <a:gdLst>
                  <a:gd name="T0" fmla="*/ 0 w 19"/>
                  <a:gd name="T1" fmla="*/ 7 h 34"/>
                  <a:gd name="T2" fmla="*/ 0 w 19"/>
                  <a:gd name="T3" fmla="*/ 9 h 34"/>
                  <a:gd name="T4" fmla="*/ 0 w 19"/>
                  <a:gd name="T5" fmla="*/ 20 h 34"/>
                  <a:gd name="T6" fmla="*/ 0 w 19"/>
                  <a:gd name="T7" fmla="*/ 25 h 34"/>
                  <a:gd name="T8" fmla="*/ 13 w 19"/>
                  <a:gd name="T9" fmla="*/ 34 h 34"/>
                  <a:gd name="T10" fmla="*/ 19 w 19"/>
                  <a:gd name="T11" fmla="*/ 34 h 34"/>
                  <a:gd name="T12" fmla="*/ 19 w 19"/>
                  <a:gd name="T13" fmla="*/ 0 h 34"/>
                  <a:gd name="T14" fmla="*/ 13 w 19"/>
                  <a:gd name="T15" fmla="*/ 0 h 34"/>
                  <a:gd name="T16" fmla="*/ 0 w 19"/>
                  <a:gd name="T17"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0" y="7"/>
                    </a:moveTo>
                    <a:cubicBezTo>
                      <a:pt x="0" y="8"/>
                      <a:pt x="0" y="8"/>
                      <a:pt x="0" y="9"/>
                    </a:cubicBezTo>
                    <a:cubicBezTo>
                      <a:pt x="0" y="20"/>
                      <a:pt x="0" y="20"/>
                      <a:pt x="0" y="20"/>
                    </a:cubicBezTo>
                    <a:cubicBezTo>
                      <a:pt x="0" y="25"/>
                      <a:pt x="0" y="25"/>
                      <a:pt x="0" y="25"/>
                    </a:cubicBezTo>
                    <a:cubicBezTo>
                      <a:pt x="0" y="30"/>
                      <a:pt x="6" y="34"/>
                      <a:pt x="13" y="34"/>
                    </a:cubicBezTo>
                    <a:cubicBezTo>
                      <a:pt x="19" y="34"/>
                      <a:pt x="19" y="34"/>
                      <a:pt x="19" y="34"/>
                    </a:cubicBezTo>
                    <a:cubicBezTo>
                      <a:pt x="19" y="0"/>
                      <a:pt x="19" y="0"/>
                      <a:pt x="19" y="0"/>
                    </a:cubicBezTo>
                    <a:cubicBezTo>
                      <a:pt x="13" y="0"/>
                      <a:pt x="13" y="0"/>
                      <a:pt x="13" y="0"/>
                    </a:cubicBezTo>
                    <a:cubicBezTo>
                      <a:pt x="7" y="0"/>
                      <a:pt x="2" y="3"/>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1" name="Freeform 331"/>
              <p:cNvSpPr>
                <a:spLocks/>
              </p:cNvSpPr>
              <p:nvPr/>
            </p:nvSpPr>
            <p:spPr bwMode="auto">
              <a:xfrm>
                <a:off x="-5187950" y="3405187"/>
                <a:ext cx="71437" cy="128588"/>
              </a:xfrm>
              <a:custGeom>
                <a:avLst/>
                <a:gdLst>
                  <a:gd name="T0" fmla="*/ 19 w 19"/>
                  <a:gd name="T1" fmla="*/ 25 h 34"/>
                  <a:gd name="T2" fmla="*/ 19 w 19"/>
                  <a:gd name="T3" fmla="*/ 20 h 34"/>
                  <a:gd name="T4" fmla="*/ 19 w 19"/>
                  <a:gd name="T5" fmla="*/ 9 h 34"/>
                  <a:gd name="T6" fmla="*/ 19 w 19"/>
                  <a:gd name="T7" fmla="*/ 8 h 34"/>
                  <a:gd name="T8" fmla="*/ 6 w 19"/>
                  <a:gd name="T9" fmla="*/ 0 h 34"/>
                  <a:gd name="T10" fmla="*/ 0 w 19"/>
                  <a:gd name="T11" fmla="*/ 0 h 34"/>
                  <a:gd name="T12" fmla="*/ 0 w 19"/>
                  <a:gd name="T13" fmla="*/ 34 h 34"/>
                  <a:gd name="T14" fmla="*/ 6 w 19"/>
                  <a:gd name="T15" fmla="*/ 34 h 34"/>
                  <a:gd name="T16" fmla="*/ 19 w 19"/>
                  <a:gd name="T17"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19" y="25"/>
                    </a:moveTo>
                    <a:cubicBezTo>
                      <a:pt x="19" y="20"/>
                      <a:pt x="19" y="20"/>
                      <a:pt x="19" y="20"/>
                    </a:cubicBezTo>
                    <a:cubicBezTo>
                      <a:pt x="19" y="9"/>
                      <a:pt x="19" y="9"/>
                      <a:pt x="19" y="9"/>
                    </a:cubicBezTo>
                    <a:cubicBezTo>
                      <a:pt x="19" y="8"/>
                      <a:pt x="19" y="8"/>
                      <a:pt x="19" y="8"/>
                    </a:cubicBezTo>
                    <a:cubicBezTo>
                      <a:pt x="18" y="3"/>
                      <a:pt x="13" y="0"/>
                      <a:pt x="6" y="0"/>
                    </a:cubicBezTo>
                    <a:cubicBezTo>
                      <a:pt x="0" y="0"/>
                      <a:pt x="0" y="0"/>
                      <a:pt x="0" y="0"/>
                    </a:cubicBezTo>
                    <a:cubicBezTo>
                      <a:pt x="0" y="34"/>
                      <a:pt x="0" y="34"/>
                      <a:pt x="0" y="34"/>
                    </a:cubicBezTo>
                    <a:cubicBezTo>
                      <a:pt x="6" y="34"/>
                      <a:pt x="6" y="34"/>
                      <a:pt x="6" y="34"/>
                    </a:cubicBezTo>
                    <a:cubicBezTo>
                      <a:pt x="13" y="34"/>
                      <a:pt x="19" y="30"/>
                      <a:pt x="1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grpSp>
        <p:sp>
          <p:nvSpPr>
            <p:cNvPr id="20" name="Rectangle 19"/>
            <p:cNvSpPr/>
            <p:nvPr/>
          </p:nvSpPr>
          <p:spPr>
            <a:xfrm flipH="1">
              <a:off x="2287181" y="2991124"/>
              <a:ext cx="697359" cy="1492716"/>
            </a:xfrm>
            <a:prstGeom prst="rect">
              <a:avLst/>
            </a:prstGeom>
          </p:spPr>
          <p:txBody>
            <a:bodyPr wrap="square">
              <a:spAutoFit/>
            </a:bodyPr>
            <a:lstStyle/>
            <a:p>
              <a:pPr algn="ctr" defTabSz="457200" fontAlgn="auto">
                <a:spcBef>
                  <a:spcPts val="0"/>
                </a:spcBef>
                <a:spcAft>
                  <a:spcPts val="0"/>
                </a:spcAft>
              </a:pPr>
              <a:r>
                <a:rPr lang="id-ID" sz="700" b="1" dirty="0">
                  <a:solidFill>
                    <a:prstClr val="white">
                      <a:lumMod val="75000"/>
                    </a:prstClr>
                  </a:solidFill>
                  <a:latin typeface="Roboto" panose="02000000000000000000" pitchFamily="2" charset="0"/>
                  <a:ea typeface="Roboto" panose="02000000000000000000" pitchFamily="2" charset="0"/>
                  <a:cs typeface="+mn-cs"/>
                </a:rPr>
                <a:t>Suitable for </a:t>
              </a:r>
              <a:r>
                <a:rPr lang="id-ID" sz="700" b="1" dirty="0" smtClean="0">
                  <a:solidFill>
                    <a:prstClr val="white">
                      <a:lumMod val="75000"/>
                    </a:prstClr>
                  </a:solidFill>
                  <a:latin typeface="Roboto" panose="02000000000000000000" pitchFamily="2" charset="0"/>
                  <a:ea typeface="Roboto" panose="02000000000000000000" pitchFamily="2" charset="0"/>
                  <a:cs typeface="+mn-cs"/>
                </a:rPr>
                <a:t> categories </a:t>
              </a:r>
              <a:r>
                <a:rPr lang="id-ID" sz="700" dirty="0">
                  <a:solidFill>
                    <a:prstClr val="white">
                      <a:lumMod val="75000"/>
                    </a:prstClr>
                  </a:solidFill>
                  <a:latin typeface="Roboto" panose="02000000000000000000" pitchFamily="2" charset="0"/>
                  <a:ea typeface="Roboto" panose="02000000000000000000" pitchFamily="2" charset="0"/>
                  <a:cs typeface="+mn-cs"/>
                </a:rPr>
                <a:t>business and personal presentation, eaque ipsa quae ab illo inventore veritatis et quasi architecto </a:t>
              </a:r>
              <a:r>
                <a:rPr lang="id-ID" sz="700" dirty="0" smtClean="0">
                  <a:solidFill>
                    <a:prstClr val="white">
                      <a:lumMod val="75000"/>
                    </a:prstClr>
                  </a:solidFill>
                  <a:latin typeface="Roboto" panose="02000000000000000000" pitchFamily="2" charset="0"/>
                  <a:ea typeface="Roboto" panose="02000000000000000000" pitchFamily="2" charset="0"/>
                  <a:cs typeface="+mn-cs"/>
                </a:rPr>
                <a:t>beatae</a:t>
              </a:r>
              <a:endParaRPr lang="id-ID" sz="700" dirty="0">
                <a:solidFill>
                  <a:prstClr val="white">
                    <a:lumMod val="75000"/>
                  </a:prstClr>
                </a:solidFill>
                <a:latin typeface="Roboto" panose="02000000000000000000" pitchFamily="2" charset="0"/>
                <a:ea typeface="Roboto" panose="02000000000000000000" pitchFamily="2" charset="0"/>
                <a:cs typeface="+mn-cs"/>
              </a:endParaRPr>
            </a:p>
          </p:txBody>
        </p:sp>
      </p:gr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dirty="0">
              <a:solidFill>
                <a:prstClr val="black">
                  <a:tint val="75000"/>
                </a:prstClr>
              </a:solidFill>
            </a:endParaRPr>
          </a:p>
        </p:txBody>
      </p:sp>
    </p:spTree>
    <p:extLst>
      <p:ext uri="{BB962C8B-B14F-4D97-AF65-F5344CB8AC3E}">
        <p14:creationId xmlns:p14="http://schemas.microsoft.com/office/powerpoint/2010/main" val="2128287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nodeType="withEffect">
                                  <p:stCondLst>
                                    <p:cond delay="200"/>
                                  </p:stCondLst>
                                  <p:childTnLst>
                                    <p:set>
                                      <p:cBhvr>
                                        <p:cTn id="6" dur="1" fill="hold">
                                          <p:stCondLst>
                                            <p:cond delay="0"/>
                                          </p:stCondLst>
                                        </p:cTn>
                                        <p:tgtEl>
                                          <p:spTgt spid="14"/>
                                        </p:tgtEl>
                                        <p:attrNameLst>
                                          <p:attrName>style.visibility</p:attrName>
                                        </p:attrNameLst>
                                      </p:cBhvr>
                                      <p:to>
                                        <p:strVal val="visible"/>
                                      </p:to>
                                    </p:set>
                                    <p:animEffect transition="in" filter="randombar(horizontal)">
                                      <p:cBhvr>
                                        <p:cTn id="7" dur="600"/>
                                        <p:tgtEl>
                                          <p:spTgt spid="14"/>
                                        </p:tgtEl>
                                      </p:cBhvr>
                                    </p:animEffect>
                                  </p:childTnLst>
                                </p:cTn>
                              </p:par>
                            </p:childTnLst>
                          </p:cTn>
                        </p:par>
                        <p:par>
                          <p:cTn id="8" fill="hold">
                            <p:stCondLst>
                              <p:cond delay="800"/>
                            </p:stCondLst>
                            <p:childTnLst>
                              <p:par>
                                <p:cTn id="9" presetID="10" presetClass="entr" presetSubtype="0"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8090422" y="602796"/>
            <a:ext cx="2503126" cy="642938"/>
          </a:xfrm>
        </p:spPr>
        <p:txBody>
          <a:bodyPr/>
          <a:lstStyle/>
          <a:p>
            <a:pPr algn="ctr"/>
            <a:r>
              <a:rPr lang="ar-SA" sz="4000" b="1" u="sng" dirty="0">
                <a:solidFill>
                  <a:srgbClr val="C00000"/>
                </a:solidFill>
              </a:rPr>
              <a:t>التغير من</a:t>
            </a:r>
            <a:endParaRPr lang="en-US" sz="4000" u="sng" dirty="0">
              <a:solidFill>
                <a:srgbClr val="C00000"/>
              </a:solidFill>
              <a:latin typeface="Lato Light" panose="020F0402020204030203" pitchFamily="34" charset="0"/>
              <a:cs typeface="Lato Light" panose="020F0402020204030203" pitchFamily="34" charset="0"/>
            </a:endParaRPr>
          </a:p>
        </p:txBody>
      </p:sp>
      <p:grpSp>
        <p:nvGrpSpPr>
          <p:cNvPr id="2" name="Group 1"/>
          <p:cNvGrpSpPr/>
          <p:nvPr/>
        </p:nvGrpSpPr>
        <p:grpSpPr>
          <a:xfrm>
            <a:off x="811106" y="2056843"/>
            <a:ext cx="5373365" cy="1569660"/>
            <a:chOff x="822673" y="1691744"/>
            <a:chExt cx="5373365" cy="1569660"/>
          </a:xfrm>
        </p:grpSpPr>
        <p:sp>
          <p:nvSpPr>
            <p:cNvPr id="3" name="Rectangle 2"/>
            <p:cNvSpPr/>
            <p:nvPr/>
          </p:nvSpPr>
          <p:spPr>
            <a:xfrm>
              <a:off x="822673" y="1953354"/>
              <a:ext cx="861430" cy="861430"/>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dirty="0" smtClean="0">
                  <a:solidFill>
                    <a:prstClr val="white"/>
                  </a:solidFill>
                  <a:latin typeface="FontAwesome" pitchFamily="2" charset="0"/>
                </a:rPr>
                <a:t></a:t>
              </a:r>
              <a:endParaRPr lang="ru-RU" sz="2400" dirty="0">
                <a:solidFill>
                  <a:prstClr val="white"/>
                </a:solidFill>
              </a:endParaRPr>
            </a:p>
          </p:txBody>
        </p:sp>
        <p:sp>
          <p:nvSpPr>
            <p:cNvPr id="4" name="TextBox 3"/>
            <p:cNvSpPr txBox="1"/>
            <p:nvPr/>
          </p:nvSpPr>
          <p:spPr>
            <a:xfrm>
              <a:off x="1736945" y="1691744"/>
              <a:ext cx="4459093" cy="1569660"/>
            </a:xfrm>
            <a:prstGeom prst="rect">
              <a:avLst/>
            </a:prstGeom>
            <a:noFill/>
          </p:spPr>
          <p:txBody>
            <a:bodyPr wrap="square" rtlCol="0">
              <a:spAutoFit/>
            </a:bodyPr>
            <a:lstStyle/>
            <a:p>
              <a:pPr fontAlgn="auto">
                <a:spcBef>
                  <a:spcPts val="0"/>
                </a:spcBef>
                <a:spcAft>
                  <a:spcPts val="0"/>
                </a:spcAft>
              </a:pPr>
              <a:r>
                <a:rPr lang="ar-SA" sz="2400" b="1" dirty="0">
                  <a:solidFill>
                    <a:prstClr val="black"/>
                  </a:solidFill>
                </a:rPr>
                <a:t>فلسفة التعلم البنائي الذي ينادي بقيام الطلاب ببناء معارفهم بأنفسهم من خلال التعلم النشط اعتماداً على توظيف تكنولوجيا التعلم الموحدة</a:t>
              </a:r>
              <a:endParaRPr lang="en-US" sz="2400" b="1" dirty="0">
                <a:solidFill>
                  <a:prstClr val="black">
                    <a:lumMod val="75000"/>
                    <a:lumOff val="25000"/>
                  </a:prstClr>
                </a:solidFill>
                <a:latin typeface="Lato Black" panose="020F0A02020204030203" pitchFamily="34" charset="0"/>
                <a:cs typeface="Lato Black" panose="020F0A02020204030203" pitchFamily="34" charset="0"/>
              </a:endParaRPr>
            </a:p>
          </p:txBody>
        </p:sp>
      </p:grpSp>
      <p:grpSp>
        <p:nvGrpSpPr>
          <p:cNvPr id="8" name="Group 7"/>
          <p:cNvGrpSpPr/>
          <p:nvPr/>
        </p:nvGrpSpPr>
        <p:grpSpPr>
          <a:xfrm>
            <a:off x="811106" y="4276087"/>
            <a:ext cx="5079872" cy="1569660"/>
            <a:chOff x="822673" y="3520103"/>
            <a:chExt cx="5079872" cy="1569660"/>
          </a:xfrm>
        </p:grpSpPr>
        <p:sp>
          <p:nvSpPr>
            <p:cNvPr id="10" name="Rectangle 9"/>
            <p:cNvSpPr/>
            <p:nvPr/>
          </p:nvSpPr>
          <p:spPr>
            <a:xfrm>
              <a:off x="822673" y="3520103"/>
              <a:ext cx="861430" cy="861430"/>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dirty="0" smtClean="0">
                  <a:solidFill>
                    <a:prstClr val="white"/>
                  </a:solidFill>
                  <a:latin typeface="FontAwesome" pitchFamily="2" charset="0"/>
                </a:rPr>
                <a:t></a:t>
              </a:r>
              <a:endParaRPr lang="ru-RU" sz="2400" dirty="0">
                <a:solidFill>
                  <a:prstClr val="white"/>
                </a:solidFill>
              </a:endParaRPr>
            </a:p>
          </p:txBody>
        </p:sp>
        <p:sp>
          <p:nvSpPr>
            <p:cNvPr id="15" name="TextBox 14"/>
            <p:cNvSpPr txBox="1"/>
            <p:nvPr/>
          </p:nvSpPr>
          <p:spPr>
            <a:xfrm>
              <a:off x="1736945" y="3520103"/>
              <a:ext cx="4165600" cy="1569660"/>
            </a:xfrm>
            <a:prstGeom prst="rect">
              <a:avLst/>
            </a:prstGeom>
            <a:noFill/>
          </p:spPr>
          <p:txBody>
            <a:bodyPr wrap="square" rtlCol="0">
              <a:spAutoFit/>
            </a:bodyPr>
            <a:lstStyle/>
            <a:p>
              <a:pPr fontAlgn="auto">
                <a:spcBef>
                  <a:spcPts val="0"/>
                </a:spcBef>
                <a:spcAft>
                  <a:spcPts val="0"/>
                </a:spcAft>
              </a:pPr>
              <a:r>
                <a:rPr lang="ar-SA" sz="2400" b="1" dirty="0">
                  <a:solidFill>
                    <a:prstClr val="black"/>
                  </a:solidFill>
                </a:rPr>
                <a:t>رؤية الفصول الدراسية كبيئات تعلم مرنة لتنفيذ أنواع التعلم (الفردي، الجمعي، التعاوني) وتدمج فيها منتجات تكنولوجيا التعليم المعاصرة</a:t>
              </a:r>
              <a:endParaRPr lang="en-US" sz="2400" b="1" dirty="0">
                <a:solidFill>
                  <a:prstClr val="black">
                    <a:lumMod val="75000"/>
                    <a:lumOff val="25000"/>
                  </a:prstClr>
                </a:solidFill>
                <a:latin typeface="Lato Black" panose="020F0A02020204030203" pitchFamily="34" charset="0"/>
                <a:cs typeface="Lato Black" panose="020F0A02020204030203" pitchFamily="34" charset="0"/>
              </a:endParaRPr>
            </a:p>
          </p:txBody>
        </p:sp>
      </p:grpSp>
      <p:grpSp>
        <p:nvGrpSpPr>
          <p:cNvPr id="19" name="Group 18"/>
          <p:cNvGrpSpPr/>
          <p:nvPr/>
        </p:nvGrpSpPr>
        <p:grpSpPr>
          <a:xfrm>
            <a:off x="6418708" y="2318453"/>
            <a:ext cx="5261267" cy="861430"/>
            <a:chOff x="6430275" y="1953354"/>
            <a:chExt cx="5261267" cy="861430"/>
          </a:xfrm>
        </p:grpSpPr>
        <p:sp>
          <p:nvSpPr>
            <p:cNvPr id="12" name="Rectangle 11"/>
            <p:cNvSpPr/>
            <p:nvPr/>
          </p:nvSpPr>
          <p:spPr>
            <a:xfrm>
              <a:off x="6430275" y="1953354"/>
              <a:ext cx="861430" cy="861430"/>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dirty="0" smtClean="0">
                  <a:solidFill>
                    <a:prstClr val="white"/>
                  </a:solidFill>
                  <a:latin typeface="FontAwesome" pitchFamily="2" charset="0"/>
                </a:rPr>
                <a:t></a:t>
              </a:r>
              <a:endParaRPr lang="ru-RU" sz="2400" dirty="0">
                <a:solidFill>
                  <a:prstClr val="white"/>
                </a:solidFill>
              </a:endParaRPr>
            </a:p>
          </p:txBody>
        </p:sp>
        <p:sp>
          <p:nvSpPr>
            <p:cNvPr id="25" name="TextBox 24"/>
            <p:cNvSpPr txBox="1"/>
            <p:nvPr/>
          </p:nvSpPr>
          <p:spPr>
            <a:xfrm>
              <a:off x="7525942" y="1968570"/>
              <a:ext cx="4165600" cy="830997"/>
            </a:xfrm>
            <a:prstGeom prst="rect">
              <a:avLst/>
            </a:prstGeom>
            <a:noFill/>
          </p:spPr>
          <p:txBody>
            <a:bodyPr wrap="square" rtlCol="0">
              <a:spAutoFit/>
            </a:bodyPr>
            <a:lstStyle/>
            <a:p>
              <a:pPr fontAlgn="auto">
                <a:spcBef>
                  <a:spcPts val="0"/>
                </a:spcBef>
                <a:spcAft>
                  <a:spcPts val="0"/>
                </a:spcAft>
              </a:pPr>
              <a:r>
                <a:rPr lang="ar-SA" sz="2400" b="1" dirty="0">
                  <a:solidFill>
                    <a:prstClr val="black"/>
                  </a:solidFill>
                </a:rPr>
                <a:t>من فلسفة التعلم التقليدي الذي ينادي بتلقين المعرفة للطلاب</a:t>
              </a:r>
              <a:endParaRPr lang="en-US" sz="2400" b="1" dirty="0">
                <a:solidFill>
                  <a:prstClr val="black">
                    <a:lumMod val="75000"/>
                    <a:lumOff val="25000"/>
                  </a:prstClr>
                </a:solidFill>
                <a:latin typeface="Lato Black" panose="020F0A02020204030203" pitchFamily="34" charset="0"/>
                <a:cs typeface="Lato Black" panose="020F0A02020204030203" pitchFamily="34" charset="0"/>
              </a:endParaRPr>
            </a:p>
          </p:txBody>
        </p:sp>
      </p:grpSp>
      <p:grpSp>
        <p:nvGrpSpPr>
          <p:cNvPr id="20" name="Group 19"/>
          <p:cNvGrpSpPr/>
          <p:nvPr/>
        </p:nvGrpSpPr>
        <p:grpSpPr>
          <a:xfrm>
            <a:off x="6418708" y="4276087"/>
            <a:ext cx="5391896" cy="941089"/>
            <a:chOff x="6430275" y="3520103"/>
            <a:chExt cx="5391896" cy="941089"/>
          </a:xfrm>
        </p:grpSpPr>
        <p:sp>
          <p:nvSpPr>
            <p:cNvPr id="13" name="Rectangle 12"/>
            <p:cNvSpPr/>
            <p:nvPr/>
          </p:nvSpPr>
          <p:spPr>
            <a:xfrm>
              <a:off x="6430275" y="3520103"/>
              <a:ext cx="861430" cy="861430"/>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dirty="0" smtClean="0">
                  <a:solidFill>
                    <a:prstClr val="white"/>
                  </a:solidFill>
                  <a:latin typeface="FontAwesome" pitchFamily="2" charset="0"/>
                </a:rPr>
                <a:t></a:t>
              </a:r>
              <a:endParaRPr lang="ru-RU" sz="2400" dirty="0">
                <a:solidFill>
                  <a:prstClr val="white"/>
                </a:solidFill>
              </a:endParaRPr>
            </a:p>
          </p:txBody>
        </p:sp>
        <p:sp>
          <p:nvSpPr>
            <p:cNvPr id="27" name="TextBox 26"/>
            <p:cNvSpPr txBox="1"/>
            <p:nvPr/>
          </p:nvSpPr>
          <p:spPr>
            <a:xfrm>
              <a:off x="7656571" y="3630195"/>
              <a:ext cx="4165600" cy="830997"/>
            </a:xfrm>
            <a:prstGeom prst="rect">
              <a:avLst/>
            </a:prstGeom>
            <a:noFill/>
          </p:spPr>
          <p:txBody>
            <a:bodyPr wrap="square" rtlCol="0">
              <a:spAutoFit/>
            </a:bodyPr>
            <a:lstStyle/>
            <a:p>
              <a:pPr fontAlgn="auto">
                <a:spcBef>
                  <a:spcPts val="0"/>
                </a:spcBef>
                <a:spcAft>
                  <a:spcPts val="0"/>
                </a:spcAft>
              </a:pPr>
              <a:r>
                <a:rPr lang="ar-SA" sz="2400" b="1" dirty="0">
                  <a:solidFill>
                    <a:prstClr val="black"/>
                  </a:solidFill>
                </a:rPr>
                <a:t>رؤية الفصول الدراسية كقاعات لتلقين المعرفة</a:t>
              </a:r>
              <a:endParaRPr lang="en-US" sz="2400" b="1" dirty="0">
                <a:solidFill>
                  <a:prstClr val="black">
                    <a:lumMod val="75000"/>
                    <a:lumOff val="25000"/>
                  </a:prstClr>
                </a:solidFill>
                <a:latin typeface="Lato Black" panose="020F0A02020204030203" pitchFamily="34" charset="0"/>
                <a:cs typeface="Lato Black" panose="020F0A02020204030203" pitchFamily="34" charset="0"/>
              </a:endParaRPr>
            </a:p>
          </p:txBody>
        </p:sp>
      </p:grpSp>
      <p:sp>
        <p:nvSpPr>
          <p:cNvPr id="46" name="Text Placeholder 5"/>
          <p:cNvSpPr>
            <a:spLocks noGrp="1"/>
          </p:cNvSpPr>
          <p:nvPr>
            <p:ph type="body" sz="quarter" idx="10"/>
          </p:nvPr>
        </p:nvSpPr>
        <p:spPr>
          <a:xfrm>
            <a:off x="1684103" y="602796"/>
            <a:ext cx="2503126" cy="642938"/>
          </a:xfrm>
        </p:spPr>
        <p:txBody>
          <a:bodyPr/>
          <a:lstStyle/>
          <a:p>
            <a:pPr algn="ctr"/>
            <a:r>
              <a:rPr lang="ar-SA" sz="4000" b="1" u="sng" dirty="0">
                <a:solidFill>
                  <a:srgbClr val="C00000"/>
                </a:solidFill>
              </a:rPr>
              <a:t>التغير إلى</a:t>
            </a:r>
            <a:endParaRPr lang="en-US" sz="4000" u="sng" dirty="0">
              <a:solidFill>
                <a:srgbClr val="C00000"/>
              </a:solidFill>
              <a:latin typeface="Lato Light" panose="020F0402020204030203" pitchFamily="34" charset="0"/>
              <a:cs typeface="Lato Light" panose="020F0402020204030203" pitchFamily="34" charset="0"/>
            </a:endParaRPr>
          </a:p>
        </p:txBody>
      </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499024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fade">
                                      <p:cBhvr>
                                        <p:cTn id="7" dur="500"/>
                                        <p:tgtEl>
                                          <p:spTgt spid="6">
                                            <p:txEl>
                                              <p:pRg st="0" end="0"/>
                                            </p:txEl>
                                          </p:spTgt>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46">
                                            <p:txEl>
                                              <p:pRg st="0" end="0"/>
                                            </p:txEl>
                                          </p:spTgt>
                                        </p:tgtEl>
                                        <p:attrNameLst>
                                          <p:attrName>style.visibility</p:attrName>
                                        </p:attrNameLst>
                                      </p:cBhvr>
                                      <p:to>
                                        <p:strVal val="visible"/>
                                      </p:to>
                                    </p:set>
                                    <p:animEffect transition="in" filter="fade">
                                      <p:cBhvr>
                                        <p:cTn id="11" dur="500"/>
                                        <p:tgtEl>
                                          <p:spTgt spid="46">
                                            <p:txEl>
                                              <p:pRg st="0" end="0"/>
                                            </p:txEl>
                                          </p:spTgt>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childTnLst>
                          </p:cTn>
                        </p:par>
                        <p:par>
                          <p:cTn id="16" fill="hold">
                            <p:stCondLst>
                              <p:cond delay="2250"/>
                            </p:stCondLst>
                            <p:childTnLst>
                              <p:par>
                                <p:cTn id="17" presetID="10" presetClass="entr" presetSubtype="0" fill="hold" nodeType="afterEffect">
                                  <p:stCondLst>
                                    <p:cond delay="25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3000"/>
                            </p:stCondLst>
                            <p:childTnLst>
                              <p:par>
                                <p:cTn id="21" presetID="10" presetClass="entr" presetSubtype="0" fill="hold" nodeType="afterEffect">
                                  <p:stCondLst>
                                    <p:cond delay="250"/>
                                  </p:stCondLst>
                                  <p:childTnLst>
                                    <p:set>
                                      <p:cBhvr>
                                        <p:cTn id="22" dur="1" fill="hold">
                                          <p:stCondLst>
                                            <p:cond delay="0"/>
                                          </p:stCondLst>
                                        </p:cTn>
                                        <p:tgtEl>
                                          <p:spTgt spid="20"/>
                                        </p:tgtEl>
                                        <p:attrNameLst>
                                          <p:attrName>style.visibility</p:attrName>
                                        </p:attrNameLst>
                                      </p:cBhvr>
                                      <p:to>
                                        <p:strVal val="visible"/>
                                      </p:to>
                                    </p:set>
                                    <p:animEffect transition="in" filter="fade">
                                      <p:cBhvr>
                                        <p:cTn id="23" dur="500"/>
                                        <p:tgtEl>
                                          <p:spTgt spid="20"/>
                                        </p:tgtEl>
                                      </p:cBhvr>
                                    </p:animEffect>
                                  </p:childTnLst>
                                </p:cTn>
                              </p:par>
                            </p:childTnLst>
                          </p:cTn>
                        </p:par>
                        <p:par>
                          <p:cTn id="24" fill="hold">
                            <p:stCondLst>
                              <p:cond delay="3750"/>
                            </p:stCondLst>
                            <p:childTnLst>
                              <p:par>
                                <p:cTn id="25" presetID="10" presetClass="entr" presetSubtype="0" fill="hold" nodeType="afterEffect">
                                  <p:stCondLst>
                                    <p:cond delay="50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bldP spid="46" grpId="0" build="p"/>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8090422" y="602796"/>
            <a:ext cx="2503126" cy="642938"/>
          </a:xfrm>
        </p:spPr>
        <p:txBody>
          <a:bodyPr/>
          <a:lstStyle/>
          <a:p>
            <a:pPr algn="ctr"/>
            <a:r>
              <a:rPr lang="ar-SA" sz="4000" b="1" u="sng" dirty="0">
                <a:solidFill>
                  <a:srgbClr val="C00000"/>
                </a:solidFill>
              </a:rPr>
              <a:t>التغير من</a:t>
            </a:r>
            <a:endParaRPr lang="en-US" sz="4000" u="sng" dirty="0">
              <a:solidFill>
                <a:srgbClr val="C00000"/>
              </a:solidFill>
              <a:latin typeface="Lato Light" panose="020F0402020204030203" pitchFamily="34" charset="0"/>
              <a:cs typeface="Lato Light" panose="020F0402020204030203" pitchFamily="34" charset="0"/>
            </a:endParaRPr>
          </a:p>
        </p:txBody>
      </p:sp>
      <p:grpSp>
        <p:nvGrpSpPr>
          <p:cNvPr id="2" name="Group 1"/>
          <p:cNvGrpSpPr/>
          <p:nvPr/>
        </p:nvGrpSpPr>
        <p:grpSpPr>
          <a:xfrm>
            <a:off x="811106" y="2318453"/>
            <a:ext cx="5490483" cy="861430"/>
            <a:chOff x="822673" y="1953354"/>
            <a:chExt cx="5490483" cy="861430"/>
          </a:xfrm>
        </p:grpSpPr>
        <p:sp>
          <p:nvSpPr>
            <p:cNvPr id="3" name="Rectangle 2"/>
            <p:cNvSpPr/>
            <p:nvPr/>
          </p:nvSpPr>
          <p:spPr>
            <a:xfrm>
              <a:off x="822673" y="1953354"/>
              <a:ext cx="861430" cy="861430"/>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dirty="0" smtClean="0">
                  <a:solidFill>
                    <a:prstClr val="white"/>
                  </a:solidFill>
                  <a:latin typeface="FontAwesome" pitchFamily="2" charset="0"/>
                </a:rPr>
                <a:t></a:t>
              </a:r>
              <a:endParaRPr lang="ru-RU" sz="2400" dirty="0">
                <a:solidFill>
                  <a:prstClr val="white"/>
                </a:solidFill>
              </a:endParaRPr>
            </a:p>
          </p:txBody>
        </p:sp>
        <p:sp>
          <p:nvSpPr>
            <p:cNvPr id="4" name="TextBox 3"/>
            <p:cNvSpPr txBox="1"/>
            <p:nvPr/>
          </p:nvSpPr>
          <p:spPr>
            <a:xfrm>
              <a:off x="1854063" y="1953354"/>
              <a:ext cx="4459093" cy="830997"/>
            </a:xfrm>
            <a:prstGeom prst="rect">
              <a:avLst/>
            </a:prstGeom>
            <a:noFill/>
          </p:spPr>
          <p:txBody>
            <a:bodyPr wrap="square" rtlCol="0">
              <a:spAutoFit/>
            </a:bodyPr>
            <a:lstStyle/>
            <a:p>
              <a:pPr fontAlgn="auto">
                <a:spcBef>
                  <a:spcPts val="0"/>
                </a:spcBef>
                <a:spcAft>
                  <a:spcPts val="0"/>
                </a:spcAft>
              </a:pPr>
              <a:r>
                <a:rPr lang="ar-SA" sz="2400" b="1" dirty="0">
                  <a:solidFill>
                    <a:prstClr val="black"/>
                  </a:solidFill>
                </a:rPr>
                <a:t>تعليم متعدد المصادر اعتماداً على موضوعات تكنولوجيا التعلم المعاصرة</a:t>
              </a:r>
              <a:endParaRPr lang="en-US" sz="2400" b="1" dirty="0">
                <a:solidFill>
                  <a:prstClr val="black">
                    <a:lumMod val="75000"/>
                    <a:lumOff val="25000"/>
                  </a:prstClr>
                </a:solidFill>
                <a:latin typeface="Lato Black" panose="020F0A02020204030203" pitchFamily="34" charset="0"/>
                <a:cs typeface="Lato Black" panose="020F0A02020204030203" pitchFamily="34" charset="0"/>
              </a:endParaRPr>
            </a:p>
          </p:txBody>
        </p:sp>
      </p:grpSp>
      <p:grpSp>
        <p:nvGrpSpPr>
          <p:cNvPr id="8" name="Group 7"/>
          <p:cNvGrpSpPr/>
          <p:nvPr/>
        </p:nvGrpSpPr>
        <p:grpSpPr>
          <a:xfrm>
            <a:off x="811106" y="4019515"/>
            <a:ext cx="5079872" cy="1569660"/>
            <a:chOff x="822673" y="3263531"/>
            <a:chExt cx="5079872" cy="1569660"/>
          </a:xfrm>
        </p:grpSpPr>
        <p:sp>
          <p:nvSpPr>
            <p:cNvPr id="10" name="Rectangle 9"/>
            <p:cNvSpPr/>
            <p:nvPr/>
          </p:nvSpPr>
          <p:spPr>
            <a:xfrm>
              <a:off x="822673" y="3520103"/>
              <a:ext cx="861430" cy="861430"/>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dirty="0" smtClean="0">
                  <a:solidFill>
                    <a:prstClr val="white"/>
                  </a:solidFill>
                  <a:latin typeface="FontAwesome" pitchFamily="2" charset="0"/>
                </a:rPr>
                <a:t></a:t>
              </a:r>
              <a:endParaRPr lang="ru-RU" sz="2400" dirty="0">
                <a:solidFill>
                  <a:prstClr val="white"/>
                </a:solidFill>
              </a:endParaRPr>
            </a:p>
          </p:txBody>
        </p:sp>
        <p:sp>
          <p:nvSpPr>
            <p:cNvPr id="15" name="TextBox 14"/>
            <p:cNvSpPr txBox="1"/>
            <p:nvPr/>
          </p:nvSpPr>
          <p:spPr>
            <a:xfrm>
              <a:off x="1736945" y="3263531"/>
              <a:ext cx="4165600" cy="1569660"/>
            </a:xfrm>
            <a:prstGeom prst="rect">
              <a:avLst/>
            </a:prstGeom>
            <a:noFill/>
          </p:spPr>
          <p:txBody>
            <a:bodyPr wrap="square" rtlCol="0">
              <a:spAutoFit/>
            </a:bodyPr>
            <a:lstStyle/>
            <a:p>
              <a:pPr fontAlgn="auto">
                <a:spcBef>
                  <a:spcPts val="0"/>
                </a:spcBef>
                <a:spcAft>
                  <a:spcPts val="0"/>
                </a:spcAft>
              </a:pPr>
              <a:r>
                <a:rPr lang="ar-SA" sz="2400" b="1" dirty="0">
                  <a:solidFill>
                    <a:prstClr val="black"/>
                  </a:solidFill>
                </a:rPr>
                <a:t>تعليم إلكتروني في أي وقت وفي أي مكان وبأي أسلوب تراعي الفروق الفردية بين الطلاب وتوظف فيه إمكانات الحاسب وتكنولوجيا الاتصالات وشبكاته</a:t>
              </a:r>
              <a:endParaRPr lang="en-US" sz="2400" b="1" dirty="0">
                <a:solidFill>
                  <a:prstClr val="black">
                    <a:lumMod val="75000"/>
                    <a:lumOff val="25000"/>
                  </a:prstClr>
                </a:solidFill>
                <a:latin typeface="Lato Black" panose="020F0A02020204030203" pitchFamily="34" charset="0"/>
                <a:cs typeface="Lato Black" panose="020F0A02020204030203" pitchFamily="34" charset="0"/>
              </a:endParaRPr>
            </a:p>
          </p:txBody>
        </p:sp>
      </p:grpSp>
      <p:grpSp>
        <p:nvGrpSpPr>
          <p:cNvPr id="19" name="Group 18"/>
          <p:cNvGrpSpPr/>
          <p:nvPr/>
        </p:nvGrpSpPr>
        <p:grpSpPr>
          <a:xfrm>
            <a:off x="6418708" y="2243042"/>
            <a:ext cx="5261267" cy="936841"/>
            <a:chOff x="6430275" y="1877943"/>
            <a:chExt cx="5261267" cy="936841"/>
          </a:xfrm>
        </p:grpSpPr>
        <p:sp>
          <p:nvSpPr>
            <p:cNvPr id="12" name="Rectangle 11"/>
            <p:cNvSpPr/>
            <p:nvPr/>
          </p:nvSpPr>
          <p:spPr>
            <a:xfrm>
              <a:off x="6430275" y="1953354"/>
              <a:ext cx="861430" cy="861430"/>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dirty="0" smtClean="0">
                  <a:solidFill>
                    <a:prstClr val="white"/>
                  </a:solidFill>
                  <a:latin typeface="FontAwesome" pitchFamily="2" charset="0"/>
                </a:rPr>
                <a:t></a:t>
              </a:r>
              <a:endParaRPr lang="ru-RU" sz="2400" dirty="0">
                <a:solidFill>
                  <a:prstClr val="white"/>
                </a:solidFill>
              </a:endParaRPr>
            </a:p>
          </p:txBody>
        </p:sp>
        <p:sp>
          <p:nvSpPr>
            <p:cNvPr id="25" name="TextBox 24"/>
            <p:cNvSpPr txBox="1"/>
            <p:nvPr/>
          </p:nvSpPr>
          <p:spPr>
            <a:xfrm>
              <a:off x="7525942" y="1877943"/>
              <a:ext cx="4165600" cy="830997"/>
            </a:xfrm>
            <a:prstGeom prst="rect">
              <a:avLst/>
            </a:prstGeom>
            <a:noFill/>
          </p:spPr>
          <p:txBody>
            <a:bodyPr wrap="square" rtlCol="0">
              <a:spAutoFit/>
            </a:bodyPr>
            <a:lstStyle/>
            <a:p>
              <a:pPr fontAlgn="auto">
                <a:spcBef>
                  <a:spcPts val="0"/>
                </a:spcBef>
                <a:spcAft>
                  <a:spcPts val="0"/>
                </a:spcAft>
              </a:pPr>
              <a:r>
                <a:rPr lang="ar-SA" sz="2400" b="1" dirty="0">
                  <a:solidFill>
                    <a:prstClr val="black"/>
                  </a:solidFill>
                </a:rPr>
                <a:t>تعلم ينظر للمعلم والكتاب على أنهما المصدران الوحيدان للمعرفة</a:t>
              </a:r>
              <a:endParaRPr lang="en-US" sz="2400" b="1" dirty="0">
                <a:solidFill>
                  <a:prstClr val="black">
                    <a:lumMod val="75000"/>
                    <a:lumOff val="25000"/>
                  </a:prstClr>
                </a:solidFill>
                <a:latin typeface="Lato Black" panose="020F0A02020204030203" pitchFamily="34" charset="0"/>
                <a:cs typeface="Lato Black" panose="020F0A02020204030203" pitchFamily="34" charset="0"/>
              </a:endParaRPr>
            </a:p>
          </p:txBody>
        </p:sp>
      </p:grpSp>
      <p:grpSp>
        <p:nvGrpSpPr>
          <p:cNvPr id="20" name="Group 19"/>
          <p:cNvGrpSpPr/>
          <p:nvPr/>
        </p:nvGrpSpPr>
        <p:grpSpPr>
          <a:xfrm>
            <a:off x="6418708" y="4106637"/>
            <a:ext cx="5391896" cy="1200329"/>
            <a:chOff x="6430275" y="3350653"/>
            <a:chExt cx="5391896" cy="1200329"/>
          </a:xfrm>
        </p:grpSpPr>
        <p:sp>
          <p:nvSpPr>
            <p:cNvPr id="13" name="Rectangle 12"/>
            <p:cNvSpPr/>
            <p:nvPr/>
          </p:nvSpPr>
          <p:spPr>
            <a:xfrm>
              <a:off x="6430275" y="3520103"/>
              <a:ext cx="861430" cy="861430"/>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dirty="0" smtClean="0">
                  <a:solidFill>
                    <a:prstClr val="white"/>
                  </a:solidFill>
                  <a:latin typeface="FontAwesome" pitchFamily="2" charset="0"/>
                </a:rPr>
                <a:t></a:t>
              </a:r>
              <a:endParaRPr lang="ru-RU" sz="2400" dirty="0">
                <a:solidFill>
                  <a:prstClr val="white"/>
                </a:solidFill>
              </a:endParaRPr>
            </a:p>
          </p:txBody>
        </p:sp>
        <p:sp>
          <p:nvSpPr>
            <p:cNvPr id="27" name="TextBox 26"/>
            <p:cNvSpPr txBox="1"/>
            <p:nvPr/>
          </p:nvSpPr>
          <p:spPr>
            <a:xfrm>
              <a:off x="7656571" y="3350653"/>
              <a:ext cx="4165600" cy="1200329"/>
            </a:xfrm>
            <a:prstGeom prst="rect">
              <a:avLst/>
            </a:prstGeom>
            <a:noFill/>
          </p:spPr>
          <p:txBody>
            <a:bodyPr wrap="square" rtlCol="0">
              <a:spAutoFit/>
            </a:bodyPr>
            <a:lstStyle/>
            <a:p>
              <a:pPr fontAlgn="auto">
                <a:spcBef>
                  <a:spcPts val="0"/>
                </a:spcBef>
                <a:spcAft>
                  <a:spcPts val="0"/>
                </a:spcAft>
              </a:pPr>
              <a:r>
                <a:rPr lang="ar-SA" sz="2400" b="1" dirty="0">
                  <a:solidFill>
                    <a:prstClr val="black"/>
                  </a:solidFill>
                </a:rPr>
                <a:t>تعليم وصفي تقليدي يتم في وقت واحد ومكان واحد وأساليب محددة وبسرعة واحدة لكل الطلاب</a:t>
              </a:r>
              <a:endParaRPr lang="en-US" sz="2400" b="1" dirty="0">
                <a:solidFill>
                  <a:prstClr val="black">
                    <a:lumMod val="75000"/>
                    <a:lumOff val="25000"/>
                  </a:prstClr>
                </a:solidFill>
                <a:latin typeface="Lato Black" panose="020F0A02020204030203" pitchFamily="34" charset="0"/>
                <a:cs typeface="Lato Black" panose="020F0A02020204030203" pitchFamily="34" charset="0"/>
              </a:endParaRPr>
            </a:p>
          </p:txBody>
        </p:sp>
      </p:grpSp>
      <p:sp>
        <p:nvSpPr>
          <p:cNvPr id="46" name="Text Placeholder 5"/>
          <p:cNvSpPr>
            <a:spLocks noGrp="1"/>
          </p:cNvSpPr>
          <p:nvPr>
            <p:ph type="body" sz="quarter" idx="10"/>
          </p:nvPr>
        </p:nvSpPr>
        <p:spPr>
          <a:xfrm>
            <a:off x="1684103" y="602796"/>
            <a:ext cx="2503126" cy="642938"/>
          </a:xfrm>
        </p:spPr>
        <p:txBody>
          <a:bodyPr/>
          <a:lstStyle/>
          <a:p>
            <a:pPr algn="ctr"/>
            <a:r>
              <a:rPr lang="ar-SA" sz="4000" b="1" u="sng" dirty="0">
                <a:solidFill>
                  <a:srgbClr val="C00000"/>
                </a:solidFill>
              </a:rPr>
              <a:t>التغير إلى</a:t>
            </a:r>
            <a:endParaRPr lang="en-US" sz="4000" u="sng" dirty="0">
              <a:solidFill>
                <a:srgbClr val="C00000"/>
              </a:solidFill>
              <a:latin typeface="Lato Light" panose="020F0402020204030203" pitchFamily="34" charset="0"/>
              <a:cs typeface="Lato Light" panose="020F0402020204030203" pitchFamily="34" charset="0"/>
            </a:endParaRPr>
          </a:p>
        </p:txBody>
      </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174045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fade">
                                      <p:cBhvr>
                                        <p:cTn id="7" dur="500"/>
                                        <p:tgtEl>
                                          <p:spTgt spid="6">
                                            <p:txEl>
                                              <p:pRg st="0" end="0"/>
                                            </p:txEl>
                                          </p:spTgt>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46">
                                            <p:txEl>
                                              <p:pRg st="0" end="0"/>
                                            </p:txEl>
                                          </p:spTgt>
                                        </p:tgtEl>
                                        <p:attrNameLst>
                                          <p:attrName>style.visibility</p:attrName>
                                        </p:attrNameLst>
                                      </p:cBhvr>
                                      <p:to>
                                        <p:strVal val="visible"/>
                                      </p:to>
                                    </p:set>
                                    <p:animEffect transition="in" filter="fade">
                                      <p:cBhvr>
                                        <p:cTn id="11" dur="500"/>
                                        <p:tgtEl>
                                          <p:spTgt spid="46">
                                            <p:txEl>
                                              <p:pRg st="0" end="0"/>
                                            </p:txEl>
                                          </p:spTgt>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childTnLst>
                          </p:cTn>
                        </p:par>
                        <p:par>
                          <p:cTn id="16" fill="hold">
                            <p:stCondLst>
                              <p:cond delay="2250"/>
                            </p:stCondLst>
                            <p:childTnLst>
                              <p:par>
                                <p:cTn id="17" presetID="10" presetClass="entr" presetSubtype="0" fill="hold" nodeType="afterEffect">
                                  <p:stCondLst>
                                    <p:cond delay="25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3000"/>
                            </p:stCondLst>
                            <p:childTnLst>
                              <p:par>
                                <p:cTn id="21" presetID="10" presetClass="entr" presetSubtype="0" fill="hold" nodeType="afterEffect">
                                  <p:stCondLst>
                                    <p:cond delay="250"/>
                                  </p:stCondLst>
                                  <p:childTnLst>
                                    <p:set>
                                      <p:cBhvr>
                                        <p:cTn id="22" dur="1" fill="hold">
                                          <p:stCondLst>
                                            <p:cond delay="0"/>
                                          </p:stCondLst>
                                        </p:cTn>
                                        <p:tgtEl>
                                          <p:spTgt spid="20"/>
                                        </p:tgtEl>
                                        <p:attrNameLst>
                                          <p:attrName>style.visibility</p:attrName>
                                        </p:attrNameLst>
                                      </p:cBhvr>
                                      <p:to>
                                        <p:strVal val="visible"/>
                                      </p:to>
                                    </p:set>
                                    <p:animEffect transition="in" filter="fade">
                                      <p:cBhvr>
                                        <p:cTn id="23" dur="500"/>
                                        <p:tgtEl>
                                          <p:spTgt spid="20"/>
                                        </p:tgtEl>
                                      </p:cBhvr>
                                    </p:animEffect>
                                  </p:childTnLst>
                                </p:cTn>
                              </p:par>
                            </p:childTnLst>
                          </p:cTn>
                        </p:par>
                        <p:par>
                          <p:cTn id="24" fill="hold">
                            <p:stCondLst>
                              <p:cond delay="3750"/>
                            </p:stCondLst>
                            <p:childTnLst>
                              <p:par>
                                <p:cTn id="25" presetID="10" presetClass="entr" presetSubtype="0" fill="hold" nodeType="afterEffect">
                                  <p:stCondLst>
                                    <p:cond delay="50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bldP spid="46" grpId="0" build="p"/>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8090422" y="602796"/>
            <a:ext cx="2503126" cy="642938"/>
          </a:xfrm>
        </p:spPr>
        <p:txBody>
          <a:bodyPr/>
          <a:lstStyle/>
          <a:p>
            <a:pPr algn="ctr"/>
            <a:r>
              <a:rPr lang="ar-SA" sz="4000" b="1" u="sng" dirty="0">
                <a:solidFill>
                  <a:srgbClr val="C00000"/>
                </a:solidFill>
              </a:rPr>
              <a:t>التغير من</a:t>
            </a:r>
            <a:endParaRPr lang="en-US" sz="4000" u="sng" dirty="0">
              <a:solidFill>
                <a:srgbClr val="C00000"/>
              </a:solidFill>
              <a:latin typeface="Lato Light" panose="020F0402020204030203" pitchFamily="34" charset="0"/>
              <a:cs typeface="Lato Light" panose="020F0402020204030203" pitchFamily="34" charset="0"/>
            </a:endParaRPr>
          </a:p>
        </p:txBody>
      </p:sp>
      <p:grpSp>
        <p:nvGrpSpPr>
          <p:cNvPr id="2" name="Group 1"/>
          <p:cNvGrpSpPr/>
          <p:nvPr/>
        </p:nvGrpSpPr>
        <p:grpSpPr>
          <a:xfrm>
            <a:off x="765379" y="3184344"/>
            <a:ext cx="5561875" cy="865891"/>
            <a:chOff x="822673" y="1953354"/>
            <a:chExt cx="5561875" cy="865891"/>
          </a:xfrm>
        </p:grpSpPr>
        <p:sp>
          <p:nvSpPr>
            <p:cNvPr id="3" name="Rectangle 2"/>
            <p:cNvSpPr/>
            <p:nvPr/>
          </p:nvSpPr>
          <p:spPr>
            <a:xfrm>
              <a:off x="822673" y="1953354"/>
              <a:ext cx="861430" cy="861430"/>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dirty="0" smtClean="0">
                  <a:solidFill>
                    <a:prstClr val="white"/>
                  </a:solidFill>
                  <a:latin typeface="FontAwesome" pitchFamily="2" charset="0"/>
                </a:rPr>
                <a:t></a:t>
              </a:r>
              <a:endParaRPr lang="ru-RU" sz="2400" dirty="0">
                <a:solidFill>
                  <a:prstClr val="white"/>
                </a:solidFill>
              </a:endParaRPr>
            </a:p>
          </p:txBody>
        </p:sp>
        <p:sp>
          <p:nvSpPr>
            <p:cNvPr id="4" name="TextBox 3"/>
            <p:cNvSpPr txBox="1"/>
            <p:nvPr/>
          </p:nvSpPr>
          <p:spPr>
            <a:xfrm>
              <a:off x="1925455" y="1988248"/>
              <a:ext cx="4459093" cy="830997"/>
            </a:xfrm>
            <a:prstGeom prst="rect">
              <a:avLst/>
            </a:prstGeom>
            <a:noFill/>
          </p:spPr>
          <p:txBody>
            <a:bodyPr wrap="square" rtlCol="0">
              <a:spAutoFit/>
            </a:bodyPr>
            <a:lstStyle/>
            <a:p>
              <a:pPr fontAlgn="auto">
                <a:spcBef>
                  <a:spcPts val="0"/>
                </a:spcBef>
                <a:spcAft>
                  <a:spcPts val="0"/>
                </a:spcAft>
              </a:pPr>
              <a:r>
                <a:rPr lang="ar-SA" sz="2400" b="1" dirty="0">
                  <a:solidFill>
                    <a:prstClr val="black"/>
                  </a:solidFill>
                </a:rPr>
                <a:t>تعلم يدار إلكترونياً بواسطة الحاسب وشبكاته</a:t>
              </a:r>
              <a:endParaRPr lang="en-US" sz="2400" b="1" dirty="0">
                <a:solidFill>
                  <a:prstClr val="black">
                    <a:lumMod val="75000"/>
                    <a:lumOff val="25000"/>
                  </a:prstClr>
                </a:solidFill>
                <a:latin typeface="Lato Black" panose="020F0A02020204030203" pitchFamily="34" charset="0"/>
                <a:cs typeface="Lato Black" panose="020F0A02020204030203" pitchFamily="34" charset="0"/>
              </a:endParaRPr>
            </a:p>
          </p:txBody>
        </p:sp>
      </p:grpSp>
      <p:grpSp>
        <p:nvGrpSpPr>
          <p:cNvPr id="19" name="Group 18"/>
          <p:cNvGrpSpPr/>
          <p:nvPr/>
        </p:nvGrpSpPr>
        <p:grpSpPr>
          <a:xfrm>
            <a:off x="6372981" y="3184344"/>
            <a:ext cx="5391896" cy="861430"/>
            <a:chOff x="6430275" y="1953354"/>
            <a:chExt cx="5391896" cy="861430"/>
          </a:xfrm>
        </p:grpSpPr>
        <p:sp>
          <p:nvSpPr>
            <p:cNvPr id="12" name="Rectangle 11"/>
            <p:cNvSpPr/>
            <p:nvPr/>
          </p:nvSpPr>
          <p:spPr>
            <a:xfrm>
              <a:off x="6430275" y="1953354"/>
              <a:ext cx="861430" cy="861430"/>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dirty="0" smtClean="0">
                  <a:solidFill>
                    <a:prstClr val="white"/>
                  </a:solidFill>
                  <a:latin typeface="FontAwesome" pitchFamily="2" charset="0"/>
                </a:rPr>
                <a:t></a:t>
              </a:r>
              <a:endParaRPr lang="ru-RU" sz="2400" dirty="0">
                <a:solidFill>
                  <a:prstClr val="white"/>
                </a:solidFill>
              </a:endParaRPr>
            </a:p>
          </p:txBody>
        </p:sp>
        <p:sp>
          <p:nvSpPr>
            <p:cNvPr id="25" name="TextBox 24"/>
            <p:cNvSpPr txBox="1"/>
            <p:nvPr/>
          </p:nvSpPr>
          <p:spPr>
            <a:xfrm>
              <a:off x="7656571" y="2138019"/>
              <a:ext cx="4165600" cy="461665"/>
            </a:xfrm>
            <a:prstGeom prst="rect">
              <a:avLst/>
            </a:prstGeom>
            <a:noFill/>
          </p:spPr>
          <p:txBody>
            <a:bodyPr wrap="square" rtlCol="0">
              <a:spAutoFit/>
            </a:bodyPr>
            <a:lstStyle/>
            <a:p>
              <a:pPr fontAlgn="auto">
                <a:spcBef>
                  <a:spcPts val="0"/>
                </a:spcBef>
                <a:spcAft>
                  <a:spcPts val="0"/>
                </a:spcAft>
              </a:pPr>
              <a:r>
                <a:rPr lang="ar-SA" sz="2400" b="1" dirty="0">
                  <a:solidFill>
                    <a:prstClr val="black"/>
                  </a:solidFill>
                </a:rPr>
                <a:t>تعلم يدار معظمه من قبل الأستاذ</a:t>
              </a:r>
              <a:endParaRPr lang="en-US" sz="2400" b="1" dirty="0">
                <a:solidFill>
                  <a:prstClr val="black">
                    <a:lumMod val="75000"/>
                    <a:lumOff val="25000"/>
                  </a:prstClr>
                </a:solidFill>
                <a:latin typeface="Lato Black" panose="020F0A02020204030203" pitchFamily="34" charset="0"/>
                <a:cs typeface="Lato Black" panose="020F0A02020204030203" pitchFamily="34" charset="0"/>
              </a:endParaRPr>
            </a:p>
          </p:txBody>
        </p:sp>
      </p:grpSp>
      <p:sp>
        <p:nvSpPr>
          <p:cNvPr id="46" name="Text Placeholder 5"/>
          <p:cNvSpPr>
            <a:spLocks noGrp="1"/>
          </p:cNvSpPr>
          <p:nvPr>
            <p:ph type="body" sz="quarter" idx="10"/>
          </p:nvPr>
        </p:nvSpPr>
        <p:spPr>
          <a:xfrm>
            <a:off x="1684103" y="602796"/>
            <a:ext cx="2503126" cy="642938"/>
          </a:xfrm>
        </p:spPr>
        <p:txBody>
          <a:bodyPr/>
          <a:lstStyle/>
          <a:p>
            <a:pPr algn="ctr"/>
            <a:r>
              <a:rPr lang="ar-SA" sz="4000" b="1" u="sng" dirty="0">
                <a:solidFill>
                  <a:srgbClr val="C00000"/>
                </a:solidFill>
              </a:rPr>
              <a:t>التغير إلى</a:t>
            </a:r>
            <a:endParaRPr lang="en-US" sz="4000" u="sng" dirty="0">
              <a:solidFill>
                <a:srgbClr val="C00000"/>
              </a:solidFill>
              <a:latin typeface="Lato Light" panose="020F0402020204030203" pitchFamily="34" charset="0"/>
              <a:cs typeface="Lato Light" panose="020F0402020204030203" pitchFamily="34" charset="0"/>
            </a:endParaRPr>
          </a:p>
        </p:txBody>
      </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7991867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fade">
                                      <p:cBhvr>
                                        <p:cTn id="7" dur="500"/>
                                        <p:tgtEl>
                                          <p:spTgt spid="6">
                                            <p:txEl>
                                              <p:pRg st="0" end="0"/>
                                            </p:txEl>
                                          </p:spTgt>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46">
                                            <p:txEl>
                                              <p:pRg st="0" end="0"/>
                                            </p:txEl>
                                          </p:spTgt>
                                        </p:tgtEl>
                                        <p:attrNameLst>
                                          <p:attrName>style.visibility</p:attrName>
                                        </p:attrNameLst>
                                      </p:cBhvr>
                                      <p:to>
                                        <p:strVal val="visible"/>
                                      </p:to>
                                    </p:set>
                                    <p:animEffect transition="in" filter="fade">
                                      <p:cBhvr>
                                        <p:cTn id="11" dur="500"/>
                                        <p:tgtEl>
                                          <p:spTgt spid="46">
                                            <p:txEl>
                                              <p:pRg st="0" end="0"/>
                                            </p:txEl>
                                          </p:spTgt>
                                        </p:tgtEl>
                                      </p:cBhvr>
                                    </p:animEffect>
                                  </p:childTnLst>
                                </p:cTn>
                              </p:par>
                            </p:childTnLst>
                          </p:cTn>
                        </p:par>
                        <p:par>
                          <p:cTn id="12" fill="hold">
                            <p:stCondLst>
                              <p:cond delay="1500"/>
                            </p:stCondLst>
                            <p:childTnLst>
                              <p:par>
                                <p:cTn id="13" presetID="10" presetClass="entr" presetSubtype="0" fill="hold" nodeType="afterEffect">
                                  <p:stCondLst>
                                    <p:cond delay="25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childTnLst>
                          </p:cTn>
                        </p:par>
                        <p:par>
                          <p:cTn id="16" fill="hold">
                            <p:stCondLst>
                              <p:cond delay="2250"/>
                            </p:stCondLst>
                            <p:childTnLst>
                              <p:par>
                                <p:cTn id="17" presetID="10" presetClass="entr" presetSubtype="0" fill="hold" nodeType="afterEffect">
                                  <p:stCondLst>
                                    <p:cond delay="25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bldP spid="46" grpId="0" build="p"/>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 name="Rectangle 312"/>
          <p:cNvSpPr/>
          <p:nvPr/>
        </p:nvSpPr>
        <p:spPr>
          <a:xfrm>
            <a:off x="0" y="0"/>
            <a:ext cx="12192000" cy="6857999"/>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 name="Rectangle 4"/>
          <p:cNvSpPr/>
          <p:nvPr/>
        </p:nvSpPr>
        <p:spPr>
          <a:xfrm>
            <a:off x="0" y="0"/>
            <a:ext cx="12192000" cy="6857999"/>
          </a:xfrm>
          <a:prstGeom prst="rect">
            <a:avLst/>
          </a:prstGeom>
          <a:solidFill>
            <a:srgbClr val="232C3C">
              <a:alpha val="9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TextBox 5"/>
          <p:cNvSpPr txBox="1"/>
          <p:nvPr/>
        </p:nvSpPr>
        <p:spPr>
          <a:xfrm>
            <a:off x="5177722" y="3261217"/>
            <a:ext cx="6241904" cy="830997"/>
          </a:xfrm>
          <a:prstGeom prst="rect">
            <a:avLst/>
          </a:prstGeom>
          <a:noFill/>
          <a:ln>
            <a:noFill/>
          </a:ln>
        </p:spPr>
        <p:txBody>
          <a:bodyPr wrap="square" rtlCol="0">
            <a:spAutoFit/>
          </a:bodyPr>
          <a:lstStyle/>
          <a:p>
            <a:pPr marL="914400" indent="-914400" algn="ctr" rtl="1">
              <a:buFont typeface="+mj-lt"/>
              <a:buAutoNum type="arabicPeriod" startAt="2"/>
            </a:pPr>
            <a:r>
              <a:rPr lang="ar-SA" sz="4800" b="1" u="sng" dirty="0">
                <a:solidFill>
                  <a:srgbClr val="FFFF00"/>
                </a:solidFill>
              </a:rPr>
              <a:t>التعلم عن بعد</a:t>
            </a:r>
            <a:endParaRPr lang="en-US" sz="4800" u="sng" dirty="0">
              <a:solidFill>
                <a:srgbClr val="FFFF00"/>
              </a:solidFill>
            </a:endParaRPr>
          </a:p>
        </p:txBody>
      </p:sp>
      <p:grpSp>
        <p:nvGrpSpPr>
          <p:cNvPr id="82" name="Group 4"/>
          <p:cNvGrpSpPr>
            <a:grpSpLocks noChangeAspect="1"/>
          </p:cNvGrpSpPr>
          <p:nvPr/>
        </p:nvGrpSpPr>
        <p:grpSpPr bwMode="auto">
          <a:xfrm>
            <a:off x="0" y="-1588"/>
            <a:ext cx="6218238" cy="6019800"/>
            <a:chOff x="0" y="-1"/>
            <a:chExt cx="3917" cy="3792"/>
          </a:xfrm>
        </p:grpSpPr>
        <p:grpSp>
          <p:nvGrpSpPr>
            <p:cNvPr id="83" name="Group 205"/>
            <p:cNvGrpSpPr>
              <a:grpSpLocks/>
            </p:cNvGrpSpPr>
            <p:nvPr/>
          </p:nvGrpSpPr>
          <p:grpSpPr bwMode="auto">
            <a:xfrm>
              <a:off x="0" y="-1"/>
              <a:ext cx="3917" cy="3792"/>
              <a:chOff x="0" y="-1"/>
              <a:chExt cx="3917" cy="3792"/>
            </a:xfrm>
          </p:grpSpPr>
          <p:sp>
            <p:nvSpPr>
              <p:cNvPr id="393" name="Freeform 5"/>
              <p:cNvSpPr>
                <a:spLocks/>
              </p:cNvSpPr>
              <p:nvPr/>
            </p:nvSpPr>
            <p:spPr bwMode="auto">
              <a:xfrm>
                <a:off x="0" y="-1"/>
                <a:ext cx="3375" cy="3281"/>
              </a:xfrm>
              <a:custGeom>
                <a:avLst/>
                <a:gdLst>
                  <a:gd name="T0" fmla="*/ 0 w 2670"/>
                  <a:gd name="T1" fmla="*/ 2233 h 2596"/>
                  <a:gd name="T2" fmla="*/ 1030 w 2670"/>
                  <a:gd name="T3" fmla="*/ 2596 h 2596"/>
                  <a:gd name="T4" fmla="*/ 2670 w 2670"/>
                  <a:gd name="T5" fmla="*/ 956 h 2596"/>
                  <a:gd name="T6" fmla="*/ 2362 w 2670"/>
                  <a:gd name="T7" fmla="*/ 0 h 2596"/>
                  <a:gd name="T8" fmla="*/ 0 w 2670"/>
                  <a:gd name="T9" fmla="*/ 0 h 2596"/>
                  <a:gd name="T10" fmla="*/ 0 w 2670"/>
                  <a:gd name="T11" fmla="*/ 2233 h 2596"/>
                </a:gdLst>
                <a:ahLst/>
                <a:cxnLst>
                  <a:cxn ang="0">
                    <a:pos x="T0" y="T1"/>
                  </a:cxn>
                  <a:cxn ang="0">
                    <a:pos x="T2" y="T3"/>
                  </a:cxn>
                  <a:cxn ang="0">
                    <a:pos x="T4" y="T5"/>
                  </a:cxn>
                  <a:cxn ang="0">
                    <a:pos x="T6" y="T7"/>
                  </a:cxn>
                  <a:cxn ang="0">
                    <a:pos x="T8" y="T9"/>
                  </a:cxn>
                  <a:cxn ang="0">
                    <a:pos x="T10" y="T11"/>
                  </a:cxn>
                </a:cxnLst>
                <a:rect l="0" t="0" r="r" b="b"/>
                <a:pathLst>
                  <a:path w="2670" h="2596">
                    <a:moveTo>
                      <a:pt x="0" y="2233"/>
                    </a:moveTo>
                    <a:cubicBezTo>
                      <a:pt x="282" y="2460"/>
                      <a:pt x="640" y="2596"/>
                      <a:pt x="1030" y="2596"/>
                    </a:cubicBezTo>
                    <a:cubicBezTo>
                      <a:pt x="1936" y="2596"/>
                      <a:pt x="2670" y="1862"/>
                      <a:pt x="2670" y="956"/>
                    </a:cubicBezTo>
                    <a:cubicBezTo>
                      <a:pt x="2670" y="599"/>
                      <a:pt x="2556" y="269"/>
                      <a:pt x="2362" y="0"/>
                    </a:cubicBezTo>
                    <a:cubicBezTo>
                      <a:pt x="0" y="0"/>
                      <a:pt x="0" y="0"/>
                      <a:pt x="0" y="0"/>
                    </a:cubicBezTo>
                    <a:cubicBezTo>
                      <a:pt x="0" y="2233"/>
                      <a:pt x="0" y="2233"/>
                      <a:pt x="0" y="2233"/>
                    </a:cubicBezTo>
                  </a:path>
                </a:pathLst>
              </a:custGeom>
              <a:solidFill>
                <a:srgbClr val="A8C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 name="Freeform 6"/>
              <p:cNvSpPr>
                <a:spLocks/>
              </p:cNvSpPr>
              <p:nvPr/>
            </p:nvSpPr>
            <p:spPr bwMode="auto">
              <a:xfrm>
                <a:off x="2047" y="2079"/>
                <a:ext cx="925" cy="907"/>
              </a:xfrm>
              <a:custGeom>
                <a:avLst/>
                <a:gdLst>
                  <a:gd name="T0" fmla="*/ 280 w 732"/>
                  <a:gd name="T1" fmla="*/ 692 h 717"/>
                  <a:gd name="T2" fmla="*/ 400 w 732"/>
                  <a:gd name="T3" fmla="*/ 685 h 717"/>
                  <a:gd name="T4" fmla="*/ 693 w 732"/>
                  <a:gd name="T5" fmla="*/ 417 h 717"/>
                  <a:gd name="T6" fmla="*/ 709 w 732"/>
                  <a:gd name="T7" fmla="*/ 299 h 717"/>
                  <a:gd name="T8" fmla="*/ 548 w 732"/>
                  <a:gd name="T9" fmla="*/ 42 h 717"/>
                  <a:gd name="T10" fmla="*/ 450 w 732"/>
                  <a:gd name="T11" fmla="*/ 29 h 717"/>
                  <a:gd name="T12" fmla="*/ 31 w 732"/>
                  <a:gd name="T13" fmla="*/ 412 h 717"/>
                  <a:gd name="T14" fmla="*/ 36 w 732"/>
                  <a:gd name="T15" fmla="*/ 511 h 717"/>
                  <a:gd name="T16" fmla="*/ 280 w 732"/>
                  <a:gd name="T17" fmla="*/ 692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2" h="717">
                    <a:moveTo>
                      <a:pt x="280" y="692"/>
                    </a:moveTo>
                    <a:cubicBezTo>
                      <a:pt x="314" y="717"/>
                      <a:pt x="368" y="714"/>
                      <a:pt x="400" y="685"/>
                    </a:cubicBezTo>
                    <a:cubicBezTo>
                      <a:pt x="693" y="417"/>
                      <a:pt x="693" y="417"/>
                      <a:pt x="693" y="417"/>
                    </a:cubicBezTo>
                    <a:cubicBezTo>
                      <a:pt x="725" y="388"/>
                      <a:pt x="732" y="335"/>
                      <a:pt x="709" y="299"/>
                    </a:cubicBezTo>
                    <a:cubicBezTo>
                      <a:pt x="548" y="42"/>
                      <a:pt x="548" y="42"/>
                      <a:pt x="548" y="42"/>
                    </a:cubicBezTo>
                    <a:cubicBezTo>
                      <a:pt x="526" y="6"/>
                      <a:pt x="481" y="0"/>
                      <a:pt x="450" y="29"/>
                    </a:cubicBezTo>
                    <a:cubicBezTo>
                      <a:pt x="31" y="412"/>
                      <a:pt x="31" y="412"/>
                      <a:pt x="31" y="412"/>
                    </a:cubicBezTo>
                    <a:cubicBezTo>
                      <a:pt x="0" y="441"/>
                      <a:pt x="2" y="485"/>
                      <a:pt x="36" y="511"/>
                    </a:cubicBezTo>
                    <a:lnTo>
                      <a:pt x="280" y="692"/>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 name="Freeform 7"/>
              <p:cNvSpPr>
                <a:spLocks/>
              </p:cNvSpPr>
              <p:nvPr/>
            </p:nvSpPr>
            <p:spPr bwMode="auto">
              <a:xfrm>
                <a:off x="2076" y="2119"/>
                <a:ext cx="752" cy="750"/>
              </a:xfrm>
              <a:custGeom>
                <a:avLst/>
                <a:gdLst>
                  <a:gd name="T0" fmla="*/ 240 w 752"/>
                  <a:gd name="T1" fmla="*/ 144 h 750"/>
                  <a:gd name="T2" fmla="*/ 427 w 752"/>
                  <a:gd name="T3" fmla="*/ 429 h 750"/>
                  <a:gd name="T4" fmla="*/ 162 w 752"/>
                  <a:gd name="T5" fmla="*/ 216 h 750"/>
                  <a:gd name="T6" fmla="*/ 0 w 752"/>
                  <a:gd name="T7" fmla="*/ 362 h 750"/>
                  <a:gd name="T8" fmla="*/ 355 w 752"/>
                  <a:gd name="T9" fmla="*/ 750 h 750"/>
                  <a:gd name="T10" fmla="*/ 752 w 752"/>
                  <a:gd name="T11" fmla="*/ 386 h 750"/>
                  <a:gd name="T12" fmla="*/ 398 w 752"/>
                  <a:gd name="T13" fmla="*/ 0 h 750"/>
                  <a:gd name="T14" fmla="*/ 240 w 752"/>
                  <a:gd name="T15" fmla="*/ 144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2" h="750">
                    <a:moveTo>
                      <a:pt x="240" y="144"/>
                    </a:moveTo>
                    <a:lnTo>
                      <a:pt x="427" y="429"/>
                    </a:lnTo>
                    <a:lnTo>
                      <a:pt x="162" y="216"/>
                    </a:lnTo>
                    <a:lnTo>
                      <a:pt x="0" y="362"/>
                    </a:lnTo>
                    <a:lnTo>
                      <a:pt x="355" y="750"/>
                    </a:lnTo>
                    <a:lnTo>
                      <a:pt x="752" y="386"/>
                    </a:lnTo>
                    <a:lnTo>
                      <a:pt x="398" y="0"/>
                    </a:lnTo>
                    <a:lnTo>
                      <a:pt x="240" y="144"/>
                    </a:lnTo>
                    <a:close/>
                  </a:path>
                </a:pathLst>
              </a:custGeom>
              <a:solidFill>
                <a:srgbClr val="3449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 name="Freeform 8"/>
              <p:cNvSpPr>
                <a:spLocks/>
              </p:cNvSpPr>
              <p:nvPr/>
            </p:nvSpPr>
            <p:spPr bwMode="auto">
              <a:xfrm>
                <a:off x="2798" y="587"/>
                <a:ext cx="569" cy="897"/>
              </a:xfrm>
              <a:custGeom>
                <a:avLst/>
                <a:gdLst>
                  <a:gd name="T0" fmla="*/ 374 w 450"/>
                  <a:gd name="T1" fmla="*/ 644 h 710"/>
                  <a:gd name="T2" fmla="*/ 450 w 450"/>
                  <a:gd name="T3" fmla="*/ 552 h 710"/>
                  <a:gd name="T4" fmla="*/ 450 w 450"/>
                  <a:gd name="T5" fmla="*/ 154 h 710"/>
                  <a:gd name="T6" fmla="*/ 374 w 450"/>
                  <a:gd name="T7" fmla="*/ 62 h 710"/>
                  <a:gd name="T8" fmla="*/ 76 w 450"/>
                  <a:gd name="T9" fmla="*/ 8 h 710"/>
                  <a:gd name="T10" fmla="*/ 0 w 450"/>
                  <a:gd name="T11" fmla="*/ 72 h 710"/>
                  <a:gd name="T12" fmla="*/ 0 w 450"/>
                  <a:gd name="T13" fmla="*/ 639 h 710"/>
                  <a:gd name="T14" fmla="*/ 76 w 450"/>
                  <a:gd name="T15" fmla="*/ 702 h 710"/>
                  <a:gd name="T16" fmla="*/ 374 w 450"/>
                  <a:gd name="T17" fmla="*/ 644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0" h="710">
                    <a:moveTo>
                      <a:pt x="374" y="644"/>
                    </a:moveTo>
                    <a:cubicBezTo>
                      <a:pt x="416" y="636"/>
                      <a:pt x="450" y="594"/>
                      <a:pt x="450" y="552"/>
                    </a:cubicBezTo>
                    <a:cubicBezTo>
                      <a:pt x="450" y="154"/>
                      <a:pt x="450" y="154"/>
                      <a:pt x="450" y="154"/>
                    </a:cubicBezTo>
                    <a:cubicBezTo>
                      <a:pt x="450" y="111"/>
                      <a:pt x="416" y="70"/>
                      <a:pt x="374" y="62"/>
                    </a:cubicBezTo>
                    <a:cubicBezTo>
                      <a:pt x="76" y="8"/>
                      <a:pt x="76" y="8"/>
                      <a:pt x="76" y="8"/>
                    </a:cubicBezTo>
                    <a:cubicBezTo>
                      <a:pt x="34" y="0"/>
                      <a:pt x="0" y="29"/>
                      <a:pt x="0" y="72"/>
                    </a:cubicBezTo>
                    <a:cubicBezTo>
                      <a:pt x="0" y="639"/>
                      <a:pt x="0" y="639"/>
                      <a:pt x="0" y="639"/>
                    </a:cubicBezTo>
                    <a:cubicBezTo>
                      <a:pt x="0" y="681"/>
                      <a:pt x="34" y="710"/>
                      <a:pt x="76" y="702"/>
                    </a:cubicBezTo>
                    <a:lnTo>
                      <a:pt x="374" y="644"/>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 name="Freeform 9"/>
              <p:cNvSpPr>
                <a:spLocks/>
              </p:cNvSpPr>
              <p:nvPr/>
            </p:nvSpPr>
            <p:spPr bwMode="auto">
              <a:xfrm>
                <a:off x="2703" y="782"/>
                <a:ext cx="525" cy="540"/>
              </a:xfrm>
              <a:custGeom>
                <a:avLst/>
                <a:gdLst>
                  <a:gd name="T0" fmla="*/ 0 w 525"/>
                  <a:gd name="T1" fmla="*/ 215 h 540"/>
                  <a:gd name="T2" fmla="*/ 337 w 525"/>
                  <a:gd name="T3" fmla="*/ 270 h 540"/>
                  <a:gd name="T4" fmla="*/ 0 w 525"/>
                  <a:gd name="T5" fmla="*/ 322 h 540"/>
                  <a:gd name="T6" fmla="*/ 0 w 525"/>
                  <a:gd name="T7" fmla="*/ 540 h 540"/>
                  <a:gd name="T8" fmla="*/ 525 w 525"/>
                  <a:gd name="T9" fmla="*/ 540 h 540"/>
                  <a:gd name="T10" fmla="*/ 525 w 525"/>
                  <a:gd name="T11" fmla="*/ 0 h 540"/>
                  <a:gd name="T12" fmla="*/ 0 w 525"/>
                  <a:gd name="T13" fmla="*/ 0 h 540"/>
                  <a:gd name="T14" fmla="*/ 0 w 525"/>
                  <a:gd name="T15" fmla="*/ 215 h 5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5" h="540">
                    <a:moveTo>
                      <a:pt x="0" y="215"/>
                    </a:moveTo>
                    <a:lnTo>
                      <a:pt x="337" y="270"/>
                    </a:lnTo>
                    <a:lnTo>
                      <a:pt x="0" y="322"/>
                    </a:lnTo>
                    <a:lnTo>
                      <a:pt x="0" y="540"/>
                    </a:lnTo>
                    <a:lnTo>
                      <a:pt x="525" y="540"/>
                    </a:lnTo>
                    <a:lnTo>
                      <a:pt x="525" y="0"/>
                    </a:lnTo>
                    <a:lnTo>
                      <a:pt x="0" y="0"/>
                    </a:lnTo>
                    <a:lnTo>
                      <a:pt x="0" y="215"/>
                    </a:lnTo>
                    <a:close/>
                  </a:path>
                </a:pathLst>
              </a:custGeom>
              <a:solidFill>
                <a:srgbClr val="354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 name="Freeform 10"/>
              <p:cNvSpPr>
                <a:spLocks/>
              </p:cNvSpPr>
              <p:nvPr/>
            </p:nvSpPr>
            <p:spPr bwMode="auto">
              <a:xfrm>
                <a:off x="344" y="2615"/>
                <a:ext cx="887" cy="671"/>
              </a:xfrm>
              <a:custGeom>
                <a:avLst/>
                <a:gdLst>
                  <a:gd name="T0" fmla="*/ 14 w 702"/>
                  <a:gd name="T1" fmla="*/ 376 h 531"/>
                  <a:gd name="T2" fmla="*/ 94 w 702"/>
                  <a:gd name="T3" fmla="*/ 465 h 531"/>
                  <a:gd name="T4" fmla="*/ 487 w 702"/>
                  <a:gd name="T5" fmla="*/ 525 h 531"/>
                  <a:gd name="T6" fmla="*/ 589 w 702"/>
                  <a:gd name="T7" fmla="*/ 463 h 531"/>
                  <a:gd name="T8" fmla="*/ 688 w 702"/>
                  <a:gd name="T9" fmla="*/ 177 h 531"/>
                  <a:gd name="T10" fmla="*/ 636 w 702"/>
                  <a:gd name="T11" fmla="*/ 92 h 531"/>
                  <a:gd name="T12" fmla="*/ 76 w 702"/>
                  <a:gd name="T13" fmla="*/ 6 h 531"/>
                  <a:gd name="T14" fmla="*/ 2 w 702"/>
                  <a:gd name="T15" fmla="*/ 73 h 531"/>
                  <a:gd name="T16" fmla="*/ 14 w 702"/>
                  <a:gd name="T17" fmla="*/ 376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2" h="531">
                    <a:moveTo>
                      <a:pt x="14" y="376"/>
                    </a:moveTo>
                    <a:cubicBezTo>
                      <a:pt x="15" y="418"/>
                      <a:pt x="51" y="459"/>
                      <a:pt x="94" y="465"/>
                    </a:cubicBezTo>
                    <a:cubicBezTo>
                      <a:pt x="487" y="525"/>
                      <a:pt x="487" y="525"/>
                      <a:pt x="487" y="525"/>
                    </a:cubicBezTo>
                    <a:cubicBezTo>
                      <a:pt x="529" y="531"/>
                      <a:pt x="575" y="503"/>
                      <a:pt x="589" y="463"/>
                    </a:cubicBezTo>
                    <a:cubicBezTo>
                      <a:pt x="688" y="177"/>
                      <a:pt x="688" y="177"/>
                      <a:pt x="688" y="177"/>
                    </a:cubicBezTo>
                    <a:cubicBezTo>
                      <a:pt x="702" y="137"/>
                      <a:pt x="678" y="98"/>
                      <a:pt x="636" y="92"/>
                    </a:cubicBezTo>
                    <a:cubicBezTo>
                      <a:pt x="76" y="6"/>
                      <a:pt x="76" y="6"/>
                      <a:pt x="76" y="6"/>
                    </a:cubicBezTo>
                    <a:cubicBezTo>
                      <a:pt x="33" y="0"/>
                      <a:pt x="0" y="30"/>
                      <a:pt x="2" y="73"/>
                    </a:cubicBezTo>
                    <a:lnTo>
                      <a:pt x="14" y="376"/>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 name="Freeform 11"/>
              <p:cNvSpPr>
                <a:spLocks/>
              </p:cNvSpPr>
              <p:nvPr/>
            </p:nvSpPr>
            <p:spPr bwMode="auto">
              <a:xfrm>
                <a:off x="446" y="2609"/>
                <a:ext cx="602" cy="532"/>
              </a:xfrm>
              <a:custGeom>
                <a:avLst/>
                <a:gdLst>
                  <a:gd name="T0" fmla="*/ 388 w 602"/>
                  <a:gd name="T1" fmla="*/ 49 h 532"/>
                  <a:gd name="T2" fmla="*/ 291 w 602"/>
                  <a:gd name="T3" fmla="*/ 330 h 532"/>
                  <a:gd name="T4" fmla="*/ 285 w 602"/>
                  <a:gd name="T5" fmla="*/ 33 h 532"/>
                  <a:gd name="T6" fmla="*/ 69 w 602"/>
                  <a:gd name="T7" fmla="*/ 0 h 532"/>
                  <a:gd name="T8" fmla="*/ 0 w 602"/>
                  <a:gd name="T9" fmla="*/ 451 h 532"/>
                  <a:gd name="T10" fmla="*/ 533 w 602"/>
                  <a:gd name="T11" fmla="*/ 532 h 532"/>
                  <a:gd name="T12" fmla="*/ 602 w 602"/>
                  <a:gd name="T13" fmla="*/ 81 h 532"/>
                  <a:gd name="T14" fmla="*/ 388 w 602"/>
                  <a:gd name="T15" fmla="*/ 49 h 5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2" h="532">
                    <a:moveTo>
                      <a:pt x="388" y="49"/>
                    </a:moveTo>
                    <a:lnTo>
                      <a:pt x="291" y="330"/>
                    </a:lnTo>
                    <a:lnTo>
                      <a:pt x="285" y="33"/>
                    </a:lnTo>
                    <a:lnTo>
                      <a:pt x="69" y="0"/>
                    </a:lnTo>
                    <a:lnTo>
                      <a:pt x="0" y="451"/>
                    </a:lnTo>
                    <a:lnTo>
                      <a:pt x="533" y="532"/>
                    </a:lnTo>
                    <a:lnTo>
                      <a:pt x="602" y="81"/>
                    </a:lnTo>
                    <a:lnTo>
                      <a:pt x="388" y="49"/>
                    </a:lnTo>
                    <a:close/>
                  </a:path>
                </a:pathLst>
              </a:custGeom>
              <a:solidFill>
                <a:srgbClr val="344A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 name="Freeform 12"/>
              <p:cNvSpPr>
                <a:spLocks/>
              </p:cNvSpPr>
              <p:nvPr/>
            </p:nvSpPr>
            <p:spPr bwMode="auto">
              <a:xfrm>
                <a:off x="200" y="3193"/>
                <a:ext cx="933" cy="598"/>
              </a:xfrm>
              <a:custGeom>
                <a:avLst/>
                <a:gdLst>
                  <a:gd name="T0" fmla="*/ 686 w 738"/>
                  <a:gd name="T1" fmla="*/ 149 h 473"/>
                  <a:gd name="T2" fmla="*/ 603 w 738"/>
                  <a:gd name="T3" fmla="*/ 68 h 473"/>
                  <a:gd name="T4" fmla="*/ 197 w 738"/>
                  <a:gd name="T5" fmla="*/ 6 h 473"/>
                  <a:gd name="T6" fmla="*/ 101 w 738"/>
                  <a:gd name="T7" fmla="*/ 62 h 473"/>
                  <a:gd name="T8" fmla="*/ 14 w 738"/>
                  <a:gd name="T9" fmla="*/ 289 h 473"/>
                  <a:gd name="T10" fmla="*/ 56 w 738"/>
                  <a:gd name="T11" fmla="*/ 378 h 473"/>
                  <a:gd name="T12" fmla="*/ 268 w 738"/>
                  <a:gd name="T13" fmla="*/ 449 h 473"/>
                  <a:gd name="T14" fmla="*/ 407 w 738"/>
                  <a:gd name="T15" fmla="*/ 472 h 473"/>
                  <a:gd name="T16" fmla="*/ 673 w 738"/>
                  <a:gd name="T17" fmla="*/ 473 h 473"/>
                  <a:gd name="T18" fmla="*/ 731 w 738"/>
                  <a:gd name="T19" fmla="*/ 403 h 473"/>
                  <a:gd name="T20" fmla="*/ 686 w 738"/>
                  <a:gd name="T21" fmla="*/ 149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8" h="473">
                    <a:moveTo>
                      <a:pt x="686" y="149"/>
                    </a:moveTo>
                    <a:cubicBezTo>
                      <a:pt x="679" y="110"/>
                      <a:pt x="641" y="74"/>
                      <a:pt x="603" y="68"/>
                    </a:cubicBezTo>
                    <a:cubicBezTo>
                      <a:pt x="197" y="6"/>
                      <a:pt x="197" y="6"/>
                      <a:pt x="197" y="6"/>
                    </a:cubicBezTo>
                    <a:cubicBezTo>
                      <a:pt x="158" y="0"/>
                      <a:pt x="115" y="26"/>
                      <a:pt x="101" y="62"/>
                    </a:cubicBezTo>
                    <a:cubicBezTo>
                      <a:pt x="14" y="289"/>
                      <a:pt x="14" y="289"/>
                      <a:pt x="14" y="289"/>
                    </a:cubicBezTo>
                    <a:cubicBezTo>
                      <a:pt x="0" y="326"/>
                      <a:pt x="19" y="366"/>
                      <a:pt x="56" y="378"/>
                    </a:cubicBezTo>
                    <a:cubicBezTo>
                      <a:pt x="268" y="449"/>
                      <a:pt x="268" y="449"/>
                      <a:pt x="268" y="449"/>
                    </a:cubicBezTo>
                    <a:cubicBezTo>
                      <a:pt x="305" y="462"/>
                      <a:pt x="368" y="472"/>
                      <a:pt x="407" y="472"/>
                    </a:cubicBezTo>
                    <a:cubicBezTo>
                      <a:pt x="673" y="473"/>
                      <a:pt x="673" y="473"/>
                      <a:pt x="673" y="473"/>
                    </a:cubicBezTo>
                    <a:cubicBezTo>
                      <a:pt x="712" y="473"/>
                      <a:pt x="738" y="442"/>
                      <a:pt x="731" y="403"/>
                    </a:cubicBezTo>
                    <a:lnTo>
                      <a:pt x="686" y="149"/>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 name="Freeform 13"/>
              <p:cNvSpPr>
                <a:spLocks/>
              </p:cNvSpPr>
              <p:nvPr/>
            </p:nvSpPr>
            <p:spPr bwMode="auto">
              <a:xfrm>
                <a:off x="200" y="3495"/>
                <a:ext cx="933" cy="296"/>
              </a:xfrm>
              <a:custGeom>
                <a:avLst/>
                <a:gdLst>
                  <a:gd name="T0" fmla="*/ 723 w 738"/>
                  <a:gd name="T1" fmla="*/ 118 h 234"/>
                  <a:gd name="T2" fmla="*/ 689 w 738"/>
                  <a:gd name="T3" fmla="*/ 128 h 234"/>
                  <a:gd name="T4" fmla="*/ 423 w 738"/>
                  <a:gd name="T5" fmla="*/ 127 h 234"/>
                  <a:gd name="T6" fmla="*/ 284 w 738"/>
                  <a:gd name="T7" fmla="*/ 104 h 234"/>
                  <a:gd name="T8" fmla="*/ 72 w 738"/>
                  <a:gd name="T9" fmla="*/ 34 h 234"/>
                  <a:gd name="T10" fmla="*/ 33 w 738"/>
                  <a:gd name="T11" fmla="*/ 0 h 234"/>
                  <a:gd name="T12" fmla="*/ 14 w 738"/>
                  <a:gd name="T13" fmla="*/ 50 h 234"/>
                  <a:gd name="T14" fmla="*/ 56 w 738"/>
                  <a:gd name="T15" fmla="*/ 139 h 234"/>
                  <a:gd name="T16" fmla="*/ 268 w 738"/>
                  <a:gd name="T17" fmla="*/ 210 h 234"/>
                  <a:gd name="T18" fmla="*/ 407 w 738"/>
                  <a:gd name="T19" fmla="*/ 233 h 234"/>
                  <a:gd name="T20" fmla="*/ 673 w 738"/>
                  <a:gd name="T21" fmla="*/ 234 h 234"/>
                  <a:gd name="T22" fmla="*/ 731 w 738"/>
                  <a:gd name="T23" fmla="*/ 164 h 234"/>
                  <a:gd name="T24" fmla="*/ 723 w 738"/>
                  <a:gd name="T25" fmla="*/ 11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38" h="234">
                    <a:moveTo>
                      <a:pt x="723" y="118"/>
                    </a:moveTo>
                    <a:cubicBezTo>
                      <a:pt x="714" y="124"/>
                      <a:pt x="702" y="128"/>
                      <a:pt x="689" y="128"/>
                    </a:cubicBezTo>
                    <a:cubicBezTo>
                      <a:pt x="423" y="127"/>
                      <a:pt x="423" y="127"/>
                      <a:pt x="423" y="127"/>
                    </a:cubicBezTo>
                    <a:cubicBezTo>
                      <a:pt x="384" y="127"/>
                      <a:pt x="322" y="117"/>
                      <a:pt x="284" y="104"/>
                    </a:cubicBezTo>
                    <a:cubicBezTo>
                      <a:pt x="72" y="34"/>
                      <a:pt x="72" y="34"/>
                      <a:pt x="72" y="34"/>
                    </a:cubicBezTo>
                    <a:cubicBezTo>
                      <a:pt x="54" y="28"/>
                      <a:pt x="41" y="15"/>
                      <a:pt x="33" y="0"/>
                    </a:cubicBezTo>
                    <a:cubicBezTo>
                      <a:pt x="14" y="50"/>
                      <a:pt x="14" y="50"/>
                      <a:pt x="14" y="50"/>
                    </a:cubicBezTo>
                    <a:cubicBezTo>
                      <a:pt x="0" y="87"/>
                      <a:pt x="19" y="127"/>
                      <a:pt x="56" y="139"/>
                    </a:cubicBezTo>
                    <a:cubicBezTo>
                      <a:pt x="268" y="210"/>
                      <a:pt x="268" y="210"/>
                      <a:pt x="268" y="210"/>
                    </a:cubicBezTo>
                    <a:cubicBezTo>
                      <a:pt x="305" y="223"/>
                      <a:pt x="368" y="233"/>
                      <a:pt x="407" y="233"/>
                    </a:cubicBezTo>
                    <a:cubicBezTo>
                      <a:pt x="673" y="234"/>
                      <a:pt x="673" y="234"/>
                      <a:pt x="673" y="234"/>
                    </a:cubicBezTo>
                    <a:cubicBezTo>
                      <a:pt x="712" y="234"/>
                      <a:pt x="738" y="203"/>
                      <a:pt x="731" y="164"/>
                    </a:cubicBezTo>
                    <a:lnTo>
                      <a:pt x="723" y="118"/>
                    </a:lnTo>
                    <a:close/>
                  </a:path>
                </a:pathLst>
              </a:custGeom>
              <a:solidFill>
                <a:srgbClr val="774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 name="Freeform 14"/>
              <p:cNvSpPr>
                <a:spLocks/>
              </p:cNvSpPr>
              <p:nvPr/>
            </p:nvSpPr>
            <p:spPr bwMode="auto">
              <a:xfrm>
                <a:off x="0" y="-1"/>
                <a:ext cx="3020" cy="2973"/>
              </a:xfrm>
              <a:custGeom>
                <a:avLst/>
                <a:gdLst>
                  <a:gd name="T0" fmla="*/ 0 w 2389"/>
                  <a:gd name="T1" fmla="*/ 0 h 2352"/>
                  <a:gd name="T2" fmla="*/ 0 w 2389"/>
                  <a:gd name="T3" fmla="*/ 1954 h 2352"/>
                  <a:gd name="T4" fmla="*/ 981 w 2389"/>
                  <a:gd name="T5" fmla="*/ 2352 h 2352"/>
                  <a:gd name="T6" fmla="*/ 2389 w 2389"/>
                  <a:gd name="T7" fmla="*/ 945 h 2352"/>
                  <a:gd name="T8" fmla="*/ 2024 w 2389"/>
                  <a:gd name="T9" fmla="*/ 0 h 2352"/>
                  <a:gd name="T10" fmla="*/ 0 w 2389"/>
                  <a:gd name="T11" fmla="*/ 0 h 2352"/>
                </a:gdLst>
                <a:ahLst/>
                <a:cxnLst>
                  <a:cxn ang="0">
                    <a:pos x="T0" y="T1"/>
                  </a:cxn>
                  <a:cxn ang="0">
                    <a:pos x="T2" y="T3"/>
                  </a:cxn>
                  <a:cxn ang="0">
                    <a:pos x="T4" y="T5"/>
                  </a:cxn>
                  <a:cxn ang="0">
                    <a:pos x="T6" y="T7"/>
                  </a:cxn>
                  <a:cxn ang="0">
                    <a:pos x="T8" y="T9"/>
                  </a:cxn>
                  <a:cxn ang="0">
                    <a:pos x="T10" y="T11"/>
                  </a:cxn>
                </a:cxnLst>
                <a:rect l="0" t="0" r="r" b="b"/>
                <a:pathLst>
                  <a:path w="2389" h="2352">
                    <a:moveTo>
                      <a:pt x="0" y="0"/>
                    </a:moveTo>
                    <a:cubicBezTo>
                      <a:pt x="0" y="1954"/>
                      <a:pt x="0" y="1954"/>
                      <a:pt x="0" y="1954"/>
                    </a:cubicBezTo>
                    <a:cubicBezTo>
                      <a:pt x="254" y="2201"/>
                      <a:pt x="600" y="2352"/>
                      <a:pt x="981" y="2352"/>
                    </a:cubicBezTo>
                    <a:cubicBezTo>
                      <a:pt x="1759" y="2352"/>
                      <a:pt x="2389" y="1722"/>
                      <a:pt x="2389" y="945"/>
                    </a:cubicBezTo>
                    <a:cubicBezTo>
                      <a:pt x="2389" y="581"/>
                      <a:pt x="2251" y="249"/>
                      <a:pt x="2024" y="0"/>
                    </a:cubicBezTo>
                    <a:cubicBezTo>
                      <a:pt x="0" y="0"/>
                      <a:pt x="0" y="0"/>
                      <a:pt x="0" y="0"/>
                    </a:cubicBezTo>
                  </a:path>
                </a:pathLst>
              </a:custGeom>
              <a:solidFill>
                <a:srgbClr val="99DD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 name="Freeform 15"/>
              <p:cNvSpPr>
                <a:spLocks/>
              </p:cNvSpPr>
              <p:nvPr/>
            </p:nvSpPr>
            <p:spPr bwMode="auto">
              <a:xfrm>
                <a:off x="0" y="-1"/>
                <a:ext cx="2970" cy="2922"/>
              </a:xfrm>
              <a:custGeom>
                <a:avLst/>
                <a:gdLst>
                  <a:gd name="T0" fmla="*/ 2349 w 2349"/>
                  <a:gd name="T1" fmla="*/ 945 h 2312"/>
                  <a:gd name="T2" fmla="*/ 1970 w 2349"/>
                  <a:gd name="T3" fmla="*/ 0 h 2312"/>
                  <a:gd name="T4" fmla="*/ 0 w 2349"/>
                  <a:gd name="T5" fmla="*/ 0 h 2312"/>
                  <a:gd name="T6" fmla="*/ 0 w 2349"/>
                  <a:gd name="T7" fmla="*/ 1897 h 2312"/>
                  <a:gd name="T8" fmla="*/ 981 w 2349"/>
                  <a:gd name="T9" fmla="*/ 2312 h 2312"/>
                  <a:gd name="T10" fmla="*/ 2349 w 2349"/>
                  <a:gd name="T11" fmla="*/ 945 h 2312"/>
                </a:gdLst>
                <a:ahLst/>
                <a:cxnLst>
                  <a:cxn ang="0">
                    <a:pos x="T0" y="T1"/>
                  </a:cxn>
                  <a:cxn ang="0">
                    <a:pos x="T2" y="T3"/>
                  </a:cxn>
                  <a:cxn ang="0">
                    <a:pos x="T4" y="T5"/>
                  </a:cxn>
                  <a:cxn ang="0">
                    <a:pos x="T6" y="T7"/>
                  </a:cxn>
                  <a:cxn ang="0">
                    <a:pos x="T8" y="T9"/>
                  </a:cxn>
                  <a:cxn ang="0">
                    <a:pos x="T10" y="T11"/>
                  </a:cxn>
                </a:cxnLst>
                <a:rect l="0" t="0" r="r" b="b"/>
                <a:pathLst>
                  <a:path w="2349" h="2312">
                    <a:moveTo>
                      <a:pt x="2349" y="945"/>
                    </a:moveTo>
                    <a:cubicBezTo>
                      <a:pt x="2349" y="578"/>
                      <a:pt x="2204" y="245"/>
                      <a:pt x="1970" y="0"/>
                    </a:cubicBezTo>
                    <a:cubicBezTo>
                      <a:pt x="0" y="0"/>
                      <a:pt x="0" y="0"/>
                      <a:pt x="0" y="0"/>
                    </a:cubicBezTo>
                    <a:cubicBezTo>
                      <a:pt x="0" y="1897"/>
                      <a:pt x="0" y="1897"/>
                      <a:pt x="0" y="1897"/>
                    </a:cubicBezTo>
                    <a:cubicBezTo>
                      <a:pt x="249" y="2153"/>
                      <a:pt x="596" y="2312"/>
                      <a:pt x="981" y="2312"/>
                    </a:cubicBezTo>
                    <a:cubicBezTo>
                      <a:pt x="1736" y="2312"/>
                      <a:pt x="2349" y="1700"/>
                      <a:pt x="2349" y="945"/>
                    </a:cubicBezTo>
                  </a:path>
                </a:pathLst>
              </a:custGeom>
              <a:solidFill>
                <a:srgbClr val="45A0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 name="Freeform 16"/>
              <p:cNvSpPr>
                <a:spLocks/>
              </p:cNvSpPr>
              <p:nvPr/>
            </p:nvSpPr>
            <p:spPr bwMode="auto">
              <a:xfrm>
                <a:off x="3367" y="539"/>
                <a:ext cx="550" cy="944"/>
              </a:xfrm>
              <a:custGeom>
                <a:avLst/>
                <a:gdLst>
                  <a:gd name="T0" fmla="*/ 68 w 435"/>
                  <a:gd name="T1" fmla="*/ 96 h 747"/>
                  <a:gd name="T2" fmla="*/ 0 w 435"/>
                  <a:gd name="T3" fmla="*/ 190 h 747"/>
                  <a:gd name="T4" fmla="*/ 0 w 435"/>
                  <a:gd name="T5" fmla="*/ 600 h 747"/>
                  <a:gd name="T6" fmla="*/ 70 w 435"/>
                  <a:gd name="T7" fmla="*/ 687 h 747"/>
                  <a:gd name="T8" fmla="*/ 307 w 435"/>
                  <a:gd name="T9" fmla="*/ 739 h 747"/>
                  <a:gd name="T10" fmla="*/ 389 w 435"/>
                  <a:gd name="T11" fmla="*/ 684 h 747"/>
                  <a:gd name="T12" fmla="*/ 427 w 435"/>
                  <a:gd name="T13" fmla="*/ 463 h 747"/>
                  <a:gd name="T14" fmla="*/ 429 w 435"/>
                  <a:gd name="T15" fmla="*/ 322 h 747"/>
                  <a:gd name="T16" fmla="*/ 390 w 435"/>
                  <a:gd name="T17" fmla="*/ 60 h 747"/>
                  <a:gd name="T18" fmla="*/ 312 w 435"/>
                  <a:gd name="T19" fmla="*/ 12 h 747"/>
                  <a:gd name="T20" fmla="*/ 68 w 435"/>
                  <a:gd name="T21" fmla="*/ 96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5" h="747">
                    <a:moveTo>
                      <a:pt x="68" y="96"/>
                    </a:moveTo>
                    <a:cubicBezTo>
                      <a:pt x="31" y="108"/>
                      <a:pt x="0" y="151"/>
                      <a:pt x="0" y="190"/>
                    </a:cubicBezTo>
                    <a:cubicBezTo>
                      <a:pt x="0" y="600"/>
                      <a:pt x="0" y="600"/>
                      <a:pt x="0" y="600"/>
                    </a:cubicBezTo>
                    <a:cubicBezTo>
                      <a:pt x="0" y="640"/>
                      <a:pt x="32" y="679"/>
                      <a:pt x="70" y="687"/>
                    </a:cubicBezTo>
                    <a:cubicBezTo>
                      <a:pt x="307" y="739"/>
                      <a:pt x="307" y="739"/>
                      <a:pt x="307" y="739"/>
                    </a:cubicBezTo>
                    <a:cubicBezTo>
                      <a:pt x="346" y="747"/>
                      <a:pt x="383" y="723"/>
                      <a:pt x="389" y="684"/>
                    </a:cubicBezTo>
                    <a:cubicBezTo>
                      <a:pt x="427" y="463"/>
                      <a:pt x="427" y="463"/>
                      <a:pt x="427" y="463"/>
                    </a:cubicBezTo>
                    <a:cubicBezTo>
                      <a:pt x="434" y="425"/>
                      <a:pt x="435" y="361"/>
                      <a:pt x="429" y="322"/>
                    </a:cubicBezTo>
                    <a:cubicBezTo>
                      <a:pt x="390" y="60"/>
                      <a:pt x="390" y="60"/>
                      <a:pt x="390" y="60"/>
                    </a:cubicBezTo>
                    <a:cubicBezTo>
                      <a:pt x="384" y="21"/>
                      <a:pt x="349" y="0"/>
                      <a:pt x="312" y="12"/>
                    </a:cubicBezTo>
                    <a:lnTo>
                      <a:pt x="68" y="96"/>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 name="Freeform 17"/>
              <p:cNvSpPr>
                <a:spLocks/>
              </p:cNvSpPr>
              <p:nvPr/>
            </p:nvSpPr>
            <p:spPr bwMode="auto">
              <a:xfrm>
                <a:off x="3688" y="537"/>
                <a:ext cx="227" cy="946"/>
              </a:xfrm>
              <a:custGeom>
                <a:avLst/>
                <a:gdLst>
                  <a:gd name="T0" fmla="*/ 13 w 180"/>
                  <a:gd name="T1" fmla="*/ 27 h 748"/>
                  <a:gd name="T2" fmla="*/ 28 w 180"/>
                  <a:gd name="T3" fmla="*/ 60 h 748"/>
                  <a:gd name="T4" fmla="*/ 67 w 180"/>
                  <a:gd name="T5" fmla="*/ 323 h 748"/>
                  <a:gd name="T6" fmla="*/ 65 w 180"/>
                  <a:gd name="T7" fmla="*/ 464 h 748"/>
                  <a:gd name="T8" fmla="*/ 27 w 180"/>
                  <a:gd name="T9" fmla="*/ 685 h 748"/>
                  <a:gd name="T10" fmla="*/ 0 w 180"/>
                  <a:gd name="T11" fmla="*/ 728 h 748"/>
                  <a:gd name="T12" fmla="*/ 52 w 180"/>
                  <a:gd name="T13" fmla="*/ 740 h 748"/>
                  <a:gd name="T14" fmla="*/ 134 w 180"/>
                  <a:gd name="T15" fmla="*/ 685 h 748"/>
                  <a:gd name="T16" fmla="*/ 172 w 180"/>
                  <a:gd name="T17" fmla="*/ 464 h 748"/>
                  <a:gd name="T18" fmla="*/ 174 w 180"/>
                  <a:gd name="T19" fmla="*/ 323 h 748"/>
                  <a:gd name="T20" fmla="*/ 135 w 180"/>
                  <a:gd name="T21" fmla="*/ 60 h 748"/>
                  <a:gd name="T22" fmla="*/ 57 w 180"/>
                  <a:gd name="T23" fmla="*/ 12 h 748"/>
                  <a:gd name="T24" fmla="*/ 13 w 180"/>
                  <a:gd name="T25" fmla="*/ 27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748">
                    <a:moveTo>
                      <a:pt x="13" y="27"/>
                    </a:moveTo>
                    <a:cubicBezTo>
                      <a:pt x="20" y="36"/>
                      <a:pt x="26" y="47"/>
                      <a:pt x="28" y="60"/>
                    </a:cubicBezTo>
                    <a:cubicBezTo>
                      <a:pt x="67" y="323"/>
                      <a:pt x="67" y="323"/>
                      <a:pt x="67" y="323"/>
                    </a:cubicBezTo>
                    <a:cubicBezTo>
                      <a:pt x="73" y="362"/>
                      <a:pt x="72" y="425"/>
                      <a:pt x="65" y="464"/>
                    </a:cubicBezTo>
                    <a:cubicBezTo>
                      <a:pt x="27" y="685"/>
                      <a:pt x="27" y="685"/>
                      <a:pt x="27" y="685"/>
                    </a:cubicBezTo>
                    <a:cubicBezTo>
                      <a:pt x="24" y="703"/>
                      <a:pt x="14" y="718"/>
                      <a:pt x="0" y="728"/>
                    </a:cubicBezTo>
                    <a:cubicBezTo>
                      <a:pt x="52" y="740"/>
                      <a:pt x="52" y="740"/>
                      <a:pt x="52" y="740"/>
                    </a:cubicBezTo>
                    <a:cubicBezTo>
                      <a:pt x="91" y="748"/>
                      <a:pt x="127" y="723"/>
                      <a:pt x="134" y="685"/>
                    </a:cubicBezTo>
                    <a:cubicBezTo>
                      <a:pt x="172" y="464"/>
                      <a:pt x="172" y="464"/>
                      <a:pt x="172" y="464"/>
                    </a:cubicBezTo>
                    <a:cubicBezTo>
                      <a:pt x="179" y="425"/>
                      <a:pt x="180" y="362"/>
                      <a:pt x="174" y="323"/>
                    </a:cubicBezTo>
                    <a:cubicBezTo>
                      <a:pt x="135" y="60"/>
                      <a:pt x="135" y="60"/>
                      <a:pt x="135" y="60"/>
                    </a:cubicBezTo>
                    <a:cubicBezTo>
                      <a:pt x="129" y="21"/>
                      <a:pt x="94" y="0"/>
                      <a:pt x="57" y="12"/>
                    </a:cubicBezTo>
                    <a:lnTo>
                      <a:pt x="13" y="27"/>
                    </a:lnTo>
                    <a:close/>
                  </a:path>
                </a:pathLst>
              </a:custGeom>
              <a:solidFill>
                <a:srgbClr val="774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 name="Freeform 18"/>
              <p:cNvSpPr>
                <a:spLocks/>
              </p:cNvSpPr>
              <p:nvPr/>
            </p:nvSpPr>
            <p:spPr bwMode="auto">
              <a:xfrm>
                <a:off x="2496" y="2563"/>
                <a:ext cx="914" cy="852"/>
              </a:xfrm>
              <a:custGeom>
                <a:avLst/>
                <a:gdLst>
                  <a:gd name="T0" fmla="*/ 455 w 723"/>
                  <a:gd name="T1" fmla="*/ 19 h 674"/>
                  <a:gd name="T2" fmla="*/ 339 w 723"/>
                  <a:gd name="T3" fmla="*/ 33 h 674"/>
                  <a:gd name="T4" fmla="*/ 37 w 723"/>
                  <a:gd name="T5" fmla="*/ 310 h 674"/>
                  <a:gd name="T6" fmla="*/ 20 w 723"/>
                  <a:gd name="T7" fmla="*/ 420 h 674"/>
                  <a:gd name="T8" fmla="*/ 142 w 723"/>
                  <a:gd name="T9" fmla="*/ 630 h 674"/>
                  <a:gd name="T10" fmla="*/ 237 w 723"/>
                  <a:gd name="T11" fmla="*/ 653 h 674"/>
                  <a:gd name="T12" fmla="*/ 426 w 723"/>
                  <a:gd name="T13" fmla="*/ 533 h 674"/>
                  <a:gd name="T14" fmla="*/ 531 w 723"/>
                  <a:gd name="T15" fmla="*/ 439 h 674"/>
                  <a:gd name="T16" fmla="*/ 698 w 723"/>
                  <a:gd name="T17" fmla="*/ 233 h 674"/>
                  <a:gd name="T18" fmla="*/ 681 w 723"/>
                  <a:gd name="T19" fmla="*/ 143 h 674"/>
                  <a:gd name="T20" fmla="*/ 455 w 723"/>
                  <a:gd name="T21" fmla="*/ 19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3" h="674">
                    <a:moveTo>
                      <a:pt x="455" y="19"/>
                    </a:moveTo>
                    <a:cubicBezTo>
                      <a:pt x="420" y="0"/>
                      <a:pt x="368" y="6"/>
                      <a:pt x="339" y="33"/>
                    </a:cubicBezTo>
                    <a:cubicBezTo>
                      <a:pt x="37" y="310"/>
                      <a:pt x="37" y="310"/>
                      <a:pt x="37" y="310"/>
                    </a:cubicBezTo>
                    <a:cubicBezTo>
                      <a:pt x="8" y="336"/>
                      <a:pt x="0" y="386"/>
                      <a:pt x="20" y="420"/>
                    </a:cubicBezTo>
                    <a:cubicBezTo>
                      <a:pt x="142" y="630"/>
                      <a:pt x="142" y="630"/>
                      <a:pt x="142" y="630"/>
                    </a:cubicBezTo>
                    <a:cubicBezTo>
                      <a:pt x="161" y="664"/>
                      <a:pt x="204" y="674"/>
                      <a:pt x="237" y="653"/>
                    </a:cubicBezTo>
                    <a:cubicBezTo>
                      <a:pt x="426" y="533"/>
                      <a:pt x="426" y="533"/>
                      <a:pt x="426" y="533"/>
                    </a:cubicBezTo>
                    <a:cubicBezTo>
                      <a:pt x="459" y="511"/>
                      <a:pt x="506" y="469"/>
                      <a:pt x="531" y="439"/>
                    </a:cubicBezTo>
                    <a:cubicBezTo>
                      <a:pt x="698" y="233"/>
                      <a:pt x="698" y="233"/>
                      <a:pt x="698" y="233"/>
                    </a:cubicBezTo>
                    <a:cubicBezTo>
                      <a:pt x="723" y="202"/>
                      <a:pt x="715" y="162"/>
                      <a:pt x="681" y="143"/>
                    </a:cubicBezTo>
                    <a:lnTo>
                      <a:pt x="455" y="19"/>
                    </a:lnTo>
                    <a:close/>
                  </a:path>
                </a:pathLst>
              </a:custGeom>
              <a:solidFill>
                <a:srgbClr val="5F3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 name="Freeform 19"/>
              <p:cNvSpPr>
                <a:spLocks/>
              </p:cNvSpPr>
              <p:nvPr/>
            </p:nvSpPr>
            <p:spPr bwMode="auto">
              <a:xfrm>
                <a:off x="2641" y="2716"/>
                <a:ext cx="769" cy="699"/>
              </a:xfrm>
              <a:custGeom>
                <a:avLst/>
                <a:gdLst>
                  <a:gd name="T0" fmla="*/ 525 w 608"/>
                  <a:gd name="T1" fmla="*/ 0 h 553"/>
                  <a:gd name="T2" fmla="*/ 511 w 608"/>
                  <a:gd name="T3" fmla="*/ 33 h 553"/>
                  <a:gd name="T4" fmla="*/ 344 w 608"/>
                  <a:gd name="T5" fmla="*/ 239 h 553"/>
                  <a:gd name="T6" fmla="*/ 239 w 608"/>
                  <a:gd name="T7" fmla="*/ 333 h 553"/>
                  <a:gd name="T8" fmla="*/ 50 w 608"/>
                  <a:gd name="T9" fmla="*/ 453 h 553"/>
                  <a:gd name="T10" fmla="*/ 0 w 608"/>
                  <a:gd name="T11" fmla="*/ 463 h 553"/>
                  <a:gd name="T12" fmla="*/ 27 w 608"/>
                  <a:gd name="T13" fmla="*/ 509 h 553"/>
                  <a:gd name="T14" fmla="*/ 122 w 608"/>
                  <a:gd name="T15" fmla="*/ 532 h 553"/>
                  <a:gd name="T16" fmla="*/ 311 w 608"/>
                  <a:gd name="T17" fmla="*/ 412 h 553"/>
                  <a:gd name="T18" fmla="*/ 416 w 608"/>
                  <a:gd name="T19" fmla="*/ 318 h 553"/>
                  <a:gd name="T20" fmla="*/ 583 w 608"/>
                  <a:gd name="T21" fmla="*/ 112 h 553"/>
                  <a:gd name="T22" fmla="*/ 566 w 608"/>
                  <a:gd name="T23" fmla="*/ 22 h 553"/>
                  <a:gd name="T24" fmla="*/ 525 w 608"/>
                  <a:gd name="T25" fmla="*/ 0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8" h="553">
                    <a:moveTo>
                      <a:pt x="525" y="0"/>
                    </a:moveTo>
                    <a:cubicBezTo>
                      <a:pt x="524" y="11"/>
                      <a:pt x="519" y="22"/>
                      <a:pt x="511" y="33"/>
                    </a:cubicBezTo>
                    <a:cubicBezTo>
                      <a:pt x="344" y="239"/>
                      <a:pt x="344" y="239"/>
                      <a:pt x="344" y="239"/>
                    </a:cubicBezTo>
                    <a:cubicBezTo>
                      <a:pt x="319" y="269"/>
                      <a:pt x="272" y="311"/>
                      <a:pt x="239" y="333"/>
                    </a:cubicBezTo>
                    <a:cubicBezTo>
                      <a:pt x="50" y="453"/>
                      <a:pt x="50" y="453"/>
                      <a:pt x="50" y="453"/>
                    </a:cubicBezTo>
                    <a:cubicBezTo>
                      <a:pt x="35" y="463"/>
                      <a:pt x="17" y="466"/>
                      <a:pt x="0" y="463"/>
                    </a:cubicBezTo>
                    <a:cubicBezTo>
                      <a:pt x="27" y="509"/>
                      <a:pt x="27" y="509"/>
                      <a:pt x="27" y="509"/>
                    </a:cubicBezTo>
                    <a:cubicBezTo>
                      <a:pt x="46" y="543"/>
                      <a:pt x="89" y="553"/>
                      <a:pt x="122" y="532"/>
                    </a:cubicBezTo>
                    <a:cubicBezTo>
                      <a:pt x="311" y="412"/>
                      <a:pt x="311" y="412"/>
                      <a:pt x="311" y="412"/>
                    </a:cubicBezTo>
                    <a:cubicBezTo>
                      <a:pt x="344" y="390"/>
                      <a:pt x="391" y="348"/>
                      <a:pt x="416" y="318"/>
                    </a:cubicBezTo>
                    <a:cubicBezTo>
                      <a:pt x="583" y="112"/>
                      <a:pt x="583" y="112"/>
                      <a:pt x="583" y="112"/>
                    </a:cubicBezTo>
                    <a:cubicBezTo>
                      <a:pt x="608" y="81"/>
                      <a:pt x="600" y="41"/>
                      <a:pt x="566" y="22"/>
                    </a:cubicBezTo>
                    <a:lnTo>
                      <a:pt x="525" y="0"/>
                    </a:lnTo>
                    <a:close/>
                  </a:path>
                </a:pathLst>
              </a:custGeom>
              <a:solidFill>
                <a:srgbClr val="774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 name="Freeform 20"/>
              <p:cNvSpPr>
                <a:spLocks/>
              </p:cNvSpPr>
              <p:nvPr/>
            </p:nvSpPr>
            <p:spPr bwMode="auto">
              <a:xfrm>
                <a:off x="71" y="1748"/>
                <a:ext cx="1207" cy="915"/>
              </a:xfrm>
              <a:custGeom>
                <a:avLst/>
                <a:gdLst>
                  <a:gd name="T0" fmla="*/ 126 w 955"/>
                  <a:gd name="T1" fmla="*/ 2 h 724"/>
                  <a:gd name="T2" fmla="*/ 938 w 955"/>
                  <a:gd name="T3" fmla="*/ 158 h 724"/>
                  <a:gd name="T4" fmla="*/ 953 w 955"/>
                  <a:gd name="T5" fmla="*/ 180 h 724"/>
                  <a:gd name="T6" fmla="*/ 852 w 955"/>
                  <a:gd name="T7" fmla="*/ 707 h 724"/>
                  <a:gd name="T8" fmla="*/ 830 w 955"/>
                  <a:gd name="T9" fmla="*/ 722 h 724"/>
                  <a:gd name="T10" fmla="*/ 18 w 955"/>
                  <a:gd name="T11" fmla="*/ 566 h 724"/>
                  <a:gd name="T12" fmla="*/ 2 w 955"/>
                  <a:gd name="T13" fmla="*/ 544 h 724"/>
                  <a:gd name="T14" fmla="*/ 104 w 955"/>
                  <a:gd name="T15" fmla="*/ 17 h 724"/>
                  <a:gd name="T16" fmla="*/ 126 w 955"/>
                  <a:gd name="T17" fmla="*/ 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5" h="724">
                    <a:moveTo>
                      <a:pt x="126" y="2"/>
                    </a:moveTo>
                    <a:cubicBezTo>
                      <a:pt x="938" y="158"/>
                      <a:pt x="938" y="158"/>
                      <a:pt x="938" y="158"/>
                    </a:cubicBezTo>
                    <a:cubicBezTo>
                      <a:pt x="949" y="160"/>
                      <a:pt x="955" y="170"/>
                      <a:pt x="953" y="180"/>
                    </a:cubicBezTo>
                    <a:cubicBezTo>
                      <a:pt x="852" y="707"/>
                      <a:pt x="852" y="707"/>
                      <a:pt x="852" y="707"/>
                    </a:cubicBezTo>
                    <a:cubicBezTo>
                      <a:pt x="850" y="717"/>
                      <a:pt x="840" y="724"/>
                      <a:pt x="830" y="722"/>
                    </a:cubicBezTo>
                    <a:cubicBezTo>
                      <a:pt x="18" y="566"/>
                      <a:pt x="18" y="566"/>
                      <a:pt x="18" y="566"/>
                    </a:cubicBezTo>
                    <a:cubicBezTo>
                      <a:pt x="7" y="564"/>
                      <a:pt x="0" y="554"/>
                      <a:pt x="2" y="544"/>
                    </a:cubicBezTo>
                    <a:cubicBezTo>
                      <a:pt x="104" y="17"/>
                      <a:pt x="104" y="17"/>
                      <a:pt x="104" y="17"/>
                    </a:cubicBezTo>
                    <a:cubicBezTo>
                      <a:pt x="106" y="7"/>
                      <a:pt x="116" y="0"/>
                      <a:pt x="126"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 name="Freeform 21"/>
              <p:cNvSpPr>
                <a:spLocks/>
              </p:cNvSpPr>
              <p:nvPr/>
            </p:nvSpPr>
            <p:spPr bwMode="auto">
              <a:xfrm>
                <a:off x="1144" y="2026"/>
                <a:ext cx="53" cy="47"/>
              </a:xfrm>
              <a:custGeom>
                <a:avLst/>
                <a:gdLst>
                  <a:gd name="T0" fmla="*/ 11 w 42"/>
                  <a:gd name="T1" fmla="*/ 1 h 37"/>
                  <a:gd name="T2" fmla="*/ 37 w 42"/>
                  <a:gd name="T3" fmla="*/ 6 h 37"/>
                  <a:gd name="T4" fmla="*/ 42 w 42"/>
                  <a:gd name="T5" fmla="*/ 12 h 37"/>
                  <a:gd name="T6" fmla="*/ 38 w 42"/>
                  <a:gd name="T7" fmla="*/ 32 h 37"/>
                  <a:gd name="T8" fmla="*/ 31 w 42"/>
                  <a:gd name="T9" fmla="*/ 36 h 37"/>
                  <a:gd name="T10" fmla="*/ 5 w 42"/>
                  <a:gd name="T11" fmla="*/ 31 h 37"/>
                  <a:gd name="T12" fmla="*/ 1 w 42"/>
                  <a:gd name="T13" fmla="*/ 25 h 37"/>
                  <a:gd name="T14" fmla="*/ 4 w 42"/>
                  <a:gd name="T15" fmla="*/ 5 h 37"/>
                  <a:gd name="T16" fmla="*/ 11 w 42"/>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11" y="1"/>
                    </a:moveTo>
                    <a:cubicBezTo>
                      <a:pt x="37" y="6"/>
                      <a:pt x="37" y="6"/>
                      <a:pt x="37" y="6"/>
                    </a:cubicBezTo>
                    <a:cubicBezTo>
                      <a:pt x="40" y="6"/>
                      <a:pt x="42" y="9"/>
                      <a:pt x="42" y="12"/>
                    </a:cubicBezTo>
                    <a:cubicBezTo>
                      <a:pt x="38" y="32"/>
                      <a:pt x="38" y="32"/>
                      <a:pt x="38" y="32"/>
                    </a:cubicBezTo>
                    <a:cubicBezTo>
                      <a:pt x="37" y="35"/>
                      <a:pt x="34" y="37"/>
                      <a:pt x="31" y="36"/>
                    </a:cubicBezTo>
                    <a:cubicBezTo>
                      <a:pt x="5" y="31"/>
                      <a:pt x="5" y="31"/>
                      <a:pt x="5" y="31"/>
                    </a:cubicBezTo>
                    <a:cubicBezTo>
                      <a:pt x="2" y="31"/>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 name="Freeform 22"/>
              <p:cNvSpPr>
                <a:spLocks/>
              </p:cNvSpPr>
              <p:nvPr/>
            </p:nvSpPr>
            <p:spPr bwMode="auto">
              <a:xfrm>
                <a:off x="1133" y="2074"/>
                <a:ext cx="55" cy="57"/>
              </a:xfrm>
              <a:custGeom>
                <a:avLst/>
                <a:gdLst>
                  <a:gd name="T0" fmla="*/ 14 w 44"/>
                  <a:gd name="T1" fmla="*/ 0 h 45"/>
                  <a:gd name="T2" fmla="*/ 38 w 44"/>
                  <a:gd name="T3" fmla="*/ 5 h 45"/>
                  <a:gd name="T4" fmla="*/ 43 w 44"/>
                  <a:gd name="T5" fmla="*/ 13 h 45"/>
                  <a:gd name="T6" fmla="*/ 38 w 44"/>
                  <a:gd name="T7" fmla="*/ 39 h 45"/>
                  <a:gd name="T8" fmla="*/ 30 w 44"/>
                  <a:gd name="T9" fmla="*/ 44 h 45"/>
                  <a:gd name="T10" fmla="*/ 6 w 44"/>
                  <a:gd name="T11" fmla="*/ 40 h 45"/>
                  <a:gd name="T12" fmla="*/ 1 w 44"/>
                  <a:gd name="T13" fmla="*/ 32 h 45"/>
                  <a:gd name="T14" fmla="*/ 6 w 44"/>
                  <a:gd name="T15" fmla="*/ 6 h 45"/>
                  <a:gd name="T16" fmla="*/ 14 w 44"/>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14" y="0"/>
                    </a:moveTo>
                    <a:cubicBezTo>
                      <a:pt x="38" y="5"/>
                      <a:pt x="38" y="5"/>
                      <a:pt x="38" y="5"/>
                    </a:cubicBezTo>
                    <a:cubicBezTo>
                      <a:pt x="41" y="5"/>
                      <a:pt x="44" y="9"/>
                      <a:pt x="43" y="13"/>
                    </a:cubicBezTo>
                    <a:cubicBezTo>
                      <a:pt x="38" y="39"/>
                      <a:pt x="38" y="39"/>
                      <a:pt x="38" y="39"/>
                    </a:cubicBezTo>
                    <a:cubicBezTo>
                      <a:pt x="37" y="43"/>
                      <a:pt x="34" y="45"/>
                      <a:pt x="30" y="44"/>
                    </a:cubicBezTo>
                    <a:cubicBezTo>
                      <a:pt x="6" y="40"/>
                      <a:pt x="6" y="40"/>
                      <a:pt x="6"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 name="Freeform 23"/>
              <p:cNvSpPr>
                <a:spLocks/>
              </p:cNvSpPr>
              <p:nvPr/>
            </p:nvSpPr>
            <p:spPr bwMode="auto">
              <a:xfrm>
                <a:off x="1121" y="2132"/>
                <a:ext cx="56" cy="59"/>
              </a:xfrm>
              <a:custGeom>
                <a:avLst/>
                <a:gdLst>
                  <a:gd name="T0" fmla="*/ 14 w 44"/>
                  <a:gd name="T1" fmla="*/ 1 h 46"/>
                  <a:gd name="T2" fmla="*/ 38 w 44"/>
                  <a:gd name="T3" fmla="*/ 5 h 46"/>
                  <a:gd name="T4" fmla="*/ 43 w 44"/>
                  <a:gd name="T5" fmla="*/ 13 h 46"/>
                  <a:gd name="T6" fmla="*/ 38 w 44"/>
                  <a:gd name="T7" fmla="*/ 40 h 46"/>
                  <a:gd name="T8" fmla="*/ 30 w 44"/>
                  <a:gd name="T9" fmla="*/ 45 h 46"/>
                  <a:gd name="T10" fmla="*/ 6 w 44"/>
                  <a:gd name="T11" fmla="*/ 40 h 46"/>
                  <a:gd name="T12" fmla="*/ 1 w 44"/>
                  <a:gd name="T13" fmla="*/ 32 h 46"/>
                  <a:gd name="T14" fmla="*/ 6 w 44"/>
                  <a:gd name="T15" fmla="*/ 6 h 46"/>
                  <a:gd name="T16" fmla="*/ 14 w 44"/>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6">
                    <a:moveTo>
                      <a:pt x="14" y="1"/>
                    </a:moveTo>
                    <a:cubicBezTo>
                      <a:pt x="38" y="5"/>
                      <a:pt x="38" y="5"/>
                      <a:pt x="38" y="5"/>
                    </a:cubicBezTo>
                    <a:cubicBezTo>
                      <a:pt x="42" y="6"/>
                      <a:pt x="44" y="10"/>
                      <a:pt x="43" y="13"/>
                    </a:cubicBezTo>
                    <a:cubicBezTo>
                      <a:pt x="38" y="40"/>
                      <a:pt x="38" y="40"/>
                      <a:pt x="38" y="40"/>
                    </a:cubicBezTo>
                    <a:cubicBezTo>
                      <a:pt x="38" y="43"/>
                      <a:pt x="34" y="46"/>
                      <a:pt x="30" y="45"/>
                    </a:cubicBezTo>
                    <a:cubicBezTo>
                      <a:pt x="6" y="40"/>
                      <a:pt x="6" y="40"/>
                      <a:pt x="6" y="40"/>
                    </a:cubicBezTo>
                    <a:cubicBezTo>
                      <a:pt x="3" y="40"/>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 name="Freeform 24"/>
              <p:cNvSpPr>
                <a:spLocks/>
              </p:cNvSpPr>
              <p:nvPr/>
            </p:nvSpPr>
            <p:spPr bwMode="auto">
              <a:xfrm>
                <a:off x="1111" y="2192"/>
                <a:ext cx="55" cy="57"/>
              </a:xfrm>
              <a:custGeom>
                <a:avLst/>
                <a:gdLst>
                  <a:gd name="T0" fmla="*/ 13 w 43"/>
                  <a:gd name="T1" fmla="*/ 0 h 45"/>
                  <a:gd name="T2" fmla="*/ 37 w 43"/>
                  <a:gd name="T3" fmla="*/ 5 h 45"/>
                  <a:gd name="T4" fmla="*/ 42 w 43"/>
                  <a:gd name="T5" fmla="*/ 13 h 45"/>
                  <a:gd name="T6" fmla="*/ 37 w 43"/>
                  <a:gd name="T7" fmla="*/ 39 h 45"/>
                  <a:gd name="T8" fmla="*/ 29 w 43"/>
                  <a:gd name="T9" fmla="*/ 44 h 45"/>
                  <a:gd name="T10" fmla="*/ 6 w 43"/>
                  <a:gd name="T11" fmla="*/ 40 h 45"/>
                  <a:gd name="T12" fmla="*/ 0 w 43"/>
                  <a:gd name="T13" fmla="*/ 32 h 45"/>
                  <a:gd name="T14" fmla="*/ 5 w 43"/>
                  <a:gd name="T15" fmla="*/ 6 h 45"/>
                  <a:gd name="T16" fmla="*/ 13 w 43"/>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3" y="0"/>
                    </a:moveTo>
                    <a:cubicBezTo>
                      <a:pt x="37" y="5"/>
                      <a:pt x="37" y="5"/>
                      <a:pt x="37" y="5"/>
                    </a:cubicBezTo>
                    <a:cubicBezTo>
                      <a:pt x="41" y="5"/>
                      <a:pt x="43" y="9"/>
                      <a:pt x="42" y="13"/>
                    </a:cubicBezTo>
                    <a:cubicBezTo>
                      <a:pt x="37" y="39"/>
                      <a:pt x="37" y="39"/>
                      <a:pt x="37" y="39"/>
                    </a:cubicBezTo>
                    <a:cubicBezTo>
                      <a:pt x="37" y="43"/>
                      <a:pt x="33" y="45"/>
                      <a:pt x="29" y="44"/>
                    </a:cubicBezTo>
                    <a:cubicBezTo>
                      <a:pt x="6" y="40"/>
                      <a:pt x="6" y="40"/>
                      <a:pt x="6" y="40"/>
                    </a:cubicBezTo>
                    <a:cubicBezTo>
                      <a:pt x="2" y="39"/>
                      <a:pt x="0" y="36"/>
                      <a:pt x="0" y="32"/>
                    </a:cubicBezTo>
                    <a:cubicBezTo>
                      <a:pt x="5" y="6"/>
                      <a:pt x="5" y="6"/>
                      <a:pt x="5" y="6"/>
                    </a:cubicBezTo>
                    <a:cubicBezTo>
                      <a:pt x="6" y="2"/>
                      <a:pt x="10" y="0"/>
                      <a:pt x="13"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 name="Freeform 25"/>
              <p:cNvSpPr>
                <a:spLocks/>
              </p:cNvSpPr>
              <p:nvPr/>
            </p:nvSpPr>
            <p:spPr bwMode="auto">
              <a:xfrm>
                <a:off x="1100" y="2250"/>
                <a:ext cx="54" cy="58"/>
              </a:xfrm>
              <a:custGeom>
                <a:avLst/>
                <a:gdLst>
                  <a:gd name="T0" fmla="*/ 13 w 43"/>
                  <a:gd name="T1" fmla="*/ 1 h 46"/>
                  <a:gd name="T2" fmla="*/ 37 w 43"/>
                  <a:gd name="T3" fmla="*/ 5 h 46"/>
                  <a:gd name="T4" fmla="*/ 42 w 43"/>
                  <a:gd name="T5" fmla="*/ 13 h 46"/>
                  <a:gd name="T6" fmla="*/ 37 w 43"/>
                  <a:gd name="T7" fmla="*/ 40 h 46"/>
                  <a:gd name="T8" fmla="*/ 29 w 43"/>
                  <a:gd name="T9" fmla="*/ 45 h 46"/>
                  <a:gd name="T10" fmla="*/ 6 w 43"/>
                  <a:gd name="T11" fmla="*/ 40 h 46"/>
                  <a:gd name="T12" fmla="*/ 0 w 43"/>
                  <a:gd name="T13" fmla="*/ 32 h 46"/>
                  <a:gd name="T14" fmla="*/ 5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5"/>
                      <a:pt x="37" y="5"/>
                      <a:pt x="37" y="5"/>
                    </a:cubicBezTo>
                    <a:cubicBezTo>
                      <a:pt x="41" y="6"/>
                      <a:pt x="43" y="10"/>
                      <a:pt x="42" y="13"/>
                    </a:cubicBezTo>
                    <a:cubicBezTo>
                      <a:pt x="37" y="40"/>
                      <a:pt x="37" y="40"/>
                      <a:pt x="37" y="40"/>
                    </a:cubicBezTo>
                    <a:cubicBezTo>
                      <a:pt x="37" y="43"/>
                      <a:pt x="33" y="46"/>
                      <a:pt x="29" y="45"/>
                    </a:cubicBezTo>
                    <a:cubicBezTo>
                      <a:pt x="6" y="40"/>
                      <a:pt x="6" y="40"/>
                      <a:pt x="6" y="40"/>
                    </a:cubicBezTo>
                    <a:cubicBezTo>
                      <a:pt x="2" y="40"/>
                      <a:pt x="0" y="36"/>
                      <a:pt x="0" y="32"/>
                    </a:cubicBezTo>
                    <a:cubicBezTo>
                      <a:pt x="5" y="6"/>
                      <a:pt x="5" y="6"/>
                      <a:pt x="5" y="6"/>
                    </a:cubicBezTo>
                    <a:cubicBezTo>
                      <a:pt x="6" y="2"/>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 name="Freeform 26"/>
              <p:cNvSpPr>
                <a:spLocks/>
              </p:cNvSpPr>
              <p:nvPr/>
            </p:nvSpPr>
            <p:spPr bwMode="auto">
              <a:xfrm>
                <a:off x="1089" y="2309"/>
                <a:ext cx="54" cy="57"/>
              </a:xfrm>
              <a:custGeom>
                <a:avLst/>
                <a:gdLst>
                  <a:gd name="T0" fmla="*/ 13 w 43"/>
                  <a:gd name="T1" fmla="*/ 0 h 45"/>
                  <a:gd name="T2" fmla="*/ 37 w 43"/>
                  <a:gd name="T3" fmla="*/ 5 h 45"/>
                  <a:gd name="T4" fmla="*/ 42 w 43"/>
                  <a:gd name="T5" fmla="*/ 13 h 45"/>
                  <a:gd name="T6" fmla="*/ 37 w 43"/>
                  <a:gd name="T7" fmla="*/ 39 h 45"/>
                  <a:gd name="T8" fmla="*/ 30 w 43"/>
                  <a:gd name="T9" fmla="*/ 44 h 45"/>
                  <a:gd name="T10" fmla="*/ 6 w 43"/>
                  <a:gd name="T11" fmla="*/ 40 h 45"/>
                  <a:gd name="T12" fmla="*/ 0 w 43"/>
                  <a:gd name="T13" fmla="*/ 32 h 45"/>
                  <a:gd name="T14" fmla="*/ 5 w 43"/>
                  <a:gd name="T15" fmla="*/ 6 h 45"/>
                  <a:gd name="T16" fmla="*/ 13 w 43"/>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3" y="0"/>
                    </a:moveTo>
                    <a:cubicBezTo>
                      <a:pt x="37" y="5"/>
                      <a:pt x="37" y="5"/>
                      <a:pt x="37" y="5"/>
                    </a:cubicBezTo>
                    <a:cubicBezTo>
                      <a:pt x="41" y="5"/>
                      <a:pt x="43" y="9"/>
                      <a:pt x="42" y="13"/>
                    </a:cubicBezTo>
                    <a:cubicBezTo>
                      <a:pt x="37" y="39"/>
                      <a:pt x="37" y="39"/>
                      <a:pt x="37" y="39"/>
                    </a:cubicBezTo>
                    <a:cubicBezTo>
                      <a:pt x="37" y="43"/>
                      <a:pt x="33" y="45"/>
                      <a:pt x="30" y="44"/>
                    </a:cubicBezTo>
                    <a:cubicBezTo>
                      <a:pt x="6" y="40"/>
                      <a:pt x="6" y="40"/>
                      <a:pt x="6" y="40"/>
                    </a:cubicBezTo>
                    <a:cubicBezTo>
                      <a:pt x="2" y="39"/>
                      <a:pt x="0" y="36"/>
                      <a:pt x="0" y="32"/>
                    </a:cubicBezTo>
                    <a:cubicBezTo>
                      <a:pt x="5" y="6"/>
                      <a:pt x="5" y="6"/>
                      <a:pt x="5" y="6"/>
                    </a:cubicBezTo>
                    <a:cubicBezTo>
                      <a:pt x="6" y="2"/>
                      <a:pt x="10" y="0"/>
                      <a:pt x="13"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 name="Freeform 27"/>
              <p:cNvSpPr>
                <a:spLocks/>
              </p:cNvSpPr>
              <p:nvPr/>
            </p:nvSpPr>
            <p:spPr bwMode="auto">
              <a:xfrm>
                <a:off x="1086" y="2015"/>
                <a:ext cx="53" cy="47"/>
              </a:xfrm>
              <a:custGeom>
                <a:avLst/>
                <a:gdLst>
                  <a:gd name="T0" fmla="*/ 11 w 42"/>
                  <a:gd name="T1" fmla="*/ 1 h 37"/>
                  <a:gd name="T2" fmla="*/ 37 w 42"/>
                  <a:gd name="T3" fmla="*/ 6 h 37"/>
                  <a:gd name="T4" fmla="*/ 41 w 42"/>
                  <a:gd name="T5" fmla="*/ 12 h 37"/>
                  <a:gd name="T6" fmla="*/ 37 w 42"/>
                  <a:gd name="T7" fmla="*/ 32 h 37"/>
                  <a:gd name="T8" fmla="*/ 31 w 42"/>
                  <a:gd name="T9" fmla="*/ 36 h 37"/>
                  <a:gd name="T10" fmla="*/ 5 w 42"/>
                  <a:gd name="T11" fmla="*/ 31 h 37"/>
                  <a:gd name="T12" fmla="*/ 0 w 42"/>
                  <a:gd name="T13" fmla="*/ 25 h 37"/>
                  <a:gd name="T14" fmla="*/ 4 w 42"/>
                  <a:gd name="T15" fmla="*/ 5 h 37"/>
                  <a:gd name="T16" fmla="*/ 11 w 42"/>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11" y="1"/>
                    </a:moveTo>
                    <a:cubicBezTo>
                      <a:pt x="37" y="6"/>
                      <a:pt x="37" y="6"/>
                      <a:pt x="37" y="6"/>
                    </a:cubicBezTo>
                    <a:cubicBezTo>
                      <a:pt x="40" y="7"/>
                      <a:pt x="42" y="9"/>
                      <a:pt x="41" y="12"/>
                    </a:cubicBezTo>
                    <a:cubicBezTo>
                      <a:pt x="37" y="32"/>
                      <a:pt x="37" y="32"/>
                      <a:pt x="37" y="32"/>
                    </a:cubicBezTo>
                    <a:cubicBezTo>
                      <a:pt x="37" y="35"/>
                      <a:pt x="34" y="37"/>
                      <a:pt x="31" y="36"/>
                    </a:cubicBezTo>
                    <a:cubicBezTo>
                      <a:pt x="5" y="31"/>
                      <a:pt x="5" y="31"/>
                      <a:pt x="5" y="31"/>
                    </a:cubicBezTo>
                    <a:cubicBezTo>
                      <a:pt x="2" y="31"/>
                      <a:pt x="0" y="28"/>
                      <a:pt x="0"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 name="Freeform 28"/>
              <p:cNvSpPr>
                <a:spLocks/>
              </p:cNvSpPr>
              <p:nvPr/>
            </p:nvSpPr>
            <p:spPr bwMode="auto">
              <a:xfrm>
                <a:off x="1020" y="2052"/>
                <a:ext cx="110" cy="68"/>
              </a:xfrm>
              <a:custGeom>
                <a:avLst/>
                <a:gdLst>
                  <a:gd name="T0" fmla="*/ 14 w 87"/>
                  <a:gd name="T1" fmla="*/ 1 h 54"/>
                  <a:gd name="T2" fmla="*/ 80 w 87"/>
                  <a:gd name="T3" fmla="*/ 14 h 54"/>
                  <a:gd name="T4" fmla="*/ 86 w 87"/>
                  <a:gd name="T5" fmla="*/ 22 h 54"/>
                  <a:gd name="T6" fmla="*/ 81 w 87"/>
                  <a:gd name="T7" fmla="*/ 48 h 54"/>
                  <a:gd name="T8" fmla="*/ 72 w 87"/>
                  <a:gd name="T9" fmla="*/ 53 h 54"/>
                  <a:gd name="T10" fmla="*/ 7 w 87"/>
                  <a:gd name="T11" fmla="*/ 41 h 54"/>
                  <a:gd name="T12" fmla="*/ 1 w 87"/>
                  <a:gd name="T13" fmla="*/ 32 h 54"/>
                  <a:gd name="T14" fmla="*/ 6 w 87"/>
                  <a:gd name="T15" fmla="*/ 7 h 54"/>
                  <a:gd name="T16" fmla="*/ 14 w 87"/>
                  <a:gd name="T17"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54">
                    <a:moveTo>
                      <a:pt x="14" y="1"/>
                    </a:moveTo>
                    <a:cubicBezTo>
                      <a:pt x="80" y="14"/>
                      <a:pt x="80" y="14"/>
                      <a:pt x="80" y="14"/>
                    </a:cubicBezTo>
                    <a:cubicBezTo>
                      <a:pt x="84" y="15"/>
                      <a:pt x="87" y="18"/>
                      <a:pt x="86" y="22"/>
                    </a:cubicBezTo>
                    <a:cubicBezTo>
                      <a:pt x="81" y="48"/>
                      <a:pt x="81" y="48"/>
                      <a:pt x="81" y="48"/>
                    </a:cubicBezTo>
                    <a:cubicBezTo>
                      <a:pt x="80" y="52"/>
                      <a:pt x="76" y="54"/>
                      <a:pt x="72" y="53"/>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 name="Freeform 29"/>
              <p:cNvSpPr>
                <a:spLocks/>
              </p:cNvSpPr>
              <p:nvPr/>
            </p:nvSpPr>
            <p:spPr bwMode="auto">
              <a:xfrm>
                <a:off x="1047" y="2119"/>
                <a:ext cx="72" cy="60"/>
              </a:xfrm>
              <a:custGeom>
                <a:avLst/>
                <a:gdLst>
                  <a:gd name="T0" fmla="*/ 15 w 57"/>
                  <a:gd name="T1" fmla="*/ 0 h 48"/>
                  <a:gd name="T2" fmla="*/ 50 w 57"/>
                  <a:gd name="T3" fmla="*/ 7 h 48"/>
                  <a:gd name="T4" fmla="*/ 56 w 57"/>
                  <a:gd name="T5" fmla="*/ 16 h 48"/>
                  <a:gd name="T6" fmla="*/ 51 w 57"/>
                  <a:gd name="T7" fmla="*/ 41 h 48"/>
                  <a:gd name="T8" fmla="*/ 43 w 57"/>
                  <a:gd name="T9" fmla="*/ 47 h 48"/>
                  <a:gd name="T10" fmla="*/ 7 w 57"/>
                  <a:gd name="T11" fmla="*/ 40 h 48"/>
                  <a:gd name="T12" fmla="*/ 1 w 57"/>
                  <a:gd name="T13" fmla="*/ 32 h 48"/>
                  <a:gd name="T14" fmla="*/ 6 w 57"/>
                  <a:gd name="T15" fmla="*/ 6 h 48"/>
                  <a:gd name="T16" fmla="*/ 15 w 57"/>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8">
                    <a:moveTo>
                      <a:pt x="15" y="0"/>
                    </a:moveTo>
                    <a:cubicBezTo>
                      <a:pt x="50" y="7"/>
                      <a:pt x="50" y="7"/>
                      <a:pt x="50" y="7"/>
                    </a:cubicBezTo>
                    <a:cubicBezTo>
                      <a:pt x="54" y="8"/>
                      <a:pt x="57" y="12"/>
                      <a:pt x="56" y="16"/>
                    </a:cubicBezTo>
                    <a:cubicBezTo>
                      <a:pt x="51" y="41"/>
                      <a:pt x="51" y="41"/>
                      <a:pt x="51" y="41"/>
                    </a:cubicBezTo>
                    <a:cubicBezTo>
                      <a:pt x="50" y="45"/>
                      <a:pt x="46" y="48"/>
                      <a:pt x="43" y="47"/>
                    </a:cubicBezTo>
                    <a:cubicBezTo>
                      <a:pt x="7" y="40"/>
                      <a:pt x="7" y="40"/>
                      <a:pt x="7" y="40"/>
                    </a:cubicBezTo>
                    <a:cubicBezTo>
                      <a:pt x="3" y="39"/>
                      <a:pt x="0" y="36"/>
                      <a:pt x="1" y="32"/>
                    </a:cubicBezTo>
                    <a:cubicBezTo>
                      <a:pt x="6" y="6"/>
                      <a:pt x="6" y="6"/>
                      <a:pt x="6" y="6"/>
                    </a:cubicBezTo>
                    <a:cubicBezTo>
                      <a:pt x="7" y="2"/>
                      <a:pt x="11" y="0"/>
                      <a:pt x="15"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 name="Freeform 30"/>
              <p:cNvSpPr>
                <a:spLocks/>
              </p:cNvSpPr>
              <p:nvPr/>
            </p:nvSpPr>
            <p:spPr bwMode="auto">
              <a:xfrm>
                <a:off x="991" y="2168"/>
                <a:ext cx="116" cy="69"/>
              </a:xfrm>
              <a:custGeom>
                <a:avLst/>
                <a:gdLst>
                  <a:gd name="T0" fmla="*/ 14 w 92"/>
                  <a:gd name="T1" fmla="*/ 1 h 55"/>
                  <a:gd name="T2" fmla="*/ 85 w 92"/>
                  <a:gd name="T3" fmla="*/ 15 h 55"/>
                  <a:gd name="T4" fmla="*/ 91 w 92"/>
                  <a:gd name="T5" fmla="*/ 23 h 55"/>
                  <a:gd name="T6" fmla="*/ 86 w 92"/>
                  <a:gd name="T7" fmla="*/ 49 h 55"/>
                  <a:gd name="T8" fmla="*/ 78 w 92"/>
                  <a:gd name="T9" fmla="*/ 54 h 55"/>
                  <a:gd name="T10" fmla="*/ 7 w 92"/>
                  <a:gd name="T11" fmla="*/ 41 h 55"/>
                  <a:gd name="T12" fmla="*/ 1 w 92"/>
                  <a:gd name="T13" fmla="*/ 32 h 55"/>
                  <a:gd name="T14" fmla="*/ 6 w 92"/>
                  <a:gd name="T15" fmla="*/ 7 h 55"/>
                  <a:gd name="T16" fmla="*/ 14 w 92"/>
                  <a:gd name="T17"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55">
                    <a:moveTo>
                      <a:pt x="14" y="1"/>
                    </a:moveTo>
                    <a:cubicBezTo>
                      <a:pt x="85" y="15"/>
                      <a:pt x="85" y="15"/>
                      <a:pt x="85" y="15"/>
                    </a:cubicBezTo>
                    <a:cubicBezTo>
                      <a:pt x="89" y="16"/>
                      <a:pt x="92" y="19"/>
                      <a:pt x="91" y="23"/>
                    </a:cubicBezTo>
                    <a:cubicBezTo>
                      <a:pt x="86" y="49"/>
                      <a:pt x="86" y="49"/>
                      <a:pt x="86" y="49"/>
                    </a:cubicBezTo>
                    <a:cubicBezTo>
                      <a:pt x="85" y="53"/>
                      <a:pt x="81" y="55"/>
                      <a:pt x="78" y="54"/>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 name="Freeform 31"/>
              <p:cNvSpPr>
                <a:spLocks/>
              </p:cNvSpPr>
              <p:nvPr/>
            </p:nvSpPr>
            <p:spPr bwMode="auto">
              <a:xfrm>
                <a:off x="1040" y="2239"/>
                <a:ext cx="56" cy="58"/>
              </a:xfrm>
              <a:custGeom>
                <a:avLst/>
                <a:gdLst>
                  <a:gd name="T0" fmla="*/ 14 w 44"/>
                  <a:gd name="T1" fmla="*/ 1 h 46"/>
                  <a:gd name="T2" fmla="*/ 38 w 44"/>
                  <a:gd name="T3" fmla="*/ 5 h 46"/>
                  <a:gd name="T4" fmla="*/ 43 w 44"/>
                  <a:gd name="T5" fmla="*/ 13 h 46"/>
                  <a:gd name="T6" fmla="*/ 38 w 44"/>
                  <a:gd name="T7" fmla="*/ 40 h 46"/>
                  <a:gd name="T8" fmla="*/ 30 w 44"/>
                  <a:gd name="T9" fmla="*/ 45 h 46"/>
                  <a:gd name="T10" fmla="*/ 6 w 44"/>
                  <a:gd name="T11" fmla="*/ 40 h 46"/>
                  <a:gd name="T12" fmla="*/ 1 w 44"/>
                  <a:gd name="T13" fmla="*/ 33 h 46"/>
                  <a:gd name="T14" fmla="*/ 6 w 44"/>
                  <a:gd name="T15" fmla="*/ 6 h 46"/>
                  <a:gd name="T16" fmla="*/ 14 w 44"/>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6">
                    <a:moveTo>
                      <a:pt x="14" y="1"/>
                    </a:moveTo>
                    <a:cubicBezTo>
                      <a:pt x="38" y="5"/>
                      <a:pt x="38" y="5"/>
                      <a:pt x="38" y="5"/>
                    </a:cubicBezTo>
                    <a:cubicBezTo>
                      <a:pt x="41" y="6"/>
                      <a:pt x="44" y="10"/>
                      <a:pt x="43" y="13"/>
                    </a:cubicBezTo>
                    <a:cubicBezTo>
                      <a:pt x="38" y="40"/>
                      <a:pt x="38" y="40"/>
                      <a:pt x="38" y="40"/>
                    </a:cubicBezTo>
                    <a:cubicBezTo>
                      <a:pt x="37" y="43"/>
                      <a:pt x="34" y="46"/>
                      <a:pt x="30" y="45"/>
                    </a:cubicBezTo>
                    <a:cubicBezTo>
                      <a:pt x="6" y="40"/>
                      <a:pt x="6" y="40"/>
                      <a:pt x="6" y="40"/>
                    </a:cubicBezTo>
                    <a:cubicBezTo>
                      <a:pt x="3" y="40"/>
                      <a:pt x="0" y="36"/>
                      <a:pt x="1" y="33"/>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 name="Freeform 32"/>
              <p:cNvSpPr>
                <a:spLocks/>
              </p:cNvSpPr>
              <p:nvPr/>
            </p:nvSpPr>
            <p:spPr bwMode="auto">
              <a:xfrm>
                <a:off x="1029" y="2298"/>
                <a:ext cx="56" cy="57"/>
              </a:xfrm>
              <a:custGeom>
                <a:avLst/>
                <a:gdLst>
                  <a:gd name="T0" fmla="*/ 14 w 44"/>
                  <a:gd name="T1" fmla="*/ 0 h 45"/>
                  <a:gd name="T2" fmla="*/ 38 w 44"/>
                  <a:gd name="T3" fmla="*/ 5 h 45"/>
                  <a:gd name="T4" fmla="*/ 43 w 44"/>
                  <a:gd name="T5" fmla="*/ 13 h 45"/>
                  <a:gd name="T6" fmla="*/ 38 w 44"/>
                  <a:gd name="T7" fmla="*/ 39 h 45"/>
                  <a:gd name="T8" fmla="*/ 30 w 44"/>
                  <a:gd name="T9" fmla="*/ 45 h 45"/>
                  <a:gd name="T10" fmla="*/ 6 w 44"/>
                  <a:gd name="T11" fmla="*/ 40 h 45"/>
                  <a:gd name="T12" fmla="*/ 1 w 44"/>
                  <a:gd name="T13" fmla="*/ 32 h 45"/>
                  <a:gd name="T14" fmla="*/ 6 w 44"/>
                  <a:gd name="T15" fmla="*/ 6 h 45"/>
                  <a:gd name="T16" fmla="*/ 14 w 44"/>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14" y="0"/>
                    </a:moveTo>
                    <a:cubicBezTo>
                      <a:pt x="38" y="5"/>
                      <a:pt x="38" y="5"/>
                      <a:pt x="38" y="5"/>
                    </a:cubicBezTo>
                    <a:cubicBezTo>
                      <a:pt x="41" y="6"/>
                      <a:pt x="44" y="9"/>
                      <a:pt x="43" y="13"/>
                    </a:cubicBezTo>
                    <a:cubicBezTo>
                      <a:pt x="38" y="39"/>
                      <a:pt x="38" y="39"/>
                      <a:pt x="38" y="39"/>
                    </a:cubicBezTo>
                    <a:cubicBezTo>
                      <a:pt x="37" y="43"/>
                      <a:pt x="34" y="45"/>
                      <a:pt x="30" y="45"/>
                    </a:cubicBezTo>
                    <a:cubicBezTo>
                      <a:pt x="6" y="40"/>
                      <a:pt x="6" y="40"/>
                      <a:pt x="6"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 name="Freeform 33"/>
              <p:cNvSpPr>
                <a:spLocks/>
              </p:cNvSpPr>
              <p:nvPr/>
            </p:nvSpPr>
            <p:spPr bwMode="auto">
              <a:xfrm>
                <a:off x="1032" y="2005"/>
                <a:ext cx="48" cy="45"/>
              </a:xfrm>
              <a:custGeom>
                <a:avLst/>
                <a:gdLst>
                  <a:gd name="T0" fmla="*/ 11 w 38"/>
                  <a:gd name="T1" fmla="*/ 1 h 36"/>
                  <a:gd name="T2" fmla="*/ 34 w 38"/>
                  <a:gd name="T3" fmla="*/ 5 h 36"/>
                  <a:gd name="T4" fmla="*/ 38 w 38"/>
                  <a:gd name="T5" fmla="*/ 11 h 36"/>
                  <a:gd name="T6" fmla="*/ 34 w 38"/>
                  <a:gd name="T7" fmla="*/ 31 h 36"/>
                  <a:gd name="T8" fmla="*/ 28 w 38"/>
                  <a:gd name="T9" fmla="*/ 35 h 36"/>
                  <a:gd name="T10" fmla="*/ 5 w 38"/>
                  <a:gd name="T11" fmla="*/ 31 h 36"/>
                  <a:gd name="T12" fmla="*/ 1 w 38"/>
                  <a:gd name="T13" fmla="*/ 25 h 36"/>
                  <a:gd name="T14" fmla="*/ 4 w 38"/>
                  <a:gd name="T15" fmla="*/ 5 h 36"/>
                  <a:gd name="T16" fmla="*/ 11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1" y="1"/>
                    </a:moveTo>
                    <a:cubicBezTo>
                      <a:pt x="34" y="5"/>
                      <a:pt x="34" y="5"/>
                      <a:pt x="34" y="5"/>
                    </a:cubicBezTo>
                    <a:cubicBezTo>
                      <a:pt x="37" y="6"/>
                      <a:pt x="38" y="9"/>
                      <a:pt x="38" y="11"/>
                    </a:cubicBezTo>
                    <a:cubicBezTo>
                      <a:pt x="34" y="31"/>
                      <a:pt x="34" y="31"/>
                      <a:pt x="34" y="31"/>
                    </a:cubicBezTo>
                    <a:cubicBezTo>
                      <a:pt x="34" y="34"/>
                      <a:pt x="31" y="36"/>
                      <a:pt x="28" y="35"/>
                    </a:cubicBezTo>
                    <a:cubicBezTo>
                      <a:pt x="5" y="31"/>
                      <a:pt x="5" y="31"/>
                      <a:pt x="5" y="31"/>
                    </a:cubicBezTo>
                    <a:cubicBezTo>
                      <a:pt x="2" y="30"/>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 name="Freeform 34"/>
              <p:cNvSpPr>
                <a:spLocks/>
              </p:cNvSpPr>
              <p:nvPr/>
            </p:nvSpPr>
            <p:spPr bwMode="auto">
              <a:xfrm>
                <a:off x="977" y="1995"/>
                <a:ext cx="48" cy="45"/>
              </a:xfrm>
              <a:custGeom>
                <a:avLst/>
                <a:gdLst>
                  <a:gd name="T0" fmla="*/ 10 w 38"/>
                  <a:gd name="T1" fmla="*/ 0 h 36"/>
                  <a:gd name="T2" fmla="*/ 33 w 38"/>
                  <a:gd name="T3" fmla="*/ 5 h 36"/>
                  <a:gd name="T4" fmla="*/ 37 w 38"/>
                  <a:gd name="T5" fmla="*/ 11 h 36"/>
                  <a:gd name="T6" fmla="*/ 34 w 38"/>
                  <a:gd name="T7" fmla="*/ 31 h 36"/>
                  <a:gd name="T8" fmla="*/ 27 w 38"/>
                  <a:gd name="T9" fmla="*/ 35 h 36"/>
                  <a:gd name="T10" fmla="*/ 5 w 38"/>
                  <a:gd name="T11" fmla="*/ 31 h 36"/>
                  <a:gd name="T12" fmla="*/ 0 w 38"/>
                  <a:gd name="T13" fmla="*/ 24 h 36"/>
                  <a:gd name="T14" fmla="*/ 4 w 38"/>
                  <a:gd name="T15" fmla="*/ 5 h 36"/>
                  <a:gd name="T16" fmla="*/ 10 w 38"/>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0"/>
                    </a:moveTo>
                    <a:cubicBezTo>
                      <a:pt x="33" y="5"/>
                      <a:pt x="33" y="5"/>
                      <a:pt x="33" y="5"/>
                    </a:cubicBezTo>
                    <a:cubicBezTo>
                      <a:pt x="36" y="5"/>
                      <a:pt x="38" y="8"/>
                      <a:pt x="37" y="11"/>
                    </a:cubicBezTo>
                    <a:cubicBezTo>
                      <a:pt x="34" y="31"/>
                      <a:pt x="34" y="31"/>
                      <a:pt x="34" y="31"/>
                    </a:cubicBezTo>
                    <a:cubicBezTo>
                      <a:pt x="33" y="34"/>
                      <a:pt x="30" y="36"/>
                      <a:pt x="27" y="35"/>
                    </a:cubicBezTo>
                    <a:cubicBezTo>
                      <a:pt x="5" y="31"/>
                      <a:pt x="5" y="31"/>
                      <a:pt x="5" y="31"/>
                    </a:cubicBezTo>
                    <a:cubicBezTo>
                      <a:pt x="2" y="30"/>
                      <a:pt x="0" y="27"/>
                      <a:pt x="0" y="24"/>
                    </a:cubicBezTo>
                    <a:cubicBezTo>
                      <a:pt x="4" y="5"/>
                      <a:pt x="4" y="5"/>
                      <a:pt x="4" y="5"/>
                    </a:cubicBezTo>
                    <a:cubicBezTo>
                      <a:pt x="4" y="2"/>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 name="Freeform 35"/>
              <p:cNvSpPr>
                <a:spLocks/>
              </p:cNvSpPr>
              <p:nvPr/>
            </p:nvSpPr>
            <p:spPr bwMode="auto">
              <a:xfrm>
                <a:off x="922" y="1983"/>
                <a:ext cx="48" cy="46"/>
              </a:xfrm>
              <a:custGeom>
                <a:avLst/>
                <a:gdLst>
                  <a:gd name="T0" fmla="*/ 11 w 38"/>
                  <a:gd name="T1" fmla="*/ 1 h 36"/>
                  <a:gd name="T2" fmla="*/ 34 w 38"/>
                  <a:gd name="T3" fmla="*/ 5 h 36"/>
                  <a:gd name="T4" fmla="*/ 38 w 38"/>
                  <a:gd name="T5" fmla="*/ 12 h 36"/>
                  <a:gd name="T6" fmla="*/ 34 w 38"/>
                  <a:gd name="T7" fmla="*/ 31 h 36"/>
                  <a:gd name="T8" fmla="*/ 28 w 38"/>
                  <a:gd name="T9" fmla="*/ 36 h 36"/>
                  <a:gd name="T10" fmla="*/ 5 w 38"/>
                  <a:gd name="T11" fmla="*/ 31 h 36"/>
                  <a:gd name="T12" fmla="*/ 1 w 38"/>
                  <a:gd name="T13" fmla="*/ 25 h 36"/>
                  <a:gd name="T14" fmla="*/ 4 w 38"/>
                  <a:gd name="T15" fmla="*/ 5 h 36"/>
                  <a:gd name="T16" fmla="*/ 11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1" y="1"/>
                    </a:moveTo>
                    <a:cubicBezTo>
                      <a:pt x="34" y="5"/>
                      <a:pt x="34" y="5"/>
                      <a:pt x="34" y="5"/>
                    </a:cubicBezTo>
                    <a:cubicBezTo>
                      <a:pt x="37" y="6"/>
                      <a:pt x="38" y="9"/>
                      <a:pt x="38" y="12"/>
                    </a:cubicBezTo>
                    <a:cubicBezTo>
                      <a:pt x="34" y="31"/>
                      <a:pt x="34" y="31"/>
                      <a:pt x="34" y="31"/>
                    </a:cubicBezTo>
                    <a:cubicBezTo>
                      <a:pt x="34" y="34"/>
                      <a:pt x="31" y="36"/>
                      <a:pt x="28" y="36"/>
                    </a:cubicBezTo>
                    <a:cubicBezTo>
                      <a:pt x="5" y="31"/>
                      <a:pt x="5" y="31"/>
                      <a:pt x="5" y="31"/>
                    </a:cubicBezTo>
                    <a:cubicBezTo>
                      <a:pt x="2" y="31"/>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 name="Freeform 36"/>
              <p:cNvSpPr>
                <a:spLocks/>
              </p:cNvSpPr>
              <p:nvPr/>
            </p:nvSpPr>
            <p:spPr bwMode="auto">
              <a:xfrm>
                <a:off x="867" y="1973"/>
                <a:ext cx="48" cy="46"/>
              </a:xfrm>
              <a:custGeom>
                <a:avLst/>
                <a:gdLst>
                  <a:gd name="T0" fmla="*/ 10 w 38"/>
                  <a:gd name="T1" fmla="*/ 1 h 36"/>
                  <a:gd name="T2" fmla="*/ 33 w 38"/>
                  <a:gd name="T3" fmla="*/ 5 h 36"/>
                  <a:gd name="T4" fmla="*/ 37 w 38"/>
                  <a:gd name="T5" fmla="*/ 11 h 36"/>
                  <a:gd name="T6" fmla="*/ 34 w 38"/>
                  <a:gd name="T7" fmla="*/ 31 h 36"/>
                  <a:gd name="T8" fmla="*/ 27 w 38"/>
                  <a:gd name="T9" fmla="*/ 35 h 36"/>
                  <a:gd name="T10" fmla="*/ 5 w 38"/>
                  <a:gd name="T11" fmla="*/ 31 h 36"/>
                  <a:gd name="T12" fmla="*/ 0 w 38"/>
                  <a:gd name="T13" fmla="*/ 24 h 36"/>
                  <a:gd name="T14" fmla="*/ 4 w 38"/>
                  <a:gd name="T15" fmla="*/ 5 h 36"/>
                  <a:gd name="T16" fmla="*/ 10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1"/>
                    </a:moveTo>
                    <a:cubicBezTo>
                      <a:pt x="33" y="5"/>
                      <a:pt x="33" y="5"/>
                      <a:pt x="33" y="5"/>
                    </a:cubicBezTo>
                    <a:cubicBezTo>
                      <a:pt x="36" y="6"/>
                      <a:pt x="38" y="8"/>
                      <a:pt x="37" y="11"/>
                    </a:cubicBezTo>
                    <a:cubicBezTo>
                      <a:pt x="34" y="31"/>
                      <a:pt x="34" y="31"/>
                      <a:pt x="34" y="31"/>
                    </a:cubicBezTo>
                    <a:cubicBezTo>
                      <a:pt x="33" y="34"/>
                      <a:pt x="30" y="36"/>
                      <a:pt x="27" y="35"/>
                    </a:cubicBezTo>
                    <a:cubicBezTo>
                      <a:pt x="5" y="31"/>
                      <a:pt x="5" y="31"/>
                      <a:pt x="5" y="31"/>
                    </a:cubicBezTo>
                    <a:cubicBezTo>
                      <a:pt x="2" y="30"/>
                      <a:pt x="0" y="27"/>
                      <a:pt x="0" y="24"/>
                    </a:cubicBezTo>
                    <a:cubicBezTo>
                      <a:pt x="4" y="5"/>
                      <a:pt x="4" y="5"/>
                      <a:pt x="4" y="5"/>
                    </a:cubicBezTo>
                    <a:cubicBezTo>
                      <a:pt x="4" y="2"/>
                      <a:pt x="7" y="0"/>
                      <a:pt x="10"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 name="Freeform 37"/>
              <p:cNvSpPr>
                <a:spLocks/>
              </p:cNvSpPr>
              <p:nvPr/>
            </p:nvSpPr>
            <p:spPr bwMode="auto">
              <a:xfrm>
                <a:off x="812" y="1963"/>
                <a:ext cx="49" cy="46"/>
              </a:xfrm>
              <a:custGeom>
                <a:avLst/>
                <a:gdLst>
                  <a:gd name="T0" fmla="*/ 11 w 39"/>
                  <a:gd name="T1" fmla="*/ 0 h 36"/>
                  <a:gd name="T2" fmla="*/ 34 w 39"/>
                  <a:gd name="T3" fmla="*/ 5 h 36"/>
                  <a:gd name="T4" fmla="*/ 38 w 39"/>
                  <a:gd name="T5" fmla="*/ 11 h 36"/>
                  <a:gd name="T6" fmla="*/ 34 w 39"/>
                  <a:gd name="T7" fmla="*/ 31 h 36"/>
                  <a:gd name="T8" fmla="*/ 28 w 39"/>
                  <a:gd name="T9" fmla="*/ 35 h 36"/>
                  <a:gd name="T10" fmla="*/ 5 w 39"/>
                  <a:gd name="T11" fmla="*/ 31 h 36"/>
                  <a:gd name="T12" fmla="*/ 1 w 39"/>
                  <a:gd name="T13" fmla="*/ 24 h 36"/>
                  <a:gd name="T14" fmla="*/ 4 w 39"/>
                  <a:gd name="T15" fmla="*/ 5 h 36"/>
                  <a:gd name="T16" fmla="*/ 11 w 3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0"/>
                    </a:moveTo>
                    <a:cubicBezTo>
                      <a:pt x="34" y="5"/>
                      <a:pt x="34" y="5"/>
                      <a:pt x="34" y="5"/>
                    </a:cubicBezTo>
                    <a:cubicBezTo>
                      <a:pt x="37" y="5"/>
                      <a:pt x="39" y="8"/>
                      <a:pt x="38" y="11"/>
                    </a:cubicBezTo>
                    <a:cubicBezTo>
                      <a:pt x="34" y="31"/>
                      <a:pt x="34" y="31"/>
                      <a:pt x="34" y="31"/>
                    </a:cubicBezTo>
                    <a:cubicBezTo>
                      <a:pt x="34" y="34"/>
                      <a:pt x="31" y="36"/>
                      <a:pt x="28" y="35"/>
                    </a:cubicBezTo>
                    <a:cubicBezTo>
                      <a:pt x="5" y="31"/>
                      <a:pt x="5" y="31"/>
                      <a:pt x="5" y="31"/>
                    </a:cubicBezTo>
                    <a:cubicBezTo>
                      <a:pt x="2" y="30"/>
                      <a:pt x="0" y="27"/>
                      <a:pt x="1" y="24"/>
                    </a:cubicBezTo>
                    <a:cubicBezTo>
                      <a:pt x="4" y="5"/>
                      <a:pt x="4" y="5"/>
                      <a:pt x="4" y="5"/>
                    </a:cubicBezTo>
                    <a:cubicBezTo>
                      <a:pt x="5" y="2"/>
                      <a:pt x="8" y="0"/>
                      <a:pt x="11"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 name="Freeform 38"/>
              <p:cNvSpPr>
                <a:spLocks/>
              </p:cNvSpPr>
              <p:nvPr/>
            </p:nvSpPr>
            <p:spPr bwMode="auto">
              <a:xfrm>
                <a:off x="757" y="1952"/>
                <a:ext cx="48" cy="45"/>
              </a:xfrm>
              <a:custGeom>
                <a:avLst/>
                <a:gdLst>
                  <a:gd name="T0" fmla="*/ 10 w 38"/>
                  <a:gd name="T1" fmla="*/ 1 h 36"/>
                  <a:gd name="T2" fmla="*/ 33 w 38"/>
                  <a:gd name="T3" fmla="*/ 5 h 36"/>
                  <a:gd name="T4" fmla="*/ 37 w 38"/>
                  <a:gd name="T5" fmla="*/ 12 h 36"/>
                  <a:gd name="T6" fmla="*/ 34 w 38"/>
                  <a:gd name="T7" fmla="*/ 31 h 36"/>
                  <a:gd name="T8" fmla="*/ 27 w 38"/>
                  <a:gd name="T9" fmla="*/ 36 h 36"/>
                  <a:gd name="T10" fmla="*/ 5 w 38"/>
                  <a:gd name="T11" fmla="*/ 31 h 36"/>
                  <a:gd name="T12" fmla="*/ 0 w 38"/>
                  <a:gd name="T13" fmla="*/ 25 h 36"/>
                  <a:gd name="T14" fmla="*/ 4 w 38"/>
                  <a:gd name="T15" fmla="*/ 5 h 36"/>
                  <a:gd name="T16" fmla="*/ 10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1"/>
                    </a:moveTo>
                    <a:cubicBezTo>
                      <a:pt x="33" y="5"/>
                      <a:pt x="33" y="5"/>
                      <a:pt x="33" y="5"/>
                    </a:cubicBezTo>
                    <a:cubicBezTo>
                      <a:pt x="36" y="6"/>
                      <a:pt x="38" y="9"/>
                      <a:pt x="37" y="12"/>
                    </a:cubicBezTo>
                    <a:cubicBezTo>
                      <a:pt x="34" y="31"/>
                      <a:pt x="34" y="31"/>
                      <a:pt x="34" y="31"/>
                    </a:cubicBezTo>
                    <a:cubicBezTo>
                      <a:pt x="33" y="34"/>
                      <a:pt x="30" y="36"/>
                      <a:pt x="27" y="36"/>
                    </a:cubicBezTo>
                    <a:cubicBezTo>
                      <a:pt x="5" y="31"/>
                      <a:pt x="5" y="31"/>
                      <a:pt x="5" y="31"/>
                    </a:cubicBezTo>
                    <a:cubicBezTo>
                      <a:pt x="2" y="31"/>
                      <a:pt x="0" y="28"/>
                      <a:pt x="0" y="25"/>
                    </a:cubicBezTo>
                    <a:cubicBezTo>
                      <a:pt x="4" y="5"/>
                      <a:pt x="4" y="5"/>
                      <a:pt x="4" y="5"/>
                    </a:cubicBezTo>
                    <a:cubicBezTo>
                      <a:pt x="4" y="2"/>
                      <a:pt x="7" y="0"/>
                      <a:pt x="10"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 name="Freeform 39"/>
              <p:cNvSpPr>
                <a:spLocks/>
              </p:cNvSpPr>
              <p:nvPr/>
            </p:nvSpPr>
            <p:spPr bwMode="auto">
              <a:xfrm>
                <a:off x="702" y="1942"/>
                <a:ext cx="49" cy="45"/>
              </a:xfrm>
              <a:custGeom>
                <a:avLst/>
                <a:gdLst>
                  <a:gd name="T0" fmla="*/ 11 w 39"/>
                  <a:gd name="T1" fmla="*/ 1 h 36"/>
                  <a:gd name="T2" fmla="*/ 34 w 39"/>
                  <a:gd name="T3" fmla="*/ 5 h 36"/>
                  <a:gd name="T4" fmla="*/ 38 w 39"/>
                  <a:gd name="T5" fmla="*/ 11 h 36"/>
                  <a:gd name="T6" fmla="*/ 34 w 39"/>
                  <a:gd name="T7" fmla="*/ 31 h 36"/>
                  <a:gd name="T8" fmla="*/ 28 w 39"/>
                  <a:gd name="T9" fmla="*/ 35 h 36"/>
                  <a:gd name="T10" fmla="*/ 5 w 39"/>
                  <a:gd name="T11" fmla="*/ 31 h 36"/>
                  <a:gd name="T12" fmla="*/ 1 w 39"/>
                  <a:gd name="T13" fmla="*/ 24 h 36"/>
                  <a:gd name="T14" fmla="*/ 4 w 39"/>
                  <a:gd name="T15" fmla="*/ 5 h 36"/>
                  <a:gd name="T16" fmla="*/ 11 w 39"/>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1"/>
                    </a:moveTo>
                    <a:cubicBezTo>
                      <a:pt x="34" y="5"/>
                      <a:pt x="34" y="5"/>
                      <a:pt x="34" y="5"/>
                    </a:cubicBezTo>
                    <a:cubicBezTo>
                      <a:pt x="37" y="5"/>
                      <a:pt x="39" y="8"/>
                      <a:pt x="38" y="11"/>
                    </a:cubicBezTo>
                    <a:cubicBezTo>
                      <a:pt x="34" y="31"/>
                      <a:pt x="34" y="31"/>
                      <a:pt x="34" y="31"/>
                    </a:cubicBezTo>
                    <a:cubicBezTo>
                      <a:pt x="34" y="34"/>
                      <a:pt x="31" y="36"/>
                      <a:pt x="28" y="35"/>
                    </a:cubicBezTo>
                    <a:cubicBezTo>
                      <a:pt x="5" y="31"/>
                      <a:pt x="5" y="31"/>
                      <a:pt x="5" y="31"/>
                    </a:cubicBezTo>
                    <a:cubicBezTo>
                      <a:pt x="2" y="30"/>
                      <a:pt x="0" y="27"/>
                      <a:pt x="1" y="24"/>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 name="Freeform 40"/>
              <p:cNvSpPr>
                <a:spLocks/>
              </p:cNvSpPr>
              <p:nvPr/>
            </p:nvSpPr>
            <p:spPr bwMode="auto">
              <a:xfrm>
                <a:off x="647" y="1931"/>
                <a:ext cx="48" cy="45"/>
              </a:xfrm>
              <a:custGeom>
                <a:avLst/>
                <a:gdLst>
                  <a:gd name="T0" fmla="*/ 10 w 38"/>
                  <a:gd name="T1" fmla="*/ 0 h 35"/>
                  <a:gd name="T2" fmla="*/ 33 w 38"/>
                  <a:gd name="T3" fmla="*/ 5 h 35"/>
                  <a:gd name="T4" fmla="*/ 37 w 38"/>
                  <a:gd name="T5" fmla="*/ 11 h 35"/>
                  <a:gd name="T6" fmla="*/ 34 w 38"/>
                  <a:gd name="T7" fmla="*/ 31 h 35"/>
                  <a:gd name="T8" fmla="*/ 27 w 38"/>
                  <a:gd name="T9" fmla="*/ 35 h 35"/>
                  <a:gd name="T10" fmla="*/ 5 w 38"/>
                  <a:gd name="T11" fmla="*/ 31 h 35"/>
                  <a:gd name="T12" fmla="*/ 0 w 38"/>
                  <a:gd name="T13" fmla="*/ 24 h 35"/>
                  <a:gd name="T14" fmla="*/ 4 w 38"/>
                  <a:gd name="T15" fmla="*/ 5 h 35"/>
                  <a:gd name="T16" fmla="*/ 10 w 38"/>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5">
                    <a:moveTo>
                      <a:pt x="10" y="0"/>
                    </a:moveTo>
                    <a:cubicBezTo>
                      <a:pt x="33" y="5"/>
                      <a:pt x="33" y="5"/>
                      <a:pt x="33" y="5"/>
                    </a:cubicBezTo>
                    <a:cubicBezTo>
                      <a:pt x="36" y="5"/>
                      <a:pt x="38" y="8"/>
                      <a:pt x="37" y="11"/>
                    </a:cubicBezTo>
                    <a:cubicBezTo>
                      <a:pt x="34" y="31"/>
                      <a:pt x="34" y="31"/>
                      <a:pt x="34" y="31"/>
                    </a:cubicBezTo>
                    <a:cubicBezTo>
                      <a:pt x="33" y="33"/>
                      <a:pt x="30" y="35"/>
                      <a:pt x="27" y="35"/>
                    </a:cubicBezTo>
                    <a:cubicBezTo>
                      <a:pt x="5" y="31"/>
                      <a:pt x="5" y="31"/>
                      <a:pt x="5" y="31"/>
                    </a:cubicBezTo>
                    <a:cubicBezTo>
                      <a:pt x="2" y="30"/>
                      <a:pt x="0" y="27"/>
                      <a:pt x="0" y="24"/>
                    </a:cubicBezTo>
                    <a:cubicBezTo>
                      <a:pt x="4" y="5"/>
                      <a:pt x="4" y="5"/>
                      <a:pt x="4" y="5"/>
                    </a:cubicBezTo>
                    <a:cubicBezTo>
                      <a:pt x="5" y="2"/>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 name="Freeform 41"/>
              <p:cNvSpPr>
                <a:spLocks/>
              </p:cNvSpPr>
              <p:nvPr/>
            </p:nvSpPr>
            <p:spPr bwMode="auto">
              <a:xfrm>
                <a:off x="592" y="1920"/>
                <a:ext cx="49" cy="46"/>
              </a:xfrm>
              <a:custGeom>
                <a:avLst/>
                <a:gdLst>
                  <a:gd name="T0" fmla="*/ 11 w 39"/>
                  <a:gd name="T1" fmla="*/ 1 h 36"/>
                  <a:gd name="T2" fmla="*/ 34 w 39"/>
                  <a:gd name="T3" fmla="*/ 5 h 36"/>
                  <a:gd name="T4" fmla="*/ 38 w 39"/>
                  <a:gd name="T5" fmla="*/ 12 h 36"/>
                  <a:gd name="T6" fmla="*/ 34 w 39"/>
                  <a:gd name="T7" fmla="*/ 31 h 36"/>
                  <a:gd name="T8" fmla="*/ 28 w 39"/>
                  <a:gd name="T9" fmla="*/ 36 h 36"/>
                  <a:gd name="T10" fmla="*/ 5 w 39"/>
                  <a:gd name="T11" fmla="*/ 31 h 36"/>
                  <a:gd name="T12" fmla="*/ 1 w 39"/>
                  <a:gd name="T13" fmla="*/ 25 h 36"/>
                  <a:gd name="T14" fmla="*/ 4 w 39"/>
                  <a:gd name="T15" fmla="*/ 5 h 36"/>
                  <a:gd name="T16" fmla="*/ 11 w 39"/>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1"/>
                    </a:moveTo>
                    <a:cubicBezTo>
                      <a:pt x="34" y="5"/>
                      <a:pt x="34" y="5"/>
                      <a:pt x="34" y="5"/>
                    </a:cubicBezTo>
                    <a:cubicBezTo>
                      <a:pt x="37" y="6"/>
                      <a:pt x="39" y="9"/>
                      <a:pt x="38" y="12"/>
                    </a:cubicBezTo>
                    <a:cubicBezTo>
                      <a:pt x="34" y="31"/>
                      <a:pt x="34" y="31"/>
                      <a:pt x="34" y="31"/>
                    </a:cubicBezTo>
                    <a:cubicBezTo>
                      <a:pt x="34" y="34"/>
                      <a:pt x="31" y="36"/>
                      <a:pt x="28" y="36"/>
                    </a:cubicBezTo>
                    <a:cubicBezTo>
                      <a:pt x="5" y="31"/>
                      <a:pt x="5" y="31"/>
                      <a:pt x="5" y="31"/>
                    </a:cubicBezTo>
                    <a:cubicBezTo>
                      <a:pt x="2" y="31"/>
                      <a:pt x="0" y="28"/>
                      <a:pt x="1"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 name="Freeform 42"/>
              <p:cNvSpPr>
                <a:spLocks/>
              </p:cNvSpPr>
              <p:nvPr/>
            </p:nvSpPr>
            <p:spPr bwMode="auto">
              <a:xfrm>
                <a:off x="537" y="1910"/>
                <a:ext cx="48" cy="45"/>
              </a:xfrm>
              <a:custGeom>
                <a:avLst/>
                <a:gdLst>
                  <a:gd name="T0" fmla="*/ 10 w 38"/>
                  <a:gd name="T1" fmla="*/ 0 h 36"/>
                  <a:gd name="T2" fmla="*/ 33 w 38"/>
                  <a:gd name="T3" fmla="*/ 5 h 36"/>
                  <a:gd name="T4" fmla="*/ 37 w 38"/>
                  <a:gd name="T5" fmla="*/ 11 h 36"/>
                  <a:gd name="T6" fmla="*/ 34 w 38"/>
                  <a:gd name="T7" fmla="*/ 31 h 36"/>
                  <a:gd name="T8" fmla="*/ 27 w 38"/>
                  <a:gd name="T9" fmla="*/ 35 h 36"/>
                  <a:gd name="T10" fmla="*/ 5 w 38"/>
                  <a:gd name="T11" fmla="*/ 31 h 36"/>
                  <a:gd name="T12" fmla="*/ 0 w 38"/>
                  <a:gd name="T13" fmla="*/ 24 h 36"/>
                  <a:gd name="T14" fmla="*/ 4 w 38"/>
                  <a:gd name="T15" fmla="*/ 5 h 36"/>
                  <a:gd name="T16" fmla="*/ 10 w 38"/>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0"/>
                    </a:moveTo>
                    <a:cubicBezTo>
                      <a:pt x="33" y="5"/>
                      <a:pt x="33" y="5"/>
                      <a:pt x="33" y="5"/>
                    </a:cubicBezTo>
                    <a:cubicBezTo>
                      <a:pt x="36" y="5"/>
                      <a:pt x="38" y="8"/>
                      <a:pt x="37" y="11"/>
                    </a:cubicBezTo>
                    <a:cubicBezTo>
                      <a:pt x="34" y="31"/>
                      <a:pt x="34" y="31"/>
                      <a:pt x="34" y="31"/>
                    </a:cubicBezTo>
                    <a:cubicBezTo>
                      <a:pt x="33" y="34"/>
                      <a:pt x="30" y="36"/>
                      <a:pt x="27" y="35"/>
                    </a:cubicBezTo>
                    <a:cubicBezTo>
                      <a:pt x="5" y="31"/>
                      <a:pt x="5" y="31"/>
                      <a:pt x="5" y="31"/>
                    </a:cubicBezTo>
                    <a:cubicBezTo>
                      <a:pt x="2" y="30"/>
                      <a:pt x="0" y="27"/>
                      <a:pt x="0" y="24"/>
                    </a:cubicBezTo>
                    <a:cubicBezTo>
                      <a:pt x="4" y="5"/>
                      <a:pt x="4" y="5"/>
                      <a:pt x="4" y="5"/>
                    </a:cubicBezTo>
                    <a:cubicBezTo>
                      <a:pt x="5" y="2"/>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 name="Freeform 43"/>
              <p:cNvSpPr>
                <a:spLocks/>
              </p:cNvSpPr>
              <p:nvPr/>
            </p:nvSpPr>
            <p:spPr bwMode="auto">
              <a:xfrm>
                <a:off x="482" y="1900"/>
                <a:ext cx="49" cy="44"/>
              </a:xfrm>
              <a:custGeom>
                <a:avLst/>
                <a:gdLst>
                  <a:gd name="T0" fmla="*/ 11 w 39"/>
                  <a:gd name="T1" fmla="*/ 0 h 35"/>
                  <a:gd name="T2" fmla="*/ 34 w 39"/>
                  <a:gd name="T3" fmla="*/ 5 h 35"/>
                  <a:gd name="T4" fmla="*/ 38 w 39"/>
                  <a:gd name="T5" fmla="*/ 11 h 35"/>
                  <a:gd name="T6" fmla="*/ 34 w 39"/>
                  <a:gd name="T7" fmla="*/ 30 h 35"/>
                  <a:gd name="T8" fmla="*/ 28 w 39"/>
                  <a:gd name="T9" fmla="*/ 35 h 35"/>
                  <a:gd name="T10" fmla="*/ 5 w 39"/>
                  <a:gd name="T11" fmla="*/ 30 h 35"/>
                  <a:gd name="T12" fmla="*/ 1 w 39"/>
                  <a:gd name="T13" fmla="*/ 24 h 35"/>
                  <a:gd name="T14" fmla="*/ 4 w 39"/>
                  <a:gd name="T15" fmla="*/ 5 h 35"/>
                  <a:gd name="T16" fmla="*/ 11 w 39"/>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5">
                    <a:moveTo>
                      <a:pt x="11" y="0"/>
                    </a:moveTo>
                    <a:cubicBezTo>
                      <a:pt x="34" y="5"/>
                      <a:pt x="34" y="5"/>
                      <a:pt x="34" y="5"/>
                    </a:cubicBezTo>
                    <a:cubicBezTo>
                      <a:pt x="37" y="5"/>
                      <a:pt x="39" y="8"/>
                      <a:pt x="38" y="11"/>
                    </a:cubicBezTo>
                    <a:cubicBezTo>
                      <a:pt x="34" y="30"/>
                      <a:pt x="34" y="30"/>
                      <a:pt x="34" y="30"/>
                    </a:cubicBezTo>
                    <a:cubicBezTo>
                      <a:pt x="34" y="33"/>
                      <a:pt x="31" y="35"/>
                      <a:pt x="28" y="35"/>
                    </a:cubicBezTo>
                    <a:cubicBezTo>
                      <a:pt x="5" y="30"/>
                      <a:pt x="5" y="30"/>
                      <a:pt x="5" y="30"/>
                    </a:cubicBezTo>
                    <a:cubicBezTo>
                      <a:pt x="2" y="30"/>
                      <a:pt x="0" y="27"/>
                      <a:pt x="1" y="24"/>
                    </a:cubicBezTo>
                    <a:cubicBezTo>
                      <a:pt x="4" y="5"/>
                      <a:pt x="4" y="5"/>
                      <a:pt x="4" y="5"/>
                    </a:cubicBezTo>
                    <a:cubicBezTo>
                      <a:pt x="5" y="2"/>
                      <a:pt x="8" y="0"/>
                      <a:pt x="11"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 name="Freeform 44"/>
              <p:cNvSpPr>
                <a:spLocks/>
              </p:cNvSpPr>
              <p:nvPr/>
            </p:nvSpPr>
            <p:spPr bwMode="auto">
              <a:xfrm>
                <a:off x="427" y="1888"/>
                <a:ext cx="48" cy="46"/>
              </a:xfrm>
              <a:custGeom>
                <a:avLst/>
                <a:gdLst>
                  <a:gd name="T0" fmla="*/ 10 w 38"/>
                  <a:gd name="T1" fmla="*/ 1 h 36"/>
                  <a:gd name="T2" fmla="*/ 33 w 38"/>
                  <a:gd name="T3" fmla="*/ 5 h 36"/>
                  <a:gd name="T4" fmla="*/ 37 w 38"/>
                  <a:gd name="T5" fmla="*/ 12 h 36"/>
                  <a:gd name="T6" fmla="*/ 34 w 38"/>
                  <a:gd name="T7" fmla="*/ 31 h 36"/>
                  <a:gd name="T8" fmla="*/ 27 w 38"/>
                  <a:gd name="T9" fmla="*/ 35 h 36"/>
                  <a:gd name="T10" fmla="*/ 5 w 38"/>
                  <a:gd name="T11" fmla="*/ 31 h 36"/>
                  <a:gd name="T12" fmla="*/ 0 w 38"/>
                  <a:gd name="T13" fmla="*/ 25 h 36"/>
                  <a:gd name="T14" fmla="*/ 4 w 38"/>
                  <a:gd name="T15" fmla="*/ 5 h 36"/>
                  <a:gd name="T16" fmla="*/ 10 w 38"/>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10" y="1"/>
                    </a:moveTo>
                    <a:cubicBezTo>
                      <a:pt x="33" y="5"/>
                      <a:pt x="33" y="5"/>
                      <a:pt x="33" y="5"/>
                    </a:cubicBezTo>
                    <a:cubicBezTo>
                      <a:pt x="36" y="6"/>
                      <a:pt x="38" y="9"/>
                      <a:pt x="37" y="12"/>
                    </a:cubicBezTo>
                    <a:cubicBezTo>
                      <a:pt x="34" y="31"/>
                      <a:pt x="34" y="31"/>
                      <a:pt x="34" y="31"/>
                    </a:cubicBezTo>
                    <a:cubicBezTo>
                      <a:pt x="33" y="34"/>
                      <a:pt x="30" y="36"/>
                      <a:pt x="27" y="35"/>
                    </a:cubicBezTo>
                    <a:cubicBezTo>
                      <a:pt x="5" y="31"/>
                      <a:pt x="5" y="31"/>
                      <a:pt x="5" y="31"/>
                    </a:cubicBezTo>
                    <a:cubicBezTo>
                      <a:pt x="2" y="31"/>
                      <a:pt x="0" y="28"/>
                      <a:pt x="0" y="25"/>
                    </a:cubicBezTo>
                    <a:cubicBezTo>
                      <a:pt x="4" y="5"/>
                      <a:pt x="4" y="5"/>
                      <a:pt x="4" y="5"/>
                    </a:cubicBezTo>
                    <a:cubicBezTo>
                      <a:pt x="5" y="2"/>
                      <a:pt x="7" y="0"/>
                      <a:pt x="10"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 name="Freeform 45"/>
              <p:cNvSpPr>
                <a:spLocks/>
              </p:cNvSpPr>
              <p:nvPr/>
            </p:nvSpPr>
            <p:spPr bwMode="auto">
              <a:xfrm>
                <a:off x="372" y="1878"/>
                <a:ext cx="49" cy="46"/>
              </a:xfrm>
              <a:custGeom>
                <a:avLst/>
                <a:gdLst>
                  <a:gd name="T0" fmla="*/ 11 w 39"/>
                  <a:gd name="T1" fmla="*/ 0 h 36"/>
                  <a:gd name="T2" fmla="*/ 34 w 39"/>
                  <a:gd name="T3" fmla="*/ 5 h 36"/>
                  <a:gd name="T4" fmla="*/ 38 w 39"/>
                  <a:gd name="T5" fmla="*/ 11 h 36"/>
                  <a:gd name="T6" fmla="*/ 34 w 39"/>
                  <a:gd name="T7" fmla="*/ 31 h 36"/>
                  <a:gd name="T8" fmla="*/ 28 w 39"/>
                  <a:gd name="T9" fmla="*/ 35 h 36"/>
                  <a:gd name="T10" fmla="*/ 5 w 39"/>
                  <a:gd name="T11" fmla="*/ 31 h 36"/>
                  <a:gd name="T12" fmla="*/ 1 w 39"/>
                  <a:gd name="T13" fmla="*/ 24 h 36"/>
                  <a:gd name="T14" fmla="*/ 4 w 39"/>
                  <a:gd name="T15" fmla="*/ 5 h 36"/>
                  <a:gd name="T16" fmla="*/ 11 w 39"/>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11" y="0"/>
                    </a:moveTo>
                    <a:cubicBezTo>
                      <a:pt x="34" y="5"/>
                      <a:pt x="34" y="5"/>
                      <a:pt x="34" y="5"/>
                    </a:cubicBezTo>
                    <a:cubicBezTo>
                      <a:pt x="37" y="5"/>
                      <a:pt x="39" y="8"/>
                      <a:pt x="38" y="11"/>
                    </a:cubicBezTo>
                    <a:cubicBezTo>
                      <a:pt x="34" y="31"/>
                      <a:pt x="34" y="31"/>
                      <a:pt x="34" y="31"/>
                    </a:cubicBezTo>
                    <a:cubicBezTo>
                      <a:pt x="34" y="34"/>
                      <a:pt x="31" y="36"/>
                      <a:pt x="28" y="35"/>
                    </a:cubicBezTo>
                    <a:cubicBezTo>
                      <a:pt x="5" y="31"/>
                      <a:pt x="5" y="31"/>
                      <a:pt x="5" y="31"/>
                    </a:cubicBezTo>
                    <a:cubicBezTo>
                      <a:pt x="2" y="30"/>
                      <a:pt x="0" y="27"/>
                      <a:pt x="1" y="24"/>
                    </a:cubicBezTo>
                    <a:cubicBezTo>
                      <a:pt x="4" y="5"/>
                      <a:pt x="4" y="5"/>
                      <a:pt x="4" y="5"/>
                    </a:cubicBezTo>
                    <a:cubicBezTo>
                      <a:pt x="5" y="2"/>
                      <a:pt x="8" y="0"/>
                      <a:pt x="11"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 name="Freeform 46"/>
              <p:cNvSpPr>
                <a:spLocks/>
              </p:cNvSpPr>
              <p:nvPr/>
            </p:nvSpPr>
            <p:spPr bwMode="auto">
              <a:xfrm>
                <a:off x="317" y="1868"/>
                <a:ext cx="48" cy="45"/>
              </a:xfrm>
              <a:custGeom>
                <a:avLst/>
                <a:gdLst>
                  <a:gd name="T0" fmla="*/ 10 w 38"/>
                  <a:gd name="T1" fmla="*/ 0 h 35"/>
                  <a:gd name="T2" fmla="*/ 33 w 38"/>
                  <a:gd name="T3" fmla="*/ 4 h 35"/>
                  <a:gd name="T4" fmla="*/ 37 w 38"/>
                  <a:gd name="T5" fmla="*/ 11 h 35"/>
                  <a:gd name="T6" fmla="*/ 34 w 38"/>
                  <a:gd name="T7" fmla="*/ 30 h 35"/>
                  <a:gd name="T8" fmla="*/ 27 w 38"/>
                  <a:gd name="T9" fmla="*/ 35 h 35"/>
                  <a:gd name="T10" fmla="*/ 5 w 38"/>
                  <a:gd name="T11" fmla="*/ 30 h 35"/>
                  <a:gd name="T12" fmla="*/ 0 w 38"/>
                  <a:gd name="T13" fmla="*/ 24 h 35"/>
                  <a:gd name="T14" fmla="*/ 4 w 38"/>
                  <a:gd name="T15" fmla="*/ 4 h 35"/>
                  <a:gd name="T16" fmla="*/ 10 w 38"/>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5">
                    <a:moveTo>
                      <a:pt x="10" y="0"/>
                    </a:moveTo>
                    <a:cubicBezTo>
                      <a:pt x="33" y="4"/>
                      <a:pt x="33" y="4"/>
                      <a:pt x="33" y="4"/>
                    </a:cubicBezTo>
                    <a:cubicBezTo>
                      <a:pt x="36" y="5"/>
                      <a:pt x="38" y="8"/>
                      <a:pt x="37" y="11"/>
                    </a:cubicBezTo>
                    <a:cubicBezTo>
                      <a:pt x="34" y="30"/>
                      <a:pt x="34" y="30"/>
                      <a:pt x="34" y="30"/>
                    </a:cubicBezTo>
                    <a:cubicBezTo>
                      <a:pt x="33" y="33"/>
                      <a:pt x="30" y="35"/>
                      <a:pt x="27" y="35"/>
                    </a:cubicBezTo>
                    <a:cubicBezTo>
                      <a:pt x="5" y="30"/>
                      <a:pt x="5" y="30"/>
                      <a:pt x="5" y="30"/>
                    </a:cubicBezTo>
                    <a:cubicBezTo>
                      <a:pt x="2" y="30"/>
                      <a:pt x="0" y="27"/>
                      <a:pt x="0" y="24"/>
                    </a:cubicBezTo>
                    <a:cubicBezTo>
                      <a:pt x="4" y="4"/>
                      <a:pt x="4" y="4"/>
                      <a:pt x="4" y="4"/>
                    </a:cubicBezTo>
                    <a:cubicBezTo>
                      <a:pt x="5" y="1"/>
                      <a:pt x="7" y="0"/>
                      <a:pt x="10"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 name="Freeform 47"/>
              <p:cNvSpPr>
                <a:spLocks/>
              </p:cNvSpPr>
              <p:nvPr/>
            </p:nvSpPr>
            <p:spPr bwMode="auto">
              <a:xfrm>
                <a:off x="255" y="1856"/>
                <a:ext cx="53" cy="46"/>
              </a:xfrm>
              <a:custGeom>
                <a:avLst/>
                <a:gdLst>
                  <a:gd name="T0" fmla="*/ 11 w 42"/>
                  <a:gd name="T1" fmla="*/ 1 h 37"/>
                  <a:gd name="T2" fmla="*/ 37 w 42"/>
                  <a:gd name="T3" fmla="*/ 6 h 37"/>
                  <a:gd name="T4" fmla="*/ 41 w 42"/>
                  <a:gd name="T5" fmla="*/ 12 h 37"/>
                  <a:gd name="T6" fmla="*/ 37 w 42"/>
                  <a:gd name="T7" fmla="*/ 32 h 37"/>
                  <a:gd name="T8" fmla="*/ 31 w 42"/>
                  <a:gd name="T9" fmla="*/ 36 h 37"/>
                  <a:gd name="T10" fmla="*/ 5 w 42"/>
                  <a:gd name="T11" fmla="*/ 31 h 37"/>
                  <a:gd name="T12" fmla="*/ 0 w 42"/>
                  <a:gd name="T13" fmla="*/ 25 h 37"/>
                  <a:gd name="T14" fmla="*/ 4 w 42"/>
                  <a:gd name="T15" fmla="*/ 5 h 37"/>
                  <a:gd name="T16" fmla="*/ 11 w 42"/>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11" y="1"/>
                    </a:moveTo>
                    <a:cubicBezTo>
                      <a:pt x="37" y="6"/>
                      <a:pt x="37" y="6"/>
                      <a:pt x="37" y="6"/>
                    </a:cubicBezTo>
                    <a:cubicBezTo>
                      <a:pt x="40" y="6"/>
                      <a:pt x="42" y="9"/>
                      <a:pt x="41" y="12"/>
                    </a:cubicBezTo>
                    <a:cubicBezTo>
                      <a:pt x="37" y="32"/>
                      <a:pt x="37" y="32"/>
                      <a:pt x="37" y="32"/>
                    </a:cubicBezTo>
                    <a:cubicBezTo>
                      <a:pt x="37" y="35"/>
                      <a:pt x="34" y="37"/>
                      <a:pt x="31" y="36"/>
                    </a:cubicBezTo>
                    <a:cubicBezTo>
                      <a:pt x="5" y="31"/>
                      <a:pt x="5" y="31"/>
                      <a:pt x="5" y="31"/>
                    </a:cubicBezTo>
                    <a:cubicBezTo>
                      <a:pt x="2" y="30"/>
                      <a:pt x="0" y="28"/>
                      <a:pt x="0" y="25"/>
                    </a:cubicBezTo>
                    <a:cubicBezTo>
                      <a:pt x="4" y="5"/>
                      <a:pt x="4" y="5"/>
                      <a:pt x="4" y="5"/>
                    </a:cubicBezTo>
                    <a:cubicBezTo>
                      <a:pt x="5" y="2"/>
                      <a:pt x="8" y="0"/>
                      <a:pt x="11"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 name="Freeform 48"/>
              <p:cNvSpPr>
                <a:spLocks/>
              </p:cNvSpPr>
              <p:nvPr/>
            </p:nvSpPr>
            <p:spPr bwMode="auto">
              <a:xfrm>
                <a:off x="962" y="2040"/>
                <a:ext cx="54" cy="58"/>
              </a:xfrm>
              <a:custGeom>
                <a:avLst/>
                <a:gdLst>
                  <a:gd name="T0" fmla="*/ 13 w 43"/>
                  <a:gd name="T1" fmla="*/ 1 h 46"/>
                  <a:gd name="T2" fmla="*/ 37 w 43"/>
                  <a:gd name="T3" fmla="*/ 6 h 46"/>
                  <a:gd name="T4" fmla="*/ 42 w 43"/>
                  <a:gd name="T5" fmla="*/ 13 h 46"/>
                  <a:gd name="T6" fmla="*/ 37 w 43"/>
                  <a:gd name="T7" fmla="*/ 40 h 46"/>
                  <a:gd name="T8" fmla="*/ 29 w 43"/>
                  <a:gd name="T9" fmla="*/ 45 h 46"/>
                  <a:gd name="T10" fmla="*/ 6 w 43"/>
                  <a:gd name="T11" fmla="*/ 41 h 46"/>
                  <a:gd name="T12" fmla="*/ 1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6"/>
                      <a:pt x="37" y="6"/>
                      <a:pt x="37" y="6"/>
                    </a:cubicBezTo>
                    <a:cubicBezTo>
                      <a:pt x="40" y="6"/>
                      <a:pt x="43" y="10"/>
                      <a:pt x="42" y="13"/>
                    </a:cubicBezTo>
                    <a:cubicBezTo>
                      <a:pt x="37" y="40"/>
                      <a:pt x="37" y="40"/>
                      <a:pt x="37" y="40"/>
                    </a:cubicBezTo>
                    <a:cubicBezTo>
                      <a:pt x="36" y="44"/>
                      <a:pt x="33" y="46"/>
                      <a:pt x="29" y="45"/>
                    </a:cubicBezTo>
                    <a:cubicBezTo>
                      <a:pt x="6" y="41"/>
                      <a:pt x="6" y="41"/>
                      <a:pt x="6" y="41"/>
                    </a:cubicBezTo>
                    <a:cubicBezTo>
                      <a:pt x="2" y="40"/>
                      <a:pt x="0" y="37"/>
                      <a:pt x="1" y="33"/>
                    </a:cubicBezTo>
                    <a:cubicBezTo>
                      <a:pt x="6" y="6"/>
                      <a:pt x="6" y="6"/>
                      <a:pt x="6" y="6"/>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 name="Freeform 49"/>
              <p:cNvSpPr>
                <a:spLocks/>
              </p:cNvSpPr>
              <p:nvPr/>
            </p:nvSpPr>
            <p:spPr bwMode="auto">
              <a:xfrm>
                <a:off x="903" y="2029"/>
                <a:ext cx="54" cy="58"/>
              </a:xfrm>
              <a:custGeom>
                <a:avLst/>
                <a:gdLst>
                  <a:gd name="T0" fmla="*/ 13 w 43"/>
                  <a:gd name="T1" fmla="*/ 1 h 46"/>
                  <a:gd name="T2" fmla="*/ 37 w 43"/>
                  <a:gd name="T3" fmla="*/ 6 h 46"/>
                  <a:gd name="T4" fmla="*/ 42 w 43"/>
                  <a:gd name="T5" fmla="*/ 13 h 46"/>
                  <a:gd name="T6" fmla="*/ 37 w 43"/>
                  <a:gd name="T7" fmla="*/ 40 h 46"/>
                  <a:gd name="T8" fmla="*/ 29 w 43"/>
                  <a:gd name="T9" fmla="*/ 45 h 46"/>
                  <a:gd name="T10" fmla="*/ 6 w 43"/>
                  <a:gd name="T11" fmla="*/ 41 h 46"/>
                  <a:gd name="T12" fmla="*/ 0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6"/>
                      <a:pt x="37" y="6"/>
                      <a:pt x="37" y="6"/>
                    </a:cubicBezTo>
                    <a:cubicBezTo>
                      <a:pt x="40" y="6"/>
                      <a:pt x="43" y="10"/>
                      <a:pt x="42" y="13"/>
                    </a:cubicBezTo>
                    <a:cubicBezTo>
                      <a:pt x="37" y="40"/>
                      <a:pt x="37" y="40"/>
                      <a:pt x="37" y="40"/>
                    </a:cubicBezTo>
                    <a:cubicBezTo>
                      <a:pt x="36" y="44"/>
                      <a:pt x="33" y="46"/>
                      <a:pt x="29" y="45"/>
                    </a:cubicBezTo>
                    <a:cubicBezTo>
                      <a:pt x="6" y="41"/>
                      <a:pt x="6" y="41"/>
                      <a:pt x="6" y="41"/>
                    </a:cubicBezTo>
                    <a:cubicBezTo>
                      <a:pt x="2" y="40"/>
                      <a:pt x="0" y="37"/>
                      <a:pt x="0" y="33"/>
                    </a:cubicBezTo>
                    <a:cubicBezTo>
                      <a:pt x="6" y="6"/>
                      <a:pt x="6" y="6"/>
                      <a:pt x="6" y="6"/>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 name="Freeform 50"/>
              <p:cNvSpPr>
                <a:spLocks/>
              </p:cNvSpPr>
              <p:nvPr/>
            </p:nvSpPr>
            <p:spPr bwMode="auto">
              <a:xfrm>
                <a:off x="843" y="2017"/>
                <a:ext cx="53" cy="59"/>
              </a:xfrm>
              <a:custGeom>
                <a:avLst/>
                <a:gdLst>
                  <a:gd name="T0" fmla="*/ 13 w 42"/>
                  <a:gd name="T1" fmla="*/ 1 h 46"/>
                  <a:gd name="T2" fmla="*/ 36 w 42"/>
                  <a:gd name="T3" fmla="*/ 6 h 46"/>
                  <a:gd name="T4" fmla="*/ 42 w 42"/>
                  <a:gd name="T5" fmla="*/ 13 h 46"/>
                  <a:gd name="T6" fmla="*/ 37 w 42"/>
                  <a:gd name="T7" fmla="*/ 40 h 46"/>
                  <a:gd name="T8" fmla="*/ 29 w 42"/>
                  <a:gd name="T9" fmla="*/ 45 h 46"/>
                  <a:gd name="T10" fmla="*/ 5 w 42"/>
                  <a:gd name="T11" fmla="*/ 41 h 46"/>
                  <a:gd name="T12" fmla="*/ 0 w 42"/>
                  <a:gd name="T13" fmla="*/ 33 h 46"/>
                  <a:gd name="T14" fmla="*/ 5 w 42"/>
                  <a:gd name="T15" fmla="*/ 6 h 46"/>
                  <a:gd name="T16" fmla="*/ 13 w 42"/>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6">
                    <a:moveTo>
                      <a:pt x="13" y="1"/>
                    </a:moveTo>
                    <a:cubicBezTo>
                      <a:pt x="36" y="6"/>
                      <a:pt x="36" y="6"/>
                      <a:pt x="36" y="6"/>
                    </a:cubicBezTo>
                    <a:cubicBezTo>
                      <a:pt x="40" y="6"/>
                      <a:pt x="42" y="10"/>
                      <a:pt x="42" y="13"/>
                    </a:cubicBezTo>
                    <a:cubicBezTo>
                      <a:pt x="37" y="40"/>
                      <a:pt x="37" y="40"/>
                      <a:pt x="37" y="40"/>
                    </a:cubicBezTo>
                    <a:cubicBezTo>
                      <a:pt x="36" y="43"/>
                      <a:pt x="32" y="46"/>
                      <a:pt x="29" y="45"/>
                    </a:cubicBezTo>
                    <a:cubicBezTo>
                      <a:pt x="5" y="41"/>
                      <a:pt x="5" y="41"/>
                      <a:pt x="5" y="41"/>
                    </a:cubicBezTo>
                    <a:cubicBezTo>
                      <a:pt x="2" y="40"/>
                      <a:pt x="0" y="37"/>
                      <a:pt x="0" y="33"/>
                    </a:cubicBezTo>
                    <a:cubicBezTo>
                      <a:pt x="5" y="6"/>
                      <a:pt x="5" y="6"/>
                      <a:pt x="5" y="6"/>
                    </a:cubicBezTo>
                    <a:cubicBezTo>
                      <a:pt x="6" y="3"/>
                      <a:pt x="9"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 name="Freeform 51"/>
              <p:cNvSpPr>
                <a:spLocks/>
              </p:cNvSpPr>
              <p:nvPr/>
            </p:nvSpPr>
            <p:spPr bwMode="auto">
              <a:xfrm>
                <a:off x="783" y="2006"/>
                <a:ext cx="54" cy="58"/>
              </a:xfrm>
              <a:custGeom>
                <a:avLst/>
                <a:gdLst>
                  <a:gd name="T0" fmla="*/ 14 w 43"/>
                  <a:gd name="T1" fmla="*/ 1 h 46"/>
                  <a:gd name="T2" fmla="*/ 37 w 43"/>
                  <a:gd name="T3" fmla="*/ 5 h 46"/>
                  <a:gd name="T4" fmla="*/ 42 w 43"/>
                  <a:gd name="T5" fmla="*/ 13 h 46"/>
                  <a:gd name="T6" fmla="*/ 37 w 43"/>
                  <a:gd name="T7" fmla="*/ 40 h 46"/>
                  <a:gd name="T8" fmla="*/ 30 w 43"/>
                  <a:gd name="T9" fmla="*/ 45 h 46"/>
                  <a:gd name="T10" fmla="*/ 6 w 43"/>
                  <a:gd name="T11" fmla="*/ 41 h 46"/>
                  <a:gd name="T12" fmla="*/ 1 w 43"/>
                  <a:gd name="T13" fmla="*/ 33 h 46"/>
                  <a:gd name="T14" fmla="*/ 6 w 43"/>
                  <a:gd name="T15" fmla="*/ 6 h 46"/>
                  <a:gd name="T16" fmla="*/ 14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4" y="1"/>
                    </a:moveTo>
                    <a:cubicBezTo>
                      <a:pt x="37" y="5"/>
                      <a:pt x="37" y="5"/>
                      <a:pt x="37" y="5"/>
                    </a:cubicBezTo>
                    <a:cubicBezTo>
                      <a:pt x="41" y="6"/>
                      <a:pt x="43" y="10"/>
                      <a:pt x="42" y="13"/>
                    </a:cubicBezTo>
                    <a:cubicBezTo>
                      <a:pt x="37" y="40"/>
                      <a:pt x="37" y="40"/>
                      <a:pt x="37" y="40"/>
                    </a:cubicBezTo>
                    <a:cubicBezTo>
                      <a:pt x="37" y="43"/>
                      <a:pt x="33" y="46"/>
                      <a:pt x="30" y="45"/>
                    </a:cubicBezTo>
                    <a:cubicBezTo>
                      <a:pt x="6" y="41"/>
                      <a:pt x="6" y="41"/>
                      <a:pt x="6" y="41"/>
                    </a:cubicBezTo>
                    <a:cubicBezTo>
                      <a:pt x="3" y="40"/>
                      <a:pt x="0" y="36"/>
                      <a:pt x="1" y="33"/>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 name="Freeform 52"/>
              <p:cNvSpPr>
                <a:spLocks/>
              </p:cNvSpPr>
              <p:nvPr/>
            </p:nvSpPr>
            <p:spPr bwMode="auto">
              <a:xfrm>
                <a:off x="723" y="1995"/>
                <a:ext cx="55" cy="58"/>
              </a:xfrm>
              <a:custGeom>
                <a:avLst/>
                <a:gdLst>
                  <a:gd name="T0" fmla="*/ 14 w 43"/>
                  <a:gd name="T1" fmla="*/ 1 h 46"/>
                  <a:gd name="T2" fmla="*/ 37 w 43"/>
                  <a:gd name="T3" fmla="*/ 5 h 46"/>
                  <a:gd name="T4" fmla="*/ 42 w 43"/>
                  <a:gd name="T5" fmla="*/ 13 h 46"/>
                  <a:gd name="T6" fmla="*/ 37 w 43"/>
                  <a:gd name="T7" fmla="*/ 40 h 46"/>
                  <a:gd name="T8" fmla="*/ 29 w 43"/>
                  <a:gd name="T9" fmla="*/ 45 h 46"/>
                  <a:gd name="T10" fmla="*/ 6 w 43"/>
                  <a:gd name="T11" fmla="*/ 41 h 46"/>
                  <a:gd name="T12" fmla="*/ 1 w 43"/>
                  <a:gd name="T13" fmla="*/ 33 h 46"/>
                  <a:gd name="T14" fmla="*/ 6 w 43"/>
                  <a:gd name="T15" fmla="*/ 6 h 46"/>
                  <a:gd name="T16" fmla="*/ 14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4" y="1"/>
                    </a:moveTo>
                    <a:cubicBezTo>
                      <a:pt x="37" y="5"/>
                      <a:pt x="37" y="5"/>
                      <a:pt x="37" y="5"/>
                    </a:cubicBezTo>
                    <a:cubicBezTo>
                      <a:pt x="41" y="6"/>
                      <a:pt x="43" y="10"/>
                      <a:pt x="42" y="13"/>
                    </a:cubicBezTo>
                    <a:cubicBezTo>
                      <a:pt x="37" y="40"/>
                      <a:pt x="37" y="40"/>
                      <a:pt x="37" y="40"/>
                    </a:cubicBezTo>
                    <a:cubicBezTo>
                      <a:pt x="37" y="43"/>
                      <a:pt x="33" y="46"/>
                      <a:pt x="29" y="45"/>
                    </a:cubicBezTo>
                    <a:cubicBezTo>
                      <a:pt x="6" y="41"/>
                      <a:pt x="6" y="41"/>
                      <a:pt x="6" y="41"/>
                    </a:cubicBezTo>
                    <a:cubicBezTo>
                      <a:pt x="3" y="40"/>
                      <a:pt x="0" y="36"/>
                      <a:pt x="1" y="33"/>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 name="Freeform 53"/>
              <p:cNvSpPr>
                <a:spLocks/>
              </p:cNvSpPr>
              <p:nvPr/>
            </p:nvSpPr>
            <p:spPr bwMode="auto">
              <a:xfrm>
                <a:off x="664" y="1983"/>
                <a:ext cx="54" cy="58"/>
              </a:xfrm>
              <a:custGeom>
                <a:avLst/>
                <a:gdLst>
                  <a:gd name="T0" fmla="*/ 13 w 43"/>
                  <a:gd name="T1" fmla="*/ 1 h 46"/>
                  <a:gd name="T2" fmla="*/ 37 w 43"/>
                  <a:gd name="T3" fmla="*/ 5 h 46"/>
                  <a:gd name="T4" fmla="*/ 42 w 43"/>
                  <a:gd name="T5" fmla="*/ 13 h 46"/>
                  <a:gd name="T6" fmla="*/ 37 w 43"/>
                  <a:gd name="T7" fmla="*/ 40 h 46"/>
                  <a:gd name="T8" fmla="*/ 29 w 43"/>
                  <a:gd name="T9" fmla="*/ 45 h 46"/>
                  <a:gd name="T10" fmla="*/ 6 w 43"/>
                  <a:gd name="T11" fmla="*/ 40 h 46"/>
                  <a:gd name="T12" fmla="*/ 1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5"/>
                      <a:pt x="37" y="5"/>
                      <a:pt x="37" y="5"/>
                    </a:cubicBezTo>
                    <a:cubicBezTo>
                      <a:pt x="40" y="6"/>
                      <a:pt x="43" y="10"/>
                      <a:pt x="42" y="13"/>
                    </a:cubicBezTo>
                    <a:cubicBezTo>
                      <a:pt x="37" y="40"/>
                      <a:pt x="37" y="40"/>
                      <a:pt x="37" y="40"/>
                    </a:cubicBezTo>
                    <a:cubicBezTo>
                      <a:pt x="36" y="43"/>
                      <a:pt x="33" y="46"/>
                      <a:pt x="29" y="45"/>
                    </a:cubicBezTo>
                    <a:cubicBezTo>
                      <a:pt x="6" y="40"/>
                      <a:pt x="6" y="40"/>
                      <a:pt x="6" y="40"/>
                    </a:cubicBezTo>
                    <a:cubicBezTo>
                      <a:pt x="2" y="40"/>
                      <a:pt x="0" y="36"/>
                      <a:pt x="1" y="33"/>
                    </a:cubicBezTo>
                    <a:cubicBezTo>
                      <a:pt x="6" y="6"/>
                      <a:pt x="6" y="6"/>
                      <a:pt x="6" y="6"/>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 name="Freeform 54"/>
              <p:cNvSpPr>
                <a:spLocks/>
              </p:cNvSpPr>
              <p:nvPr/>
            </p:nvSpPr>
            <p:spPr bwMode="auto">
              <a:xfrm>
                <a:off x="604" y="1972"/>
                <a:ext cx="55" cy="58"/>
              </a:xfrm>
              <a:custGeom>
                <a:avLst/>
                <a:gdLst>
                  <a:gd name="T0" fmla="*/ 13 w 43"/>
                  <a:gd name="T1" fmla="*/ 1 h 46"/>
                  <a:gd name="T2" fmla="*/ 37 w 43"/>
                  <a:gd name="T3" fmla="*/ 5 h 46"/>
                  <a:gd name="T4" fmla="*/ 42 w 43"/>
                  <a:gd name="T5" fmla="*/ 13 h 46"/>
                  <a:gd name="T6" fmla="*/ 37 w 43"/>
                  <a:gd name="T7" fmla="*/ 40 h 46"/>
                  <a:gd name="T8" fmla="*/ 29 w 43"/>
                  <a:gd name="T9" fmla="*/ 45 h 46"/>
                  <a:gd name="T10" fmla="*/ 6 w 43"/>
                  <a:gd name="T11" fmla="*/ 40 h 46"/>
                  <a:gd name="T12" fmla="*/ 0 w 43"/>
                  <a:gd name="T13" fmla="*/ 33 h 46"/>
                  <a:gd name="T14" fmla="*/ 6 w 43"/>
                  <a:gd name="T15" fmla="*/ 6 h 46"/>
                  <a:gd name="T16" fmla="*/ 13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3" y="1"/>
                    </a:moveTo>
                    <a:cubicBezTo>
                      <a:pt x="37" y="5"/>
                      <a:pt x="37" y="5"/>
                      <a:pt x="37" y="5"/>
                    </a:cubicBezTo>
                    <a:cubicBezTo>
                      <a:pt x="40" y="6"/>
                      <a:pt x="43" y="9"/>
                      <a:pt x="42" y="13"/>
                    </a:cubicBezTo>
                    <a:cubicBezTo>
                      <a:pt x="37" y="40"/>
                      <a:pt x="37" y="40"/>
                      <a:pt x="37" y="40"/>
                    </a:cubicBezTo>
                    <a:cubicBezTo>
                      <a:pt x="36" y="43"/>
                      <a:pt x="33" y="46"/>
                      <a:pt x="29" y="45"/>
                    </a:cubicBezTo>
                    <a:cubicBezTo>
                      <a:pt x="6" y="40"/>
                      <a:pt x="6" y="40"/>
                      <a:pt x="6" y="40"/>
                    </a:cubicBezTo>
                    <a:cubicBezTo>
                      <a:pt x="2" y="40"/>
                      <a:pt x="0" y="36"/>
                      <a:pt x="0" y="33"/>
                    </a:cubicBezTo>
                    <a:cubicBezTo>
                      <a:pt x="6" y="6"/>
                      <a:pt x="6" y="6"/>
                      <a:pt x="6" y="6"/>
                    </a:cubicBezTo>
                    <a:cubicBezTo>
                      <a:pt x="6" y="2"/>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 name="Freeform 55"/>
              <p:cNvSpPr>
                <a:spLocks/>
              </p:cNvSpPr>
              <p:nvPr/>
            </p:nvSpPr>
            <p:spPr bwMode="auto">
              <a:xfrm>
                <a:off x="545" y="1961"/>
                <a:ext cx="53" cy="58"/>
              </a:xfrm>
              <a:custGeom>
                <a:avLst/>
                <a:gdLst>
                  <a:gd name="T0" fmla="*/ 13 w 42"/>
                  <a:gd name="T1" fmla="*/ 1 h 46"/>
                  <a:gd name="T2" fmla="*/ 36 w 42"/>
                  <a:gd name="T3" fmla="*/ 5 h 46"/>
                  <a:gd name="T4" fmla="*/ 42 w 42"/>
                  <a:gd name="T5" fmla="*/ 13 h 46"/>
                  <a:gd name="T6" fmla="*/ 37 w 42"/>
                  <a:gd name="T7" fmla="*/ 40 h 46"/>
                  <a:gd name="T8" fmla="*/ 29 w 42"/>
                  <a:gd name="T9" fmla="*/ 45 h 46"/>
                  <a:gd name="T10" fmla="*/ 5 w 42"/>
                  <a:gd name="T11" fmla="*/ 40 h 46"/>
                  <a:gd name="T12" fmla="*/ 0 w 42"/>
                  <a:gd name="T13" fmla="*/ 33 h 46"/>
                  <a:gd name="T14" fmla="*/ 5 w 42"/>
                  <a:gd name="T15" fmla="*/ 6 h 46"/>
                  <a:gd name="T16" fmla="*/ 13 w 42"/>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6">
                    <a:moveTo>
                      <a:pt x="13" y="1"/>
                    </a:moveTo>
                    <a:cubicBezTo>
                      <a:pt x="36" y="5"/>
                      <a:pt x="36" y="5"/>
                      <a:pt x="36" y="5"/>
                    </a:cubicBezTo>
                    <a:cubicBezTo>
                      <a:pt x="40" y="6"/>
                      <a:pt x="42" y="9"/>
                      <a:pt x="42" y="13"/>
                    </a:cubicBezTo>
                    <a:cubicBezTo>
                      <a:pt x="37" y="40"/>
                      <a:pt x="37" y="40"/>
                      <a:pt x="37" y="40"/>
                    </a:cubicBezTo>
                    <a:cubicBezTo>
                      <a:pt x="36" y="43"/>
                      <a:pt x="32" y="46"/>
                      <a:pt x="29" y="45"/>
                    </a:cubicBezTo>
                    <a:cubicBezTo>
                      <a:pt x="5" y="40"/>
                      <a:pt x="5" y="40"/>
                      <a:pt x="5" y="40"/>
                    </a:cubicBezTo>
                    <a:cubicBezTo>
                      <a:pt x="2" y="40"/>
                      <a:pt x="0" y="36"/>
                      <a:pt x="0" y="33"/>
                    </a:cubicBezTo>
                    <a:cubicBezTo>
                      <a:pt x="5" y="6"/>
                      <a:pt x="5" y="6"/>
                      <a:pt x="5" y="6"/>
                    </a:cubicBezTo>
                    <a:cubicBezTo>
                      <a:pt x="6" y="2"/>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 name="Freeform 56"/>
              <p:cNvSpPr>
                <a:spLocks/>
              </p:cNvSpPr>
              <p:nvPr/>
            </p:nvSpPr>
            <p:spPr bwMode="auto">
              <a:xfrm>
                <a:off x="484" y="1949"/>
                <a:ext cx="55" cy="57"/>
              </a:xfrm>
              <a:custGeom>
                <a:avLst/>
                <a:gdLst>
                  <a:gd name="T0" fmla="*/ 14 w 43"/>
                  <a:gd name="T1" fmla="*/ 1 h 45"/>
                  <a:gd name="T2" fmla="*/ 37 w 43"/>
                  <a:gd name="T3" fmla="*/ 5 h 45"/>
                  <a:gd name="T4" fmla="*/ 43 w 43"/>
                  <a:gd name="T5" fmla="*/ 13 h 45"/>
                  <a:gd name="T6" fmla="*/ 37 w 43"/>
                  <a:gd name="T7" fmla="*/ 40 h 45"/>
                  <a:gd name="T8" fmla="*/ 30 w 43"/>
                  <a:gd name="T9" fmla="*/ 45 h 45"/>
                  <a:gd name="T10" fmla="*/ 6 w 43"/>
                  <a:gd name="T11" fmla="*/ 40 h 45"/>
                  <a:gd name="T12" fmla="*/ 1 w 43"/>
                  <a:gd name="T13" fmla="*/ 33 h 45"/>
                  <a:gd name="T14" fmla="*/ 6 w 43"/>
                  <a:gd name="T15" fmla="*/ 6 h 45"/>
                  <a:gd name="T16" fmla="*/ 14 w 43"/>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4" y="1"/>
                    </a:moveTo>
                    <a:cubicBezTo>
                      <a:pt x="37" y="5"/>
                      <a:pt x="37" y="5"/>
                      <a:pt x="37" y="5"/>
                    </a:cubicBezTo>
                    <a:cubicBezTo>
                      <a:pt x="41" y="6"/>
                      <a:pt x="43" y="9"/>
                      <a:pt x="43" y="13"/>
                    </a:cubicBezTo>
                    <a:cubicBezTo>
                      <a:pt x="37" y="40"/>
                      <a:pt x="37" y="40"/>
                      <a:pt x="37" y="40"/>
                    </a:cubicBezTo>
                    <a:cubicBezTo>
                      <a:pt x="37" y="43"/>
                      <a:pt x="33" y="45"/>
                      <a:pt x="30" y="45"/>
                    </a:cubicBezTo>
                    <a:cubicBezTo>
                      <a:pt x="6" y="40"/>
                      <a:pt x="6" y="40"/>
                      <a:pt x="6" y="40"/>
                    </a:cubicBezTo>
                    <a:cubicBezTo>
                      <a:pt x="3" y="40"/>
                      <a:pt x="0" y="36"/>
                      <a:pt x="1" y="33"/>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 name="Freeform 57"/>
              <p:cNvSpPr>
                <a:spLocks/>
              </p:cNvSpPr>
              <p:nvPr/>
            </p:nvSpPr>
            <p:spPr bwMode="auto">
              <a:xfrm>
                <a:off x="425" y="1938"/>
                <a:ext cx="54" cy="57"/>
              </a:xfrm>
              <a:custGeom>
                <a:avLst/>
                <a:gdLst>
                  <a:gd name="T0" fmla="*/ 14 w 43"/>
                  <a:gd name="T1" fmla="*/ 1 h 45"/>
                  <a:gd name="T2" fmla="*/ 37 w 43"/>
                  <a:gd name="T3" fmla="*/ 5 h 45"/>
                  <a:gd name="T4" fmla="*/ 42 w 43"/>
                  <a:gd name="T5" fmla="*/ 13 h 45"/>
                  <a:gd name="T6" fmla="*/ 37 w 43"/>
                  <a:gd name="T7" fmla="*/ 39 h 45"/>
                  <a:gd name="T8" fmla="*/ 30 w 43"/>
                  <a:gd name="T9" fmla="*/ 45 h 45"/>
                  <a:gd name="T10" fmla="*/ 6 w 43"/>
                  <a:gd name="T11" fmla="*/ 40 h 45"/>
                  <a:gd name="T12" fmla="*/ 1 w 43"/>
                  <a:gd name="T13" fmla="*/ 33 h 45"/>
                  <a:gd name="T14" fmla="*/ 6 w 43"/>
                  <a:gd name="T15" fmla="*/ 6 h 45"/>
                  <a:gd name="T16" fmla="*/ 14 w 43"/>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4" y="1"/>
                    </a:moveTo>
                    <a:cubicBezTo>
                      <a:pt x="37" y="5"/>
                      <a:pt x="37" y="5"/>
                      <a:pt x="37" y="5"/>
                    </a:cubicBezTo>
                    <a:cubicBezTo>
                      <a:pt x="41" y="6"/>
                      <a:pt x="43" y="9"/>
                      <a:pt x="42" y="13"/>
                    </a:cubicBezTo>
                    <a:cubicBezTo>
                      <a:pt x="37" y="39"/>
                      <a:pt x="37" y="39"/>
                      <a:pt x="37" y="39"/>
                    </a:cubicBezTo>
                    <a:cubicBezTo>
                      <a:pt x="37" y="43"/>
                      <a:pt x="33" y="45"/>
                      <a:pt x="30" y="45"/>
                    </a:cubicBezTo>
                    <a:cubicBezTo>
                      <a:pt x="6" y="40"/>
                      <a:pt x="6" y="40"/>
                      <a:pt x="6" y="40"/>
                    </a:cubicBezTo>
                    <a:cubicBezTo>
                      <a:pt x="3" y="40"/>
                      <a:pt x="0" y="36"/>
                      <a:pt x="1" y="33"/>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 name="Freeform 58"/>
              <p:cNvSpPr>
                <a:spLocks/>
              </p:cNvSpPr>
              <p:nvPr/>
            </p:nvSpPr>
            <p:spPr bwMode="auto">
              <a:xfrm>
                <a:off x="365" y="1926"/>
                <a:ext cx="55" cy="57"/>
              </a:xfrm>
              <a:custGeom>
                <a:avLst/>
                <a:gdLst>
                  <a:gd name="T0" fmla="*/ 14 w 43"/>
                  <a:gd name="T1" fmla="*/ 1 h 45"/>
                  <a:gd name="T2" fmla="*/ 37 w 43"/>
                  <a:gd name="T3" fmla="*/ 5 h 45"/>
                  <a:gd name="T4" fmla="*/ 42 w 43"/>
                  <a:gd name="T5" fmla="*/ 13 h 45"/>
                  <a:gd name="T6" fmla="*/ 37 w 43"/>
                  <a:gd name="T7" fmla="*/ 39 h 45"/>
                  <a:gd name="T8" fmla="*/ 29 w 43"/>
                  <a:gd name="T9" fmla="*/ 45 h 45"/>
                  <a:gd name="T10" fmla="*/ 6 w 43"/>
                  <a:gd name="T11" fmla="*/ 40 h 45"/>
                  <a:gd name="T12" fmla="*/ 1 w 43"/>
                  <a:gd name="T13" fmla="*/ 32 h 45"/>
                  <a:gd name="T14" fmla="*/ 6 w 43"/>
                  <a:gd name="T15" fmla="*/ 6 h 45"/>
                  <a:gd name="T16" fmla="*/ 14 w 43"/>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4" y="1"/>
                    </a:moveTo>
                    <a:cubicBezTo>
                      <a:pt x="37" y="5"/>
                      <a:pt x="37" y="5"/>
                      <a:pt x="37" y="5"/>
                    </a:cubicBezTo>
                    <a:cubicBezTo>
                      <a:pt x="40" y="6"/>
                      <a:pt x="43" y="9"/>
                      <a:pt x="42" y="13"/>
                    </a:cubicBezTo>
                    <a:cubicBezTo>
                      <a:pt x="37" y="39"/>
                      <a:pt x="37" y="39"/>
                      <a:pt x="37" y="39"/>
                    </a:cubicBezTo>
                    <a:cubicBezTo>
                      <a:pt x="36" y="43"/>
                      <a:pt x="33" y="45"/>
                      <a:pt x="29" y="45"/>
                    </a:cubicBezTo>
                    <a:cubicBezTo>
                      <a:pt x="6" y="40"/>
                      <a:pt x="6" y="40"/>
                      <a:pt x="6" y="40"/>
                    </a:cubicBezTo>
                    <a:cubicBezTo>
                      <a:pt x="2" y="40"/>
                      <a:pt x="0" y="36"/>
                      <a:pt x="1" y="32"/>
                    </a:cubicBezTo>
                    <a:cubicBezTo>
                      <a:pt x="6" y="6"/>
                      <a:pt x="6" y="6"/>
                      <a:pt x="6"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 name="Freeform 59"/>
              <p:cNvSpPr>
                <a:spLocks/>
              </p:cNvSpPr>
              <p:nvPr/>
            </p:nvSpPr>
            <p:spPr bwMode="auto">
              <a:xfrm>
                <a:off x="306" y="1915"/>
                <a:ext cx="54" cy="57"/>
              </a:xfrm>
              <a:custGeom>
                <a:avLst/>
                <a:gdLst>
                  <a:gd name="T0" fmla="*/ 13 w 43"/>
                  <a:gd name="T1" fmla="*/ 0 h 45"/>
                  <a:gd name="T2" fmla="*/ 37 w 43"/>
                  <a:gd name="T3" fmla="*/ 5 h 45"/>
                  <a:gd name="T4" fmla="*/ 42 w 43"/>
                  <a:gd name="T5" fmla="*/ 13 h 45"/>
                  <a:gd name="T6" fmla="*/ 37 w 43"/>
                  <a:gd name="T7" fmla="*/ 39 h 45"/>
                  <a:gd name="T8" fmla="*/ 29 w 43"/>
                  <a:gd name="T9" fmla="*/ 45 h 45"/>
                  <a:gd name="T10" fmla="*/ 6 w 43"/>
                  <a:gd name="T11" fmla="*/ 40 h 45"/>
                  <a:gd name="T12" fmla="*/ 0 w 43"/>
                  <a:gd name="T13" fmla="*/ 32 h 45"/>
                  <a:gd name="T14" fmla="*/ 6 w 43"/>
                  <a:gd name="T15" fmla="*/ 6 h 45"/>
                  <a:gd name="T16" fmla="*/ 13 w 43"/>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5">
                    <a:moveTo>
                      <a:pt x="13" y="0"/>
                    </a:moveTo>
                    <a:cubicBezTo>
                      <a:pt x="37" y="5"/>
                      <a:pt x="37" y="5"/>
                      <a:pt x="37" y="5"/>
                    </a:cubicBezTo>
                    <a:cubicBezTo>
                      <a:pt x="40" y="6"/>
                      <a:pt x="43" y="9"/>
                      <a:pt x="42" y="13"/>
                    </a:cubicBezTo>
                    <a:cubicBezTo>
                      <a:pt x="37" y="39"/>
                      <a:pt x="37" y="39"/>
                      <a:pt x="37" y="39"/>
                    </a:cubicBezTo>
                    <a:cubicBezTo>
                      <a:pt x="36" y="43"/>
                      <a:pt x="33" y="45"/>
                      <a:pt x="29" y="45"/>
                    </a:cubicBezTo>
                    <a:cubicBezTo>
                      <a:pt x="6" y="40"/>
                      <a:pt x="6" y="40"/>
                      <a:pt x="6" y="40"/>
                    </a:cubicBezTo>
                    <a:cubicBezTo>
                      <a:pt x="2" y="39"/>
                      <a:pt x="0" y="36"/>
                      <a:pt x="0" y="32"/>
                    </a:cubicBezTo>
                    <a:cubicBezTo>
                      <a:pt x="6" y="6"/>
                      <a:pt x="6" y="6"/>
                      <a:pt x="6" y="6"/>
                    </a:cubicBezTo>
                    <a:cubicBezTo>
                      <a:pt x="6" y="2"/>
                      <a:pt x="10" y="0"/>
                      <a:pt x="13"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 name="Freeform 60"/>
              <p:cNvSpPr>
                <a:spLocks/>
              </p:cNvSpPr>
              <p:nvPr/>
            </p:nvSpPr>
            <p:spPr bwMode="auto">
              <a:xfrm>
                <a:off x="244" y="1902"/>
                <a:ext cx="54" cy="59"/>
              </a:xfrm>
              <a:custGeom>
                <a:avLst/>
                <a:gdLst>
                  <a:gd name="T0" fmla="*/ 14 w 43"/>
                  <a:gd name="T1" fmla="*/ 1 h 46"/>
                  <a:gd name="T2" fmla="*/ 37 w 43"/>
                  <a:gd name="T3" fmla="*/ 6 h 46"/>
                  <a:gd name="T4" fmla="*/ 43 w 43"/>
                  <a:gd name="T5" fmla="*/ 14 h 46"/>
                  <a:gd name="T6" fmla="*/ 38 w 43"/>
                  <a:gd name="T7" fmla="*/ 40 h 46"/>
                  <a:gd name="T8" fmla="*/ 30 w 43"/>
                  <a:gd name="T9" fmla="*/ 45 h 46"/>
                  <a:gd name="T10" fmla="*/ 6 w 43"/>
                  <a:gd name="T11" fmla="*/ 41 h 46"/>
                  <a:gd name="T12" fmla="*/ 1 w 43"/>
                  <a:gd name="T13" fmla="*/ 33 h 46"/>
                  <a:gd name="T14" fmla="*/ 6 w 43"/>
                  <a:gd name="T15" fmla="*/ 6 h 46"/>
                  <a:gd name="T16" fmla="*/ 14 w 43"/>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6">
                    <a:moveTo>
                      <a:pt x="14" y="1"/>
                    </a:moveTo>
                    <a:cubicBezTo>
                      <a:pt x="37" y="6"/>
                      <a:pt x="37" y="6"/>
                      <a:pt x="37" y="6"/>
                    </a:cubicBezTo>
                    <a:cubicBezTo>
                      <a:pt x="41" y="6"/>
                      <a:pt x="43" y="10"/>
                      <a:pt x="43" y="14"/>
                    </a:cubicBezTo>
                    <a:cubicBezTo>
                      <a:pt x="38" y="40"/>
                      <a:pt x="38" y="40"/>
                      <a:pt x="38" y="40"/>
                    </a:cubicBezTo>
                    <a:cubicBezTo>
                      <a:pt x="37" y="44"/>
                      <a:pt x="33" y="46"/>
                      <a:pt x="30" y="45"/>
                    </a:cubicBezTo>
                    <a:cubicBezTo>
                      <a:pt x="6" y="41"/>
                      <a:pt x="6" y="41"/>
                      <a:pt x="6" y="41"/>
                    </a:cubicBezTo>
                    <a:cubicBezTo>
                      <a:pt x="2" y="40"/>
                      <a:pt x="0" y="37"/>
                      <a:pt x="1" y="33"/>
                    </a:cubicBezTo>
                    <a:cubicBezTo>
                      <a:pt x="6" y="6"/>
                      <a:pt x="6" y="6"/>
                      <a:pt x="6"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 name="Freeform 61"/>
              <p:cNvSpPr>
                <a:spLocks/>
              </p:cNvSpPr>
              <p:nvPr/>
            </p:nvSpPr>
            <p:spPr bwMode="auto">
              <a:xfrm>
                <a:off x="233" y="1962"/>
                <a:ext cx="88" cy="64"/>
              </a:xfrm>
              <a:custGeom>
                <a:avLst/>
                <a:gdLst>
                  <a:gd name="T0" fmla="*/ 14 w 70"/>
                  <a:gd name="T1" fmla="*/ 1 h 51"/>
                  <a:gd name="T2" fmla="*/ 63 w 70"/>
                  <a:gd name="T3" fmla="*/ 10 h 51"/>
                  <a:gd name="T4" fmla="*/ 69 w 70"/>
                  <a:gd name="T5" fmla="*/ 19 h 51"/>
                  <a:gd name="T6" fmla="*/ 64 w 70"/>
                  <a:gd name="T7" fmla="*/ 44 h 51"/>
                  <a:gd name="T8" fmla="*/ 56 w 70"/>
                  <a:gd name="T9" fmla="*/ 50 h 51"/>
                  <a:gd name="T10" fmla="*/ 7 w 70"/>
                  <a:gd name="T11" fmla="*/ 40 h 51"/>
                  <a:gd name="T12" fmla="*/ 1 w 70"/>
                  <a:gd name="T13" fmla="*/ 32 h 51"/>
                  <a:gd name="T14" fmla="*/ 6 w 70"/>
                  <a:gd name="T15" fmla="*/ 6 h 51"/>
                  <a:gd name="T16" fmla="*/ 14 w 70"/>
                  <a:gd name="T17"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51">
                    <a:moveTo>
                      <a:pt x="14" y="1"/>
                    </a:moveTo>
                    <a:cubicBezTo>
                      <a:pt x="63" y="10"/>
                      <a:pt x="63" y="10"/>
                      <a:pt x="63" y="10"/>
                    </a:cubicBezTo>
                    <a:cubicBezTo>
                      <a:pt x="67" y="11"/>
                      <a:pt x="70" y="15"/>
                      <a:pt x="69" y="19"/>
                    </a:cubicBezTo>
                    <a:cubicBezTo>
                      <a:pt x="64" y="44"/>
                      <a:pt x="64" y="44"/>
                      <a:pt x="64" y="44"/>
                    </a:cubicBezTo>
                    <a:cubicBezTo>
                      <a:pt x="63" y="48"/>
                      <a:pt x="59" y="51"/>
                      <a:pt x="56" y="50"/>
                    </a:cubicBezTo>
                    <a:cubicBezTo>
                      <a:pt x="7" y="40"/>
                      <a:pt x="7" y="40"/>
                      <a:pt x="7" y="40"/>
                    </a:cubicBezTo>
                    <a:cubicBezTo>
                      <a:pt x="3" y="40"/>
                      <a:pt x="0" y="36"/>
                      <a:pt x="1" y="32"/>
                    </a:cubicBezTo>
                    <a:cubicBezTo>
                      <a:pt x="6" y="6"/>
                      <a:pt x="6" y="6"/>
                      <a:pt x="6"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 name="Freeform 62"/>
              <p:cNvSpPr>
                <a:spLocks/>
              </p:cNvSpPr>
              <p:nvPr/>
            </p:nvSpPr>
            <p:spPr bwMode="auto">
              <a:xfrm>
                <a:off x="221" y="2020"/>
                <a:ext cx="100" cy="67"/>
              </a:xfrm>
              <a:custGeom>
                <a:avLst/>
                <a:gdLst>
                  <a:gd name="T0" fmla="*/ 14 w 79"/>
                  <a:gd name="T1" fmla="*/ 1 h 53"/>
                  <a:gd name="T2" fmla="*/ 73 w 79"/>
                  <a:gd name="T3" fmla="*/ 12 h 53"/>
                  <a:gd name="T4" fmla="*/ 78 w 79"/>
                  <a:gd name="T5" fmla="*/ 21 h 53"/>
                  <a:gd name="T6" fmla="*/ 73 w 79"/>
                  <a:gd name="T7" fmla="*/ 46 h 53"/>
                  <a:gd name="T8" fmla="*/ 65 w 79"/>
                  <a:gd name="T9" fmla="*/ 52 h 53"/>
                  <a:gd name="T10" fmla="*/ 7 w 79"/>
                  <a:gd name="T11" fmla="*/ 41 h 53"/>
                  <a:gd name="T12" fmla="*/ 1 w 79"/>
                  <a:gd name="T13" fmla="*/ 32 h 53"/>
                  <a:gd name="T14" fmla="*/ 6 w 79"/>
                  <a:gd name="T15" fmla="*/ 7 h 53"/>
                  <a:gd name="T16" fmla="*/ 14 w 79"/>
                  <a:gd name="T17"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53">
                    <a:moveTo>
                      <a:pt x="14" y="1"/>
                    </a:moveTo>
                    <a:cubicBezTo>
                      <a:pt x="73" y="12"/>
                      <a:pt x="73" y="12"/>
                      <a:pt x="73" y="12"/>
                    </a:cubicBezTo>
                    <a:cubicBezTo>
                      <a:pt x="76" y="13"/>
                      <a:pt x="79" y="17"/>
                      <a:pt x="78" y="21"/>
                    </a:cubicBezTo>
                    <a:cubicBezTo>
                      <a:pt x="73" y="46"/>
                      <a:pt x="73" y="46"/>
                      <a:pt x="73" y="46"/>
                    </a:cubicBezTo>
                    <a:cubicBezTo>
                      <a:pt x="73" y="50"/>
                      <a:pt x="69" y="53"/>
                      <a:pt x="65" y="52"/>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 name="Freeform 63"/>
              <p:cNvSpPr>
                <a:spLocks/>
              </p:cNvSpPr>
              <p:nvPr/>
            </p:nvSpPr>
            <p:spPr bwMode="auto">
              <a:xfrm>
                <a:off x="210" y="2079"/>
                <a:ext cx="131" cy="72"/>
              </a:xfrm>
              <a:custGeom>
                <a:avLst/>
                <a:gdLst>
                  <a:gd name="T0" fmla="*/ 14 w 104"/>
                  <a:gd name="T1" fmla="*/ 1 h 57"/>
                  <a:gd name="T2" fmla="*/ 98 w 104"/>
                  <a:gd name="T3" fmla="*/ 17 h 57"/>
                  <a:gd name="T4" fmla="*/ 104 w 104"/>
                  <a:gd name="T5" fmla="*/ 25 h 57"/>
                  <a:gd name="T6" fmla="*/ 99 w 104"/>
                  <a:gd name="T7" fmla="*/ 51 h 57"/>
                  <a:gd name="T8" fmla="*/ 90 w 104"/>
                  <a:gd name="T9" fmla="*/ 56 h 57"/>
                  <a:gd name="T10" fmla="*/ 7 w 104"/>
                  <a:gd name="T11" fmla="*/ 40 h 57"/>
                  <a:gd name="T12" fmla="*/ 1 w 104"/>
                  <a:gd name="T13" fmla="*/ 32 h 57"/>
                  <a:gd name="T14" fmla="*/ 6 w 104"/>
                  <a:gd name="T15" fmla="*/ 6 h 57"/>
                  <a:gd name="T16" fmla="*/ 14 w 104"/>
                  <a:gd name="T17"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57">
                    <a:moveTo>
                      <a:pt x="14" y="1"/>
                    </a:moveTo>
                    <a:cubicBezTo>
                      <a:pt x="98" y="17"/>
                      <a:pt x="98" y="17"/>
                      <a:pt x="98" y="17"/>
                    </a:cubicBezTo>
                    <a:cubicBezTo>
                      <a:pt x="102" y="18"/>
                      <a:pt x="104" y="21"/>
                      <a:pt x="104" y="25"/>
                    </a:cubicBezTo>
                    <a:cubicBezTo>
                      <a:pt x="99" y="51"/>
                      <a:pt x="99" y="51"/>
                      <a:pt x="99" y="51"/>
                    </a:cubicBezTo>
                    <a:cubicBezTo>
                      <a:pt x="98" y="55"/>
                      <a:pt x="94" y="57"/>
                      <a:pt x="90" y="56"/>
                    </a:cubicBezTo>
                    <a:cubicBezTo>
                      <a:pt x="7" y="40"/>
                      <a:pt x="7" y="40"/>
                      <a:pt x="7" y="40"/>
                    </a:cubicBezTo>
                    <a:cubicBezTo>
                      <a:pt x="3" y="40"/>
                      <a:pt x="0" y="36"/>
                      <a:pt x="1" y="32"/>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 name="Freeform 64"/>
              <p:cNvSpPr>
                <a:spLocks/>
              </p:cNvSpPr>
              <p:nvPr/>
            </p:nvSpPr>
            <p:spPr bwMode="auto">
              <a:xfrm>
                <a:off x="199" y="2137"/>
                <a:ext cx="70" cy="61"/>
              </a:xfrm>
              <a:custGeom>
                <a:avLst/>
                <a:gdLst>
                  <a:gd name="T0" fmla="*/ 14 w 56"/>
                  <a:gd name="T1" fmla="*/ 1 h 48"/>
                  <a:gd name="T2" fmla="*/ 49 w 56"/>
                  <a:gd name="T3" fmla="*/ 8 h 48"/>
                  <a:gd name="T4" fmla="*/ 55 w 56"/>
                  <a:gd name="T5" fmla="*/ 16 h 48"/>
                  <a:gd name="T6" fmla="*/ 50 w 56"/>
                  <a:gd name="T7" fmla="*/ 42 h 48"/>
                  <a:gd name="T8" fmla="*/ 41 w 56"/>
                  <a:gd name="T9" fmla="*/ 48 h 48"/>
                  <a:gd name="T10" fmla="*/ 7 w 56"/>
                  <a:gd name="T11" fmla="*/ 41 h 48"/>
                  <a:gd name="T12" fmla="*/ 1 w 56"/>
                  <a:gd name="T13" fmla="*/ 32 h 48"/>
                  <a:gd name="T14" fmla="*/ 6 w 56"/>
                  <a:gd name="T15" fmla="*/ 7 h 48"/>
                  <a:gd name="T16" fmla="*/ 14 w 56"/>
                  <a:gd name="T17" fmla="*/ 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48">
                    <a:moveTo>
                      <a:pt x="14" y="1"/>
                    </a:moveTo>
                    <a:cubicBezTo>
                      <a:pt x="49" y="8"/>
                      <a:pt x="49" y="8"/>
                      <a:pt x="49" y="8"/>
                    </a:cubicBezTo>
                    <a:cubicBezTo>
                      <a:pt x="53" y="9"/>
                      <a:pt x="56" y="12"/>
                      <a:pt x="55" y="16"/>
                    </a:cubicBezTo>
                    <a:cubicBezTo>
                      <a:pt x="50" y="42"/>
                      <a:pt x="50" y="42"/>
                      <a:pt x="50" y="42"/>
                    </a:cubicBezTo>
                    <a:cubicBezTo>
                      <a:pt x="49" y="46"/>
                      <a:pt x="45" y="48"/>
                      <a:pt x="41" y="48"/>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 name="Freeform 65"/>
              <p:cNvSpPr>
                <a:spLocks/>
              </p:cNvSpPr>
              <p:nvPr/>
            </p:nvSpPr>
            <p:spPr bwMode="auto">
              <a:xfrm>
                <a:off x="320" y="1978"/>
                <a:ext cx="57" cy="58"/>
              </a:xfrm>
              <a:custGeom>
                <a:avLst/>
                <a:gdLst>
                  <a:gd name="T0" fmla="*/ 14 w 45"/>
                  <a:gd name="T1" fmla="*/ 1 h 46"/>
                  <a:gd name="T2" fmla="*/ 39 w 45"/>
                  <a:gd name="T3" fmla="*/ 6 h 46"/>
                  <a:gd name="T4" fmla="*/ 45 w 45"/>
                  <a:gd name="T5" fmla="*/ 14 h 46"/>
                  <a:gd name="T6" fmla="*/ 40 w 45"/>
                  <a:gd name="T7" fmla="*/ 40 h 46"/>
                  <a:gd name="T8" fmla="*/ 32 w 45"/>
                  <a:gd name="T9" fmla="*/ 45 h 46"/>
                  <a:gd name="T10" fmla="*/ 6 w 45"/>
                  <a:gd name="T11" fmla="*/ 41 h 46"/>
                  <a:gd name="T12" fmla="*/ 1 w 45"/>
                  <a:gd name="T13" fmla="*/ 32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4"/>
                      <a:pt x="35" y="46"/>
                      <a:pt x="32" y="45"/>
                    </a:cubicBezTo>
                    <a:cubicBezTo>
                      <a:pt x="6" y="41"/>
                      <a:pt x="6" y="41"/>
                      <a:pt x="6"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 name="Freeform 66"/>
              <p:cNvSpPr>
                <a:spLocks/>
              </p:cNvSpPr>
              <p:nvPr/>
            </p:nvSpPr>
            <p:spPr bwMode="auto">
              <a:xfrm>
                <a:off x="381" y="1990"/>
                <a:ext cx="58" cy="5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3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5" y="46"/>
                      <a:pt x="32" y="46"/>
                    </a:cubicBezTo>
                    <a:cubicBezTo>
                      <a:pt x="7" y="41"/>
                      <a:pt x="7" y="41"/>
                      <a:pt x="7" y="41"/>
                    </a:cubicBezTo>
                    <a:cubicBezTo>
                      <a:pt x="3" y="40"/>
                      <a:pt x="0" y="36"/>
                      <a:pt x="1" y="33"/>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 name="Freeform 67"/>
              <p:cNvSpPr>
                <a:spLocks/>
              </p:cNvSpPr>
              <p:nvPr/>
            </p:nvSpPr>
            <p:spPr bwMode="auto">
              <a:xfrm>
                <a:off x="441" y="2002"/>
                <a:ext cx="58" cy="58"/>
              </a:xfrm>
              <a:custGeom>
                <a:avLst/>
                <a:gdLst>
                  <a:gd name="T0" fmla="*/ 14 w 46"/>
                  <a:gd name="T1" fmla="*/ 0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 name="Freeform 68"/>
              <p:cNvSpPr>
                <a:spLocks/>
              </p:cNvSpPr>
              <p:nvPr/>
            </p:nvSpPr>
            <p:spPr bwMode="auto">
              <a:xfrm>
                <a:off x="502" y="2014"/>
                <a:ext cx="58" cy="58"/>
              </a:xfrm>
              <a:custGeom>
                <a:avLst/>
                <a:gdLst>
                  <a:gd name="T0" fmla="*/ 14 w 46"/>
                  <a:gd name="T1" fmla="*/ 1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40"/>
                      <a:pt x="0" y="36"/>
                      <a:pt x="1" y="32"/>
                    </a:cubicBezTo>
                    <a:cubicBezTo>
                      <a:pt x="6" y="6"/>
                      <a:pt x="6" y="6"/>
                      <a:pt x="6" y="6"/>
                    </a:cubicBezTo>
                    <a:cubicBezTo>
                      <a:pt x="7" y="2"/>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 name="Freeform 69"/>
              <p:cNvSpPr>
                <a:spLocks/>
              </p:cNvSpPr>
              <p:nvPr/>
            </p:nvSpPr>
            <p:spPr bwMode="auto">
              <a:xfrm>
                <a:off x="563" y="2025"/>
                <a:ext cx="58" cy="5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6" y="46"/>
                      <a:pt x="32" y="45"/>
                    </a:cubicBezTo>
                    <a:cubicBezTo>
                      <a:pt x="7" y="41"/>
                      <a:pt x="7" y="41"/>
                      <a:pt x="7" y="41"/>
                    </a:cubicBezTo>
                    <a:cubicBezTo>
                      <a:pt x="3" y="40"/>
                      <a:pt x="0" y="36"/>
                      <a:pt x="1" y="32"/>
                    </a:cubicBezTo>
                    <a:cubicBezTo>
                      <a:pt x="6" y="7"/>
                      <a:pt x="6" y="7"/>
                      <a:pt x="6" y="7"/>
                    </a:cubicBezTo>
                    <a:cubicBezTo>
                      <a:pt x="7" y="3"/>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 name="Freeform 70"/>
              <p:cNvSpPr>
                <a:spLocks/>
              </p:cNvSpPr>
              <p:nvPr/>
            </p:nvSpPr>
            <p:spPr bwMode="auto">
              <a:xfrm>
                <a:off x="625" y="2036"/>
                <a:ext cx="56" cy="59"/>
              </a:xfrm>
              <a:custGeom>
                <a:avLst/>
                <a:gdLst>
                  <a:gd name="T0" fmla="*/ 13 w 45"/>
                  <a:gd name="T1" fmla="*/ 1 h 46"/>
                  <a:gd name="T2" fmla="*/ 39 w 45"/>
                  <a:gd name="T3" fmla="*/ 6 h 46"/>
                  <a:gd name="T4" fmla="*/ 44 w 45"/>
                  <a:gd name="T5" fmla="*/ 14 h 46"/>
                  <a:gd name="T6" fmla="*/ 39 w 45"/>
                  <a:gd name="T7" fmla="*/ 40 h 46"/>
                  <a:gd name="T8" fmla="*/ 31 w 45"/>
                  <a:gd name="T9" fmla="*/ 46 h 46"/>
                  <a:gd name="T10" fmla="*/ 6 w 45"/>
                  <a:gd name="T11" fmla="*/ 41 h 46"/>
                  <a:gd name="T12" fmla="*/ 0 w 45"/>
                  <a:gd name="T13" fmla="*/ 32 h 46"/>
                  <a:gd name="T14" fmla="*/ 5 w 45"/>
                  <a:gd name="T15" fmla="*/ 7 h 46"/>
                  <a:gd name="T16" fmla="*/ 13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3" y="1"/>
                    </a:moveTo>
                    <a:cubicBezTo>
                      <a:pt x="39" y="6"/>
                      <a:pt x="39" y="6"/>
                      <a:pt x="39" y="6"/>
                    </a:cubicBezTo>
                    <a:cubicBezTo>
                      <a:pt x="42" y="7"/>
                      <a:pt x="45" y="10"/>
                      <a:pt x="44" y="14"/>
                    </a:cubicBezTo>
                    <a:cubicBezTo>
                      <a:pt x="39" y="40"/>
                      <a:pt x="39" y="40"/>
                      <a:pt x="39" y="40"/>
                    </a:cubicBezTo>
                    <a:cubicBezTo>
                      <a:pt x="38" y="44"/>
                      <a:pt x="35" y="46"/>
                      <a:pt x="31" y="46"/>
                    </a:cubicBezTo>
                    <a:cubicBezTo>
                      <a:pt x="6" y="41"/>
                      <a:pt x="6" y="41"/>
                      <a:pt x="6" y="41"/>
                    </a:cubicBezTo>
                    <a:cubicBezTo>
                      <a:pt x="2" y="40"/>
                      <a:pt x="0" y="36"/>
                      <a:pt x="0" y="32"/>
                    </a:cubicBezTo>
                    <a:cubicBezTo>
                      <a:pt x="5" y="7"/>
                      <a:pt x="5" y="7"/>
                      <a:pt x="5" y="7"/>
                    </a:cubicBezTo>
                    <a:cubicBezTo>
                      <a:pt x="6" y="3"/>
                      <a:pt x="10" y="0"/>
                      <a:pt x="13"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 name="Freeform 71"/>
              <p:cNvSpPr>
                <a:spLocks/>
              </p:cNvSpPr>
              <p:nvPr/>
            </p:nvSpPr>
            <p:spPr bwMode="auto">
              <a:xfrm>
                <a:off x="685" y="2049"/>
                <a:ext cx="57" cy="58"/>
              </a:xfrm>
              <a:custGeom>
                <a:avLst/>
                <a:gdLst>
                  <a:gd name="T0" fmla="*/ 14 w 45"/>
                  <a:gd name="T1" fmla="*/ 0 h 46"/>
                  <a:gd name="T2" fmla="*/ 39 w 45"/>
                  <a:gd name="T3" fmla="*/ 5 h 46"/>
                  <a:gd name="T4" fmla="*/ 44 w 45"/>
                  <a:gd name="T5" fmla="*/ 13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2" y="6"/>
                      <a:pt x="45" y="10"/>
                      <a:pt x="44" y="13"/>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 name="Freeform 72"/>
              <p:cNvSpPr>
                <a:spLocks/>
              </p:cNvSpPr>
              <p:nvPr/>
            </p:nvSpPr>
            <p:spPr bwMode="auto">
              <a:xfrm>
                <a:off x="746" y="2060"/>
                <a:ext cx="57" cy="59"/>
              </a:xfrm>
              <a:custGeom>
                <a:avLst/>
                <a:gdLst>
                  <a:gd name="T0" fmla="*/ 14 w 45"/>
                  <a:gd name="T1" fmla="*/ 1 h 46"/>
                  <a:gd name="T2" fmla="*/ 39 w 45"/>
                  <a:gd name="T3" fmla="*/ 5 h 46"/>
                  <a:gd name="T4" fmla="*/ 44 w 45"/>
                  <a:gd name="T5" fmla="*/ 14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2" y="6"/>
                      <a:pt x="45" y="10"/>
                      <a:pt x="44" y="14"/>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 name="Freeform 73"/>
              <p:cNvSpPr>
                <a:spLocks/>
              </p:cNvSpPr>
              <p:nvPr/>
            </p:nvSpPr>
            <p:spPr bwMode="auto">
              <a:xfrm>
                <a:off x="807" y="2072"/>
                <a:ext cx="56" cy="58"/>
              </a:xfrm>
              <a:custGeom>
                <a:avLst/>
                <a:gdLst>
                  <a:gd name="T0" fmla="*/ 14 w 45"/>
                  <a:gd name="T1" fmla="*/ 1 h 46"/>
                  <a:gd name="T2" fmla="*/ 39 w 45"/>
                  <a:gd name="T3" fmla="*/ 6 h 46"/>
                  <a:gd name="T4" fmla="*/ 44 w 45"/>
                  <a:gd name="T5" fmla="*/ 14 h 46"/>
                  <a:gd name="T6" fmla="*/ 39 w 45"/>
                  <a:gd name="T7" fmla="*/ 40 h 46"/>
                  <a:gd name="T8" fmla="*/ 31 w 45"/>
                  <a:gd name="T9" fmla="*/ 45 h 46"/>
                  <a:gd name="T10" fmla="*/ 6 w 45"/>
                  <a:gd name="T11" fmla="*/ 40 h 46"/>
                  <a:gd name="T12" fmla="*/ 0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4" y="14"/>
                    </a:cubicBezTo>
                    <a:cubicBezTo>
                      <a:pt x="39" y="40"/>
                      <a:pt x="39" y="40"/>
                      <a:pt x="39" y="40"/>
                    </a:cubicBezTo>
                    <a:cubicBezTo>
                      <a:pt x="39" y="43"/>
                      <a:pt x="35" y="46"/>
                      <a:pt x="31" y="45"/>
                    </a:cubicBezTo>
                    <a:cubicBezTo>
                      <a:pt x="6" y="40"/>
                      <a:pt x="6" y="40"/>
                      <a:pt x="6" y="40"/>
                    </a:cubicBezTo>
                    <a:cubicBezTo>
                      <a:pt x="2" y="40"/>
                      <a:pt x="0" y="36"/>
                      <a:pt x="0" y="32"/>
                    </a:cubicBezTo>
                    <a:cubicBezTo>
                      <a:pt x="5" y="6"/>
                      <a:pt x="5" y="6"/>
                      <a:pt x="5"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 name="Freeform 74"/>
              <p:cNvSpPr>
                <a:spLocks/>
              </p:cNvSpPr>
              <p:nvPr/>
            </p:nvSpPr>
            <p:spPr bwMode="auto">
              <a:xfrm>
                <a:off x="867" y="2083"/>
                <a:ext cx="57" cy="58"/>
              </a:xfrm>
              <a:custGeom>
                <a:avLst/>
                <a:gdLst>
                  <a:gd name="T0" fmla="*/ 14 w 45"/>
                  <a:gd name="T1" fmla="*/ 1 h 46"/>
                  <a:gd name="T2" fmla="*/ 39 w 45"/>
                  <a:gd name="T3" fmla="*/ 6 h 46"/>
                  <a:gd name="T4" fmla="*/ 44 w 45"/>
                  <a:gd name="T5" fmla="*/ 14 h 46"/>
                  <a:gd name="T6" fmla="*/ 39 w 45"/>
                  <a:gd name="T7" fmla="*/ 40 h 46"/>
                  <a:gd name="T8" fmla="*/ 31 w 45"/>
                  <a:gd name="T9" fmla="*/ 46 h 46"/>
                  <a:gd name="T10" fmla="*/ 6 w 45"/>
                  <a:gd name="T11" fmla="*/ 41 h 46"/>
                  <a:gd name="T12" fmla="*/ 1 w 45"/>
                  <a:gd name="T13" fmla="*/ 32 h 46"/>
                  <a:gd name="T14" fmla="*/ 5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7"/>
                      <a:pt x="45" y="10"/>
                      <a:pt x="44" y="14"/>
                    </a:cubicBezTo>
                    <a:cubicBezTo>
                      <a:pt x="39" y="40"/>
                      <a:pt x="39" y="40"/>
                      <a:pt x="39" y="40"/>
                    </a:cubicBezTo>
                    <a:cubicBezTo>
                      <a:pt x="39" y="44"/>
                      <a:pt x="35" y="46"/>
                      <a:pt x="31" y="46"/>
                    </a:cubicBezTo>
                    <a:cubicBezTo>
                      <a:pt x="6" y="41"/>
                      <a:pt x="6" y="41"/>
                      <a:pt x="6" y="41"/>
                    </a:cubicBezTo>
                    <a:cubicBezTo>
                      <a:pt x="2" y="40"/>
                      <a:pt x="0" y="36"/>
                      <a:pt x="1"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 name="Freeform 75"/>
              <p:cNvSpPr>
                <a:spLocks/>
              </p:cNvSpPr>
              <p:nvPr/>
            </p:nvSpPr>
            <p:spPr bwMode="auto">
              <a:xfrm>
                <a:off x="928" y="2096"/>
                <a:ext cx="57" cy="57"/>
              </a:xfrm>
              <a:custGeom>
                <a:avLst/>
                <a:gdLst>
                  <a:gd name="T0" fmla="*/ 14 w 45"/>
                  <a:gd name="T1" fmla="*/ 0 h 45"/>
                  <a:gd name="T2" fmla="*/ 39 w 45"/>
                  <a:gd name="T3" fmla="*/ 5 h 45"/>
                  <a:gd name="T4" fmla="*/ 45 w 45"/>
                  <a:gd name="T5" fmla="*/ 13 h 45"/>
                  <a:gd name="T6" fmla="*/ 40 w 45"/>
                  <a:gd name="T7" fmla="*/ 39 h 45"/>
                  <a:gd name="T8" fmla="*/ 31 w 45"/>
                  <a:gd name="T9" fmla="*/ 45 h 45"/>
                  <a:gd name="T10" fmla="*/ 6 w 45"/>
                  <a:gd name="T11" fmla="*/ 40 h 45"/>
                  <a:gd name="T12" fmla="*/ 1 w 45"/>
                  <a:gd name="T13" fmla="*/ 32 h 45"/>
                  <a:gd name="T14" fmla="*/ 6 w 45"/>
                  <a:gd name="T15" fmla="*/ 6 h 45"/>
                  <a:gd name="T16" fmla="*/ 14 w 45"/>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5">
                    <a:moveTo>
                      <a:pt x="14" y="0"/>
                    </a:moveTo>
                    <a:cubicBezTo>
                      <a:pt x="39" y="5"/>
                      <a:pt x="39" y="5"/>
                      <a:pt x="39" y="5"/>
                    </a:cubicBezTo>
                    <a:cubicBezTo>
                      <a:pt x="43" y="6"/>
                      <a:pt x="45" y="10"/>
                      <a:pt x="45" y="13"/>
                    </a:cubicBezTo>
                    <a:cubicBezTo>
                      <a:pt x="40" y="39"/>
                      <a:pt x="40" y="39"/>
                      <a:pt x="40" y="39"/>
                    </a:cubicBezTo>
                    <a:cubicBezTo>
                      <a:pt x="39" y="43"/>
                      <a:pt x="35" y="45"/>
                      <a:pt x="31" y="45"/>
                    </a:cubicBezTo>
                    <a:cubicBezTo>
                      <a:pt x="6" y="40"/>
                      <a:pt x="6" y="40"/>
                      <a:pt x="6" y="40"/>
                    </a:cubicBezTo>
                    <a:cubicBezTo>
                      <a:pt x="2" y="39"/>
                      <a:pt x="0" y="35"/>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 name="Freeform 76"/>
              <p:cNvSpPr>
                <a:spLocks/>
              </p:cNvSpPr>
              <p:nvPr/>
            </p:nvSpPr>
            <p:spPr bwMode="auto">
              <a:xfrm>
                <a:off x="989" y="2107"/>
                <a:ext cx="57" cy="58"/>
              </a:xfrm>
              <a:custGeom>
                <a:avLst/>
                <a:gdLst>
                  <a:gd name="T0" fmla="*/ 14 w 45"/>
                  <a:gd name="T1" fmla="*/ 1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2" y="39"/>
                      <a:pt x="0" y="36"/>
                      <a:pt x="1" y="32"/>
                    </a:cubicBezTo>
                    <a:cubicBezTo>
                      <a:pt x="6" y="6"/>
                      <a:pt x="6" y="6"/>
                      <a:pt x="6"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 name="Freeform 77"/>
              <p:cNvSpPr>
                <a:spLocks/>
              </p:cNvSpPr>
              <p:nvPr/>
            </p:nvSpPr>
            <p:spPr bwMode="auto">
              <a:xfrm>
                <a:off x="326" y="2040"/>
                <a:ext cx="57" cy="58"/>
              </a:xfrm>
              <a:custGeom>
                <a:avLst/>
                <a:gdLst>
                  <a:gd name="T0" fmla="*/ 14 w 45"/>
                  <a:gd name="T1" fmla="*/ 1 h 46"/>
                  <a:gd name="T2" fmla="*/ 39 w 45"/>
                  <a:gd name="T3" fmla="*/ 6 h 46"/>
                  <a:gd name="T4" fmla="*/ 44 w 45"/>
                  <a:gd name="T5" fmla="*/ 14 h 46"/>
                  <a:gd name="T6" fmla="*/ 39 w 45"/>
                  <a:gd name="T7" fmla="*/ 40 h 46"/>
                  <a:gd name="T8" fmla="*/ 31 w 45"/>
                  <a:gd name="T9" fmla="*/ 45 h 46"/>
                  <a:gd name="T10" fmla="*/ 6 w 45"/>
                  <a:gd name="T11" fmla="*/ 41 h 46"/>
                  <a:gd name="T12" fmla="*/ 0 w 45"/>
                  <a:gd name="T13" fmla="*/ 32 h 46"/>
                  <a:gd name="T14" fmla="*/ 5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2" y="7"/>
                      <a:pt x="45" y="10"/>
                      <a:pt x="44" y="14"/>
                    </a:cubicBezTo>
                    <a:cubicBezTo>
                      <a:pt x="39" y="40"/>
                      <a:pt x="39" y="40"/>
                      <a:pt x="39" y="40"/>
                    </a:cubicBezTo>
                    <a:cubicBezTo>
                      <a:pt x="39" y="44"/>
                      <a:pt x="35" y="46"/>
                      <a:pt x="31" y="45"/>
                    </a:cubicBezTo>
                    <a:cubicBezTo>
                      <a:pt x="6" y="41"/>
                      <a:pt x="6" y="41"/>
                      <a:pt x="6" y="41"/>
                    </a:cubicBezTo>
                    <a:cubicBezTo>
                      <a:pt x="2" y="40"/>
                      <a:pt x="0" y="36"/>
                      <a:pt x="0"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 name="Freeform 78"/>
              <p:cNvSpPr>
                <a:spLocks/>
              </p:cNvSpPr>
              <p:nvPr/>
            </p:nvSpPr>
            <p:spPr bwMode="auto">
              <a:xfrm>
                <a:off x="387" y="2053"/>
                <a:ext cx="57" cy="57"/>
              </a:xfrm>
              <a:custGeom>
                <a:avLst/>
                <a:gdLst>
                  <a:gd name="T0" fmla="*/ 14 w 45"/>
                  <a:gd name="T1" fmla="*/ 0 h 45"/>
                  <a:gd name="T2" fmla="*/ 39 w 45"/>
                  <a:gd name="T3" fmla="*/ 5 h 45"/>
                  <a:gd name="T4" fmla="*/ 44 w 45"/>
                  <a:gd name="T5" fmla="*/ 13 h 45"/>
                  <a:gd name="T6" fmla="*/ 39 w 45"/>
                  <a:gd name="T7" fmla="*/ 39 h 45"/>
                  <a:gd name="T8" fmla="*/ 31 w 45"/>
                  <a:gd name="T9" fmla="*/ 45 h 45"/>
                  <a:gd name="T10" fmla="*/ 6 w 45"/>
                  <a:gd name="T11" fmla="*/ 40 h 45"/>
                  <a:gd name="T12" fmla="*/ 0 w 45"/>
                  <a:gd name="T13" fmla="*/ 32 h 45"/>
                  <a:gd name="T14" fmla="*/ 5 w 45"/>
                  <a:gd name="T15" fmla="*/ 6 h 45"/>
                  <a:gd name="T16" fmla="*/ 14 w 45"/>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5">
                    <a:moveTo>
                      <a:pt x="14" y="0"/>
                    </a:moveTo>
                    <a:cubicBezTo>
                      <a:pt x="39" y="5"/>
                      <a:pt x="39" y="5"/>
                      <a:pt x="39" y="5"/>
                    </a:cubicBezTo>
                    <a:cubicBezTo>
                      <a:pt x="42" y="6"/>
                      <a:pt x="45" y="10"/>
                      <a:pt x="44" y="13"/>
                    </a:cubicBezTo>
                    <a:cubicBezTo>
                      <a:pt x="39" y="39"/>
                      <a:pt x="39" y="39"/>
                      <a:pt x="39" y="39"/>
                    </a:cubicBezTo>
                    <a:cubicBezTo>
                      <a:pt x="39" y="43"/>
                      <a:pt x="35" y="45"/>
                      <a:pt x="31" y="45"/>
                    </a:cubicBezTo>
                    <a:cubicBezTo>
                      <a:pt x="6" y="40"/>
                      <a:pt x="6" y="40"/>
                      <a:pt x="6" y="40"/>
                    </a:cubicBezTo>
                    <a:cubicBezTo>
                      <a:pt x="2" y="39"/>
                      <a:pt x="0" y="35"/>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 name="Freeform 79"/>
              <p:cNvSpPr>
                <a:spLocks/>
              </p:cNvSpPr>
              <p:nvPr/>
            </p:nvSpPr>
            <p:spPr bwMode="auto">
              <a:xfrm>
                <a:off x="448" y="2064"/>
                <a:ext cx="56" cy="58"/>
              </a:xfrm>
              <a:custGeom>
                <a:avLst/>
                <a:gdLst>
                  <a:gd name="T0" fmla="*/ 14 w 45"/>
                  <a:gd name="T1" fmla="*/ 0 h 46"/>
                  <a:gd name="T2" fmla="*/ 39 w 45"/>
                  <a:gd name="T3" fmla="*/ 5 h 46"/>
                  <a:gd name="T4" fmla="*/ 44 w 45"/>
                  <a:gd name="T5" fmla="*/ 14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4" y="14"/>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 name="Freeform 80"/>
              <p:cNvSpPr>
                <a:spLocks/>
              </p:cNvSpPr>
              <p:nvPr/>
            </p:nvSpPr>
            <p:spPr bwMode="auto">
              <a:xfrm>
                <a:off x="508" y="2076"/>
                <a:ext cx="57" cy="58"/>
              </a:xfrm>
              <a:custGeom>
                <a:avLst/>
                <a:gdLst>
                  <a:gd name="T0" fmla="*/ 14 w 45"/>
                  <a:gd name="T1" fmla="*/ 1 h 46"/>
                  <a:gd name="T2" fmla="*/ 39 w 45"/>
                  <a:gd name="T3" fmla="*/ 6 h 46"/>
                  <a:gd name="T4" fmla="*/ 44 w 45"/>
                  <a:gd name="T5" fmla="*/ 14 h 46"/>
                  <a:gd name="T6" fmla="*/ 40 w 45"/>
                  <a:gd name="T7" fmla="*/ 40 h 46"/>
                  <a:gd name="T8" fmla="*/ 31 w 45"/>
                  <a:gd name="T9" fmla="*/ 45 h 46"/>
                  <a:gd name="T10" fmla="*/ 6 w 45"/>
                  <a:gd name="T11" fmla="*/ 40 h 46"/>
                  <a:gd name="T12" fmla="*/ 1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4" y="14"/>
                    </a:cubicBezTo>
                    <a:cubicBezTo>
                      <a:pt x="40" y="40"/>
                      <a:pt x="40" y="40"/>
                      <a:pt x="40" y="40"/>
                    </a:cubicBezTo>
                    <a:cubicBezTo>
                      <a:pt x="39" y="43"/>
                      <a:pt x="35" y="46"/>
                      <a:pt x="31" y="45"/>
                    </a:cubicBezTo>
                    <a:cubicBezTo>
                      <a:pt x="6" y="40"/>
                      <a:pt x="6" y="40"/>
                      <a:pt x="6" y="40"/>
                    </a:cubicBezTo>
                    <a:cubicBezTo>
                      <a:pt x="2" y="40"/>
                      <a:pt x="0" y="36"/>
                      <a:pt x="1" y="32"/>
                    </a:cubicBezTo>
                    <a:cubicBezTo>
                      <a:pt x="5" y="6"/>
                      <a:pt x="5" y="6"/>
                      <a:pt x="5"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 name="Freeform 81"/>
              <p:cNvSpPr>
                <a:spLocks/>
              </p:cNvSpPr>
              <p:nvPr/>
            </p:nvSpPr>
            <p:spPr bwMode="auto">
              <a:xfrm>
                <a:off x="569" y="2087"/>
                <a:ext cx="57" cy="58"/>
              </a:xfrm>
              <a:custGeom>
                <a:avLst/>
                <a:gdLst>
                  <a:gd name="T0" fmla="*/ 14 w 45"/>
                  <a:gd name="T1" fmla="*/ 1 h 46"/>
                  <a:gd name="T2" fmla="*/ 39 w 45"/>
                  <a:gd name="T3" fmla="*/ 6 h 46"/>
                  <a:gd name="T4" fmla="*/ 45 w 45"/>
                  <a:gd name="T5" fmla="*/ 14 h 46"/>
                  <a:gd name="T6" fmla="*/ 40 w 45"/>
                  <a:gd name="T7" fmla="*/ 40 h 46"/>
                  <a:gd name="T8" fmla="*/ 31 w 45"/>
                  <a:gd name="T9" fmla="*/ 45 h 46"/>
                  <a:gd name="T10" fmla="*/ 6 w 45"/>
                  <a:gd name="T11" fmla="*/ 41 h 46"/>
                  <a:gd name="T12" fmla="*/ 1 w 45"/>
                  <a:gd name="T13" fmla="*/ 32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4"/>
                      <a:pt x="35" y="46"/>
                      <a:pt x="31" y="45"/>
                    </a:cubicBezTo>
                    <a:cubicBezTo>
                      <a:pt x="6" y="41"/>
                      <a:pt x="6" y="41"/>
                      <a:pt x="6" y="41"/>
                    </a:cubicBezTo>
                    <a:cubicBezTo>
                      <a:pt x="2" y="40"/>
                      <a:pt x="0" y="36"/>
                      <a:pt x="1" y="32"/>
                    </a:cubicBezTo>
                    <a:cubicBezTo>
                      <a:pt x="6" y="7"/>
                      <a:pt x="6" y="7"/>
                      <a:pt x="6"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 name="Freeform 82"/>
              <p:cNvSpPr>
                <a:spLocks/>
              </p:cNvSpPr>
              <p:nvPr/>
            </p:nvSpPr>
            <p:spPr bwMode="auto">
              <a:xfrm>
                <a:off x="630" y="2098"/>
                <a:ext cx="56" cy="58"/>
              </a:xfrm>
              <a:custGeom>
                <a:avLst/>
                <a:gdLst>
                  <a:gd name="T0" fmla="*/ 14 w 45"/>
                  <a:gd name="T1" fmla="*/ 1 h 46"/>
                  <a:gd name="T2" fmla="*/ 39 w 45"/>
                  <a:gd name="T3" fmla="*/ 6 h 46"/>
                  <a:gd name="T4" fmla="*/ 45 w 45"/>
                  <a:gd name="T5" fmla="*/ 14 h 46"/>
                  <a:gd name="T6" fmla="*/ 40 w 45"/>
                  <a:gd name="T7" fmla="*/ 40 h 46"/>
                  <a:gd name="T8" fmla="*/ 31 w 45"/>
                  <a:gd name="T9" fmla="*/ 46 h 46"/>
                  <a:gd name="T10" fmla="*/ 6 w 45"/>
                  <a:gd name="T11" fmla="*/ 41 h 46"/>
                  <a:gd name="T12" fmla="*/ 1 w 45"/>
                  <a:gd name="T13" fmla="*/ 33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7"/>
                      <a:pt x="45" y="10"/>
                      <a:pt x="45" y="14"/>
                    </a:cubicBezTo>
                    <a:cubicBezTo>
                      <a:pt x="40" y="40"/>
                      <a:pt x="40" y="40"/>
                      <a:pt x="40" y="40"/>
                    </a:cubicBezTo>
                    <a:cubicBezTo>
                      <a:pt x="39" y="44"/>
                      <a:pt x="35" y="46"/>
                      <a:pt x="31" y="46"/>
                    </a:cubicBezTo>
                    <a:cubicBezTo>
                      <a:pt x="6" y="41"/>
                      <a:pt x="6" y="41"/>
                      <a:pt x="6" y="41"/>
                    </a:cubicBezTo>
                    <a:cubicBezTo>
                      <a:pt x="2" y="40"/>
                      <a:pt x="0" y="36"/>
                      <a:pt x="1" y="33"/>
                    </a:cubicBezTo>
                    <a:cubicBezTo>
                      <a:pt x="6" y="7"/>
                      <a:pt x="6" y="7"/>
                      <a:pt x="6"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 name="Freeform 83"/>
              <p:cNvSpPr>
                <a:spLocks/>
              </p:cNvSpPr>
              <p:nvPr/>
            </p:nvSpPr>
            <p:spPr bwMode="auto">
              <a:xfrm>
                <a:off x="690" y="2111"/>
                <a:ext cx="57" cy="58"/>
              </a:xfrm>
              <a:custGeom>
                <a:avLst/>
                <a:gdLst>
                  <a:gd name="T0" fmla="*/ 14 w 45"/>
                  <a:gd name="T1" fmla="*/ 0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3" y="39"/>
                      <a:pt x="0" y="36"/>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 name="Freeform 84"/>
              <p:cNvSpPr>
                <a:spLocks/>
              </p:cNvSpPr>
              <p:nvPr/>
            </p:nvSpPr>
            <p:spPr bwMode="auto">
              <a:xfrm>
                <a:off x="751" y="2122"/>
                <a:ext cx="57" cy="58"/>
              </a:xfrm>
              <a:custGeom>
                <a:avLst/>
                <a:gdLst>
                  <a:gd name="T0" fmla="*/ 14 w 45"/>
                  <a:gd name="T1" fmla="*/ 1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3" y="40"/>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 name="Freeform 85"/>
              <p:cNvSpPr>
                <a:spLocks/>
              </p:cNvSpPr>
              <p:nvPr/>
            </p:nvSpPr>
            <p:spPr bwMode="auto">
              <a:xfrm>
                <a:off x="812" y="2134"/>
                <a:ext cx="58" cy="5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5" y="46"/>
                      <a:pt x="32" y="45"/>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 name="Freeform 86"/>
              <p:cNvSpPr>
                <a:spLocks/>
              </p:cNvSpPr>
              <p:nvPr/>
            </p:nvSpPr>
            <p:spPr bwMode="auto">
              <a:xfrm>
                <a:off x="872" y="2145"/>
                <a:ext cx="58" cy="5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5" y="46"/>
                      <a:pt x="32" y="46"/>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 name="Freeform 87"/>
              <p:cNvSpPr>
                <a:spLocks/>
              </p:cNvSpPr>
              <p:nvPr/>
            </p:nvSpPr>
            <p:spPr bwMode="auto">
              <a:xfrm>
                <a:off x="933" y="2158"/>
                <a:ext cx="58" cy="58"/>
              </a:xfrm>
              <a:custGeom>
                <a:avLst/>
                <a:gdLst>
                  <a:gd name="T0" fmla="*/ 14 w 46"/>
                  <a:gd name="T1" fmla="*/ 0 h 46"/>
                  <a:gd name="T2" fmla="*/ 39 w 46"/>
                  <a:gd name="T3" fmla="*/ 5 h 46"/>
                  <a:gd name="T4" fmla="*/ 45 w 46"/>
                  <a:gd name="T5" fmla="*/ 13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3"/>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 name="Freeform 88"/>
              <p:cNvSpPr>
                <a:spLocks/>
              </p:cNvSpPr>
              <p:nvPr/>
            </p:nvSpPr>
            <p:spPr bwMode="auto">
              <a:xfrm>
                <a:off x="346" y="2106"/>
                <a:ext cx="57" cy="58"/>
              </a:xfrm>
              <a:custGeom>
                <a:avLst/>
                <a:gdLst>
                  <a:gd name="T0" fmla="*/ 14 w 45"/>
                  <a:gd name="T1" fmla="*/ 0 h 46"/>
                  <a:gd name="T2" fmla="*/ 39 w 45"/>
                  <a:gd name="T3" fmla="*/ 5 h 46"/>
                  <a:gd name="T4" fmla="*/ 44 w 45"/>
                  <a:gd name="T5" fmla="*/ 13 h 46"/>
                  <a:gd name="T6" fmla="*/ 40 w 45"/>
                  <a:gd name="T7" fmla="*/ 39 h 46"/>
                  <a:gd name="T8" fmla="*/ 31 w 45"/>
                  <a:gd name="T9" fmla="*/ 45 h 46"/>
                  <a:gd name="T10" fmla="*/ 6 w 45"/>
                  <a:gd name="T11" fmla="*/ 40 h 46"/>
                  <a:gd name="T12" fmla="*/ 1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4" y="13"/>
                    </a:cubicBezTo>
                    <a:cubicBezTo>
                      <a:pt x="40" y="39"/>
                      <a:pt x="40" y="39"/>
                      <a:pt x="40" y="39"/>
                    </a:cubicBezTo>
                    <a:cubicBezTo>
                      <a:pt x="39" y="43"/>
                      <a:pt x="35" y="46"/>
                      <a:pt x="31" y="45"/>
                    </a:cubicBezTo>
                    <a:cubicBezTo>
                      <a:pt x="6" y="40"/>
                      <a:pt x="6" y="40"/>
                      <a:pt x="6" y="40"/>
                    </a:cubicBezTo>
                    <a:cubicBezTo>
                      <a:pt x="2" y="39"/>
                      <a:pt x="0" y="36"/>
                      <a:pt x="1"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 name="Freeform 89"/>
              <p:cNvSpPr>
                <a:spLocks/>
              </p:cNvSpPr>
              <p:nvPr/>
            </p:nvSpPr>
            <p:spPr bwMode="auto">
              <a:xfrm>
                <a:off x="407" y="2117"/>
                <a:ext cx="57" cy="58"/>
              </a:xfrm>
              <a:custGeom>
                <a:avLst/>
                <a:gdLst>
                  <a:gd name="T0" fmla="*/ 14 w 45"/>
                  <a:gd name="T1" fmla="*/ 1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2" y="39"/>
                      <a:pt x="0" y="36"/>
                      <a:pt x="1" y="32"/>
                    </a:cubicBezTo>
                    <a:cubicBezTo>
                      <a:pt x="6" y="6"/>
                      <a:pt x="6" y="6"/>
                      <a:pt x="6"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 name="Freeform 90"/>
              <p:cNvSpPr>
                <a:spLocks/>
              </p:cNvSpPr>
              <p:nvPr/>
            </p:nvSpPr>
            <p:spPr bwMode="auto">
              <a:xfrm>
                <a:off x="468" y="2129"/>
                <a:ext cx="57" cy="58"/>
              </a:xfrm>
              <a:custGeom>
                <a:avLst/>
                <a:gdLst>
                  <a:gd name="T0" fmla="*/ 14 w 45"/>
                  <a:gd name="T1" fmla="*/ 1 h 46"/>
                  <a:gd name="T2" fmla="*/ 39 w 45"/>
                  <a:gd name="T3" fmla="*/ 6 h 46"/>
                  <a:gd name="T4" fmla="*/ 45 w 45"/>
                  <a:gd name="T5" fmla="*/ 14 h 46"/>
                  <a:gd name="T6" fmla="*/ 40 w 45"/>
                  <a:gd name="T7" fmla="*/ 40 h 46"/>
                  <a:gd name="T8" fmla="*/ 31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3"/>
                      <a:pt x="35" y="46"/>
                      <a:pt x="31" y="45"/>
                    </a:cubicBezTo>
                    <a:cubicBezTo>
                      <a:pt x="6" y="40"/>
                      <a:pt x="6" y="40"/>
                      <a:pt x="6" y="40"/>
                    </a:cubicBezTo>
                    <a:cubicBezTo>
                      <a:pt x="3" y="40"/>
                      <a:pt x="0" y="36"/>
                      <a:pt x="1" y="32"/>
                    </a:cubicBezTo>
                    <a:cubicBezTo>
                      <a:pt x="6" y="6"/>
                      <a:pt x="6" y="6"/>
                      <a:pt x="6"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 name="Freeform 91"/>
              <p:cNvSpPr>
                <a:spLocks/>
              </p:cNvSpPr>
              <p:nvPr/>
            </p:nvSpPr>
            <p:spPr bwMode="auto">
              <a:xfrm>
                <a:off x="528" y="2140"/>
                <a:ext cx="57" cy="58"/>
              </a:xfrm>
              <a:custGeom>
                <a:avLst/>
                <a:gdLst>
                  <a:gd name="T0" fmla="*/ 14 w 45"/>
                  <a:gd name="T1" fmla="*/ 1 h 46"/>
                  <a:gd name="T2" fmla="*/ 39 w 45"/>
                  <a:gd name="T3" fmla="*/ 6 h 46"/>
                  <a:gd name="T4" fmla="*/ 45 w 45"/>
                  <a:gd name="T5" fmla="*/ 14 h 46"/>
                  <a:gd name="T6" fmla="*/ 40 w 45"/>
                  <a:gd name="T7" fmla="*/ 40 h 46"/>
                  <a:gd name="T8" fmla="*/ 31 w 45"/>
                  <a:gd name="T9" fmla="*/ 46 h 46"/>
                  <a:gd name="T10" fmla="*/ 6 w 45"/>
                  <a:gd name="T11" fmla="*/ 41 h 46"/>
                  <a:gd name="T12" fmla="*/ 1 w 45"/>
                  <a:gd name="T13" fmla="*/ 32 h 46"/>
                  <a:gd name="T14" fmla="*/ 6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7"/>
                      <a:pt x="45" y="10"/>
                      <a:pt x="45" y="14"/>
                    </a:cubicBezTo>
                    <a:cubicBezTo>
                      <a:pt x="40" y="40"/>
                      <a:pt x="40" y="40"/>
                      <a:pt x="40" y="40"/>
                    </a:cubicBezTo>
                    <a:cubicBezTo>
                      <a:pt x="39" y="44"/>
                      <a:pt x="35" y="46"/>
                      <a:pt x="31" y="46"/>
                    </a:cubicBezTo>
                    <a:cubicBezTo>
                      <a:pt x="6" y="41"/>
                      <a:pt x="6" y="41"/>
                      <a:pt x="6" y="41"/>
                    </a:cubicBezTo>
                    <a:cubicBezTo>
                      <a:pt x="3" y="40"/>
                      <a:pt x="0" y="36"/>
                      <a:pt x="1" y="32"/>
                    </a:cubicBezTo>
                    <a:cubicBezTo>
                      <a:pt x="6" y="7"/>
                      <a:pt x="6" y="7"/>
                      <a:pt x="6"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 name="Freeform 92"/>
              <p:cNvSpPr>
                <a:spLocks/>
              </p:cNvSpPr>
              <p:nvPr/>
            </p:nvSpPr>
            <p:spPr bwMode="auto">
              <a:xfrm>
                <a:off x="589" y="2153"/>
                <a:ext cx="57" cy="57"/>
              </a:xfrm>
              <a:custGeom>
                <a:avLst/>
                <a:gdLst>
                  <a:gd name="T0" fmla="*/ 14 w 45"/>
                  <a:gd name="T1" fmla="*/ 0 h 45"/>
                  <a:gd name="T2" fmla="*/ 39 w 45"/>
                  <a:gd name="T3" fmla="*/ 5 h 45"/>
                  <a:gd name="T4" fmla="*/ 45 w 45"/>
                  <a:gd name="T5" fmla="*/ 13 h 45"/>
                  <a:gd name="T6" fmla="*/ 40 w 45"/>
                  <a:gd name="T7" fmla="*/ 39 h 45"/>
                  <a:gd name="T8" fmla="*/ 32 w 45"/>
                  <a:gd name="T9" fmla="*/ 45 h 45"/>
                  <a:gd name="T10" fmla="*/ 6 w 45"/>
                  <a:gd name="T11" fmla="*/ 40 h 45"/>
                  <a:gd name="T12" fmla="*/ 1 w 45"/>
                  <a:gd name="T13" fmla="*/ 32 h 45"/>
                  <a:gd name="T14" fmla="*/ 6 w 45"/>
                  <a:gd name="T15" fmla="*/ 6 h 45"/>
                  <a:gd name="T16" fmla="*/ 14 w 45"/>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5">
                    <a:moveTo>
                      <a:pt x="14" y="0"/>
                    </a:moveTo>
                    <a:cubicBezTo>
                      <a:pt x="39" y="5"/>
                      <a:pt x="39" y="5"/>
                      <a:pt x="39" y="5"/>
                    </a:cubicBezTo>
                    <a:cubicBezTo>
                      <a:pt x="43" y="6"/>
                      <a:pt x="45" y="10"/>
                      <a:pt x="45" y="13"/>
                    </a:cubicBezTo>
                    <a:cubicBezTo>
                      <a:pt x="40" y="39"/>
                      <a:pt x="40" y="39"/>
                      <a:pt x="40" y="39"/>
                    </a:cubicBezTo>
                    <a:cubicBezTo>
                      <a:pt x="39" y="43"/>
                      <a:pt x="35" y="45"/>
                      <a:pt x="32" y="45"/>
                    </a:cubicBezTo>
                    <a:cubicBezTo>
                      <a:pt x="6" y="40"/>
                      <a:pt x="6" y="40"/>
                      <a:pt x="6" y="40"/>
                    </a:cubicBezTo>
                    <a:cubicBezTo>
                      <a:pt x="3" y="39"/>
                      <a:pt x="0" y="35"/>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 name="Freeform 93"/>
              <p:cNvSpPr>
                <a:spLocks/>
              </p:cNvSpPr>
              <p:nvPr/>
            </p:nvSpPr>
            <p:spPr bwMode="auto">
              <a:xfrm>
                <a:off x="650" y="2164"/>
                <a:ext cx="58" cy="58"/>
              </a:xfrm>
              <a:custGeom>
                <a:avLst/>
                <a:gdLst>
                  <a:gd name="T0" fmla="*/ 14 w 46"/>
                  <a:gd name="T1" fmla="*/ 1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5"/>
                      <a:pt x="39" y="5"/>
                      <a:pt x="39" y="5"/>
                    </a:cubicBezTo>
                    <a:cubicBezTo>
                      <a:pt x="43" y="6"/>
                      <a:pt x="46" y="10"/>
                      <a:pt x="45" y="14"/>
                    </a:cubicBezTo>
                    <a:cubicBezTo>
                      <a:pt x="40" y="39"/>
                      <a:pt x="40" y="39"/>
                      <a:pt x="40" y="39"/>
                    </a:cubicBezTo>
                    <a:cubicBezTo>
                      <a:pt x="39" y="43"/>
                      <a:pt x="35" y="46"/>
                      <a:pt x="32" y="45"/>
                    </a:cubicBezTo>
                    <a:cubicBezTo>
                      <a:pt x="7" y="40"/>
                      <a:pt x="7" y="40"/>
                      <a:pt x="7" y="40"/>
                    </a:cubicBezTo>
                    <a:cubicBezTo>
                      <a:pt x="3" y="39"/>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 name="Freeform 94"/>
              <p:cNvSpPr>
                <a:spLocks/>
              </p:cNvSpPr>
              <p:nvPr/>
            </p:nvSpPr>
            <p:spPr bwMode="auto">
              <a:xfrm>
                <a:off x="711" y="2175"/>
                <a:ext cx="58" cy="59"/>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3"/>
                      <a:pt x="35" y="46"/>
                      <a:pt x="32" y="45"/>
                    </a:cubicBezTo>
                    <a:cubicBezTo>
                      <a:pt x="7" y="40"/>
                      <a:pt x="7" y="40"/>
                      <a:pt x="7" y="40"/>
                    </a:cubicBezTo>
                    <a:cubicBezTo>
                      <a:pt x="3" y="40"/>
                      <a:pt x="0" y="36"/>
                      <a:pt x="1" y="32"/>
                    </a:cubicBezTo>
                    <a:cubicBezTo>
                      <a:pt x="6" y="6"/>
                      <a:pt x="6" y="6"/>
                      <a:pt x="6" y="6"/>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 name="Freeform 95"/>
              <p:cNvSpPr>
                <a:spLocks/>
              </p:cNvSpPr>
              <p:nvPr/>
            </p:nvSpPr>
            <p:spPr bwMode="auto">
              <a:xfrm>
                <a:off x="771" y="2187"/>
                <a:ext cx="58" cy="5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6" y="46"/>
                      <a:pt x="32" y="45"/>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 name="Freeform 96"/>
              <p:cNvSpPr>
                <a:spLocks/>
              </p:cNvSpPr>
              <p:nvPr/>
            </p:nvSpPr>
            <p:spPr bwMode="auto">
              <a:xfrm>
                <a:off x="832" y="2198"/>
                <a:ext cx="58" cy="5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3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6" y="46"/>
                      <a:pt x="32" y="46"/>
                    </a:cubicBezTo>
                    <a:cubicBezTo>
                      <a:pt x="7" y="41"/>
                      <a:pt x="7" y="41"/>
                      <a:pt x="7" y="41"/>
                    </a:cubicBezTo>
                    <a:cubicBezTo>
                      <a:pt x="3" y="40"/>
                      <a:pt x="0" y="36"/>
                      <a:pt x="1" y="33"/>
                    </a:cubicBezTo>
                    <a:cubicBezTo>
                      <a:pt x="6" y="7"/>
                      <a:pt x="6" y="7"/>
                      <a:pt x="6" y="7"/>
                    </a:cubicBezTo>
                    <a:cubicBezTo>
                      <a:pt x="7" y="3"/>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 name="Freeform 97"/>
              <p:cNvSpPr>
                <a:spLocks/>
              </p:cNvSpPr>
              <p:nvPr/>
            </p:nvSpPr>
            <p:spPr bwMode="auto">
              <a:xfrm>
                <a:off x="893" y="2211"/>
                <a:ext cx="58" cy="58"/>
              </a:xfrm>
              <a:custGeom>
                <a:avLst/>
                <a:gdLst>
                  <a:gd name="T0" fmla="*/ 14 w 46"/>
                  <a:gd name="T1" fmla="*/ 0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1"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 name="Freeform 98"/>
              <p:cNvSpPr>
                <a:spLocks/>
              </p:cNvSpPr>
              <p:nvPr/>
            </p:nvSpPr>
            <p:spPr bwMode="auto">
              <a:xfrm>
                <a:off x="955" y="2222"/>
                <a:ext cx="82" cy="63"/>
              </a:xfrm>
              <a:custGeom>
                <a:avLst/>
                <a:gdLst>
                  <a:gd name="T0" fmla="*/ 14 w 65"/>
                  <a:gd name="T1" fmla="*/ 1 h 50"/>
                  <a:gd name="T2" fmla="*/ 59 w 65"/>
                  <a:gd name="T3" fmla="*/ 9 h 50"/>
                  <a:gd name="T4" fmla="*/ 65 w 65"/>
                  <a:gd name="T5" fmla="*/ 18 h 50"/>
                  <a:gd name="T6" fmla="*/ 60 w 65"/>
                  <a:gd name="T7" fmla="*/ 43 h 50"/>
                  <a:gd name="T8" fmla="*/ 51 w 65"/>
                  <a:gd name="T9" fmla="*/ 49 h 50"/>
                  <a:gd name="T10" fmla="*/ 6 w 65"/>
                  <a:gd name="T11" fmla="*/ 40 h 50"/>
                  <a:gd name="T12" fmla="*/ 0 w 65"/>
                  <a:gd name="T13" fmla="*/ 32 h 50"/>
                  <a:gd name="T14" fmla="*/ 5 w 65"/>
                  <a:gd name="T15" fmla="*/ 6 h 50"/>
                  <a:gd name="T16" fmla="*/ 14 w 65"/>
                  <a:gd name="T17" fmla="*/ 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50">
                    <a:moveTo>
                      <a:pt x="14" y="1"/>
                    </a:moveTo>
                    <a:cubicBezTo>
                      <a:pt x="59" y="9"/>
                      <a:pt x="59" y="9"/>
                      <a:pt x="59" y="9"/>
                    </a:cubicBezTo>
                    <a:cubicBezTo>
                      <a:pt x="63" y="10"/>
                      <a:pt x="65" y="14"/>
                      <a:pt x="65" y="18"/>
                    </a:cubicBezTo>
                    <a:cubicBezTo>
                      <a:pt x="60" y="43"/>
                      <a:pt x="60" y="43"/>
                      <a:pt x="60" y="43"/>
                    </a:cubicBezTo>
                    <a:cubicBezTo>
                      <a:pt x="59" y="47"/>
                      <a:pt x="55" y="50"/>
                      <a:pt x="51" y="49"/>
                    </a:cubicBezTo>
                    <a:cubicBezTo>
                      <a:pt x="6" y="40"/>
                      <a:pt x="6" y="40"/>
                      <a:pt x="6" y="40"/>
                    </a:cubicBezTo>
                    <a:cubicBezTo>
                      <a:pt x="2" y="40"/>
                      <a:pt x="0" y="36"/>
                      <a:pt x="0" y="32"/>
                    </a:cubicBezTo>
                    <a:cubicBezTo>
                      <a:pt x="5" y="6"/>
                      <a:pt x="5" y="6"/>
                      <a:pt x="5" y="6"/>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 name="Freeform 99"/>
              <p:cNvSpPr>
                <a:spLocks/>
              </p:cNvSpPr>
              <p:nvPr/>
            </p:nvSpPr>
            <p:spPr bwMode="auto">
              <a:xfrm>
                <a:off x="273" y="2153"/>
                <a:ext cx="57" cy="58"/>
              </a:xfrm>
              <a:custGeom>
                <a:avLst/>
                <a:gdLst>
                  <a:gd name="T0" fmla="*/ 14 w 45"/>
                  <a:gd name="T1" fmla="*/ 0 h 46"/>
                  <a:gd name="T2" fmla="*/ 39 w 45"/>
                  <a:gd name="T3" fmla="*/ 5 h 46"/>
                  <a:gd name="T4" fmla="*/ 45 w 45"/>
                  <a:gd name="T5" fmla="*/ 14 h 46"/>
                  <a:gd name="T6" fmla="*/ 40 w 45"/>
                  <a:gd name="T7" fmla="*/ 39 h 46"/>
                  <a:gd name="T8" fmla="*/ 31 w 45"/>
                  <a:gd name="T9" fmla="*/ 45 h 46"/>
                  <a:gd name="T10" fmla="*/ 6 w 45"/>
                  <a:gd name="T11" fmla="*/ 40 h 46"/>
                  <a:gd name="T12" fmla="*/ 1 w 45"/>
                  <a:gd name="T13" fmla="*/ 32 h 46"/>
                  <a:gd name="T14" fmla="*/ 6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3" y="6"/>
                      <a:pt x="45" y="10"/>
                      <a:pt x="45" y="14"/>
                    </a:cubicBezTo>
                    <a:cubicBezTo>
                      <a:pt x="40" y="39"/>
                      <a:pt x="40" y="39"/>
                      <a:pt x="40" y="39"/>
                    </a:cubicBezTo>
                    <a:cubicBezTo>
                      <a:pt x="39" y="43"/>
                      <a:pt x="35" y="46"/>
                      <a:pt x="31" y="45"/>
                    </a:cubicBezTo>
                    <a:cubicBezTo>
                      <a:pt x="6" y="40"/>
                      <a:pt x="6" y="40"/>
                      <a:pt x="6" y="40"/>
                    </a:cubicBezTo>
                    <a:cubicBezTo>
                      <a:pt x="3" y="39"/>
                      <a:pt x="0" y="36"/>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 name="Freeform 100"/>
              <p:cNvSpPr>
                <a:spLocks/>
              </p:cNvSpPr>
              <p:nvPr/>
            </p:nvSpPr>
            <p:spPr bwMode="auto">
              <a:xfrm>
                <a:off x="334" y="2164"/>
                <a:ext cx="57" cy="58"/>
              </a:xfrm>
              <a:custGeom>
                <a:avLst/>
                <a:gdLst>
                  <a:gd name="T0" fmla="*/ 14 w 45"/>
                  <a:gd name="T1" fmla="*/ 1 h 46"/>
                  <a:gd name="T2" fmla="*/ 39 w 45"/>
                  <a:gd name="T3" fmla="*/ 6 h 46"/>
                  <a:gd name="T4" fmla="*/ 45 w 45"/>
                  <a:gd name="T5" fmla="*/ 14 h 46"/>
                  <a:gd name="T6" fmla="*/ 40 w 45"/>
                  <a:gd name="T7" fmla="*/ 40 h 46"/>
                  <a:gd name="T8" fmla="*/ 32 w 45"/>
                  <a:gd name="T9" fmla="*/ 45 h 46"/>
                  <a:gd name="T10" fmla="*/ 6 w 45"/>
                  <a:gd name="T11" fmla="*/ 40 h 46"/>
                  <a:gd name="T12" fmla="*/ 1 w 45"/>
                  <a:gd name="T13" fmla="*/ 32 h 46"/>
                  <a:gd name="T14" fmla="*/ 6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3" y="6"/>
                      <a:pt x="45" y="10"/>
                      <a:pt x="45" y="14"/>
                    </a:cubicBezTo>
                    <a:cubicBezTo>
                      <a:pt x="40" y="40"/>
                      <a:pt x="40" y="40"/>
                      <a:pt x="40" y="40"/>
                    </a:cubicBezTo>
                    <a:cubicBezTo>
                      <a:pt x="39" y="43"/>
                      <a:pt x="35" y="46"/>
                      <a:pt x="32" y="45"/>
                    </a:cubicBezTo>
                    <a:cubicBezTo>
                      <a:pt x="6" y="40"/>
                      <a:pt x="6" y="40"/>
                      <a:pt x="6" y="40"/>
                    </a:cubicBezTo>
                    <a:cubicBezTo>
                      <a:pt x="3" y="40"/>
                      <a:pt x="0" y="36"/>
                      <a:pt x="1" y="32"/>
                    </a:cubicBezTo>
                    <a:cubicBezTo>
                      <a:pt x="6" y="6"/>
                      <a:pt x="6" y="6"/>
                      <a:pt x="6" y="6"/>
                    </a:cubicBezTo>
                    <a:cubicBezTo>
                      <a:pt x="7"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 name="Freeform 101"/>
              <p:cNvSpPr>
                <a:spLocks/>
              </p:cNvSpPr>
              <p:nvPr/>
            </p:nvSpPr>
            <p:spPr bwMode="auto">
              <a:xfrm>
                <a:off x="394" y="2175"/>
                <a:ext cx="59" cy="59"/>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5" y="46"/>
                      <a:pt x="32" y="45"/>
                    </a:cubicBezTo>
                    <a:cubicBezTo>
                      <a:pt x="7" y="41"/>
                      <a:pt x="7" y="41"/>
                      <a:pt x="7" y="41"/>
                    </a:cubicBezTo>
                    <a:cubicBezTo>
                      <a:pt x="3" y="40"/>
                      <a:pt x="0" y="36"/>
                      <a:pt x="1" y="32"/>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 name="Freeform 102"/>
              <p:cNvSpPr>
                <a:spLocks/>
              </p:cNvSpPr>
              <p:nvPr/>
            </p:nvSpPr>
            <p:spPr bwMode="auto">
              <a:xfrm>
                <a:off x="455" y="2187"/>
                <a:ext cx="58" cy="58"/>
              </a:xfrm>
              <a:custGeom>
                <a:avLst/>
                <a:gdLst>
                  <a:gd name="T0" fmla="*/ 14 w 46"/>
                  <a:gd name="T1" fmla="*/ 1 h 46"/>
                  <a:gd name="T2" fmla="*/ 39 w 46"/>
                  <a:gd name="T3" fmla="*/ 6 h 46"/>
                  <a:gd name="T4" fmla="*/ 45 w 46"/>
                  <a:gd name="T5" fmla="*/ 14 h 46"/>
                  <a:gd name="T6" fmla="*/ 40 w 46"/>
                  <a:gd name="T7" fmla="*/ 40 h 46"/>
                  <a:gd name="T8" fmla="*/ 32 w 46"/>
                  <a:gd name="T9" fmla="*/ 46 h 46"/>
                  <a:gd name="T10" fmla="*/ 7 w 46"/>
                  <a:gd name="T11" fmla="*/ 41 h 46"/>
                  <a:gd name="T12" fmla="*/ 1 w 46"/>
                  <a:gd name="T13" fmla="*/ 33 h 46"/>
                  <a:gd name="T14" fmla="*/ 6 w 46"/>
                  <a:gd name="T15" fmla="*/ 7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7"/>
                      <a:pt x="46" y="10"/>
                      <a:pt x="45" y="14"/>
                    </a:cubicBezTo>
                    <a:cubicBezTo>
                      <a:pt x="40" y="40"/>
                      <a:pt x="40" y="40"/>
                      <a:pt x="40" y="40"/>
                    </a:cubicBezTo>
                    <a:cubicBezTo>
                      <a:pt x="39" y="44"/>
                      <a:pt x="35" y="46"/>
                      <a:pt x="32" y="46"/>
                    </a:cubicBezTo>
                    <a:cubicBezTo>
                      <a:pt x="7" y="41"/>
                      <a:pt x="7" y="41"/>
                      <a:pt x="7" y="41"/>
                    </a:cubicBezTo>
                    <a:cubicBezTo>
                      <a:pt x="3" y="40"/>
                      <a:pt x="0" y="36"/>
                      <a:pt x="1" y="33"/>
                    </a:cubicBezTo>
                    <a:cubicBezTo>
                      <a:pt x="6" y="7"/>
                      <a:pt x="6" y="7"/>
                      <a:pt x="6" y="7"/>
                    </a:cubicBezTo>
                    <a:cubicBezTo>
                      <a:pt x="7"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 name="Freeform 103"/>
              <p:cNvSpPr>
                <a:spLocks/>
              </p:cNvSpPr>
              <p:nvPr/>
            </p:nvSpPr>
            <p:spPr bwMode="auto">
              <a:xfrm>
                <a:off x="516" y="2199"/>
                <a:ext cx="58" cy="59"/>
              </a:xfrm>
              <a:custGeom>
                <a:avLst/>
                <a:gdLst>
                  <a:gd name="T0" fmla="*/ 14 w 46"/>
                  <a:gd name="T1" fmla="*/ 0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0"/>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39"/>
                      <a:pt x="0" y="36"/>
                      <a:pt x="1" y="32"/>
                    </a:cubicBezTo>
                    <a:cubicBezTo>
                      <a:pt x="6" y="6"/>
                      <a:pt x="6" y="6"/>
                      <a:pt x="6" y="6"/>
                    </a:cubicBezTo>
                    <a:cubicBezTo>
                      <a:pt x="7"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 name="Freeform 104"/>
              <p:cNvSpPr>
                <a:spLocks/>
              </p:cNvSpPr>
              <p:nvPr/>
            </p:nvSpPr>
            <p:spPr bwMode="auto">
              <a:xfrm>
                <a:off x="577" y="2211"/>
                <a:ext cx="58" cy="58"/>
              </a:xfrm>
              <a:custGeom>
                <a:avLst/>
                <a:gdLst>
                  <a:gd name="T0" fmla="*/ 14 w 46"/>
                  <a:gd name="T1" fmla="*/ 1 h 46"/>
                  <a:gd name="T2" fmla="*/ 39 w 46"/>
                  <a:gd name="T3" fmla="*/ 5 h 46"/>
                  <a:gd name="T4" fmla="*/ 45 w 46"/>
                  <a:gd name="T5" fmla="*/ 14 h 46"/>
                  <a:gd name="T6" fmla="*/ 40 w 46"/>
                  <a:gd name="T7" fmla="*/ 39 h 46"/>
                  <a:gd name="T8" fmla="*/ 32 w 46"/>
                  <a:gd name="T9" fmla="*/ 45 h 46"/>
                  <a:gd name="T10" fmla="*/ 7 w 46"/>
                  <a:gd name="T11" fmla="*/ 40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5"/>
                      <a:pt x="39" y="5"/>
                      <a:pt x="39" y="5"/>
                    </a:cubicBezTo>
                    <a:cubicBezTo>
                      <a:pt x="43" y="6"/>
                      <a:pt x="46" y="10"/>
                      <a:pt x="45" y="14"/>
                    </a:cubicBezTo>
                    <a:cubicBezTo>
                      <a:pt x="40" y="39"/>
                      <a:pt x="40" y="39"/>
                      <a:pt x="40" y="39"/>
                    </a:cubicBezTo>
                    <a:cubicBezTo>
                      <a:pt x="39" y="43"/>
                      <a:pt x="36" y="46"/>
                      <a:pt x="32" y="45"/>
                    </a:cubicBezTo>
                    <a:cubicBezTo>
                      <a:pt x="7" y="40"/>
                      <a:pt x="7" y="40"/>
                      <a:pt x="7" y="40"/>
                    </a:cubicBezTo>
                    <a:cubicBezTo>
                      <a:pt x="3" y="40"/>
                      <a:pt x="0" y="36"/>
                      <a:pt x="1" y="32"/>
                    </a:cubicBezTo>
                    <a:cubicBezTo>
                      <a:pt x="6" y="6"/>
                      <a:pt x="6" y="6"/>
                      <a:pt x="6" y="6"/>
                    </a:cubicBezTo>
                    <a:cubicBezTo>
                      <a:pt x="7" y="2"/>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 name="Freeform 105"/>
              <p:cNvSpPr>
                <a:spLocks/>
              </p:cNvSpPr>
              <p:nvPr/>
            </p:nvSpPr>
            <p:spPr bwMode="auto">
              <a:xfrm>
                <a:off x="637" y="2222"/>
                <a:ext cx="58" cy="58"/>
              </a:xfrm>
              <a:custGeom>
                <a:avLst/>
                <a:gdLst>
                  <a:gd name="T0" fmla="*/ 14 w 46"/>
                  <a:gd name="T1" fmla="*/ 1 h 46"/>
                  <a:gd name="T2" fmla="*/ 39 w 46"/>
                  <a:gd name="T3" fmla="*/ 6 h 46"/>
                  <a:gd name="T4" fmla="*/ 45 w 46"/>
                  <a:gd name="T5" fmla="*/ 14 h 46"/>
                  <a:gd name="T6" fmla="*/ 40 w 46"/>
                  <a:gd name="T7" fmla="*/ 40 h 46"/>
                  <a:gd name="T8" fmla="*/ 32 w 46"/>
                  <a:gd name="T9" fmla="*/ 45 h 46"/>
                  <a:gd name="T10" fmla="*/ 7 w 46"/>
                  <a:gd name="T11" fmla="*/ 41 h 46"/>
                  <a:gd name="T12" fmla="*/ 1 w 46"/>
                  <a:gd name="T13" fmla="*/ 32 h 46"/>
                  <a:gd name="T14" fmla="*/ 6 w 46"/>
                  <a:gd name="T15" fmla="*/ 6 h 46"/>
                  <a:gd name="T16" fmla="*/ 14 w 46"/>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4" y="1"/>
                    </a:moveTo>
                    <a:cubicBezTo>
                      <a:pt x="39" y="6"/>
                      <a:pt x="39" y="6"/>
                      <a:pt x="39" y="6"/>
                    </a:cubicBezTo>
                    <a:cubicBezTo>
                      <a:pt x="43" y="6"/>
                      <a:pt x="46" y="10"/>
                      <a:pt x="45" y="14"/>
                    </a:cubicBezTo>
                    <a:cubicBezTo>
                      <a:pt x="40" y="40"/>
                      <a:pt x="40" y="40"/>
                      <a:pt x="40" y="40"/>
                    </a:cubicBezTo>
                    <a:cubicBezTo>
                      <a:pt x="39" y="44"/>
                      <a:pt x="36" y="46"/>
                      <a:pt x="32" y="45"/>
                    </a:cubicBezTo>
                    <a:cubicBezTo>
                      <a:pt x="7" y="41"/>
                      <a:pt x="7" y="41"/>
                      <a:pt x="7" y="41"/>
                    </a:cubicBezTo>
                    <a:cubicBezTo>
                      <a:pt x="3" y="40"/>
                      <a:pt x="0" y="36"/>
                      <a:pt x="1" y="32"/>
                    </a:cubicBezTo>
                    <a:cubicBezTo>
                      <a:pt x="6" y="6"/>
                      <a:pt x="6" y="6"/>
                      <a:pt x="6" y="6"/>
                    </a:cubicBezTo>
                    <a:cubicBezTo>
                      <a:pt x="7" y="3"/>
                      <a:pt x="11"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 name="Freeform 106"/>
              <p:cNvSpPr>
                <a:spLocks/>
              </p:cNvSpPr>
              <p:nvPr/>
            </p:nvSpPr>
            <p:spPr bwMode="auto">
              <a:xfrm>
                <a:off x="699" y="2234"/>
                <a:ext cx="57" cy="58"/>
              </a:xfrm>
              <a:custGeom>
                <a:avLst/>
                <a:gdLst>
                  <a:gd name="T0" fmla="*/ 14 w 45"/>
                  <a:gd name="T1" fmla="*/ 1 h 46"/>
                  <a:gd name="T2" fmla="*/ 39 w 45"/>
                  <a:gd name="T3" fmla="*/ 6 h 46"/>
                  <a:gd name="T4" fmla="*/ 44 w 45"/>
                  <a:gd name="T5" fmla="*/ 14 h 46"/>
                  <a:gd name="T6" fmla="*/ 39 w 45"/>
                  <a:gd name="T7" fmla="*/ 40 h 46"/>
                  <a:gd name="T8" fmla="*/ 31 w 45"/>
                  <a:gd name="T9" fmla="*/ 46 h 46"/>
                  <a:gd name="T10" fmla="*/ 6 w 45"/>
                  <a:gd name="T11" fmla="*/ 41 h 46"/>
                  <a:gd name="T12" fmla="*/ 0 w 45"/>
                  <a:gd name="T13" fmla="*/ 32 h 46"/>
                  <a:gd name="T14" fmla="*/ 5 w 45"/>
                  <a:gd name="T15" fmla="*/ 7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6"/>
                      <a:pt x="39" y="6"/>
                      <a:pt x="39" y="6"/>
                    </a:cubicBezTo>
                    <a:cubicBezTo>
                      <a:pt x="42" y="7"/>
                      <a:pt x="45" y="10"/>
                      <a:pt x="44" y="14"/>
                    </a:cubicBezTo>
                    <a:cubicBezTo>
                      <a:pt x="39" y="40"/>
                      <a:pt x="39" y="40"/>
                      <a:pt x="39" y="40"/>
                    </a:cubicBezTo>
                    <a:cubicBezTo>
                      <a:pt x="39" y="44"/>
                      <a:pt x="35" y="46"/>
                      <a:pt x="31" y="46"/>
                    </a:cubicBezTo>
                    <a:cubicBezTo>
                      <a:pt x="6" y="41"/>
                      <a:pt x="6" y="41"/>
                      <a:pt x="6" y="41"/>
                    </a:cubicBezTo>
                    <a:cubicBezTo>
                      <a:pt x="2" y="40"/>
                      <a:pt x="0" y="36"/>
                      <a:pt x="0"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 name="Freeform 107"/>
              <p:cNvSpPr>
                <a:spLocks/>
              </p:cNvSpPr>
              <p:nvPr/>
            </p:nvSpPr>
            <p:spPr bwMode="auto">
              <a:xfrm>
                <a:off x="760" y="2246"/>
                <a:ext cx="57" cy="58"/>
              </a:xfrm>
              <a:custGeom>
                <a:avLst/>
                <a:gdLst>
                  <a:gd name="T0" fmla="*/ 14 w 45"/>
                  <a:gd name="T1" fmla="*/ 0 h 46"/>
                  <a:gd name="T2" fmla="*/ 39 w 45"/>
                  <a:gd name="T3" fmla="*/ 5 h 46"/>
                  <a:gd name="T4" fmla="*/ 44 w 45"/>
                  <a:gd name="T5" fmla="*/ 13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0"/>
                    </a:moveTo>
                    <a:cubicBezTo>
                      <a:pt x="39" y="5"/>
                      <a:pt x="39" y="5"/>
                      <a:pt x="39" y="5"/>
                    </a:cubicBezTo>
                    <a:cubicBezTo>
                      <a:pt x="42" y="6"/>
                      <a:pt x="45" y="10"/>
                      <a:pt x="44" y="13"/>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 name="Freeform 108"/>
              <p:cNvSpPr>
                <a:spLocks/>
              </p:cNvSpPr>
              <p:nvPr/>
            </p:nvSpPr>
            <p:spPr bwMode="auto">
              <a:xfrm>
                <a:off x="821" y="2258"/>
                <a:ext cx="56" cy="58"/>
              </a:xfrm>
              <a:custGeom>
                <a:avLst/>
                <a:gdLst>
                  <a:gd name="T0" fmla="*/ 14 w 45"/>
                  <a:gd name="T1" fmla="*/ 1 h 46"/>
                  <a:gd name="T2" fmla="*/ 39 w 45"/>
                  <a:gd name="T3" fmla="*/ 5 h 46"/>
                  <a:gd name="T4" fmla="*/ 44 w 45"/>
                  <a:gd name="T5" fmla="*/ 14 h 46"/>
                  <a:gd name="T6" fmla="*/ 39 w 45"/>
                  <a:gd name="T7" fmla="*/ 39 h 46"/>
                  <a:gd name="T8" fmla="*/ 31 w 45"/>
                  <a:gd name="T9" fmla="*/ 45 h 46"/>
                  <a:gd name="T10" fmla="*/ 6 w 45"/>
                  <a:gd name="T11" fmla="*/ 40 h 46"/>
                  <a:gd name="T12" fmla="*/ 0 w 45"/>
                  <a:gd name="T13" fmla="*/ 32 h 46"/>
                  <a:gd name="T14" fmla="*/ 5 w 45"/>
                  <a:gd name="T15" fmla="*/ 6 h 46"/>
                  <a:gd name="T16" fmla="*/ 14 w 45"/>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4" y="1"/>
                    </a:moveTo>
                    <a:cubicBezTo>
                      <a:pt x="39" y="5"/>
                      <a:pt x="39" y="5"/>
                      <a:pt x="39" y="5"/>
                    </a:cubicBezTo>
                    <a:cubicBezTo>
                      <a:pt x="43" y="6"/>
                      <a:pt x="45" y="10"/>
                      <a:pt x="44" y="14"/>
                    </a:cubicBezTo>
                    <a:cubicBezTo>
                      <a:pt x="39" y="39"/>
                      <a:pt x="39" y="39"/>
                      <a:pt x="39" y="39"/>
                    </a:cubicBezTo>
                    <a:cubicBezTo>
                      <a:pt x="39" y="43"/>
                      <a:pt x="35" y="46"/>
                      <a:pt x="31" y="45"/>
                    </a:cubicBezTo>
                    <a:cubicBezTo>
                      <a:pt x="6" y="40"/>
                      <a:pt x="6" y="40"/>
                      <a:pt x="6" y="40"/>
                    </a:cubicBezTo>
                    <a:cubicBezTo>
                      <a:pt x="2" y="39"/>
                      <a:pt x="0" y="36"/>
                      <a:pt x="0" y="32"/>
                    </a:cubicBezTo>
                    <a:cubicBezTo>
                      <a:pt x="5" y="6"/>
                      <a:pt x="5" y="6"/>
                      <a:pt x="5" y="6"/>
                    </a:cubicBezTo>
                    <a:cubicBezTo>
                      <a:pt x="6" y="2"/>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 name="Freeform 109"/>
              <p:cNvSpPr>
                <a:spLocks/>
              </p:cNvSpPr>
              <p:nvPr/>
            </p:nvSpPr>
            <p:spPr bwMode="auto">
              <a:xfrm>
                <a:off x="881" y="2269"/>
                <a:ext cx="84" cy="63"/>
              </a:xfrm>
              <a:custGeom>
                <a:avLst/>
                <a:gdLst>
                  <a:gd name="T0" fmla="*/ 14 w 66"/>
                  <a:gd name="T1" fmla="*/ 1 h 50"/>
                  <a:gd name="T2" fmla="*/ 59 w 66"/>
                  <a:gd name="T3" fmla="*/ 10 h 50"/>
                  <a:gd name="T4" fmla="*/ 65 w 66"/>
                  <a:gd name="T5" fmla="*/ 18 h 50"/>
                  <a:gd name="T6" fmla="*/ 60 w 66"/>
                  <a:gd name="T7" fmla="*/ 43 h 50"/>
                  <a:gd name="T8" fmla="*/ 52 w 66"/>
                  <a:gd name="T9" fmla="*/ 49 h 50"/>
                  <a:gd name="T10" fmla="*/ 6 w 66"/>
                  <a:gd name="T11" fmla="*/ 40 h 50"/>
                  <a:gd name="T12" fmla="*/ 1 w 66"/>
                  <a:gd name="T13" fmla="*/ 32 h 50"/>
                  <a:gd name="T14" fmla="*/ 5 w 66"/>
                  <a:gd name="T15" fmla="*/ 7 h 50"/>
                  <a:gd name="T16" fmla="*/ 14 w 66"/>
                  <a:gd name="T17" fmla="*/ 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50">
                    <a:moveTo>
                      <a:pt x="14" y="1"/>
                    </a:moveTo>
                    <a:cubicBezTo>
                      <a:pt x="59" y="10"/>
                      <a:pt x="59" y="10"/>
                      <a:pt x="59" y="10"/>
                    </a:cubicBezTo>
                    <a:cubicBezTo>
                      <a:pt x="63" y="10"/>
                      <a:pt x="66" y="14"/>
                      <a:pt x="65" y="18"/>
                    </a:cubicBezTo>
                    <a:cubicBezTo>
                      <a:pt x="60" y="43"/>
                      <a:pt x="60" y="43"/>
                      <a:pt x="60" y="43"/>
                    </a:cubicBezTo>
                    <a:cubicBezTo>
                      <a:pt x="59" y="47"/>
                      <a:pt x="55" y="50"/>
                      <a:pt x="52" y="49"/>
                    </a:cubicBezTo>
                    <a:cubicBezTo>
                      <a:pt x="6" y="40"/>
                      <a:pt x="6" y="40"/>
                      <a:pt x="6" y="40"/>
                    </a:cubicBezTo>
                    <a:cubicBezTo>
                      <a:pt x="2" y="40"/>
                      <a:pt x="0" y="36"/>
                      <a:pt x="1" y="32"/>
                    </a:cubicBezTo>
                    <a:cubicBezTo>
                      <a:pt x="5" y="7"/>
                      <a:pt x="5" y="7"/>
                      <a:pt x="5" y="7"/>
                    </a:cubicBezTo>
                    <a:cubicBezTo>
                      <a:pt x="6" y="3"/>
                      <a:pt x="10" y="0"/>
                      <a:pt x="14" y="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 name="Freeform 110"/>
              <p:cNvSpPr>
                <a:spLocks/>
              </p:cNvSpPr>
              <p:nvPr/>
            </p:nvSpPr>
            <p:spPr bwMode="auto">
              <a:xfrm>
                <a:off x="971" y="2287"/>
                <a:ext cx="56" cy="57"/>
              </a:xfrm>
              <a:custGeom>
                <a:avLst/>
                <a:gdLst>
                  <a:gd name="T0" fmla="*/ 14 w 44"/>
                  <a:gd name="T1" fmla="*/ 0 h 45"/>
                  <a:gd name="T2" fmla="*/ 37 w 44"/>
                  <a:gd name="T3" fmla="*/ 5 h 45"/>
                  <a:gd name="T4" fmla="*/ 43 w 44"/>
                  <a:gd name="T5" fmla="*/ 13 h 45"/>
                  <a:gd name="T6" fmla="*/ 38 w 44"/>
                  <a:gd name="T7" fmla="*/ 39 h 45"/>
                  <a:gd name="T8" fmla="*/ 30 w 44"/>
                  <a:gd name="T9" fmla="*/ 45 h 45"/>
                  <a:gd name="T10" fmla="*/ 6 w 44"/>
                  <a:gd name="T11" fmla="*/ 40 h 45"/>
                  <a:gd name="T12" fmla="*/ 1 w 44"/>
                  <a:gd name="T13" fmla="*/ 32 h 45"/>
                  <a:gd name="T14" fmla="*/ 6 w 44"/>
                  <a:gd name="T15" fmla="*/ 6 h 45"/>
                  <a:gd name="T16" fmla="*/ 14 w 44"/>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14" y="0"/>
                    </a:moveTo>
                    <a:cubicBezTo>
                      <a:pt x="37" y="5"/>
                      <a:pt x="37" y="5"/>
                      <a:pt x="37" y="5"/>
                    </a:cubicBezTo>
                    <a:cubicBezTo>
                      <a:pt x="41" y="6"/>
                      <a:pt x="44" y="9"/>
                      <a:pt x="43" y="13"/>
                    </a:cubicBezTo>
                    <a:cubicBezTo>
                      <a:pt x="38" y="39"/>
                      <a:pt x="38" y="39"/>
                      <a:pt x="38" y="39"/>
                    </a:cubicBezTo>
                    <a:cubicBezTo>
                      <a:pt x="37" y="43"/>
                      <a:pt x="33" y="45"/>
                      <a:pt x="30" y="45"/>
                    </a:cubicBezTo>
                    <a:cubicBezTo>
                      <a:pt x="6" y="40"/>
                      <a:pt x="6" y="40"/>
                      <a:pt x="6" y="40"/>
                    </a:cubicBezTo>
                    <a:cubicBezTo>
                      <a:pt x="2" y="39"/>
                      <a:pt x="0" y="36"/>
                      <a:pt x="1" y="32"/>
                    </a:cubicBezTo>
                    <a:cubicBezTo>
                      <a:pt x="6" y="6"/>
                      <a:pt x="6" y="6"/>
                      <a:pt x="6" y="6"/>
                    </a:cubicBezTo>
                    <a:cubicBezTo>
                      <a:pt x="6" y="2"/>
                      <a:pt x="10" y="0"/>
                      <a:pt x="14"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 name="Freeform 111"/>
              <p:cNvSpPr>
                <a:spLocks/>
              </p:cNvSpPr>
              <p:nvPr/>
            </p:nvSpPr>
            <p:spPr bwMode="auto">
              <a:xfrm>
                <a:off x="455" y="2288"/>
                <a:ext cx="364" cy="231"/>
              </a:xfrm>
              <a:custGeom>
                <a:avLst/>
                <a:gdLst>
                  <a:gd name="T0" fmla="*/ 32 w 288"/>
                  <a:gd name="T1" fmla="*/ 0 h 183"/>
                  <a:gd name="T2" fmla="*/ 282 w 288"/>
                  <a:gd name="T3" fmla="*/ 48 h 183"/>
                  <a:gd name="T4" fmla="*/ 287 w 288"/>
                  <a:gd name="T5" fmla="*/ 56 h 183"/>
                  <a:gd name="T6" fmla="*/ 264 w 288"/>
                  <a:gd name="T7" fmla="*/ 177 h 183"/>
                  <a:gd name="T8" fmla="*/ 256 w 288"/>
                  <a:gd name="T9" fmla="*/ 182 h 183"/>
                  <a:gd name="T10" fmla="*/ 6 w 288"/>
                  <a:gd name="T11" fmla="*/ 134 h 183"/>
                  <a:gd name="T12" fmla="*/ 1 w 288"/>
                  <a:gd name="T13" fmla="*/ 126 h 183"/>
                  <a:gd name="T14" fmla="*/ 24 w 288"/>
                  <a:gd name="T15" fmla="*/ 6 h 183"/>
                  <a:gd name="T16" fmla="*/ 32 w 288"/>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83">
                    <a:moveTo>
                      <a:pt x="32" y="0"/>
                    </a:moveTo>
                    <a:cubicBezTo>
                      <a:pt x="282" y="48"/>
                      <a:pt x="282" y="48"/>
                      <a:pt x="282" y="48"/>
                    </a:cubicBezTo>
                    <a:cubicBezTo>
                      <a:pt x="286" y="49"/>
                      <a:pt x="288" y="53"/>
                      <a:pt x="287" y="56"/>
                    </a:cubicBezTo>
                    <a:cubicBezTo>
                      <a:pt x="264" y="177"/>
                      <a:pt x="264" y="177"/>
                      <a:pt x="264" y="177"/>
                    </a:cubicBezTo>
                    <a:cubicBezTo>
                      <a:pt x="264" y="180"/>
                      <a:pt x="260" y="183"/>
                      <a:pt x="256" y="182"/>
                    </a:cubicBezTo>
                    <a:cubicBezTo>
                      <a:pt x="6" y="134"/>
                      <a:pt x="6" y="134"/>
                      <a:pt x="6" y="134"/>
                    </a:cubicBezTo>
                    <a:cubicBezTo>
                      <a:pt x="2" y="133"/>
                      <a:pt x="0" y="130"/>
                      <a:pt x="1" y="126"/>
                    </a:cubicBezTo>
                    <a:cubicBezTo>
                      <a:pt x="24" y="6"/>
                      <a:pt x="24" y="6"/>
                      <a:pt x="24" y="6"/>
                    </a:cubicBezTo>
                    <a:cubicBezTo>
                      <a:pt x="24" y="2"/>
                      <a:pt x="28" y="0"/>
                      <a:pt x="32"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 name="Freeform 112"/>
              <p:cNvSpPr>
                <a:spLocks/>
              </p:cNvSpPr>
              <p:nvPr/>
            </p:nvSpPr>
            <p:spPr bwMode="auto">
              <a:xfrm>
                <a:off x="445" y="2467"/>
                <a:ext cx="168" cy="66"/>
              </a:xfrm>
              <a:custGeom>
                <a:avLst/>
                <a:gdLst>
                  <a:gd name="T0" fmla="*/ 7 w 133"/>
                  <a:gd name="T1" fmla="*/ 0 h 52"/>
                  <a:gd name="T2" fmla="*/ 131 w 133"/>
                  <a:gd name="T3" fmla="*/ 24 h 52"/>
                  <a:gd name="T4" fmla="*/ 132 w 133"/>
                  <a:gd name="T5" fmla="*/ 26 h 52"/>
                  <a:gd name="T6" fmla="*/ 128 w 133"/>
                  <a:gd name="T7" fmla="*/ 51 h 52"/>
                  <a:gd name="T8" fmla="*/ 126 w 133"/>
                  <a:gd name="T9" fmla="*/ 52 h 52"/>
                  <a:gd name="T10" fmla="*/ 2 w 133"/>
                  <a:gd name="T11" fmla="*/ 28 h 52"/>
                  <a:gd name="T12" fmla="*/ 0 w 133"/>
                  <a:gd name="T13" fmla="*/ 26 h 52"/>
                  <a:gd name="T14" fmla="*/ 5 w 133"/>
                  <a:gd name="T15" fmla="*/ 1 h 52"/>
                  <a:gd name="T16" fmla="*/ 7 w 133"/>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2">
                    <a:moveTo>
                      <a:pt x="7" y="0"/>
                    </a:moveTo>
                    <a:cubicBezTo>
                      <a:pt x="131" y="24"/>
                      <a:pt x="131" y="24"/>
                      <a:pt x="131" y="24"/>
                    </a:cubicBezTo>
                    <a:cubicBezTo>
                      <a:pt x="132" y="24"/>
                      <a:pt x="133" y="25"/>
                      <a:pt x="132" y="26"/>
                    </a:cubicBezTo>
                    <a:cubicBezTo>
                      <a:pt x="128" y="51"/>
                      <a:pt x="128" y="51"/>
                      <a:pt x="128" y="51"/>
                    </a:cubicBezTo>
                    <a:cubicBezTo>
                      <a:pt x="127" y="51"/>
                      <a:pt x="127" y="52"/>
                      <a:pt x="126" y="52"/>
                    </a:cubicBezTo>
                    <a:cubicBezTo>
                      <a:pt x="2" y="28"/>
                      <a:pt x="2" y="28"/>
                      <a:pt x="2" y="28"/>
                    </a:cubicBezTo>
                    <a:cubicBezTo>
                      <a:pt x="1" y="28"/>
                      <a:pt x="0" y="27"/>
                      <a:pt x="0" y="26"/>
                    </a:cubicBezTo>
                    <a:cubicBezTo>
                      <a:pt x="5" y="1"/>
                      <a:pt x="5" y="1"/>
                      <a:pt x="5" y="1"/>
                    </a:cubicBezTo>
                    <a:cubicBezTo>
                      <a:pt x="5" y="1"/>
                      <a:pt x="6" y="0"/>
                      <a:pt x="7"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 name="Freeform 113"/>
              <p:cNvSpPr>
                <a:spLocks/>
              </p:cNvSpPr>
              <p:nvPr/>
            </p:nvSpPr>
            <p:spPr bwMode="auto">
              <a:xfrm>
                <a:off x="618" y="2500"/>
                <a:ext cx="167" cy="66"/>
              </a:xfrm>
              <a:custGeom>
                <a:avLst/>
                <a:gdLst>
                  <a:gd name="T0" fmla="*/ 7 w 132"/>
                  <a:gd name="T1" fmla="*/ 0 h 52"/>
                  <a:gd name="T2" fmla="*/ 131 w 132"/>
                  <a:gd name="T3" fmla="*/ 24 h 52"/>
                  <a:gd name="T4" fmla="*/ 132 w 132"/>
                  <a:gd name="T5" fmla="*/ 26 h 52"/>
                  <a:gd name="T6" fmla="*/ 127 w 132"/>
                  <a:gd name="T7" fmla="*/ 51 h 52"/>
                  <a:gd name="T8" fmla="*/ 125 w 132"/>
                  <a:gd name="T9" fmla="*/ 52 h 52"/>
                  <a:gd name="T10" fmla="*/ 1 w 132"/>
                  <a:gd name="T11" fmla="*/ 28 h 52"/>
                  <a:gd name="T12" fmla="*/ 0 w 132"/>
                  <a:gd name="T13" fmla="*/ 26 h 52"/>
                  <a:gd name="T14" fmla="*/ 5 w 132"/>
                  <a:gd name="T15" fmla="*/ 2 h 52"/>
                  <a:gd name="T16" fmla="*/ 7 w 132"/>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52">
                    <a:moveTo>
                      <a:pt x="7" y="0"/>
                    </a:moveTo>
                    <a:cubicBezTo>
                      <a:pt x="131" y="24"/>
                      <a:pt x="131" y="24"/>
                      <a:pt x="131" y="24"/>
                    </a:cubicBezTo>
                    <a:cubicBezTo>
                      <a:pt x="132" y="24"/>
                      <a:pt x="132" y="25"/>
                      <a:pt x="132" y="26"/>
                    </a:cubicBezTo>
                    <a:cubicBezTo>
                      <a:pt x="127" y="51"/>
                      <a:pt x="127" y="51"/>
                      <a:pt x="127" y="51"/>
                    </a:cubicBezTo>
                    <a:cubicBezTo>
                      <a:pt x="127" y="52"/>
                      <a:pt x="126" y="52"/>
                      <a:pt x="125" y="52"/>
                    </a:cubicBezTo>
                    <a:cubicBezTo>
                      <a:pt x="1" y="28"/>
                      <a:pt x="1" y="28"/>
                      <a:pt x="1" y="28"/>
                    </a:cubicBezTo>
                    <a:cubicBezTo>
                      <a:pt x="0" y="28"/>
                      <a:pt x="0" y="27"/>
                      <a:pt x="0" y="26"/>
                    </a:cubicBezTo>
                    <a:cubicBezTo>
                      <a:pt x="5" y="2"/>
                      <a:pt x="5" y="2"/>
                      <a:pt x="5" y="2"/>
                    </a:cubicBezTo>
                    <a:cubicBezTo>
                      <a:pt x="5" y="1"/>
                      <a:pt x="6" y="0"/>
                      <a:pt x="7" y="0"/>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2" name="Freeform 114"/>
              <p:cNvSpPr>
                <a:spLocks/>
              </p:cNvSpPr>
              <p:nvPr/>
            </p:nvSpPr>
            <p:spPr bwMode="auto">
              <a:xfrm>
                <a:off x="186" y="1710"/>
                <a:ext cx="1119" cy="245"/>
              </a:xfrm>
              <a:custGeom>
                <a:avLst/>
                <a:gdLst>
                  <a:gd name="T0" fmla="*/ 860 w 885"/>
                  <a:gd name="T1" fmla="*/ 162 h 194"/>
                  <a:gd name="T2" fmla="*/ 32 w 885"/>
                  <a:gd name="T3" fmla="*/ 3 h 194"/>
                  <a:gd name="T4" fmla="*/ 0 w 885"/>
                  <a:gd name="T5" fmla="*/ 25 h 194"/>
                  <a:gd name="T6" fmla="*/ 882 w 885"/>
                  <a:gd name="T7" fmla="*/ 194 h 194"/>
                  <a:gd name="T8" fmla="*/ 860 w 885"/>
                  <a:gd name="T9" fmla="*/ 162 h 194"/>
                </a:gdLst>
                <a:ahLst/>
                <a:cxnLst>
                  <a:cxn ang="0">
                    <a:pos x="T0" y="T1"/>
                  </a:cxn>
                  <a:cxn ang="0">
                    <a:pos x="T2" y="T3"/>
                  </a:cxn>
                  <a:cxn ang="0">
                    <a:pos x="T4" y="T5"/>
                  </a:cxn>
                  <a:cxn ang="0">
                    <a:pos x="T6" y="T7"/>
                  </a:cxn>
                  <a:cxn ang="0">
                    <a:pos x="T8" y="T9"/>
                  </a:cxn>
                </a:cxnLst>
                <a:rect l="0" t="0" r="r" b="b"/>
                <a:pathLst>
                  <a:path w="885" h="194">
                    <a:moveTo>
                      <a:pt x="860" y="162"/>
                    </a:moveTo>
                    <a:cubicBezTo>
                      <a:pt x="32" y="3"/>
                      <a:pt x="32" y="3"/>
                      <a:pt x="32" y="3"/>
                    </a:cubicBezTo>
                    <a:cubicBezTo>
                      <a:pt x="17" y="0"/>
                      <a:pt x="3" y="10"/>
                      <a:pt x="0" y="25"/>
                    </a:cubicBezTo>
                    <a:cubicBezTo>
                      <a:pt x="882" y="194"/>
                      <a:pt x="882" y="194"/>
                      <a:pt x="882" y="194"/>
                    </a:cubicBezTo>
                    <a:cubicBezTo>
                      <a:pt x="885" y="179"/>
                      <a:pt x="875" y="165"/>
                      <a:pt x="860" y="16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3" name="Freeform 115"/>
              <p:cNvSpPr>
                <a:spLocks/>
              </p:cNvSpPr>
              <p:nvPr/>
            </p:nvSpPr>
            <p:spPr bwMode="auto">
              <a:xfrm>
                <a:off x="1129" y="949"/>
                <a:ext cx="1291" cy="1248"/>
              </a:xfrm>
              <a:custGeom>
                <a:avLst/>
                <a:gdLst>
                  <a:gd name="T0" fmla="*/ 9 w 1021"/>
                  <a:gd name="T1" fmla="*/ 541 h 987"/>
                  <a:gd name="T2" fmla="*/ 640 w 1021"/>
                  <a:gd name="T3" fmla="*/ 6 h 987"/>
                  <a:gd name="T4" fmla="*/ 667 w 1021"/>
                  <a:gd name="T5" fmla="*/ 9 h 987"/>
                  <a:gd name="T6" fmla="*/ 1014 w 1021"/>
                  <a:gd name="T7" fmla="*/ 418 h 987"/>
                  <a:gd name="T8" fmla="*/ 1012 w 1021"/>
                  <a:gd name="T9" fmla="*/ 445 h 987"/>
                  <a:gd name="T10" fmla="*/ 381 w 1021"/>
                  <a:gd name="T11" fmla="*/ 980 h 987"/>
                  <a:gd name="T12" fmla="*/ 354 w 1021"/>
                  <a:gd name="T13" fmla="*/ 978 h 987"/>
                  <a:gd name="T14" fmla="*/ 7 w 1021"/>
                  <a:gd name="T15" fmla="*/ 569 h 987"/>
                  <a:gd name="T16" fmla="*/ 9 w 1021"/>
                  <a:gd name="T17" fmla="*/ 541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1" h="987">
                    <a:moveTo>
                      <a:pt x="9" y="541"/>
                    </a:moveTo>
                    <a:cubicBezTo>
                      <a:pt x="640" y="6"/>
                      <a:pt x="640" y="6"/>
                      <a:pt x="640" y="6"/>
                    </a:cubicBezTo>
                    <a:cubicBezTo>
                      <a:pt x="648" y="0"/>
                      <a:pt x="660" y="1"/>
                      <a:pt x="667" y="9"/>
                    </a:cubicBezTo>
                    <a:cubicBezTo>
                      <a:pt x="1014" y="418"/>
                      <a:pt x="1014" y="418"/>
                      <a:pt x="1014" y="418"/>
                    </a:cubicBezTo>
                    <a:cubicBezTo>
                      <a:pt x="1021" y="426"/>
                      <a:pt x="1020" y="438"/>
                      <a:pt x="1012" y="445"/>
                    </a:cubicBezTo>
                    <a:cubicBezTo>
                      <a:pt x="381" y="980"/>
                      <a:pt x="381" y="980"/>
                      <a:pt x="381" y="980"/>
                    </a:cubicBezTo>
                    <a:cubicBezTo>
                      <a:pt x="373" y="987"/>
                      <a:pt x="361" y="986"/>
                      <a:pt x="354" y="978"/>
                    </a:cubicBezTo>
                    <a:cubicBezTo>
                      <a:pt x="7" y="569"/>
                      <a:pt x="7" y="569"/>
                      <a:pt x="7" y="569"/>
                    </a:cubicBezTo>
                    <a:cubicBezTo>
                      <a:pt x="0" y="560"/>
                      <a:pt x="1" y="548"/>
                      <a:pt x="9" y="5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 name="Freeform 116"/>
              <p:cNvSpPr>
                <a:spLocks/>
              </p:cNvSpPr>
              <p:nvPr/>
            </p:nvSpPr>
            <p:spPr bwMode="auto">
              <a:xfrm>
                <a:off x="1934" y="1061"/>
                <a:ext cx="58" cy="55"/>
              </a:xfrm>
              <a:custGeom>
                <a:avLst/>
                <a:gdLst>
                  <a:gd name="T0" fmla="*/ 3 w 46"/>
                  <a:gd name="T1" fmla="*/ 19 h 44"/>
                  <a:gd name="T2" fmla="*/ 23 w 46"/>
                  <a:gd name="T3" fmla="*/ 2 h 44"/>
                  <a:gd name="T4" fmla="*/ 31 w 46"/>
                  <a:gd name="T5" fmla="*/ 2 h 44"/>
                  <a:gd name="T6" fmla="*/ 44 w 46"/>
                  <a:gd name="T7" fmla="*/ 17 h 44"/>
                  <a:gd name="T8" fmla="*/ 43 w 46"/>
                  <a:gd name="T9" fmla="*/ 25 h 44"/>
                  <a:gd name="T10" fmla="*/ 23 w 46"/>
                  <a:gd name="T11" fmla="*/ 42 h 44"/>
                  <a:gd name="T12" fmla="*/ 15 w 46"/>
                  <a:gd name="T13" fmla="*/ 42 h 44"/>
                  <a:gd name="T14" fmla="*/ 2 w 46"/>
                  <a:gd name="T15" fmla="*/ 27 h 44"/>
                  <a:gd name="T16" fmla="*/ 3 w 46"/>
                  <a:gd name="T17" fmla="*/ 1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4">
                    <a:moveTo>
                      <a:pt x="3" y="19"/>
                    </a:moveTo>
                    <a:cubicBezTo>
                      <a:pt x="23" y="2"/>
                      <a:pt x="23" y="2"/>
                      <a:pt x="23" y="2"/>
                    </a:cubicBezTo>
                    <a:cubicBezTo>
                      <a:pt x="26" y="0"/>
                      <a:pt x="29" y="0"/>
                      <a:pt x="31" y="2"/>
                    </a:cubicBezTo>
                    <a:cubicBezTo>
                      <a:pt x="44" y="17"/>
                      <a:pt x="44" y="17"/>
                      <a:pt x="44" y="17"/>
                    </a:cubicBezTo>
                    <a:cubicBezTo>
                      <a:pt x="46" y="20"/>
                      <a:pt x="46" y="23"/>
                      <a:pt x="43" y="25"/>
                    </a:cubicBezTo>
                    <a:cubicBezTo>
                      <a:pt x="23" y="42"/>
                      <a:pt x="23" y="42"/>
                      <a:pt x="23" y="42"/>
                    </a:cubicBezTo>
                    <a:cubicBezTo>
                      <a:pt x="21" y="44"/>
                      <a:pt x="17" y="44"/>
                      <a:pt x="15" y="42"/>
                    </a:cubicBezTo>
                    <a:cubicBezTo>
                      <a:pt x="2" y="27"/>
                      <a:pt x="2" y="27"/>
                      <a:pt x="2" y="27"/>
                    </a:cubicBezTo>
                    <a:cubicBezTo>
                      <a:pt x="0" y="24"/>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 name="Freeform 117"/>
              <p:cNvSpPr>
                <a:spLocks/>
              </p:cNvSpPr>
              <p:nvPr/>
            </p:nvSpPr>
            <p:spPr bwMode="auto">
              <a:xfrm>
                <a:off x="1966" y="1097"/>
                <a:ext cx="64" cy="65"/>
              </a:xfrm>
              <a:custGeom>
                <a:avLst/>
                <a:gdLst>
                  <a:gd name="T0" fmla="*/ 3 w 51"/>
                  <a:gd name="T1" fmla="*/ 18 h 51"/>
                  <a:gd name="T2" fmla="*/ 22 w 51"/>
                  <a:gd name="T3" fmla="*/ 2 h 51"/>
                  <a:gd name="T4" fmla="*/ 31 w 51"/>
                  <a:gd name="T5" fmla="*/ 3 h 51"/>
                  <a:gd name="T6" fmla="*/ 49 w 51"/>
                  <a:gd name="T7" fmla="*/ 23 h 51"/>
                  <a:gd name="T8" fmla="*/ 48 w 51"/>
                  <a:gd name="T9" fmla="*/ 33 h 51"/>
                  <a:gd name="T10" fmla="*/ 30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5" y="0"/>
                      <a:pt x="29" y="0"/>
                      <a:pt x="31" y="3"/>
                    </a:cubicBezTo>
                    <a:cubicBezTo>
                      <a:pt x="49" y="23"/>
                      <a:pt x="49" y="23"/>
                      <a:pt x="49" y="23"/>
                    </a:cubicBezTo>
                    <a:cubicBezTo>
                      <a:pt x="51" y="26"/>
                      <a:pt x="51" y="31"/>
                      <a:pt x="48" y="33"/>
                    </a:cubicBezTo>
                    <a:cubicBezTo>
                      <a:pt x="30" y="49"/>
                      <a:pt x="30" y="49"/>
                      <a:pt x="30" y="49"/>
                    </a:cubicBezTo>
                    <a:cubicBezTo>
                      <a:pt x="27" y="51"/>
                      <a:pt x="22" y="51"/>
                      <a:pt x="20" y="48"/>
                    </a:cubicBezTo>
                    <a:cubicBezTo>
                      <a:pt x="3" y="27"/>
                      <a:pt x="3" y="27"/>
                      <a:pt x="3" y="27"/>
                    </a:cubicBezTo>
                    <a:cubicBezTo>
                      <a:pt x="0" y="25"/>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 name="Freeform 118"/>
              <p:cNvSpPr>
                <a:spLocks/>
              </p:cNvSpPr>
              <p:nvPr/>
            </p:nvSpPr>
            <p:spPr bwMode="auto">
              <a:xfrm>
                <a:off x="2005" y="1143"/>
                <a:ext cx="65" cy="64"/>
              </a:xfrm>
              <a:custGeom>
                <a:avLst/>
                <a:gdLst>
                  <a:gd name="T0" fmla="*/ 3 w 51"/>
                  <a:gd name="T1" fmla="*/ 18 h 51"/>
                  <a:gd name="T2" fmla="*/ 22 w 51"/>
                  <a:gd name="T3" fmla="*/ 2 h 51"/>
                  <a:gd name="T4" fmla="*/ 31 w 51"/>
                  <a:gd name="T5" fmla="*/ 3 h 51"/>
                  <a:gd name="T6" fmla="*/ 49 w 51"/>
                  <a:gd name="T7" fmla="*/ 24 h 51"/>
                  <a:gd name="T8" fmla="*/ 48 w 51"/>
                  <a:gd name="T9" fmla="*/ 33 h 51"/>
                  <a:gd name="T10" fmla="*/ 29 w 51"/>
                  <a:gd name="T11" fmla="*/ 49 h 51"/>
                  <a:gd name="T12" fmla="*/ 20 w 51"/>
                  <a:gd name="T13" fmla="*/ 48 h 51"/>
                  <a:gd name="T14" fmla="*/ 2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4" y="0"/>
                      <a:pt x="29" y="0"/>
                      <a:pt x="31" y="3"/>
                    </a:cubicBezTo>
                    <a:cubicBezTo>
                      <a:pt x="49" y="24"/>
                      <a:pt x="49" y="24"/>
                      <a:pt x="49" y="24"/>
                    </a:cubicBezTo>
                    <a:cubicBezTo>
                      <a:pt x="51" y="26"/>
                      <a:pt x="51" y="31"/>
                      <a:pt x="48" y="33"/>
                    </a:cubicBezTo>
                    <a:cubicBezTo>
                      <a:pt x="29" y="49"/>
                      <a:pt x="29" y="49"/>
                      <a:pt x="29" y="49"/>
                    </a:cubicBezTo>
                    <a:cubicBezTo>
                      <a:pt x="26" y="51"/>
                      <a:pt x="22" y="51"/>
                      <a:pt x="20" y="48"/>
                    </a:cubicBezTo>
                    <a:cubicBezTo>
                      <a:pt x="2" y="27"/>
                      <a:pt x="2" y="27"/>
                      <a:pt x="2" y="27"/>
                    </a:cubicBezTo>
                    <a:cubicBezTo>
                      <a:pt x="0" y="25"/>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 name="Freeform 119"/>
              <p:cNvSpPr>
                <a:spLocks/>
              </p:cNvSpPr>
              <p:nvPr/>
            </p:nvSpPr>
            <p:spPr bwMode="auto">
              <a:xfrm>
                <a:off x="2044" y="1188"/>
                <a:ext cx="65" cy="65"/>
              </a:xfrm>
              <a:custGeom>
                <a:avLst/>
                <a:gdLst>
                  <a:gd name="T0" fmla="*/ 3 w 51"/>
                  <a:gd name="T1" fmla="*/ 18 h 51"/>
                  <a:gd name="T2" fmla="*/ 21 w 51"/>
                  <a:gd name="T3" fmla="*/ 2 h 51"/>
                  <a:gd name="T4" fmla="*/ 31 w 51"/>
                  <a:gd name="T5" fmla="*/ 3 h 51"/>
                  <a:gd name="T6" fmla="*/ 48 w 51"/>
                  <a:gd name="T7" fmla="*/ 24 h 51"/>
                  <a:gd name="T8" fmla="*/ 47 w 51"/>
                  <a:gd name="T9" fmla="*/ 33 h 51"/>
                  <a:gd name="T10" fmla="*/ 29 w 51"/>
                  <a:gd name="T11" fmla="*/ 49 h 51"/>
                  <a:gd name="T12" fmla="*/ 19 w 51"/>
                  <a:gd name="T13" fmla="*/ 48 h 51"/>
                  <a:gd name="T14" fmla="*/ 2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1" y="2"/>
                      <a:pt x="21" y="2"/>
                      <a:pt x="21" y="2"/>
                    </a:cubicBezTo>
                    <a:cubicBezTo>
                      <a:pt x="24" y="0"/>
                      <a:pt x="28" y="0"/>
                      <a:pt x="31" y="3"/>
                    </a:cubicBezTo>
                    <a:cubicBezTo>
                      <a:pt x="48" y="24"/>
                      <a:pt x="48" y="24"/>
                      <a:pt x="48" y="24"/>
                    </a:cubicBezTo>
                    <a:cubicBezTo>
                      <a:pt x="51" y="27"/>
                      <a:pt x="50" y="31"/>
                      <a:pt x="47" y="33"/>
                    </a:cubicBezTo>
                    <a:cubicBezTo>
                      <a:pt x="29" y="49"/>
                      <a:pt x="29" y="49"/>
                      <a:pt x="29" y="49"/>
                    </a:cubicBezTo>
                    <a:cubicBezTo>
                      <a:pt x="26" y="51"/>
                      <a:pt x="22" y="51"/>
                      <a:pt x="19"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 name="Freeform 120"/>
              <p:cNvSpPr>
                <a:spLocks/>
              </p:cNvSpPr>
              <p:nvPr/>
            </p:nvSpPr>
            <p:spPr bwMode="auto">
              <a:xfrm>
                <a:off x="2082" y="1234"/>
                <a:ext cx="65" cy="64"/>
              </a:xfrm>
              <a:custGeom>
                <a:avLst/>
                <a:gdLst>
                  <a:gd name="T0" fmla="*/ 3 w 51"/>
                  <a:gd name="T1" fmla="*/ 18 h 51"/>
                  <a:gd name="T2" fmla="*/ 22 w 51"/>
                  <a:gd name="T3" fmla="*/ 3 h 51"/>
                  <a:gd name="T4" fmla="*/ 31 w 51"/>
                  <a:gd name="T5" fmla="*/ 3 h 51"/>
                  <a:gd name="T6" fmla="*/ 49 w 51"/>
                  <a:gd name="T7" fmla="*/ 24 h 51"/>
                  <a:gd name="T8" fmla="*/ 48 w 51"/>
                  <a:gd name="T9" fmla="*/ 33 h 51"/>
                  <a:gd name="T10" fmla="*/ 30 w 51"/>
                  <a:gd name="T11" fmla="*/ 49 h 51"/>
                  <a:gd name="T12" fmla="*/ 20 w 51"/>
                  <a:gd name="T13" fmla="*/ 48 h 51"/>
                  <a:gd name="T14" fmla="*/ 3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3"/>
                      <a:pt x="22" y="3"/>
                      <a:pt x="22" y="3"/>
                    </a:cubicBezTo>
                    <a:cubicBezTo>
                      <a:pt x="25" y="0"/>
                      <a:pt x="29" y="0"/>
                      <a:pt x="31" y="3"/>
                    </a:cubicBezTo>
                    <a:cubicBezTo>
                      <a:pt x="49" y="24"/>
                      <a:pt x="49" y="24"/>
                      <a:pt x="49" y="24"/>
                    </a:cubicBezTo>
                    <a:cubicBezTo>
                      <a:pt x="51" y="27"/>
                      <a:pt x="51" y="31"/>
                      <a:pt x="48" y="33"/>
                    </a:cubicBezTo>
                    <a:cubicBezTo>
                      <a:pt x="30" y="49"/>
                      <a:pt x="30" y="49"/>
                      <a:pt x="30" y="49"/>
                    </a:cubicBezTo>
                    <a:cubicBezTo>
                      <a:pt x="27" y="51"/>
                      <a:pt x="22" y="51"/>
                      <a:pt x="20" y="48"/>
                    </a:cubicBezTo>
                    <a:cubicBezTo>
                      <a:pt x="3" y="28"/>
                      <a:pt x="3" y="28"/>
                      <a:pt x="3" y="28"/>
                    </a:cubicBezTo>
                    <a:cubicBezTo>
                      <a:pt x="0" y="25"/>
                      <a:pt x="1"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 name="Freeform 121"/>
              <p:cNvSpPr>
                <a:spLocks/>
              </p:cNvSpPr>
              <p:nvPr/>
            </p:nvSpPr>
            <p:spPr bwMode="auto">
              <a:xfrm>
                <a:off x="2121" y="1279"/>
                <a:ext cx="65" cy="66"/>
              </a:xfrm>
              <a:custGeom>
                <a:avLst/>
                <a:gdLst>
                  <a:gd name="T0" fmla="*/ 3 w 51"/>
                  <a:gd name="T1" fmla="*/ 18 h 52"/>
                  <a:gd name="T2" fmla="*/ 22 w 51"/>
                  <a:gd name="T3" fmla="*/ 3 h 52"/>
                  <a:gd name="T4" fmla="*/ 31 w 51"/>
                  <a:gd name="T5" fmla="*/ 3 h 52"/>
                  <a:gd name="T6" fmla="*/ 48 w 51"/>
                  <a:gd name="T7" fmla="*/ 24 h 52"/>
                  <a:gd name="T8" fmla="*/ 48 w 51"/>
                  <a:gd name="T9" fmla="*/ 33 h 52"/>
                  <a:gd name="T10" fmla="*/ 29 w 51"/>
                  <a:gd name="T11" fmla="*/ 49 h 52"/>
                  <a:gd name="T12" fmla="*/ 20 w 51"/>
                  <a:gd name="T13" fmla="*/ 48 h 52"/>
                  <a:gd name="T14" fmla="*/ 2 w 51"/>
                  <a:gd name="T15" fmla="*/ 28 h 52"/>
                  <a:gd name="T16" fmla="*/ 3 w 51"/>
                  <a:gd name="T17"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2">
                    <a:moveTo>
                      <a:pt x="3" y="18"/>
                    </a:moveTo>
                    <a:cubicBezTo>
                      <a:pt x="22" y="3"/>
                      <a:pt x="22" y="3"/>
                      <a:pt x="22" y="3"/>
                    </a:cubicBezTo>
                    <a:cubicBezTo>
                      <a:pt x="24" y="0"/>
                      <a:pt x="29" y="1"/>
                      <a:pt x="31" y="3"/>
                    </a:cubicBezTo>
                    <a:cubicBezTo>
                      <a:pt x="48" y="24"/>
                      <a:pt x="48" y="24"/>
                      <a:pt x="48" y="24"/>
                    </a:cubicBezTo>
                    <a:cubicBezTo>
                      <a:pt x="51" y="27"/>
                      <a:pt x="50" y="31"/>
                      <a:pt x="48" y="33"/>
                    </a:cubicBezTo>
                    <a:cubicBezTo>
                      <a:pt x="29" y="49"/>
                      <a:pt x="29" y="49"/>
                      <a:pt x="29" y="49"/>
                    </a:cubicBezTo>
                    <a:cubicBezTo>
                      <a:pt x="26" y="52"/>
                      <a:pt x="22" y="51"/>
                      <a:pt x="20"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 name="Freeform 122"/>
              <p:cNvSpPr>
                <a:spLocks/>
              </p:cNvSpPr>
              <p:nvPr/>
            </p:nvSpPr>
            <p:spPr bwMode="auto">
              <a:xfrm>
                <a:off x="1889" y="1098"/>
                <a:ext cx="58" cy="57"/>
              </a:xfrm>
              <a:custGeom>
                <a:avLst/>
                <a:gdLst>
                  <a:gd name="T0" fmla="*/ 3 w 46"/>
                  <a:gd name="T1" fmla="*/ 19 h 45"/>
                  <a:gd name="T2" fmla="*/ 23 w 46"/>
                  <a:gd name="T3" fmla="*/ 2 h 45"/>
                  <a:gd name="T4" fmla="*/ 31 w 46"/>
                  <a:gd name="T5" fmla="*/ 3 h 45"/>
                  <a:gd name="T6" fmla="*/ 44 w 46"/>
                  <a:gd name="T7" fmla="*/ 18 h 45"/>
                  <a:gd name="T8" fmla="*/ 43 w 46"/>
                  <a:gd name="T9" fmla="*/ 26 h 45"/>
                  <a:gd name="T10" fmla="*/ 23 w 46"/>
                  <a:gd name="T11" fmla="*/ 43 h 45"/>
                  <a:gd name="T12" fmla="*/ 15 w 46"/>
                  <a:gd name="T13" fmla="*/ 42 h 45"/>
                  <a:gd name="T14" fmla="*/ 2 w 46"/>
                  <a:gd name="T15" fmla="*/ 27 h 45"/>
                  <a:gd name="T16" fmla="*/ 3 w 46"/>
                  <a:gd name="T17"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5">
                    <a:moveTo>
                      <a:pt x="3" y="19"/>
                    </a:moveTo>
                    <a:cubicBezTo>
                      <a:pt x="23" y="2"/>
                      <a:pt x="23" y="2"/>
                      <a:pt x="23" y="2"/>
                    </a:cubicBezTo>
                    <a:cubicBezTo>
                      <a:pt x="26" y="0"/>
                      <a:pt x="29" y="0"/>
                      <a:pt x="31" y="3"/>
                    </a:cubicBezTo>
                    <a:cubicBezTo>
                      <a:pt x="44" y="18"/>
                      <a:pt x="44" y="18"/>
                      <a:pt x="44" y="18"/>
                    </a:cubicBezTo>
                    <a:cubicBezTo>
                      <a:pt x="46" y="20"/>
                      <a:pt x="46" y="24"/>
                      <a:pt x="43" y="26"/>
                    </a:cubicBezTo>
                    <a:cubicBezTo>
                      <a:pt x="23" y="43"/>
                      <a:pt x="23" y="43"/>
                      <a:pt x="23" y="43"/>
                    </a:cubicBezTo>
                    <a:cubicBezTo>
                      <a:pt x="21" y="45"/>
                      <a:pt x="17" y="45"/>
                      <a:pt x="15" y="42"/>
                    </a:cubicBezTo>
                    <a:cubicBezTo>
                      <a:pt x="2" y="27"/>
                      <a:pt x="2" y="27"/>
                      <a:pt x="2" y="27"/>
                    </a:cubicBezTo>
                    <a:cubicBezTo>
                      <a:pt x="0" y="25"/>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 name="Freeform 123"/>
              <p:cNvSpPr>
                <a:spLocks/>
              </p:cNvSpPr>
              <p:nvPr/>
            </p:nvSpPr>
            <p:spPr bwMode="auto">
              <a:xfrm>
                <a:off x="1879" y="1135"/>
                <a:ext cx="106" cy="101"/>
              </a:xfrm>
              <a:custGeom>
                <a:avLst/>
                <a:gdLst>
                  <a:gd name="T0" fmla="*/ 4 w 84"/>
                  <a:gd name="T1" fmla="*/ 46 h 80"/>
                  <a:gd name="T2" fmla="*/ 55 w 84"/>
                  <a:gd name="T3" fmla="*/ 3 h 80"/>
                  <a:gd name="T4" fmla="*/ 65 w 84"/>
                  <a:gd name="T5" fmla="*/ 4 h 80"/>
                  <a:gd name="T6" fmla="*/ 82 w 84"/>
                  <a:gd name="T7" fmla="*/ 24 h 80"/>
                  <a:gd name="T8" fmla="*/ 81 w 84"/>
                  <a:gd name="T9" fmla="*/ 34 h 80"/>
                  <a:gd name="T10" fmla="*/ 30 w 84"/>
                  <a:gd name="T11" fmla="*/ 77 h 80"/>
                  <a:gd name="T12" fmla="*/ 20 w 84"/>
                  <a:gd name="T13" fmla="*/ 76 h 80"/>
                  <a:gd name="T14" fmla="*/ 3 w 84"/>
                  <a:gd name="T15" fmla="*/ 56 h 80"/>
                  <a:gd name="T16" fmla="*/ 4 w 84"/>
                  <a:gd name="T17" fmla="*/ 4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80">
                    <a:moveTo>
                      <a:pt x="4" y="46"/>
                    </a:moveTo>
                    <a:cubicBezTo>
                      <a:pt x="55" y="3"/>
                      <a:pt x="55" y="3"/>
                      <a:pt x="55" y="3"/>
                    </a:cubicBezTo>
                    <a:cubicBezTo>
                      <a:pt x="58" y="0"/>
                      <a:pt x="62" y="1"/>
                      <a:pt x="65" y="4"/>
                    </a:cubicBezTo>
                    <a:cubicBezTo>
                      <a:pt x="82" y="24"/>
                      <a:pt x="82" y="24"/>
                      <a:pt x="82" y="24"/>
                    </a:cubicBezTo>
                    <a:cubicBezTo>
                      <a:pt x="84" y="27"/>
                      <a:pt x="84" y="31"/>
                      <a:pt x="81" y="34"/>
                    </a:cubicBezTo>
                    <a:cubicBezTo>
                      <a:pt x="30" y="77"/>
                      <a:pt x="30" y="77"/>
                      <a:pt x="30" y="77"/>
                    </a:cubicBezTo>
                    <a:cubicBezTo>
                      <a:pt x="27" y="80"/>
                      <a:pt x="22" y="79"/>
                      <a:pt x="20" y="76"/>
                    </a:cubicBezTo>
                    <a:cubicBezTo>
                      <a:pt x="3" y="56"/>
                      <a:pt x="3" y="56"/>
                      <a:pt x="3" y="56"/>
                    </a:cubicBezTo>
                    <a:cubicBezTo>
                      <a:pt x="0" y="53"/>
                      <a:pt x="1" y="49"/>
                      <a:pt x="4" y="4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 name="Freeform 124"/>
              <p:cNvSpPr>
                <a:spLocks/>
              </p:cNvSpPr>
              <p:nvPr/>
            </p:nvSpPr>
            <p:spPr bwMode="auto">
              <a:xfrm>
                <a:off x="1947" y="1182"/>
                <a:ext cx="77" cy="74"/>
              </a:xfrm>
              <a:custGeom>
                <a:avLst/>
                <a:gdLst>
                  <a:gd name="T0" fmla="*/ 4 w 61"/>
                  <a:gd name="T1" fmla="*/ 26 h 59"/>
                  <a:gd name="T2" fmla="*/ 31 w 61"/>
                  <a:gd name="T3" fmla="*/ 2 h 59"/>
                  <a:gd name="T4" fmla="*/ 41 w 61"/>
                  <a:gd name="T5" fmla="*/ 3 h 59"/>
                  <a:gd name="T6" fmla="*/ 58 w 61"/>
                  <a:gd name="T7" fmla="*/ 23 h 59"/>
                  <a:gd name="T8" fmla="*/ 57 w 61"/>
                  <a:gd name="T9" fmla="*/ 33 h 59"/>
                  <a:gd name="T10" fmla="*/ 30 w 61"/>
                  <a:gd name="T11" fmla="*/ 56 h 59"/>
                  <a:gd name="T12" fmla="*/ 20 w 61"/>
                  <a:gd name="T13" fmla="*/ 55 h 59"/>
                  <a:gd name="T14" fmla="*/ 3 w 61"/>
                  <a:gd name="T15" fmla="*/ 36 h 59"/>
                  <a:gd name="T16" fmla="*/ 4 w 61"/>
                  <a:gd name="T17" fmla="*/ 2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9">
                    <a:moveTo>
                      <a:pt x="4" y="26"/>
                    </a:moveTo>
                    <a:cubicBezTo>
                      <a:pt x="31" y="2"/>
                      <a:pt x="31" y="2"/>
                      <a:pt x="31" y="2"/>
                    </a:cubicBezTo>
                    <a:cubicBezTo>
                      <a:pt x="34" y="0"/>
                      <a:pt x="39" y="0"/>
                      <a:pt x="41" y="3"/>
                    </a:cubicBezTo>
                    <a:cubicBezTo>
                      <a:pt x="58" y="23"/>
                      <a:pt x="58" y="23"/>
                      <a:pt x="58" y="23"/>
                    </a:cubicBezTo>
                    <a:cubicBezTo>
                      <a:pt x="61" y="26"/>
                      <a:pt x="60" y="30"/>
                      <a:pt x="57" y="33"/>
                    </a:cubicBezTo>
                    <a:cubicBezTo>
                      <a:pt x="30" y="56"/>
                      <a:pt x="30" y="56"/>
                      <a:pt x="30" y="56"/>
                    </a:cubicBezTo>
                    <a:cubicBezTo>
                      <a:pt x="27" y="59"/>
                      <a:pt x="22" y="59"/>
                      <a:pt x="20" y="55"/>
                    </a:cubicBezTo>
                    <a:cubicBezTo>
                      <a:pt x="3" y="36"/>
                      <a:pt x="3" y="36"/>
                      <a:pt x="3" y="36"/>
                    </a:cubicBezTo>
                    <a:cubicBezTo>
                      <a:pt x="0" y="33"/>
                      <a:pt x="1" y="28"/>
                      <a:pt x="4" y="2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 name="Freeform 125"/>
              <p:cNvSpPr>
                <a:spLocks/>
              </p:cNvSpPr>
              <p:nvPr/>
            </p:nvSpPr>
            <p:spPr bwMode="auto">
              <a:xfrm>
                <a:off x="1951" y="1227"/>
                <a:ext cx="111" cy="104"/>
              </a:xfrm>
              <a:custGeom>
                <a:avLst/>
                <a:gdLst>
                  <a:gd name="T0" fmla="*/ 4 w 88"/>
                  <a:gd name="T1" fmla="*/ 49 h 82"/>
                  <a:gd name="T2" fmla="*/ 59 w 88"/>
                  <a:gd name="T3" fmla="*/ 2 h 82"/>
                  <a:gd name="T4" fmla="*/ 69 w 88"/>
                  <a:gd name="T5" fmla="*/ 3 h 82"/>
                  <a:gd name="T6" fmla="*/ 86 w 88"/>
                  <a:gd name="T7" fmla="*/ 23 h 82"/>
                  <a:gd name="T8" fmla="*/ 85 w 88"/>
                  <a:gd name="T9" fmla="*/ 33 h 82"/>
                  <a:gd name="T10" fmla="*/ 30 w 88"/>
                  <a:gd name="T11" fmla="*/ 80 h 82"/>
                  <a:gd name="T12" fmla="*/ 20 w 88"/>
                  <a:gd name="T13" fmla="*/ 79 h 82"/>
                  <a:gd name="T14" fmla="*/ 3 w 88"/>
                  <a:gd name="T15" fmla="*/ 59 h 82"/>
                  <a:gd name="T16" fmla="*/ 4 w 88"/>
                  <a:gd name="T17" fmla="*/ 4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82">
                    <a:moveTo>
                      <a:pt x="4" y="49"/>
                    </a:moveTo>
                    <a:cubicBezTo>
                      <a:pt x="59" y="2"/>
                      <a:pt x="59" y="2"/>
                      <a:pt x="59" y="2"/>
                    </a:cubicBezTo>
                    <a:cubicBezTo>
                      <a:pt x="62" y="0"/>
                      <a:pt x="67" y="0"/>
                      <a:pt x="69" y="3"/>
                    </a:cubicBezTo>
                    <a:cubicBezTo>
                      <a:pt x="86" y="23"/>
                      <a:pt x="86" y="23"/>
                      <a:pt x="86" y="23"/>
                    </a:cubicBezTo>
                    <a:cubicBezTo>
                      <a:pt x="88" y="26"/>
                      <a:pt x="88" y="30"/>
                      <a:pt x="85" y="33"/>
                    </a:cubicBezTo>
                    <a:cubicBezTo>
                      <a:pt x="30" y="80"/>
                      <a:pt x="30" y="80"/>
                      <a:pt x="30" y="80"/>
                    </a:cubicBezTo>
                    <a:cubicBezTo>
                      <a:pt x="27" y="82"/>
                      <a:pt x="22" y="82"/>
                      <a:pt x="20" y="79"/>
                    </a:cubicBezTo>
                    <a:cubicBezTo>
                      <a:pt x="3" y="59"/>
                      <a:pt x="3" y="59"/>
                      <a:pt x="3" y="59"/>
                    </a:cubicBezTo>
                    <a:cubicBezTo>
                      <a:pt x="0" y="56"/>
                      <a:pt x="1" y="52"/>
                      <a:pt x="4" y="4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 name="Freeform 126"/>
              <p:cNvSpPr>
                <a:spLocks/>
              </p:cNvSpPr>
              <p:nvPr/>
            </p:nvSpPr>
            <p:spPr bwMode="auto">
              <a:xfrm>
                <a:off x="2037" y="1273"/>
                <a:ext cx="64" cy="64"/>
              </a:xfrm>
              <a:custGeom>
                <a:avLst/>
                <a:gdLst>
                  <a:gd name="T0" fmla="*/ 3 w 51"/>
                  <a:gd name="T1" fmla="*/ 18 h 51"/>
                  <a:gd name="T2" fmla="*/ 22 w 51"/>
                  <a:gd name="T3" fmla="*/ 2 h 51"/>
                  <a:gd name="T4" fmla="*/ 31 w 51"/>
                  <a:gd name="T5" fmla="*/ 3 h 51"/>
                  <a:gd name="T6" fmla="*/ 49 w 51"/>
                  <a:gd name="T7" fmla="*/ 23 h 51"/>
                  <a:gd name="T8" fmla="*/ 48 w 51"/>
                  <a:gd name="T9" fmla="*/ 33 h 51"/>
                  <a:gd name="T10" fmla="*/ 30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5" y="0"/>
                      <a:pt x="29" y="0"/>
                      <a:pt x="31" y="3"/>
                    </a:cubicBezTo>
                    <a:cubicBezTo>
                      <a:pt x="49" y="23"/>
                      <a:pt x="49" y="23"/>
                      <a:pt x="49" y="23"/>
                    </a:cubicBezTo>
                    <a:cubicBezTo>
                      <a:pt x="51" y="26"/>
                      <a:pt x="51" y="30"/>
                      <a:pt x="48" y="33"/>
                    </a:cubicBezTo>
                    <a:cubicBezTo>
                      <a:pt x="30" y="49"/>
                      <a:pt x="30" y="49"/>
                      <a:pt x="30" y="49"/>
                    </a:cubicBezTo>
                    <a:cubicBezTo>
                      <a:pt x="27" y="51"/>
                      <a:pt x="22" y="51"/>
                      <a:pt x="20" y="48"/>
                    </a:cubicBezTo>
                    <a:cubicBezTo>
                      <a:pt x="3" y="27"/>
                      <a:pt x="3" y="27"/>
                      <a:pt x="3" y="27"/>
                    </a:cubicBezTo>
                    <a:cubicBezTo>
                      <a:pt x="0" y="24"/>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 name="Freeform 127"/>
              <p:cNvSpPr>
                <a:spLocks/>
              </p:cNvSpPr>
              <p:nvPr/>
            </p:nvSpPr>
            <p:spPr bwMode="auto">
              <a:xfrm>
                <a:off x="2076" y="1318"/>
                <a:ext cx="64" cy="65"/>
              </a:xfrm>
              <a:custGeom>
                <a:avLst/>
                <a:gdLst>
                  <a:gd name="T0" fmla="*/ 3 w 51"/>
                  <a:gd name="T1" fmla="*/ 18 h 51"/>
                  <a:gd name="T2" fmla="*/ 22 w 51"/>
                  <a:gd name="T3" fmla="*/ 2 h 51"/>
                  <a:gd name="T4" fmla="*/ 31 w 51"/>
                  <a:gd name="T5" fmla="*/ 3 h 51"/>
                  <a:gd name="T6" fmla="*/ 48 w 51"/>
                  <a:gd name="T7" fmla="*/ 23 h 51"/>
                  <a:gd name="T8" fmla="*/ 48 w 51"/>
                  <a:gd name="T9" fmla="*/ 33 h 51"/>
                  <a:gd name="T10" fmla="*/ 29 w 51"/>
                  <a:gd name="T11" fmla="*/ 49 h 51"/>
                  <a:gd name="T12" fmla="*/ 20 w 51"/>
                  <a:gd name="T13" fmla="*/ 48 h 51"/>
                  <a:gd name="T14" fmla="*/ 2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4" y="0"/>
                      <a:pt x="29" y="0"/>
                      <a:pt x="31" y="3"/>
                    </a:cubicBezTo>
                    <a:cubicBezTo>
                      <a:pt x="48" y="23"/>
                      <a:pt x="48" y="23"/>
                      <a:pt x="48" y="23"/>
                    </a:cubicBezTo>
                    <a:cubicBezTo>
                      <a:pt x="51" y="26"/>
                      <a:pt x="50" y="31"/>
                      <a:pt x="48" y="33"/>
                    </a:cubicBezTo>
                    <a:cubicBezTo>
                      <a:pt x="29" y="49"/>
                      <a:pt x="29" y="49"/>
                      <a:pt x="29" y="49"/>
                    </a:cubicBezTo>
                    <a:cubicBezTo>
                      <a:pt x="26" y="51"/>
                      <a:pt x="22" y="51"/>
                      <a:pt x="20" y="48"/>
                    </a:cubicBezTo>
                    <a:cubicBezTo>
                      <a:pt x="2" y="27"/>
                      <a:pt x="2" y="27"/>
                      <a:pt x="2" y="27"/>
                    </a:cubicBezTo>
                    <a:cubicBezTo>
                      <a:pt x="0" y="25"/>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 name="Freeform 128"/>
              <p:cNvSpPr>
                <a:spLocks/>
              </p:cNvSpPr>
              <p:nvPr/>
            </p:nvSpPr>
            <p:spPr bwMode="auto">
              <a:xfrm>
                <a:off x="1847" y="1138"/>
                <a:ext cx="54" cy="53"/>
              </a:xfrm>
              <a:custGeom>
                <a:avLst/>
                <a:gdLst>
                  <a:gd name="T0" fmla="*/ 3 w 43"/>
                  <a:gd name="T1" fmla="*/ 17 h 42"/>
                  <a:gd name="T2" fmla="*/ 20 w 43"/>
                  <a:gd name="T3" fmla="*/ 2 h 42"/>
                  <a:gd name="T4" fmla="*/ 28 w 43"/>
                  <a:gd name="T5" fmla="*/ 2 h 42"/>
                  <a:gd name="T6" fmla="*/ 41 w 43"/>
                  <a:gd name="T7" fmla="*/ 17 h 42"/>
                  <a:gd name="T8" fmla="*/ 40 w 43"/>
                  <a:gd name="T9" fmla="*/ 25 h 42"/>
                  <a:gd name="T10" fmla="*/ 23 w 43"/>
                  <a:gd name="T11" fmla="*/ 40 h 42"/>
                  <a:gd name="T12" fmla="*/ 15 w 43"/>
                  <a:gd name="T13" fmla="*/ 39 h 42"/>
                  <a:gd name="T14" fmla="*/ 2 w 43"/>
                  <a:gd name="T15" fmla="*/ 24 h 42"/>
                  <a:gd name="T16" fmla="*/ 3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7"/>
                    </a:moveTo>
                    <a:cubicBezTo>
                      <a:pt x="20" y="2"/>
                      <a:pt x="20" y="2"/>
                      <a:pt x="20" y="2"/>
                    </a:cubicBezTo>
                    <a:cubicBezTo>
                      <a:pt x="23" y="0"/>
                      <a:pt x="26" y="0"/>
                      <a:pt x="28" y="2"/>
                    </a:cubicBezTo>
                    <a:cubicBezTo>
                      <a:pt x="41" y="17"/>
                      <a:pt x="41" y="17"/>
                      <a:pt x="41" y="17"/>
                    </a:cubicBezTo>
                    <a:cubicBezTo>
                      <a:pt x="43" y="20"/>
                      <a:pt x="43" y="23"/>
                      <a:pt x="40" y="25"/>
                    </a:cubicBezTo>
                    <a:cubicBezTo>
                      <a:pt x="23" y="40"/>
                      <a:pt x="23" y="40"/>
                      <a:pt x="23" y="40"/>
                    </a:cubicBezTo>
                    <a:cubicBezTo>
                      <a:pt x="21" y="42"/>
                      <a:pt x="17" y="42"/>
                      <a:pt x="15" y="39"/>
                    </a:cubicBezTo>
                    <a:cubicBezTo>
                      <a:pt x="2" y="24"/>
                      <a:pt x="2" y="24"/>
                      <a:pt x="2" y="24"/>
                    </a:cubicBezTo>
                    <a:cubicBezTo>
                      <a:pt x="0" y="22"/>
                      <a:pt x="1" y="18"/>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 name="Freeform 129"/>
              <p:cNvSpPr>
                <a:spLocks/>
              </p:cNvSpPr>
              <p:nvPr/>
            </p:nvSpPr>
            <p:spPr bwMode="auto">
              <a:xfrm>
                <a:off x="1804" y="1173"/>
                <a:ext cx="54" cy="54"/>
              </a:xfrm>
              <a:custGeom>
                <a:avLst/>
                <a:gdLst>
                  <a:gd name="T0" fmla="*/ 3 w 43"/>
                  <a:gd name="T1" fmla="*/ 17 h 43"/>
                  <a:gd name="T2" fmla="*/ 21 w 43"/>
                  <a:gd name="T3" fmla="*/ 2 h 43"/>
                  <a:gd name="T4" fmla="*/ 28 w 43"/>
                  <a:gd name="T5" fmla="*/ 3 h 43"/>
                  <a:gd name="T6" fmla="*/ 41 w 43"/>
                  <a:gd name="T7" fmla="*/ 18 h 43"/>
                  <a:gd name="T8" fmla="*/ 41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1" y="2"/>
                      <a:pt x="21" y="2"/>
                      <a:pt x="21" y="2"/>
                    </a:cubicBezTo>
                    <a:cubicBezTo>
                      <a:pt x="23" y="0"/>
                      <a:pt x="27" y="1"/>
                      <a:pt x="28" y="3"/>
                    </a:cubicBezTo>
                    <a:cubicBezTo>
                      <a:pt x="41" y="18"/>
                      <a:pt x="41" y="18"/>
                      <a:pt x="41" y="18"/>
                    </a:cubicBezTo>
                    <a:cubicBezTo>
                      <a:pt x="43" y="20"/>
                      <a:pt x="43" y="24"/>
                      <a:pt x="41" y="26"/>
                    </a:cubicBezTo>
                    <a:cubicBezTo>
                      <a:pt x="23" y="41"/>
                      <a:pt x="23" y="41"/>
                      <a:pt x="23" y="41"/>
                    </a:cubicBezTo>
                    <a:cubicBezTo>
                      <a:pt x="21" y="43"/>
                      <a:pt x="17" y="42"/>
                      <a:pt x="15" y="40"/>
                    </a:cubicBezTo>
                    <a:cubicBezTo>
                      <a:pt x="2" y="25"/>
                      <a:pt x="2" y="25"/>
                      <a:pt x="2" y="25"/>
                    </a:cubicBezTo>
                    <a:cubicBezTo>
                      <a:pt x="0" y="23"/>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 name="Freeform 130"/>
              <p:cNvSpPr>
                <a:spLocks/>
              </p:cNvSpPr>
              <p:nvPr/>
            </p:nvSpPr>
            <p:spPr bwMode="auto">
              <a:xfrm>
                <a:off x="1762" y="1210"/>
                <a:ext cx="55" cy="53"/>
              </a:xfrm>
              <a:custGeom>
                <a:avLst/>
                <a:gdLst>
                  <a:gd name="T0" fmla="*/ 2 w 43"/>
                  <a:gd name="T1" fmla="*/ 17 h 42"/>
                  <a:gd name="T2" fmla="*/ 20 w 43"/>
                  <a:gd name="T3" fmla="*/ 2 h 42"/>
                  <a:gd name="T4" fmla="*/ 28 w 43"/>
                  <a:gd name="T5" fmla="*/ 3 h 42"/>
                  <a:gd name="T6" fmla="*/ 41 w 43"/>
                  <a:gd name="T7" fmla="*/ 18 h 42"/>
                  <a:gd name="T8" fmla="*/ 40 w 43"/>
                  <a:gd name="T9" fmla="*/ 25 h 42"/>
                  <a:gd name="T10" fmla="*/ 22 w 43"/>
                  <a:gd name="T11" fmla="*/ 40 h 42"/>
                  <a:gd name="T12" fmla="*/ 15 w 43"/>
                  <a:gd name="T13" fmla="*/ 40 h 42"/>
                  <a:gd name="T14" fmla="*/ 2 w 43"/>
                  <a:gd name="T15" fmla="*/ 25 h 42"/>
                  <a:gd name="T16" fmla="*/ 2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2" y="17"/>
                    </a:moveTo>
                    <a:cubicBezTo>
                      <a:pt x="20" y="2"/>
                      <a:pt x="20" y="2"/>
                      <a:pt x="20" y="2"/>
                    </a:cubicBezTo>
                    <a:cubicBezTo>
                      <a:pt x="22" y="0"/>
                      <a:pt x="26" y="0"/>
                      <a:pt x="28" y="3"/>
                    </a:cubicBezTo>
                    <a:cubicBezTo>
                      <a:pt x="41" y="18"/>
                      <a:pt x="41" y="18"/>
                      <a:pt x="41" y="18"/>
                    </a:cubicBezTo>
                    <a:cubicBezTo>
                      <a:pt x="43" y="20"/>
                      <a:pt x="42" y="23"/>
                      <a:pt x="40" y="25"/>
                    </a:cubicBezTo>
                    <a:cubicBezTo>
                      <a:pt x="22" y="40"/>
                      <a:pt x="22" y="40"/>
                      <a:pt x="22" y="40"/>
                    </a:cubicBezTo>
                    <a:cubicBezTo>
                      <a:pt x="20" y="42"/>
                      <a:pt x="16" y="42"/>
                      <a:pt x="15" y="40"/>
                    </a:cubicBezTo>
                    <a:cubicBezTo>
                      <a:pt x="2" y="25"/>
                      <a:pt x="2" y="25"/>
                      <a:pt x="2" y="25"/>
                    </a:cubicBezTo>
                    <a:cubicBezTo>
                      <a:pt x="0" y="22"/>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 name="Freeform 131"/>
              <p:cNvSpPr>
                <a:spLocks/>
              </p:cNvSpPr>
              <p:nvPr/>
            </p:nvSpPr>
            <p:spPr bwMode="auto">
              <a:xfrm>
                <a:off x="1719" y="1246"/>
                <a:ext cx="55" cy="53"/>
              </a:xfrm>
              <a:custGeom>
                <a:avLst/>
                <a:gdLst>
                  <a:gd name="T0" fmla="*/ 3 w 43"/>
                  <a:gd name="T1" fmla="*/ 16 h 42"/>
                  <a:gd name="T2" fmla="*/ 20 w 43"/>
                  <a:gd name="T3" fmla="*/ 2 h 42"/>
                  <a:gd name="T4" fmla="*/ 28 w 43"/>
                  <a:gd name="T5" fmla="*/ 2 h 42"/>
                  <a:gd name="T6" fmla="*/ 41 w 43"/>
                  <a:gd name="T7" fmla="*/ 17 h 42"/>
                  <a:gd name="T8" fmla="*/ 40 w 43"/>
                  <a:gd name="T9" fmla="*/ 25 h 42"/>
                  <a:gd name="T10" fmla="*/ 23 w 43"/>
                  <a:gd name="T11" fmla="*/ 40 h 42"/>
                  <a:gd name="T12" fmla="*/ 15 w 43"/>
                  <a:gd name="T13" fmla="*/ 39 h 42"/>
                  <a:gd name="T14" fmla="*/ 2 w 43"/>
                  <a:gd name="T15" fmla="*/ 24 h 42"/>
                  <a:gd name="T16" fmla="*/ 3 w 43"/>
                  <a:gd name="T17"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6"/>
                    </a:moveTo>
                    <a:cubicBezTo>
                      <a:pt x="20" y="2"/>
                      <a:pt x="20" y="2"/>
                      <a:pt x="20" y="2"/>
                    </a:cubicBezTo>
                    <a:cubicBezTo>
                      <a:pt x="22" y="0"/>
                      <a:pt x="26" y="0"/>
                      <a:pt x="28" y="2"/>
                    </a:cubicBezTo>
                    <a:cubicBezTo>
                      <a:pt x="41" y="17"/>
                      <a:pt x="41" y="17"/>
                      <a:pt x="41" y="17"/>
                    </a:cubicBezTo>
                    <a:cubicBezTo>
                      <a:pt x="43" y="20"/>
                      <a:pt x="42" y="23"/>
                      <a:pt x="40" y="25"/>
                    </a:cubicBezTo>
                    <a:cubicBezTo>
                      <a:pt x="23" y="40"/>
                      <a:pt x="23" y="40"/>
                      <a:pt x="23" y="40"/>
                    </a:cubicBezTo>
                    <a:cubicBezTo>
                      <a:pt x="20" y="42"/>
                      <a:pt x="17" y="42"/>
                      <a:pt x="15" y="39"/>
                    </a:cubicBezTo>
                    <a:cubicBezTo>
                      <a:pt x="2" y="24"/>
                      <a:pt x="2" y="24"/>
                      <a:pt x="2" y="24"/>
                    </a:cubicBezTo>
                    <a:cubicBezTo>
                      <a:pt x="0" y="22"/>
                      <a:pt x="0" y="18"/>
                      <a:pt x="3" y="1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 name="Freeform 132"/>
              <p:cNvSpPr>
                <a:spLocks/>
              </p:cNvSpPr>
              <p:nvPr/>
            </p:nvSpPr>
            <p:spPr bwMode="auto">
              <a:xfrm>
                <a:off x="1676" y="1282"/>
                <a:ext cx="55" cy="54"/>
              </a:xfrm>
              <a:custGeom>
                <a:avLst/>
                <a:gdLst>
                  <a:gd name="T0" fmla="*/ 3 w 43"/>
                  <a:gd name="T1" fmla="*/ 17 h 43"/>
                  <a:gd name="T2" fmla="*/ 20 w 43"/>
                  <a:gd name="T3" fmla="*/ 2 h 43"/>
                  <a:gd name="T4" fmla="*/ 28 w 43"/>
                  <a:gd name="T5" fmla="*/ 3 h 43"/>
                  <a:gd name="T6" fmla="*/ 41 w 43"/>
                  <a:gd name="T7" fmla="*/ 18 h 43"/>
                  <a:gd name="T8" fmla="*/ 40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0" y="2"/>
                      <a:pt x="20" y="2"/>
                      <a:pt x="20" y="2"/>
                    </a:cubicBezTo>
                    <a:cubicBezTo>
                      <a:pt x="23" y="0"/>
                      <a:pt x="26" y="1"/>
                      <a:pt x="28" y="3"/>
                    </a:cubicBezTo>
                    <a:cubicBezTo>
                      <a:pt x="41" y="18"/>
                      <a:pt x="41" y="18"/>
                      <a:pt x="41" y="18"/>
                    </a:cubicBezTo>
                    <a:cubicBezTo>
                      <a:pt x="43" y="20"/>
                      <a:pt x="43" y="24"/>
                      <a:pt x="40" y="26"/>
                    </a:cubicBezTo>
                    <a:cubicBezTo>
                      <a:pt x="23" y="41"/>
                      <a:pt x="23" y="41"/>
                      <a:pt x="23" y="41"/>
                    </a:cubicBezTo>
                    <a:cubicBezTo>
                      <a:pt x="20" y="43"/>
                      <a:pt x="17" y="42"/>
                      <a:pt x="15" y="40"/>
                    </a:cubicBezTo>
                    <a:cubicBezTo>
                      <a:pt x="2" y="25"/>
                      <a:pt x="2" y="25"/>
                      <a:pt x="2" y="25"/>
                    </a:cubicBezTo>
                    <a:cubicBezTo>
                      <a:pt x="0" y="23"/>
                      <a:pt x="0"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 name="Freeform 133"/>
              <p:cNvSpPr>
                <a:spLocks/>
              </p:cNvSpPr>
              <p:nvPr/>
            </p:nvSpPr>
            <p:spPr bwMode="auto">
              <a:xfrm>
                <a:off x="1633" y="1318"/>
                <a:ext cx="55" cy="54"/>
              </a:xfrm>
              <a:custGeom>
                <a:avLst/>
                <a:gdLst>
                  <a:gd name="T0" fmla="*/ 3 w 43"/>
                  <a:gd name="T1" fmla="*/ 17 h 42"/>
                  <a:gd name="T2" fmla="*/ 21 w 43"/>
                  <a:gd name="T3" fmla="*/ 2 h 42"/>
                  <a:gd name="T4" fmla="*/ 28 w 43"/>
                  <a:gd name="T5" fmla="*/ 2 h 42"/>
                  <a:gd name="T6" fmla="*/ 41 w 43"/>
                  <a:gd name="T7" fmla="*/ 18 h 42"/>
                  <a:gd name="T8" fmla="*/ 41 w 43"/>
                  <a:gd name="T9" fmla="*/ 25 h 42"/>
                  <a:gd name="T10" fmla="*/ 23 w 43"/>
                  <a:gd name="T11" fmla="*/ 40 h 42"/>
                  <a:gd name="T12" fmla="*/ 15 w 43"/>
                  <a:gd name="T13" fmla="*/ 40 h 42"/>
                  <a:gd name="T14" fmla="*/ 2 w 43"/>
                  <a:gd name="T15" fmla="*/ 25 h 42"/>
                  <a:gd name="T16" fmla="*/ 3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7"/>
                    </a:moveTo>
                    <a:cubicBezTo>
                      <a:pt x="21" y="2"/>
                      <a:pt x="21" y="2"/>
                      <a:pt x="21" y="2"/>
                    </a:cubicBezTo>
                    <a:cubicBezTo>
                      <a:pt x="23" y="0"/>
                      <a:pt x="26" y="0"/>
                      <a:pt x="28" y="2"/>
                    </a:cubicBezTo>
                    <a:cubicBezTo>
                      <a:pt x="41" y="18"/>
                      <a:pt x="41" y="18"/>
                      <a:pt x="41" y="18"/>
                    </a:cubicBezTo>
                    <a:cubicBezTo>
                      <a:pt x="43" y="20"/>
                      <a:pt x="43" y="23"/>
                      <a:pt x="41" y="25"/>
                    </a:cubicBezTo>
                    <a:cubicBezTo>
                      <a:pt x="23" y="40"/>
                      <a:pt x="23" y="40"/>
                      <a:pt x="23" y="40"/>
                    </a:cubicBezTo>
                    <a:cubicBezTo>
                      <a:pt x="21" y="42"/>
                      <a:pt x="17" y="42"/>
                      <a:pt x="15" y="40"/>
                    </a:cubicBezTo>
                    <a:cubicBezTo>
                      <a:pt x="2" y="25"/>
                      <a:pt x="2" y="25"/>
                      <a:pt x="2" y="25"/>
                    </a:cubicBezTo>
                    <a:cubicBezTo>
                      <a:pt x="0" y="22"/>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 name="Freeform 134"/>
              <p:cNvSpPr>
                <a:spLocks/>
              </p:cNvSpPr>
              <p:nvPr/>
            </p:nvSpPr>
            <p:spPr bwMode="auto">
              <a:xfrm>
                <a:off x="1592" y="1355"/>
                <a:ext cx="53" cy="53"/>
              </a:xfrm>
              <a:custGeom>
                <a:avLst/>
                <a:gdLst>
                  <a:gd name="T0" fmla="*/ 2 w 42"/>
                  <a:gd name="T1" fmla="*/ 16 h 42"/>
                  <a:gd name="T2" fmla="*/ 20 w 42"/>
                  <a:gd name="T3" fmla="*/ 1 h 42"/>
                  <a:gd name="T4" fmla="*/ 28 w 42"/>
                  <a:gd name="T5" fmla="*/ 2 h 42"/>
                  <a:gd name="T6" fmla="*/ 40 w 42"/>
                  <a:gd name="T7" fmla="*/ 17 h 42"/>
                  <a:gd name="T8" fmla="*/ 40 w 42"/>
                  <a:gd name="T9" fmla="*/ 25 h 42"/>
                  <a:gd name="T10" fmla="*/ 22 w 42"/>
                  <a:gd name="T11" fmla="*/ 40 h 42"/>
                  <a:gd name="T12" fmla="*/ 14 w 42"/>
                  <a:gd name="T13" fmla="*/ 39 h 42"/>
                  <a:gd name="T14" fmla="*/ 2 w 42"/>
                  <a:gd name="T15" fmla="*/ 24 h 42"/>
                  <a:gd name="T16" fmla="*/ 2 w 42"/>
                  <a:gd name="T17"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2">
                    <a:moveTo>
                      <a:pt x="2" y="16"/>
                    </a:moveTo>
                    <a:cubicBezTo>
                      <a:pt x="20" y="1"/>
                      <a:pt x="20" y="1"/>
                      <a:pt x="20" y="1"/>
                    </a:cubicBezTo>
                    <a:cubicBezTo>
                      <a:pt x="22" y="0"/>
                      <a:pt x="26" y="0"/>
                      <a:pt x="28" y="2"/>
                    </a:cubicBezTo>
                    <a:cubicBezTo>
                      <a:pt x="40" y="17"/>
                      <a:pt x="40" y="17"/>
                      <a:pt x="40" y="17"/>
                    </a:cubicBezTo>
                    <a:cubicBezTo>
                      <a:pt x="42" y="20"/>
                      <a:pt x="42" y="23"/>
                      <a:pt x="40" y="25"/>
                    </a:cubicBezTo>
                    <a:cubicBezTo>
                      <a:pt x="22" y="40"/>
                      <a:pt x="22" y="40"/>
                      <a:pt x="22" y="40"/>
                    </a:cubicBezTo>
                    <a:cubicBezTo>
                      <a:pt x="20" y="42"/>
                      <a:pt x="16" y="42"/>
                      <a:pt x="14" y="39"/>
                    </a:cubicBezTo>
                    <a:cubicBezTo>
                      <a:pt x="2" y="24"/>
                      <a:pt x="2" y="24"/>
                      <a:pt x="2" y="24"/>
                    </a:cubicBezTo>
                    <a:cubicBezTo>
                      <a:pt x="0" y="22"/>
                      <a:pt x="0" y="18"/>
                      <a:pt x="2" y="1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 name="Freeform 135"/>
              <p:cNvSpPr>
                <a:spLocks/>
              </p:cNvSpPr>
              <p:nvPr/>
            </p:nvSpPr>
            <p:spPr bwMode="auto">
              <a:xfrm>
                <a:off x="1549" y="1390"/>
                <a:ext cx="54" cy="55"/>
              </a:xfrm>
              <a:custGeom>
                <a:avLst/>
                <a:gdLst>
                  <a:gd name="T0" fmla="*/ 2 w 43"/>
                  <a:gd name="T1" fmla="*/ 17 h 43"/>
                  <a:gd name="T2" fmla="*/ 20 w 43"/>
                  <a:gd name="T3" fmla="*/ 2 h 43"/>
                  <a:gd name="T4" fmla="*/ 28 w 43"/>
                  <a:gd name="T5" fmla="*/ 3 h 43"/>
                  <a:gd name="T6" fmla="*/ 41 w 43"/>
                  <a:gd name="T7" fmla="*/ 18 h 43"/>
                  <a:gd name="T8" fmla="*/ 40 w 43"/>
                  <a:gd name="T9" fmla="*/ 26 h 43"/>
                  <a:gd name="T10" fmla="*/ 22 w 43"/>
                  <a:gd name="T11" fmla="*/ 41 h 43"/>
                  <a:gd name="T12" fmla="*/ 15 w 43"/>
                  <a:gd name="T13" fmla="*/ 40 h 43"/>
                  <a:gd name="T14" fmla="*/ 2 w 43"/>
                  <a:gd name="T15" fmla="*/ 25 h 43"/>
                  <a:gd name="T16" fmla="*/ 2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2" y="17"/>
                    </a:moveTo>
                    <a:cubicBezTo>
                      <a:pt x="20" y="2"/>
                      <a:pt x="20" y="2"/>
                      <a:pt x="20" y="2"/>
                    </a:cubicBezTo>
                    <a:cubicBezTo>
                      <a:pt x="22" y="0"/>
                      <a:pt x="26" y="0"/>
                      <a:pt x="28" y="3"/>
                    </a:cubicBezTo>
                    <a:cubicBezTo>
                      <a:pt x="41" y="18"/>
                      <a:pt x="41" y="18"/>
                      <a:pt x="41" y="18"/>
                    </a:cubicBezTo>
                    <a:cubicBezTo>
                      <a:pt x="43" y="20"/>
                      <a:pt x="42" y="24"/>
                      <a:pt x="40" y="26"/>
                    </a:cubicBezTo>
                    <a:cubicBezTo>
                      <a:pt x="22" y="41"/>
                      <a:pt x="22" y="41"/>
                      <a:pt x="22" y="41"/>
                    </a:cubicBezTo>
                    <a:cubicBezTo>
                      <a:pt x="20" y="43"/>
                      <a:pt x="17" y="42"/>
                      <a:pt x="15" y="40"/>
                    </a:cubicBezTo>
                    <a:cubicBezTo>
                      <a:pt x="2" y="25"/>
                      <a:pt x="2" y="25"/>
                      <a:pt x="2" y="25"/>
                    </a:cubicBezTo>
                    <a:cubicBezTo>
                      <a:pt x="0" y="23"/>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 name="Freeform 136"/>
              <p:cNvSpPr>
                <a:spLocks/>
              </p:cNvSpPr>
              <p:nvPr/>
            </p:nvSpPr>
            <p:spPr bwMode="auto">
              <a:xfrm>
                <a:off x="1506" y="1427"/>
                <a:ext cx="54" cy="53"/>
              </a:xfrm>
              <a:custGeom>
                <a:avLst/>
                <a:gdLst>
                  <a:gd name="T0" fmla="*/ 3 w 43"/>
                  <a:gd name="T1" fmla="*/ 17 h 42"/>
                  <a:gd name="T2" fmla="*/ 20 w 43"/>
                  <a:gd name="T3" fmla="*/ 2 h 42"/>
                  <a:gd name="T4" fmla="*/ 28 w 43"/>
                  <a:gd name="T5" fmla="*/ 2 h 42"/>
                  <a:gd name="T6" fmla="*/ 41 w 43"/>
                  <a:gd name="T7" fmla="*/ 18 h 42"/>
                  <a:gd name="T8" fmla="*/ 40 w 43"/>
                  <a:gd name="T9" fmla="*/ 25 h 42"/>
                  <a:gd name="T10" fmla="*/ 23 w 43"/>
                  <a:gd name="T11" fmla="*/ 40 h 42"/>
                  <a:gd name="T12" fmla="*/ 15 w 43"/>
                  <a:gd name="T13" fmla="*/ 40 h 42"/>
                  <a:gd name="T14" fmla="*/ 2 w 43"/>
                  <a:gd name="T15" fmla="*/ 25 h 42"/>
                  <a:gd name="T16" fmla="*/ 3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 y="17"/>
                    </a:moveTo>
                    <a:cubicBezTo>
                      <a:pt x="20" y="2"/>
                      <a:pt x="20" y="2"/>
                      <a:pt x="20" y="2"/>
                    </a:cubicBezTo>
                    <a:cubicBezTo>
                      <a:pt x="23" y="0"/>
                      <a:pt x="26" y="0"/>
                      <a:pt x="28" y="2"/>
                    </a:cubicBezTo>
                    <a:cubicBezTo>
                      <a:pt x="41" y="18"/>
                      <a:pt x="41" y="18"/>
                      <a:pt x="41" y="18"/>
                    </a:cubicBezTo>
                    <a:cubicBezTo>
                      <a:pt x="43" y="20"/>
                      <a:pt x="43" y="23"/>
                      <a:pt x="40" y="25"/>
                    </a:cubicBezTo>
                    <a:cubicBezTo>
                      <a:pt x="23" y="40"/>
                      <a:pt x="23" y="40"/>
                      <a:pt x="23" y="40"/>
                    </a:cubicBezTo>
                    <a:cubicBezTo>
                      <a:pt x="20" y="42"/>
                      <a:pt x="17" y="42"/>
                      <a:pt x="15" y="40"/>
                    </a:cubicBezTo>
                    <a:cubicBezTo>
                      <a:pt x="2" y="25"/>
                      <a:pt x="2" y="25"/>
                      <a:pt x="2" y="25"/>
                    </a:cubicBezTo>
                    <a:cubicBezTo>
                      <a:pt x="0" y="22"/>
                      <a:pt x="0"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 name="Freeform 137"/>
              <p:cNvSpPr>
                <a:spLocks/>
              </p:cNvSpPr>
              <p:nvPr/>
            </p:nvSpPr>
            <p:spPr bwMode="auto">
              <a:xfrm>
                <a:off x="1463" y="1463"/>
                <a:ext cx="54" cy="54"/>
              </a:xfrm>
              <a:custGeom>
                <a:avLst/>
                <a:gdLst>
                  <a:gd name="T0" fmla="*/ 3 w 43"/>
                  <a:gd name="T1" fmla="*/ 17 h 43"/>
                  <a:gd name="T2" fmla="*/ 21 w 43"/>
                  <a:gd name="T3" fmla="*/ 2 h 43"/>
                  <a:gd name="T4" fmla="*/ 28 w 43"/>
                  <a:gd name="T5" fmla="*/ 3 h 43"/>
                  <a:gd name="T6" fmla="*/ 41 w 43"/>
                  <a:gd name="T7" fmla="*/ 18 h 43"/>
                  <a:gd name="T8" fmla="*/ 41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1" y="2"/>
                      <a:pt x="21" y="2"/>
                      <a:pt x="21" y="2"/>
                    </a:cubicBezTo>
                    <a:cubicBezTo>
                      <a:pt x="23" y="0"/>
                      <a:pt x="26" y="1"/>
                      <a:pt x="28" y="3"/>
                    </a:cubicBezTo>
                    <a:cubicBezTo>
                      <a:pt x="41" y="18"/>
                      <a:pt x="41" y="18"/>
                      <a:pt x="41" y="18"/>
                    </a:cubicBezTo>
                    <a:cubicBezTo>
                      <a:pt x="43" y="21"/>
                      <a:pt x="43" y="24"/>
                      <a:pt x="41" y="26"/>
                    </a:cubicBezTo>
                    <a:cubicBezTo>
                      <a:pt x="23" y="41"/>
                      <a:pt x="23" y="41"/>
                      <a:pt x="23" y="41"/>
                    </a:cubicBezTo>
                    <a:cubicBezTo>
                      <a:pt x="21" y="43"/>
                      <a:pt x="17" y="43"/>
                      <a:pt x="15" y="40"/>
                    </a:cubicBezTo>
                    <a:cubicBezTo>
                      <a:pt x="2" y="25"/>
                      <a:pt x="2" y="25"/>
                      <a:pt x="2" y="25"/>
                    </a:cubicBezTo>
                    <a:cubicBezTo>
                      <a:pt x="0" y="23"/>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 name="Freeform 138"/>
              <p:cNvSpPr>
                <a:spLocks/>
              </p:cNvSpPr>
              <p:nvPr/>
            </p:nvSpPr>
            <p:spPr bwMode="auto">
              <a:xfrm>
                <a:off x="1421" y="1499"/>
                <a:ext cx="53" cy="55"/>
              </a:xfrm>
              <a:custGeom>
                <a:avLst/>
                <a:gdLst>
                  <a:gd name="T0" fmla="*/ 2 w 42"/>
                  <a:gd name="T1" fmla="*/ 17 h 43"/>
                  <a:gd name="T2" fmla="*/ 20 w 42"/>
                  <a:gd name="T3" fmla="*/ 2 h 43"/>
                  <a:gd name="T4" fmla="*/ 28 w 42"/>
                  <a:gd name="T5" fmla="*/ 3 h 43"/>
                  <a:gd name="T6" fmla="*/ 40 w 42"/>
                  <a:gd name="T7" fmla="*/ 18 h 43"/>
                  <a:gd name="T8" fmla="*/ 40 w 42"/>
                  <a:gd name="T9" fmla="*/ 26 h 43"/>
                  <a:gd name="T10" fmla="*/ 22 w 42"/>
                  <a:gd name="T11" fmla="*/ 41 h 43"/>
                  <a:gd name="T12" fmla="*/ 14 w 42"/>
                  <a:gd name="T13" fmla="*/ 40 h 43"/>
                  <a:gd name="T14" fmla="*/ 2 w 42"/>
                  <a:gd name="T15" fmla="*/ 25 h 43"/>
                  <a:gd name="T16" fmla="*/ 2 w 42"/>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3">
                    <a:moveTo>
                      <a:pt x="2" y="17"/>
                    </a:moveTo>
                    <a:cubicBezTo>
                      <a:pt x="20" y="2"/>
                      <a:pt x="20" y="2"/>
                      <a:pt x="20" y="2"/>
                    </a:cubicBezTo>
                    <a:cubicBezTo>
                      <a:pt x="22" y="0"/>
                      <a:pt x="26" y="0"/>
                      <a:pt x="28" y="3"/>
                    </a:cubicBezTo>
                    <a:cubicBezTo>
                      <a:pt x="40" y="18"/>
                      <a:pt x="40" y="18"/>
                      <a:pt x="40" y="18"/>
                    </a:cubicBezTo>
                    <a:cubicBezTo>
                      <a:pt x="42" y="20"/>
                      <a:pt x="42" y="24"/>
                      <a:pt x="40" y="26"/>
                    </a:cubicBezTo>
                    <a:cubicBezTo>
                      <a:pt x="22" y="41"/>
                      <a:pt x="22" y="41"/>
                      <a:pt x="22" y="41"/>
                    </a:cubicBezTo>
                    <a:cubicBezTo>
                      <a:pt x="20" y="43"/>
                      <a:pt x="16" y="42"/>
                      <a:pt x="14" y="40"/>
                    </a:cubicBezTo>
                    <a:cubicBezTo>
                      <a:pt x="2" y="25"/>
                      <a:pt x="2" y="25"/>
                      <a:pt x="2" y="25"/>
                    </a:cubicBezTo>
                    <a:cubicBezTo>
                      <a:pt x="0" y="23"/>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 name="Freeform 139"/>
              <p:cNvSpPr>
                <a:spLocks/>
              </p:cNvSpPr>
              <p:nvPr/>
            </p:nvSpPr>
            <p:spPr bwMode="auto">
              <a:xfrm>
                <a:off x="1378" y="1536"/>
                <a:ext cx="54" cy="53"/>
              </a:xfrm>
              <a:custGeom>
                <a:avLst/>
                <a:gdLst>
                  <a:gd name="T0" fmla="*/ 2 w 43"/>
                  <a:gd name="T1" fmla="*/ 17 h 42"/>
                  <a:gd name="T2" fmla="*/ 20 w 43"/>
                  <a:gd name="T3" fmla="*/ 2 h 42"/>
                  <a:gd name="T4" fmla="*/ 28 w 43"/>
                  <a:gd name="T5" fmla="*/ 2 h 42"/>
                  <a:gd name="T6" fmla="*/ 41 w 43"/>
                  <a:gd name="T7" fmla="*/ 18 h 42"/>
                  <a:gd name="T8" fmla="*/ 40 w 43"/>
                  <a:gd name="T9" fmla="*/ 25 h 42"/>
                  <a:gd name="T10" fmla="*/ 22 w 43"/>
                  <a:gd name="T11" fmla="*/ 40 h 42"/>
                  <a:gd name="T12" fmla="*/ 15 w 43"/>
                  <a:gd name="T13" fmla="*/ 40 h 42"/>
                  <a:gd name="T14" fmla="*/ 2 w 43"/>
                  <a:gd name="T15" fmla="*/ 24 h 42"/>
                  <a:gd name="T16" fmla="*/ 2 w 43"/>
                  <a:gd name="T1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2" y="17"/>
                    </a:moveTo>
                    <a:cubicBezTo>
                      <a:pt x="20" y="2"/>
                      <a:pt x="20" y="2"/>
                      <a:pt x="20" y="2"/>
                    </a:cubicBezTo>
                    <a:cubicBezTo>
                      <a:pt x="22" y="0"/>
                      <a:pt x="26" y="0"/>
                      <a:pt x="28" y="2"/>
                    </a:cubicBezTo>
                    <a:cubicBezTo>
                      <a:pt x="41" y="18"/>
                      <a:pt x="41" y="18"/>
                      <a:pt x="41" y="18"/>
                    </a:cubicBezTo>
                    <a:cubicBezTo>
                      <a:pt x="43" y="20"/>
                      <a:pt x="42" y="23"/>
                      <a:pt x="40" y="25"/>
                    </a:cubicBezTo>
                    <a:cubicBezTo>
                      <a:pt x="22" y="40"/>
                      <a:pt x="22" y="40"/>
                      <a:pt x="22" y="40"/>
                    </a:cubicBezTo>
                    <a:cubicBezTo>
                      <a:pt x="20" y="42"/>
                      <a:pt x="17" y="42"/>
                      <a:pt x="15" y="40"/>
                    </a:cubicBezTo>
                    <a:cubicBezTo>
                      <a:pt x="2" y="24"/>
                      <a:pt x="2" y="24"/>
                      <a:pt x="2" y="24"/>
                    </a:cubicBezTo>
                    <a:cubicBezTo>
                      <a:pt x="0" y="22"/>
                      <a:pt x="0" y="19"/>
                      <a:pt x="2"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 name="Freeform 140"/>
              <p:cNvSpPr>
                <a:spLocks/>
              </p:cNvSpPr>
              <p:nvPr/>
            </p:nvSpPr>
            <p:spPr bwMode="auto">
              <a:xfrm>
                <a:off x="1335" y="1571"/>
                <a:ext cx="54" cy="55"/>
              </a:xfrm>
              <a:custGeom>
                <a:avLst/>
                <a:gdLst>
                  <a:gd name="T0" fmla="*/ 3 w 43"/>
                  <a:gd name="T1" fmla="*/ 17 h 43"/>
                  <a:gd name="T2" fmla="*/ 20 w 43"/>
                  <a:gd name="T3" fmla="*/ 2 h 43"/>
                  <a:gd name="T4" fmla="*/ 28 w 43"/>
                  <a:gd name="T5" fmla="*/ 3 h 43"/>
                  <a:gd name="T6" fmla="*/ 41 w 43"/>
                  <a:gd name="T7" fmla="*/ 18 h 43"/>
                  <a:gd name="T8" fmla="*/ 40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0" y="2"/>
                      <a:pt x="20" y="2"/>
                      <a:pt x="20" y="2"/>
                    </a:cubicBezTo>
                    <a:cubicBezTo>
                      <a:pt x="23" y="0"/>
                      <a:pt x="26" y="1"/>
                      <a:pt x="28" y="3"/>
                    </a:cubicBezTo>
                    <a:cubicBezTo>
                      <a:pt x="41" y="18"/>
                      <a:pt x="41" y="18"/>
                      <a:pt x="41" y="18"/>
                    </a:cubicBezTo>
                    <a:cubicBezTo>
                      <a:pt x="43" y="20"/>
                      <a:pt x="43" y="24"/>
                      <a:pt x="40" y="26"/>
                    </a:cubicBezTo>
                    <a:cubicBezTo>
                      <a:pt x="23" y="41"/>
                      <a:pt x="23" y="41"/>
                      <a:pt x="23" y="41"/>
                    </a:cubicBezTo>
                    <a:cubicBezTo>
                      <a:pt x="20" y="43"/>
                      <a:pt x="17" y="43"/>
                      <a:pt x="15" y="40"/>
                    </a:cubicBezTo>
                    <a:cubicBezTo>
                      <a:pt x="2" y="25"/>
                      <a:pt x="2" y="25"/>
                      <a:pt x="2" y="25"/>
                    </a:cubicBezTo>
                    <a:cubicBezTo>
                      <a:pt x="0" y="23"/>
                      <a:pt x="0"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 name="Freeform 141"/>
              <p:cNvSpPr>
                <a:spLocks/>
              </p:cNvSpPr>
              <p:nvPr/>
            </p:nvSpPr>
            <p:spPr bwMode="auto">
              <a:xfrm>
                <a:off x="1292" y="1608"/>
                <a:ext cx="54" cy="54"/>
              </a:xfrm>
              <a:custGeom>
                <a:avLst/>
                <a:gdLst>
                  <a:gd name="T0" fmla="*/ 3 w 43"/>
                  <a:gd name="T1" fmla="*/ 17 h 43"/>
                  <a:gd name="T2" fmla="*/ 20 w 43"/>
                  <a:gd name="T3" fmla="*/ 2 h 43"/>
                  <a:gd name="T4" fmla="*/ 28 w 43"/>
                  <a:gd name="T5" fmla="*/ 3 h 43"/>
                  <a:gd name="T6" fmla="*/ 41 w 43"/>
                  <a:gd name="T7" fmla="*/ 18 h 43"/>
                  <a:gd name="T8" fmla="*/ 40 w 43"/>
                  <a:gd name="T9" fmla="*/ 26 h 43"/>
                  <a:gd name="T10" fmla="*/ 23 w 43"/>
                  <a:gd name="T11" fmla="*/ 41 h 43"/>
                  <a:gd name="T12" fmla="*/ 15 w 43"/>
                  <a:gd name="T13" fmla="*/ 40 h 43"/>
                  <a:gd name="T14" fmla="*/ 2 w 43"/>
                  <a:gd name="T15" fmla="*/ 25 h 43"/>
                  <a:gd name="T16" fmla="*/ 3 w 43"/>
                  <a:gd name="T1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3" y="17"/>
                    </a:moveTo>
                    <a:cubicBezTo>
                      <a:pt x="20" y="2"/>
                      <a:pt x="20" y="2"/>
                      <a:pt x="20" y="2"/>
                    </a:cubicBezTo>
                    <a:cubicBezTo>
                      <a:pt x="23" y="0"/>
                      <a:pt x="26" y="0"/>
                      <a:pt x="28" y="3"/>
                    </a:cubicBezTo>
                    <a:cubicBezTo>
                      <a:pt x="41" y="18"/>
                      <a:pt x="41" y="18"/>
                      <a:pt x="41" y="18"/>
                    </a:cubicBezTo>
                    <a:cubicBezTo>
                      <a:pt x="43" y="20"/>
                      <a:pt x="43" y="24"/>
                      <a:pt x="40" y="26"/>
                    </a:cubicBezTo>
                    <a:cubicBezTo>
                      <a:pt x="23" y="41"/>
                      <a:pt x="23" y="41"/>
                      <a:pt x="23" y="41"/>
                    </a:cubicBezTo>
                    <a:cubicBezTo>
                      <a:pt x="20" y="43"/>
                      <a:pt x="17" y="42"/>
                      <a:pt x="15" y="40"/>
                    </a:cubicBezTo>
                    <a:cubicBezTo>
                      <a:pt x="2" y="25"/>
                      <a:pt x="2" y="25"/>
                      <a:pt x="2" y="25"/>
                    </a:cubicBezTo>
                    <a:cubicBezTo>
                      <a:pt x="0" y="22"/>
                      <a:pt x="1" y="19"/>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 name="Freeform 142"/>
              <p:cNvSpPr>
                <a:spLocks/>
              </p:cNvSpPr>
              <p:nvPr/>
            </p:nvSpPr>
            <p:spPr bwMode="auto">
              <a:xfrm>
                <a:off x="1244" y="1646"/>
                <a:ext cx="58" cy="57"/>
              </a:xfrm>
              <a:custGeom>
                <a:avLst/>
                <a:gdLst>
                  <a:gd name="T0" fmla="*/ 3 w 46"/>
                  <a:gd name="T1" fmla="*/ 19 h 45"/>
                  <a:gd name="T2" fmla="*/ 23 w 46"/>
                  <a:gd name="T3" fmla="*/ 2 h 45"/>
                  <a:gd name="T4" fmla="*/ 31 w 46"/>
                  <a:gd name="T5" fmla="*/ 3 h 45"/>
                  <a:gd name="T6" fmla="*/ 44 w 46"/>
                  <a:gd name="T7" fmla="*/ 18 h 45"/>
                  <a:gd name="T8" fmla="*/ 43 w 46"/>
                  <a:gd name="T9" fmla="*/ 25 h 45"/>
                  <a:gd name="T10" fmla="*/ 23 w 46"/>
                  <a:gd name="T11" fmla="*/ 43 h 45"/>
                  <a:gd name="T12" fmla="*/ 15 w 46"/>
                  <a:gd name="T13" fmla="*/ 42 h 45"/>
                  <a:gd name="T14" fmla="*/ 2 w 46"/>
                  <a:gd name="T15" fmla="*/ 27 h 45"/>
                  <a:gd name="T16" fmla="*/ 3 w 46"/>
                  <a:gd name="T17"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5">
                    <a:moveTo>
                      <a:pt x="3" y="19"/>
                    </a:moveTo>
                    <a:cubicBezTo>
                      <a:pt x="23" y="2"/>
                      <a:pt x="23" y="2"/>
                      <a:pt x="23" y="2"/>
                    </a:cubicBezTo>
                    <a:cubicBezTo>
                      <a:pt x="26" y="0"/>
                      <a:pt x="29" y="0"/>
                      <a:pt x="31" y="3"/>
                    </a:cubicBezTo>
                    <a:cubicBezTo>
                      <a:pt x="44" y="18"/>
                      <a:pt x="44" y="18"/>
                      <a:pt x="44" y="18"/>
                    </a:cubicBezTo>
                    <a:cubicBezTo>
                      <a:pt x="46" y="20"/>
                      <a:pt x="46" y="24"/>
                      <a:pt x="43" y="25"/>
                    </a:cubicBezTo>
                    <a:cubicBezTo>
                      <a:pt x="23" y="43"/>
                      <a:pt x="23" y="43"/>
                      <a:pt x="23" y="43"/>
                    </a:cubicBezTo>
                    <a:cubicBezTo>
                      <a:pt x="21" y="45"/>
                      <a:pt x="17" y="44"/>
                      <a:pt x="15" y="42"/>
                    </a:cubicBezTo>
                    <a:cubicBezTo>
                      <a:pt x="2" y="27"/>
                      <a:pt x="2" y="27"/>
                      <a:pt x="2" y="27"/>
                    </a:cubicBezTo>
                    <a:cubicBezTo>
                      <a:pt x="0" y="25"/>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 name="Freeform 143"/>
              <p:cNvSpPr>
                <a:spLocks/>
              </p:cNvSpPr>
              <p:nvPr/>
            </p:nvSpPr>
            <p:spPr bwMode="auto">
              <a:xfrm>
                <a:off x="1833" y="1210"/>
                <a:ext cx="65" cy="64"/>
              </a:xfrm>
              <a:custGeom>
                <a:avLst/>
                <a:gdLst>
                  <a:gd name="T0" fmla="*/ 3 w 51"/>
                  <a:gd name="T1" fmla="*/ 18 h 51"/>
                  <a:gd name="T2" fmla="*/ 21 w 51"/>
                  <a:gd name="T3" fmla="*/ 3 h 51"/>
                  <a:gd name="T4" fmla="*/ 31 w 51"/>
                  <a:gd name="T5" fmla="*/ 4 h 51"/>
                  <a:gd name="T6" fmla="*/ 48 w 51"/>
                  <a:gd name="T7" fmla="*/ 24 h 51"/>
                  <a:gd name="T8" fmla="*/ 47 w 51"/>
                  <a:gd name="T9" fmla="*/ 34 h 51"/>
                  <a:gd name="T10" fmla="*/ 29 w 51"/>
                  <a:gd name="T11" fmla="*/ 49 h 51"/>
                  <a:gd name="T12" fmla="*/ 20 w 51"/>
                  <a:gd name="T13" fmla="*/ 48 h 51"/>
                  <a:gd name="T14" fmla="*/ 2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1" y="3"/>
                      <a:pt x="21" y="3"/>
                      <a:pt x="21" y="3"/>
                    </a:cubicBezTo>
                    <a:cubicBezTo>
                      <a:pt x="24" y="0"/>
                      <a:pt x="28" y="1"/>
                      <a:pt x="31" y="4"/>
                    </a:cubicBezTo>
                    <a:cubicBezTo>
                      <a:pt x="48" y="24"/>
                      <a:pt x="48" y="24"/>
                      <a:pt x="48" y="24"/>
                    </a:cubicBezTo>
                    <a:cubicBezTo>
                      <a:pt x="51" y="27"/>
                      <a:pt x="50" y="31"/>
                      <a:pt x="47" y="34"/>
                    </a:cubicBezTo>
                    <a:cubicBezTo>
                      <a:pt x="29" y="49"/>
                      <a:pt x="29" y="49"/>
                      <a:pt x="29" y="49"/>
                    </a:cubicBezTo>
                    <a:cubicBezTo>
                      <a:pt x="27" y="51"/>
                      <a:pt x="22" y="51"/>
                      <a:pt x="20"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 name="Freeform 144"/>
              <p:cNvSpPr>
                <a:spLocks/>
              </p:cNvSpPr>
              <p:nvPr/>
            </p:nvSpPr>
            <p:spPr bwMode="auto">
              <a:xfrm>
                <a:off x="1786" y="1250"/>
                <a:ext cx="65" cy="63"/>
              </a:xfrm>
              <a:custGeom>
                <a:avLst/>
                <a:gdLst>
                  <a:gd name="T0" fmla="*/ 4 w 51"/>
                  <a:gd name="T1" fmla="*/ 17 h 50"/>
                  <a:gd name="T2" fmla="*/ 22 w 51"/>
                  <a:gd name="T3" fmla="*/ 2 h 50"/>
                  <a:gd name="T4" fmla="*/ 31 w 51"/>
                  <a:gd name="T5" fmla="*/ 3 h 50"/>
                  <a:gd name="T6" fmla="*/ 49 w 51"/>
                  <a:gd name="T7" fmla="*/ 23 h 50"/>
                  <a:gd name="T8" fmla="*/ 48 w 51"/>
                  <a:gd name="T9" fmla="*/ 33 h 50"/>
                  <a:gd name="T10" fmla="*/ 30 w 51"/>
                  <a:gd name="T11" fmla="*/ 48 h 50"/>
                  <a:gd name="T12" fmla="*/ 20 w 51"/>
                  <a:gd name="T13" fmla="*/ 47 h 50"/>
                  <a:gd name="T14" fmla="*/ 3 w 51"/>
                  <a:gd name="T15" fmla="*/ 27 h 50"/>
                  <a:gd name="T16" fmla="*/ 4 w 51"/>
                  <a:gd name="T17"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0">
                    <a:moveTo>
                      <a:pt x="4" y="17"/>
                    </a:moveTo>
                    <a:cubicBezTo>
                      <a:pt x="22" y="2"/>
                      <a:pt x="22" y="2"/>
                      <a:pt x="22" y="2"/>
                    </a:cubicBezTo>
                    <a:cubicBezTo>
                      <a:pt x="24" y="0"/>
                      <a:pt x="29" y="0"/>
                      <a:pt x="31" y="3"/>
                    </a:cubicBezTo>
                    <a:cubicBezTo>
                      <a:pt x="49" y="23"/>
                      <a:pt x="49" y="23"/>
                      <a:pt x="49" y="23"/>
                    </a:cubicBezTo>
                    <a:cubicBezTo>
                      <a:pt x="51" y="26"/>
                      <a:pt x="51" y="30"/>
                      <a:pt x="48" y="33"/>
                    </a:cubicBezTo>
                    <a:cubicBezTo>
                      <a:pt x="30" y="48"/>
                      <a:pt x="30" y="48"/>
                      <a:pt x="30" y="48"/>
                    </a:cubicBezTo>
                    <a:cubicBezTo>
                      <a:pt x="27" y="50"/>
                      <a:pt x="23" y="50"/>
                      <a:pt x="20" y="47"/>
                    </a:cubicBezTo>
                    <a:cubicBezTo>
                      <a:pt x="3" y="27"/>
                      <a:pt x="3" y="27"/>
                      <a:pt x="3" y="27"/>
                    </a:cubicBezTo>
                    <a:cubicBezTo>
                      <a:pt x="0" y="24"/>
                      <a:pt x="1" y="20"/>
                      <a:pt x="4"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 name="Freeform 145"/>
              <p:cNvSpPr>
                <a:spLocks/>
              </p:cNvSpPr>
              <p:nvPr/>
            </p:nvSpPr>
            <p:spPr bwMode="auto">
              <a:xfrm>
                <a:off x="1741" y="1289"/>
                <a:ext cx="63" cy="65"/>
              </a:xfrm>
              <a:custGeom>
                <a:avLst/>
                <a:gdLst>
                  <a:gd name="T0" fmla="*/ 3 w 50"/>
                  <a:gd name="T1" fmla="*/ 17 h 51"/>
                  <a:gd name="T2" fmla="*/ 21 w 50"/>
                  <a:gd name="T3" fmla="*/ 2 h 51"/>
                  <a:gd name="T4" fmla="*/ 30 w 50"/>
                  <a:gd name="T5" fmla="*/ 3 h 51"/>
                  <a:gd name="T6" fmla="*/ 48 w 50"/>
                  <a:gd name="T7" fmla="*/ 23 h 51"/>
                  <a:gd name="T8" fmla="*/ 47 w 50"/>
                  <a:gd name="T9" fmla="*/ 33 h 51"/>
                  <a:gd name="T10" fmla="*/ 29 w 50"/>
                  <a:gd name="T11" fmla="*/ 48 h 51"/>
                  <a:gd name="T12" fmla="*/ 20 w 50"/>
                  <a:gd name="T13" fmla="*/ 47 h 51"/>
                  <a:gd name="T14" fmla="*/ 2 w 50"/>
                  <a:gd name="T15" fmla="*/ 27 h 51"/>
                  <a:gd name="T16" fmla="*/ 3 w 50"/>
                  <a:gd name="T17" fmla="*/ 1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7"/>
                    </a:moveTo>
                    <a:cubicBezTo>
                      <a:pt x="21" y="2"/>
                      <a:pt x="21" y="2"/>
                      <a:pt x="21" y="2"/>
                    </a:cubicBezTo>
                    <a:cubicBezTo>
                      <a:pt x="24" y="0"/>
                      <a:pt x="28" y="0"/>
                      <a:pt x="30" y="3"/>
                    </a:cubicBezTo>
                    <a:cubicBezTo>
                      <a:pt x="48" y="23"/>
                      <a:pt x="48" y="23"/>
                      <a:pt x="48" y="23"/>
                    </a:cubicBezTo>
                    <a:cubicBezTo>
                      <a:pt x="50" y="26"/>
                      <a:pt x="50" y="30"/>
                      <a:pt x="47" y="33"/>
                    </a:cubicBezTo>
                    <a:cubicBezTo>
                      <a:pt x="29" y="48"/>
                      <a:pt x="29" y="48"/>
                      <a:pt x="29" y="48"/>
                    </a:cubicBezTo>
                    <a:cubicBezTo>
                      <a:pt x="26" y="51"/>
                      <a:pt x="22" y="50"/>
                      <a:pt x="20" y="47"/>
                    </a:cubicBezTo>
                    <a:cubicBezTo>
                      <a:pt x="2" y="27"/>
                      <a:pt x="2" y="27"/>
                      <a:pt x="2" y="27"/>
                    </a:cubicBezTo>
                    <a:cubicBezTo>
                      <a:pt x="0" y="24"/>
                      <a:pt x="0" y="20"/>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 name="Freeform 146"/>
              <p:cNvSpPr>
                <a:spLocks/>
              </p:cNvSpPr>
              <p:nvPr/>
            </p:nvSpPr>
            <p:spPr bwMode="auto">
              <a:xfrm>
                <a:off x="1694" y="1329"/>
                <a:ext cx="65" cy="64"/>
              </a:xfrm>
              <a:custGeom>
                <a:avLst/>
                <a:gdLst>
                  <a:gd name="T0" fmla="*/ 3 w 51"/>
                  <a:gd name="T1" fmla="*/ 17 h 51"/>
                  <a:gd name="T2" fmla="*/ 21 w 51"/>
                  <a:gd name="T3" fmla="*/ 2 h 51"/>
                  <a:gd name="T4" fmla="*/ 31 w 51"/>
                  <a:gd name="T5" fmla="*/ 3 h 51"/>
                  <a:gd name="T6" fmla="*/ 48 w 51"/>
                  <a:gd name="T7" fmla="*/ 24 h 51"/>
                  <a:gd name="T8" fmla="*/ 48 w 51"/>
                  <a:gd name="T9" fmla="*/ 33 h 51"/>
                  <a:gd name="T10" fmla="*/ 29 w 51"/>
                  <a:gd name="T11" fmla="*/ 48 h 51"/>
                  <a:gd name="T12" fmla="*/ 20 w 51"/>
                  <a:gd name="T13" fmla="*/ 47 h 51"/>
                  <a:gd name="T14" fmla="*/ 2 w 51"/>
                  <a:gd name="T15" fmla="*/ 27 h 51"/>
                  <a:gd name="T16" fmla="*/ 3 w 51"/>
                  <a:gd name="T17" fmla="*/ 1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7"/>
                    </a:moveTo>
                    <a:cubicBezTo>
                      <a:pt x="21" y="2"/>
                      <a:pt x="21" y="2"/>
                      <a:pt x="21" y="2"/>
                    </a:cubicBezTo>
                    <a:cubicBezTo>
                      <a:pt x="24" y="0"/>
                      <a:pt x="28" y="0"/>
                      <a:pt x="31" y="3"/>
                    </a:cubicBezTo>
                    <a:cubicBezTo>
                      <a:pt x="48" y="24"/>
                      <a:pt x="48" y="24"/>
                      <a:pt x="48" y="24"/>
                    </a:cubicBezTo>
                    <a:cubicBezTo>
                      <a:pt x="51" y="26"/>
                      <a:pt x="50" y="31"/>
                      <a:pt x="48" y="33"/>
                    </a:cubicBezTo>
                    <a:cubicBezTo>
                      <a:pt x="29" y="48"/>
                      <a:pt x="29" y="48"/>
                      <a:pt x="29" y="48"/>
                    </a:cubicBezTo>
                    <a:cubicBezTo>
                      <a:pt x="27" y="51"/>
                      <a:pt x="22" y="50"/>
                      <a:pt x="20" y="47"/>
                    </a:cubicBezTo>
                    <a:cubicBezTo>
                      <a:pt x="2" y="27"/>
                      <a:pt x="2" y="27"/>
                      <a:pt x="2" y="27"/>
                    </a:cubicBezTo>
                    <a:cubicBezTo>
                      <a:pt x="0" y="24"/>
                      <a:pt x="1" y="20"/>
                      <a:pt x="3" y="1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 name="Freeform 147"/>
              <p:cNvSpPr>
                <a:spLocks/>
              </p:cNvSpPr>
              <p:nvPr/>
            </p:nvSpPr>
            <p:spPr bwMode="auto">
              <a:xfrm>
                <a:off x="1649" y="1368"/>
                <a:ext cx="63" cy="64"/>
              </a:xfrm>
              <a:custGeom>
                <a:avLst/>
                <a:gdLst>
                  <a:gd name="T0" fmla="*/ 3 w 50"/>
                  <a:gd name="T1" fmla="*/ 18 h 51"/>
                  <a:gd name="T2" fmla="*/ 21 w 50"/>
                  <a:gd name="T3" fmla="*/ 2 h 51"/>
                  <a:gd name="T4" fmla="*/ 30 w 50"/>
                  <a:gd name="T5" fmla="*/ 3 h 51"/>
                  <a:gd name="T6" fmla="*/ 48 w 50"/>
                  <a:gd name="T7" fmla="*/ 24 h 51"/>
                  <a:gd name="T8" fmla="*/ 47 w 50"/>
                  <a:gd name="T9" fmla="*/ 33 h 51"/>
                  <a:gd name="T10" fmla="*/ 29 w 50"/>
                  <a:gd name="T11" fmla="*/ 48 h 51"/>
                  <a:gd name="T12" fmla="*/ 19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0" y="3"/>
                    </a:cubicBezTo>
                    <a:cubicBezTo>
                      <a:pt x="48" y="24"/>
                      <a:pt x="48" y="24"/>
                      <a:pt x="48" y="24"/>
                    </a:cubicBezTo>
                    <a:cubicBezTo>
                      <a:pt x="50" y="26"/>
                      <a:pt x="50" y="31"/>
                      <a:pt x="47" y="33"/>
                    </a:cubicBezTo>
                    <a:cubicBezTo>
                      <a:pt x="29" y="48"/>
                      <a:pt x="29" y="48"/>
                      <a:pt x="29" y="48"/>
                    </a:cubicBezTo>
                    <a:cubicBezTo>
                      <a:pt x="26" y="51"/>
                      <a:pt x="22" y="50"/>
                      <a:pt x="19"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 name="Freeform 148"/>
              <p:cNvSpPr>
                <a:spLocks/>
              </p:cNvSpPr>
              <p:nvPr/>
            </p:nvSpPr>
            <p:spPr bwMode="auto">
              <a:xfrm>
                <a:off x="1602" y="1407"/>
                <a:ext cx="63" cy="64"/>
              </a:xfrm>
              <a:custGeom>
                <a:avLst/>
                <a:gdLst>
                  <a:gd name="T0" fmla="*/ 3 w 50"/>
                  <a:gd name="T1" fmla="*/ 18 h 51"/>
                  <a:gd name="T2" fmla="*/ 21 w 50"/>
                  <a:gd name="T3" fmla="*/ 2 h 51"/>
                  <a:gd name="T4" fmla="*/ 30 w 50"/>
                  <a:gd name="T5" fmla="*/ 3 h 51"/>
                  <a:gd name="T6" fmla="*/ 48 w 50"/>
                  <a:gd name="T7" fmla="*/ 24 h 51"/>
                  <a:gd name="T8" fmla="*/ 47 w 50"/>
                  <a:gd name="T9" fmla="*/ 33 h 51"/>
                  <a:gd name="T10" fmla="*/ 29 w 50"/>
                  <a:gd name="T11" fmla="*/ 48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0" y="3"/>
                    </a:cubicBezTo>
                    <a:cubicBezTo>
                      <a:pt x="48" y="24"/>
                      <a:pt x="48" y="24"/>
                      <a:pt x="48" y="24"/>
                    </a:cubicBezTo>
                    <a:cubicBezTo>
                      <a:pt x="50" y="26"/>
                      <a:pt x="50" y="31"/>
                      <a:pt x="47" y="33"/>
                    </a:cubicBezTo>
                    <a:cubicBezTo>
                      <a:pt x="29" y="48"/>
                      <a:pt x="29" y="48"/>
                      <a:pt x="29" y="48"/>
                    </a:cubicBezTo>
                    <a:cubicBezTo>
                      <a:pt x="26" y="51"/>
                      <a:pt x="22" y="50"/>
                      <a:pt x="20"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 name="Freeform 149"/>
              <p:cNvSpPr>
                <a:spLocks/>
              </p:cNvSpPr>
              <p:nvPr/>
            </p:nvSpPr>
            <p:spPr bwMode="auto">
              <a:xfrm>
                <a:off x="1555" y="1446"/>
                <a:ext cx="64" cy="65"/>
              </a:xfrm>
              <a:custGeom>
                <a:avLst/>
                <a:gdLst>
                  <a:gd name="T0" fmla="*/ 3 w 51"/>
                  <a:gd name="T1" fmla="*/ 18 h 51"/>
                  <a:gd name="T2" fmla="*/ 22 w 51"/>
                  <a:gd name="T3" fmla="*/ 2 h 51"/>
                  <a:gd name="T4" fmla="*/ 31 w 51"/>
                  <a:gd name="T5" fmla="*/ 3 h 51"/>
                  <a:gd name="T6" fmla="*/ 48 w 51"/>
                  <a:gd name="T7" fmla="*/ 24 h 51"/>
                  <a:gd name="T8" fmla="*/ 48 w 51"/>
                  <a:gd name="T9" fmla="*/ 33 h 51"/>
                  <a:gd name="T10" fmla="*/ 29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2"/>
                      <a:pt x="22" y="2"/>
                      <a:pt x="22" y="2"/>
                    </a:cubicBezTo>
                    <a:cubicBezTo>
                      <a:pt x="24" y="0"/>
                      <a:pt x="28" y="0"/>
                      <a:pt x="31" y="3"/>
                    </a:cubicBezTo>
                    <a:cubicBezTo>
                      <a:pt x="48" y="24"/>
                      <a:pt x="48" y="24"/>
                      <a:pt x="48" y="24"/>
                    </a:cubicBezTo>
                    <a:cubicBezTo>
                      <a:pt x="51" y="27"/>
                      <a:pt x="50" y="31"/>
                      <a:pt x="48" y="33"/>
                    </a:cubicBezTo>
                    <a:cubicBezTo>
                      <a:pt x="29" y="49"/>
                      <a:pt x="29" y="49"/>
                      <a:pt x="29" y="49"/>
                    </a:cubicBezTo>
                    <a:cubicBezTo>
                      <a:pt x="27" y="51"/>
                      <a:pt x="23" y="51"/>
                      <a:pt x="20" y="48"/>
                    </a:cubicBezTo>
                    <a:cubicBezTo>
                      <a:pt x="3" y="27"/>
                      <a:pt x="3" y="27"/>
                      <a:pt x="3" y="27"/>
                    </a:cubicBezTo>
                    <a:cubicBezTo>
                      <a:pt x="0" y="24"/>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8" name="Freeform 150"/>
              <p:cNvSpPr>
                <a:spLocks/>
              </p:cNvSpPr>
              <p:nvPr/>
            </p:nvSpPr>
            <p:spPr bwMode="auto">
              <a:xfrm>
                <a:off x="1510" y="1485"/>
                <a:ext cx="63" cy="65"/>
              </a:xfrm>
              <a:custGeom>
                <a:avLst/>
                <a:gdLst>
                  <a:gd name="T0" fmla="*/ 3 w 50"/>
                  <a:gd name="T1" fmla="*/ 18 h 51"/>
                  <a:gd name="T2" fmla="*/ 21 w 50"/>
                  <a:gd name="T3" fmla="*/ 2 h 51"/>
                  <a:gd name="T4" fmla="*/ 30 w 50"/>
                  <a:gd name="T5" fmla="*/ 3 h 51"/>
                  <a:gd name="T6" fmla="*/ 48 w 50"/>
                  <a:gd name="T7" fmla="*/ 24 h 51"/>
                  <a:gd name="T8" fmla="*/ 47 w 50"/>
                  <a:gd name="T9" fmla="*/ 33 h 51"/>
                  <a:gd name="T10" fmla="*/ 29 w 50"/>
                  <a:gd name="T11" fmla="*/ 49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0" y="3"/>
                    </a:cubicBezTo>
                    <a:cubicBezTo>
                      <a:pt x="48" y="24"/>
                      <a:pt x="48" y="24"/>
                      <a:pt x="48" y="24"/>
                    </a:cubicBezTo>
                    <a:cubicBezTo>
                      <a:pt x="50" y="27"/>
                      <a:pt x="50" y="31"/>
                      <a:pt x="47" y="33"/>
                    </a:cubicBezTo>
                    <a:cubicBezTo>
                      <a:pt x="29" y="49"/>
                      <a:pt x="29" y="49"/>
                      <a:pt x="29" y="49"/>
                    </a:cubicBezTo>
                    <a:cubicBezTo>
                      <a:pt x="26" y="51"/>
                      <a:pt x="22" y="51"/>
                      <a:pt x="20"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9" name="Freeform 151"/>
              <p:cNvSpPr>
                <a:spLocks/>
              </p:cNvSpPr>
              <p:nvPr/>
            </p:nvSpPr>
            <p:spPr bwMode="auto">
              <a:xfrm>
                <a:off x="1463" y="1524"/>
                <a:ext cx="63" cy="65"/>
              </a:xfrm>
              <a:custGeom>
                <a:avLst/>
                <a:gdLst>
                  <a:gd name="T0" fmla="*/ 3 w 50"/>
                  <a:gd name="T1" fmla="*/ 18 h 51"/>
                  <a:gd name="T2" fmla="*/ 21 w 50"/>
                  <a:gd name="T3" fmla="*/ 2 h 51"/>
                  <a:gd name="T4" fmla="*/ 31 w 50"/>
                  <a:gd name="T5" fmla="*/ 3 h 51"/>
                  <a:gd name="T6" fmla="*/ 48 w 50"/>
                  <a:gd name="T7" fmla="*/ 24 h 51"/>
                  <a:gd name="T8" fmla="*/ 47 w 50"/>
                  <a:gd name="T9" fmla="*/ 33 h 51"/>
                  <a:gd name="T10" fmla="*/ 29 w 50"/>
                  <a:gd name="T11" fmla="*/ 49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2"/>
                      <a:pt x="21" y="2"/>
                      <a:pt x="21" y="2"/>
                    </a:cubicBezTo>
                    <a:cubicBezTo>
                      <a:pt x="24" y="0"/>
                      <a:pt x="28" y="0"/>
                      <a:pt x="31" y="3"/>
                    </a:cubicBezTo>
                    <a:cubicBezTo>
                      <a:pt x="48" y="24"/>
                      <a:pt x="48" y="24"/>
                      <a:pt x="48" y="24"/>
                    </a:cubicBezTo>
                    <a:cubicBezTo>
                      <a:pt x="50" y="27"/>
                      <a:pt x="50" y="31"/>
                      <a:pt x="47" y="33"/>
                    </a:cubicBezTo>
                    <a:cubicBezTo>
                      <a:pt x="29" y="49"/>
                      <a:pt x="29" y="49"/>
                      <a:pt x="29" y="49"/>
                    </a:cubicBezTo>
                    <a:cubicBezTo>
                      <a:pt x="26" y="51"/>
                      <a:pt x="22" y="51"/>
                      <a:pt x="20" y="48"/>
                    </a:cubicBezTo>
                    <a:cubicBezTo>
                      <a:pt x="2" y="27"/>
                      <a:pt x="2" y="27"/>
                      <a:pt x="2" y="27"/>
                    </a:cubicBezTo>
                    <a:cubicBezTo>
                      <a:pt x="0" y="24"/>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 name="Freeform 152"/>
              <p:cNvSpPr>
                <a:spLocks/>
              </p:cNvSpPr>
              <p:nvPr/>
            </p:nvSpPr>
            <p:spPr bwMode="auto">
              <a:xfrm>
                <a:off x="1416" y="1564"/>
                <a:ext cx="64" cy="64"/>
              </a:xfrm>
              <a:custGeom>
                <a:avLst/>
                <a:gdLst>
                  <a:gd name="T0" fmla="*/ 3 w 51"/>
                  <a:gd name="T1" fmla="*/ 18 h 51"/>
                  <a:gd name="T2" fmla="*/ 22 w 51"/>
                  <a:gd name="T3" fmla="*/ 3 h 51"/>
                  <a:gd name="T4" fmla="*/ 31 w 51"/>
                  <a:gd name="T5" fmla="*/ 3 h 51"/>
                  <a:gd name="T6" fmla="*/ 48 w 51"/>
                  <a:gd name="T7" fmla="*/ 24 h 51"/>
                  <a:gd name="T8" fmla="*/ 48 w 51"/>
                  <a:gd name="T9" fmla="*/ 33 h 51"/>
                  <a:gd name="T10" fmla="*/ 30 w 51"/>
                  <a:gd name="T11" fmla="*/ 49 h 51"/>
                  <a:gd name="T12" fmla="*/ 20 w 51"/>
                  <a:gd name="T13" fmla="*/ 48 h 51"/>
                  <a:gd name="T14" fmla="*/ 3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3"/>
                      <a:pt x="22" y="3"/>
                      <a:pt x="22" y="3"/>
                    </a:cubicBezTo>
                    <a:cubicBezTo>
                      <a:pt x="24" y="0"/>
                      <a:pt x="29" y="1"/>
                      <a:pt x="31" y="3"/>
                    </a:cubicBezTo>
                    <a:cubicBezTo>
                      <a:pt x="48" y="24"/>
                      <a:pt x="48" y="24"/>
                      <a:pt x="48" y="24"/>
                    </a:cubicBezTo>
                    <a:cubicBezTo>
                      <a:pt x="51" y="27"/>
                      <a:pt x="50" y="31"/>
                      <a:pt x="48" y="33"/>
                    </a:cubicBezTo>
                    <a:cubicBezTo>
                      <a:pt x="30" y="49"/>
                      <a:pt x="30" y="49"/>
                      <a:pt x="30" y="49"/>
                    </a:cubicBezTo>
                    <a:cubicBezTo>
                      <a:pt x="27" y="51"/>
                      <a:pt x="23" y="51"/>
                      <a:pt x="20" y="48"/>
                    </a:cubicBezTo>
                    <a:cubicBezTo>
                      <a:pt x="3" y="27"/>
                      <a:pt x="3" y="27"/>
                      <a:pt x="3" y="27"/>
                    </a:cubicBezTo>
                    <a:cubicBezTo>
                      <a:pt x="0" y="25"/>
                      <a:pt x="1"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1" name="Freeform 153"/>
              <p:cNvSpPr>
                <a:spLocks/>
              </p:cNvSpPr>
              <p:nvPr/>
            </p:nvSpPr>
            <p:spPr bwMode="auto">
              <a:xfrm>
                <a:off x="1370" y="1603"/>
                <a:ext cx="64" cy="64"/>
              </a:xfrm>
              <a:custGeom>
                <a:avLst/>
                <a:gdLst>
                  <a:gd name="T0" fmla="*/ 3 w 50"/>
                  <a:gd name="T1" fmla="*/ 18 h 51"/>
                  <a:gd name="T2" fmla="*/ 21 w 50"/>
                  <a:gd name="T3" fmla="*/ 3 h 51"/>
                  <a:gd name="T4" fmla="*/ 30 w 50"/>
                  <a:gd name="T5" fmla="*/ 3 h 51"/>
                  <a:gd name="T6" fmla="*/ 48 w 50"/>
                  <a:gd name="T7" fmla="*/ 24 h 51"/>
                  <a:gd name="T8" fmla="*/ 47 w 50"/>
                  <a:gd name="T9" fmla="*/ 33 h 51"/>
                  <a:gd name="T10" fmla="*/ 29 w 50"/>
                  <a:gd name="T11" fmla="*/ 49 h 51"/>
                  <a:gd name="T12" fmla="*/ 20 w 50"/>
                  <a:gd name="T13" fmla="*/ 48 h 51"/>
                  <a:gd name="T14" fmla="*/ 2 w 50"/>
                  <a:gd name="T15" fmla="*/ 27 h 51"/>
                  <a:gd name="T16" fmla="*/ 3 w 50"/>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3" y="18"/>
                    </a:moveTo>
                    <a:cubicBezTo>
                      <a:pt x="21" y="3"/>
                      <a:pt x="21" y="3"/>
                      <a:pt x="21" y="3"/>
                    </a:cubicBezTo>
                    <a:cubicBezTo>
                      <a:pt x="24" y="0"/>
                      <a:pt x="28" y="1"/>
                      <a:pt x="30" y="3"/>
                    </a:cubicBezTo>
                    <a:cubicBezTo>
                      <a:pt x="48" y="24"/>
                      <a:pt x="48" y="24"/>
                      <a:pt x="48" y="24"/>
                    </a:cubicBezTo>
                    <a:cubicBezTo>
                      <a:pt x="50" y="27"/>
                      <a:pt x="50" y="31"/>
                      <a:pt x="47" y="33"/>
                    </a:cubicBezTo>
                    <a:cubicBezTo>
                      <a:pt x="29" y="49"/>
                      <a:pt x="29" y="49"/>
                      <a:pt x="29" y="49"/>
                    </a:cubicBezTo>
                    <a:cubicBezTo>
                      <a:pt x="26" y="51"/>
                      <a:pt x="22" y="51"/>
                      <a:pt x="20" y="48"/>
                    </a:cubicBezTo>
                    <a:cubicBezTo>
                      <a:pt x="2" y="27"/>
                      <a:pt x="2" y="27"/>
                      <a:pt x="2" y="27"/>
                    </a:cubicBezTo>
                    <a:cubicBezTo>
                      <a:pt x="0" y="25"/>
                      <a:pt x="0" y="20"/>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2" name="Freeform 154"/>
              <p:cNvSpPr>
                <a:spLocks/>
              </p:cNvSpPr>
              <p:nvPr/>
            </p:nvSpPr>
            <p:spPr bwMode="auto">
              <a:xfrm>
                <a:off x="1324" y="1642"/>
                <a:ext cx="64" cy="64"/>
              </a:xfrm>
              <a:custGeom>
                <a:avLst/>
                <a:gdLst>
                  <a:gd name="T0" fmla="*/ 3 w 51"/>
                  <a:gd name="T1" fmla="*/ 18 h 51"/>
                  <a:gd name="T2" fmla="*/ 21 w 51"/>
                  <a:gd name="T3" fmla="*/ 3 h 51"/>
                  <a:gd name="T4" fmla="*/ 31 w 51"/>
                  <a:gd name="T5" fmla="*/ 4 h 51"/>
                  <a:gd name="T6" fmla="*/ 48 w 51"/>
                  <a:gd name="T7" fmla="*/ 24 h 51"/>
                  <a:gd name="T8" fmla="*/ 47 w 51"/>
                  <a:gd name="T9" fmla="*/ 34 h 51"/>
                  <a:gd name="T10" fmla="*/ 29 w 51"/>
                  <a:gd name="T11" fmla="*/ 49 h 51"/>
                  <a:gd name="T12" fmla="*/ 20 w 51"/>
                  <a:gd name="T13" fmla="*/ 48 h 51"/>
                  <a:gd name="T14" fmla="*/ 2 w 51"/>
                  <a:gd name="T15" fmla="*/ 27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1" y="3"/>
                      <a:pt x="21" y="3"/>
                      <a:pt x="21" y="3"/>
                    </a:cubicBezTo>
                    <a:cubicBezTo>
                      <a:pt x="24" y="0"/>
                      <a:pt x="28" y="1"/>
                      <a:pt x="31" y="4"/>
                    </a:cubicBezTo>
                    <a:cubicBezTo>
                      <a:pt x="48" y="24"/>
                      <a:pt x="48" y="24"/>
                      <a:pt x="48" y="24"/>
                    </a:cubicBezTo>
                    <a:cubicBezTo>
                      <a:pt x="51" y="27"/>
                      <a:pt x="50" y="31"/>
                      <a:pt x="47" y="34"/>
                    </a:cubicBezTo>
                    <a:cubicBezTo>
                      <a:pt x="29" y="49"/>
                      <a:pt x="29" y="49"/>
                      <a:pt x="29" y="49"/>
                    </a:cubicBezTo>
                    <a:cubicBezTo>
                      <a:pt x="27" y="51"/>
                      <a:pt x="22" y="51"/>
                      <a:pt x="20" y="48"/>
                    </a:cubicBezTo>
                    <a:cubicBezTo>
                      <a:pt x="2" y="27"/>
                      <a:pt x="2" y="27"/>
                      <a:pt x="2" y="27"/>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 name="Freeform 155"/>
              <p:cNvSpPr>
                <a:spLocks/>
              </p:cNvSpPr>
              <p:nvPr/>
            </p:nvSpPr>
            <p:spPr bwMode="auto">
              <a:xfrm>
                <a:off x="1276" y="1682"/>
                <a:ext cx="64" cy="65"/>
              </a:xfrm>
              <a:custGeom>
                <a:avLst/>
                <a:gdLst>
                  <a:gd name="T0" fmla="*/ 3 w 51"/>
                  <a:gd name="T1" fmla="*/ 18 h 51"/>
                  <a:gd name="T2" fmla="*/ 22 w 51"/>
                  <a:gd name="T3" fmla="*/ 3 h 51"/>
                  <a:gd name="T4" fmla="*/ 31 w 51"/>
                  <a:gd name="T5" fmla="*/ 3 h 51"/>
                  <a:gd name="T6" fmla="*/ 49 w 51"/>
                  <a:gd name="T7" fmla="*/ 24 h 51"/>
                  <a:gd name="T8" fmla="*/ 48 w 51"/>
                  <a:gd name="T9" fmla="*/ 33 h 51"/>
                  <a:gd name="T10" fmla="*/ 29 w 51"/>
                  <a:gd name="T11" fmla="*/ 49 h 51"/>
                  <a:gd name="T12" fmla="*/ 20 w 51"/>
                  <a:gd name="T13" fmla="*/ 48 h 51"/>
                  <a:gd name="T14" fmla="*/ 3 w 51"/>
                  <a:gd name="T15" fmla="*/ 28 h 51"/>
                  <a:gd name="T16" fmla="*/ 3 w 51"/>
                  <a:gd name="T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1">
                    <a:moveTo>
                      <a:pt x="3" y="18"/>
                    </a:moveTo>
                    <a:cubicBezTo>
                      <a:pt x="22" y="3"/>
                      <a:pt x="22" y="3"/>
                      <a:pt x="22" y="3"/>
                    </a:cubicBezTo>
                    <a:cubicBezTo>
                      <a:pt x="25" y="0"/>
                      <a:pt x="29" y="1"/>
                      <a:pt x="31" y="3"/>
                    </a:cubicBezTo>
                    <a:cubicBezTo>
                      <a:pt x="49" y="24"/>
                      <a:pt x="49" y="24"/>
                      <a:pt x="49" y="24"/>
                    </a:cubicBezTo>
                    <a:cubicBezTo>
                      <a:pt x="51" y="27"/>
                      <a:pt x="51" y="31"/>
                      <a:pt x="48" y="33"/>
                    </a:cubicBezTo>
                    <a:cubicBezTo>
                      <a:pt x="29" y="49"/>
                      <a:pt x="29" y="49"/>
                      <a:pt x="29" y="49"/>
                    </a:cubicBezTo>
                    <a:cubicBezTo>
                      <a:pt x="27" y="51"/>
                      <a:pt x="22" y="51"/>
                      <a:pt x="20" y="48"/>
                    </a:cubicBezTo>
                    <a:cubicBezTo>
                      <a:pt x="3" y="28"/>
                      <a:pt x="3" y="28"/>
                      <a:pt x="3" y="28"/>
                    </a:cubicBezTo>
                    <a:cubicBezTo>
                      <a:pt x="0" y="25"/>
                      <a:pt x="1"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4" name="Freeform 156"/>
              <p:cNvSpPr>
                <a:spLocks/>
              </p:cNvSpPr>
              <p:nvPr/>
            </p:nvSpPr>
            <p:spPr bwMode="auto">
              <a:xfrm>
                <a:off x="1315" y="1706"/>
                <a:ext cx="90" cy="86"/>
              </a:xfrm>
              <a:custGeom>
                <a:avLst/>
                <a:gdLst>
                  <a:gd name="T0" fmla="*/ 3 w 71"/>
                  <a:gd name="T1" fmla="*/ 35 h 68"/>
                  <a:gd name="T2" fmla="*/ 41 w 71"/>
                  <a:gd name="T3" fmla="*/ 3 h 68"/>
                  <a:gd name="T4" fmla="*/ 52 w 71"/>
                  <a:gd name="T5" fmla="*/ 4 h 68"/>
                  <a:gd name="T6" fmla="*/ 68 w 71"/>
                  <a:gd name="T7" fmla="*/ 23 h 68"/>
                  <a:gd name="T8" fmla="*/ 67 w 71"/>
                  <a:gd name="T9" fmla="*/ 34 h 68"/>
                  <a:gd name="T10" fmla="*/ 29 w 71"/>
                  <a:gd name="T11" fmla="*/ 66 h 68"/>
                  <a:gd name="T12" fmla="*/ 19 w 71"/>
                  <a:gd name="T13" fmla="*/ 65 h 68"/>
                  <a:gd name="T14" fmla="*/ 2 w 71"/>
                  <a:gd name="T15" fmla="*/ 45 h 68"/>
                  <a:gd name="T16" fmla="*/ 3 w 71"/>
                  <a:gd name="T17" fmla="*/ 3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68">
                    <a:moveTo>
                      <a:pt x="3" y="35"/>
                    </a:moveTo>
                    <a:cubicBezTo>
                      <a:pt x="41" y="3"/>
                      <a:pt x="41" y="3"/>
                      <a:pt x="41" y="3"/>
                    </a:cubicBezTo>
                    <a:cubicBezTo>
                      <a:pt x="44" y="0"/>
                      <a:pt x="49" y="1"/>
                      <a:pt x="52" y="4"/>
                    </a:cubicBezTo>
                    <a:cubicBezTo>
                      <a:pt x="68" y="23"/>
                      <a:pt x="68" y="23"/>
                      <a:pt x="68" y="23"/>
                    </a:cubicBezTo>
                    <a:cubicBezTo>
                      <a:pt x="71" y="26"/>
                      <a:pt x="71" y="31"/>
                      <a:pt x="67" y="34"/>
                    </a:cubicBezTo>
                    <a:cubicBezTo>
                      <a:pt x="29" y="66"/>
                      <a:pt x="29" y="66"/>
                      <a:pt x="29" y="66"/>
                    </a:cubicBezTo>
                    <a:cubicBezTo>
                      <a:pt x="26" y="68"/>
                      <a:pt x="22" y="68"/>
                      <a:pt x="19" y="65"/>
                    </a:cubicBezTo>
                    <a:cubicBezTo>
                      <a:pt x="2" y="45"/>
                      <a:pt x="2" y="45"/>
                      <a:pt x="2" y="45"/>
                    </a:cubicBezTo>
                    <a:cubicBezTo>
                      <a:pt x="0" y="42"/>
                      <a:pt x="0" y="38"/>
                      <a:pt x="3" y="35"/>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5" name="Freeform 157"/>
              <p:cNvSpPr>
                <a:spLocks/>
              </p:cNvSpPr>
              <p:nvPr/>
            </p:nvSpPr>
            <p:spPr bwMode="auto">
              <a:xfrm>
                <a:off x="1354" y="1744"/>
                <a:ext cx="99" cy="95"/>
              </a:xfrm>
              <a:custGeom>
                <a:avLst/>
                <a:gdLst>
                  <a:gd name="T0" fmla="*/ 3 w 78"/>
                  <a:gd name="T1" fmla="*/ 41 h 75"/>
                  <a:gd name="T2" fmla="*/ 48 w 78"/>
                  <a:gd name="T3" fmla="*/ 3 h 75"/>
                  <a:gd name="T4" fmla="*/ 58 w 78"/>
                  <a:gd name="T5" fmla="*/ 4 h 75"/>
                  <a:gd name="T6" fmla="*/ 75 w 78"/>
                  <a:gd name="T7" fmla="*/ 23 h 75"/>
                  <a:gd name="T8" fmla="*/ 74 w 78"/>
                  <a:gd name="T9" fmla="*/ 34 h 75"/>
                  <a:gd name="T10" fmla="*/ 29 w 78"/>
                  <a:gd name="T11" fmla="*/ 72 h 75"/>
                  <a:gd name="T12" fmla="*/ 19 w 78"/>
                  <a:gd name="T13" fmla="*/ 71 h 75"/>
                  <a:gd name="T14" fmla="*/ 2 w 78"/>
                  <a:gd name="T15" fmla="*/ 51 h 75"/>
                  <a:gd name="T16" fmla="*/ 3 w 78"/>
                  <a:gd name="T17" fmla="*/ 4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75">
                    <a:moveTo>
                      <a:pt x="3" y="41"/>
                    </a:moveTo>
                    <a:cubicBezTo>
                      <a:pt x="48" y="3"/>
                      <a:pt x="48" y="3"/>
                      <a:pt x="48" y="3"/>
                    </a:cubicBezTo>
                    <a:cubicBezTo>
                      <a:pt x="51" y="0"/>
                      <a:pt x="56" y="1"/>
                      <a:pt x="58" y="4"/>
                    </a:cubicBezTo>
                    <a:cubicBezTo>
                      <a:pt x="75" y="23"/>
                      <a:pt x="75" y="23"/>
                      <a:pt x="75" y="23"/>
                    </a:cubicBezTo>
                    <a:cubicBezTo>
                      <a:pt x="78" y="26"/>
                      <a:pt x="77" y="31"/>
                      <a:pt x="74" y="34"/>
                    </a:cubicBezTo>
                    <a:cubicBezTo>
                      <a:pt x="29" y="72"/>
                      <a:pt x="29" y="72"/>
                      <a:pt x="29" y="72"/>
                    </a:cubicBezTo>
                    <a:cubicBezTo>
                      <a:pt x="26" y="75"/>
                      <a:pt x="21" y="74"/>
                      <a:pt x="19" y="71"/>
                    </a:cubicBezTo>
                    <a:cubicBezTo>
                      <a:pt x="2" y="51"/>
                      <a:pt x="2" y="51"/>
                      <a:pt x="2" y="51"/>
                    </a:cubicBezTo>
                    <a:cubicBezTo>
                      <a:pt x="0" y="48"/>
                      <a:pt x="0" y="44"/>
                      <a:pt x="3" y="41"/>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 name="Freeform 158"/>
              <p:cNvSpPr>
                <a:spLocks/>
              </p:cNvSpPr>
              <p:nvPr/>
            </p:nvSpPr>
            <p:spPr bwMode="auto">
              <a:xfrm>
                <a:off x="1392" y="1770"/>
                <a:ext cx="124" cy="115"/>
              </a:xfrm>
              <a:custGeom>
                <a:avLst/>
                <a:gdLst>
                  <a:gd name="T0" fmla="*/ 4 w 98"/>
                  <a:gd name="T1" fmla="*/ 57 h 91"/>
                  <a:gd name="T2" fmla="*/ 68 w 98"/>
                  <a:gd name="T3" fmla="*/ 2 h 91"/>
                  <a:gd name="T4" fmla="*/ 79 w 98"/>
                  <a:gd name="T5" fmla="*/ 3 h 91"/>
                  <a:gd name="T6" fmla="*/ 95 w 98"/>
                  <a:gd name="T7" fmla="*/ 23 h 91"/>
                  <a:gd name="T8" fmla="*/ 95 w 98"/>
                  <a:gd name="T9" fmla="*/ 33 h 91"/>
                  <a:gd name="T10" fmla="*/ 30 w 98"/>
                  <a:gd name="T11" fmla="*/ 88 h 91"/>
                  <a:gd name="T12" fmla="*/ 20 w 98"/>
                  <a:gd name="T13" fmla="*/ 87 h 91"/>
                  <a:gd name="T14" fmla="*/ 3 w 98"/>
                  <a:gd name="T15" fmla="*/ 67 h 91"/>
                  <a:gd name="T16" fmla="*/ 4 w 98"/>
                  <a:gd name="T17" fmla="*/ 5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1">
                    <a:moveTo>
                      <a:pt x="4" y="57"/>
                    </a:moveTo>
                    <a:cubicBezTo>
                      <a:pt x="68" y="2"/>
                      <a:pt x="68" y="2"/>
                      <a:pt x="68" y="2"/>
                    </a:cubicBezTo>
                    <a:cubicBezTo>
                      <a:pt x="71" y="0"/>
                      <a:pt x="76" y="0"/>
                      <a:pt x="79" y="3"/>
                    </a:cubicBezTo>
                    <a:cubicBezTo>
                      <a:pt x="95" y="23"/>
                      <a:pt x="95" y="23"/>
                      <a:pt x="95" y="23"/>
                    </a:cubicBezTo>
                    <a:cubicBezTo>
                      <a:pt x="98" y="26"/>
                      <a:pt x="98" y="30"/>
                      <a:pt x="95" y="33"/>
                    </a:cubicBezTo>
                    <a:cubicBezTo>
                      <a:pt x="30" y="88"/>
                      <a:pt x="30" y="88"/>
                      <a:pt x="30" y="88"/>
                    </a:cubicBezTo>
                    <a:cubicBezTo>
                      <a:pt x="27" y="91"/>
                      <a:pt x="22" y="90"/>
                      <a:pt x="20" y="87"/>
                    </a:cubicBezTo>
                    <a:cubicBezTo>
                      <a:pt x="3" y="67"/>
                      <a:pt x="3" y="67"/>
                      <a:pt x="3" y="67"/>
                    </a:cubicBezTo>
                    <a:cubicBezTo>
                      <a:pt x="0" y="64"/>
                      <a:pt x="1" y="60"/>
                      <a:pt x="4" y="57"/>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7" name="Freeform 159"/>
              <p:cNvSpPr>
                <a:spLocks/>
              </p:cNvSpPr>
              <p:nvPr/>
            </p:nvSpPr>
            <p:spPr bwMode="auto">
              <a:xfrm>
                <a:off x="1431" y="1856"/>
                <a:ext cx="76" cy="74"/>
              </a:xfrm>
              <a:custGeom>
                <a:avLst/>
                <a:gdLst>
                  <a:gd name="T0" fmla="*/ 3 w 60"/>
                  <a:gd name="T1" fmla="*/ 25 h 59"/>
                  <a:gd name="T2" fmla="*/ 30 w 60"/>
                  <a:gd name="T3" fmla="*/ 3 h 59"/>
                  <a:gd name="T4" fmla="*/ 40 w 60"/>
                  <a:gd name="T5" fmla="*/ 3 h 59"/>
                  <a:gd name="T6" fmla="*/ 57 w 60"/>
                  <a:gd name="T7" fmla="*/ 23 h 59"/>
                  <a:gd name="T8" fmla="*/ 56 w 60"/>
                  <a:gd name="T9" fmla="*/ 33 h 59"/>
                  <a:gd name="T10" fmla="*/ 29 w 60"/>
                  <a:gd name="T11" fmla="*/ 56 h 59"/>
                  <a:gd name="T12" fmla="*/ 19 w 60"/>
                  <a:gd name="T13" fmla="*/ 55 h 59"/>
                  <a:gd name="T14" fmla="*/ 2 w 60"/>
                  <a:gd name="T15" fmla="*/ 36 h 59"/>
                  <a:gd name="T16" fmla="*/ 3 w 60"/>
                  <a:gd name="T17"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59">
                    <a:moveTo>
                      <a:pt x="3" y="25"/>
                    </a:moveTo>
                    <a:cubicBezTo>
                      <a:pt x="30" y="3"/>
                      <a:pt x="30" y="3"/>
                      <a:pt x="30" y="3"/>
                    </a:cubicBezTo>
                    <a:cubicBezTo>
                      <a:pt x="33" y="0"/>
                      <a:pt x="38" y="0"/>
                      <a:pt x="40" y="3"/>
                    </a:cubicBezTo>
                    <a:cubicBezTo>
                      <a:pt x="57" y="23"/>
                      <a:pt x="57" y="23"/>
                      <a:pt x="57" y="23"/>
                    </a:cubicBezTo>
                    <a:cubicBezTo>
                      <a:pt x="60" y="26"/>
                      <a:pt x="59" y="31"/>
                      <a:pt x="56" y="33"/>
                    </a:cubicBezTo>
                    <a:cubicBezTo>
                      <a:pt x="29" y="56"/>
                      <a:pt x="29" y="56"/>
                      <a:pt x="29" y="56"/>
                    </a:cubicBezTo>
                    <a:cubicBezTo>
                      <a:pt x="26" y="59"/>
                      <a:pt x="22" y="58"/>
                      <a:pt x="19" y="55"/>
                    </a:cubicBezTo>
                    <a:cubicBezTo>
                      <a:pt x="2" y="36"/>
                      <a:pt x="2" y="36"/>
                      <a:pt x="2" y="36"/>
                    </a:cubicBezTo>
                    <a:cubicBezTo>
                      <a:pt x="0" y="33"/>
                      <a:pt x="0" y="28"/>
                      <a:pt x="3" y="25"/>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8" name="Freeform 160"/>
              <p:cNvSpPr>
                <a:spLocks/>
              </p:cNvSpPr>
              <p:nvPr/>
            </p:nvSpPr>
            <p:spPr bwMode="auto">
              <a:xfrm>
                <a:off x="1383" y="1670"/>
                <a:ext cx="66" cy="66"/>
              </a:xfrm>
              <a:custGeom>
                <a:avLst/>
                <a:gdLst>
                  <a:gd name="T0" fmla="*/ 3 w 52"/>
                  <a:gd name="T1" fmla="*/ 19 h 52"/>
                  <a:gd name="T2" fmla="*/ 22 w 52"/>
                  <a:gd name="T3" fmla="*/ 2 h 52"/>
                  <a:gd name="T4" fmla="*/ 32 w 52"/>
                  <a:gd name="T5" fmla="*/ 3 h 52"/>
                  <a:gd name="T6" fmla="*/ 49 w 52"/>
                  <a:gd name="T7" fmla="*/ 23 h 52"/>
                  <a:gd name="T8" fmla="*/ 48 w 52"/>
                  <a:gd name="T9" fmla="*/ 33 h 52"/>
                  <a:gd name="T10" fmla="*/ 29 w 52"/>
                  <a:gd name="T11" fmla="*/ 49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2"/>
                      <a:pt x="22" y="2"/>
                      <a:pt x="22" y="2"/>
                    </a:cubicBezTo>
                    <a:cubicBezTo>
                      <a:pt x="25" y="0"/>
                      <a:pt x="30" y="0"/>
                      <a:pt x="32" y="3"/>
                    </a:cubicBezTo>
                    <a:cubicBezTo>
                      <a:pt x="49" y="23"/>
                      <a:pt x="49" y="23"/>
                      <a:pt x="49" y="23"/>
                    </a:cubicBezTo>
                    <a:cubicBezTo>
                      <a:pt x="52" y="26"/>
                      <a:pt x="51" y="30"/>
                      <a:pt x="48" y="33"/>
                    </a:cubicBezTo>
                    <a:cubicBezTo>
                      <a:pt x="29" y="49"/>
                      <a:pt x="29" y="49"/>
                      <a:pt x="29" y="49"/>
                    </a:cubicBezTo>
                    <a:cubicBezTo>
                      <a:pt x="26" y="52"/>
                      <a:pt x="21"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 name="Freeform 161"/>
              <p:cNvSpPr>
                <a:spLocks/>
              </p:cNvSpPr>
              <p:nvPr/>
            </p:nvSpPr>
            <p:spPr bwMode="auto">
              <a:xfrm>
                <a:off x="1430" y="1629"/>
                <a:ext cx="66" cy="66"/>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0" name="Freeform 162"/>
              <p:cNvSpPr>
                <a:spLocks/>
              </p:cNvSpPr>
              <p:nvPr/>
            </p:nvSpPr>
            <p:spPr bwMode="auto">
              <a:xfrm>
                <a:off x="1477" y="1589"/>
                <a:ext cx="65" cy="67"/>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1"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1" name="Freeform 163"/>
              <p:cNvSpPr>
                <a:spLocks/>
              </p:cNvSpPr>
              <p:nvPr/>
            </p:nvSpPr>
            <p:spPr bwMode="auto">
              <a:xfrm>
                <a:off x="1523" y="1550"/>
                <a:ext cx="67" cy="65"/>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49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 name="Freeform 164"/>
              <p:cNvSpPr>
                <a:spLocks/>
              </p:cNvSpPr>
              <p:nvPr/>
            </p:nvSpPr>
            <p:spPr bwMode="auto">
              <a:xfrm>
                <a:off x="1571" y="1509"/>
                <a:ext cx="66" cy="66"/>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3" name="Freeform 165"/>
              <p:cNvSpPr>
                <a:spLocks/>
              </p:cNvSpPr>
              <p:nvPr/>
            </p:nvSpPr>
            <p:spPr bwMode="auto">
              <a:xfrm>
                <a:off x="1618" y="1469"/>
                <a:ext cx="66" cy="67"/>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1"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4" name="Freeform 166"/>
              <p:cNvSpPr>
                <a:spLocks/>
              </p:cNvSpPr>
              <p:nvPr/>
            </p:nvSpPr>
            <p:spPr bwMode="auto">
              <a:xfrm>
                <a:off x="1665" y="1430"/>
                <a:ext cx="67" cy="65"/>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49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 name="Freeform 167"/>
              <p:cNvSpPr>
                <a:spLocks/>
              </p:cNvSpPr>
              <p:nvPr/>
            </p:nvSpPr>
            <p:spPr bwMode="auto">
              <a:xfrm>
                <a:off x="1713" y="1389"/>
                <a:ext cx="66" cy="66"/>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6" name="Freeform 168"/>
              <p:cNvSpPr>
                <a:spLocks/>
              </p:cNvSpPr>
              <p:nvPr/>
            </p:nvSpPr>
            <p:spPr bwMode="auto">
              <a:xfrm>
                <a:off x="1760" y="1349"/>
                <a:ext cx="66" cy="67"/>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1"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7" name="Freeform 169"/>
              <p:cNvSpPr>
                <a:spLocks/>
              </p:cNvSpPr>
              <p:nvPr/>
            </p:nvSpPr>
            <p:spPr bwMode="auto">
              <a:xfrm>
                <a:off x="1807" y="1310"/>
                <a:ext cx="67" cy="65"/>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49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 name="Freeform 170"/>
              <p:cNvSpPr>
                <a:spLocks/>
              </p:cNvSpPr>
              <p:nvPr/>
            </p:nvSpPr>
            <p:spPr bwMode="auto">
              <a:xfrm>
                <a:off x="1855" y="1269"/>
                <a:ext cx="65" cy="66"/>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9" name="Freeform 171"/>
              <p:cNvSpPr>
                <a:spLocks/>
              </p:cNvSpPr>
              <p:nvPr/>
            </p:nvSpPr>
            <p:spPr bwMode="auto">
              <a:xfrm>
                <a:off x="1901" y="1229"/>
                <a:ext cx="66" cy="67"/>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0" name="Freeform 172"/>
              <p:cNvSpPr>
                <a:spLocks/>
              </p:cNvSpPr>
              <p:nvPr/>
            </p:nvSpPr>
            <p:spPr bwMode="auto">
              <a:xfrm>
                <a:off x="1435" y="1704"/>
                <a:ext cx="66" cy="66"/>
              </a:xfrm>
              <a:custGeom>
                <a:avLst/>
                <a:gdLst>
                  <a:gd name="T0" fmla="*/ 3 w 52"/>
                  <a:gd name="T1" fmla="*/ 19 h 52"/>
                  <a:gd name="T2" fmla="*/ 22 w 52"/>
                  <a:gd name="T3" fmla="*/ 2 h 52"/>
                  <a:gd name="T4" fmla="*/ 32 w 52"/>
                  <a:gd name="T5" fmla="*/ 3 h 52"/>
                  <a:gd name="T6" fmla="*/ 49 w 52"/>
                  <a:gd name="T7" fmla="*/ 23 h 52"/>
                  <a:gd name="T8" fmla="*/ 48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2"/>
                      <a:pt x="22" y="2"/>
                      <a:pt x="22" y="2"/>
                    </a:cubicBezTo>
                    <a:cubicBezTo>
                      <a:pt x="25" y="0"/>
                      <a:pt x="30" y="0"/>
                      <a:pt x="32" y="3"/>
                    </a:cubicBezTo>
                    <a:cubicBezTo>
                      <a:pt x="49" y="23"/>
                      <a:pt x="49" y="23"/>
                      <a:pt x="49" y="23"/>
                    </a:cubicBezTo>
                    <a:cubicBezTo>
                      <a:pt x="52" y="26"/>
                      <a:pt x="51" y="31"/>
                      <a:pt x="48" y="33"/>
                    </a:cubicBezTo>
                    <a:cubicBezTo>
                      <a:pt x="29" y="50"/>
                      <a:pt x="29" y="50"/>
                      <a:pt x="29" y="50"/>
                    </a:cubicBezTo>
                    <a:cubicBezTo>
                      <a:pt x="26" y="52"/>
                      <a:pt x="22"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 name="Freeform 173"/>
              <p:cNvSpPr>
                <a:spLocks/>
              </p:cNvSpPr>
              <p:nvPr/>
            </p:nvSpPr>
            <p:spPr bwMode="auto">
              <a:xfrm>
                <a:off x="1482" y="1663"/>
                <a:ext cx="65" cy="67"/>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2" name="Freeform 174"/>
              <p:cNvSpPr>
                <a:spLocks/>
              </p:cNvSpPr>
              <p:nvPr/>
            </p:nvSpPr>
            <p:spPr bwMode="auto">
              <a:xfrm>
                <a:off x="1528" y="1624"/>
                <a:ext cx="66" cy="66"/>
              </a:xfrm>
              <a:custGeom>
                <a:avLst/>
                <a:gdLst>
                  <a:gd name="T0" fmla="*/ 4 w 52"/>
                  <a:gd name="T1" fmla="*/ 19 h 52"/>
                  <a:gd name="T2" fmla="*/ 23 w 52"/>
                  <a:gd name="T3" fmla="*/ 2 h 52"/>
                  <a:gd name="T4" fmla="*/ 33 w 52"/>
                  <a:gd name="T5" fmla="*/ 3 h 52"/>
                  <a:gd name="T6" fmla="*/ 50 w 52"/>
                  <a:gd name="T7" fmla="*/ 23 h 52"/>
                  <a:gd name="T8" fmla="*/ 49 w 52"/>
                  <a:gd name="T9" fmla="*/ 33 h 52"/>
                  <a:gd name="T10" fmla="*/ 30 w 52"/>
                  <a:gd name="T11" fmla="*/ 49 h 52"/>
                  <a:gd name="T12" fmla="*/ 20 w 52"/>
                  <a:gd name="T13" fmla="*/ 49 h 52"/>
                  <a:gd name="T14" fmla="*/ 3 w 52"/>
                  <a:gd name="T15" fmla="*/ 29 h 52"/>
                  <a:gd name="T16" fmla="*/ 4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4" y="19"/>
                    </a:moveTo>
                    <a:cubicBezTo>
                      <a:pt x="23" y="2"/>
                      <a:pt x="23" y="2"/>
                      <a:pt x="23" y="2"/>
                    </a:cubicBezTo>
                    <a:cubicBezTo>
                      <a:pt x="26" y="0"/>
                      <a:pt x="30" y="0"/>
                      <a:pt x="33" y="3"/>
                    </a:cubicBezTo>
                    <a:cubicBezTo>
                      <a:pt x="50" y="23"/>
                      <a:pt x="50" y="23"/>
                      <a:pt x="50" y="23"/>
                    </a:cubicBezTo>
                    <a:cubicBezTo>
                      <a:pt x="52"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3" name="Freeform 175"/>
              <p:cNvSpPr>
                <a:spLocks/>
              </p:cNvSpPr>
              <p:nvPr/>
            </p:nvSpPr>
            <p:spPr bwMode="auto">
              <a:xfrm>
                <a:off x="1577" y="1584"/>
                <a:ext cx="65" cy="66"/>
              </a:xfrm>
              <a:custGeom>
                <a:avLst/>
                <a:gdLst>
                  <a:gd name="T0" fmla="*/ 3 w 52"/>
                  <a:gd name="T1" fmla="*/ 19 h 52"/>
                  <a:gd name="T2" fmla="*/ 22 w 52"/>
                  <a:gd name="T3" fmla="*/ 2 h 52"/>
                  <a:gd name="T4" fmla="*/ 32 w 52"/>
                  <a:gd name="T5" fmla="*/ 3 h 52"/>
                  <a:gd name="T6" fmla="*/ 49 w 52"/>
                  <a:gd name="T7" fmla="*/ 23 h 52"/>
                  <a:gd name="T8" fmla="*/ 48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2"/>
                      <a:pt x="22" y="2"/>
                      <a:pt x="22" y="2"/>
                    </a:cubicBezTo>
                    <a:cubicBezTo>
                      <a:pt x="25" y="0"/>
                      <a:pt x="30" y="0"/>
                      <a:pt x="32" y="3"/>
                    </a:cubicBezTo>
                    <a:cubicBezTo>
                      <a:pt x="49" y="23"/>
                      <a:pt x="49" y="23"/>
                      <a:pt x="49" y="23"/>
                    </a:cubicBezTo>
                    <a:cubicBezTo>
                      <a:pt x="52" y="26"/>
                      <a:pt x="51" y="31"/>
                      <a:pt x="48" y="33"/>
                    </a:cubicBezTo>
                    <a:cubicBezTo>
                      <a:pt x="29" y="50"/>
                      <a:pt x="29" y="50"/>
                      <a:pt x="29" y="50"/>
                    </a:cubicBezTo>
                    <a:cubicBezTo>
                      <a:pt x="26" y="52"/>
                      <a:pt x="21" y="52"/>
                      <a:pt x="19" y="49"/>
                    </a:cubicBezTo>
                    <a:cubicBezTo>
                      <a:pt x="2" y="29"/>
                      <a:pt x="2" y="29"/>
                      <a:pt x="2"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 name="Freeform 176"/>
              <p:cNvSpPr>
                <a:spLocks/>
              </p:cNvSpPr>
              <p:nvPr/>
            </p:nvSpPr>
            <p:spPr bwMode="auto">
              <a:xfrm>
                <a:off x="1623" y="1543"/>
                <a:ext cx="66" cy="67"/>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5" name="Freeform 177"/>
              <p:cNvSpPr>
                <a:spLocks/>
              </p:cNvSpPr>
              <p:nvPr/>
            </p:nvSpPr>
            <p:spPr bwMode="auto">
              <a:xfrm>
                <a:off x="1670" y="1504"/>
                <a:ext cx="66" cy="66"/>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30 w 52"/>
                  <a:gd name="T11" fmla="*/ 49 h 52"/>
                  <a:gd name="T12" fmla="*/ 20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0"/>
                      <a:pt x="49" y="33"/>
                    </a:cubicBezTo>
                    <a:cubicBezTo>
                      <a:pt x="30" y="49"/>
                      <a:pt x="30" y="49"/>
                      <a:pt x="30" y="49"/>
                    </a:cubicBezTo>
                    <a:cubicBezTo>
                      <a:pt x="27" y="52"/>
                      <a:pt x="22" y="52"/>
                      <a:pt x="20" y="49"/>
                    </a:cubicBezTo>
                    <a:cubicBezTo>
                      <a:pt x="3" y="29"/>
                      <a:pt x="3" y="29"/>
                      <a:pt x="3" y="29"/>
                    </a:cubicBezTo>
                    <a:cubicBezTo>
                      <a:pt x="0" y="26"/>
                      <a:pt x="1"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6" name="Freeform 178"/>
              <p:cNvSpPr>
                <a:spLocks/>
              </p:cNvSpPr>
              <p:nvPr/>
            </p:nvSpPr>
            <p:spPr bwMode="auto">
              <a:xfrm>
                <a:off x="1717" y="1464"/>
                <a:ext cx="67" cy="66"/>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 name="Freeform 179"/>
              <p:cNvSpPr>
                <a:spLocks/>
              </p:cNvSpPr>
              <p:nvPr/>
            </p:nvSpPr>
            <p:spPr bwMode="auto">
              <a:xfrm>
                <a:off x="1765" y="1423"/>
                <a:ext cx="66" cy="67"/>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8" name="Freeform 180"/>
              <p:cNvSpPr>
                <a:spLocks/>
              </p:cNvSpPr>
              <p:nvPr/>
            </p:nvSpPr>
            <p:spPr bwMode="auto">
              <a:xfrm>
                <a:off x="1812" y="1384"/>
                <a:ext cx="65" cy="66"/>
              </a:xfrm>
              <a:custGeom>
                <a:avLst/>
                <a:gdLst>
                  <a:gd name="T0" fmla="*/ 4 w 52"/>
                  <a:gd name="T1" fmla="*/ 19 h 52"/>
                  <a:gd name="T2" fmla="*/ 23 w 52"/>
                  <a:gd name="T3" fmla="*/ 2 h 52"/>
                  <a:gd name="T4" fmla="*/ 33 w 52"/>
                  <a:gd name="T5" fmla="*/ 3 h 52"/>
                  <a:gd name="T6" fmla="*/ 50 w 52"/>
                  <a:gd name="T7" fmla="*/ 23 h 52"/>
                  <a:gd name="T8" fmla="*/ 49 w 52"/>
                  <a:gd name="T9" fmla="*/ 33 h 52"/>
                  <a:gd name="T10" fmla="*/ 30 w 52"/>
                  <a:gd name="T11" fmla="*/ 49 h 52"/>
                  <a:gd name="T12" fmla="*/ 20 w 52"/>
                  <a:gd name="T13" fmla="*/ 49 h 52"/>
                  <a:gd name="T14" fmla="*/ 3 w 52"/>
                  <a:gd name="T15" fmla="*/ 29 h 52"/>
                  <a:gd name="T16" fmla="*/ 4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4" y="19"/>
                    </a:moveTo>
                    <a:cubicBezTo>
                      <a:pt x="23" y="2"/>
                      <a:pt x="23" y="2"/>
                      <a:pt x="23" y="2"/>
                    </a:cubicBezTo>
                    <a:cubicBezTo>
                      <a:pt x="26" y="0"/>
                      <a:pt x="30" y="0"/>
                      <a:pt x="33" y="3"/>
                    </a:cubicBezTo>
                    <a:cubicBezTo>
                      <a:pt x="50" y="23"/>
                      <a:pt x="50" y="23"/>
                      <a:pt x="50" y="23"/>
                    </a:cubicBezTo>
                    <a:cubicBezTo>
                      <a:pt x="52" y="26"/>
                      <a:pt x="52" y="30"/>
                      <a:pt x="49" y="33"/>
                    </a:cubicBezTo>
                    <a:cubicBezTo>
                      <a:pt x="30" y="49"/>
                      <a:pt x="30" y="49"/>
                      <a:pt x="30" y="49"/>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9" name="Freeform 181"/>
              <p:cNvSpPr>
                <a:spLocks/>
              </p:cNvSpPr>
              <p:nvPr/>
            </p:nvSpPr>
            <p:spPr bwMode="auto">
              <a:xfrm>
                <a:off x="1858" y="1344"/>
                <a:ext cx="67" cy="65"/>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 name="Freeform 182"/>
              <p:cNvSpPr>
                <a:spLocks/>
              </p:cNvSpPr>
              <p:nvPr/>
            </p:nvSpPr>
            <p:spPr bwMode="auto">
              <a:xfrm>
                <a:off x="1906" y="1303"/>
                <a:ext cx="66" cy="67"/>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1" name="Freeform 183"/>
              <p:cNvSpPr>
                <a:spLocks/>
              </p:cNvSpPr>
              <p:nvPr/>
            </p:nvSpPr>
            <p:spPr bwMode="auto">
              <a:xfrm>
                <a:off x="1498" y="1728"/>
                <a:ext cx="66" cy="67"/>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2" name="Freeform 184"/>
              <p:cNvSpPr>
                <a:spLocks/>
              </p:cNvSpPr>
              <p:nvPr/>
            </p:nvSpPr>
            <p:spPr bwMode="auto">
              <a:xfrm>
                <a:off x="1545" y="1689"/>
                <a:ext cx="66" cy="66"/>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7" y="52"/>
                      <a:pt x="22" y="52"/>
                      <a:pt x="19" y="49"/>
                    </a:cubicBezTo>
                    <a:cubicBezTo>
                      <a:pt x="3" y="29"/>
                      <a:pt x="3" y="29"/>
                      <a:pt x="3"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 name="Freeform 185"/>
              <p:cNvSpPr>
                <a:spLocks/>
              </p:cNvSpPr>
              <p:nvPr/>
            </p:nvSpPr>
            <p:spPr bwMode="auto">
              <a:xfrm>
                <a:off x="1592" y="1648"/>
                <a:ext cx="67" cy="66"/>
              </a:xfrm>
              <a:custGeom>
                <a:avLst/>
                <a:gdLst>
                  <a:gd name="T0" fmla="*/ 4 w 53"/>
                  <a:gd name="T1" fmla="*/ 19 h 52"/>
                  <a:gd name="T2" fmla="*/ 23 w 53"/>
                  <a:gd name="T3" fmla="*/ 3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3"/>
                      <a:pt x="23" y="3"/>
                      <a:pt x="23" y="3"/>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2"/>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4" name="Freeform 186"/>
              <p:cNvSpPr>
                <a:spLocks/>
              </p:cNvSpPr>
              <p:nvPr/>
            </p:nvSpPr>
            <p:spPr bwMode="auto">
              <a:xfrm>
                <a:off x="1640" y="1608"/>
                <a:ext cx="65" cy="67"/>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5" name="Freeform 187"/>
              <p:cNvSpPr>
                <a:spLocks/>
              </p:cNvSpPr>
              <p:nvPr/>
            </p:nvSpPr>
            <p:spPr bwMode="auto">
              <a:xfrm>
                <a:off x="1686" y="1569"/>
                <a:ext cx="66" cy="6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3" y="29"/>
                      <a:pt x="3" y="29"/>
                      <a:pt x="3"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 name="Freeform 188"/>
              <p:cNvSpPr>
                <a:spLocks/>
              </p:cNvSpPr>
              <p:nvPr/>
            </p:nvSpPr>
            <p:spPr bwMode="auto">
              <a:xfrm>
                <a:off x="1733" y="1528"/>
                <a:ext cx="67" cy="66"/>
              </a:xfrm>
              <a:custGeom>
                <a:avLst/>
                <a:gdLst>
                  <a:gd name="T0" fmla="*/ 4 w 53"/>
                  <a:gd name="T1" fmla="*/ 19 h 52"/>
                  <a:gd name="T2" fmla="*/ 23 w 53"/>
                  <a:gd name="T3" fmla="*/ 3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3"/>
                      <a:pt x="23" y="3"/>
                      <a:pt x="23" y="3"/>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2"/>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7" name="Freeform 189"/>
              <p:cNvSpPr>
                <a:spLocks/>
              </p:cNvSpPr>
              <p:nvPr/>
            </p:nvSpPr>
            <p:spPr bwMode="auto">
              <a:xfrm>
                <a:off x="1781" y="1488"/>
                <a:ext cx="66" cy="67"/>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8" name="Freeform 190"/>
              <p:cNvSpPr>
                <a:spLocks/>
              </p:cNvSpPr>
              <p:nvPr/>
            </p:nvSpPr>
            <p:spPr bwMode="auto">
              <a:xfrm>
                <a:off x="1828" y="1449"/>
                <a:ext cx="66" cy="65"/>
              </a:xfrm>
              <a:custGeom>
                <a:avLst/>
                <a:gdLst>
                  <a:gd name="T0" fmla="*/ 3 w 52"/>
                  <a:gd name="T1" fmla="*/ 19 h 52"/>
                  <a:gd name="T2" fmla="*/ 23 w 52"/>
                  <a:gd name="T3" fmla="*/ 2 h 52"/>
                  <a:gd name="T4" fmla="*/ 33 w 52"/>
                  <a:gd name="T5" fmla="*/ 3 h 52"/>
                  <a:gd name="T6" fmla="*/ 50 w 52"/>
                  <a:gd name="T7" fmla="*/ 23 h 52"/>
                  <a:gd name="T8" fmla="*/ 49 w 52"/>
                  <a:gd name="T9" fmla="*/ 33 h 52"/>
                  <a:gd name="T10" fmla="*/ 29 w 52"/>
                  <a:gd name="T11" fmla="*/ 50 h 52"/>
                  <a:gd name="T12" fmla="*/ 19 w 52"/>
                  <a:gd name="T13" fmla="*/ 49 h 52"/>
                  <a:gd name="T14" fmla="*/ 3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3" y="2"/>
                      <a:pt x="23" y="2"/>
                      <a:pt x="23" y="2"/>
                    </a:cubicBezTo>
                    <a:cubicBezTo>
                      <a:pt x="26" y="0"/>
                      <a:pt x="30" y="0"/>
                      <a:pt x="33" y="3"/>
                    </a:cubicBezTo>
                    <a:cubicBezTo>
                      <a:pt x="50" y="23"/>
                      <a:pt x="50" y="23"/>
                      <a:pt x="50" y="23"/>
                    </a:cubicBezTo>
                    <a:cubicBezTo>
                      <a:pt x="52" y="26"/>
                      <a:pt x="52" y="31"/>
                      <a:pt x="49" y="33"/>
                    </a:cubicBezTo>
                    <a:cubicBezTo>
                      <a:pt x="29" y="50"/>
                      <a:pt x="29" y="50"/>
                      <a:pt x="29" y="50"/>
                    </a:cubicBezTo>
                    <a:cubicBezTo>
                      <a:pt x="26" y="52"/>
                      <a:pt x="22" y="52"/>
                      <a:pt x="19" y="49"/>
                    </a:cubicBezTo>
                    <a:cubicBezTo>
                      <a:pt x="3" y="29"/>
                      <a:pt x="3" y="29"/>
                      <a:pt x="3" y="29"/>
                    </a:cubicBezTo>
                    <a:cubicBezTo>
                      <a:pt x="0" y="26"/>
                      <a:pt x="0" y="21"/>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 name="Freeform 191"/>
              <p:cNvSpPr>
                <a:spLocks/>
              </p:cNvSpPr>
              <p:nvPr/>
            </p:nvSpPr>
            <p:spPr bwMode="auto">
              <a:xfrm>
                <a:off x="1875" y="1408"/>
                <a:ext cx="67" cy="66"/>
              </a:xfrm>
              <a:custGeom>
                <a:avLst/>
                <a:gdLst>
                  <a:gd name="T0" fmla="*/ 4 w 53"/>
                  <a:gd name="T1" fmla="*/ 19 h 52"/>
                  <a:gd name="T2" fmla="*/ 23 w 53"/>
                  <a:gd name="T3" fmla="*/ 3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3"/>
                      <a:pt x="23" y="3"/>
                      <a:pt x="23" y="3"/>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2"/>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0" name="Freeform 192"/>
              <p:cNvSpPr>
                <a:spLocks/>
              </p:cNvSpPr>
              <p:nvPr/>
            </p:nvSpPr>
            <p:spPr bwMode="auto">
              <a:xfrm>
                <a:off x="1923" y="1368"/>
                <a:ext cx="66" cy="67"/>
              </a:xfrm>
              <a:custGeom>
                <a:avLst/>
                <a:gdLst>
                  <a:gd name="T0" fmla="*/ 3 w 52"/>
                  <a:gd name="T1" fmla="*/ 19 h 53"/>
                  <a:gd name="T2" fmla="*/ 22 w 52"/>
                  <a:gd name="T3" fmla="*/ 3 h 53"/>
                  <a:gd name="T4" fmla="*/ 32 w 52"/>
                  <a:gd name="T5" fmla="*/ 4 h 53"/>
                  <a:gd name="T6" fmla="*/ 49 w 52"/>
                  <a:gd name="T7" fmla="*/ 24 h 53"/>
                  <a:gd name="T8" fmla="*/ 49 w 52"/>
                  <a:gd name="T9" fmla="*/ 34 h 53"/>
                  <a:gd name="T10" fmla="*/ 29 w 52"/>
                  <a:gd name="T11" fmla="*/ 50 h 53"/>
                  <a:gd name="T12" fmla="*/ 19 w 52"/>
                  <a:gd name="T13" fmla="*/ 49 h 53"/>
                  <a:gd name="T14" fmla="*/ 2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2" y="3"/>
                      <a:pt x="22" y="3"/>
                      <a:pt x="22" y="3"/>
                    </a:cubicBezTo>
                    <a:cubicBezTo>
                      <a:pt x="25" y="0"/>
                      <a:pt x="30" y="1"/>
                      <a:pt x="32" y="4"/>
                    </a:cubicBezTo>
                    <a:cubicBezTo>
                      <a:pt x="49" y="24"/>
                      <a:pt x="49" y="24"/>
                      <a:pt x="49" y="24"/>
                    </a:cubicBezTo>
                    <a:cubicBezTo>
                      <a:pt x="52" y="27"/>
                      <a:pt x="52" y="31"/>
                      <a:pt x="49" y="34"/>
                    </a:cubicBezTo>
                    <a:cubicBezTo>
                      <a:pt x="29" y="50"/>
                      <a:pt x="29" y="50"/>
                      <a:pt x="29" y="50"/>
                    </a:cubicBezTo>
                    <a:cubicBezTo>
                      <a:pt x="26" y="53"/>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1" name="Freeform 193"/>
              <p:cNvSpPr>
                <a:spLocks/>
              </p:cNvSpPr>
              <p:nvPr/>
            </p:nvSpPr>
            <p:spPr bwMode="auto">
              <a:xfrm>
                <a:off x="1970" y="1311"/>
                <a:ext cx="86" cy="83"/>
              </a:xfrm>
              <a:custGeom>
                <a:avLst/>
                <a:gdLst>
                  <a:gd name="T0" fmla="*/ 3 w 68"/>
                  <a:gd name="T1" fmla="*/ 33 h 66"/>
                  <a:gd name="T2" fmla="*/ 39 w 68"/>
                  <a:gd name="T3" fmla="*/ 3 h 66"/>
                  <a:gd name="T4" fmla="*/ 49 w 68"/>
                  <a:gd name="T5" fmla="*/ 4 h 66"/>
                  <a:gd name="T6" fmla="*/ 66 w 68"/>
                  <a:gd name="T7" fmla="*/ 23 h 66"/>
                  <a:gd name="T8" fmla="*/ 65 w 68"/>
                  <a:gd name="T9" fmla="*/ 34 h 66"/>
                  <a:gd name="T10" fmla="*/ 30 w 68"/>
                  <a:gd name="T11" fmla="*/ 63 h 66"/>
                  <a:gd name="T12" fmla="*/ 19 w 68"/>
                  <a:gd name="T13" fmla="*/ 63 h 66"/>
                  <a:gd name="T14" fmla="*/ 3 w 68"/>
                  <a:gd name="T15" fmla="*/ 43 h 66"/>
                  <a:gd name="T16" fmla="*/ 3 w 68"/>
                  <a:gd name="T17"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66">
                    <a:moveTo>
                      <a:pt x="3" y="33"/>
                    </a:moveTo>
                    <a:cubicBezTo>
                      <a:pt x="39" y="3"/>
                      <a:pt x="39" y="3"/>
                      <a:pt x="39" y="3"/>
                    </a:cubicBezTo>
                    <a:cubicBezTo>
                      <a:pt x="42" y="0"/>
                      <a:pt x="46" y="1"/>
                      <a:pt x="49" y="4"/>
                    </a:cubicBezTo>
                    <a:cubicBezTo>
                      <a:pt x="66" y="23"/>
                      <a:pt x="66" y="23"/>
                      <a:pt x="66" y="23"/>
                    </a:cubicBezTo>
                    <a:cubicBezTo>
                      <a:pt x="68" y="27"/>
                      <a:pt x="68" y="31"/>
                      <a:pt x="65" y="34"/>
                    </a:cubicBezTo>
                    <a:cubicBezTo>
                      <a:pt x="30" y="63"/>
                      <a:pt x="30" y="63"/>
                      <a:pt x="30" y="63"/>
                    </a:cubicBezTo>
                    <a:cubicBezTo>
                      <a:pt x="27" y="66"/>
                      <a:pt x="22" y="66"/>
                      <a:pt x="19" y="63"/>
                    </a:cubicBezTo>
                    <a:cubicBezTo>
                      <a:pt x="3" y="43"/>
                      <a:pt x="3" y="43"/>
                      <a:pt x="3" y="43"/>
                    </a:cubicBezTo>
                    <a:cubicBezTo>
                      <a:pt x="0" y="40"/>
                      <a:pt x="0" y="35"/>
                      <a:pt x="3" y="33"/>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 name="Freeform 194"/>
              <p:cNvSpPr>
                <a:spLocks/>
              </p:cNvSpPr>
              <p:nvPr/>
            </p:nvSpPr>
            <p:spPr bwMode="auto">
              <a:xfrm>
                <a:off x="1488" y="1815"/>
                <a:ext cx="67" cy="66"/>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3" name="Freeform 195"/>
              <p:cNvSpPr>
                <a:spLocks/>
              </p:cNvSpPr>
              <p:nvPr/>
            </p:nvSpPr>
            <p:spPr bwMode="auto">
              <a:xfrm>
                <a:off x="1536" y="1775"/>
                <a:ext cx="66" cy="65"/>
              </a:xfrm>
              <a:custGeom>
                <a:avLst/>
                <a:gdLst>
                  <a:gd name="T0" fmla="*/ 3 w 52"/>
                  <a:gd name="T1" fmla="*/ 19 h 52"/>
                  <a:gd name="T2" fmla="*/ 22 w 52"/>
                  <a:gd name="T3" fmla="*/ 3 h 52"/>
                  <a:gd name="T4" fmla="*/ 32 w 52"/>
                  <a:gd name="T5" fmla="*/ 3 h 52"/>
                  <a:gd name="T6" fmla="*/ 49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3"/>
                      <a:pt x="22" y="3"/>
                      <a:pt x="22" y="3"/>
                    </a:cubicBezTo>
                    <a:cubicBezTo>
                      <a:pt x="25" y="0"/>
                      <a:pt x="30" y="0"/>
                      <a:pt x="32" y="3"/>
                    </a:cubicBezTo>
                    <a:cubicBezTo>
                      <a:pt x="49" y="23"/>
                      <a:pt x="49" y="23"/>
                      <a:pt x="49"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4" name="Freeform 196"/>
              <p:cNvSpPr>
                <a:spLocks/>
              </p:cNvSpPr>
              <p:nvPr/>
            </p:nvSpPr>
            <p:spPr bwMode="auto">
              <a:xfrm>
                <a:off x="1583" y="1734"/>
                <a:ext cx="66" cy="67"/>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30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30" y="50"/>
                      <a:pt x="30" y="50"/>
                      <a:pt x="30" y="50"/>
                    </a:cubicBezTo>
                    <a:cubicBezTo>
                      <a:pt x="27" y="53"/>
                      <a:pt x="22" y="52"/>
                      <a:pt x="20"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5" name="Freeform 197"/>
              <p:cNvSpPr>
                <a:spLocks/>
              </p:cNvSpPr>
              <p:nvPr/>
            </p:nvSpPr>
            <p:spPr bwMode="auto">
              <a:xfrm>
                <a:off x="1630" y="1695"/>
                <a:ext cx="67" cy="66"/>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6" name="Freeform 198"/>
              <p:cNvSpPr>
                <a:spLocks/>
              </p:cNvSpPr>
              <p:nvPr/>
            </p:nvSpPr>
            <p:spPr bwMode="auto">
              <a:xfrm>
                <a:off x="1678" y="1655"/>
                <a:ext cx="65" cy="65"/>
              </a:xfrm>
              <a:custGeom>
                <a:avLst/>
                <a:gdLst>
                  <a:gd name="T0" fmla="*/ 3 w 52"/>
                  <a:gd name="T1" fmla="*/ 19 h 52"/>
                  <a:gd name="T2" fmla="*/ 22 w 52"/>
                  <a:gd name="T3" fmla="*/ 3 h 52"/>
                  <a:gd name="T4" fmla="*/ 32 w 52"/>
                  <a:gd name="T5" fmla="*/ 3 h 52"/>
                  <a:gd name="T6" fmla="*/ 49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3"/>
                      <a:pt x="22" y="3"/>
                      <a:pt x="22" y="3"/>
                    </a:cubicBezTo>
                    <a:cubicBezTo>
                      <a:pt x="25" y="0"/>
                      <a:pt x="30" y="0"/>
                      <a:pt x="32" y="3"/>
                    </a:cubicBezTo>
                    <a:cubicBezTo>
                      <a:pt x="49" y="23"/>
                      <a:pt x="49" y="23"/>
                      <a:pt x="49"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7" name="Freeform 199"/>
              <p:cNvSpPr>
                <a:spLocks/>
              </p:cNvSpPr>
              <p:nvPr/>
            </p:nvSpPr>
            <p:spPr bwMode="auto">
              <a:xfrm>
                <a:off x="1724" y="1614"/>
                <a:ext cx="66" cy="67"/>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20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7" y="53"/>
                      <a:pt x="22" y="52"/>
                      <a:pt x="20"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 name="Freeform 200"/>
              <p:cNvSpPr>
                <a:spLocks/>
              </p:cNvSpPr>
              <p:nvPr/>
            </p:nvSpPr>
            <p:spPr bwMode="auto">
              <a:xfrm>
                <a:off x="1771" y="1575"/>
                <a:ext cx="67" cy="66"/>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1"/>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9" name="Freeform 201"/>
              <p:cNvSpPr>
                <a:spLocks/>
              </p:cNvSpPr>
              <p:nvPr/>
            </p:nvSpPr>
            <p:spPr bwMode="auto">
              <a:xfrm>
                <a:off x="1819" y="1535"/>
                <a:ext cx="66" cy="65"/>
              </a:xfrm>
              <a:custGeom>
                <a:avLst/>
                <a:gdLst>
                  <a:gd name="T0" fmla="*/ 3 w 52"/>
                  <a:gd name="T1" fmla="*/ 19 h 52"/>
                  <a:gd name="T2" fmla="*/ 22 w 52"/>
                  <a:gd name="T3" fmla="*/ 3 h 52"/>
                  <a:gd name="T4" fmla="*/ 32 w 52"/>
                  <a:gd name="T5" fmla="*/ 3 h 52"/>
                  <a:gd name="T6" fmla="*/ 49 w 52"/>
                  <a:gd name="T7" fmla="*/ 23 h 52"/>
                  <a:gd name="T8" fmla="*/ 49 w 52"/>
                  <a:gd name="T9" fmla="*/ 33 h 52"/>
                  <a:gd name="T10" fmla="*/ 29 w 52"/>
                  <a:gd name="T11" fmla="*/ 50 h 52"/>
                  <a:gd name="T12" fmla="*/ 19 w 52"/>
                  <a:gd name="T13" fmla="*/ 49 h 52"/>
                  <a:gd name="T14" fmla="*/ 2 w 52"/>
                  <a:gd name="T15" fmla="*/ 29 h 52"/>
                  <a:gd name="T16" fmla="*/ 3 w 52"/>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3" y="19"/>
                    </a:moveTo>
                    <a:cubicBezTo>
                      <a:pt x="22" y="3"/>
                      <a:pt x="22" y="3"/>
                      <a:pt x="22" y="3"/>
                    </a:cubicBezTo>
                    <a:cubicBezTo>
                      <a:pt x="25" y="0"/>
                      <a:pt x="30" y="0"/>
                      <a:pt x="32" y="3"/>
                    </a:cubicBezTo>
                    <a:cubicBezTo>
                      <a:pt x="49" y="23"/>
                      <a:pt x="49" y="23"/>
                      <a:pt x="49" y="23"/>
                    </a:cubicBezTo>
                    <a:cubicBezTo>
                      <a:pt x="52" y="26"/>
                      <a:pt x="52" y="31"/>
                      <a:pt x="49" y="33"/>
                    </a:cubicBezTo>
                    <a:cubicBezTo>
                      <a:pt x="29" y="50"/>
                      <a:pt x="29" y="50"/>
                      <a:pt x="29" y="50"/>
                    </a:cubicBezTo>
                    <a:cubicBezTo>
                      <a:pt x="26" y="52"/>
                      <a:pt x="22" y="52"/>
                      <a:pt x="19" y="49"/>
                    </a:cubicBezTo>
                    <a:cubicBezTo>
                      <a:pt x="2" y="29"/>
                      <a:pt x="2" y="29"/>
                      <a:pt x="2"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0" name="Freeform 202"/>
              <p:cNvSpPr>
                <a:spLocks/>
              </p:cNvSpPr>
              <p:nvPr/>
            </p:nvSpPr>
            <p:spPr bwMode="auto">
              <a:xfrm>
                <a:off x="1866" y="1494"/>
                <a:ext cx="66" cy="67"/>
              </a:xfrm>
              <a:custGeom>
                <a:avLst/>
                <a:gdLst>
                  <a:gd name="T0" fmla="*/ 3 w 52"/>
                  <a:gd name="T1" fmla="*/ 19 h 53"/>
                  <a:gd name="T2" fmla="*/ 23 w 52"/>
                  <a:gd name="T3" fmla="*/ 3 h 53"/>
                  <a:gd name="T4" fmla="*/ 33 w 52"/>
                  <a:gd name="T5" fmla="*/ 4 h 53"/>
                  <a:gd name="T6" fmla="*/ 50 w 52"/>
                  <a:gd name="T7" fmla="*/ 24 h 53"/>
                  <a:gd name="T8" fmla="*/ 49 w 52"/>
                  <a:gd name="T9" fmla="*/ 34 h 53"/>
                  <a:gd name="T10" fmla="*/ 29 w 52"/>
                  <a:gd name="T11" fmla="*/ 50 h 53"/>
                  <a:gd name="T12" fmla="*/ 19 w 52"/>
                  <a:gd name="T13" fmla="*/ 49 h 53"/>
                  <a:gd name="T14" fmla="*/ 3 w 52"/>
                  <a:gd name="T15" fmla="*/ 29 h 53"/>
                  <a:gd name="T16" fmla="*/ 3 w 52"/>
                  <a:gd name="T17"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3">
                    <a:moveTo>
                      <a:pt x="3" y="19"/>
                    </a:moveTo>
                    <a:cubicBezTo>
                      <a:pt x="23" y="3"/>
                      <a:pt x="23" y="3"/>
                      <a:pt x="23" y="3"/>
                    </a:cubicBezTo>
                    <a:cubicBezTo>
                      <a:pt x="26" y="0"/>
                      <a:pt x="30" y="1"/>
                      <a:pt x="33" y="4"/>
                    </a:cubicBezTo>
                    <a:cubicBezTo>
                      <a:pt x="50" y="24"/>
                      <a:pt x="50" y="24"/>
                      <a:pt x="50" y="24"/>
                    </a:cubicBezTo>
                    <a:cubicBezTo>
                      <a:pt x="52" y="27"/>
                      <a:pt x="52" y="31"/>
                      <a:pt x="49" y="34"/>
                    </a:cubicBezTo>
                    <a:cubicBezTo>
                      <a:pt x="29" y="50"/>
                      <a:pt x="29" y="50"/>
                      <a:pt x="29" y="50"/>
                    </a:cubicBezTo>
                    <a:cubicBezTo>
                      <a:pt x="27" y="53"/>
                      <a:pt x="22" y="52"/>
                      <a:pt x="19" y="49"/>
                    </a:cubicBezTo>
                    <a:cubicBezTo>
                      <a:pt x="3" y="29"/>
                      <a:pt x="3" y="29"/>
                      <a:pt x="3" y="29"/>
                    </a:cubicBezTo>
                    <a:cubicBezTo>
                      <a:pt x="0" y="26"/>
                      <a:pt x="0" y="22"/>
                      <a:pt x="3"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 name="Freeform 203"/>
              <p:cNvSpPr>
                <a:spLocks/>
              </p:cNvSpPr>
              <p:nvPr/>
            </p:nvSpPr>
            <p:spPr bwMode="auto">
              <a:xfrm>
                <a:off x="1913" y="1455"/>
                <a:ext cx="67" cy="66"/>
              </a:xfrm>
              <a:custGeom>
                <a:avLst/>
                <a:gdLst>
                  <a:gd name="T0" fmla="*/ 4 w 53"/>
                  <a:gd name="T1" fmla="*/ 19 h 52"/>
                  <a:gd name="T2" fmla="*/ 23 w 53"/>
                  <a:gd name="T3" fmla="*/ 2 h 52"/>
                  <a:gd name="T4" fmla="*/ 33 w 53"/>
                  <a:gd name="T5" fmla="*/ 3 h 52"/>
                  <a:gd name="T6" fmla="*/ 50 w 53"/>
                  <a:gd name="T7" fmla="*/ 23 h 52"/>
                  <a:gd name="T8" fmla="*/ 49 w 53"/>
                  <a:gd name="T9" fmla="*/ 33 h 52"/>
                  <a:gd name="T10" fmla="*/ 30 w 53"/>
                  <a:gd name="T11" fmla="*/ 50 h 52"/>
                  <a:gd name="T12" fmla="*/ 20 w 53"/>
                  <a:gd name="T13" fmla="*/ 49 h 52"/>
                  <a:gd name="T14" fmla="*/ 3 w 53"/>
                  <a:gd name="T15" fmla="*/ 29 h 52"/>
                  <a:gd name="T16" fmla="*/ 4 w 53"/>
                  <a:gd name="T1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2">
                    <a:moveTo>
                      <a:pt x="4" y="19"/>
                    </a:moveTo>
                    <a:cubicBezTo>
                      <a:pt x="23" y="2"/>
                      <a:pt x="23" y="2"/>
                      <a:pt x="23" y="2"/>
                    </a:cubicBezTo>
                    <a:cubicBezTo>
                      <a:pt x="26" y="0"/>
                      <a:pt x="31" y="0"/>
                      <a:pt x="33" y="3"/>
                    </a:cubicBezTo>
                    <a:cubicBezTo>
                      <a:pt x="50" y="23"/>
                      <a:pt x="50" y="23"/>
                      <a:pt x="50" y="23"/>
                    </a:cubicBezTo>
                    <a:cubicBezTo>
                      <a:pt x="53" y="26"/>
                      <a:pt x="52" y="30"/>
                      <a:pt x="49" y="33"/>
                    </a:cubicBezTo>
                    <a:cubicBezTo>
                      <a:pt x="30" y="50"/>
                      <a:pt x="30" y="50"/>
                      <a:pt x="30" y="50"/>
                    </a:cubicBezTo>
                    <a:cubicBezTo>
                      <a:pt x="27" y="52"/>
                      <a:pt x="22" y="52"/>
                      <a:pt x="20" y="49"/>
                    </a:cubicBezTo>
                    <a:cubicBezTo>
                      <a:pt x="3" y="29"/>
                      <a:pt x="3" y="29"/>
                      <a:pt x="3" y="29"/>
                    </a:cubicBezTo>
                    <a:cubicBezTo>
                      <a:pt x="0" y="26"/>
                      <a:pt x="1" y="21"/>
                      <a:pt x="4" y="19"/>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2" name="Freeform 204"/>
              <p:cNvSpPr>
                <a:spLocks/>
              </p:cNvSpPr>
              <p:nvPr/>
            </p:nvSpPr>
            <p:spPr bwMode="auto">
              <a:xfrm>
                <a:off x="1961" y="1398"/>
                <a:ext cx="86" cy="82"/>
              </a:xfrm>
              <a:custGeom>
                <a:avLst/>
                <a:gdLst>
                  <a:gd name="T0" fmla="*/ 3 w 68"/>
                  <a:gd name="T1" fmla="*/ 32 h 65"/>
                  <a:gd name="T2" fmla="*/ 38 w 68"/>
                  <a:gd name="T3" fmla="*/ 2 h 65"/>
                  <a:gd name="T4" fmla="*/ 48 w 68"/>
                  <a:gd name="T5" fmla="*/ 3 h 65"/>
                  <a:gd name="T6" fmla="*/ 65 w 68"/>
                  <a:gd name="T7" fmla="*/ 23 h 65"/>
                  <a:gd name="T8" fmla="*/ 64 w 68"/>
                  <a:gd name="T9" fmla="*/ 33 h 65"/>
                  <a:gd name="T10" fmla="*/ 29 w 68"/>
                  <a:gd name="T11" fmla="*/ 63 h 65"/>
                  <a:gd name="T12" fmla="*/ 19 w 68"/>
                  <a:gd name="T13" fmla="*/ 62 h 65"/>
                  <a:gd name="T14" fmla="*/ 2 w 68"/>
                  <a:gd name="T15" fmla="*/ 42 h 65"/>
                  <a:gd name="T16" fmla="*/ 3 w 68"/>
                  <a:gd name="T17" fmla="*/ 3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65">
                    <a:moveTo>
                      <a:pt x="3" y="32"/>
                    </a:moveTo>
                    <a:cubicBezTo>
                      <a:pt x="38" y="2"/>
                      <a:pt x="38" y="2"/>
                      <a:pt x="38" y="2"/>
                    </a:cubicBezTo>
                    <a:cubicBezTo>
                      <a:pt x="41" y="0"/>
                      <a:pt x="46" y="0"/>
                      <a:pt x="48" y="3"/>
                    </a:cubicBezTo>
                    <a:cubicBezTo>
                      <a:pt x="65" y="23"/>
                      <a:pt x="65" y="23"/>
                      <a:pt x="65" y="23"/>
                    </a:cubicBezTo>
                    <a:cubicBezTo>
                      <a:pt x="68" y="26"/>
                      <a:pt x="67" y="30"/>
                      <a:pt x="64" y="33"/>
                    </a:cubicBezTo>
                    <a:cubicBezTo>
                      <a:pt x="29" y="63"/>
                      <a:pt x="29" y="63"/>
                      <a:pt x="29" y="63"/>
                    </a:cubicBezTo>
                    <a:cubicBezTo>
                      <a:pt x="26" y="65"/>
                      <a:pt x="22" y="65"/>
                      <a:pt x="19" y="62"/>
                    </a:cubicBezTo>
                    <a:cubicBezTo>
                      <a:pt x="2" y="42"/>
                      <a:pt x="2" y="42"/>
                      <a:pt x="2" y="42"/>
                    </a:cubicBezTo>
                    <a:cubicBezTo>
                      <a:pt x="0" y="39"/>
                      <a:pt x="0" y="35"/>
                      <a:pt x="3" y="32"/>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4" name="Group 406"/>
            <p:cNvGrpSpPr>
              <a:grpSpLocks/>
            </p:cNvGrpSpPr>
            <p:nvPr/>
          </p:nvGrpSpPr>
          <p:grpSpPr bwMode="auto">
            <a:xfrm>
              <a:off x="42" y="81"/>
              <a:ext cx="3758" cy="3606"/>
              <a:chOff x="42" y="81"/>
              <a:chExt cx="3758" cy="3606"/>
            </a:xfrm>
          </p:grpSpPr>
          <p:sp>
            <p:nvSpPr>
              <p:cNvPr id="116" name="Freeform 206"/>
              <p:cNvSpPr>
                <a:spLocks/>
              </p:cNvSpPr>
              <p:nvPr/>
            </p:nvSpPr>
            <p:spPr bwMode="auto">
              <a:xfrm>
                <a:off x="2030" y="1356"/>
                <a:ext cx="65" cy="66"/>
              </a:xfrm>
              <a:custGeom>
                <a:avLst/>
                <a:gdLst>
                  <a:gd name="T0" fmla="*/ 3 w 51"/>
                  <a:gd name="T1" fmla="*/ 18 h 52"/>
                  <a:gd name="T2" fmla="*/ 22 w 51"/>
                  <a:gd name="T3" fmla="*/ 3 h 52"/>
                  <a:gd name="T4" fmla="*/ 31 w 51"/>
                  <a:gd name="T5" fmla="*/ 3 h 52"/>
                  <a:gd name="T6" fmla="*/ 48 w 51"/>
                  <a:gd name="T7" fmla="*/ 24 h 52"/>
                  <a:gd name="T8" fmla="*/ 48 w 51"/>
                  <a:gd name="T9" fmla="*/ 33 h 52"/>
                  <a:gd name="T10" fmla="*/ 29 w 51"/>
                  <a:gd name="T11" fmla="*/ 49 h 52"/>
                  <a:gd name="T12" fmla="*/ 20 w 51"/>
                  <a:gd name="T13" fmla="*/ 48 h 52"/>
                  <a:gd name="T14" fmla="*/ 2 w 51"/>
                  <a:gd name="T15" fmla="*/ 28 h 52"/>
                  <a:gd name="T16" fmla="*/ 3 w 51"/>
                  <a:gd name="T17"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2">
                    <a:moveTo>
                      <a:pt x="3" y="18"/>
                    </a:moveTo>
                    <a:cubicBezTo>
                      <a:pt x="22" y="3"/>
                      <a:pt x="22" y="3"/>
                      <a:pt x="22" y="3"/>
                    </a:cubicBezTo>
                    <a:cubicBezTo>
                      <a:pt x="24" y="0"/>
                      <a:pt x="29" y="1"/>
                      <a:pt x="31" y="3"/>
                    </a:cubicBezTo>
                    <a:cubicBezTo>
                      <a:pt x="48" y="24"/>
                      <a:pt x="48" y="24"/>
                      <a:pt x="48" y="24"/>
                    </a:cubicBezTo>
                    <a:cubicBezTo>
                      <a:pt x="51" y="27"/>
                      <a:pt x="51" y="31"/>
                      <a:pt x="48" y="33"/>
                    </a:cubicBezTo>
                    <a:cubicBezTo>
                      <a:pt x="29" y="49"/>
                      <a:pt x="29" y="49"/>
                      <a:pt x="29" y="49"/>
                    </a:cubicBezTo>
                    <a:cubicBezTo>
                      <a:pt x="26" y="52"/>
                      <a:pt x="22" y="51"/>
                      <a:pt x="20" y="48"/>
                    </a:cubicBezTo>
                    <a:cubicBezTo>
                      <a:pt x="2" y="28"/>
                      <a:pt x="2" y="28"/>
                      <a:pt x="2" y="28"/>
                    </a:cubicBezTo>
                    <a:cubicBezTo>
                      <a:pt x="0" y="25"/>
                      <a:pt x="0" y="21"/>
                      <a:pt x="3" y="1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207"/>
              <p:cNvSpPr>
                <a:spLocks/>
              </p:cNvSpPr>
              <p:nvPr/>
            </p:nvSpPr>
            <p:spPr bwMode="auto">
              <a:xfrm>
                <a:off x="1722" y="1552"/>
                <a:ext cx="365" cy="347"/>
              </a:xfrm>
              <a:custGeom>
                <a:avLst/>
                <a:gdLst>
                  <a:gd name="T0" fmla="*/ 3 w 289"/>
                  <a:gd name="T1" fmla="*/ 168 h 274"/>
                  <a:gd name="T2" fmla="*/ 197 w 289"/>
                  <a:gd name="T3" fmla="*/ 3 h 274"/>
                  <a:gd name="T4" fmla="*/ 207 w 289"/>
                  <a:gd name="T5" fmla="*/ 4 h 274"/>
                  <a:gd name="T6" fmla="*/ 286 w 289"/>
                  <a:gd name="T7" fmla="*/ 97 h 274"/>
                  <a:gd name="T8" fmla="*/ 286 w 289"/>
                  <a:gd name="T9" fmla="*/ 107 h 274"/>
                  <a:gd name="T10" fmla="*/ 92 w 289"/>
                  <a:gd name="T11" fmla="*/ 272 h 274"/>
                  <a:gd name="T12" fmla="*/ 82 w 289"/>
                  <a:gd name="T13" fmla="*/ 271 h 274"/>
                  <a:gd name="T14" fmla="*/ 3 w 289"/>
                  <a:gd name="T15" fmla="*/ 177 h 274"/>
                  <a:gd name="T16" fmla="*/ 3 w 289"/>
                  <a:gd name="T17" fmla="*/ 168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 h="274">
                    <a:moveTo>
                      <a:pt x="3" y="168"/>
                    </a:moveTo>
                    <a:cubicBezTo>
                      <a:pt x="197" y="3"/>
                      <a:pt x="197" y="3"/>
                      <a:pt x="197" y="3"/>
                    </a:cubicBezTo>
                    <a:cubicBezTo>
                      <a:pt x="200" y="0"/>
                      <a:pt x="205" y="1"/>
                      <a:pt x="207" y="4"/>
                    </a:cubicBezTo>
                    <a:cubicBezTo>
                      <a:pt x="286" y="97"/>
                      <a:pt x="286" y="97"/>
                      <a:pt x="286" y="97"/>
                    </a:cubicBezTo>
                    <a:cubicBezTo>
                      <a:pt x="289" y="100"/>
                      <a:pt x="289" y="104"/>
                      <a:pt x="286" y="107"/>
                    </a:cubicBezTo>
                    <a:cubicBezTo>
                      <a:pt x="92" y="272"/>
                      <a:pt x="92" y="272"/>
                      <a:pt x="92" y="272"/>
                    </a:cubicBezTo>
                    <a:cubicBezTo>
                      <a:pt x="89" y="274"/>
                      <a:pt x="84" y="274"/>
                      <a:pt x="82" y="271"/>
                    </a:cubicBezTo>
                    <a:cubicBezTo>
                      <a:pt x="3" y="177"/>
                      <a:pt x="3" y="177"/>
                      <a:pt x="3" y="177"/>
                    </a:cubicBezTo>
                    <a:cubicBezTo>
                      <a:pt x="0" y="175"/>
                      <a:pt x="0" y="170"/>
                      <a:pt x="3" y="16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208"/>
              <p:cNvSpPr>
                <a:spLocks/>
              </p:cNvSpPr>
              <p:nvPr/>
            </p:nvSpPr>
            <p:spPr bwMode="auto">
              <a:xfrm>
                <a:off x="1839" y="1805"/>
                <a:ext cx="147" cy="132"/>
              </a:xfrm>
              <a:custGeom>
                <a:avLst/>
                <a:gdLst>
                  <a:gd name="T0" fmla="*/ 0 w 116"/>
                  <a:gd name="T1" fmla="*/ 82 h 104"/>
                  <a:gd name="T2" fmla="*/ 97 w 116"/>
                  <a:gd name="T3" fmla="*/ 0 h 104"/>
                  <a:gd name="T4" fmla="*/ 99 w 116"/>
                  <a:gd name="T5" fmla="*/ 0 h 104"/>
                  <a:gd name="T6" fmla="*/ 115 w 116"/>
                  <a:gd name="T7" fmla="*/ 20 h 104"/>
                  <a:gd name="T8" fmla="*/ 115 w 116"/>
                  <a:gd name="T9" fmla="*/ 22 h 104"/>
                  <a:gd name="T10" fmla="*/ 19 w 116"/>
                  <a:gd name="T11" fmla="*/ 104 h 104"/>
                  <a:gd name="T12" fmla="*/ 17 w 116"/>
                  <a:gd name="T13" fmla="*/ 104 h 104"/>
                  <a:gd name="T14" fmla="*/ 0 w 116"/>
                  <a:gd name="T15" fmla="*/ 84 h 104"/>
                  <a:gd name="T16" fmla="*/ 0 w 116"/>
                  <a:gd name="T17" fmla="*/ 8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104">
                    <a:moveTo>
                      <a:pt x="0" y="82"/>
                    </a:moveTo>
                    <a:cubicBezTo>
                      <a:pt x="97" y="0"/>
                      <a:pt x="97" y="0"/>
                      <a:pt x="97" y="0"/>
                    </a:cubicBezTo>
                    <a:cubicBezTo>
                      <a:pt x="97" y="0"/>
                      <a:pt x="98" y="0"/>
                      <a:pt x="99" y="0"/>
                    </a:cubicBezTo>
                    <a:cubicBezTo>
                      <a:pt x="115" y="20"/>
                      <a:pt x="115" y="20"/>
                      <a:pt x="115" y="20"/>
                    </a:cubicBezTo>
                    <a:cubicBezTo>
                      <a:pt x="116" y="20"/>
                      <a:pt x="116" y="21"/>
                      <a:pt x="115" y="22"/>
                    </a:cubicBezTo>
                    <a:cubicBezTo>
                      <a:pt x="19" y="104"/>
                      <a:pt x="19" y="104"/>
                      <a:pt x="19" y="104"/>
                    </a:cubicBezTo>
                    <a:cubicBezTo>
                      <a:pt x="18" y="104"/>
                      <a:pt x="17" y="104"/>
                      <a:pt x="17" y="104"/>
                    </a:cubicBezTo>
                    <a:cubicBezTo>
                      <a:pt x="0" y="84"/>
                      <a:pt x="0" y="84"/>
                      <a:pt x="0" y="84"/>
                    </a:cubicBezTo>
                    <a:cubicBezTo>
                      <a:pt x="0" y="84"/>
                      <a:pt x="0" y="83"/>
                      <a:pt x="0" y="82"/>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209"/>
              <p:cNvSpPr>
                <a:spLocks/>
              </p:cNvSpPr>
              <p:nvPr/>
            </p:nvSpPr>
            <p:spPr bwMode="auto">
              <a:xfrm>
                <a:off x="1973" y="1691"/>
                <a:ext cx="147" cy="132"/>
              </a:xfrm>
              <a:custGeom>
                <a:avLst/>
                <a:gdLst>
                  <a:gd name="T0" fmla="*/ 0 w 116"/>
                  <a:gd name="T1" fmla="*/ 82 h 104"/>
                  <a:gd name="T2" fmla="*/ 97 w 116"/>
                  <a:gd name="T3" fmla="*/ 0 h 104"/>
                  <a:gd name="T4" fmla="*/ 99 w 116"/>
                  <a:gd name="T5" fmla="*/ 1 h 104"/>
                  <a:gd name="T6" fmla="*/ 115 w 116"/>
                  <a:gd name="T7" fmla="*/ 20 h 104"/>
                  <a:gd name="T8" fmla="*/ 115 w 116"/>
                  <a:gd name="T9" fmla="*/ 22 h 104"/>
                  <a:gd name="T10" fmla="*/ 19 w 116"/>
                  <a:gd name="T11" fmla="*/ 104 h 104"/>
                  <a:gd name="T12" fmla="*/ 17 w 116"/>
                  <a:gd name="T13" fmla="*/ 104 h 104"/>
                  <a:gd name="T14" fmla="*/ 0 w 116"/>
                  <a:gd name="T15" fmla="*/ 84 h 104"/>
                  <a:gd name="T16" fmla="*/ 0 w 116"/>
                  <a:gd name="T17" fmla="*/ 8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104">
                    <a:moveTo>
                      <a:pt x="0" y="82"/>
                    </a:moveTo>
                    <a:cubicBezTo>
                      <a:pt x="97" y="0"/>
                      <a:pt x="97" y="0"/>
                      <a:pt x="97" y="0"/>
                    </a:cubicBezTo>
                    <a:cubicBezTo>
                      <a:pt x="97" y="0"/>
                      <a:pt x="98" y="0"/>
                      <a:pt x="99" y="1"/>
                    </a:cubicBezTo>
                    <a:cubicBezTo>
                      <a:pt x="115" y="20"/>
                      <a:pt x="115" y="20"/>
                      <a:pt x="115" y="20"/>
                    </a:cubicBezTo>
                    <a:cubicBezTo>
                      <a:pt x="116" y="21"/>
                      <a:pt x="116" y="21"/>
                      <a:pt x="115" y="22"/>
                    </a:cubicBezTo>
                    <a:cubicBezTo>
                      <a:pt x="19" y="104"/>
                      <a:pt x="19" y="104"/>
                      <a:pt x="19" y="104"/>
                    </a:cubicBezTo>
                    <a:cubicBezTo>
                      <a:pt x="18" y="104"/>
                      <a:pt x="17" y="104"/>
                      <a:pt x="17" y="104"/>
                    </a:cubicBezTo>
                    <a:cubicBezTo>
                      <a:pt x="0" y="84"/>
                      <a:pt x="0" y="84"/>
                      <a:pt x="0" y="84"/>
                    </a:cubicBezTo>
                    <a:cubicBezTo>
                      <a:pt x="0" y="84"/>
                      <a:pt x="0" y="83"/>
                      <a:pt x="0" y="82"/>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210"/>
              <p:cNvSpPr>
                <a:spLocks/>
              </p:cNvSpPr>
              <p:nvPr/>
            </p:nvSpPr>
            <p:spPr bwMode="auto">
              <a:xfrm>
                <a:off x="1094" y="911"/>
                <a:ext cx="878" cy="751"/>
              </a:xfrm>
              <a:custGeom>
                <a:avLst/>
                <a:gdLst>
                  <a:gd name="T0" fmla="*/ 656 w 695"/>
                  <a:gd name="T1" fmla="*/ 10 h 594"/>
                  <a:gd name="T2" fmla="*/ 13 w 695"/>
                  <a:gd name="T3" fmla="*/ 556 h 594"/>
                  <a:gd name="T4" fmla="*/ 10 w 695"/>
                  <a:gd name="T5" fmla="*/ 594 h 594"/>
                  <a:gd name="T6" fmla="*/ 695 w 695"/>
                  <a:gd name="T7" fmla="*/ 13 h 594"/>
                  <a:gd name="T8" fmla="*/ 656 w 695"/>
                  <a:gd name="T9" fmla="*/ 10 h 594"/>
                </a:gdLst>
                <a:ahLst/>
                <a:cxnLst>
                  <a:cxn ang="0">
                    <a:pos x="T0" y="T1"/>
                  </a:cxn>
                  <a:cxn ang="0">
                    <a:pos x="T2" y="T3"/>
                  </a:cxn>
                  <a:cxn ang="0">
                    <a:pos x="T4" y="T5"/>
                  </a:cxn>
                  <a:cxn ang="0">
                    <a:pos x="T6" y="T7"/>
                  </a:cxn>
                  <a:cxn ang="0">
                    <a:pos x="T8" y="T9"/>
                  </a:cxn>
                </a:cxnLst>
                <a:rect l="0" t="0" r="r" b="b"/>
                <a:pathLst>
                  <a:path w="695" h="594">
                    <a:moveTo>
                      <a:pt x="656" y="10"/>
                    </a:moveTo>
                    <a:cubicBezTo>
                      <a:pt x="13" y="556"/>
                      <a:pt x="13" y="556"/>
                      <a:pt x="13" y="556"/>
                    </a:cubicBezTo>
                    <a:cubicBezTo>
                      <a:pt x="2" y="565"/>
                      <a:pt x="0" y="583"/>
                      <a:pt x="10" y="594"/>
                    </a:cubicBezTo>
                    <a:cubicBezTo>
                      <a:pt x="695" y="13"/>
                      <a:pt x="695" y="13"/>
                      <a:pt x="695" y="13"/>
                    </a:cubicBezTo>
                    <a:cubicBezTo>
                      <a:pt x="685" y="2"/>
                      <a:pt x="668" y="0"/>
                      <a:pt x="656" y="10"/>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211"/>
              <p:cNvSpPr>
                <a:spLocks/>
              </p:cNvSpPr>
              <p:nvPr/>
            </p:nvSpPr>
            <p:spPr bwMode="auto">
              <a:xfrm>
                <a:off x="2061" y="1732"/>
                <a:ext cx="689" cy="697"/>
              </a:xfrm>
              <a:custGeom>
                <a:avLst/>
                <a:gdLst>
                  <a:gd name="T0" fmla="*/ 8 w 545"/>
                  <a:gd name="T1" fmla="*/ 355 h 552"/>
                  <a:gd name="T2" fmla="*/ 7 w 545"/>
                  <a:gd name="T3" fmla="*/ 330 h 552"/>
                  <a:gd name="T4" fmla="*/ 310 w 545"/>
                  <a:gd name="T5" fmla="*/ 7 h 552"/>
                  <a:gd name="T6" fmla="*/ 335 w 545"/>
                  <a:gd name="T7" fmla="*/ 7 h 552"/>
                  <a:gd name="T8" fmla="*/ 538 w 545"/>
                  <a:gd name="T9" fmla="*/ 197 h 552"/>
                  <a:gd name="T10" fmla="*/ 538 w 545"/>
                  <a:gd name="T11" fmla="*/ 222 h 552"/>
                  <a:gd name="T12" fmla="*/ 235 w 545"/>
                  <a:gd name="T13" fmla="*/ 545 h 552"/>
                  <a:gd name="T14" fmla="*/ 210 w 545"/>
                  <a:gd name="T15" fmla="*/ 545 h 552"/>
                  <a:gd name="T16" fmla="*/ 8 w 545"/>
                  <a:gd name="T17" fmla="*/ 355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552">
                    <a:moveTo>
                      <a:pt x="8" y="355"/>
                    </a:moveTo>
                    <a:cubicBezTo>
                      <a:pt x="1" y="348"/>
                      <a:pt x="0" y="337"/>
                      <a:pt x="7" y="330"/>
                    </a:cubicBezTo>
                    <a:cubicBezTo>
                      <a:pt x="310" y="7"/>
                      <a:pt x="310" y="7"/>
                      <a:pt x="310" y="7"/>
                    </a:cubicBezTo>
                    <a:cubicBezTo>
                      <a:pt x="317" y="0"/>
                      <a:pt x="328" y="0"/>
                      <a:pt x="335" y="7"/>
                    </a:cubicBezTo>
                    <a:cubicBezTo>
                      <a:pt x="538" y="197"/>
                      <a:pt x="538" y="197"/>
                      <a:pt x="538" y="197"/>
                    </a:cubicBezTo>
                    <a:cubicBezTo>
                      <a:pt x="545" y="204"/>
                      <a:pt x="545" y="215"/>
                      <a:pt x="538" y="222"/>
                    </a:cubicBezTo>
                    <a:cubicBezTo>
                      <a:pt x="235" y="545"/>
                      <a:pt x="235" y="545"/>
                      <a:pt x="235" y="545"/>
                    </a:cubicBezTo>
                    <a:cubicBezTo>
                      <a:pt x="229" y="552"/>
                      <a:pt x="217" y="552"/>
                      <a:pt x="210" y="545"/>
                    </a:cubicBezTo>
                    <a:lnTo>
                      <a:pt x="8" y="355"/>
                    </a:lnTo>
                    <a:close/>
                  </a:path>
                </a:pathLst>
              </a:custGeom>
              <a:solidFill>
                <a:srgbClr val="3745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212"/>
              <p:cNvSpPr>
                <a:spLocks/>
              </p:cNvSpPr>
              <p:nvPr/>
            </p:nvSpPr>
            <p:spPr bwMode="auto">
              <a:xfrm>
                <a:off x="2159" y="1794"/>
                <a:ext cx="530" cy="534"/>
              </a:xfrm>
              <a:custGeom>
                <a:avLst/>
                <a:gdLst>
                  <a:gd name="T0" fmla="*/ 302 w 530"/>
                  <a:gd name="T1" fmla="*/ 0 h 534"/>
                  <a:gd name="T2" fmla="*/ 0 w 530"/>
                  <a:gd name="T3" fmla="*/ 322 h 534"/>
                  <a:gd name="T4" fmla="*/ 227 w 530"/>
                  <a:gd name="T5" fmla="*/ 534 h 534"/>
                  <a:gd name="T6" fmla="*/ 530 w 530"/>
                  <a:gd name="T7" fmla="*/ 212 h 534"/>
                  <a:gd name="T8" fmla="*/ 302 w 530"/>
                  <a:gd name="T9" fmla="*/ 0 h 534"/>
                </a:gdLst>
                <a:ahLst/>
                <a:cxnLst>
                  <a:cxn ang="0">
                    <a:pos x="T0" y="T1"/>
                  </a:cxn>
                  <a:cxn ang="0">
                    <a:pos x="T2" y="T3"/>
                  </a:cxn>
                  <a:cxn ang="0">
                    <a:pos x="T4" y="T5"/>
                  </a:cxn>
                  <a:cxn ang="0">
                    <a:pos x="T6" y="T7"/>
                  </a:cxn>
                  <a:cxn ang="0">
                    <a:pos x="T8" y="T9"/>
                  </a:cxn>
                </a:cxnLst>
                <a:rect l="0" t="0" r="r" b="b"/>
                <a:pathLst>
                  <a:path w="530" h="534">
                    <a:moveTo>
                      <a:pt x="302" y="0"/>
                    </a:moveTo>
                    <a:lnTo>
                      <a:pt x="0" y="322"/>
                    </a:lnTo>
                    <a:lnTo>
                      <a:pt x="227" y="534"/>
                    </a:lnTo>
                    <a:lnTo>
                      <a:pt x="530" y="212"/>
                    </a:lnTo>
                    <a:lnTo>
                      <a:pt x="302" y="0"/>
                    </a:lnTo>
                    <a:close/>
                  </a:path>
                </a:pathLst>
              </a:custGeom>
              <a:solidFill>
                <a:srgbClr val="2D3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213"/>
              <p:cNvSpPr>
                <a:spLocks/>
              </p:cNvSpPr>
              <p:nvPr/>
            </p:nvSpPr>
            <p:spPr bwMode="auto">
              <a:xfrm>
                <a:off x="2197" y="2231"/>
                <a:ext cx="70" cy="70"/>
              </a:xfrm>
              <a:custGeom>
                <a:avLst/>
                <a:gdLst>
                  <a:gd name="T0" fmla="*/ 44 w 55"/>
                  <a:gd name="T1" fmla="*/ 9 h 55"/>
                  <a:gd name="T2" fmla="*/ 9 w 55"/>
                  <a:gd name="T3" fmla="*/ 10 h 55"/>
                  <a:gd name="T4" fmla="*/ 10 w 55"/>
                  <a:gd name="T5" fmla="*/ 45 h 55"/>
                  <a:gd name="T6" fmla="*/ 46 w 55"/>
                  <a:gd name="T7" fmla="*/ 44 h 55"/>
                  <a:gd name="T8" fmla="*/ 44 w 55"/>
                  <a:gd name="T9" fmla="*/ 9 h 55"/>
                </a:gdLst>
                <a:ahLst/>
                <a:cxnLst>
                  <a:cxn ang="0">
                    <a:pos x="T0" y="T1"/>
                  </a:cxn>
                  <a:cxn ang="0">
                    <a:pos x="T2" y="T3"/>
                  </a:cxn>
                  <a:cxn ang="0">
                    <a:pos x="T4" y="T5"/>
                  </a:cxn>
                  <a:cxn ang="0">
                    <a:pos x="T6" y="T7"/>
                  </a:cxn>
                  <a:cxn ang="0">
                    <a:pos x="T8" y="T9"/>
                  </a:cxn>
                </a:cxnLst>
                <a:rect l="0" t="0" r="r" b="b"/>
                <a:pathLst>
                  <a:path w="55" h="55">
                    <a:moveTo>
                      <a:pt x="44" y="9"/>
                    </a:moveTo>
                    <a:cubicBezTo>
                      <a:pt x="34" y="0"/>
                      <a:pt x="19" y="0"/>
                      <a:pt x="9" y="10"/>
                    </a:cubicBezTo>
                    <a:cubicBezTo>
                      <a:pt x="0" y="20"/>
                      <a:pt x="0" y="36"/>
                      <a:pt x="10" y="45"/>
                    </a:cubicBezTo>
                    <a:cubicBezTo>
                      <a:pt x="20" y="55"/>
                      <a:pt x="36" y="54"/>
                      <a:pt x="46" y="44"/>
                    </a:cubicBezTo>
                    <a:cubicBezTo>
                      <a:pt x="55" y="34"/>
                      <a:pt x="55" y="18"/>
                      <a:pt x="44" y="9"/>
                    </a:cubicBezTo>
                    <a:close/>
                  </a:path>
                </a:pathLst>
              </a:custGeom>
              <a:solidFill>
                <a:srgbClr val="1C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214"/>
              <p:cNvSpPr>
                <a:spLocks/>
              </p:cNvSpPr>
              <p:nvPr/>
            </p:nvSpPr>
            <p:spPr bwMode="auto">
              <a:xfrm>
                <a:off x="2216" y="2250"/>
                <a:ext cx="32" cy="30"/>
              </a:xfrm>
              <a:custGeom>
                <a:avLst/>
                <a:gdLst>
                  <a:gd name="T0" fmla="*/ 20 w 25"/>
                  <a:gd name="T1" fmla="*/ 4 h 24"/>
                  <a:gd name="T2" fmla="*/ 4 w 25"/>
                  <a:gd name="T3" fmla="*/ 5 h 24"/>
                  <a:gd name="T4" fmla="*/ 5 w 25"/>
                  <a:gd name="T5" fmla="*/ 20 h 24"/>
                  <a:gd name="T6" fmla="*/ 20 w 25"/>
                  <a:gd name="T7" fmla="*/ 20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16" y="0"/>
                      <a:pt x="9" y="0"/>
                      <a:pt x="4" y="5"/>
                    </a:cubicBezTo>
                    <a:cubicBezTo>
                      <a:pt x="0" y="9"/>
                      <a:pt x="0" y="16"/>
                      <a:pt x="5" y="20"/>
                    </a:cubicBezTo>
                    <a:cubicBezTo>
                      <a:pt x="9" y="24"/>
                      <a:pt x="16" y="24"/>
                      <a:pt x="20" y="20"/>
                    </a:cubicBezTo>
                    <a:cubicBezTo>
                      <a:pt x="25" y="15"/>
                      <a:pt x="24" y="8"/>
                      <a:pt x="20" y="4"/>
                    </a:cubicBezTo>
                    <a:close/>
                  </a:path>
                </a:pathLst>
              </a:custGeom>
              <a:solidFill>
                <a:srgbClr val="122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215"/>
              <p:cNvSpPr>
                <a:spLocks/>
              </p:cNvSpPr>
              <p:nvPr/>
            </p:nvSpPr>
            <p:spPr bwMode="auto">
              <a:xfrm>
                <a:off x="2176" y="2211"/>
                <a:ext cx="36" cy="38"/>
              </a:xfrm>
              <a:custGeom>
                <a:avLst/>
                <a:gdLst>
                  <a:gd name="T0" fmla="*/ 28 w 29"/>
                  <a:gd name="T1" fmla="*/ 8 h 30"/>
                  <a:gd name="T2" fmla="*/ 28 w 29"/>
                  <a:gd name="T3" fmla="*/ 12 h 30"/>
                  <a:gd name="T4" fmla="*/ 12 w 29"/>
                  <a:gd name="T5" fmla="*/ 28 h 30"/>
                  <a:gd name="T6" fmla="*/ 8 w 29"/>
                  <a:gd name="T7" fmla="*/ 29 h 30"/>
                  <a:gd name="T8" fmla="*/ 1 w 29"/>
                  <a:gd name="T9" fmla="*/ 21 h 30"/>
                  <a:gd name="T10" fmla="*/ 1 w 29"/>
                  <a:gd name="T11" fmla="*/ 18 h 30"/>
                  <a:gd name="T12" fmla="*/ 16 w 29"/>
                  <a:gd name="T13" fmla="*/ 1 h 30"/>
                  <a:gd name="T14" fmla="*/ 20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2" y="28"/>
                      <a:pt x="12" y="28"/>
                      <a:pt x="12" y="28"/>
                    </a:cubicBezTo>
                    <a:cubicBezTo>
                      <a:pt x="11" y="30"/>
                      <a:pt x="10" y="30"/>
                      <a:pt x="8" y="29"/>
                    </a:cubicBezTo>
                    <a:cubicBezTo>
                      <a:pt x="1" y="21"/>
                      <a:pt x="1" y="21"/>
                      <a:pt x="1" y="21"/>
                    </a:cubicBezTo>
                    <a:cubicBezTo>
                      <a:pt x="0" y="20"/>
                      <a:pt x="0" y="19"/>
                      <a:pt x="1" y="18"/>
                    </a:cubicBezTo>
                    <a:cubicBezTo>
                      <a:pt x="16" y="1"/>
                      <a:pt x="16" y="1"/>
                      <a:pt x="16" y="1"/>
                    </a:cubicBezTo>
                    <a:cubicBezTo>
                      <a:pt x="17"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216"/>
              <p:cNvSpPr>
                <a:spLocks/>
              </p:cNvSpPr>
              <p:nvPr/>
            </p:nvSpPr>
            <p:spPr bwMode="auto">
              <a:xfrm>
                <a:off x="2157" y="2193"/>
                <a:ext cx="36" cy="38"/>
              </a:xfrm>
              <a:custGeom>
                <a:avLst/>
                <a:gdLst>
                  <a:gd name="T0" fmla="*/ 28 w 29"/>
                  <a:gd name="T1" fmla="*/ 8 h 30"/>
                  <a:gd name="T2" fmla="*/ 28 w 29"/>
                  <a:gd name="T3" fmla="*/ 12 h 30"/>
                  <a:gd name="T4" fmla="*/ 13 w 29"/>
                  <a:gd name="T5" fmla="*/ 29 h 30"/>
                  <a:gd name="T6" fmla="*/ 9 w 29"/>
                  <a:gd name="T7" fmla="*/ 29 h 30"/>
                  <a:gd name="T8" fmla="*/ 1 w 29"/>
                  <a:gd name="T9" fmla="*/ 22 h 30"/>
                  <a:gd name="T10" fmla="*/ 1 w 29"/>
                  <a:gd name="T11" fmla="*/ 18 h 30"/>
                  <a:gd name="T12" fmla="*/ 16 w 29"/>
                  <a:gd name="T13" fmla="*/ 1 h 30"/>
                  <a:gd name="T14" fmla="*/ 20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3" y="29"/>
                      <a:pt x="13" y="29"/>
                      <a:pt x="13" y="29"/>
                    </a:cubicBezTo>
                    <a:cubicBezTo>
                      <a:pt x="12" y="30"/>
                      <a:pt x="10" y="30"/>
                      <a:pt x="9" y="29"/>
                    </a:cubicBezTo>
                    <a:cubicBezTo>
                      <a:pt x="1" y="22"/>
                      <a:pt x="1" y="22"/>
                      <a:pt x="1" y="22"/>
                    </a:cubicBezTo>
                    <a:cubicBezTo>
                      <a:pt x="0" y="21"/>
                      <a:pt x="0" y="19"/>
                      <a:pt x="1" y="18"/>
                    </a:cubicBezTo>
                    <a:cubicBezTo>
                      <a:pt x="16" y="1"/>
                      <a:pt x="16" y="1"/>
                      <a:pt x="16" y="1"/>
                    </a:cubicBezTo>
                    <a:cubicBezTo>
                      <a:pt x="18"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217"/>
              <p:cNvSpPr>
                <a:spLocks/>
              </p:cNvSpPr>
              <p:nvPr/>
            </p:nvSpPr>
            <p:spPr bwMode="auto">
              <a:xfrm>
                <a:off x="2138" y="2175"/>
                <a:ext cx="38" cy="38"/>
              </a:xfrm>
              <a:custGeom>
                <a:avLst/>
                <a:gdLst>
                  <a:gd name="T0" fmla="*/ 28 w 30"/>
                  <a:gd name="T1" fmla="*/ 9 h 30"/>
                  <a:gd name="T2" fmla="*/ 29 w 30"/>
                  <a:gd name="T3" fmla="*/ 12 h 30"/>
                  <a:gd name="T4" fmla="*/ 13 w 30"/>
                  <a:gd name="T5" fmla="*/ 29 h 30"/>
                  <a:gd name="T6" fmla="*/ 9 w 30"/>
                  <a:gd name="T7" fmla="*/ 29 h 30"/>
                  <a:gd name="T8" fmla="*/ 1 w 30"/>
                  <a:gd name="T9" fmla="*/ 22 h 30"/>
                  <a:gd name="T10" fmla="*/ 1 w 30"/>
                  <a:gd name="T11" fmla="*/ 18 h 30"/>
                  <a:gd name="T12" fmla="*/ 17 w 30"/>
                  <a:gd name="T13" fmla="*/ 2 h 30"/>
                  <a:gd name="T14" fmla="*/ 21 w 30"/>
                  <a:gd name="T15" fmla="*/ 1 h 30"/>
                  <a:gd name="T16" fmla="*/ 28 w 30"/>
                  <a:gd name="T17"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8" y="9"/>
                    </a:moveTo>
                    <a:cubicBezTo>
                      <a:pt x="29" y="10"/>
                      <a:pt x="30" y="11"/>
                      <a:pt x="29" y="12"/>
                    </a:cubicBezTo>
                    <a:cubicBezTo>
                      <a:pt x="13" y="29"/>
                      <a:pt x="13" y="29"/>
                      <a:pt x="13" y="29"/>
                    </a:cubicBezTo>
                    <a:cubicBezTo>
                      <a:pt x="12" y="30"/>
                      <a:pt x="10" y="30"/>
                      <a:pt x="9" y="29"/>
                    </a:cubicBezTo>
                    <a:cubicBezTo>
                      <a:pt x="1" y="22"/>
                      <a:pt x="1" y="22"/>
                      <a:pt x="1" y="22"/>
                    </a:cubicBezTo>
                    <a:cubicBezTo>
                      <a:pt x="0" y="21"/>
                      <a:pt x="0" y="19"/>
                      <a:pt x="1" y="18"/>
                    </a:cubicBezTo>
                    <a:cubicBezTo>
                      <a:pt x="17" y="2"/>
                      <a:pt x="17" y="2"/>
                      <a:pt x="17" y="2"/>
                    </a:cubicBezTo>
                    <a:cubicBezTo>
                      <a:pt x="18" y="0"/>
                      <a:pt x="20" y="0"/>
                      <a:pt x="21" y="1"/>
                    </a:cubicBezTo>
                    <a:lnTo>
                      <a:pt x="28" y="9"/>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218"/>
              <p:cNvSpPr>
                <a:spLocks/>
              </p:cNvSpPr>
              <p:nvPr/>
            </p:nvSpPr>
            <p:spPr bwMode="auto">
              <a:xfrm>
                <a:off x="2120" y="2159"/>
                <a:ext cx="37" cy="37"/>
              </a:xfrm>
              <a:custGeom>
                <a:avLst/>
                <a:gdLst>
                  <a:gd name="T0" fmla="*/ 28 w 29"/>
                  <a:gd name="T1" fmla="*/ 8 h 29"/>
                  <a:gd name="T2" fmla="*/ 28 w 29"/>
                  <a:gd name="T3" fmla="*/ 12 h 29"/>
                  <a:gd name="T4" fmla="*/ 12 w 29"/>
                  <a:gd name="T5" fmla="*/ 28 h 29"/>
                  <a:gd name="T6" fmla="*/ 9 w 29"/>
                  <a:gd name="T7" fmla="*/ 28 h 29"/>
                  <a:gd name="T8" fmla="*/ 1 w 29"/>
                  <a:gd name="T9" fmla="*/ 21 h 29"/>
                  <a:gd name="T10" fmla="*/ 1 w 29"/>
                  <a:gd name="T11" fmla="*/ 17 h 29"/>
                  <a:gd name="T12" fmla="*/ 16 w 29"/>
                  <a:gd name="T13" fmla="*/ 1 h 29"/>
                  <a:gd name="T14" fmla="*/ 20 w 29"/>
                  <a:gd name="T15" fmla="*/ 1 h 29"/>
                  <a:gd name="T16" fmla="*/ 28 w 29"/>
                  <a:gd name="T17"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8"/>
                    </a:moveTo>
                    <a:cubicBezTo>
                      <a:pt x="29" y="9"/>
                      <a:pt x="29" y="11"/>
                      <a:pt x="28" y="12"/>
                    </a:cubicBezTo>
                    <a:cubicBezTo>
                      <a:pt x="12" y="28"/>
                      <a:pt x="12" y="28"/>
                      <a:pt x="12" y="28"/>
                    </a:cubicBezTo>
                    <a:cubicBezTo>
                      <a:pt x="11" y="29"/>
                      <a:pt x="10" y="29"/>
                      <a:pt x="9" y="28"/>
                    </a:cubicBezTo>
                    <a:cubicBezTo>
                      <a:pt x="1" y="21"/>
                      <a:pt x="1" y="21"/>
                      <a:pt x="1" y="21"/>
                    </a:cubicBezTo>
                    <a:cubicBezTo>
                      <a:pt x="0" y="20"/>
                      <a:pt x="0" y="18"/>
                      <a:pt x="1" y="17"/>
                    </a:cubicBezTo>
                    <a:cubicBezTo>
                      <a:pt x="16" y="1"/>
                      <a:pt x="16" y="1"/>
                      <a:pt x="16" y="1"/>
                    </a:cubicBezTo>
                    <a:cubicBezTo>
                      <a:pt x="17"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219"/>
              <p:cNvSpPr>
                <a:spLocks/>
              </p:cNvSpPr>
              <p:nvPr/>
            </p:nvSpPr>
            <p:spPr bwMode="auto">
              <a:xfrm>
                <a:off x="2308" y="2336"/>
                <a:ext cx="37" cy="38"/>
              </a:xfrm>
              <a:custGeom>
                <a:avLst/>
                <a:gdLst>
                  <a:gd name="T0" fmla="*/ 28 w 29"/>
                  <a:gd name="T1" fmla="*/ 8 h 30"/>
                  <a:gd name="T2" fmla="*/ 28 w 29"/>
                  <a:gd name="T3" fmla="*/ 12 h 30"/>
                  <a:gd name="T4" fmla="*/ 13 w 29"/>
                  <a:gd name="T5" fmla="*/ 29 h 30"/>
                  <a:gd name="T6" fmla="*/ 9 w 29"/>
                  <a:gd name="T7" fmla="*/ 29 h 30"/>
                  <a:gd name="T8" fmla="*/ 1 w 29"/>
                  <a:gd name="T9" fmla="*/ 21 h 30"/>
                  <a:gd name="T10" fmla="*/ 1 w 29"/>
                  <a:gd name="T11" fmla="*/ 18 h 30"/>
                  <a:gd name="T12" fmla="*/ 17 w 29"/>
                  <a:gd name="T13" fmla="*/ 1 h 30"/>
                  <a:gd name="T14" fmla="*/ 20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3" y="29"/>
                      <a:pt x="13" y="29"/>
                      <a:pt x="13" y="29"/>
                    </a:cubicBezTo>
                    <a:cubicBezTo>
                      <a:pt x="12" y="30"/>
                      <a:pt x="10" y="30"/>
                      <a:pt x="9" y="29"/>
                    </a:cubicBezTo>
                    <a:cubicBezTo>
                      <a:pt x="1" y="21"/>
                      <a:pt x="1" y="21"/>
                      <a:pt x="1" y="21"/>
                    </a:cubicBezTo>
                    <a:cubicBezTo>
                      <a:pt x="0" y="20"/>
                      <a:pt x="0" y="19"/>
                      <a:pt x="1" y="18"/>
                    </a:cubicBezTo>
                    <a:cubicBezTo>
                      <a:pt x="17" y="1"/>
                      <a:pt x="17" y="1"/>
                      <a:pt x="17" y="1"/>
                    </a:cubicBezTo>
                    <a:cubicBezTo>
                      <a:pt x="18"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220"/>
              <p:cNvSpPr>
                <a:spLocks/>
              </p:cNvSpPr>
              <p:nvPr/>
            </p:nvSpPr>
            <p:spPr bwMode="auto">
              <a:xfrm>
                <a:off x="2291" y="2318"/>
                <a:ext cx="36" cy="38"/>
              </a:xfrm>
              <a:custGeom>
                <a:avLst/>
                <a:gdLst>
                  <a:gd name="T0" fmla="*/ 28 w 29"/>
                  <a:gd name="T1" fmla="*/ 9 h 30"/>
                  <a:gd name="T2" fmla="*/ 28 w 29"/>
                  <a:gd name="T3" fmla="*/ 12 h 30"/>
                  <a:gd name="T4" fmla="*/ 12 w 29"/>
                  <a:gd name="T5" fmla="*/ 29 h 30"/>
                  <a:gd name="T6" fmla="*/ 8 w 29"/>
                  <a:gd name="T7" fmla="*/ 29 h 30"/>
                  <a:gd name="T8" fmla="*/ 1 w 29"/>
                  <a:gd name="T9" fmla="*/ 22 h 30"/>
                  <a:gd name="T10" fmla="*/ 1 w 29"/>
                  <a:gd name="T11" fmla="*/ 18 h 30"/>
                  <a:gd name="T12" fmla="*/ 16 w 29"/>
                  <a:gd name="T13" fmla="*/ 1 h 30"/>
                  <a:gd name="T14" fmla="*/ 20 w 29"/>
                  <a:gd name="T15" fmla="*/ 1 h 30"/>
                  <a:gd name="T16" fmla="*/ 28 w 29"/>
                  <a:gd name="T17"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9"/>
                    </a:moveTo>
                    <a:cubicBezTo>
                      <a:pt x="29" y="10"/>
                      <a:pt x="29" y="11"/>
                      <a:pt x="28" y="12"/>
                    </a:cubicBezTo>
                    <a:cubicBezTo>
                      <a:pt x="12" y="29"/>
                      <a:pt x="12" y="29"/>
                      <a:pt x="12" y="29"/>
                    </a:cubicBezTo>
                    <a:cubicBezTo>
                      <a:pt x="11" y="30"/>
                      <a:pt x="9" y="30"/>
                      <a:pt x="8" y="29"/>
                    </a:cubicBezTo>
                    <a:cubicBezTo>
                      <a:pt x="1" y="22"/>
                      <a:pt x="1" y="22"/>
                      <a:pt x="1" y="22"/>
                    </a:cubicBezTo>
                    <a:cubicBezTo>
                      <a:pt x="0" y="21"/>
                      <a:pt x="0" y="19"/>
                      <a:pt x="1" y="18"/>
                    </a:cubicBezTo>
                    <a:cubicBezTo>
                      <a:pt x="16" y="1"/>
                      <a:pt x="16" y="1"/>
                      <a:pt x="16" y="1"/>
                    </a:cubicBezTo>
                    <a:cubicBezTo>
                      <a:pt x="17" y="0"/>
                      <a:pt x="19" y="0"/>
                      <a:pt x="20" y="1"/>
                    </a:cubicBezTo>
                    <a:lnTo>
                      <a:pt x="28" y="9"/>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221"/>
              <p:cNvSpPr>
                <a:spLocks/>
              </p:cNvSpPr>
              <p:nvPr/>
            </p:nvSpPr>
            <p:spPr bwMode="auto">
              <a:xfrm>
                <a:off x="2272" y="2302"/>
                <a:ext cx="36" cy="36"/>
              </a:xfrm>
              <a:custGeom>
                <a:avLst/>
                <a:gdLst>
                  <a:gd name="T0" fmla="*/ 28 w 29"/>
                  <a:gd name="T1" fmla="*/ 8 h 29"/>
                  <a:gd name="T2" fmla="*/ 28 w 29"/>
                  <a:gd name="T3" fmla="*/ 12 h 29"/>
                  <a:gd name="T4" fmla="*/ 13 w 29"/>
                  <a:gd name="T5" fmla="*/ 28 h 29"/>
                  <a:gd name="T6" fmla="*/ 9 w 29"/>
                  <a:gd name="T7" fmla="*/ 28 h 29"/>
                  <a:gd name="T8" fmla="*/ 1 w 29"/>
                  <a:gd name="T9" fmla="*/ 21 h 29"/>
                  <a:gd name="T10" fmla="*/ 1 w 29"/>
                  <a:gd name="T11" fmla="*/ 17 h 29"/>
                  <a:gd name="T12" fmla="*/ 16 w 29"/>
                  <a:gd name="T13" fmla="*/ 1 h 29"/>
                  <a:gd name="T14" fmla="*/ 20 w 29"/>
                  <a:gd name="T15" fmla="*/ 1 h 29"/>
                  <a:gd name="T16" fmla="*/ 28 w 29"/>
                  <a:gd name="T17"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8"/>
                    </a:moveTo>
                    <a:cubicBezTo>
                      <a:pt x="29" y="9"/>
                      <a:pt x="29" y="11"/>
                      <a:pt x="28" y="12"/>
                    </a:cubicBezTo>
                    <a:cubicBezTo>
                      <a:pt x="13" y="28"/>
                      <a:pt x="13" y="28"/>
                      <a:pt x="13" y="28"/>
                    </a:cubicBezTo>
                    <a:cubicBezTo>
                      <a:pt x="12" y="29"/>
                      <a:pt x="10" y="29"/>
                      <a:pt x="9" y="28"/>
                    </a:cubicBezTo>
                    <a:cubicBezTo>
                      <a:pt x="1" y="21"/>
                      <a:pt x="1" y="21"/>
                      <a:pt x="1" y="21"/>
                    </a:cubicBezTo>
                    <a:cubicBezTo>
                      <a:pt x="0" y="20"/>
                      <a:pt x="0" y="18"/>
                      <a:pt x="1" y="17"/>
                    </a:cubicBezTo>
                    <a:cubicBezTo>
                      <a:pt x="16" y="1"/>
                      <a:pt x="16" y="1"/>
                      <a:pt x="16" y="1"/>
                    </a:cubicBezTo>
                    <a:cubicBezTo>
                      <a:pt x="17" y="0"/>
                      <a:pt x="19" y="0"/>
                      <a:pt x="20"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222"/>
              <p:cNvSpPr>
                <a:spLocks/>
              </p:cNvSpPr>
              <p:nvPr/>
            </p:nvSpPr>
            <p:spPr bwMode="auto">
              <a:xfrm>
                <a:off x="2253" y="2284"/>
                <a:ext cx="37" cy="38"/>
              </a:xfrm>
              <a:custGeom>
                <a:avLst/>
                <a:gdLst>
                  <a:gd name="T0" fmla="*/ 28 w 29"/>
                  <a:gd name="T1" fmla="*/ 8 h 30"/>
                  <a:gd name="T2" fmla="*/ 28 w 29"/>
                  <a:gd name="T3" fmla="*/ 12 h 30"/>
                  <a:gd name="T4" fmla="*/ 13 w 29"/>
                  <a:gd name="T5" fmla="*/ 28 h 30"/>
                  <a:gd name="T6" fmla="*/ 9 w 29"/>
                  <a:gd name="T7" fmla="*/ 29 h 30"/>
                  <a:gd name="T8" fmla="*/ 1 w 29"/>
                  <a:gd name="T9" fmla="*/ 21 h 30"/>
                  <a:gd name="T10" fmla="*/ 1 w 29"/>
                  <a:gd name="T11" fmla="*/ 17 h 30"/>
                  <a:gd name="T12" fmla="*/ 17 w 29"/>
                  <a:gd name="T13" fmla="*/ 1 h 30"/>
                  <a:gd name="T14" fmla="*/ 21 w 29"/>
                  <a:gd name="T15" fmla="*/ 1 h 30"/>
                  <a:gd name="T16" fmla="*/ 28 w 29"/>
                  <a:gd name="T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28" y="8"/>
                    </a:moveTo>
                    <a:cubicBezTo>
                      <a:pt x="29" y="9"/>
                      <a:pt x="29" y="11"/>
                      <a:pt x="28" y="12"/>
                    </a:cubicBezTo>
                    <a:cubicBezTo>
                      <a:pt x="13" y="28"/>
                      <a:pt x="13" y="28"/>
                      <a:pt x="13" y="28"/>
                    </a:cubicBezTo>
                    <a:cubicBezTo>
                      <a:pt x="12" y="30"/>
                      <a:pt x="10" y="30"/>
                      <a:pt x="9" y="29"/>
                    </a:cubicBezTo>
                    <a:cubicBezTo>
                      <a:pt x="1" y="21"/>
                      <a:pt x="1" y="21"/>
                      <a:pt x="1" y="21"/>
                    </a:cubicBezTo>
                    <a:cubicBezTo>
                      <a:pt x="0" y="20"/>
                      <a:pt x="0" y="19"/>
                      <a:pt x="1" y="17"/>
                    </a:cubicBezTo>
                    <a:cubicBezTo>
                      <a:pt x="17" y="1"/>
                      <a:pt x="17" y="1"/>
                      <a:pt x="17" y="1"/>
                    </a:cubicBezTo>
                    <a:cubicBezTo>
                      <a:pt x="18" y="0"/>
                      <a:pt x="19" y="0"/>
                      <a:pt x="21" y="1"/>
                    </a:cubicBezTo>
                    <a:lnTo>
                      <a:pt x="28" y="8"/>
                    </a:lnTo>
                    <a:close/>
                  </a:path>
                </a:pathLst>
              </a:custGeom>
              <a:solidFill>
                <a:srgbClr val="1D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223"/>
              <p:cNvSpPr>
                <a:spLocks/>
              </p:cNvSpPr>
              <p:nvPr/>
            </p:nvSpPr>
            <p:spPr bwMode="auto">
              <a:xfrm>
                <a:off x="1316" y="2388"/>
                <a:ext cx="135" cy="278"/>
              </a:xfrm>
              <a:custGeom>
                <a:avLst/>
                <a:gdLst>
                  <a:gd name="T0" fmla="*/ 12 w 107"/>
                  <a:gd name="T1" fmla="*/ 7 h 220"/>
                  <a:gd name="T2" fmla="*/ 72 w 107"/>
                  <a:gd name="T3" fmla="*/ 43 h 220"/>
                  <a:gd name="T4" fmla="*/ 100 w 107"/>
                  <a:gd name="T5" fmla="*/ 157 h 220"/>
                  <a:gd name="T6" fmla="*/ 65 w 107"/>
                  <a:gd name="T7" fmla="*/ 217 h 220"/>
                  <a:gd name="T8" fmla="*/ 52 w 107"/>
                  <a:gd name="T9" fmla="*/ 220 h 220"/>
                  <a:gd name="T10" fmla="*/ 0 w 107"/>
                  <a:gd name="T11" fmla="*/ 10 h 220"/>
                  <a:gd name="T12" fmla="*/ 12 w 107"/>
                  <a:gd name="T13" fmla="*/ 7 h 220"/>
                </a:gdLst>
                <a:ahLst/>
                <a:cxnLst>
                  <a:cxn ang="0">
                    <a:pos x="T0" y="T1"/>
                  </a:cxn>
                  <a:cxn ang="0">
                    <a:pos x="T2" y="T3"/>
                  </a:cxn>
                  <a:cxn ang="0">
                    <a:pos x="T4" y="T5"/>
                  </a:cxn>
                  <a:cxn ang="0">
                    <a:pos x="T6" y="T7"/>
                  </a:cxn>
                  <a:cxn ang="0">
                    <a:pos x="T8" y="T9"/>
                  </a:cxn>
                  <a:cxn ang="0">
                    <a:pos x="T10" y="T11"/>
                  </a:cxn>
                  <a:cxn ang="0">
                    <a:pos x="T12" y="T13"/>
                  </a:cxn>
                </a:cxnLst>
                <a:rect l="0" t="0" r="r" b="b"/>
                <a:pathLst>
                  <a:path w="107" h="220">
                    <a:moveTo>
                      <a:pt x="12" y="7"/>
                    </a:moveTo>
                    <a:cubicBezTo>
                      <a:pt x="39" y="0"/>
                      <a:pt x="65" y="16"/>
                      <a:pt x="72" y="43"/>
                    </a:cubicBezTo>
                    <a:cubicBezTo>
                      <a:pt x="100" y="157"/>
                      <a:pt x="100" y="157"/>
                      <a:pt x="100" y="157"/>
                    </a:cubicBezTo>
                    <a:cubicBezTo>
                      <a:pt x="107" y="183"/>
                      <a:pt x="91" y="210"/>
                      <a:pt x="65" y="217"/>
                    </a:cubicBezTo>
                    <a:cubicBezTo>
                      <a:pt x="52" y="220"/>
                      <a:pt x="52" y="220"/>
                      <a:pt x="52" y="220"/>
                    </a:cubicBezTo>
                    <a:cubicBezTo>
                      <a:pt x="0" y="10"/>
                      <a:pt x="0" y="10"/>
                      <a:pt x="0" y="10"/>
                    </a:cubicBezTo>
                    <a:lnTo>
                      <a:pt x="12"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224"/>
              <p:cNvSpPr>
                <a:spLocks/>
              </p:cNvSpPr>
              <p:nvPr/>
            </p:nvSpPr>
            <p:spPr bwMode="auto">
              <a:xfrm>
                <a:off x="1247" y="2400"/>
                <a:ext cx="135" cy="277"/>
              </a:xfrm>
              <a:custGeom>
                <a:avLst/>
                <a:gdLst>
                  <a:gd name="T0" fmla="*/ 42 w 107"/>
                  <a:gd name="T1" fmla="*/ 3 h 219"/>
                  <a:gd name="T2" fmla="*/ 55 w 107"/>
                  <a:gd name="T3" fmla="*/ 0 h 219"/>
                  <a:gd name="T4" fmla="*/ 107 w 107"/>
                  <a:gd name="T5" fmla="*/ 210 h 219"/>
                  <a:gd name="T6" fmla="*/ 94 w 107"/>
                  <a:gd name="T7" fmla="*/ 213 h 219"/>
                  <a:gd name="T8" fmla="*/ 35 w 107"/>
                  <a:gd name="T9" fmla="*/ 177 h 219"/>
                  <a:gd name="T10" fmla="*/ 6 w 107"/>
                  <a:gd name="T11" fmla="*/ 63 h 219"/>
                  <a:gd name="T12" fmla="*/ 42 w 107"/>
                  <a:gd name="T13" fmla="*/ 3 h 219"/>
                </a:gdLst>
                <a:ahLst/>
                <a:cxnLst>
                  <a:cxn ang="0">
                    <a:pos x="T0" y="T1"/>
                  </a:cxn>
                  <a:cxn ang="0">
                    <a:pos x="T2" y="T3"/>
                  </a:cxn>
                  <a:cxn ang="0">
                    <a:pos x="T4" y="T5"/>
                  </a:cxn>
                  <a:cxn ang="0">
                    <a:pos x="T6" y="T7"/>
                  </a:cxn>
                  <a:cxn ang="0">
                    <a:pos x="T8" y="T9"/>
                  </a:cxn>
                  <a:cxn ang="0">
                    <a:pos x="T10" y="T11"/>
                  </a:cxn>
                  <a:cxn ang="0">
                    <a:pos x="T12" y="T13"/>
                  </a:cxn>
                </a:cxnLst>
                <a:rect l="0" t="0" r="r" b="b"/>
                <a:pathLst>
                  <a:path w="107" h="219">
                    <a:moveTo>
                      <a:pt x="42" y="3"/>
                    </a:moveTo>
                    <a:cubicBezTo>
                      <a:pt x="55" y="0"/>
                      <a:pt x="55" y="0"/>
                      <a:pt x="55" y="0"/>
                    </a:cubicBezTo>
                    <a:cubicBezTo>
                      <a:pt x="107" y="210"/>
                      <a:pt x="107" y="210"/>
                      <a:pt x="107" y="210"/>
                    </a:cubicBezTo>
                    <a:cubicBezTo>
                      <a:pt x="94" y="213"/>
                      <a:pt x="94" y="213"/>
                      <a:pt x="94" y="213"/>
                    </a:cubicBezTo>
                    <a:cubicBezTo>
                      <a:pt x="68" y="219"/>
                      <a:pt x="41" y="203"/>
                      <a:pt x="35" y="177"/>
                    </a:cubicBezTo>
                    <a:cubicBezTo>
                      <a:pt x="6" y="63"/>
                      <a:pt x="6" y="63"/>
                      <a:pt x="6" y="63"/>
                    </a:cubicBezTo>
                    <a:cubicBezTo>
                      <a:pt x="0" y="36"/>
                      <a:pt x="16" y="10"/>
                      <a:pt x="42" y="3"/>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225"/>
              <p:cNvSpPr>
                <a:spLocks/>
              </p:cNvSpPr>
              <p:nvPr/>
            </p:nvSpPr>
            <p:spPr bwMode="auto">
              <a:xfrm>
                <a:off x="1326" y="2442"/>
                <a:ext cx="32" cy="56"/>
              </a:xfrm>
              <a:custGeom>
                <a:avLst/>
                <a:gdLst>
                  <a:gd name="T0" fmla="*/ 20 w 25"/>
                  <a:gd name="T1" fmla="*/ 14 h 44"/>
                  <a:gd name="T2" fmla="*/ 23 w 25"/>
                  <a:gd name="T3" fmla="*/ 24 h 44"/>
                  <a:gd name="T4" fmla="*/ 11 w 25"/>
                  <a:gd name="T5" fmla="*/ 44 h 44"/>
                  <a:gd name="T6" fmla="*/ 0 w 25"/>
                  <a:gd name="T7" fmla="*/ 2 h 44"/>
                  <a:gd name="T8" fmla="*/ 20 w 25"/>
                  <a:gd name="T9" fmla="*/ 14 h 44"/>
                </a:gdLst>
                <a:ahLst/>
                <a:cxnLst>
                  <a:cxn ang="0">
                    <a:pos x="T0" y="T1"/>
                  </a:cxn>
                  <a:cxn ang="0">
                    <a:pos x="T2" y="T3"/>
                  </a:cxn>
                  <a:cxn ang="0">
                    <a:pos x="T4" y="T5"/>
                  </a:cxn>
                  <a:cxn ang="0">
                    <a:pos x="T6" y="T7"/>
                  </a:cxn>
                  <a:cxn ang="0">
                    <a:pos x="T8" y="T9"/>
                  </a:cxn>
                </a:cxnLst>
                <a:rect l="0" t="0" r="r" b="b"/>
                <a:pathLst>
                  <a:path w="25" h="44">
                    <a:moveTo>
                      <a:pt x="20" y="14"/>
                    </a:moveTo>
                    <a:cubicBezTo>
                      <a:pt x="23" y="24"/>
                      <a:pt x="23" y="24"/>
                      <a:pt x="23" y="24"/>
                    </a:cubicBezTo>
                    <a:cubicBezTo>
                      <a:pt x="25" y="33"/>
                      <a:pt x="20" y="42"/>
                      <a:pt x="11" y="44"/>
                    </a:cubicBezTo>
                    <a:cubicBezTo>
                      <a:pt x="0" y="2"/>
                      <a:pt x="0" y="2"/>
                      <a:pt x="0" y="2"/>
                    </a:cubicBezTo>
                    <a:cubicBezTo>
                      <a:pt x="9" y="0"/>
                      <a:pt x="18" y="5"/>
                      <a:pt x="20" y="14"/>
                    </a:cubicBezTo>
                    <a:close/>
                  </a:path>
                </a:pathLst>
              </a:custGeom>
              <a:solidFill>
                <a:srgbClr val="10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226"/>
              <p:cNvSpPr>
                <a:spLocks/>
              </p:cNvSpPr>
              <p:nvPr/>
            </p:nvSpPr>
            <p:spPr bwMode="auto">
              <a:xfrm>
                <a:off x="1308" y="2445"/>
                <a:ext cx="32" cy="55"/>
              </a:xfrm>
              <a:custGeom>
                <a:avLst/>
                <a:gdLst>
                  <a:gd name="T0" fmla="*/ 14 w 25"/>
                  <a:gd name="T1" fmla="*/ 0 h 44"/>
                  <a:gd name="T2" fmla="*/ 14 w 25"/>
                  <a:gd name="T3" fmla="*/ 0 h 44"/>
                  <a:gd name="T4" fmla="*/ 25 w 25"/>
                  <a:gd name="T5" fmla="*/ 42 h 44"/>
                  <a:gd name="T6" fmla="*/ 5 w 25"/>
                  <a:gd name="T7" fmla="*/ 30 h 44"/>
                  <a:gd name="T8" fmla="*/ 2 w 25"/>
                  <a:gd name="T9" fmla="*/ 20 h 44"/>
                  <a:gd name="T10" fmla="*/ 14 w 25"/>
                  <a:gd name="T11" fmla="*/ 0 h 44"/>
                </a:gdLst>
                <a:ahLst/>
                <a:cxnLst>
                  <a:cxn ang="0">
                    <a:pos x="T0" y="T1"/>
                  </a:cxn>
                  <a:cxn ang="0">
                    <a:pos x="T2" y="T3"/>
                  </a:cxn>
                  <a:cxn ang="0">
                    <a:pos x="T4" y="T5"/>
                  </a:cxn>
                  <a:cxn ang="0">
                    <a:pos x="T6" y="T7"/>
                  </a:cxn>
                  <a:cxn ang="0">
                    <a:pos x="T8" y="T9"/>
                  </a:cxn>
                  <a:cxn ang="0">
                    <a:pos x="T10" y="T11"/>
                  </a:cxn>
                </a:cxnLst>
                <a:rect l="0" t="0" r="r" b="b"/>
                <a:pathLst>
                  <a:path w="25" h="44">
                    <a:moveTo>
                      <a:pt x="14" y="0"/>
                    </a:moveTo>
                    <a:cubicBezTo>
                      <a:pt x="14" y="0"/>
                      <a:pt x="14" y="0"/>
                      <a:pt x="14" y="0"/>
                    </a:cubicBezTo>
                    <a:cubicBezTo>
                      <a:pt x="25" y="42"/>
                      <a:pt x="25" y="42"/>
                      <a:pt x="25" y="42"/>
                    </a:cubicBezTo>
                    <a:cubicBezTo>
                      <a:pt x="16" y="44"/>
                      <a:pt x="7" y="39"/>
                      <a:pt x="5" y="30"/>
                    </a:cubicBezTo>
                    <a:cubicBezTo>
                      <a:pt x="2" y="20"/>
                      <a:pt x="2" y="20"/>
                      <a:pt x="2" y="20"/>
                    </a:cubicBezTo>
                    <a:cubicBezTo>
                      <a:pt x="0" y="11"/>
                      <a:pt x="6" y="2"/>
                      <a:pt x="14" y="0"/>
                    </a:cubicBezTo>
                    <a:close/>
                  </a:path>
                </a:pathLst>
              </a:custGeom>
              <a:solidFill>
                <a:srgbClr val="0E3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227"/>
              <p:cNvSpPr>
                <a:spLocks/>
              </p:cNvSpPr>
              <p:nvPr/>
            </p:nvSpPr>
            <p:spPr bwMode="auto">
              <a:xfrm>
                <a:off x="277" y="2465"/>
                <a:ext cx="138" cy="110"/>
              </a:xfrm>
              <a:custGeom>
                <a:avLst/>
                <a:gdLst>
                  <a:gd name="T0" fmla="*/ 111 w 138"/>
                  <a:gd name="T1" fmla="*/ 110 h 110"/>
                  <a:gd name="T2" fmla="*/ 0 w 138"/>
                  <a:gd name="T3" fmla="*/ 43 h 110"/>
                  <a:gd name="T4" fmla="*/ 25 w 138"/>
                  <a:gd name="T5" fmla="*/ 0 h 110"/>
                  <a:gd name="T6" fmla="*/ 138 w 138"/>
                  <a:gd name="T7" fmla="*/ 67 h 110"/>
                  <a:gd name="T8" fmla="*/ 111 w 138"/>
                  <a:gd name="T9" fmla="*/ 110 h 110"/>
                </a:gdLst>
                <a:ahLst/>
                <a:cxnLst>
                  <a:cxn ang="0">
                    <a:pos x="T0" y="T1"/>
                  </a:cxn>
                  <a:cxn ang="0">
                    <a:pos x="T2" y="T3"/>
                  </a:cxn>
                  <a:cxn ang="0">
                    <a:pos x="T4" y="T5"/>
                  </a:cxn>
                  <a:cxn ang="0">
                    <a:pos x="T6" y="T7"/>
                  </a:cxn>
                  <a:cxn ang="0">
                    <a:pos x="T8" y="T9"/>
                  </a:cxn>
                </a:cxnLst>
                <a:rect l="0" t="0" r="r" b="b"/>
                <a:pathLst>
                  <a:path w="138" h="110">
                    <a:moveTo>
                      <a:pt x="111" y="110"/>
                    </a:moveTo>
                    <a:lnTo>
                      <a:pt x="0" y="43"/>
                    </a:lnTo>
                    <a:lnTo>
                      <a:pt x="25" y="0"/>
                    </a:lnTo>
                    <a:lnTo>
                      <a:pt x="138" y="67"/>
                    </a:lnTo>
                    <a:lnTo>
                      <a:pt x="111" y="110"/>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228"/>
              <p:cNvSpPr>
                <a:spLocks/>
              </p:cNvSpPr>
              <p:nvPr/>
            </p:nvSpPr>
            <p:spPr bwMode="auto">
              <a:xfrm>
                <a:off x="59" y="2502"/>
                <a:ext cx="572" cy="1065"/>
              </a:xfrm>
              <a:custGeom>
                <a:avLst/>
                <a:gdLst>
                  <a:gd name="T0" fmla="*/ 449 w 452"/>
                  <a:gd name="T1" fmla="*/ 518 h 843"/>
                  <a:gd name="T2" fmla="*/ 221 w 452"/>
                  <a:gd name="T3" fmla="*/ 512 h 843"/>
                  <a:gd name="T4" fmla="*/ 267 w 452"/>
                  <a:gd name="T5" fmla="*/ 57 h 843"/>
                  <a:gd name="T6" fmla="*/ 166 w 452"/>
                  <a:gd name="T7" fmla="*/ 0 h 843"/>
                  <a:gd name="T8" fmla="*/ 10 w 452"/>
                  <a:gd name="T9" fmla="*/ 398 h 843"/>
                  <a:gd name="T10" fmla="*/ 90 w 452"/>
                  <a:gd name="T11" fmla="*/ 699 h 843"/>
                  <a:gd name="T12" fmla="*/ 368 w 452"/>
                  <a:gd name="T13" fmla="*/ 822 h 843"/>
                  <a:gd name="T14" fmla="*/ 449 w 452"/>
                  <a:gd name="T15" fmla="*/ 518 h 8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843">
                    <a:moveTo>
                      <a:pt x="449" y="518"/>
                    </a:moveTo>
                    <a:cubicBezTo>
                      <a:pt x="449" y="518"/>
                      <a:pt x="306" y="550"/>
                      <a:pt x="221" y="512"/>
                    </a:cubicBezTo>
                    <a:cubicBezTo>
                      <a:pt x="137" y="474"/>
                      <a:pt x="162" y="222"/>
                      <a:pt x="267" y="57"/>
                    </a:cubicBezTo>
                    <a:cubicBezTo>
                      <a:pt x="209" y="22"/>
                      <a:pt x="166" y="0"/>
                      <a:pt x="166" y="0"/>
                    </a:cubicBezTo>
                    <a:cubicBezTo>
                      <a:pt x="166" y="0"/>
                      <a:pt x="0" y="266"/>
                      <a:pt x="10" y="398"/>
                    </a:cubicBezTo>
                    <a:cubicBezTo>
                      <a:pt x="21" y="531"/>
                      <a:pt x="90" y="699"/>
                      <a:pt x="90" y="699"/>
                    </a:cubicBezTo>
                    <a:cubicBezTo>
                      <a:pt x="90" y="699"/>
                      <a:pt x="285" y="800"/>
                      <a:pt x="368" y="822"/>
                    </a:cubicBezTo>
                    <a:cubicBezTo>
                      <a:pt x="452" y="843"/>
                      <a:pt x="449" y="518"/>
                      <a:pt x="449" y="518"/>
                    </a:cubicBezTo>
                    <a:close/>
                  </a:path>
                </a:pathLst>
              </a:custGeom>
              <a:solidFill>
                <a:srgbClr val="60AA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229"/>
              <p:cNvSpPr>
                <a:spLocks/>
              </p:cNvSpPr>
              <p:nvPr/>
            </p:nvSpPr>
            <p:spPr bwMode="auto">
              <a:xfrm>
                <a:off x="59" y="2502"/>
                <a:ext cx="533" cy="1046"/>
              </a:xfrm>
              <a:custGeom>
                <a:avLst/>
                <a:gdLst>
                  <a:gd name="T0" fmla="*/ 154 w 421"/>
                  <a:gd name="T1" fmla="*/ 652 h 828"/>
                  <a:gd name="T2" fmla="*/ 74 w 421"/>
                  <a:gd name="T3" fmla="*/ 351 h 828"/>
                  <a:gd name="T4" fmla="*/ 194 w 421"/>
                  <a:gd name="T5" fmla="*/ 15 h 828"/>
                  <a:gd name="T6" fmla="*/ 166 w 421"/>
                  <a:gd name="T7" fmla="*/ 0 h 828"/>
                  <a:gd name="T8" fmla="*/ 10 w 421"/>
                  <a:gd name="T9" fmla="*/ 398 h 828"/>
                  <a:gd name="T10" fmla="*/ 90 w 421"/>
                  <a:gd name="T11" fmla="*/ 699 h 828"/>
                  <a:gd name="T12" fmla="*/ 368 w 421"/>
                  <a:gd name="T13" fmla="*/ 822 h 828"/>
                  <a:gd name="T14" fmla="*/ 421 w 421"/>
                  <a:gd name="T15" fmla="*/ 771 h 828"/>
                  <a:gd name="T16" fmla="*/ 154 w 421"/>
                  <a:gd name="T17" fmla="*/ 652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1" h="828">
                    <a:moveTo>
                      <a:pt x="154" y="652"/>
                    </a:moveTo>
                    <a:cubicBezTo>
                      <a:pt x="154" y="652"/>
                      <a:pt x="85" y="484"/>
                      <a:pt x="74" y="351"/>
                    </a:cubicBezTo>
                    <a:cubicBezTo>
                      <a:pt x="67" y="259"/>
                      <a:pt x="146" y="101"/>
                      <a:pt x="194" y="15"/>
                    </a:cubicBezTo>
                    <a:cubicBezTo>
                      <a:pt x="176" y="6"/>
                      <a:pt x="166" y="0"/>
                      <a:pt x="166" y="0"/>
                    </a:cubicBezTo>
                    <a:cubicBezTo>
                      <a:pt x="166" y="0"/>
                      <a:pt x="0" y="266"/>
                      <a:pt x="10" y="398"/>
                    </a:cubicBezTo>
                    <a:cubicBezTo>
                      <a:pt x="21" y="531"/>
                      <a:pt x="90" y="699"/>
                      <a:pt x="90" y="699"/>
                    </a:cubicBezTo>
                    <a:cubicBezTo>
                      <a:pt x="90" y="699"/>
                      <a:pt x="285" y="800"/>
                      <a:pt x="368" y="822"/>
                    </a:cubicBezTo>
                    <a:cubicBezTo>
                      <a:pt x="392" y="828"/>
                      <a:pt x="409" y="806"/>
                      <a:pt x="421" y="771"/>
                    </a:cubicBezTo>
                    <a:cubicBezTo>
                      <a:pt x="332" y="745"/>
                      <a:pt x="154" y="652"/>
                      <a:pt x="154" y="652"/>
                    </a:cubicBezTo>
                    <a:close/>
                  </a:path>
                </a:pathLst>
              </a:custGeom>
              <a:solidFill>
                <a:srgbClr val="4483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230"/>
              <p:cNvSpPr>
                <a:spLocks/>
              </p:cNvSpPr>
              <p:nvPr/>
            </p:nvSpPr>
            <p:spPr bwMode="auto">
              <a:xfrm>
                <a:off x="1344" y="2802"/>
                <a:ext cx="131" cy="55"/>
              </a:xfrm>
              <a:custGeom>
                <a:avLst/>
                <a:gdLst>
                  <a:gd name="T0" fmla="*/ 0 w 131"/>
                  <a:gd name="T1" fmla="*/ 51 h 55"/>
                  <a:gd name="T2" fmla="*/ 130 w 131"/>
                  <a:gd name="T3" fmla="*/ 55 h 55"/>
                  <a:gd name="T4" fmla="*/ 131 w 131"/>
                  <a:gd name="T5" fmla="*/ 4 h 55"/>
                  <a:gd name="T6" fmla="*/ 1 w 131"/>
                  <a:gd name="T7" fmla="*/ 0 h 55"/>
                  <a:gd name="T8" fmla="*/ 0 w 131"/>
                  <a:gd name="T9" fmla="*/ 51 h 55"/>
                </a:gdLst>
                <a:ahLst/>
                <a:cxnLst>
                  <a:cxn ang="0">
                    <a:pos x="T0" y="T1"/>
                  </a:cxn>
                  <a:cxn ang="0">
                    <a:pos x="T2" y="T3"/>
                  </a:cxn>
                  <a:cxn ang="0">
                    <a:pos x="T4" y="T5"/>
                  </a:cxn>
                  <a:cxn ang="0">
                    <a:pos x="T6" y="T7"/>
                  </a:cxn>
                  <a:cxn ang="0">
                    <a:pos x="T8" y="T9"/>
                  </a:cxn>
                </a:cxnLst>
                <a:rect l="0" t="0" r="r" b="b"/>
                <a:pathLst>
                  <a:path w="131" h="55">
                    <a:moveTo>
                      <a:pt x="0" y="51"/>
                    </a:moveTo>
                    <a:lnTo>
                      <a:pt x="130" y="55"/>
                    </a:lnTo>
                    <a:lnTo>
                      <a:pt x="131" y="4"/>
                    </a:lnTo>
                    <a:lnTo>
                      <a:pt x="1" y="0"/>
                    </a:lnTo>
                    <a:lnTo>
                      <a:pt x="0" y="51"/>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231"/>
              <p:cNvSpPr>
                <a:spLocks/>
              </p:cNvSpPr>
              <p:nvPr/>
            </p:nvSpPr>
            <p:spPr bwMode="auto">
              <a:xfrm>
                <a:off x="603" y="2843"/>
                <a:ext cx="882" cy="802"/>
              </a:xfrm>
              <a:custGeom>
                <a:avLst/>
                <a:gdLst>
                  <a:gd name="T0" fmla="*/ 179 w 698"/>
                  <a:gd name="T1" fmla="*/ 288 h 635"/>
                  <a:gd name="T2" fmla="*/ 373 w 698"/>
                  <a:gd name="T3" fmla="*/ 407 h 635"/>
                  <a:gd name="T4" fmla="*/ 582 w 698"/>
                  <a:gd name="T5" fmla="*/ 0 h 635"/>
                  <a:gd name="T6" fmla="*/ 698 w 698"/>
                  <a:gd name="T7" fmla="*/ 7 h 635"/>
                  <a:gd name="T8" fmla="*/ 612 w 698"/>
                  <a:gd name="T9" fmla="*/ 426 h 635"/>
                  <a:gd name="T10" fmla="*/ 382 w 698"/>
                  <a:gd name="T11" fmla="*/ 635 h 635"/>
                  <a:gd name="T12" fmla="*/ 82 w 698"/>
                  <a:gd name="T13" fmla="*/ 587 h 635"/>
                  <a:gd name="T14" fmla="*/ 179 w 698"/>
                  <a:gd name="T15" fmla="*/ 288 h 6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8" h="635">
                    <a:moveTo>
                      <a:pt x="179" y="288"/>
                    </a:moveTo>
                    <a:cubicBezTo>
                      <a:pt x="179" y="288"/>
                      <a:pt x="282" y="393"/>
                      <a:pt x="373" y="407"/>
                    </a:cubicBezTo>
                    <a:cubicBezTo>
                      <a:pt x="465" y="421"/>
                      <a:pt x="581" y="195"/>
                      <a:pt x="582" y="0"/>
                    </a:cubicBezTo>
                    <a:cubicBezTo>
                      <a:pt x="650" y="2"/>
                      <a:pt x="698" y="7"/>
                      <a:pt x="698" y="7"/>
                    </a:cubicBezTo>
                    <a:cubicBezTo>
                      <a:pt x="698" y="7"/>
                      <a:pt x="694" y="320"/>
                      <a:pt x="612" y="426"/>
                    </a:cubicBezTo>
                    <a:cubicBezTo>
                      <a:pt x="531" y="531"/>
                      <a:pt x="382" y="635"/>
                      <a:pt x="382" y="635"/>
                    </a:cubicBezTo>
                    <a:cubicBezTo>
                      <a:pt x="382" y="635"/>
                      <a:pt x="164" y="614"/>
                      <a:pt x="82" y="587"/>
                    </a:cubicBezTo>
                    <a:cubicBezTo>
                      <a:pt x="0" y="559"/>
                      <a:pt x="179" y="288"/>
                      <a:pt x="179" y="288"/>
                    </a:cubicBezTo>
                    <a:close/>
                  </a:path>
                </a:pathLst>
              </a:custGeom>
              <a:solidFill>
                <a:srgbClr val="60AA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232"/>
              <p:cNvSpPr>
                <a:spLocks/>
              </p:cNvSpPr>
              <p:nvPr/>
            </p:nvSpPr>
            <p:spPr bwMode="auto">
              <a:xfrm>
                <a:off x="675" y="2848"/>
                <a:ext cx="810" cy="797"/>
              </a:xfrm>
              <a:custGeom>
                <a:avLst/>
                <a:gdLst>
                  <a:gd name="T0" fmla="*/ 297 w 641"/>
                  <a:gd name="T1" fmla="*/ 557 h 631"/>
                  <a:gd name="T2" fmla="*/ 527 w 641"/>
                  <a:gd name="T3" fmla="*/ 348 h 631"/>
                  <a:gd name="T4" fmla="*/ 610 w 641"/>
                  <a:gd name="T5" fmla="*/ 0 h 631"/>
                  <a:gd name="T6" fmla="*/ 641 w 641"/>
                  <a:gd name="T7" fmla="*/ 3 h 631"/>
                  <a:gd name="T8" fmla="*/ 555 w 641"/>
                  <a:gd name="T9" fmla="*/ 422 h 631"/>
                  <a:gd name="T10" fmla="*/ 325 w 641"/>
                  <a:gd name="T11" fmla="*/ 631 h 631"/>
                  <a:gd name="T12" fmla="*/ 25 w 641"/>
                  <a:gd name="T13" fmla="*/ 583 h 631"/>
                  <a:gd name="T14" fmla="*/ 8 w 641"/>
                  <a:gd name="T15" fmla="*/ 512 h 631"/>
                  <a:gd name="T16" fmla="*/ 297 w 641"/>
                  <a:gd name="T17" fmla="*/ 557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1" h="631">
                    <a:moveTo>
                      <a:pt x="297" y="557"/>
                    </a:moveTo>
                    <a:cubicBezTo>
                      <a:pt x="297" y="557"/>
                      <a:pt x="446" y="453"/>
                      <a:pt x="527" y="348"/>
                    </a:cubicBezTo>
                    <a:cubicBezTo>
                      <a:pt x="584" y="274"/>
                      <a:pt x="603" y="99"/>
                      <a:pt x="610" y="0"/>
                    </a:cubicBezTo>
                    <a:cubicBezTo>
                      <a:pt x="630" y="2"/>
                      <a:pt x="641" y="3"/>
                      <a:pt x="641" y="3"/>
                    </a:cubicBezTo>
                    <a:cubicBezTo>
                      <a:pt x="641" y="3"/>
                      <a:pt x="637" y="316"/>
                      <a:pt x="555" y="422"/>
                    </a:cubicBezTo>
                    <a:cubicBezTo>
                      <a:pt x="474" y="527"/>
                      <a:pt x="325" y="631"/>
                      <a:pt x="325" y="631"/>
                    </a:cubicBezTo>
                    <a:cubicBezTo>
                      <a:pt x="325" y="631"/>
                      <a:pt x="107" y="610"/>
                      <a:pt x="25" y="583"/>
                    </a:cubicBezTo>
                    <a:cubicBezTo>
                      <a:pt x="2" y="575"/>
                      <a:pt x="0" y="547"/>
                      <a:pt x="8" y="512"/>
                    </a:cubicBezTo>
                    <a:cubicBezTo>
                      <a:pt x="97" y="538"/>
                      <a:pt x="297" y="557"/>
                      <a:pt x="297" y="557"/>
                    </a:cubicBezTo>
                    <a:close/>
                  </a:path>
                </a:pathLst>
              </a:custGeom>
              <a:solidFill>
                <a:srgbClr val="4483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233"/>
              <p:cNvSpPr>
                <a:spLocks/>
              </p:cNvSpPr>
              <p:nvPr/>
            </p:nvSpPr>
            <p:spPr bwMode="auto">
              <a:xfrm>
                <a:off x="1278" y="2440"/>
                <a:ext cx="235" cy="365"/>
              </a:xfrm>
              <a:custGeom>
                <a:avLst/>
                <a:gdLst>
                  <a:gd name="T0" fmla="*/ 129 w 186"/>
                  <a:gd name="T1" fmla="*/ 289 h 289"/>
                  <a:gd name="T2" fmla="*/ 175 w 186"/>
                  <a:gd name="T3" fmla="*/ 156 h 289"/>
                  <a:gd name="T4" fmla="*/ 156 w 186"/>
                  <a:gd name="T5" fmla="*/ 85 h 289"/>
                  <a:gd name="T6" fmla="*/ 118 w 186"/>
                  <a:gd name="T7" fmla="*/ 17 h 289"/>
                  <a:gd name="T8" fmla="*/ 115 w 186"/>
                  <a:gd name="T9" fmla="*/ 22 h 289"/>
                  <a:gd name="T10" fmla="*/ 100 w 186"/>
                  <a:gd name="T11" fmla="*/ 3 h 289"/>
                  <a:gd name="T12" fmla="*/ 92 w 186"/>
                  <a:gd name="T13" fmla="*/ 24 h 289"/>
                  <a:gd name="T14" fmla="*/ 70 w 186"/>
                  <a:gd name="T15" fmla="*/ 2 h 289"/>
                  <a:gd name="T16" fmla="*/ 62 w 186"/>
                  <a:gd name="T17" fmla="*/ 34 h 289"/>
                  <a:gd name="T18" fmla="*/ 39 w 186"/>
                  <a:gd name="T19" fmla="*/ 14 h 289"/>
                  <a:gd name="T20" fmla="*/ 31 w 186"/>
                  <a:gd name="T21" fmla="*/ 49 h 289"/>
                  <a:gd name="T22" fmla="*/ 53 w 186"/>
                  <a:gd name="T23" fmla="*/ 143 h 289"/>
                  <a:gd name="T24" fmla="*/ 25 w 186"/>
                  <a:gd name="T25" fmla="*/ 71 h 289"/>
                  <a:gd name="T26" fmla="*/ 10 w 186"/>
                  <a:gd name="T27" fmla="*/ 99 h 289"/>
                  <a:gd name="T28" fmla="*/ 24 w 186"/>
                  <a:gd name="T29" fmla="*/ 201 h 289"/>
                  <a:gd name="T30" fmla="*/ 63 w 186"/>
                  <a:gd name="T31" fmla="*/ 287 h 289"/>
                  <a:gd name="T32" fmla="*/ 129 w 186"/>
                  <a:gd name="T33"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6" h="289">
                    <a:moveTo>
                      <a:pt x="129" y="289"/>
                    </a:moveTo>
                    <a:cubicBezTo>
                      <a:pt x="129" y="289"/>
                      <a:pt x="165" y="194"/>
                      <a:pt x="175" y="156"/>
                    </a:cubicBezTo>
                    <a:cubicBezTo>
                      <a:pt x="186" y="118"/>
                      <a:pt x="171" y="117"/>
                      <a:pt x="156" y="85"/>
                    </a:cubicBezTo>
                    <a:cubicBezTo>
                      <a:pt x="142" y="53"/>
                      <a:pt x="133" y="21"/>
                      <a:pt x="118" y="17"/>
                    </a:cubicBezTo>
                    <a:cubicBezTo>
                      <a:pt x="115" y="22"/>
                      <a:pt x="115" y="22"/>
                      <a:pt x="115" y="22"/>
                    </a:cubicBezTo>
                    <a:cubicBezTo>
                      <a:pt x="115" y="22"/>
                      <a:pt x="112" y="5"/>
                      <a:pt x="100" y="3"/>
                    </a:cubicBezTo>
                    <a:cubicBezTo>
                      <a:pt x="88" y="0"/>
                      <a:pt x="91" y="15"/>
                      <a:pt x="92" y="24"/>
                    </a:cubicBezTo>
                    <a:cubicBezTo>
                      <a:pt x="88" y="5"/>
                      <a:pt x="80" y="0"/>
                      <a:pt x="70" y="2"/>
                    </a:cubicBezTo>
                    <a:cubicBezTo>
                      <a:pt x="61" y="4"/>
                      <a:pt x="60" y="19"/>
                      <a:pt x="62" y="34"/>
                    </a:cubicBezTo>
                    <a:cubicBezTo>
                      <a:pt x="58" y="18"/>
                      <a:pt x="47" y="13"/>
                      <a:pt x="39" y="14"/>
                    </a:cubicBezTo>
                    <a:cubicBezTo>
                      <a:pt x="31" y="14"/>
                      <a:pt x="21" y="26"/>
                      <a:pt x="31" y="49"/>
                    </a:cubicBezTo>
                    <a:cubicBezTo>
                      <a:pt x="41" y="73"/>
                      <a:pt x="53" y="143"/>
                      <a:pt x="53" y="143"/>
                    </a:cubicBezTo>
                    <a:cubicBezTo>
                      <a:pt x="53" y="143"/>
                      <a:pt x="26" y="76"/>
                      <a:pt x="25" y="71"/>
                    </a:cubicBezTo>
                    <a:cubicBezTo>
                      <a:pt x="24" y="66"/>
                      <a:pt x="0" y="67"/>
                      <a:pt x="10" y="99"/>
                    </a:cubicBezTo>
                    <a:cubicBezTo>
                      <a:pt x="20" y="130"/>
                      <a:pt x="19" y="169"/>
                      <a:pt x="24" y="201"/>
                    </a:cubicBezTo>
                    <a:cubicBezTo>
                      <a:pt x="30" y="232"/>
                      <a:pt x="45" y="278"/>
                      <a:pt x="63" y="287"/>
                    </a:cubicBezTo>
                    <a:cubicBezTo>
                      <a:pt x="116" y="289"/>
                      <a:pt x="129" y="289"/>
                      <a:pt x="129" y="289"/>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234"/>
              <p:cNvSpPr>
                <a:spLocks/>
              </p:cNvSpPr>
              <p:nvPr/>
            </p:nvSpPr>
            <p:spPr bwMode="auto">
              <a:xfrm>
                <a:off x="320" y="2188"/>
                <a:ext cx="294" cy="335"/>
              </a:xfrm>
              <a:custGeom>
                <a:avLst/>
                <a:gdLst>
                  <a:gd name="T0" fmla="*/ 0 w 233"/>
                  <a:gd name="T1" fmla="*/ 229 h 265"/>
                  <a:gd name="T2" fmla="*/ 33 w 233"/>
                  <a:gd name="T3" fmla="*/ 92 h 265"/>
                  <a:gd name="T4" fmla="*/ 88 w 233"/>
                  <a:gd name="T5" fmla="*/ 43 h 265"/>
                  <a:gd name="T6" fmla="*/ 157 w 233"/>
                  <a:gd name="T7" fmla="*/ 7 h 265"/>
                  <a:gd name="T8" fmla="*/ 156 w 233"/>
                  <a:gd name="T9" fmla="*/ 12 h 265"/>
                  <a:gd name="T10" fmla="*/ 180 w 233"/>
                  <a:gd name="T11" fmla="*/ 4 h 265"/>
                  <a:gd name="T12" fmla="*/ 175 w 233"/>
                  <a:gd name="T13" fmla="*/ 26 h 265"/>
                  <a:gd name="T14" fmla="*/ 205 w 233"/>
                  <a:gd name="T15" fmla="*/ 19 h 265"/>
                  <a:gd name="T16" fmla="*/ 195 w 233"/>
                  <a:gd name="T17" fmla="*/ 51 h 265"/>
                  <a:gd name="T18" fmla="*/ 225 w 233"/>
                  <a:gd name="T19" fmla="*/ 47 h 265"/>
                  <a:gd name="T20" fmla="*/ 212 w 233"/>
                  <a:gd name="T21" fmla="*/ 81 h 265"/>
                  <a:gd name="T22" fmla="*/ 143 w 233"/>
                  <a:gd name="T23" fmla="*/ 147 h 265"/>
                  <a:gd name="T24" fmla="*/ 206 w 233"/>
                  <a:gd name="T25" fmla="*/ 102 h 265"/>
                  <a:gd name="T26" fmla="*/ 203 w 233"/>
                  <a:gd name="T27" fmla="*/ 134 h 265"/>
                  <a:gd name="T28" fmla="*/ 136 w 233"/>
                  <a:gd name="T29" fmla="*/ 212 h 265"/>
                  <a:gd name="T30" fmla="*/ 57 w 233"/>
                  <a:gd name="T31" fmla="*/ 263 h 265"/>
                  <a:gd name="T32" fmla="*/ 0 w 233"/>
                  <a:gd name="T33" fmla="*/ 229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 h="265">
                    <a:moveTo>
                      <a:pt x="0" y="229"/>
                    </a:moveTo>
                    <a:cubicBezTo>
                      <a:pt x="0" y="229"/>
                      <a:pt x="21" y="130"/>
                      <a:pt x="33" y="92"/>
                    </a:cubicBezTo>
                    <a:cubicBezTo>
                      <a:pt x="45" y="54"/>
                      <a:pt x="58" y="62"/>
                      <a:pt x="88" y="43"/>
                    </a:cubicBezTo>
                    <a:cubicBezTo>
                      <a:pt x="118" y="23"/>
                      <a:pt x="143" y="2"/>
                      <a:pt x="157" y="7"/>
                    </a:cubicBezTo>
                    <a:cubicBezTo>
                      <a:pt x="156" y="12"/>
                      <a:pt x="156" y="12"/>
                      <a:pt x="156" y="12"/>
                    </a:cubicBezTo>
                    <a:cubicBezTo>
                      <a:pt x="156" y="12"/>
                      <a:pt x="169" y="0"/>
                      <a:pt x="180" y="4"/>
                    </a:cubicBezTo>
                    <a:cubicBezTo>
                      <a:pt x="191" y="9"/>
                      <a:pt x="181" y="20"/>
                      <a:pt x="175" y="26"/>
                    </a:cubicBezTo>
                    <a:cubicBezTo>
                      <a:pt x="189" y="13"/>
                      <a:pt x="198" y="12"/>
                      <a:pt x="205" y="19"/>
                    </a:cubicBezTo>
                    <a:cubicBezTo>
                      <a:pt x="212" y="26"/>
                      <a:pt x="205" y="40"/>
                      <a:pt x="195" y="51"/>
                    </a:cubicBezTo>
                    <a:cubicBezTo>
                      <a:pt x="207" y="40"/>
                      <a:pt x="219" y="42"/>
                      <a:pt x="225" y="47"/>
                    </a:cubicBezTo>
                    <a:cubicBezTo>
                      <a:pt x="232" y="52"/>
                      <a:pt x="233" y="66"/>
                      <a:pt x="212" y="81"/>
                    </a:cubicBezTo>
                    <a:cubicBezTo>
                      <a:pt x="191" y="95"/>
                      <a:pt x="143" y="147"/>
                      <a:pt x="143" y="147"/>
                    </a:cubicBezTo>
                    <a:cubicBezTo>
                      <a:pt x="143" y="147"/>
                      <a:pt x="202" y="106"/>
                      <a:pt x="206" y="102"/>
                    </a:cubicBezTo>
                    <a:cubicBezTo>
                      <a:pt x="209" y="99"/>
                      <a:pt x="229" y="113"/>
                      <a:pt x="203" y="134"/>
                    </a:cubicBezTo>
                    <a:cubicBezTo>
                      <a:pt x="178" y="155"/>
                      <a:pt x="157" y="188"/>
                      <a:pt x="136" y="212"/>
                    </a:cubicBezTo>
                    <a:cubicBezTo>
                      <a:pt x="114" y="235"/>
                      <a:pt x="76" y="265"/>
                      <a:pt x="57" y="263"/>
                    </a:cubicBezTo>
                    <a:cubicBezTo>
                      <a:pt x="11" y="236"/>
                      <a:pt x="0" y="229"/>
                      <a:pt x="0" y="229"/>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235"/>
              <p:cNvSpPr>
                <a:spLocks/>
              </p:cNvSpPr>
              <p:nvPr/>
            </p:nvSpPr>
            <p:spPr bwMode="auto">
              <a:xfrm>
                <a:off x="386" y="2991"/>
                <a:ext cx="625" cy="340"/>
              </a:xfrm>
              <a:custGeom>
                <a:avLst/>
                <a:gdLst>
                  <a:gd name="T0" fmla="*/ 455 w 495"/>
                  <a:gd name="T1" fmla="*/ 91 h 269"/>
                  <a:gd name="T2" fmla="*/ 398 w 495"/>
                  <a:gd name="T3" fmla="*/ 45 h 269"/>
                  <a:gd name="T4" fmla="*/ 125 w 495"/>
                  <a:gd name="T5" fmla="*/ 4 h 269"/>
                  <a:gd name="T6" fmla="*/ 62 w 495"/>
                  <a:gd name="T7" fmla="*/ 33 h 269"/>
                  <a:gd name="T8" fmla="*/ 8 w 495"/>
                  <a:gd name="T9" fmla="*/ 155 h 269"/>
                  <a:gd name="T10" fmla="*/ 38 w 495"/>
                  <a:gd name="T11" fmla="*/ 205 h 269"/>
                  <a:gd name="T12" fmla="*/ 181 w 495"/>
                  <a:gd name="T13" fmla="*/ 248 h 269"/>
                  <a:gd name="T14" fmla="*/ 275 w 495"/>
                  <a:gd name="T15" fmla="*/ 263 h 269"/>
                  <a:gd name="T16" fmla="*/ 452 w 495"/>
                  <a:gd name="T17" fmla="*/ 268 h 269"/>
                  <a:gd name="T18" fmla="*/ 490 w 495"/>
                  <a:gd name="T19" fmla="*/ 231 h 269"/>
                  <a:gd name="T20" fmla="*/ 455 w 495"/>
                  <a:gd name="T21" fmla="*/ 9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5" h="269">
                    <a:moveTo>
                      <a:pt x="455" y="91"/>
                    </a:moveTo>
                    <a:cubicBezTo>
                      <a:pt x="449" y="70"/>
                      <a:pt x="424" y="49"/>
                      <a:pt x="398" y="45"/>
                    </a:cubicBezTo>
                    <a:cubicBezTo>
                      <a:pt x="125" y="4"/>
                      <a:pt x="125" y="4"/>
                      <a:pt x="125" y="4"/>
                    </a:cubicBezTo>
                    <a:cubicBezTo>
                      <a:pt x="99" y="0"/>
                      <a:pt x="71" y="13"/>
                      <a:pt x="62" y="33"/>
                    </a:cubicBezTo>
                    <a:cubicBezTo>
                      <a:pt x="8" y="155"/>
                      <a:pt x="8" y="155"/>
                      <a:pt x="8" y="155"/>
                    </a:cubicBezTo>
                    <a:cubicBezTo>
                      <a:pt x="0" y="175"/>
                      <a:pt x="13" y="197"/>
                      <a:pt x="38" y="205"/>
                    </a:cubicBezTo>
                    <a:cubicBezTo>
                      <a:pt x="181" y="248"/>
                      <a:pt x="181" y="248"/>
                      <a:pt x="181" y="248"/>
                    </a:cubicBezTo>
                    <a:cubicBezTo>
                      <a:pt x="206" y="255"/>
                      <a:pt x="248" y="262"/>
                      <a:pt x="275" y="263"/>
                    </a:cubicBezTo>
                    <a:cubicBezTo>
                      <a:pt x="452" y="268"/>
                      <a:pt x="452" y="268"/>
                      <a:pt x="452" y="268"/>
                    </a:cubicBezTo>
                    <a:cubicBezTo>
                      <a:pt x="478" y="269"/>
                      <a:pt x="495" y="252"/>
                      <a:pt x="490" y="231"/>
                    </a:cubicBezTo>
                    <a:lnTo>
                      <a:pt x="455" y="91"/>
                    </a:lnTo>
                    <a:close/>
                  </a:path>
                </a:pathLst>
              </a:custGeom>
              <a:solidFill>
                <a:srgbClr val="60AA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236"/>
              <p:cNvSpPr>
                <a:spLocks/>
              </p:cNvSpPr>
              <p:nvPr/>
            </p:nvSpPr>
            <p:spPr bwMode="auto">
              <a:xfrm>
                <a:off x="376" y="3078"/>
                <a:ext cx="567" cy="609"/>
              </a:xfrm>
              <a:custGeom>
                <a:avLst/>
                <a:gdLst>
                  <a:gd name="T0" fmla="*/ 430 w 449"/>
                  <a:gd name="T1" fmla="*/ 272 h 482"/>
                  <a:gd name="T2" fmla="*/ 259 w 449"/>
                  <a:gd name="T3" fmla="*/ 17 h 482"/>
                  <a:gd name="T4" fmla="*/ 19 w 449"/>
                  <a:gd name="T5" fmla="*/ 209 h 482"/>
                  <a:gd name="T6" fmla="*/ 190 w 449"/>
                  <a:gd name="T7" fmla="*/ 464 h 482"/>
                  <a:gd name="T8" fmla="*/ 430 w 449"/>
                  <a:gd name="T9" fmla="*/ 272 h 482"/>
                </a:gdLst>
                <a:ahLst/>
                <a:cxnLst>
                  <a:cxn ang="0">
                    <a:pos x="T0" y="T1"/>
                  </a:cxn>
                  <a:cxn ang="0">
                    <a:pos x="T2" y="T3"/>
                  </a:cxn>
                  <a:cxn ang="0">
                    <a:pos x="T4" y="T5"/>
                  </a:cxn>
                  <a:cxn ang="0">
                    <a:pos x="T6" y="T7"/>
                  </a:cxn>
                  <a:cxn ang="0">
                    <a:pos x="T8" y="T9"/>
                  </a:cxn>
                </a:cxnLst>
                <a:rect l="0" t="0" r="r" b="b"/>
                <a:pathLst>
                  <a:path w="449" h="482">
                    <a:moveTo>
                      <a:pt x="430" y="272"/>
                    </a:moveTo>
                    <a:cubicBezTo>
                      <a:pt x="449" y="148"/>
                      <a:pt x="372" y="34"/>
                      <a:pt x="259" y="17"/>
                    </a:cubicBezTo>
                    <a:cubicBezTo>
                      <a:pt x="145" y="0"/>
                      <a:pt x="38" y="86"/>
                      <a:pt x="19" y="209"/>
                    </a:cubicBezTo>
                    <a:cubicBezTo>
                      <a:pt x="0" y="333"/>
                      <a:pt x="77" y="447"/>
                      <a:pt x="190" y="464"/>
                    </a:cubicBezTo>
                    <a:cubicBezTo>
                      <a:pt x="304" y="482"/>
                      <a:pt x="411" y="396"/>
                      <a:pt x="430" y="272"/>
                    </a:cubicBezTo>
                    <a:close/>
                  </a:path>
                </a:pathLst>
              </a:custGeom>
              <a:solidFill>
                <a:srgbClr val="4A4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237"/>
              <p:cNvSpPr>
                <a:spLocks/>
              </p:cNvSpPr>
              <p:nvPr/>
            </p:nvSpPr>
            <p:spPr bwMode="auto">
              <a:xfrm>
                <a:off x="376" y="3078"/>
                <a:ext cx="437" cy="589"/>
              </a:xfrm>
              <a:custGeom>
                <a:avLst/>
                <a:gdLst>
                  <a:gd name="T0" fmla="*/ 122 w 346"/>
                  <a:gd name="T1" fmla="*/ 248 h 466"/>
                  <a:gd name="T2" fmla="*/ 346 w 346"/>
                  <a:gd name="T3" fmla="*/ 54 h 466"/>
                  <a:gd name="T4" fmla="*/ 259 w 346"/>
                  <a:gd name="T5" fmla="*/ 17 h 466"/>
                  <a:gd name="T6" fmla="*/ 19 w 346"/>
                  <a:gd name="T7" fmla="*/ 209 h 466"/>
                  <a:gd name="T8" fmla="*/ 190 w 346"/>
                  <a:gd name="T9" fmla="*/ 464 h 466"/>
                  <a:gd name="T10" fmla="*/ 206 w 346"/>
                  <a:gd name="T11" fmla="*/ 466 h 466"/>
                  <a:gd name="T12" fmla="*/ 122 w 346"/>
                  <a:gd name="T13" fmla="*/ 248 h 466"/>
                </a:gdLst>
                <a:ahLst/>
                <a:cxnLst>
                  <a:cxn ang="0">
                    <a:pos x="T0" y="T1"/>
                  </a:cxn>
                  <a:cxn ang="0">
                    <a:pos x="T2" y="T3"/>
                  </a:cxn>
                  <a:cxn ang="0">
                    <a:pos x="T4" y="T5"/>
                  </a:cxn>
                  <a:cxn ang="0">
                    <a:pos x="T6" y="T7"/>
                  </a:cxn>
                  <a:cxn ang="0">
                    <a:pos x="T8" y="T9"/>
                  </a:cxn>
                  <a:cxn ang="0">
                    <a:pos x="T10" y="T11"/>
                  </a:cxn>
                  <a:cxn ang="0">
                    <a:pos x="T12" y="T13"/>
                  </a:cxn>
                </a:cxnLst>
                <a:rect l="0" t="0" r="r" b="b"/>
                <a:pathLst>
                  <a:path w="346" h="466">
                    <a:moveTo>
                      <a:pt x="122" y="248"/>
                    </a:moveTo>
                    <a:cubicBezTo>
                      <a:pt x="140" y="130"/>
                      <a:pt x="238" y="46"/>
                      <a:pt x="346" y="54"/>
                    </a:cubicBezTo>
                    <a:cubicBezTo>
                      <a:pt x="321" y="35"/>
                      <a:pt x="291" y="22"/>
                      <a:pt x="259" y="17"/>
                    </a:cubicBezTo>
                    <a:cubicBezTo>
                      <a:pt x="145" y="0"/>
                      <a:pt x="38" y="86"/>
                      <a:pt x="19" y="209"/>
                    </a:cubicBezTo>
                    <a:cubicBezTo>
                      <a:pt x="0" y="333"/>
                      <a:pt x="77" y="447"/>
                      <a:pt x="190" y="464"/>
                    </a:cubicBezTo>
                    <a:cubicBezTo>
                      <a:pt x="196" y="465"/>
                      <a:pt x="201" y="466"/>
                      <a:pt x="206" y="466"/>
                    </a:cubicBezTo>
                    <a:cubicBezTo>
                      <a:pt x="144" y="419"/>
                      <a:pt x="109" y="336"/>
                      <a:pt x="122" y="248"/>
                    </a:cubicBezTo>
                    <a:close/>
                  </a:path>
                </a:pathLst>
              </a:custGeom>
              <a:solidFill>
                <a:srgbClr val="3335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238"/>
              <p:cNvSpPr>
                <a:spLocks/>
              </p:cNvSpPr>
              <p:nvPr/>
            </p:nvSpPr>
            <p:spPr bwMode="auto">
              <a:xfrm>
                <a:off x="1578" y="81"/>
                <a:ext cx="451" cy="451"/>
              </a:xfrm>
              <a:custGeom>
                <a:avLst/>
                <a:gdLst>
                  <a:gd name="T0" fmla="*/ 114 w 357"/>
                  <a:gd name="T1" fmla="*/ 322 h 357"/>
                  <a:gd name="T2" fmla="*/ 36 w 357"/>
                  <a:gd name="T3" fmla="*/ 114 h 357"/>
                  <a:gd name="T4" fmla="*/ 243 w 357"/>
                  <a:gd name="T5" fmla="*/ 36 h 357"/>
                  <a:gd name="T6" fmla="*/ 321 w 357"/>
                  <a:gd name="T7" fmla="*/ 243 h 357"/>
                  <a:gd name="T8" fmla="*/ 114 w 357"/>
                  <a:gd name="T9" fmla="*/ 322 h 357"/>
                </a:gdLst>
                <a:ahLst/>
                <a:cxnLst>
                  <a:cxn ang="0">
                    <a:pos x="T0" y="T1"/>
                  </a:cxn>
                  <a:cxn ang="0">
                    <a:pos x="T2" y="T3"/>
                  </a:cxn>
                  <a:cxn ang="0">
                    <a:pos x="T4" y="T5"/>
                  </a:cxn>
                  <a:cxn ang="0">
                    <a:pos x="T6" y="T7"/>
                  </a:cxn>
                  <a:cxn ang="0">
                    <a:pos x="T8" y="T9"/>
                  </a:cxn>
                </a:cxnLst>
                <a:rect l="0" t="0" r="r" b="b"/>
                <a:pathLst>
                  <a:path w="357" h="357">
                    <a:moveTo>
                      <a:pt x="114" y="322"/>
                    </a:moveTo>
                    <a:cubicBezTo>
                      <a:pt x="35" y="286"/>
                      <a:pt x="0" y="193"/>
                      <a:pt x="36" y="114"/>
                    </a:cubicBezTo>
                    <a:cubicBezTo>
                      <a:pt x="71" y="35"/>
                      <a:pt x="164" y="0"/>
                      <a:pt x="243" y="36"/>
                    </a:cubicBezTo>
                    <a:cubicBezTo>
                      <a:pt x="322" y="72"/>
                      <a:pt x="357" y="164"/>
                      <a:pt x="321" y="243"/>
                    </a:cubicBezTo>
                    <a:cubicBezTo>
                      <a:pt x="286" y="322"/>
                      <a:pt x="193" y="357"/>
                      <a:pt x="114" y="32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239"/>
              <p:cNvSpPr>
                <a:spLocks/>
              </p:cNvSpPr>
              <p:nvPr/>
            </p:nvSpPr>
            <p:spPr bwMode="auto">
              <a:xfrm>
                <a:off x="1660" y="391"/>
                <a:ext cx="80" cy="84"/>
              </a:xfrm>
              <a:custGeom>
                <a:avLst/>
                <a:gdLst>
                  <a:gd name="T0" fmla="*/ 7 w 63"/>
                  <a:gd name="T1" fmla="*/ 63 h 67"/>
                  <a:gd name="T2" fmla="*/ 1 w 63"/>
                  <a:gd name="T3" fmla="*/ 52 h 67"/>
                  <a:gd name="T4" fmla="*/ 4 w 63"/>
                  <a:gd name="T5" fmla="*/ 39 h 67"/>
                  <a:gd name="T6" fmla="*/ 37 w 63"/>
                  <a:gd name="T7" fmla="*/ 0 h 67"/>
                  <a:gd name="T8" fmla="*/ 63 w 63"/>
                  <a:gd name="T9" fmla="*/ 22 h 67"/>
                  <a:gd name="T10" fmla="*/ 31 w 63"/>
                  <a:gd name="T11" fmla="*/ 61 h 67"/>
                  <a:gd name="T12" fmla="*/ 19 w 63"/>
                  <a:gd name="T13" fmla="*/ 67 h 67"/>
                  <a:gd name="T14" fmla="*/ 7 w 63"/>
                  <a:gd name="T15" fmla="*/ 63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67">
                    <a:moveTo>
                      <a:pt x="7" y="63"/>
                    </a:moveTo>
                    <a:cubicBezTo>
                      <a:pt x="3" y="60"/>
                      <a:pt x="1" y="56"/>
                      <a:pt x="1" y="52"/>
                    </a:cubicBezTo>
                    <a:cubicBezTo>
                      <a:pt x="0" y="47"/>
                      <a:pt x="2" y="43"/>
                      <a:pt x="4" y="39"/>
                    </a:cubicBezTo>
                    <a:cubicBezTo>
                      <a:pt x="37" y="0"/>
                      <a:pt x="37" y="0"/>
                      <a:pt x="37" y="0"/>
                    </a:cubicBezTo>
                    <a:cubicBezTo>
                      <a:pt x="63" y="22"/>
                      <a:pt x="63" y="22"/>
                      <a:pt x="63" y="22"/>
                    </a:cubicBezTo>
                    <a:cubicBezTo>
                      <a:pt x="31" y="61"/>
                      <a:pt x="31" y="61"/>
                      <a:pt x="31" y="61"/>
                    </a:cubicBezTo>
                    <a:cubicBezTo>
                      <a:pt x="28" y="64"/>
                      <a:pt x="24" y="66"/>
                      <a:pt x="19" y="67"/>
                    </a:cubicBezTo>
                    <a:cubicBezTo>
                      <a:pt x="14" y="67"/>
                      <a:pt x="10" y="66"/>
                      <a:pt x="7" y="6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240"/>
              <p:cNvSpPr>
                <a:spLocks/>
              </p:cNvSpPr>
              <p:nvPr/>
            </p:nvSpPr>
            <p:spPr bwMode="auto">
              <a:xfrm>
                <a:off x="1692" y="391"/>
                <a:ext cx="48" cy="45"/>
              </a:xfrm>
              <a:custGeom>
                <a:avLst/>
                <a:gdLst>
                  <a:gd name="T0" fmla="*/ 38 w 38"/>
                  <a:gd name="T1" fmla="*/ 22 h 36"/>
                  <a:gd name="T2" fmla="*/ 12 w 38"/>
                  <a:gd name="T3" fmla="*/ 0 h 36"/>
                  <a:gd name="T4" fmla="*/ 0 w 38"/>
                  <a:gd name="T5" fmla="*/ 15 h 36"/>
                  <a:gd name="T6" fmla="*/ 26 w 38"/>
                  <a:gd name="T7" fmla="*/ 36 h 36"/>
                  <a:gd name="T8" fmla="*/ 38 w 38"/>
                  <a:gd name="T9" fmla="*/ 22 h 36"/>
                </a:gdLst>
                <a:ahLst/>
                <a:cxnLst>
                  <a:cxn ang="0">
                    <a:pos x="T0" y="T1"/>
                  </a:cxn>
                  <a:cxn ang="0">
                    <a:pos x="T2" y="T3"/>
                  </a:cxn>
                  <a:cxn ang="0">
                    <a:pos x="T4" y="T5"/>
                  </a:cxn>
                  <a:cxn ang="0">
                    <a:pos x="T6" y="T7"/>
                  </a:cxn>
                  <a:cxn ang="0">
                    <a:pos x="T8" y="T9"/>
                  </a:cxn>
                </a:cxnLst>
                <a:rect l="0" t="0" r="r" b="b"/>
                <a:pathLst>
                  <a:path w="38" h="36">
                    <a:moveTo>
                      <a:pt x="38" y="22"/>
                    </a:moveTo>
                    <a:cubicBezTo>
                      <a:pt x="12" y="0"/>
                      <a:pt x="12" y="0"/>
                      <a:pt x="12" y="0"/>
                    </a:cubicBezTo>
                    <a:cubicBezTo>
                      <a:pt x="0" y="15"/>
                      <a:pt x="0" y="15"/>
                      <a:pt x="0" y="15"/>
                    </a:cubicBezTo>
                    <a:cubicBezTo>
                      <a:pt x="7" y="23"/>
                      <a:pt x="16" y="30"/>
                      <a:pt x="26" y="36"/>
                    </a:cubicBezTo>
                    <a:lnTo>
                      <a:pt x="38" y="22"/>
                    </a:lnTo>
                    <a:close/>
                  </a:path>
                </a:pathLst>
              </a:custGeom>
              <a:solidFill>
                <a:srgbClr val="E0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241"/>
              <p:cNvSpPr>
                <a:spLocks/>
              </p:cNvSpPr>
              <p:nvPr/>
            </p:nvSpPr>
            <p:spPr bwMode="auto">
              <a:xfrm>
                <a:off x="1651" y="154"/>
                <a:ext cx="305" cy="305"/>
              </a:xfrm>
              <a:custGeom>
                <a:avLst/>
                <a:gdLst>
                  <a:gd name="T0" fmla="*/ 77 w 241"/>
                  <a:gd name="T1" fmla="*/ 217 h 241"/>
                  <a:gd name="T2" fmla="*/ 24 w 241"/>
                  <a:gd name="T3" fmla="*/ 77 h 241"/>
                  <a:gd name="T4" fmla="*/ 164 w 241"/>
                  <a:gd name="T5" fmla="*/ 24 h 241"/>
                  <a:gd name="T6" fmla="*/ 217 w 241"/>
                  <a:gd name="T7" fmla="*/ 164 h 241"/>
                  <a:gd name="T8" fmla="*/ 77 w 241"/>
                  <a:gd name="T9" fmla="*/ 217 h 241"/>
                </a:gdLst>
                <a:ahLst/>
                <a:cxnLst>
                  <a:cxn ang="0">
                    <a:pos x="T0" y="T1"/>
                  </a:cxn>
                  <a:cxn ang="0">
                    <a:pos x="T2" y="T3"/>
                  </a:cxn>
                  <a:cxn ang="0">
                    <a:pos x="T4" y="T5"/>
                  </a:cxn>
                  <a:cxn ang="0">
                    <a:pos x="T6" y="T7"/>
                  </a:cxn>
                  <a:cxn ang="0">
                    <a:pos x="T8" y="T9"/>
                  </a:cxn>
                </a:cxnLst>
                <a:rect l="0" t="0" r="r" b="b"/>
                <a:pathLst>
                  <a:path w="241" h="241">
                    <a:moveTo>
                      <a:pt x="77" y="217"/>
                    </a:moveTo>
                    <a:cubicBezTo>
                      <a:pt x="24" y="193"/>
                      <a:pt x="0" y="131"/>
                      <a:pt x="24" y="77"/>
                    </a:cubicBezTo>
                    <a:cubicBezTo>
                      <a:pt x="48" y="24"/>
                      <a:pt x="111" y="0"/>
                      <a:pt x="164" y="24"/>
                    </a:cubicBezTo>
                    <a:cubicBezTo>
                      <a:pt x="217" y="48"/>
                      <a:pt x="241" y="111"/>
                      <a:pt x="217" y="164"/>
                    </a:cubicBezTo>
                    <a:cubicBezTo>
                      <a:pt x="193" y="218"/>
                      <a:pt x="130" y="241"/>
                      <a:pt x="77" y="2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242"/>
              <p:cNvSpPr>
                <a:spLocks/>
              </p:cNvSpPr>
              <p:nvPr/>
            </p:nvSpPr>
            <p:spPr bwMode="auto">
              <a:xfrm>
                <a:off x="1675" y="178"/>
                <a:ext cx="257" cy="257"/>
              </a:xfrm>
              <a:custGeom>
                <a:avLst/>
                <a:gdLst>
                  <a:gd name="T0" fmla="*/ 65 w 203"/>
                  <a:gd name="T1" fmla="*/ 183 h 203"/>
                  <a:gd name="T2" fmla="*/ 20 w 203"/>
                  <a:gd name="T3" fmla="*/ 65 h 203"/>
                  <a:gd name="T4" fmla="*/ 138 w 203"/>
                  <a:gd name="T5" fmla="*/ 21 h 203"/>
                  <a:gd name="T6" fmla="*/ 183 w 203"/>
                  <a:gd name="T7" fmla="*/ 138 h 203"/>
                  <a:gd name="T8" fmla="*/ 65 w 203"/>
                  <a:gd name="T9" fmla="*/ 183 h 203"/>
                </a:gdLst>
                <a:ahLst/>
                <a:cxnLst>
                  <a:cxn ang="0">
                    <a:pos x="T0" y="T1"/>
                  </a:cxn>
                  <a:cxn ang="0">
                    <a:pos x="T2" y="T3"/>
                  </a:cxn>
                  <a:cxn ang="0">
                    <a:pos x="T4" y="T5"/>
                  </a:cxn>
                  <a:cxn ang="0">
                    <a:pos x="T6" y="T7"/>
                  </a:cxn>
                  <a:cxn ang="0">
                    <a:pos x="T8" y="T9"/>
                  </a:cxn>
                </a:cxnLst>
                <a:rect l="0" t="0" r="r" b="b"/>
                <a:pathLst>
                  <a:path w="203" h="203">
                    <a:moveTo>
                      <a:pt x="65" y="183"/>
                    </a:moveTo>
                    <a:cubicBezTo>
                      <a:pt x="20" y="163"/>
                      <a:pt x="0" y="110"/>
                      <a:pt x="20" y="65"/>
                    </a:cubicBezTo>
                    <a:cubicBezTo>
                      <a:pt x="41" y="20"/>
                      <a:pt x="93" y="0"/>
                      <a:pt x="138" y="21"/>
                    </a:cubicBezTo>
                    <a:cubicBezTo>
                      <a:pt x="183" y="41"/>
                      <a:pt x="203" y="94"/>
                      <a:pt x="183" y="138"/>
                    </a:cubicBezTo>
                    <a:cubicBezTo>
                      <a:pt x="162" y="183"/>
                      <a:pt x="110" y="203"/>
                      <a:pt x="65" y="183"/>
                    </a:cubicBezTo>
                    <a:close/>
                  </a:path>
                </a:pathLst>
              </a:custGeom>
              <a:solidFill>
                <a:srgbClr val="8D4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243"/>
              <p:cNvSpPr>
                <a:spLocks/>
              </p:cNvSpPr>
              <p:nvPr/>
            </p:nvSpPr>
            <p:spPr bwMode="auto">
              <a:xfrm>
                <a:off x="1743" y="188"/>
                <a:ext cx="189" cy="230"/>
              </a:xfrm>
              <a:custGeom>
                <a:avLst/>
                <a:gdLst>
                  <a:gd name="T0" fmla="*/ 51 w 149"/>
                  <a:gd name="T1" fmla="*/ 25 h 182"/>
                  <a:gd name="T2" fmla="*/ 95 w 149"/>
                  <a:gd name="T3" fmla="*/ 143 h 182"/>
                  <a:gd name="T4" fmla="*/ 62 w 149"/>
                  <a:gd name="T5" fmla="*/ 182 h 182"/>
                  <a:gd name="T6" fmla="*/ 129 w 149"/>
                  <a:gd name="T7" fmla="*/ 130 h 182"/>
                  <a:gd name="T8" fmla="*/ 84 w 149"/>
                  <a:gd name="T9" fmla="*/ 13 h 182"/>
                  <a:gd name="T10" fmla="*/ 0 w 149"/>
                  <a:gd name="T11" fmla="*/ 19 h 182"/>
                  <a:gd name="T12" fmla="*/ 51 w 149"/>
                  <a:gd name="T13" fmla="*/ 25 h 182"/>
                </a:gdLst>
                <a:ahLst/>
                <a:cxnLst>
                  <a:cxn ang="0">
                    <a:pos x="T0" y="T1"/>
                  </a:cxn>
                  <a:cxn ang="0">
                    <a:pos x="T2" y="T3"/>
                  </a:cxn>
                  <a:cxn ang="0">
                    <a:pos x="T4" y="T5"/>
                  </a:cxn>
                  <a:cxn ang="0">
                    <a:pos x="T6" y="T7"/>
                  </a:cxn>
                  <a:cxn ang="0">
                    <a:pos x="T8" y="T9"/>
                  </a:cxn>
                  <a:cxn ang="0">
                    <a:pos x="T10" y="T11"/>
                  </a:cxn>
                  <a:cxn ang="0">
                    <a:pos x="T12" y="T13"/>
                  </a:cxn>
                </a:cxnLst>
                <a:rect l="0" t="0" r="r" b="b"/>
                <a:pathLst>
                  <a:path w="149" h="182">
                    <a:moveTo>
                      <a:pt x="51" y="25"/>
                    </a:moveTo>
                    <a:cubicBezTo>
                      <a:pt x="95" y="46"/>
                      <a:pt x="115" y="98"/>
                      <a:pt x="95" y="143"/>
                    </a:cubicBezTo>
                    <a:cubicBezTo>
                      <a:pt x="88" y="160"/>
                      <a:pt x="76" y="173"/>
                      <a:pt x="62" y="182"/>
                    </a:cubicBezTo>
                    <a:cubicBezTo>
                      <a:pt x="90" y="177"/>
                      <a:pt x="116" y="159"/>
                      <a:pt x="129" y="130"/>
                    </a:cubicBezTo>
                    <a:cubicBezTo>
                      <a:pt x="149" y="86"/>
                      <a:pt x="129" y="33"/>
                      <a:pt x="84" y="13"/>
                    </a:cubicBezTo>
                    <a:cubicBezTo>
                      <a:pt x="56" y="0"/>
                      <a:pt x="24" y="3"/>
                      <a:pt x="0" y="19"/>
                    </a:cubicBezTo>
                    <a:cubicBezTo>
                      <a:pt x="17" y="16"/>
                      <a:pt x="34" y="18"/>
                      <a:pt x="51" y="25"/>
                    </a:cubicBezTo>
                    <a:close/>
                  </a:path>
                </a:pathLst>
              </a:custGeom>
              <a:solidFill>
                <a:srgbClr val="5128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244"/>
              <p:cNvSpPr>
                <a:spLocks/>
              </p:cNvSpPr>
              <p:nvPr/>
            </p:nvSpPr>
            <p:spPr bwMode="auto">
              <a:xfrm>
                <a:off x="42" y="1163"/>
                <a:ext cx="451" cy="451"/>
              </a:xfrm>
              <a:custGeom>
                <a:avLst/>
                <a:gdLst>
                  <a:gd name="T0" fmla="*/ 114 w 357"/>
                  <a:gd name="T1" fmla="*/ 322 h 357"/>
                  <a:gd name="T2" fmla="*/ 36 w 357"/>
                  <a:gd name="T3" fmla="*/ 114 h 357"/>
                  <a:gd name="T4" fmla="*/ 243 w 357"/>
                  <a:gd name="T5" fmla="*/ 36 h 357"/>
                  <a:gd name="T6" fmla="*/ 322 w 357"/>
                  <a:gd name="T7" fmla="*/ 243 h 357"/>
                  <a:gd name="T8" fmla="*/ 114 w 357"/>
                  <a:gd name="T9" fmla="*/ 322 h 357"/>
                </a:gdLst>
                <a:ahLst/>
                <a:cxnLst>
                  <a:cxn ang="0">
                    <a:pos x="T0" y="T1"/>
                  </a:cxn>
                  <a:cxn ang="0">
                    <a:pos x="T2" y="T3"/>
                  </a:cxn>
                  <a:cxn ang="0">
                    <a:pos x="T4" y="T5"/>
                  </a:cxn>
                  <a:cxn ang="0">
                    <a:pos x="T6" y="T7"/>
                  </a:cxn>
                  <a:cxn ang="0">
                    <a:pos x="T8" y="T9"/>
                  </a:cxn>
                </a:cxnLst>
                <a:rect l="0" t="0" r="r" b="b"/>
                <a:pathLst>
                  <a:path w="357" h="357">
                    <a:moveTo>
                      <a:pt x="114" y="322"/>
                    </a:moveTo>
                    <a:cubicBezTo>
                      <a:pt x="35" y="286"/>
                      <a:pt x="0" y="193"/>
                      <a:pt x="36" y="114"/>
                    </a:cubicBezTo>
                    <a:cubicBezTo>
                      <a:pt x="72" y="35"/>
                      <a:pt x="165" y="0"/>
                      <a:pt x="243" y="36"/>
                    </a:cubicBezTo>
                    <a:cubicBezTo>
                      <a:pt x="322" y="72"/>
                      <a:pt x="357" y="165"/>
                      <a:pt x="322" y="243"/>
                    </a:cubicBezTo>
                    <a:cubicBezTo>
                      <a:pt x="286" y="322"/>
                      <a:pt x="193" y="357"/>
                      <a:pt x="114" y="32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245"/>
              <p:cNvSpPr>
                <a:spLocks/>
              </p:cNvSpPr>
              <p:nvPr/>
            </p:nvSpPr>
            <p:spPr bwMode="auto">
              <a:xfrm>
                <a:off x="125" y="1473"/>
                <a:ext cx="79" cy="84"/>
              </a:xfrm>
              <a:custGeom>
                <a:avLst/>
                <a:gdLst>
                  <a:gd name="T0" fmla="*/ 6 w 62"/>
                  <a:gd name="T1" fmla="*/ 63 h 67"/>
                  <a:gd name="T2" fmla="*/ 0 w 62"/>
                  <a:gd name="T3" fmla="*/ 52 h 67"/>
                  <a:gd name="T4" fmla="*/ 4 w 62"/>
                  <a:gd name="T5" fmla="*/ 39 h 67"/>
                  <a:gd name="T6" fmla="*/ 36 w 62"/>
                  <a:gd name="T7" fmla="*/ 0 h 67"/>
                  <a:gd name="T8" fmla="*/ 62 w 62"/>
                  <a:gd name="T9" fmla="*/ 22 h 67"/>
                  <a:gd name="T10" fmla="*/ 30 w 62"/>
                  <a:gd name="T11" fmla="*/ 61 h 67"/>
                  <a:gd name="T12" fmla="*/ 18 w 62"/>
                  <a:gd name="T13" fmla="*/ 67 h 67"/>
                  <a:gd name="T14" fmla="*/ 6 w 62"/>
                  <a:gd name="T15" fmla="*/ 63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67">
                    <a:moveTo>
                      <a:pt x="6" y="63"/>
                    </a:moveTo>
                    <a:cubicBezTo>
                      <a:pt x="3" y="60"/>
                      <a:pt x="0" y="56"/>
                      <a:pt x="0" y="52"/>
                    </a:cubicBezTo>
                    <a:cubicBezTo>
                      <a:pt x="0" y="47"/>
                      <a:pt x="1" y="43"/>
                      <a:pt x="4" y="39"/>
                    </a:cubicBezTo>
                    <a:cubicBezTo>
                      <a:pt x="36" y="0"/>
                      <a:pt x="36" y="0"/>
                      <a:pt x="36" y="0"/>
                    </a:cubicBezTo>
                    <a:cubicBezTo>
                      <a:pt x="62" y="22"/>
                      <a:pt x="62" y="22"/>
                      <a:pt x="62" y="22"/>
                    </a:cubicBezTo>
                    <a:cubicBezTo>
                      <a:pt x="30" y="61"/>
                      <a:pt x="30" y="61"/>
                      <a:pt x="30" y="61"/>
                    </a:cubicBezTo>
                    <a:cubicBezTo>
                      <a:pt x="27" y="64"/>
                      <a:pt x="23" y="67"/>
                      <a:pt x="18" y="67"/>
                    </a:cubicBezTo>
                    <a:cubicBezTo>
                      <a:pt x="14" y="67"/>
                      <a:pt x="9" y="66"/>
                      <a:pt x="6" y="6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246"/>
              <p:cNvSpPr>
                <a:spLocks/>
              </p:cNvSpPr>
              <p:nvPr/>
            </p:nvSpPr>
            <p:spPr bwMode="auto">
              <a:xfrm>
                <a:off x="156" y="1473"/>
                <a:ext cx="48" cy="45"/>
              </a:xfrm>
              <a:custGeom>
                <a:avLst/>
                <a:gdLst>
                  <a:gd name="T0" fmla="*/ 38 w 38"/>
                  <a:gd name="T1" fmla="*/ 22 h 36"/>
                  <a:gd name="T2" fmla="*/ 12 w 38"/>
                  <a:gd name="T3" fmla="*/ 0 h 36"/>
                  <a:gd name="T4" fmla="*/ 0 w 38"/>
                  <a:gd name="T5" fmla="*/ 15 h 36"/>
                  <a:gd name="T6" fmla="*/ 26 w 38"/>
                  <a:gd name="T7" fmla="*/ 36 h 36"/>
                  <a:gd name="T8" fmla="*/ 38 w 38"/>
                  <a:gd name="T9" fmla="*/ 22 h 36"/>
                </a:gdLst>
                <a:ahLst/>
                <a:cxnLst>
                  <a:cxn ang="0">
                    <a:pos x="T0" y="T1"/>
                  </a:cxn>
                  <a:cxn ang="0">
                    <a:pos x="T2" y="T3"/>
                  </a:cxn>
                  <a:cxn ang="0">
                    <a:pos x="T4" y="T5"/>
                  </a:cxn>
                  <a:cxn ang="0">
                    <a:pos x="T6" y="T7"/>
                  </a:cxn>
                  <a:cxn ang="0">
                    <a:pos x="T8" y="T9"/>
                  </a:cxn>
                </a:cxnLst>
                <a:rect l="0" t="0" r="r" b="b"/>
                <a:pathLst>
                  <a:path w="38" h="36">
                    <a:moveTo>
                      <a:pt x="38" y="22"/>
                    </a:moveTo>
                    <a:cubicBezTo>
                      <a:pt x="12" y="0"/>
                      <a:pt x="12" y="0"/>
                      <a:pt x="12" y="0"/>
                    </a:cubicBezTo>
                    <a:cubicBezTo>
                      <a:pt x="0" y="15"/>
                      <a:pt x="0" y="15"/>
                      <a:pt x="0" y="15"/>
                    </a:cubicBezTo>
                    <a:cubicBezTo>
                      <a:pt x="8" y="23"/>
                      <a:pt x="16" y="30"/>
                      <a:pt x="26" y="36"/>
                    </a:cubicBezTo>
                    <a:lnTo>
                      <a:pt x="38" y="22"/>
                    </a:lnTo>
                    <a:close/>
                  </a:path>
                </a:pathLst>
              </a:custGeom>
              <a:solidFill>
                <a:srgbClr val="E0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247"/>
              <p:cNvSpPr>
                <a:spLocks/>
              </p:cNvSpPr>
              <p:nvPr/>
            </p:nvSpPr>
            <p:spPr bwMode="auto">
              <a:xfrm>
                <a:off x="115" y="1236"/>
                <a:ext cx="306" cy="306"/>
              </a:xfrm>
              <a:custGeom>
                <a:avLst/>
                <a:gdLst>
                  <a:gd name="T0" fmla="*/ 77 w 242"/>
                  <a:gd name="T1" fmla="*/ 217 h 242"/>
                  <a:gd name="T2" fmla="*/ 24 w 242"/>
                  <a:gd name="T3" fmla="*/ 77 h 242"/>
                  <a:gd name="T4" fmla="*/ 165 w 242"/>
                  <a:gd name="T5" fmla="*/ 24 h 242"/>
                  <a:gd name="T6" fmla="*/ 217 w 242"/>
                  <a:gd name="T7" fmla="*/ 165 h 242"/>
                  <a:gd name="T8" fmla="*/ 77 w 242"/>
                  <a:gd name="T9" fmla="*/ 217 h 242"/>
                </a:gdLst>
                <a:ahLst/>
                <a:cxnLst>
                  <a:cxn ang="0">
                    <a:pos x="T0" y="T1"/>
                  </a:cxn>
                  <a:cxn ang="0">
                    <a:pos x="T2" y="T3"/>
                  </a:cxn>
                  <a:cxn ang="0">
                    <a:pos x="T4" y="T5"/>
                  </a:cxn>
                  <a:cxn ang="0">
                    <a:pos x="T6" y="T7"/>
                  </a:cxn>
                  <a:cxn ang="0">
                    <a:pos x="T8" y="T9"/>
                  </a:cxn>
                </a:cxnLst>
                <a:rect l="0" t="0" r="r" b="b"/>
                <a:pathLst>
                  <a:path w="242" h="242">
                    <a:moveTo>
                      <a:pt x="77" y="217"/>
                    </a:moveTo>
                    <a:cubicBezTo>
                      <a:pt x="24" y="193"/>
                      <a:pt x="0" y="131"/>
                      <a:pt x="24" y="77"/>
                    </a:cubicBezTo>
                    <a:cubicBezTo>
                      <a:pt x="48" y="24"/>
                      <a:pt x="111" y="0"/>
                      <a:pt x="165" y="24"/>
                    </a:cubicBezTo>
                    <a:cubicBezTo>
                      <a:pt x="218" y="48"/>
                      <a:pt x="242" y="111"/>
                      <a:pt x="217" y="165"/>
                    </a:cubicBezTo>
                    <a:cubicBezTo>
                      <a:pt x="193" y="218"/>
                      <a:pt x="131" y="242"/>
                      <a:pt x="77" y="2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248"/>
              <p:cNvSpPr>
                <a:spLocks/>
              </p:cNvSpPr>
              <p:nvPr/>
            </p:nvSpPr>
            <p:spPr bwMode="auto">
              <a:xfrm>
                <a:off x="140" y="1262"/>
                <a:ext cx="256" cy="255"/>
              </a:xfrm>
              <a:custGeom>
                <a:avLst/>
                <a:gdLst>
                  <a:gd name="T0" fmla="*/ 64 w 202"/>
                  <a:gd name="T1" fmla="*/ 182 h 202"/>
                  <a:gd name="T2" fmla="*/ 20 w 202"/>
                  <a:gd name="T3" fmla="*/ 64 h 202"/>
                  <a:gd name="T4" fmla="*/ 138 w 202"/>
                  <a:gd name="T5" fmla="*/ 20 h 202"/>
                  <a:gd name="T6" fmla="*/ 182 w 202"/>
                  <a:gd name="T7" fmla="*/ 138 h 202"/>
                  <a:gd name="T8" fmla="*/ 64 w 202"/>
                  <a:gd name="T9" fmla="*/ 182 h 202"/>
                </a:gdLst>
                <a:ahLst/>
                <a:cxnLst>
                  <a:cxn ang="0">
                    <a:pos x="T0" y="T1"/>
                  </a:cxn>
                  <a:cxn ang="0">
                    <a:pos x="T2" y="T3"/>
                  </a:cxn>
                  <a:cxn ang="0">
                    <a:pos x="T4" y="T5"/>
                  </a:cxn>
                  <a:cxn ang="0">
                    <a:pos x="T6" y="T7"/>
                  </a:cxn>
                  <a:cxn ang="0">
                    <a:pos x="T8" y="T9"/>
                  </a:cxn>
                </a:cxnLst>
                <a:rect l="0" t="0" r="r" b="b"/>
                <a:pathLst>
                  <a:path w="202" h="202">
                    <a:moveTo>
                      <a:pt x="64" y="182"/>
                    </a:moveTo>
                    <a:cubicBezTo>
                      <a:pt x="19" y="162"/>
                      <a:pt x="0" y="109"/>
                      <a:pt x="20" y="64"/>
                    </a:cubicBezTo>
                    <a:cubicBezTo>
                      <a:pt x="40" y="19"/>
                      <a:pt x="93" y="0"/>
                      <a:pt x="138" y="20"/>
                    </a:cubicBezTo>
                    <a:cubicBezTo>
                      <a:pt x="182" y="40"/>
                      <a:pt x="202" y="93"/>
                      <a:pt x="182" y="138"/>
                    </a:cubicBezTo>
                    <a:cubicBezTo>
                      <a:pt x="162" y="182"/>
                      <a:pt x="109" y="202"/>
                      <a:pt x="64" y="182"/>
                    </a:cubicBezTo>
                    <a:close/>
                  </a:path>
                </a:pathLst>
              </a:custGeom>
              <a:solidFill>
                <a:srgbClr val="8D4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249"/>
              <p:cNvSpPr>
                <a:spLocks/>
              </p:cNvSpPr>
              <p:nvPr/>
            </p:nvSpPr>
            <p:spPr bwMode="auto">
              <a:xfrm>
                <a:off x="207" y="1270"/>
                <a:ext cx="189" cy="230"/>
              </a:xfrm>
              <a:custGeom>
                <a:avLst/>
                <a:gdLst>
                  <a:gd name="T0" fmla="*/ 51 w 149"/>
                  <a:gd name="T1" fmla="*/ 26 h 182"/>
                  <a:gd name="T2" fmla="*/ 95 w 149"/>
                  <a:gd name="T3" fmla="*/ 143 h 182"/>
                  <a:gd name="T4" fmla="*/ 62 w 149"/>
                  <a:gd name="T5" fmla="*/ 182 h 182"/>
                  <a:gd name="T6" fmla="*/ 129 w 149"/>
                  <a:gd name="T7" fmla="*/ 131 h 182"/>
                  <a:gd name="T8" fmla="*/ 85 w 149"/>
                  <a:gd name="T9" fmla="*/ 13 h 182"/>
                  <a:gd name="T10" fmla="*/ 0 w 149"/>
                  <a:gd name="T11" fmla="*/ 19 h 182"/>
                  <a:gd name="T12" fmla="*/ 51 w 149"/>
                  <a:gd name="T13" fmla="*/ 26 h 182"/>
                </a:gdLst>
                <a:ahLst/>
                <a:cxnLst>
                  <a:cxn ang="0">
                    <a:pos x="T0" y="T1"/>
                  </a:cxn>
                  <a:cxn ang="0">
                    <a:pos x="T2" y="T3"/>
                  </a:cxn>
                  <a:cxn ang="0">
                    <a:pos x="T4" y="T5"/>
                  </a:cxn>
                  <a:cxn ang="0">
                    <a:pos x="T6" y="T7"/>
                  </a:cxn>
                  <a:cxn ang="0">
                    <a:pos x="T8" y="T9"/>
                  </a:cxn>
                  <a:cxn ang="0">
                    <a:pos x="T10" y="T11"/>
                  </a:cxn>
                  <a:cxn ang="0">
                    <a:pos x="T12" y="T13"/>
                  </a:cxn>
                </a:cxnLst>
                <a:rect l="0" t="0" r="r" b="b"/>
                <a:pathLst>
                  <a:path w="149" h="182">
                    <a:moveTo>
                      <a:pt x="51" y="26"/>
                    </a:moveTo>
                    <a:cubicBezTo>
                      <a:pt x="96" y="46"/>
                      <a:pt x="116" y="98"/>
                      <a:pt x="95" y="143"/>
                    </a:cubicBezTo>
                    <a:cubicBezTo>
                      <a:pt x="88" y="160"/>
                      <a:pt x="76" y="173"/>
                      <a:pt x="62" y="182"/>
                    </a:cubicBezTo>
                    <a:cubicBezTo>
                      <a:pt x="90" y="177"/>
                      <a:pt x="116" y="159"/>
                      <a:pt x="129" y="131"/>
                    </a:cubicBezTo>
                    <a:cubicBezTo>
                      <a:pt x="149" y="86"/>
                      <a:pt x="129" y="33"/>
                      <a:pt x="85" y="13"/>
                    </a:cubicBezTo>
                    <a:cubicBezTo>
                      <a:pt x="56" y="0"/>
                      <a:pt x="25" y="3"/>
                      <a:pt x="0" y="19"/>
                    </a:cubicBezTo>
                    <a:cubicBezTo>
                      <a:pt x="17" y="16"/>
                      <a:pt x="34" y="18"/>
                      <a:pt x="51" y="26"/>
                    </a:cubicBezTo>
                    <a:close/>
                  </a:path>
                </a:pathLst>
              </a:custGeom>
              <a:solidFill>
                <a:srgbClr val="5128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250"/>
              <p:cNvSpPr>
                <a:spLocks/>
              </p:cNvSpPr>
              <p:nvPr/>
            </p:nvSpPr>
            <p:spPr bwMode="auto">
              <a:xfrm>
                <a:off x="2003" y="362"/>
                <a:ext cx="498" cy="345"/>
              </a:xfrm>
              <a:custGeom>
                <a:avLst/>
                <a:gdLst>
                  <a:gd name="T0" fmla="*/ 0 w 498"/>
                  <a:gd name="T1" fmla="*/ 0 h 345"/>
                  <a:gd name="T2" fmla="*/ 498 w 498"/>
                  <a:gd name="T3" fmla="*/ 0 h 345"/>
                  <a:gd name="T4" fmla="*/ 498 w 498"/>
                  <a:gd name="T5" fmla="*/ 345 h 345"/>
                  <a:gd name="T6" fmla="*/ 0 w 498"/>
                  <a:gd name="T7" fmla="*/ 343 h 345"/>
                  <a:gd name="T8" fmla="*/ 0 w 498"/>
                  <a:gd name="T9" fmla="*/ 0 h 345"/>
                </a:gdLst>
                <a:ahLst/>
                <a:cxnLst>
                  <a:cxn ang="0">
                    <a:pos x="T0" y="T1"/>
                  </a:cxn>
                  <a:cxn ang="0">
                    <a:pos x="T2" y="T3"/>
                  </a:cxn>
                  <a:cxn ang="0">
                    <a:pos x="T4" y="T5"/>
                  </a:cxn>
                  <a:cxn ang="0">
                    <a:pos x="T6" y="T7"/>
                  </a:cxn>
                  <a:cxn ang="0">
                    <a:pos x="T8" y="T9"/>
                  </a:cxn>
                </a:cxnLst>
                <a:rect l="0" t="0" r="r" b="b"/>
                <a:pathLst>
                  <a:path w="498" h="345">
                    <a:moveTo>
                      <a:pt x="0" y="0"/>
                    </a:moveTo>
                    <a:lnTo>
                      <a:pt x="498" y="0"/>
                    </a:lnTo>
                    <a:lnTo>
                      <a:pt x="498" y="345"/>
                    </a:lnTo>
                    <a:lnTo>
                      <a:pt x="0" y="34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251"/>
              <p:cNvSpPr>
                <a:spLocks/>
              </p:cNvSpPr>
              <p:nvPr/>
            </p:nvSpPr>
            <p:spPr bwMode="auto">
              <a:xfrm>
                <a:off x="2003" y="362"/>
                <a:ext cx="498" cy="345"/>
              </a:xfrm>
              <a:custGeom>
                <a:avLst/>
                <a:gdLst>
                  <a:gd name="T0" fmla="*/ 0 w 498"/>
                  <a:gd name="T1" fmla="*/ 0 h 345"/>
                  <a:gd name="T2" fmla="*/ 498 w 498"/>
                  <a:gd name="T3" fmla="*/ 0 h 345"/>
                  <a:gd name="T4" fmla="*/ 498 w 498"/>
                  <a:gd name="T5" fmla="*/ 345 h 345"/>
                  <a:gd name="T6" fmla="*/ 0 w 498"/>
                  <a:gd name="T7" fmla="*/ 343 h 345"/>
                  <a:gd name="T8" fmla="*/ 0 w 498"/>
                  <a:gd name="T9" fmla="*/ 0 h 345"/>
                </a:gdLst>
                <a:ahLst/>
                <a:cxnLst>
                  <a:cxn ang="0">
                    <a:pos x="T0" y="T1"/>
                  </a:cxn>
                  <a:cxn ang="0">
                    <a:pos x="T2" y="T3"/>
                  </a:cxn>
                  <a:cxn ang="0">
                    <a:pos x="T4" y="T5"/>
                  </a:cxn>
                  <a:cxn ang="0">
                    <a:pos x="T6" y="T7"/>
                  </a:cxn>
                  <a:cxn ang="0">
                    <a:pos x="T8" y="T9"/>
                  </a:cxn>
                </a:cxnLst>
                <a:rect l="0" t="0" r="r" b="b"/>
                <a:pathLst>
                  <a:path w="498" h="345">
                    <a:moveTo>
                      <a:pt x="0" y="0"/>
                    </a:moveTo>
                    <a:lnTo>
                      <a:pt x="498" y="0"/>
                    </a:lnTo>
                    <a:lnTo>
                      <a:pt x="498" y="345"/>
                    </a:lnTo>
                    <a:lnTo>
                      <a:pt x="0" y="34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Rectangle 252"/>
              <p:cNvSpPr>
                <a:spLocks noChangeArrowheads="1"/>
              </p:cNvSpPr>
              <p:nvPr/>
            </p:nvSpPr>
            <p:spPr bwMode="auto">
              <a:xfrm>
                <a:off x="2034" y="637"/>
                <a:ext cx="43" cy="42"/>
              </a:xfrm>
              <a:prstGeom prst="rect">
                <a:avLst/>
              </a:prstGeom>
              <a:solidFill>
                <a:srgbClr val="DBA4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Rectangle 253"/>
              <p:cNvSpPr>
                <a:spLocks noChangeArrowheads="1"/>
              </p:cNvSpPr>
              <p:nvPr/>
            </p:nvSpPr>
            <p:spPr bwMode="auto">
              <a:xfrm>
                <a:off x="2097" y="637"/>
                <a:ext cx="43" cy="42"/>
              </a:xfrm>
              <a:prstGeom prst="rect">
                <a:avLst/>
              </a:prstGeom>
              <a:solidFill>
                <a:srgbClr val="CA6B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Rectangle 254"/>
              <p:cNvSpPr>
                <a:spLocks noChangeArrowheads="1"/>
              </p:cNvSpPr>
              <p:nvPr/>
            </p:nvSpPr>
            <p:spPr bwMode="auto">
              <a:xfrm>
                <a:off x="2161" y="637"/>
                <a:ext cx="43" cy="42"/>
              </a:xfrm>
              <a:prstGeom prst="rect">
                <a:avLst/>
              </a:prstGeom>
              <a:solidFill>
                <a:srgbClr val="DD5E0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Rectangle 255"/>
              <p:cNvSpPr>
                <a:spLocks noChangeArrowheads="1"/>
              </p:cNvSpPr>
              <p:nvPr/>
            </p:nvSpPr>
            <p:spPr bwMode="auto">
              <a:xfrm>
                <a:off x="2224" y="637"/>
                <a:ext cx="43" cy="42"/>
              </a:xfrm>
              <a:prstGeom prst="rect">
                <a:avLst/>
              </a:prstGeom>
              <a:solidFill>
                <a:srgbClr val="E6C6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Rectangle 256"/>
              <p:cNvSpPr>
                <a:spLocks noChangeArrowheads="1"/>
              </p:cNvSpPr>
              <p:nvPr/>
            </p:nvSpPr>
            <p:spPr bwMode="auto">
              <a:xfrm>
                <a:off x="2287" y="637"/>
                <a:ext cx="43" cy="42"/>
              </a:xfrm>
              <a:prstGeom prst="rect">
                <a:avLst/>
              </a:prstGeom>
              <a:solidFill>
                <a:srgbClr val="F9B6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257"/>
              <p:cNvSpPr>
                <a:spLocks/>
              </p:cNvSpPr>
              <p:nvPr/>
            </p:nvSpPr>
            <p:spPr bwMode="auto">
              <a:xfrm>
                <a:off x="2350" y="637"/>
                <a:ext cx="43" cy="43"/>
              </a:xfrm>
              <a:custGeom>
                <a:avLst/>
                <a:gdLst>
                  <a:gd name="T0" fmla="*/ 43 w 43"/>
                  <a:gd name="T1" fmla="*/ 0 h 43"/>
                  <a:gd name="T2" fmla="*/ 43 w 43"/>
                  <a:gd name="T3" fmla="*/ 43 h 43"/>
                  <a:gd name="T4" fmla="*/ 0 w 43"/>
                  <a:gd name="T5" fmla="*/ 42 h 43"/>
                  <a:gd name="T6" fmla="*/ 0 w 43"/>
                  <a:gd name="T7" fmla="*/ 0 h 43"/>
                  <a:gd name="T8" fmla="*/ 43 w 43"/>
                  <a:gd name="T9" fmla="*/ 0 h 43"/>
                </a:gdLst>
                <a:ahLst/>
                <a:cxnLst>
                  <a:cxn ang="0">
                    <a:pos x="T0" y="T1"/>
                  </a:cxn>
                  <a:cxn ang="0">
                    <a:pos x="T2" y="T3"/>
                  </a:cxn>
                  <a:cxn ang="0">
                    <a:pos x="T4" y="T5"/>
                  </a:cxn>
                  <a:cxn ang="0">
                    <a:pos x="T6" y="T7"/>
                  </a:cxn>
                  <a:cxn ang="0">
                    <a:pos x="T8" y="T9"/>
                  </a:cxn>
                </a:cxnLst>
                <a:rect l="0" t="0" r="r" b="b"/>
                <a:pathLst>
                  <a:path w="43" h="43">
                    <a:moveTo>
                      <a:pt x="43" y="0"/>
                    </a:moveTo>
                    <a:lnTo>
                      <a:pt x="43" y="43"/>
                    </a:lnTo>
                    <a:lnTo>
                      <a:pt x="0" y="42"/>
                    </a:lnTo>
                    <a:lnTo>
                      <a:pt x="0" y="0"/>
                    </a:lnTo>
                    <a:lnTo>
                      <a:pt x="43" y="0"/>
                    </a:lnTo>
                    <a:close/>
                  </a:path>
                </a:pathLst>
              </a:custGeom>
              <a:solidFill>
                <a:srgbClr val="A6B1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Rectangle 258"/>
              <p:cNvSpPr>
                <a:spLocks noChangeArrowheads="1"/>
              </p:cNvSpPr>
              <p:nvPr/>
            </p:nvSpPr>
            <p:spPr bwMode="auto">
              <a:xfrm>
                <a:off x="2413" y="637"/>
                <a:ext cx="43" cy="43"/>
              </a:xfrm>
              <a:prstGeom prst="rect">
                <a:avLst/>
              </a:prstGeom>
              <a:solidFill>
                <a:srgbClr val="630E1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259"/>
              <p:cNvSpPr>
                <a:spLocks/>
              </p:cNvSpPr>
              <p:nvPr/>
            </p:nvSpPr>
            <p:spPr bwMode="auto">
              <a:xfrm>
                <a:off x="2034" y="575"/>
                <a:ext cx="43" cy="42"/>
              </a:xfrm>
              <a:custGeom>
                <a:avLst/>
                <a:gdLst>
                  <a:gd name="T0" fmla="*/ 43 w 43"/>
                  <a:gd name="T1" fmla="*/ 0 h 42"/>
                  <a:gd name="T2" fmla="*/ 43 w 43"/>
                  <a:gd name="T3" fmla="*/ 42 h 42"/>
                  <a:gd name="T4" fmla="*/ 0 w 43"/>
                  <a:gd name="T5" fmla="*/ 42 h 42"/>
                  <a:gd name="T6" fmla="*/ 1 w 43"/>
                  <a:gd name="T7" fmla="*/ 0 h 42"/>
                  <a:gd name="T8" fmla="*/ 43 w 43"/>
                  <a:gd name="T9" fmla="*/ 0 h 42"/>
                </a:gdLst>
                <a:ahLst/>
                <a:cxnLst>
                  <a:cxn ang="0">
                    <a:pos x="T0" y="T1"/>
                  </a:cxn>
                  <a:cxn ang="0">
                    <a:pos x="T2" y="T3"/>
                  </a:cxn>
                  <a:cxn ang="0">
                    <a:pos x="T4" y="T5"/>
                  </a:cxn>
                  <a:cxn ang="0">
                    <a:pos x="T6" y="T7"/>
                  </a:cxn>
                  <a:cxn ang="0">
                    <a:pos x="T8" y="T9"/>
                  </a:cxn>
                </a:cxnLst>
                <a:rect l="0" t="0" r="r" b="b"/>
                <a:pathLst>
                  <a:path w="43" h="42">
                    <a:moveTo>
                      <a:pt x="43" y="0"/>
                    </a:moveTo>
                    <a:lnTo>
                      <a:pt x="43" y="42"/>
                    </a:lnTo>
                    <a:lnTo>
                      <a:pt x="0" y="42"/>
                    </a:lnTo>
                    <a:lnTo>
                      <a:pt x="1" y="0"/>
                    </a:lnTo>
                    <a:lnTo>
                      <a:pt x="43" y="0"/>
                    </a:lnTo>
                    <a:close/>
                  </a:path>
                </a:pathLst>
              </a:custGeom>
              <a:solidFill>
                <a:srgbClr val="A13B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260"/>
              <p:cNvSpPr>
                <a:spLocks/>
              </p:cNvSpPr>
              <p:nvPr/>
            </p:nvSpPr>
            <p:spPr bwMode="auto">
              <a:xfrm>
                <a:off x="2097" y="575"/>
                <a:ext cx="43" cy="42"/>
              </a:xfrm>
              <a:custGeom>
                <a:avLst/>
                <a:gdLst>
                  <a:gd name="T0" fmla="*/ 43 w 43"/>
                  <a:gd name="T1" fmla="*/ 0 h 42"/>
                  <a:gd name="T2" fmla="*/ 43 w 43"/>
                  <a:gd name="T3" fmla="*/ 42 h 42"/>
                  <a:gd name="T4" fmla="*/ 0 w 43"/>
                  <a:gd name="T5" fmla="*/ 42 h 42"/>
                  <a:gd name="T6" fmla="*/ 2 w 43"/>
                  <a:gd name="T7" fmla="*/ 0 h 42"/>
                  <a:gd name="T8" fmla="*/ 43 w 43"/>
                  <a:gd name="T9" fmla="*/ 0 h 42"/>
                </a:gdLst>
                <a:ahLst/>
                <a:cxnLst>
                  <a:cxn ang="0">
                    <a:pos x="T0" y="T1"/>
                  </a:cxn>
                  <a:cxn ang="0">
                    <a:pos x="T2" y="T3"/>
                  </a:cxn>
                  <a:cxn ang="0">
                    <a:pos x="T4" y="T5"/>
                  </a:cxn>
                  <a:cxn ang="0">
                    <a:pos x="T6" y="T7"/>
                  </a:cxn>
                  <a:cxn ang="0">
                    <a:pos x="T8" y="T9"/>
                  </a:cxn>
                </a:cxnLst>
                <a:rect l="0" t="0" r="r" b="b"/>
                <a:pathLst>
                  <a:path w="43" h="42">
                    <a:moveTo>
                      <a:pt x="43" y="0"/>
                    </a:moveTo>
                    <a:lnTo>
                      <a:pt x="43" y="42"/>
                    </a:lnTo>
                    <a:lnTo>
                      <a:pt x="0" y="42"/>
                    </a:lnTo>
                    <a:lnTo>
                      <a:pt x="2" y="0"/>
                    </a:lnTo>
                    <a:lnTo>
                      <a:pt x="43" y="0"/>
                    </a:lnTo>
                    <a:close/>
                  </a:path>
                </a:pathLst>
              </a:custGeom>
              <a:solidFill>
                <a:srgbClr val="A640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261"/>
              <p:cNvSpPr>
                <a:spLocks/>
              </p:cNvSpPr>
              <p:nvPr/>
            </p:nvSpPr>
            <p:spPr bwMode="auto">
              <a:xfrm>
                <a:off x="2161" y="575"/>
                <a:ext cx="43" cy="42"/>
              </a:xfrm>
              <a:custGeom>
                <a:avLst/>
                <a:gdLst>
                  <a:gd name="T0" fmla="*/ 43 w 43"/>
                  <a:gd name="T1" fmla="*/ 0 h 42"/>
                  <a:gd name="T2" fmla="*/ 43 w 43"/>
                  <a:gd name="T3" fmla="*/ 42 h 42"/>
                  <a:gd name="T4" fmla="*/ 0 w 43"/>
                  <a:gd name="T5" fmla="*/ 42 h 42"/>
                  <a:gd name="T6" fmla="*/ 1 w 43"/>
                  <a:gd name="T7" fmla="*/ 0 h 42"/>
                  <a:gd name="T8" fmla="*/ 43 w 43"/>
                  <a:gd name="T9" fmla="*/ 0 h 42"/>
                </a:gdLst>
                <a:ahLst/>
                <a:cxnLst>
                  <a:cxn ang="0">
                    <a:pos x="T0" y="T1"/>
                  </a:cxn>
                  <a:cxn ang="0">
                    <a:pos x="T2" y="T3"/>
                  </a:cxn>
                  <a:cxn ang="0">
                    <a:pos x="T4" y="T5"/>
                  </a:cxn>
                  <a:cxn ang="0">
                    <a:pos x="T6" y="T7"/>
                  </a:cxn>
                  <a:cxn ang="0">
                    <a:pos x="T8" y="T9"/>
                  </a:cxn>
                </a:cxnLst>
                <a:rect l="0" t="0" r="r" b="b"/>
                <a:pathLst>
                  <a:path w="43" h="42">
                    <a:moveTo>
                      <a:pt x="43" y="0"/>
                    </a:moveTo>
                    <a:lnTo>
                      <a:pt x="43" y="42"/>
                    </a:lnTo>
                    <a:lnTo>
                      <a:pt x="0" y="42"/>
                    </a:lnTo>
                    <a:lnTo>
                      <a:pt x="1" y="0"/>
                    </a:lnTo>
                    <a:lnTo>
                      <a:pt x="43" y="0"/>
                    </a:lnTo>
                    <a:close/>
                  </a:path>
                </a:pathLst>
              </a:custGeom>
              <a:solidFill>
                <a:srgbClr val="BD00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262"/>
              <p:cNvSpPr>
                <a:spLocks/>
              </p:cNvSpPr>
              <p:nvPr/>
            </p:nvSpPr>
            <p:spPr bwMode="auto">
              <a:xfrm>
                <a:off x="2224" y="575"/>
                <a:ext cx="43" cy="42"/>
              </a:xfrm>
              <a:custGeom>
                <a:avLst/>
                <a:gdLst>
                  <a:gd name="T0" fmla="*/ 43 w 43"/>
                  <a:gd name="T1" fmla="*/ 0 h 42"/>
                  <a:gd name="T2" fmla="*/ 43 w 43"/>
                  <a:gd name="T3" fmla="*/ 42 h 42"/>
                  <a:gd name="T4" fmla="*/ 0 w 43"/>
                  <a:gd name="T5" fmla="*/ 42 h 42"/>
                  <a:gd name="T6" fmla="*/ 1 w 43"/>
                  <a:gd name="T7" fmla="*/ 0 h 42"/>
                  <a:gd name="T8" fmla="*/ 43 w 43"/>
                  <a:gd name="T9" fmla="*/ 0 h 42"/>
                </a:gdLst>
                <a:ahLst/>
                <a:cxnLst>
                  <a:cxn ang="0">
                    <a:pos x="T0" y="T1"/>
                  </a:cxn>
                  <a:cxn ang="0">
                    <a:pos x="T2" y="T3"/>
                  </a:cxn>
                  <a:cxn ang="0">
                    <a:pos x="T4" y="T5"/>
                  </a:cxn>
                  <a:cxn ang="0">
                    <a:pos x="T6" y="T7"/>
                  </a:cxn>
                  <a:cxn ang="0">
                    <a:pos x="T8" y="T9"/>
                  </a:cxn>
                </a:cxnLst>
                <a:rect l="0" t="0" r="r" b="b"/>
                <a:pathLst>
                  <a:path w="43" h="42">
                    <a:moveTo>
                      <a:pt x="43" y="0"/>
                    </a:moveTo>
                    <a:lnTo>
                      <a:pt x="43" y="42"/>
                    </a:lnTo>
                    <a:lnTo>
                      <a:pt x="0" y="42"/>
                    </a:lnTo>
                    <a:lnTo>
                      <a:pt x="1" y="0"/>
                    </a:lnTo>
                    <a:lnTo>
                      <a:pt x="43" y="0"/>
                    </a:lnTo>
                    <a:close/>
                  </a:path>
                </a:pathLst>
              </a:custGeom>
              <a:solidFill>
                <a:srgbClr val="D00E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263"/>
              <p:cNvSpPr>
                <a:spLocks/>
              </p:cNvSpPr>
              <p:nvPr/>
            </p:nvSpPr>
            <p:spPr bwMode="auto">
              <a:xfrm>
                <a:off x="2287" y="575"/>
                <a:ext cx="43" cy="43"/>
              </a:xfrm>
              <a:custGeom>
                <a:avLst/>
                <a:gdLst>
                  <a:gd name="T0" fmla="*/ 43 w 43"/>
                  <a:gd name="T1" fmla="*/ 0 h 43"/>
                  <a:gd name="T2" fmla="*/ 43 w 43"/>
                  <a:gd name="T3" fmla="*/ 43 h 43"/>
                  <a:gd name="T4" fmla="*/ 0 w 43"/>
                  <a:gd name="T5" fmla="*/ 43 h 43"/>
                  <a:gd name="T6" fmla="*/ 1 w 43"/>
                  <a:gd name="T7" fmla="*/ 0 h 43"/>
                  <a:gd name="T8" fmla="*/ 43 w 43"/>
                  <a:gd name="T9" fmla="*/ 0 h 43"/>
                </a:gdLst>
                <a:ahLst/>
                <a:cxnLst>
                  <a:cxn ang="0">
                    <a:pos x="T0" y="T1"/>
                  </a:cxn>
                  <a:cxn ang="0">
                    <a:pos x="T2" y="T3"/>
                  </a:cxn>
                  <a:cxn ang="0">
                    <a:pos x="T4" y="T5"/>
                  </a:cxn>
                  <a:cxn ang="0">
                    <a:pos x="T6" y="T7"/>
                  </a:cxn>
                  <a:cxn ang="0">
                    <a:pos x="T8" y="T9"/>
                  </a:cxn>
                </a:cxnLst>
                <a:rect l="0" t="0" r="r" b="b"/>
                <a:pathLst>
                  <a:path w="43" h="43">
                    <a:moveTo>
                      <a:pt x="43" y="0"/>
                    </a:moveTo>
                    <a:lnTo>
                      <a:pt x="43" y="43"/>
                    </a:lnTo>
                    <a:lnTo>
                      <a:pt x="0" y="43"/>
                    </a:lnTo>
                    <a:lnTo>
                      <a:pt x="1" y="0"/>
                    </a:lnTo>
                    <a:lnTo>
                      <a:pt x="43" y="0"/>
                    </a:lnTo>
                    <a:close/>
                  </a:path>
                </a:pathLst>
              </a:custGeom>
              <a:solidFill>
                <a:srgbClr val="1907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Rectangle 264"/>
              <p:cNvSpPr>
                <a:spLocks noChangeArrowheads="1"/>
              </p:cNvSpPr>
              <p:nvPr/>
            </p:nvSpPr>
            <p:spPr bwMode="auto">
              <a:xfrm>
                <a:off x="2350" y="575"/>
                <a:ext cx="43" cy="43"/>
              </a:xfrm>
              <a:prstGeom prst="rect">
                <a:avLst/>
              </a:prstGeom>
              <a:solidFill>
                <a:srgbClr val="5536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Rectangle 265"/>
              <p:cNvSpPr>
                <a:spLocks noChangeArrowheads="1"/>
              </p:cNvSpPr>
              <p:nvPr/>
            </p:nvSpPr>
            <p:spPr bwMode="auto">
              <a:xfrm>
                <a:off x="2413" y="575"/>
                <a:ext cx="43" cy="43"/>
              </a:xfrm>
              <a:prstGeom prst="rect">
                <a:avLst/>
              </a:prstGeom>
              <a:solidFill>
                <a:srgbClr val="46269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Rectangle 266"/>
              <p:cNvSpPr>
                <a:spLocks noChangeArrowheads="1"/>
              </p:cNvSpPr>
              <p:nvPr/>
            </p:nvSpPr>
            <p:spPr bwMode="auto">
              <a:xfrm>
                <a:off x="2035" y="513"/>
                <a:ext cx="42" cy="42"/>
              </a:xfrm>
              <a:prstGeom prst="rect">
                <a:avLst/>
              </a:prstGeom>
              <a:solidFill>
                <a:srgbClr val="8B2AB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Rectangle 267"/>
              <p:cNvSpPr>
                <a:spLocks noChangeArrowheads="1"/>
              </p:cNvSpPr>
              <p:nvPr/>
            </p:nvSpPr>
            <p:spPr bwMode="auto">
              <a:xfrm>
                <a:off x="2099" y="513"/>
                <a:ext cx="41" cy="42"/>
              </a:xfrm>
              <a:prstGeom prst="rect">
                <a:avLst/>
              </a:prstGeom>
              <a:solidFill>
                <a:srgbClr val="C166A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268"/>
              <p:cNvSpPr>
                <a:spLocks/>
              </p:cNvSpPr>
              <p:nvPr/>
            </p:nvSpPr>
            <p:spPr bwMode="auto">
              <a:xfrm>
                <a:off x="2162" y="513"/>
                <a:ext cx="42" cy="43"/>
              </a:xfrm>
              <a:custGeom>
                <a:avLst/>
                <a:gdLst>
                  <a:gd name="T0" fmla="*/ 42 w 42"/>
                  <a:gd name="T1" fmla="*/ 0 h 43"/>
                  <a:gd name="T2" fmla="*/ 42 w 42"/>
                  <a:gd name="T3" fmla="*/ 43 h 43"/>
                  <a:gd name="T4" fmla="*/ 0 w 42"/>
                  <a:gd name="T5" fmla="*/ 42 h 43"/>
                  <a:gd name="T6" fmla="*/ 0 w 42"/>
                  <a:gd name="T7" fmla="*/ 0 h 43"/>
                  <a:gd name="T8" fmla="*/ 42 w 42"/>
                  <a:gd name="T9" fmla="*/ 0 h 43"/>
                </a:gdLst>
                <a:ahLst/>
                <a:cxnLst>
                  <a:cxn ang="0">
                    <a:pos x="T0" y="T1"/>
                  </a:cxn>
                  <a:cxn ang="0">
                    <a:pos x="T2" y="T3"/>
                  </a:cxn>
                  <a:cxn ang="0">
                    <a:pos x="T4" y="T5"/>
                  </a:cxn>
                  <a:cxn ang="0">
                    <a:pos x="T6" y="T7"/>
                  </a:cxn>
                  <a:cxn ang="0">
                    <a:pos x="T8" y="T9"/>
                  </a:cxn>
                </a:cxnLst>
                <a:rect l="0" t="0" r="r" b="b"/>
                <a:pathLst>
                  <a:path w="42" h="43">
                    <a:moveTo>
                      <a:pt x="42" y="0"/>
                    </a:moveTo>
                    <a:lnTo>
                      <a:pt x="42" y="43"/>
                    </a:lnTo>
                    <a:lnTo>
                      <a:pt x="0" y="42"/>
                    </a:lnTo>
                    <a:lnTo>
                      <a:pt x="0" y="0"/>
                    </a:lnTo>
                    <a:lnTo>
                      <a:pt x="42" y="0"/>
                    </a:lnTo>
                    <a:close/>
                  </a:path>
                </a:pathLst>
              </a:custGeom>
              <a:solidFill>
                <a:srgbClr val="F60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Rectangle 269"/>
              <p:cNvSpPr>
                <a:spLocks noChangeArrowheads="1"/>
              </p:cNvSpPr>
              <p:nvPr/>
            </p:nvSpPr>
            <p:spPr bwMode="auto">
              <a:xfrm>
                <a:off x="2225" y="513"/>
                <a:ext cx="42" cy="43"/>
              </a:xfrm>
              <a:prstGeom prst="rect">
                <a:avLst/>
              </a:prstGeom>
              <a:solidFill>
                <a:srgbClr val="EA1BA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Rectangle 270"/>
              <p:cNvSpPr>
                <a:spLocks noChangeArrowheads="1"/>
              </p:cNvSpPr>
              <p:nvPr/>
            </p:nvSpPr>
            <p:spPr bwMode="auto">
              <a:xfrm>
                <a:off x="2288" y="513"/>
                <a:ext cx="42" cy="43"/>
              </a:xfrm>
              <a:prstGeom prst="rect">
                <a:avLst/>
              </a:prstGeom>
              <a:solidFill>
                <a:srgbClr val="F69ED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Rectangle 271"/>
              <p:cNvSpPr>
                <a:spLocks noChangeArrowheads="1"/>
              </p:cNvSpPr>
              <p:nvPr/>
            </p:nvSpPr>
            <p:spPr bwMode="auto">
              <a:xfrm>
                <a:off x="2351" y="513"/>
                <a:ext cx="42" cy="43"/>
              </a:xfrm>
              <a:prstGeom prst="rect">
                <a:avLst/>
              </a:prstGeom>
              <a:solidFill>
                <a:srgbClr val="315EC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Rectangle 272"/>
              <p:cNvSpPr>
                <a:spLocks noChangeArrowheads="1"/>
              </p:cNvSpPr>
              <p:nvPr/>
            </p:nvSpPr>
            <p:spPr bwMode="auto">
              <a:xfrm>
                <a:off x="2415" y="513"/>
                <a:ext cx="41" cy="43"/>
              </a:xfrm>
              <a:prstGeom prst="rect">
                <a:avLst/>
              </a:prstGeom>
              <a:solidFill>
                <a:srgbClr val="4A81D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273"/>
              <p:cNvSpPr>
                <a:spLocks/>
              </p:cNvSpPr>
              <p:nvPr/>
            </p:nvSpPr>
            <p:spPr bwMode="auto">
              <a:xfrm>
                <a:off x="2035" y="451"/>
                <a:ext cx="42" cy="43"/>
              </a:xfrm>
              <a:custGeom>
                <a:avLst/>
                <a:gdLst>
                  <a:gd name="T0" fmla="*/ 42 w 42"/>
                  <a:gd name="T1" fmla="*/ 0 h 43"/>
                  <a:gd name="T2" fmla="*/ 42 w 42"/>
                  <a:gd name="T3" fmla="*/ 43 h 43"/>
                  <a:gd name="T4" fmla="*/ 0 w 42"/>
                  <a:gd name="T5" fmla="*/ 42 h 43"/>
                  <a:gd name="T6" fmla="*/ 0 w 42"/>
                  <a:gd name="T7" fmla="*/ 0 h 43"/>
                  <a:gd name="T8" fmla="*/ 42 w 42"/>
                  <a:gd name="T9" fmla="*/ 0 h 43"/>
                </a:gdLst>
                <a:ahLst/>
                <a:cxnLst>
                  <a:cxn ang="0">
                    <a:pos x="T0" y="T1"/>
                  </a:cxn>
                  <a:cxn ang="0">
                    <a:pos x="T2" y="T3"/>
                  </a:cxn>
                  <a:cxn ang="0">
                    <a:pos x="T4" y="T5"/>
                  </a:cxn>
                  <a:cxn ang="0">
                    <a:pos x="T6" y="T7"/>
                  </a:cxn>
                  <a:cxn ang="0">
                    <a:pos x="T8" y="T9"/>
                  </a:cxn>
                </a:cxnLst>
                <a:rect l="0" t="0" r="r" b="b"/>
                <a:pathLst>
                  <a:path w="42" h="43">
                    <a:moveTo>
                      <a:pt x="42" y="0"/>
                    </a:moveTo>
                    <a:lnTo>
                      <a:pt x="42" y="43"/>
                    </a:lnTo>
                    <a:lnTo>
                      <a:pt x="0" y="42"/>
                    </a:lnTo>
                    <a:lnTo>
                      <a:pt x="0" y="0"/>
                    </a:lnTo>
                    <a:lnTo>
                      <a:pt x="42" y="0"/>
                    </a:lnTo>
                    <a:close/>
                  </a:path>
                </a:pathLst>
              </a:custGeom>
              <a:solidFill>
                <a:srgbClr val="0716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Rectangle 274"/>
              <p:cNvSpPr>
                <a:spLocks noChangeArrowheads="1"/>
              </p:cNvSpPr>
              <p:nvPr/>
            </p:nvSpPr>
            <p:spPr bwMode="auto">
              <a:xfrm>
                <a:off x="2099" y="451"/>
                <a:ext cx="41" cy="43"/>
              </a:xfrm>
              <a:prstGeom prst="rect">
                <a:avLst/>
              </a:prstGeom>
              <a:solidFill>
                <a:srgbClr val="2A43B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Rectangle 275"/>
              <p:cNvSpPr>
                <a:spLocks noChangeArrowheads="1"/>
              </p:cNvSpPr>
              <p:nvPr/>
            </p:nvSpPr>
            <p:spPr bwMode="auto">
              <a:xfrm>
                <a:off x="2162" y="451"/>
                <a:ext cx="42" cy="43"/>
              </a:xfrm>
              <a:prstGeom prst="rect">
                <a:avLst/>
              </a:prstGeom>
              <a:solidFill>
                <a:srgbClr val="3F54A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Rectangle 276"/>
              <p:cNvSpPr>
                <a:spLocks noChangeArrowheads="1"/>
              </p:cNvSpPr>
              <p:nvPr/>
            </p:nvSpPr>
            <p:spPr bwMode="auto">
              <a:xfrm>
                <a:off x="2225" y="451"/>
                <a:ext cx="42" cy="43"/>
              </a:xfrm>
              <a:prstGeom prst="rect">
                <a:avLst/>
              </a:prstGeom>
              <a:solidFill>
                <a:srgbClr val="1D25A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Rectangle 277"/>
              <p:cNvSpPr>
                <a:spLocks noChangeArrowheads="1"/>
              </p:cNvSpPr>
              <p:nvPr/>
            </p:nvSpPr>
            <p:spPr bwMode="auto">
              <a:xfrm>
                <a:off x="2288" y="451"/>
                <a:ext cx="42" cy="43"/>
              </a:xfrm>
              <a:prstGeom prst="rect">
                <a:avLst/>
              </a:prstGeom>
              <a:solidFill>
                <a:srgbClr val="1D3C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Rectangle 278"/>
              <p:cNvSpPr>
                <a:spLocks noChangeArrowheads="1"/>
              </p:cNvSpPr>
              <p:nvPr/>
            </p:nvSpPr>
            <p:spPr bwMode="auto">
              <a:xfrm>
                <a:off x="2351" y="451"/>
                <a:ext cx="42" cy="43"/>
              </a:xfrm>
              <a:prstGeom prst="rect">
                <a:avLst/>
              </a:prstGeom>
              <a:solidFill>
                <a:srgbClr val="2760C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Rectangle 279"/>
              <p:cNvSpPr>
                <a:spLocks noChangeArrowheads="1"/>
              </p:cNvSpPr>
              <p:nvPr/>
            </p:nvSpPr>
            <p:spPr bwMode="auto">
              <a:xfrm>
                <a:off x="2415" y="451"/>
                <a:ext cx="41" cy="43"/>
              </a:xfrm>
              <a:prstGeom prst="rect">
                <a:avLst/>
              </a:prstGeom>
              <a:solidFill>
                <a:srgbClr val="3E7DD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Rectangle 280"/>
              <p:cNvSpPr>
                <a:spLocks noChangeArrowheads="1"/>
              </p:cNvSpPr>
              <p:nvPr/>
            </p:nvSpPr>
            <p:spPr bwMode="auto">
              <a:xfrm>
                <a:off x="2035" y="389"/>
                <a:ext cx="42" cy="43"/>
              </a:xfrm>
              <a:prstGeom prst="rect">
                <a:avLst/>
              </a:prstGeom>
              <a:solidFill>
                <a:srgbClr val="3F8C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Rectangle 281"/>
              <p:cNvSpPr>
                <a:spLocks noChangeArrowheads="1"/>
              </p:cNvSpPr>
              <p:nvPr/>
            </p:nvSpPr>
            <p:spPr bwMode="auto">
              <a:xfrm>
                <a:off x="2099" y="389"/>
                <a:ext cx="41" cy="43"/>
              </a:xfrm>
              <a:prstGeom prst="rect">
                <a:avLst/>
              </a:prstGeom>
              <a:solidFill>
                <a:srgbClr val="4AA3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Rectangle 282"/>
              <p:cNvSpPr>
                <a:spLocks noChangeArrowheads="1"/>
              </p:cNvSpPr>
              <p:nvPr/>
            </p:nvSpPr>
            <p:spPr bwMode="auto">
              <a:xfrm>
                <a:off x="2162" y="389"/>
                <a:ext cx="42" cy="43"/>
              </a:xfrm>
              <a:prstGeom prst="rect">
                <a:avLst/>
              </a:prstGeom>
              <a:solidFill>
                <a:srgbClr val="59B85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Rectangle 283"/>
              <p:cNvSpPr>
                <a:spLocks noChangeArrowheads="1"/>
              </p:cNvSpPr>
              <p:nvPr/>
            </p:nvSpPr>
            <p:spPr bwMode="auto">
              <a:xfrm>
                <a:off x="2225" y="389"/>
                <a:ext cx="42" cy="43"/>
              </a:xfrm>
              <a:prstGeom prst="rect">
                <a:avLst/>
              </a:prstGeom>
              <a:solidFill>
                <a:srgbClr val="6DC86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 name="Rectangle 284"/>
              <p:cNvSpPr>
                <a:spLocks noChangeArrowheads="1"/>
              </p:cNvSpPr>
              <p:nvPr/>
            </p:nvSpPr>
            <p:spPr bwMode="auto">
              <a:xfrm>
                <a:off x="2288" y="389"/>
                <a:ext cx="42" cy="43"/>
              </a:xfrm>
              <a:prstGeom prst="rect">
                <a:avLst/>
              </a:prstGeom>
              <a:solidFill>
                <a:srgbClr val="7CC84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 name="Freeform 285"/>
              <p:cNvSpPr>
                <a:spLocks/>
              </p:cNvSpPr>
              <p:nvPr/>
            </p:nvSpPr>
            <p:spPr bwMode="auto">
              <a:xfrm>
                <a:off x="2351" y="389"/>
                <a:ext cx="42" cy="43"/>
              </a:xfrm>
              <a:custGeom>
                <a:avLst/>
                <a:gdLst>
                  <a:gd name="T0" fmla="*/ 42 w 42"/>
                  <a:gd name="T1" fmla="*/ 2 h 43"/>
                  <a:gd name="T2" fmla="*/ 42 w 42"/>
                  <a:gd name="T3" fmla="*/ 43 h 43"/>
                  <a:gd name="T4" fmla="*/ 0 w 42"/>
                  <a:gd name="T5" fmla="*/ 43 h 43"/>
                  <a:gd name="T6" fmla="*/ 0 w 42"/>
                  <a:gd name="T7" fmla="*/ 0 h 43"/>
                  <a:gd name="T8" fmla="*/ 42 w 42"/>
                  <a:gd name="T9" fmla="*/ 2 h 43"/>
                </a:gdLst>
                <a:ahLst/>
                <a:cxnLst>
                  <a:cxn ang="0">
                    <a:pos x="T0" y="T1"/>
                  </a:cxn>
                  <a:cxn ang="0">
                    <a:pos x="T2" y="T3"/>
                  </a:cxn>
                  <a:cxn ang="0">
                    <a:pos x="T4" y="T5"/>
                  </a:cxn>
                  <a:cxn ang="0">
                    <a:pos x="T6" y="T7"/>
                  </a:cxn>
                  <a:cxn ang="0">
                    <a:pos x="T8" y="T9"/>
                  </a:cxn>
                </a:cxnLst>
                <a:rect l="0" t="0" r="r" b="b"/>
                <a:pathLst>
                  <a:path w="42" h="43">
                    <a:moveTo>
                      <a:pt x="42" y="2"/>
                    </a:moveTo>
                    <a:lnTo>
                      <a:pt x="42" y="43"/>
                    </a:lnTo>
                    <a:lnTo>
                      <a:pt x="0" y="43"/>
                    </a:lnTo>
                    <a:lnTo>
                      <a:pt x="0" y="0"/>
                    </a:lnTo>
                    <a:lnTo>
                      <a:pt x="42" y="2"/>
                    </a:lnTo>
                    <a:close/>
                  </a:path>
                </a:pathLst>
              </a:custGeom>
              <a:solidFill>
                <a:srgbClr val="ADD9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Rectangle 286"/>
              <p:cNvSpPr>
                <a:spLocks noChangeArrowheads="1"/>
              </p:cNvSpPr>
              <p:nvPr/>
            </p:nvSpPr>
            <p:spPr bwMode="auto">
              <a:xfrm>
                <a:off x="2415" y="391"/>
                <a:ext cx="41" cy="41"/>
              </a:xfrm>
              <a:prstGeom prst="rect">
                <a:avLst/>
              </a:prstGeom>
              <a:solidFill>
                <a:srgbClr val="CEE34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287"/>
              <p:cNvSpPr>
                <a:spLocks/>
              </p:cNvSpPr>
              <p:nvPr/>
            </p:nvSpPr>
            <p:spPr bwMode="auto">
              <a:xfrm>
                <a:off x="2059" y="81"/>
                <a:ext cx="582" cy="540"/>
              </a:xfrm>
              <a:custGeom>
                <a:avLst/>
                <a:gdLst>
                  <a:gd name="T0" fmla="*/ 0 w 582"/>
                  <a:gd name="T1" fmla="*/ 283 h 540"/>
                  <a:gd name="T2" fmla="*/ 182 w 582"/>
                  <a:gd name="T3" fmla="*/ 0 h 540"/>
                  <a:gd name="T4" fmla="*/ 582 w 582"/>
                  <a:gd name="T5" fmla="*/ 257 h 540"/>
                  <a:gd name="T6" fmla="*/ 400 w 582"/>
                  <a:gd name="T7" fmla="*/ 540 h 540"/>
                  <a:gd name="T8" fmla="*/ 0 w 582"/>
                  <a:gd name="T9" fmla="*/ 283 h 540"/>
                </a:gdLst>
                <a:ahLst/>
                <a:cxnLst>
                  <a:cxn ang="0">
                    <a:pos x="T0" y="T1"/>
                  </a:cxn>
                  <a:cxn ang="0">
                    <a:pos x="T2" y="T3"/>
                  </a:cxn>
                  <a:cxn ang="0">
                    <a:pos x="T4" y="T5"/>
                  </a:cxn>
                  <a:cxn ang="0">
                    <a:pos x="T6" y="T7"/>
                  </a:cxn>
                  <a:cxn ang="0">
                    <a:pos x="T8" y="T9"/>
                  </a:cxn>
                </a:cxnLst>
                <a:rect l="0" t="0" r="r" b="b"/>
                <a:pathLst>
                  <a:path w="582" h="540">
                    <a:moveTo>
                      <a:pt x="0" y="283"/>
                    </a:moveTo>
                    <a:lnTo>
                      <a:pt x="182" y="0"/>
                    </a:lnTo>
                    <a:lnTo>
                      <a:pt x="582" y="257"/>
                    </a:lnTo>
                    <a:lnTo>
                      <a:pt x="400" y="540"/>
                    </a:lnTo>
                    <a:lnTo>
                      <a:pt x="0" y="28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Freeform 288"/>
              <p:cNvSpPr>
                <a:spLocks/>
              </p:cNvSpPr>
              <p:nvPr/>
            </p:nvSpPr>
            <p:spPr bwMode="auto">
              <a:xfrm>
                <a:off x="2059" y="81"/>
                <a:ext cx="582" cy="540"/>
              </a:xfrm>
              <a:custGeom>
                <a:avLst/>
                <a:gdLst>
                  <a:gd name="T0" fmla="*/ 0 w 582"/>
                  <a:gd name="T1" fmla="*/ 283 h 540"/>
                  <a:gd name="T2" fmla="*/ 182 w 582"/>
                  <a:gd name="T3" fmla="*/ 0 h 540"/>
                  <a:gd name="T4" fmla="*/ 582 w 582"/>
                  <a:gd name="T5" fmla="*/ 257 h 540"/>
                  <a:gd name="T6" fmla="*/ 400 w 582"/>
                  <a:gd name="T7" fmla="*/ 540 h 540"/>
                  <a:gd name="T8" fmla="*/ 0 w 582"/>
                  <a:gd name="T9" fmla="*/ 283 h 540"/>
                </a:gdLst>
                <a:ahLst/>
                <a:cxnLst>
                  <a:cxn ang="0">
                    <a:pos x="T0" y="T1"/>
                  </a:cxn>
                  <a:cxn ang="0">
                    <a:pos x="T2" y="T3"/>
                  </a:cxn>
                  <a:cxn ang="0">
                    <a:pos x="T4" y="T5"/>
                  </a:cxn>
                  <a:cxn ang="0">
                    <a:pos x="T6" y="T7"/>
                  </a:cxn>
                  <a:cxn ang="0">
                    <a:pos x="T8" y="T9"/>
                  </a:cxn>
                </a:cxnLst>
                <a:rect l="0" t="0" r="r" b="b"/>
                <a:pathLst>
                  <a:path w="582" h="540">
                    <a:moveTo>
                      <a:pt x="0" y="283"/>
                    </a:moveTo>
                    <a:lnTo>
                      <a:pt x="182" y="0"/>
                    </a:lnTo>
                    <a:lnTo>
                      <a:pt x="582" y="257"/>
                    </a:lnTo>
                    <a:lnTo>
                      <a:pt x="400" y="540"/>
                    </a:lnTo>
                    <a:lnTo>
                      <a:pt x="0" y="28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Freeform 289"/>
              <p:cNvSpPr>
                <a:spLocks/>
              </p:cNvSpPr>
              <p:nvPr/>
            </p:nvSpPr>
            <p:spPr bwMode="auto">
              <a:xfrm>
                <a:off x="2338" y="277"/>
                <a:ext cx="154" cy="234"/>
              </a:xfrm>
              <a:custGeom>
                <a:avLst/>
                <a:gdLst>
                  <a:gd name="T0" fmla="*/ 0 w 154"/>
                  <a:gd name="T1" fmla="*/ 229 h 234"/>
                  <a:gd name="T2" fmla="*/ 147 w 154"/>
                  <a:gd name="T3" fmla="*/ 0 h 234"/>
                  <a:gd name="T4" fmla="*/ 154 w 154"/>
                  <a:gd name="T5" fmla="*/ 5 h 234"/>
                  <a:gd name="T6" fmla="*/ 7 w 154"/>
                  <a:gd name="T7" fmla="*/ 234 h 234"/>
                  <a:gd name="T8" fmla="*/ 0 w 154"/>
                  <a:gd name="T9" fmla="*/ 229 h 234"/>
                </a:gdLst>
                <a:ahLst/>
                <a:cxnLst>
                  <a:cxn ang="0">
                    <a:pos x="T0" y="T1"/>
                  </a:cxn>
                  <a:cxn ang="0">
                    <a:pos x="T2" y="T3"/>
                  </a:cxn>
                  <a:cxn ang="0">
                    <a:pos x="T4" y="T5"/>
                  </a:cxn>
                  <a:cxn ang="0">
                    <a:pos x="T6" y="T7"/>
                  </a:cxn>
                  <a:cxn ang="0">
                    <a:pos x="T8" y="T9"/>
                  </a:cxn>
                </a:cxnLst>
                <a:rect l="0" t="0" r="r" b="b"/>
                <a:pathLst>
                  <a:path w="154" h="234">
                    <a:moveTo>
                      <a:pt x="0" y="229"/>
                    </a:moveTo>
                    <a:lnTo>
                      <a:pt x="147" y="0"/>
                    </a:lnTo>
                    <a:lnTo>
                      <a:pt x="154" y="5"/>
                    </a:lnTo>
                    <a:lnTo>
                      <a:pt x="7" y="234"/>
                    </a:lnTo>
                    <a:lnTo>
                      <a:pt x="0" y="229"/>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290"/>
              <p:cNvSpPr>
                <a:spLocks/>
              </p:cNvSpPr>
              <p:nvPr/>
            </p:nvSpPr>
            <p:spPr bwMode="auto">
              <a:xfrm>
                <a:off x="2350" y="284"/>
                <a:ext cx="154" cy="234"/>
              </a:xfrm>
              <a:custGeom>
                <a:avLst/>
                <a:gdLst>
                  <a:gd name="T0" fmla="*/ 0 w 154"/>
                  <a:gd name="T1" fmla="*/ 231 h 234"/>
                  <a:gd name="T2" fmla="*/ 147 w 154"/>
                  <a:gd name="T3" fmla="*/ 0 h 234"/>
                  <a:gd name="T4" fmla="*/ 154 w 154"/>
                  <a:gd name="T5" fmla="*/ 6 h 234"/>
                  <a:gd name="T6" fmla="*/ 7 w 154"/>
                  <a:gd name="T7" fmla="*/ 234 h 234"/>
                  <a:gd name="T8" fmla="*/ 0 w 154"/>
                  <a:gd name="T9" fmla="*/ 231 h 234"/>
                </a:gdLst>
                <a:ahLst/>
                <a:cxnLst>
                  <a:cxn ang="0">
                    <a:pos x="T0" y="T1"/>
                  </a:cxn>
                  <a:cxn ang="0">
                    <a:pos x="T2" y="T3"/>
                  </a:cxn>
                  <a:cxn ang="0">
                    <a:pos x="T4" y="T5"/>
                  </a:cxn>
                  <a:cxn ang="0">
                    <a:pos x="T6" y="T7"/>
                  </a:cxn>
                  <a:cxn ang="0">
                    <a:pos x="T8" y="T9"/>
                  </a:cxn>
                </a:cxnLst>
                <a:rect l="0" t="0" r="r" b="b"/>
                <a:pathLst>
                  <a:path w="154" h="234">
                    <a:moveTo>
                      <a:pt x="0" y="231"/>
                    </a:moveTo>
                    <a:lnTo>
                      <a:pt x="147" y="0"/>
                    </a:lnTo>
                    <a:lnTo>
                      <a:pt x="154" y="6"/>
                    </a:lnTo>
                    <a:lnTo>
                      <a:pt x="7" y="234"/>
                    </a:lnTo>
                    <a:lnTo>
                      <a:pt x="0" y="231"/>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291"/>
              <p:cNvSpPr>
                <a:spLocks/>
              </p:cNvSpPr>
              <p:nvPr/>
            </p:nvSpPr>
            <p:spPr bwMode="auto">
              <a:xfrm>
                <a:off x="2363" y="293"/>
                <a:ext cx="154" cy="234"/>
              </a:xfrm>
              <a:custGeom>
                <a:avLst/>
                <a:gdLst>
                  <a:gd name="T0" fmla="*/ 0 w 154"/>
                  <a:gd name="T1" fmla="*/ 229 h 234"/>
                  <a:gd name="T2" fmla="*/ 146 w 154"/>
                  <a:gd name="T3" fmla="*/ 0 h 234"/>
                  <a:gd name="T4" fmla="*/ 154 w 154"/>
                  <a:gd name="T5" fmla="*/ 4 h 234"/>
                  <a:gd name="T6" fmla="*/ 6 w 154"/>
                  <a:gd name="T7" fmla="*/ 234 h 234"/>
                  <a:gd name="T8" fmla="*/ 0 w 154"/>
                  <a:gd name="T9" fmla="*/ 229 h 234"/>
                </a:gdLst>
                <a:ahLst/>
                <a:cxnLst>
                  <a:cxn ang="0">
                    <a:pos x="T0" y="T1"/>
                  </a:cxn>
                  <a:cxn ang="0">
                    <a:pos x="T2" y="T3"/>
                  </a:cxn>
                  <a:cxn ang="0">
                    <a:pos x="T4" y="T5"/>
                  </a:cxn>
                  <a:cxn ang="0">
                    <a:pos x="T6" y="T7"/>
                  </a:cxn>
                  <a:cxn ang="0">
                    <a:pos x="T8" y="T9"/>
                  </a:cxn>
                </a:cxnLst>
                <a:rect l="0" t="0" r="r" b="b"/>
                <a:pathLst>
                  <a:path w="154" h="234">
                    <a:moveTo>
                      <a:pt x="0" y="229"/>
                    </a:moveTo>
                    <a:lnTo>
                      <a:pt x="146" y="0"/>
                    </a:lnTo>
                    <a:lnTo>
                      <a:pt x="154" y="4"/>
                    </a:lnTo>
                    <a:lnTo>
                      <a:pt x="6" y="234"/>
                    </a:lnTo>
                    <a:lnTo>
                      <a:pt x="0" y="229"/>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Freeform 292"/>
              <p:cNvSpPr>
                <a:spLocks/>
              </p:cNvSpPr>
              <p:nvPr/>
            </p:nvSpPr>
            <p:spPr bwMode="auto">
              <a:xfrm>
                <a:off x="2374" y="301"/>
                <a:ext cx="154" cy="234"/>
              </a:xfrm>
              <a:custGeom>
                <a:avLst/>
                <a:gdLst>
                  <a:gd name="T0" fmla="*/ 0 w 154"/>
                  <a:gd name="T1" fmla="*/ 229 h 234"/>
                  <a:gd name="T2" fmla="*/ 148 w 154"/>
                  <a:gd name="T3" fmla="*/ 0 h 234"/>
                  <a:gd name="T4" fmla="*/ 154 w 154"/>
                  <a:gd name="T5" fmla="*/ 4 h 234"/>
                  <a:gd name="T6" fmla="*/ 8 w 154"/>
                  <a:gd name="T7" fmla="*/ 234 h 234"/>
                  <a:gd name="T8" fmla="*/ 0 w 154"/>
                  <a:gd name="T9" fmla="*/ 229 h 234"/>
                </a:gdLst>
                <a:ahLst/>
                <a:cxnLst>
                  <a:cxn ang="0">
                    <a:pos x="T0" y="T1"/>
                  </a:cxn>
                  <a:cxn ang="0">
                    <a:pos x="T2" y="T3"/>
                  </a:cxn>
                  <a:cxn ang="0">
                    <a:pos x="T4" y="T5"/>
                  </a:cxn>
                  <a:cxn ang="0">
                    <a:pos x="T6" y="T7"/>
                  </a:cxn>
                  <a:cxn ang="0">
                    <a:pos x="T8" y="T9"/>
                  </a:cxn>
                </a:cxnLst>
                <a:rect l="0" t="0" r="r" b="b"/>
                <a:pathLst>
                  <a:path w="154" h="234">
                    <a:moveTo>
                      <a:pt x="0" y="229"/>
                    </a:moveTo>
                    <a:lnTo>
                      <a:pt x="148" y="0"/>
                    </a:lnTo>
                    <a:lnTo>
                      <a:pt x="154" y="4"/>
                    </a:lnTo>
                    <a:lnTo>
                      <a:pt x="8" y="234"/>
                    </a:lnTo>
                    <a:lnTo>
                      <a:pt x="0" y="229"/>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 name="Freeform 293"/>
              <p:cNvSpPr>
                <a:spLocks/>
              </p:cNvSpPr>
              <p:nvPr/>
            </p:nvSpPr>
            <p:spPr bwMode="auto">
              <a:xfrm>
                <a:off x="2387" y="308"/>
                <a:ext cx="154" cy="234"/>
              </a:xfrm>
              <a:custGeom>
                <a:avLst/>
                <a:gdLst>
                  <a:gd name="T0" fmla="*/ 0 w 154"/>
                  <a:gd name="T1" fmla="*/ 229 h 234"/>
                  <a:gd name="T2" fmla="*/ 148 w 154"/>
                  <a:gd name="T3" fmla="*/ 0 h 234"/>
                  <a:gd name="T4" fmla="*/ 154 w 154"/>
                  <a:gd name="T5" fmla="*/ 6 h 234"/>
                  <a:gd name="T6" fmla="*/ 7 w 154"/>
                  <a:gd name="T7" fmla="*/ 234 h 234"/>
                  <a:gd name="T8" fmla="*/ 0 w 154"/>
                  <a:gd name="T9" fmla="*/ 229 h 234"/>
                </a:gdLst>
                <a:ahLst/>
                <a:cxnLst>
                  <a:cxn ang="0">
                    <a:pos x="T0" y="T1"/>
                  </a:cxn>
                  <a:cxn ang="0">
                    <a:pos x="T2" y="T3"/>
                  </a:cxn>
                  <a:cxn ang="0">
                    <a:pos x="T4" y="T5"/>
                  </a:cxn>
                  <a:cxn ang="0">
                    <a:pos x="T6" y="T7"/>
                  </a:cxn>
                  <a:cxn ang="0">
                    <a:pos x="T8" y="T9"/>
                  </a:cxn>
                </a:cxnLst>
                <a:rect l="0" t="0" r="r" b="b"/>
                <a:pathLst>
                  <a:path w="154" h="234">
                    <a:moveTo>
                      <a:pt x="0" y="229"/>
                    </a:moveTo>
                    <a:lnTo>
                      <a:pt x="148" y="0"/>
                    </a:lnTo>
                    <a:lnTo>
                      <a:pt x="154" y="6"/>
                    </a:lnTo>
                    <a:lnTo>
                      <a:pt x="7" y="234"/>
                    </a:lnTo>
                    <a:lnTo>
                      <a:pt x="0" y="229"/>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Freeform 294"/>
              <p:cNvSpPr>
                <a:spLocks/>
              </p:cNvSpPr>
              <p:nvPr/>
            </p:nvSpPr>
            <p:spPr bwMode="auto">
              <a:xfrm>
                <a:off x="2400" y="316"/>
                <a:ext cx="154" cy="234"/>
              </a:xfrm>
              <a:custGeom>
                <a:avLst/>
                <a:gdLst>
                  <a:gd name="T0" fmla="*/ 0 w 154"/>
                  <a:gd name="T1" fmla="*/ 230 h 234"/>
                  <a:gd name="T2" fmla="*/ 146 w 154"/>
                  <a:gd name="T3" fmla="*/ 0 h 234"/>
                  <a:gd name="T4" fmla="*/ 154 w 154"/>
                  <a:gd name="T5" fmla="*/ 5 h 234"/>
                  <a:gd name="T6" fmla="*/ 6 w 154"/>
                  <a:gd name="T7" fmla="*/ 234 h 234"/>
                  <a:gd name="T8" fmla="*/ 0 w 154"/>
                  <a:gd name="T9" fmla="*/ 230 h 234"/>
                </a:gdLst>
                <a:ahLst/>
                <a:cxnLst>
                  <a:cxn ang="0">
                    <a:pos x="T0" y="T1"/>
                  </a:cxn>
                  <a:cxn ang="0">
                    <a:pos x="T2" y="T3"/>
                  </a:cxn>
                  <a:cxn ang="0">
                    <a:pos x="T4" y="T5"/>
                  </a:cxn>
                  <a:cxn ang="0">
                    <a:pos x="T6" y="T7"/>
                  </a:cxn>
                  <a:cxn ang="0">
                    <a:pos x="T8" y="T9"/>
                  </a:cxn>
                </a:cxnLst>
                <a:rect l="0" t="0" r="r" b="b"/>
                <a:pathLst>
                  <a:path w="154" h="234">
                    <a:moveTo>
                      <a:pt x="0" y="230"/>
                    </a:moveTo>
                    <a:lnTo>
                      <a:pt x="146" y="0"/>
                    </a:lnTo>
                    <a:lnTo>
                      <a:pt x="154" y="5"/>
                    </a:lnTo>
                    <a:lnTo>
                      <a:pt x="6" y="234"/>
                    </a:lnTo>
                    <a:lnTo>
                      <a:pt x="0" y="23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 name="Freeform 295"/>
              <p:cNvSpPr>
                <a:spLocks/>
              </p:cNvSpPr>
              <p:nvPr/>
            </p:nvSpPr>
            <p:spPr bwMode="auto">
              <a:xfrm>
                <a:off x="2412" y="325"/>
                <a:ext cx="154" cy="234"/>
              </a:xfrm>
              <a:custGeom>
                <a:avLst/>
                <a:gdLst>
                  <a:gd name="T0" fmla="*/ 0 w 154"/>
                  <a:gd name="T1" fmla="*/ 229 h 234"/>
                  <a:gd name="T2" fmla="*/ 147 w 154"/>
                  <a:gd name="T3" fmla="*/ 0 h 234"/>
                  <a:gd name="T4" fmla="*/ 154 w 154"/>
                  <a:gd name="T5" fmla="*/ 4 h 234"/>
                  <a:gd name="T6" fmla="*/ 6 w 154"/>
                  <a:gd name="T7" fmla="*/ 234 h 234"/>
                  <a:gd name="T8" fmla="*/ 0 w 154"/>
                  <a:gd name="T9" fmla="*/ 229 h 234"/>
                </a:gdLst>
                <a:ahLst/>
                <a:cxnLst>
                  <a:cxn ang="0">
                    <a:pos x="T0" y="T1"/>
                  </a:cxn>
                  <a:cxn ang="0">
                    <a:pos x="T2" y="T3"/>
                  </a:cxn>
                  <a:cxn ang="0">
                    <a:pos x="T4" y="T5"/>
                  </a:cxn>
                  <a:cxn ang="0">
                    <a:pos x="T6" y="T7"/>
                  </a:cxn>
                  <a:cxn ang="0">
                    <a:pos x="T8" y="T9"/>
                  </a:cxn>
                </a:cxnLst>
                <a:rect l="0" t="0" r="r" b="b"/>
                <a:pathLst>
                  <a:path w="154" h="234">
                    <a:moveTo>
                      <a:pt x="0" y="229"/>
                    </a:moveTo>
                    <a:lnTo>
                      <a:pt x="147" y="0"/>
                    </a:lnTo>
                    <a:lnTo>
                      <a:pt x="154" y="4"/>
                    </a:lnTo>
                    <a:lnTo>
                      <a:pt x="6" y="234"/>
                    </a:lnTo>
                    <a:lnTo>
                      <a:pt x="0" y="229"/>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Freeform 296"/>
              <p:cNvSpPr>
                <a:spLocks/>
              </p:cNvSpPr>
              <p:nvPr/>
            </p:nvSpPr>
            <p:spPr bwMode="auto">
              <a:xfrm>
                <a:off x="2424" y="508"/>
                <a:ext cx="41" cy="58"/>
              </a:xfrm>
              <a:custGeom>
                <a:avLst/>
                <a:gdLst>
                  <a:gd name="T0" fmla="*/ 0 w 41"/>
                  <a:gd name="T1" fmla="*/ 53 h 58"/>
                  <a:gd name="T2" fmla="*/ 34 w 41"/>
                  <a:gd name="T3" fmla="*/ 0 h 58"/>
                  <a:gd name="T4" fmla="*/ 41 w 41"/>
                  <a:gd name="T5" fmla="*/ 5 h 58"/>
                  <a:gd name="T6" fmla="*/ 7 w 41"/>
                  <a:gd name="T7" fmla="*/ 58 h 58"/>
                  <a:gd name="T8" fmla="*/ 0 w 41"/>
                  <a:gd name="T9" fmla="*/ 53 h 58"/>
                </a:gdLst>
                <a:ahLst/>
                <a:cxnLst>
                  <a:cxn ang="0">
                    <a:pos x="T0" y="T1"/>
                  </a:cxn>
                  <a:cxn ang="0">
                    <a:pos x="T2" y="T3"/>
                  </a:cxn>
                  <a:cxn ang="0">
                    <a:pos x="T4" y="T5"/>
                  </a:cxn>
                  <a:cxn ang="0">
                    <a:pos x="T6" y="T7"/>
                  </a:cxn>
                  <a:cxn ang="0">
                    <a:pos x="T8" y="T9"/>
                  </a:cxn>
                </a:cxnLst>
                <a:rect l="0" t="0" r="r" b="b"/>
                <a:pathLst>
                  <a:path w="41" h="58">
                    <a:moveTo>
                      <a:pt x="0" y="53"/>
                    </a:moveTo>
                    <a:lnTo>
                      <a:pt x="34" y="0"/>
                    </a:lnTo>
                    <a:lnTo>
                      <a:pt x="41" y="5"/>
                    </a:lnTo>
                    <a:lnTo>
                      <a:pt x="7" y="58"/>
                    </a:lnTo>
                    <a:lnTo>
                      <a:pt x="0" y="53"/>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Freeform 297"/>
              <p:cNvSpPr>
                <a:spLocks/>
              </p:cNvSpPr>
              <p:nvPr/>
            </p:nvSpPr>
            <p:spPr bwMode="auto">
              <a:xfrm>
                <a:off x="2243" y="187"/>
                <a:ext cx="134" cy="134"/>
              </a:xfrm>
              <a:custGeom>
                <a:avLst/>
                <a:gdLst>
                  <a:gd name="T0" fmla="*/ 100 w 106"/>
                  <a:gd name="T1" fmla="*/ 43 h 106"/>
                  <a:gd name="T2" fmla="*/ 43 w 106"/>
                  <a:gd name="T3" fmla="*/ 6 h 106"/>
                  <a:gd name="T4" fmla="*/ 6 w 106"/>
                  <a:gd name="T5" fmla="*/ 64 h 106"/>
                  <a:gd name="T6" fmla="*/ 64 w 106"/>
                  <a:gd name="T7" fmla="*/ 100 h 106"/>
                  <a:gd name="T8" fmla="*/ 100 w 106"/>
                  <a:gd name="T9" fmla="*/ 43 h 106"/>
                </a:gdLst>
                <a:ahLst/>
                <a:cxnLst>
                  <a:cxn ang="0">
                    <a:pos x="T0" y="T1"/>
                  </a:cxn>
                  <a:cxn ang="0">
                    <a:pos x="T2" y="T3"/>
                  </a:cxn>
                  <a:cxn ang="0">
                    <a:pos x="T4" y="T5"/>
                  </a:cxn>
                  <a:cxn ang="0">
                    <a:pos x="T6" y="T7"/>
                  </a:cxn>
                  <a:cxn ang="0">
                    <a:pos x="T8" y="T9"/>
                  </a:cxn>
                </a:cxnLst>
                <a:rect l="0" t="0" r="r" b="b"/>
                <a:pathLst>
                  <a:path w="106" h="106">
                    <a:moveTo>
                      <a:pt x="100" y="43"/>
                    </a:moveTo>
                    <a:cubicBezTo>
                      <a:pt x="95" y="17"/>
                      <a:pt x="69" y="0"/>
                      <a:pt x="43" y="6"/>
                    </a:cubicBezTo>
                    <a:cubicBezTo>
                      <a:pt x="17" y="12"/>
                      <a:pt x="0" y="38"/>
                      <a:pt x="6" y="64"/>
                    </a:cubicBezTo>
                    <a:cubicBezTo>
                      <a:pt x="12" y="90"/>
                      <a:pt x="38" y="106"/>
                      <a:pt x="64" y="100"/>
                    </a:cubicBezTo>
                    <a:cubicBezTo>
                      <a:pt x="90" y="95"/>
                      <a:pt x="106" y="69"/>
                      <a:pt x="100" y="43"/>
                    </a:cubicBezTo>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Freeform 298"/>
              <p:cNvSpPr>
                <a:spLocks/>
              </p:cNvSpPr>
              <p:nvPr/>
            </p:nvSpPr>
            <p:spPr bwMode="auto">
              <a:xfrm>
                <a:off x="2180" y="247"/>
                <a:ext cx="134" cy="134"/>
              </a:xfrm>
              <a:custGeom>
                <a:avLst/>
                <a:gdLst>
                  <a:gd name="T0" fmla="*/ 100 w 106"/>
                  <a:gd name="T1" fmla="*/ 43 h 106"/>
                  <a:gd name="T2" fmla="*/ 43 w 106"/>
                  <a:gd name="T3" fmla="*/ 6 h 106"/>
                  <a:gd name="T4" fmla="*/ 6 w 106"/>
                  <a:gd name="T5" fmla="*/ 64 h 106"/>
                  <a:gd name="T6" fmla="*/ 64 w 106"/>
                  <a:gd name="T7" fmla="*/ 101 h 106"/>
                  <a:gd name="T8" fmla="*/ 100 w 106"/>
                  <a:gd name="T9" fmla="*/ 43 h 106"/>
                </a:gdLst>
                <a:ahLst/>
                <a:cxnLst>
                  <a:cxn ang="0">
                    <a:pos x="T0" y="T1"/>
                  </a:cxn>
                  <a:cxn ang="0">
                    <a:pos x="T2" y="T3"/>
                  </a:cxn>
                  <a:cxn ang="0">
                    <a:pos x="T4" y="T5"/>
                  </a:cxn>
                  <a:cxn ang="0">
                    <a:pos x="T6" y="T7"/>
                  </a:cxn>
                  <a:cxn ang="0">
                    <a:pos x="T8" y="T9"/>
                  </a:cxn>
                </a:cxnLst>
                <a:rect l="0" t="0" r="r" b="b"/>
                <a:pathLst>
                  <a:path w="106" h="106">
                    <a:moveTo>
                      <a:pt x="100" y="43"/>
                    </a:moveTo>
                    <a:cubicBezTo>
                      <a:pt x="95" y="17"/>
                      <a:pt x="69" y="0"/>
                      <a:pt x="43" y="6"/>
                    </a:cubicBezTo>
                    <a:cubicBezTo>
                      <a:pt x="17" y="12"/>
                      <a:pt x="0" y="38"/>
                      <a:pt x="6" y="64"/>
                    </a:cubicBezTo>
                    <a:cubicBezTo>
                      <a:pt x="12" y="90"/>
                      <a:pt x="38" y="106"/>
                      <a:pt x="64" y="101"/>
                    </a:cubicBezTo>
                    <a:cubicBezTo>
                      <a:pt x="90" y="95"/>
                      <a:pt x="106" y="69"/>
                      <a:pt x="100" y="43"/>
                    </a:cubicBezTo>
                  </a:path>
                </a:pathLst>
              </a:custGeom>
              <a:solidFill>
                <a:srgbClr val="EE2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 name="Freeform 299"/>
              <p:cNvSpPr>
                <a:spLocks/>
              </p:cNvSpPr>
              <p:nvPr/>
            </p:nvSpPr>
            <p:spPr bwMode="auto">
              <a:xfrm>
                <a:off x="2249" y="253"/>
                <a:ext cx="46" cy="45"/>
              </a:xfrm>
              <a:custGeom>
                <a:avLst/>
                <a:gdLst>
                  <a:gd name="T0" fmla="*/ 0 w 36"/>
                  <a:gd name="T1" fmla="*/ 0 h 36"/>
                  <a:gd name="T2" fmla="*/ 1 w 36"/>
                  <a:gd name="T3" fmla="*/ 12 h 36"/>
                  <a:gd name="T4" fmla="*/ 14 w 36"/>
                  <a:gd name="T5" fmla="*/ 36 h 36"/>
                  <a:gd name="T6" fmla="*/ 36 w 36"/>
                  <a:gd name="T7" fmla="*/ 19 h 36"/>
                  <a:gd name="T8" fmla="*/ 0 w 36"/>
                  <a:gd name="T9" fmla="*/ 0 h 36"/>
                </a:gdLst>
                <a:ahLst/>
                <a:cxnLst>
                  <a:cxn ang="0">
                    <a:pos x="T0" y="T1"/>
                  </a:cxn>
                  <a:cxn ang="0">
                    <a:pos x="T2" y="T3"/>
                  </a:cxn>
                  <a:cxn ang="0">
                    <a:pos x="T4" y="T5"/>
                  </a:cxn>
                  <a:cxn ang="0">
                    <a:pos x="T6" y="T7"/>
                  </a:cxn>
                  <a:cxn ang="0">
                    <a:pos x="T8" y="T9"/>
                  </a:cxn>
                </a:cxnLst>
                <a:rect l="0" t="0" r="r" b="b"/>
                <a:pathLst>
                  <a:path w="36" h="36">
                    <a:moveTo>
                      <a:pt x="0" y="0"/>
                    </a:moveTo>
                    <a:cubicBezTo>
                      <a:pt x="0" y="4"/>
                      <a:pt x="0" y="8"/>
                      <a:pt x="1" y="12"/>
                    </a:cubicBezTo>
                    <a:cubicBezTo>
                      <a:pt x="3" y="21"/>
                      <a:pt x="8" y="29"/>
                      <a:pt x="14" y="36"/>
                    </a:cubicBezTo>
                    <a:cubicBezTo>
                      <a:pt x="20" y="28"/>
                      <a:pt x="27" y="22"/>
                      <a:pt x="36" y="19"/>
                    </a:cubicBezTo>
                    <a:cubicBezTo>
                      <a:pt x="28" y="8"/>
                      <a:pt x="14" y="1"/>
                      <a:pt x="0" y="0"/>
                    </a:cubicBezTo>
                  </a:path>
                </a:pathLst>
              </a:custGeom>
              <a:solidFill>
                <a:srgbClr val="E02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 name="Freeform 300"/>
              <p:cNvSpPr>
                <a:spLocks/>
              </p:cNvSpPr>
              <p:nvPr/>
            </p:nvSpPr>
            <p:spPr bwMode="auto">
              <a:xfrm>
                <a:off x="2250" y="267"/>
                <a:ext cx="134" cy="134"/>
              </a:xfrm>
              <a:custGeom>
                <a:avLst/>
                <a:gdLst>
                  <a:gd name="T0" fmla="*/ 100 w 106"/>
                  <a:gd name="T1" fmla="*/ 42 h 106"/>
                  <a:gd name="T2" fmla="*/ 42 w 106"/>
                  <a:gd name="T3" fmla="*/ 6 h 106"/>
                  <a:gd name="T4" fmla="*/ 6 w 106"/>
                  <a:gd name="T5" fmla="*/ 63 h 106"/>
                  <a:gd name="T6" fmla="*/ 63 w 106"/>
                  <a:gd name="T7" fmla="*/ 100 h 106"/>
                  <a:gd name="T8" fmla="*/ 100 w 106"/>
                  <a:gd name="T9" fmla="*/ 42 h 106"/>
                </a:gdLst>
                <a:ahLst/>
                <a:cxnLst>
                  <a:cxn ang="0">
                    <a:pos x="T0" y="T1"/>
                  </a:cxn>
                  <a:cxn ang="0">
                    <a:pos x="T2" y="T3"/>
                  </a:cxn>
                  <a:cxn ang="0">
                    <a:pos x="T4" y="T5"/>
                  </a:cxn>
                  <a:cxn ang="0">
                    <a:pos x="T6" y="T7"/>
                  </a:cxn>
                  <a:cxn ang="0">
                    <a:pos x="T8" y="T9"/>
                  </a:cxn>
                </a:cxnLst>
                <a:rect l="0" t="0" r="r" b="b"/>
                <a:pathLst>
                  <a:path w="106" h="106">
                    <a:moveTo>
                      <a:pt x="100" y="42"/>
                    </a:moveTo>
                    <a:cubicBezTo>
                      <a:pt x="94" y="16"/>
                      <a:pt x="68" y="0"/>
                      <a:pt x="42" y="6"/>
                    </a:cubicBezTo>
                    <a:cubicBezTo>
                      <a:pt x="16" y="11"/>
                      <a:pt x="0" y="37"/>
                      <a:pt x="6" y="63"/>
                    </a:cubicBezTo>
                    <a:cubicBezTo>
                      <a:pt x="11" y="89"/>
                      <a:pt x="37" y="106"/>
                      <a:pt x="63" y="100"/>
                    </a:cubicBezTo>
                    <a:cubicBezTo>
                      <a:pt x="89" y="94"/>
                      <a:pt x="106" y="68"/>
                      <a:pt x="100" y="42"/>
                    </a:cubicBezTo>
                  </a:path>
                </a:pathLst>
              </a:custGeom>
              <a:solidFill>
                <a:srgbClr val="27AA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 name="Freeform 301"/>
              <p:cNvSpPr>
                <a:spLocks/>
              </p:cNvSpPr>
              <p:nvPr/>
            </p:nvSpPr>
            <p:spPr bwMode="auto">
              <a:xfrm>
                <a:off x="2258" y="34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8F2C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Freeform 302"/>
              <p:cNvSpPr>
                <a:spLocks/>
              </p:cNvSpPr>
              <p:nvPr/>
            </p:nvSpPr>
            <p:spPr bwMode="auto">
              <a:xfrm>
                <a:off x="2253" y="290"/>
                <a:ext cx="54" cy="80"/>
              </a:xfrm>
              <a:custGeom>
                <a:avLst/>
                <a:gdLst>
                  <a:gd name="T0" fmla="*/ 17 w 43"/>
                  <a:gd name="T1" fmla="*/ 0 h 64"/>
                  <a:gd name="T2" fmla="*/ 4 w 43"/>
                  <a:gd name="T3" fmla="*/ 45 h 64"/>
                  <a:gd name="T4" fmla="*/ 4 w 43"/>
                  <a:gd name="T5" fmla="*/ 45 h 64"/>
                  <a:gd name="T6" fmla="*/ 4 w 43"/>
                  <a:gd name="T7" fmla="*/ 45 h 64"/>
                  <a:gd name="T8" fmla="*/ 13 w 43"/>
                  <a:gd name="T9" fmla="*/ 64 h 64"/>
                  <a:gd name="T10" fmla="*/ 43 w 43"/>
                  <a:gd name="T11" fmla="*/ 21 h 64"/>
                  <a:gd name="T12" fmla="*/ 11 w 43"/>
                  <a:gd name="T13" fmla="*/ 7 h 64"/>
                  <a:gd name="T14" fmla="*/ 17 w 43"/>
                  <a:gd name="T15" fmla="*/ 0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64">
                    <a:moveTo>
                      <a:pt x="17" y="0"/>
                    </a:moveTo>
                    <a:cubicBezTo>
                      <a:pt x="5" y="12"/>
                      <a:pt x="0" y="28"/>
                      <a:pt x="4" y="45"/>
                    </a:cubicBezTo>
                    <a:cubicBezTo>
                      <a:pt x="4" y="45"/>
                      <a:pt x="4" y="45"/>
                      <a:pt x="4" y="45"/>
                    </a:cubicBezTo>
                    <a:cubicBezTo>
                      <a:pt x="4" y="45"/>
                      <a:pt x="4" y="45"/>
                      <a:pt x="4" y="45"/>
                    </a:cubicBezTo>
                    <a:cubicBezTo>
                      <a:pt x="5" y="52"/>
                      <a:pt x="8" y="59"/>
                      <a:pt x="13" y="64"/>
                    </a:cubicBezTo>
                    <a:cubicBezTo>
                      <a:pt x="31" y="57"/>
                      <a:pt x="43" y="40"/>
                      <a:pt x="43" y="21"/>
                    </a:cubicBezTo>
                    <a:cubicBezTo>
                      <a:pt x="31" y="20"/>
                      <a:pt x="20" y="15"/>
                      <a:pt x="11" y="7"/>
                    </a:cubicBezTo>
                    <a:cubicBezTo>
                      <a:pt x="13" y="4"/>
                      <a:pt x="15" y="2"/>
                      <a:pt x="17" y="0"/>
                    </a:cubicBezTo>
                  </a:path>
                </a:pathLst>
              </a:custGeom>
              <a:solidFill>
                <a:srgbClr val="5352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 name="Freeform 303"/>
              <p:cNvSpPr>
                <a:spLocks noEditPoints="1"/>
              </p:cNvSpPr>
              <p:nvPr/>
            </p:nvSpPr>
            <p:spPr bwMode="auto">
              <a:xfrm>
                <a:off x="2301" y="272"/>
                <a:ext cx="16" cy="2"/>
              </a:xfrm>
              <a:custGeom>
                <a:avLst/>
                <a:gdLst>
                  <a:gd name="T0" fmla="*/ 0 w 13"/>
                  <a:gd name="T1" fmla="*/ 2 h 2"/>
                  <a:gd name="T2" fmla="*/ 0 w 13"/>
                  <a:gd name="T3" fmla="*/ 2 h 2"/>
                  <a:gd name="T4" fmla="*/ 0 w 13"/>
                  <a:gd name="T5" fmla="*/ 2 h 2"/>
                  <a:gd name="T6" fmla="*/ 13 w 13"/>
                  <a:gd name="T7" fmla="*/ 0 h 2"/>
                  <a:gd name="T8" fmla="*/ 2 w 13"/>
                  <a:gd name="T9" fmla="*/ 2 h 2"/>
                  <a:gd name="T10" fmla="*/ 0 w 13"/>
                  <a:gd name="T11" fmla="*/ 2 h 2"/>
                  <a:gd name="T12" fmla="*/ 2 w 13"/>
                  <a:gd name="T13" fmla="*/ 2 h 2"/>
                  <a:gd name="T14" fmla="*/ 13 w 13"/>
                  <a:gd name="T15" fmla="*/ 0 h 2"/>
                  <a:gd name="T16" fmla="*/ 13 w 1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
                    <a:moveTo>
                      <a:pt x="0" y="2"/>
                    </a:moveTo>
                    <a:cubicBezTo>
                      <a:pt x="0" y="2"/>
                      <a:pt x="0" y="2"/>
                      <a:pt x="0" y="2"/>
                    </a:cubicBezTo>
                    <a:cubicBezTo>
                      <a:pt x="0" y="2"/>
                      <a:pt x="0" y="2"/>
                      <a:pt x="0" y="2"/>
                    </a:cubicBezTo>
                    <a:moveTo>
                      <a:pt x="13" y="0"/>
                    </a:moveTo>
                    <a:cubicBezTo>
                      <a:pt x="9" y="0"/>
                      <a:pt x="6" y="1"/>
                      <a:pt x="2" y="2"/>
                    </a:cubicBezTo>
                    <a:cubicBezTo>
                      <a:pt x="2" y="2"/>
                      <a:pt x="1" y="2"/>
                      <a:pt x="0" y="2"/>
                    </a:cubicBezTo>
                    <a:cubicBezTo>
                      <a:pt x="1" y="2"/>
                      <a:pt x="2" y="2"/>
                      <a:pt x="2" y="2"/>
                    </a:cubicBezTo>
                    <a:cubicBezTo>
                      <a:pt x="6" y="1"/>
                      <a:pt x="9" y="0"/>
                      <a:pt x="13" y="0"/>
                    </a:cubicBezTo>
                    <a:cubicBezTo>
                      <a:pt x="13" y="0"/>
                      <a:pt x="13" y="0"/>
                      <a:pt x="13" y="0"/>
                    </a:cubicBezTo>
                  </a:path>
                </a:pathLst>
              </a:custGeom>
              <a:solidFill>
                <a:srgbClr val="2588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 name="Freeform 304"/>
              <p:cNvSpPr>
                <a:spLocks/>
              </p:cNvSpPr>
              <p:nvPr/>
            </p:nvSpPr>
            <p:spPr bwMode="auto">
              <a:xfrm>
                <a:off x="2274" y="272"/>
                <a:ext cx="86" cy="44"/>
              </a:xfrm>
              <a:custGeom>
                <a:avLst/>
                <a:gdLst>
                  <a:gd name="T0" fmla="*/ 34 w 68"/>
                  <a:gd name="T1" fmla="*/ 0 h 35"/>
                  <a:gd name="T2" fmla="*/ 23 w 68"/>
                  <a:gd name="T3" fmla="*/ 2 h 35"/>
                  <a:gd name="T4" fmla="*/ 21 w 68"/>
                  <a:gd name="T5" fmla="*/ 2 h 35"/>
                  <a:gd name="T6" fmla="*/ 21 w 68"/>
                  <a:gd name="T7" fmla="*/ 2 h 35"/>
                  <a:gd name="T8" fmla="*/ 21 w 68"/>
                  <a:gd name="T9" fmla="*/ 2 h 35"/>
                  <a:gd name="T10" fmla="*/ 0 w 68"/>
                  <a:gd name="T11" fmla="*/ 14 h 35"/>
                  <a:gd name="T12" fmla="*/ 16 w 68"/>
                  <a:gd name="T13" fmla="*/ 4 h 35"/>
                  <a:gd name="T14" fmla="*/ 25 w 68"/>
                  <a:gd name="T15" fmla="*/ 23 h 35"/>
                  <a:gd name="T16" fmla="*/ 26 w 68"/>
                  <a:gd name="T17" fmla="*/ 35 h 35"/>
                  <a:gd name="T18" fmla="*/ 28 w 68"/>
                  <a:gd name="T19" fmla="*/ 35 h 35"/>
                  <a:gd name="T20" fmla="*/ 39 w 68"/>
                  <a:gd name="T21" fmla="*/ 33 h 35"/>
                  <a:gd name="T22" fmla="*/ 68 w 68"/>
                  <a:gd name="T23" fmla="*/ 14 h 35"/>
                  <a:gd name="T24" fmla="*/ 34 w 68"/>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35">
                    <a:moveTo>
                      <a:pt x="34" y="0"/>
                    </a:moveTo>
                    <a:cubicBezTo>
                      <a:pt x="30" y="0"/>
                      <a:pt x="27" y="1"/>
                      <a:pt x="23" y="2"/>
                    </a:cubicBezTo>
                    <a:cubicBezTo>
                      <a:pt x="23" y="2"/>
                      <a:pt x="22" y="2"/>
                      <a:pt x="21" y="2"/>
                    </a:cubicBezTo>
                    <a:cubicBezTo>
                      <a:pt x="21" y="2"/>
                      <a:pt x="21" y="2"/>
                      <a:pt x="21" y="2"/>
                    </a:cubicBezTo>
                    <a:cubicBezTo>
                      <a:pt x="21" y="2"/>
                      <a:pt x="21" y="2"/>
                      <a:pt x="21" y="2"/>
                    </a:cubicBezTo>
                    <a:cubicBezTo>
                      <a:pt x="13" y="4"/>
                      <a:pt x="6" y="9"/>
                      <a:pt x="0" y="14"/>
                    </a:cubicBezTo>
                    <a:cubicBezTo>
                      <a:pt x="4" y="10"/>
                      <a:pt x="10" y="6"/>
                      <a:pt x="16" y="4"/>
                    </a:cubicBezTo>
                    <a:cubicBezTo>
                      <a:pt x="21" y="9"/>
                      <a:pt x="24" y="16"/>
                      <a:pt x="25" y="23"/>
                    </a:cubicBezTo>
                    <a:cubicBezTo>
                      <a:pt x="26" y="27"/>
                      <a:pt x="27" y="31"/>
                      <a:pt x="26" y="35"/>
                    </a:cubicBezTo>
                    <a:cubicBezTo>
                      <a:pt x="27" y="35"/>
                      <a:pt x="28" y="35"/>
                      <a:pt x="28" y="35"/>
                    </a:cubicBezTo>
                    <a:cubicBezTo>
                      <a:pt x="32" y="35"/>
                      <a:pt x="35" y="34"/>
                      <a:pt x="39" y="33"/>
                    </a:cubicBezTo>
                    <a:cubicBezTo>
                      <a:pt x="51" y="31"/>
                      <a:pt x="61" y="24"/>
                      <a:pt x="68" y="14"/>
                    </a:cubicBezTo>
                    <a:cubicBezTo>
                      <a:pt x="59" y="6"/>
                      <a:pt x="47" y="0"/>
                      <a:pt x="34" y="0"/>
                    </a:cubicBezTo>
                  </a:path>
                </a:pathLst>
              </a:custGeom>
              <a:solidFill>
                <a:srgbClr val="1F85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Freeform 305"/>
              <p:cNvSpPr>
                <a:spLocks/>
              </p:cNvSpPr>
              <p:nvPr/>
            </p:nvSpPr>
            <p:spPr bwMode="auto">
              <a:xfrm>
                <a:off x="2267" y="277"/>
                <a:ext cx="41" cy="39"/>
              </a:xfrm>
              <a:custGeom>
                <a:avLst/>
                <a:gdLst>
                  <a:gd name="T0" fmla="*/ 22 w 33"/>
                  <a:gd name="T1" fmla="*/ 0 h 31"/>
                  <a:gd name="T2" fmla="*/ 6 w 33"/>
                  <a:gd name="T3" fmla="*/ 10 h 31"/>
                  <a:gd name="T4" fmla="*/ 0 w 33"/>
                  <a:gd name="T5" fmla="*/ 17 h 31"/>
                  <a:gd name="T6" fmla="*/ 32 w 33"/>
                  <a:gd name="T7" fmla="*/ 31 h 31"/>
                  <a:gd name="T8" fmla="*/ 31 w 33"/>
                  <a:gd name="T9" fmla="*/ 19 h 31"/>
                  <a:gd name="T10" fmla="*/ 22 w 33"/>
                  <a:gd name="T11" fmla="*/ 0 h 31"/>
                </a:gdLst>
                <a:ahLst/>
                <a:cxnLst>
                  <a:cxn ang="0">
                    <a:pos x="T0" y="T1"/>
                  </a:cxn>
                  <a:cxn ang="0">
                    <a:pos x="T2" y="T3"/>
                  </a:cxn>
                  <a:cxn ang="0">
                    <a:pos x="T4" y="T5"/>
                  </a:cxn>
                  <a:cxn ang="0">
                    <a:pos x="T6" y="T7"/>
                  </a:cxn>
                  <a:cxn ang="0">
                    <a:pos x="T8" y="T9"/>
                  </a:cxn>
                  <a:cxn ang="0">
                    <a:pos x="T10" y="T11"/>
                  </a:cxn>
                </a:cxnLst>
                <a:rect l="0" t="0" r="r" b="b"/>
                <a:pathLst>
                  <a:path w="33" h="31">
                    <a:moveTo>
                      <a:pt x="22" y="0"/>
                    </a:moveTo>
                    <a:cubicBezTo>
                      <a:pt x="16" y="2"/>
                      <a:pt x="10" y="6"/>
                      <a:pt x="6" y="10"/>
                    </a:cubicBezTo>
                    <a:cubicBezTo>
                      <a:pt x="4" y="12"/>
                      <a:pt x="2" y="14"/>
                      <a:pt x="0" y="17"/>
                    </a:cubicBezTo>
                    <a:cubicBezTo>
                      <a:pt x="9" y="25"/>
                      <a:pt x="20" y="30"/>
                      <a:pt x="32" y="31"/>
                    </a:cubicBezTo>
                    <a:cubicBezTo>
                      <a:pt x="33" y="27"/>
                      <a:pt x="32" y="23"/>
                      <a:pt x="31" y="19"/>
                    </a:cubicBezTo>
                    <a:cubicBezTo>
                      <a:pt x="30" y="12"/>
                      <a:pt x="27" y="5"/>
                      <a:pt x="22" y="0"/>
                    </a:cubicBezTo>
                  </a:path>
                </a:pathLst>
              </a:custGeom>
              <a:solidFill>
                <a:srgbClr val="2C6B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 name="Freeform 306"/>
              <p:cNvSpPr>
                <a:spLocks/>
              </p:cNvSpPr>
              <p:nvPr/>
            </p:nvSpPr>
            <p:spPr bwMode="auto">
              <a:xfrm>
                <a:off x="697" y="1255"/>
                <a:ext cx="347" cy="403"/>
              </a:xfrm>
              <a:custGeom>
                <a:avLst/>
                <a:gdLst>
                  <a:gd name="T0" fmla="*/ 273 w 275"/>
                  <a:gd name="T1" fmla="*/ 234 h 319"/>
                  <a:gd name="T2" fmla="*/ 271 w 275"/>
                  <a:gd name="T3" fmla="*/ 244 h 319"/>
                  <a:gd name="T4" fmla="*/ 149 w 275"/>
                  <a:gd name="T5" fmla="*/ 317 h 319"/>
                  <a:gd name="T6" fmla="*/ 140 w 275"/>
                  <a:gd name="T7" fmla="*/ 314 h 319"/>
                  <a:gd name="T8" fmla="*/ 2 w 275"/>
                  <a:gd name="T9" fmla="*/ 84 h 319"/>
                  <a:gd name="T10" fmla="*/ 4 w 275"/>
                  <a:gd name="T11" fmla="*/ 75 h 319"/>
                  <a:gd name="T12" fmla="*/ 126 w 275"/>
                  <a:gd name="T13" fmla="*/ 2 h 319"/>
                  <a:gd name="T14" fmla="*/ 135 w 275"/>
                  <a:gd name="T15" fmla="*/ 4 h 319"/>
                  <a:gd name="T16" fmla="*/ 273 w 275"/>
                  <a:gd name="T17" fmla="*/ 234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319">
                    <a:moveTo>
                      <a:pt x="273" y="234"/>
                    </a:moveTo>
                    <a:cubicBezTo>
                      <a:pt x="275" y="238"/>
                      <a:pt x="274" y="242"/>
                      <a:pt x="271" y="244"/>
                    </a:cubicBezTo>
                    <a:cubicBezTo>
                      <a:pt x="149" y="317"/>
                      <a:pt x="149" y="317"/>
                      <a:pt x="149" y="317"/>
                    </a:cubicBezTo>
                    <a:cubicBezTo>
                      <a:pt x="146" y="319"/>
                      <a:pt x="142" y="318"/>
                      <a:pt x="140" y="314"/>
                    </a:cubicBezTo>
                    <a:cubicBezTo>
                      <a:pt x="2" y="84"/>
                      <a:pt x="2" y="84"/>
                      <a:pt x="2" y="84"/>
                    </a:cubicBezTo>
                    <a:cubicBezTo>
                      <a:pt x="0" y="81"/>
                      <a:pt x="1" y="77"/>
                      <a:pt x="4" y="75"/>
                    </a:cubicBezTo>
                    <a:cubicBezTo>
                      <a:pt x="126" y="2"/>
                      <a:pt x="126" y="2"/>
                      <a:pt x="126" y="2"/>
                    </a:cubicBezTo>
                    <a:cubicBezTo>
                      <a:pt x="129" y="0"/>
                      <a:pt x="133" y="1"/>
                      <a:pt x="135" y="4"/>
                    </a:cubicBezTo>
                    <a:lnTo>
                      <a:pt x="273" y="2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 name="Freeform 307"/>
              <p:cNvSpPr>
                <a:spLocks/>
              </p:cNvSpPr>
              <p:nvPr/>
            </p:nvSpPr>
            <p:spPr bwMode="auto">
              <a:xfrm>
                <a:off x="719" y="1288"/>
                <a:ext cx="303" cy="336"/>
              </a:xfrm>
              <a:custGeom>
                <a:avLst/>
                <a:gdLst>
                  <a:gd name="T0" fmla="*/ 303 w 303"/>
                  <a:gd name="T1" fmla="*/ 240 h 336"/>
                  <a:gd name="T2" fmla="*/ 144 w 303"/>
                  <a:gd name="T3" fmla="*/ 336 h 336"/>
                  <a:gd name="T4" fmla="*/ 0 w 303"/>
                  <a:gd name="T5" fmla="*/ 95 h 336"/>
                  <a:gd name="T6" fmla="*/ 158 w 303"/>
                  <a:gd name="T7" fmla="*/ 0 h 336"/>
                  <a:gd name="T8" fmla="*/ 303 w 303"/>
                  <a:gd name="T9" fmla="*/ 240 h 336"/>
                </a:gdLst>
                <a:ahLst/>
                <a:cxnLst>
                  <a:cxn ang="0">
                    <a:pos x="T0" y="T1"/>
                  </a:cxn>
                  <a:cxn ang="0">
                    <a:pos x="T2" y="T3"/>
                  </a:cxn>
                  <a:cxn ang="0">
                    <a:pos x="T4" y="T5"/>
                  </a:cxn>
                  <a:cxn ang="0">
                    <a:pos x="T6" y="T7"/>
                  </a:cxn>
                  <a:cxn ang="0">
                    <a:pos x="T8" y="T9"/>
                  </a:cxn>
                </a:cxnLst>
                <a:rect l="0" t="0" r="r" b="b"/>
                <a:pathLst>
                  <a:path w="303" h="336">
                    <a:moveTo>
                      <a:pt x="303" y="240"/>
                    </a:moveTo>
                    <a:lnTo>
                      <a:pt x="144" y="336"/>
                    </a:lnTo>
                    <a:lnTo>
                      <a:pt x="0" y="95"/>
                    </a:lnTo>
                    <a:lnTo>
                      <a:pt x="158" y="0"/>
                    </a:lnTo>
                    <a:lnTo>
                      <a:pt x="303" y="240"/>
                    </a:ln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 name="Freeform 308"/>
              <p:cNvSpPr>
                <a:spLocks/>
              </p:cNvSpPr>
              <p:nvPr/>
            </p:nvSpPr>
            <p:spPr bwMode="auto">
              <a:xfrm>
                <a:off x="938" y="1579"/>
                <a:ext cx="27" cy="25"/>
              </a:xfrm>
              <a:custGeom>
                <a:avLst/>
                <a:gdLst>
                  <a:gd name="T0" fmla="*/ 18 w 21"/>
                  <a:gd name="T1" fmla="*/ 6 h 20"/>
                  <a:gd name="T2" fmla="*/ 6 w 21"/>
                  <a:gd name="T3" fmla="*/ 3 h 20"/>
                  <a:gd name="T4" fmla="*/ 3 w 21"/>
                  <a:gd name="T5" fmla="*/ 15 h 20"/>
                  <a:gd name="T6" fmla="*/ 15 w 21"/>
                  <a:gd name="T7" fmla="*/ 18 h 20"/>
                  <a:gd name="T8" fmla="*/ 18 w 21"/>
                  <a:gd name="T9" fmla="*/ 6 h 20"/>
                </a:gdLst>
                <a:ahLst/>
                <a:cxnLst>
                  <a:cxn ang="0">
                    <a:pos x="T0" y="T1"/>
                  </a:cxn>
                  <a:cxn ang="0">
                    <a:pos x="T2" y="T3"/>
                  </a:cxn>
                  <a:cxn ang="0">
                    <a:pos x="T4" y="T5"/>
                  </a:cxn>
                  <a:cxn ang="0">
                    <a:pos x="T6" y="T7"/>
                  </a:cxn>
                  <a:cxn ang="0">
                    <a:pos x="T8" y="T9"/>
                  </a:cxn>
                </a:cxnLst>
                <a:rect l="0" t="0" r="r" b="b"/>
                <a:pathLst>
                  <a:path w="21" h="20">
                    <a:moveTo>
                      <a:pt x="18" y="6"/>
                    </a:moveTo>
                    <a:cubicBezTo>
                      <a:pt x="16" y="1"/>
                      <a:pt x="10" y="0"/>
                      <a:pt x="6" y="3"/>
                    </a:cubicBezTo>
                    <a:cubicBezTo>
                      <a:pt x="2" y="5"/>
                      <a:pt x="0" y="11"/>
                      <a:pt x="3" y="15"/>
                    </a:cubicBezTo>
                    <a:cubicBezTo>
                      <a:pt x="6" y="19"/>
                      <a:pt x="11" y="20"/>
                      <a:pt x="15" y="18"/>
                    </a:cubicBezTo>
                    <a:cubicBezTo>
                      <a:pt x="20" y="15"/>
                      <a:pt x="21" y="10"/>
                      <a:pt x="18" y="6"/>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Freeform 309"/>
              <p:cNvSpPr>
                <a:spLocks/>
              </p:cNvSpPr>
              <p:nvPr/>
            </p:nvSpPr>
            <p:spPr bwMode="auto">
              <a:xfrm>
                <a:off x="783" y="1313"/>
                <a:ext cx="11" cy="12"/>
              </a:xfrm>
              <a:custGeom>
                <a:avLst/>
                <a:gdLst>
                  <a:gd name="T0" fmla="*/ 8 w 9"/>
                  <a:gd name="T1" fmla="*/ 3 h 9"/>
                  <a:gd name="T2" fmla="*/ 2 w 9"/>
                  <a:gd name="T3" fmla="*/ 1 h 9"/>
                  <a:gd name="T4" fmla="*/ 1 w 9"/>
                  <a:gd name="T5" fmla="*/ 7 h 9"/>
                  <a:gd name="T6" fmla="*/ 7 w 9"/>
                  <a:gd name="T7" fmla="*/ 8 h 9"/>
                  <a:gd name="T8" fmla="*/ 8 w 9"/>
                  <a:gd name="T9" fmla="*/ 3 h 9"/>
                </a:gdLst>
                <a:ahLst/>
                <a:cxnLst>
                  <a:cxn ang="0">
                    <a:pos x="T0" y="T1"/>
                  </a:cxn>
                  <a:cxn ang="0">
                    <a:pos x="T2" y="T3"/>
                  </a:cxn>
                  <a:cxn ang="0">
                    <a:pos x="T4" y="T5"/>
                  </a:cxn>
                  <a:cxn ang="0">
                    <a:pos x="T6" y="T7"/>
                  </a:cxn>
                  <a:cxn ang="0">
                    <a:pos x="T8" y="T9"/>
                  </a:cxn>
                </a:cxnLst>
                <a:rect l="0" t="0" r="r" b="b"/>
                <a:pathLst>
                  <a:path w="9" h="9">
                    <a:moveTo>
                      <a:pt x="8" y="3"/>
                    </a:moveTo>
                    <a:cubicBezTo>
                      <a:pt x="7" y="1"/>
                      <a:pt x="4" y="0"/>
                      <a:pt x="2" y="1"/>
                    </a:cubicBezTo>
                    <a:cubicBezTo>
                      <a:pt x="1" y="2"/>
                      <a:pt x="0" y="5"/>
                      <a:pt x="1" y="7"/>
                    </a:cubicBezTo>
                    <a:cubicBezTo>
                      <a:pt x="2" y="9"/>
                      <a:pt x="5" y="9"/>
                      <a:pt x="7" y="8"/>
                    </a:cubicBezTo>
                    <a:cubicBezTo>
                      <a:pt x="9" y="7"/>
                      <a:pt x="9" y="5"/>
                      <a:pt x="8" y="3"/>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 name="Freeform 310"/>
              <p:cNvSpPr>
                <a:spLocks/>
              </p:cNvSpPr>
              <p:nvPr/>
            </p:nvSpPr>
            <p:spPr bwMode="auto">
              <a:xfrm>
                <a:off x="1148" y="555"/>
                <a:ext cx="382" cy="249"/>
              </a:xfrm>
              <a:custGeom>
                <a:avLst/>
                <a:gdLst>
                  <a:gd name="T0" fmla="*/ 272 w 302"/>
                  <a:gd name="T1" fmla="*/ 0 h 197"/>
                  <a:gd name="T2" fmla="*/ 280 w 302"/>
                  <a:gd name="T3" fmla="*/ 6 h 197"/>
                  <a:gd name="T4" fmla="*/ 302 w 302"/>
                  <a:gd name="T5" fmla="*/ 146 h 197"/>
                  <a:gd name="T6" fmla="*/ 296 w 302"/>
                  <a:gd name="T7" fmla="*/ 154 h 197"/>
                  <a:gd name="T8" fmla="*/ 31 w 302"/>
                  <a:gd name="T9" fmla="*/ 196 h 197"/>
                  <a:gd name="T10" fmla="*/ 23 w 302"/>
                  <a:gd name="T11" fmla="*/ 190 h 197"/>
                  <a:gd name="T12" fmla="*/ 1 w 302"/>
                  <a:gd name="T13" fmla="*/ 50 h 197"/>
                  <a:gd name="T14" fmla="*/ 7 w 302"/>
                  <a:gd name="T15" fmla="*/ 42 h 197"/>
                  <a:gd name="T16" fmla="*/ 272 w 302"/>
                  <a:gd name="T17"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2" h="197">
                    <a:moveTo>
                      <a:pt x="272" y="0"/>
                    </a:moveTo>
                    <a:cubicBezTo>
                      <a:pt x="276" y="0"/>
                      <a:pt x="279" y="2"/>
                      <a:pt x="280" y="6"/>
                    </a:cubicBezTo>
                    <a:cubicBezTo>
                      <a:pt x="302" y="146"/>
                      <a:pt x="302" y="146"/>
                      <a:pt x="302" y="146"/>
                    </a:cubicBezTo>
                    <a:cubicBezTo>
                      <a:pt x="302" y="150"/>
                      <a:pt x="300" y="154"/>
                      <a:pt x="296" y="154"/>
                    </a:cubicBezTo>
                    <a:cubicBezTo>
                      <a:pt x="31" y="196"/>
                      <a:pt x="31" y="196"/>
                      <a:pt x="31" y="196"/>
                    </a:cubicBezTo>
                    <a:cubicBezTo>
                      <a:pt x="27" y="197"/>
                      <a:pt x="23" y="194"/>
                      <a:pt x="23" y="190"/>
                    </a:cubicBezTo>
                    <a:cubicBezTo>
                      <a:pt x="1" y="50"/>
                      <a:pt x="1" y="50"/>
                      <a:pt x="1" y="50"/>
                    </a:cubicBezTo>
                    <a:cubicBezTo>
                      <a:pt x="0" y="46"/>
                      <a:pt x="3" y="43"/>
                      <a:pt x="7" y="42"/>
                    </a:cubicBezTo>
                    <a:lnTo>
                      <a:pt x="27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 name="Freeform 311"/>
              <p:cNvSpPr>
                <a:spLocks/>
              </p:cNvSpPr>
              <p:nvPr/>
            </p:nvSpPr>
            <p:spPr bwMode="auto">
              <a:xfrm>
                <a:off x="1186" y="566"/>
                <a:ext cx="306" cy="227"/>
              </a:xfrm>
              <a:custGeom>
                <a:avLst/>
                <a:gdLst>
                  <a:gd name="T0" fmla="*/ 277 w 306"/>
                  <a:gd name="T1" fmla="*/ 0 h 227"/>
                  <a:gd name="T2" fmla="*/ 306 w 306"/>
                  <a:gd name="T3" fmla="*/ 182 h 227"/>
                  <a:gd name="T4" fmla="*/ 29 w 306"/>
                  <a:gd name="T5" fmla="*/ 227 h 227"/>
                  <a:gd name="T6" fmla="*/ 0 w 306"/>
                  <a:gd name="T7" fmla="*/ 43 h 227"/>
                  <a:gd name="T8" fmla="*/ 277 w 306"/>
                  <a:gd name="T9" fmla="*/ 0 h 227"/>
                </a:gdLst>
                <a:ahLst/>
                <a:cxnLst>
                  <a:cxn ang="0">
                    <a:pos x="T0" y="T1"/>
                  </a:cxn>
                  <a:cxn ang="0">
                    <a:pos x="T2" y="T3"/>
                  </a:cxn>
                  <a:cxn ang="0">
                    <a:pos x="T4" y="T5"/>
                  </a:cxn>
                  <a:cxn ang="0">
                    <a:pos x="T6" y="T7"/>
                  </a:cxn>
                  <a:cxn ang="0">
                    <a:pos x="T8" y="T9"/>
                  </a:cxn>
                </a:cxnLst>
                <a:rect l="0" t="0" r="r" b="b"/>
                <a:pathLst>
                  <a:path w="306" h="227">
                    <a:moveTo>
                      <a:pt x="277" y="0"/>
                    </a:moveTo>
                    <a:lnTo>
                      <a:pt x="306" y="182"/>
                    </a:lnTo>
                    <a:lnTo>
                      <a:pt x="29" y="227"/>
                    </a:lnTo>
                    <a:lnTo>
                      <a:pt x="0" y="43"/>
                    </a:lnTo>
                    <a:lnTo>
                      <a:pt x="277" y="0"/>
                    </a:ln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 name="Freeform 312"/>
              <p:cNvSpPr>
                <a:spLocks/>
              </p:cNvSpPr>
              <p:nvPr/>
            </p:nvSpPr>
            <p:spPr bwMode="auto">
              <a:xfrm>
                <a:off x="1483" y="642"/>
                <a:ext cx="24" cy="24"/>
              </a:xfrm>
              <a:custGeom>
                <a:avLst/>
                <a:gdLst>
                  <a:gd name="T0" fmla="*/ 8 w 19"/>
                  <a:gd name="T1" fmla="*/ 1 h 19"/>
                  <a:gd name="T2" fmla="*/ 1 w 19"/>
                  <a:gd name="T3" fmla="*/ 11 h 19"/>
                  <a:gd name="T4" fmla="*/ 11 w 19"/>
                  <a:gd name="T5" fmla="*/ 19 h 19"/>
                  <a:gd name="T6" fmla="*/ 18 w 19"/>
                  <a:gd name="T7" fmla="*/ 8 h 19"/>
                  <a:gd name="T8" fmla="*/ 8 w 19"/>
                  <a:gd name="T9" fmla="*/ 1 h 19"/>
                </a:gdLst>
                <a:ahLst/>
                <a:cxnLst>
                  <a:cxn ang="0">
                    <a:pos x="T0" y="T1"/>
                  </a:cxn>
                  <a:cxn ang="0">
                    <a:pos x="T2" y="T3"/>
                  </a:cxn>
                  <a:cxn ang="0">
                    <a:pos x="T4" y="T5"/>
                  </a:cxn>
                  <a:cxn ang="0">
                    <a:pos x="T6" y="T7"/>
                  </a:cxn>
                  <a:cxn ang="0">
                    <a:pos x="T8" y="T9"/>
                  </a:cxn>
                </a:cxnLst>
                <a:rect l="0" t="0" r="r" b="b"/>
                <a:pathLst>
                  <a:path w="19" h="19">
                    <a:moveTo>
                      <a:pt x="8" y="1"/>
                    </a:moveTo>
                    <a:cubicBezTo>
                      <a:pt x="3" y="2"/>
                      <a:pt x="0" y="6"/>
                      <a:pt x="1" y="11"/>
                    </a:cubicBezTo>
                    <a:cubicBezTo>
                      <a:pt x="1" y="16"/>
                      <a:pt x="6" y="19"/>
                      <a:pt x="11" y="19"/>
                    </a:cubicBezTo>
                    <a:cubicBezTo>
                      <a:pt x="16" y="18"/>
                      <a:pt x="19" y="13"/>
                      <a:pt x="18" y="8"/>
                    </a:cubicBezTo>
                    <a:cubicBezTo>
                      <a:pt x="18" y="4"/>
                      <a:pt x="13" y="0"/>
                      <a:pt x="8" y="1"/>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Freeform 313"/>
              <p:cNvSpPr>
                <a:spLocks/>
              </p:cNvSpPr>
              <p:nvPr/>
            </p:nvSpPr>
            <p:spPr bwMode="auto">
              <a:xfrm>
                <a:off x="1176" y="698"/>
                <a:ext cx="11" cy="11"/>
              </a:xfrm>
              <a:custGeom>
                <a:avLst/>
                <a:gdLst>
                  <a:gd name="T0" fmla="*/ 4 w 9"/>
                  <a:gd name="T1" fmla="*/ 1 h 9"/>
                  <a:gd name="T2" fmla="*/ 0 w 9"/>
                  <a:gd name="T3" fmla="*/ 5 h 9"/>
                  <a:gd name="T4" fmla="*/ 5 w 9"/>
                  <a:gd name="T5" fmla="*/ 9 h 9"/>
                  <a:gd name="T6" fmla="*/ 8 w 9"/>
                  <a:gd name="T7" fmla="*/ 4 h 9"/>
                  <a:gd name="T8" fmla="*/ 4 w 9"/>
                  <a:gd name="T9" fmla="*/ 1 h 9"/>
                </a:gdLst>
                <a:ahLst/>
                <a:cxnLst>
                  <a:cxn ang="0">
                    <a:pos x="T0" y="T1"/>
                  </a:cxn>
                  <a:cxn ang="0">
                    <a:pos x="T2" y="T3"/>
                  </a:cxn>
                  <a:cxn ang="0">
                    <a:pos x="T4" y="T5"/>
                  </a:cxn>
                  <a:cxn ang="0">
                    <a:pos x="T6" y="T7"/>
                  </a:cxn>
                  <a:cxn ang="0">
                    <a:pos x="T8" y="T9"/>
                  </a:cxn>
                </a:cxnLst>
                <a:rect l="0" t="0" r="r" b="b"/>
                <a:pathLst>
                  <a:path w="9" h="9">
                    <a:moveTo>
                      <a:pt x="4" y="1"/>
                    </a:moveTo>
                    <a:cubicBezTo>
                      <a:pt x="2" y="1"/>
                      <a:pt x="0" y="3"/>
                      <a:pt x="0" y="5"/>
                    </a:cubicBezTo>
                    <a:cubicBezTo>
                      <a:pt x="1" y="8"/>
                      <a:pt x="3" y="9"/>
                      <a:pt x="5" y="9"/>
                    </a:cubicBezTo>
                    <a:cubicBezTo>
                      <a:pt x="7" y="9"/>
                      <a:pt x="9" y="6"/>
                      <a:pt x="8" y="4"/>
                    </a:cubicBezTo>
                    <a:cubicBezTo>
                      <a:pt x="8" y="2"/>
                      <a:pt x="6" y="0"/>
                      <a:pt x="4" y="1"/>
                    </a:cubicBezTo>
                    <a:close/>
                  </a:path>
                </a:pathLst>
              </a:custGeom>
              <a:solidFill>
                <a:srgbClr val="003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 name="Freeform 314"/>
              <p:cNvSpPr>
                <a:spLocks/>
              </p:cNvSpPr>
              <p:nvPr/>
            </p:nvSpPr>
            <p:spPr bwMode="auto">
              <a:xfrm>
                <a:off x="2284" y="732"/>
                <a:ext cx="684" cy="536"/>
              </a:xfrm>
              <a:custGeom>
                <a:avLst/>
                <a:gdLst>
                  <a:gd name="T0" fmla="*/ 0 w 541"/>
                  <a:gd name="T1" fmla="*/ 27 h 424"/>
                  <a:gd name="T2" fmla="*/ 0 w 541"/>
                  <a:gd name="T3" fmla="*/ 397 h 424"/>
                  <a:gd name="T4" fmla="*/ 27 w 541"/>
                  <a:gd name="T5" fmla="*/ 424 h 424"/>
                  <a:gd name="T6" fmla="*/ 514 w 541"/>
                  <a:gd name="T7" fmla="*/ 424 h 424"/>
                  <a:gd name="T8" fmla="*/ 541 w 541"/>
                  <a:gd name="T9" fmla="*/ 397 h 424"/>
                  <a:gd name="T10" fmla="*/ 541 w 541"/>
                  <a:gd name="T11" fmla="*/ 27 h 424"/>
                  <a:gd name="T12" fmla="*/ 514 w 541"/>
                  <a:gd name="T13" fmla="*/ 0 h 424"/>
                  <a:gd name="T14" fmla="*/ 27 w 541"/>
                  <a:gd name="T15" fmla="*/ 0 h 424"/>
                  <a:gd name="T16" fmla="*/ 0 w 541"/>
                  <a:gd name="T17" fmla="*/ 27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1" h="424">
                    <a:moveTo>
                      <a:pt x="0" y="27"/>
                    </a:moveTo>
                    <a:cubicBezTo>
                      <a:pt x="0" y="397"/>
                      <a:pt x="0" y="397"/>
                      <a:pt x="0" y="397"/>
                    </a:cubicBezTo>
                    <a:cubicBezTo>
                      <a:pt x="0" y="412"/>
                      <a:pt x="12" y="424"/>
                      <a:pt x="27" y="424"/>
                    </a:cubicBezTo>
                    <a:cubicBezTo>
                      <a:pt x="514" y="424"/>
                      <a:pt x="514" y="424"/>
                      <a:pt x="514" y="424"/>
                    </a:cubicBezTo>
                    <a:cubicBezTo>
                      <a:pt x="529" y="424"/>
                      <a:pt x="541" y="412"/>
                      <a:pt x="541" y="397"/>
                    </a:cubicBezTo>
                    <a:cubicBezTo>
                      <a:pt x="541" y="27"/>
                      <a:pt x="541" y="27"/>
                      <a:pt x="541" y="27"/>
                    </a:cubicBezTo>
                    <a:cubicBezTo>
                      <a:pt x="541" y="12"/>
                      <a:pt x="529" y="0"/>
                      <a:pt x="514" y="0"/>
                    </a:cubicBezTo>
                    <a:cubicBezTo>
                      <a:pt x="27" y="0"/>
                      <a:pt x="27" y="0"/>
                      <a:pt x="27" y="0"/>
                    </a:cubicBezTo>
                    <a:cubicBezTo>
                      <a:pt x="12" y="0"/>
                      <a:pt x="0" y="12"/>
                      <a:pt x="0" y="27"/>
                    </a:cubicBezTo>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 name="Freeform 315"/>
              <p:cNvSpPr>
                <a:spLocks/>
              </p:cNvSpPr>
              <p:nvPr/>
            </p:nvSpPr>
            <p:spPr bwMode="auto">
              <a:xfrm>
                <a:off x="2284" y="732"/>
                <a:ext cx="459" cy="409"/>
              </a:xfrm>
              <a:custGeom>
                <a:avLst/>
                <a:gdLst>
                  <a:gd name="T0" fmla="*/ 363 w 363"/>
                  <a:gd name="T1" fmla="*/ 0 h 324"/>
                  <a:gd name="T2" fmla="*/ 27 w 363"/>
                  <a:gd name="T3" fmla="*/ 0 h 324"/>
                  <a:gd name="T4" fmla="*/ 0 w 363"/>
                  <a:gd name="T5" fmla="*/ 27 h 324"/>
                  <a:gd name="T6" fmla="*/ 0 w 363"/>
                  <a:gd name="T7" fmla="*/ 324 h 324"/>
                  <a:gd name="T8" fmla="*/ 363 w 363"/>
                  <a:gd name="T9" fmla="*/ 0 h 324"/>
                </a:gdLst>
                <a:ahLst/>
                <a:cxnLst>
                  <a:cxn ang="0">
                    <a:pos x="T0" y="T1"/>
                  </a:cxn>
                  <a:cxn ang="0">
                    <a:pos x="T2" y="T3"/>
                  </a:cxn>
                  <a:cxn ang="0">
                    <a:pos x="T4" y="T5"/>
                  </a:cxn>
                  <a:cxn ang="0">
                    <a:pos x="T6" y="T7"/>
                  </a:cxn>
                  <a:cxn ang="0">
                    <a:pos x="T8" y="T9"/>
                  </a:cxn>
                </a:cxnLst>
                <a:rect l="0" t="0" r="r" b="b"/>
                <a:pathLst>
                  <a:path w="363" h="324">
                    <a:moveTo>
                      <a:pt x="363" y="0"/>
                    </a:moveTo>
                    <a:cubicBezTo>
                      <a:pt x="27" y="0"/>
                      <a:pt x="27" y="0"/>
                      <a:pt x="27" y="0"/>
                    </a:cubicBezTo>
                    <a:cubicBezTo>
                      <a:pt x="12" y="0"/>
                      <a:pt x="0" y="12"/>
                      <a:pt x="0" y="27"/>
                    </a:cubicBezTo>
                    <a:cubicBezTo>
                      <a:pt x="0" y="324"/>
                      <a:pt x="0" y="324"/>
                      <a:pt x="0" y="324"/>
                    </a:cubicBezTo>
                    <a:cubicBezTo>
                      <a:pt x="363" y="0"/>
                      <a:pt x="363" y="0"/>
                      <a:pt x="363" y="0"/>
                    </a:cubicBezTo>
                  </a:path>
                </a:pathLst>
              </a:custGeom>
              <a:solidFill>
                <a:srgbClr val="F9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 name="Oval 316"/>
              <p:cNvSpPr>
                <a:spLocks noChangeArrowheads="1"/>
              </p:cNvSpPr>
              <p:nvPr/>
            </p:nvSpPr>
            <p:spPr bwMode="auto">
              <a:xfrm>
                <a:off x="2923" y="986"/>
                <a:ext cx="28" cy="28"/>
              </a:xfrm>
              <a:prstGeom prst="ellipse">
                <a:avLst/>
              </a:prstGeom>
              <a:solidFill>
                <a:srgbClr val="2C46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Oval 317"/>
              <p:cNvSpPr>
                <a:spLocks noChangeArrowheads="1"/>
              </p:cNvSpPr>
              <p:nvPr/>
            </p:nvSpPr>
            <p:spPr bwMode="auto">
              <a:xfrm>
                <a:off x="2317" y="992"/>
                <a:ext cx="16" cy="15"/>
              </a:xfrm>
              <a:prstGeom prst="ellipse">
                <a:avLst/>
              </a:prstGeom>
              <a:solidFill>
                <a:srgbClr val="2C46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Rectangle 318"/>
              <p:cNvSpPr>
                <a:spLocks noChangeArrowheads="1"/>
              </p:cNvSpPr>
              <p:nvPr/>
            </p:nvSpPr>
            <p:spPr bwMode="auto">
              <a:xfrm>
                <a:off x="2350" y="793"/>
                <a:ext cx="551" cy="414"/>
              </a:xfrm>
              <a:prstGeom prst="rect">
                <a:avLst/>
              </a:prstGeom>
              <a:solidFill>
                <a:srgbClr val="003E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 name="Freeform 319"/>
              <p:cNvSpPr>
                <a:spLocks/>
              </p:cNvSpPr>
              <p:nvPr/>
            </p:nvSpPr>
            <p:spPr bwMode="auto">
              <a:xfrm>
                <a:off x="1305" y="1613"/>
                <a:ext cx="1344" cy="707"/>
              </a:xfrm>
              <a:custGeom>
                <a:avLst/>
                <a:gdLst>
                  <a:gd name="T0" fmla="*/ 14 w 1063"/>
                  <a:gd name="T1" fmla="*/ 221 h 559"/>
                  <a:gd name="T2" fmla="*/ 0 w 1063"/>
                  <a:gd name="T3" fmla="*/ 324 h 559"/>
                  <a:gd name="T4" fmla="*/ 15 w 1063"/>
                  <a:gd name="T5" fmla="*/ 408 h 559"/>
                  <a:gd name="T6" fmla="*/ 77 w 1063"/>
                  <a:gd name="T7" fmla="*/ 466 h 559"/>
                  <a:gd name="T8" fmla="*/ 219 w 1063"/>
                  <a:gd name="T9" fmla="*/ 511 h 559"/>
                  <a:gd name="T10" fmla="*/ 323 w 1063"/>
                  <a:gd name="T11" fmla="*/ 551 h 559"/>
                  <a:gd name="T12" fmla="*/ 356 w 1063"/>
                  <a:gd name="T13" fmla="*/ 559 h 559"/>
                  <a:gd name="T14" fmla="*/ 397 w 1063"/>
                  <a:gd name="T15" fmla="*/ 546 h 559"/>
                  <a:gd name="T16" fmla="*/ 450 w 1063"/>
                  <a:gd name="T17" fmla="*/ 489 h 559"/>
                  <a:gd name="T18" fmla="*/ 497 w 1063"/>
                  <a:gd name="T19" fmla="*/ 405 h 559"/>
                  <a:gd name="T20" fmla="*/ 593 w 1063"/>
                  <a:gd name="T21" fmla="*/ 240 h 559"/>
                  <a:gd name="T22" fmla="*/ 654 w 1063"/>
                  <a:gd name="T23" fmla="*/ 172 h 559"/>
                  <a:gd name="T24" fmla="*/ 718 w 1063"/>
                  <a:gd name="T25" fmla="*/ 143 h 559"/>
                  <a:gd name="T26" fmla="*/ 772 w 1063"/>
                  <a:gd name="T27" fmla="*/ 120 h 559"/>
                  <a:gd name="T28" fmla="*/ 847 w 1063"/>
                  <a:gd name="T29" fmla="*/ 47 h 559"/>
                  <a:gd name="T30" fmla="*/ 886 w 1063"/>
                  <a:gd name="T31" fmla="*/ 17 h 559"/>
                  <a:gd name="T32" fmla="*/ 930 w 1063"/>
                  <a:gd name="T33" fmla="*/ 4 h 559"/>
                  <a:gd name="T34" fmla="*/ 968 w 1063"/>
                  <a:gd name="T35" fmla="*/ 13 h 559"/>
                  <a:gd name="T36" fmla="*/ 1039 w 1063"/>
                  <a:gd name="T37" fmla="*/ 67 h 559"/>
                  <a:gd name="T38" fmla="*/ 1059 w 1063"/>
                  <a:gd name="T39" fmla="*/ 127 h 559"/>
                  <a:gd name="T40" fmla="*/ 1037 w 1063"/>
                  <a:gd name="T41" fmla="*/ 199 h 559"/>
                  <a:gd name="T42" fmla="*/ 1040 w 1063"/>
                  <a:gd name="T43" fmla="*/ 201 h 559"/>
                  <a:gd name="T44" fmla="*/ 1063 w 1063"/>
                  <a:gd name="T45" fmla="*/ 127 h 559"/>
                  <a:gd name="T46" fmla="*/ 1042 w 1063"/>
                  <a:gd name="T47" fmla="*/ 64 h 559"/>
                  <a:gd name="T48" fmla="*/ 969 w 1063"/>
                  <a:gd name="T49" fmla="*/ 9 h 559"/>
                  <a:gd name="T50" fmla="*/ 930 w 1063"/>
                  <a:gd name="T51" fmla="*/ 0 h 559"/>
                  <a:gd name="T52" fmla="*/ 870 w 1063"/>
                  <a:gd name="T53" fmla="*/ 22 h 559"/>
                  <a:gd name="T54" fmla="*/ 794 w 1063"/>
                  <a:gd name="T55" fmla="*/ 95 h 559"/>
                  <a:gd name="T56" fmla="*/ 757 w 1063"/>
                  <a:gd name="T57" fmla="*/ 126 h 559"/>
                  <a:gd name="T58" fmla="*/ 717 w 1063"/>
                  <a:gd name="T59" fmla="*/ 139 h 559"/>
                  <a:gd name="T60" fmla="*/ 652 w 1063"/>
                  <a:gd name="T61" fmla="*/ 169 h 559"/>
                  <a:gd name="T62" fmla="*/ 562 w 1063"/>
                  <a:gd name="T63" fmla="*/ 280 h 559"/>
                  <a:gd name="T64" fmla="*/ 494 w 1063"/>
                  <a:gd name="T65" fmla="*/ 404 h 559"/>
                  <a:gd name="T66" fmla="*/ 430 w 1063"/>
                  <a:gd name="T67" fmla="*/ 509 h 559"/>
                  <a:gd name="T68" fmla="*/ 394 w 1063"/>
                  <a:gd name="T69" fmla="*/ 543 h 559"/>
                  <a:gd name="T70" fmla="*/ 356 w 1063"/>
                  <a:gd name="T71" fmla="*/ 555 h 559"/>
                  <a:gd name="T72" fmla="*/ 325 w 1063"/>
                  <a:gd name="T73" fmla="*/ 547 h 559"/>
                  <a:gd name="T74" fmla="*/ 220 w 1063"/>
                  <a:gd name="T75" fmla="*/ 507 h 559"/>
                  <a:gd name="T76" fmla="*/ 79 w 1063"/>
                  <a:gd name="T77" fmla="*/ 462 h 559"/>
                  <a:gd name="T78" fmla="*/ 19 w 1063"/>
                  <a:gd name="T79" fmla="*/ 406 h 559"/>
                  <a:gd name="T80" fmla="*/ 4 w 1063"/>
                  <a:gd name="T81" fmla="*/ 324 h 559"/>
                  <a:gd name="T82" fmla="*/ 11 w 1063"/>
                  <a:gd name="T83" fmla="*/ 253 h 559"/>
                  <a:gd name="T84" fmla="*/ 16 w 1063"/>
                  <a:gd name="T85" fmla="*/ 230 h 559"/>
                  <a:gd name="T86" fmla="*/ 17 w 1063"/>
                  <a:gd name="T87" fmla="*/ 224 h 559"/>
                  <a:gd name="T88" fmla="*/ 18 w 1063"/>
                  <a:gd name="T89" fmla="*/ 222 h 559"/>
                  <a:gd name="T90" fmla="*/ 14 w 1063"/>
                  <a:gd name="T91" fmla="*/ 221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63" h="559">
                    <a:moveTo>
                      <a:pt x="14" y="221"/>
                    </a:moveTo>
                    <a:cubicBezTo>
                      <a:pt x="14" y="221"/>
                      <a:pt x="0" y="270"/>
                      <a:pt x="0" y="324"/>
                    </a:cubicBezTo>
                    <a:cubicBezTo>
                      <a:pt x="0" y="353"/>
                      <a:pt x="3" y="382"/>
                      <a:pt x="15" y="408"/>
                    </a:cubicBezTo>
                    <a:cubicBezTo>
                      <a:pt x="27" y="434"/>
                      <a:pt x="46" y="455"/>
                      <a:pt x="77" y="466"/>
                    </a:cubicBezTo>
                    <a:cubicBezTo>
                      <a:pt x="138" y="487"/>
                      <a:pt x="181" y="499"/>
                      <a:pt x="219" y="511"/>
                    </a:cubicBezTo>
                    <a:cubicBezTo>
                      <a:pt x="256" y="523"/>
                      <a:pt x="287" y="533"/>
                      <a:pt x="323" y="551"/>
                    </a:cubicBezTo>
                    <a:cubicBezTo>
                      <a:pt x="334" y="557"/>
                      <a:pt x="345" y="559"/>
                      <a:pt x="356" y="559"/>
                    </a:cubicBezTo>
                    <a:cubicBezTo>
                      <a:pt x="370" y="559"/>
                      <a:pt x="384" y="554"/>
                      <a:pt x="397" y="546"/>
                    </a:cubicBezTo>
                    <a:cubicBezTo>
                      <a:pt x="416" y="534"/>
                      <a:pt x="433" y="513"/>
                      <a:pt x="450" y="489"/>
                    </a:cubicBezTo>
                    <a:cubicBezTo>
                      <a:pt x="467" y="464"/>
                      <a:pt x="482" y="435"/>
                      <a:pt x="497" y="405"/>
                    </a:cubicBezTo>
                    <a:cubicBezTo>
                      <a:pt x="521" y="359"/>
                      <a:pt x="555" y="294"/>
                      <a:pt x="593" y="240"/>
                    </a:cubicBezTo>
                    <a:cubicBezTo>
                      <a:pt x="613" y="213"/>
                      <a:pt x="633" y="190"/>
                      <a:pt x="654" y="172"/>
                    </a:cubicBezTo>
                    <a:cubicBezTo>
                      <a:pt x="675" y="155"/>
                      <a:pt x="697" y="144"/>
                      <a:pt x="718" y="143"/>
                    </a:cubicBezTo>
                    <a:cubicBezTo>
                      <a:pt x="737" y="143"/>
                      <a:pt x="755" y="133"/>
                      <a:pt x="772" y="120"/>
                    </a:cubicBezTo>
                    <a:cubicBezTo>
                      <a:pt x="797" y="100"/>
                      <a:pt x="821" y="71"/>
                      <a:pt x="847" y="47"/>
                    </a:cubicBezTo>
                    <a:cubicBezTo>
                      <a:pt x="860" y="35"/>
                      <a:pt x="873" y="24"/>
                      <a:pt x="886" y="17"/>
                    </a:cubicBezTo>
                    <a:cubicBezTo>
                      <a:pt x="900" y="9"/>
                      <a:pt x="915" y="4"/>
                      <a:pt x="930" y="4"/>
                    </a:cubicBezTo>
                    <a:cubicBezTo>
                      <a:pt x="942" y="4"/>
                      <a:pt x="954" y="7"/>
                      <a:pt x="968" y="13"/>
                    </a:cubicBezTo>
                    <a:cubicBezTo>
                      <a:pt x="1001" y="29"/>
                      <a:pt x="1024" y="47"/>
                      <a:pt x="1039" y="67"/>
                    </a:cubicBezTo>
                    <a:cubicBezTo>
                      <a:pt x="1053" y="86"/>
                      <a:pt x="1059" y="107"/>
                      <a:pt x="1059" y="127"/>
                    </a:cubicBezTo>
                    <a:cubicBezTo>
                      <a:pt x="1059" y="152"/>
                      <a:pt x="1051" y="176"/>
                      <a:pt x="1037" y="199"/>
                    </a:cubicBezTo>
                    <a:cubicBezTo>
                      <a:pt x="1040" y="201"/>
                      <a:pt x="1040" y="201"/>
                      <a:pt x="1040" y="201"/>
                    </a:cubicBezTo>
                    <a:cubicBezTo>
                      <a:pt x="1054" y="178"/>
                      <a:pt x="1063" y="153"/>
                      <a:pt x="1063" y="127"/>
                    </a:cubicBezTo>
                    <a:cubicBezTo>
                      <a:pt x="1063" y="106"/>
                      <a:pt x="1057" y="84"/>
                      <a:pt x="1042" y="64"/>
                    </a:cubicBezTo>
                    <a:cubicBezTo>
                      <a:pt x="1027" y="44"/>
                      <a:pt x="1004" y="25"/>
                      <a:pt x="969" y="9"/>
                    </a:cubicBezTo>
                    <a:cubicBezTo>
                      <a:pt x="955" y="3"/>
                      <a:pt x="942" y="0"/>
                      <a:pt x="930" y="0"/>
                    </a:cubicBezTo>
                    <a:cubicBezTo>
                      <a:pt x="908" y="0"/>
                      <a:pt x="889" y="9"/>
                      <a:pt x="870" y="22"/>
                    </a:cubicBezTo>
                    <a:cubicBezTo>
                      <a:pt x="843" y="41"/>
                      <a:pt x="819" y="70"/>
                      <a:pt x="794" y="95"/>
                    </a:cubicBezTo>
                    <a:cubicBezTo>
                      <a:pt x="782" y="107"/>
                      <a:pt x="769" y="118"/>
                      <a:pt x="757" y="126"/>
                    </a:cubicBezTo>
                    <a:cubicBezTo>
                      <a:pt x="744" y="134"/>
                      <a:pt x="731" y="139"/>
                      <a:pt x="717" y="139"/>
                    </a:cubicBezTo>
                    <a:cubicBezTo>
                      <a:pt x="695" y="140"/>
                      <a:pt x="673" y="151"/>
                      <a:pt x="652" y="169"/>
                    </a:cubicBezTo>
                    <a:cubicBezTo>
                      <a:pt x="620" y="196"/>
                      <a:pt x="589" y="237"/>
                      <a:pt x="562" y="280"/>
                    </a:cubicBezTo>
                    <a:cubicBezTo>
                      <a:pt x="535" y="323"/>
                      <a:pt x="511" y="368"/>
                      <a:pt x="494" y="404"/>
                    </a:cubicBezTo>
                    <a:cubicBezTo>
                      <a:pt x="474" y="443"/>
                      <a:pt x="453" y="481"/>
                      <a:pt x="430" y="509"/>
                    </a:cubicBezTo>
                    <a:cubicBezTo>
                      <a:pt x="418" y="523"/>
                      <a:pt x="407" y="535"/>
                      <a:pt x="394" y="543"/>
                    </a:cubicBezTo>
                    <a:cubicBezTo>
                      <a:pt x="382" y="551"/>
                      <a:pt x="369" y="555"/>
                      <a:pt x="356" y="555"/>
                    </a:cubicBezTo>
                    <a:cubicBezTo>
                      <a:pt x="346" y="555"/>
                      <a:pt x="335" y="553"/>
                      <a:pt x="325" y="547"/>
                    </a:cubicBezTo>
                    <a:cubicBezTo>
                      <a:pt x="289" y="529"/>
                      <a:pt x="258" y="519"/>
                      <a:pt x="220" y="507"/>
                    </a:cubicBezTo>
                    <a:cubicBezTo>
                      <a:pt x="182" y="495"/>
                      <a:pt x="139" y="483"/>
                      <a:pt x="79" y="462"/>
                    </a:cubicBezTo>
                    <a:cubicBezTo>
                      <a:pt x="49" y="452"/>
                      <a:pt x="30" y="431"/>
                      <a:pt x="19" y="406"/>
                    </a:cubicBezTo>
                    <a:cubicBezTo>
                      <a:pt x="8" y="382"/>
                      <a:pt x="4" y="352"/>
                      <a:pt x="4" y="324"/>
                    </a:cubicBezTo>
                    <a:cubicBezTo>
                      <a:pt x="4" y="297"/>
                      <a:pt x="7" y="272"/>
                      <a:pt x="11" y="253"/>
                    </a:cubicBezTo>
                    <a:cubicBezTo>
                      <a:pt x="13" y="243"/>
                      <a:pt x="14" y="236"/>
                      <a:pt x="16" y="230"/>
                    </a:cubicBezTo>
                    <a:cubicBezTo>
                      <a:pt x="16" y="228"/>
                      <a:pt x="17" y="225"/>
                      <a:pt x="17" y="224"/>
                    </a:cubicBezTo>
                    <a:cubicBezTo>
                      <a:pt x="18" y="223"/>
                      <a:pt x="18" y="222"/>
                      <a:pt x="18" y="222"/>
                    </a:cubicBezTo>
                    <a:lnTo>
                      <a:pt x="14" y="221"/>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Freeform 320"/>
              <p:cNvSpPr>
                <a:spLocks/>
              </p:cNvSpPr>
              <p:nvPr/>
            </p:nvSpPr>
            <p:spPr bwMode="auto">
              <a:xfrm>
                <a:off x="1876" y="2562"/>
                <a:ext cx="140" cy="92"/>
              </a:xfrm>
              <a:custGeom>
                <a:avLst/>
                <a:gdLst>
                  <a:gd name="T0" fmla="*/ 140 w 140"/>
                  <a:gd name="T1" fmla="*/ 47 h 92"/>
                  <a:gd name="T2" fmla="*/ 18 w 140"/>
                  <a:gd name="T3" fmla="*/ 92 h 92"/>
                  <a:gd name="T4" fmla="*/ 0 w 140"/>
                  <a:gd name="T5" fmla="*/ 44 h 92"/>
                  <a:gd name="T6" fmla="*/ 123 w 140"/>
                  <a:gd name="T7" fmla="*/ 0 h 92"/>
                  <a:gd name="T8" fmla="*/ 140 w 140"/>
                  <a:gd name="T9" fmla="*/ 47 h 92"/>
                </a:gdLst>
                <a:ahLst/>
                <a:cxnLst>
                  <a:cxn ang="0">
                    <a:pos x="T0" y="T1"/>
                  </a:cxn>
                  <a:cxn ang="0">
                    <a:pos x="T2" y="T3"/>
                  </a:cxn>
                  <a:cxn ang="0">
                    <a:pos x="T4" y="T5"/>
                  </a:cxn>
                  <a:cxn ang="0">
                    <a:pos x="T6" y="T7"/>
                  </a:cxn>
                  <a:cxn ang="0">
                    <a:pos x="T8" y="T9"/>
                  </a:cxn>
                </a:cxnLst>
                <a:rect l="0" t="0" r="r" b="b"/>
                <a:pathLst>
                  <a:path w="140" h="92">
                    <a:moveTo>
                      <a:pt x="140" y="47"/>
                    </a:moveTo>
                    <a:lnTo>
                      <a:pt x="18" y="92"/>
                    </a:lnTo>
                    <a:lnTo>
                      <a:pt x="0" y="44"/>
                    </a:lnTo>
                    <a:lnTo>
                      <a:pt x="123" y="0"/>
                    </a:lnTo>
                    <a:lnTo>
                      <a:pt x="140" y="47"/>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 name="Freeform 321"/>
              <p:cNvSpPr>
                <a:spLocks/>
              </p:cNvSpPr>
              <p:nvPr/>
            </p:nvSpPr>
            <p:spPr bwMode="auto">
              <a:xfrm>
                <a:off x="1885" y="2601"/>
                <a:ext cx="1056" cy="684"/>
              </a:xfrm>
              <a:custGeom>
                <a:avLst/>
                <a:gdLst>
                  <a:gd name="T0" fmla="*/ 581 w 835"/>
                  <a:gd name="T1" fmla="*/ 148 h 541"/>
                  <a:gd name="T2" fmla="*/ 433 w 835"/>
                  <a:gd name="T3" fmla="*/ 321 h 541"/>
                  <a:gd name="T4" fmla="*/ 108 w 835"/>
                  <a:gd name="T5" fmla="*/ 0 h 541"/>
                  <a:gd name="T6" fmla="*/ 0 w 835"/>
                  <a:gd name="T7" fmla="*/ 43 h 541"/>
                  <a:gd name="T8" fmla="*/ 212 w 835"/>
                  <a:gd name="T9" fmla="*/ 414 h 541"/>
                  <a:gd name="T10" fmla="*/ 496 w 835"/>
                  <a:gd name="T11" fmla="*/ 541 h 541"/>
                  <a:gd name="T12" fmla="*/ 766 w 835"/>
                  <a:gd name="T13" fmla="*/ 401 h 541"/>
                  <a:gd name="T14" fmla="*/ 581 w 835"/>
                  <a:gd name="T15" fmla="*/ 148 h 5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5" h="541">
                    <a:moveTo>
                      <a:pt x="581" y="148"/>
                    </a:moveTo>
                    <a:cubicBezTo>
                      <a:pt x="581" y="148"/>
                      <a:pt x="516" y="279"/>
                      <a:pt x="433" y="321"/>
                    </a:cubicBezTo>
                    <a:cubicBezTo>
                      <a:pt x="351" y="363"/>
                      <a:pt x="170" y="185"/>
                      <a:pt x="108" y="0"/>
                    </a:cubicBezTo>
                    <a:cubicBezTo>
                      <a:pt x="44" y="23"/>
                      <a:pt x="0" y="43"/>
                      <a:pt x="0" y="43"/>
                    </a:cubicBezTo>
                    <a:cubicBezTo>
                      <a:pt x="0" y="43"/>
                      <a:pt x="102" y="339"/>
                      <a:pt x="212" y="414"/>
                    </a:cubicBezTo>
                    <a:cubicBezTo>
                      <a:pt x="322" y="489"/>
                      <a:pt x="496" y="541"/>
                      <a:pt x="496" y="541"/>
                    </a:cubicBezTo>
                    <a:cubicBezTo>
                      <a:pt x="496" y="541"/>
                      <a:pt x="697" y="453"/>
                      <a:pt x="766" y="401"/>
                    </a:cubicBezTo>
                    <a:cubicBezTo>
                      <a:pt x="835" y="350"/>
                      <a:pt x="581" y="148"/>
                      <a:pt x="581" y="148"/>
                    </a:cubicBezTo>
                    <a:close/>
                  </a:path>
                </a:pathLst>
              </a:custGeom>
              <a:solidFill>
                <a:srgbClr val="C68E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 name="Freeform 322"/>
              <p:cNvSpPr>
                <a:spLocks/>
              </p:cNvSpPr>
              <p:nvPr/>
            </p:nvSpPr>
            <p:spPr bwMode="auto">
              <a:xfrm>
                <a:off x="1885" y="2641"/>
                <a:ext cx="994" cy="644"/>
              </a:xfrm>
              <a:custGeom>
                <a:avLst/>
                <a:gdLst>
                  <a:gd name="T0" fmla="*/ 499 w 786"/>
                  <a:gd name="T1" fmla="*/ 431 h 510"/>
                  <a:gd name="T2" fmla="*/ 216 w 786"/>
                  <a:gd name="T3" fmla="*/ 304 h 510"/>
                  <a:gd name="T4" fmla="*/ 29 w 786"/>
                  <a:gd name="T5" fmla="*/ 0 h 510"/>
                  <a:gd name="T6" fmla="*/ 0 w 786"/>
                  <a:gd name="T7" fmla="*/ 12 h 510"/>
                  <a:gd name="T8" fmla="*/ 212 w 786"/>
                  <a:gd name="T9" fmla="*/ 383 h 510"/>
                  <a:gd name="T10" fmla="*/ 496 w 786"/>
                  <a:gd name="T11" fmla="*/ 510 h 510"/>
                  <a:gd name="T12" fmla="*/ 766 w 786"/>
                  <a:gd name="T13" fmla="*/ 370 h 510"/>
                  <a:gd name="T14" fmla="*/ 760 w 786"/>
                  <a:gd name="T15" fmla="*/ 298 h 510"/>
                  <a:gd name="T16" fmla="*/ 499 w 786"/>
                  <a:gd name="T17" fmla="*/ 431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6" h="510">
                    <a:moveTo>
                      <a:pt x="499" y="431"/>
                    </a:moveTo>
                    <a:cubicBezTo>
                      <a:pt x="499" y="431"/>
                      <a:pt x="326" y="379"/>
                      <a:pt x="216" y="304"/>
                    </a:cubicBezTo>
                    <a:cubicBezTo>
                      <a:pt x="139" y="252"/>
                      <a:pt x="66" y="92"/>
                      <a:pt x="29" y="0"/>
                    </a:cubicBezTo>
                    <a:cubicBezTo>
                      <a:pt x="11" y="7"/>
                      <a:pt x="0" y="12"/>
                      <a:pt x="0" y="12"/>
                    </a:cubicBezTo>
                    <a:cubicBezTo>
                      <a:pt x="0" y="12"/>
                      <a:pt x="102" y="308"/>
                      <a:pt x="212" y="383"/>
                    </a:cubicBezTo>
                    <a:cubicBezTo>
                      <a:pt x="322" y="458"/>
                      <a:pt x="496" y="510"/>
                      <a:pt x="496" y="510"/>
                    </a:cubicBezTo>
                    <a:cubicBezTo>
                      <a:pt x="496" y="510"/>
                      <a:pt x="697" y="422"/>
                      <a:pt x="766" y="370"/>
                    </a:cubicBezTo>
                    <a:cubicBezTo>
                      <a:pt x="786" y="356"/>
                      <a:pt x="779" y="329"/>
                      <a:pt x="760" y="298"/>
                    </a:cubicBezTo>
                    <a:cubicBezTo>
                      <a:pt x="684" y="350"/>
                      <a:pt x="499" y="431"/>
                      <a:pt x="499" y="431"/>
                    </a:cubicBezTo>
                    <a:close/>
                  </a:path>
                </a:pathLst>
              </a:custGeom>
              <a:solidFill>
                <a:srgbClr val="9144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Freeform 323"/>
              <p:cNvSpPr>
                <a:spLocks/>
              </p:cNvSpPr>
              <p:nvPr/>
            </p:nvSpPr>
            <p:spPr bwMode="auto">
              <a:xfrm>
                <a:off x="2592" y="1736"/>
                <a:ext cx="333" cy="299"/>
              </a:xfrm>
              <a:custGeom>
                <a:avLst/>
                <a:gdLst>
                  <a:gd name="T0" fmla="*/ 264 w 264"/>
                  <a:gd name="T1" fmla="*/ 185 h 237"/>
                  <a:gd name="T2" fmla="*/ 204 w 264"/>
                  <a:gd name="T3" fmla="*/ 124 h 237"/>
                  <a:gd name="T4" fmla="*/ 153 w 264"/>
                  <a:gd name="T5" fmla="*/ 30 h 237"/>
                  <a:gd name="T6" fmla="*/ 71 w 264"/>
                  <a:gd name="T7" fmla="*/ 4 h 237"/>
                  <a:gd name="T8" fmla="*/ 49 w 264"/>
                  <a:gd name="T9" fmla="*/ 11 h 237"/>
                  <a:gd name="T10" fmla="*/ 7 w 264"/>
                  <a:gd name="T11" fmla="*/ 58 h 237"/>
                  <a:gd name="T12" fmla="*/ 2 w 264"/>
                  <a:gd name="T13" fmla="*/ 72 h 237"/>
                  <a:gd name="T14" fmla="*/ 9 w 264"/>
                  <a:gd name="T15" fmla="*/ 92 h 237"/>
                  <a:gd name="T16" fmla="*/ 22 w 264"/>
                  <a:gd name="T17" fmla="*/ 87 h 237"/>
                  <a:gd name="T18" fmla="*/ 22 w 264"/>
                  <a:gd name="T19" fmla="*/ 73 h 237"/>
                  <a:gd name="T20" fmla="*/ 58 w 264"/>
                  <a:gd name="T21" fmla="*/ 41 h 237"/>
                  <a:gd name="T22" fmla="*/ 105 w 264"/>
                  <a:gd name="T23" fmla="*/ 75 h 237"/>
                  <a:gd name="T24" fmla="*/ 117 w 264"/>
                  <a:gd name="T25" fmla="*/ 109 h 237"/>
                  <a:gd name="T26" fmla="*/ 135 w 264"/>
                  <a:gd name="T27" fmla="*/ 196 h 237"/>
                  <a:gd name="T28" fmla="*/ 213 w 264"/>
                  <a:gd name="T29" fmla="*/ 237 h 237"/>
                  <a:gd name="T30" fmla="*/ 264 w 264"/>
                  <a:gd name="T31" fmla="*/ 18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4" h="237">
                    <a:moveTo>
                      <a:pt x="264" y="185"/>
                    </a:moveTo>
                    <a:cubicBezTo>
                      <a:pt x="204" y="124"/>
                      <a:pt x="204" y="124"/>
                      <a:pt x="204" y="124"/>
                    </a:cubicBezTo>
                    <a:cubicBezTo>
                      <a:pt x="153" y="30"/>
                      <a:pt x="153" y="30"/>
                      <a:pt x="153" y="30"/>
                    </a:cubicBezTo>
                    <a:cubicBezTo>
                      <a:pt x="153" y="30"/>
                      <a:pt x="84" y="7"/>
                      <a:pt x="71" y="4"/>
                    </a:cubicBezTo>
                    <a:cubicBezTo>
                      <a:pt x="57" y="0"/>
                      <a:pt x="54" y="5"/>
                      <a:pt x="49" y="11"/>
                    </a:cubicBezTo>
                    <a:cubicBezTo>
                      <a:pt x="43" y="17"/>
                      <a:pt x="12" y="53"/>
                      <a:pt x="7" y="58"/>
                    </a:cubicBezTo>
                    <a:cubicBezTo>
                      <a:pt x="3" y="63"/>
                      <a:pt x="0" y="67"/>
                      <a:pt x="2" y="72"/>
                    </a:cubicBezTo>
                    <a:cubicBezTo>
                      <a:pt x="4" y="78"/>
                      <a:pt x="8" y="89"/>
                      <a:pt x="9" y="92"/>
                    </a:cubicBezTo>
                    <a:cubicBezTo>
                      <a:pt x="10" y="94"/>
                      <a:pt x="22" y="100"/>
                      <a:pt x="22" y="87"/>
                    </a:cubicBezTo>
                    <a:cubicBezTo>
                      <a:pt x="22" y="73"/>
                      <a:pt x="22" y="73"/>
                      <a:pt x="22" y="73"/>
                    </a:cubicBezTo>
                    <a:cubicBezTo>
                      <a:pt x="58" y="41"/>
                      <a:pt x="58" y="41"/>
                      <a:pt x="58" y="41"/>
                    </a:cubicBezTo>
                    <a:cubicBezTo>
                      <a:pt x="105" y="75"/>
                      <a:pt x="105" y="75"/>
                      <a:pt x="105" y="75"/>
                    </a:cubicBezTo>
                    <a:cubicBezTo>
                      <a:pt x="117" y="109"/>
                      <a:pt x="117" y="109"/>
                      <a:pt x="117" y="109"/>
                    </a:cubicBezTo>
                    <a:cubicBezTo>
                      <a:pt x="135" y="196"/>
                      <a:pt x="135" y="196"/>
                      <a:pt x="135" y="196"/>
                    </a:cubicBezTo>
                    <a:cubicBezTo>
                      <a:pt x="213" y="237"/>
                      <a:pt x="213" y="237"/>
                      <a:pt x="213" y="237"/>
                    </a:cubicBezTo>
                    <a:lnTo>
                      <a:pt x="264" y="185"/>
                    </a:ln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 name="Freeform 324"/>
              <p:cNvSpPr>
                <a:spLocks/>
              </p:cNvSpPr>
              <p:nvPr/>
            </p:nvSpPr>
            <p:spPr bwMode="auto">
              <a:xfrm>
                <a:off x="2625" y="1755"/>
                <a:ext cx="158" cy="126"/>
              </a:xfrm>
              <a:custGeom>
                <a:avLst/>
                <a:gdLst>
                  <a:gd name="T0" fmla="*/ 125 w 125"/>
                  <a:gd name="T1" fmla="*/ 34 h 100"/>
                  <a:gd name="T2" fmla="*/ 70 w 125"/>
                  <a:gd name="T3" fmla="*/ 4 h 100"/>
                  <a:gd name="T4" fmla="*/ 48 w 125"/>
                  <a:gd name="T5" fmla="*/ 11 h 100"/>
                  <a:gd name="T6" fmla="*/ 7 w 125"/>
                  <a:gd name="T7" fmla="*/ 58 h 100"/>
                  <a:gd name="T8" fmla="*/ 2 w 125"/>
                  <a:gd name="T9" fmla="*/ 73 h 100"/>
                  <a:gd name="T10" fmla="*/ 8 w 125"/>
                  <a:gd name="T11" fmla="*/ 92 h 100"/>
                  <a:gd name="T12" fmla="*/ 22 w 125"/>
                  <a:gd name="T13" fmla="*/ 87 h 100"/>
                  <a:gd name="T14" fmla="*/ 21 w 125"/>
                  <a:gd name="T15" fmla="*/ 73 h 100"/>
                  <a:gd name="T16" fmla="*/ 58 w 125"/>
                  <a:gd name="T17" fmla="*/ 42 h 100"/>
                  <a:gd name="T18" fmla="*/ 105 w 125"/>
                  <a:gd name="T19" fmla="*/ 7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 h="100">
                    <a:moveTo>
                      <a:pt x="125" y="34"/>
                    </a:moveTo>
                    <a:cubicBezTo>
                      <a:pt x="125" y="34"/>
                      <a:pt x="83" y="8"/>
                      <a:pt x="70" y="4"/>
                    </a:cubicBezTo>
                    <a:cubicBezTo>
                      <a:pt x="57" y="0"/>
                      <a:pt x="54" y="5"/>
                      <a:pt x="48" y="11"/>
                    </a:cubicBezTo>
                    <a:cubicBezTo>
                      <a:pt x="43" y="17"/>
                      <a:pt x="11" y="54"/>
                      <a:pt x="7" y="58"/>
                    </a:cubicBezTo>
                    <a:cubicBezTo>
                      <a:pt x="2" y="63"/>
                      <a:pt x="0" y="67"/>
                      <a:pt x="2" y="73"/>
                    </a:cubicBezTo>
                    <a:cubicBezTo>
                      <a:pt x="4" y="78"/>
                      <a:pt x="7" y="89"/>
                      <a:pt x="8" y="92"/>
                    </a:cubicBezTo>
                    <a:cubicBezTo>
                      <a:pt x="9" y="95"/>
                      <a:pt x="22" y="100"/>
                      <a:pt x="22" y="87"/>
                    </a:cubicBezTo>
                    <a:cubicBezTo>
                      <a:pt x="21" y="74"/>
                      <a:pt x="21" y="73"/>
                      <a:pt x="21" y="73"/>
                    </a:cubicBezTo>
                    <a:cubicBezTo>
                      <a:pt x="58" y="42"/>
                      <a:pt x="58" y="42"/>
                      <a:pt x="58" y="42"/>
                    </a:cubicBezTo>
                    <a:cubicBezTo>
                      <a:pt x="105" y="75"/>
                      <a:pt x="105" y="75"/>
                      <a:pt x="105" y="75"/>
                    </a:cubicBezTo>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 name="Freeform 325"/>
              <p:cNvSpPr>
                <a:spLocks noEditPoints="1"/>
              </p:cNvSpPr>
              <p:nvPr/>
            </p:nvSpPr>
            <p:spPr bwMode="auto">
              <a:xfrm>
                <a:off x="2580" y="1648"/>
                <a:ext cx="161" cy="296"/>
              </a:xfrm>
              <a:custGeom>
                <a:avLst/>
                <a:gdLst>
                  <a:gd name="T0" fmla="*/ 121 w 127"/>
                  <a:gd name="T1" fmla="*/ 10 h 234"/>
                  <a:gd name="T2" fmla="*/ 107 w 127"/>
                  <a:gd name="T3" fmla="*/ 3 h 234"/>
                  <a:gd name="T4" fmla="*/ 101 w 127"/>
                  <a:gd name="T5" fmla="*/ 0 h 234"/>
                  <a:gd name="T6" fmla="*/ 0 w 127"/>
                  <a:gd name="T7" fmla="*/ 203 h 234"/>
                  <a:gd name="T8" fmla="*/ 0 w 127"/>
                  <a:gd name="T9" fmla="*/ 203 h 234"/>
                  <a:gd name="T10" fmla="*/ 1 w 127"/>
                  <a:gd name="T11" fmla="*/ 219 h 234"/>
                  <a:gd name="T12" fmla="*/ 1 w 127"/>
                  <a:gd name="T13" fmla="*/ 234 h 234"/>
                  <a:gd name="T14" fmla="*/ 13 w 127"/>
                  <a:gd name="T15" fmla="*/ 225 h 234"/>
                  <a:gd name="T16" fmla="*/ 13 w 127"/>
                  <a:gd name="T17" fmla="*/ 225 h 234"/>
                  <a:gd name="T18" fmla="*/ 26 w 127"/>
                  <a:gd name="T19" fmla="*/ 216 h 234"/>
                  <a:gd name="T20" fmla="*/ 26 w 127"/>
                  <a:gd name="T21" fmla="*/ 216 h 234"/>
                  <a:gd name="T22" fmla="*/ 127 w 127"/>
                  <a:gd name="T23" fmla="*/ 13 h 234"/>
                  <a:gd name="T24" fmla="*/ 121 w 127"/>
                  <a:gd name="T25" fmla="*/ 10 h 234"/>
                  <a:gd name="T26" fmla="*/ 25 w 127"/>
                  <a:gd name="T27" fmla="*/ 204 h 234"/>
                  <a:gd name="T28" fmla="*/ 24 w 127"/>
                  <a:gd name="T29" fmla="*/ 213 h 234"/>
                  <a:gd name="T30" fmla="*/ 25 w 127"/>
                  <a:gd name="T31" fmla="*/ 204 h 234"/>
                  <a:gd name="T32" fmla="*/ 24 w 127"/>
                  <a:gd name="T33" fmla="*/ 214 h 234"/>
                  <a:gd name="T34" fmla="*/ 24 w 127"/>
                  <a:gd name="T35" fmla="*/ 21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7" h="234">
                    <a:moveTo>
                      <a:pt x="121" y="10"/>
                    </a:moveTo>
                    <a:cubicBezTo>
                      <a:pt x="107" y="3"/>
                      <a:pt x="107" y="3"/>
                      <a:pt x="107" y="3"/>
                    </a:cubicBezTo>
                    <a:cubicBezTo>
                      <a:pt x="101" y="0"/>
                      <a:pt x="101" y="0"/>
                      <a:pt x="101" y="0"/>
                    </a:cubicBezTo>
                    <a:cubicBezTo>
                      <a:pt x="0" y="203"/>
                      <a:pt x="0" y="203"/>
                      <a:pt x="0" y="203"/>
                    </a:cubicBezTo>
                    <a:cubicBezTo>
                      <a:pt x="0" y="203"/>
                      <a:pt x="0" y="203"/>
                      <a:pt x="0" y="203"/>
                    </a:cubicBezTo>
                    <a:cubicBezTo>
                      <a:pt x="1" y="219"/>
                      <a:pt x="1" y="219"/>
                      <a:pt x="1" y="219"/>
                    </a:cubicBezTo>
                    <a:cubicBezTo>
                      <a:pt x="1" y="234"/>
                      <a:pt x="1" y="234"/>
                      <a:pt x="1" y="234"/>
                    </a:cubicBezTo>
                    <a:cubicBezTo>
                      <a:pt x="13" y="225"/>
                      <a:pt x="13" y="225"/>
                      <a:pt x="13" y="225"/>
                    </a:cubicBezTo>
                    <a:cubicBezTo>
                      <a:pt x="13" y="225"/>
                      <a:pt x="13" y="225"/>
                      <a:pt x="13" y="225"/>
                    </a:cubicBezTo>
                    <a:cubicBezTo>
                      <a:pt x="26" y="216"/>
                      <a:pt x="26" y="216"/>
                      <a:pt x="26" y="216"/>
                    </a:cubicBezTo>
                    <a:cubicBezTo>
                      <a:pt x="26" y="216"/>
                      <a:pt x="26" y="216"/>
                      <a:pt x="26" y="216"/>
                    </a:cubicBezTo>
                    <a:cubicBezTo>
                      <a:pt x="127" y="13"/>
                      <a:pt x="127" y="13"/>
                      <a:pt x="127" y="13"/>
                    </a:cubicBezTo>
                    <a:lnTo>
                      <a:pt x="121" y="10"/>
                    </a:lnTo>
                    <a:close/>
                    <a:moveTo>
                      <a:pt x="25" y="204"/>
                    </a:moveTo>
                    <a:cubicBezTo>
                      <a:pt x="23" y="207"/>
                      <a:pt x="23" y="210"/>
                      <a:pt x="24" y="213"/>
                    </a:cubicBezTo>
                    <a:cubicBezTo>
                      <a:pt x="23" y="210"/>
                      <a:pt x="23" y="207"/>
                      <a:pt x="25" y="204"/>
                    </a:cubicBezTo>
                    <a:close/>
                    <a:moveTo>
                      <a:pt x="24" y="214"/>
                    </a:moveTo>
                    <a:cubicBezTo>
                      <a:pt x="24" y="214"/>
                      <a:pt x="24" y="214"/>
                      <a:pt x="24" y="214"/>
                    </a:cubicBezTo>
                  </a:path>
                </a:pathLst>
              </a:custGeom>
              <a:solidFill>
                <a:srgbClr val="122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Freeform 326"/>
              <p:cNvSpPr>
                <a:spLocks/>
              </p:cNvSpPr>
              <p:nvPr/>
            </p:nvSpPr>
            <p:spPr bwMode="auto">
              <a:xfrm>
                <a:off x="2708" y="1633"/>
                <a:ext cx="40" cy="32"/>
              </a:xfrm>
              <a:custGeom>
                <a:avLst/>
                <a:gdLst>
                  <a:gd name="T0" fmla="*/ 33 w 40"/>
                  <a:gd name="T1" fmla="*/ 13 h 32"/>
                  <a:gd name="T2" fmla="*/ 15 w 40"/>
                  <a:gd name="T3" fmla="*/ 4 h 32"/>
                  <a:gd name="T4" fmla="*/ 8 w 40"/>
                  <a:gd name="T5" fmla="*/ 0 h 32"/>
                  <a:gd name="T6" fmla="*/ 0 w 40"/>
                  <a:gd name="T7" fmla="*/ 15 h 32"/>
                  <a:gd name="T8" fmla="*/ 8 w 40"/>
                  <a:gd name="T9" fmla="*/ 19 h 32"/>
                  <a:gd name="T10" fmla="*/ 25 w 40"/>
                  <a:gd name="T11" fmla="*/ 28 h 32"/>
                  <a:gd name="T12" fmla="*/ 33 w 40"/>
                  <a:gd name="T13" fmla="*/ 32 h 32"/>
                  <a:gd name="T14" fmla="*/ 40 w 40"/>
                  <a:gd name="T15" fmla="*/ 17 h 32"/>
                  <a:gd name="T16" fmla="*/ 33 w 40"/>
                  <a:gd name="T17" fmla="*/ 1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2">
                    <a:moveTo>
                      <a:pt x="33" y="13"/>
                    </a:moveTo>
                    <a:lnTo>
                      <a:pt x="15" y="4"/>
                    </a:lnTo>
                    <a:lnTo>
                      <a:pt x="8" y="0"/>
                    </a:lnTo>
                    <a:lnTo>
                      <a:pt x="0" y="15"/>
                    </a:lnTo>
                    <a:lnTo>
                      <a:pt x="8" y="19"/>
                    </a:lnTo>
                    <a:lnTo>
                      <a:pt x="25" y="28"/>
                    </a:lnTo>
                    <a:lnTo>
                      <a:pt x="33" y="32"/>
                    </a:lnTo>
                    <a:lnTo>
                      <a:pt x="40" y="17"/>
                    </a:lnTo>
                    <a:lnTo>
                      <a:pt x="33" y="13"/>
                    </a:lnTo>
                    <a:close/>
                  </a:path>
                </a:pathLst>
              </a:custGeom>
              <a:solidFill>
                <a:srgbClr val="122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 name="Freeform 327"/>
              <p:cNvSpPr>
                <a:spLocks/>
              </p:cNvSpPr>
              <p:nvPr/>
            </p:nvSpPr>
            <p:spPr bwMode="auto">
              <a:xfrm>
                <a:off x="2607" y="1800"/>
                <a:ext cx="163" cy="183"/>
              </a:xfrm>
              <a:custGeom>
                <a:avLst/>
                <a:gdLst>
                  <a:gd name="T0" fmla="*/ 123 w 129"/>
                  <a:gd name="T1" fmla="*/ 145 h 145"/>
                  <a:gd name="T2" fmla="*/ 67 w 129"/>
                  <a:gd name="T3" fmla="*/ 104 h 145"/>
                  <a:gd name="T4" fmla="*/ 10 w 129"/>
                  <a:gd name="T5" fmla="*/ 31 h 145"/>
                  <a:gd name="T6" fmla="*/ 10 w 129"/>
                  <a:gd name="T7" fmla="*/ 7 h 145"/>
                  <a:gd name="T8" fmla="*/ 40 w 129"/>
                  <a:gd name="T9" fmla="*/ 21 h 145"/>
                  <a:gd name="T10" fmla="*/ 111 w 129"/>
                  <a:gd name="T11" fmla="*/ 62 h 145"/>
                  <a:gd name="T12" fmla="*/ 123 w 12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29" h="145">
                    <a:moveTo>
                      <a:pt x="123" y="145"/>
                    </a:moveTo>
                    <a:cubicBezTo>
                      <a:pt x="123" y="145"/>
                      <a:pt x="85" y="128"/>
                      <a:pt x="67" y="104"/>
                    </a:cubicBezTo>
                    <a:cubicBezTo>
                      <a:pt x="48" y="81"/>
                      <a:pt x="10" y="31"/>
                      <a:pt x="10" y="31"/>
                    </a:cubicBezTo>
                    <a:cubicBezTo>
                      <a:pt x="10" y="31"/>
                      <a:pt x="0" y="14"/>
                      <a:pt x="10" y="7"/>
                    </a:cubicBezTo>
                    <a:cubicBezTo>
                      <a:pt x="20" y="0"/>
                      <a:pt x="40" y="21"/>
                      <a:pt x="40" y="21"/>
                    </a:cubicBezTo>
                    <a:cubicBezTo>
                      <a:pt x="40" y="21"/>
                      <a:pt x="72" y="70"/>
                      <a:pt x="111" y="62"/>
                    </a:cubicBezTo>
                    <a:cubicBezTo>
                      <a:pt x="129" y="71"/>
                      <a:pt x="123" y="145"/>
                      <a:pt x="123" y="145"/>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Freeform 328"/>
              <p:cNvSpPr>
                <a:spLocks/>
              </p:cNvSpPr>
              <p:nvPr/>
            </p:nvSpPr>
            <p:spPr bwMode="auto">
              <a:xfrm>
                <a:off x="2794" y="1907"/>
                <a:ext cx="124" cy="133"/>
              </a:xfrm>
              <a:custGeom>
                <a:avLst/>
                <a:gdLst>
                  <a:gd name="T0" fmla="*/ 39 w 124"/>
                  <a:gd name="T1" fmla="*/ 133 h 133"/>
                  <a:gd name="T2" fmla="*/ 124 w 124"/>
                  <a:gd name="T3" fmla="*/ 35 h 133"/>
                  <a:gd name="T4" fmla="*/ 86 w 124"/>
                  <a:gd name="T5" fmla="*/ 0 h 133"/>
                  <a:gd name="T6" fmla="*/ 0 w 124"/>
                  <a:gd name="T7" fmla="*/ 100 h 133"/>
                  <a:gd name="T8" fmla="*/ 39 w 124"/>
                  <a:gd name="T9" fmla="*/ 133 h 133"/>
                </a:gdLst>
                <a:ahLst/>
                <a:cxnLst>
                  <a:cxn ang="0">
                    <a:pos x="T0" y="T1"/>
                  </a:cxn>
                  <a:cxn ang="0">
                    <a:pos x="T2" y="T3"/>
                  </a:cxn>
                  <a:cxn ang="0">
                    <a:pos x="T4" y="T5"/>
                  </a:cxn>
                  <a:cxn ang="0">
                    <a:pos x="T6" y="T7"/>
                  </a:cxn>
                  <a:cxn ang="0">
                    <a:pos x="T8" y="T9"/>
                  </a:cxn>
                </a:cxnLst>
                <a:rect l="0" t="0" r="r" b="b"/>
                <a:pathLst>
                  <a:path w="124" h="133">
                    <a:moveTo>
                      <a:pt x="39" y="133"/>
                    </a:moveTo>
                    <a:lnTo>
                      <a:pt x="124" y="35"/>
                    </a:lnTo>
                    <a:lnTo>
                      <a:pt x="86" y="0"/>
                    </a:lnTo>
                    <a:lnTo>
                      <a:pt x="0" y="100"/>
                    </a:lnTo>
                    <a:lnTo>
                      <a:pt x="39" y="133"/>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 name="Freeform 329"/>
              <p:cNvSpPr>
                <a:spLocks/>
              </p:cNvSpPr>
              <p:nvPr/>
            </p:nvSpPr>
            <p:spPr bwMode="auto">
              <a:xfrm>
                <a:off x="2786" y="1929"/>
                <a:ext cx="519" cy="1125"/>
              </a:xfrm>
              <a:custGeom>
                <a:avLst/>
                <a:gdLst>
                  <a:gd name="T0" fmla="*/ 0 w 410"/>
                  <a:gd name="T1" fmla="*/ 581 h 890"/>
                  <a:gd name="T2" fmla="*/ 214 w 410"/>
                  <a:gd name="T3" fmla="*/ 504 h 890"/>
                  <a:gd name="T4" fmla="*/ 28 w 410"/>
                  <a:gd name="T5" fmla="*/ 86 h 890"/>
                  <a:gd name="T6" fmla="*/ 107 w 410"/>
                  <a:gd name="T7" fmla="*/ 0 h 890"/>
                  <a:gd name="T8" fmla="*/ 379 w 410"/>
                  <a:gd name="T9" fmla="*/ 330 h 890"/>
                  <a:gd name="T10" fmla="*/ 397 w 410"/>
                  <a:gd name="T11" fmla="*/ 640 h 890"/>
                  <a:gd name="T12" fmla="*/ 171 w 410"/>
                  <a:gd name="T13" fmla="*/ 844 h 890"/>
                  <a:gd name="T14" fmla="*/ 0 w 410"/>
                  <a:gd name="T15" fmla="*/ 581 h 8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0" h="890">
                    <a:moveTo>
                      <a:pt x="0" y="581"/>
                    </a:moveTo>
                    <a:cubicBezTo>
                      <a:pt x="0" y="581"/>
                      <a:pt x="145" y="566"/>
                      <a:pt x="214" y="504"/>
                    </a:cubicBezTo>
                    <a:cubicBezTo>
                      <a:pt x="282" y="442"/>
                      <a:pt x="179" y="209"/>
                      <a:pt x="28" y="86"/>
                    </a:cubicBezTo>
                    <a:cubicBezTo>
                      <a:pt x="72" y="34"/>
                      <a:pt x="107" y="0"/>
                      <a:pt x="107" y="0"/>
                    </a:cubicBezTo>
                    <a:cubicBezTo>
                      <a:pt x="107" y="0"/>
                      <a:pt x="348" y="200"/>
                      <a:pt x="379" y="330"/>
                    </a:cubicBezTo>
                    <a:cubicBezTo>
                      <a:pt x="410" y="459"/>
                      <a:pt x="397" y="640"/>
                      <a:pt x="397" y="640"/>
                    </a:cubicBezTo>
                    <a:cubicBezTo>
                      <a:pt x="397" y="640"/>
                      <a:pt x="243" y="797"/>
                      <a:pt x="171" y="844"/>
                    </a:cubicBezTo>
                    <a:cubicBezTo>
                      <a:pt x="98" y="890"/>
                      <a:pt x="0" y="581"/>
                      <a:pt x="0" y="581"/>
                    </a:cubicBezTo>
                    <a:close/>
                  </a:path>
                </a:pathLst>
              </a:custGeom>
              <a:solidFill>
                <a:srgbClr val="C68E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 name="Freeform 330"/>
              <p:cNvSpPr>
                <a:spLocks/>
              </p:cNvSpPr>
              <p:nvPr/>
            </p:nvSpPr>
            <p:spPr bwMode="auto">
              <a:xfrm>
                <a:off x="2894" y="1929"/>
                <a:ext cx="411" cy="1083"/>
              </a:xfrm>
              <a:custGeom>
                <a:avLst/>
                <a:gdLst>
                  <a:gd name="T0" fmla="*/ 237 w 325"/>
                  <a:gd name="T1" fmla="*/ 615 h 857"/>
                  <a:gd name="T2" fmla="*/ 218 w 325"/>
                  <a:gd name="T3" fmla="*/ 305 h 857"/>
                  <a:gd name="T4" fmla="*/ 0 w 325"/>
                  <a:gd name="T5" fmla="*/ 23 h 857"/>
                  <a:gd name="T6" fmla="*/ 22 w 325"/>
                  <a:gd name="T7" fmla="*/ 0 h 857"/>
                  <a:gd name="T8" fmla="*/ 294 w 325"/>
                  <a:gd name="T9" fmla="*/ 330 h 857"/>
                  <a:gd name="T10" fmla="*/ 312 w 325"/>
                  <a:gd name="T11" fmla="*/ 640 h 857"/>
                  <a:gd name="T12" fmla="*/ 86 w 325"/>
                  <a:gd name="T13" fmla="*/ 844 h 857"/>
                  <a:gd name="T14" fmla="*/ 20 w 325"/>
                  <a:gd name="T15" fmla="*/ 812 h 857"/>
                  <a:gd name="T16" fmla="*/ 237 w 325"/>
                  <a:gd name="T17" fmla="*/ 615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857">
                    <a:moveTo>
                      <a:pt x="237" y="615"/>
                    </a:moveTo>
                    <a:cubicBezTo>
                      <a:pt x="237" y="615"/>
                      <a:pt x="249" y="435"/>
                      <a:pt x="218" y="305"/>
                    </a:cubicBezTo>
                    <a:cubicBezTo>
                      <a:pt x="197" y="215"/>
                      <a:pt x="73" y="90"/>
                      <a:pt x="0" y="23"/>
                    </a:cubicBezTo>
                    <a:cubicBezTo>
                      <a:pt x="13" y="8"/>
                      <a:pt x="22" y="0"/>
                      <a:pt x="22" y="0"/>
                    </a:cubicBezTo>
                    <a:cubicBezTo>
                      <a:pt x="22" y="0"/>
                      <a:pt x="263" y="200"/>
                      <a:pt x="294" y="330"/>
                    </a:cubicBezTo>
                    <a:cubicBezTo>
                      <a:pt x="325" y="459"/>
                      <a:pt x="312" y="640"/>
                      <a:pt x="312" y="640"/>
                    </a:cubicBezTo>
                    <a:cubicBezTo>
                      <a:pt x="312" y="640"/>
                      <a:pt x="158" y="797"/>
                      <a:pt x="86" y="844"/>
                    </a:cubicBezTo>
                    <a:cubicBezTo>
                      <a:pt x="65" y="857"/>
                      <a:pt x="42" y="841"/>
                      <a:pt x="20" y="812"/>
                    </a:cubicBezTo>
                    <a:cubicBezTo>
                      <a:pt x="96" y="759"/>
                      <a:pt x="237" y="615"/>
                      <a:pt x="237" y="615"/>
                    </a:cubicBezTo>
                    <a:close/>
                  </a:path>
                </a:pathLst>
              </a:custGeom>
              <a:solidFill>
                <a:srgbClr val="9144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 name="Freeform 331"/>
              <p:cNvSpPr>
                <a:spLocks/>
              </p:cNvSpPr>
              <p:nvPr/>
            </p:nvSpPr>
            <p:spPr bwMode="auto">
              <a:xfrm>
                <a:off x="1762" y="2231"/>
                <a:ext cx="232" cy="370"/>
              </a:xfrm>
              <a:custGeom>
                <a:avLst/>
                <a:gdLst>
                  <a:gd name="T0" fmla="*/ 107 w 183"/>
                  <a:gd name="T1" fmla="*/ 293 h 293"/>
                  <a:gd name="T2" fmla="*/ 21 w 183"/>
                  <a:gd name="T3" fmla="*/ 181 h 293"/>
                  <a:gd name="T4" fmla="*/ 17 w 183"/>
                  <a:gd name="T5" fmla="*/ 107 h 293"/>
                  <a:gd name="T6" fmla="*/ 33 w 183"/>
                  <a:gd name="T7" fmla="*/ 31 h 293"/>
                  <a:gd name="T8" fmla="*/ 36 w 183"/>
                  <a:gd name="T9" fmla="*/ 35 h 293"/>
                  <a:gd name="T10" fmla="*/ 45 w 183"/>
                  <a:gd name="T11" fmla="*/ 11 h 293"/>
                  <a:gd name="T12" fmla="*/ 59 w 183"/>
                  <a:gd name="T13" fmla="*/ 30 h 293"/>
                  <a:gd name="T14" fmla="*/ 73 w 183"/>
                  <a:gd name="T15" fmla="*/ 1 h 293"/>
                  <a:gd name="T16" fmla="*/ 91 w 183"/>
                  <a:gd name="T17" fmla="*/ 30 h 293"/>
                  <a:gd name="T18" fmla="*/ 107 w 183"/>
                  <a:gd name="T19" fmla="*/ 3 h 293"/>
                  <a:gd name="T20" fmla="*/ 125 w 183"/>
                  <a:gd name="T21" fmla="*/ 35 h 293"/>
                  <a:gd name="T22" fmla="*/ 133 w 183"/>
                  <a:gd name="T23" fmla="*/ 130 h 293"/>
                  <a:gd name="T24" fmla="*/ 138 w 183"/>
                  <a:gd name="T25" fmla="*/ 53 h 293"/>
                  <a:gd name="T26" fmla="*/ 161 w 183"/>
                  <a:gd name="T27" fmla="*/ 75 h 293"/>
                  <a:gd name="T28" fmla="*/ 179 w 183"/>
                  <a:gd name="T29" fmla="*/ 176 h 293"/>
                  <a:gd name="T30" fmla="*/ 169 w 183"/>
                  <a:gd name="T31" fmla="*/ 270 h 293"/>
                  <a:gd name="T32" fmla="*/ 107 w 183"/>
                  <a:gd name="T33"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293">
                    <a:moveTo>
                      <a:pt x="107" y="293"/>
                    </a:moveTo>
                    <a:cubicBezTo>
                      <a:pt x="107" y="293"/>
                      <a:pt x="43" y="214"/>
                      <a:pt x="21" y="181"/>
                    </a:cubicBezTo>
                    <a:cubicBezTo>
                      <a:pt x="0" y="148"/>
                      <a:pt x="14" y="142"/>
                      <a:pt x="17" y="107"/>
                    </a:cubicBezTo>
                    <a:cubicBezTo>
                      <a:pt x="21" y="72"/>
                      <a:pt x="20" y="39"/>
                      <a:pt x="33" y="31"/>
                    </a:cubicBezTo>
                    <a:cubicBezTo>
                      <a:pt x="36" y="35"/>
                      <a:pt x="36" y="35"/>
                      <a:pt x="36" y="35"/>
                    </a:cubicBezTo>
                    <a:cubicBezTo>
                      <a:pt x="36" y="35"/>
                      <a:pt x="35" y="17"/>
                      <a:pt x="45" y="11"/>
                    </a:cubicBezTo>
                    <a:cubicBezTo>
                      <a:pt x="56" y="6"/>
                      <a:pt x="58" y="21"/>
                      <a:pt x="59" y="30"/>
                    </a:cubicBezTo>
                    <a:cubicBezTo>
                      <a:pt x="58" y="10"/>
                      <a:pt x="63" y="2"/>
                      <a:pt x="73" y="1"/>
                    </a:cubicBezTo>
                    <a:cubicBezTo>
                      <a:pt x="83" y="0"/>
                      <a:pt x="89" y="15"/>
                      <a:pt x="91" y="30"/>
                    </a:cubicBezTo>
                    <a:cubicBezTo>
                      <a:pt x="90" y="13"/>
                      <a:pt x="99" y="5"/>
                      <a:pt x="107" y="3"/>
                    </a:cubicBezTo>
                    <a:cubicBezTo>
                      <a:pt x="114" y="1"/>
                      <a:pt x="127" y="9"/>
                      <a:pt x="125" y="35"/>
                    </a:cubicBezTo>
                    <a:cubicBezTo>
                      <a:pt x="123" y="60"/>
                      <a:pt x="133" y="130"/>
                      <a:pt x="133" y="130"/>
                    </a:cubicBezTo>
                    <a:cubicBezTo>
                      <a:pt x="133" y="130"/>
                      <a:pt x="138" y="58"/>
                      <a:pt x="138" y="53"/>
                    </a:cubicBezTo>
                    <a:cubicBezTo>
                      <a:pt x="137" y="48"/>
                      <a:pt x="160" y="42"/>
                      <a:pt x="161" y="75"/>
                    </a:cubicBezTo>
                    <a:cubicBezTo>
                      <a:pt x="161" y="108"/>
                      <a:pt x="174" y="145"/>
                      <a:pt x="179" y="176"/>
                    </a:cubicBezTo>
                    <a:cubicBezTo>
                      <a:pt x="183" y="208"/>
                      <a:pt x="183" y="256"/>
                      <a:pt x="169" y="270"/>
                    </a:cubicBezTo>
                    <a:cubicBezTo>
                      <a:pt x="119" y="288"/>
                      <a:pt x="107" y="293"/>
                      <a:pt x="107" y="293"/>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Freeform 332"/>
              <p:cNvSpPr>
                <a:spLocks/>
              </p:cNvSpPr>
              <p:nvPr/>
            </p:nvSpPr>
            <p:spPr bwMode="auto">
              <a:xfrm>
                <a:off x="2412" y="2490"/>
                <a:ext cx="572" cy="526"/>
              </a:xfrm>
              <a:custGeom>
                <a:avLst/>
                <a:gdLst>
                  <a:gd name="T0" fmla="*/ 301 w 452"/>
                  <a:gd name="T1" fmla="*/ 9 h 416"/>
                  <a:gd name="T2" fmla="*/ 230 w 452"/>
                  <a:gd name="T3" fmla="*/ 25 h 416"/>
                  <a:gd name="T4" fmla="*/ 27 w 452"/>
                  <a:gd name="T5" fmla="*/ 211 h 416"/>
                  <a:gd name="T6" fmla="*/ 9 w 452"/>
                  <a:gd name="T7" fmla="*/ 278 h 416"/>
                  <a:gd name="T8" fmla="*/ 69 w 452"/>
                  <a:gd name="T9" fmla="*/ 394 h 416"/>
                  <a:gd name="T10" fmla="*/ 126 w 452"/>
                  <a:gd name="T11" fmla="*/ 402 h 416"/>
                  <a:gd name="T12" fmla="*/ 248 w 452"/>
                  <a:gd name="T13" fmla="*/ 317 h 416"/>
                  <a:gd name="T14" fmla="*/ 319 w 452"/>
                  <a:gd name="T15" fmla="*/ 254 h 416"/>
                  <a:gd name="T16" fmla="*/ 435 w 452"/>
                  <a:gd name="T17" fmla="*/ 119 h 416"/>
                  <a:gd name="T18" fmla="*/ 430 w 452"/>
                  <a:gd name="T19" fmla="*/ 67 h 416"/>
                  <a:gd name="T20" fmla="*/ 301 w 452"/>
                  <a:gd name="T21" fmla="*/ 9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2" h="416">
                    <a:moveTo>
                      <a:pt x="301" y="9"/>
                    </a:moveTo>
                    <a:cubicBezTo>
                      <a:pt x="282" y="0"/>
                      <a:pt x="250" y="8"/>
                      <a:pt x="230" y="25"/>
                    </a:cubicBezTo>
                    <a:cubicBezTo>
                      <a:pt x="27" y="211"/>
                      <a:pt x="27" y="211"/>
                      <a:pt x="27" y="211"/>
                    </a:cubicBezTo>
                    <a:cubicBezTo>
                      <a:pt x="8" y="229"/>
                      <a:pt x="0" y="259"/>
                      <a:pt x="9" y="278"/>
                    </a:cubicBezTo>
                    <a:cubicBezTo>
                      <a:pt x="69" y="394"/>
                      <a:pt x="69" y="394"/>
                      <a:pt x="69" y="394"/>
                    </a:cubicBezTo>
                    <a:cubicBezTo>
                      <a:pt x="79" y="413"/>
                      <a:pt x="104" y="416"/>
                      <a:pt x="126" y="402"/>
                    </a:cubicBezTo>
                    <a:cubicBezTo>
                      <a:pt x="248" y="317"/>
                      <a:pt x="248" y="317"/>
                      <a:pt x="248" y="317"/>
                    </a:cubicBezTo>
                    <a:cubicBezTo>
                      <a:pt x="270" y="302"/>
                      <a:pt x="302" y="273"/>
                      <a:pt x="319" y="254"/>
                    </a:cubicBezTo>
                    <a:cubicBezTo>
                      <a:pt x="435" y="119"/>
                      <a:pt x="435" y="119"/>
                      <a:pt x="435" y="119"/>
                    </a:cubicBezTo>
                    <a:cubicBezTo>
                      <a:pt x="452" y="100"/>
                      <a:pt x="450" y="76"/>
                      <a:pt x="430" y="67"/>
                    </a:cubicBezTo>
                    <a:lnTo>
                      <a:pt x="301" y="9"/>
                    </a:lnTo>
                    <a:close/>
                  </a:path>
                </a:pathLst>
              </a:custGeom>
              <a:solidFill>
                <a:srgbClr val="C68E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 name="Freeform 333"/>
              <p:cNvSpPr>
                <a:spLocks/>
              </p:cNvSpPr>
              <p:nvPr/>
            </p:nvSpPr>
            <p:spPr bwMode="auto">
              <a:xfrm>
                <a:off x="2515" y="2596"/>
                <a:ext cx="601" cy="618"/>
              </a:xfrm>
              <a:custGeom>
                <a:avLst/>
                <a:gdLst>
                  <a:gd name="T0" fmla="*/ 391 w 476"/>
                  <a:gd name="T1" fmla="*/ 104 h 489"/>
                  <a:gd name="T2" fmla="*/ 85 w 476"/>
                  <a:gd name="T3" fmla="*/ 77 h 489"/>
                  <a:gd name="T4" fmla="*/ 84 w 476"/>
                  <a:gd name="T5" fmla="*/ 385 h 489"/>
                  <a:gd name="T6" fmla="*/ 390 w 476"/>
                  <a:gd name="T7" fmla="*/ 411 h 489"/>
                  <a:gd name="T8" fmla="*/ 391 w 476"/>
                  <a:gd name="T9" fmla="*/ 104 h 489"/>
                </a:gdLst>
                <a:ahLst/>
                <a:cxnLst>
                  <a:cxn ang="0">
                    <a:pos x="T0" y="T1"/>
                  </a:cxn>
                  <a:cxn ang="0">
                    <a:pos x="T2" y="T3"/>
                  </a:cxn>
                  <a:cxn ang="0">
                    <a:pos x="T4" y="T5"/>
                  </a:cxn>
                  <a:cxn ang="0">
                    <a:pos x="T6" y="T7"/>
                  </a:cxn>
                  <a:cxn ang="0">
                    <a:pos x="T8" y="T9"/>
                  </a:cxn>
                </a:cxnLst>
                <a:rect l="0" t="0" r="r" b="b"/>
                <a:pathLst>
                  <a:path w="476" h="489">
                    <a:moveTo>
                      <a:pt x="391" y="104"/>
                    </a:moveTo>
                    <a:cubicBezTo>
                      <a:pt x="307" y="11"/>
                      <a:pt x="170" y="0"/>
                      <a:pt x="85" y="77"/>
                    </a:cubicBezTo>
                    <a:cubicBezTo>
                      <a:pt x="0" y="155"/>
                      <a:pt x="0" y="292"/>
                      <a:pt x="84" y="385"/>
                    </a:cubicBezTo>
                    <a:cubicBezTo>
                      <a:pt x="169" y="477"/>
                      <a:pt x="306" y="489"/>
                      <a:pt x="390" y="411"/>
                    </a:cubicBezTo>
                    <a:cubicBezTo>
                      <a:pt x="475" y="334"/>
                      <a:pt x="476" y="196"/>
                      <a:pt x="391" y="104"/>
                    </a:cubicBezTo>
                    <a:close/>
                  </a:path>
                </a:pathLst>
              </a:custGeom>
              <a:solidFill>
                <a:srgbClr val="2640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 name="Freeform 334"/>
              <p:cNvSpPr>
                <a:spLocks/>
              </p:cNvSpPr>
              <p:nvPr/>
            </p:nvSpPr>
            <p:spPr bwMode="auto">
              <a:xfrm>
                <a:off x="2515" y="2637"/>
                <a:ext cx="508" cy="577"/>
              </a:xfrm>
              <a:custGeom>
                <a:avLst/>
                <a:gdLst>
                  <a:gd name="T0" fmla="*/ 179 w 402"/>
                  <a:gd name="T1" fmla="*/ 296 h 457"/>
                  <a:gd name="T2" fmla="*/ 168 w 402"/>
                  <a:gd name="T3" fmla="*/ 0 h 457"/>
                  <a:gd name="T4" fmla="*/ 85 w 402"/>
                  <a:gd name="T5" fmla="*/ 45 h 457"/>
                  <a:gd name="T6" fmla="*/ 84 w 402"/>
                  <a:gd name="T7" fmla="*/ 353 h 457"/>
                  <a:gd name="T8" fmla="*/ 390 w 402"/>
                  <a:gd name="T9" fmla="*/ 379 h 457"/>
                  <a:gd name="T10" fmla="*/ 402 w 402"/>
                  <a:gd name="T11" fmla="*/ 368 h 457"/>
                  <a:gd name="T12" fmla="*/ 179 w 402"/>
                  <a:gd name="T13" fmla="*/ 296 h 457"/>
                </a:gdLst>
                <a:ahLst/>
                <a:cxnLst>
                  <a:cxn ang="0">
                    <a:pos x="T0" y="T1"/>
                  </a:cxn>
                  <a:cxn ang="0">
                    <a:pos x="T2" y="T3"/>
                  </a:cxn>
                  <a:cxn ang="0">
                    <a:pos x="T4" y="T5"/>
                  </a:cxn>
                  <a:cxn ang="0">
                    <a:pos x="T6" y="T7"/>
                  </a:cxn>
                  <a:cxn ang="0">
                    <a:pos x="T8" y="T9"/>
                  </a:cxn>
                  <a:cxn ang="0">
                    <a:pos x="T10" y="T11"/>
                  </a:cxn>
                  <a:cxn ang="0">
                    <a:pos x="T12" y="T13"/>
                  </a:cxn>
                </a:cxnLst>
                <a:rect l="0" t="0" r="r" b="b"/>
                <a:pathLst>
                  <a:path w="402" h="457">
                    <a:moveTo>
                      <a:pt x="179" y="296"/>
                    </a:moveTo>
                    <a:cubicBezTo>
                      <a:pt x="99" y="209"/>
                      <a:pt x="95" y="79"/>
                      <a:pt x="168" y="0"/>
                    </a:cubicBezTo>
                    <a:cubicBezTo>
                      <a:pt x="138" y="8"/>
                      <a:pt x="109" y="23"/>
                      <a:pt x="85" y="45"/>
                    </a:cubicBezTo>
                    <a:cubicBezTo>
                      <a:pt x="0" y="123"/>
                      <a:pt x="0" y="260"/>
                      <a:pt x="84" y="353"/>
                    </a:cubicBezTo>
                    <a:cubicBezTo>
                      <a:pt x="169" y="445"/>
                      <a:pt x="306" y="457"/>
                      <a:pt x="390" y="379"/>
                    </a:cubicBezTo>
                    <a:cubicBezTo>
                      <a:pt x="395" y="376"/>
                      <a:pt x="398" y="372"/>
                      <a:pt x="402" y="368"/>
                    </a:cubicBezTo>
                    <a:cubicBezTo>
                      <a:pt x="326" y="387"/>
                      <a:pt x="239" y="362"/>
                      <a:pt x="179" y="296"/>
                    </a:cubicBezTo>
                    <a:close/>
                  </a:path>
                </a:pathLst>
              </a:custGeom>
              <a:solidFill>
                <a:srgbClr val="0725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Freeform 335"/>
              <p:cNvSpPr>
                <a:spLocks/>
              </p:cNvSpPr>
              <p:nvPr/>
            </p:nvSpPr>
            <p:spPr bwMode="auto">
              <a:xfrm>
                <a:off x="2660" y="1432"/>
                <a:ext cx="97" cy="140"/>
              </a:xfrm>
              <a:custGeom>
                <a:avLst/>
                <a:gdLst>
                  <a:gd name="T0" fmla="*/ 97 w 97"/>
                  <a:gd name="T1" fmla="*/ 19 h 140"/>
                  <a:gd name="T2" fmla="*/ 47 w 97"/>
                  <a:gd name="T3" fmla="*/ 140 h 140"/>
                  <a:gd name="T4" fmla="*/ 0 w 97"/>
                  <a:gd name="T5" fmla="*/ 122 h 140"/>
                  <a:gd name="T6" fmla="*/ 51 w 97"/>
                  <a:gd name="T7" fmla="*/ 0 h 140"/>
                  <a:gd name="T8" fmla="*/ 97 w 97"/>
                  <a:gd name="T9" fmla="*/ 19 h 140"/>
                </a:gdLst>
                <a:ahLst/>
                <a:cxnLst>
                  <a:cxn ang="0">
                    <a:pos x="T0" y="T1"/>
                  </a:cxn>
                  <a:cxn ang="0">
                    <a:pos x="T2" y="T3"/>
                  </a:cxn>
                  <a:cxn ang="0">
                    <a:pos x="T4" y="T5"/>
                  </a:cxn>
                  <a:cxn ang="0">
                    <a:pos x="T6" y="T7"/>
                  </a:cxn>
                  <a:cxn ang="0">
                    <a:pos x="T8" y="T9"/>
                  </a:cxn>
                </a:cxnLst>
                <a:rect l="0" t="0" r="r" b="b"/>
                <a:pathLst>
                  <a:path w="97" h="140">
                    <a:moveTo>
                      <a:pt x="97" y="19"/>
                    </a:moveTo>
                    <a:lnTo>
                      <a:pt x="47" y="140"/>
                    </a:lnTo>
                    <a:lnTo>
                      <a:pt x="0" y="122"/>
                    </a:lnTo>
                    <a:lnTo>
                      <a:pt x="51" y="0"/>
                    </a:lnTo>
                    <a:lnTo>
                      <a:pt x="97" y="19"/>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 name="Freeform 336"/>
              <p:cNvSpPr>
                <a:spLocks/>
              </p:cNvSpPr>
              <p:nvPr/>
            </p:nvSpPr>
            <p:spPr bwMode="auto">
              <a:xfrm>
                <a:off x="2703" y="1063"/>
                <a:ext cx="999" cy="675"/>
              </a:xfrm>
              <a:custGeom>
                <a:avLst/>
                <a:gdLst>
                  <a:gd name="T0" fmla="*/ 469 w 790"/>
                  <a:gd name="T1" fmla="*/ 51 h 534"/>
                  <a:gd name="T2" fmla="*/ 497 w 790"/>
                  <a:gd name="T3" fmla="*/ 277 h 534"/>
                  <a:gd name="T4" fmla="*/ 41 w 790"/>
                  <a:gd name="T5" fmla="*/ 300 h 534"/>
                  <a:gd name="T6" fmla="*/ 0 w 790"/>
                  <a:gd name="T7" fmla="*/ 409 h 534"/>
                  <a:gd name="T8" fmla="*/ 417 w 790"/>
                  <a:gd name="T9" fmla="*/ 503 h 534"/>
                  <a:gd name="T10" fmla="*/ 702 w 790"/>
                  <a:gd name="T11" fmla="*/ 379 h 534"/>
                  <a:gd name="T12" fmla="*/ 781 w 790"/>
                  <a:gd name="T13" fmla="*/ 85 h 534"/>
                  <a:gd name="T14" fmla="*/ 469 w 790"/>
                  <a:gd name="T15" fmla="*/ 51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0" h="534">
                    <a:moveTo>
                      <a:pt x="469" y="51"/>
                    </a:moveTo>
                    <a:cubicBezTo>
                      <a:pt x="469" y="51"/>
                      <a:pt x="522" y="188"/>
                      <a:pt x="497" y="277"/>
                    </a:cubicBezTo>
                    <a:cubicBezTo>
                      <a:pt x="473" y="366"/>
                      <a:pt x="219" y="379"/>
                      <a:pt x="41" y="300"/>
                    </a:cubicBezTo>
                    <a:cubicBezTo>
                      <a:pt x="15" y="363"/>
                      <a:pt x="0" y="409"/>
                      <a:pt x="0" y="409"/>
                    </a:cubicBezTo>
                    <a:cubicBezTo>
                      <a:pt x="0" y="409"/>
                      <a:pt x="287" y="534"/>
                      <a:pt x="417" y="503"/>
                    </a:cubicBezTo>
                    <a:cubicBezTo>
                      <a:pt x="546" y="472"/>
                      <a:pt x="702" y="379"/>
                      <a:pt x="702" y="379"/>
                    </a:cubicBezTo>
                    <a:cubicBezTo>
                      <a:pt x="702" y="379"/>
                      <a:pt x="773" y="171"/>
                      <a:pt x="781" y="85"/>
                    </a:cubicBezTo>
                    <a:cubicBezTo>
                      <a:pt x="790" y="0"/>
                      <a:pt x="469" y="51"/>
                      <a:pt x="469" y="51"/>
                    </a:cubicBezTo>
                    <a:close/>
                  </a:path>
                </a:pathLst>
              </a:custGeom>
              <a:solidFill>
                <a:srgbClr val="FC5B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 name="Freeform 337"/>
              <p:cNvSpPr>
                <a:spLocks/>
              </p:cNvSpPr>
              <p:nvPr/>
            </p:nvSpPr>
            <p:spPr bwMode="auto">
              <a:xfrm>
                <a:off x="2703" y="1115"/>
                <a:ext cx="991" cy="623"/>
              </a:xfrm>
              <a:custGeom>
                <a:avLst/>
                <a:gdLst>
                  <a:gd name="T0" fmla="*/ 646 w 784"/>
                  <a:gd name="T1" fmla="*/ 282 h 493"/>
                  <a:gd name="T2" fmla="*/ 361 w 784"/>
                  <a:gd name="T3" fmla="*/ 406 h 493"/>
                  <a:gd name="T4" fmla="*/ 10 w 784"/>
                  <a:gd name="T5" fmla="*/ 338 h 493"/>
                  <a:gd name="T6" fmla="*/ 0 w 784"/>
                  <a:gd name="T7" fmla="*/ 368 h 493"/>
                  <a:gd name="T8" fmla="*/ 417 w 784"/>
                  <a:gd name="T9" fmla="*/ 462 h 493"/>
                  <a:gd name="T10" fmla="*/ 702 w 784"/>
                  <a:gd name="T11" fmla="*/ 338 h 493"/>
                  <a:gd name="T12" fmla="*/ 781 w 784"/>
                  <a:gd name="T13" fmla="*/ 44 h 493"/>
                  <a:gd name="T14" fmla="*/ 724 w 784"/>
                  <a:gd name="T15" fmla="*/ 0 h 493"/>
                  <a:gd name="T16" fmla="*/ 646 w 784"/>
                  <a:gd name="T17" fmla="*/ 28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4" h="493">
                    <a:moveTo>
                      <a:pt x="646" y="282"/>
                    </a:moveTo>
                    <a:cubicBezTo>
                      <a:pt x="646" y="282"/>
                      <a:pt x="490" y="375"/>
                      <a:pt x="361" y="406"/>
                    </a:cubicBezTo>
                    <a:cubicBezTo>
                      <a:pt x="270" y="427"/>
                      <a:pt x="103" y="373"/>
                      <a:pt x="10" y="338"/>
                    </a:cubicBezTo>
                    <a:cubicBezTo>
                      <a:pt x="3" y="357"/>
                      <a:pt x="0" y="368"/>
                      <a:pt x="0" y="368"/>
                    </a:cubicBezTo>
                    <a:cubicBezTo>
                      <a:pt x="0" y="368"/>
                      <a:pt x="287" y="493"/>
                      <a:pt x="417" y="462"/>
                    </a:cubicBezTo>
                    <a:cubicBezTo>
                      <a:pt x="546" y="431"/>
                      <a:pt x="702" y="338"/>
                      <a:pt x="702" y="338"/>
                    </a:cubicBezTo>
                    <a:cubicBezTo>
                      <a:pt x="702" y="338"/>
                      <a:pt x="773" y="130"/>
                      <a:pt x="781" y="44"/>
                    </a:cubicBezTo>
                    <a:cubicBezTo>
                      <a:pt x="784" y="20"/>
                      <a:pt x="760" y="7"/>
                      <a:pt x="724" y="0"/>
                    </a:cubicBezTo>
                    <a:cubicBezTo>
                      <a:pt x="711" y="92"/>
                      <a:pt x="646" y="282"/>
                      <a:pt x="646" y="282"/>
                    </a:cubicBezTo>
                    <a:close/>
                  </a:path>
                </a:pathLst>
              </a:custGeom>
              <a:solidFill>
                <a:srgbClr val="BD2C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 name="Freeform 338"/>
              <p:cNvSpPr>
                <a:spLocks/>
              </p:cNvSpPr>
              <p:nvPr/>
            </p:nvSpPr>
            <p:spPr bwMode="auto">
              <a:xfrm>
                <a:off x="2822" y="336"/>
                <a:ext cx="65" cy="136"/>
              </a:xfrm>
              <a:custGeom>
                <a:avLst/>
                <a:gdLst>
                  <a:gd name="T0" fmla="*/ 65 w 65"/>
                  <a:gd name="T1" fmla="*/ 129 h 136"/>
                  <a:gd name="T2" fmla="*/ 50 w 65"/>
                  <a:gd name="T3" fmla="*/ 0 h 136"/>
                  <a:gd name="T4" fmla="*/ 0 w 65"/>
                  <a:gd name="T5" fmla="*/ 5 h 136"/>
                  <a:gd name="T6" fmla="*/ 15 w 65"/>
                  <a:gd name="T7" fmla="*/ 136 h 136"/>
                  <a:gd name="T8" fmla="*/ 65 w 65"/>
                  <a:gd name="T9" fmla="*/ 129 h 136"/>
                </a:gdLst>
                <a:ahLst/>
                <a:cxnLst>
                  <a:cxn ang="0">
                    <a:pos x="T0" y="T1"/>
                  </a:cxn>
                  <a:cxn ang="0">
                    <a:pos x="T2" y="T3"/>
                  </a:cxn>
                  <a:cxn ang="0">
                    <a:pos x="T4" y="T5"/>
                  </a:cxn>
                  <a:cxn ang="0">
                    <a:pos x="T6" y="T7"/>
                  </a:cxn>
                  <a:cxn ang="0">
                    <a:pos x="T8" y="T9"/>
                  </a:cxn>
                </a:cxnLst>
                <a:rect l="0" t="0" r="r" b="b"/>
                <a:pathLst>
                  <a:path w="65" h="136">
                    <a:moveTo>
                      <a:pt x="65" y="129"/>
                    </a:moveTo>
                    <a:lnTo>
                      <a:pt x="50" y="0"/>
                    </a:lnTo>
                    <a:lnTo>
                      <a:pt x="0" y="5"/>
                    </a:lnTo>
                    <a:lnTo>
                      <a:pt x="15" y="136"/>
                    </a:lnTo>
                    <a:lnTo>
                      <a:pt x="65" y="129"/>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 name="Freeform 339"/>
              <p:cNvSpPr>
                <a:spLocks/>
              </p:cNvSpPr>
              <p:nvPr/>
            </p:nvSpPr>
            <p:spPr bwMode="auto">
              <a:xfrm>
                <a:off x="2866" y="272"/>
                <a:ext cx="860" cy="820"/>
              </a:xfrm>
              <a:custGeom>
                <a:avLst/>
                <a:gdLst>
                  <a:gd name="T0" fmla="*/ 356 w 680"/>
                  <a:gd name="T1" fmla="*/ 513 h 649"/>
                  <a:gd name="T2" fmla="*/ 444 w 680"/>
                  <a:gd name="T3" fmla="*/ 303 h 649"/>
                  <a:gd name="T4" fmla="*/ 10 w 680"/>
                  <a:gd name="T5" fmla="*/ 158 h 649"/>
                  <a:gd name="T6" fmla="*/ 0 w 680"/>
                  <a:gd name="T7" fmla="*/ 42 h 649"/>
                  <a:gd name="T8" fmla="*/ 427 w 680"/>
                  <a:gd name="T9" fmla="*/ 64 h 649"/>
                  <a:gd name="T10" fmla="*/ 668 w 680"/>
                  <a:gd name="T11" fmla="*/ 260 h 649"/>
                  <a:gd name="T12" fmla="*/ 665 w 680"/>
                  <a:gd name="T13" fmla="*/ 564 h 649"/>
                  <a:gd name="T14" fmla="*/ 356 w 680"/>
                  <a:gd name="T15" fmla="*/ 513 h 6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649">
                    <a:moveTo>
                      <a:pt x="356" y="513"/>
                    </a:moveTo>
                    <a:cubicBezTo>
                      <a:pt x="356" y="513"/>
                      <a:pt x="443" y="395"/>
                      <a:pt x="444" y="303"/>
                    </a:cubicBezTo>
                    <a:cubicBezTo>
                      <a:pt x="444" y="211"/>
                      <a:pt x="203" y="130"/>
                      <a:pt x="10" y="158"/>
                    </a:cubicBezTo>
                    <a:cubicBezTo>
                      <a:pt x="2" y="91"/>
                      <a:pt x="0" y="42"/>
                      <a:pt x="0" y="42"/>
                    </a:cubicBezTo>
                    <a:cubicBezTo>
                      <a:pt x="0" y="42"/>
                      <a:pt x="310" y="0"/>
                      <a:pt x="427" y="64"/>
                    </a:cubicBezTo>
                    <a:cubicBezTo>
                      <a:pt x="543" y="129"/>
                      <a:pt x="668" y="260"/>
                      <a:pt x="668" y="260"/>
                    </a:cubicBezTo>
                    <a:cubicBezTo>
                      <a:pt x="668" y="260"/>
                      <a:pt x="680" y="479"/>
                      <a:pt x="665" y="564"/>
                    </a:cubicBezTo>
                    <a:cubicBezTo>
                      <a:pt x="651" y="649"/>
                      <a:pt x="356" y="513"/>
                      <a:pt x="356" y="513"/>
                    </a:cubicBezTo>
                    <a:close/>
                  </a:path>
                </a:pathLst>
              </a:custGeom>
              <a:solidFill>
                <a:srgbClr val="FC5B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 name="Freeform 340"/>
              <p:cNvSpPr>
                <a:spLocks/>
              </p:cNvSpPr>
              <p:nvPr/>
            </p:nvSpPr>
            <p:spPr bwMode="auto">
              <a:xfrm>
                <a:off x="2866" y="272"/>
                <a:ext cx="860" cy="752"/>
              </a:xfrm>
              <a:custGeom>
                <a:avLst/>
                <a:gdLst>
                  <a:gd name="T0" fmla="*/ 599 w 680"/>
                  <a:gd name="T1" fmla="*/ 299 h 595"/>
                  <a:gd name="T2" fmla="*/ 358 w 680"/>
                  <a:gd name="T3" fmla="*/ 103 h 595"/>
                  <a:gd name="T4" fmla="*/ 2 w 680"/>
                  <a:gd name="T5" fmla="*/ 74 h 595"/>
                  <a:gd name="T6" fmla="*/ 0 w 680"/>
                  <a:gd name="T7" fmla="*/ 42 h 595"/>
                  <a:gd name="T8" fmla="*/ 427 w 680"/>
                  <a:gd name="T9" fmla="*/ 64 h 595"/>
                  <a:gd name="T10" fmla="*/ 668 w 680"/>
                  <a:gd name="T11" fmla="*/ 260 h 595"/>
                  <a:gd name="T12" fmla="*/ 665 w 680"/>
                  <a:gd name="T13" fmla="*/ 564 h 595"/>
                  <a:gd name="T14" fmla="*/ 598 w 680"/>
                  <a:gd name="T15" fmla="*/ 591 h 595"/>
                  <a:gd name="T16" fmla="*/ 599 w 680"/>
                  <a:gd name="T17" fmla="*/ 299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0" h="595">
                    <a:moveTo>
                      <a:pt x="599" y="299"/>
                    </a:moveTo>
                    <a:cubicBezTo>
                      <a:pt x="599" y="299"/>
                      <a:pt x="474" y="167"/>
                      <a:pt x="358" y="103"/>
                    </a:cubicBezTo>
                    <a:cubicBezTo>
                      <a:pt x="276" y="58"/>
                      <a:pt x="100" y="65"/>
                      <a:pt x="2" y="74"/>
                    </a:cubicBezTo>
                    <a:cubicBezTo>
                      <a:pt x="0" y="54"/>
                      <a:pt x="0" y="42"/>
                      <a:pt x="0" y="42"/>
                    </a:cubicBezTo>
                    <a:cubicBezTo>
                      <a:pt x="0" y="42"/>
                      <a:pt x="310" y="0"/>
                      <a:pt x="427" y="64"/>
                    </a:cubicBezTo>
                    <a:cubicBezTo>
                      <a:pt x="543" y="129"/>
                      <a:pt x="668" y="260"/>
                      <a:pt x="668" y="260"/>
                    </a:cubicBezTo>
                    <a:cubicBezTo>
                      <a:pt x="668" y="260"/>
                      <a:pt x="680" y="479"/>
                      <a:pt x="665" y="564"/>
                    </a:cubicBezTo>
                    <a:cubicBezTo>
                      <a:pt x="661" y="588"/>
                      <a:pt x="634" y="595"/>
                      <a:pt x="598" y="591"/>
                    </a:cubicBezTo>
                    <a:cubicBezTo>
                      <a:pt x="610" y="499"/>
                      <a:pt x="599" y="299"/>
                      <a:pt x="599" y="299"/>
                    </a:cubicBezTo>
                    <a:close/>
                  </a:path>
                </a:pathLst>
              </a:custGeom>
              <a:solidFill>
                <a:srgbClr val="BD2C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 name="Freeform 341"/>
              <p:cNvSpPr>
                <a:spLocks/>
              </p:cNvSpPr>
              <p:nvPr/>
            </p:nvSpPr>
            <p:spPr bwMode="auto">
              <a:xfrm>
                <a:off x="2473" y="338"/>
                <a:ext cx="363" cy="242"/>
              </a:xfrm>
              <a:custGeom>
                <a:avLst/>
                <a:gdLst>
                  <a:gd name="T0" fmla="*/ 280 w 287"/>
                  <a:gd name="T1" fmla="*/ 31 h 192"/>
                  <a:gd name="T2" fmla="*/ 141 w 287"/>
                  <a:gd name="T3" fmla="*/ 5 h 192"/>
                  <a:gd name="T4" fmla="*/ 74 w 287"/>
                  <a:gd name="T5" fmla="*/ 34 h 192"/>
                  <a:gd name="T6" fmla="*/ 12 w 287"/>
                  <a:gd name="T7" fmla="*/ 83 h 192"/>
                  <a:gd name="T8" fmla="*/ 17 w 287"/>
                  <a:gd name="T9" fmla="*/ 84 h 192"/>
                  <a:gd name="T10" fmla="*/ 1 w 287"/>
                  <a:gd name="T11" fmla="*/ 103 h 192"/>
                  <a:gd name="T12" fmla="*/ 23 w 287"/>
                  <a:gd name="T13" fmla="*/ 107 h 192"/>
                  <a:gd name="T14" fmla="*/ 4 w 287"/>
                  <a:gd name="T15" fmla="*/ 132 h 192"/>
                  <a:gd name="T16" fmla="*/ 37 w 287"/>
                  <a:gd name="T17" fmla="*/ 135 h 192"/>
                  <a:gd name="T18" fmla="*/ 21 w 287"/>
                  <a:gd name="T19" fmla="*/ 161 h 192"/>
                  <a:gd name="T20" fmla="*/ 57 w 287"/>
                  <a:gd name="T21" fmla="*/ 163 h 192"/>
                  <a:gd name="T22" fmla="*/ 146 w 287"/>
                  <a:gd name="T23" fmla="*/ 127 h 192"/>
                  <a:gd name="T24" fmla="*/ 79 w 287"/>
                  <a:gd name="T25" fmla="*/ 166 h 192"/>
                  <a:gd name="T26" fmla="*/ 109 w 287"/>
                  <a:gd name="T27" fmla="*/ 177 h 192"/>
                  <a:gd name="T28" fmla="*/ 208 w 287"/>
                  <a:gd name="T29" fmla="*/ 147 h 192"/>
                  <a:gd name="T30" fmla="*/ 287 w 287"/>
                  <a:gd name="T31" fmla="*/ 96 h 192"/>
                  <a:gd name="T32" fmla="*/ 280 w 287"/>
                  <a:gd name="T33" fmla="*/ 3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7" h="192">
                    <a:moveTo>
                      <a:pt x="280" y="31"/>
                    </a:moveTo>
                    <a:cubicBezTo>
                      <a:pt x="280" y="31"/>
                      <a:pt x="180" y="9"/>
                      <a:pt x="141" y="5"/>
                    </a:cubicBezTo>
                    <a:cubicBezTo>
                      <a:pt x="101" y="0"/>
                      <a:pt x="103" y="15"/>
                      <a:pt x="74" y="34"/>
                    </a:cubicBezTo>
                    <a:cubicBezTo>
                      <a:pt x="44" y="53"/>
                      <a:pt x="14" y="67"/>
                      <a:pt x="12" y="83"/>
                    </a:cubicBezTo>
                    <a:cubicBezTo>
                      <a:pt x="17" y="84"/>
                      <a:pt x="17" y="84"/>
                      <a:pt x="17" y="84"/>
                    </a:cubicBezTo>
                    <a:cubicBezTo>
                      <a:pt x="17" y="84"/>
                      <a:pt x="1" y="90"/>
                      <a:pt x="1" y="103"/>
                    </a:cubicBezTo>
                    <a:cubicBezTo>
                      <a:pt x="0" y="115"/>
                      <a:pt x="14" y="109"/>
                      <a:pt x="23" y="107"/>
                    </a:cubicBezTo>
                    <a:cubicBezTo>
                      <a:pt x="5" y="114"/>
                      <a:pt x="1" y="123"/>
                      <a:pt x="4" y="132"/>
                    </a:cubicBezTo>
                    <a:cubicBezTo>
                      <a:pt x="7" y="141"/>
                      <a:pt x="23" y="140"/>
                      <a:pt x="37" y="135"/>
                    </a:cubicBezTo>
                    <a:cubicBezTo>
                      <a:pt x="22" y="141"/>
                      <a:pt x="19" y="153"/>
                      <a:pt x="21" y="161"/>
                    </a:cubicBezTo>
                    <a:cubicBezTo>
                      <a:pt x="22" y="169"/>
                      <a:pt x="35" y="177"/>
                      <a:pt x="57" y="163"/>
                    </a:cubicBezTo>
                    <a:cubicBezTo>
                      <a:pt x="79" y="150"/>
                      <a:pt x="146" y="127"/>
                      <a:pt x="146" y="127"/>
                    </a:cubicBezTo>
                    <a:cubicBezTo>
                      <a:pt x="146" y="127"/>
                      <a:pt x="84" y="164"/>
                      <a:pt x="79" y="166"/>
                    </a:cubicBezTo>
                    <a:cubicBezTo>
                      <a:pt x="75" y="168"/>
                      <a:pt x="79" y="192"/>
                      <a:pt x="109" y="177"/>
                    </a:cubicBezTo>
                    <a:cubicBezTo>
                      <a:pt x="139" y="162"/>
                      <a:pt x="178" y="158"/>
                      <a:pt x="208" y="147"/>
                    </a:cubicBezTo>
                    <a:cubicBezTo>
                      <a:pt x="238" y="137"/>
                      <a:pt x="281" y="115"/>
                      <a:pt x="287" y="96"/>
                    </a:cubicBezTo>
                    <a:cubicBezTo>
                      <a:pt x="281" y="43"/>
                      <a:pt x="280" y="31"/>
                      <a:pt x="280" y="31"/>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 name="Freeform 342"/>
              <p:cNvSpPr>
                <a:spLocks/>
              </p:cNvSpPr>
              <p:nvPr/>
            </p:nvSpPr>
            <p:spPr bwMode="auto">
              <a:xfrm>
                <a:off x="2351" y="1270"/>
                <a:ext cx="352" cy="263"/>
              </a:xfrm>
              <a:custGeom>
                <a:avLst/>
                <a:gdLst>
                  <a:gd name="T0" fmla="*/ 253 w 278"/>
                  <a:gd name="T1" fmla="*/ 208 h 208"/>
                  <a:gd name="T2" fmla="*/ 112 w 278"/>
                  <a:gd name="T3" fmla="*/ 196 h 208"/>
                  <a:gd name="T4" fmla="*/ 55 w 278"/>
                  <a:gd name="T5" fmla="*/ 149 h 208"/>
                  <a:gd name="T6" fmla="*/ 9 w 278"/>
                  <a:gd name="T7" fmla="*/ 86 h 208"/>
                  <a:gd name="T8" fmla="*/ 14 w 278"/>
                  <a:gd name="T9" fmla="*/ 86 h 208"/>
                  <a:gd name="T10" fmla="*/ 3 w 278"/>
                  <a:gd name="T11" fmla="*/ 64 h 208"/>
                  <a:gd name="T12" fmla="*/ 26 w 278"/>
                  <a:gd name="T13" fmla="*/ 66 h 208"/>
                  <a:gd name="T14" fmla="*/ 14 w 278"/>
                  <a:gd name="T15" fmla="*/ 37 h 208"/>
                  <a:gd name="T16" fmla="*/ 47 w 278"/>
                  <a:gd name="T17" fmla="*/ 43 h 208"/>
                  <a:gd name="T18" fmla="*/ 39 w 278"/>
                  <a:gd name="T19" fmla="*/ 13 h 208"/>
                  <a:gd name="T20" fmla="*/ 74 w 278"/>
                  <a:gd name="T21" fmla="*/ 21 h 208"/>
                  <a:gd name="T22" fmla="*/ 150 w 278"/>
                  <a:gd name="T23" fmla="*/ 79 h 208"/>
                  <a:gd name="T24" fmla="*/ 96 w 278"/>
                  <a:gd name="T25" fmla="*/ 24 h 208"/>
                  <a:gd name="T26" fmla="*/ 128 w 278"/>
                  <a:gd name="T27" fmla="*/ 22 h 208"/>
                  <a:gd name="T28" fmla="*/ 215 w 278"/>
                  <a:gd name="T29" fmla="*/ 77 h 208"/>
                  <a:gd name="T30" fmla="*/ 278 w 278"/>
                  <a:gd name="T31" fmla="*/ 147 h 208"/>
                  <a:gd name="T32" fmla="*/ 253 w 278"/>
                  <a:gd name="T33"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8" h="208">
                    <a:moveTo>
                      <a:pt x="253" y="208"/>
                    </a:moveTo>
                    <a:cubicBezTo>
                      <a:pt x="253" y="208"/>
                      <a:pt x="151" y="202"/>
                      <a:pt x="112" y="196"/>
                    </a:cubicBezTo>
                    <a:cubicBezTo>
                      <a:pt x="73" y="190"/>
                      <a:pt x="79" y="176"/>
                      <a:pt x="55" y="149"/>
                    </a:cubicBezTo>
                    <a:cubicBezTo>
                      <a:pt x="32" y="123"/>
                      <a:pt x="7" y="102"/>
                      <a:pt x="9" y="86"/>
                    </a:cubicBezTo>
                    <a:cubicBezTo>
                      <a:pt x="14" y="86"/>
                      <a:pt x="14" y="86"/>
                      <a:pt x="14" y="86"/>
                    </a:cubicBezTo>
                    <a:cubicBezTo>
                      <a:pt x="14" y="86"/>
                      <a:pt x="0" y="76"/>
                      <a:pt x="3" y="64"/>
                    </a:cubicBezTo>
                    <a:cubicBezTo>
                      <a:pt x="6" y="52"/>
                      <a:pt x="19" y="61"/>
                      <a:pt x="26" y="66"/>
                    </a:cubicBezTo>
                    <a:cubicBezTo>
                      <a:pt x="11" y="54"/>
                      <a:pt x="9" y="45"/>
                      <a:pt x="14" y="37"/>
                    </a:cubicBezTo>
                    <a:cubicBezTo>
                      <a:pt x="20" y="29"/>
                      <a:pt x="35" y="35"/>
                      <a:pt x="47" y="43"/>
                    </a:cubicBezTo>
                    <a:cubicBezTo>
                      <a:pt x="34" y="33"/>
                      <a:pt x="35" y="20"/>
                      <a:pt x="39" y="13"/>
                    </a:cubicBezTo>
                    <a:cubicBezTo>
                      <a:pt x="42" y="6"/>
                      <a:pt x="57" y="2"/>
                      <a:pt x="74" y="21"/>
                    </a:cubicBezTo>
                    <a:cubicBezTo>
                      <a:pt x="92" y="40"/>
                      <a:pt x="150" y="79"/>
                      <a:pt x="150" y="79"/>
                    </a:cubicBezTo>
                    <a:cubicBezTo>
                      <a:pt x="150" y="79"/>
                      <a:pt x="101" y="28"/>
                      <a:pt x="96" y="24"/>
                    </a:cubicBezTo>
                    <a:cubicBezTo>
                      <a:pt x="92" y="21"/>
                      <a:pt x="103" y="0"/>
                      <a:pt x="128" y="22"/>
                    </a:cubicBezTo>
                    <a:cubicBezTo>
                      <a:pt x="152" y="44"/>
                      <a:pt x="189" y="59"/>
                      <a:pt x="215" y="77"/>
                    </a:cubicBezTo>
                    <a:cubicBezTo>
                      <a:pt x="241" y="95"/>
                      <a:pt x="276" y="128"/>
                      <a:pt x="278" y="147"/>
                    </a:cubicBezTo>
                    <a:cubicBezTo>
                      <a:pt x="258" y="197"/>
                      <a:pt x="253" y="208"/>
                      <a:pt x="253" y="208"/>
                    </a:cubicBezTo>
                    <a:close/>
                  </a:path>
                </a:pathLst>
              </a:custGeom>
              <a:solidFill>
                <a:srgbClr val="E7B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 name="Freeform 343"/>
              <p:cNvSpPr>
                <a:spLocks/>
              </p:cNvSpPr>
              <p:nvPr/>
            </p:nvSpPr>
            <p:spPr bwMode="auto">
              <a:xfrm>
                <a:off x="3156" y="724"/>
                <a:ext cx="293" cy="635"/>
              </a:xfrm>
              <a:custGeom>
                <a:avLst/>
                <a:gdLst>
                  <a:gd name="T0" fmla="*/ 36 w 232"/>
                  <a:gd name="T1" fmla="*/ 65 h 502"/>
                  <a:gd name="T2" fmla="*/ 0 w 232"/>
                  <a:gd name="T3" fmla="*/ 128 h 502"/>
                  <a:gd name="T4" fmla="*/ 0 w 232"/>
                  <a:gd name="T5" fmla="*/ 403 h 502"/>
                  <a:gd name="T6" fmla="*/ 37 w 232"/>
                  <a:gd name="T7" fmla="*/ 461 h 502"/>
                  <a:gd name="T8" fmla="*/ 164 w 232"/>
                  <a:gd name="T9" fmla="*/ 496 h 502"/>
                  <a:gd name="T10" fmla="*/ 207 w 232"/>
                  <a:gd name="T11" fmla="*/ 459 h 502"/>
                  <a:gd name="T12" fmla="*/ 228 w 232"/>
                  <a:gd name="T13" fmla="*/ 311 h 502"/>
                  <a:gd name="T14" fmla="*/ 229 w 232"/>
                  <a:gd name="T15" fmla="*/ 217 h 502"/>
                  <a:gd name="T16" fmla="*/ 208 w 232"/>
                  <a:gd name="T17" fmla="*/ 41 h 502"/>
                  <a:gd name="T18" fmla="*/ 166 w 232"/>
                  <a:gd name="T19" fmla="*/ 9 h 502"/>
                  <a:gd name="T20" fmla="*/ 36 w 232"/>
                  <a:gd name="T21" fmla="*/ 6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2" h="502">
                    <a:moveTo>
                      <a:pt x="36" y="65"/>
                    </a:moveTo>
                    <a:cubicBezTo>
                      <a:pt x="16" y="73"/>
                      <a:pt x="0" y="102"/>
                      <a:pt x="0" y="128"/>
                    </a:cubicBezTo>
                    <a:cubicBezTo>
                      <a:pt x="0" y="403"/>
                      <a:pt x="0" y="403"/>
                      <a:pt x="0" y="403"/>
                    </a:cubicBezTo>
                    <a:cubicBezTo>
                      <a:pt x="0" y="430"/>
                      <a:pt x="16" y="456"/>
                      <a:pt x="37" y="461"/>
                    </a:cubicBezTo>
                    <a:cubicBezTo>
                      <a:pt x="164" y="496"/>
                      <a:pt x="164" y="496"/>
                      <a:pt x="164" y="496"/>
                    </a:cubicBezTo>
                    <a:cubicBezTo>
                      <a:pt x="184" y="502"/>
                      <a:pt x="204" y="485"/>
                      <a:pt x="207" y="459"/>
                    </a:cubicBezTo>
                    <a:cubicBezTo>
                      <a:pt x="228" y="311"/>
                      <a:pt x="228" y="311"/>
                      <a:pt x="228" y="311"/>
                    </a:cubicBezTo>
                    <a:cubicBezTo>
                      <a:pt x="231" y="285"/>
                      <a:pt x="232" y="243"/>
                      <a:pt x="229" y="217"/>
                    </a:cubicBezTo>
                    <a:cubicBezTo>
                      <a:pt x="208" y="41"/>
                      <a:pt x="208" y="41"/>
                      <a:pt x="208" y="41"/>
                    </a:cubicBezTo>
                    <a:cubicBezTo>
                      <a:pt x="205" y="15"/>
                      <a:pt x="186" y="0"/>
                      <a:pt x="166" y="9"/>
                    </a:cubicBezTo>
                    <a:lnTo>
                      <a:pt x="36" y="65"/>
                    </a:lnTo>
                    <a:close/>
                  </a:path>
                </a:pathLst>
              </a:custGeom>
              <a:solidFill>
                <a:srgbClr val="FC5B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 name="Oval 344"/>
              <p:cNvSpPr>
                <a:spLocks noChangeArrowheads="1"/>
              </p:cNvSpPr>
              <p:nvPr/>
            </p:nvSpPr>
            <p:spPr bwMode="auto">
              <a:xfrm>
                <a:off x="3228" y="799"/>
                <a:ext cx="572" cy="526"/>
              </a:xfrm>
              <a:prstGeom prst="ellipse">
                <a:avLst/>
              </a:prstGeom>
              <a:solidFill>
                <a:srgbClr val="A080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 name="Freeform 345"/>
              <p:cNvSpPr>
                <a:spLocks/>
              </p:cNvSpPr>
              <p:nvPr/>
            </p:nvSpPr>
            <p:spPr bwMode="auto">
              <a:xfrm>
                <a:off x="3228" y="946"/>
                <a:ext cx="572" cy="379"/>
              </a:xfrm>
              <a:custGeom>
                <a:avLst/>
                <a:gdLst>
                  <a:gd name="T0" fmla="*/ 249 w 453"/>
                  <a:gd name="T1" fmla="*/ 192 h 300"/>
                  <a:gd name="T2" fmla="*/ 24 w 453"/>
                  <a:gd name="T3" fmla="*/ 0 h 300"/>
                  <a:gd name="T4" fmla="*/ 0 w 453"/>
                  <a:gd name="T5" fmla="*/ 92 h 300"/>
                  <a:gd name="T6" fmla="*/ 227 w 453"/>
                  <a:gd name="T7" fmla="*/ 300 h 300"/>
                  <a:gd name="T8" fmla="*/ 453 w 453"/>
                  <a:gd name="T9" fmla="*/ 92 h 300"/>
                  <a:gd name="T10" fmla="*/ 452 w 453"/>
                  <a:gd name="T11" fmla="*/ 76 h 300"/>
                  <a:gd name="T12" fmla="*/ 249 w 453"/>
                  <a:gd name="T13" fmla="*/ 192 h 300"/>
                </a:gdLst>
                <a:ahLst/>
                <a:cxnLst>
                  <a:cxn ang="0">
                    <a:pos x="T0" y="T1"/>
                  </a:cxn>
                  <a:cxn ang="0">
                    <a:pos x="T2" y="T3"/>
                  </a:cxn>
                  <a:cxn ang="0">
                    <a:pos x="T4" y="T5"/>
                  </a:cxn>
                  <a:cxn ang="0">
                    <a:pos x="T6" y="T7"/>
                  </a:cxn>
                  <a:cxn ang="0">
                    <a:pos x="T8" y="T9"/>
                  </a:cxn>
                  <a:cxn ang="0">
                    <a:pos x="T10" y="T11"/>
                  </a:cxn>
                  <a:cxn ang="0">
                    <a:pos x="T12" y="T13"/>
                  </a:cxn>
                </a:cxnLst>
                <a:rect l="0" t="0" r="r" b="b"/>
                <a:pathLst>
                  <a:path w="453" h="300">
                    <a:moveTo>
                      <a:pt x="249" y="192"/>
                    </a:moveTo>
                    <a:cubicBezTo>
                      <a:pt x="130" y="192"/>
                      <a:pt x="33" y="108"/>
                      <a:pt x="24" y="0"/>
                    </a:cubicBezTo>
                    <a:cubicBezTo>
                      <a:pt x="9" y="28"/>
                      <a:pt x="0" y="59"/>
                      <a:pt x="0" y="92"/>
                    </a:cubicBezTo>
                    <a:cubicBezTo>
                      <a:pt x="0" y="207"/>
                      <a:pt x="102" y="300"/>
                      <a:pt x="227" y="300"/>
                    </a:cubicBezTo>
                    <a:cubicBezTo>
                      <a:pt x="352" y="300"/>
                      <a:pt x="453" y="207"/>
                      <a:pt x="453" y="92"/>
                    </a:cubicBezTo>
                    <a:cubicBezTo>
                      <a:pt x="453" y="87"/>
                      <a:pt x="453" y="81"/>
                      <a:pt x="452" y="76"/>
                    </a:cubicBezTo>
                    <a:cubicBezTo>
                      <a:pt x="416" y="145"/>
                      <a:pt x="338" y="192"/>
                      <a:pt x="249" y="192"/>
                    </a:cubicBezTo>
                    <a:close/>
                  </a:path>
                </a:pathLst>
              </a:custGeom>
              <a:solidFill>
                <a:srgbClr val="9070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 name="Freeform 346"/>
              <p:cNvSpPr>
                <a:spLocks/>
              </p:cNvSpPr>
              <p:nvPr/>
            </p:nvSpPr>
            <p:spPr bwMode="auto">
              <a:xfrm>
                <a:off x="1411" y="421"/>
                <a:ext cx="275" cy="234"/>
              </a:xfrm>
              <a:custGeom>
                <a:avLst/>
                <a:gdLst>
                  <a:gd name="T0" fmla="*/ 0 w 218"/>
                  <a:gd name="T1" fmla="*/ 5 h 185"/>
                  <a:gd name="T2" fmla="*/ 216 w 218"/>
                  <a:gd name="T3" fmla="*/ 185 h 185"/>
                  <a:gd name="T4" fmla="*/ 213 w 218"/>
                  <a:gd name="T5" fmla="*/ 174 h 185"/>
                  <a:gd name="T6" fmla="*/ 4 w 218"/>
                  <a:gd name="T7" fmla="*/ 0 h 185"/>
                  <a:gd name="T8" fmla="*/ 0 w 218"/>
                  <a:gd name="T9" fmla="*/ 5 h 185"/>
                </a:gdLst>
                <a:ahLst/>
                <a:cxnLst>
                  <a:cxn ang="0">
                    <a:pos x="T0" y="T1"/>
                  </a:cxn>
                  <a:cxn ang="0">
                    <a:pos x="T2" y="T3"/>
                  </a:cxn>
                  <a:cxn ang="0">
                    <a:pos x="T4" y="T5"/>
                  </a:cxn>
                  <a:cxn ang="0">
                    <a:pos x="T6" y="T7"/>
                  </a:cxn>
                  <a:cxn ang="0">
                    <a:pos x="T8" y="T9"/>
                  </a:cxn>
                </a:cxnLst>
                <a:rect l="0" t="0" r="r" b="b"/>
                <a:pathLst>
                  <a:path w="218" h="185">
                    <a:moveTo>
                      <a:pt x="0" y="5"/>
                    </a:moveTo>
                    <a:cubicBezTo>
                      <a:pt x="216" y="185"/>
                      <a:pt x="216" y="185"/>
                      <a:pt x="216" y="185"/>
                    </a:cubicBezTo>
                    <a:cubicBezTo>
                      <a:pt x="218" y="182"/>
                      <a:pt x="216" y="178"/>
                      <a:pt x="213" y="174"/>
                    </a:cubicBezTo>
                    <a:cubicBezTo>
                      <a:pt x="4" y="0"/>
                      <a:pt x="4" y="0"/>
                      <a:pt x="4" y="0"/>
                    </a:cubicBezTo>
                    <a:lnTo>
                      <a:pt x="0" y="5"/>
                    </a:lnTo>
                    <a:close/>
                  </a:path>
                </a:pathLst>
              </a:custGeom>
              <a:solidFill>
                <a:srgbClr val="F9A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 name="Freeform 347"/>
              <p:cNvSpPr>
                <a:spLocks/>
              </p:cNvSpPr>
              <p:nvPr/>
            </p:nvSpPr>
            <p:spPr bwMode="auto">
              <a:xfrm>
                <a:off x="1416" y="406"/>
                <a:ext cx="283" cy="240"/>
              </a:xfrm>
              <a:custGeom>
                <a:avLst/>
                <a:gdLst>
                  <a:gd name="T0" fmla="*/ 10 w 224"/>
                  <a:gd name="T1" fmla="*/ 0 h 190"/>
                  <a:gd name="T2" fmla="*/ 0 w 224"/>
                  <a:gd name="T3" fmla="*/ 12 h 190"/>
                  <a:gd name="T4" fmla="*/ 209 w 224"/>
                  <a:gd name="T5" fmla="*/ 186 h 190"/>
                  <a:gd name="T6" fmla="*/ 209 w 224"/>
                  <a:gd name="T7" fmla="*/ 186 h 190"/>
                  <a:gd name="T8" fmla="*/ 209 w 224"/>
                  <a:gd name="T9" fmla="*/ 186 h 190"/>
                  <a:gd name="T10" fmla="*/ 222 w 224"/>
                  <a:gd name="T11" fmla="*/ 187 h 190"/>
                  <a:gd name="T12" fmla="*/ 219 w 224"/>
                  <a:gd name="T13" fmla="*/ 174 h 190"/>
                  <a:gd name="T14" fmla="*/ 219 w 224"/>
                  <a:gd name="T15" fmla="*/ 175 h 190"/>
                  <a:gd name="T16" fmla="*/ 219 w 224"/>
                  <a:gd name="T17" fmla="*/ 174 h 190"/>
                  <a:gd name="T18" fmla="*/ 219 w 224"/>
                  <a:gd name="T19" fmla="*/ 174 h 190"/>
                  <a:gd name="T20" fmla="*/ 10 w 224"/>
                  <a:gd name="T2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 h="190">
                    <a:moveTo>
                      <a:pt x="10" y="0"/>
                    </a:moveTo>
                    <a:cubicBezTo>
                      <a:pt x="0" y="12"/>
                      <a:pt x="0" y="12"/>
                      <a:pt x="0" y="12"/>
                    </a:cubicBezTo>
                    <a:cubicBezTo>
                      <a:pt x="209" y="186"/>
                      <a:pt x="209" y="186"/>
                      <a:pt x="209" y="186"/>
                    </a:cubicBezTo>
                    <a:cubicBezTo>
                      <a:pt x="209" y="186"/>
                      <a:pt x="209" y="186"/>
                      <a:pt x="209" y="186"/>
                    </a:cubicBezTo>
                    <a:cubicBezTo>
                      <a:pt x="209" y="186"/>
                      <a:pt x="209" y="186"/>
                      <a:pt x="209" y="186"/>
                    </a:cubicBezTo>
                    <a:cubicBezTo>
                      <a:pt x="213" y="189"/>
                      <a:pt x="219" y="190"/>
                      <a:pt x="222" y="187"/>
                    </a:cubicBezTo>
                    <a:cubicBezTo>
                      <a:pt x="224" y="184"/>
                      <a:pt x="223" y="179"/>
                      <a:pt x="219" y="174"/>
                    </a:cubicBezTo>
                    <a:cubicBezTo>
                      <a:pt x="219" y="175"/>
                      <a:pt x="219" y="175"/>
                      <a:pt x="219" y="175"/>
                    </a:cubicBezTo>
                    <a:cubicBezTo>
                      <a:pt x="219" y="174"/>
                      <a:pt x="219" y="174"/>
                      <a:pt x="219" y="174"/>
                    </a:cubicBezTo>
                    <a:cubicBezTo>
                      <a:pt x="219" y="174"/>
                      <a:pt x="219" y="174"/>
                      <a:pt x="219" y="174"/>
                    </a:cubicBezTo>
                    <a:lnTo>
                      <a:pt x="10" y="0"/>
                    </a:lnTo>
                    <a:close/>
                  </a:path>
                </a:pathLst>
              </a:custGeom>
              <a:solidFill>
                <a:srgbClr val="F5E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 name="Freeform 348"/>
              <p:cNvSpPr>
                <a:spLocks/>
              </p:cNvSpPr>
              <p:nvPr/>
            </p:nvSpPr>
            <p:spPr bwMode="auto">
              <a:xfrm>
                <a:off x="1429" y="399"/>
                <a:ext cx="279" cy="232"/>
              </a:xfrm>
              <a:custGeom>
                <a:avLst/>
                <a:gdLst>
                  <a:gd name="T0" fmla="*/ 209 w 221"/>
                  <a:gd name="T1" fmla="*/ 179 h 183"/>
                  <a:gd name="T2" fmla="*/ 221 w 221"/>
                  <a:gd name="T3" fmla="*/ 181 h 183"/>
                  <a:gd name="T4" fmla="*/ 4 w 221"/>
                  <a:gd name="T5" fmla="*/ 0 h 183"/>
                  <a:gd name="T6" fmla="*/ 0 w 221"/>
                  <a:gd name="T7" fmla="*/ 5 h 183"/>
                  <a:gd name="T8" fmla="*/ 209 w 221"/>
                  <a:gd name="T9" fmla="*/ 179 h 183"/>
                </a:gdLst>
                <a:ahLst/>
                <a:cxnLst>
                  <a:cxn ang="0">
                    <a:pos x="T0" y="T1"/>
                  </a:cxn>
                  <a:cxn ang="0">
                    <a:pos x="T2" y="T3"/>
                  </a:cxn>
                  <a:cxn ang="0">
                    <a:pos x="T4" y="T5"/>
                  </a:cxn>
                  <a:cxn ang="0">
                    <a:pos x="T6" y="T7"/>
                  </a:cxn>
                  <a:cxn ang="0">
                    <a:pos x="T8" y="T9"/>
                  </a:cxn>
                </a:cxnLst>
                <a:rect l="0" t="0" r="r" b="b"/>
                <a:pathLst>
                  <a:path w="221" h="183">
                    <a:moveTo>
                      <a:pt x="209" y="179"/>
                    </a:moveTo>
                    <a:cubicBezTo>
                      <a:pt x="213" y="182"/>
                      <a:pt x="218" y="183"/>
                      <a:pt x="221" y="181"/>
                    </a:cubicBezTo>
                    <a:cubicBezTo>
                      <a:pt x="4" y="0"/>
                      <a:pt x="4" y="0"/>
                      <a:pt x="4" y="0"/>
                    </a:cubicBezTo>
                    <a:cubicBezTo>
                      <a:pt x="0" y="5"/>
                      <a:pt x="0" y="5"/>
                      <a:pt x="0" y="5"/>
                    </a:cubicBezTo>
                    <a:lnTo>
                      <a:pt x="209" y="179"/>
                    </a:lnTo>
                    <a:close/>
                  </a:path>
                </a:pathLst>
              </a:custGeom>
              <a:solidFill>
                <a:srgbClr val="F9A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 name="Freeform 349"/>
              <p:cNvSpPr>
                <a:spLocks/>
              </p:cNvSpPr>
              <p:nvPr/>
            </p:nvSpPr>
            <p:spPr bwMode="auto">
              <a:xfrm>
                <a:off x="1680" y="626"/>
                <a:ext cx="42" cy="38"/>
              </a:xfrm>
              <a:custGeom>
                <a:avLst/>
                <a:gdLst>
                  <a:gd name="T0" fmla="*/ 22 w 33"/>
                  <a:gd name="T1" fmla="*/ 2 h 30"/>
                  <a:gd name="T2" fmla="*/ 10 w 33"/>
                  <a:gd name="T3" fmla="*/ 0 h 30"/>
                  <a:gd name="T4" fmla="*/ 10 w 33"/>
                  <a:gd name="T5" fmla="*/ 0 h 30"/>
                  <a:gd name="T6" fmla="*/ 10 w 33"/>
                  <a:gd name="T7" fmla="*/ 1 h 30"/>
                  <a:gd name="T8" fmla="*/ 10 w 33"/>
                  <a:gd name="T9" fmla="*/ 0 h 30"/>
                  <a:gd name="T10" fmla="*/ 13 w 33"/>
                  <a:gd name="T11" fmla="*/ 13 h 30"/>
                  <a:gd name="T12" fmla="*/ 0 w 33"/>
                  <a:gd name="T13" fmla="*/ 12 h 30"/>
                  <a:gd name="T14" fmla="*/ 0 w 33"/>
                  <a:gd name="T15" fmla="*/ 12 h 30"/>
                  <a:gd name="T16" fmla="*/ 0 w 33"/>
                  <a:gd name="T17" fmla="*/ 12 h 30"/>
                  <a:gd name="T18" fmla="*/ 3 w 33"/>
                  <a:gd name="T19" fmla="*/ 24 h 30"/>
                  <a:gd name="T20" fmla="*/ 33 w 33"/>
                  <a:gd name="T21" fmla="*/ 30 h 30"/>
                  <a:gd name="T22" fmla="*/ 22 w 33"/>
                  <a:gd name="T23"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0">
                    <a:moveTo>
                      <a:pt x="22" y="2"/>
                    </a:moveTo>
                    <a:cubicBezTo>
                      <a:pt x="19" y="4"/>
                      <a:pt x="14" y="3"/>
                      <a:pt x="10" y="0"/>
                    </a:cubicBezTo>
                    <a:cubicBezTo>
                      <a:pt x="10" y="0"/>
                      <a:pt x="10" y="0"/>
                      <a:pt x="10" y="0"/>
                    </a:cubicBezTo>
                    <a:cubicBezTo>
                      <a:pt x="10" y="1"/>
                      <a:pt x="10" y="1"/>
                      <a:pt x="10" y="1"/>
                    </a:cubicBezTo>
                    <a:cubicBezTo>
                      <a:pt x="10" y="0"/>
                      <a:pt x="10" y="0"/>
                      <a:pt x="10" y="0"/>
                    </a:cubicBezTo>
                    <a:cubicBezTo>
                      <a:pt x="14" y="5"/>
                      <a:pt x="15" y="10"/>
                      <a:pt x="13" y="13"/>
                    </a:cubicBezTo>
                    <a:cubicBezTo>
                      <a:pt x="10" y="16"/>
                      <a:pt x="4" y="15"/>
                      <a:pt x="0" y="12"/>
                    </a:cubicBezTo>
                    <a:cubicBezTo>
                      <a:pt x="0" y="12"/>
                      <a:pt x="0" y="12"/>
                      <a:pt x="0" y="12"/>
                    </a:cubicBezTo>
                    <a:cubicBezTo>
                      <a:pt x="0" y="12"/>
                      <a:pt x="0" y="12"/>
                      <a:pt x="0" y="12"/>
                    </a:cubicBezTo>
                    <a:cubicBezTo>
                      <a:pt x="3" y="16"/>
                      <a:pt x="5" y="20"/>
                      <a:pt x="3" y="24"/>
                    </a:cubicBezTo>
                    <a:cubicBezTo>
                      <a:pt x="33" y="30"/>
                      <a:pt x="33" y="30"/>
                      <a:pt x="33" y="30"/>
                    </a:cubicBezTo>
                    <a:lnTo>
                      <a:pt x="22" y="2"/>
                    </a:lnTo>
                    <a:close/>
                  </a:path>
                </a:pathLst>
              </a:custGeom>
              <a:solidFill>
                <a:srgbClr val="F0B1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 name="Freeform 350"/>
              <p:cNvSpPr>
                <a:spLocks/>
              </p:cNvSpPr>
              <p:nvPr/>
            </p:nvSpPr>
            <p:spPr bwMode="auto">
              <a:xfrm>
                <a:off x="1703" y="646"/>
                <a:ext cx="19" cy="18"/>
              </a:xfrm>
              <a:custGeom>
                <a:avLst/>
                <a:gdLst>
                  <a:gd name="T0" fmla="*/ 0 w 15"/>
                  <a:gd name="T1" fmla="*/ 11 h 14"/>
                  <a:gd name="T2" fmla="*/ 15 w 15"/>
                  <a:gd name="T3" fmla="*/ 14 h 14"/>
                  <a:gd name="T4" fmla="*/ 9 w 15"/>
                  <a:gd name="T5" fmla="*/ 0 h 14"/>
                  <a:gd name="T6" fmla="*/ 4 w 15"/>
                  <a:gd name="T7" fmla="*/ 5 h 14"/>
                  <a:gd name="T8" fmla="*/ 0 w 15"/>
                  <a:gd name="T9" fmla="*/ 11 h 14"/>
                </a:gdLst>
                <a:ahLst/>
                <a:cxnLst>
                  <a:cxn ang="0">
                    <a:pos x="T0" y="T1"/>
                  </a:cxn>
                  <a:cxn ang="0">
                    <a:pos x="T2" y="T3"/>
                  </a:cxn>
                  <a:cxn ang="0">
                    <a:pos x="T4" y="T5"/>
                  </a:cxn>
                  <a:cxn ang="0">
                    <a:pos x="T6" y="T7"/>
                  </a:cxn>
                  <a:cxn ang="0">
                    <a:pos x="T8" y="T9"/>
                  </a:cxn>
                </a:cxnLst>
                <a:rect l="0" t="0" r="r" b="b"/>
                <a:pathLst>
                  <a:path w="15" h="14">
                    <a:moveTo>
                      <a:pt x="0" y="11"/>
                    </a:moveTo>
                    <a:cubicBezTo>
                      <a:pt x="15" y="14"/>
                      <a:pt x="15" y="14"/>
                      <a:pt x="15" y="14"/>
                    </a:cubicBezTo>
                    <a:cubicBezTo>
                      <a:pt x="9" y="0"/>
                      <a:pt x="9" y="0"/>
                      <a:pt x="9" y="0"/>
                    </a:cubicBezTo>
                    <a:cubicBezTo>
                      <a:pt x="7" y="2"/>
                      <a:pt x="5" y="3"/>
                      <a:pt x="4" y="5"/>
                    </a:cubicBezTo>
                    <a:cubicBezTo>
                      <a:pt x="2" y="7"/>
                      <a:pt x="1" y="9"/>
                      <a:pt x="0" y="11"/>
                    </a:cubicBezTo>
                    <a:close/>
                  </a:path>
                </a:pathLst>
              </a:custGeom>
              <a:solidFill>
                <a:srgbClr val="10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 name="Freeform 351"/>
              <p:cNvSpPr>
                <a:spLocks/>
              </p:cNvSpPr>
              <p:nvPr/>
            </p:nvSpPr>
            <p:spPr bwMode="auto">
              <a:xfrm>
                <a:off x="1398" y="410"/>
                <a:ext cx="18" cy="16"/>
              </a:xfrm>
              <a:custGeom>
                <a:avLst/>
                <a:gdLst>
                  <a:gd name="T0" fmla="*/ 13 w 18"/>
                  <a:gd name="T1" fmla="*/ 16 h 16"/>
                  <a:gd name="T2" fmla="*/ 18 w 18"/>
                  <a:gd name="T3" fmla="*/ 11 h 16"/>
                  <a:gd name="T4" fmla="*/ 5 w 18"/>
                  <a:gd name="T5" fmla="*/ 0 h 16"/>
                  <a:gd name="T6" fmla="*/ 0 w 18"/>
                  <a:gd name="T7" fmla="*/ 6 h 16"/>
                  <a:gd name="T8" fmla="*/ 13 w 18"/>
                  <a:gd name="T9" fmla="*/ 16 h 16"/>
                </a:gdLst>
                <a:ahLst/>
                <a:cxnLst>
                  <a:cxn ang="0">
                    <a:pos x="T0" y="T1"/>
                  </a:cxn>
                  <a:cxn ang="0">
                    <a:pos x="T2" y="T3"/>
                  </a:cxn>
                  <a:cxn ang="0">
                    <a:pos x="T4" y="T5"/>
                  </a:cxn>
                  <a:cxn ang="0">
                    <a:pos x="T6" y="T7"/>
                  </a:cxn>
                  <a:cxn ang="0">
                    <a:pos x="T8" y="T9"/>
                  </a:cxn>
                </a:cxnLst>
                <a:rect l="0" t="0" r="r" b="b"/>
                <a:pathLst>
                  <a:path w="18" h="16">
                    <a:moveTo>
                      <a:pt x="13" y="16"/>
                    </a:moveTo>
                    <a:lnTo>
                      <a:pt x="18" y="11"/>
                    </a:lnTo>
                    <a:lnTo>
                      <a:pt x="5" y="0"/>
                    </a:lnTo>
                    <a:lnTo>
                      <a:pt x="0" y="6"/>
                    </a:lnTo>
                    <a:lnTo>
                      <a:pt x="13" y="16"/>
                    </a:lnTo>
                    <a:close/>
                  </a:path>
                </a:pathLst>
              </a:custGeom>
              <a:solidFill>
                <a:srgbClr val="C62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 name="Freeform 352"/>
              <p:cNvSpPr>
                <a:spLocks/>
              </p:cNvSpPr>
              <p:nvPr/>
            </p:nvSpPr>
            <p:spPr bwMode="auto">
              <a:xfrm>
                <a:off x="1403" y="396"/>
                <a:ext cx="26" cy="25"/>
              </a:xfrm>
              <a:custGeom>
                <a:avLst/>
                <a:gdLst>
                  <a:gd name="T0" fmla="*/ 13 w 26"/>
                  <a:gd name="T1" fmla="*/ 25 h 25"/>
                  <a:gd name="T2" fmla="*/ 26 w 26"/>
                  <a:gd name="T3" fmla="*/ 10 h 25"/>
                  <a:gd name="T4" fmla="*/ 13 w 26"/>
                  <a:gd name="T5" fmla="*/ 0 h 25"/>
                  <a:gd name="T6" fmla="*/ 0 w 26"/>
                  <a:gd name="T7" fmla="*/ 14 h 25"/>
                  <a:gd name="T8" fmla="*/ 13 w 26"/>
                  <a:gd name="T9" fmla="*/ 25 h 25"/>
                </a:gdLst>
                <a:ahLst/>
                <a:cxnLst>
                  <a:cxn ang="0">
                    <a:pos x="T0" y="T1"/>
                  </a:cxn>
                  <a:cxn ang="0">
                    <a:pos x="T2" y="T3"/>
                  </a:cxn>
                  <a:cxn ang="0">
                    <a:pos x="T4" y="T5"/>
                  </a:cxn>
                  <a:cxn ang="0">
                    <a:pos x="T6" y="T7"/>
                  </a:cxn>
                  <a:cxn ang="0">
                    <a:pos x="T8" y="T9"/>
                  </a:cxn>
                </a:cxnLst>
                <a:rect l="0" t="0" r="r" b="b"/>
                <a:pathLst>
                  <a:path w="26" h="25">
                    <a:moveTo>
                      <a:pt x="13" y="25"/>
                    </a:moveTo>
                    <a:lnTo>
                      <a:pt x="26" y="10"/>
                    </a:lnTo>
                    <a:lnTo>
                      <a:pt x="13" y="0"/>
                    </a:lnTo>
                    <a:lnTo>
                      <a:pt x="0" y="14"/>
                    </a:lnTo>
                    <a:lnTo>
                      <a:pt x="13" y="25"/>
                    </a:lnTo>
                    <a:close/>
                  </a:path>
                </a:pathLst>
              </a:custGeom>
              <a:solidFill>
                <a:srgbClr val="F85A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 name="Freeform 353"/>
              <p:cNvSpPr>
                <a:spLocks/>
              </p:cNvSpPr>
              <p:nvPr/>
            </p:nvSpPr>
            <p:spPr bwMode="auto">
              <a:xfrm>
                <a:off x="1416" y="389"/>
                <a:ext cx="18" cy="17"/>
              </a:xfrm>
              <a:custGeom>
                <a:avLst/>
                <a:gdLst>
                  <a:gd name="T0" fmla="*/ 13 w 18"/>
                  <a:gd name="T1" fmla="*/ 17 h 17"/>
                  <a:gd name="T2" fmla="*/ 18 w 18"/>
                  <a:gd name="T3" fmla="*/ 10 h 17"/>
                  <a:gd name="T4" fmla="*/ 5 w 18"/>
                  <a:gd name="T5" fmla="*/ 0 h 17"/>
                  <a:gd name="T6" fmla="*/ 0 w 18"/>
                  <a:gd name="T7" fmla="*/ 7 h 17"/>
                  <a:gd name="T8" fmla="*/ 13 w 18"/>
                  <a:gd name="T9" fmla="*/ 17 h 17"/>
                </a:gdLst>
                <a:ahLst/>
                <a:cxnLst>
                  <a:cxn ang="0">
                    <a:pos x="T0" y="T1"/>
                  </a:cxn>
                  <a:cxn ang="0">
                    <a:pos x="T2" y="T3"/>
                  </a:cxn>
                  <a:cxn ang="0">
                    <a:pos x="T4" y="T5"/>
                  </a:cxn>
                  <a:cxn ang="0">
                    <a:pos x="T6" y="T7"/>
                  </a:cxn>
                  <a:cxn ang="0">
                    <a:pos x="T8" y="T9"/>
                  </a:cxn>
                </a:cxnLst>
                <a:rect l="0" t="0" r="r" b="b"/>
                <a:pathLst>
                  <a:path w="18" h="17">
                    <a:moveTo>
                      <a:pt x="13" y="17"/>
                    </a:moveTo>
                    <a:lnTo>
                      <a:pt x="18" y="10"/>
                    </a:lnTo>
                    <a:lnTo>
                      <a:pt x="5" y="0"/>
                    </a:lnTo>
                    <a:lnTo>
                      <a:pt x="0" y="7"/>
                    </a:lnTo>
                    <a:lnTo>
                      <a:pt x="13" y="17"/>
                    </a:lnTo>
                    <a:close/>
                  </a:path>
                </a:pathLst>
              </a:custGeom>
              <a:solidFill>
                <a:srgbClr val="C62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 name="Freeform 354"/>
              <p:cNvSpPr>
                <a:spLocks noEditPoints="1"/>
              </p:cNvSpPr>
              <p:nvPr/>
            </p:nvSpPr>
            <p:spPr bwMode="auto">
              <a:xfrm>
                <a:off x="1722" y="740"/>
                <a:ext cx="430" cy="49"/>
              </a:xfrm>
              <a:custGeom>
                <a:avLst/>
                <a:gdLst>
                  <a:gd name="T0" fmla="*/ 0 w 340"/>
                  <a:gd name="T1" fmla="*/ 0 h 39"/>
                  <a:gd name="T2" fmla="*/ 0 w 340"/>
                  <a:gd name="T3" fmla="*/ 39 h 39"/>
                  <a:gd name="T4" fmla="*/ 340 w 340"/>
                  <a:gd name="T5" fmla="*/ 39 h 39"/>
                  <a:gd name="T6" fmla="*/ 340 w 340"/>
                  <a:gd name="T7" fmla="*/ 0 h 39"/>
                  <a:gd name="T8" fmla="*/ 0 w 340"/>
                  <a:gd name="T9" fmla="*/ 0 h 39"/>
                  <a:gd name="T10" fmla="*/ 9 w 340"/>
                  <a:gd name="T11" fmla="*/ 26 h 39"/>
                  <a:gd name="T12" fmla="*/ 5 w 340"/>
                  <a:gd name="T13" fmla="*/ 22 h 39"/>
                  <a:gd name="T14" fmla="*/ 9 w 340"/>
                  <a:gd name="T15" fmla="*/ 18 h 39"/>
                  <a:gd name="T16" fmla="*/ 13 w 340"/>
                  <a:gd name="T17" fmla="*/ 22 h 39"/>
                  <a:gd name="T18" fmla="*/ 9 w 340"/>
                  <a:gd name="T19" fmla="*/ 2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0" h="39">
                    <a:moveTo>
                      <a:pt x="0" y="0"/>
                    </a:moveTo>
                    <a:cubicBezTo>
                      <a:pt x="0" y="39"/>
                      <a:pt x="0" y="39"/>
                      <a:pt x="0" y="39"/>
                    </a:cubicBezTo>
                    <a:cubicBezTo>
                      <a:pt x="340" y="39"/>
                      <a:pt x="340" y="39"/>
                      <a:pt x="340" y="39"/>
                    </a:cubicBezTo>
                    <a:cubicBezTo>
                      <a:pt x="340" y="0"/>
                      <a:pt x="340" y="0"/>
                      <a:pt x="340" y="0"/>
                    </a:cubicBezTo>
                    <a:lnTo>
                      <a:pt x="0" y="0"/>
                    </a:lnTo>
                    <a:close/>
                    <a:moveTo>
                      <a:pt x="9" y="26"/>
                    </a:moveTo>
                    <a:cubicBezTo>
                      <a:pt x="7" y="26"/>
                      <a:pt x="5" y="24"/>
                      <a:pt x="5" y="22"/>
                    </a:cubicBezTo>
                    <a:cubicBezTo>
                      <a:pt x="5" y="20"/>
                      <a:pt x="7" y="18"/>
                      <a:pt x="9" y="18"/>
                    </a:cubicBezTo>
                    <a:cubicBezTo>
                      <a:pt x="11" y="18"/>
                      <a:pt x="13" y="20"/>
                      <a:pt x="13" y="22"/>
                    </a:cubicBezTo>
                    <a:cubicBezTo>
                      <a:pt x="13" y="24"/>
                      <a:pt x="11" y="26"/>
                      <a:pt x="9" y="26"/>
                    </a:cubicBezTo>
                    <a:close/>
                  </a:path>
                </a:pathLst>
              </a:custGeom>
              <a:solidFill>
                <a:srgbClr val="F5E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 name="Rectangle 355"/>
              <p:cNvSpPr>
                <a:spLocks noChangeArrowheads="1"/>
              </p:cNvSpPr>
              <p:nvPr/>
            </p:nvSpPr>
            <p:spPr bwMode="auto">
              <a:xfrm>
                <a:off x="1722" y="740"/>
                <a:ext cx="430" cy="13"/>
              </a:xfrm>
              <a:prstGeom prst="rect">
                <a:avLst/>
              </a:prstGeom>
              <a:solidFill>
                <a:srgbClr val="FFD4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 name="Rectangle 356"/>
              <p:cNvSpPr>
                <a:spLocks noChangeArrowheads="1"/>
              </p:cNvSpPr>
              <p:nvPr/>
            </p:nvSpPr>
            <p:spPr bwMode="auto">
              <a:xfrm>
                <a:off x="1722" y="781"/>
                <a:ext cx="430" cy="8"/>
              </a:xfrm>
              <a:prstGeom prst="rect">
                <a:avLst/>
              </a:prstGeom>
              <a:solidFill>
                <a:srgbClr val="FFD4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 name="Rectangle 357"/>
              <p:cNvSpPr>
                <a:spLocks noChangeArrowheads="1"/>
              </p:cNvSpPr>
              <p:nvPr/>
            </p:nvSpPr>
            <p:spPr bwMode="auto">
              <a:xfrm>
                <a:off x="1728"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 name="Rectangle 358"/>
              <p:cNvSpPr>
                <a:spLocks noChangeArrowheads="1"/>
              </p:cNvSpPr>
              <p:nvPr/>
            </p:nvSpPr>
            <p:spPr bwMode="auto">
              <a:xfrm>
                <a:off x="1742"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 name="Rectangle 359"/>
              <p:cNvSpPr>
                <a:spLocks noChangeArrowheads="1"/>
              </p:cNvSpPr>
              <p:nvPr/>
            </p:nvSpPr>
            <p:spPr bwMode="auto">
              <a:xfrm>
                <a:off x="1756"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 name="Rectangle 360"/>
              <p:cNvSpPr>
                <a:spLocks noChangeArrowheads="1"/>
              </p:cNvSpPr>
              <p:nvPr/>
            </p:nvSpPr>
            <p:spPr bwMode="auto">
              <a:xfrm>
                <a:off x="1770"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 name="Rectangle 361"/>
              <p:cNvSpPr>
                <a:spLocks noChangeArrowheads="1"/>
              </p:cNvSpPr>
              <p:nvPr/>
            </p:nvSpPr>
            <p:spPr bwMode="auto">
              <a:xfrm>
                <a:off x="1784"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 name="Rectangle 362"/>
              <p:cNvSpPr>
                <a:spLocks noChangeArrowheads="1"/>
              </p:cNvSpPr>
              <p:nvPr/>
            </p:nvSpPr>
            <p:spPr bwMode="auto">
              <a:xfrm>
                <a:off x="1798"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 name="Rectangle 363"/>
              <p:cNvSpPr>
                <a:spLocks noChangeArrowheads="1"/>
              </p:cNvSpPr>
              <p:nvPr/>
            </p:nvSpPr>
            <p:spPr bwMode="auto">
              <a:xfrm>
                <a:off x="1812"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 name="Rectangle 364"/>
              <p:cNvSpPr>
                <a:spLocks noChangeArrowheads="1"/>
              </p:cNvSpPr>
              <p:nvPr/>
            </p:nvSpPr>
            <p:spPr bwMode="auto">
              <a:xfrm>
                <a:off x="1826"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 name="Rectangle 365"/>
              <p:cNvSpPr>
                <a:spLocks noChangeArrowheads="1"/>
              </p:cNvSpPr>
              <p:nvPr/>
            </p:nvSpPr>
            <p:spPr bwMode="auto">
              <a:xfrm>
                <a:off x="1839" y="740"/>
                <a:ext cx="2"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 name="Rectangle 366"/>
              <p:cNvSpPr>
                <a:spLocks noChangeArrowheads="1"/>
              </p:cNvSpPr>
              <p:nvPr/>
            </p:nvSpPr>
            <p:spPr bwMode="auto">
              <a:xfrm>
                <a:off x="1853"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 name="Rectangle 367"/>
              <p:cNvSpPr>
                <a:spLocks noChangeArrowheads="1"/>
              </p:cNvSpPr>
              <p:nvPr/>
            </p:nvSpPr>
            <p:spPr bwMode="auto">
              <a:xfrm>
                <a:off x="1867"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 name="Rectangle 368"/>
              <p:cNvSpPr>
                <a:spLocks noChangeArrowheads="1"/>
              </p:cNvSpPr>
              <p:nvPr/>
            </p:nvSpPr>
            <p:spPr bwMode="auto">
              <a:xfrm>
                <a:off x="1881"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 name="Rectangle 369"/>
              <p:cNvSpPr>
                <a:spLocks noChangeArrowheads="1"/>
              </p:cNvSpPr>
              <p:nvPr/>
            </p:nvSpPr>
            <p:spPr bwMode="auto">
              <a:xfrm>
                <a:off x="1895"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 name="Rectangle 370"/>
              <p:cNvSpPr>
                <a:spLocks noChangeArrowheads="1"/>
              </p:cNvSpPr>
              <p:nvPr/>
            </p:nvSpPr>
            <p:spPr bwMode="auto">
              <a:xfrm>
                <a:off x="1909"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 name="Rectangle 371"/>
              <p:cNvSpPr>
                <a:spLocks noChangeArrowheads="1"/>
              </p:cNvSpPr>
              <p:nvPr/>
            </p:nvSpPr>
            <p:spPr bwMode="auto">
              <a:xfrm>
                <a:off x="1923"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 name="Rectangle 372"/>
              <p:cNvSpPr>
                <a:spLocks noChangeArrowheads="1"/>
              </p:cNvSpPr>
              <p:nvPr/>
            </p:nvSpPr>
            <p:spPr bwMode="auto">
              <a:xfrm>
                <a:off x="1936"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 name="Rectangle 373"/>
              <p:cNvSpPr>
                <a:spLocks noChangeArrowheads="1"/>
              </p:cNvSpPr>
              <p:nvPr/>
            </p:nvSpPr>
            <p:spPr bwMode="auto">
              <a:xfrm>
                <a:off x="1949" y="740"/>
                <a:ext cx="2"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 name="Rectangle 374"/>
              <p:cNvSpPr>
                <a:spLocks noChangeArrowheads="1"/>
              </p:cNvSpPr>
              <p:nvPr/>
            </p:nvSpPr>
            <p:spPr bwMode="auto">
              <a:xfrm>
                <a:off x="1963" y="740"/>
                <a:ext cx="2"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 name="Rectangle 375"/>
              <p:cNvSpPr>
                <a:spLocks noChangeArrowheads="1"/>
              </p:cNvSpPr>
              <p:nvPr/>
            </p:nvSpPr>
            <p:spPr bwMode="auto">
              <a:xfrm>
                <a:off x="1977" y="740"/>
                <a:ext cx="2"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 name="Rectangle 376"/>
              <p:cNvSpPr>
                <a:spLocks noChangeArrowheads="1"/>
              </p:cNvSpPr>
              <p:nvPr/>
            </p:nvSpPr>
            <p:spPr bwMode="auto">
              <a:xfrm>
                <a:off x="1991"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 name="Rectangle 377"/>
              <p:cNvSpPr>
                <a:spLocks noChangeArrowheads="1"/>
              </p:cNvSpPr>
              <p:nvPr/>
            </p:nvSpPr>
            <p:spPr bwMode="auto">
              <a:xfrm>
                <a:off x="2005"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 name="Rectangle 378"/>
              <p:cNvSpPr>
                <a:spLocks noChangeArrowheads="1"/>
              </p:cNvSpPr>
              <p:nvPr/>
            </p:nvSpPr>
            <p:spPr bwMode="auto">
              <a:xfrm>
                <a:off x="2019"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 name="Rectangle 379"/>
              <p:cNvSpPr>
                <a:spLocks noChangeArrowheads="1"/>
              </p:cNvSpPr>
              <p:nvPr/>
            </p:nvSpPr>
            <p:spPr bwMode="auto">
              <a:xfrm>
                <a:off x="2033"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 name="Rectangle 380"/>
              <p:cNvSpPr>
                <a:spLocks noChangeArrowheads="1"/>
              </p:cNvSpPr>
              <p:nvPr/>
            </p:nvSpPr>
            <p:spPr bwMode="auto">
              <a:xfrm>
                <a:off x="2047"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 name="Rectangle 381"/>
              <p:cNvSpPr>
                <a:spLocks noChangeArrowheads="1"/>
              </p:cNvSpPr>
              <p:nvPr/>
            </p:nvSpPr>
            <p:spPr bwMode="auto">
              <a:xfrm>
                <a:off x="2061"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 name="Rectangle 382"/>
              <p:cNvSpPr>
                <a:spLocks noChangeArrowheads="1"/>
              </p:cNvSpPr>
              <p:nvPr/>
            </p:nvSpPr>
            <p:spPr bwMode="auto">
              <a:xfrm>
                <a:off x="2075"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 name="Rectangle 383"/>
              <p:cNvSpPr>
                <a:spLocks noChangeArrowheads="1"/>
              </p:cNvSpPr>
              <p:nvPr/>
            </p:nvSpPr>
            <p:spPr bwMode="auto">
              <a:xfrm>
                <a:off x="2089"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 name="Rectangle 384"/>
              <p:cNvSpPr>
                <a:spLocks noChangeArrowheads="1"/>
              </p:cNvSpPr>
              <p:nvPr/>
            </p:nvSpPr>
            <p:spPr bwMode="auto">
              <a:xfrm>
                <a:off x="2102" y="740"/>
                <a:ext cx="2"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 name="Rectangle 385"/>
              <p:cNvSpPr>
                <a:spLocks noChangeArrowheads="1"/>
              </p:cNvSpPr>
              <p:nvPr/>
            </p:nvSpPr>
            <p:spPr bwMode="auto">
              <a:xfrm>
                <a:off x="2116" y="740"/>
                <a:ext cx="2"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 name="Rectangle 386"/>
              <p:cNvSpPr>
                <a:spLocks noChangeArrowheads="1"/>
              </p:cNvSpPr>
              <p:nvPr/>
            </p:nvSpPr>
            <p:spPr bwMode="auto">
              <a:xfrm>
                <a:off x="2130"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 name="Rectangle 387"/>
              <p:cNvSpPr>
                <a:spLocks noChangeArrowheads="1"/>
              </p:cNvSpPr>
              <p:nvPr/>
            </p:nvSpPr>
            <p:spPr bwMode="auto">
              <a:xfrm>
                <a:off x="2144" y="740"/>
                <a:ext cx="1" cy="8"/>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 name="Rectangle 388"/>
              <p:cNvSpPr>
                <a:spLocks noChangeArrowheads="1"/>
              </p:cNvSpPr>
              <p:nvPr/>
            </p:nvSpPr>
            <p:spPr bwMode="auto">
              <a:xfrm>
                <a:off x="1736"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 name="Rectangle 389"/>
              <p:cNvSpPr>
                <a:spLocks noChangeArrowheads="1"/>
              </p:cNvSpPr>
              <p:nvPr/>
            </p:nvSpPr>
            <p:spPr bwMode="auto">
              <a:xfrm>
                <a:off x="1750"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 name="Rectangle 390"/>
              <p:cNvSpPr>
                <a:spLocks noChangeArrowheads="1"/>
              </p:cNvSpPr>
              <p:nvPr/>
            </p:nvSpPr>
            <p:spPr bwMode="auto">
              <a:xfrm>
                <a:off x="1764" y="740"/>
                <a:ext cx="1" cy="3"/>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 name="Rectangle 391"/>
              <p:cNvSpPr>
                <a:spLocks noChangeArrowheads="1"/>
              </p:cNvSpPr>
              <p:nvPr/>
            </p:nvSpPr>
            <p:spPr bwMode="auto">
              <a:xfrm>
                <a:off x="1778"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 name="Rectangle 392"/>
              <p:cNvSpPr>
                <a:spLocks noChangeArrowheads="1"/>
              </p:cNvSpPr>
              <p:nvPr/>
            </p:nvSpPr>
            <p:spPr bwMode="auto">
              <a:xfrm>
                <a:off x="1791"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 name="Rectangle 393"/>
              <p:cNvSpPr>
                <a:spLocks noChangeArrowheads="1"/>
              </p:cNvSpPr>
              <p:nvPr/>
            </p:nvSpPr>
            <p:spPr bwMode="auto">
              <a:xfrm>
                <a:off x="1804"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 name="Rectangle 394"/>
              <p:cNvSpPr>
                <a:spLocks noChangeArrowheads="1"/>
              </p:cNvSpPr>
              <p:nvPr/>
            </p:nvSpPr>
            <p:spPr bwMode="auto">
              <a:xfrm>
                <a:off x="1818"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 name="Rectangle 395"/>
              <p:cNvSpPr>
                <a:spLocks noChangeArrowheads="1"/>
              </p:cNvSpPr>
              <p:nvPr/>
            </p:nvSpPr>
            <p:spPr bwMode="auto">
              <a:xfrm>
                <a:off x="1832"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 name="Rectangle 396"/>
              <p:cNvSpPr>
                <a:spLocks noChangeArrowheads="1"/>
              </p:cNvSpPr>
              <p:nvPr/>
            </p:nvSpPr>
            <p:spPr bwMode="auto">
              <a:xfrm>
                <a:off x="1846"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 name="Rectangle 397"/>
              <p:cNvSpPr>
                <a:spLocks noChangeArrowheads="1"/>
              </p:cNvSpPr>
              <p:nvPr/>
            </p:nvSpPr>
            <p:spPr bwMode="auto">
              <a:xfrm>
                <a:off x="1860"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 name="Rectangle 398"/>
              <p:cNvSpPr>
                <a:spLocks noChangeArrowheads="1"/>
              </p:cNvSpPr>
              <p:nvPr/>
            </p:nvSpPr>
            <p:spPr bwMode="auto">
              <a:xfrm>
                <a:off x="1874"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 name="Rectangle 399"/>
              <p:cNvSpPr>
                <a:spLocks noChangeArrowheads="1"/>
              </p:cNvSpPr>
              <p:nvPr/>
            </p:nvSpPr>
            <p:spPr bwMode="auto">
              <a:xfrm>
                <a:off x="1887" y="740"/>
                <a:ext cx="2"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 name="Rectangle 400"/>
              <p:cNvSpPr>
                <a:spLocks noChangeArrowheads="1"/>
              </p:cNvSpPr>
              <p:nvPr/>
            </p:nvSpPr>
            <p:spPr bwMode="auto">
              <a:xfrm>
                <a:off x="1901" y="740"/>
                <a:ext cx="2"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 name="Rectangle 401"/>
              <p:cNvSpPr>
                <a:spLocks noChangeArrowheads="1"/>
              </p:cNvSpPr>
              <p:nvPr/>
            </p:nvSpPr>
            <p:spPr bwMode="auto">
              <a:xfrm>
                <a:off x="1915" y="740"/>
                <a:ext cx="2"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 name="Rectangle 402"/>
              <p:cNvSpPr>
                <a:spLocks noChangeArrowheads="1"/>
              </p:cNvSpPr>
              <p:nvPr/>
            </p:nvSpPr>
            <p:spPr bwMode="auto">
              <a:xfrm>
                <a:off x="1929"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 name="Rectangle 403"/>
              <p:cNvSpPr>
                <a:spLocks noChangeArrowheads="1"/>
              </p:cNvSpPr>
              <p:nvPr/>
            </p:nvSpPr>
            <p:spPr bwMode="auto">
              <a:xfrm>
                <a:off x="1943"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 name="Rectangle 404"/>
              <p:cNvSpPr>
                <a:spLocks noChangeArrowheads="1"/>
              </p:cNvSpPr>
              <p:nvPr/>
            </p:nvSpPr>
            <p:spPr bwMode="auto">
              <a:xfrm>
                <a:off x="1957"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 name="Rectangle 405"/>
              <p:cNvSpPr>
                <a:spLocks noChangeArrowheads="1"/>
              </p:cNvSpPr>
              <p:nvPr/>
            </p:nvSpPr>
            <p:spPr bwMode="auto">
              <a:xfrm>
                <a:off x="1971"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5" name="Rectangle 407"/>
            <p:cNvSpPr>
              <a:spLocks noChangeArrowheads="1"/>
            </p:cNvSpPr>
            <p:nvPr/>
          </p:nvSpPr>
          <p:spPr bwMode="auto">
            <a:xfrm>
              <a:off x="1985"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Rectangle 408"/>
            <p:cNvSpPr>
              <a:spLocks noChangeArrowheads="1"/>
            </p:cNvSpPr>
            <p:nvPr/>
          </p:nvSpPr>
          <p:spPr bwMode="auto">
            <a:xfrm>
              <a:off x="1999"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Rectangle 409"/>
            <p:cNvSpPr>
              <a:spLocks noChangeArrowheads="1"/>
            </p:cNvSpPr>
            <p:nvPr/>
          </p:nvSpPr>
          <p:spPr bwMode="auto">
            <a:xfrm>
              <a:off x="2013"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Rectangle 410"/>
            <p:cNvSpPr>
              <a:spLocks noChangeArrowheads="1"/>
            </p:cNvSpPr>
            <p:nvPr/>
          </p:nvSpPr>
          <p:spPr bwMode="auto">
            <a:xfrm>
              <a:off x="2027"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Rectangle 411"/>
            <p:cNvSpPr>
              <a:spLocks noChangeArrowheads="1"/>
            </p:cNvSpPr>
            <p:nvPr/>
          </p:nvSpPr>
          <p:spPr bwMode="auto">
            <a:xfrm>
              <a:off x="2040"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Rectangle 412"/>
            <p:cNvSpPr>
              <a:spLocks noChangeArrowheads="1"/>
            </p:cNvSpPr>
            <p:nvPr/>
          </p:nvSpPr>
          <p:spPr bwMode="auto">
            <a:xfrm>
              <a:off x="2054"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Rectangle 413"/>
            <p:cNvSpPr>
              <a:spLocks noChangeArrowheads="1"/>
            </p:cNvSpPr>
            <p:nvPr/>
          </p:nvSpPr>
          <p:spPr bwMode="auto">
            <a:xfrm>
              <a:off x="2068"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Rectangle 414"/>
            <p:cNvSpPr>
              <a:spLocks noChangeArrowheads="1"/>
            </p:cNvSpPr>
            <p:nvPr/>
          </p:nvSpPr>
          <p:spPr bwMode="auto">
            <a:xfrm>
              <a:off x="2082"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Rectangle 415"/>
            <p:cNvSpPr>
              <a:spLocks noChangeArrowheads="1"/>
            </p:cNvSpPr>
            <p:nvPr/>
          </p:nvSpPr>
          <p:spPr bwMode="auto">
            <a:xfrm>
              <a:off x="2096"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Rectangle 416"/>
            <p:cNvSpPr>
              <a:spLocks noChangeArrowheads="1"/>
            </p:cNvSpPr>
            <p:nvPr/>
          </p:nvSpPr>
          <p:spPr bwMode="auto">
            <a:xfrm>
              <a:off x="2110"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Rectangle 417"/>
            <p:cNvSpPr>
              <a:spLocks noChangeArrowheads="1"/>
            </p:cNvSpPr>
            <p:nvPr/>
          </p:nvSpPr>
          <p:spPr bwMode="auto">
            <a:xfrm>
              <a:off x="2124"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Rectangle 418"/>
            <p:cNvSpPr>
              <a:spLocks noChangeArrowheads="1"/>
            </p:cNvSpPr>
            <p:nvPr/>
          </p:nvSpPr>
          <p:spPr bwMode="auto">
            <a:xfrm>
              <a:off x="2138" y="740"/>
              <a:ext cx="1" cy="5"/>
            </a:xfrm>
            <a:prstGeom prst="rect">
              <a:avLst/>
            </a:prstGeom>
            <a:solidFill>
              <a:srgbClr val="353F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419"/>
            <p:cNvSpPr>
              <a:spLocks/>
            </p:cNvSpPr>
            <p:nvPr/>
          </p:nvSpPr>
          <p:spPr bwMode="auto">
            <a:xfrm>
              <a:off x="410" y="1604"/>
              <a:ext cx="461" cy="202"/>
            </a:xfrm>
            <a:custGeom>
              <a:avLst/>
              <a:gdLst>
                <a:gd name="T0" fmla="*/ 356 w 365"/>
                <a:gd name="T1" fmla="*/ 159 h 160"/>
                <a:gd name="T2" fmla="*/ 353 w 365"/>
                <a:gd name="T3" fmla="*/ 158 h 160"/>
                <a:gd name="T4" fmla="*/ 306 w 365"/>
                <a:gd name="T5" fmla="*/ 114 h 160"/>
                <a:gd name="T6" fmla="*/ 276 w 365"/>
                <a:gd name="T7" fmla="*/ 92 h 160"/>
                <a:gd name="T8" fmla="*/ 241 w 365"/>
                <a:gd name="T9" fmla="*/ 78 h 160"/>
                <a:gd name="T10" fmla="*/ 0 w 365"/>
                <a:gd name="T11" fmla="*/ 13 h 160"/>
                <a:gd name="T12" fmla="*/ 3 w 365"/>
                <a:gd name="T13" fmla="*/ 0 h 160"/>
                <a:gd name="T14" fmla="*/ 245 w 365"/>
                <a:gd name="T15" fmla="*/ 65 h 160"/>
                <a:gd name="T16" fmla="*/ 282 w 365"/>
                <a:gd name="T17" fmla="*/ 80 h 160"/>
                <a:gd name="T18" fmla="*/ 315 w 365"/>
                <a:gd name="T19" fmla="*/ 104 h 160"/>
                <a:gd name="T20" fmla="*/ 362 w 365"/>
                <a:gd name="T21" fmla="*/ 148 h 160"/>
                <a:gd name="T22" fmla="*/ 362 w 365"/>
                <a:gd name="T23" fmla="*/ 158 h 160"/>
                <a:gd name="T24" fmla="*/ 356 w 365"/>
                <a:gd name="T25" fmla="*/ 159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5" h="160">
                  <a:moveTo>
                    <a:pt x="356" y="159"/>
                  </a:moveTo>
                  <a:cubicBezTo>
                    <a:pt x="355" y="159"/>
                    <a:pt x="354" y="159"/>
                    <a:pt x="353" y="158"/>
                  </a:cubicBezTo>
                  <a:cubicBezTo>
                    <a:pt x="306" y="114"/>
                    <a:pt x="306" y="114"/>
                    <a:pt x="306" y="114"/>
                  </a:cubicBezTo>
                  <a:cubicBezTo>
                    <a:pt x="297" y="105"/>
                    <a:pt x="287" y="98"/>
                    <a:pt x="276" y="92"/>
                  </a:cubicBezTo>
                  <a:cubicBezTo>
                    <a:pt x="265" y="86"/>
                    <a:pt x="253" y="81"/>
                    <a:pt x="241" y="78"/>
                  </a:cubicBezTo>
                  <a:cubicBezTo>
                    <a:pt x="0" y="13"/>
                    <a:pt x="0" y="13"/>
                    <a:pt x="0" y="13"/>
                  </a:cubicBezTo>
                  <a:cubicBezTo>
                    <a:pt x="3" y="0"/>
                    <a:pt x="3" y="0"/>
                    <a:pt x="3" y="0"/>
                  </a:cubicBezTo>
                  <a:cubicBezTo>
                    <a:pt x="245" y="65"/>
                    <a:pt x="245" y="65"/>
                    <a:pt x="245" y="65"/>
                  </a:cubicBezTo>
                  <a:cubicBezTo>
                    <a:pt x="258" y="68"/>
                    <a:pt x="271" y="73"/>
                    <a:pt x="282" y="80"/>
                  </a:cubicBezTo>
                  <a:cubicBezTo>
                    <a:pt x="294" y="86"/>
                    <a:pt x="305" y="94"/>
                    <a:pt x="315" y="104"/>
                  </a:cubicBezTo>
                  <a:cubicBezTo>
                    <a:pt x="362" y="148"/>
                    <a:pt x="362" y="148"/>
                    <a:pt x="362" y="148"/>
                  </a:cubicBezTo>
                  <a:cubicBezTo>
                    <a:pt x="365" y="151"/>
                    <a:pt x="365" y="155"/>
                    <a:pt x="362" y="158"/>
                  </a:cubicBezTo>
                  <a:cubicBezTo>
                    <a:pt x="361" y="159"/>
                    <a:pt x="358" y="160"/>
                    <a:pt x="356" y="159"/>
                  </a:cubicBezTo>
                  <a:close/>
                </a:path>
              </a:pathLst>
            </a:custGeom>
            <a:solidFill>
              <a:srgbClr val="506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420"/>
            <p:cNvSpPr>
              <a:spLocks/>
            </p:cNvSpPr>
            <p:nvPr/>
          </p:nvSpPr>
          <p:spPr bwMode="auto">
            <a:xfrm>
              <a:off x="377" y="1638"/>
              <a:ext cx="494" cy="105"/>
            </a:xfrm>
            <a:custGeom>
              <a:avLst/>
              <a:gdLst>
                <a:gd name="T0" fmla="*/ 6 w 391"/>
                <a:gd name="T1" fmla="*/ 32 h 83"/>
                <a:gd name="T2" fmla="*/ 9 w 391"/>
                <a:gd name="T3" fmla="*/ 32 h 83"/>
                <a:gd name="T4" fmla="*/ 72 w 391"/>
                <a:gd name="T5" fmla="*/ 17 h 83"/>
                <a:gd name="T6" fmla="*/ 109 w 391"/>
                <a:gd name="T7" fmla="*/ 13 h 83"/>
                <a:gd name="T8" fmla="*/ 146 w 391"/>
                <a:gd name="T9" fmla="*/ 18 h 83"/>
                <a:gd name="T10" fmla="*/ 388 w 391"/>
                <a:gd name="T11" fmla="*/ 83 h 83"/>
                <a:gd name="T12" fmla="*/ 391 w 391"/>
                <a:gd name="T13" fmla="*/ 70 h 83"/>
                <a:gd name="T14" fmla="*/ 149 w 391"/>
                <a:gd name="T15" fmla="*/ 5 h 83"/>
                <a:gd name="T16" fmla="*/ 109 w 391"/>
                <a:gd name="T17" fmla="*/ 0 h 83"/>
                <a:gd name="T18" fmla="*/ 69 w 391"/>
                <a:gd name="T19" fmla="*/ 4 h 83"/>
                <a:gd name="T20" fmla="*/ 6 w 391"/>
                <a:gd name="T21" fmla="*/ 19 h 83"/>
                <a:gd name="T22" fmla="*/ 1 w 391"/>
                <a:gd name="T23" fmla="*/ 27 h 83"/>
                <a:gd name="T24" fmla="*/ 6 w 391"/>
                <a:gd name="T25" fmla="*/ 3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83">
                  <a:moveTo>
                    <a:pt x="6" y="32"/>
                  </a:moveTo>
                  <a:cubicBezTo>
                    <a:pt x="7" y="32"/>
                    <a:pt x="8" y="32"/>
                    <a:pt x="9" y="32"/>
                  </a:cubicBezTo>
                  <a:cubicBezTo>
                    <a:pt x="72" y="17"/>
                    <a:pt x="72" y="17"/>
                    <a:pt x="72" y="17"/>
                  </a:cubicBezTo>
                  <a:cubicBezTo>
                    <a:pt x="84" y="14"/>
                    <a:pt x="97" y="13"/>
                    <a:pt x="109" y="13"/>
                  </a:cubicBezTo>
                  <a:cubicBezTo>
                    <a:pt x="122" y="13"/>
                    <a:pt x="134" y="15"/>
                    <a:pt x="146" y="18"/>
                  </a:cubicBezTo>
                  <a:cubicBezTo>
                    <a:pt x="388" y="83"/>
                    <a:pt x="388" y="83"/>
                    <a:pt x="388" y="83"/>
                  </a:cubicBezTo>
                  <a:cubicBezTo>
                    <a:pt x="391" y="70"/>
                    <a:pt x="391" y="70"/>
                    <a:pt x="391" y="70"/>
                  </a:cubicBezTo>
                  <a:cubicBezTo>
                    <a:pt x="149" y="5"/>
                    <a:pt x="149" y="5"/>
                    <a:pt x="149" y="5"/>
                  </a:cubicBezTo>
                  <a:cubicBezTo>
                    <a:pt x="136" y="2"/>
                    <a:pt x="123" y="0"/>
                    <a:pt x="109" y="0"/>
                  </a:cubicBezTo>
                  <a:cubicBezTo>
                    <a:pt x="96" y="0"/>
                    <a:pt x="82" y="1"/>
                    <a:pt x="69" y="4"/>
                  </a:cubicBezTo>
                  <a:cubicBezTo>
                    <a:pt x="6" y="19"/>
                    <a:pt x="6" y="19"/>
                    <a:pt x="6" y="19"/>
                  </a:cubicBezTo>
                  <a:cubicBezTo>
                    <a:pt x="3" y="20"/>
                    <a:pt x="0" y="24"/>
                    <a:pt x="1" y="27"/>
                  </a:cubicBezTo>
                  <a:cubicBezTo>
                    <a:pt x="2" y="30"/>
                    <a:pt x="4" y="32"/>
                    <a:pt x="6" y="32"/>
                  </a:cubicBezTo>
                  <a:close/>
                </a:path>
              </a:pathLst>
            </a:custGeom>
            <a:solidFill>
              <a:srgbClr val="506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421"/>
            <p:cNvSpPr>
              <a:spLocks/>
            </p:cNvSpPr>
            <p:nvPr/>
          </p:nvSpPr>
          <p:spPr bwMode="auto">
            <a:xfrm>
              <a:off x="601" y="1634"/>
              <a:ext cx="82" cy="55"/>
            </a:xfrm>
            <a:custGeom>
              <a:avLst/>
              <a:gdLst>
                <a:gd name="T0" fmla="*/ 13 w 65"/>
                <a:gd name="T1" fmla="*/ 30 h 43"/>
                <a:gd name="T2" fmla="*/ 13 w 65"/>
                <a:gd name="T3" fmla="*/ 30 h 43"/>
                <a:gd name="T4" fmla="*/ 35 w 65"/>
                <a:gd name="T5" fmla="*/ 18 h 43"/>
                <a:gd name="T6" fmla="*/ 48 w 65"/>
                <a:gd name="T7" fmla="*/ 40 h 43"/>
                <a:gd name="T8" fmla="*/ 61 w 65"/>
                <a:gd name="T9" fmla="*/ 43 h 43"/>
                <a:gd name="T10" fmla="*/ 38 w 65"/>
                <a:gd name="T11" fmla="*/ 5 h 43"/>
                <a:gd name="T12" fmla="*/ 0 w 65"/>
                <a:gd name="T13" fmla="*/ 27 h 43"/>
                <a:gd name="T14" fmla="*/ 13 w 65"/>
                <a:gd name="T15" fmla="*/ 30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43">
                  <a:moveTo>
                    <a:pt x="13" y="30"/>
                  </a:moveTo>
                  <a:cubicBezTo>
                    <a:pt x="13" y="30"/>
                    <a:pt x="13" y="30"/>
                    <a:pt x="13" y="30"/>
                  </a:cubicBezTo>
                  <a:cubicBezTo>
                    <a:pt x="16" y="21"/>
                    <a:pt x="25" y="15"/>
                    <a:pt x="35" y="18"/>
                  </a:cubicBezTo>
                  <a:cubicBezTo>
                    <a:pt x="44" y="20"/>
                    <a:pt x="50" y="30"/>
                    <a:pt x="48" y="40"/>
                  </a:cubicBezTo>
                  <a:cubicBezTo>
                    <a:pt x="61" y="43"/>
                    <a:pt x="61" y="43"/>
                    <a:pt x="61" y="43"/>
                  </a:cubicBezTo>
                  <a:cubicBezTo>
                    <a:pt x="65" y="26"/>
                    <a:pt x="55" y="9"/>
                    <a:pt x="38" y="5"/>
                  </a:cubicBezTo>
                  <a:cubicBezTo>
                    <a:pt x="22" y="0"/>
                    <a:pt x="5" y="10"/>
                    <a:pt x="0" y="27"/>
                  </a:cubicBezTo>
                  <a:lnTo>
                    <a:pt x="13" y="30"/>
                  </a:lnTo>
                  <a:close/>
                </a:path>
              </a:pathLst>
            </a:custGeom>
            <a:solidFill>
              <a:srgbClr val="203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422"/>
            <p:cNvSpPr>
              <a:spLocks/>
            </p:cNvSpPr>
            <p:nvPr/>
          </p:nvSpPr>
          <p:spPr bwMode="auto">
            <a:xfrm>
              <a:off x="415" y="1560"/>
              <a:ext cx="199" cy="162"/>
            </a:xfrm>
            <a:custGeom>
              <a:avLst/>
              <a:gdLst>
                <a:gd name="T0" fmla="*/ 142 w 158"/>
                <a:gd name="T1" fmla="*/ 106 h 128"/>
                <a:gd name="T2" fmla="*/ 110 w 158"/>
                <a:gd name="T3" fmla="*/ 125 h 128"/>
                <a:gd name="T4" fmla="*/ 22 w 158"/>
                <a:gd name="T5" fmla="*/ 101 h 128"/>
                <a:gd name="T6" fmla="*/ 4 w 158"/>
                <a:gd name="T7" fmla="*/ 70 h 128"/>
                <a:gd name="T8" fmla="*/ 17 w 158"/>
                <a:gd name="T9" fmla="*/ 23 h 128"/>
                <a:gd name="T10" fmla="*/ 48 w 158"/>
                <a:gd name="T11" fmla="*/ 4 h 128"/>
                <a:gd name="T12" fmla="*/ 136 w 158"/>
                <a:gd name="T13" fmla="*/ 27 h 128"/>
                <a:gd name="T14" fmla="*/ 154 w 158"/>
                <a:gd name="T15" fmla="*/ 59 h 128"/>
                <a:gd name="T16" fmla="*/ 142 w 158"/>
                <a:gd name="T17"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28">
                  <a:moveTo>
                    <a:pt x="142" y="106"/>
                  </a:moveTo>
                  <a:cubicBezTo>
                    <a:pt x="138" y="120"/>
                    <a:pt x="124" y="128"/>
                    <a:pt x="110" y="125"/>
                  </a:cubicBezTo>
                  <a:cubicBezTo>
                    <a:pt x="22" y="101"/>
                    <a:pt x="22" y="101"/>
                    <a:pt x="22" y="101"/>
                  </a:cubicBezTo>
                  <a:cubicBezTo>
                    <a:pt x="9" y="98"/>
                    <a:pt x="0" y="83"/>
                    <a:pt x="4" y="70"/>
                  </a:cubicBezTo>
                  <a:cubicBezTo>
                    <a:pt x="17" y="23"/>
                    <a:pt x="17" y="23"/>
                    <a:pt x="17" y="23"/>
                  </a:cubicBezTo>
                  <a:cubicBezTo>
                    <a:pt x="20" y="9"/>
                    <a:pt x="35" y="0"/>
                    <a:pt x="48" y="4"/>
                  </a:cubicBezTo>
                  <a:cubicBezTo>
                    <a:pt x="136" y="27"/>
                    <a:pt x="136" y="27"/>
                    <a:pt x="136" y="27"/>
                  </a:cubicBezTo>
                  <a:cubicBezTo>
                    <a:pt x="150" y="31"/>
                    <a:pt x="158" y="45"/>
                    <a:pt x="154" y="59"/>
                  </a:cubicBezTo>
                  <a:lnTo>
                    <a:pt x="142" y="106"/>
                  </a:lnTo>
                  <a:close/>
                </a:path>
              </a:pathLst>
            </a:custGeom>
            <a:solidFill>
              <a:srgbClr val="E1EF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423"/>
            <p:cNvSpPr>
              <a:spLocks/>
            </p:cNvSpPr>
            <p:nvPr/>
          </p:nvSpPr>
          <p:spPr bwMode="auto">
            <a:xfrm>
              <a:off x="493" y="1579"/>
              <a:ext cx="121" cy="143"/>
            </a:xfrm>
            <a:custGeom>
              <a:avLst/>
              <a:gdLst>
                <a:gd name="T0" fmla="*/ 74 w 96"/>
                <a:gd name="T1" fmla="*/ 12 h 113"/>
                <a:gd name="T2" fmla="*/ 26 w 96"/>
                <a:gd name="T3" fmla="*/ 0 h 113"/>
                <a:gd name="T4" fmla="*/ 0 w 96"/>
                <a:gd name="T5" fmla="*/ 97 h 113"/>
                <a:gd name="T6" fmla="*/ 48 w 96"/>
                <a:gd name="T7" fmla="*/ 110 h 113"/>
                <a:gd name="T8" fmla="*/ 80 w 96"/>
                <a:gd name="T9" fmla="*/ 91 h 113"/>
                <a:gd name="T10" fmla="*/ 92 w 96"/>
                <a:gd name="T11" fmla="*/ 44 h 113"/>
                <a:gd name="T12" fmla="*/ 74 w 96"/>
                <a:gd name="T13" fmla="*/ 12 h 113"/>
              </a:gdLst>
              <a:ahLst/>
              <a:cxnLst>
                <a:cxn ang="0">
                  <a:pos x="T0" y="T1"/>
                </a:cxn>
                <a:cxn ang="0">
                  <a:pos x="T2" y="T3"/>
                </a:cxn>
                <a:cxn ang="0">
                  <a:pos x="T4" y="T5"/>
                </a:cxn>
                <a:cxn ang="0">
                  <a:pos x="T6" y="T7"/>
                </a:cxn>
                <a:cxn ang="0">
                  <a:pos x="T8" y="T9"/>
                </a:cxn>
                <a:cxn ang="0">
                  <a:pos x="T10" y="T11"/>
                </a:cxn>
                <a:cxn ang="0">
                  <a:pos x="T12" y="T13"/>
                </a:cxn>
              </a:cxnLst>
              <a:rect l="0" t="0" r="r" b="b"/>
              <a:pathLst>
                <a:path w="96" h="113">
                  <a:moveTo>
                    <a:pt x="74" y="12"/>
                  </a:moveTo>
                  <a:cubicBezTo>
                    <a:pt x="26" y="0"/>
                    <a:pt x="26" y="0"/>
                    <a:pt x="26" y="0"/>
                  </a:cubicBezTo>
                  <a:cubicBezTo>
                    <a:pt x="0" y="97"/>
                    <a:pt x="0" y="97"/>
                    <a:pt x="0" y="97"/>
                  </a:cubicBezTo>
                  <a:cubicBezTo>
                    <a:pt x="48" y="110"/>
                    <a:pt x="48" y="110"/>
                    <a:pt x="48" y="110"/>
                  </a:cubicBezTo>
                  <a:cubicBezTo>
                    <a:pt x="62" y="113"/>
                    <a:pt x="76" y="105"/>
                    <a:pt x="80" y="91"/>
                  </a:cubicBezTo>
                  <a:cubicBezTo>
                    <a:pt x="92" y="44"/>
                    <a:pt x="92" y="44"/>
                    <a:pt x="92" y="44"/>
                  </a:cubicBezTo>
                  <a:cubicBezTo>
                    <a:pt x="96" y="30"/>
                    <a:pt x="88" y="16"/>
                    <a:pt x="74" y="12"/>
                  </a:cubicBezTo>
                  <a:close/>
                </a:path>
              </a:pathLst>
            </a:custGeom>
            <a:solidFill>
              <a:srgbClr val="CEE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424"/>
            <p:cNvSpPr>
              <a:spLocks/>
            </p:cNvSpPr>
            <p:nvPr/>
          </p:nvSpPr>
          <p:spPr bwMode="auto">
            <a:xfrm>
              <a:off x="665" y="1627"/>
              <a:ext cx="200" cy="162"/>
            </a:xfrm>
            <a:custGeom>
              <a:avLst/>
              <a:gdLst>
                <a:gd name="T0" fmla="*/ 141 w 158"/>
                <a:gd name="T1" fmla="*/ 106 h 128"/>
                <a:gd name="T2" fmla="*/ 110 w 158"/>
                <a:gd name="T3" fmla="*/ 124 h 128"/>
                <a:gd name="T4" fmla="*/ 22 w 158"/>
                <a:gd name="T5" fmla="*/ 101 h 128"/>
                <a:gd name="T6" fmla="*/ 4 w 158"/>
                <a:gd name="T7" fmla="*/ 69 h 128"/>
                <a:gd name="T8" fmla="*/ 16 w 158"/>
                <a:gd name="T9" fmla="*/ 22 h 128"/>
                <a:gd name="T10" fmla="*/ 48 w 158"/>
                <a:gd name="T11" fmla="*/ 4 h 128"/>
                <a:gd name="T12" fmla="*/ 136 w 158"/>
                <a:gd name="T13" fmla="*/ 27 h 128"/>
                <a:gd name="T14" fmla="*/ 154 w 158"/>
                <a:gd name="T15" fmla="*/ 59 h 128"/>
                <a:gd name="T16" fmla="*/ 141 w 158"/>
                <a:gd name="T17"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28">
                  <a:moveTo>
                    <a:pt x="141" y="106"/>
                  </a:moveTo>
                  <a:cubicBezTo>
                    <a:pt x="138" y="120"/>
                    <a:pt x="123" y="128"/>
                    <a:pt x="110" y="124"/>
                  </a:cubicBezTo>
                  <a:cubicBezTo>
                    <a:pt x="22" y="101"/>
                    <a:pt x="22" y="101"/>
                    <a:pt x="22" y="101"/>
                  </a:cubicBezTo>
                  <a:cubicBezTo>
                    <a:pt x="8" y="97"/>
                    <a:pt x="0" y="83"/>
                    <a:pt x="4" y="69"/>
                  </a:cubicBezTo>
                  <a:cubicBezTo>
                    <a:pt x="16" y="22"/>
                    <a:pt x="16" y="22"/>
                    <a:pt x="16" y="22"/>
                  </a:cubicBezTo>
                  <a:cubicBezTo>
                    <a:pt x="20" y="9"/>
                    <a:pt x="34" y="0"/>
                    <a:pt x="48" y="4"/>
                  </a:cubicBezTo>
                  <a:cubicBezTo>
                    <a:pt x="136" y="27"/>
                    <a:pt x="136" y="27"/>
                    <a:pt x="136" y="27"/>
                  </a:cubicBezTo>
                  <a:cubicBezTo>
                    <a:pt x="149" y="31"/>
                    <a:pt x="158" y="45"/>
                    <a:pt x="154" y="59"/>
                  </a:cubicBezTo>
                  <a:lnTo>
                    <a:pt x="141" y="106"/>
                  </a:lnTo>
                  <a:close/>
                </a:path>
              </a:pathLst>
            </a:custGeom>
            <a:solidFill>
              <a:srgbClr val="E1EF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425"/>
            <p:cNvSpPr>
              <a:spLocks/>
            </p:cNvSpPr>
            <p:nvPr/>
          </p:nvSpPr>
          <p:spPr bwMode="auto">
            <a:xfrm>
              <a:off x="742" y="1645"/>
              <a:ext cx="123" cy="144"/>
            </a:xfrm>
            <a:custGeom>
              <a:avLst/>
              <a:gdLst>
                <a:gd name="T0" fmla="*/ 75 w 97"/>
                <a:gd name="T1" fmla="*/ 13 h 114"/>
                <a:gd name="T2" fmla="*/ 26 w 97"/>
                <a:gd name="T3" fmla="*/ 0 h 114"/>
                <a:gd name="T4" fmla="*/ 0 w 97"/>
                <a:gd name="T5" fmla="*/ 98 h 114"/>
                <a:gd name="T6" fmla="*/ 49 w 97"/>
                <a:gd name="T7" fmla="*/ 110 h 114"/>
                <a:gd name="T8" fmla="*/ 80 w 97"/>
                <a:gd name="T9" fmla="*/ 92 h 114"/>
                <a:gd name="T10" fmla="*/ 93 w 97"/>
                <a:gd name="T11" fmla="*/ 45 h 114"/>
                <a:gd name="T12" fmla="*/ 75 w 97"/>
                <a:gd name="T13" fmla="*/ 13 h 114"/>
              </a:gdLst>
              <a:ahLst/>
              <a:cxnLst>
                <a:cxn ang="0">
                  <a:pos x="T0" y="T1"/>
                </a:cxn>
                <a:cxn ang="0">
                  <a:pos x="T2" y="T3"/>
                </a:cxn>
                <a:cxn ang="0">
                  <a:pos x="T4" y="T5"/>
                </a:cxn>
                <a:cxn ang="0">
                  <a:pos x="T6" y="T7"/>
                </a:cxn>
                <a:cxn ang="0">
                  <a:pos x="T8" y="T9"/>
                </a:cxn>
                <a:cxn ang="0">
                  <a:pos x="T10" y="T11"/>
                </a:cxn>
                <a:cxn ang="0">
                  <a:pos x="T12" y="T13"/>
                </a:cxn>
              </a:cxnLst>
              <a:rect l="0" t="0" r="r" b="b"/>
              <a:pathLst>
                <a:path w="97" h="114">
                  <a:moveTo>
                    <a:pt x="75" y="13"/>
                  </a:moveTo>
                  <a:cubicBezTo>
                    <a:pt x="26" y="0"/>
                    <a:pt x="26" y="0"/>
                    <a:pt x="26" y="0"/>
                  </a:cubicBezTo>
                  <a:cubicBezTo>
                    <a:pt x="0" y="98"/>
                    <a:pt x="0" y="98"/>
                    <a:pt x="0" y="98"/>
                  </a:cubicBezTo>
                  <a:cubicBezTo>
                    <a:pt x="49" y="110"/>
                    <a:pt x="49" y="110"/>
                    <a:pt x="49" y="110"/>
                  </a:cubicBezTo>
                  <a:cubicBezTo>
                    <a:pt x="62" y="114"/>
                    <a:pt x="77" y="106"/>
                    <a:pt x="80" y="92"/>
                  </a:cubicBezTo>
                  <a:cubicBezTo>
                    <a:pt x="93" y="45"/>
                    <a:pt x="93" y="45"/>
                    <a:pt x="93" y="45"/>
                  </a:cubicBezTo>
                  <a:cubicBezTo>
                    <a:pt x="97" y="31"/>
                    <a:pt x="88" y="17"/>
                    <a:pt x="75" y="13"/>
                  </a:cubicBezTo>
                  <a:close/>
                </a:path>
              </a:pathLst>
            </a:custGeom>
            <a:solidFill>
              <a:srgbClr val="CEE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426"/>
            <p:cNvSpPr>
              <a:spLocks noEditPoints="1"/>
            </p:cNvSpPr>
            <p:nvPr/>
          </p:nvSpPr>
          <p:spPr bwMode="auto">
            <a:xfrm>
              <a:off x="396" y="1541"/>
              <a:ext cx="239" cy="201"/>
            </a:xfrm>
            <a:custGeom>
              <a:avLst/>
              <a:gdLst>
                <a:gd name="T0" fmla="*/ 161 w 189"/>
                <a:gd name="T1" fmla="*/ 31 h 159"/>
                <a:gd name="T2" fmla="*/ 60 w 189"/>
                <a:gd name="T3" fmla="*/ 5 h 159"/>
                <a:gd name="T4" fmla="*/ 20 w 189"/>
                <a:gd name="T5" fmla="*/ 28 h 159"/>
                <a:gd name="T6" fmla="*/ 4 w 189"/>
                <a:gd name="T7" fmla="*/ 87 h 159"/>
                <a:gd name="T8" fmla="*/ 28 w 189"/>
                <a:gd name="T9" fmla="*/ 128 h 159"/>
                <a:gd name="T10" fmla="*/ 128 w 189"/>
                <a:gd name="T11" fmla="*/ 154 h 159"/>
                <a:gd name="T12" fmla="*/ 168 w 189"/>
                <a:gd name="T13" fmla="*/ 131 h 159"/>
                <a:gd name="T14" fmla="*/ 184 w 189"/>
                <a:gd name="T15" fmla="*/ 72 h 159"/>
                <a:gd name="T16" fmla="*/ 161 w 189"/>
                <a:gd name="T17" fmla="*/ 31 h 159"/>
                <a:gd name="T18" fmla="*/ 157 w 189"/>
                <a:gd name="T19" fmla="*/ 121 h 159"/>
                <a:gd name="T20" fmla="*/ 125 w 189"/>
                <a:gd name="T21" fmla="*/ 140 h 159"/>
                <a:gd name="T22" fmla="*/ 37 w 189"/>
                <a:gd name="T23" fmla="*/ 116 h 159"/>
                <a:gd name="T24" fmla="*/ 19 w 189"/>
                <a:gd name="T25" fmla="*/ 85 h 159"/>
                <a:gd name="T26" fmla="*/ 32 w 189"/>
                <a:gd name="T27" fmla="*/ 38 h 159"/>
                <a:gd name="T28" fmla="*/ 63 w 189"/>
                <a:gd name="T29" fmla="*/ 19 h 159"/>
                <a:gd name="T30" fmla="*/ 151 w 189"/>
                <a:gd name="T31" fmla="*/ 42 h 159"/>
                <a:gd name="T32" fmla="*/ 169 w 189"/>
                <a:gd name="T33" fmla="*/ 74 h 159"/>
                <a:gd name="T34" fmla="*/ 157 w 189"/>
                <a:gd name="T35" fmla="*/ 12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59">
                  <a:moveTo>
                    <a:pt x="161" y="31"/>
                  </a:moveTo>
                  <a:cubicBezTo>
                    <a:pt x="60" y="5"/>
                    <a:pt x="60" y="5"/>
                    <a:pt x="60" y="5"/>
                  </a:cubicBezTo>
                  <a:cubicBezTo>
                    <a:pt x="43" y="0"/>
                    <a:pt x="25" y="10"/>
                    <a:pt x="20" y="28"/>
                  </a:cubicBezTo>
                  <a:cubicBezTo>
                    <a:pt x="4" y="87"/>
                    <a:pt x="4" y="87"/>
                    <a:pt x="4" y="87"/>
                  </a:cubicBezTo>
                  <a:cubicBezTo>
                    <a:pt x="0" y="105"/>
                    <a:pt x="10" y="123"/>
                    <a:pt x="28" y="128"/>
                  </a:cubicBezTo>
                  <a:cubicBezTo>
                    <a:pt x="128" y="154"/>
                    <a:pt x="128" y="154"/>
                    <a:pt x="128" y="154"/>
                  </a:cubicBezTo>
                  <a:cubicBezTo>
                    <a:pt x="145" y="159"/>
                    <a:pt x="163" y="148"/>
                    <a:pt x="168" y="131"/>
                  </a:cubicBezTo>
                  <a:cubicBezTo>
                    <a:pt x="184" y="72"/>
                    <a:pt x="184" y="72"/>
                    <a:pt x="184" y="72"/>
                  </a:cubicBezTo>
                  <a:cubicBezTo>
                    <a:pt x="189" y="54"/>
                    <a:pt x="178" y="36"/>
                    <a:pt x="161" y="31"/>
                  </a:cubicBezTo>
                  <a:close/>
                  <a:moveTo>
                    <a:pt x="157" y="121"/>
                  </a:moveTo>
                  <a:cubicBezTo>
                    <a:pt x="153" y="135"/>
                    <a:pt x="139" y="143"/>
                    <a:pt x="125" y="140"/>
                  </a:cubicBezTo>
                  <a:cubicBezTo>
                    <a:pt x="37" y="116"/>
                    <a:pt x="37" y="116"/>
                    <a:pt x="37" y="116"/>
                  </a:cubicBezTo>
                  <a:cubicBezTo>
                    <a:pt x="24" y="113"/>
                    <a:pt x="15" y="98"/>
                    <a:pt x="19" y="85"/>
                  </a:cubicBezTo>
                  <a:cubicBezTo>
                    <a:pt x="32" y="38"/>
                    <a:pt x="32" y="38"/>
                    <a:pt x="32" y="38"/>
                  </a:cubicBezTo>
                  <a:cubicBezTo>
                    <a:pt x="35" y="24"/>
                    <a:pt x="50" y="15"/>
                    <a:pt x="63" y="19"/>
                  </a:cubicBezTo>
                  <a:cubicBezTo>
                    <a:pt x="151" y="42"/>
                    <a:pt x="151" y="42"/>
                    <a:pt x="151" y="42"/>
                  </a:cubicBezTo>
                  <a:cubicBezTo>
                    <a:pt x="165" y="46"/>
                    <a:pt x="173" y="60"/>
                    <a:pt x="169" y="74"/>
                  </a:cubicBezTo>
                  <a:lnTo>
                    <a:pt x="157" y="121"/>
                  </a:lnTo>
                  <a:close/>
                </a:path>
              </a:pathLst>
            </a:custGeom>
            <a:solidFill>
              <a:srgbClr val="2A4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427"/>
            <p:cNvSpPr>
              <a:spLocks noEditPoints="1"/>
            </p:cNvSpPr>
            <p:nvPr/>
          </p:nvSpPr>
          <p:spPr bwMode="auto">
            <a:xfrm>
              <a:off x="645" y="1608"/>
              <a:ext cx="239" cy="201"/>
            </a:xfrm>
            <a:custGeom>
              <a:avLst/>
              <a:gdLst>
                <a:gd name="T0" fmla="*/ 161 w 189"/>
                <a:gd name="T1" fmla="*/ 31 h 159"/>
                <a:gd name="T2" fmla="*/ 61 w 189"/>
                <a:gd name="T3" fmla="*/ 4 h 159"/>
                <a:gd name="T4" fmla="*/ 21 w 189"/>
                <a:gd name="T5" fmla="*/ 28 h 159"/>
                <a:gd name="T6" fmla="*/ 5 w 189"/>
                <a:gd name="T7" fmla="*/ 87 h 159"/>
                <a:gd name="T8" fmla="*/ 28 w 189"/>
                <a:gd name="T9" fmla="*/ 127 h 159"/>
                <a:gd name="T10" fmla="*/ 129 w 189"/>
                <a:gd name="T11" fmla="*/ 154 h 159"/>
                <a:gd name="T12" fmla="*/ 169 w 189"/>
                <a:gd name="T13" fmla="*/ 131 h 159"/>
                <a:gd name="T14" fmla="*/ 185 w 189"/>
                <a:gd name="T15" fmla="*/ 71 h 159"/>
                <a:gd name="T16" fmla="*/ 161 w 189"/>
                <a:gd name="T17" fmla="*/ 31 h 159"/>
                <a:gd name="T18" fmla="*/ 157 w 189"/>
                <a:gd name="T19" fmla="*/ 121 h 159"/>
                <a:gd name="T20" fmla="*/ 126 w 189"/>
                <a:gd name="T21" fmla="*/ 139 h 159"/>
                <a:gd name="T22" fmla="*/ 38 w 189"/>
                <a:gd name="T23" fmla="*/ 116 h 159"/>
                <a:gd name="T24" fmla="*/ 20 w 189"/>
                <a:gd name="T25" fmla="*/ 84 h 159"/>
                <a:gd name="T26" fmla="*/ 32 w 189"/>
                <a:gd name="T27" fmla="*/ 37 h 159"/>
                <a:gd name="T28" fmla="*/ 64 w 189"/>
                <a:gd name="T29" fmla="*/ 19 h 159"/>
                <a:gd name="T30" fmla="*/ 152 w 189"/>
                <a:gd name="T31" fmla="*/ 42 h 159"/>
                <a:gd name="T32" fmla="*/ 170 w 189"/>
                <a:gd name="T33" fmla="*/ 74 h 159"/>
                <a:gd name="T34" fmla="*/ 157 w 189"/>
                <a:gd name="T35" fmla="*/ 12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59">
                  <a:moveTo>
                    <a:pt x="161" y="31"/>
                  </a:moveTo>
                  <a:cubicBezTo>
                    <a:pt x="61" y="4"/>
                    <a:pt x="61" y="4"/>
                    <a:pt x="61" y="4"/>
                  </a:cubicBezTo>
                  <a:cubicBezTo>
                    <a:pt x="44" y="0"/>
                    <a:pt x="26" y="10"/>
                    <a:pt x="21" y="28"/>
                  </a:cubicBezTo>
                  <a:cubicBezTo>
                    <a:pt x="5" y="87"/>
                    <a:pt x="5" y="87"/>
                    <a:pt x="5" y="87"/>
                  </a:cubicBezTo>
                  <a:cubicBezTo>
                    <a:pt x="0" y="104"/>
                    <a:pt x="11" y="123"/>
                    <a:pt x="28" y="127"/>
                  </a:cubicBezTo>
                  <a:cubicBezTo>
                    <a:pt x="129" y="154"/>
                    <a:pt x="129" y="154"/>
                    <a:pt x="129" y="154"/>
                  </a:cubicBezTo>
                  <a:cubicBezTo>
                    <a:pt x="146" y="159"/>
                    <a:pt x="164" y="148"/>
                    <a:pt x="169" y="131"/>
                  </a:cubicBezTo>
                  <a:cubicBezTo>
                    <a:pt x="185" y="71"/>
                    <a:pt x="185" y="71"/>
                    <a:pt x="185" y="71"/>
                  </a:cubicBezTo>
                  <a:cubicBezTo>
                    <a:pt x="189" y="54"/>
                    <a:pt x="179" y="36"/>
                    <a:pt x="161" y="31"/>
                  </a:cubicBezTo>
                  <a:close/>
                  <a:moveTo>
                    <a:pt x="157" y="121"/>
                  </a:moveTo>
                  <a:cubicBezTo>
                    <a:pt x="154" y="135"/>
                    <a:pt x="139" y="143"/>
                    <a:pt x="126" y="139"/>
                  </a:cubicBezTo>
                  <a:cubicBezTo>
                    <a:pt x="38" y="116"/>
                    <a:pt x="38" y="116"/>
                    <a:pt x="38" y="116"/>
                  </a:cubicBezTo>
                  <a:cubicBezTo>
                    <a:pt x="24" y="112"/>
                    <a:pt x="16" y="98"/>
                    <a:pt x="20" y="84"/>
                  </a:cubicBezTo>
                  <a:cubicBezTo>
                    <a:pt x="32" y="37"/>
                    <a:pt x="32" y="37"/>
                    <a:pt x="32" y="37"/>
                  </a:cubicBezTo>
                  <a:cubicBezTo>
                    <a:pt x="36" y="24"/>
                    <a:pt x="50" y="15"/>
                    <a:pt x="64" y="19"/>
                  </a:cubicBezTo>
                  <a:cubicBezTo>
                    <a:pt x="152" y="42"/>
                    <a:pt x="152" y="42"/>
                    <a:pt x="152" y="42"/>
                  </a:cubicBezTo>
                  <a:cubicBezTo>
                    <a:pt x="165" y="46"/>
                    <a:pt x="174" y="60"/>
                    <a:pt x="170" y="74"/>
                  </a:cubicBezTo>
                  <a:lnTo>
                    <a:pt x="157" y="121"/>
                  </a:lnTo>
                  <a:close/>
                </a:path>
              </a:pathLst>
            </a:custGeom>
            <a:solidFill>
              <a:srgbClr val="2A4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428"/>
            <p:cNvSpPr>
              <a:spLocks/>
            </p:cNvSpPr>
            <p:nvPr/>
          </p:nvSpPr>
          <p:spPr bwMode="auto">
            <a:xfrm>
              <a:off x="207" y="569"/>
              <a:ext cx="663" cy="594"/>
            </a:xfrm>
            <a:custGeom>
              <a:avLst/>
              <a:gdLst>
                <a:gd name="T0" fmla="*/ 0 w 663"/>
                <a:gd name="T1" fmla="*/ 341 h 594"/>
                <a:gd name="T2" fmla="*/ 180 w 663"/>
                <a:gd name="T3" fmla="*/ 0 h 594"/>
                <a:gd name="T4" fmla="*/ 663 w 663"/>
                <a:gd name="T5" fmla="*/ 253 h 594"/>
                <a:gd name="T6" fmla="*/ 483 w 663"/>
                <a:gd name="T7" fmla="*/ 594 h 594"/>
                <a:gd name="T8" fmla="*/ 0 w 663"/>
                <a:gd name="T9" fmla="*/ 341 h 594"/>
              </a:gdLst>
              <a:ahLst/>
              <a:cxnLst>
                <a:cxn ang="0">
                  <a:pos x="T0" y="T1"/>
                </a:cxn>
                <a:cxn ang="0">
                  <a:pos x="T2" y="T3"/>
                </a:cxn>
                <a:cxn ang="0">
                  <a:pos x="T4" y="T5"/>
                </a:cxn>
                <a:cxn ang="0">
                  <a:pos x="T6" y="T7"/>
                </a:cxn>
                <a:cxn ang="0">
                  <a:pos x="T8" y="T9"/>
                </a:cxn>
              </a:cxnLst>
              <a:rect l="0" t="0" r="r" b="b"/>
              <a:pathLst>
                <a:path w="663" h="594">
                  <a:moveTo>
                    <a:pt x="0" y="341"/>
                  </a:moveTo>
                  <a:lnTo>
                    <a:pt x="180" y="0"/>
                  </a:lnTo>
                  <a:lnTo>
                    <a:pt x="663" y="253"/>
                  </a:lnTo>
                  <a:lnTo>
                    <a:pt x="483" y="594"/>
                  </a:lnTo>
                  <a:lnTo>
                    <a:pt x="0" y="341"/>
                  </a:lnTo>
                  <a:close/>
                </a:path>
              </a:pathLst>
            </a:custGeom>
            <a:solidFill>
              <a:srgbClr val="E073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429"/>
            <p:cNvSpPr>
              <a:spLocks/>
            </p:cNvSpPr>
            <p:nvPr/>
          </p:nvSpPr>
          <p:spPr bwMode="auto">
            <a:xfrm>
              <a:off x="199" y="910"/>
              <a:ext cx="491" cy="271"/>
            </a:xfrm>
            <a:custGeom>
              <a:avLst/>
              <a:gdLst>
                <a:gd name="T0" fmla="*/ 8 w 491"/>
                <a:gd name="T1" fmla="*/ 0 h 271"/>
                <a:gd name="T2" fmla="*/ 0 w 491"/>
                <a:gd name="T3" fmla="*/ 19 h 271"/>
                <a:gd name="T4" fmla="*/ 482 w 491"/>
                <a:gd name="T5" fmla="*/ 271 h 271"/>
                <a:gd name="T6" fmla="*/ 491 w 491"/>
                <a:gd name="T7" fmla="*/ 253 h 271"/>
                <a:gd name="T8" fmla="*/ 8 w 491"/>
                <a:gd name="T9" fmla="*/ 0 h 271"/>
              </a:gdLst>
              <a:ahLst/>
              <a:cxnLst>
                <a:cxn ang="0">
                  <a:pos x="T0" y="T1"/>
                </a:cxn>
                <a:cxn ang="0">
                  <a:pos x="T2" y="T3"/>
                </a:cxn>
                <a:cxn ang="0">
                  <a:pos x="T4" y="T5"/>
                </a:cxn>
                <a:cxn ang="0">
                  <a:pos x="T6" y="T7"/>
                </a:cxn>
                <a:cxn ang="0">
                  <a:pos x="T8" y="T9"/>
                </a:cxn>
              </a:cxnLst>
              <a:rect l="0" t="0" r="r" b="b"/>
              <a:pathLst>
                <a:path w="491" h="271">
                  <a:moveTo>
                    <a:pt x="8" y="0"/>
                  </a:moveTo>
                  <a:lnTo>
                    <a:pt x="0" y="19"/>
                  </a:lnTo>
                  <a:lnTo>
                    <a:pt x="482" y="271"/>
                  </a:lnTo>
                  <a:lnTo>
                    <a:pt x="491" y="253"/>
                  </a:lnTo>
                  <a:lnTo>
                    <a:pt x="8" y="0"/>
                  </a:lnTo>
                  <a:close/>
                </a:path>
              </a:pathLst>
            </a:custGeom>
            <a:solidFill>
              <a:srgbClr val="C5560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430"/>
            <p:cNvSpPr>
              <a:spLocks/>
            </p:cNvSpPr>
            <p:nvPr/>
          </p:nvSpPr>
          <p:spPr bwMode="auto">
            <a:xfrm>
              <a:off x="238" y="595"/>
              <a:ext cx="601" cy="541"/>
            </a:xfrm>
            <a:custGeom>
              <a:avLst/>
              <a:gdLst>
                <a:gd name="T0" fmla="*/ 3 w 601"/>
                <a:gd name="T1" fmla="*/ 311 h 541"/>
                <a:gd name="T2" fmla="*/ 6 w 601"/>
                <a:gd name="T3" fmla="*/ 313 h 541"/>
                <a:gd name="T4" fmla="*/ 165 w 601"/>
                <a:gd name="T5" fmla="*/ 9 h 541"/>
                <a:gd name="T6" fmla="*/ 594 w 601"/>
                <a:gd name="T7" fmla="*/ 232 h 541"/>
                <a:gd name="T8" fmla="*/ 436 w 601"/>
                <a:gd name="T9" fmla="*/ 534 h 541"/>
                <a:gd name="T10" fmla="*/ 5 w 601"/>
                <a:gd name="T11" fmla="*/ 309 h 541"/>
                <a:gd name="T12" fmla="*/ 3 w 601"/>
                <a:gd name="T13" fmla="*/ 311 h 541"/>
                <a:gd name="T14" fmla="*/ 6 w 601"/>
                <a:gd name="T15" fmla="*/ 313 h 541"/>
                <a:gd name="T16" fmla="*/ 3 w 601"/>
                <a:gd name="T17" fmla="*/ 311 h 541"/>
                <a:gd name="T18" fmla="*/ 2 w 601"/>
                <a:gd name="T19" fmla="*/ 314 h 541"/>
                <a:gd name="T20" fmla="*/ 438 w 601"/>
                <a:gd name="T21" fmla="*/ 541 h 541"/>
                <a:gd name="T22" fmla="*/ 601 w 601"/>
                <a:gd name="T23" fmla="*/ 229 h 541"/>
                <a:gd name="T24" fmla="*/ 163 w 601"/>
                <a:gd name="T25" fmla="*/ 0 h 541"/>
                <a:gd name="T26" fmla="*/ 0 w 601"/>
                <a:gd name="T27" fmla="*/ 313 h 541"/>
                <a:gd name="T28" fmla="*/ 2 w 601"/>
                <a:gd name="T29" fmla="*/ 314 h 541"/>
                <a:gd name="T30" fmla="*/ 3 w 601"/>
                <a:gd name="T31" fmla="*/ 311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01" h="541">
                  <a:moveTo>
                    <a:pt x="3" y="311"/>
                  </a:moveTo>
                  <a:lnTo>
                    <a:pt x="6" y="313"/>
                  </a:lnTo>
                  <a:lnTo>
                    <a:pt x="165" y="9"/>
                  </a:lnTo>
                  <a:lnTo>
                    <a:pt x="594" y="232"/>
                  </a:lnTo>
                  <a:lnTo>
                    <a:pt x="436" y="534"/>
                  </a:lnTo>
                  <a:lnTo>
                    <a:pt x="5" y="309"/>
                  </a:lnTo>
                  <a:lnTo>
                    <a:pt x="3" y="311"/>
                  </a:lnTo>
                  <a:lnTo>
                    <a:pt x="6" y="313"/>
                  </a:lnTo>
                  <a:lnTo>
                    <a:pt x="3" y="311"/>
                  </a:lnTo>
                  <a:lnTo>
                    <a:pt x="2" y="314"/>
                  </a:lnTo>
                  <a:lnTo>
                    <a:pt x="438" y="541"/>
                  </a:lnTo>
                  <a:lnTo>
                    <a:pt x="601" y="229"/>
                  </a:lnTo>
                  <a:lnTo>
                    <a:pt x="163" y="0"/>
                  </a:lnTo>
                  <a:lnTo>
                    <a:pt x="0" y="313"/>
                  </a:lnTo>
                  <a:lnTo>
                    <a:pt x="2" y="314"/>
                  </a:lnTo>
                  <a:lnTo>
                    <a:pt x="3" y="3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431"/>
            <p:cNvSpPr>
              <a:spLocks/>
            </p:cNvSpPr>
            <p:nvPr/>
          </p:nvSpPr>
          <p:spPr bwMode="auto">
            <a:xfrm>
              <a:off x="580" y="823"/>
              <a:ext cx="119" cy="191"/>
            </a:xfrm>
            <a:custGeom>
              <a:avLst/>
              <a:gdLst>
                <a:gd name="T0" fmla="*/ 119 w 119"/>
                <a:gd name="T1" fmla="*/ 14 h 191"/>
                <a:gd name="T2" fmla="*/ 27 w 119"/>
                <a:gd name="T3" fmla="*/ 191 h 191"/>
                <a:gd name="T4" fmla="*/ 0 w 119"/>
                <a:gd name="T5" fmla="*/ 177 h 191"/>
                <a:gd name="T6" fmla="*/ 94 w 119"/>
                <a:gd name="T7" fmla="*/ 0 h 191"/>
                <a:gd name="T8" fmla="*/ 119 w 119"/>
                <a:gd name="T9" fmla="*/ 14 h 191"/>
              </a:gdLst>
              <a:ahLst/>
              <a:cxnLst>
                <a:cxn ang="0">
                  <a:pos x="T0" y="T1"/>
                </a:cxn>
                <a:cxn ang="0">
                  <a:pos x="T2" y="T3"/>
                </a:cxn>
                <a:cxn ang="0">
                  <a:pos x="T4" y="T5"/>
                </a:cxn>
                <a:cxn ang="0">
                  <a:pos x="T6" y="T7"/>
                </a:cxn>
                <a:cxn ang="0">
                  <a:pos x="T8" y="T9"/>
                </a:cxn>
              </a:cxnLst>
              <a:rect l="0" t="0" r="r" b="b"/>
              <a:pathLst>
                <a:path w="119" h="191">
                  <a:moveTo>
                    <a:pt x="119" y="14"/>
                  </a:moveTo>
                  <a:lnTo>
                    <a:pt x="27" y="191"/>
                  </a:lnTo>
                  <a:lnTo>
                    <a:pt x="0" y="177"/>
                  </a:lnTo>
                  <a:lnTo>
                    <a:pt x="94" y="0"/>
                  </a:lnTo>
                  <a:lnTo>
                    <a:pt x="119" y="14"/>
                  </a:lnTo>
                  <a:close/>
                </a:path>
              </a:pathLst>
            </a:custGeom>
            <a:solidFill>
              <a:srgbClr val="F9ED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432"/>
            <p:cNvSpPr>
              <a:spLocks/>
            </p:cNvSpPr>
            <p:nvPr/>
          </p:nvSpPr>
          <p:spPr bwMode="auto">
            <a:xfrm>
              <a:off x="623" y="844"/>
              <a:ext cx="119" cy="193"/>
            </a:xfrm>
            <a:custGeom>
              <a:avLst/>
              <a:gdLst>
                <a:gd name="T0" fmla="*/ 119 w 119"/>
                <a:gd name="T1" fmla="*/ 14 h 193"/>
                <a:gd name="T2" fmla="*/ 26 w 119"/>
                <a:gd name="T3" fmla="*/ 193 h 193"/>
                <a:gd name="T4" fmla="*/ 0 w 119"/>
                <a:gd name="T5" fmla="*/ 179 h 193"/>
                <a:gd name="T6" fmla="*/ 93 w 119"/>
                <a:gd name="T7" fmla="*/ 0 h 193"/>
                <a:gd name="T8" fmla="*/ 119 w 119"/>
                <a:gd name="T9" fmla="*/ 14 h 193"/>
              </a:gdLst>
              <a:ahLst/>
              <a:cxnLst>
                <a:cxn ang="0">
                  <a:pos x="T0" y="T1"/>
                </a:cxn>
                <a:cxn ang="0">
                  <a:pos x="T2" y="T3"/>
                </a:cxn>
                <a:cxn ang="0">
                  <a:pos x="T4" y="T5"/>
                </a:cxn>
                <a:cxn ang="0">
                  <a:pos x="T6" y="T7"/>
                </a:cxn>
                <a:cxn ang="0">
                  <a:pos x="T8" y="T9"/>
                </a:cxn>
              </a:cxnLst>
              <a:rect l="0" t="0" r="r" b="b"/>
              <a:pathLst>
                <a:path w="119" h="193">
                  <a:moveTo>
                    <a:pt x="119" y="14"/>
                  </a:moveTo>
                  <a:lnTo>
                    <a:pt x="26" y="193"/>
                  </a:lnTo>
                  <a:lnTo>
                    <a:pt x="0" y="179"/>
                  </a:lnTo>
                  <a:lnTo>
                    <a:pt x="93" y="0"/>
                  </a:lnTo>
                  <a:lnTo>
                    <a:pt x="119" y="14"/>
                  </a:lnTo>
                  <a:close/>
                </a:path>
              </a:pathLst>
            </a:custGeom>
            <a:solidFill>
              <a:srgbClr val="F9ED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433"/>
            <p:cNvSpPr>
              <a:spLocks/>
            </p:cNvSpPr>
            <p:nvPr/>
          </p:nvSpPr>
          <p:spPr bwMode="auto">
            <a:xfrm>
              <a:off x="595" y="552"/>
              <a:ext cx="540" cy="640"/>
            </a:xfrm>
            <a:custGeom>
              <a:avLst/>
              <a:gdLst>
                <a:gd name="T0" fmla="*/ 0 w 540"/>
                <a:gd name="T1" fmla="*/ 123 h 640"/>
                <a:gd name="T2" fmla="*/ 366 w 540"/>
                <a:gd name="T3" fmla="*/ 0 h 640"/>
                <a:gd name="T4" fmla="*/ 540 w 540"/>
                <a:gd name="T5" fmla="*/ 516 h 640"/>
                <a:gd name="T6" fmla="*/ 175 w 540"/>
                <a:gd name="T7" fmla="*/ 640 h 640"/>
                <a:gd name="T8" fmla="*/ 0 w 540"/>
                <a:gd name="T9" fmla="*/ 123 h 640"/>
              </a:gdLst>
              <a:ahLst/>
              <a:cxnLst>
                <a:cxn ang="0">
                  <a:pos x="T0" y="T1"/>
                </a:cxn>
                <a:cxn ang="0">
                  <a:pos x="T2" y="T3"/>
                </a:cxn>
                <a:cxn ang="0">
                  <a:pos x="T4" y="T5"/>
                </a:cxn>
                <a:cxn ang="0">
                  <a:pos x="T6" y="T7"/>
                </a:cxn>
                <a:cxn ang="0">
                  <a:pos x="T8" y="T9"/>
                </a:cxn>
              </a:cxnLst>
              <a:rect l="0" t="0" r="r" b="b"/>
              <a:pathLst>
                <a:path w="540" h="640">
                  <a:moveTo>
                    <a:pt x="0" y="123"/>
                  </a:moveTo>
                  <a:lnTo>
                    <a:pt x="366" y="0"/>
                  </a:lnTo>
                  <a:lnTo>
                    <a:pt x="540" y="516"/>
                  </a:lnTo>
                  <a:lnTo>
                    <a:pt x="175" y="640"/>
                  </a:lnTo>
                  <a:lnTo>
                    <a:pt x="0" y="123"/>
                  </a:lnTo>
                  <a:close/>
                </a:path>
              </a:pathLst>
            </a:custGeom>
            <a:solidFill>
              <a:srgbClr val="60AA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434"/>
            <p:cNvSpPr>
              <a:spLocks/>
            </p:cNvSpPr>
            <p:nvPr/>
          </p:nvSpPr>
          <p:spPr bwMode="auto">
            <a:xfrm>
              <a:off x="577" y="675"/>
              <a:ext cx="193" cy="523"/>
            </a:xfrm>
            <a:custGeom>
              <a:avLst/>
              <a:gdLst>
                <a:gd name="T0" fmla="*/ 18 w 193"/>
                <a:gd name="T1" fmla="*/ 0 h 523"/>
                <a:gd name="T2" fmla="*/ 0 w 193"/>
                <a:gd name="T3" fmla="*/ 8 h 523"/>
                <a:gd name="T4" fmla="*/ 174 w 193"/>
                <a:gd name="T5" fmla="*/ 523 h 523"/>
                <a:gd name="T6" fmla="*/ 193 w 193"/>
                <a:gd name="T7" fmla="*/ 517 h 523"/>
                <a:gd name="T8" fmla="*/ 18 w 193"/>
                <a:gd name="T9" fmla="*/ 0 h 523"/>
              </a:gdLst>
              <a:ahLst/>
              <a:cxnLst>
                <a:cxn ang="0">
                  <a:pos x="T0" y="T1"/>
                </a:cxn>
                <a:cxn ang="0">
                  <a:pos x="T2" y="T3"/>
                </a:cxn>
                <a:cxn ang="0">
                  <a:pos x="T4" y="T5"/>
                </a:cxn>
                <a:cxn ang="0">
                  <a:pos x="T6" y="T7"/>
                </a:cxn>
                <a:cxn ang="0">
                  <a:pos x="T8" y="T9"/>
                </a:cxn>
              </a:cxnLst>
              <a:rect l="0" t="0" r="r" b="b"/>
              <a:pathLst>
                <a:path w="193" h="523">
                  <a:moveTo>
                    <a:pt x="18" y="0"/>
                  </a:moveTo>
                  <a:lnTo>
                    <a:pt x="0" y="8"/>
                  </a:lnTo>
                  <a:lnTo>
                    <a:pt x="174" y="523"/>
                  </a:lnTo>
                  <a:lnTo>
                    <a:pt x="193" y="517"/>
                  </a:lnTo>
                  <a:lnTo>
                    <a:pt x="18" y="0"/>
                  </a:lnTo>
                  <a:close/>
                </a:path>
              </a:pathLst>
            </a:custGeom>
            <a:solidFill>
              <a:srgbClr val="4483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435"/>
            <p:cNvSpPr>
              <a:spLocks/>
            </p:cNvSpPr>
            <p:nvPr/>
          </p:nvSpPr>
          <p:spPr bwMode="auto">
            <a:xfrm>
              <a:off x="618" y="580"/>
              <a:ext cx="493" cy="583"/>
            </a:xfrm>
            <a:custGeom>
              <a:avLst/>
              <a:gdLst>
                <a:gd name="T0" fmla="*/ 4 w 493"/>
                <a:gd name="T1" fmla="*/ 117 h 583"/>
                <a:gd name="T2" fmla="*/ 5 w 493"/>
                <a:gd name="T3" fmla="*/ 119 h 583"/>
                <a:gd name="T4" fmla="*/ 330 w 493"/>
                <a:gd name="T5" fmla="*/ 8 h 583"/>
                <a:gd name="T6" fmla="*/ 486 w 493"/>
                <a:gd name="T7" fmla="*/ 465 h 583"/>
                <a:gd name="T8" fmla="*/ 165 w 493"/>
                <a:gd name="T9" fmla="*/ 575 h 583"/>
                <a:gd name="T10" fmla="*/ 8 w 493"/>
                <a:gd name="T11" fmla="*/ 115 h 583"/>
                <a:gd name="T12" fmla="*/ 4 w 493"/>
                <a:gd name="T13" fmla="*/ 117 h 583"/>
                <a:gd name="T14" fmla="*/ 5 w 493"/>
                <a:gd name="T15" fmla="*/ 119 h 583"/>
                <a:gd name="T16" fmla="*/ 4 w 493"/>
                <a:gd name="T17" fmla="*/ 117 h 583"/>
                <a:gd name="T18" fmla="*/ 1 w 493"/>
                <a:gd name="T19" fmla="*/ 117 h 583"/>
                <a:gd name="T20" fmla="*/ 161 w 493"/>
                <a:gd name="T21" fmla="*/ 583 h 583"/>
                <a:gd name="T22" fmla="*/ 493 w 493"/>
                <a:gd name="T23" fmla="*/ 469 h 583"/>
                <a:gd name="T24" fmla="*/ 334 w 493"/>
                <a:gd name="T25" fmla="*/ 0 h 583"/>
                <a:gd name="T26" fmla="*/ 0 w 493"/>
                <a:gd name="T27" fmla="*/ 114 h 583"/>
                <a:gd name="T28" fmla="*/ 1 w 493"/>
                <a:gd name="T29" fmla="*/ 117 h 583"/>
                <a:gd name="T30" fmla="*/ 4 w 493"/>
                <a:gd name="T31" fmla="*/ 117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3" h="583">
                  <a:moveTo>
                    <a:pt x="4" y="117"/>
                  </a:moveTo>
                  <a:lnTo>
                    <a:pt x="5" y="119"/>
                  </a:lnTo>
                  <a:lnTo>
                    <a:pt x="330" y="8"/>
                  </a:lnTo>
                  <a:lnTo>
                    <a:pt x="486" y="465"/>
                  </a:lnTo>
                  <a:lnTo>
                    <a:pt x="165" y="575"/>
                  </a:lnTo>
                  <a:lnTo>
                    <a:pt x="8" y="115"/>
                  </a:lnTo>
                  <a:lnTo>
                    <a:pt x="4" y="117"/>
                  </a:lnTo>
                  <a:lnTo>
                    <a:pt x="5" y="119"/>
                  </a:lnTo>
                  <a:lnTo>
                    <a:pt x="4" y="117"/>
                  </a:lnTo>
                  <a:lnTo>
                    <a:pt x="1" y="117"/>
                  </a:lnTo>
                  <a:lnTo>
                    <a:pt x="161" y="583"/>
                  </a:lnTo>
                  <a:lnTo>
                    <a:pt x="493" y="469"/>
                  </a:lnTo>
                  <a:lnTo>
                    <a:pt x="334" y="0"/>
                  </a:lnTo>
                  <a:lnTo>
                    <a:pt x="0" y="114"/>
                  </a:lnTo>
                  <a:lnTo>
                    <a:pt x="1" y="117"/>
                  </a:lnTo>
                  <a:lnTo>
                    <a:pt x="4" y="1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436"/>
            <p:cNvSpPr>
              <a:spLocks/>
            </p:cNvSpPr>
            <p:nvPr/>
          </p:nvSpPr>
          <p:spPr bwMode="auto">
            <a:xfrm>
              <a:off x="803" y="934"/>
              <a:ext cx="200" cy="92"/>
            </a:xfrm>
            <a:custGeom>
              <a:avLst/>
              <a:gdLst>
                <a:gd name="T0" fmla="*/ 200 w 200"/>
                <a:gd name="T1" fmla="*/ 28 h 92"/>
                <a:gd name="T2" fmla="*/ 10 w 200"/>
                <a:gd name="T3" fmla="*/ 92 h 92"/>
                <a:gd name="T4" fmla="*/ 0 w 200"/>
                <a:gd name="T5" fmla="*/ 63 h 92"/>
                <a:gd name="T6" fmla="*/ 189 w 200"/>
                <a:gd name="T7" fmla="*/ 0 h 92"/>
                <a:gd name="T8" fmla="*/ 200 w 200"/>
                <a:gd name="T9" fmla="*/ 28 h 92"/>
              </a:gdLst>
              <a:ahLst/>
              <a:cxnLst>
                <a:cxn ang="0">
                  <a:pos x="T0" y="T1"/>
                </a:cxn>
                <a:cxn ang="0">
                  <a:pos x="T2" y="T3"/>
                </a:cxn>
                <a:cxn ang="0">
                  <a:pos x="T4" y="T5"/>
                </a:cxn>
                <a:cxn ang="0">
                  <a:pos x="T6" y="T7"/>
                </a:cxn>
                <a:cxn ang="0">
                  <a:pos x="T8" y="T9"/>
                </a:cxn>
              </a:cxnLst>
              <a:rect l="0" t="0" r="r" b="b"/>
              <a:pathLst>
                <a:path w="200" h="92">
                  <a:moveTo>
                    <a:pt x="200" y="28"/>
                  </a:moveTo>
                  <a:lnTo>
                    <a:pt x="10" y="92"/>
                  </a:lnTo>
                  <a:lnTo>
                    <a:pt x="0" y="63"/>
                  </a:lnTo>
                  <a:lnTo>
                    <a:pt x="189" y="0"/>
                  </a:lnTo>
                  <a:lnTo>
                    <a:pt x="200" y="28"/>
                  </a:lnTo>
                  <a:close/>
                </a:path>
              </a:pathLst>
            </a:custGeom>
            <a:solidFill>
              <a:srgbClr val="70C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437"/>
            <p:cNvSpPr>
              <a:spLocks/>
            </p:cNvSpPr>
            <p:nvPr/>
          </p:nvSpPr>
          <p:spPr bwMode="auto">
            <a:xfrm>
              <a:off x="818" y="978"/>
              <a:ext cx="200" cy="93"/>
            </a:xfrm>
            <a:custGeom>
              <a:avLst/>
              <a:gdLst>
                <a:gd name="T0" fmla="*/ 200 w 200"/>
                <a:gd name="T1" fmla="*/ 29 h 93"/>
                <a:gd name="T2" fmla="*/ 10 w 200"/>
                <a:gd name="T3" fmla="*/ 93 h 93"/>
                <a:gd name="T4" fmla="*/ 0 w 200"/>
                <a:gd name="T5" fmla="*/ 65 h 93"/>
                <a:gd name="T6" fmla="*/ 190 w 200"/>
                <a:gd name="T7" fmla="*/ 0 h 93"/>
                <a:gd name="T8" fmla="*/ 200 w 200"/>
                <a:gd name="T9" fmla="*/ 29 h 93"/>
              </a:gdLst>
              <a:ahLst/>
              <a:cxnLst>
                <a:cxn ang="0">
                  <a:pos x="T0" y="T1"/>
                </a:cxn>
                <a:cxn ang="0">
                  <a:pos x="T2" y="T3"/>
                </a:cxn>
                <a:cxn ang="0">
                  <a:pos x="T4" y="T5"/>
                </a:cxn>
                <a:cxn ang="0">
                  <a:pos x="T6" y="T7"/>
                </a:cxn>
                <a:cxn ang="0">
                  <a:pos x="T8" y="T9"/>
                </a:cxn>
              </a:cxnLst>
              <a:rect l="0" t="0" r="r" b="b"/>
              <a:pathLst>
                <a:path w="200" h="93">
                  <a:moveTo>
                    <a:pt x="200" y="29"/>
                  </a:moveTo>
                  <a:lnTo>
                    <a:pt x="10" y="93"/>
                  </a:lnTo>
                  <a:lnTo>
                    <a:pt x="0" y="65"/>
                  </a:lnTo>
                  <a:lnTo>
                    <a:pt x="190" y="0"/>
                  </a:lnTo>
                  <a:lnTo>
                    <a:pt x="200" y="29"/>
                  </a:lnTo>
                  <a:close/>
                </a:path>
              </a:pathLst>
            </a:custGeom>
            <a:solidFill>
              <a:srgbClr val="70C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9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4306849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6" name="Group 4"/>
          <p:cNvGrpSpPr>
            <a:grpSpLocks noChangeAspect="1"/>
          </p:cNvGrpSpPr>
          <p:nvPr/>
        </p:nvGrpSpPr>
        <p:grpSpPr bwMode="auto">
          <a:xfrm>
            <a:off x="1833788" y="1401924"/>
            <a:ext cx="9144000" cy="4081463"/>
            <a:chOff x="-2" y="329"/>
            <a:chExt cx="5760" cy="2571"/>
          </a:xfrm>
        </p:grpSpPr>
        <p:grpSp>
          <p:nvGrpSpPr>
            <p:cNvPr id="747" name="Group 205"/>
            <p:cNvGrpSpPr>
              <a:grpSpLocks/>
            </p:cNvGrpSpPr>
            <p:nvPr/>
          </p:nvGrpSpPr>
          <p:grpSpPr bwMode="auto">
            <a:xfrm>
              <a:off x="392" y="1598"/>
              <a:ext cx="2872" cy="457"/>
              <a:chOff x="392" y="1598"/>
              <a:chExt cx="2872" cy="457"/>
            </a:xfrm>
          </p:grpSpPr>
          <p:sp>
            <p:nvSpPr>
              <p:cNvPr id="1278" name="Freeform 5"/>
              <p:cNvSpPr>
                <a:spLocks/>
              </p:cNvSpPr>
              <p:nvPr/>
            </p:nvSpPr>
            <p:spPr bwMode="auto">
              <a:xfrm>
                <a:off x="3071" y="1598"/>
                <a:ext cx="186" cy="34"/>
              </a:xfrm>
              <a:custGeom>
                <a:avLst/>
                <a:gdLst>
                  <a:gd name="T0" fmla="*/ 97 w 97"/>
                  <a:gd name="T1" fmla="*/ 18 h 18"/>
                  <a:gd name="T2" fmla="*/ 32 w 97"/>
                  <a:gd name="T3" fmla="*/ 18 h 18"/>
                  <a:gd name="T4" fmla="*/ 9 w 97"/>
                  <a:gd name="T5" fmla="*/ 14 h 18"/>
                  <a:gd name="T6" fmla="*/ 12 w 97"/>
                  <a:gd name="T7" fmla="*/ 2 h 18"/>
                  <a:gd name="T8" fmla="*/ 55 w 97"/>
                  <a:gd name="T9" fmla="*/ 6 h 18"/>
                  <a:gd name="T10" fmla="*/ 70 w 97"/>
                  <a:gd name="T11" fmla="*/ 12 h 18"/>
                  <a:gd name="T12" fmla="*/ 81 w 97"/>
                  <a:gd name="T13" fmla="*/ 5 h 18"/>
                  <a:gd name="T14" fmla="*/ 97 w 97"/>
                  <a:gd name="T15" fmla="*/ 14 h 18"/>
                  <a:gd name="T16" fmla="*/ 97 w 97"/>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8">
                    <a:moveTo>
                      <a:pt x="97" y="18"/>
                    </a:moveTo>
                    <a:cubicBezTo>
                      <a:pt x="32" y="18"/>
                      <a:pt x="32" y="18"/>
                      <a:pt x="32" y="18"/>
                    </a:cubicBezTo>
                    <a:cubicBezTo>
                      <a:pt x="24" y="16"/>
                      <a:pt x="14" y="16"/>
                      <a:pt x="9" y="14"/>
                    </a:cubicBezTo>
                    <a:cubicBezTo>
                      <a:pt x="4" y="11"/>
                      <a:pt x="0" y="4"/>
                      <a:pt x="12" y="2"/>
                    </a:cubicBezTo>
                    <a:cubicBezTo>
                      <a:pt x="25" y="0"/>
                      <a:pt x="49" y="4"/>
                      <a:pt x="55" y="6"/>
                    </a:cubicBezTo>
                    <a:cubicBezTo>
                      <a:pt x="61" y="8"/>
                      <a:pt x="70" y="12"/>
                      <a:pt x="70" y="12"/>
                    </a:cubicBezTo>
                    <a:cubicBezTo>
                      <a:pt x="70" y="12"/>
                      <a:pt x="67" y="5"/>
                      <a:pt x="81" y="5"/>
                    </a:cubicBezTo>
                    <a:cubicBezTo>
                      <a:pt x="94" y="5"/>
                      <a:pt x="97" y="6"/>
                      <a:pt x="97" y="14"/>
                    </a:cubicBezTo>
                    <a:cubicBezTo>
                      <a:pt x="97" y="16"/>
                      <a:pt x="97" y="17"/>
                      <a:pt x="97" y="18"/>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9" name="Freeform 6"/>
              <p:cNvSpPr>
                <a:spLocks/>
              </p:cNvSpPr>
              <p:nvPr/>
            </p:nvSpPr>
            <p:spPr bwMode="auto">
              <a:xfrm>
                <a:off x="3071" y="1598"/>
                <a:ext cx="186" cy="38"/>
              </a:xfrm>
              <a:custGeom>
                <a:avLst/>
                <a:gdLst>
                  <a:gd name="T0" fmla="*/ 97 w 97"/>
                  <a:gd name="T1" fmla="*/ 20 h 20"/>
                  <a:gd name="T2" fmla="*/ 36 w 97"/>
                  <a:gd name="T3" fmla="*/ 20 h 20"/>
                  <a:gd name="T4" fmla="*/ 9 w 97"/>
                  <a:gd name="T5" fmla="*/ 14 h 20"/>
                  <a:gd name="T6" fmla="*/ 12 w 97"/>
                  <a:gd name="T7" fmla="*/ 2 h 20"/>
                  <a:gd name="T8" fmla="*/ 55 w 97"/>
                  <a:gd name="T9" fmla="*/ 6 h 20"/>
                  <a:gd name="T10" fmla="*/ 70 w 97"/>
                  <a:gd name="T11" fmla="*/ 12 h 20"/>
                  <a:gd name="T12" fmla="*/ 81 w 97"/>
                  <a:gd name="T13" fmla="*/ 5 h 20"/>
                  <a:gd name="T14" fmla="*/ 97 w 97"/>
                  <a:gd name="T15" fmla="*/ 14 h 20"/>
                  <a:gd name="T16" fmla="*/ 97 w 9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20">
                    <a:moveTo>
                      <a:pt x="97" y="20"/>
                    </a:moveTo>
                    <a:cubicBezTo>
                      <a:pt x="36" y="20"/>
                      <a:pt x="36" y="20"/>
                      <a:pt x="36" y="20"/>
                    </a:cubicBezTo>
                    <a:cubicBezTo>
                      <a:pt x="28" y="16"/>
                      <a:pt x="15" y="16"/>
                      <a:pt x="9" y="14"/>
                    </a:cubicBezTo>
                    <a:cubicBezTo>
                      <a:pt x="4" y="11"/>
                      <a:pt x="0" y="4"/>
                      <a:pt x="12" y="2"/>
                    </a:cubicBezTo>
                    <a:cubicBezTo>
                      <a:pt x="25" y="0"/>
                      <a:pt x="49" y="4"/>
                      <a:pt x="55" y="6"/>
                    </a:cubicBezTo>
                    <a:cubicBezTo>
                      <a:pt x="61" y="8"/>
                      <a:pt x="70" y="12"/>
                      <a:pt x="70" y="12"/>
                    </a:cubicBezTo>
                    <a:cubicBezTo>
                      <a:pt x="70" y="12"/>
                      <a:pt x="67" y="5"/>
                      <a:pt x="81" y="5"/>
                    </a:cubicBezTo>
                    <a:cubicBezTo>
                      <a:pt x="94" y="5"/>
                      <a:pt x="97" y="6"/>
                      <a:pt x="97" y="14"/>
                    </a:cubicBezTo>
                    <a:cubicBezTo>
                      <a:pt x="97" y="16"/>
                      <a:pt x="97" y="18"/>
                      <a:pt x="97" y="20"/>
                    </a:cubicBezTo>
                    <a:close/>
                  </a:path>
                </a:pathLst>
              </a:custGeom>
              <a:solidFill>
                <a:srgbClr val="C1BF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0" name="Freeform 7"/>
              <p:cNvSpPr>
                <a:spLocks/>
              </p:cNvSpPr>
              <p:nvPr/>
            </p:nvSpPr>
            <p:spPr bwMode="auto">
              <a:xfrm>
                <a:off x="3071" y="1604"/>
                <a:ext cx="186" cy="34"/>
              </a:xfrm>
              <a:custGeom>
                <a:avLst/>
                <a:gdLst>
                  <a:gd name="T0" fmla="*/ 11 w 97"/>
                  <a:gd name="T1" fmla="*/ 0 h 18"/>
                  <a:gd name="T2" fmla="*/ 36 w 97"/>
                  <a:gd name="T3" fmla="*/ 0 h 18"/>
                  <a:gd name="T4" fmla="*/ 55 w 97"/>
                  <a:gd name="T5" fmla="*/ 3 h 18"/>
                  <a:gd name="T6" fmla="*/ 70 w 97"/>
                  <a:gd name="T7" fmla="*/ 9 h 18"/>
                  <a:gd name="T8" fmla="*/ 81 w 97"/>
                  <a:gd name="T9" fmla="*/ 2 h 18"/>
                  <a:gd name="T10" fmla="*/ 97 w 97"/>
                  <a:gd name="T11" fmla="*/ 11 h 18"/>
                  <a:gd name="T12" fmla="*/ 97 w 97"/>
                  <a:gd name="T13" fmla="*/ 18 h 18"/>
                  <a:gd name="T14" fmla="*/ 38 w 97"/>
                  <a:gd name="T15" fmla="*/ 18 h 18"/>
                  <a:gd name="T16" fmla="*/ 36 w 97"/>
                  <a:gd name="T17" fmla="*/ 17 h 18"/>
                  <a:gd name="T18" fmla="*/ 9 w 97"/>
                  <a:gd name="T19" fmla="*/ 11 h 18"/>
                  <a:gd name="T20" fmla="*/ 11 w 97"/>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18">
                    <a:moveTo>
                      <a:pt x="11" y="0"/>
                    </a:moveTo>
                    <a:cubicBezTo>
                      <a:pt x="36" y="0"/>
                      <a:pt x="36" y="0"/>
                      <a:pt x="36" y="0"/>
                    </a:cubicBezTo>
                    <a:cubicBezTo>
                      <a:pt x="44" y="1"/>
                      <a:pt x="52" y="2"/>
                      <a:pt x="55" y="3"/>
                    </a:cubicBezTo>
                    <a:cubicBezTo>
                      <a:pt x="61" y="5"/>
                      <a:pt x="70" y="9"/>
                      <a:pt x="70" y="9"/>
                    </a:cubicBezTo>
                    <a:cubicBezTo>
                      <a:pt x="70" y="9"/>
                      <a:pt x="67" y="2"/>
                      <a:pt x="81" y="2"/>
                    </a:cubicBezTo>
                    <a:cubicBezTo>
                      <a:pt x="94" y="2"/>
                      <a:pt x="97" y="3"/>
                      <a:pt x="97" y="11"/>
                    </a:cubicBezTo>
                    <a:cubicBezTo>
                      <a:pt x="97" y="14"/>
                      <a:pt x="97" y="16"/>
                      <a:pt x="97" y="18"/>
                    </a:cubicBezTo>
                    <a:cubicBezTo>
                      <a:pt x="38" y="18"/>
                      <a:pt x="38" y="18"/>
                      <a:pt x="38" y="18"/>
                    </a:cubicBezTo>
                    <a:cubicBezTo>
                      <a:pt x="37" y="18"/>
                      <a:pt x="37" y="17"/>
                      <a:pt x="36" y="17"/>
                    </a:cubicBezTo>
                    <a:cubicBezTo>
                      <a:pt x="29" y="13"/>
                      <a:pt x="15" y="13"/>
                      <a:pt x="9" y="11"/>
                    </a:cubicBezTo>
                    <a:cubicBezTo>
                      <a:pt x="4" y="9"/>
                      <a:pt x="0" y="2"/>
                      <a:pt x="11" y="0"/>
                    </a:cubicBezTo>
                    <a:close/>
                  </a:path>
                </a:pathLst>
              </a:custGeom>
              <a:solidFill>
                <a:srgbClr val="C2C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1" name="Freeform 8"/>
              <p:cNvSpPr>
                <a:spLocks/>
              </p:cNvSpPr>
              <p:nvPr/>
            </p:nvSpPr>
            <p:spPr bwMode="auto">
              <a:xfrm>
                <a:off x="3073" y="1606"/>
                <a:ext cx="184" cy="34"/>
              </a:xfrm>
              <a:custGeom>
                <a:avLst/>
                <a:gdLst>
                  <a:gd name="T0" fmla="*/ 6 w 96"/>
                  <a:gd name="T1" fmla="*/ 0 h 18"/>
                  <a:gd name="T2" fmla="*/ 45 w 96"/>
                  <a:gd name="T3" fmla="*/ 0 h 18"/>
                  <a:gd name="T4" fmla="*/ 54 w 96"/>
                  <a:gd name="T5" fmla="*/ 2 h 18"/>
                  <a:gd name="T6" fmla="*/ 69 w 96"/>
                  <a:gd name="T7" fmla="*/ 8 h 18"/>
                  <a:gd name="T8" fmla="*/ 80 w 96"/>
                  <a:gd name="T9" fmla="*/ 1 h 18"/>
                  <a:gd name="T10" fmla="*/ 96 w 96"/>
                  <a:gd name="T11" fmla="*/ 10 h 18"/>
                  <a:gd name="T12" fmla="*/ 96 w 96"/>
                  <a:gd name="T13" fmla="*/ 18 h 18"/>
                  <a:gd name="T14" fmla="*/ 39 w 96"/>
                  <a:gd name="T15" fmla="*/ 18 h 18"/>
                  <a:gd name="T16" fmla="*/ 35 w 96"/>
                  <a:gd name="T17" fmla="*/ 16 h 18"/>
                  <a:gd name="T18" fmla="*/ 8 w 96"/>
                  <a:gd name="T19" fmla="*/ 10 h 18"/>
                  <a:gd name="T20" fmla="*/ 6 w 96"/>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8">
                    <a:moveTo>
                      <a:pt x="6" y="0"/>
                    </a:moveTo>
                    <a:cubicBezTo>
                      <a:pt x="45" y="0"/>
                      <a:pt x="45" y="0"/>
                      <a:pt x="45" y="0"/>
                    </a:cubicBezTo>
                    <a:cubicBezTo>
                      <a:pt x="49" y="1"/>
                      <a:pt x="52" y="1"/>
                      <a:pt x="54" y="2"/>
                    </a:cubicBezTo>
                    <a:cubicBezTo>
                      <a:pt x="60" y="4"/>
                      <a:pt x="69" y="8"/>
                      <a:pt x="69" y="8"/>
                    </a:cubicBezTo>
                    <a:cubicBezTo>
                      <a:pt x="69" y="8"/>
                      <a:pt x="66" y="1"/>
                      <a:pt x="80" y="1"/>
                    </a:cubicBezTo>
                    <a:cubicBezTo>
                      <a:pt x="93" y="1"/>
                      <a:pt x="96" y="2"/>
                      <a:pt x="96" y="10"/>
                    </a:cubicBezTo>
                    <a:cubicBezTo>
                      <a:pt x="96" y="13"/>
                      <a:pt x="96" y="16"/>
                      <a:pt x="96" y="18"/>
                    </a:cubicBezTo>
                    <a:cubicBezTo>
                      <a:pt x="39" y="18"/>
                      <a:pt x="39" y="18"/>
                      <a:pt x="39" y="18"/>
                    </a:cubicBezTo>
                    <a:cubicBezTo>
                      <a:pt x="37" y="17"/>
                      <a:pt x="36" y="16"/>
                      <a:pt x="35" y="16"/>
                    </a:cubicBezTo>
                    <a:cubicBezTo>
                      <a:pt x="28" y="12"/>
                      <a:pt x="14" y="12"/>
                      <a:pt x="8" y="10"/>
                    </a:cubicBezTo>
                    <a:cubicBezTo>
                      <a:pt x="4" y="8"/>
                      <a:pt x="0" y="3"/>
                      <a:pt x="6" y="0"/>
                    </a:cubicBezTo>
                    <a:close/>
                  </a:path>
                </a:pathLst>
              </a:custGeom>
              <a:solidFill>
                <a:srgbClr val="C4C2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2" name="Freeform 9"/>
              <p:cNvSpPr>
                <a:spLocks/>
              </p:cNvSpPr>
              <p:nvPr/>
            </p:nvSpPr>
            <p:spPr bwMode="auto">
              <a:xfrm>
                <a:off x="3075" y="1607"/>
                <a:ext cx="182" cy="37"/>
              </a:xfrm>
              <a:custGeom>
                <a:avLst/>
                <a:gdLst>
                  <a:gd name="T0" fmla="*/ 3 w 95"/>
                  <a:gd name="T1" fmla="*/ 0 h 19"/>
                  <a:gd name="T2" fmla="*/ 50 w 95"/>
                  <a:gd name="T3" fmla="*/ 0 h 19"/>
                  <a:gd name="T4" fmla="*/ 53 w 95"/>
                  <a:gd name="T5" fmla="*/ 1 h 19"/>
                  <a:gd name="T6" fmla="*/ 68 w 95"/>
                  <a:gd name="T7" fmla="*/ 7 h 19"/>
                  <a:gd name="T8" fmla="*/ 74 w 95"/>
                  <a:gd name="T9" fmla="*/ 0 h 19"/>
                  <a:gd name="T10" fmla="*/ 87 w 95"/>
                  <a:gd name="T11" fmla="*/ 0 h 19"/>
                  <a:gd name="T12" fmla="*/ 95 w 95"/>
                  <a:gd name="T13" fmla="*/ 9 h 19"/>
                  <a:gd name="T14" fmla="*/ 95 w 95"/>
                  <a:gd name="T15" fmla="*/ 19 h 19"/>
                  <a:gd name="T16" fmla="*/ 39 w 95"/>
                  <a:gd name="T17" fmla="*/ 19 h 19"/>
                  <a:gd name="T18" fmla="*/ 34 w 95"/>
                  <a:gd name="T19" fmla="*/ 15 h 19"/>
                  <a:gd name="T20" fmla="*/ 7 w 95"/>
                  <a:gd name="T21" fmla="*/ 9 h 19"/>
                  <a:gd name="T22" fmla="*/ 3 w 95"/>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5" h="19">
                    <a:moveTo>
                      <a:pt x="3" y="0"/>
                    </a:moveTo>
                    <a:cubicBezTo>
                      <a:pt x="50" y="0"/>
                      <a:pt x="50" y="0"/>
                      <a:pt x="50" y="0"/>
                    </a:cubicBezTo>
                    <a:cubicBezTo>
                      <a:pt x="51" y="1"/>
                      <a:pt x="52" y="1"/>
                      <a:pt x="53" y="1"/>
                    </a:cubicBezTo>
                    <a:cubicBezTo>
                      <a:pt x="59" y="3"/>
                      <a:pt x="68" y="7"/>
                      <a:pt x="68" y="7"/>
                    </a:cubicBezTo>
                    <a:cubicBezTo>
                      <a:pt x="68" y="7"/>
                      <a:pt x="66" y="2"/>
                      <a:pt x="74" y="0"/>
                    </a:cubicBezTo>
                    <a:cubicBezTo>
                      <a:pt x="87" y="0"/>
                      <a:pt x="87" y="0"/>
                      <a:pt x="87" y="0"/>
                    </a:cubicBezTo>
                    <a:cubicBezTo>
                      <a:pt x="93" y="1"/>
                      <a:pt x="95" y="3"/>
                      <a:pt x="95" y="9"/>
                    </a:cubicBezTo>
                    <a:cubicBezTo>
                      <a:pt x="95" y="12"/>
                      <a:pt x="95" y="15"/>
                      <a:pt x="95" y="19"/>
                    </a:cubicBezTo>
                    <a:cubicBezTo>
                      <a:pt x="39" y="19"/>
                      <a:pt x="39" y="19"/>
                      <a:pt x="39" y="19"/>
                    </a:cubicBezTo>
                    <a:cubicBezTo>
                      <a:pt x="37" y="17"/>
                      <a:pt x="36" y="16"/>
                      <a:pt x="34" y="15"/>
                    </a:cubicBezTo>
                    <a:cubicBezTo>
                      <a:pt x="27" y="11"/>
                      <a:pt x="13" y="11"/>
                      <a:pt x="7" y="9"/>
                    </a:cubicBezTo>
                    <a:cubicBezTo>
                      <a:pt x="4" y="7"/>
                      <a:pt x="0" y="3"/>
                      <a:pt x="3" y="0"/>
                    </a:cubicBezTo>
                    <a:close/>
                  </a:path>
                </a:pathLst>
              </a:custGeom>
              <a:solidFill>
                <a:srgbClr val="C5C3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3" name="Freeform 10"/>
              <p:cNvSpPr>
                <a:spLocks/>
              </p:cNvSpPr>
              <p:nvPr/>
            </p:nvSpPr>
            <p:spPr bwMode="auto">
              <a:xfrm>
                <a:off x="3077" y="1611"/>
                <a:ext cx="180" cy="35"/>
              </a:xfrm>
              <a:custGeom>
                <a:avLst/>
                <a:gdLst>
                  <a:gd name="T0" fmla="*/ 1 w 94"/>
                  <a:gd name="T1" fmla="*/ 0 h 18"/>
                  <a:gd name="T2" fmla="*/ 53 w 94"/>
                  <a:gd name="T3" fmla="*/ 0 h 18"/>
                  <a:gd name="T4" fmla="*/ 67 w 94"/>
                  <a:gd name="T5" fmla="*/ 5 h 18"/>
                  <a:gd name="T6" fmla="*/ 69 w 94"/>
                  <a:gd name="T7" fmla="*/ 0 h 18"/>
                  <a:gd name="T8" fmla="*/ 91 w 94"/>
                  <a:gd name="T9" fmla="*/ 0 h 18"/>
                  <a:gd name="T10" fmla="*/ 94 w 94"/>
                  <a:gd name="T11" fmla="*/ 7 h 18"/>
                  <a:gd name="T12" fmla="*/ 94 w 94"/>
                  <a:gd name="T13" fmla="*/ 18 h 18"/>
                  <a:gd name="T14" fmla="*/ 39 w 94"/>
                  <a:gd name="T15" fmla="*/ 18 h 18"/>
                  <a:gd name="T16" fmla="*/ 33 w 94"/>
                  <a:gd name="T17" fmla="*/ 13 h 18"/>
                  <a:gd name="T18" fmla="*/ 6 w 94"/>
                  <a:gd name="T19" fmla="*/ 7 h 18"/>
                  <a:gd name="T20" fmla="*/ 1 w 94"/>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18">
                    <a:moveTo>
                      <a:pt x="1" y="0"/>
                    </a:moveTo>
                    <a:cubicBezTo>
                      <a:pt x="53" y="0"/>
                      <a:pt x="53" y="0"/>
                      <a:pt x="53" y="0"/>
                    </a:cubicBezTo>
                    <a:cubicBezTo>
                      <a:pt x="59" y="2"/>
                      <a:pt x="67" y="5"/>
                      <a:pt x="67" y="5"/>
                    </a:cubicBezTo>
                    <a:cubicBezTo>
                      <a:pt x="67" y="5"/>
                      <a:pt x="66" y="2"/>
                      <a:pt x="69" y="0"/>
                    </a:cubicBezTo>
                    <a:cubicBezTo>
                      <a:pt x="91" y="0"/>
                      <a:pt x="91" y="0"/>
                      <a:pt x="91" y="0"/>
                    </a:cubicBezTo>
                    <a:cubicBezTo>
                      <a:pt x="93" y="1"/>
                      <a:pt x="94" y="3"/>
                      <a:pt x="94" y="7"/>
                    </a:cubicBezTo>
                    <a:cubicBezTo>
                      <a:pt x="94" y="11"/>
                      <a:pt x="94" y="14"/>
                      <a:pt x="94" y="18"/>
                    </a:cubicBezTo>
                    <a:cubicBezTo>
                      <a:pt x="39" y="18"/>
                      <a:pt x="39" y="18"/>
                      <a:pt x="39" y="18"/>
                    </a:cubicBezTo>
                    <a:cubicBezTo>
                      <a:pt x="37" y="16"/>
                      <a:pt x="35" y="14"/>
                      <a:pt x="33" y="13"/>
                    </a:cubicBezTo>
                    <a:cubicBezTo>
                      <a:pt x="26" y="9"/>
                      <a:pt x="12" y="9"/>
                      <a:pt x="6" y="7"/>
                    </a:cubicBezTo>
                    <a:cubicBezTo>
                      <a:pt x="3" y="5"/>
                      <a:pt x="0" y="2"/>
                      <a:pt x="1" y="0"/>
                    </a:cubicBezTo>
                    <a:close/>
                  </a:path>
                </a:pathLst>
              </a:custGeom>
              <a:solidFill>
                <a:srgbClr val="C6C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4" name="Freeform 11"/>
              <p:cNvSpPr>
                <a:spLocks/>
              </p:cNvSpPr>
              <p:nvPr/>
            </p:nvSpPr>
            <p:spPr bwMode="auto">
              <a:xfrm>
                <a:off x="3079" y="1613"/>
                <a:ext cx="180" cy="35"/>
              </a:xfrm>
              <a:custGeom>
                <a:avLst/>
                <a:gdLst>
                  <a:gd name="T0" fmla="*/ 0 w 94"/>
                  <a:gd name="T1" fmla="*/ 0 h 18"/>
                  <a:gd name="T2" fmla="*/ 56 w 94"/>
                  <a:gd name="T3" fmla="*/ 0 h 18"/>
                  <a:gd name="T4" fmla="*/ 66 w 94"/>
                  <a:gd name="T5" fmla="*/ 4 h 18"/>
                  <a:gd name="T6" fmla="*/ 67 w 94"/>
                  <a:gd name="T7" fmla="*/ 0 h 18"/>
                  <a:gd name="T8" fmla="*/ 91 w 94"/>
                  <a:gd name="T9" fmla="*/ 0 h 18"/>
                  <a:gd name="T10" fmla="*/ 93 w 94"/>
                  <a:gd name="T11" fmla="*/ 6 h 18"/>
                  <a:gd name="T12" fmla="*/ 94 w 94"/>
                  <a:gd name="T13" fmla="*/ 18 h 18"/>
                  <a:gd name="T14" fmla="*/ 39 w 94"/>
                  <a:gd name="T15" fmla="*/ 18 h 18"/>
                  <a:gd name="T16" fmla="*/ 32 w 94"/>
                  <a:gd name="T17" fmla="*/ 12 h 18"/>
                  <a:gd name="T18" fmla="*/ 5 w 94"/>
                  <a:gd name="T19" fmla="*/ 6 h 18"/>
                  <a:gd name="T20" fmla="*/ 0 w 94"/>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18">
                    <a:moveTo>
                      <a:pt x="0" y="0"/>
                    </a:moveTo>
                    <a:cubicBezTo>
                      <a:pt x="56" y="0"/>
                      <a:pt x="56" y="0"/>
                      <a:pt x="56" y="0"/>
                    </a:cubicBezTo>
                    <a:cubicBezTo>
                      <a:pt x="61" y="2"/>
                      <a:pt x="66" y="4"/>
                      <a:pt x="66" y="4"/>
                    </a:cubicBezTo>
                    <a:cubicBezTo>
                      <a:pt x="66" y="4"/>
                      <a:pt x="65" y="2"/>
                      <a:pt x="67" y="0"/>
                    </a:cubicBezTo>
                    <a:cubicBezTo>
                      <a:pt x="91" y="0"/>
                      <a:pt x="91" y="0"/>
                      <a:pt x="91" y="0"/>
                    </a:cubicBezTo>
                    <a:cubicBezTo>
                      <a:pt x="93" y="1"/>
                      <a:pt x="93" y="3"/>
                      <a:pt x="93" y="6"/>
                    </a:cubicBezTo>
                    <a:cubicBezTo>
                      <a:pt x="93" y="10"/>
                      <a:pt x="93" y="14"/>
                      <a:pt x="94" y="18"/>
                    </a:cubicBezTo>
                    <a:cubicBezTo>
                      <a:pt x="39" y="18"/>
                      <a:pt x="39" y="18"/>
                      <a:pt x="39" y="18"/>
                    </a:cubicBezTo>
                    <a:cubicBezTo>
                      <a:pt x="37" y="15"/>
                      <a:pt x="34" y="13"/>
                      <a:pt x="32" y="12"/>
                    </a:cubicBezTo>
                    <a:cubicBezTo>
                      <a:pt x="25" y="8"/>
                      <a:pt x="11" y="8"/>
                      <a:pt x="5" y="6"/>
                    </a:cubicBezTo>
                    <a:cubicBezTo>
                      <a:pt x="3" y="5"/>
                      <a:pt x="0" y="2"/>
                      <a:pt x="0" y="0"/>
                    </a:cubicBezTo>
                    <a:close/>
                  </a:path>
                </a:pathLst>
              </a:custGeom>
              <a:solidFill>
                <a:srgbClr val="C7C6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5" name="Freeform 12"/>
              <p:cNvSpPr>
                <a:spLocks/>
              </p:cNvSpPr>
              <p:nvPr/>
            </p:nvSpPr>
            <p:spPr bwMode="auto">
              <a:xfrm>
                <a:off x="3079" y="1615"/>
                <a:ext cx="180" cy="35"/>
              </a:xfrm>
              <a:custGeom>
                <a:avLst/>
                <a:gdLst>
                  <a:gd name="T0" fmla="*/ 0 w 94"/>
                  <a:gd name="T1" fmla="*/ 0 h 18"/>
                  <a:gd name="T2" fmla="*/ 59 w 94"/>
                  <a:gd name="T3" fmla="*/ 0 h 18"/>
                  <a:gd name="T4" fmla="*/ 66 w 94"/>
                  <a:gd name="T5" fmla="*/ 3 h 18"/>
                  <a:gd name="T6" fmla="*/ 66 w 94"/>
                  <a:gd name="T7" fmla="*/ 0 h 18"/>
                  <a:gd name="T8" fmla="*/ 92 w 94"/>
                  <a:gd name="T9" fmla="*/ 0 h 18"/>
                  <a:gd name="T10" fmla="*/ 93 w 94"/>
                  <a:gd name="T11" fmla="*/ 5 h 18"/>
                  <a:gd name="T12" fmla="*/ 94 w 94"/>
                  <a:gd name="T13" fmla="*/ 18 h 18"/>
                  <a:gd name="T14" fmla="*/ 41 w 94"/>
                  <a:gd name="T15" fmla="*/ 18 h 18"/>
                  <a:gd name="T16" fmla="*/ 32 w 94"/>
                  <a:gd name="T17" fmla="*/ 11 h 18"/>
                  <a:gd name="T18" fmla="*/ 5 w 94"/>
                  <a:gd name="T19" fmla="*/ 5 h 18"/>
                  <a:gd name="T20" fmla="*/ 0 w 94"/>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18">
                    <a:moveTo>
                      <a:pt x="0" y="0"/>
                    </a:moveTo>
                    <a:cubicBezTo>
                      <a:pt x="59" y="0"/>
                      <a:pt x="59" y="0"/>
                      <a:pt x="59" y="0"/>
                    </a:cubicBezTo>
                    <a:cubicBezTo>
                      <a:pt x="63" y="2"/>
                      <a:pt x="66" y="3"/>
                      <a:pt x="66" y="3"/>
                    </a:cubicBezTo>
                    <a:cubicBezTo>
                      <a:pt x="66" y="3"/>
                      <a:pt x="65" y="2"/>
                      <a:pt x="66" y="0"/>
                    </a:cubicBezTo>
                    <a:cubicBezTo>
                      <a:pt x="92" y="0"/>
                      <a:pt x="92" y="0"/>
                      <a:pt x="92" y="0"/>
                    </a:cubicBezTo>
                    <a:cubicBezTo>
                      <a:pt x="93" y="1"/>
                      <a:pt x="93" y="3"/>
                      <a:pt x="93" y="5"/>
                    </a:cubicBezTo>
                    <a:cubicBezTo>
                      <a:pt x="93" y="9"/>
                      <a:pt x="93" y="14"/>
                      <a:pt x="94" y="18"/>
                    </a:cubicBezTo>
                    <a:cubicBezTo>
                      <a:pt x="41" y="18"/>
                      <a:pt x="41" y="18"/>
                      <a:pt x="41" y="18"/>
                    </a:cubicBezTo>
                    <a:cubicBezTo>
                      <a:pt x="38" y="15"/>
                      <a:pt x="34" y="12"/>
                      <a:pt x="32" y="11"/>
                    </a:cubicBezTo>
                    <a:cubicBezTo>
                      <a:pt x="25" y="7"/>
                      <a:pt x="11" y="7"/>
                      <a:pt x="5" y="5"/>
                    </a:cubicBezTo>
                    <a:cubicBezTo>
                      <a:pt x="3" y="4"/>
                      <a:pt x="1" y="2"/>
                      <a:pt x="0" y="0"/>
                    </a:cubicBezTo>
                    <a:close/>
                  </a:path>
                </a:pathLst>
              </a:custGeom>
              <a:solidFill>
                <a:srgbClr val="C9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6" name="Freeform 13"/>
              <p:cNvSpPr>
                <a:spLocks/>
              </p:cNvSpPr>
              <p:nvPr/>
            </p:nvSpPr>
            <p:spPr bwMode="auto">
              <a:xfrm>
                <a:off x="3081" y="1617"/>
                <a:ext cx="178" cy="36"/>
              </a:xfrm>
              <a:custGeom>
                <a:avLst/>
                <a:gdLst>
                  <a:gd name="T0" fmla="*/ 0 w 93"/>
                  <a:gd name="T1" fmla="*/ 0 h 19"/>
                  <a:gd name="T2" fmla="*/ 61 w 93"/>
                  <a:gd name="T3" fmla="*/ 0 h 19"/>
                  <a:gd name="T4" fmla="*/ 65 w 93"/>
                  <a:gd name="T5" fmla="*/ 2 h 19"/>
                  <a:gd name="T6" fmla="*/ 65 w 93"/>
                  <a:gd name="T7" fmla="*/ 0 h 19"/>
                  <a:gd name="T8" fmla="*/ 92 w 93"/>
                  <a:gd name="T9" fmla="*/ 0 h 19"/>
                  <a:gd name="T10" fmla="*/ 92 w 93"/>
                  <a:gd name="T11" fmla="*/ 4 h 19"/>
                  <a:gd name="T12" fmla="*/ 93 w 93"/>
                  <a:gd name="T13" fmla="*/ 19 h 19"/>
                  <a:gd name="T14" fmla="*/ 41 w 93"/>
                  <a:gd name="T15" fmla="*/ 19 h 19"/>
                  <a:gd name="T16" fmla="*/ 31 w 93"/>
                  <a:gd name="T17" fmla="*/ 10 h 19"/>
                  <a:gd name="T18" fmla="*/ 4 w 93"/>
                  <a:gd name="T19" fmla="*/ 4 h 19"/>
                  <a:gd name="T20" fmla="*/ 0 w 93"/>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19">
                    <a:moveTo>
                      <a:pt x="0" y="0"/>
                    </a:moveTo>
                    <a:cubicBezTo>
                      <a:pt x="61" y="0"/>
                      <a:pt x="61" y="0"/>
                      <a:pt x="61" y="0"/>
                    </a:cubicBezTo>
                    <a:cubicBezTo>
                      <a:pt x="63" y="2"/>
                      <a:pt x="65" y="2"/>
                      <a:pt x="65" y="2"/>
                    </a:cubicBezTo>
                    <a:cubicBezTo>
                      <a:pt x="65" y="2"/>
                      <a:pt x="65" y="2"/>
                      <a:pt x="65" y="0"/>
                    </a:cubicBezTo>
                    <a:cubicBezTo>
                      <a:pt x="92" y="0"/>
                      <a:pt x="92" y="0"/>
                      <a:pt x="92" y="0"/>
                    </a:cubicBezTo>
                    <a:cubicBezTo>
                      <a:pt x="92" y="2"/>
                      <a:pt x="92" y="3"/>
                      <a:pt x="92" y="4"/>
                    </a:cubicBezTo>
                    <a:cubicBezTo>
                      <a:pt x="92" y="9"/>
                      <a:pt x="92" y="14"/>
                      <a:pt x="93" y="19"/>
                    </a:cubicBezTo>
                    <a:cubicBezTo>
                      <a:pt x="41" y="19"/>
                      <a:pt x="41" y="19"/>
                      <a:pt x="41" y="19"/>
                    </a:cubicBezTo>
                    <a:cubicBezTo>
                      <a:pt x="37" y="15"/>
                      <a:pt x="34" y="11"/>
                      <a:pt x="31" y="10"/>
                    </a:cubicBezTo>
                    <a:cubicBezTo>
                      <a:pt x="24" y="6"/>
                      <a:pt x="10" y="6"/>
                      <a:pt x="4" y="4"/>
                    </a:cubicBezTo>
                    <a:cubicBezTo>
                      <a:pt x="3" y="3"/>
                      <a:pt x="1" y="2"/>
                      <a:pt x="0" y="0"/>
                    </a:cubicBezTo>
                    <a:close/>
                  </a:path>
                </a:pathLst>
              </a:custGeom>
              <a:solidFill>
                <a:srgbClr val="CAC8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7" name="Freeform 14"/>
              <p:cNvSpPr>
                <a:spLocks/>
              </p:cNvSpPr>
              <p:nvPr/>
            </p:nvSpPr>
            <p:spPr bwMode="auto">
              <a:xfrm>
                <a:off x="3083" y="1621"/>
                <a:ext cx="176" cy="34"/>
              </a:xfrm>
              <a:custGeom>
                <a:avLst/>
                <a:gdLst>
                  <a:gd name="T0" fmla="*/ 0 w 92"/>
                  <a:gd name="T1" fmla="*/ 0 h 18"/>
                  <a:gd name="T2" fmla="*/ 62 w 92"/>
                  <a:gd name="T3" fmla="*/ 0 h 18"/>
                  <a:gd name="T4" fmla="*/ 64 w 92"/>
                  <a:gd name="T5" fmla="*/ 0 h 18"/>
                  <a:gd name="T6" fmla="*/ 64 w 92"/>
                  <a:gd name="T7" fmla="*/ 0 h 18"/>
                  <a:gd name="T8" fmla="*/ 91 w 92"/>
                  <a:gd name="T9" fmla="*/ 0 h 18"/>
                  <a:gd name="T10" fmla="*/ 91 w 92"/>
                  <a:gd name="T11" fmla="*/ 2 h 18"/>
                  <a:gd name="T12" fmla="*/ 92 w 92"/>
                  <a:gd name="T13" fmla="*/ 18 h 18"/>
                  <a:gd name="T14" fmla="*/ 41 w 92"/>
                  <a:gd name="T15" fmla="*/ 18 h 18"/>
                  <a:gd name="T16" fmla="*/ 30 w 92"/>
                  <a:gd name="T17" fmla="*/ 8 h 18"/>
                  <a:gd name="T18" fmla="*/ 3 w 92"/>
                  <a:gd name="T19" fmla="*/ 2 h 18"/>
                  <a:gd name="T20" fmla="*/ 0 w 9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18">
                    <a:moveTo>
                      <a:pt x="0" y="0"/>
                    </a:moveTo>
                    <a:cubicBezTo>
                      <a:pt x="62" y="0"/>
                      <a:pt x="62" y="0"/>
                      <a:pt x="62" y="0"/>
                    </a:cubicBezTo>
                    <a:cubicBezTo>
                      <a:pt x="63" y="0"/>
                      <a:pt x="64" y="0"/>
                      <a:pt x="64" y="0"/>
                    </a:cubicBezTo>
                    <a:cubicBezTo>
                      <a:pt x="64" y="0"/>
                      <a:pt x="64" y="0"/>
                      <a:pt x="64" y="0"/>
                    </a:cubicBezTo>
                    <a:cubicBezTo>
                      <a:pt x="91" y="0"/>
                      <a:pt x="91" y="0"/>
                      <a:pt x="91" y="0"/>
                    </a:cubicBezTo>
                    <a:cubicBezTo>
                      <a:pt x="91" y="1"/>
                      <a:pt x="91" y="1"/>
                      <a:pt x="91" y="2"/>
                    </a:cubicBezTo>
                    <a:cubicBezTo>
                      <a:pt x="91" y="7"/>
                      <a:pt x="91" y="13"/>
                      <a:pt x="92" y="18"/>
                    </a:cubicBezTo>
                    <a:cubicBezTo>
                      <a:pt x="41" y="18"/>
                      <a:pt x="41" y="18"/>
                      <a:pt x="41" y="18"/>
                    </a:cubicBezTo>
                    <a:cubicBezTo>
                      <a:pt x="37" y="13"/>
                      <a:pt x="33" y="9"/>
                      <a:pt x="30" y="8"/>
                    </a:cubicBezTo>
                    <a:cubicBezTo>
                      <a:pt x="23" y="4"/>
                      <a:pt x="9" y="4"/>
                      <a:pt x="3" y="2"/>
                    </a:cubicBezTo>
                    <a:cubicBezTo>
                      <a:pt x="2" y="1"/>
                      <a:pt x="1" y="1"/>
                      <a:pt x="0" y="0"/>
                    </a:cubicBezTo>
                    <a:close/>
                  </a:path>
                </a:pathLst>
              </a:custGeom>
              <a:solidFill>
                <a:srgbClr val="CBC9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8" name="Freeform 15"/>
              <p:cNvSpPr>
                <a:spLocks/>
              </p:cNvSpPr>
              <p:nvPr/>
            </p:nvSpPr>
            <p:spPr bwMode="auto">
              <a:xfrm>
                <a:off x="3087" y="1623"/>
                <a:ext cx="172" cy="34"/>
              </a:xfrm>
              <a:custGeom>
                <a:avLst/>
                <a:gdLst>
                  <a:gd name="T0" fmla="*/ 0 w 90"/>
                  <a:gd name="T1" fmla="*/ 0 h 18"/>
                  <a:gd name="T2" fmla="*/ 89 w 90"/>
                  <a:gd name="T3" fmla="*/ 0 h 18"/>
                  <a:gd name="T4" fmla="*/ 89 w 90"/>
                  <a:gd name="T5" fmla="*/ 1 h 18"/>
                  <a:gd name="T6" fmla="*/ 90 w 90"/>
                  <a:gd name="T7" fmla="*/ 18 h 18"/>
                  <a:gd name="T8" fmla="*/ 40 w 90"/>
                  <a:gd name="T9" fmla="*/ 18 h 18"/>
                  <a:gd name="T10" fmla="*/ 28 w 90"/>
                  <a:gd name="T11" fmla="*/ 7 h 18"/>
                  <a:gd name="T12" fmla="*/ 1 w 90"/>
                  <a:gd name="T13" fmla="*/ 1 h 18"/>
                  <a:gd name="T14" fmla="*/ 0 w 90"/>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18">
                    <a:moveTo>
                      <a:pt x="0" y="0"/>
                    </a:moveTo>
                    <a:cubicBezTo>
                      <a:pt x="89" y="0"/>
                      <a:pt x="89" y="0"/>
                      <a:pt x="89" y="0"/>
                    </a:cubicBezTo>
                    <a:cubicBezTo>
                      <a:pt x="89" y="0"/>
                      <a:pt x="89" y="1"/>
                      <a:pt x="89" y="1"/>
                    </a:cubicBezTo>
                    <a:cubicBezTo>
                      <a:pt x="89" y="7"/>
                      <a:pt x="89" y="13"/>
                      <a:pt x="90" y="18"/>
                    </a:cubicBezTo>
                    <a:cubicBezTo>
                      <a:pt x="40" y="18"/>
                      <a:pt x="40" y="18"/>
                      <a:pt x="40" y="18"/>
                    </a:cubicBezTo>
                    <a:cubicBezTo>
                      <a:pt x="36" y="13"/>
                      <a:pt x="31" y="9"/>
                      <a:pt x="28" y="7"/>
                    </a:cubicBezTo>
                    <a:cubicBezTo>
                      <a:pt x="21" y="3"/>
                      <a:pt x="7" y="3"/>
                      <a:pt x="1" y="1"/>
                    </a:cubicBezTo>
                    <a:cubicBezTo>
                      <a:pt x="1" y="1"/>
                      <a:pt x="0" y="0"/>
                      <a:pt x="0" y="0"/>
                    </a:cubicBezTo>
                    <a:close/>
                  </a:path>
                </a:pathLst>
              </a:custGeom>
              <a:solidFill>
                <a:srgbClr val="CC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9" name="Freeform 16"/>
              <p:cNvSpPr>
                <a:spLocks/>
              </p:cNvSpPr>
              <p:nvPr/>
            </p:nvSpPr>
            <p:spPr bwMode="auto">
              <a:xfrm>
                <a:off x="3090" y="1625"/>
                <a:ext cx="169" cy="36"/>
              </a:xfrm>
              <a:custGeom>
                <a:avLst/>
                <a:gdLst>
                  <a:gd name="T0" fmla="*/ 0 w 88"/>
                  <a:gd name="T1" fmla="*/ 0 h 19"/>
                  <a:gd name="T2" fmla="*/ 87 w 88"/>
                  <a:gd name="T3" fmla="*/ 0 h 19"/>
                  <a:gd name="T4" fmla="*/ 87 w 88"/>
                  <a:gd name="T5" fmla="*/ 0 h 19"/>
                  <a:gd name="T6" fmla="*/ 88 w 88"/>
                  <a:gd name="T7" fmla="*/ 19 h 19"/>
                  <a:gd name="T8" fmla="*/ 39 w 88"/>
                  <a:gd name="T9" fmla="*/ 19 h 19"/>
                  <a:gd name="T10" fmla="*/ 26 w 88"/>
                  <a:gd name="T11" fmla="*/ 6 h 19"/>
                  <a:gd name="T12" fmla="*/ 0 w 8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88" h="19">
                    <a:moveTo>
                      <a:pt x="0" y="0"/>
                    </a:moveTo>
                    <a:cubicBezTo>
                      <a:pt x="87" y="0"/>
                      <a:pt x="87" y="0"/>
                      <a:pt x="87" y="0"/>
                    </a:cubicBezTo>
                    <a:cubicBezTo>
                      <a:pt x="87" y="0"/>
                      <a:pt x="87" y="0"/>
                      <a:pt x="87" y="0"/>
                    </a:cubicBezTo>
                    <a:cubicBezTo>
                      <a:pt x="87" y="6"/>
                      <a:pt x="87" y="13"/>
                      <a:pt x="88" y="19"/>
                    </a:cubicBezTo>
                    <a:cubicBezTo>
                      <a:pt x="39" y="19"/>
                      <a:pt x="39" y="19"/>
                      <a:pt x="39" y="19"/>
                    </a:cubicBezTo>
                    <a:cubicBezTo>
                      <a:pt x="34" y="13"/>
                      <a:pt x="30" y="8"/>
                      <a:pt x="26" y="6"/>
                    </a:cubicBezTo>
                    <a:cubicBezTo>
                      <a:pt x="19" y="3"/>
                      <a:pt x="6" y="2"/>
                      <a:pt x="0" y="0"/>
                    </a:cubicBezTo>
                    <a:close/>
                  </a:path>
                </a:pathLst>
              </a:custGeom>
              <a:solidFill>
                <a:srgbClr val="CD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0" name="Freeform 17"/>
              <p:cNvSpPr>
                <a:spLocks/>
              </p:cNvSpPr>
              <p:nvPr/>
            </p:nvSpPr>
            <p:spPr bwMode="auto">
              <a:xfrm>
                <a:off x="3100" y="1629"/>
                <a:ext cx="159" cy="34"/>
              </a:xfrm>
              <a:custGeom>
                <a:avLst/>
                <a:gdLst>
                  <a:gd name="T0" fmla="*/ 0 w 83"/>
                  <a:gd name="T1" fmla="*/ 0 h 18"/>
                  <a:gd name="T2" fmla="*/ 82 w 83"/>
                  <a:gd name="T3" fmla="*/ 0 h 18"/>
                  <a:gd name="T4" fmla="*/ 83 w 83"/>
                  <a:gd name="T5" fmla="*/ 18 h 18"/>
                  <a:gd name="T6" fmla="*/ 35 w 83"/>
                  <a:gd name="T7" fmla="*/ 18 h 18"/>
                  <a:gd name="T8" fmla="*/ 21 w 83"/>
                  <a:gd name="T9" fmla="*/ 4 h 18"/>
                  <a:gd name="T10" fmla="*/ 0 w 83"/>
                  <a:gd name="T11" fmla="*/ 0 h 18"/>
                </a:gdLst>
                <a:ahLst/>
                <a:cxnLst>
                  <a:cxn ang="0">
                    <a:pos x="T0" y="T1"/>
                  </a:cxn>
                  <a:cxn ang="0">
                    <a:pos x="T2" y="T3"/>
                  </a:cxn>
                  <a:cxn ang="0">
                    <a:pos x="T4" y="T5"/>
                  </a:cxn>
                  <a:cxn ang="0">
                    <a:pos x="T6" y="T7"/>
                  </a:cxn>
                  <a:cxn ang="0">
                    <a:pos x="T8" y="T9"/>
                  </a:cxn>
                  <a:cxn ang="0">
                    <a:pos x="T10" y="T11"/>
                  </a:cxn>
                </a:cxnLst>
                <a:rect l="0" t="0" r="r" b="b"/>
                <a:pathLst>
                  <a:path w="83" h="18">
                    <a:moveTo>
                      <a:pt x="0" y="0"/>
                    </a:moveTo>
                    <a:cubicBezTo>
                      <a:pt x="82" y="0"/>
                      <a:pt x="82" y="0"/>
                      <a:pt x="82" y="0"/>
                    </a:cubicBezTo>
                    <a:cubicBezTo>
                      <a:pt x="83" y="5"/>
                      <a:pt x="82" y="12"/>
                      <a:pt x="83" y="18"/>
                    </a:cubicBezTo>
                    <a:cubicBezTo>
                      <a:pt x="35" y="18"/>
                      <a:pt x="35" y="18"/>
                      <a:pt x="35" y="18"/>
                    </a:cubicBezTo>
                    <a:cubicBezTo>
                      <a:pt x="30" y="11"/>
                      <a:pt x="25" y="6"/>
                      <a:pt x="21" y="4"/>
                    </a:cubicBezTo>
                    <a:cubicBezTo>
                      <a:pt x="15" y="1"/>
                      <a:pt x="7" y="1"/>
                      <a:pt x="0" y="0"/>
                    </a:cubicBezTo>
                    <a:close/>
                  </a:path>
                </a:pathLst>
              </a:custGeom>
              <a:solidFill>
                <a:srgbClr val="CFCD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1" name="Freeform 18"/>
              <p:cNvSpPr>
                <a:spLocks/>
              </p:cNvSpPr>
              <p:nvPr/>
            </p:nvSpPr>
            <p:spPr bwMode="auto">
              <a:xfrm>
                <a:off x="3115" y="1630"/>
                <a:ext cx="144" cy="35"/>
              </a:xfrm>
              <a:custGeom>
                <a:avLst/>
                <a:gdLst>
                  <a:gd name="T0" fmla="*/ 0 w 75"/>
                  <a:gd name="T1" fmla="*/ 0 h 18"/>
                  <a:gd name="T2" fmla="*/ 74 w 75"/>
                  <a:gd name="T3" fmla="*/ 0 h 18"/>
                  <a:gd name="T4" fmla="*/ 75 w 75"/>
                  <a:gd name="T5" fmla="*/ 18 h 18"/>
                  <a:gd name="T6" fmla="*/ 27 w 75"/>
                  <a:gd name="T7" fmla="*/ 18 h 18"/>
                  <a:gd name="T8" fmla="*/ 13 w 75"/>
                  <a:gd name="T9" fmla="*/ 3 h 18"/>
                  <a:gd name="T10" fmla="*/ 0 w 75"/>
                  <a:gd name="T11" fmla="*/ 0 h 18"/>
                </a:gdLst>
                <a:ahLst/>
                <a:cxnLst>
                  <a:cxn ang="0">
                    <a:pos x="T0" y="T1"/>
                  </a:cxn>
                  <a:cxn ang="0">
                    <a:pos x="T2" y="T3"/>
                  </a:cxn>
                  <a:cxn ang="0">
                    <a:pos x="T4" y="T5"/>
                  </a:cxn>
                  <a:cxn ang="0">
                    <a:pos x="T6" y="T7"/>
                  </a:cxn>
                  <a:cxn ang="0">
                    <a:pos x="T8" y="T9"/>
                  </a:cxn>
                  <a:cxn ang="0">
                    <a:pos x="T10" y="T11"/>
                  </a:cxn>
                </a:cxnLst>
                <a:rect l="0" t="0" r="r" b="b"/>
                <a:pathLst>
                  <a:path w="75" h="18">
                    <a:moveTo>
                      <a:pt x="0" y="0"/>
                    </a:moveTo>
                    <a:cubicBezTo>
                      <a:pt x="74" y="0"/>
                      <a:pt x="74" y="0"/>
                      <a:pt x="74" y="0"/>
                    </a:cubicBezTo>
                    <a:cubicBezTo>
                      <a:pt x="75" y="6"/>
                      <a:pt x="74" y="13"/>
                      <a:pt x="75" y="18"/>
                    </a:cubicBezTo>
                    <a:cubicBezTo>
                      <a:pt x="27" y="18"/>
                      <a:pt x="27" y="18"/>
                      <a:pt x="27" y="18"/>
                    </a:cubicBezTo>
                    <a:cubicBezTo>
                      <a:pt x="23" y="11"/>
                      <a:pt x="17" y="5"/>
                      <a:pt x="13" y="3"/>
                    </a:cubicBezTo>
                    <a:cubicBezTo>
                      <a:pt x="10" y="1"/>
                      <a:pt x="5" y="1"/>
                      <a:pt x="0" y="0"/>
                    </a:cubicBezTo>
                    <a:close/>
                  </a:path>
                </a:pathLst>
              </a:custGeom>
              <a:solidFill>
                <a:srgbClr val="D0CE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2" name="Freeform 19"/>
              <p:cNvSpPr>
                <a:spLocks/>
              </p:cNvSpPr>
              <p:nvPr/>
            </p:nvSpPr>
            <p:spPr bwMode="auto">
              <a:xfrm>
                <a:off x="3129" y="1632"/>
                <a:ext cx="130" cy="35"/>
              </a:xfrm>
              <a:custGeom>
                <a:avLst/>
                <a:gdLst>
                  <a:gd name="T0" fmla="*/ 0 w 68"/>
                  <a:gd name="T1" fmla="*/ 0 h 18"/>
                  <a:gd name="T2" fmla="*/ 67 w 68"/>
                  <a:gd name="T3" fmla="*/ 0 h 18"/>
                  <a:gd name="T4" fmla="*/ 68 w 68"/>
                  <a:gd name="T5" fmla="*/ 18 h 18"/>
                  <a:gd name="T6" fmla="*/ 21 w 68"/>
                  <a:gd name="T7" fmla="*/ 18 h 18"/>
                  <a:gd name="T8" fmla="*/ 6 w 68"/>
                  <a:gd name="T9" fmla="*/ 2 h 18"/>
                  <a:gd name="T10" fmla="*/ 0 w 68"/>
                  <a:gd name="T11" fmla="*/ 0 h 18"/>
                </a:gdLst>
                <a:ahLst/>
                <a:cxnLst>
                  <a:cxn ang="0">
                    <a:pos x="T0" y="T1"/>
                  </a:cxn>
                  <a:cxn ang="0">
                    <a:pos x="T2" y="T3"/>
                  </a:cxn>
                  <a:cxn ang="0">
                    <a:pos x="T4" y="T5"/>
                  </a:cxn>
                  <a:cxn ang="0">
                    <a:pos x="T6" y="T7"/>
                  </a:cxn>
                  <a:cxn ang="0">
                    <a:pos x="T8" y="T9"/>
                  </a:cxn>
                  <a:cxn ang="0">
                    <a:pos x="T10" y="T11"/>
                  </a:cxn>
                </a:cxnLst>
                <a:rect l="0" t="0" r="r" b="b"/>
                <a:pathLst>
                  <a:path w="68" h="18">
                    <a:moveTo>
                      <a:pt x="0" y="0"/>
                    </a:moveTo>
                    <a:cubicBezTo>
                      <a:pt x="67" y="0"/>
                      <a:pt x="67" y="0"/>
                      <a:pt x="67" y="0"/>
                    </a:cubicBezTo>
                    <a:cubicBezTo>
                      <a:pt x="68" y="6"/>
                      <a:pt x="67" y="13"/>
                      <a:pt x="68" y="18"/>
                    </a:cubicBezTo>
                    <a:cubicBezTo>
                      <a:pt x="21" y="18"/>
                      <a:pt x="21" y="18"/>
                      <a:pt x="21" y="18"/>
                    </a:cubicBezTo>
                    <a:cubicBezTo>
                      <a:pt x="16" y="11"/>
                      <a:pt x="10" y="4"/>
                      <a:pt x="6" y="2"/>
                    </a:cubicBezTo>
                    <a:cubicBezTo>
                      <a:pt x="4" y="1"/>
                      <a:pt x="2" y="1"/>
                      <a:pt x="0" y="0"/>
                    </a:cubicBezTo>
                    <a:close/>
                  </a:path>
                </a:pathLst>
              </a:custGeom>
              <a:solidFill>
                <a:srgbClr val="D2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3" name="Freeform 20"/>
              <p:cNvSpPr>
                <a:spLocks/>
              </p:cNvSpPr>
              <p:nvPr/>
            </p:nvSpPr>
            <p:spPr bwMode="auto">
              <a:xfrm>
                <a:off x="3136" y="1634"/>
                <a:ext cx="123" cy="37"/>
              </a:xfrm>
              <a:custGeom>
                <a:avLst/>
                <a:gdLst>
                  <a:gd name="T0" fmla="*/ 0 w 64"/>
                  <a:gd name="T1" fmla="*/ 0 h 19"/>
                  <a:gd name="T2" fmla="*/ 63 w 64"/>
                  <a:gd name="T3" fmla="*/ 0 h 19"/>
                  <a:gd name="T4" fmla="*/ 64 w 64"/>
                  <a:gd name="T5" fmla="*/ 19 h 19"/>
                  <a:gd name="T6" fmla="*/ 18 w 64"/>
                  <a:gd name="T7" fmla="*/ 19 h 19"/>
                  <a:gd name="T8" fmla="*/ 2 w 64"/>
                  <a:gd name="T9" fmla="*/ 1 h 19"/>
                  <a:gd name="T10" fmla="*/ 0 w 64"/>
                  <a:gd name="T11" fmla="*/ 0 h 19"/>
                </a:gdLst>
                <a:ahLst/>
                <a:cxnLst>
                  <a:cxn ang="0">
                    <a:pos x="T0" y="T1"/>
                  </a:cxn>
                  <a:cxn ang="0">
                    <a:pos x="T2" y="T3"/>
                  </a:cxn>
                  <a:cxn ang="0">
                    <a:pos x="T4" y="T5"/>
                  </a:cxn>
                  <a:cxn ang="0">
                    <a:pos x="T6" y="T7"/>
                  </a:cxn>
                  <a:cxn ang="0">
                    <a:pos x="T8" y="T9"/>
                  </a:cxn>
                  <a:cxn ang="0">
                    <a:pos x="T10" y="T11"/>
                  </a:cxn>
                </a:cxnLst>
                <a:rect l="0" t="0" r="r" b="b"/>
                <a:pathLst>
                  <a:path w="64" h="19">
                    <a:moveTo>
                      <a:pt x="0" y="0"/>
                    </a:moveTo>
                    <a:cubicBezTo>
                      <a:pt x="63" y="0"/>
                      <a:pt x="63" y="0"/>
                      <a:pt x="63" y="0"/>
                    </a:cubicBezTo>
                    <a:cubicBezTo>
                      <a:pt x="64" y="7"/>
                      <a:pt x="64" y="14"/>
                      <a:pt x="64" y="19"/>
                    </a:cubicBezTo>
                    <a:cubicBezTo>
                      <a:pt x="18" y="19"/>
                      <a:pt x="18" y="19"/>
                      <a:pt x="18" y="19"/>
                    </a:cubicBezTo>
                    <a:cubicBezTo>
                      <a:pt x="13" y="11"/>
                      <a:pt x="7" y="3"/>
                      <a:pt x="2" y="1"/>
                    </a:cubicBezTo>
                    <a:cubicBezTo>
                      <a:pt x="2" y="1"/>
                      <a:pt x="1" y="1"/>
                      <a:pt x="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4" name="Freeform 21"/>
              <p:cNvSpPr>
                <a:spLocks/>
              </p:cNvSpPr>
              <p:nvPr/>
            </p:nvSpPr>
            <p:spPr bwMode="auto">
              <a:xfrm>
                <a:off x="3142" y="1638"/>
                <a:ext cx="119" cy="35"/>
              </a:xfrm>
              <a:custGeom>
                <a:avLst/>
                <a:gdLst>
                  <a:gd name="T0" fmla="*/ 0 w 62"/>
                  <a:gd name="T1" fmla="*/ 0 h 18"/>
                  <a:gd name="T2" fmla="*/ 60 w 62"/>
                  <a:gd name="T3" fmla="*/ 0 h 18"/>
                  <a:gd name="T4" fmla="*/ 62 w 62"/>
                  <a:gd name="T5" fmla="*/ 18 h 18"/>
                  <a:gd name="T6" fmla="*/ 16 w 62"/>
                  <a:gd name="T7" fmla="*/ 18 h 18"/>
                  <a:gd name="T8" fmla="*/ 0 w 62"/>
                  <a:gd name="T9" fmla="*/ 0 h 18"/>
                </a:gdLst>
                <a:ahLst/>
                <a:cxnLst>
                  <a:cxn ang="0">
                    <a:pos x="T0" y="T1"/>
                  </a:cxn>
                  <a:cxn ang="0">
                    <a:pos x="T2" y="T3"/>
                  </a:cxn>
                  <a:cxn ang="0">
                    <a:pos x="T4" y="T5"/>
                  </a:cxn>
                  <a:cxn ang="0">
                    <a:pos x="T6" y="T7"/>
                  </a:cxn>
                  <a:cxn ang="0">
                    <a:pos x="T8" y="T9"/>
                  </a:cxn>
                </a:cxnLst>
                <a:rect l="0" t="0" r="r" b="b"/>
                <a:pathLst>
                  <a:path w="62" h="18">
                    <a:moveTo>
                      <a:pt x="0" y="0"/>
                    </a:moveTo>
                    <a:cubicBezTo>
                      <a:pt x="60" y="0"/>
                      <a:pt x="60" y="0"/>
                      <a:pt x="60" y="0"/>
                    </a:cubicBezTo>
                    <a:cubicBezTo>
                      <a:pt x="61" y="6"/>
                      <a:pt x="61" y="13"/>
                      <a:pt x="62" y="18"/>
                    </a:cubicBezTo>
                    <a:cubicBezTo>
                      <a:pt x="16" y="18"/>
                      <a:pt x="16" y="18"/>
                      <a:pt x="16" y="18"/>
                    </a:cubicBezTo>
                    <a:cubicBezTo>
                      <a:pt x="11" y="10"/>
                      <a:pt x="5" y="3"/>
                      <a:pt x="0" y="0"/>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5" name="Freeform 22"/>
              <p:cNvSpPr>
                <a:spLocks/>
              </p:cNvSpPr>
              <p:nvPr/>
            </p:nvSpPr>
            <p:spPr bwMode="auto">
              <a:xfrm>
                <a:off x="3146" y="1640"/>
                <a:ext cx="115" cy="34"/>
              </a:xfrm>
              <a:custGeom>
                <a:avLst/>
                <a:gdLst>
                  <a:gd name="T0" fmla="*/ 0 w 60"/>
                  <a:gd name="T1" fmla="*/ 0 h 18"/>
                  <a:gd name="T2" fmla="*/ 58 w 60"/>
                  <a:gd name="T3" fmla="*/ 0 h 18"/>
                  <a:gd name="T4" fmla="*/ 60 w 60"/>
                  <a:gd name="T5" fmla="*/ 18 h 18"/>
                  <a:gd name="T6" fmla="*/ 15 w 60"/>
                  <a:gd name="T7" fmla="*/ 18 h 18"/>
                  <a:gd name="T8" fmla="*/ 0 w 60"/>
                  <a:gd name="T9" fmla="*/ 0 h 18"/>
                </a:gdLst>
                <a:ahLst/>
                <a:cxnLst>
                  <a:cxn ang="0">
                    <a:pos x="T0" y="T1"/>
                  </a:cxn>
                  <a:cxn ang="0">
                    <a:pos x="T2" y="T3"/>
                  </a:cxn>
                  <a:cxn ang="0">
                    <a:pos x="T4" y="T5"/>
                  </a:cxn>
                  <a:cxn ang="0">
                    <a:pos x="T6" y="T7"/>
                  </a:cxn>
                  <a:cxn ang="0">
                    <a:pos x="T8" y="T9"/>
                  </a:cxn>
                </a:cxnLst>
                <a:rect l="0" t="0" r="r" b="b"/>
                <a:pathLst>
                  <a:path w="60" h="18">
                    <a:moveTo>
                      <a:pt x="0" y="0"/>
                    </a:moveTo>
                    <a:cubicBezTo>
                      <a:pt x="58" y="0"/>
                      <a:pt x="58" y="0"/>
                      <a:pt x="58" y="0"/>
                    </a:cubicBezTo>
                    <a:cubicBezTo>
                      <a:pt x="59" y="7"/>
                      <a:pt x="59" y="14"/>
                      <a:pt x="60" y="18"/>
                    </a:cubicBezTo>
                    <a:cubicBezTo>
                      <a:pt x="15" y="18"/>
                      <a:pt x="15" y="18"/>
                      <a:pt x="15" y="18"/>
                    </a:cubicBezTo>
                    <a:cubicBezTo>
                      <a:pt x="11" y="11"/>
                      <a:pt x="5" y="4"/>
                      <a:pt x="0" y="0"/>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6" name="Freeform 23"/>
              <p:cNvSpPr>
                <a:spLocks/>
              </p:cNvSpPr>
              <p:nvPr/>
            </p:nvSpPr>
            <p:spPr bwMode="auto">
              <a:xfrm>
                <a:off x="3150" y="1642"/>
                <a:ext cx="111" cy="34"/>
              </a:xfrm>
              <a:custGeom>
                <a:avLst/>
                <a:gdLst>
                  <a:gd name="T0" fmla="*/ 0 w 58"/>
                  <a:gd name="T1" fmla="*/ 0 h 18"/>
                  <a:gd name="T2" fmla="*/ 56 w 58"/>
                  <a:gd name="T3" fmla="*/ 0 h 18"/>
                  <a:gd name="T4" fmla="*/ 58 w 58"/>
                  <a:gd name="T5" fmla="*/ 18 h 18"/>
                  <a:gd name="T6" fmla="*/ 58 w 58"/>
                  <a:gd name="T7" fmla="*/ 18 h 18"/>
                  <a:gd name="T8" fmla="*/ 13 w 58"/>
                  <a:gd name="T9" fmla="*/ 18 h 18"/>
                  <a:gd name="T10" fmla="*/ 0 w 58"/>
                  <a:gd name="T11" fmla="*/ 0 h 18"/>
                </a:gdLst>
                <a:ahLst/>
                <a:cxnLst>
                  <a:cxn ang="0">
                    <a:pos x="T0" y="T1"/>
                  </a:cxn>
                  <a:cxn ang="0">
                    <a:pos x="T2" y="T3"/>
                  </a:cxn>
                  <a:cxn ang="0">
                    <a:pos x="T4" y="T5"/>
                  </a:cxn>
                  <a:cxn ang="0">
                    <a:pos x="T6" y="T7"/>
                  </a:cxn>
                  <a:cxn ang="0">
                    <a:pos x="T8" y="T9"/>
                  </a:cxn>
                  <a:cxn ang="0">
                    <a:pos x="T10" y="T11"/>
                  </a:cxn>
                </a:cxnLst>
                <a:rect l="0" t="0" r="r" b="b"/>
                <a:pathLst>
                  <a:path w="58" h="18">
                    <a:moveTo>
                      <a:pt x="0" y="0"/>
                    </a:moveTo>
                    <a:cubicBezTo>
                      <a:pt x="56" y="0"/>
                      <a:pt x="56" y="0"/>
                      <a:pt x="56" y="0"/>
                    </a:cubicBezTo>
                    <a:cubicBezTo>
                      <a:pt x="57" y="7"/>
                      <a:pt x="57" y="13"/>
                      <a:pt x="58" y="18"/>
                    </a:cubicBezTo>
                    <a:cubicBezTo>
                      <a:pt x="58" y="18"/>
                      <a:pt x="58" y="18"/>
                      <a:pt x="58" y="18"/>
                    </a:cubicBezTo>
                    <a:cubicBezTo>
                      <a:pt x="13" y="18"/>
                      <a:pt x="13" y="18"/>
                      <a:pt x="13" y="18"/>
                    </a:cubicBezTo>
                    <a:cubicBezTo>
                      <a:pt x="10" y="12"/>
                      <a:pt x="4" y="4"/>
                      <a:pt x="0" y="0"/>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7" name="Freeform 24"/>
              <p:cNvSpPr>
                <a:spLocks/>
              </p:cNvSpPr>
              <p:nvPr/>
            </p:nvSpPr>
            <p:spPr bwMode="auto">
              <a:xfrm>
                <a:off x="3152" y="1644"/>
                <a:ext cx="109" cy="36"/>
              </a:xfrm>
              <a:custGeom>
                <a:avLst/>
                <a:gdLst>
                  <a:gd name="T0" fmla="*/ 0 w 57"/>
                  <a:gd name="T1" fmla="*/ 0 h 19"/>
                  <a:gd name="T2" fmla="*/ 55 w 57"/>
                  <a:gd name="T3" fmla="*/ 0 h 19"/>
                  <a:gd name="T4" fmla="*/ 57 w 57"/>
                  <a:gd name="T5" fmla="*/ 17 h 19"/>
                  <a:gd name="T6" fmla="*/ 57 w 57"/>
                  <a:gd name="T7" fmla="*/ 19 h 19"/>
                  <a:gd name="T8" fmla="*/ 13 w 57"/>
                  <a:gd name="T9" fmla="*/ 19 h 19"/>
                  <a:gd name="T10" fmla="*/ 0 w 57"/>
                  <a:gd name="T11" fmla="*/ 0 h 19"/>
                </a:gdLst>
                <a:ahLst/>
                <a:cxnLst>
                  <a:cxn ang="0">
                    <a:pos x="T0" y="T1"/>
                  </a:cxn>
                  <a:cxn ang="0">
                    <a:pos x="T2" y="T3"/>
                  </a:cxn>
                  <a:cxn ang="0">
                    <a:pos x="T4" y="T5"/>
                  </a:cxn>
                  <a:cxn ang="0">
                    <a:pos x="T6" y="T7"/>
                  </a:cxn>
                  <a:cxn ang="0">
                    <a:pos x="T8" y="T9"/>
                  </a:cxn>
                  <a:cxn ang="0">
                    <a:pos x="T10" y="T11"/>
                  </a:cxn>
                </a:cxnLst>
                <a:rect l="0" t="0" r="r" b="b"/>
                <a:pathLst>
                  <a:path w="57" h="19">
                    <a:moveTo>
                      <a:pt x="0" y="0"/>
                    </a:moveTo>
                    <a:cubicBezTo>
                      <a:pt x="55" y="0"/>
                      <a:pt x="55" y="0"/>
                      <a:pt x="55" y="0"/>
                    </a:cubicBezTo>
                    <a:cubicBezTo>
                      <a:pt x="56" y="7"/>
                      <a:pt x="56" y="13"/>
                      <a:pt x="57" y="17"/>
                    </a:cubicBezTo>
                    <a:cubicBezTo>
                      <a:pt x="57" y="17"/>
                      <a:pt x="57" y="18"/>
                      <a:pt x="57" y="19"/>
                    </a:cubicBezTo>
                    <a:cubicBezTo>
                      <a:pt x="13" y="19"/>
                      <a:pt x="13" y="19"/>
                      <a:pt x="13" y="19"/>
                    </a:cubicBezTo>
                    <a:cubicBezTo>
                      <a:pt x="10" y="12"/>
                      <a:pt x="5" y="5"/>
                      <a:pt x="0" y="0"/>
                    </a:cubicBezTo>
                    <a:close/>
                  </a:path>
                </a:pathLst>
              </a:custGeom>
              <a:solidFill>
                <a:srgbClr val="D7D6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8" name="Freeform 25"/>
              <p:cNvSpPr>
                <a:spLocks/>
              </p:cNvSpPr>
              <p:nvPr/>
            </p:nvSpPr>
            <p:spPr bwMode="auto">
              <a:xfrm>
                <a:off x="3153" y="1648"/>
                <a:ext cx="109" cy="34"/>
              </a:xfrm>
              <a:custGeom>
                <a:avLst/>
                <a:gdLst>
                  <a:gd name="T0" fmla="*/ 0 w 57"/>
                  <a:gd name="T1" fmla="*/ 0 h 18"/>
                  <a:gd name="T2" fmla="*/ 55 w 57"/>
                  <a:gd name="T3" fmla="*/ 0 h 18"/>
                  <a:gd name="T4" fmla="*/ 56 w 57"/>
                  <a:gd name="T5" fmla="*/ 15 h 18"/>
                  <a:gd name="T6" fmla="*/ 56 w 57"/>
                  <a:gd name="T7" fmla="*/ 18 h 18"/>
                  <a:gd name="T8" fmla="*/ 13 w 57"/>
                  <a:gd name="T9" fmla="*/ 18 h 18"/>
                  <a:gd name="T10" fmla="*/ 0 w 57"/>
                  <a:gd name="T11" fmla="*/ 0 h 18"/>
                </a:gdLst>
                <a:ahLst/>
                <a:cxnLst>
                  <a:cxn ang="0">
                    <a:pos x="T0" y="T1"/>
                  </a:cxn>
                  <a:cxn ang="0">
                    <a:pos x="T2" y="T3"/>
                  </a:cxn>
                  <a:cxn ang="0">
                    <a:pos x="T4" y="T5"/>
                  </a:cxn>
                  <a:cxn ang="0">
                    <a:pos x="T6" y="T7"/>
                  </a:cxn>
                  <a:cxn ang="0">
                    <a:pos x="T8" y="T9"/>
                  </a:cxn>
                  <a:cxn ang="0">
                    <a:pos x="T10" y="T11"/>
                  </a:cxn>
                </a:cxnLst>
                <a:rect l="0" t="0" r="r" b="b"/>
                <a:pathLst>
                  <a:path w="57" h="18">
                    <a:moveTo>
                      <a:pt x="0" y="0"/>
                    </a:moveTo>
                    <a:cubicBezTo>
                      <a:pt x="55" y="0"/>
                      <a:pt x="55" y="0"/>
                      <a:pt x="55" y="0"/>
                    </a:cubicBezTo>
                    <a:cubicBezTo>
                      <a:pt x="55" y="5"/>
                      <a:pt x="55" y="11"/>
                      <a:pt x="56" y="15"/>
                    </a:cubicBezTo>
                    <a:cubicBezTo>
                      <a:pt x="56" y="15"/>
                      <a:pt x="57" y="17"/>
                      <a:pt x="56" y="18"/>
                    </a:cubicBezTo>
                    <a:cubicBezTo>
                      <a:pt x="13" y="18"/>
                      <a:pt x="13" y="18"/>
                      <a:pt x="13" y="18"/>
                    </a:cubicBezTo>
                    <a:cubicBezTo>
                      <a:pt x="10" y="12"/>
                      <a:pt x="5" y="5"/>
                      <a:pt x="0" y="0"/>
                    </a:cubicBezTo>
                    <a:close/>
                  </a:path>
                </a:pathLst>
              </a:custGeom>
              <a:solidFill>
                <a:srgbClr val="D8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9" name="Freeform 26"/>
              <p:cNvSpPr>
                <a:spLocks/>
              </p:cNvSpPr>
              <p:nvPr/>
            </p:nvSpPr>
            <p:spPr bwMode="auto">
              <a:xfrm>
                <a:off x="3155" y="1650"/>
                <a:ext cx="107" cy="34"/>
              </a:xfrm>
              <a:custGeom>
                <a:avLst/>
                <a:gdLst>
                  <a:gd name="T0" fmla="*/ 0 w 56"/>
                  <a:gd name="T1" fmla="*/ 0 h 18"/>
                  <a:gd name="T2" fmla="*/ 54 w 56"/>
                  <a:gd name="T3" fmla="*/ 0 h 18"/>
                  <a:gd name="T4" fmla="*/ 55 w 56"/>
                  <a:gd name="T5" fmla="*/ 14 h 18"/>
                  <a:gd name="T6" fmla="*/ 55 w 56"/>
                  <a:gd name="T7" fmla="*/ 18 h 18"/>
                  <a:gd name="T8" fmla="*/ 12 w 56"/>
                  <a:gd name="T9" fmla="*/ 18 h 18"/>
                  <a:gd name="T10" fmla="*/ 0 w 56"/>
                  <a:gd name="T11" fmla="*/ 0 h 18"/>
                </a:gdLst>
                <a:ahLst/>
                <a:cxnLst>
                  <a:cxn ang="0">
                    <a:pos x="T0" y="T1"/>
                  </a:cxn>
                  <a:cxn ang="0">
                    <a:pos x="T2" y="T3"/>
                  </a:cxn>
                  <a:cxn ang="0">
                    <a:pos x="T4" y="T5"/>
                  </a:cxn>
                  <a:cxn ang="0">
                    <a:pos x="T6" y="T7"/>
                  </a:cxn>
                  <a:cxn ang="0">
                    <a:pos x="T8" y="T9"/>
                  </a:cxn>
                  <a:cxn ang="0">
                    <a:pos x="T10" y="T11"/>
                  </a:cxn>
                </a:cxnLst>
                <a:rect l="0" t="0" r="r" b="b"/>
                <a:pathLst>
                  <a:path w="56" h="18">
                    <a:moveTo>
                      <a:pt x="0" y="0"/>
                    </a:moveTo>
                    <a:cubicBezTo>
                      <a:pt x="54" y="0"/>
                      <a:pt x="54" y="0"/>
                      <a:pt x="54" y="0"/>
                    </a:cubicBezTo>
                    <a:cubicBezTo>
                      <a:pt x="54" y="5"/>
                      <a:pt x="54" y="10"/>
                      <a:pt x="55" y="14"/>
                    </a:cubicBezTo>
                    <a:cubicBezTo>
                      <a:pt x="56" y="15"/>
                      <a:pt x="55" y="16"/>
                      <a:pt x="55" y="18"/>
                    </a:cubicBezTo>
                    <a:cubicBezTo>
                      <a:pt x="12" y="18"/>
                      <a:pt x="12" y="18"/>
                      <a:pt x="12" y="18"/>
                    </a:cubicBezTo>
                    <a:cubicBezTo>
                      <a:pt x="10" y="12"/>
                      <a:pt x="5" y="5"/>
                      <a:pt x="0" y="0"/>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0" name="Freeform 27"/>
              <p:cNvSpPr>
                <a:spLocks/>
              </p:cNvSpPr>
              <p:nvPr/>
            </p:nvSpPr>
            <p:spPr bwMode="auto">
              <a:xfrm>
                <a:off x="3157" y="1652"/>
                <a:ext cx="105" cy="36"/>
              </a:xfrm>
              <a:custGeom>
                <a:avLst/>
                <a:gdLst>
                  <a:gd name="T0" fmla="*/ 0 w 55"/>
                  <a:gd name="T1" fmla="*/ 0 h 19"/>
                  <a:gd name="T2" fmla="*/ 53 w 55"/>
                  <a:gd name="T3" fmla="*/ 0 h 19"/>
                  <a:gd name="T4" fmla="*/ 54 w 55"/>
                  <a:gd name="T5" fmla="*/ 13 h 19"/>
                  <a:gd name="T6" fmla="*/ 54 w 55"/>
                  <a:gd name="T7" fmla="*/ 19 h 19"/>
                  <a:gd name="T8" fmla="*/ 12 w 55"/>
                  <a:gd name="T9" fmla="*/ 19 h 19"/>
                  <a:gd name="T10" fmla="*/ 0 w 55"/>
                  <a:gd name="T11" fmla="*/ 0 h 19"/>
                </a:gdLst>
                <a:ahLst/>
                <a:cxnLst>
                  <a:cxn ang="0">
                    <a:pos x="T0" y="T1"/>
                  </a:cxn>
                  <a:cxn ang="0">
                    <a:pos x="T2" y="T3"/>
                  </a:cxn>
                  <a:cxn ang="0">
                    <a:pos x="T4" y="T5"/>
                  </a:cxn>
                  <a:cxn ang="0">
                    <a:pos x="T6" y="T7"/>
                  </a:cxn>
                  <a:cxn ang="0">
                    <a:pos x="T8" y="T9"/>
                  </a:cxn>
                  <a:cxn ang="0">
                    <a:pos x="T10" y="T11"/>
                  </a:cxn>
                </a:cxnLst>
                <a:rect l="0" t="0" r="r" b="b"/>
                <a:pathLst>
                  <a:path w="55" h="19">
                    <a:moveTo>
                      <a:pt x="0" y="0"/>
                    </a:moveTo>
                    <a:cubicBezTo>
                      <a:pt x="53" y="0"/>
                      <a:pt x="53" y="0"/>
                      <a:pt x="53" y="0"/>
                    </a:cubicBezTo>
                    <a:cubicBezTo>
                      <a:pt x="53" y="5"/>
                      <a:pt x="53" y="10"/>
                      <a:pt x="54" y="13"/>
                    </a:cubicBezTo>
                    <a:cubicBezTo>
                      <a:pt x="55" y="14"/>
                      <a:pt x="54" y="16"/>
                      <a:pt x="54" y="19"/>
                    </a:cubicBezTo>
                    <a:cubicBezTo>
                      <a:pt x="12" y="19"/>
                      <a:pt x="12" y="19"/>
                      <a:pt x="12" y="19"/>
                    </a:cubicBezTo>
                    <a:cubicBezTo>
                      <a:pt x="9" y="13"/>
                      <a:pt x="5" y="6"/>
                      <a:pt x="0" y="0"/>
                    </a:cubicBezTo>
                    <a:close/>
                  </a:path>
                </a:pathLst>
              </a:custGeom>
              <a:solidFill>
                <a:srgbClr val="DBDA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1" name="Freeform 28"/>
              <p:cNvSpPr>
                <a:spLocks/>
              </p:cNvSpPr>
              <p:nvPr/>
            </p:nvSpPr>
            <p:spPr bwMode="auto">
              <a:xfrm>
                <a:off x="3159" y="1655"/>
                <a:ext cx="103" cy="35"/>
              </a:xfrm>
              <a:custGeom>
                <a:avLst/>
                <a:gdLst>
                  <a:gd name="T0" fmla="*/ 0 w 54"/>
                  <a:gd name="T1" fmla="*/ 0 h 18"/>
                  <a:gd name="T2" fmla="*/ 52 w 54"/>
                  <a:gd name="T3" fmla="*/ 0 h 18"/>
                  <a:gd name="T4" fmla="*/ 53 w 54"/>
                  <a:gd name="T5" fmla="*/ 11 h 18"/>
                  <a:gd name="T6" fmla="*/ 53 w 54"/>
                  <a:gd name="T7" fmla="*/ 18 h 18"/>
                  <a:gd name="T8" fmla="*/ 11 w 54"/>
                  <a:gd name="T9" fmla="*/ 18 h 18"/>
                  <a:gd name="T10" fmla="*/ 0 w 54"/>
                  <a:gd name="T11" fmla="*/ 0 h 18"/>
                </a:gdLst>
                <a:ahLst/>
                <a:cxnLst>
                  <a:cxn ang="0">
                    <a:pos x="T0" y="T1"/>
                  </a:cxn>
                  <a:cxn ang="0">
                    <a:pos x="T2" y="T3"/>
                  </a:cxn>
                  <a:cxn ang="0">
                    <a:pos x="T4" y="T5"/>
                  </a:cxn>
                  <a:cxn ang="0">
                    <a:pos x="T6" y="T7"/>
                  </a:cxn>
                  <a:cxn ang="0">
                    <a:pos x="T8" y="T9"/>
                  </a:cxn>
                  <a:cxn ang="0">
                    <a:pos x="T10" y="T11"/>
                  </a:cxn>
                </a:cxnLst>
                <a:rect l="0" t="0" r="r" b="b"/>
                <a:pathLst>
                  <a:path w="54" h="18">
                    <a:moveTo>
                      <a:pt x="0" y="0"/>
                    </a:moveTo>
                    <a:cubicBezTo>
                      <a:pt x="52" y="0"/>
                      <a:pt x="52" y="0"/>
                      <a:pt x="52" y="0"/>
                    </a:cubicBezTo>
                    <a:cubicBezTo>
                      <a:pt x="52" y="4"/>
                      <a:pt x="52" y="8"/>
                      <a:pt x="53" y="11"/>
                    </a:cubicBezTo>
                    <a:cubicBezTo>
                      <a:pt x="54" y="12"/>
                      <a:pt x="53" y="15"/>
                      <a:pt x="53" y="18"/>
                    </a:cubicBezTo>
                    <a:cubicBezTo>
                      <a:pt x="11" y="18"/>
                      <a:pt x="11" y="18"/>
                      <a:pt x="11" y="18"/>
                    </a:cubicBezTo>
                    <a:cubicBezTo>
                      <a:pt x="9" y="12"/>
                      <a:pt x="5" y="5"/>
                      <a:pt x="0"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2" name="Freeform 29"/>
              <p:cNvSpPr>
                <a:spLocks/>
              </p:cNvSpPr>
              <p:nvPr/>
            </p:nvSpPr>
            <p:spPr bwMode="auto">
              <a:xfrm>
                <a:off x="3161" y="1657"/>
                <a:ext cx="101" cy="35"/>
              </a:xfrm>
              <a:custGeom>
                <a:avLst/>
                <a:gdLst>
                  <a:gd name="T0" fmla="*/ 0 w 53"/>
                  <a:gd name="T1" fmla="*/ 0 h 18"/>
                  <a:gd name="T2" fmla="*/ 51 w 53"/>
                  <a:gd name="T3" fmla="*/ 0 h 18"/>
                  <a:gd name="T4" fmla="*/ 52 w 53"/>
                  <a:gd name="T5" fmla="*/ 10 h 18"/>
                  <a:gd name="T6" fmla="*/ 51 w 53"/>
                  <a:gd name="T7" fmla="*/ 18 h 18"/>
                  <a:gd name="T8" fmla="*/ 11 w 53"/>
                  <a:gd name="T9" fmla="*/ 18 h 18"/>
                  <a:gd name="T10" fmla="*/ 0 w 53"/>
                  <a:gd name="T11" fmla="*/ 0 h 18"/>
                </a:gdLst>
                <a:ahLst/>
                <a:cxnLst>
                  <a:cxn ang="0">
                    <a:pos x="T0" y="T1"/>
                  </a:cxn>
                  <a:cxn ang="0">
                    <a:pos x="T2" y="T3"/>
                  </a:cxn>
                  <a:cxn ang="0">
                    <a:pos x="T4" y="T5"/>
                  </a:cxn>
                  <a:cxn ang="0">
                    <a:pos x="T6" y="T7"/>
                  </a:cxn>
                  <a:cxn ang="0">
                    <a:pos x="T8" y="T9"/>
                  </a:cxn>
                  <a:cxn ang="0">
                    <a:pos x="T10" y="T11"/>
                  </a:cxn>
                </a:cxnLst>
                <a:rect l="0" t="0" r="r" b="b"/>
                <a:pathLst>
                  <a:path w="53" h="18">
                    <a:moveTo>
                      <a:pt x="0" y="0"/>
                    </a:moveTo>
                    <a:cubicBezTo>
                      <a:pt x="51" y="0"/>
                      <a:pt x="51" y="0"/>
                      <a:pt x="51" y="0"/>
                    </a:cubicBezTo>
                    <a:cubicBezTo>
                      <a:pt x="51" y="4"/>
                      <a:pt x="51" y="7"/>
                      <a:pt x="52" y="10"/>
                    </a:cubicBezTo>
                    <a:cubicBezTo>
                      <a:pt x="53" y="12"/>
                      <a:pt x="52" y="15"/>
                      <a:pt x="51" y="18"/>
                    </a:cubicBezTo>
                    <a:cubicBezTo>
                      <a:pt x="11" y="18"/>
                      <a:pt x="11" y="18"/>
                      <a:pt x="11" y="18"/>
                    </a:cubicBezTo>
                    <a:cubicBezTo>
                      <a:pt x="9" y="13"/>
                      <a:pt x="5" y="6"/>
                      <a:pt x="0"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3" name="Freeform 30"/>
              <p:cNvSpPr>
                <a:spLocks/>
              </p:cNvSpPr>
              <p:nvPr/>
            </p:nvSpPr>
            <p:spPr bwMode="auto">
              <a:xfrm>
                <a:off x="3163" y="1659"/>
                <a:ext cx="99" cy="35"/>
              </a:xfrm>
              <a:custGeom>
                <a:avLst/>
                <a:gdLst>
                  <a:gd name="T0" fmla="*/ 0 w 52"/>
                  <a:gd name="T1" fmla="*/ 0 h 18"/>
                  <a:gd name="T2" fmla="*/ 50 w 52"/>
                  <a:gd name="T3" fmla="*/ 0 h 18"/>
                  <a:gd name="T4" fmla="*/ 51 w 52"/>
                  <a:gd name="T5" fmla="*/ 9 h 18"/>
                  <a:gd name="T6" fmla="*/ 50 w 52"/>
                  <a:gd name="T7" fmla="*/ 18 h 18"/>
                  <a:gd name="T8" fmla="*/ 10 w 52"/>
                  <a:gd name="T9" fmla="*/ 18 h 18"/>
                  <a:gd name="T10" fmla="*/ 0 w 52"/>
                  <a:gd name="T11" fmla="*/ 0 h 18"/>
                </a:gdLst>
                <a:ahLst/>
                <a:cxnLst>
                  <a:cxn ang="0">
                    <a:pos x="T0" y="T1"/>
                  </a:cxn>
                  <a:cxn ang="0">
                    <a:pos x="T2" y="T3"/>
                  </a:cxn>
                  <a:cxn ang="0">
                    <a:pos x="T4" y="T5"/>
                  </a:cxn>
                  <a:cxn ang="0">
                    <a:pos x="T6" y="T7"/>
                  </a:cxn>
                  <a:cxn ang="0">
                    <a:pos x="T8" y="T9"/>
                  </a:cxn>
                  <a:cxn ang="0">
                    <a:pos x="T10" y="T11"/>
                  </a:cxn>
                </a:cxnLst>
                <a:rect l="0" t="0" r="r" b="b"/>
                <a:pathLst>
                  <a:path w="52" h="18">
                    <a:moveTo>
                      <a:pt x="0" y="0"/>
                    </a:moveTo>
                    <a:cubicBezTo>
                      <a:pt x="50" y="0"/>
                      <a:pt x="50" y="0"/>
                      <a:pt x="50" y="0"/>
                    </a:cubicBezTo>
                    <a:cubicBezTo>
                      <a:pt x="50" y="3"/>
                      <a:pt x="50" y="6"/>
                      <a:pt x="51" y="9"/>
                    </a:cubicBezTo>
                    <a:cubicBezTo>
                      <a:pt x="52" y="11"/>
                      <a:pt x="51" y="14"/>
                      <a:pt x="50" y="18"/>
                    </a:cubicBezTo>
                    <a:cubicBezTo>
                      <a:pt x="10" y="18"/>
                      <a:pt x="10" y="18"/>
                      <a:pt x="10" y="18"/>
                    </a:cubicBezTo>
                    <a:cubicBezTo>
                      <a:pt x="9" y="13"/>
                      <a:pt x="5" y="6"/>
                      <a:pt x="0"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4" name="Freeform 31"/>
              <p:cNvSpPr>
                <a:spLocks/>
              </p:cNvSpPr>
              <p:nvPr/>
            </p:nvSpPr>
            <p:spPr bwMode="auto">
              <a:xfrm>
                <a:off x="3165" y="1661"/>
                <a:ext cx="97" cy="36"/>
              </a:xfrm>
              <a:custGeom>
                <a:avLst/>
                <a:gdLst>
                  <a:gd name="T0" fmla="*/ 0 w 51"/>
                  <a:gd name="T1" fmla="*/ 0 h 19"/>
                  <a:gd name="T2" fmla="*/ 49 w 51"/>
                  <a:gd name="T3" fmla="*/ 0 h 19"/>
                  <a:gd name="T4" fmla="*/ 50 w 51"/>
                  <a:gd name="T5" fmla="*/ 8 h 19"/>
                  <a:gd name="T6" fmla="*/ 48 w 51"/>
                  <a:gd name="T7" fmla="*/ 19 h 19"/>
                  <a:gd name="T8" fmla="*/ 10 w 51"/>
                  <a:gd name="T9" fmla="*/ 19 h 19"/>
                  <a:gd name="T10" fmla="*/ 10 w 51"/>
                  <a:gd name="T11" fmla="*/ 19 h 19"/>
                  <a:gd name="T12" fmla="*/ 0 w 5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51" h="19">
                    <a:moveTo>
                      <a:pt x="0" y="0"/>
                    </a:moveTo>
                    <a:cubicBezTo>
                      <a:pt x="49" y="0"/>
                      <a:pt x="49" y="0"/>
                      <a:pt x="49" y="0"/>
                    </a:cubicBezTo>
                    <a:cubicBezTo>
                      <a:pt x="49" y="3"/>
                      <a:pt x="50" y="6"/>
                      <a:pt x="50" y="8"/>
                    </a:cubicBezTo>
                    <a:cubicBezTo>
                      <a:pt x="51" y="10"/>
                      <a:pt x="50" y="14"/>
                      <a:pt x="48" y="19"/>
                    </a:cubicBezTo>
                    <a:cubicBezTo>
                      <a:pt x="10" y="19"/>
                      <a:pt x="10" y="19"/>
                      <a:pt x="10" y="19"/>
                    </a:cubicBezTo>
                    <a:cubicBezTo>
                      <a:pt x="10" y="19"/>
                      <a:pt x="10" y="19"/>
                      <a:pt x="10" y="19"/>
                    </a:cubicBezTo>
                    <a:cubicBezTo>
                      <a:pt x="9" y="14"/>
                      <a:pt x="5" y="7"/>
                      <a:pt x="0"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5" name="Freeform 32"/>
              <p:cNvSpPr>
                <a:spLocks/>
              </p:cNvSpPr>
              <p:nvPr/>
            </p:nvSpPr>
            <p:spPr bwMode="auto">
              <a:xfrm>
                <a:off x="3167" y="1665"/>
                <a:ext cx="95" cy="34"/>
              </a:xfrm>
              <a:custGeom>
                <a:avLst/>
                <a:gdLst>
                  <a:gd name="T0" fmla="*/ 0 w 50"/>
                  <a:gd name="T1" fmla="*/ 0 h 18"/>
                  <a:gd name="T2" fmla="*/ 48 w 50"/>
                  <a:gd name="T3" fmla="*/ 0 h 18"/>
                  <a:gd name="T4" fmla="*/ 49 w 50"/>
                  <a:gd name="T5" fmla="*/ 6 h 18"/>
                  <a:gd name="T6" fmla="*/ 47 w 50"/>
                  <a:gd name="T7" fmla="*/ 18 h 18"/>
                  <a:gd name="T8" fmla="*/ 9 w 50"/>
                  <a:gd name="T9" fmla="*/ 18 h 18"/>
                  <a:gd name="T10" fmla="*/ 9 w 50"/>
                  <a:gd name="T11" fmla="*/ 17 h 18"/>
                  <a:gd name="T12" fmla="*/ 0 w 50"/>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50" h="18">
                    <a:moveTo>
                      <a:pt x="0" y="0"/>
                    </a:moveTo>
                    <a:cubicBezTo>
                      <a:pt x="48" y="0"/>
                      <a:pt x="48" y="0"/>
                      <a:pt x="48" y="0"/>
                    </a:cubicBezTo>
                    <a:cubicBezTo>
                      <a:pt x="48" y="2"/>
                      <a:pt x="49" y="4"/>
                      <a:pt x="49" y="6"/>
                    </a:cubicBezTo>
                    <a:cubicBezTo>
                      <a:pt x="50" y="8"/>
                      <a:pt x="49" y="13"/>
                      <a:pt x="47" y="18"/>
                    </a:cubicBezTo>
                    <a:cubicBezTo>
                      <a:pt x="9" y="18"/>
                      <a:pt x="9" y="18"/>
                      <a:pt x="9" y="18"/>
                    </a:cubicBezTo>
                    <a:cubicBezTo>
                      <a:pt x="9" y="17"/>
                      <a:pt x="9" y="17"/>
                      <a:pt x="9" y="17"/>
                    </a:cubicBezTo>
                    <a:cubicBezTo>
                      <a:pt x="8" y="12"/>
                      <a:pt x="4" y="6"/>
                      <a:pt x="0"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6" name="Freeform 33"/>
              <p:cNvSpPr>
                <a:spLocks/>
              </p:cNvSpPr>
              <p:nvPr/>
            </p:nvSpPr>
            <p:spPr bwMode="auto">
              <a:xfrm>
                <a:off x="3169" y="1667"/>
                <a:ext cx="93" cy="34"/>
              </a:xfrm>
              <a:custGeom>
                <a:avLst/>
                <a:gdLst>
                  <a:gd name="T0" fmla="*/ 0 w 49"/>
                  <a:gd name="T1" fmla="*/ 0 h 18"/>
                  <a:gd name="T2" fmla="*/ 47 w 49"/>
                  <a:gd name="T3" fmla="*/ 0 h 18"/>
                  <a:gd name="T4" fmla="*/ 48 w 49"/>
                  <a:gd name="T5" fmla="*/ 5 h 18"/>
                  <a:gd name="T6" fmla="*/ 46 w 49"/>
                  <a:gd name="T7" fmla="*/ 18 h 18"/>
                  <a:gd name="T8" fmla="*/ 8 w 49"/>
                  <a:gd name="T9" fmla="*/ 18 h 18"/>
                  <a:gd name="T10" fmla="*/ 8 w 49"/>
                  <a:gd name="T11" fmla="*/ 16 h 18"/>
                  <a:gd name="T12" fmla="*/ 0 w 4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9" h="18">
                    <a:moveTo>
                      <a:pt x="0" y="0"/>
                    </a:moveTo>
                    <a:cubicBezTo>
                      <a:pt x="47" y="0"/>
                      <a:pt x="47" y="0"/>
                      <a:pt x="47" y="0"/>
                    </a:cubicBezTo>
                    <a:cubicBezTo>
                      <a:pt x="47" y="2"/>
                      <a:pt x="48" y="3"/>
                      <a:pt x="48" y="5"/>
                    </a:cubicBezTo>
                    <a:cubicBezTo>
                      <a:pt x="49" y="7"/>
                      <a:pt x="47" y="13"/>
                      <a:pt x="46" y="18"/>
                    </a:cubicBezTo>
                    <a:cubicBezTo>
                      <a:pt x="8" y="18"/>
                      <a:pt x="8" y="18"/>
                      <a:pt x="8" y="18"/>
                    </a:cubicBezTo>
                    <a:cubicBezTo>
                      <a:pt x="8" y="17"/>
                      <a:pt x="8" y="16"/>
                      <a:pt x="8" y="16"/>
                    </a:cubicBezTo>
                    <a:cubicBezTo>
                      <a:pt x="7" y="11"/>
                      <a:pt x="4" y="6"/>
                      <a:pt x="0"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7" name="Freeform 34"/>
              <p:cNvSpPr>
                <a:spLocks/>
              </p:cNvSpPr>
              <p:nvPr/>
            </p:nvSpPr>
            <p:spPr bwMode="auto">
              <a:xfrm>
                <a:off x="3171" y="1669"/>
                <a:ext cx="91" cy="36"/>
              </a:xfrm>
              <a:custGeom>
                <a:avLst/>
                <a:gdLst>
                  <a:gd name="T0" fmla="*/ 0 w 48"/>
                  <a:gd name="T1" fmla="*/ 0 h 19"/>
                  <a:gd name="T2" fmla="*/ 46 w 48"/>
                  <a:gd name="T3" fmla="*/ 0 h 19"/>
                  <a:gd name="T4" fmla="*/ 47 w 48"/>
                  <a:gd name="T5" fmla="*/ 4 h 19"/>
                  <a:gd name="T6" fmla="*/ 44 w 48"/>
                  <a:gd name="T7" fmla="*/ 19 h 19"/>
                  <a:gd name="T8" fmla="*/ 7 w 48"/>
                  <a:gd name="T9" fmla="*/ 19 h 19"/>
                  <a:gd name="T10" fmla="*/ 7 w 48"/>
                  <a:gd name="T11" fmla="*/ 15 h 19"/>
                  <a:gd name="T12" fmla="*/ 0 w 4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8" h="19">
                    <a:moveTo>
                      <a:pt x="0" y="0"/>
                    </a:moveTo>
                    <a:cubicBezTo>
                      <a:pt x="46" y="0"/>
                      <a:pt x="46" y="0"/>
                      <a:pt x="46" y="0"/>
                    </a:cubicBezTo>
                    <a:cubicBezTo>
                      <a:pt x="47" y="1"/>
                      <a:pt x="47" y="3"/>
                      <a:pt x="47" y="4"/>
                    </a:cubicBezTo>
                    <a:cubicBezTo>
                      <a:pt x="48" y="7"/>
                      <a:pt x="46" y="13"/>
                      <a:pt x="44" y="19"/>
                    </a:cubicBezTo>
                    <a:cubicBezTo>
                      <a:pt x="7" y="19"/>
                      <a:pt x="7" y="19"/>
                      <a:pt x="7" y="19"/>
                    </a:cubicBezTo>
                    <a:cubicBezTo>
                      <a:pt x="7" y="17"/>
                      <a:pt x="7" y="16"/>
                      <a:pt x="7" y="15"/>
                    </a:cubicBezTo>
                    <a:cubicBezTo>
                      <a:pt x="6" y="11"/>
                      <a:pt x="3" y="5"/>
                      <a:pt x="0" y="0"/>
                    </a:cubicBezTo>
                    <a:close/>
                  </a:path>
                </a:pathLst>
              </a:custGeom>
              <a:solidFill>
                <a:srgbClr val="E3E2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8" name="Freeform 35"/>
              <p:cNvSpPr>
                <a:spLocks/>
              </p:cNvSpPr>
              <p:nvPr/>
            </p:nvSpPr>
            <p:spPr bwMode="auto">
              <a:xfrm>
                <a:off x="3173" y="1673"/>
                <a:ext cx="89" cy="34"/>
              </a:xfrm>
              <a:custGeom>
                <a:avLst/>
                <a:gdLst>
                  <a:gd name="T0" fmla="*/ 0 w 47"/>
                  <a:gd name="T1" fmla="*/ 0 h 18"/>
                  <a:gd name="T2" fmla="*/ 46 w 47"/>
                  <a:gd name="T3" fmla="*/ 0 h 18"/>
                  <a:gd name="T4" fmla="*/ 46 w 47"/>
                  <a:gd name="T5" fmla="*/ 2 h 18"/>
                  <a:gd name="T6" fmla="*/ 43 w 47"/>
                  <a:gd name="T7" fmla="*/ 18 h 18"/>
                  <a:gd name="T8" fmla="*/ 6 w 47"/>
                  <a:gd name="T9" fmla="*/ 18 h 18"/>
                  <a:gd name="T10" fmla="*/ 6 w 47"/>
                  <a:gd name="T11" fmla="*/ 13 h 18"/>
                  <a:gd name="T12" fmla="*/ 0 w 4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7" h="18">
                    <a:moveTo>
                      <a:pt x="0" y="0"/>
                    </a:moveTo>
                    <a:cubicBezTo>
                      <a:pt x="46" y="0"/>
                      <a:pt x="46" y="0"/>
                      <a:pt x="46" y="0"/>
                    </a:cubicBezTo>
                    <a:cubicBezTo>
                      <a:pt x="46" y="0"/>
                      <a:pt x="46" y="1"/>
                      <a:pt x="46" y="2"/>
                    </a:cubicBezTo>
                    <a:cubicBezTo>
                      <a:pt x="47" y="5"/>
                      <a:pt x="45" y="11"/>
                      <a:pt x="43" y="18"/>
                    </a:cubicBezTo>
                    <a:cubicBezTo>
                      <a:pt x="6" y="18"/>
                      <a:pt x="6" y="18"/>
                      <a:pt x="6" y="18"/>
                    </a:cubicBezTo>
                    <a:cubicBezTo>
                      <a:pt x="6" y="16"/>
                      <a:pt x="6" y="14"/>
                      <a:pt x="6" y="13"/>
                    </a:cubicBezTo>
                    <a:cubicBezTo>
                      <a:pt x="5" y="9"/>
                      <a:pt x="3" y="4"/>
                      <a:pt x="0" y="0"/>
                    </a:cubicBezTo>
                    <a:close/>
                  </a:path>
                </a:pathLst>
              </a:custGeom>
              <a:solidFill>
                <a:srgbClr val="E4E4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9" name="Freeform 36"/>
              <p:cNvSpPr>
                <a:spLocks/>
              </p:cNvSpPr>
              <p:nvPr/>
            </p:nvSpPr>
            <p:spPr bwMode="auto">
              <a:xfrm>
                <a:off x="3173" y="1674"/>
                <a:ext cx="89" cy="35"/>
              </a:xfrm>
              <a:custGeom>
                <a:avLst/>
                <a:gdLst>
                  <a:gd name="T0" fmla="*/ 0 w 47"/>
                  <a:gd name="T1" fmla="*/ 0 h 18"/>
                  <a:gd name="T2" fmla="*/ 46 w 47"/>
                  <a:gd name="T3" fmla="*/ 0 h 18"/>
                  <a:gd name="T4" fmla="*/ 46 w 47"/>
                  <a:gd name="T5" fmla="*/ 1 h 18"/>
                  <a:gd name="T6" fmla="*/ 43 w 47"/>
                  <a:gd name="T7" fmla="*/ 18 h 18"/>
                  <a:gd name="T8" fmla="*/ 6 w 47"/>
                  <a:gd name="T9" fmla="*/ 18 h 18"/>
                  <a:gd name="T10" fmla="*/ 6 w 47"/>
                  <a:gd name="T11" fmla="*/ 12 h 18"/>
                  <a:gd name="T12" fmla="*/ 0 w 4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7" h="18">
                    <a:moveTo>
                      <a:pt x="0" y="0"/>
                    </a:moveTo>
                    <a:cubicBezTo>
                      <a:pt x="46" y="0"/>
                      <a:pt x="46" y="0"/>
                      <a:pt x="46" y="0"/>
                    </a:cubicBezTo>
                    <a:cubicBezTo>
                      <a:pt x="46" y="0"/>
                      <a:pt x="46" y="0"/>
                      <a:pt x="46" y="1"/>
                    </a:cubicBezTo>
                    <a:cubicBezTo>
                      <a:pt x="47" y="4"/>
                      <a:pt x="44" y="11"/>
                      <a:pt x="43" y="18"/>
                    </a:cubicBezTo>
                    <a:cubicBezTo>
                      <a:pt x="6" y="18"/>
                      <a:pt x="6" y="18"/>
                      <a:pt x="6" y="18"/>
                    </a:cubicBezTo>
                    <a:cubicBezTo>
                      <a:pt x="6" y="16"/>
                      <a:pt x="6" y="13"/>
                      <a:pt x="6" y="12"/>
                    </a:cubicBezTo>
                    <a:cubicBezTo>
                      <a:pt x="5" y="8"/>
                      <a:pt x="3" y="4"/>
                      <a:pt x="0"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0" name="Freeform 37"/>
              <p:cNvSpPr>
                <a:spLocks/>
              </p:cNvSpPr>
              <p:nvPr/>
            </p:nvSpPr>
            <p:spPr bwMode="auto">
              <a:xfrm>
                <a:off x="3175" y="1676"/>
                <a:ext cx="87" cy="35"/>
              </a:xfrm>
              <a:custGeom>
                <a:avLst/>
                <a:gdLst>
                  <a:gd name="T0" fmla="*/ 0 w 46"/>
                  <a:gd name="T1" fmla="*/ 0 h 18"/>
                  <a:gd name="T2" fmla="*/ 45 w 46"/>
                  <a:gd name="T3" fmla="*/ 0 h 18"/>
                  <a:gd name="T4" fmla="*/ 41 w 46"/>
                  <a:gd name="T5" fmla="*/ 18 h 18"/>
                  <a:gd name="T6" fmla="*/ 5 w 46"/>
                  <a:gd name="T7" fmla="*/ 18 h 18"/>
                  <a:gd name="T8" fmla="*/ 5 w 46"/>
                  <a:gd name="T9" fmla="*/ 11 h 18"/>
                  <a:gd name="T10" fmla="*/ 0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0" y="0"/>
                    </a:moveTo>
                    <a:cubicBezTo>
                      <a:pt x="45" y="0"/>
                      <a:pt x="45" y="0"/>
                      <a:pt x="45" y="0"/>
                    </a:cubicBezTo>
                    <a:cubicBezTo>
                      <a:pt x="46" y="4"/>
                      <a:pt x="43" y="11"/>
                      <a:pt x="41" y="18"/>
                    </a:cubicBezTo>
                    <a:cubicBezTo>
                      <a:pt x="5" y="18"/>
                      <a:pt x="5" y="18"/>
                      <a:pt x="5" y="18"/>
                    </a:cubicBezTo>
                    <a:cubicBezTo>
                      <a:pt x="5" y="15"/>
                      <a:pt x="5" y="13"/>
                      <a:pt x="5" y="11"/>
                    </a:cubicBezTo>
                    <a:cubicBezTo>
                      <a:pt x="4" y="8"/>
                      <a:pt x="2" y="4"/>
                      <a:pt x="0"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1" name="Freeform 38"/>
              <p:cNvSpPr>
                <a:spLocks/>
              </p:cNvSpPr>
              <p:nvPr/>
            </p:nvSpPr>
            <p:spPr bwMode="auto">
              <a:xfrm>
                <a:off x="3176" y="1678"/>
                <a:ext cx="85" cy="37"/>
              </a:xfrm>
              <a:custGeom>
                <a:avLst/>
                <a:gdLst>
                  <a:gd name="T0" fmla="*/ 0 w 44"/>
                  <a:gd name="T1" fmla="*/ 0 h 19"/>
                  <a:gd name="T2" fmla="*/ 44 w 44"/>
                  <a:gd name="T3" fmla="*/ 0 h 19"/>
                  <a:gd name="T4" fmla="*/ 40 w 44"/>
                  <a:gd name="T5" fmla="*/ 19 h 19"/>
                  <a:gd name="T6" fmla="*/ 4 w 44"/>
                  <a:gd name="T7" fmla="*/ 19 h 19"/>
                  <a:gd name="T8" fmla="*/ 4 w 44"/>
                  <a:gd name="T9" fmla="*/ 10 h 19"/>
                  <a:gd name="T10" fmla="*/ 0 w 44"/>
                  <a:gd name="T11" fmla="*/ 0 h 19"/>
                </a:gdLst>
                <a:ahLst/>
                <a:cxnLst>
                  <a:cxn ang="0">
                    <a:pos x="T0" y="T1"/>
                  </a:cxn>
                  <a:cxn ang="0">
                    <a:pos x="T2" y="T3"/>
                  </a:cxn>
                  <a:cxn ang="0">
                    <a:pos x="T4" y="T5"/>
                  </a:cxn>
                  <a:cxn ang="0">
                    <a:pos x="T6" y="T7"/>
                  </a:cxn>
                  <a:cxn ang="0">
                    <a:pos x="T8" y="T9"/>
                  </a:cxn>
                  <a:cxn ang="0">
                    <a:pos x="T10" y="T11"/>
                  </a:cxn>
                </a:cxnLst>
                <a:rect l="0" t="0" r="r" b="b"/>
                <a:pathLst>
                  <a:path w="44" h="19">
                    <a:moveTo>
                      <a:pt x="0" y="0"/>
                    </a:moveTo>
                    <a:cubicBezTo>
                      <a:pt x="44" y="0"/>
                      <a:pt x="44" y="0"/>
                      <a:pt x="44" y="0"/>
                    </a:cubicBezTo>
                    <a:cubicBezTo>
                      <a:pt x="44" y="5"/>
                      <a:pt x="41" y="12"/>
                      <a:pt x="40" y="19"/>
                    </a:cubicBezTo>
                    <a:cubicBezTo>
                      <a:pt x="4" y="19"/>
                      <a:pt x="4" y="19"/>
                      <a:pt x="4" y="19"/>
                    </a:cubicBezTo>
                    <a:cubicBezTo>
                      <a:pt x="4" y="15"/>
                      <a:pt x="4" y="12"/>
                      <a:pt x="4" y="10"/>
                    </a:cubicBezTo>
                    <a:cubicBezTo>
                      <a:pt x="3" y="7"/>
                      <a:pt x="2" y="4"/>
                      <a:pt x="0"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2" name="Freeform 39"/>
              <p:cNvSpPr>
                <a:spLocks/>
              </p:cNvSpPr>
              <p:nvPr/>
            </p:nvSpPr>
            <p:spPr bwMode="auto">
              <a:xfrm>
                <a:off x="3178" y="1682"/>
                <a:ext cx="83" cy="35"/>
              </a:xfrm>
              <a:custGeom>
                <a:avLst/>
                <a:gdLst>
                  <a:gd name="T0" fmla="*/ 0 w 43"/>
                  <a:gd name="T1" fmla="*/ 0 h 18"/>
                  <a:gd name="T2" fmla="*/ 43 w 43"/>
                  <a:gd name="T3" fmla="*/ 0 h 18"/>
                  <a:gd name="T4" fmla="*/ 39 w 43"/>
                  <a:gd name="T5" fmla="*/ 18 h 18"/>
                  <a:gd name="T6" fmla="*/ 3 w 43"/>
                  <a:gd name="T7" fmla="*/ 18 h 18"/>
                  <a:gd name="T8" fmla="*/ 3 w 43"/>
                  <a:gd name="T9" fmla="*/ 8 h 18"/>
                  <a:gd name="T10" fmla="*/ 0 w 43"/>
                  <a:gd name="T11" fmla="*/ 0 h 18"/>
                </a:gdLst>
                <a:ahLst/>
                <a:cxnLst>
                  <a:cxn ang="0">
                    <a:pos x="T0" y="T1"/>
                  </a:cxn>
                  <a:cxn ang="0">
                    <a:pos x="T2" y="T3"/>
                  </a:cxn>
                  <a:cxn ang="0">
                    <a:pos x="T4" y="T5"/>
                  </a:cxn>
                  <a:cxn ang="0">
                    <a:pos x="T6" y="T7"/>
                  </a:cxn>
                  <a:cxn ang="0">
                    <a:pos x="T8" y="T9"/>
                  </a:cxn>
                  <a:cxn ang="0">
                    <a:pos x="T10" y="T11"/>
                  </a:cxn>
                </a:cxnLst>
                <a:rect l="0" t="0" r="r" b="b"/>
                <a:pathLst>
                  <a:path w="43" h="18">
                    <a:moveTo>
                      <a:pt x="0" y="0"/>
                    </a:moveTo>
                    <a:cubicBezTo>
                      <a:pt x="43" y="0"/>
                      <a:pt x="43" y="0"/>
                      <a:pt x="43" y="0"/>
                    </a:cubicBezTo>
                    <a:cubicBezTo>
                      <a:pt x="43" y="4"/>
                      <a:pt x="40" y="12"/>
                      <a:pt x="39" y="18"/>
                    </a:cubicBezTo>
                    <a:cubicBezTo>
                      <a:pt x="3" y="18"/>
                      <a:pt x="3" y="18"/>
                      <a:pt x="3" y="18"/>
                    </a:cubicBezTo>
                    <a:cubicBezTo>
                      <a:pt x="3" y="14"/>
                      <a:pt x="3" y="10"/>
                      <a:pt x="3" y="8"/>
                    </a:cubicBezTo>
                    <a:cubicBezTo>
                      <a:pt x="2" y="5"/>
                      <a:pt x="1" y="3"/>
                      <a:pt x="0" y="0"/>
                    </a:cubicBezTo>
                    <a:close/>
                  </a:path>
                </a:pathLst>
              </a:custGeom>
              <a:solidFill>
                <a:srgbClr val="E9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3" name="Freeform 40"/>
              <p:cNvSpPr>
                <a:spLocks/>
              </p:cNvSpPr>
              <p:nvPr/>
            </p:nvSpPr>
            <p:spPr bwMode="auto">
              <a:xfrm>
                <a:off x="3178" y="1684"/>
                <a:ext cx="83" cy="35"/>
              </a:xfrm>
              <a:custGeom>
                <a:avLst/>
                <a:gdLst>
                  <a:gd name="T0" fmla="*/ 0 w 43"/>
                  <a:gd name="T1" fmla="*/ 0 h 18"/>
                  <a:gd name="T2" fmla="*/ 43 w 43"/>
                  <a:gd name="T3" fmla="*/ 0 h 18"/>
                  <a:gd name="T4" fmla="*/ 39 w 43"/>
                  <a:gd name="T5" fmla="*/ 18 h 18"/>
                  <a:gd name="T6" fmla="*/ 3 w 43"/>
                  <a:gd name="T7" fmla="*/ 18 h 18"/>
                  <a:gd name="T8" fmla="*/ 3 w 43"/>
                  <a:gd name="T9" fmla="*/ 7 h 18"/>
                  <a:gd name="T10" fmla="*/ 0 w 43"/>
                  <a:gd name="T11" fmla="*/ 0 h 18"/>
                </a:gdLst>
                <a:ahLst/>
                <a:cxnLst>
                  <a:cxn ang="0">
                    <a:pos x="T0" y="T1"/>
                  </a:cxn>
                  <a:cxn ang="0">
                    <a:pos x="T2" y="T3"/>
                  </a:cxn>
                  <a:cxn ang="0">
                    <a:pos x="T4" y="T5"/>
                  </a:cxn>
                  <a:cxn ang="0">
                    <a:pos x="T6" y="T7"/>
                  </a:cxn>
                  <a:cxn ang="0">
                    <a:pos x="T8" y="T9"/>
                  </a:cxn>
                  <a:cxn ang="0">
                    <a:pos x="T10" y="T11"/>
                  </a:cxn>
                </a:cxnLst>
                <a:rect l="0" t="0" r="r" b="b"/>
                <a:pathLst>
                  <a:path w="43" h="18">
                    <a:moveTo>
                      <a:pt x="0" y="0"/>
                    </a:moveTo>
                    <a:cubicBezTo>
                      <a:pt x="43" y="0"/>
                      <a:pt x="43" y="0"/>
                      <a:pt x="43" y="0"/>
                    </a:cubicBezTo>
                    <a:cubicBezTo>
                      <a:pt x="42" y="5"/>
                      <a:pt x="39" y="12"/>
                      <a:pt x="39" y="18"/>
                    </a:cubicBezTo>
                    <a:cubicBezTo>
                      <a:pt x="3" y="18"/>
                      <a:pt x="3" y="18"/>
                      <a:pt x="3" y="18"/>
                    </a:cubicBezTo>
                    <a:cubicBezTo>
                      <a:pt x="3" y="14"/>
                      <a:pt x="3" y="10"/>
                      <a:pt x="3" y="7"/>
                    </a:cubicBezTo>
                    <a:cubicBezTo>
                      <a:pt x="2" y="5"/>
                      <a:pt x="1" y="2"/>
                      <a:pt x="0"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4" name="Freeform 41"/>
              <p:cNvSpPr>
                <a:spLocks/>
              </p:cNvSpPr>
              <p:nvPr/>
            </p:nvSpPr>
            <p:spPr bwMode="auto">
              <a:xfrm>
                <a:off x="3180" y="1686"/>
                <a:ext cx="81" cy="34"/>
              </a:xfrm>
              <a:custGeom>
                <a:avLst/>
                <a:gdLst>
                  <a:gd name="T0" fmla="*/ 0 w 42"/>
                  <a:gd name="T1" fmla="*/ 0 h 18"/>
                  <a:gd name="T2" fmla="*/ 42 w 42"/>
                  <a:gd name="T3" fmla="*/ 0 h 18"/>
                  <a:gd name="T4" fmla="*/ 38 w 42"/>
                  <a:gd name="T5" fmla="*/ 18 h 18"/>
                  <a:gd name="T6" fmla="*/ 2 w 42"/>
                  <a:gd name="T7" fmla="*/ 18 h 18"/>
                  <a:gd name="T8" fmla="*/ 2 w 42"/>
                  <a:gd name="T9" fmla="*/ 6 h 18"/>
                  <a:gd name="T10" fmla="*/ 0 w 42"/>
                  <a:gd name="T11" fmla="*/ 0 h 18"/>
                </a:gdLst>
                <a:ahLst/>
                <a:cxnLst>
                  <a:cxn ang="0">
                    <a:pos x="T0" y="T1"/>
                  </a:cxn>
                  <a:cxn ang="0">
                    <a:pos x="T2" y="T3"/>
                  </a:cxn>
                  <a:cxn ang="0">
                    <a:pos x="T4" y="T5"/>
                  </a:cxn>
                  <a:cxn ang="0">
                    <a:pos x="T6" y="T7"/>
                  </a:cxn>
                  <a:cxn ang="0">
                    <a:pos x="T8" y="T9"/>
                  </a:cxn>
                  <a:cxn ang="0">
                    <a:pos x="T10" y="T11"/>
                  </a:cxn>
                </a:cxnLst>
                <a:rect l="0" t="0" r="r" b="b"/>
                <a:pathLst>
                  <a:path w="42" h="18">
                    <a:moveTo>
                      <a:pt x="0" y="0"/>
                    </a:moveTo>
                    <a:cubicBezTo>
                      <a:pt x="42" y="0"/>
                      <a:pt x="42" y="0"/>
                      <a:pt x="42" y="0"/>
                    </a:cubicBezTo>
                    <a:cubicBezTo>
                      <a:pt x="41" y="5"/>
                      <a:pt x="38" y="13"/>
                      <a:pt x="38" y="18"/>
                    </a:cubicBezTo>
                    <a:cubicBezTo>
                      <a:pt x="2" y="18"/>
                      <a:pt x="2" y="18"/>
                      <a:pt x="2" y="18"/>
                    </a:cubicBezTo>
                    <a:cubicBezTo>
                      <a:pt x="2" y="13"/>
                      <a:pt x="2" y="9"/>
                      <a:pt x="2" y="6"/>
                    </a:cubicBezTo>
                    <a:cubicBezTo>
                      <a:pt x="1" y="4"/>
                      <a:pt x="1" y="2"/>
                      <a:pt x="0" y="0"/>
                    </a:cubicBezTo>
                    <a:close/>
                  </a:path>
                </a:pathLst>
              </a:custGeom>
              <a:solidFill>
                <a:srgbClr val="ECEB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5" name="Freeform 42"/>
              <p:cNvSpPr>
                <a:spLocks/>
              </p:cNvSpPr>
              <p:nvPr/>
            </p:nvSpPr>
            <p:spPr bwMode="auto">
              <a:xfrm>
                <a:off x="3180" y="1688"/>
                <a:ext cx="81" cy="36"/>
              </a:xfrm>
              <a:custGeom>
                <a:avLst/>
                <a:gdLst>
                  <a:gd name="T0" fmla="*/ 0 w 42"/>
                  <a:gd name="T1" fmla="*/ 0 h 19"/>
                  <a:gd name="T2" fmla="*/ 42 w 42"/>
                  <a:gd name="T3" fmla="*/ 0 h 19"/>
                  <a:gd name="T4" fmla="*/ 38 w 42"/>
                  <a:gd name="T5" fmla="*/ 19 h 19"/>
                  <a:gd name="T6" fmla="*/ 2 w 42"/>
                  <a:gd name="T7" fmla="*/ 19 h 19"/>
                  <a:gd name="T8" fmla="*/ 2 w 42"/>
                  <a:gd name="T9" fmla="*/ 5 h 19"/>
                  <a:gd name="T10" fmla="*/ 0 w 42"/>
                  <a:gd name="T11" fmla="*/ 0 h 19"/>
                </a:gdLst>
                <a:ahLst/>
                <a:cxnLst>
                  <a:cxn ang="0">
                    <a:pos x="T0" y="T1"/>
                  </a:cxn>
                  <a:cxn ang="0">
                    <a:pos x="T2" y="T3"/>
                  </a:cxn>
                  <a:cxn ang="0">
                    <a:pos x="T4" y="T5"/>
                  </a:cxn>
                  <a:cxn ang="0">
                    <a:pos x="T6" y="T7"/>
                  </a:cxn>
                  <a:cxn ang="0">
                    <a:pos x="T8" y="T9"/>
                  </a:cxn>
                  <a:cxn ang="0">
                    <a:pos x="T10" y="T11"/>
                  </a:cxn>
                </a:cxnLst>
                <a:rect l="0" t="0" r="r" b="b"/>
                <a:pathLst>
                  <a:path w="42" h="19">
                    <a:moveTo>
                      <a:pt x="0" y="0"/>
                    </a:moveTo>
                    <a:cubicBezTo>
                      <a:pt x="42" y="0"/>
                      <a:pt x="42" y="0"/>
                      <a:pt x="42" y="0"/>
                    </a:cubicBezTo>
                    <a:cubicBezTo>
                      <a:pt x="40" y="6"/>
                      <a:pt x="37" y="13"/>
                      <a:pt x="38" y="19"/>
                    </a:cubicBezTo>
                    <a:cubicBezTo>
                      <a:pt x="2" y="19"/>
                      <a:pt x="2" y="19"/>
                      <a:pt x="2" y="19"/>
                    </a:cubicBezTo>
                    <a:cubicBezTo>
                      <a:pt x="2" y="13"/>
                      <a:pt x="2" y="8"/>
                      <a:pt x="2" y="5"/>
                    </a:cubicBezTo>
                    <a:cubicBezTo>
                      <a:pt x="1" y="3"/>
                      <a:pt x="1" y="2"/>
                      <a:pt x="0"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6" name="Freeform 43"/>
              <p:cNvSpPr>
                <a:spLocks/>
              </p:cNvSpPr>
              <p:nvPr/>
            </p:nvSpPr>
            <p:spPr bwMode="auto">
              <a:xfrm>
                <a:off x="3182" y="1692"/>
                <a:ext cx="77" cy="34"/>
              </a:xfrm>
              <a:custGeom>
                <a:avLst/>
                <a:gdLst>
                  <a:gd name="T0" fmla="*/ 0 w 40"/>
                  <a:gd name="T1" fmla="*/ 0 h 18"/>
                  <a:gd name="T2" fmla="*/ 40 w 40"/>
                  <a:gd name="T3" fmla="*/ 0 h 18"/>
                  <a:gd name="T4" fmla="*/ 37 w 40"/>
                  <a:gd name="T5" fmla="*/ 18 h 18"/>
                  <a:gd name="T6" fmla="*/ 1 w 40"/>
                  <a:gd name="T7" fmla="*/ 18 h 18"/>
                  <a:gd name="T8" fmla="*/ 1 w 40"/>
                  <a:gd name="T9" fmla="*/ 3 h 18"/>
                  <a:gd name="T10" fmla="*/ 0 w 40"/>
                  <a:gd name="T11" fmla="*/ 0 h 18"/>
                </a:gdLst>
                <a:ahLst/>
                <a:cxnLst>
                  <a:cxn ang="0">
                    <a:pos x="T0" y="T1"/>
                  </a:cxn>
                  <a:cxn ang="0">
                    <a:pos x="T2" y="T3"/>
                  </a:cxn>
                  <a:cxn ang="0">
                    <a:pos x="T4" y="T5"/>
                  </a:cxn>
                  <a:cxn ang="0">
                    <a:pos x="T6" y="T7"/>
                  </a:cxn>
                  <a:cxn ang="0">
                    <a:pos x="T8" y="T9"/>
                  </a:cxn>
                  <a:cxn ang="0">
                    <a:pos x="T10" y="T11"/>
                  </a:cxn>
                </a:cxnLst>
                <a:rect l="0" t="0" r="r" b="b"/>
                <a:pathLst>
                  <a:path w="40" h="18">
                    <a:moveTo>
                      <a:pt x="0" y="0"/>
                    </a:moveTo>
                    <a:cubicBezTo>
                      <a:pt x="40" y="0"/>
                      <a:pt x="40" y="0"/>
                      <a:pt x="40" y="0"/>
                    </a:cubicBezTo>
                    <a:cubicBezTo>
                      <a:pt x="39" y="5"/>
                      <a:pt x="36" y="13"/>
                      <a:pt x="37" y="18"/>
                    </a:cubicBezTo>
                    <a:cubicBezTo>
                      <a:pt x="1" y="18"/>
                      <a:pt x="1" y="18"/>
                      <a:pt x="1" y="18"/>
                    </a:cubicBezTo>
                    <a:cubicBezTo>
                      <a:pt x="1" y="12"/>
                      <a:pt x="1" y="7"/>
                      <a:pt x="1" y="3"/>
                    </a:cubicBezTo>
                    <a:cubicBezTo>
                      <a:pt x="0" y="2"/>
                      <a:pt x="0" y="1"/>
                      <a:pt x="0" y="0"/>
                    </a:cubicBez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7" name="Freeform 44"/>
              <p:cNvSpPr>
                <a:spLocks/>
              </p:cNvSpPr>
              <p:nvPr/>
            </p:nvSpPr>
            <p:spPr bwMode="auto">
              <a:xfrm>
                <a:off x="3182" y="1694"/>
                <a:ext cx="77" cy="34"/>
              </a:xfrm>
              <a:custGeom>
                <a:avLst/>
                <a:gdLst>
                  <a:gd name="T0" fmla="*/ 0 w 40"/>
                  <a:gd name="T1" fmla="*/ 0 h 18"/>
                  <a:gd name="T2" fmla="*/ 40 w 40"/>
                  <a:gd name="T3" fmla="*/ 0 h 18"/>
                  <a:gd name="T4" fmla="*/ 37 w 40"/>
                  <a:gd name="T5" fmla="*/ 18 h 18"/>
                  <a:gd name="T6" fmla="*/ 1 w 40"/>
                  <a:gd name="T7" fmla="*/ 18 h 18"/>
                  <a:gd name="T8" fmla="*/ 1 w 40"/>
                  <a:gd name="T9" fmla="*/ 2 h 18"/>
                  <a:gd name="T10" fmla="*/ 0 w 40"/>
                  <a:gd name="T11" fmla="*/ 0 h 18"/>
                </a:gdLst>
                <a:ahLst/>
                <a:cxnLst>
                  <a:cxn ang="0">
                    <a:pos x="T0" y="T1"/>
                  </a:cxn>
                  <a:cxn ang="0">
                    <a:pos x="T2" y="T3"/>
                  </a:cxn>
                  <a:cxn ang="0">
                    <a:pos x="T4" y="T5"/>
                  </a:cxn>
                  <a:cxn ang="0">
                    <a:pos x="T6" y="T7"/>
                  </a:cxn>
                  <a:cxn ang="0">
                    <a:pos x="T8" y="T9"/>
                  </a:cxn>
                  <a:cxn ang="0">
                    <a:pos x="T10" y="T11"/>
                  </a:cxn>
                </a:cxnLst>
                <a:rect l="0" t="0" r="r" b="b"/>
                <a:pathLst>
                  <a:path w="40" h="18">
                    <a:moveTo>
                      <a:pt x="0" y="0"/>
                    </a:moveTo>
                    <a:cubicBezTo>
                      <a:pt x="40" y="0"/>
                      <a:pt x="40" y="0"/>
                      <a:pt x="40" y="0"/>
                    </a:cubicBezTo>
                    <a:cubicBezTo>
                      <a:pt x="38" y="6"/>
                      <a:pt x="36" y="13"/>
                      <a:pt x="37" y="18"/>
                    </a:cubicBezTo>
                    <a:cubicBezTo>
                      <a:pt x="1" y="18"/>
                      <a:pt x="1" y="18"/>
                      <a:pt x="1" y="18"/>
                    </a:cubicBezTo>
                    <a:cubicBezTo>
                      <a:pt x="1" y="11"/>
                      <a:pt x="1" y="6"/>
                      <a:pt x="1" y="2"/>
                    </a:cubicBezTo>
                    <a:cubicBezTo>
                      <a:pt x="0" y="1"/>
                      <a:pt x="0" y="1"/>
                      <a:pt x="0" y="0"/>
                    </a:cubicBezTo>
                    <a:close/>
                  </a:path>
                </a:pathLst>
              </a:cu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8" name="Freeform 45"/>
              <p:cNvSpPr>
                <a:spLocks/>
              </p:cNvSpPr>
              <p:nvPr/>
            </p:nvSpPr>
            <p:spPr bwMode="auto">
              <a:xfrm>
                <a:off x="3184" y="1696"/>
                <a:ext cx="75" cy="36"/>
              </a:xfrm>
              <a:custGeom>
                <a:avLst/>
                <a:gdLst>
                  <a:gd name="T0" fmla="*/ 0 w 39"/>
                  <a:gd name="T1" fmla="*/ 0 h 19"/>
                  <a:gd name="T2" fmla="*/ 39 w 39"/>
                  <a:gd name="T3" fmla="*/ 0 h 19"/>
                  <a:gd name="T4" fmla="*/ 37 w 39"/>
                  <a:gd name="T5" fmla="*/ 19 h 19"/>
                  <a:gd name="T6" fmla="*/ 0 w 39"/>
                  <a:gd name="T7" fmla="*/ 19 h 19"/>
                  <a:gd name="T8" fmla="*/ 0 w 39"/>
                  <a:gd name="T9" fmla="*/ 1 h 19"/>
                  <a:gd name="T10" fmla="*/ 0 w 39"/>
                  <a:gd name="T11" fmla="*/ 0 h 19"/>
                </a:gdLst>
                <a:ahLst/>
                <a:cxnLst>
                  <a:cxn ang="0">
                    <a:pos x="T0" y="T1"/>
                  </a:cxn>
                  <a:cxn ang="0">
                    <a:pos x="T2" y="T3"/>
                  </a:cxn>
                  <a:cxn ang="0">
                    <a:pos x="T4" y="T5"/>
                  </a:cxn>
                  <a:cxn ang="0">
                    <a:pos x="T6" y="T7"/>
                  </a:cxn>
                  <a:cxn ang="0">
                    <a:pos x="T8" y="T9"/>
                  </a:cxn>
                  <a:cxn ang="0">
                    <a:pos x="T10" y="T11"/>
                  </a:cxn>
                </a:cxnLst>
                <a:rect l="0" t="0" r="r" b="b"/>
                <a:pathLst>
                  <a:path w="39" h="19">
                    <a:moveTo>
                      <a:pt x="0" y="0"/>
                    </a:moveTo>
                    <a:cubicBezTo>
                      <a:pt x="39" y="0"/>
                      <a:pt x="39" y="0"/>
                      <a:pt x="39" y="0"/>
                    </a:cubicBezTo>
                    <a:cubicBezTo>
                      <a:pt x="37" y="6"/>
                      <a:pt x="34" y="14"/>
                      <a:pt x="37" y="19"/>
                    </a:cubicBezTo>
                    <a:cubicBezTo>
                      <a:pt x="0" y="19"/>
                      <a:pt x="0" y="19"/>
                      <a:pt x="0" y="19"/>
                    </a:cubicBezTo>
                    <a:cubicBezTo>
                      <a:pt x="0" y="11"/>
                      <a:pt x="1" y="5"/>
                      <a:pt x="0" y="1"/>
                    </a:cubicBezTo>
                    <a:lnTo>
                      <a:pt x="0" y="0"/>
                    </a:ln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9" name="Freeform 46"/>
              <p:cNvSpPr>
                <a:spLocks/>
              </p:cNvSpPr>
              <p:nvPr/>
            </p:nvSpPr>
            <p:spPr bwMode="auto">
              <a:xfrm>
                <a:off x="3184" y="1699"/>
                <a:ext cx="73" cy="35"/>
              </a:xfrm>
              <a:custGeom>
                <a:avLst/>
                <a:gdLst>
                  <a:gd name="T0" fmla="*/ 0 w 38"/>
                  <a:gd name="T1" fmla="*/ 0 h 18"/>
                  <a:gd name="T2" fmla="*/ 38 w 38"/>
                  <a:gd name="T3" fmla="*/ 0 h 18"/>
                  <a:gd name="T4" fmla="*/ 37 w 38"/>
                  <a:gd name="T5" fmla="*/ 18 h 18"/>
                  <a:gd name="T6" fmla="*/ 37 w 38"/>
                  <a:gd name="T7" fmla="*/ 18 h 18"/>
                  <a:gd name="T8" fmla="*/ 0 w 38"/>
                  <a:gd name="T9" fmla="*/ 18 h 18"/>
                  <a:gd name="T10" fmla="*/ 0 w 38"/>
                  <a:gd name="T11" fmla="*/ 0 h 18"/>
                </a:gdLst>
                <a:ahLst/>
                <a:cxnLst>
                  <a:cxn ang="0">
                    <a:pos x="T0" y="T1"/>
                  </a:cxn>
                  <a:cxn ang="0">
                    <a:pos x="T2" y="T3"/>
                  </a:cxn>
                  <a:cxn ang="0">
                    <a:pos x="T4" y="T5"/>
                  </a:cxn>
                  <a:cxn ang="0">
                    <a:pos x="T6" y="T7"/>
                  </a:cxn>
                  <a:cxn ang="0">
                    <a:pos x="T8" y="T9"/>
                  </a:cxn>
                  <a:cxn ang="0">
                    <a:pos x="T10" y="T11"/>
                  </a:cxn>
                </a:cxnLst>
                <a:rect l="0" t="0" r="r" b="b"/>
                <a:pathLst>
                  <a:path w="38" h="18">
                    <a:moveTo>
                      <a:pt x="0" y="0"/>
                    </a:moveTo>
                    <a:cubicBezTo>
                      <a:pt x="38" y="0"/>
                      <a:pt x="38" y="0"/>
                      <a:pt x="38" y="0"/>
                    </a:cubicBezTo>
                    <a:cubicBezTo>
                      <a:pt x="36" y="6"/>
                      <a:pt x="34" y="13"/>
                      <a:pt x="37" y="18"/>
                    </a:cubicBezTo>
                    <a:cubicBezTo>
                      <a:pt x="37" y="18"/>
                      <a:pt x="37" y="18"/>
                      <a:pt x="37" y="18"/>
                    </a:cubicBezTo>
                    <a:cubicBezTo>
                      <a:pt x="0" y="18"/>
                      <a:pt x="0" y="18"/>
                      <a:pt x="0" y="18"/>
                    </a:cubicBezTo>
                    <a:cubicBezTo>
                      <a:pt x="0" y="10"/>
                      <a:pt x="1" y="4"/>
                      <a:pt x="0"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0" name="Freeform 47"/>
              <p:cNvSpPr>
                <a:spLocks/>
              </p:cNvSpPr>
              <p:nvPr/>
            </p:nvSpPr>
            <p:spPr bwMode="auto">
              <a:xfrm>
                <a:off x="3184" y="1701"/>
                <a:ext cx="73" cy="35"/>
              </a:xfrm>
              <a:custGeom>
                <a:avLst/>
                <a:gdLst>
                  <a:gd name="T0" fmla="*/ 0 w 38"/>
                  <a:gd name="T1" fmla="*/ 0 h 18"/>
                  <a:gd name="T2" fmla="*/ 38 w 38"/>
                  <a:gd name="T3" fmla="*/ 0 h 18"/>
                  <a:gd name="T4" fmla="*/ 37 w 38"/>
                  <a:gd name="T5" fmla="*/ 17 h 18"/>
                  <a:gd name="T6" fmla="*/ 38 w 38"/>
                  <a:gd name="T7" fmla="*/ 18 h 18"/>
                  <a:gd name="T8" fmla="*/ 0 w 38"/>
                  <a:gd name="T9" fmla="*/ 18 h 18"/>
                  <a:gd name="T10" fmla="*/ 0 w 38"/>
                  <a:gd name="T11" fmla="*/ 0 h 18"/>
                </a:gdLst>
                <a:ahLst/>
                <a:cxnLst>
                  <a:cxn ang="0">
                    <a:pos x="T0" y="T1"/>
                  </a:cxn>
                  <a:cxn ang="0">
                    <a:pos x="T2" y="T3"/>
                  </a:cxn>
                  <a:cxn ang="0">
                    <a:pos x="T4" y="T5"/>
                  </a:cxn>
                  <a:cxn ang="0">
                    <a:pos x="T6" y="T7"/>
                  </a:cxn>
                  <a:cxn ang="0">
                    <a:pos x="T8" y="T9"/>
                  </a:cxn>
                  <a:cxn ang="0">
                    <a:pos x="T10" y="T11"/>
                  </a:cxn>
                </a:cxnLst>
                <a:rect l="0" t="0" r="r" b="b"/>
                <a:pathLst>
                  <a:path w="38" h="18">
                    <a:moveTo>
                      <a:pt x="0" y="0"/>
                    </a:moveTo>
                    <a:cubicBezTo>
                      <a:pt x="38" y="0"/>
                      <a:pt x="38" y="0"/>
                      <a:pt x="38" y="0"/>
                    </a:cubicBezTo>
                    <a:cubicBezTo>
                      <a:pt x="36" y="6"/>
                      <a:pt x="35" y="12"/>
                      <a:pt x="37" y="17"/>
                    </a:cubicBezTo>
                    <a:cubicBezTo>
                      <a:pt x="37" y="17"/>
                      <a:pt x="38" y="18"/>
                      <a:pt x="38" y="18"/>
                    </a:cubicBezTo>
                    <a:cubicBezTo>
                      <a:pt x="0" y="18"/>
                      <a:pt x="0" y="18"/>
                      <a:pt x="0" y="18"/>
                    </a:cubicBezTo>
                    <a:cubicBezTo>
                      <a:pt x="0" y="11"/>
                      <a:pt x="1" y="5"/>
                      <a:pt x="0"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1" name="Freeform 48"/>
              <p:cNvSpPr>
                <a:spLocks/>
              </p:cNvSpPr>
              <p:nvPr/>
            </p:nvSpPr>
            <p:spPr bwMode="auto">
              <a:xfrm>
                <a:off x="3184" y="1703"/>
                <a:ext cx="75" cy="35"/>
              </a:xfrm>
              <a:custGeom>
                <a:avLst/>
                <a:gdLst>
                  <a:gd name="T0" fmla="*/ 0 w 39"/>
                  <a:gd name="T1" fmla="*/ 0 h 18"/>
                  <a:gd name="T2" fmla="*/ 37 w 39"/>
                  <a:gd name="T3" fmla="*/ 0 h 18"/>
                  <a:gd name="T4" fmla="*/ 37 w 39"/>
                  <a:gd name="T5" fmla="*/ 16 h 18"/>
                  <a:gd name="T6" fmla="*/ 39 w 39"/>
                  <a:gd name="T7" fmla="*/ 18 h 18"/>
                  <a:gd name="T8" fmla="*/ 0 w 39"/>
                  <a:gd name="T9" fmla="*/ 18 h 18"/>
                  <a:gd name="T10" fmla="*/ 0 w 39"/>
                  <a:gd name="T11" fmla="*/ 0 h 18"/>
                </a:gdLst>
                <a:ahLst/>
                <a:cxnLst>
                  <a:cxn ang="0">
                    <a:pos x="T0" y="T1"/>
                  </a:cxn>
                  <a:cxn ang="0">
                    <a:pos x="T2" y="T3"/>
                  </a:cxn>
                  <a:cxn ang="0">
                    <a:pos x="T4" y="T5"/>
                  </a:cxn>
                  <a:cxn ang="0">
                    <a:pos x="T6" y="T7"/>
                  </a:cxn>
                  <a:cxn ang="0">
                    <a:pos x="T8" y="T9"/>
                  </a:cxn>
                  <a:cxn ang="0">
                    <a:pos x="T10" y="T11"/>
                  </a:cxn>
                </a:cxnLst>
                <a:rect l="0" t="0" r="r" b="b"/>
                <a:pathLst>
                  <a:path w="39" h="18">
                    <a:moveTo>
                      <a:pt x="0" y="0"/>
                    </a:moveTo>
                    <a:cubicBezTo>
                      <a:pt x="37" y="0"/>
                      <a:pt x="37" y="0"/>
                      <a:pt x="37" y="0"/>
                    </a:cubicBezTo>
                    <a:cubicBezTo>
                      <a:pt x="36" y="6"/>
                      <a:pt x="35" y="11"/>
                      <a:pt x="37" y="16"/>
                    </a:cubicBezTo>
                    <a:cubicBezTo>
                      <a:pt x="38" y="16"/>
                      <a:pt x="38" y="17"/>
                      <a:pt x="39" y="18"/>
                    </a:cubicBezTo>
                    <a:cubicBezTo>
                      <a:pt x="0" y="18"/>
                      <a:pt x="0" y="18"/>
                      <a:pt x="0" y="18"/>
                    </a:cubicBezTo>
                    <a:cubicBezTo>
                      <a:pt x="0" y="11"/>
                      <a:pt x="1" y="5"/>
                      <a:pt x="0"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2" name="Freeform 49"/>
              <p:cNvSpPr>
                <a:spLocks/>
              </p:cNvSpPr>
              <p:nvPr/>
            </p:nvSpPr>
            <p:spPr bwMode="auto">
              <a:xfrm>
                <a:off x="3184" y="1705"/>
                <a:ext cx="75" cy="36"/>
              </a:xfrm>
              <a:custGeom>
                <a:avLst/>
                <a:gdLst>
                  <a:gd name="T0" fmla="*/ 0 w 39"/>
                  <a:gd name="T1" fmla="*/ 0 h 19"/>
                  <a:gd name="T2" fmla="*/ 37 w 39"/>
                  <a:gd name="T3" fmla="*/ 0 h 19"/>
                  <a:gd name="T4" fmla="*/ 37 w 39"/>
                  <a:gd name="T5" fmla="*/ 15 h 19"/>
                  <a:gd name="T6" fmla="*/ 39 w 39"/>
                  <a:gd name="T7" fmla="*/ 19 h 19"/>
                  <a:gd name="T8" fmla="*/ 0 w 39"/>
                  <a:gd name="T9" fmla="*/ 19 h 19"/>
                  <a:gd name="T10" fmla="*/ 0 w 39"/>
                  <a:gd name="T11" fmla="*/ 0 h 19"/>
                </a:gdLst>
                <a:ahLst/>
                <a:cxnLst>
                  <a:cxn ang="0">
                    <a:pos x="T0" y="T1"/>
                  </a:cxn>
                  <a:cxn ang="0">
                    <a:pos x="T2" y="T3"/>
                  </a:cxn>
                  <a:cxn ang="0">
                    <a:pos x="T4" y="T5"/>
                  </a:cxn>
                  <a:cxn ang="0">
                    <a:pos x="T6" y="T7"/>
                  </a:cxn>
                  <a:cxn ang="0">
                    <a:pos x="T8" y="T9"/>
                  </a:cxn>
                  <a:cxn ang="0">
                    <a:pos x="T10" y="T11"/>
                  </a:cxn>
                </a:cxnLst>
                <a:rect l="0" t="0" r="r" b="b"/>
                <a:pathLst>
                  <a:path w="39" h="19">
                    <a:moveTo>
                      <a:pt x="0" y="0"/>
                    </a:moveTo>
                    <a:cubicBezTo>
                      <a:pt x="37" y="0"/>
                      <a:pt x="37" y="0"/>
                      <a:pt x="37" y="0"/>
                    </a:cubicBezTo>
                    <a:cubicBezTo>
                      <a:pt x="36" y="6"/>
                      <a:pt x="35" y="11"/>
                      <a:pt x="37" y="15"/>
                    </a:cubicBezTo>
                    <a:cubicBezTo>
                      <a:pt x="38" y="16"/>
                      <a:pt x="39" y="17"/>
                      <a:pt x="39" y="19"/>
                    </a:cubicBezTo>
                    <a:cubicBezTo>
                      <a:pt x="0" y="19"/>
                      <a:pt x="0" y="19"/>
                      <a:pt x="0" y="19"/>
                    </a:cubicBezTo>
                    <a:cubicBezTo>
                      <a:pt x="0" y="11"/>
                      <a:pt x="1" y="5"/>
                      <a:pt x="0"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3" name="Freeform 50"/>
              <p:cNvSpPr>
                <a:spLocks/>
              </p:cNvSpPr>
              <p:nvPr/>
            </p:nvSpPr>
            <p:spPr bwMode="auto">
              <a:xfrm>
                <a:off x="3184" y="1709"/>
                <a:ext cx="77" cy="34"/>
              </a:xfrm>
              <a:custGeom>
                <a:avLst/>
                <a:gdLst>
                  <a:gd name="T0" fmla="*/ 0 w 40"/>
                  <a:gd name="T1" fmla="*/ 0 h 18"/>
                  <a:gd name="T2" fmla="*/ 37 w 40"/>
                  <a:gd name="T3" fmla="*/ 0 h 18"/>
                  <a:gd name="T4" fmla="*/ 37 w 40"/>
                  <a:gd name="T5" fmla="*/ 13 h 18"/>
                  <a:gd name="T6" fmla="*/ 40 w 40"/>
                  <a:gd name="T7" fmla="*/ 18 h 18"/>
                  <a:gd name="T8" fmla="*/ 0 w 40"/>
                  <a:gd name="T9" fmla="*/ 18 h 18"/>
                  <a:gd name="T10" fmla="*/ 0 w 40"/>
                  <a:gd name="T11" fmla="*/ 0 h 18"/>
                </a:gdLst>
                <a:ahLst/>
                <a:cxnLst>
                  <a:cxn ang="0">
                    <a:pos x="T0" y="T1"/>
                  </a:cxn>
                  <a:cxn ang="0">
                    <a:pos x="T2" y="T3"/>
                  </a:cxn>
                  <a:cxn ang="0">
                    <a:pos x="T4" y="T5"/>
                  </a:cxn>
                  <a:cxn ang="0">
                    <a:pos x="T6" y="T7"/>
                  </a:cxn>
                  <a:cxn ang="0">
                    <a:pos x="T8" y="T9"/>
                  </a:cxn>
                  <a:cxn ang="0">
                    <a:pos x="T10" y="T11"/>
                  </a:cxn>
                </a:cxnLst>
                <a:rect l="0" t="0" r="r" b="b"/>
                <a:pathLst>
                  <a:path w="40" h="18">
                    <a:moveTo>
                      <a:pt x="0" y="0"/>
                    </a:moveTo>
                    <a:cubicBezTo>
                      <a:pt x="37" y="0"/>
                      <a:pt x="37" y="0"/>
                      <a:pt x="37" y="0"/>
                    </a:cubicBezTo>
                    <a:cubicBezTo>
                      <a:pt x="36" y="4"/>
                      <a:pt x="35" y="9"/>
                      <a:pt x="37" y="13"/>
                    </a:cubicBezTo>
                    <a:cubicBezTo>
                      <a:pt x="38" y="14"/>
                      <a:pt x="39" y="16"/>
                      <a:pt x="40" y="18"/>
                    </a:cubicBezTo>
                    <a:cubicBezTo>
                      <a:pt x="0" y="18"/>
                      <a:pt x="0" y="18"/>
                      <a:pt x="0" y="18"/>
                    </a:cubicBezTo>
                    <a:cubicBezTo>
                      <a:pt x="0" y="11"/>
                      <a:pt x="0" y="5"/>
                      <a:pt x="0" y="0"/>
                    </a:cubicBezTo>
                    <a:close/>
                  </a:path>
                </a:pathLst>
              </a:custGeom>
              <a:solidFill>
                <a:srgbClr val="F7F6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4" name="Freeform 51"/>
              <p:cNvSpPr>
                <a:spLocks/>
              </p:cNvSpPr>
              <p:nvPr/>
            </p:nvSpPr>
            <p:spPr bwMode="auto">
              <a:xfrm>
                <a:off x="3184" y="1711"/>
                <a:ext cx="77" cy="34"/>
              </a:xfrm>
              <a:custGeom>
                <a:avLst/>
                <a:gdLst>
                  <a:gd name="T0" fmla="*/ 0 w 40"/>
                  <a:gd name="T1" fmla="*/ 0 h 18"/>
                  <a:gd name="T2" fmla="*/ 36 w 40"/>
                  <a:gd name="T3" fmla="*/ 0 h 18"/>
                  <a:gd name="T4" fmla="*/ 37 w 40"/>
                  <a:gd name="T5" fmla="*/ 12 h 18"/>
                  <a:gd name="T6" fmla="*/ 40 w 40"/>
                  <a:gd name="T7" fmla="*/ 18 h 18"/>
                  <a:gd name="T8" fmla="*/ 0 w 40"/>
                  <a:gd name="T9" fmla="*/ 18 h 18"/>
                  <a:gd name="T10" fmla="*/ 0 w 40"/>
                  <a:gd name="T11" fmla="*/ 0 h 18"/>
                </a:gdLst>
                <a:ahLst/>
                <a:cxnLst>
                  <a:cxn ang="0">
                    <a:pos x="T0" y="T1"/>
                  </a:cxn>
                  <a:cxn ang="0">
                    <a:pos x="T2" y="T3"/>
                  </a:cxn>
                  <a:cxn ang="0">
                    <a:pos x="T4" y="T5"/>
                  </a:cxn>
                  <a:cxn ang="0">
                    <a:pos x="T6" y="T7"/>
                  </a:cxn>
                  <a:cxn ang="0">
                    <a:pos x="T8" y="T9"/>
                  </a:cxn>
                  <a:cxn ang="0">
                    <a:pos x="T10" y="T11"/>
                  </a:cxn>
                </a:cxnLst>
                <a:rect l="0" t="0" r="r" b="b"/>
                <a:pathLst>
                  <a:path w="40" h="18">
                    <a:moveTo>
                      <a:pt x="0" y="0"/>
                    </a:moveTo>
                    <a:cubicBezTo>
                      <a:pt x="36" y="0"/>
                      <a:pt x="36" y="0"/>
                      <a:pt x="36" y="0"/>
                    </a:cubicBezTo>
                    <a:cubicBezTo>
                      <a:pt x="36" y="4"/>
                      <a:pt x="35" y="8"/>
                      <a:pt x="37" y="12"/>
                    </a:cubicBezTo>
                    <a:cubicBezTo>
                      <a:pt x="38" y="13"/>
                      <a:pt x="39" y="16"/>
                      <a:pt x="40" y="18"/>
                    </a:cubicBezTo>
                    <a:cubicBezTo>
                      <a:pt x="0" y="18"/>
                      <a:pt x="0" y="18"/>
                      <a:pt x="0" y="18"/>
                    </a:cubicBezTo>
                    <a:cubicBezTo>
                      <a:pt x="0" y="11"/>
                      <a:pt x="0" y="5"/>
                      <a:pt x="0"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5" name="Freeform 52"/>
              <p:cNvSpPr>
                <a:spLocks/>
              </p:cNvSpPr>
              <p:nvPr/>
            </p:nvSpPr>
            <p:spPr bwMode="auto">
              <a:xfrm>
                <a:off x="3182" y="1713"/>
                <a:ext cx="80" cy="36"/>
              </a:xfrm>
              <a:custGeom>
                <a:avLst/>
                <a:gdLst>
                  <a:gd name="T0" fmla="*/ 1 w 42"/>
                  <a:gd name="T1" fmla="*/ 0 h 19"/>
                  <a:gd name="T2" fmla="*/ 37 w 42"/>
                  <a:gd name="T3" fmla="*/ 0 h 19"/>
                  <a:gd name="T4" fmla="*/ 38 w 42"/>
                  <a:gd name="T5" fmla="*/ 11 h 19"/>
                  <a:gd name="T6" fmla="*/ 42 w 42"/>
                  <a:gd name="T7" fmla="*/ 19 h 19"/>
                  <a:gd name="T8" fmla="*/ 0 w 42"/>
                  <a:gd name="T9" fmla="*/ 19 h 19"/>
                  <a:gd name="T10" fmla="*/ 1 w 42"/>
                  <a:gd name="T11" fmla="*/ 0 h 19"/>
                </a:gdLst>
                <a:ahLst/>
                <a:cxnLst>
                  <a:cxn ang="0">
                    <a:pos x="T0" y="T1"/>
                  </a:cxn>
                  <a:cxn ang="0">
                    <a:pos x="T2" y="T3"/>
                  </a:cxn>
                  <a:cxn ang="0">
                    <a:pos x="T4" y="T5"/>
                  </a:cxn>
                  <a:cxn ang="0">
                    <a:pos x="T6" y="T7"/>
                  </a:cxn>
                  <a:cxn ang="0">
                    <a:pos x="T8" y="T9"/>
                  </a:cxn>
                  <a:cxn ang="0">
                    <a:pos x="T10" y="T11"/>
                  </a:cxn>
                </a:cxnLst>
                <a:rect l="0" t="0" r="r" b="b"/>
                <a:pathLst>
                  <a:path w="42" h="19">
                    <a:moveTo>
                      <a:pt x="1" y="0"/>
                    </a:moveTo>
                    <a:cubicBezTo>
                      <a:pt x="37" y="0"/>
                      <a:pt x="37" y="0"/>
                      <a:pt x="37" y="0"/>
                    </a:cubicBezTo>
                    <a:cubicBezTo>
                      <a:pt x="36" y="4"/>
                      <a:pt x="36" y="8"/>
                      <a:pt x="38" y="11"/>
                    </a:cubicBezTo>
                    <a:cubicBezTo>
                      <a:pt x="39" y="13"/>
                      <a:pt x="41" y="15"/>
                      <a:pt x="42" y="19"/>
                    </a:cubicBezTo>
                    <a:cubicBezTo>
                      <a:pt x="0" y="19"/>
                      <a:pt x="0" y="19"/>
                      <a:pt x="0" y="19"/>
                    </a:cubicBezTo>
                    <a:cubicBezTo>
                      <a:pt x="1" y="11"/>
                      <a:pt x="1" y="5"/>
                      <a:pt x="1" y="0"/>
                    </a:cubicBezTo>
                    <a:close/>
                  </a:path>
                </a:pathLst>
              </a:custGeom>
              <a:solidFill>
                <a:srgbClr val="F9F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6" name="Freeform 53"/>
              <p:cNvSpPr>
                <a:spLocks/>
              </p:cNvSpPr>
              <p:nvPr/>
            </p:nvSpPr>
            <p:spPr bwMode="auto">
              <a:xfrm>
                <a:off x="3182" y="1717"/>
                <a:ext cx="80" cy="34"/>
              </a:xfrm>
              <a:custGeom>
                <a:avLst/>
                <a:gdLst>
                  <a:gd name="T0" fmla="*/ 1 w 42"/>
                  <a:gd name="T1" fmla="*/ 0 h 18"/>
                  <a:gd name="T2" fmla="*/ 37 w 42"/>
                  <a:gd name="T3" fmla="*/ 0 h 18"/>
                  <a:gd name="T4" fmla="*/ 38 w 42"/>
                  <a:gd name="T5" fmla="*/ 9 h 18"/>
                  <a:gd name="T6" fmla="*/ 42 w 42"/>
                  <a:gd name="T7" fmla="*/ 18 h 18"/>
                  <a:gd name="T8" fmla="*/ 0 w 42"/>
                  <a:gd name="T9" fmla="*/ 18 h 18"/>
                  <a:gd name="T10" fmla="*/ 1 w 42"/>
                  <a:gd name="T11" fmla="*/ 0 h 18"/>
                </a:gdLst>
                <a:ahLst/>
                <a:cxnLst>
                  <a:cxn ang="0">
                    <a:pos x="T0" y="T1"/>
                  </a:cxn>
                  <a:cxn ang="0">
                    <a:pos x="T2" y="T3"/>
                  </a:cxn>
                  <a:cxn ang="0">
                    <a:pos x="T4" y="T5"/>
                  </a:cxn>
                  <a:cxn ang="0">
                    <a:pos x="T6" y="T7"/>
                  </a:cxn>
                  <a:cxn ang="0">
                    <a:pos x="T8" y="T9"/>
                  </a:cxn>
                  <a:cxn ang="0">
                    <a:pos x="T10" y="T11"/>
                  </a:cxn>
                </a:cxnLst>
                <a:rect l="0" t="0" r="r" b="b"/>
                <a:pathLst>
                  <a:path w="42" h="18">
                    <a:moveTo>
                      <a:pt x="1" y="0"/>
                    </a:moveTo>
                    <a:cubicBezTo>
                      <a:pt x="37" y="0"/>
                      <a:pt x="37" y="0"/>
                      <a:pt x="37" y="0"/>
                    </a:cubicBezTo>
                    <a:cubicBezTo>
                      <a:pt x="37" y="3"/>
                      <a:pt x="37" y="6"/>
                      <a:pt x="38" y="9"/>
                    </a:cubicBezTo>
                    <a:cubicBezTo>
                      <a:pt x="39" y="11"/>
                      <a:pt x="41" y="14"/>
                      <a:pt x="42" y="18"/>
                    </a:cubicBezTo>
                    <a:cubicBezTo>
                      <a:pt x="0" y="18"/>
                      <a:pt x="0" y="18"/>
                      <a:pt x="0" y="18"/>
                    </a:cubicBezTo>
                    <a:cubicBezTo>
                      <a:pt x="1" y="11"/>
                      <a:pt x="1" y="5"/>
                      <a:pt x="1"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7" name="Freeform 54"/>
              <p:cNvSpPr>
                <a:spLocks/>
              </p:cNvSpPr>
              <p:nvPr/>
            </p:nvSpPr>
            <p:spPr bwMode="auto">
              <a:xfrm>
                <a:off x="3182" y="1719"/>
                <a:ext cx="80" cy="34"/>
              </a:xfrm>
              <a:custGeom>
                <a:avLst/>
                <a:gdLst>
                  <a:gd name="T0" fmla="*/ 1 w 42"/>
                  <a:gd name="T1" fmla="*/ 0 h 18"/>
                  <a:gd name="T2" fmla="*/ 37 w 42"/>
                  <a:gd name="T3" fmla="*/ 0 h 18"/>
                  <a:gd name="T4" fmla="*/ 38 w 42"/>
                  <a:gd name="T5" fmla="*/ 8 h 18"/>
                  <a:gd name="T6" fmla="*/ 42 w 42"/>
                  <a:gd name="T7" fmla="*/ 18 h 18"/>
                  <a:gd name="T8" fmla="*/ 0 w 42"/>
                  <a:gd name="T9" fmla="*/ 18 h 18"/>
                  <a:gd name="T10" fmla="*/ 1 w 42"/>
                  <a:gd name="T11" fmla="*/ 0 h 18"/>
                </a:gdLst>
                <a:ahLst/>
                <a:cxnLst>
                  <a:cxn ang="0">
                    <a:pos x="T0" y="T1"/>
                  </a:cxn>
                  <a:cxn ang="0">
                    <a:pos x="T2" y="T3"/>
                  </a:cxn>
                  <a:cxn ang="0">
                    <a:pos x="T4" y="T5"/>
                  </a:cxn>
                  <a:cxn ang="0">
                    <a:pos x="T6" y="T7"/>
                  </a:cxn>
                  <a:cxn ang="0">
                    <a:pos x="T8" y="T9"/>
                  </a:cxn>
                  <a:cxn ang="0">
                    <a:pos x="T10" y="T11"/>
                  </a:cxn>
                </a:cxnLst>
                <a:rect l="0" t="0" r="r" b="b"/>
                <a:pathLst>
                  <a:path w="42" h="18">
                    <a:moveTo>
                      <a:pt x="1" y="0"/>
                    </a:moveTo>
                    <a:cubicBezTo>
                      <a:pt x="37" y="0"/>
                      <a:pt x="37" y="0"/>
                      <a:pt x="37" y="0"/>
                    </a:cubicBezTo>
                    <a:cubicBezTo>
                      <a:pt x="37" y="3"/>
                      <a:pt x="37" y="5"/>
                      <a:pt x="38" y="8"/>
                    </a:cubicBezTo>
                    <a:cubicBezTo>
                      <a:pt x="40" y="10"/>
                      <a:pt x="41" y="14"/>
                      <a:pt x="42" y="18"/>
                    </a:cubicBezTo>
                    <a:cubicBezTo>
                      <a:pt x="0" y="18"/>
                      <a:pt x="0" y="18"/>
                      <a:pt x="0" y="18"/>
                    </a:cubicBezTo>
                    <a:cubicBezTo>
                      <a:pt x="1" y="11"/>
                      <a:pt x="1" y="5"/>
                      <a:pt x="1" y="0"/>
                    </a:cubicBezTo>
                    <a:close/>
                  </a:path>
                </a:pathLst>
              </a:custGeom>
              <a:solidFill>
                <a:srgbClr val="FCFC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8" name="Freeform 55"/>
              <p:cNvSpPr>
                <a:spLocks/>
              </p:cNvSpPr>
              <p:nvPr/>
            </p:nvSpPr>
            <p:spPr bwMode="auto">
              <a:xfrm>
                <a:off x="3182" y="1720"/>
                <a:ext cx="82" cy="35"/>
              </a:xfrm>
              <a:custGeom>
                <a:avLst/>
                <a:gdLst>
                  <a:gd name="T0" fmla="*/ 1 w 43"/>
                  <a:gd name="T1" fmla="*/ 0 h 18"/>
                  <a:gd name="T2" fmla="*/ 37 w 43"/>
                  <a:gd name="T3" fmla="*/ 0 h 18"/>
                  <a:gd name="T4" fmla="*/ 38 w 43"/>
                  <a:gd name="T5" fmla="*/ 7 h 18"/>
                  <a:gd name="T6" fmla="*/ 43 w 43"/>
                  <a:gd name="T7" fmla="*/ 18 h 18"/>
                  <a:gd name="T8" fmla="*/ 0 w 43"/>
                  <a:gd name="T9" fmla="*/ 18 h 18"/>
                  <a:gd name="T10" fmla="*/ 1 w 43"/>
                  <a:gd name="T11" fmla="*/ 0 h 18"/>
                </a:gdLst>
                <a:ahLst/>
                <a:cxnLst>
                  <a:cxn ang="0">
                    <a:pos x="T0" y="T1"/>
                  </a:cxn>
                  <a:cxn ang="0">
                    <a:pos x="T2" y="T3"/>
                  </a:cxn>
                  <a:cxn ang="0">
                    <a:pos x="T4" y="T5"/>
                  </a:cxn>
                  <a:cxn ang="0">
                    <a:pos x="T6" y="T7"/>
                  </a:cxn>
                  <a:cxn ang="0">
                    <a:pos x="T8" y="T9"/>
                  </a:cxn>
                  <a:cxn ang="0">
                    <a:pos x="T10" y="T11"/>
                  </a:cxn>
                </a:cxnLst>
                <a:rect l="0" t="0" r="r" b="b"/>
                <a:pathLst>
                  <a:path w="43" h="18">
                    <a:moveTo>
                      <a:pt x="1" y="0"/>
                    </a:moveTo>
                    <a:cubicBezTo>
                      <a:pt x="37" y="0"/>
                      <a:pt x="37" y="0"/>
                      <a:pt x="37" y="0"/>
                    </a:cubicBezTo>
                    <a:cubicBezTo>
                      <a:pt x="37" y="2"/>
                      <a:pt x="37" y="5"/>
                      <a:pt x="38" y="7"/>
                    </a:cubicBezTo>
                    <a:cubicBezTo>
                      <a:pt x="40" y="9"/>
                      <a:pt x="41" y="14"/>
                      <a:pt x="43" y="18"/>
                    </a:cubicBezTo>
                    <a:cubicBezTo>
                      <a:pt x="0" y="18"/>
                      <a:pt x="0" y="18"/>
                      <a:pt x="0" y="18"/>
                    </a:cubicBezTo>
                    <a:cubicBezTo>
                      <a:pt x="1" y="11"/>
                      <a:pt x="1" y="5"/>
                      <a:pt x="1"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9" name="Freeform 56"/>
              <p:cNvSpPr>
                <a:spLocks/>
              </p:cNvSpPr>
              <p:nvPr/>
            </p:nvSpPr>
            <p:spPr bwMode="auto">
              <a:xfrm>
                <a:off x="3182" y="1722"/>
                <a:ext cx="82" cy="37"/>
              </a:xfrm>
              <a:custGeom>
                <a:avLst/>
                <a:gdLst>
                  <a:gd name="T0" fmla="*/ 1 w 43"/>
                  <a:gd name="T1" fmla="*/ 0 h 19"/>
                  <a:gd name="T2" fmla="*/ 37 w 43"/>
                  <a:gd name="T3" fmla="*/ 0 h 19"/>
                  <a:gd name="T4" fmla="*/ 38 w 43"/>
                  <a:gd name="T5" fmla="*/ 6 h 19"/>
                  <a:gd name="T6" fmla="*/ 43 w 43"/>
                  <a:gd name="T7" fmla="*/ 19 h 19"/>
                  <a:gd name="T8" fmla="*/ 0 w 43"/>
                  <a:gd name="T9" fmla="*/ 19 h 19"/>
                  <a:gd name="T10" fmla="*/ 1 w 43"/>
                  <a:gd name="T11" fmla="*/ 0 h 19"/>
                </a:gdLst>
                <a:ahLst/>
                <a:cxnLst>
                  <a:cxn ang="0">
                    <a:pos x="T0" y="T1"/>
                  </a:cxn>
                  <a:cxn ang="0">
                    <a:pos x="T2" y="T3"/>
                  </a:cxn>
                  <a:cxn ang="0">
                    <a:pos x="T4" y="T5"/>
                  </a:cxn>
                  <a:cxn ang="0">
                    <a:pos x="T6" y="T7"/>
                  </a:cxn>
                  <a:cxn ang="0">
                    <a:pos x="T8" y="T9"/>
                  </a:cxn>
                  <a:cxn ang="0">
                    <a:pos x="T10" y="T11"/>
                  </a:cxn>
                </a:cxnLst>
                <a:rect l="0" t="0" r="r" b="b"/>
                <a:pathLst>
                  <a:path w="43" h="19">
                    <a:moveTo>
                      <a:pt x="1" y="0"/>
                    </a:moveTo>
                    <a:cubicBezTo>
                      <a:pt x="37" y="0"/>
                      <a:pt x="37" y="0"/>
                      <a:pt x="37" y="0"/>
                    </a:cubicBezTo>
                    <a:cubicBezTo>
                      <a:pt x="37" y="2"/>
                      <a:pt x="37" y="4"/>
                      <a:pt x="38" y="6"/>
                    </a:cubicBezTo>
                    <a:cubicBezTo>
                      <a:pt x="40" y="9"/>
                      <a:pt x="42" y="13"/>
                      <a:pt x="43" y="19"/>
                    </a:cubicBezTo>
                    <a:cubicBezTo>
                      <a:pt x="0" y="19"/>
                      <a:pt x="0" y="19"/>
                      <a:pt x="0" y="19"/>
                    </a:cubicBezTo>
                    <a:cubicBezTo>
                      <a:pt x="1" y="12"/>
                      <a:pt x="1" y="6"/>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0" name="Freeform 57"/>
              <p:cNvSpPr>
                <a:spLocks noEditPoints="1"/>
              </p:cNvSpPr>
              <p:nvPr/>
            </p:nvSpPr>
            <p:spPr bwMode="auto">
              <a:xfrm>
                <a:off x="409" y="1745"/>
                <a:ext cx="148" cy="48"/>
              </a:xfrm>
              <a:custGeom>
                <a:avLst/>
                <a:gdLst>
                  <a:gd name="T0" fmla="*/ 35 w 77"/>
                  <a:gd name="T1" fmla="*/ 0 h 25"/>
                  <a:gd name="T2" fmla="*/ 37 w 77"/>
                  <a:gd name="T3" fmla="*/ 0 h 25"/>
                  <a:gd name="T4" fmla="*/ 37 w 77"/>
                  <a:gd name="T5" fmla="*/ 1 h 25"/>
                  <a:gd name="T6" fmla="*/ 35 w 77"/>
                  <a:gd name="T7" fmla="*/ 12 h 25"/>
                  <a:gd name="T8" fmla="*/ 35 w 77"/>
                  <a:gd name="T9" fmla="*/ 0 h 25"/>
                  <a:gd name="T10" fmla="*/ 35 w 77"/>
                  <a:gd name="T11" fmla="*/ 25 h 25"/>
                  <a:gd name="T12" fmla="*/ 59 w 77"/>
                  <a:gd name="T13" fmla="*/ 25 h 25"/>
                  <a:gd name="T14" fmla="*/ 61 w 77"/>
                  <a:gd name="T15" fmla="*/ 20 h 25"/>
                  <a:gd name="T16" fmla="*/ 73 w 77"/>
                  <a:gd name="T17" fmla="*/ 4 h 25"/>
                  <a:gd name="T18" fmla="*/ 77 w 77"/>
                  <a:gd name="T19" fmla="*/ 0 h 25"/>
                  <a:gd name="T20" fmla="*/ 41 w 77"/>
                  <a:gd name="T21" fmla="*/ 0 h 25"/>
                  <a:gd name="T22" fmla="*/ 38 w 77"/>
                  <a:gd name="T23" fmla="*/ 17 h 25"/>
                  <a:gd name="T24" fmla="*/ 35 w 77"/>
                  <a:gd name="T25" fmla="*/ 22 h 25"/>
                  <a:gd name="T26" fmla="*/ 35 w 77"/>
                  <a:gd name="T27" fmla="*/ 25 h 25"/>
                  <a:gd name="T28" fmla="*/ 3 w 77"/>
                  <a:gd name="T29" fmla="*/ 0 h 25"/>
                  <a:gd name="T30" fmla="*/ 35 w 77"/>
                  <a:gd name="T31" fmla="*/ 0 h 25"/>
                  <a:gd name="T32" fmla="*/ 35 w 77"/>
                  <a:gd name="T33" fmla="*/ 12 h 25"/>
                  <a:gd name="T34" fmla="*/ 30 w 77"/>
                  <a:gd name="T35" fmla="*/ 21 h 25"/>
                  <a:gd name="T36" fmla="*/ 30 w 77"/>
                  <a:gd name="T37" fmla="*/ 25 h 25"/>
                  <a:gd name="T38" fmla="*/ 0 w 77"/>
                  <a:gd name="T39" fmla="*/ 25 h 25"/>
                  <a:gd name="T40" fmla="*/ 2 w 77"/>
                  <a:gd name="T41" fmla="*/ 1 h 25"/>
                  <a:gd name="T42" fmla="*/ 3 w 77"/>
                  <a:gd name="T43" fmla="*/ 0 h 25"/>
                  <a:gd name="T44" fmla="*/ 35 w 77"/>
                  <a:gd name="T45" fmla="*/ 22 h 25"/>
                  <a:gd name="T46" fmla="*/ 32 w 77"/>
                  <a:gd name="T47" fmla="*/ 25 h 25"/>
                  <a:gd name="T48" fmla="*/ 35 w 77"/>
                  <a:gd name="T49" fmla="*/ 25 h 25"/>
                  <a:gd name="T50" fmla="*/ 35 w 77"/>
                  <a:gd name="T51"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7" h="25">
                    <a:moveTo>
                      <a:pt x="35" y="0"/>
                    </a:moveTo>
                    <a:cubicBezTo>
                      <a:pt x="37" y="0"/>
                      <a:pt x="37" y="0"/>
                      <a:pt x="37" y="0"/>
                    </a:cubicBezTo>
                    <a:cubicBezTo>
                      <a:pt x="37" y="0"/>
                      <a:pt x="37" y="1"/>
                      <a:pt x="37" y="1"/>
                    </a:cubicBezTo>
                    <a:cubicBezTo>
                      <a:pt x="38" y="3"/>
                      <a:pt x="36" y="7"/>
                      <a:pt x="35" y="12"/>
                    </a:cubicBezTo>
                    <a:cubicBezTo>
                      <a:pt x="35" y="0"/>
                      <a:pt x="35" y="0"/>
                      <a:pt x="35" y="0"/>
                    </a:cubicBezTo>
                    <a:close/>
                    <a:moveTo>
                      <a:pt x="35" y="25"/>
                    </a:moveTo>
                    <a:cubicBezTo>
                      <a:pt x="59" y="25"/>
                      <a:pt x="59" y="25"/>
                      <a:pt x="59" y="25"/>
                    </a:cubicBezTo>
                    <a:cubicBezTo>
                      <a:pt x="59" y="23"/>
                      <a:pt x="60" y="22"/>
                      <a:pt x="61" y="20"/>
                    </a:cubicBezTo>
                    <a:cubicBezTo>
                      <a:pt x="67" y="11"/>
                      <a:pt x="69" y="7"/>
                      <a:pt x="73" y="4"/>
                    </a:cubicBezTo>
                    <a:cubicBezTo>
                      <a:pt x="74" y="3"/>
                      <a:pt x="76" y="1"/>
                      <a:pt x="77" y="0"/>
                    </a:cubicBezTo>
                    <a:cubicBezTo>
                      <a:pt x="41" y="0"/>
                      <a:pt x="41" y="0"/>
                      <a:pt x="41" y="0"/>
                    </a:cubicBezTo>
                    <a:cubicBezTo>
                      <a:pt x="39" y="4"/>
                      <a:pt x="41" y="12"/>
                      <a:pt x="38" y="17"/>
                    </a:cubicBezTo>
                    <a:cubicBezTo>
                      <a:pt x="37" y="18"/>
                      <a:pt x="36" y="20"/>
                      <a:pt x="35" y="22"/>
                    </a:cubicBezTo>
                    <a:lnTo>
                      <a:pt x="35" y="25"/>
                    </a:lnTo>
                    <a:close/>
                    <a:moveTo>
                      <a:pt x="3" y="0"/>
                    </a:moveTo>
                    <a:cubicBezTo>
                      <a:pt x="35" y="0"/>
                      <a:pt x="35" y="0"/>
                      <a:pt x="35" y="0"/>
                    </a:cubicBezTo>
                    <a:cubicBezTo>
                      <a:pt x="35" y="12"/>
                      <a:pt x="35" y="12"/>
                      <a:pt x="35" y="12"/>
                    </a:cubicBezTo>
                    <a:cubicBezTo>
                      <a:pt x="33" y="17"/>
                      <a:pt x="30" y="21"/>
                      <a:pt x="30" y="21"/>
                    </a:cubicBezTo>
                    <a:cubicBezTo>
                      <a:pt x="30" y="25"/>
                      <a:pt x="30" y="25"/>
                      <a:pt x="30" y="25"/>
                    </a:cubicBezTo>
                    <a:cubicBezTo>
                      <a:pt x="0" y="25"/>
                      <a:pt x="0" y="25"/>
                      <a:pt x="0" y="25"/>
                    </a:cubicBezTo>
                    <a:cubicBezTo>
                      <a:pt x="1" y="18"/>
                      <a:pt x="1" y="6"/>
                      <a:pt x="2" y="1"/>
                    </a:cubicBezTo>
                    <a:cubicBezTo>
                      <a:pt x="2" y="1"/>
                      <a:pt x="2" y="0"/>
                      <a:pt x="3" y="0"/>
                    </a:cubicBezTo>
                    <a:close/>
                    <a:moveTo>
                      <a:pt x="35" y="22"/>
                    </a:moveTo>
                    <a:cubicBezTo>
                      <a:pt x="34" y="23"/>
                      <a:pt x="33" y="24"/>
                      <a:pt x="32" y="25"/>
                    </a:cubicBezTo>
                    <a:cubicBezTo>
                      <a:pt x="35" y="25"/>
                      <a:pt x="35" y="25"/>
                      <a:pt x="35" y="25"/>
                    </a:cubicBezTo>
                    <a:lnTo>
                      <a:pt x="35" y="22"/>
                    </a:lnTo>
                    <a:close/>
                  </a:path>
                </a:pathLst>
              </a:custGeom>
              <a:solidFill>
                <a:srgbClr val="D2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1" name="Freeform 58"/>
              <p:cNvSpPr>
                <a:spLocks noEditPoints="1"/>
              </p:cNvSpPr>
              <p:nvPr/>
            </p:nvSpPr>
            <p:spPr bwMode="auto">
              <a:xfrm>
                <a:off x="409" y="1749"/>
                <a:ext cx="144" cy="48"/>
              </a:xfrm>
              <a:custGeom>
                <a:avLst/>
                <a:gdLst>
                  <a:gd name="T0" fmla="*/ 34 w 75"/>
                  <a:gd name="T1" fmla="*/ 0 h 25"/>
                  <a:gd name="T2" fmla="*/ 37 w 75"/>
                  <a:gd name="T3" fmla="*/ 0 h 25"/>
                  <a:gd name="T4" fmla="*/ 34 w 75"/>
                  <a:gd name="T5" fmla="*/ 11 h 25"/>
                  <a:gd name="T6" fmla="*/ 34 w 75"/>
                  <a:gd name="T7" fmla="*/ 0 h 25"/>
                  <a:gd name="T8" fmla="*/ 34 w 75"/>
                  <a:gd name="T9" fmla="*/ 25 h 25"/>
                  <a:gd name="T10" fmla="*/ 58 w 75"/>
                  <a:gd name="T11" fmla="*/ 25 h 25"/>
                  <a:gd name="T12" fmla="*/ 61 w 75"/>
                  <a:gd name="T13" fmla="*/ 18 h 25"/>
                  <a:gd name="T14" fmla="*/ 73 w 75"/>
                  <a:gd name="T15" fmla="*/ 2 h 25"/>
                  <a:gd name="T16" fmla="*/ 75 w 75"/>
                  <a:gd name="T17" fmla="*/ 0 h 25"/>
                  <a:gd name="T18" fmla="*/ 40 w 75"/>
                  <a:gd name="T19" fmla="*/ 0 h 25"/>
                  <a:gd name="T20" fmla="*/ 38 w 75"/>
                  <a:gd name="T21" fmla="*/ 15 h 25"/>
                  <a:gd name="T22" fmla="*/ 34 w 75"/>
                  <a:gd name="T23" fmla="*/ 21 h 25"/>
                  <a:gd name="T24" fmla="*/ 34 w 75"/>
                  <a:gd name="T25" fmla="*/ 25 h 25"/>
                  <a:gd name="T26" fmla="*/ 2 w 75"/>
                  <a:gd name="T27" fmla="*/ 0 h 25"/>
                  <a:gd name="T28" fmla="*/ 34 w 75"/>
                  <a:gd name="T29" fmla="*/ 0 h 25"/>
                  <a:gd name="T30" fmla="*/ 34 w 75"/>
                  <a:gd name="T31" fmla="*/ 11 h 25"/>
                  <a:gd name="T32" fmla="*/ 30 w 75"/>
                  <a:gd name="T33" fmla="*/ 19 h 25"/>
                  <a:gd name="T34" fmla="*/ 30 w 75"/>
                  <a:gd name="T35" fmla="*/ 25 h 25"/>
                  <a:gd name="T36" fmla="*/ 0 w 75"/>
                  <a:gd name="T37" fmla="*/ 25 h 25"/>
                  <a:gd name="T38" fmla="*/ 2 w 75"/>
                  <a:gd name="T39" fmla="*/ 0 h 25"/>
                  <a:gd name="T40" fmla="*/ 34 w 75"/>
                  <a:gd name="T41" fmla="*/ 21 h 25"/>
                  <a:gd name="T42" fmla="*/ 31 w 75"/>
                  <a:gd name="T43" fmla="*/ 25 h 25"/>
                  <a:gd name="T44" fmla="*/ 34 w 75"/>
                  <a:gd name="T45" fmla="*/ 25 h 25"/>
                  <a:gd name="T46" fmla="*/ 34 w 75"/>
                  <a:gd name="T4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5" h="25">
                    <a:moveTo>
                      <a:pt x="34" y="0"/>
                    </a:moveTo>
                    <a:cubicBezTo>
                      <a:pt x="37" y="0"/>
                      <a:pt x="37" y="0"/>
                      <a:pt x="37" y="0"/>
                    </a:cubicBezTo>
                    <a:cubicBezTo>
                      <a:pt x="37" y="2"/>
                      <a:pt x="36" y="7"/>
                      <a:pt x="34" y="11"/>
                    </a:cubicBezTo>
                    <a:cubicBezTo>
                      <a:pt x="34" y="0"/>
                      <a:pt x="34" y="0"/>
                      <a:pt x="34" y="0"/>
                    </a:cubicBezTo>
                    <a:close/>
                    <a:moveTo>
                      <a:pt x="34" y="25"/>
                    </a:moveTo>
                    <a:cubicBezTo>
                      <a:pt x="58" y="25"/>
                      <a:pt x="58" y="25"/>
                      <a:pt x="58" y="25"/>
                    </a:cubicBezTo>
                    <a:cubicBezTo>
                      <a:pt x="59" y="22"/>
                      <a:pt x="60" y="20"/>
                      <a:pt x="61" y="18"/>
                    </a:cubicBezTo>
                    <a:cubicBezTo>
                      <a:pt x="67" y="9"/>
                      <a:pt x="69" y="5"/>
                      <a:pt x="73" y="2"/>
                    </a:cubicBezTo>
                    <a:cubicBezTo>
                      <a:pt x="73" y="1"/>
                      <a:pt x="74" y="1"/>
                      <a:pt x="75" y="0"/>
                    </a:cubicBezTo>
                    <a:cubicBezTo>
                      <a:pt x="40" y="0"/>
                      <a:pt x="40" y="0"/>
                      <a:pt x="40" y="0"/>
                    </a:cubicBezTo>
                    <a:cubicBezTo>
                      <a:pt x="40" y="4"/>
                      <a:pt x="40" y="11"/>
                      <a:pt x="38" y="15"/>
                    </a:cubicBezTo>
                    <a:cubicBezTo>
                      <a:pt x="37" y="17"/>
                      <a:pt x="35" y="19"/>
                      <a:pt x="34" y="21"/>
                    </a:cubicBezTo>
                    <a:lnTo>
                      <a:pt x="34" y="25"/>
                    </a:lnTo>
                    <a:close/>
                    <a:moveTo>
                      <a:pt x="2" y="0"/>
                    </a:moveTo>
                    <a:cubicBezTo>
                      <a:pt x="34" y="0"/>
                      <a:pt x="34" y="0"/>
                      <a:pt x="34" y="0"/>
                    </a:cubicBezTo>
                    <a:cubicBezTo>
                      <a:pt x="34" y="11"/>
                      <a:pt x="34" y="11"/>
                      <a:pt x="34" y="11"/>
                    </a:cubicBezTo>
                    <a:cubicBezTo>
                      <a:pt x="32" y="16"/>
                      <a:pt x="30" y="19"/>
                      <a:pt x="30" y="19"/>
                    </a:cubicBezTo>
                    <a:cubicBezTo>
                      <a:pt x="30" y="25"/>
                      <a:pt x="30" y="25"/>
                      <a:pt x="30" y="25"/>
                    </a:cubicBezTo>
                    <a:cubicBezTo>
                      <a:pt x="0" y="25"/>
                      <a:pt x="0" y="25"/>
                      <a:pt x="0" y="25"/>
                    </a:cubicBezTo>
                    <a:cubicBezTo>
                      <a:pt x="1" y="19"/>
                      <a:pt x="1" y="6"/>
                      <a:pt x="2" y="0"/>
                    </a:cubicBezTo>
                    <a:close/>
                    <a:moveTo>
                      <a:pt x="34" y="21"/>
                    </a:moveTo>
                    <a:cubicBezTo>
                      <a:pt x="33" y="23"/>
                      <a:pt x="31" y="24"/>
                      <a:pt x="31" y="25"/>
                    </a:cubicBezTo>
                    <a:cubicBezTo>
                      <a:pt x="34" y="25"/>
                      <a:pt x="34" y="25"/>
                      <a:pt x="34" y="25"/>
                    </a:cubicBezTo>
                    <a:lnTo>
                      <a:pt x="34" y="21"/>
                    </a:lnTo>
                    <a:close/>
                  </a:path>
                </a:pathLst>
              </a:custGeom>
              <a:solidFill>
                <a:srgbClr val="D3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2" name="Freeform 59"/>
              <p:cNvSpPr>
                <a:spLocks/>
              </p:cNvSpPr>
              <p:nvPr/>
            </p:nvSpPr>
            <p:spPr bwMode="auto">
              <a:xfrm>
                <a:off x="409" y="1753"/>
                <a:ext cx="140" cy="48"/>
              </a:xfrm>
              <a:custGeom>
                <a:avLst/>
                <a:gdLst>
                  <a:gd name="T0" fmla="*/ 2 w 73"/>
                  <a:gd name="T1" fmla="*/ 0 h 25"/>
                  <a:gd name="T2" fmla="*/ 37 w 73"/>
                  <a:gd name="T3" fmla="*/ 0 h 25"/>
                  <a:gd name="T4" fmla="*/ 30 w 73"/>
                  <a:gd name="T5" fmla="*/ 17 h 25"/>
                  <a:gd name="T6" fmla="*/ 30 w 73"/>
                  <a:gd name="T7" fmla="*/ 24 h 25"/>
                  <a:gd name="T8" fmla="*/ 38 w 73"/>
                  <a:gd name="T9" fmla="*/ 13 h 25"/>
                  <a:gd name="T10" fmla="*/ 40 w 73"/>
                  <a:gd name="T11" fmla="*/ 0 h 25"/>
                  <a:gd name="T12" fmla="*/ 73 w 73"/>
                  <a:gd name="T13" fmla="*/ 0 h 25"/>
                  <a:gd name="T14" fmla="*/ 73 w 73"/>
                  <a:gd name="T15" fmla="*/ 0 h 25"/>
                  <a:gd name="T16" fmla="*/ 61 w 73"/>
                  <a:gd name="T17" fmla="*/ 16 h 25"/>
                  <a:gd name="T18" fmla="*/ 57 w 73"/>
                  <a:gd name="T19" fmla="*/ 25 h 25"/>
                  <a:gd name="T20" fmla="*/ 0 w 73"/>
                  <a:gd name="T21" fmla="*/ 25 h 25"/>
                  <a:gd name="T22" fmla="*/ 2 w 73"/>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25">
                    <a:moveTo>
                      <a:pt x="2" y="0"/>
                    </a:moveTo>
                    <a:cubicBezTo>
                      <a:pt x="37" y="0"/>
                      <a:pt x="37" y="0"/>
                      <a:pt x="37" y="0"/>
                    </a:cubicBezTo>
                    <a:cubicBezTo>
                      <a:pt x="36" y="6"/>
                      <a:pt x="30" y="17"/>
                      <a:pt x="30" y="17"/>
                    </a:cubicBezTo>
                    <a:cubicBezTo>
                      <a:pt x="30" y="24"/>
                      <a:pt x="30" y="24"/>
                      <a:pt x="30" y="24"/>
                    </a:cubicBezTo>
                    <a:cubicBezTo>
                      <a:pt x="30" y="24"/>
                      <a:pt x="35" y="18"/>
                      <a:pt x="38" y="13"/>
                    </a:cubicBezTo>
                    <a:cubicBezTo>
                      <a:pt x="40" y="9"/>
                      <a:pt x="40" y="4"/>
                      <a:pt x="40" y="0"/>
                    </a:cubicBezTo>
                    <a:cubicBezTo>
                      <a:pt x="73" y="0"/>
                      <a:pt x="73" y="0"/>
                      <a:pt x="73" y="0"/>
                    </a:cubicBezTo>
                    <a:cubicBezTo>
                      <a:pt x="73" y="0"/>
                      <a:pt x="73" y="0"/>
                      <a:pt x="73" y="0"/>
                    </a:cubicBezTo>
                    <a:cubicBezTo>
                      <a:pt x="69" y="3"/>
                      <a:pt x="67" y="7"/>
                      <a:pt x="61" y="16"/>
                    </a:cubicBezTo>
                    <a:cubicBezTo>
                      <a:pt x="60" y="18"/>
                      <a:pt x="58" y="21"/>
                      <a:pt x="57" y="25"/>
                    </a:cubicBezTo>
                    <a:cubicBezTo>
                      <a:pt x="0" y="25"/>
                      <a:pt x="0" y="25"/>
                      <a:pt x="0" y="25"/>
                    </a:cubicBezTo>
                    <a:cubicBezTo>
                      <a:pt x="1" y="20"/>
                      <a:pt x="1" y="7"/>
                      <a:pt x="2" y="0"/>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3" name="Freeform 60"/>
              <p:cNvSpPr>
                <a:spLocks/>
              </p:cNvSpPr>
              <p:nvPr/>
            </p:nvSpPr>
            <p:spPr bwMode="auto">
              <a:xfrm>
                <a:off x="407" y="1755"/>
                <a:ext cx="138" cy="50"/>
              </a:xfrm>
              <a:custGeom>
                <a:avLst/>
                <a:gdLst>
                  <a:gd name="T0" fmla="*/ 3 w 72"/>
                  <a:gd name="T1" fmla="*/ 0 h 26"/>
                  <a:gd name="T2" fmla="*/ 38 w 72"/>
                  <a:gd name="T3" fmla="*/ 0 h 26"/>
                  <a:gd name="T4" fmla="*/ 31 w 72"/>
                  <a:gd name="T5" fmla="*/ 16 h 26"/>
                  <a:gd name="T6" fmla="*/ 31 w 72"/>
                  <a:gd name="T7" fmla="*/ 23 h 26"/>
                  <a:gd name="T8" fmla="*/ 39 w 72"/>
                  <a:gd name="T9" fmla="*/ 12 h 26"/>
                  <a:gd name="T10" fmla="*/ 41 w 72"/>
                  <a:gd name="T11" fmla="*/ 0 h 26"/>
                  <a:gd name="T12" fmla="*/ 72 w 72"/>
                  <a:gd name="T13" fmla="*/ 0 h 26"/>
                  <a:gd name="T14" fmla="*/ 62 w 72"/>
                  <a:gd name="T15" fmla="*/ 15 h 26"/>
                  <a:gd name="T16" fmla="*/ 58 w 72"/>
                  <a:gd name="T17" fmla="*/ 26 h 26"/>
                  <a:gd name="T18" fmla="*/ 0 w 72"/>
                  <a:gd name="T19" fmla="*/ 26 h 26"/>
                  <a:gd name="T20" fmla="*/ 0 w 72"/>
                  <a:gd name="T21" fmla="*/ 25 h 26"/>
                  <a:gd name="T22" fmla="*/ 3 w 72"/>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26">
                    <a:moveTo>
                      <a:pt x="3" y="0"/>
                    </a:moveTo>
                    <a:cubicBezTo>
                      <a:pt x="38" y="0"/>
                      <a:pt x="38" y="0"/>
                      <a:pt x="38" y="0"/>
                    </a:cubicBezTo>
                    <a:cubicBezTo>
                      <a:pt x="36" y="7"/>
                      <a:pt x="31" y="16"/>
                      <a:pt x="31" y="16"/>
                    </a:cubicBezTo>
                    <a:cubicBezTo>
                      <a:pt x="31" y="23"/>
                      <a:pt x="31" y="23"/>
                      <a:pt x="31" y="23"/>
                    </a:cubicBezTo>
                    <a:cubicBezTo>
                      <a:pt x="31" y="23"/>
                      <a:pt x="36" y="17"/>
                      <a:pt x="39" y="12"/>
                    </a:cubicBezTo>
                    <a:cubicBezTo>
                      <a:pt x="41" y="9"/>
                      <a:pt x="41" y="4"/>
                      <a:pt x="41" y="0"/>
                    </a:cubicBezTo>
                    <a:cubicBezTo>
                      <a:pt x="72" y="0"/>
                      <a:pt x="72" y="0"/>
                      <a:pt x="72" y="0"/>
                    </a:cubicBezTo>
                    <a:cubicBezTo>
                      <a:pt x="69" y="3"/>
                      <a:pt x="67" y="7"/>
                      <a:pt x="62" y="15"/>
                    </a:cubicBezTo>
                    <a:cubicBezTo>
                      <a:pt x="61" y="18"/>
                      <a:pt x="59" y="21"/>
                      <a:pt x="58" y="26"/>
                    </a:cubicBezTo>
                    <a:cubicBezTo>
                      <a:pt x="0" y="26"/>
                      <a:pt x="0" y="26"/>
                      <a:pt x="0" y="26"/>
                    </a:cubicBezTo>
                    <a:cubicBezTo>
                      <a:pt x="0" y="25"/>
                      <a:pt x="0" y="25"/>
                      <a:pt x="0" y="25"/>
                    </a:cubicBezTo>
                    <a:cubicBezTo>
                      <a:pt x="2" y="21"/>
                      <a:pt x="2" y="8"/>
                      <a:pt x="3" y="0"/>
                    </a:cubicBezTo>
                    <a:close/>
                  </a:path>
                </a:pathLst>
              </a:custGeom>
              <a:solidFill>
                <a:srgbClr val="D4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4" name="Freeform 61"/>
              <p:cNvSpPr>
                <a:spLocks/>
              </p:cNvSpPr>
              <p:nvPr/>
            </p:nvSpPr>
            <p:spPr bwMode="auto">
              <a:xfrm>
                <a:off x="407" y="1759"/>
                <a:ext cx="136" cy="48"/>
              </a:xfrm>
              <a:custGeom>
                <a:avLst/>
                <a:gdLst>
                  <a:gd name="T0" fmla="*/ 2 w 71"/>
                  <a:gd name="T1" fmla="*/ 0 h 25"/>
                  <a:gd name="T2" fmla="*/ 37 w 71"/>
                  <a:gd name="T3" fmla="*/ 0 h 25"/>
                  <a:gd name="T4" fmla="*/ 31 w 71"/>
                  <a:gd name="T5" fmla="*/ 14 h 25"/>
                  <a:gd name="T6" fmla="*/ 31 w 71"/>
                  <a:gd name="T7" fmla="*/ 21 h 25"/>
                  <a:gd name="T8" fmla="*/ 39 w 71"/>
                  <a:gd name="T9" fmla="*/ 10 h 25"/>
                  <a:gd name="T10" fmla="*/ 41 w 71"/>
                  <a:gd name="T11" fmla="*/ 0 h 25"/>
                  <a:gd name="T12" fmla="*/ 71 w 71"/>
                  <a:gd name="T13" fmla="*/ 0 h 25"/>
                  <a:gd name="T14" fmla="*/ 62 w 71"/>
                  <a:gd name="T15" fmla="*/ 13 h 25"/>
                  <a:gd name="T16" fmla="*/ 57 w 71"/>
                  <a:gd name="T17" fmla="*/ 25 h 25"/>
                  <a:gd name="T18" fmla="*/ 0 w 71"/>
                  <a:gd name="T19" fmla="*/ 25 h 25"/>
                  <a:gd name="T20" fmla="*/ 0 w 71"/>
                  <a:gd name="T21" fmla="*/ 23 h 25"/>
                  <a:gd name="T22" fmla="*/ 2 w 71"/>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5">
                    <a:moveTo>
                      <a:pt x="2" y="0"/>
                    </a:moveTo>
                    <a:cubicBezTo>
                      <a:pt x="37" y="0"/>
                      <a:pt x="37" y="0"/>
                      <a:pt x="37" y="0"/>
                    </a:cubicBezTo>
                    <a:cubicBezTo>
                      <a:pt x="35" y="6"/>
                      <a:pt x="31" y="14"/>
                      <a:pt x="31" y="14"/>
                    </a:cubicBezTo>
                    <a:cubicBezTo>
                      <a:pt x="31" y="21"/>
                      <a:pt x="31" y="21"/>
                      <a:pt x="31" y="21"/>
                    </a:cubicBezTo>
                    <a:cubicBezTo>
                      <a:pt x="31" y="21"/>
                      <a:pt x="36" y="15"/>
                      <a:pt x="39" y="10"/>
                    </a:cubicBezTo>
                    <a:cubicBezTo>
                      <a:pt x="40" y="7"/>
                      <a:pt x="41" y="4"/>
                      <a:pt x="41" y="0"/>
                    </a:cubicBezTo>
                    <a:cubicBezTo>
                      <a:pt x="71" y="0"/>
                      <a:pt x="71" y="0"/>
                      <a:pt x="71" y="0"/>
                    </a:cubicBezTo>
                    <a:cubicBezTo>
                      <a:pt x="68" y="3"/>
                      <a:pt x="66" y="7"/>
                      <a:pt x="62" y="13"/>
                    </a:cubicBezTo>
                    <a:cubicBezTo>
                      <a:pt x="60" y="16"/>
                      <a:pt x="59" y="20"/>
                      <a:pt x="57" y="25"/>
                    </a:cubicBezTo>
                    <a:cubicBezTo>
                      <a:pt x="0" y="25"/>
                      <a:pt x="0" y="25"/>
                      <a:pt x="0" y="25"/>
                    </a:cubicBezTo>
                    <a:cubicBezTo>
                      <a:pt x="0" y="24"/>
                      <a:pt x="0" y="24"/>
                      <a:pt x="0" y="23"/>
                    </a:cubicBezTo>
                    <a:cubicBezTo>
                      <a:pt x="2" y="19"/>
                      <a:pt x="2" y="8"/>
                      <a:pt x="2" y="0"/>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5" name="Freeform 62"/>
              <p:cNvSpPr>
                <a:spLocks/>
              </p:cNvSpPr>
              <p:nvPr/>
            </p:nvSpPr>
            <p:spPr bwMode="auto">
              <a:xfrm>
                <a:off x="406" y="1763"/>
                <a:ext cx="133" cy="47"/>
              </a:xfrm>
              <a:custGeom>
                <a:avLst/>
                <a:gdLst>
                  <a:gd name="T0" fmla="*/ 3 w 70"/>
                  <a:gd name="T1" fmla="*/ 0 h 25"/>
                  <a:gd name="T2" fmla="*/ 38 w 70"/>
                  <a:gd name="T3" fmla="*/ 0 h 25"/>
                  <a:gd name="T4" fmla="*/ 32 w 70"/>
                  <a:gd name="T5" fmla="*/ 12 h 25"/>
                  <a:gd name="T6" fmla="*/ 32 w 70"/>
                  <a:gd name="T7" fmla="*/ 19 h 25"/>
                  <a:gd name="T8" fmla="*/ 40 w 70"/>
                  <a:gd name="T9" fmla="*/ 8 h 25"/>
                  <a:gd name="T10" fmla="*/ 42 w 70"/>
                  <a:gd name="T11" fmla="*/ 0 h 25"/>
                  <a:gd name="T12" fmla="*/ 70 w 70"/>
                  <a:gd name="T13" fmla="*/ 0 h 25"/>
                  <a:gd name="T14" fmla="*/ 63 w 70"/>
                  <a:gd name="T15" fmla="*/ 11 h 25"/>
                  <a:gd name="T16" fmla="*/ 57 w 70"/>
                  <a:gd name="T17" fmla="*/ 25 h 25"/>
                  <a:gd name="T18" fmla="*/ 0 w 70"/>
                  <a:gd name="T19" fmla="*/ 25 h 25"/>
                  <a:gd name="T20" fmla="*/ 1 w 70"/>
                  <a:gd name="T21" fmla="*/ 21 h 25"/>
                  <a:gd name="T22" fmla="*/ 3 w 70"/>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25">
                    <a:moveTo>
                      <a:pt x="3" y="0"/>
                    </a:moveTo>
                    <a:cubicBezTo>
                      <a:pt x="38" y="0"/>
                      <a:pt x="38" y="0"/>
                      <a:pt x="38" y="0"/>
                    </a:cubicBezTo>
                    <a:cubicBezTo>
                      <a:pt x="35" y="6"/>
                      <a:pt x="32" y="12"/>
                      <a:pt x="32" y="12"/>
                    </a:cubicBezTo>
                    <a:cubicBezTo>
                      <a:pt x="32" y="19"/>
                      <a:pt x="32" y="19"/>
                      <a:pt x="32" y="19"/>
                    </a:cubicBezTo>
                    <a:cubicBezTo>
                      <a:pt x="32" y="19"/>
                      <a:pt x="37" y="13"/>
                      <a:pt x="40" y="8"/>
                    </a:cubicBezTo>
                    <a:cubicBezTo>
                      <a:pt x="41" y="6"/>
                      <a:pt x="42" y="3"/>
                      <a:pt x="42" y="0"/>
                    </a:cubicBezTo>
                    <a:cubicBezTo>
                      <a:pt x="70" y="0"/>
                      <a:pt x="70" y="0"/>
                      <a:pt x="70" y="0"/>
                    </a:cubicBezTo>
                    <a:cubicBezTo>
                      <a:pt x="69" y="3"/>
                      <a:pt x="67" y="6"/>
                      <a:pt x="63" y="11"/>
                    </a:cubicBezTo>
                    <a:cubicBezTo>
                      <a:pt x="61" y="14"/>
                      <a:pt x="59" y="19"/>
                      <a:pt x="57" y="25"/>
                    </a:cubicBezTo>
                    <a:cubicBezTo>
                      <a:pt x="0" y="25"/>
                      <a:pt x="0" y="25"/>
                      <a:pt x="0" y="25"/>
                    </a:cubicBezTo>
                    <a:cubicBezTo>
                      <a:pt x="1" y="24"/>
                      <a:pt x="1" y="22"/>
                      <a:pt x="1" y="21"/>
                    </a:cubicBezTo>
                    <a:cubicBezTo>
                      <a:pt x="3" y="17"/>
                      <a:pt x="3" y="8"/>
                      <a:pt x="3" y="0"/>
                    </a:cubicBezTo>
                    <a:close/>
                  </a:path>
                </a:pathLst>
              </a:custGeom>
              <a:solidFill>
                <a:srgbClr val="D5D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6" name="Freeform 63"/>
              <p:cNvSpPr>
                <a:spLocks/>
              </p:cNvSpPr>
              <p:nvPr/>
            </p:nvSpPr>
            <p:spPr bwMode="auto">
              <a:xfrm>
                <a:off x="406" y="1766"/>
                <a:ext cx="132" cy="48"/>
              </a:xfrm>
              <a:custGeom>
                <a:avLst/>
                <a:gdLst>
                  <a:gd name="T0" fmla="*/ 3 w 69"/>
                  <a:gd name="T1" fmla="*/ 0 h 25"/>
                  <a:gd name="T2" fmla="*/ 37 w 69"/>
                  <a:gd name="T3" fmla="*/ 0 h 25"/>
                  <a:gd name="T4" fmla="*/ 32 w 69"/>
                  <a:gd name="T5" fmla="*/ 10 h 25"/>
                  <a:gd name="T6" fmla="*/ 32 w 69"/>
                  <a:gd name="T7" fmla="*/ 17 h 25"/>
                  <a:gd name="T8" fmla="*/ 40 w 69"/>
                  <a:gd name="T9" fmla="*/ 6 h 25"/>
                  <a:gd name="T10" fmla="*/ 42 w 69"/>
                  <a:gd name="T11" fmla="*/ 0 h 25"/>
                  <a:gd name="T12" fmla="*/ 69 w 69"/>
                  <a:gd name="T13" fmla="*/ 0 h 25"/>
                  <a:gd name="T14" fmla="*/ 63 w 69"/>
                  <a:gd name="T15" fmla="*/ 9 h 25"/>
                  <a:gd name="T16" fmla="*/ 57 w 69"/>
                  <a:gd name="T17" fmla="*/ 25 h 25"/>
                  <a:gd name="T18" fmla="*/ 0 w 69"/>
                  <a:gd name="T19" fmla="*/ 25 h 25"/>
                  <a:gd name="T20" fmla="*/ 1 w 69"/>
                  <a:gd name="T21" fmla="*/ 19 h 25"/>
                  <a:gd name="T22" fmla="*/ 3 w 69"/>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25">
                    <a:moveTo>
                      <a:pt x="3" y="0"/>
                    </a:moveTo>
                    <a:cubicBezTo>
                      <a:pt x="37" y="0"/>
                      <a:pt x="37" y="0"/>
                      <a:pt x="37" y="0"/>
                    </a:cubicBezTo>
                    <a:cubicBezTo>
                      <a:pt x="35" y="5"/>
                      <a:pt x="32" y="10"/>
                      <a:pt x="32" y="10"/>
                    </a:cubicBezTo>
                    <a:cubicBezTo>
                      <a:pt x="32" y="17"/>
                      <a:pt x="32" y="17"/>
                      <a:pt x="32" y="17"/>
                    </a:cubicBezTo>
                    <a:cubicBezTo>
                      <a:pt x="32" y="17"/>
                      <a:pt x="37" y="11"/>
                      <a:pt x="40" y="6"/>
                    </a:cubicBezTo>
                    <a:cubicBezTo>
                      <a:pt x="41" y="4"/>
                      <a:pt x="41" y="2"/>
                      <a:pt x="42" y="0"/>
                    </a:cubicBezTo>
                    <a:cubicBezTo>
                      <a:pt x="69" y="0"/>
                      <a:pt x="69" y="0"/>
                      <a:pt x="69" y="0"/>
                    </a:cubicBezTo>
                    <a:cubicBezTo>
                      <a:pt x="68" y="2"/>
                      <a:pt x="66" y="5"/>
                      <a:pt x="63" y="9"/>
                    </a:cubicBezTo>
                    <a:cubicBezTo>
                      <a:pt x="61" y="13"/>
                      <a:pt x="59" y="18"/>
                      <a:pt x="57" y="25"/>
                    </a:cubicBezTo>
                    <a:cubicBezTo>
                      <a:pt x="0" y="25"/>
                      <a:pt x="0" y="25"/>
                      <a:pt x="0" y="25"/>
                    </a:cubicBezTo>
                    <a:cubicBezTo>
                      <a:pt x="0" y="23"/>
                      <a:pt x="1" y="20"/>
                      <a:pt x="1" y="19"/>
                    </a:cubicBezTo>
                    <a:cubicBezTo>
                      <a:pt x="3" y="16"/>
                      <a:pt x="3" y="7"/>
                      <a:pt x="3" y="0"/>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7" name="Freeform 64"/>
              <p:cNvSpPr>
                <a:spLocks/>
              </p:cNvSpPr>
              <p:nvPr/>
            </p:nvSpPr>
            <p:spPr bwMode="auto">
              <a:xfrm>
                <a:off x="406" y="1768"/>
                <a:ext cx="130" cy="50"/>
              </a:xfrm>
              <a:custGeom>
                <a:avLst/>
                <a:gdLst>
                  <a:gd name="T0" fmla="*/ 3 w 68"/>
                  <a:gd name="T1" fmla="*/ 0 h 26"/>
                  <a:gd name="T2" fmla="*/ 36 w 68"/>
                  <a:gd name="T3" fmla="*/ 0 h 26"/>
                  <a:gd name="T4" fmla="*/ 32 w 68"/>
                  <a:gd name="T5" fmla="*/ 9 h 26"/>
                  <a:gd name="T6" fmla="*/ 32 w 68"/>
                  <a:gd name="T7" fmla="*/ 16 h 26"/>
                  <a:gd name="T8" fmla="*/ 40 w 68"/>
                  <a:gd name="T9" fmla="*/ 5 h 26"/>
                  <a:gd name="T10" fmla="*/ 41 w 68"/>
                  <a:gd name="T11" fmla="*/ 0 h 26"/>
                  <a:gd name="T12" fmla="*/ 68 w 68"/>
                  <a:gd name="T13" fmla="*/ 0 h 26"/>
                  <a:gd name="T14" fmla="*/ 63 w 68"/>
                  <a:gd name="T15" fmla="*/ 8 h 26"/>
                  <a:gd name="T16" fmla="*/ 56 w 68"/>
                  <a:gd name="T17" fmla="*/ 26 h 26"/>
                  <a:gd name="T18" fmla="*/ 0 w 68"/>
                  <a:gd name="T19" fmla="*/ 26 h 26"/>
                  <a:gd name="T20" fmla="*/ 1 w 68"/>
                  <a:gd name="T21" fmla="*/ 18 h 26"/>
                  <a:gd name="T22" fmla="*/ 3 w 68"/>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26">
                    <a:moveTo>
                      <a:pt x="3" y="0"/>
                    </a:moveTo>
                    <a:cubicBezTo>
                      <a:pt x="36" y="0"/>
                      <a:pt x="36" y="0"/>
                      <a:pt x="36" y="0"/>
                    </a:cubicBezTo>
                    <a:cubicBezTo>
                      <a:pt x="34" y="5"/>
                      <a:pt x="32" y="9"/>
                      <a:pt x="32" y="9"/>
                    </a:cubicBezTo>
                    <a:cubicBezTo>
                      <a:pt x="32" y="16"/>
                      <a:pt x="32" y="16"/>
                      <a:pt x="32" y="16"/>
                    </a:cubicBezTo>
                    <a:cubicBezTo>
                      <a:pt x="32" y="16"/>
                      <a:pt x="37" y="10"/>
                      <a:pt x="40" y="5"/>
                    </a:cubicBezTo>
                    <a:cubicBezTo>
                      <a:pt x="41" y="3"/>
                      <a:pt x="41" y="2"/>
                      <a:pt x="41" y="0"/>
                    </a:cubicBezTo>
                    <a:cubicBezTo>
                      <a:pt x="68" y="0"/>
                      <a:pt x="68" y="0"/>
                      <a:pt x="68" y="0"/>
                    </a:cubicBezTo>
                    <a:cubicBezTo>
                      <a:pt x="67" y="2"/>
                      <a:pt x="65" y="5"/>
                      <a:pt x="63" y="8"/>
                    </a:cubicBezTo>
                    <a:cubicBezTo>
                      <a:pt x="61" y="12"/>
                      <a:pt x="58" y="18"/>
                      <a:pt x="56" y="26"/>
                    </a:cubicBezTo>
                    <a:cubicBezTo>
                      <a:pt x="0" y="26"/>
                      <a:pt x="0" y="26"/>
                      <a:pt x="0" y="26"/>
                    </a:cubicBezTo>
                    <a:cubicBezTo>
                      <a:pt x="0" y="23"/>
                      <a:pt x="1" y="20"/>
                      <a:pt x="1" y="18"/>
                    </a:cubicBezTo>
                    <a:cubicBezTo>
                      <a:pt x="3" y="15"/>
                      <a:pt x="3" y="7"/>
                      <a:pt x="3" y="0"/>
                    </a:cubicBezTo>
                    <a:close/>
                  </a:path>
                </a:pathLst>
              </a:custGeom>
              <a:solidFill>
                <a:srgbClr val="D7D5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8" name="Freeform 65"/>
              <p:cNvSpPr>
                <a:spLocks/>
              </p:cNvSpPr>
              <p:nvPr/>
            </p:nvSpPr>
            <p:spPr bwMode="auto">
              <a:xfrm>
                <a:off x="406" y="1772"/>
                <a:ext cx="128" cy="48"/>
              </a:xfrm>
              <a:custGeom>
                <a:avLst/>
                <a:gdLst>
                  <a:gd name="T0" fmla="*/ 3 w 67"/>
                  <a:gd name="T1" fmla="*/ 0 h 25"/>
                  <a:gd name="T2" fmla="*/ 35 w 67"/>
                  <a:gd name="T3" fmla="*/ 0 h 25"/>
                  <a:gd name="T4" fmla="*/ 32 w 67"/>
                  <a:gd name="T5" fmla="*/ 7 h 25"/>
                  <a:gd name="T6" fmla="*/ 32 w 67"/>
                  <a:gd name="T7" fmla="*/ 14 h 25"/>
                  <a:gd name="T8" fmla="*/ 40 w 67"/>
                  <a:gd name="T9" fmla="*/ 3 h 25"/>
                  <a:gd name="T10" fmla="*/ 41 w 67"/>
                  <a:gd name="T11" fmla="*/ 0 h 25"/>
                  <a:gd name="T12" fmla="*/ 67 w 67"/>
                  <a:gd name="T13" fmla="*/ 0 h 25"/>
                  <a:gd name="T14" fmla="*/ 63 w 67"/>
                  <a:gd name="T15" fmla="*/ 6 h 25"/>
                  <a:gd name="T16" fmla="*/ 56 w 67"/>
                  <a:gd name="T17" fmla="*/ 25 h 25"/>
                  <a:gd name="T18" fmla="*/ 0 w 67"/>
                  <a:gd name="T19" fmla="*/ 25 h 25"/>
                  <a:gd name="T20" fmla="*/ 1 w 67"/>
                  <a:gd name="T21" fmla="*/ 16 h 25"/>
                  <a:gd name="T22" fmla="*/ 3 w 67"/>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7" h="25">
                    <a:moveTo>
                      <a:pt x="3" y="0"/>
                    </a:moveTo>
                    <a:cubicBezTo>
                      <a:pt x="35" y="0"/>
                      <a:pt x="35" y="0"/>
                      <a:pt x="35" y="0"/>
                    </a:cubicBezTo>
                    <a:cubicBezTo>
                      <a:pt x="34" y="4"/>
                      <a:pt x="32" y="7"/>
                      <a:pt x="32" y="7"/>
                    </a:cubicBezTo>
                    <a:cubicBezTo>
                      <a:pt x="32" y="14"/>
                      <a:pt x="32" y="14"/>
                      <a:pt x="32" y="14"/>
                    </a:cubicBezTo>
                    <a:cubicBezTo>
                      <a:pt x="32" y="14"/>
                      <a:pt x="37" y="8"/>
                      <a:pt x="40" y="3"/>
                    </a:cubicBezTo>
                    <a:cubicBezTo>
                      <a:pt x="40" y="2"/>
                      <a:pt x="41" y="1"/>
                      <a:pt x="41" y="0"/>
                    </a:cubicBezTo>
                    <a:cubicBezTo>
                      <a:pt x="67" y="0"/>
                      <a:pt x="67" y="0"/>
                      <a:pt x="67" y="0"/>
                    </a:cubicBezTo>
                    <a:cubicBezTo>
                      <a:pt x="66" y="2"/>
                      <a:pt x="65" y="4"/>
                      <a:pt x="63" y="6"/>
                    </a:cubicBezTo>
                    <a:cubicBezTo>
                      <a:pt x="61" y="11"/>
                      <a:pt x="58" y="17"/>
                      <a:pt x="56" y="25"/>
                    </a:cubicBezTo>
                    <a:cubicBezTo>
                      <a:pt x="0" y="25"/>
                      <a:pt x="0" y="25"/>
                      <a:pt x="0" y="25"/>
                    </a:cubicBezTo>
                    <a:cubicBezTo>
                      <a:pt x="0" y="22"/>
                      <a:pt x="0" y="18"/>
                      <a:pt x="1" y="16"/>
                    </a:cubicBezTo>
                    <a:cubicBezTo>
                      <a:pt x="3" y="13"/>
                      <a:pt x="3" y="7"/>
                      <a:pt x="3" y="0"/>
                    </a:cubicBezTo>
                    <a:close/>
                  </a:path>
                </a:pathLst>
              </a:custGeom>
              <a:solidFill>
                <a:srgbClr val="D8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9" name="Freeform 66"/>
              <p:cNvSpPr>
                <a:spLocks/>
              </p:cNvSpPr>
              <p:nvPr/>
            </p:nvSpPr>
            <p:spPr bwMode="auto">
              <a:xfrm>
                <a:off x="406" y="1776"/>
                <a:ext cx="126" cy="48"/>
              </a:xfrm>
              <a:custGeom>
                <a:avLst/>
                <a:gdLst>
                  <a:gd name="T0" fmla="*/ 3 w 66"/>
                  <a:gd name="T1" fmla="*/ 0 h 25"/>
                  <a:gd name="T2" fmla="*/ 35 w 66"/>
                  <a:gd name="T3" fmla="*/ 0 h 25"/>
                  <a:gd name="T4" fmla="*/ 32 w 66"/>
                  <a:gd name="T5" fmla="*/ 5 h 25"/>
                  <a:gd name="T6" fmla="*/ 32 w 66"/>
                  <a:gd name="T7" fmla="*/ 12 h 25"/>
                  <a:gd name="T8" fmla="*/ 40 w 66"/>
                  <a:gd name="T9" fmla="*/ 1 h 25"/>
                  <a:gd name="T10" fmla="*/ 40 w 66"/>
                  <a:gd name="T11" fmla="*/ 0 h 25"/>
                  <a:gd name="T12" fmla="*/ 66 w 66"/>
                  <a:gd name="T13" fmla="*/ 0 h 25"/>
                  <a:gd name="T14" fmla="*/ 63 w 66"/>
                  <a:gd name="T15" fmla="*/ 4 h 25"/>
                  <a:gd name="T16" fmla="*/ 56 w 66"/>
                  <a:gd name="T17" fmla="*/ 25 h 25"/>
                  <a:gd name="T18" fmla="*/ 0 w 66"/>
                  <a:gd name="T19" fmla="*/ 25 h 25"/>
                  <a:gd name="T20" fmla="*/ 1 w 66"/>
                  <a:gd name="T21" fmla="*/ 14 h 25"/>
                  <a:gd name="T22" fmla="*/ 3 w 66"/>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6" h="25">
                    <a:moveTo>
                      <a:pt x="3" y="0"/>
                    </a:moveTo>
                    <a:cubicBezTo>
                      <a:pt x="35" y="0"/>
                      <a:pt x="35" y="0"/>
                      <a:pt x="35" y="0"/>
                    </a:cubicBezTo>
                    <a:cubicBezTo>
                      <a:pt x="33" y="3"/>
                      <a:pt x="32" y="5"/>
                      <a:pt x="32" y="5"/>
                    </a:cubicBezTo>
                    <a:cubicBezTo>
                      <a:pt x="32" y="12"/>
                      <a:pt x="32" y="12"/>
                      <a:pt x="32" y="12"/>
                    </a:cubicBezTo>
                    <a:cubicBezTo>
                      <a:pt x="32" y="12"/>
                      <a:pt x="37" y="6"/>
                      <a:pt x="40" y="1"/>
                    </a:cubicBezTo>
                    <a:cubicBezTo>
                      <a:pt x="40" y="0"/>
                      <a:pt x="40" y="0"/>
                      <a:pt x="40" y="0"/>
                    </a:cubicBezTo>
                    <a:cubicBezTo>
                      <a:pt x="66" y="0"/>
                      <a:pt x="66" y="0"/>
                      <a:pt x="66" y="0"/>
                    </a:cubicBezTo>
                    <a:cubicBezTo>
                      <a:pt x="65" y="1"/>
                      <a:pt x="64" y="3"/>
                      <a:pt x="63" y="4"/>
                    </a:cubicBezTo>
                    <a:cubicBezTo>
                      <a:pt x="60" y="9"/>
                      <a:pt x="58" y="16"/>
                      <a:pt x="56" y="25"/>
                    </a:cubicBezTo>
                    <a:cubicBezTo>
                      <a:pt x="0" y="25"/>
                      <a:pt x="0" y="25"/>
                      <a:pt x="0" y="25"/>
                    </a:cubicBezTo>
                    <a:cubicBezTo>
                      <a:pt x="0" y="21"/>
                      <a:pt x="0" y="17"/>
                      <a:pt x="1" y="14"/>
                    </a:cubicBezTo>
                    <a:cubicBezTo>
                      <a:pt x="3" y="11"/>
                      <a:pt x="3" y="6"/>
                      <a:pt x="3" y="0"/>
                    </a:cubicBezTo>
                    <a:close/>
                  </a:path>
                </a:pathLst>
              </a:custGeom>
              <a:solidFill>
                <a:srgbClr val="D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0" name="Freeform 67"/>
              <p:cNvSpPr>
                <a:spLocks/>
              </p:cNvSpPr>
              <p:nvPr/>
            </p:nvSpPr>
            <p:spPr bwMode="auto">
              <a:xfrm>
                <a:off x="406" y="1780"/>
                <a:ext cx="124" cy="48"/>
              </a:xfrm>
              <a:custGeom>
                <a:avLst/>
                <a:gdLst>
                  <a:gd name="T0" fmla="*/ 3 w 65"/>
                  <a:gd name="T1" fmla="*/ 0 h 25"/>
                  <a:gd name="T2" fmla="*/ 34 w 65"/>
                  <a:gd name="T3" fmla="*/ 0 h 25"/>
                  <a:gd name="T4" fmla="*/ 32 w 65"/>
                  <a:gd name="T5" fmla="*/ 3 h 25"/>
                  <a:gd name="T6" fmla="*/ 32 w 65"/>
                  <a:gd name="T7" fmla="*/ 10 h 25"/>
                  <a:gd name="T8" fmla="*/ 39 w 65"/>
                  <a:gd name="T9" fmla="*/ 0 h 25"/>
                  <a:gd name="T10" fmla="*/ 65 w 65"/>
                  <a:gd name="T11" fmla="*/ 0 h 25"/>
                  <a:gd name="T12" fmla="*/ 63 w 65"/>
                  <a:gd name="T13" fmla="*/ 2 h 25"/>
                  <a:gd name="T14" fmla="*/ 55 w 65"/>
                  <a:gd name="T15" fmla="*/ 25 h 25"/>
                  <a:gd name="T16" fmla="*/ 0 w 65"/>
                  <a:gd name="T17" fmla="*/ 25 h 25"/>
                  <a:gd name="T18" fmla="*/ 1 w 65"/>
                  <a:gd name="T19" fmla="*/ 12 h 25"/>
                  <a:gd name="T20" fmla="*/ 3 w 65"/>
                  <a:gd name="T2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25">
                    <a:moveTo>
                      <a:pt x="3" y="0"/>
                    </a:moveTo>
                    <a:cubicBezTo>
                      <a:pt x="34" y="0"/>
                      <a:pt x="34" y="0"/>
                      <a:pt x="34" y="0"/>
                    </a:cubicBezTo>
                    <a:cubicBezTo>
                      <a:pt x="33" y="2"/>
                      <a:pt x="32" y="3"/>
                      <a:pt x="32" y="3"/>
                    </a:cubicBezTo>
                    <a:cubicBezTo>
                      <a:pt x="32" y="10"/>
                      <a:pt x="32" y="10"/>
                      <a:pt x="32" y="10"/>
                    </a:cubicBezTo>
                    <a:cubicBezTo>
                      <a:pt x="32" y="10"/>
                      <a:pt x="36" y="5"/>
                      <a:pt x="39" y="0"/>
                    </a:cubicBezTo>
                    <a:cubicBezTo>
                      <a:pt x="65" y="0"/>
                      <a:pt x="65" y="0"/>
                      <a:pt x="65" y="0"/>
                    </a:cubicBezTo>
                    <a:cubicBezTo>
                      <a:pt x="63" y="2"/>
                      <a:pt x="63" y="2"/>
                      <a:pt x="63" y="2"/>
                    </a:cubicBezTo>
                    <a:cubicBezTo>
                      <a:pt x="60" y="7"/>
                      <a:pt x="57" y="15"/>
                      <a:pt x="55" y="25"/>
                    </a:cubicBezTo>
                    <a:cubicBezTo>
                      <a:pt x="0" y="25"/>
                      <a:pt x="0" y="25"/>
                      <a:pt x="0" y="25"/>
                    </a:cubicBezTo>
                    <a:cubicBezTo>
                      <a:pt x="0" y="20"/>
                      <a:pt x="0" y="15"/>
                      <a:pt x="1" y="12"/>
                    </a:cubicBezTo>
                    <a:cubicBezTo>
                      <a:pt x="3" y="10"/>
                      <a:pt x="3" y="5"/>
                      <a:pt x="3" y="0"/>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1" name="Freeform 68"/>
              <p:cNvSpPr>
                <a:spLocks/>
              </p:cNvSpPr>
              <p:nvPr/>
            </p:nvSpPr>
            <p:spPr bwMode="auto">
              <a:xfrm>
                <a:off x="406" y="1784"/>
                <a:ext cx="122" cy="47"/>
              </a:xfrm>
              <a:custGeom>
                <a:avLst/>
                <a:gdLst>
                  <a:gd name="T0" fmla="*/ 3 w 64"/>
                  <a:gd name="T1" fmla="*/ 0 h 25"/>
                  <a:gd name="T2" fmla="*/ 33 w 64"/>
                  <a:gd name="T3" fmla="*/ 0 h 25"/>
                  <a:gd name="T4" fmla="*/ 32 w 64"/>
                  <a:gd name="T5" fmla="*/ 1 h 25"/>
                  <a:gd name="T6" fmla="*/ 32 w 64"/>
                  <a:gd name="T7" fmla="*/ 8 h 25"/>
                  <a:gd name="T8" fmla="*/ 38 w 64"/>
                  <a:gd name="T9" fmla="*/ 0 h 25"/>
                  <a:gd name="T10" fmla="*/ 64 w 64"/>
                  <a:gd name="T11" fmla="*/ 0 h 25"/>
                  <a:gd name="T12" fmla="*/ 63 w 64"/>
                  <a:gd name="T13" fmla="*/ 0 h 25"/>
                  <a:gd name="T14" fmla="*/ 55 w 64"/>
                  <a:gd name="T15" fmla="*/ 25 h 25"/>
                  <a:gd name="T16" fmla="*/ 1 w 64"/>
                  <a:gd name="T17" fmla="*/ 25 h 25"/>
                  <a:gd name="T18" fmla="*/ 1 w 64"/>
                  <a:gd name="T19" fmla="*/ 10 h 25"/>
                  <a:gd name="T20" fmla="*/ 3 w 64"/>
                  <a:gd name="T2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25">
                    <a:moveTo>
                      <a:pt x="3" y="0"/>
                    </a:moveTo>
                    <a:cubicBezTo>
                      <a:pt x="33" y="0"/>
                      <a:pt x="33" y="0"/>
                      <a:pt x="33" y="0"/>
                    </a:cubicBezTo>
                    <a:cubicBezTo>
                      <a:pt x="32" y="1"/>
                      <a:pt x="32" y="1"/>
                      <a:pt x="32" y="1"/>
                    </a:cubicBezTo>
                    <a:cubicBezTo>
                      <a:pt x="32" y="8"/>
                      <a:pt x="32" y="8"/>
                      <a:pt x="32" y="8"/>
                    </a:cubicBezTo>
                    <a:cubicBezTo>
                      <a:pt x="32" y="8"/>
                      <a:pt x="35" y="4"/>
                      <a:pt x="38" y="0"/>
                    </a:cubicBezTo>
                    <a:cubicBezTo>
                      <a:pt x="64" y="0"/>
                      <a:pt x="64" y="0"/>
                      <a:pt x="64" y="0"/>
                    </a:cubicBezTo>
                    <a:cubicBezTo>
                      <a:pt x="63" y="0"/>
                      <a:pt x="63" y="0"/>
                      <a:pt x="63" y="0"/>
                    </a:cubicBezTo>
                    <a:cubicBezTo>
                      <a:pt x="60" y="6"/>
                      <a:pt x="57" y="14"/>
                      <a:pt x="55" y="25"/>
                    </a:cubicBezTo>
                    <a:cubicBezTo>
                      <a:pt x="1" y="25"/>
                      <a:pt x="1" y="25"/>
                      <a:pt x="1" y="25"/>
                    </a:cubicBezTo>
                    <a:cubicBezTo>
                      <a:pt x="0" y="19"/>
                      <a:pt x="0" y="13"/>
                      <a:pt x="1" y="10"/>
                    </a:cubicBezTo>
                    <a:cubicBezTo>
                      <a:pt x="2" y="8"/>
                      <a:pt x="3" y="4"/>
                      <a:pt x="3" y="0"/>
                    </a:cubicBezTo>
                    <a:close/>
                  </a:path>
                </a:pathLst>
              </a:custGeom>
              <a:solidFill>
                <a:srgbClr val="DB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2" name="Freeform 69"/>
              <p:cNvSpPr>
                <a:spLocks/>
              </p:cNvSpPr>
              <p:nvPr/>
            </p:nvSpPr>
            <p:spPr bwMode="auto">
              <a:xfrm>
                <a:off x="406" y="1786"/>
                <a:ext cx="120" cy="49"/>
              </a:xfrm>
              <a:custGeom>
                <a:avLst/>
                <a:gdLst>
                  <a:gd name="T0" fmla="*/ 3 w 63"/>
                  <a:gd name="T1" fmla="*/ 0 h 26"/>
                  <a:gd name="T2" fmla="*/ 32 w 63"/>
                  <a:gd name="T3" fmla="*/ 0 h 26"/>
                  <a:gd name="T4" fmla="*/ 32 w 63"/>
                  <a:gd name="T5" fmla="*/ 0 h 26"/>
                  <a:gd name="T6" fmla="*/ 32 w 63"/>
                  <a:gd name="T7" fmla="*/ 7 h 26"/>
                  <a:gd name="T8" fmla="*/ 37 w 63"/>
                  <a:gd name="T9" fmla="*/ 0 h 26"/>
                  <a:gd name="T10" fmla="*/ 63 w 63"/>
                  <a:gd name="T11" fmla="*/ 0 h 26"/>
                  <a:gd name="T12" fmla="*/ 54 w 63"/>
                  <a:gd name="T13" fmla="*/ 26 h 26"/>
                  <a:gd name="T14" fmla="*/ 1 w 63"/>
                  <a:gd name="T15" fmla="*/ 26 h 26"/>
                  <a:gd name="T16" fmla="*/ 1 w 63"/>
                  <a:gd name="T17" fmla="*/ 9 h 26"/>
                  <a:gd name="T18" fmla="*/ 3 w 63"/>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26">
                    <a:moveTo>
                      <a:pt x="3" y="0"/>
                    </a:moveTo>
                    <a:cubicBezTo>
                      <a:pt x="32" y="0"/>
                      <a:pt x="32" y="0"/>
                      <a:pt x="32" y="0"/>
                    </a:cubicBezTo>
                    <a:cubicBezTo>
                      <a:pt x="32" y="0"/>
                      <a:pt x="32" y="0"/>
                      <a:pt x="32" y="0"/>
                    </a:cubicBezTo>
                    <a:cubicBezTo>
                      <a:pt x="32" y="7"/>
                      <a:pt x="32" y="7"/>
                      <a:pt x="32" y="7"/>
                    </a:cubicBezTo>
                    <a:cubicBezTo>
                      <a:pt x="32" y="7"/>
                      <a:pt x="34" y="4"/>
                      <a:pt x="37" y="0"/>
                    </a:cubicBezTo>
                    <a:cubicBezTo>
                      <a:pt x="63" y="0"/>
                      <a:pt x="63" y="0"/>
                      <a:pt x="63" y="0"/>
                    </a:cubicBezTo>
                    <a:cubicBezTo>
                      <a:pt x="59" y="6"/>
                      <a:pt x="56" y="15"/>
                      <a:pt x="54" y="26"/>
                    </a:cubicBezTo>
                    <a:cubicBezTo>
                      <a:pt x="1" y="26"/>
                      <a:pt x="1" y="26"/>
                      <a:pt x="1" y="26"/>
                    </a:cubicBezTo>
                    <a:cubicBezTo>
                      <a:pt x="0" y="19"/>
                      <a:pt x="0" y="13"/>
                      <a:pt x="1" y="9"/>
                    </a:cubicBezTo>
                    <a:cubicBezTo>
                      <a:pt x="2" y="7"/>
                      <a:pt x="3" y="4"/>
                      <a:pt x="3" y="0"/>
                    </a:cubicBezTo>
                    <a:close/>
                  </a:path>
                </a:pathLst>
              </a:custGeom>
              <a:solidFill>
                <a:srgbClr val="DCD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3" name="Freeform 70"/>
              <p:cNvSpPr>
                <a:spLocks/>
              </p:cNvSpPr>
              <p:nvPr/>
            </p:nvSpPr>
            <p:spPr bwMode="auto">
              <a:xfrm>
                <a:off x="406" y="1789"/>
                <a:ext cx="118" cy="48"/>
              </a:xfrm>
              <a:custGeom>
                <a:avLst/>
                <a:gdLst>
                  <a:gd name="T0" fmla="*/ 3 w 62"/>
                  <a:gd name="T1" fmla="*/ 0 h 25"/>
                  <a:gd name="T2" fmla="*/ 32 w 62"/>
                  <a:gd name="T3" fmla="*/ 0 h 25"/>
                  <a:gd name="T4" fmla="*/ 32 w 62"/>
                  <a:gd name="T5" fmla="*/ 5 h 25"/>
                  <a:gd name="T6" fmla="*/ 36 w 62"/>
                  <a:gd name="T7" fmla="*/ 0 h 25"/>
                  <a:gd name="T8" fmla="*/ 62 w 62"/>
                  <a:gd name="T9" fmla="*/ 0 h 25"/>
                  <a:gd name="T10" fmla="*/ 54 w 62"/>
                  <a:gd name="T11" fmla="*/ 25 h 25"/>
                  <a:gd name="T12" fmla="*/ 1 w 62"/>
                  <a:gd name="T13" fmla="*/ 25 h 25"/>
                  <a:gd name="T14" fmla="*/ 1 w 62"/>
                  <a:gd name="T15" fmla="*/ 7 h 25"/>
                  <a:gd name="T16" fmla="*/ 3 w 62"/>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25">
                    <a:moveTo>
                      <a:pt x="3" y="0"/>
                    </a:moveTo>
                    <a:cubicBezTo>
                      <a:pt x="32" y="0"/>
                      <a:pt x="32" y="0"/>
                      <a:pt x="32" y="0"/>
                    </a:cubicBezTo>
                    <a:cubicBezTo>
                      <a:pt x="32" y="5"/>
                      <a:pt x="32" y="5"/>
                      <a:pt x="32" y="5"/>
                    </a:cubicBezTo>
                    <a:cubicBezTo>
                      <a:pt x="32" y="5"/>
                      <a:pt x="34" y="3"/>
                      <a:pt x="36" y="0"/>
                    </a:cubicBezTo>
                    <a:cubicBezTo>
                      <a:pt x="62" y="0"/>
                      <a:pt x="62" y="0"/>
                      <a:pt x="62" y="0"/>
                    </a:cubicBezTo>
                    <a:cubicBezTo>
                      <a:pt x="59" y="6"/>
                      <a:pt x="56" y="15"/>
                      <a:pt x="54" y="25"/>
                    </a:cubicBezTo>
                    <a:cubicBezTo>
                      <a:pt x="1" y="25"/>
                      <a:pt x="1" y="25"/>
                      <a:pt x="1" y="25"/>
                    </a:cubicBezTo>
                    <a:cubicBezTo>
                      <a:pt x="0" y="18"/>
                      <a:pt x="0" y="11"/>
                      <a:pt x="1" y="7"/>
                    </a:cubicBezTo>
                    <a:cubicBezTo>
                      <a:pt x="2" y="5"/>
                      <a:pt x="2" y="3"/>
                      <a:pt x="3"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4" name="Freeform 71"/>
              <p:cNvSpPr>
                <a:spLocks/>
              </p:cNvSpPr>
              <p:nvPr/>
            </p:nvSpPr>
            <p:spPr bwMode="auto">
              <a:xfrm>
                <a:off x="404" y="1793"/>
                <a:ext cx="118" cy="48"/>
              </a:xfrm>
              <a:custGeom>
                <a:avLst/>
                <a:gdLst>
                  <a:gd name="T0" fmla="*/ 4 w 62"/>
                  <a:gd name="T1" fmla="*/ 0 h 25"/>
                  <a:gd name="T2" fmla="*/ 33 w 62"/>
                  <a:gd name="T3" fmla="*/ 0 h 25"/>
                  <a:gd name="T4" fmla="*/ 33 w 62"/>
                  <a:gd name="T5" fmla="*/ 3 h 25"/>
                  <a:gd name="T6" fmla="*/ 35 w 62"/>
                  <a:gd name="T7" fmla="*/ 0 h 25"/>
                  <a:gd name="T8" fmla="*/ 62 w 62"/>
                  <a:gd name="T9" fmla="*/ 0 h 25"/>
                  <a:gd name="T10" fmla="*/ 55 w 62"/>
                  <a:gd name="T11" fmla="*/ 25 h 25"/>
                  <a:gd name="T12" fmla="*/ 2 w 62"/>
                  <a:gd name="T13" fmla="*/ 25 h 25"/>
                  <a:gd name="T14" fmla="*/ 2 w 62"/>
                  <a:gd name="T15" fmla="*/ 5 h 25"/>
                  <a:gd name="T16" fmla="*/ 4 w 62"/>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25">
                    <a:moveTo>
                      <a:pt x="4" y="0"/>
                    </a:moveTo>
                    <a:cubicBezTo>
                      <a:pt x="33" y="0"/>
                      <a:pt x="33" y="0"/>
                      <a:pt x="33" y="0"/>
                    </a:cubicBezTo>
                    <a:cubicBezTo>
                      <a:pt x="33" y="3"/>
                      <a:pt x="33" y="3"/>
                      <a:pt x="33" y="3"/>
                    </a:cubicBezTo>
                    <a:cubicBezTo>
                      <a:pt x="33" y="3"/>
                      <a:pt x="34" y="2"/>
                      <a:pt x="35" y="0"/>
                    </a:cubicBezTo>
                    <a:cubicBezTo>
                      <a:pt x="62" y="0"/>
                      <a:pt x="62" y="0"/>
                      <a:pt x="62" y="0"/>
                    </a:cubicBezTo>
                    <a:cubicBezTo>
                      <a:pt x="59" y="6"/>
                      <a:pt x="56" y="15"/>
                      <a:pt x="55" y="25"/>
                    </a:cubicBezTo>
                    <a:cubicBezTo>
                      <a:pt x="2" y="25"/>
                      <a:pt x="2" y="25"/>
                      <a:pt x="2" y="25"/>
                    </a:cubicBezTo>
                    <a:cubicBezTo>
                      <a:pt x="1" y="17"/>
                      <a:pt x="0" y="9"/>
                      <a:pt x="2" y="5"/>
                    </a:cubicBezTo>
                    <a:cubicBezTo>
                      <a:pt x="3" y="4"/>
                      <a:pt x="3" y="2"/>
                      <a:pt x="4"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5" name="Freeform 72"/>
              <p:cNvSpPr>
                <a:spLocks/>
              </p:cNvSpPr>
              <p:nvPr/>
            </p:nvSpPr>
            <p:spPr bwMode="auto">
              <a:xfrm>
                <a:off x="404" y="1797"/>
                <a:ext cx="116" cy="48"/>
              </a:xfrm>
              <a:custGeom>
                <a:avLst/>
                <a:gdLst>
                  <a:gd name="T0" fmla="*/ 3 w 61"/>
                  <a:gd name="T1" fmla="*/ 0 h 25"/>
                  <a:gd name="T2" fmla="*/ 33 w 61"/>
                  <a:gd name="T3" fmla="*/ 0 h 25"/>
                  <a:gd name="T4" fmla="*/ 33 w 61"/>
                  <a:gd name="T5" fmla="*/ 1 h 25"/>
                  <a:gd name="T6" fmla="*/ 34 w 61"/>
                  <a:gd name="T7" fmla="*/ 0 h 25"/>
                  <a:gd name="T8" fmla="*/ 61 w 61"/>
                  <a:gd name="T9" fmla="*/ 0 h 25"/>
                  <a:gd name="T10" fmla="*/ 55 w 61"/>
                  <a:gd name="T11" fmla="*/ 25 h 25"/>
                  <a:gd name="T12" fmla="*/ 3 w 61"/>
                  <a:gd name="T13" fmla="*/ 25 h 25"/>
                  <a:gd name="T14" fmla="*/ 2 w 61"/>
                  <a:gd name="T15" fmla="*/ 3 h 25"/>
                  <a:gd name="T16" fmla="*/ 3 w 6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25">
                    <a:moveTo>
                      <a:pt x="3" y="0"/>
                    </a:moveTo>
                    <a:cubicBezTo>
                      <a:pt x="33" y="0"/>
                      <a:pt x="33" y="0"/>
                      <a:pt x="33" y="0"/>
                    </a:cubicBezTo>
                    <a:cubicBezTo>
                      <a:pt x="33" y="1"/>
                      <a:pt x="33" y="1"/>
                      <a:pt x="33" y="1"/>
                    </a:cubicBezTo>
                    <a:cubicBezTo>
                      <a:pt x="33" y="1"/>
                      <a:pt x="33" y="0"/>
                      <a:pt x="34" y="0"/>
                    </a:cubicBezTo>
                    <a:cubicBezTo>
                      <a:pt x="61" y="0"/>
                      <a:pt x="61" y="0"/>
                      <a:pt x="61" y="0"/>
                    </a:cubicBezTo>
                    <a:cubicBezTo>
                      <a:pt x="58" y="6"/>
                      <a:pt x="56" y="15"/>
                      <a:pt x="55" y="25"/>
                    </a:cubicBezTo>
                    <a:cubicBezTo>
                      <a:pt x="3" y="25"/>
                      <a:pt x="3" y="25"/>
                      <a:pt x="3" y="25"/>
                    </a:cubicBezTo>
                    <a:cubicBezTo>
                      <a:pt x="1" y="16"/>
                      <a:pt x="0" y="7"/>
                      <a:pt x="2" y="3"/>
                    </a:cubicBezTo>
                    <a:cubicBezTo>
                      <a:pt x="3" y="2"/>
                      <a:pt x="3" y="1"/>
                      <a:pt x="3"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6" name="Freeform 73"/>
              <p:cNvSpPr>
                <a:spLocks/>
              </p:cNvSpPr>
              <p:nvPr/>
            </p:nvSpPr>
            <p:spPr bwMode="auto">
              <a:xfrm>
                <a:off x="404" y="1799"/>
                <a:ext cx="114" cy="50"/>
              </a:xfrm>
              <a:custGeom>
                <a:avLst/>
                <a:gdLst>
                  <a:gd name="T0" fmla="*/ 3 w 60"/>
                  <a:gd name="T1" fmla="*/ 0 h 26"/>
                  <a:gd name="T2" fmla="*/ 60 w 60"/>
                  <a:gd name="T3" fmla="*/ 0 h 26"/>
                  <a:gd name="T4" fmla="*/ 54 w 60"/>
                  <a:gd name="T5" fmla="*/ 26 h 26"/>
                  <a:gd name="T6" fmla="*/ 3 w 60"/>
                  <a:gd name="T7" fmla="*/ 26 h 26"/>
                  <a:gd name="T8" fmla="*/ 2 w 60"/>
                  <a:gd name="T9" fmla="*/ 2 h 26"/>
                  <a:gd name="T10" fmla="*/ 3 w 60"/>
                  <a:gd name="T11" fmla="*/ 0 h 26"/>
                </a:gdLst>
                <a:ahLst/>
                <a:cxnLst>
                  <a:cxn ang="0">
                    <a:pos x="T0" y="T1"/>
                  </a:cxn>
                  <a:cxn ang="0">
                    <a:pos x="T2" y="T3"/>
                  </a:cxn>
                  <a:cxn ang="0">
                    <a:pos x="T4" y="T5"/>
                  </a:cxn>
                  <a:cxn ang="0">
                    <a:pos x="T6" y="T7"/>
                  </a:cxn>
                  <a:cxn ang="0">
                    <a:pos x="T8" y="T9"/>
                  </a:cxn>
                  <a:cxn ang="0">
                    <a:pos x="T10" y="T11"/>
                  </a:cxn>
                </a:cxnLst>
                <a:rect l="0" t="0" r="r" b="b"/>
                <a:pathLst>
                  <a:path w="60" h="26">
                    <a:moveTo>
                      <a:pt x="3" y="0"/>
                    </a:moveTo>
                    <a:cubicBezTo>
                      <a:pt x="60" y="0"/>
                      <a:pt x="60" y="0"/>
                      <a:pt x="60" y="0"/>
                    </a:cubicBezTo>
                    <a:cubicBezTo>
                      <a:pt x="58" y="7"/>
                      <a:pt x="56" y="16"/>
                      <a:pt x="54" y="26"/>
                    </a:cubicBezTo>
                    <a:cubicBezTo>
                      <a:pt x="3" y="26"/>
                      <a:pt x="3" y="26"/>
                      <a:pt x="3" y="26"/>
                    </a:cubicBezTo>
                    <a:cubicBezTo>
                      <a:pt x="1" y="16"/>
                      <a:pt x="0" y="7"/>
                      <a:pt x="2" y="2"/>
                    </a:cubicBezTo>
                    <a:cubicBezTo>
                      <a:pt x="3" y="1"/>
                      <a:pt x="3" y="1"/>
                      <a:pt x="3" y="0"/>
                    </a:cubicBezTo>
                    <a:close/>
                  </a:path>
                </a:pathLst>
              </a:custGeom>
              <a:solidFill>
                <a:srgbClr val="DFDE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7" name="Freeform 74"/>
              <p:cNvSpPr>
                <a:spLocks/>
              </p:cNvSpPr>
              <p:nvPr/>
            </p:nvSpPr>
            <p:spPr bwMode="auto">
              <a:xfrm>
                <a:off x="404" y="1803"/>
                <a:ext cx="114" cy="48"/>
              </a:xfrm>
              <a:custGeom>
                <a:avLst/>
                <a:gdLst>
                  <a:gd name="T0" fmla="*/ 2 w 60"/>
                  <a:gd name="T1" fmla="*/ 0 h 25"/>
                  <a:gd name="T2" fmla="*/ 60 w 60"/>
                  <a:gd name="T3" fmla="*/ 0 h 25"/>
                  <a:gd name="T4" fmla="*/ 54 w 60"/>
                  <a:gd name="T5" fmla="*/ 25 h 25"/>
                  <a:gd name="T6" fmla="*/ 3 w 60"/>
                  <a:gd name="T7" fmla="*/ 25 h 25"/>
                  <a:gd name="T8" fmla="*/ 3 w 60"/>
                  <a:gd name="T9" fmla="*/ 25 h 25"/>
                  <a:gd name="T10" fmla="*/ 2 w 60"/>
                  <a:gd name="T11" fmla="*/ 0 h 25"/>
                </a:gdLst>
                <a:ahLst/>
                <a:cxnLst>
                  <a:cxn ang="0">
                    <a:pos x="T0" y="T1"/>
                  </a:cxn>
                  <a:cxn ang="0">
                    <a:pos x="T2" y="T3"/>
                  </a:cxn>
                  <a:cxn ang="0">
                    <a:pos x="T4" y="T5"/>
                  </a:cxn>
                  <a:cxn ang="0">
                    <a:pos x="T6" y="T7"/>
                  </a:cxn>
                  <a:cxn ang="0">
                    <a:pos x="T8" y="T9"/>
                  </a:cxn>
                  <a:cxn ang="0">
                    <a:pos x="T10" y="T11"/>
                  </a:cxn>
                </a:cxnLst>
                <a:rect l="0" t="0" r="r" b="b"/>
                <a:pathLst>
                  <a:path w="60" h="25">
                    <a:moveTo>
                      <a:pt x="2" y="0"/>
                    </a:moveTo>
                    <a:cubicBezTo>
                      <a:pt x="60" y="0"/>
                      <a:pt x="60" y="0"/>
                      <a:pt x="60" y="0"/>
                    </a:cubicBezTo>
                    <a:cubicBezTo>
                      <a:pt x="57" y="7"/>
                      <a:pt x="55" y="16"/>
                      <a:pt x="54" y="25"/>
                    </a:cubicBezTo>
                    <a:cubicBezTo>
                      <a:pt x="3" y="25"/>
                      <a:pt x="3" y="25"/>
                      <a:pt x="3" y="25"/>
                    </a:cubicBezTo>
                    <a:cubicBezTo>
                      <a:pt x="3" y="25"/>
                      <a:pt x="3" y="25"/>
                      <a:pt x="3" y="25"/>
                    </a:cubicBezTo>
                    <a:cubicBezTo>
                      <a:pt x="2" y="15"/>
                      <a:pt x="0" y="5"/>
                      <a:pt x="2"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8" name="Freeform 75"/>
              <p:cNvSpPr>
                <a:spLocks/>
              </p:cNvSpPr>
              <p:nvPr/>
            </p:nvSpPr>
            <p:spPr bwMode="auto">
              <a:xfrm>
                <a:off x="404" y="1807"/>
                <a:ext cx="112" cy="47"/>
              </a:xfrm>
              <a:custGeom>
                <a:avLst/>
                <a:gdLst>
                  <a:gd name="T0" fmla="*/ 2 w 59"/>
                  <a:gd name="T1" fmla="*/ 0 h 25"/>
                  <a:gd name="T2" fmla="*/ 59 w 59"/>
                  <a:gd name="T3" fmla="*/ 0 h 25"/>
                  <a:gd name="T4" fmla="*/ 54 w 59"/>
                  <a:gd name="T5" fmla="*/ 25 h 25"/>
                  <a:gd name="T6" fmla="*/ 3 w 59"/>
                  <a:gd name="T7" fmla="*/ 25 h 25"/>
                  <a:gd name="T8" fmla="*/ 3 w 59"/>
                  <a:gd name="T9" fmla="*/ 23 h 25"/>
                  <a:gd name="T10" fmla="*/ 2 w 59"/>
                  <a:gd name="T11" fmla="*/ 0 h 25"/>
                </a:gdLst>
                <a:ahLst/>
                <a:cxnLst>
                  <a:cxn ang="0">
                    <a:pos x="T0" y="T1"/>
                  </a:cxn>
                  <a:cxn ang="0">
                    <a:pos x="T2" y="T3"/>
                  </a:cxn>
                  <a:cxn ang="0">
                    <a:pos x="T4" y="T5"/>
                  </a:cxn>
                  <a:cxn ang="0">
                    <a:pos x="T6" y="T7"/>
                  </a:cxn>
                  <a:cxn ang="0">
                    <a:pos x="T8" y="T9"/>
                  </a:cxn>
                  <a:cxn ang="0">
                    <a:pos x="T10" y="T11"/>
                  </a:cxn>
                </a:cxnLst>
                <a:rect l="0" t="0" r="r" b="b"/>
                <a:pathLst>
                  <a:path w="59" h="25">
                    <a:moveTo>
                      <a:pt x="2" y="0"/>
                    </a:moveTo>
                    <a:cubicBezTo>
                      <a:pt x="59" y="0"/>
                      <a:pt x="59" y="0"/>
                      <a:pt x="59" y="0"/>
                    </a:cubicBezTo>
                    <a:cubicBezTo>
                      <a:pt x="57" y="7"/>
                      <a:pt x="55" y="16"/>
                      <a:pt x="54" y="25"/>
                    </a:cubicBezTo>
                    <a:cubicBezTo>
                      <a:pt x="3" y="25"/>
                      <a:pt x="3" y="25"/>
                      <a:pt x="3" y="25"/>
                    </a:cubicBezTo>
                    <a:cubicBezTo>
                      <a:pt x="3" y="24"/>
                      <a:pt x="3" y="23"/>
                      <a:pt x="3" y="23"/>
                    </a:cubicBezTo>
                    <a:cubicBezTo>
                      <a:pt x="2" y="14"/>
                      <a:pt x="0" y="5"/>
                      <a:pt x="2"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9" name="Freeform 76"/>
              <p:cNvSpPr>
                <a:spLocks/>
              </p:cNvSpPr>
              <p:nvPr/>
            </p:nvSpPr>
            <p:spPr bwMode="auto">
              <a:xfrm>
                <a:off x="406" y="1810"/>
                <a:ext cx="110" cy="48"/>
              </a:xfrm>
              <a:custGeom>
                <a:avLst/>
                <a:gdLst>
                  <a:gd name="T0" fmla="*/ 0 w 58"/>
                  <a:gd name="T1" fmla="*/ 0 h 25"/>
                  <a:gd name="T2" fmla="*/ 58 w 58"/>
                  <a:gd name="T3" fmla="*/ 0 h 25"/>
                  <a:gd name="T4" fmla="*/ 53 w 58"/>
                  <a:gd name="T5" fmla="*/ 25 h 25"/>
                  <a:gd name="T6" fmla="*/ 2 w 58"/>
                  <a:gd name="T7" fmla="*/ 25 h 25"/>
                  <a:gd name="T8" fmla="*/ 2 w 58"/>
                  <a:gd name="T9" fmla="*/ 21 h 25"/>
                  <a:gd name="T10" fmla="*/ 0 w 58"/>
                  <a:gd name="T11" fmla="*/ 0 h 25"/>
                </a:gdLst>
                <a:ahLst/>
                <a:cxnLst>
                  <a:cxn ang="0">
                    <a:pos x="T0" y="T1"/>
                  </a:cxn>
                  <a:cxn ang="0">
                    <a:pos x="T2" y="T3"/>
                  </a:cxn>
                  <a:cxn ang="0">
                    <a:pos x="T4" y="T5"/>
                  </a:cxn>
                  <a:cxn ang="0">
                    <a:pos x="T6" y="T7"/>
                  </a:cxn>
                  <a:cxn ang="0">
                    <a:pos x="T8" y="T9"/>
                  </a:cxn>
                  <a:cxn ang="0">
                    <a:pos x="T10" y="T11"/>
                  </a:cxn>
                </a:cxnLst>
                <a:rect l="0" t="0" r="r" b="b"/>
                <a:pathLst>
                  <a:path w="58" h="25">
                    <a:moveTo>
                      <a:pt x="0" y="0"/>
                    </a:moveTo>
                    <a:cubicBezTo>
                      <a:pt x="58" y="0"/>
                      <a:pt x="58" y="0"/>
                      <a:pt x="58" y="0"/>
                    </a:cubicBezTo>
                    <a:cubicBezTo>
                      <a:pt x="55" y="7"/>
                      <a:pt x="54" y="16"/>
                      <a:pt x="53" y="25"/>
                    </a:cubicBezTo>
                    <a:cubicBezTo>
                      <a:pt x="2" y="25"/>
                      <a:pt x="2" y="25"/>
                      <a:pt x="2" y="25"/>
                    </a:cubicBezTo>
                    <a:cubicBezTo>
                      <a:pt x="2" y="23"/>
                      <a:pt x="2" y="22"/>
                      <a:pt x="2" y="21"/>
                    </a:cubicBezTo>
                    <a:cubicBezTo>
                      <a:pt x="1" y="13"/>
                      <a:pt x="0" y="5"/>
                      <a:pt x="0"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0" name="Freeform 77"/>
              <p:cNvSpPr>
                <a:spLocks/>
              </p:cNvSpPr>
              <p:nvPr/>
            </p:nvSpPr>
            <p:spPr bwMode="auto">
              <a:xfrm>
                <a:off x="406" y="1812"/>
                <a:ext cx="109" cy="50"/>
              </a:xfrm>
              <a:custGeom>
                <a:avLst/>
                <a:gdLst>
                  <a:gd name="T0" fmla="*/ 0 w 57"/>
                  <a:gd name="T1" fmla="*/ 0 h 26"/>
                  <a:gd name="T2" fmla="*/ 57 w 57"/>
                  <a:gd name="T3" fmla="*/ 0 h 26"/>
                  <a:gd name="T4" fmla="*/ 53 w 57"/>
                  <a:gd name="T5" fmla="*/ 26 h 26"/>
                  <a:gd name="T6" fmla="*/ 2 w 57"/>
                  <a:gd name="T7" fmla="*/ 26 h 26"/>
                  <a:gd name="T8" fmla="*/ 2 w 57"/>
                  <a:gd name="T9" fmla="*/ 20 h 26"/>
                  <a:gd name="T10" fmla="*/ 0 w 57"/>
                  <a:gd name="T11" fmla="*/ 0 h 26"/>
                </a:gdLst>
                <a:ahLst/>
                <a:cxnLst>
                  <a:cxn ang="0">
                    <a:pos x="T0" y="T1"/>
                  </a:cxn>
                  <a:cxn ang="0">
                    <a:pos x="T2" y="T3"/>
                  </a:cxn>
                  <a:cxn ang="0">
                    <a:pos x="T4" y="T5"/>
                  </a:cxn>
                  <a:cxn ang="0">
                    <a:pos x="T6" y="T7"/>
                  </a:cxn>
                  <a:cxn ang="0">
                    <a:pos x="T8" y="T9"/>
                  </a:cxn>
                  <a:cxn ang="0">
                    <a:pos x="T10" y="T11"/>
                  </a:cxn>
                </a:cxnLst>
                <a:rect l="0" t="0" r="r" b="b"/>
                <a:pathLst>
                  <a:path w="57" h="26">
                    <a:moveTo>
                      <a:pt x="0" y="0"/>
                    </a:moveTo>
                    <a:cubicBezTo>
                      <a:pt x="57" y="0"/>
                      <a:pt x="57" y="0"/>
                      <a:pt x="57" y="0"/>
                    </a:cubicBezTo>
                    <a:cubicBezTo>
                      <a:pt x="55" y="8"/>
                      <a:pt x="53" y="17"/>
                      <a:pt x="53" y="26"/>
                    </a:cubicBezTo>
                    <a:cubicBezTo>
                      <a:pt x="2" y="26"/>
                      <a:pt x="2" y="26"/>
                      <a:pt x="2" y="26"/>
                    </a:cubicBezTo>
                    <a:cubicBezTo>
                      <a:pt x="2" y="23"/>
                      <a:pt x="2" y="21"/>
                      <a:pt x="2" y="20"/>
                    </a:cubicBezTo>
                    <a:cubicBezTo>
                      <a:pt x="1" y="13"/>
                      <a:pt x="0" y="6"/>
                      <a:pt x="0" y="0"/>
                    </a:cubicBezTo>
                    <a:close/>
                  </a:path>
                </a:pathLst>
              </a:custGeom>
              <a:solidFill>
                <a:srgbClr val="E3E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1" name="Freeform 78"/>
              <p:cNvSpPr>
                <a:spLocks/>
              </p:cNvSpPr>
              <p:nvPr/>
            </p:nvSpPr>
            <p:spPr bwMode="auto">
              <a:xfrm>
                <a:off x="406" y="1816"/>
                <a:ext cx="109" cy="48"/>
              </a:xfrm>
              <a:custGeom>
                <a:avLst/>
                <a:gdLst>
                  <a:gd name="T0" fmla="*/ 0 w 57"/>
                  <a:gd name="T1" fmla="*/ 0 h 25"/>
                  <a:gd name="T2" fmla="*/ 57 w 57"/>
                  <a:gd name="T3" fmla="*/ 0 h 25"/>
                  <a:gd name="T4" fmla="*/ 53 w 57"/>
                  <a:gd name="T5" fmla="*/ 25 h 25"/>
                  <a:gd name="T6" fmla="*/ 2 w 57"/>
                  <a:gd name="T7" fmla="*/ 25 h 25"/>
                  <a:gd name="T8" fmla="*/ 2 w 57"/>
                  <a:gd name="T9" fmla="*/ 18 h 25"/>
                  <a:gd name="T10" fmla="*/ 0 w 57"/>
                  <a:gd name="T11" fmla="*/ 0 h 25"/>
                </a:gdLst>
                <a:ahLst/>
                <a:cxnLst>
                  <a:cxn ang="0">
                    <a:pos x="T0" y="T1"/>
                  </a:cxn>
                  <a:cxn ang="0">
                    <a:pos x="T2" y="T3"/>
                  </a:cxn>
                  <a:cxn ang="0">
                    <a:pos x="T4" y="T5"/>
                  </a:cxn>
                  <a:cxn ang="0">
                    <a:pos x="T6" y="T7"/>
                  </a:cxn>
                  <a:cxn ang="0">
                    <a:pos x="T8" y="T9"/>
                  </a:cxn>
                  <a:cxn ang="0">
                    <a:pos x="T10" y="T11"/>
                  </a:cxn>
                </a:cxnLst>
                <a:rect l="0" t="0" r="r" b="b"/>
                <a:pathLst>
                  <a:path w="57" h="25">
                    <a:moveTo>
                      <a:pt x="0" y="0"/>
                    </a:moveTo>
                    <a:cubicBezTo>
                      <a:pt x="57" y="0"/>
                      <a:pt x="57" y="0"/>
                      <a:pt x="57" y="0"/>
                    </a:cubicBezTo>
                    <a:cubicBezTo>
                      <a:pt x="55" y="8"/>
                      <a:pt x="53" y="17"/>
                      <a:pt x="53" y="25"/>
                    </a:cubicBezTo>
                    <a:cubicBezTo>
                      <a:pt x="2" y="25"/>
                      <a:pt x="2" y="25"/>
                      <a:pt x="2" y="25"/>
                    </a:cubicBezTo>
                    <a:cubicBezTo>
                      <a:pt x="2" y="22"/>
                      <a:pt x="2" y="20"/>
                      <a:pt x="2" y="18"/>
                    </a:cubicBezTo>
                    <a:cubicBezTo>
                      <a:pt x="1" y="11"/>
                      <a:pt x="0" y="5"/>
                      <a:pt x="0" y="0"/>
                    </a:cubicBezTo>
                    <a:close/>
                  </a:path>
                </a:pathLst>
              </a:custGeom>
              <a:solidFill>
                <a:srgbClr val="E4E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2" name="Freeform 79"/>
              <p:cNvSpPr>
                <a:spLocks/>
              </p:cNvSpPr>
              <p:nvPr/>
            </p:nvSpPr>
            <p:spPr bwMode="auto">
              <a:xfrm>
                <a:off x="406" y="1820"/>
                <a:ext cx="107" cy="48"/>
              </a:xfrm>
              <a:custGeom>
                <a:avLst/>
                <a:gdLst>
                  <a:gd name="T0" fmla="*/ 0 w 56"/>
                  <a:gd name="T1" fmla="*/ 0 h 25"/>
                  <a:gd name="T2" fmla="*/ 56 w 56"/>
                  <a:gd name="T3" fmla="*/ 0 h 25"/>
                  <a:gd name="T4" fmla="*/ 53 w 56"/>
                  <a:gd name="T5" fmla="*/ 25 h 25"/>
                  <a:gd name="T6" fmla="*/ 2 w 56"/>
                  <a:gd name="T7" fmla="*/ 25 h 25"/>
                  <a:gd name="T8" fmla="*/ 2 w 56"/>
                  <a:gd name="T9" fmla="*/ 16 h 25"/>
                  <a:gd name="T10" fmla="*/ 0 w 56"/>
                  <a:gd name="T11" fmla="*/ 0 h 25"/>
                </a:gdLst>
                <a:ahLst/>
                <a:cxnLst>
                  <a:cxn ang="0">
                    <a:pos x="T0" y="T1"/>
                  </a:cxn>
                  <a:cxn ang="0">
                    <a:pos x="T2" y="T3"/>
                  </a:cxn>
                  <a:cxn ang="0">
                    <a:pos x="T4" y="T5"/>
                  </a:cxn>
                  <a:cxn ang="0">
                    <a:pos x="T6" y="T7"/>
                  </a:cxn>
                  <a:cxn ang="0">
                    <a:pos x="T8" y="T9"/>
                  </a:cxn>
                  <a:cxn ang="0">
                    <a:pos x="T10" y="T11"/>
                  </a:cxn>
                </a:cxnLst>
                <a:rect l="0" t="0" r="r" b="b"/>
                <a:pathLst>
                  <a:path w="56" h="25">
                    <a:moveTo>
                      <a:pt x="0" y="0"/>
                    </a:moveTo>
                    <a:cubicBezTo>
                      <a:pt x="56" y="0"/>
                      <a:pt x="56" y="0"/>
                      <a:pt x="56" y="0"/>
                    </a:cubicBezTo>
                    <a:cubicBezTo>
                      <a:pt x="54" y="8"/>
                      <a:pt x="53" y="16"/>
                      <a:pt x="53" y="25"/>
                    </a:cubicBezTo>
                    <a:cubicBezTo>
                      <a:pt x="2" y="25"/>
                      <a:pt x="2" y="25"/>
                      <a:pt x="2" y="25"/>
                    </a:cubicBezTo>
                    <a:cubicBezTo>
                      <a:pt x="2" y="21"/>
                      <a:pt x="2" y="18"/>
                      <a:pt x="2" y="16"/>
                    </a:cubicBezTo>
                    <a:cubicBezTo>
                      <a:pt x="1" y="10"/>
                      <a:pt x="0" y="5"/>
                      <a:pt x="0" y="0"/>
                    </a:cubicBezTo>
                    <a:close/>
                  </a:path>
                </a:pathLst>
              </a:custGeom>
              <a:solidFill>
                <a:srgbClr val="E4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3" name="Freeform 80"/>
              <p:cNvSpPr>
                <a:spLocks/>
              </p:cNvSpPr>
              <p:nvPr/>
            </p:nvSpPr>
            <p:spPr bwMode="auto">
              <a:xfrm>
                <a:off x="406" y="1824"/>
                <a:ext cx="107" cy="48"/>
              </a:xfrm>
              <a:custGeom>
                <a:avLst/>
                <a:gdLst>
                  <a:gd name="T0" fmla="*/ 0 w 56"/>
                  <a:gd name="T1" fmla="*/ 0 h 25"/>
                  <a:gd name="T2" fmla="*/ 56 w 56"/>
                  <a:gd name="T3" fmla="*/ 0 h 25"/>
                  <a:gd name="T4" fmla="*/ 53 w 56"/>
                  <a:gd name="T5" fmla="*/ 24 h 25"/>
                  <a:gd name="T6" fmla="*/ 53 w 56"/>
                  <a:gd name="T7" fmla="*/ 25 h 25"/>
                  <a:gd name="T8" fmla="*/ 2 w 56"/>
                  <a:gd name="T9" fmla="*/ 25 h 25"/>
                  <a:gd name="T10" fmla="*/ 2 w 56"/>
                  <a:gd name="T11" fmla="*/ 14 h 25"/>
                  <a:gd name="T12" fmla="*/ 0 w 56"/>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56" h="25">
                    <a:moveTo>
                      <a:pt x="0" y="0"/>
                    </a:moveTo>
                    <a:cubicBezTo>
                      <a:pt x="56" y="0"/>
                      <a:pt x="56" y="0"/>
                      <a:pt x="56" y="0"/>
                    </a:cubicBezTo>
                    <a:cubicBezTo>
                      <a:pt x="54" y="7"/>
                      <a:pt x="53" y="15"/>
                      <a:pt x="53" y="24"/>
                    </a:cubicBezTo>
                    <a:cubicBezTo>
                      <a:pt x="53" y="24"/>
                      <a:pt x="53" y="24"/>
                      <a:pt x="53" y="25"/>
                    </a:cubicBezTo>
                    <a:cubicBezTo>
                      <a:pt x="2" y="25"/>
                      <a:pt x="2" y="25"/>
                      <a:pt x="2" y="25"/>
                    </a:cubicBezTo>
                    <a:cubicBezTo>
                      <a:pt x="2" y="20"/>
                      <a:pt x="2" y="16"/>
                      <a:pt x="2" y="14"/>
                    </a:cubicBezTo>
                    <a:cubicBezTo>
                      <a:pt x="1" y="9"/>
                      <a:pt x="1" y="4"/>
                      <a:pt x="0"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4" name="Freeform 81"/>
              <p:cNvSpPr>
                <a:spLocks/>
              </p:cNvSpPr>
              <p:nvPr/>
            </p:nvSpPr>
            <p:spPr bwMode="auto">
              <a:xfrm>
                <a:off x="406" y="1826"/>
                <a:ext cx="105" cy="49"/>
              </a:xfrm>
              <a:custGeom>
                <a:avLst/>
                <a:gdLst>
                  <a:gd name="T0" fmla="*/ 0 w 55"/>
                  <a:gd name="T1" fmla="*/ 0 h 26"/>
                  <a:gd name="T2" fmla="*/ 55 w 55"/>
                  <a:gd name="T3" fmla="*/ 0 h 26"/>
                  <a:gd name="T4" fmla="*/ 53 w 55"/>
                  <a:gd name="T5" fmla="*/ 23 h 26"/>
                  <a:gd name="T6" fmla="*/ 53 w 55"/>
                  <a:gd name="T7" fmla="*/ 26 h 26"/>
                  <a:gd name="T8" fmla="*/ 2 w 55"/>
                  <a:gd name="T9" fmla="*/ 26 h 26"/>
                  <a:gd name="T10" fmla="*/ 2 w 55"/>
                  <a:gd name="T11" fmla="*/ 13 h 26"/>
                  <a:gd name="T12" fmla="*/ 0 w 55"/>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55" h="26">
                    <a:moveTo>
                      <a:pt x="0" y="0"/>
                    </a:moveTo>
                    <a:cubicBezTo>
                      <a:pt x="55" y="0"/>
                      <a:pt x="55" y="0"/>
                      <a:pt x="55" y="0"/>
                    </a:cubicBezTo>
                    <a:cubicBezTo>
                      <a:pt x="54" y="7"/>
                      <a:pt x="53" y="15"/>
                      <a:pt x="53" y="23"/>
                    </a:cubicBezTo>
                    <a:cubicBezTo>
                      <a:pt x="53" y="24"/>
                      <a:pt x="53" y="25"/>
                      <a:pt x="53" y="26"/>
                    </a:cubicBezTo>
                    <a:cubicBezTo>
                      <a:pt x="2" y="26"/>
                      <a:pt x="2" y="26"/>
                      <a:pt x="2" y="26"/>
                    </a:cubicBezTo>
                    <a:cubicBezTo>
                      <a:pt x="2" y="20"/>
                      <a:pt x="2" y="16"/>
                      <a:pt x="2" y="13"/>
                    </a:cubicBezTo>
                    <a:cubicBezTo>
                      <a:pt x="1" y="8"/>
                      <a:pt x="1" y="4"/>
                      <a:pt x="0"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5" name="Freeform 82"/>
              <p:cNvSpPr>
                <a:spLocks/>
              </p:cNvSpPr>
              <p:nvPr/>
            </p:nvSpPr>
            <p:spPr bwMode="auto">
              <a:xfrm>
                <a:off x="407" y="1830"/>
                <a:ext cx="104" cy="49"/>
              </a:xfrm>
              <a:custGeom>
                <a:avLst/>
                <a:gdLst>
                  <a:gd name="T0" fmla="*/ 0 w 54"/>
                  <a:gd name="T1" fmla="*/ 0 h 26"/>
                  <a:gd name="T2" fmla="*/ 54 w 54"/>
                  <a:gd name="T3" fmla="*/ 0 h 26"/>
                  <a:gd name="T4" fmla="*/ 52 w 54"/>
                  <a:gd name="T5" fmla="*/ 21 h 26"/>
                  <a:gd name="T6" fmla="*/ 52 w 54"/>
                  <a:gd name="T7" fmla="*/ 26 h 26"/>
                  <a:gd name="T8" fmla="*/ 1 w 54"/>
                  <a:gd name="T9" fmla="*/ 26 h 26"/>
                  <a:gd name="T10" fmla="*/ 1 w 54"/>
                  <a:gd name="T11" fmla="*/ 11 h 26"/>
                  <a:gd name="T12" fmla="*/ 0 w 54"/>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54" h="26">
                    <a:moveTo>
                      <a:pt x="0" y="0"/>
                    </a:moveTo>
                    <a:cubicBezTo>
                      <a:pt x="54" y="0"/>
                      <a:pt x="54" y="0"/>
                      <a:pt x="54" y="0"/>
                    </a:cubicBezTo>
                    <a:cubicBezTo>
                      <a:pt x="53" y="7"/>
                      <a:pt x="52" y="14"/>
                      <a:pt x="52" y="21"/>
                    </a:cubicBezTo>
                    <a:cubicBezTo>
                      <a:pt x="52" y="22"/>
                      <a:pt x="52" y="24"/>
                      <a:pt x="52" y="26"/>
                    </a:cubicBezTo>
                    <a:cubicBezTo>
                      <a:pt x="1" y="26"/>
                      <a:pt x="1" y="26"/>
                      <a:pt x="1" y="26"/>
                    </a:cubicBezTo>
                    <a:cubicBezTo>
                      <a:pt x="1" y="19"/>
                      <a:pt x="1" y="14"/>
                      <a:pt x="1" y="11"/>
                    </a:cubicBezTo>
                    <a:cubicBezTo>
                      <a:pt x="0" y="7"/>
                      <a:pt x="0" y="4"/>
                      <a:pt x="0"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6" name="Freeform 83"/>
              <p:cNvSpPr>
                <a:spLocks/>
              </p:cNvSpPr>
              <p:nvPr/>
            </p:nvSpPr>
            <p:spPr bwMode="auto">
              <a:xfrm>
                <a:off x="407" y="1833"/>
                <a:ext cx="104" cy="48"/>
              </a:xfrm>
              <a:custGeom>
                <a:avLst/>
                <a:gdLst>
                  <a:gd name="T0" fmla="*/ 0 w 54"/>
                  <a:gd name="T1" fmla="*/ 0 h 25"/>
                  <a:gd name="T2" fmla="*/ 54 w 54"/>
                  <a:gd name="T3" fmla="*/ 0 h 25"/>
                  <a:gd name="T4" fmla="*/ 52 w 54"/>
                  <a:gd name="T5" fmla="*/ 19 h 25"/>
                  <a:gd name="T6" fmla="*/ 52 w 54"/>
                  <a:gd name="T7" fmla="*/ 25 h 25"/>
                  <a:gd name="T8" fmla="*/ 1 w 54"/>
                  <a:gd name="T9" fmla="*/ 25 h 25"/>
                  <a:gd name="T10" fmla="*/ 1 w 54"/>
                  <a:gd name="T11" fmla="*/ 9 h 25"/>
                  <a:gd name="T12" fmla="*/ 0 w 54"/>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54" h="25">
                    <a:moveTo>
                      <a:pt x="0" y="0"/>
                    </a:moveTo>
                    <a:cubicBezTo>
                      <a:pt x="54" y="0"/>
                      <a:pt x="54" y="0"/>
                      <a:pt x="54" y="0"/>
                    </a:cubicBezTo>
                    <a:cubicBezTo>
                      <a:pt x="52" y="6"/>
                      <a:pt x="52" y="12"/>
                      <a:pt x="52" y="19"/>
                    </a:cubicBezTo>
                    <a:cubicBezTo>
                      <a:pt x="52" y="21"/>
                      <a:pt x="52" y="23"/>
                      <a:pt x="52" y="25"/>
                    </a:cubicBezTo>
                    <a:cubicBezTo>
                      <a:pt x="1" y="25"/>
                      <a:pt x="1" y="25"/>
                      <a:pt x="1" y="25"/>
                    </a:cubicBezTo>
                    <a:cubicBezTo>
                      <a:pt x="1" y="18"/>
                      <a:pt x="1" y="12"/>
                      <a:pt x="1" y="9"/>
                    </a:cubicBezTo>
                    <a:cubicBezTo>
                      <a:pt x="1" y="6"/>
                      <a:pt x="0" y="3"/>
                      <a:pt x="0"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7" name="Freeform 84"/>
              <p:cNvSpPr>
                <a:spLocks/>
              </p:cNvSpPr>
              <p:nvPr/>
            </p:nvSpPr>
            <p:spPr bwMode="auto">
              <a:xfrm>
                <a:off x="407" y="1837"/>
                <a:ext cx="102" cy="48"/>
              </a:xfrm>
              <a:custGeom>
                <a:avLst/>
                <a:gdLst>
                  <a:gd name="T0" fmla="*/ 0 w 53"/>
                  <a:gd name="T1" fmla="*/ 0 h 25"/>
                  <a:gd name="T2" fmla="*/ 53 w 53"/>
                  <a:gd name="T3" fmla="*/ 0 h 25"/>
                  <a:gd name="T4" fmla="*/ 52 w 53"/>
                  <a:gd name="T5" fmla="*/ 17 h 25"/>
                  <a:gd name="T6" fmla="*/ 52 w 53"/>
                  <a:gd name="T7" fmla="*/ 25 h 25"/>
                  <a:gd name="T8" fmla="*/ 1 w 53"/>
                  <a:gd name="T9" fmla="*/ 25 h 25"/>
                  <a:gd name="T10" fmla="*/ 1 w 53"/>
                  <a:gd name="T11" fmla="*/ 7 h 25"/>
                  <a:gd name="T12" fmla="*/ 0 w 53"/>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53" h="25">
                    <a:moveTo>
                      <a:pt x="0" y="0"/>
                    </a:moveTo>
                    <a:cubicBezTo>
                      <a:pt x="53" y="0"/>
                      <a:pt x="53" y="0"/>
                      <a:pt x="53" y="0"/>
                    </a:cubicBezTo>
                    <a:cubicBezTo>
                      <a:pt x="52" y="5"/>
                      <a:pt x="52" y="11"/>
                      <a:pt x="52" y="17"/>
                    </a:cubicBezTo>
                    <a:cubicBezTo>
                      <a:pt x="52" y="19"/>
                      <a:pt x="52" y="22"/>
                      <a:pt x="52" y="25"/>
                    </a:cubicBezTo>
                    <a:cubicBezTo>
                      <a:pt x="1" y="25"/>
                      <a:pt x="1" y="25"/>
                      <a:pt x="1" y="25"/>
                    </a:cubicBezTo>
                    <a:cubicBezTo>
                      <a:pt x="1" y="17"/>
                      <a:pt x="1" y="10"/>
                      <a:pt x="1" y="7"/>
                    </a:cubicBezTo>
                    <a:cubicBezTo>
                      <a:pt x="1" y="4"/>
                      <a:pt x="0" y="2"/>
                      <a:pt x="0" y="0"/>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8" name="Freeform 85"/>
              <p:cNvSpPr>
                <a:spLocks/>
              </p:cNvSpPr>
              <p:nvPr/>
            </p:nvSpPr>
            <p:spPr bwMode="auto">
              <a:xfrm>
                <a:off x="407" y="1841"/>
                <a:ext cx="102" cy="48"/>
              </a:xfrm>
              <a:custGeom>
                <a:avLst/>
                <a:gdLst>
                  <a:gd name="T0" fmla="*/ 0 w 53"/>
                  <a:gd name="T1" fmla="*/ 0 h 25"/>
                  <a:gd name="T2" fmla="*/ 53 w 53"/>
                  <a:gd name="T3" fmla="*/ 0 h 25"/>
                  <a:gd name="T4" fmla="*/ 52 w 53"/>
                  <a:gd name="T5" fmla="*/ 15 h 25"/>
                  <a:gd name="T6" fmla="*/ 52 w 53"/>
                  <a:gd name="T7" fmla="*/ 25 h 25"/>
                  <a:gd name="T8" fmla="*/ 1 w 53"/>
                  <a:gd name="T9" fmla="*/ 25 h 25"/>
                  <a:gd name="T10" fmla="*/ 1 w 53"/>
                  <a:gd name="T11" fmla="*/ 5 h 25"/>
                  <a:gd name="T12" fmla="*/ 0 w 53"/>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53" h="25">
                    <a:moveTo>
                      <a:pt x="0" y="0"/>
                    </a:moveTo>
                    <a:cubicBezTo>
                      <a:pt x="53" y="0"/>
                      <a:pt x="53" y="0"/>
                      <a:pt x="53" y="0"/>
                    </a:cubicBezTo>
                    <a:cubicBezTo>
                      <a:pt x="52" y="4"/>
                      <a:pt x="52" y="9"/>
                      <a:pt x="52" y="15"/>
                    </a:cubicBezTo>
                    <a:cubicBezTo>
                      <a:pt x="52" y="18"/>
                      <a:pt x="52" y="21"/>
                      <a:pt x="52" y="25"/>
                    </a:cubicBezTo>
                    <a:cubicBezTo>
                      <a:pt x="1" y="25"/>
                      <a:pt x="1" y="25"/>
                      <a:pt x="1" y="25"/>
                    </a:cubicBezTo>
                    <a:cubicBezTo>
                      <a:pt x="1" y="16"/>
                      <a:pt x="2" y="9"/>
                      <a:pt x="1" y="5"/>
                    </a:cubicBezTo>
                    <a:cubicBezTo>
                      <a:pt x="1" y="3"/>
                      <a:pt x="0" y="1"/>
                      <a:pt x="0" y="0"/>
                    </a:cubicBezTo>
                    <a:close/>
                  </a:path>
                </a:pathLst>
              </a:custGeom>
              <a:solidFill>
                <a:srgbClr val="EA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9" name="Freeform 86"/>
              <p:cNvSpPr>
                <a:spLocks/>
              </p:cNvSpPr>
              <p:nvPr/>
            </p:nvSpPr>
            <p:spPr bwMode="auto">
              <a:xfrm>
                <a:off x="407" y="1843"/>
                <a:ext cx="102" cy="50"/>
              </a:xfrm>
              <a:custGeom>
                <a:avLst/>
                <a:gdLst>
                  <a:gd name="T0" fmla="*/ 0 w 53"/>
                  <a:gd name="T1" fmla="*/ 0 h 26"/>
                  <a:gd name="T2" fmla="*/ 53 w 53"/>
                  <a:gd name="T3" fmla="*/ 0 h 26"/>
                  <a:gd name="T4" fmla="*/ 52 w 53"/>
                  <a:gd name="T5" fmla="*/ 14 h 26"/>
                  <a:gd name="T6" fmla="*/ 52 w 53"/>
                  <a:gd name="T7" fmla="*/ 26 h 26"/>
                  <a:gd name="T8" fmla="*/ 0 w 53"/>
                  <a:gd name="T9" fmla="*/ 26 h 26"/>
                  <a:gd name="T10" fmla="*/ 1 w 53"/>
                  <a:gd name="T11" fmla="*/ 4 h 26"/>
                  <a:gd name="T12" fmla="*/ 0 w 53"/>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53" h="26">
                    <a:moveTo>
                      <a:pt x="0" y="0"/>
                    </a:moveTo>
                    <a:cubicBezTo>
                      <a:pt x="53" y="0"/>
                      <a:pt x="53" y="0"/>
                      <a:pt x="53" y="0"/>
                    </a:cubicBezTo>
                    <a:cubicBezTo>
                      <a:pt x="52" y="5"/>
                      <a:pt x="52" y="9"/>
                      <a:pt x="52" y="14"/>
                    </a:cubicBezTo>
                    <a:cubicBezTo>
                      <a:pt x="52" y="17"/>
                      <a:pt x="52" y="21"/>
                      <a:pt x="52" y="26"/>
                    </a:cubicBezTo>
                    <a:cubicBezTo>
                      <a:pt x="0" y="26"/>
                      <a:pt x="0" y="26"/>
                      <a:pt x="0" y="26"/>
                    </a:cubicBezTo>
                    <a:cubicBezTo>
                      <a:pt x="1" y="16"/>
                      <a:pt x="2" y="8"/>
                      <a:pt x="1" y="4"/>
                    </a:cubicBezTo>
                    <a:cubicBezTo>
                      <a:pt x="1" y="3"/>
                      <a:pt x="1" y="1"/>
                      <a:pt x="0"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0" name="Freeform 87"/>
              <p:cNvSpPr>
                <a:spLocks/>
              </p:cNvSpPr>
              <p:nvPr/>
            </p:nvSpPr>
            <p:spPr bwMode="auto">
              <a:xfrm>
                <a:off x="407" y="1847"/>
                <a:ext cx="100" cy="48"/>
              </a:xfrm>
              <a:custGeom>
                <a:avLst/>
                <a:gdLst>
                  <a:gd name="T0" fmla="*/ 1 w 52"/>
                  <a:gd name="T1" fmla="*/ 0 h 25"/>
                  <a:gd name="T2" fmla="*/ 52 w 52"/>
                  <a:gd name="T3" fmla="*/ 0 h 25"/>
                  <a:gd name="T4" fmla="*/ 52 w 52"/>
                  <a:gd name="T5" fmla="*/ 12 h 25"/>
                  <a:gd name="T6" fmla="*/ 52 w 52"/>
                  <a:gd name="T7" fmla="*/ 25 h 25"/>
                  <a:gd name="T8" fmla="*/ 0 w 52"/>
                  <a:gd name="T9" fmla="*/ 25 h 25"/>
                  <a:gd name="T10" fmla="*/ 1 w 52"/>
                  <a:gd name="T11" fmla="*/ 2 h 25"/>
                  <a:gd name="T12" fmla="*/ 1 w 52"/>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52" h="25">
                    <a:moveTo>
                      <a:pt x="1" y="0"/>
                    </a:moveTo>
                    <a:cubicBezTo>
                      <a:pt x="52" y="0"/>
                      <a:pt x="52" y="0"/>
                      <a:pt x="52" y="0"/>
                    </a:cubicBezTo>
                    <a:cubicBezTo>
                      <a:pt x="52" y="4"/>
                      <a:pt x="52" y="8"/>
                      <a:pt x="52" y="12"/>
                    </a:cubicBezTo>
                    <a:cubicBezTo>
                      <a:pt x="52" y="16"/>
                      <a:pt x="52" y="20"/>
                      <a:pt x="52" y="25"/>
                    </a:cubicBezTo>
                    <a:cubicBezTo>
                      <a:pt x="0" y="25"/>
                      <a:pt x="0" y="25"/>
                      <a:pt x="0" y="25"/>
                    </a:cubicBezTo>
                    <a:cubicBezTo>
                      <a:pt x="1" y="15"/>
                      <a:pt x="2" y="6"/>
                      <a:pt x="1" y="2"/>
                    </a:cubicBezTo>
                    <a:lnTo>
                      <a:pt x="1" y="0"/>
                    </a:ln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1" name="Freeform 88"/>
              <p:cNvSpPr>
                <a:spLocks/>
              </p:cNvSpPr>
              <p:nvPr/>
            </p:nvSpPr>
            <p:spPr bwMode="auto">
              <a:xfrm>
                <a:off x="407" y="1851"/>
                <a:ext cx="100" cy="47"/>
              </a:xfrm>
              <a:custGeom>
                <a:avLst/>
                <a:gdLst>
                  <a:gd name="T0" fmla="*/ 1 w 52"/>
                  <a:gd name="T1" fmla="*/ 0 h 25"/>
                  <a:gd name="T2" fmla="*/ 52 w 52"/>
                  <a:gd name="T3" fmla="*/ 0 h 25"/>
                  <a:gd name="T4" fmla="*/ 52 w 52"/>
                  <a:gd name="T5" fmla="*/ 10 h 25"/>
                  <a:gd name="T6" fmla="*/ 52 w 52"/>
                  <a:gd name="T7" fmla="*/ 25 h 25"/>
                  <a:gd name="T8" fmla="*/ 0 w 52"/>
                  <a:gd name="T9" fmla="*/ 25 h 25"/>
                  <a:gd name="T10" fmla="*/ 1 w 52"/>
                  <a:gd name="T11" fmla="*/ 0 h 25"/>
                </a:gdLst>
                <a:ahLst/>
                <a:cxnLst>
                  <a:cxn ang="0">
                    <a:pos x="T0" y="T1"/>
                  </a:cxn>
                  <a:cxn ang="0">
                    <a:pos x="T2" y="T3"/>
                  </a:cxn>
                  <a:cxn ang="0">
                    <a:pos x="T4" y="T5"/>
                  </a:cxn>
                  <a:cxn ang="0">
                    <a:pos x="T6" y="T7"/>
                  </a:cxn>
                  <a:cxn ang="0">
                    <a:pos x="T8" y="T9"/>
                  </a:cxn>
                  <a:cxn ang="0">
                    <a:pos x="T10" y="T11"/>
                  </a:cxn>
                </a:cxnLst>
                <a:rect l="0" t="0" r="r" b="b"/>
                <a:pathLst>
                  <a:path w="52" h="25">
                    <a:moveTo>
                      <a:pt x="1" y="0"/>
                    </a:moveTo>
                    <a:cubicBezTo>
                      <a:pt x="52" y="0"/>
                      <a:pt x="52" y="0"/>
                      <a:pt x="52" y="0"/>
                    </a:cubicBezTo>
                    <a:cubicBezTo>
                      <a:pt x="52" y="3"/>
                      <a:pt x="52" y="6"/>
                      <a:pt x="52" y="10"/>
                    </a:cubicBezTo>
                    <a:cubicBezTo>
                      <a:pt x="51" y="14"/>
                      <a:pt x="52" y="20"/>
                      <a:pt x="52" y="25"/>
                    </a:cubicBezTo>
                    <a:cubicBezTo>
                      <a:pt x="0" y="25"/>
                      <a:pt x="0" y="25"/>
                      <a:pt x="0" y="25"/>
                    </a:cubicBezTo>
                    <a:cubicBezTo>
                      <a:pt x="1" y="14"/>
                      <a:pt x="2" y="5"/>
                      <a:pt x="1" y="0"/>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2" name="Freeform 89"/>
              <p:cNvSpPr>
                <a:spLocks/>
              </p:cNvSpPr>
              <p:nvPr/>
            </p:nvSpPr>
            <p:spPr bwMode="auto">
              <a:xfrm>
                <a:off x="407" y="1854"/>
                <a:ext cx="100" cy="48"/>
              </a:xfrm>
              <a:custGeom>
                <a:avLst/>
                <a:gdLst>
                  <a:gd name="T0" fmla="*/ 1 w 52"/>
                  <a:gd name="T1" fmla="*/ 0 h 25"/>
                  <a:gd name="T2" fmla="*/ 52 w 52"/>
                  <a:gd name="T3" fmla="*/ 0 h 25"/>
                  <a:gd name="T4" fmla="*/ 52 w 52"/>
                  <a:gd name="T5" fmla="*/ 8 h 25"/>
                  <a:gd name="T6" fmla="*/ 52 w 52"/>
                  <a:gd name="T7" fmla="*/ 25 h 25"/>
                  <a:gd name="T8" fmla="*/ 0 w 52"/>
                  <a:gd name="T9" fmla="*/ 25 h 25"/>
                  <a:gd name="T10" fmla="*/ 1 w 52"/>
                  <a:gd name="T11" fmla="*/ 0 h 25"/>
                </a:gdLst>
                <a:ahLst/>
                <a:cxnLst>
                  <a:cxn ang="0">
                    <a:pos x="T0" y="T1"/>
                  </a:cxn>
                  <a:cxn ang="0">
                    <a:pos x="T2" y="T3"/>
                  </a:cxn>
                  <a:cxn ang="0">
                    <a:pos x="T4" y="T5"/>
                  </a:cxn>
                  <a:cxn ang="0">
                    <a:pos x="T6" y="T7"/>
                  </a:cxn>
                  <a:cxn ang="0">
                    <a:pos x="T8" y="T9"/>
                  </a:cxn>
                  <a:cxn ang="0">
                    <a:pos x="T10" y="T11"/>
                  </a:cxn>
                </a:cxnLst>
                <a:rect l="0" t="0" r="r" b="b"/>
                <a:pathLst>
                  <a:path w="52" h="25">
                    <a:moveTo>
                      <a:pt x="1" y="0"/>
                    </a:moveTo>
                    <a:cubicBezTo>
                      <a:pt x="52" y="0"/>
                      <a:pt x="52" y="0"/>
                      <a:pt x="52" y="0"/>
                    </a:cubicBezTo>
                    <a:cubicBezTo>
                      <a:pt x="52" y="2"/>
                      <a:pt x="52" y="5"/>
                      <a:pt x="52" y="8"/>
                    </a:cubicBezTo>
                    <a:cubicBezTo>
                      <a:pt x="51" y="13"/>
                      <a:pt x="52" y="19"/>
                      <a:pt x="52" y="25"/>
                    </a:cubicBezTo>
                    <a:cubicBezTo>
                      <a:pt x="0" y="25"/>
                      <a:pt x="0" y="25"/>
                      <a:pt x="0" y="25"/>
                    </a:cubicBezTo>
                    <a:cubicBezTo>
                      <a:pt x="1" y="15"/>
                      <a:pt x="2" y="5"/>
                      <a:pt x="1"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3" name="Freeform 90"/>
              <p:cNvSpPr>
                <a:spLocks/>
              </p:cNvSpPr>
              <p:nvPr/>
            </p:nvSpPr>
            <p:spPr bwMode="auto">
              <a:xfrm>
                <a:off x="406" y="1856"/>
                <a:ext cx="101" cy="50"/>
              </a:xfrm>
              <a:custGeom>
                <a:avLst/>
                <a:gdLst>
                  <a:gd name="T0" fmla="*/ 2 w 53"/>
                  <a:gd name="T1" fmla="*/ 0 h 26"/>
                  <a:gd name="T2" fmla="*/ 53 w 53"/>
                  <a:gd name="T3" fmla="*/ 0 h 26"/>
                  <a:gd name="T4" fmla="*/ 53 w 53"/>
                  <a:gd name="T5" fmla="*/ 7 h 26"/>
                  <a:gd name="T6" fmla="*/ 53 w 53"/>
                  <a:gd name="T7" fmla="*/ 26 h 26"/>
                  <a:gd name="T8" fmla="*/ 0 w 53"/>
                  <a:gd name="T9" fmla="*/ 26 h 26"/>
                  <a:gd name="T10" fmla="*/ 2 w 53"/>
                  <a:gd name="T11" fmla="*/ 0 h 26"/>
                </a:gdLst>
                <a:ahLst/>
                <a:cxnLst>
                  <a:cxn ang="0">
                    <a:pos x="T0" y="T1"/>
                  </a:cxn>
                  <a:cxn ang="0">
                    <a:pos x="T2" y="T3"/>
                  </a:cxn>
                  <a:cxn ang="0">
                    <a:pos x="T4" y="T5"/>
                  </a:cxn>
                  <a:cxn ang="0">
                    <a:pos x="T6" y="T7"/>
                  </a:cxn>
                  <a:cxn ang="0">
                    <a:pos x="T8" y="T9"/>
                  </a:cxn>
                  <a:cxn ang="0">
                    <a:pos x="T10" y="T11"/>
                  </a:cxn>
                </a:cxnLst>
                <a:rect l="0" t="0" r="r" b="b"/>
                <a:pathLst>
                  <a:path w="53" h="26">
                    <a:moveTo>
                      <a:pt x="2" y="0"/>
                    </a:moveTo>
                    <a:cubicBezTo>
                      <a:pt x="53" y="0"/>
                      <a:pt x="53" y="0"/>
                      <a:pt x="53" y="0"/>
                    </a:cubicBezTo>
                    <a:cubicBezTo>
                      <a:pt x="53" y="2"/>
                      <a:pt x="53" y="4"/>
                      <a:pt x="53" y="7"/>
                    </a:cubicBezTo>
                    <a:cubicBezTo>
                      <a:pt x="52" y="12"/>
                      <a:pt x="53" y="19"/>
                      <a:pt x="53" y="26"/>
                    </a:cubicBezTo>
                    <a:cubicBezTo>
                      <a:pt x="0" y="26"/>
                      <a:pt x="0" y="26"/>
                      <a:pt x="0" y="26"/>
                    </a:cubicBezTo>
                    <a:cubicBezTo>
                      <a:pt x="2" y="16"/>
                      <a:pt x="2" y="6"/>
                      <a:pt x="2"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4" name="Freeform 91"/>
              <p:cNvSpPr>
                <a:spLocks/>
              </p:cNvSpPr>
              <p:nvPr/>
            </p:nvSpPr>
            <p:spPr bwMode="auto">
              <a:xfrm>
                <a:off x="406" y="1860"/>
                <a:ext cx="103" cy="48"/>
              </a:xfrm>
              <a:custGeom>
                <a:avLst/>
                <a:gdLst>
                  <a:gd name="T0" fmla="*/ 2 w 54"/>
                  <a:gd name="T1" fmla="*/ 0 h 25"/>
                  <a:gd name="T2" fmla="*/ 53 w 54"/>
                  <a:gd name="T3" fmla="*/ 0 h 25"/>
                  <a:gd name="T4" fmla="*/ 53 w 54"/>
                  <a:gd name="T5" fmla="*/ 5 h 25"/>
                  <a:gd name="T6" fmla="*/ 54 w 54"/>
                  <a:gd name="T7" fmla="*/ 25 h 25"/>
                  <a:gd name="T8" fmla="*/ 0 w 54"/>
                  <a:gd name="T9" fmla="*/ 25 h 25"/>
                  <a:gd name="T10" fmla="*/ 2 w 54"/>
                  <a:gd name="T11" fmla="*/ 0 h 25"/>
                </a:gdLst>
                <a:ahLst/>
                <a:cxnLst>
                  <a:cxn ang="0">
                    <a:pos x="T0" y="T1"/>
                  </a:cxn>
                  <a:cxn ang="0">
                    <a:pos x="T2" y="T3"/>
                  </a:cxn>
                  <a:cxn ang="0">
                    <a:pos x="T4" y="T5"/>
                  </a:cxn>
                  <a:cxn ang="0">
                    <a:pos x="T6" y="T7"/>
                  </a:cxn>
                  <a:cxn ang="0">
                    <a:pos x="T8" y="T9"/>
                  </a:cxn>
                  <a:cxn ang="0">
                    <a:pos x="T10" y="T11"/>
                  </a:cxn>
                </a:cxnLst>
                <a:rect l="0" t="0" r="r" b="b"/>
                <a:pathLst>
                  <a:path w="54" h="25">
                    <a:moveTo>
                      <a:pt x="2" y="0"/>
                    </a:moveTo>
                    <a:cubicBezTo>
                      <a:pt x="53" y="0"/>
                      <a:pt x="53" y="0"/>
                      <a:pt x="53" y="0"/>
                    </a:cubicBezTo>
                    <a:cubicBezTo>
                      <a:pt x="53" y="2"/>
                      <a:pt x="53" y="3"/>
                      <a:pt x="53" y="5"/>
                    </a:cubicBezTo>
                    <a:cubicBezTo>
                      <a:pt x="52" y="11"/>
                      <a:pt x="53" y="18"/>
                      <a:pt x="54" y="25"/>
                    </a:cubicBezTo>
                    <a:cubicBezTo>
                      <a:pt x="0" y="25"/>
                      <a:pt x="0" y="25"/>
                      <a:pt x="0" y="25"/>
                    </a:cubicBezTo>
                    <a:cubicBezTo>
                      <a:pt x="2" y="16"/>
                      <a:pt x="2" y="7"/>
                      <a:pt x="2" y="0"/>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5" name="Freeform 92"/>
              <p:cNvSpPr>
                <a:spLocks/>
              </p:cNvSpPr>
              <p:nvPr/>
            </p:nvSpPr>
            <p:spPr bwMode="auto">
              <a:xfrm>
                <a:off x="406" y="1864"/>
                <a:ext cx="103" cy="48"/>
              </a:xfrm>
              <a:custGeom>
                <a:avLst/>
                <a:gdLst>
                  <a:gd name="T0" fmla="*/ 2 w 54"/>
                  <a:gd name="T1" fmla="*/ 0 h 25"/>
                  <a:gd name="T2" fmla="*/ 53 w 54"/>
                  <a:gd name="T3" fmla="*/ 0 h 25"/>
                  <a:gd name="T4" fmla="*/ 53 w 54"/>
                  <a:gd name="T5" fmla="*/ 3 h 25"/>
                  <a:gd name="T6" fmla="*/ 54 w 54"/>
                  <a:gd name="T7" fmla="*/ 25 h 25"/>
                  <a:gd name="T8" fmla="*/ 0 w 54"/>
                  <a:gd name="T9" fmla="*/ 25 h 25"/>
                  <a:gd name="T10" fmla="*/ 2 w 54"/>
                  <a:gd name="T11" fmla="*/ 0 h 25"/>
                </a:gdLst>
                <a:ahLst/>
                <a:cxnLst>
                  <a:cxn ang="0">
                    <a:pos x="T0" y="T1"/>
                  </a:cxn>
                  <a:cxn ang="0">
                    <a:pos x="T2" y="T3"/>
                  </a:cxn>
                  <a:cxn ang="0">
                    <a:pos x="T4" y="T5"/>
                  </a:cxn>
                  <a:cxn ang="0">
                    <a:pos x="T6" y="T7"/>
                  </a:cxn>
                  <a:cxn ang="0">
                    <a:pos x="T8" y="T9"/>
                  </a:cxn>
                  <a:cxn ang="0">
                    <a:pos x="T10" y="T11"/>
                  </a:cxn>
                </a:cxnLst>
                <a:rect l="0" t="0" r="r" b="b"/>
                <a:pathLst>
                  <a:path w="54" h="25">
                    <a:moveTo>
                      <a:pt x="2" y="0"/>
                    </a:moveTo>
                    <a:cubicBezTo>
                      <a:pt x="53" y="0"/>
                      <a:pt x="53" y="0"/>
                      <a:pt x="53" y="0"/>
                    </a:cubicBezTo>
                    <a:cubicBezTo>
                      <a:pt x="53" y="1"/>
                      <a:pt x="53" y="2"/>
                      <a:pt x="53" y="3"/>
                    </a:cubicBezTo>
                    <a:cubicBezTo>
                      <a:pt x="52" y="9"/>
                      <a:pt x="53" y="17"/>
                      <a:pt x="54" y="25"/>
                    </a:cubicBezTo>
                    <a:cubicBezTo>
                      <a:pt x="0" y="25"/>
                      <a:pt x="0" y="25"/>
                      <a:pt x="0" y="25"/>
                    </a:cubicBezTo>
                    <a:cubicBezTo>
                      <a:pt x="1" y="16"/>
                      <a:pt x="2" y="7"/>
                      <a:pt x="2" y="0"/>
                    </a:cubicBez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6" name="Freeform 93"/>
              <p:cNvSpPr>
                <a:spLocks/>
              </p:cNvSpPr>
              <p:nvPr/>
            </p:nvSpPr>
            <p:spPr bwMode="auto">
              <a:xfrm>
                <a:off x="406" y="1868"/>
                <a:ext cx="103" cy="48"/>
              </a:xfrm>
              <a:custGeom>
                <a:avLst/>
                <a:gdLst>
                  <a:gd name="T0" fmla="*/ 2 w 54"/>
                  <a:gd name="T1" fmla="*/ 0 h 25"/>
                  <a:gd name="T2" fmla="*/ 53 w 54"/>
                  <a:gd name="T3" fmla="*/ 0 h 25"/>
                  <a:gd name="T4" fmla="*/ 53 w 54"/>
                  <a:gd name="T5" fmla="*/ 1 h 25"/>
                  <a:gd name="T6" fmla="*/ 54 w 54"/>
                  <a:gd name="T7" fmla="*/ 25 h 25"/>
                  <a:gd name="T8" fmla="*/ 0 w 54"/>
                  <a:gd name="T9" fmla="*/ 25 h 25"/>
                  <a:gd name="T10" fmla="*/ 2 w 54"/>
                  <a:gd name="T11" fmla="*/ 0 h 25"/>
                </a:gdLst>
                <a:ahLst/>
                <a:cxnLst>
                  <a:cxn ang="0">
                    <a:pos x="T0" y="T1"/>
                  </a:cxn>
                  <a:cxn ang="0">
                    <a:pos x="T2" y="T3"/>
                  </a:cxn>
                  <a:cxn ang="0">
                    <a:pos x="T4" y="T5"/>
                  </a:cxn>
                  <a:cxn ang="0">
                    <a:pos x="T6" y="T7"/>
                  </a:cxn>
                  <a:cxn ang="0">
                    <a:pos x="T8" y="T9"/>
                  </a:cxn>
                  <a:cxn ang="0">
                    <a:pos x="T10" y="T11"/>
                  </a:cxn>
                </a:cxnLst>
                <a:rect l="0" t="0" r="r" b="b"/>
                <a:pathLst>
                  <a:path w="54" h="25">
                    <a:moveTo>
                      <a:pt x="2" y="0"/>
                    </a:moveTo>
                    <a:cubicBezTo>
                      <a:pt x="53" y="0"/>
                      <a:pt x="53" y="0"/>
                      <a:pt x="53" y="0"/>
                    </a:cubicBezTo>
                    <a:cubicBezTo>
                      <a:pt x="53" y="1"/>
                      <a:pt x="53" y="1"/>
                      <a:pt x="53" y="1"/>
                    </a:cubicBezTo>
                    <a:cubicBezTo>
                      <a:pt x="52" y="8"/>
                      <a:pt x="53" y="16"/>
                      <a:pt x="54" y="25"/>
                    </a:cubicBezTo>
                    <a:cubicBezTo>
                      <a:pt x="0" y="25"/>
                      <a:pt x="0" y="25"/>
                      <a:pt x="0" y="25"/>
                    </a:cubicBezTo>
                    <a:cubicBezTo>
                      <a:pt x="1" y="16"/>
                      <a:pt x="2" y="7"/>
                      <a:pt x="2" y="0"/>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7" name="Freeform 94"/>
              <p:cNvSpPr>
                <a:spLocks/>
              </p:cNvSpPr>
              <p:nvPr/>
            </p:nvSpPr>
            <p:spPr bwMode="auto">
              <a:xfrm>
                <a:off x="404" y="1870"/>
                <a:ext cx="105" cy="49"/>
              </a:xfrm>
              <a:custGeom>
                <a:avLst/>
                <a:gdLst>
                  <a:gd name="T0" fmla="*/ 3 w 55"/>
                  <a:gd name="T1" fmla="*/ 0 h 26"/>
                  <a:gd name="T2" fmla="*/ 54 w 55"/>
                  <a:gd name="T3" fmla="*/ 0 h 26"/>
                  <a:gd name="T4" fmla="*/ 55 w 55"/>
                  <a:gd name="T5" fmla="*/ 26 h 26"/>
                  <a:gd name="T6" fmla="*/ 0 w 55"/>
                  <a:gd name="T7" fmla="*/ 26 h 26"/>
                  <a:gd name="T8" fmla="*/ 3 w 55"/>
                  <a:gd name="T9" fmla="*/ 0 h 26"/>
                </a:gdLst>
                <a:ahLst/>
                <a:cxnLst>
                  <a:cxn ang="0">
                    <a:pos x="T0" y="T1"/>
                  </a:cxn>
                  <a:cxn ang="0">
                    <a:pos x="T2" y="T3"/>
                  </a:cxn>
                  <a:cxn ang="0">
                    <a:pos x="T4" y="T5"/>
                  </a:cxn>
                  <a:cxn ang="0">
                    <a:pos x="T6" y="T7"/>
                  </a:cxn>
                  <a:cxn ang="0">
                    <a:pos x="T8" y="T9"/>
                  </a:cxn>
                </a:cxnLst>
                <a:rect l="0" t="0" r="r" b="b"/>
                <a:pathLst>
                  <a:path w="55" h="26">
                    <a:moveTo>
                      <a:pt x="3" y="0"/>
                    </a:moveTo>
                    <a:cubicBezTo>
                      <a:pt x="54" y="0"/>
                      <a:pt x="54" y="0"/>
                      <a:pt x="54" y="0"/>
                    </a:cubicBezTo>
                    <a:cubicBezTo>
                      <a:pt x="53" y="8"/>
                      <a:pt x="54" y="17"/>
                      <a:pt x="55" y="26"/>
                    </a:cubicBezTo>
                    <a:cubicBezTo>
                      <a:pt x="0" y="26"/>
                      <a:pt x="0" y="26"/>
                      <a:pt x="0" y="26"/>
                    </a:cubicBezTo>
                    <a:cubicBezTo>
                      <a:pt x="2" y="17"/>
                      <a:pt x="3" y="8"/>
                      <a:pt x="3"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8" name="Freeform 95"/>
              <p:cNvSpPr>
                <a:spLocks/>
              </p:cNvSpPr>
              <p:nvPr/>
            </p:nvSpPr>
            <p:spPr bwMode="auto">
              <a:xfrm>
                <a:off x="404" y="1874"/>
                <a:ext cx="105" cy="47"/>
              </a:xfrm>
              <a:custGeom>
                <a:avLst/>
                <a:gdLst>
                  <a:gd name="T0" fmla="*/ 3 w 55"/>
                  <a:gd name="T1" fmla="*/ 0 h 25"/>
                  <a:gd name="T2" fmla="*/ 54 w 55"/>
                  <a:gd name="T3" fmla="*/ 0 h 25"/>
                  <a:gd name="T4" fmla="*/ 55 w 55"/>
                  <a:gd name="T5" fmla="*/ 25 h 25"/>
                  <a:gd name="T6" fmla="*/ 0 w 55"/>
                  <a:gd name="T7" fmla="*/ 25 h 25"/>
                  <a:gd name="T8" fmla="*/ 3 w 55"/>
                  <a:gd name="T9" fmla="*/ 0 h 25"/>
                </a:gdLst>
                <a:ahLst/>
                <a:cxnLst>
                  <a:cxn ang="0">
                    <a:pos x="T0" y="T1"/>
                  </a:cxn>
                  <a:cxn ang="0">
                    <a:pos x="T2" y="T3"/>
                  </a:cxn>
                  <a:cxn ang="0">
                    <a:pos x="T4" y="T5"/>
                  </a:cxn>
                  <a:cxn ang="0">
                    <a:pos x="T6" y="T7"/>
                  </a:cxn>
                  <a:cxn ang="0">
                    <a:pos x="T8" y="T9"/>
                  </a:cxn>
                </a:cxnLst>
                <a:rect l="0" t="0" r="r" b="b"/>
                <a:pathLst>
                  <a:path w="55" h="25">
                    <a:moveTo>
                      <a:pt x="3" y="0"/>
                    </a:moveTo>
                    <a:cubicBezTo>
                      <a:pt x="54" y="0"/>
                      <a:pt x="54" y="0"/>
                      <a:pt x="54" y="0"/>
                    </a:cubicBezTo>
                    <a:cubicBezTo>
                      <a:pt x="54" y="8"/>
                      <a:pt x="54" y="17"/>
                      <a:pt x="55" y="25"/>
                    </a:cubicBezTo>
                    <a:cubicBezTo>
                      <a:pt x="0" y="25"/>
                      <a:pt x="0" y="25"/>
                      <a:pt x="0" y="25"/>
                    </a:cubicBezTo>
                    <a:cubicBezTo>
                      <a:pt x="2" y="17"/>
                      <a:pt x="3" y="8"/>
                      <a:pt x="3" y="0"/>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9" name="Freeform 96"/>
              <p:cNvSpPr>
                <a:spLocks/>
              </p:cNvSpPr>
              <p:nvPr/>
            </p:nvSpPr>
            <p:spPr bwMode="auto">
              <a:xfrm>
                <a:off x="404" y="1877"/>
                <a:ext cx="107" cy="48"/>
              </a:xfrm>
              <a:custGeom>
                <a:avLst/>
                <a:gdLst>
                  <a:gd name="T0" fmla="*/ 3 w 56"/>
                  <a:gd name="T1" fmla="*/ 0 h 25"/>
                  <a:gd name="T2" fmla="*/ 54 w 56"/>
                  <a:gd name="T3" fmla="*/ 0 h 25"/>
                  <a:gd name="T4" fmla="*/ 56 w 56"/>
                  <a:gd name="T5" fmla="*/ 25 h 25"/>
                  <a:gd name="T6" fmla="*/ 0 w 56"/>
                  <a:gd name="T7" fmla="*/ 25 h 25"/>
                  <a:gd name="T8" fmla="*/ 3 w 56"/>
                  <a:gd name="T9" fmla="*/ 0 h 25"/>
                </a:gdLst>
                <a:ahLst/>
                <a:cxnLst>
                  <a:cxn ang="0">
                    <a:pos x="T0" y="T1"/>
                  </a:cxn>
                  <a:cxn ang="0">
                    <a:pos x="T2" y="T3"/>
                  </a:cxn>
                  <a:cxn ang="0">
                    <a:pos x="T4" y="T5"/>
                  </a:cxn>
                  <a:cxn ang="0">
                    <a:pos x="T6" y="T7"/>
                  </a:cxn>
                  <a:cxn ang="0">
                    <a:pos x="T8" y="T9"/>
                  </a:cxn>
                </a:cxnLst>
                <a:rect l="0" t="0" r="r" b="b"/>
                <a:pathLst>
                  <a:path w="56" h="25">
                    <a:moveTo>
                      <a:pt x="3" y="0"/>
                    </a:moveTo>
                    <a:cubicBezTo>
                      <a:pt x="54" y="0"/>
                      <a:pt x="54" y="0"/>
                      <a:pt x="54" y="0"/>
                    </a:cubicBezTo>
                    <a:cubicBezTo>
                      <a:pt x="54" y="8"/>
                      <a:pt x="55" y="17"/>
                      <a:pt x="56" y="25"/>
                    </a:cubicBezTo>
                    <a:cubicBezTo>
                      <a:pt x="0" y="25"/>
                      <a:pt x="0" y="25"/>
                      <a:pt x="0" y="25"/>
                    </a:cubicBezTo>
                    <a:cubicBezTo>
                      <a:pt x="1" y="16"/>
                      <a:pt x="3" y="7"/>
                      <a:pt x="3"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0" name="Freeform 97"/>
              <p:cNvSpPr>
                <a:spLocks/>
              </p:cNvSpPr>
              <p:nvPr/>
            </p:nvSpPr>
            <p:spPr bwMode="auto">
              <a:xfrm>
                <a:off x="402" y="1881"/>
                <a:ext cx="109" cy="48"/>
              </a:xfrm>
              <a:custGeom>
                <a:avLst/>
                <a:gdLst>
                  <a:gd name="T0" fmla="*/ 4 w 57"/>
                  <a:gd name="T1" fmla="*/ 0 h 25"/>
                  <a:gd name="T2" fmla="*/ 55 w 57"/>
                  <a:gd name="T3" fmla="*/ 0 h 25"/>
                  <a:gd name="T4" fmla="*/ 57 w 57"/>
                  <a:gd name="T5" fmla="*/ 25 h 25"/>
                  <a:gd name="T6" fmla="*/ 0 w 57"/>
                  <a:gd name="T7" fmla="*/ 25 h 25"/>
                  <a:gd name="T8" fmla="*/ 4 w 57"/>
                  <a:gd name="T9" fmla="*/ 0 h 25"/>
                </a:gdLst>
                <a:ahLst/>
                <a:cxnLst>
                  <a:cxn ang="0">
                    <a:pos x="T0" y="T1"/>
                  </a:cxn>
                  <a:cxn ang="0">
                    <a:pos x="T2" y="T3"/>
                  </a:cxn>
                  <a:cxn ang="0">
                    <a:pos x="T4" y="T5"/>
                  </a:cxn>
                  <a:cxn ang="0">
                    <a:pos x="T6" y="T7"/>
                  </a:cxn>
                  <a:cxn ang="0">
                    <a:pos x="T8" y="T9"/>
                  </a:cxn>
                </a:cxnLst>
                <a:rect l="0" t="0" r="r" b="b"/>
                <a:pathLst>
                  <a:path w="57" h="25">
                    <a:moveTo>
                      <a:pt x="4" y="0"/>
                    </a:moveTo>
                    <a:cubicBezTo>
                      <a:pt x="55" y="0"/>
                      <a:pt x="55" y="0"/>
                      <a:pt x="55" y="0"/>
                    </a:cubicBezTo>
                    <a:cubicBezTo>
                      <a:pt x="55" y="7"/>
                      <a:pt x="56" y="16"/>
                      <a:pt x="57" y="25"/>
                    </a:cubicBezTo>
                    <a:cubicBezTo>
                      <a:pt x="0" y="25"/>
                      <a:pt x="0" y="25"/>
                      <a:pt x="0" y="25"/>
                    </a:cubicBezTo>
                    <a:cubicBezTo>
                      <a:pt x="2" y="16"/>
                      <a:pt x="3" y="7"/>
                      <a:pt x="4"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1" name="Freeform 98"/>
              <p:cNvSpPr>
                <a:spLocks/>
              </p:cNvSpPr>
              <p:nvPr/>
            </p:nvSpPr>
            <p:spPr bwMode="auto">
              <a:xfrm>
                <a:off x="402" y="1883"/>
                <a:ext cx="109" cy="50"/>
              </a:xfrm>
              <a:custGeom>
                <a:avLst/>
                <a:gdLst>
                  <a:gd name="T0" fmla="*/ 4 w 57"/>
                  <a:gd name="T1" fmla="*/ 0 h 26"/>
                  <a:gd name="T2" fmla="*/ 55 w 57"/>
                  <a:gd name="T3" fmla="*/ 0 h 26"/>
                  <a:gd name="T4" fmla="*/ 57 w 57"/>
                  <a:gd name="T5" fmla="*/ 26 h 26"/>
                  <a:gd name="T6" fmla="*/ 0 w 57"/>
                  <a:gd name="T7" fmla="*/ 26 h 26"/>
                  <a:gd name="T8" fmla="*/ 4 w 57"/>
                  <a:gd name="T9" fmla="*/ 0 h 26"/>
                </a:gdLst>
                <a:ahLst/>
                <a:cxnLst>
                  <a:cxn ang="0">
                    <a:pos x="T0" y="T1"/>
                  </a:cxn>
                  <a:cxn ang="0">
                    <a:pos x="T2" y="T3"/>
                  </a:cxn>
                  <a:cxn ang="0">
                    <a:pos x="T4" y="T5"/>
                  </a:cxn>
                  <a:cxn ang="0">
                    <a:pos x="T6" y="T7"/>
                  </a:cxn>
                  <a:cxn ang="0">
                    <a:pos x="T8" y="T9"/>
                  </a:cxn>
                </a:cxnLst>
                <a:rect l="0" t="0" r="r" b="b"/>
                <a:pathLst>
                  <a:path w="57" h="26">
                    <a:moveTo>
                      <a:pt x="4" y="0"/>
                    </a:moveTo>
                    <a:cubicBezTo>
                      <a:pt x="55" y="0"/>
                      <a:pt x="55" y="0"/>
                      <a:pt x="55" y="0"/>
                    </a:cubicBezTo>
                    <a:cubicBezTo>
                      <a:pt x="55" y="8"/>
                      <a:pt x="56" y="17"/>
                      <a:pt x="57" y="26"/>
                    </a:cubicBezTo>
                    <a:cubicBezTo>
                      <a:pt x="0" y="26"/>
                      <a:pt x="0" y="26"/>
                      <a:pt x="0" y="26"/>
                    </a:cubicBezTo>
                    <a:cubicBezTo>
                      <a:pt x="2" y="17"/>
                      <a:pt x="3" y="8"/>
                      <a:pt x="4"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2" name="Freeform 99"/>
              <p:cNvSpPr>
                <a:spLocks/>
              </p:cNvSpPr>
              <p:nvPr/>
            </p:nvSpPr>
            <p:spPr bwMode="auto">
              <a:xfrm>
                <a:off x="402" y="1887"/>
                <a:ext cx="109" cy="50"/>
              </a:xfrm>
              <a:custGeom>
                <a:avLst/>
                <a:gdLst>
                  <a:gd name="T0" fmla="*/ 4 w 57"/>
                  <a:gd name="T1" fmla="*/ 0 h 26"/>
                  <a:gd name="T2" fmla="*/ 55 w 57"/>
                  <a:gd name="T3" fmla="*/ 0 h 26"/>
                  <a:gd name="T4" fmla="*/ 57 w 57"/>
                  <a:gd name="T5" fmla="*/ 26 h 26"/>
                  <a:gd name="T6" fmla="*/ 0 w 57"/>
                  <a:gd name="T7" fmla="*/ 26 h 26"/>
                  <a:gd name="T8" fmla="*/ 4 w 57"/>
                  <a:gd name="T9" fmla="*/ 0 h 26"/>
                </a:gdLst>
                <a:ahLst/>
                <a:cxnLst>
                  <a:cxn ang="0">
                    <a:pos x="T0" y="T1"/>
                  </a:cxn>
                  <a:cxn ang="0">
                    <a:pos x="T2" y="T3"/>
                  </a:cxn>
                  <a:cxn ang="0">
                    <a:pos x="T4" y="T5"/>
                  </a:cxn>
                  <a:cxn ang="0">
                    <a:pos x="T6" y="T7"/>
                  </a:cxn>
                  <a:cxn ang="0">
                    <a:pos x="T8" y="T9"/>
                  </a:cxn>
                </a:cxnLst>
                <a:rect l="0" t="0" r="r" b="b"/>
                <a:pathLst>
                  <a:path w="57" h="26">
                    <a:moveTo>
                      <a:pt x="4" y="0"/>
                    </a:moveTo>
                    <a:cubicBezTo>
                      <a:pt x="55" y="0"/>
                      <a:pt x="55" y="0"/>
                      <a:pt x="55" y="0"/>
                    </a:cubicBezTo>
                    <a:cubicBezTo>
                      <a:pt x="55" y="8"/>
                      <a:pt x="56" y="17"/>
                      <a:pt x="57" y="26"/>
                    </a:cubicBezTo>
                    <a:cubicBezTo>
                      <a:pt x="0" y="26"/>
                      <a:pt x="0" y="26"/>
                      <a:pt x="0" y="26"/>
                    </a:cubicBezTo>
                    <a:cubicBezTo>
                      <a:pt x="2" y="17"/>
                      <a:pt x="3" y="8"/>
                      <a:pt x="4"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3" name="Freeform 100"/>
              <p:cNvSpPr>
                <a:spLocks/>
              </p:cNvSpPr>
              <p:nvPr/>
            </p:nvSpPr>
            <p:spPr bwMode="auto">
              <a:xfrm>
                <a:off x="400" y="1891"/>
                <a:ext cx="111" cy="48"/>
              </a:xfrm>
              <a:custGeom>
                <a:avLst/>
                <a:gdLst>
                  <a:gd name="T0" fmla="*/ 4 w 58"/>
                  <a:gd name="T1" fmla="*/ 0 h 25"/>
                  <a:gd name="T2" fmla="*/ 56 w 58"/>
                  <a:gd name="T3" fmla="*/ 0 h 25"/>
                  <a:gd name="T4" fmla="*/ 58 w 58"/>
                  <a:gd name="T5" fmla="*/ 25 h 25"/>
                  <a:gd name="T6" fmla="*/ 0 w 58"/>
                  <a:gd name="T7" fmla="*/ 25 h 25"/>
                  <a:gd name="T8" fmla="*/ 4 w 58"/>
                  <a:gd name="T9" fmla="*/ 0 h 25"/>
                </a:gdLst>
                <a:ahLst/>
                <a:cxnLst>
                  <a:cxn ang="0">
                    <a:pos x="T0" y="T1"/>
                  </a:cxn>
                  <a:cxn ang="0">
                    <a:pos x="T2" y="T3"/>
                  </a:cxn>
                  <a:cxn ang="0">
                    <a:pos x="T4" y="T5"/>
                  </a:cxn>
                  <a:cxn ang="0">
                    <a:pos x="T6" y="T7"/>
                  </a:cxn>
                  <a:cxn ang="0">
                    <a:pos x="T8" y="T9"/>
                  </a:cxn>
                </a:cxnLst>
                <a:rect l="0" t="0" r="r" b="b"/>
                <a:pathLst>
                  <a:path w="58" h="25">
                    <a:moveTo>
                      <a:pt x="4" y="0"/>
                    </a:moveTo>
                    <a:cubicBezTo>
                      <a:pt x="56" y="0"/>
                      <a:pt x="56" y="0"/>
                      <a:pt x="56" y="0"/>
                    </a:cubicBezTo>
                    <a:cubicBezTo>
                      <a:pt x="56" y="8"/>
                      <a:pt x="57" y="17"/>
                      <a:pt x="58" y="25"/>
                    </a:cubicBezTo>
                    <a:cubicBezTo>
                      <a:pt x="0" y="25"/>
                      <a:pt x="0" y="25"/>
                      <a:pt x="0" y="25"/>
                    </a:cubicBezTo>
                    <a:cubicBezTo>
                      <a:pt x="2" y="17"/>
                      <a:pt x="4" y="8"/>
                      <a:pt x="4" y="0"/>
                    </a:cubicBez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4" name="Freeform 101"/>
              <p:cNvSpPr>
                <a:spLocks/>
              </p:cNvSpPr>
              <p:nvPr/>
            </p:nvSpPr>
            <p:spPr bwMode="auto">
              <a:xfrm>
                <a:off x="400" y="1895"/>
                <a:ext cx="113" cy="47"/>
              </a:xfrm>
              <a:custGeom>
                <a:avLst/>
                <a:gdLst>
                  <a:gd name="T0" fmla="*/ 4 w 59"/>
                  <a:gd name="T1" fmla="*/ 0 h 25"/>
                  <a:gd name="T2" fmla="*/ 56 w 59"/>
                  <a:gd name="T3" fmla="*/ 0 h 25"/>
                  <a:gd name="T4" fmla="*/ 59 w 59"/>
                  <a:gd name="T5" fmla="*/ 25 h 25"/>
                  <a:gd name="T6" fmla="*/ 0 w 59"/>
                  <a:gd name="T7" fmla="*/ 25 h 25"/>
                  <a:gd name="T8" fmla="*/ 4 w 59"/>
                  <a:gd name="T9" fmla="*/ 0 h 25"/>
                </a:gdLst>
                <a:ahLst/>
                <a:cxnLst>
                  <a:cxn ang="0">
                    <a:pos x="T0" y="T1"/>
                  </a:cxn>
                  <a:cxn ang="0">
                    <a:pos x="T2" y="T3"/>
                  </a:cxn>
                  <a:cxn ang="0">
                    <a:pos x="T4" y="T5"/>
                  </a:cxn>
                  <a:cxn ang="0">
                    <a:pos x="T6" y="T7"/>
                  </a:cxn>
                  <a:cxn ang="0">
                    <a:pos x="T8" y="T9"/>
                  </a:cxn>
                </a:cxnLst>
                <a:rect l="0" t="0" r="r" b="b"/>
                <a:pathLst>
                  <a:path w="59" h="25">
                    <a:moveTo>
                      <a:pt x="4" y="0"/>
                    </a:moveTo>
                    <a:cubicBezTo>
                      <a:pt x="56" y="0"/>
                      <a:pt x="56" y="0"/>
                      <a:pt x="56" y="0"/>
                    </a:cubicBezTo>
                    <a:cubicBezTo>
                      <a:pt x="57" y="8"/>
                      <a:pt x="58" y="17"/>
                      <a:pt x="59" y="25"/>
                    </a:cubicBezTo>
                    <a:cubicBezTo>
                      <a:pt x="0" y="25"/>
                      <a:pt x="0" y="25"/>
                      <a:pt x="0" y="25"/>
                    </a:cubicBezTo>
                    <a:cubicBezTo>
                      <a:pt x="2" y="17"/>
                      <a:pt x="3" y="8"/>
                      <a:pt x="4"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5" name="Freeform 102"/>
              <p:cNvSpPr>
                <a:spLocks/>
              </p:cNvSpPr>
              <p:nvPr/>
            </p:nvSpPr>
            <p:spPr bwMode="auto">
              <a:xfrm>
                <a:off x="398" y="1898"/>
                <a:ext cx="115" cy="48"/>
              </a:xfrm>
              <a:custGeom>
                <a:avLst/>
                <a:gdLst>
                  <a:gd name="T0" fmla="*/ 5 w 60"/>
                  <a:gd name="T1" fmla="*/ 0 h 25"/>
                  <a:gd name="T2" fmla="*/ 57 w 60"/>
                  <a:gd name="T3" fmla="*/ 0 h 25"/>
                  <a:gd name="T4" fmla="*/ 60 w 60"/>
                  <a:gd name="T5" fmla="*/ 25 h 25"/>
                  <a:gd name="T6" fmla="*/ 0 w 60"/>
                  <a:gd name="T7" fmla="*/ 25 h 25"/>
                  <a:gd name="T8" fmla="*/ 5 w 60"/>
                  <a:gd name="T9" fmla="*/ 0 h 25"/>
                </a:gdLst>
                <a:ahLst/>
                <a:cxnLst>
                  <a:cxn ang="0">
                    <a:pos x="T0" y="T1"/>
                  </a:cxn>
                  <a:cxn ang="0">
                    <a:pos x="T2" y="T3"/>
                  </a:cxn>
                  <a:cxn ang="0">
                    <a:pos x="T4" y="T5"/>
                  </a:cxn>
                  <a:cxn ang="0">
                    <a:pos x="T6" y="T7"/>
                  </a:cxn>
                  <a:cxn ang="0">
                    <a:pos x="T8" y="T9"/>
                  </a:cxn>
                </a:cxnLst>
                <a:rect l="0" t="0" r="r" b="b"/>
                <a:pathLst>
                  <a:path w="60" h="25">
                    <a:moveTo>
                      <a:pt x="5" y="0"/>
                    </a:moveTo>
                    <a:cubicBezTo>
                      <a:pt x="57" y="0"/>
                      <a:pt x="57" y="0"/>
                      <a:pt x="57" y="0"/>
                    </a:cubicBezTo>
                    <a:cubicBezTo>
                      <a:pt x="58" y="8"/>
                      <a:pt x="59" y="17"/>
                      <a:pt x="60" y="25"/>
                    </a:cubicBezTo>
                    <a:cubicBezTo>
                      <a:pt x="0" y="25"/>
                      <a:pt x="0" y="25"/>
                      <a:pt x="0" y="25"/>
                    </a:cubicBezTo>
                    <a:cubicBezTo>
                      <a:pt x="2" y="17"/>
                      <a:pt x="4" y="8"/>
                      <a:pt x="5" y="0"/>
                    </a:cubicBezTo>
                    <a:close/>
                  </a:path>
                </a:pathLst>
              </a:custGeom>
              <a:solidFill>
                <a:srgbClr val="F8F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6" name="Freeform 103"/>
              <p:cNvSpPr>
                <a:spLocks/>
              </p:cNvSpPr>
              <p:nvPr/>
            </p:nvSpPr>
            <p:spPr bwMode="auto">
              <a:xfrm>
                <a:off x="398" y="1900"/>
                <a:ext cx="115" cy="50"/>
              </a:xfrm>
              <a:custGeom>
                <a:avLst/>
                <a:gdLst>
                  <a:gd name="T0" fmla="*/ 5 w 60"/>
                  <a:gd name="T1" fmla="*/ 0 h 26"/>
                  <a:gd name="T2" fmla="*/ 57 w 60"/>
                  <a:gd name="T3" fmla="*/ 0 h 26"/>
                  <a:gd name="T4" fmla="*/ 60 w 60"/>
                  <a:gd name="T5" fmla="*/ 26 h 26"/>
                  <a:gd name="T6" fmla="*/ 0 w 60"/>
                  <a:gd name="T7" fmla="*/ 26 h 26"/>
                  <a:gd name="T8" fmla="*/ 5 w 60"/>
                  <a:gd name="T9" fmla="*/ 0 h 26"/>
                </a:gdLst>
                <a:ahLst/>
                <a:cxnLst>
                  <a:cxn ang="0">
                    <a:pos x="T0" y="T1"/>
                  </a:cxn>
                  <a:cxn ang="0">
                    <a:pos x="T2" y="T3"/>
                  </a:cxn>
                  <a:cxn ang="0">
                    <a:pos x="T4" y="T5"/>
                  </a:cxn>
                  <a:cxn ang="0">
                    <a:pos x="T6" y="T7"/>
                  </a:cxn>
                  <a:cxn ang="0">
                    <a:pos x="T8" y="T9"/>
                  </a:cxn>
                </a:cxnLst>
                <a:rect l="0" t="0" r="r" b="b"/>
                <a:pathLst>
                  <a:path w="60" h="26">
                    <a:moveTo>
                      <a:pt x="5" y="0"/>
                    </a:moveTo>
                    <a:cubicBezTo>
                      <a:pt x="57" y="0"/>
                      <a:pt x="57" y="0"/>
                      <a:pt x="57" y="0"/>
                    </a:cubicBezTo>
                    <a:cubicBezTo>
                      <a:pt x="58" y="9"/>
                      <a:pt x="59" y="18"/>
                      <a:pt x="60" y="26"/>
                    </a:cubicBezTo>
                    <a:cubicBezTo>
                      <a:pt x="0" y="26"/>
                      <a:pt x="0" y="26"/>
                      <a:pt x="0" y="26"/>
                    </a:cubicBezTo>
                    <a:cubicBezTo>
                      <a:pt x="2" y="18"/>
                      <a:pt x="4" y="9"/>
                      <a:pt x="5" y="0"/>
                    </a:cubicBezTo>
                    <a:close/>
                  </a:path>
                </a:pathLst>
              </a:custGeom>
              <a:solidFill>
                <a:srgbClr val="F9F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7" name="Freeform 104"/>
              <p:cNvSpPr>
                <a:spLocks/>
              </p:cNvSpPr>
              <p:nvPr/>
            </p:nvSpPr>
            <p:spPr bwMode="auto">
              <a:xfrm>
                <a:off x="396" y="1904"/>
                <a:ext cx="117" cy="48"/>
              </a:xfrm>
              <a:custGeom>
                <a:avLst/>
                <a:gdLst>
                  <a:gd name="T0" fmla="*/ 6 w 61"/>
                  <a:gd name="T1" fmla="*/ 0 h 25"/>
                  <a:gd name="T2" fmla="*/ 58 w 61"/>
                  <a:gd name="T3" fmla="*/ 0 h 25"/>
                  <a:gd name="T4" fmla="*/ 61 w 61"/>
                  <a:gd name="T5" fmla="*/ 25 h 25"/>
                  <a:gd name="T6" fmla="*/ 0 w 61"/>
                  <a:gd name="T7" fmla="*/ 25 h 25"/>
                  <a:gd name="T8" fmla="*/ 6 w 61"/>
                  <a:gd name="T9" fmla="*/ 0 h 25"/>
                </a:gdLst>
                <a:ahLst/>
                <a:cxnLst>
                  <a:cxn ang="0">
                    <a:pos x="T0" y="T1"/>
                  </a:cxn>
                  <a:cxn ang="0">
                    <a:pos x="T2" y="T3"/>
                  </a:cxn>
                  <a:cxn ang="0">
                    <a:pos x="T4" y="T5"/>
                  </a:cxn>
                  <a:cxn ang="0">
                    <a:pos x="T6" y="T7"/>
                  </a:cxn>
                  <a:cxn ang="0">
                    <a:pos x="T8" y="T9"/>
                  </a:cxn>
                </a:cxnLst>
                <a:rect l="0" t="0" r="r" b="b"/>
                <a:pathLst>
                  <a:path w="61" h="25">
                    <a:moveTo>
                      <a:pt x="6" y="0"/>
                    </a:moveTo>
                    <a:cubicBezTo>
                      <a:pt x="58" y="0"/>
                      <a:pt x="58" y="0"/>
                      <a:pt x="58" y="0"/>
                    </a:cubicBezTo>
                    <a:cubicBezTo>
                      <a:pt x="59" y="9"/>
                      <a:pt x="60" y="18"/>
                      <a:pt x="61" y="25"/>
                    </a:cubicBezTo>
                    <a:cubicBezTo>
                      <a:pt x="0" y="25"/>
                      <a:pt x="0" y="25"/>
                      <a:pt x="0" y="25"/>
                    </a:cubicBezTo>
                    <a:cubicBezTo>
                      <a:pt x="3" y="18"/>
                      <a:pt x="4" y="9"/>
                      <a:pt x="6"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8" name="Freeform 105"/>
              <p:cNvSpPr>
                <a:spLocks/>
              </p:cNvSpPr>
              <p:nvPr/>
            </p:nvSpPr>
            <p:spPr bwMode="auto">
              <a:xfrm>
                <a:off x="396" y="1908"/>
                <a:ext cx="119" cy="48"/>
              </a:xfrm>
              <a:custGeom>
                <a:avLst/>
                <a:gdLst>
                  <a:gd name="T0" fmla="*/ 5 w 62"/>
                  <a:gd name="T1" fmla="*/ 0 h 25"/>
                  <a:gd name="T2" fmla="*/ 59 w 62"/>
                  <a:gd name="T3" fmla="*/ 0 h 25"/>
                  <a:gd name="T4" fmla="*/ 62 w 62"/>
                  <a:gd name="T5" fmla="*/ 25 h 25"/>
                  <a:gd name="T6" fmla="*/ 0 w 62"/>
                  <a:gd name="T7" fmla="*/ 25 h 25"/>
                  <a:gd name="T8" fmla="*/ 5 w 62"/>
                  <a:gd name="T9" fmla="*/ 0 h 25"/>
                </a:gdLst>
                <a:ahLst/>
                <a:cxnLst>
                  <a:cxn ang="0">
                    <a:pos x="T0" y="T1"/>
                  </a:cxn>
                  <a:cxn ang="0">
                    <a:pos x="T2" y="T3"/>
                  </a:cxn>
                  <a:cxn ang="0">
                    <a:pos x="T4" y="T5"/>
                  </a:cxn>
                  <a:cxn ang="0">
                    <a:pos x="T6" y="T7"/>
                  </a:cxn>
                  <a:cxn ang="0">
                    <a:pos x="T8" y="T9"/>
                  </a:cxn>
                </a:cxnLst>
                <a:rect l="0" t="0" r="r" b="b"/>
                <a:pathLst>
                  <a:path w="62" h="25">
                    <a:moveTo>
                      <a:pt x="5" y="0"/>
                    </a:moveTo>
                    <a:cubicBezTo>
                      <a:pt x="59" y="0"/>
                      <a:pt x="59" y="0"/>
                      <a:pt x="59" y="0"/>
                    </a:cubicBezTo>
                    <a:cubicBezTo>
                      <a:pt x="59" y="9"/>
                      <a:pt x="61" y="17"/>
                      <a:pt x="62" y="25"/>
                    </a:cubicBezTo>
                    <a:cubicBezTo>
                      <a:pt x="0" y="25"/>
                      <a:pt x="0" y="25"/>
                      <a:pt x="0" y="25"/>
                    </a:cubicBezTo>
                    <a:cubicBezTo>
                      <a:pt x="2" y="17"/>
                      <a:pt x="4" y="8"/>
                      <a:pt x="5"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9" name="Freeform 106"/>
              <p:cNvSpPr>
                <a:spLocks/>
              </p:cNvSpPr>
              <p:nvPr/>
            </p:nvSpPr>
            <p:spPr bwMode="auto">
              <a:xfrm>
                <a:off x="394" y="1912"/>
                <a:ext cx="121" cy="48"/>
              </a:xfrm>
              <a:custGeom>
                <a:avLst/>
                <a:gdLst>
                  <a:gd name="T0" fmla="*/ 6 w 63"/>
                  <a:gd name="T1" fmla="*/ 0 h 25"/>
                  <a:gd name="T2" fmla="*/ 60 w 63"/>
                  <a:gd name="T3" fmla="*/ 0 h 25"/>
                  <a:gd name="T4" fmla="*/ 63 w 63"/>
                  <a:gd name="T5" fmla="*/ 25 h 25"/>
                  <a:gd name="T6" fmla="*/ 0 w 63"/>
                  <a:gd name="T7" fmla="*/ 25 h 25"/>
                  <a:gd name="T8" fmla="*/ 6 w 63"/>
                  <a:gd name="T9" fmla="*/ 0 h 25"/>
                </a:gdLst>
                <a:ahLst/>
                <a:cxnLst>
                  <a:cxn ang="0">
                    <a:pos x="T0" y="T1"/>
                  </a:cxn>
                  <a:cxn ang="0">
                    <a:pos x="T2" y="T3"/>
                  </a:cxn>
                  <a:cxn ang="0">
                    <a:pos x="T4" y="T5"/>
                  </a:cxn>
                  <a:cxn ang="0">
                    <a:pos x="T6" y="T7"/>
                  </a:cxn>
                  <a:cxn ang="0">
                    <a:pos x="T8" y="T9"/>
                  </a:cxn>
                </a:cxnLst>
                <a:rect l="0" t="0" r="r" b="b"/>
                <a:pathLst>
                  <a:path w="63" h="25">
                    <a:moveTo>
                      <a:pt x="6" y="0"/>
                    </a:moveTo>
                    <a:cubicBezTo>
                      <a:pt x="60" y="0"/>
                      <a:pt x="60" y="0"/>
                      <a:pt x="60" y="0"/>
                    </a:cubicBezTo>
                    <a:cubicBezTo>
                      <a:pt x="61" y="8"/>
                      <a:pt x="62" y="17"/>
                      <a:pt x="63" y="25"/>
                    </a:cubicBezTo>
                    <a:cubicBezTo>
                      <a:pt x="0" y="25"/>
                      <a:pt x="0" y="25"/>
                      <a:pt x="0" y="25"/>
                    </a:cubicBezTo>
                    <a:cubicBezTo>
                      <a:pt x="3" y="17"/>
                      <a:pt x="5" y="8"/>
                      <a:pt x="6" y="0"/>
                    </a:cubicBezTo>
                    <a:close/>
                  </a:path>
                </a:pathLst>
              </a:custGeom>
              <a:solidFill>
                <a:srgbClr val="FD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0" name="Freeform 107"/>
              <p:cNvSpPr>
                <a:spLocks/>
              </p:cNvSpPr>
              <p:nvPr/>
            </p:nvSpPr>
            <p:spPr bwMode="auto">
              <a:xfrm>
                <a:off x="392" y="1914"/>
                <a:ext cx="123" cy="50"/>
              </a:xfrm>
              <a:custGeom>
                <a:avLst/>
                <a:gdLst>
                  <a:gd name="T0" fmla="*/ 7 w 64"/>
                  <a:gd name="T1" fmla="*/ 0 h 26"/>
                  <a:gd name="T2" fmla="*/ 61 w 64"/>
                  <a:gd name="T3" fmla="*/ 0 h 26"/>
                  <a:gd name="T4" fmla="*/ 64 w 64"/>
                  <a:gd name="T5" fmla="*/ 26 h 26"/>
                  <a:gd name="T6" fmla="*/ 0 w 64"/>
                  <a:gd name="T7" fmla="*/ 26 h 26"/>
                  <a:gd name="T8" fmla="*/ 0 w 64"/>
                  <a:gd name="T9" fmla="*/ 25 h 26"/>
                  <a:gd name="T10" fmla="*/ 7 w 64"/>
                  <a:gd name="T11" fmla="*/ 0 h 26"/>
                </a:gdLst>
                <a:ahLst/>
                <a:cxnLst>
                  <a:cxn ang="0">
                    <a:pos x="T0" y="T1"/>
                  </a:cxn>
                  <a:cxn ang="0">
                    <a:pos x="T2" y="T3"/>
                  </a:cxn>
                  <a:cxn ang="0">
                    <a:pos x="T4" y="T5"/>
                  </a:cxn>
                  <a:cxn ang="0">
                    <a:pos x="T6" y="T7"/>
                  </a:cxn>
                  <a:cxn ang="0">
                    <a:pos x="T8" y="T9"/>
                  </a:cxn>
                  <a:cxn ang="0">
                    <a:pos x="T10" y="T11"/>
                  </a:cxn>
                </a:cxnLst>
                <a:rect l="0" t="0" r="r" b="b"/>
                <a:pathLst>
                  <a:path w="64" h="26">
                    <a:moveTo>
                      <a:pt x="7" y="0"/>
                    </a:moveTo>
                    <a:cubicBezTo>
                      <a:pt x="61" y="0"/>
                      <a:pt x="61" y="0"/>
                      <a:pt x="61" y="0"/>
                    </a:cubicBezTo>
                    <a:cubicBezTo>
                      <a:pt x="62" y="9"/>
                      <a:pt x="63" y="18"/>
                      <a:pt x="64" y="26"/>
                    </a:cubicBezTo>
                    <a:cubicBezTo>
                      <a:pt x="0" y="26"/>
                      <a:pt x="0" y="26"/>
                      <a:pt x="0" y="26"/>
                    </a:cubicBezTo>
                    <a:cubicBezTo>
                      <a:pt x="0" y="25"/>
                      <a:pt x="0" y="25"/>
                      <a:pt x="0" y="25"/>
                    </a:cubicBezTo>
                    <a:cubicBezTo>
                      <a:pt x="3" y="18"/>
                      <a:pt x="5" y="9"/>
                      <a:pt x="7"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1" name="Freeform 108"/>
              <p:cNvSpPr>
                <a:spLocks/>
              </p:cNvSpPr>
              <p:nvPr/>
            </p:nvSpPr>
            <p:spPr bwMode="auto">
              <a:xfrm>
                <a:off x="392" y="1918"/>
                <a:ext cx="123" cy="47"/>
              </a:xfrm>
              <a:custGeom>
                <a:avLst/>
                <a:gdLst>
                  <a:gd name="T0" fmla="*/ 6 w 64"/>
                  <a:gd name="T1" fmla="*/ 0 h 25"/>
                  <a:gd name="T2" fmla="*/ 61 w 64"/>
                  <a:gd name="T3" fmla="*/ 0 h 25"/>
                  <a:gd name="T4" fmla="*/ 64 w 64"/>
                  <a:gd name="T5" fmla="*/ 25 h 25"/>
                  <a:gd name="T6" fmla="*/ 0 w 64"/>
                  <a:gd name="T7" fmla="*/ 25 h 25"/>
                  <a:gd name="T8" fmla="*/ 0 w 64"/>
                  <a:gd name="T9" fmla="*/ 23 h 25"/>
                  <a:gd name="T10" fmla="*/ 6 w 64"/>
                  <a:gd name="T11" fmla="*/ 0 h 25"/>
                </a:gdLst>
                <a:ahLst/>
                <a:cxnLst>
                  <a:cxn ang="0">
                    <a:pos x="T0" y="T1"/>
                  </a:cxn>
                  <a:cxn ang="0">
                    <a:pos x="T2" y="T3"/>
                  </a:cxn>
                  <a:cxn ang="0">
                    <a:pos x="T4" y="T5"/>
                  </a:cxn>
                  <a:cxn ang="0">
                    <a:pos x="T6" y="T7"/>
                  </a:cxn>
                  <a:cxn ang="0">
                    <a:pos x="T8" y="T9"/>
                  </a:cxn>
                  <a:cxn ang="0">
                    <a:pos x="T10" y="T11"/>
                  </a:cxn>
                </a:cxnLst>
                <a:rect l="0" t="0" r="r" b="b"/>
                <a:pathLst>
                  <a:path w="64" h="25">
                    <a:moveTo>
                      <a:pt x="6" y="0"/>
                    </a:moveTo>
                    <a:cubicBezTo>
                      <a:pt x="61" y="0"/>
                      <a:pt x="61" y="0"/>
                      <a:pt x="61" y="0"/>
                    </a:cubicBezTo>
                    <a:cubicBezTo>
                      <a:pt x="62" y="9"/>
                      <a:pt x="63" y="18"/>
                      <a:pt x="64" y="25"/>
                    </a:cubicBezTo>
                    <a:cubicBezTo>
                      <a:pt x="0" y="25"/>
                      <a:pt x="0" y="25"/>
                      <a:pt x="0" y="25"/>
                    </a:cubicBezTo>
                    <a:cubicBezTo>
                      <a:pt x="0" y="25"/>
                      <a:pt x="0" y="24"/>
                      <a:pt x="0" y="23"/>
                    </a:cubicBezTo>
                    <a:cubicBezTo>
                      <a:pt x="3" y="17"/>
                      <a:pt x="5" y="8"/>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2" name="Freeform 109"/>
              <p:cNvSpPr>
                <a:spLocks noEditPoints="1"/>
              </p:cNvSpPr>
              <p:nvPr/>
            </p:nvSpPr>
            <p:spPr bwMode="auto">
              <a:xfrm>
                <a:off x="1626" y="1709"/>
                <a:ext cx="191" cy="82"/>
              </a:xfrm>
              <a:custGeom>
                <a:avLst/>
                <a:gdLst>
                  <a:gd name="T0" fmla="*/ 79 w 100"/>
                  <a:gd name="T1" fmla="*/ 4 h 43"/>
                  <a:gd name="T2" fmla="*/ 89 w 100"/>
                  <a:gd name="T3" fmla="*/ 4 h 43"/>
                  <a:gd name="T4" fmla="*/ 100 w 100"/>
                  <a:gd name="T5" fmla="*/ 43 h 43"/>
                  <a:gd name="T6" fmla="*/ 68 w 100"/>
                  <a:gd name="T7" fmla="*/ 43 h 43"/>
                  <a:gd name="T8" fmla="*/ 72 w 100"/>
                  <a:gd name="T9" fmla="*/ 8 h 43"/>
                  <a:gd name="T10" fmla="*/ 79 w 100"/>
                  <a:gd name="T11" fmla="*/ 4 h 43"/>
                  <a:gd name="T12" fmla="*/ 21 w 100"/>
                  <a:gd name="T13" fmla="*/ 43 h 43"/>
                  <a:gd name="T14" fmla="*/ 4 w 100"/>
                  <a:gd name="T15" fmla="*/ 43 h 43"/>
                  <a:gd name="T16" fmla="*/ 1 w 100"/>
                  <a:gd name="T17" fmla="*/ 22 h 43"/>
                  <a:gd name="T18" fmla="*/ 13 w 100"/>
                  <a:gd name="T19" fmla="*/ 9 h 43"/>
                  <a:gd name="T20" fmla="*/ 19 w 100"/>
                  <a:gd name="T21" fmla="*/ 10 h 43"/>
                  <a:gd name="T22" fmla="*/ 21 w 100"/>
                  <a:gd name="T23"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 h="43">
                    <a:moveTo>
                      <a:pt x="79" y="4"/>
                    </a:moveTo>
                    <a:cubicBezTo>
                      <a:pt x="89" y="4"/>
                      <a:pt x="89" y="4"/>
                      <a:pt x="89" y="4"/>
                    </a:cubicBezTo>
                    <a:cubicBezTo>
                      <a:pt x="91" y="17"/>
                      <a:pt x="95" y="35"/>
                      <a:pt x="100" y="43"/>
                    </a:cubicBezTo>
                    <a:cubicBezTo>
                      <a:pt x="68" y="43"/>
                      <a:pt x="68" y="43"/>
                      <a:pt x="68" y="43"/>
                    </a:cubicBezTo>
                    <a:cubicBezTo>
                      <a:pt x="69" y="31"/>
                      <a:pt x="68" y="11"/>
                      <a:pt x="72" y="8"/>
                    </a:cubicBezTo>
                    <a:cubicBezTo>
                      <a:pt x="74" y="6"/>
                      <a:pt x="77" y="5"/>
                      <a:pt x="79" y="4"/>
                    </a:cubicBezTo>
                    <a:close/>
                    <a:moveTo>
                      <a:pt x="21" y="43"/>
                    </a:moveTo>
                    <a:cubicBezTo>
                      <a:pt x="4" y="43"/>
                      <a:pt x="4" y="43"/>
                      <a:pt x="4" y="43"/>
                    </a:cubicBezTo>
                    <a:cubicBezTo>
                      <a:pt x="3" y="31"/>
                      <a:pt x="1" y="15"/>
                      <a:pt x="1" y="22"/>
                    </a:cubicBezTo>
                    <a:cubicBezTo>
                      <a:pt x="0" y="34"/>
                      <a:pt x="13" y="0"/>
                      <a:pt x="13" y="9"/>
                    </a:cubicBezTo>
                    <a:cubicBezTo>
                      <a:pt x="13" y="18"/>
                      <a:pt x="19" y="10"/>
                      <a:pt x="19" y="10"/>
                    </a:cubicBezTo>
                    <a:cubicBezTo>
                      <a:pt x="19" y="10"/>
                      <a:pt x="23" y="27"/>
                      <a:pt x="21" y="43"/>
                    </a:cubicBezTo>
                    <a:close/>
                  </a:path>
                </a:pathLst>
              </a:custGeom>
              <a:solidFill>
                <a:srgbClr val="73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3" name="Freeform 110"/>
              <p:cNvSpPr>
                <a:spLocks noEditPoints="1"/>
              </p:cNvSpPr>
              <p:nvPr/>
            </p:nvSpPr>
            <p:spPr bwMode="auto">
              <a:xfrm>
                <a:off x="1626" y="1709"/>
                <a:ext cx="197" cy="88"/>
              </a:xfrm>
              <a:custGeom>
                <a:avLst/>
                <a:gdLst>
                  <a:gd name="T0" fmla="*/ 73 w 103"/>
                  <a:gd name="T1" fmla="*/ 7 h 46"/>
                  <a:gd name="T2" fmla="*/ 90 w 103"/>
                  <a:gd name="T3" fmla="*/ 7 h 46"/>
                  <a:gd name="T4" fmla="*/ 103 w 103"/>
                  <a:gd name="T5" fmla="*/ 46 h 46"/>
                  <a:gd name="T6" fmla="*/ 67 w 103"/>
                  <a:gd name="T7" fmla="*/ 46 h 46"/>
                  <a:gd name="T8" fmla="*/ 72 w 103"/>
                  <a:gd name="T9" fmla="*/ 8 h 46"/>
                  <a:gd name="T10" fmla="*/ 73 w 103"/>
                  <a:gd name="T11" fmla="*/ 7 h 46"/>
                  <a:gd name="T12" fmla="*/ 21 w 103"/>
                  <a:gd name="T13" fmla="*/ 46 h 46"/>
                  <a:gd name="T14" fmla="*/ 4 w 103"/>
                  <a:gd name="T15" fmla="*/ 46 h 46"/>
                  <a:gd name="T16" fmla="*/ 1 w 103"/>
                  <a:gd name="T17" fmla="*/ 22 h 46"/>
                  <a:gd name="T18" fmla="*/ 13 w 103"/>
                  <a:gd name="T19" fmla="*/ 9 h 46"/>
                  <a:gd name="T20" fmla="*/ 19 w 103"/>
                  <a:gd name="T21" fmla="*/ 10 h 46"/>
                  <a:gd name="T22" fmla="*/ 21 w 103"/>
                  <a:gd name="T23"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 h="46">
                    <a:moveTo>
                      <a:pt x="73" y="7"/>
                    </a:moveTo>
                    <a:cubicBezTo>
                      <a:pt x="90" y="7"/>
                      <a:pt x="90" y="7"/>
                      <a:pt x="90" y="7"/>
                    </a:cubicBezTo>
                    <a:cubicBezTo>
                      <a:pt x="92" y="21"/>
                      <a:pt x="96" y="41"/>
                      <a:pt x="103" y="46"/>
                    </a:cubicBezTo>
                    <a:cubicBezTo>
                      <a:pt x="67" y="46"/>
                      <a:pt x="67" y="46"/>
                      <a:pt x="67" y="46"/>
                    </a:cubicBezTo>
                    <a:cubicBezTo>
                      <a:pt x="69" y="34"/>
                      <a:pt x="68" y="12"/>
                      <a:pt x="72" y="8"/>
                    </a:cubicBezTo>
                    <a:cubicBezTo>
                      <a:pt x="72" y="8"/>
                      <a:pt x="73" y="7"/>
                      <a:pt x="73" y="7"/>
                    </a:cubicBezTo>
                    <a:close/>
                    <a:moveTo>
                      <a:pt x="21" y="46"/>
                    </a:moveTo>
                    <a:cubicBezTo>
                      <a:pt x="4" y="46"/>
                      <a:pt x="4" y="46"/>
                      <a:pt x="4" y="46"/>
                    </a:cubicBezTo>
                    <a:cubicBezTo>
                      <a:pt x="4" y="33"/>
                      <a:pt x="1" y="15"/>
                      <a:pt x="1" y="22"/>
                    </a:cubicBezTo>
                    <a:cubicBezTo>
                      <a:pt x="0" y="34"/>
                      <a:pt x="13" y="0"/>
                      <a:pt x="13" y="9"/>
                    </a:cubicBezTo>
                    <a:cubicBezTo>
                      <a:pt x="13" y="18"/>
                      <a:pt x="19" y="10"/>
                      <a:pt x="19" y="10"/>
                    </a:cubicBezTo>
                    <a:cubicBezTo>
                      <a:pt x="19" y="10"/>
                      <a:pt x="23" y="29"/>
                      <a:pt x="21" y="46"/>
                    </a:cubicBezTo>
                    <a:close/>
                  </a:path>
                </a:pathLst>
              </a:custGeom>
              <a:solidFill>
                <a:srgbClr val="7776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4" name="Freeform 111"/>
              <p:cNvSpPr>
                <a:spLocks noEditPoints="1"/>
              </p:cNvSpPr>
              <p:nvPr/>
            </p:nvSpPr>
            <p:spPr bwMode="auto">
              <a:xfrm>
                <a:off x="1626" y="1728"/>
                <a:ext cx="218" cy="73"/>
              </a:xfrm>
              <a:custGeom>
                <a:avLst/>
                <a:gdLst>
                  <a:gd name="T0" fmla="*/ 10 w 114"/>
                  <a:gd name="T1" fmla="*/ 0 h 38"/>
                  <a:gd name="T2" fmla="*/ 13 w 114"/>
                  <a:gd name="T3" fmla="*/ 0 h 38"/>
                  <a:gd name="T4" fmla="*/ 19 w 114"/>
                  <a:gd name="T5" fmla="*/ 0 h 38"/>
                  <a:gd name="T6" fmla="*/ 20 w 114"/>
                  <a:gd name="T7" fmla="*/ 38 h 38"/>
                  <a:gd name="T8" fmla="*/ 4 w 114"/>
                  <a:gd name="T9" fmla="*/ 38 h 38"/>
                  <a:gd name="T10" fmla="*/ 1 w 114"/>
                  <a:gd name="T11" fmla="*/ 12 h 38"/>
                  <a:gd name="T12" fmla="*/ 10 w 114"/>
                  <a:gd name="T13" fmla="*/ 0 h 38"/>
                  <a:gd name="T14" fmla="*/ 71 w 114"/>
                  <a:gd name="T15" fmla="*/ 0 h 38"/>
                  <a:gd name="T16" fmla="*/ 90 w 114"/>
                  <a:gd name="T17" fmla="*/ 0 h 38"/>
                  <a:gd name="T18" fmla="*/ 106 w 114"/>
                  <a:gd name="T19" fmla="*/ 37 h 38"/>
                  <a:gd name="T20" fmla="*/ 114 w 114"/>
                  <a:gd name="T21" fmla="*/ 38 h 38"/>
                  <a:gd name="T22" fmla="*/ 67 w 114"/>
                  <a:gd name="T23" fmla="*/ 38 h 38"/>
                  <a:gd name="T24" fmla="*/ 71 w 114"/>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38">
                    <a:moveTo>
                      <a:pt x="10" y="0"/>
                    </a:moveTo>
                    <a:cubicBezTo>
                      <a:pt x="13" y="0"/>
                      <a:pt x="13" y="0"/>
                      <a:pt x="13" y="0"/>
                    </a:cubicBezTo>
                    <a:cubicBezTo>
                      <a:pt x="13" y="8"/>
                      <a:pt x="19" y="0"/>
                      <a:pt x="19" y="0"/>
                    </a:cubicBezTo>
                    <a:cubicBezTo>
                      <a:pt x="19" y="0"/>
                      <a:pt x="24" y="21"/>
                      <a:pt x="20" y="38"/>
                    </a:cubicBezTo>
                    <a:cubicBezTo>
                      <a:pt x="4" y="38"/>
                      <a:pt x="4" y="38"/>
                      <a:pt x="4" y="38"/>
                    </a:cubicBezTo>
                    <a:cubicBezTo>
                      <a:pt x="4" y="26"/>
                      <a:pt x="1" y="4"/>
                      <a:pt x="1" y="12"/>
                    </a:cubicBezTo>
                    <a:cubicBezTo>
                      <a:pt x="0" y="21"/>
                      <a:pt x="6" y="6"/>
                      <a:pt x="10" y="0"/>
                    </a:cubicBezTo>
                    <a:close/>
                    <a:moveTo>
                      <a:pt x="71" y="0"/>
                    </a:moveTo>
                    <a:cubicBezTo>
                      <a:pt x="90" y="0"/>
                      <a:pt x="90" y="0"/>
                      <a:pt x="90" y="0"/>
                    </a:cubicBezTo>
                    <a:cubicBezTo>
                      <a:pt x="93" y="16"/>
                      <a:pt x="98" y="37"/>
                      <a:pt x="106" y="37"/>
                    </a:cubicBezTo>
                    <a:cubicBezTo>
                      <a:pt x="109" y="37"/>
                      <a:pt x="112" y="37"/>
                      <a:pt x="114" y="38"/>
                    </a:cubicBezTo>
                    <a:cubicBezTo>
                      <a:pt x="67" y="38"/>
                      <a:pt x="67" y="38"/>
                      <a:pt x="67" y="38"/>
                    </a:cubicBezTo>
                    <a:cubicBezTo>
                      <a:pt x="69" y="28"/>
                      <a:pt x="68" y="7"/>
                      <a:pt x="71" y="0"/>
                    </a:cubicBezTo>
                    <a:close/>
                  </a:path>
                </a:pathLst>
              </a:custGeom>
              <a:solidFill>
                <a:srgbClr val="7979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5" name="Freeform 112"/>
              <p:cNvSpPr>
                <a:spLocks noEditPoints="1"/>
              </p:cNvSpPr>
              <p:nvPr/>
            </p:nvSpPr>
            <p:spPr bwMode="auto">
              <a:xfrm>
                <a:off x="1626" y="1732"/>
                <a:ext cx="223" cy="75"/>
              </a:xfrm>
              <a:custGeom>
                <a:avLst/>
                <a:gdLst>
                  <a:gd name="T0" fmla="*/ 9 w 117"/>
                  <a:gd name="T1" fmla="*/ 0 h 39"/>
                  <a:gd name="T2" fmla="*/ 13 w 117"/>
                  <a:gd name="T3" fmla="*/ 0 h 39"/>
                  <a:gd name="T4" fmla="*/ 16 w 117"/>
                  <a:gd name="T5" fmla="*/ 0 h 39"/>
                  <a:gd name="T6" fmla="*/ 19 w 117"/>
                  <a:gd name="T7" fmla="*/ 0 h 39"/>
                  <a:gd name="T8" fmla="*/ 20 w 117"/>
                  <a:gd name="T9" fmla="*/ 39 h 39"/>
                  <a:gd name="T10" fmla="*/ 4 w 117"/>
                  <a:gd name="T11" fmla="*/ 39 h 39"/>
                  <a:gd name="T12" fmla="*/ 1 w 117"/>
                  <a:gd name="T13" fmla="*/ 10 h 39"/>
                  <a:gd name="T14" fmla="*/ 9 w 117"/>
                  <a:gd name="T15" fmla="*/ 0 h 39"/>
                  <a:gd name="T16" fmla="*/ 70 w 117"/>
                  <a:gd name="T17" fmla="*/ 0 h 39"/>
                  <a:gd name="T18" fmla="*/ 91 w 117"/>
                  <a:gd name="T19" fmla="*/ 0 h 39"/>
                  <a:gd name="T20" fmla="*/ 106 w 117"/>
                  <a:gd name="T21" fmla="*/ 35 h 39"/>
                  <a:gd name="T22" fmla="*/ 117 w 117"/>
                  <a:gd name="T23" fmla="*/ 39 h 39"/>
                  <a:gd name="T24" fmla="*/ 66 w 117"/>
                  <a:gd name="T25" fmla="*/ 39 h 39"/>
                  <a:gd name="T26" fmla="*/ 67 w 117"/>
                  <a:gd name="T27" fmla="*/ 36 h 39"/>
                  <a:gd name="T28" fmla="*/ 70 w 117"/>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39">
                    <a:moveTo>
                      <a:pt x="9" y="0"/>
                    </a:moveTo>
                    <a:cubicBezTo>
                      <a:pt x="13" y="0"/>
                      <a:pt x="13" y="0"/>
                      <a:pt x="13" y="0"/>
                    </a:cubicBezTo>
                    <a:cubicBezTo>
                      <a:pt x="14" y="2"/>
                      <a:pt x="15" y="1"/>
                      <a:pt x="16" y="0"/>
                    </a:cubicBezTo>
                    <a:cubicBezTo>
                      <a:pt x="19" y="0"/>
                      <a:pt x="19" y="0"/>
                      <a:pt x="19" y="0"/>
                    </a:cubicBezTo>
                    <a:cubicBezTo>
                      <a:pt x="21" y="7"/>
                      <a:pt x="23" y="25"/>
                      <a:pt x="20" y="39"/>
                    </a:cubicBezTo>
                    <a:cubicBezTo>
                      <a:pt x="4" y="39"/>
                      <a:pt x="4" y="39"/>
                      <a:pt x="4" y="39"/>
                    </a:cubicBezTo>
                    <a:cubicBezTo>
                      <a:pt x="4" y="27"/>
                      <a:pt x="1" y="2"/>
                      <a:pt x="1" y="10"/>
                    </a:cubicBezTo>
                    <a:cubicBezTo>
                      <a:pt x="0" y="17"/>
                      <a:pt x="5" y="7"/>
                      <a:pt x="9" y="0"/>
                    </a:cubicBezTo>
                    <a:close/>
                    <a:moveTo>
                      <a:pt x="70" y="0"/>
                    </a:moveTo>
                    <a:cubicBezTo>
                      <a:pt x="91" y="0"/>
                      <a:pt x="91" y="0"/>
                      <a:pt x="91" y="0"/>
                    </a:cubicBezTo>
                    <a:cubicBezTo>
                      <a:pt x="93" y="16"/>
                      <a:pt x="98" y="35"/>
                      <a:pt x="106" y="35"/>
                    </a:cubicBezTo>
                    <a:cubicBezTo>
                      <a:pt x="111" y="35"/>
                      <a:pt x="115" y="36"/>
                      <a:pt x="117" y="39"/>
                    </a:cubicBezTo>
                    <a:cubicBezTo>
                      <a:pt x="66" y="39"/>
                      <a:pt x="66" y="39"/>
                      <a:pt x="66" y="39"/>
                    </a:cubicBezTo>
                    <a:cubicBezTo>
                      <a:pt x="66" y="38"/>
                      <a:pt x="66" y="37"/>
                      <a:pt x="67" y="36"/>
                    </a:cubicBezTo>
                    <a:cubicBezTo>
                      <a:pt x="69" y="27"/>
                      <a:pt x="68" y="9"/>
                      <a:pt x="70" y="0"/>
                    </a:cubicBezTo>
                    <a:close/>
                  </a:path>
                </a:pathLst>
              </a:custGeom>
              <a:solidFill>
                <a:srgbClr val="7C7C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6" name="Freeform 113"/>
              <p:cNvSpPr>
                <a:spLocks noEditPoints="1"/>
              </p:cNvSpPr>
              <p:nvPr/>
            </p:nvSpPr>
            <p:spPr bwMode="auto">
              <a:xfrm>
                <a:off x="1626" y="1734"/>
                <a:ext cx="227" cy="78"/>
              </a:xfrm>
              <a:custGeom>
                <a:avLst/>
                <a:gdLst>
                  <a:gd name="T0" fmla="*/ 7 w 119"/>
                  <a:gd name="T1" fmla="*/ 2 h 41"/>
                  <a:gd name="T2" fmla="*/ 20 w 119"/>
                  <a:gd name="T3" fmla="*/ 2 h 41"/>
                  <a:gd name="T4" fmla="*/ 19 w 119"/>
                  <a:gd name="T5" fmla="*/ 41 h 41"/>
                  <a:gd name="T6" fmla="*/ 4 w 119"/>
                  <a:gd name="T7" fmla="*/ 41 h 41"/>
                  <a:gd name="T8" fmla="*/ 1 w 119"/>
                  <a:gd name="T9" fmla="*/ 9 h 41"/>
                  <a:gd name="T10" fmla="*/ 7 w 119"/>
                  <a:gd name="T11" fmla="*/ 2 h 41"/>
                  <a:gd name="T12" fmla="*/ 70 w 119"/>
                  <a:gd name="T13" fmla="*/ 2 h 41"/>
                  <a:gd name="T14" fmla="*/ 91 w 119"/>
                  <a:gd name="T15" fmla="*/ 2 h 41"/>
                  <a:gd name="T16" fmla="*/ 106 w 119"/>
                  <a:gd name="T17" fmla="*/ 34 h 41"/>
                  <a:gd name="T18" fmla="*/ 119 w 119"/>
                  <a:gd name="T19" fmla="*/ 41 h 41"/>
                  <a:gd name="T20" fmla="*/ 66 w 119"/>
                  <a:gd name="T21" fmla="*/ 41 h 41"/>
                  <a:gd name="T22" fmla="*/ 67 w 119"/>
                  <a:gd name="T23" fmla="*/ 35 h 41"/>
                  <a:gd name="T24" fmla="*/ 70 w 119"/>
                  <a:gd name="T25" fmla="*/ 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9" h="41">
                    <a:moveTo>
                      <a:pt x="7" y="2"/>
                    </a:moveTo>
                    <a:cubicBezTo>
                      <a:pt x="20" y="2"/>
                      <a:pt x="20" y="2"/>
                      <a:pt x="20" y="2"/>
                    </a:cubicBezTo>
                    <a:cubicBezTo>
                      <a:pt x="21" y="10"/>
                      <a:pt x="23" y="28"/>
                      <a:pt x="19" y="41"/>
                    </a:cubicBezTo>
                    <a:cubicBezTo>
                      <a:pt x="4" y="41"/>
                      <a:pt x="4" y="41"/>
                      <a:pt x="4" y="41"/>
                    </a:cubicBezTo>
                    <a:cubicBezTo>
                      <a:pt x="5" y="31"/>
                      <a:pt x="1" y="0"/>
                      <a:pt x="1" y="9"/>
                    </a:cubicBezTo>
                    <a:cubicBezTo>
                      <a:pt x="0" y="16"/>
                      <a:pt x="4" y="9"/>
                      <a:pt x="7" y="2"/>
                    </a:cubicBezTo>
                    <a:close/>
                    <a:moveTo>
                      <a:pt x="70" y="2"/>
                    </a:moveTo>
                    <a:cubicBezTo>
                      <a:pt x="91" y="2"/>
                      <a:pt x="91" y="2"/>
                      <a:pt x="91" y="2"/>
                    </a:cubicBezTo>
                    <a:cubicBezTo>
                      <a:pt x="94" y="17"/>
                      <a:pt x="99" y="34"/>
                      <a:pt x="106" y="34"/>
                    </a:cubicBezTo>
                    <a:cubicBezTo>
                      <a:pt x="113" y="33"/>
                      <a:pt x="117" y="37"/>
                      <a:pt x="119" y="41"/>
                    </a:cubicBezTo>
                    <a:cubicBezTo>
                      <a:pt x="66" y="41"/>
                      <a:pt x="66" y="41"/>
                      <a:pt x="66" y="41"/>
                    </a:cubicBezTo>
                    <a:cubicBezTo>
                      <a:pt x="66" y="39"/>
                      <a:pt x="66" y="37"/>
                      <a:pt x="67" y="35"/>
                    </a:cubicBezTo>
                    <a:cubicBezTo>
                      <a:pt x="69" y="27"/>
                      <a:pt x="68" y="12"/>
                      <a:pt x="70" y="2"/>
                    </a:cubicBezTo>
                    <a:close/>
                  </a:path>
                </a:pathLst>
              </a:custGeom>
              <a:solidFill>
                <a:srgbClr val="7F7F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7" name="Freeform 114"/>
              <p:cNvSpPr>
                <a:spLocks noEditPoints="1"/>
              </p:cNvSpPr>
              <p:nvPr/>
            </p:nvSpPr>
            <p:spPr bwMode="auto">
              <a:xfrm>
                <a:off x="1626" y="1732"/>
                <a:ext cx="231" cy="84"/>
              </a:xfrm>
              <a:custGeom>
                <a:avLst/>
                <a:gdLst>
                  <a:gd name="T0" fmla="*/ 6 w 121"/>
                  <a:gd name="T1" fmla="*/ 6 h 44"/>
                  <a:gd name="T2" fmla="*/ 20 w 121"/>
                  <a:gd name="T3" fmla="*/ 6 h 44"/>
                  <a:gd name="T4" fmla="*/ 18 w 121"/>
                  <a:gd name="T5" fmla="*/ 44 h 44"/>
                  <a:gd name="T6" fmla="*/ 3 w 121"/>
                  <a:gd name="T7" fmla="*/ 44 h 44"/>
                  <a:gd name="T8" fmla="*/ 1 w 121"/>
                  <a:gd name="T9" fmla="*/ 10 h 44"/>
                  <a:gd name="T10" fmla="*/ 6 w 121"/>
                  <a:gd name="T11" fmla="*/ 6 h 44"/>
                  <a:gd name="T12" fmla="*/ 69 w 121"/>
                  <a:gd name="T13" fmla="*/ 6 h 44"/>
                  <a:gd name="T14" fmla="*/ 92 w 121"/>
                  <a:gd name="T15" fmla="*/ 6 h 44"/>
                  <a:gd name="T16" fmla="*/ 106 w 121"/>
                  <a:gd name="T17" fmla="*/ 35 h 44"/>
                  <a:gd name="T18" fmla="*/ 121 w 121"/>
                  <a:gd name="T19" fmla="*/ 44 h 44"/>
                  <a:gd name="T20" fmla="*/ 66 w 121"/>
                  <a:gd name="T21" fmla="*/ 44 h 44"/>
                  <a:gd name="T22" fmla="*/ 67 w 121"/>
                  <a:gd name="T23" fmla="*/ 36 h 44"/>
                  <a:gd name="T24" fmla="*/ 69 w 121"/>
                  <a:gd name="T25"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44">
                    <a:moveTo>
                      <a:pt x="6" y="6"/>
                    </a:moveTo>
                    <a:cubicBezTo>
                      <a:pt x="20" y="6"/>
                      <a:pt x="20" y="6"/>
                      <a:pt x="20" y="6"/>
                    </a:cubicBezTo>
                    <a:cubicBezTo>
                      <a:pt x="22" y="15"/>
                      <a:pt x="23" y="32"/>
                      <a:pt x="18" y="44"/>
                    </a:cubicBezTo>
                    <a:cubicBezTo>
                      <a:pt x="3" y="44"/>
                      <a:pt x="3" y="44"/>
                      <a:pt x="3" y="44"/>
                    </a:cubicBezTo>
                    <a:cubicBezTo>
                      <a:pt x="6" y="40"/>
                      <a:pt x="1" y="0"/>
                      <a:pt x="1" y="10"/>
                    </a:cubicBezTo>
                    <a:cubicBezTo>
                      <a:pt x="0" y="16"/>
                      <a:pt x="3" y="11"/>
                      <a:pt x="6" y="6"/>
                    </a:cubicBezTo>
                    <a:close/>
                    <a:moveTo>
                      <a:pt x="69" y="6"/>
                    </a:moveTo>
                    <a:cubicBezTo>
                      <a:pt x="92" y="6"/>
                      <a:pt x="92" y="6"/>
                      <a:pt x="92" y="6"/>
                    </a:cubicBezTo>
                    <a:cubicBezTo>
                      <a:pt x="95" y="20"/>
                      <a:pt x="99" y="35"/>
                      <a:pt x="106" y="35"/>
                    </a:cubicBezTo>
                    <a:cubicBezTo>
                      <a:pt x="114" y="34"/>
                      <a:pt x="119" y="39"/>
                      <a:pt x="121" y="44"/>
                    </a:cubicBezTo>
                    <a:cubicBezTo>
                      <a:pt x="66" y="44"/>
                      <a:pt x="66" y="44"/>
                      <a:pt x="66" y="44"/>
                    </a:cubicBezTo>
                    <a:cubicBezTo>
                      <a:pt x="66" y="42"/>
                      <a:pt x="66" y="39"/>
                      <a:pt x="67" y="36"/>
                    </a:cubicBezTo>
                    <a:cubicBezTo>
                      <a:pt x="69" y="29"/>
                      <a:pt x="68" y="15"/>
                      <a:pt x="69" y="6"/>
                    </a:cubicBezTo>
                    <a:close/>
                  </a:path>
                </a:pathLst>
              </a:custGeom>
              <a:solidFill>
                <a:srgbClr val="8181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8" name="Freeform 115"/>
              <p:cNvSpPr>
                <a:spLocks noEditPoints="1"/>
              </p:cNvSpPr>
              <p:nvPr/>
            </p:nvSpPr>
            <p:spPr bwMode="auto">
              <a:xfrm>
                <a:off x="1626" y="1749"/>
                <a:ext cx="233" cy="73"/>
              </a:xfrm>
              <a:custGeom>
                <a:avLst/>
                <a:gdLst>
                  <a:gd name="T0" fmla="*/ 1 w 122"/>
                  <a:gd name="T1" fmla="*/ 0 h 38"/>
                  <a:gd name="T2" fmla="*/ 1 w 122"/>
                  <a:gd name="T3" fmla="*/ 0 h 38"/>
                  <a:gd name="T4" fmla="*/ 2 w 122"/>
                  <a:gd name="T5" fmla="*/ 36 h 38"/>
                  <a:gd name="T6" fmla="*/ 0 w 122"/>
                  <a:gd name="T7" fmla="*/ 38 h 38"/>
                  <a:gd name="T8" fmla="*/ 17 w 122"/>
                  <a:gd name="T9" fmla="*/ 38 h 38"/>
                  <a:gd name="T10" fmla="*/ 17 w 122"/>
                  <a:gd name="T11" fmla="*/ 38 h 38"/>
                  <a:gd name="T12" fmla="*/ 21 w 122"/>
                  <a:gd name="T13" fmla="*/ 0 h 38"/>
                  <a:gd name="T14" fmla="*/ 4 w 122"/>
                  <a:gd name="T15" fmla="*/ 0 h 38"/>
                  <a:gd name="T16" fmla="*/ 1 w 122"/>
                  <a:gd name="T17" fmla="*/ 1 h 38"/>
                  <a:gd name="T18" fmla="*/ 1 w 122"/>
                  <a:gd name="T19" fmla="*/ 0 h 38"/>
                  <a:gd name="T20" fmla="*/ 69 w 122"/>
                  <a:gd name="T21" fmla="*/ 0 h 38"/>
                  <a:gd name="T22" fmla="*/ 92 w 122"/>
                  <a:gd name="T23" fmla="*/ 0 h 38"/>
                  <a:gd name="T24" fmla="*/ 106 w 122"/>
                  <a:gd name="T25" fmla="*/ 26 h 38"/>
                  <a:gd name="T26" fmla="*/ 122 w 122"/>
                  <a:gd name="T27" fmla="*/ 38 h 38"/>
                  <a:gd name="T28" fmla="*/ 66 w 122"/>
                  <a:gd name="T29" fmla="*/ 38 h 38"/>
                  <a:gd name="T30" fmla="*/ 67 w 122"/>
                  <a:gd name="T31" fmla="*/ 27 h 38"/>
                  <a:gd name="T32" fmla="*/ 69 w 122"/>
                  <a:gd name="T3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2" h="38">
                    <a:moveTo>
                      <a:pt x="1" y="0"/>
                    </a:moveTo>
                    <a:cubicBezTo>
                      <a:pt x="1" y="0"/>
                      <a:pt x="1" y="0"/>
                      <a:pt x="1" y="0"/>
                    </a:cubicBezTo>
                    <a:cubicBezTo>
                      <a:pt x="2" y="1"/>
                      <a:pt x="7" y="38"/>
                      <a:pt x="2" y="36"/>
                    </a:cubicBezTo>
                    <a:cubicBezTo>
                      <a:pt x="2" y="35"/>
                      <a:pt x="1" y="36"/>
                      <a:pt x="0" y="38"/>
                    </a:cubicBezTo>
                    <a:cubicBezTo>
                      <a:pt x="17" y="38"/>
                      <a:pt x="17" y="38"/>
                      <a:pt x="17" y="38"/>
                    </a:cubicBezTo>
                    <a:cubicBezTo>
                      <a:pt x="17" y="38"/>
                      <a:pt x="17" y="38"/>
                      <a:pt x="17" y="38"/>
                    </a:cubicBezTo>
                    <a:cubicBezTo>
                      <a:pt x="23" y="27"/>
                      <a:pt x="22" y="10"/>
                      <a:pt x="21" y="0"/>
                    </a:cubicBezTo>
                    <a:cubicBezTo>
                      <a:pt x="4" y="0"/>
                      <a:pt x="4" y="0"/>
                      <a:pt x="4" y="0"/>
                    </a:cubicBezTo>
                    <a:cubicBezTo>
                      <a:pt x="2" y="3"/>
                      <a:pt x="0" y="6"/>
                      <a:pt x="1" y="1"/>
                    </a:cubicBezTo>
                    <a:cubicBezTo>
                      <a:pt x="1" y="0"/>
                      <a:pt x="1" y="0"/>
                      <a:pt x="1" y="0"/>
                    </a:cubicBezTo>
                    <a:close/>
                    <a:moveTo>
                      <a:pt x="69" y="0"/>
                    </a:moveTo>
                    <a:cubicBezTo>
                      <a:pt x="92" y="0"/>
                      <a:pt x="92" y="0"/>
                      <a:pt x="92" y="0"/>
                    </a:cubicBezTo>
                    <a:cubicBezTo>
                      <a:pt x="95" y="13"/>
                      <a:pt x="100" y="26"/>
                      <a:pt x="106" y="26"/>
                    </a:cubicBezTo>
                    <a:cubicBezTo>
                      <a:pt x="116" y="25"/>
                      <a:pt x="120" y="32"/>
                      <a:pt x="122" y="38"/>
                    </a:cubicBezTo>
                    <a:cubicBezTo>
                      <a:pt x="66" y="38"/>
                      <a:pt x="66" y="38"/>
                      <a:pt x="66" y="38"/>
                    </a:cubicBezTo>
                    <a:cubicBezTo>
                      <a:pt x="65" y="35"/>
                      <a:pt x="65" y="31"/>
                      <a:pt x="67" y="27"/>
                    </a:cubicBezTo>
                    <a:cubicBezTo>
                      <a:pt x="69" y="21"/>
                      <a:pt x="68" y="9"/>
                      <a:pt x="69" y="0"/>
                    </a:cubicBezTo>
                    <a:close/>
                  </a:path>
                </a:pathLst>
              </a:custGeom>
              <a:solidFill>
                <a:srgbClr val="8383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9" name="Freeform 116"/>
              <p:cNvSpPr>
                <a:spLocks noEditPoints="1"/>
              </p:cNvSpPr>
              <p:nvPr/>
            </p:nvSpPr>
            <p:spPr bwMode="auto">
              <a:xfrm>
                <a:off x="1626" y="1753"/>
                <a:ext cx="233" cy="75"/>
              </a:xfrm>
              <a:custGeom>
                <a:avLst/>
                <a:gdLst>
                  <a:gd name="T0" fmla="*/ 1 w 122"/>
                  <a:gd name="T1" fmla="*/ 0 h 39"/>
                  <a:gd name="T2" fmla="*/ 2 w 122"/>
                  <a:gd name="T3" fmla="*/ 0 h 39"/>
                  <a:gd name="T4" fmla="*/ 2 w 122"/>
                  <a:gd name="T5" fmla="*/ 34 h 39"/>
                  <a:gd name="T6" fmla="*/ 0 w 122"/>
                  <a:gd name="T7" fmla="*/ 39 h 39"/>
                  <a:gd name="T8" fmla="*/ 16 w 122"/>
                  <a:gd name="T9" fmla="*/ 39 h 39"/>
                  <a:gd name="T10" fmla="*/ 17 w 122"/>
                  <a:gd name="T11" fmla="*/ 36 h 39"/>
                  <a:gd name="T12" fmla="*/ 21 w 122"/>
                  <a:gd name="T13" fmla="*/ 0 h 39"/>
                  <a:gd name="T14" fmla="*/ 3 w 122"/>
                  <a:gd name="T15" fmla="*/ 0 h 39"/>
                  <a:gd name="T16" fmla="*/ 1 w 122"/>
                  <a:gd name="T17" fmla="*/ 0 h 39"/>
                  <a:gd name="T18" fmla="*/ 69 w 122"/>
                  <a:gd name="T19" fmla="*/ 0 h 39"/>
                  <a:gd name="T20" fmla="*/ 93 w 122"/>
                  <a:gd name="T21" fmla="*/ 0 h 39"/>
                  <a:gd name="T22" fmla="*/ 106 w 122"/>
                  <a:gd name="T23" fmla="*/ 24 h 39"/>
                  <a:gd name="T24" fmla="*/ 122 w 122"/>
                  <a:gd name="T25" fmla="*/ 39 h 39"/>
                  <a:gd name="T26" fmla="*/ 66 w 122"/>
                  <a:gd name="T27" fmla="*/ 39 h 39"/>
                  <a:gd name="T28" fmla="*/ 67 w 122"/>
                  <a:gd name="T29" fmla="*/ 25 h 39"/>
                  <a:gd name="T30" fmla="*/ 69 w 122"/>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2" h="39">
                    <a:moveTo>
                      <a:pt x="1" y="0"/>
                    </a:moveTo>
                    <a:cubicBezTo>
                      <a:pt x="2" y="0"/>
                      <a:pt x="2" y="0"/>
                      <a:pt x="2" y="0"/>
                    </a:cubicBezTo>
                    <a:cubicBezTo>
                      <a:pt x="3" y="9"/>
                      <a:pt x="6" y="36"/>
                      <a:pt x="2" y="34"/>
                    </a:cubicBezTo>
                    <a:cubicBezTo>
                      <a:pt x="1" y="33"/>
                      <a:pt x="0" y="35"/>
                      <a:pt x="0" y="39"/>
                    </a:cubicBezTo>
                    <a:cubicBezTo>
                      <a:pt x="16" y="39"/>
                      <a:pt x="16" y="39"/>
                      <a:pt x="16" y="39"/>
                    </a:cubicBezTo>
                    <a:cubicBezTo>
                      <a:pt x="16" y="38"/>
                      <a:pt x="16" y="37"/>
                      <a:pt x="17" y="36"/>
                    </a:cubicBezTo>
                    <a:cubicBezTo>
                      <a:pt x="22" y="25"/>
                      <a:pt x="22" y="11"/>
                      <a:pt x="21" y="0"/>
                    </a:cubicBezTo>
                    <a:cubicBezTo>
                      <a:pt x="3" y="0"/>
                      <a:pt x="3" y="0"/>
                      <a:pt x="3" y="0"/>
                    </a:cubicBezTo>
                    <a:cubicBezTo>
                      <a:pt x="1" y="2"/>
                      <a:pt x="1" y="2"/>
                      <a:pt x="1" y="0"/>
                    </a:cubicBezTo>
                    <a:close/>
                    <a:moveTo>
                      <a:pt x="69" y="0"/>
                    </a:moveTo>
                    <a:cubicBezTo>
                      <a:pt x="93" y="0"/>
                      <a:pt x="93" y="0"/>
                      <a:pt x="93" y="0"/>
                    </a:cubicBezTo>
                    <a:cubicBezTo>
                      <a:pt x="96" y="13"/>
                      <a:pt x="100" y="24"/>
                      <a:pt x="106" y="24"/>
                    </a:cubicBezTo>
                    <a:cubicBezTo>
                      <a:pt x="117" y="23"/>
                      <a:pt x="121" y="31"/>
                      <a:pt x="122" y="39"/>
                    </a:cubicBezTo>
                    <a:cubicBezTo>
                      <a:pt x="66" y="39"/>
                      <a:pt x="66" y="39"/>
                      <a:pt x="66" y="39"/>
                    </a:cubicBezTo>
                    <a:cubicBezTo>
                      <a:pt x="66" y="35"/>
                      <a:pt x="65" y="30"/>
                      <a:pt x="67" y="25"/>
                    </a:cubicBezTo>
                    <a:cubicBezTo>
                      <a:pt x="68" y="19"/>
                      <a:pt x="68" y="9"/>
                      <a:pt x="69" y="0"/>
                    </a:cubicBezTo>
                    <a:close/>
                  </a:path>
                </a:pathLst>
              </a:custGeom>
              <a:solidFill>
                <a:srgbClr val="8686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0" name="Freeform 117"/>
              <p:cNvSpPr>
                <a:spLocks noEditPoints="1"/>
              </p:cNvSpPr>
              <p:nvPr/>
            </p:nvSpPr>
            <p:spPr bwMode="auto">
              <a:xfrm>
                <a:off x="1626" y="1759"/>
                <a:ext cx="235" cy="74"/>
              </a:xfrm>
              <a:custGeom>
                <a:avLst/>
                <a:gdLst>
                  <a:gd name="T0" fmla="*/ 2 w 123"/>
                  <a:gd name="T1" fmla="*/ 0 h 39"/>
                  <a:gd name="T2" fmla="*/ 21 w 123"/>
                  <a:gd name="T3" fmla="*/ 0 h 39"/>
                  <a:gd name="T4" fmla="*/ 17 w 123"/>
                  <a:gd name="T5" fmla="*/ 33 h 39"/>
                  <a:gd name="T6" fmla="*/ 15 w 123"/>
                  <a:gd name="T7" fmla="*/ 39 h 39"/>
                  <a:gd name="T8" fmla="*/ 0 w 123"/>
                  <a:gd name="T9" fmla="*/ 39 h 39"/>
                  <a:gd name="T10" fmla="*/ 2 w 123"/>
                  <a:gd name="T11" fmla="*/ 31 h 39"/>
                  <a:gd name="T12" fmla="*/ 2 w 123"/>
                  <a:gd name="T13" fmla="*/ 0 h 39"/>
                  <a:gd name="T14" fmla="*/ 69 w 123"/>
                  <a:gd name="T15" fmla="*/ 0 h 39"/>
                  <a:gd name="T16" fmla="*/ 94 w 123"/>
                  <a:gd name="T17" fmla="*/ 0 h 39"/>
                  <a:gd name="T18" fmla="*/ 106 w 123"/>
                  <a:gd name="T19" fmla="*/ 21 h 39"/>
                  <a:gd name="T20" fmla="*/ 123 w 123"/>
                  <a:gd name="T21" fmla="*/ 39 h 39"/>
                  <a:gd name="T22" fmla="*/ 67 w 123"/>
                  <a:gd name="T23" fmla="*/ 39 h 39"/>
                  <a:gd name="T24" fmla="*/ 67 w 123"/>
                  <a:gd name="T25" fmla="*/ 22 h 39"/>
                  <a:gd name="T26" fmla="*/ 69 w 123"/>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 h="39">
                    <a:moveTo>
                      <a:pt x="2" y="0"/>
                    </a:moveTo>
                    <a:cubicBezTo>
                      <a:pt x="21" y="0"/>
                      <a:pt x="21" y="0"/>
                      <a:pt x="21" y="0"/>
                    </a:cubicBezTo>
                    <a:cubicBezTo>
                      <a:pt x="22" y="10"/>
                      <a:pt x="22" y="23"/>
                      <a:pt x="17" y="33"/>
                    </a:cubicBezTo>
                    <a:cubicBezTo>
                      <a:pt x="16" y="35"/>
                      <a:pt x="15" y="37"/>
                      <a:pt x="15" y="39"/>
                    </a:cubicBezTo>
                    <a:cubicBezTo>
                      <a:pt x="0" y="39"/>
                      <a:pt x="0" y="39"/>
                      <a:pt x="0" y="39"/>
                    </a:cubicBezTo>
                    <a:cubicBezTo>
                      <a:pt x="0" y="34"/>
                      <a:pt x="1" y="30"/>
                      <a:pt x="2" y="31"/>
                    </a:cubicBezTo>
                    <a:cubicBezTo>
                      <a:pt x="6" y="33"/>
                      <a:pt x="4" y="10"/>
                      <a:pt x="2" y="0"/>
                    </a:cubicBezTo>
                    <a:close/>
                    <a:moveTo>
                      <a:pt x="69" y="0"/>
                    </a:moveTo>
                    <a:cubicBezTo>
                      <a:pt x="94" y="0"/>
                      <a:pt x="94" y="0"/>
                      <a:pt x="94" y="0"/>
                    </a:cubicBezTo>
                    <a:cubicBezTo>
                      <a:pt x="96" y="11"/>
                      <a:pt x="101" y="21"/>
                      <a:pt x="106" y="21"/>
                    </a:cubicBezTo>
                    <a:cubicBezTo>
                      <a:pt x="118" y="20"/>
                      <a:pt x="122" y="30"/>
                      <a:pt x="123" y="39"/>
                    </a:cubicBezTo>
                    <a:cubicBezTo>
                      <a:pt x="67" y="39"/>
                      <a:pt x="67" y="39"/>
                      <a:pt x="67" y="39"/>
                    </a:cubicBezTo>
                    <a:cubicBezTo>
                      <a:pt x="66" y="34"/>
                      <a:pt x="65" y="29"/>
                      <a:pt x="67" y="22"/>
                    </a:cubicBezTo>
                    <a:cubicBezTo>
                      <a:pt x="68" y="17"/>
                      <a:pt x="68" y="8"/>
                      <a:pt x="69" y="0"/>
                    </a:cubicBezTo>
                    <a:close/>
                  </a:path>
                </a:pathLst>
              </a:custGeom>
              <a:solidFill>
                <a:srgbClr val="8989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1" name="Freeform 118"/>
              <p:cNvSpPr>
                <a:spLocks noEditPoints="1"/>
              </p:cNvSpPr>
              <p:nvPr/>
            </p:nvSpPr>
            <p:spPr bwMode="auto">
              <a:xfrm>
                <a:off x="1626" y="1764"/>
                <a:ext cx="235" cy="73"/>
              </a:xfrm>
              <a:custGeom>
                <a:avLst/>
                <a:gdLst>
                  <a:gd name="T0" fmla="*/ 3 w 123"/>
                  <a:gd name="T1" fmla="*/ 0 h 38"/>
                  <a:gd name="T2" fmla="*/ 21 w 123"/>
                  <a:gd name="T3" fmla="*/ 0 h 38"/>
                  <a:gd name="T4" fmla="*/ 17 w 123"/>
                  <a:gd name="T5" fmla="*/ 30 h 38"/>
                  <a:gd name="T6" fmla="*/ 14 w 123"/>
                  <a:gd name="T7" fmla="*/ 38 h 38"/>
                  <a:gd name="T8" fmla="*/ 0 w 123"/>
                  <a:gd name="T9" fmla="*/ 38 h 38"/>
                  <a:gd name="T10" fmla="*/ 2 w 123"/>
                  <a:gd name="T11" fmla="*/ 28 h 38"/>
                  <a:gd name="T12" fmla="*/ 3 w 123"/>
                  <a:gd name="T13" fmla="*/ 0 h 38"/>
                  <a:gd name="T14" fmla="*/ 69 w 123"/>
                  <a:gd name="T15" fmla="*/ 0 h 38"/>
                  <a:gd name="T16" fmla="*/ 94 w 123"/>
                  <a:gd name="T17" fmla="*/ 0 h 38"/>
                  <a:gd name="T18" fmla="*/ 106 w 123"/>
                  <a:gd name="T19" fmla="*/ 18 h 38"/>
                  <a:gd name="T20" fmla="*/ 123 w 123"/>
                  <a:gd name="T21" fmla="*/ 38 h 38"/>
                  <a:gd name="T22" fmla="*/ 67 w 123"/>
                  <a:gd name="T23" fmla="*/ 38 h 38"/>
                  <a:gd name="T24" fmla="*/ 67 w 123"/>
                  <a:gd name="T25" fmla="*/ 19 h 38"/>
                  <a:gd name="T26" fmla="*/ 69 w 123"/>
                  <a:gd name="T2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 h="38">
                    <a:moveTo>
                      <a:pt x="3" y="0"/>
                    </a:moveTo>
                    <a:cubicBezTo>
                      <a:pt x="21" y="0"/>
                      <a:pt x="21" y="0"/>
                      <a:pt x="21" y="0"/>
                    </a:cubicBezTo>
                    <a:cubicBezTo>
                      <a:pt x="22" y="9"/>
                      <a:pt x="21" y="21"/>
                      <a:pt x="17" y="30"/>
                    </a:cubicBezTo>
                    <a:cubicBezTo>
                      <a:pt x="16" y="33"/>
                      <a:pt x="15" y="36"/>
                      <a:pt x="14" y="38"/>
                    </a:cubicBezTo>
                    <a:cubicBezTo>
                      <a:pt x="0" y="38"/>
                      <a:pt x="0" y="38"/>
                      <a:pt x="0" y="38"/>
                    </a:cubicBezTo>
                    <a:cubicBezTo>
                      <a:pt x="0" y="32"/>
                      <a:pt x="1" y="27"/>
                      <a:pt x="2" y="28"/>
                    </a:cubicBezTo>
                    <a:cubicBezTo>
                      <a:pt x="5" y="29"/>
                      <a:pt x="4" y="11"/>
                      <a:pt x="3" y="0"/>
                    </a:cubicBezTo>
                    <a:close/>
                    <a:moveTo>
                      <a:pt x="69" y="0"/>
                    </a:moveTo>
                    <a:cubicBezTo>
                      <a:pt x="94" y="0"/>
                      <a:pt x="94" y="0"/>
                      <a:pt x="94" y="0"/>
                    </a:cubicBezTo>
                    <a:cubicBezTo>
                      <a:pt x="97" y="10"/>
                      <a:pt x="101" y="18"/>
                      <a:pt x="106" y="18"/>
                    </a:cubicBezTo>
                    <a:cubicBezTo>
                      <a:pt x="120" y="17"/>
                      <a:pt x="122" y="30"/>
                      <a:pt x="123" y="38"/>
                    </a:cubicBezTo>
                    <a:cubicBezTo>
                      <a:pt x="67" y="38"/>
                      <a:pt x="67" y="38"/>
                      <a:pt x="67" y="38"/>
                    </a:cubicBezTo>
                    <a:cubicBezTo>
                      <a:pt x="66" y="32"/>
                      <a:pt x="64" y="27"/>
                      <a:pt x="67" y="19"/>
                    </a:cubicBezTo>
                    <a:cubicBezTo>
                      <a:pt x="68" y="15"/>
                      <a:pt x="68" y="7"/>
                      <a:pt x="69" y="0"/>
                    </a:cubicBez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2" name="Freeform 119"/>
              <p:cNvSpPr>
                <a:spLocks noEditPoints="1"/>
              </p:cNvSpPr>
              <p:nvPr/>
            </p:nvSpPr>
            <p:spPr bwMode="auto">
              <a:xfrm>
                <a:off x="1624" y="1768"/>
                <a:ext cx="237" cy="75"/>
              </a:xfrm>
              <a:custGeom>
                <a:avLst/>
                <a:gdLst>
                  <a:gd name="T0" fmla="*/ 4 w 124"/>
                  <a:gd name="T1" fmla="*/ 0 h 39"/>
                  <a:gd name="T2" fmla="*/ 22 w 124"/>
                  <a:gd name="T3" fmla="*/ 0 h 39"/>
                  <a:gd name="T4" fmla="*/ 18 w 124"/>
                  <a:gd name="T5" fmla="*/ 28 h 39"/>
                  <a:gd name="T6" fmla="*/ 14 w 124"/>
                  <a:gd name="T7" fmla="*/ 39 h 39"/>
                  <a:gd name="T8" fmla="*/ 0 w 124"/>
                  <a:gd name="T9" fmla="*/ 39 h 39"/>
                  <a:gd name="T10" fmla="*/ 3 w 124"/>
                  <a:gd name="T11" fmla="*/ 26 h 39"/>
                  <a:gd name="T12" fmla="*/ 4 w 124"/>
                  <a:gd name="T13" fmla="*/ 0 h 39"/>
                  <a:gd name="T14" fmla="*/ 70 w 124"/>
                  <a:gd name="T15" fmla="*/ 0 h 39"/>
                  <a:gd name="T16" fmla="*/ 96 w 124"/>
                  <a:gd name="T17" fmla="*/ 0 h 39"/>
                  <a:gd name="T18" fmla="*/ 107 w 124"/>
                  <a:gd name="T19" fmla="*/ 16 h 39"/>
                  <a:gd name="T20" fmla="*/ 124 w 124"/>
                  <a:gd name="T21" fmla="*/ 37 h 39"/>
                  <a:gd name="T22" fmla="*/ 124 w 124"/>
                  <a:gd name="T23" fmla="*/ 39 h 39"/>
                  <a:gd name="T24" fmla="*/ 69 w 124"/>
                  <a:gd name="T25" fmla="*/ 39 h 39"/>
                  <a:gd name="T26" fmla="*/ 68 w 124"/>
                  <a:gd name="T27" fmla="*/ 17 h 39"/>
                  <a:gd name="T28" fmla="*/ 70 w 124"/>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4" h="39">
                    <a:moveTo>
                      <a:pt x="4" y="0"/>
                    </a:moveTo>
                    <a:cubicBezTo>
                      <a:pt x="22" y="0"/>
                      <a:pt x="22" y="0"/>
                      <a:pt x="22" y="0"/>
                    </a:cubicBezTo>
                    <a:cubicBezTo>
                      <a:pt x="23" y="10"/>
                      <a:pt x="22" y="20"/>
                      <a:pt x="18" y="28"/>
                    </a:cubicBezTo>
                    <a:cubicBezTo>
                      <a:pt x="16" y="32"/>
                      <a:pt x="15" y="35"/>
                      <a:pt x="14" y="39"/>
                    </a:cubicBezTo>
                    <a:cubicBezTo>
                      <a:pt x="0" y="39"/>
                      <a:pt x="0" y="39"/>
                      <a:pt x="0" y="39"/>
                    </a:cubicBezTo>
                    <a:cubicBezTo>
                      <a:pt x="1" y="32"/>
                      <a:pt x="1" y="25"/>
                      <a:pt x="3" y="26"/>
                    </a:cubicBezTo>
                    <a:cubicBezTo>
                      <a:pt x="6" y="27"/>
                      <a:pt x="5" y="12"/>
                      <a:pt x="4" y="0"/>
                    </a:cubicBezTo>
                    <a:close/>
                    <a:moveTo>
                      <a:pt x="70" y="0"/>
                    </a:moveTo>
                    <a:cubicBezTo>
                      <a:pt x="96" y="0"/>
                      <a:pt x="96" y="0"/>
                      <a:pt x="96" y="0"/>
                    </a:cubicBezTo>
                    <a:cubicBezTo>
                      <a:pt x="99" y="9"/>
                      <a:pt x="102" y="16"/>
                      <a:pt x="107" y="16"/>
                    </a:cubicBezTo>
                    <a:cubicBezTo>
                      <a:pt x="121" y="15"/>
                      <a:pt x="123" y="29"/>
                      <a:pt x="124" y="37"/>
                    </a:cubicBezTo>
                    <a:cubicBezTo>
                      <a:pt x="124" y="38"/>
                      <a:pt x="124" y="38"/>
                      <a:pt x="124" y="39"/>
                    </a:cubicBezTo>
                    <a:cubicBezTo>
                      <a:pt x="69" y="39"/>
                      <a:pt x="69" y="39"/>
                      <a:pt x="69" y="39"/>
                    </a:cubicBezTo>
                    <a:cubicBezTo>
                      <a:pt x="68" y="32"/>
                      <a:pt x="65" y="26"/>
                      <a:pt x="68" y="17"/>
                    </a:cubicBezTo>
                    <a:cubicBezTo>
                      <a:pt x="69" y="13"/>
                      <a:pt x="69" y="7"/>
                      <a:pt x="70" y="0"/>
                    </a:cubicBezTo>
                    <a:close/>
                  </a:path>
                </a:pathLst>
              </a:custGeom>
              <a:solidFill>
                <a:srgbClr val="8E8E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3" name="Freeform 120"/>
              <p:cNvSpPr>
                <a:spLocks noEditPoints="1"/>
              </p:cNvSpPr>
              <p:nvPr/>
            </p:nvSpPr>
            <p:spPr bwMode="auto">
              <a:xfrm>
                <a:off x="1624" y="1774"/>
                <a:ext cx="237" cy="75"/>
              </a:xfrm>
              <a:custGeom>
                <a:avLst/>
                <a:gdLst>
                  <a:gd name="T0" fmla="*/ 4 w 124"/>
                  <a:gd name="T1" fmla="*/ 0 h 39"/>
                  <a:gd name="T2" fmla="*/ 23 w 124"/>
                  <a:gd name="T3" fmla="*/ 0 h 39"/>
                  <a:gd name="T4" fmla="*/ 18 w 124"/>
                  <a:gd name="T5" fmla="*/ 25 h 39"/>
                  <a:gd name="T6" fmla="*/ 14 w 124"/>
                  <a:gd name="T7" fmla="*/ 39 h 39"/>
                  <a:gd name="T8" fmla="*/ 0 w 124"/>
                  <a:gd name="T9" fmla="*/ 39 h 39"/>
                  <a:gd name="T10" fmla="*/ 3 w 124"/>
                  <a:gd name="T11" fmla="*/ 23 h 39"/>
                  <a:gd name="T12" fmla="*/ 4 w 124"/>
                  <a:gd name="T13" fmla="*/ 0 h 39"/>
                  <a:gd name="T14" fmla="*/ 69 w 124"/>
                  <a:gd name="T15" fmla="*/ 0 h 39"/>
                  <a:gd name="T16" fmla="*/ 97 w 124"/>
                  <a:gd name="T17" fmla="*/ 0 h 39"/>
                  <a:gd name="T18" fmla="*/ 107 w 124"/>
                  <a:gd name="T19" fmla="*/ 13 h 39"/>
                  <a:gd name="T20" fmla="*/ 124 w 124"/>
                  <a:gd name="T21" fmla="*/ 34 h 39"/>
                  <a:gd name="T22" fmla="*/ 123 w 124"/>
                  <a:gd name="T23" fmla="*/ 39 h 39"/>
                  <a:gd name="T24" fmla="*/ 69 w 124"/>
                  <a:gd name="T25" fmla="*/ 39 h 39"/>
                  <a:gd name="T26" fmla="*/ 68 w 124"/>
                  <a:gd name="T27" fmla="*/ 14 h 39"/>
                  <a:gd name="T28" fmla="*/ 69 w 124"/>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4" h="39">
                    <a:moveTo>
                      <a:pt x="4" y="0"/>
                    </a:moveTo>
                    <a:cubicBezTo>
                      <a:pt x="23" y="0"/>
                      <a:pt x="23" y="0"/>
                      <a:pt x="23" y="0"/>
                    </a:cubicBezTo>
                    <a:cubicBezTo>
                      <a:pt x="23" y="9"/>
                      <a:pt x="22" y="18"/>
                      <a:pt x="18" y="25"/>
                    </a:cubicBezTo>
                    <a:cubicBezTo>
                      <a:pt x="16" y="30"/>
                      <a:pt x="14" y="34"/>
                      <a:pt x="14" y="39"/>
                    </a:cubicBezTo>
                    <a:cubicBezTo>
                      <a:pt x="0" y="39"/>
                      <a:pt x="0" y="39"/>
                      <a:pt x="0" y="39"/>
                    </a:cubicBezTo>
                    <a:cubicBezTo>
                      <a:pt x="1" y="30"/>
                      <a:pt x="1" y="22"/>
                      <a:pt x="3" y="23"/>
                    </a:cubicBezTo>
                    <a:cubicBezTo>
                      <a:pt x="6" y="24"/>
                      <a:pt x="5" y="11"/>
                      <a:pt x="4" y="0"/>
                    </a:cubicBezTo>
                    <a:close/>
                    <a:moveTo>
                      <a:pt x="69" y="0"/>
                    </a:moveTo>
                    <a:cubicBezTo>
                      <a:pt x="97" y="0"/>
                      <a:pt x="97" y="0"/>
                      <a:pt x="97" y="0"/>
                    </a:cubicBezTo>
                    <a:cubicBezTo>
                      <a:pt x="100" y="7"/>
                      <a:pt x="103" y="13"/>
                      <a:pt x="107" y="13"/>
                    </a:cubicBezTo>
                    <a:cubicBezTo>
                      <a:pt x="121" y="12"/>
                      <a:pt x="123" y="26"/>
                      <a:pt x="124" y="34"/>
                    </a:cubicBezTo>
                    <a:cubicBezTo>
                      <a:pt x="124" y="35"/>
                      <a:pt x="124" y="37"/>
                      <a:pt x="123" y="39"/>
                    </a:cubicBezTo>
                    <a:cubicBezTo>
                      <a:pt x="69" y="39"/>
                      <a:pt x="69" y="39"/>
                      <a:pt x="69" y="39"/>
                    </a:cubicBezTo>
                    <a:cubicBezTo>
                      <a:pt x="69" y="31"/>
                      <a:pt x="65" y="24"/>
                      <a:pt x="68" y="14"/>
                    </a:cubicBezTo>
                    <a:cubicBezTo>
                      <a:pt x="69" y="11"/>
                      <a:pt x="69" y="6"/>
                      <a:pt x="69" y="0"/>
                    </a:cubicBezTo>
                    <a:close/>
                  </a:path>
                </a:pathLst>
              </a:cu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4" name="Freeform 121"/>
              <p:cNvSpPr>
                <a:spLocks noEditPoints="1"/>
              </p:cNvSpPr>
              <p:nvPr/>
            </p:nvSpPr>
            <p:spPr bwMode="auto">
              <a:xfrm>
                <a:off x="1624" y="1780"/>
                <a:ext cx="237" cy="73"/>
              </a:xfrm>
              <a:custGeom>
                <a:avLst/>
                <a:gdLst>
                  <a:gd name="T0" fmla="*/ 4 w 124"/>
                  <a:gd name="T1" fmla="*/ 0 h 38"/>
                  <a:gd name="T2" fmla="*/ 23 w 124"/>
                  <a:gd name="T3" fmla="*/ 0 h 38"/>
                  <a:gd name="T4" fmla="*/ 18 w 124"/>
                  <a:gd name="T5" fmla="*/ 22 h 38"/>
                  <a:gd name="T6" fmla="*/ 14 w 124"/>
                  <a:gd name="T7" fmla="*/ 38 h 38"/>
                  <a:gd name="T8" fmla="*/ 0 w 124"/>
                  <a:gd name="T9" fmla="*/ 38 h 38"/>
                  <a:gd name="T10" fmla="*/ 3 w 124"/>
                  <a:gd name="T11" fmla="*/ 20 h 38"/>
                  <a:gd name="T12" fmla="*/ 4 w 124"/>
                  <a:gd name="T13" fmla="*/ 0 h 38"/>
                  <a:gd name="T14" fmla="*/ 69 w 124"/>
                  <a:gd name="T15" fmla="*/ 0 h 38"/>
                  <a:gd name="T16" fmla="*/ 98 w 124"/>
                  <a:gd name="T17" fmla="*/ 0 h 38"/>
                  <a:gd name="T18" fmla="*/ 107 w 124"/>
                  <a:gd name="T19" fmla="*/ 10 h 38"/>
                  <a:gd name="T20" fmla="*/ 124 w 124"/>
                  <a:gd name="T21" fmla="*/ 31 h 38"/>
                  <a:gd name="T22" fmla="*/ 123 w 124"/>
                  <a:gd name="T23" fmla="*/ 38 h 38"/>
                  <a:gd name="T24" fmla="*/ 69 w 124"/>
                  <a:gd name="T25" fmla="*/ 38 h 38"/>
                  <a:gd name="T26" fmla="*/ 68 w 124"/>
                  <a:gd name="T27" fmla="*/ 11 h 38"/>
                  <a:gd name="T28" fmla="*/ 69 w 124"/>
                  <a:gd name="T2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4" h="38">
                    <a:moveTo>
                      <a:pt x="4" y="0"/>
                    </a:moveTo>
                    <a:cubicBezTo>
                      <a:pt x="23" y="0"/>
                      <a:pt x="23" y="0"/>
                      <a:pt x="23" y="0"/>
                    </a:cubicBezTo>
                    <a:cubicBezTo>
                      <a:pt x="22" y="7"/>
                      <a:pt x="21" y="16"/>
                      <a:pt x="18" y="22"/>
                    </a:cubicBezTo>
                    <a:cubicBezTo>
                      <a:pt x="15" y="28"/>
                      <a:pt x="14" y="33"/>
                      <a:pt x="14" y="38"/>
                    </a:cubicBezTo>
                    <a:cubicBezTo>
                      <a:pt x="0" y="38"/>
                      <a:pt x="0" y="38"/>
                      <a:pt x="0" y="38"/>
                    </a:cubicBezTo>
                    <a:cubicBezTo>
                      <a:pt x="1" y="29"/>
                      <a:pt x="1" y="18"/>
                      <a:pt x="3" y="20"/>
                    </a:cubicBezTo>
                    <a:cubicBezTo>
                      <a:pt x="6" y="21"/>
                      <a:pt x="5" y="10"/>
                      <a:pt x="4" y="0"/>
                    </a:cubicBezTo>
                    <a:close/>
                    <a:moveTo>
                      <a:pt x="69" y="0"/>
                    </a:moveTo>
                    <a:cubicBezTo>
                      <a:pt x="98" y="0"/>
                      <a:pt x="98" y="0"/>
                      <a:pt x="98" y="0"/>
                    </a:cubicBezTo>
                    <a:cubicBezTo>
                      <a:pt x="100" y="6"/>
                      <a:pt x="103" y="10"/>
                      <a:pt x="107" y="10"/>
                    </a:cubicBezTo>
                    <a:cubicBezTo>
                      <a:pt x="121" y="9"/>
                      <a:pt x="123" y="23"/>
                      <a:pt x="124" y="31"/>
                    </a:cubicBezTo>
                    <a:cubicBezTo>
                      <a:pt x="124" y="33"/>
                      <a:pt x="123" y="35"/>
                      <a:pt x="123" y="38"/>
                    </a:cubicBezTo>
                    <a:cubicBezTo>
                      <a:pt x="69" y="38"/>
                      <a:pt x="69" y="38"/>
                      <a:pt x="69" y="38"/>
                    </a:cubicBezTo>
                    <a:cubicBezTo>
                      <a:pt x="70" y="29"/>
                      <a:pt x="65" y="22"/>
                      <a:pt x="68" y="11"/>
                    </a:cubicBezTo>
                    <a:cubicBezTo>
                      <a:pt x="68" y="8"/>
                      <a:pt x="69" y="4"/>
                      <a:pt x="69" y="0"/>
                    </a:cubicBezTo>
                    <a:close/>
                  </a:path>
                </a:pathLst>
              </a:custGeom>
              <a:solidFill>
                <a:srgbClr val="9494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5" name="Freeform 122"/>
              <p:cNvSpPr>
                <a:spLocks noEditPoints="1"/>
              </p:cNvSpPr>
              <p:nvPr/>
            </p:nvSpPr>
            <p:spPr bwMode="auto">
              <a:xfrm>
                <a:off x="1624" y="1784"/>
                <a:ext cx="237" cy="74"/>
              </a:xfrm>
              <a:custGeom>
                <a:avLst/>
                <a:gdLst>
                  <a:gd name="T0" fmla="*/ 5 w 124"/>
                  <a:gd name="T1" fmla="*/ 0 h 39"/>
                  <a:gd name="T2" fmla="*/ 22 w 124"/>
                  <a:gd name="T3" fmla="*/ 0 h 39"/>
                  <a:gd name="T4" fmla="*/ 18 w 124"/>
                  <a:gd name="T5" fmla="*/ 20 h 39"/>
                  <a:gd name="T6" fmla="*/ 13 w 124"/>
                  <a:gd name="T7" fmla="*/ 39 h 39"/>
                  <a:gd name="T8" fmla="*/ 0 w 124"/>
                  <a:gd name="T9" fmla="*/ 39 h 39"/>
                  <a:gd name="T10" fmla="*/ 3 w 124"/>
                  <a:gd name="T11" fmla="*/ 18 h 39"/>
                  <a:gd name="T12" fmla="*/ 5 w 124"/>
                  <a:gd name="T13" fmla="*/ 0 h 39"/>
                  <a:gd name="T14" fmla="*/ 69 w 124"/>
                  <a:gd name="T15" fmla="*/ 0 h 39"/>
                  <a:gd name="T16" fmla="*/ 99 w 124"/>
                  <a:gd name="T17" fmla="*/ 0 h 39"/>
                  <a:gd name="T18" fmla="*/ 107 w 124"/>
                  <a:gd name="T19" fmla="*/ 8 h 39"/>
                  <a:gd name="T20" fmla="*/ 124 w 124"/>
                  <a:gd name="T21" fmla="*/ 29 h 39"/>
                  <a:gd name="T22" fmla="*/ 122 w 124"/>
                  <a:gd name="T23" fmla="*/ 39 h 39"/>
                  <a:gd name="T24" fmla="*/ 68 w 124"/>
                  <a:gd name="T25" fmla="*/ 39 h 39"/>
                  <a:gd name="T26" fmla="*/ 68 w 124"/>
                  <a:gd name="T27" fmla="*/ 39 h 39"/>
                  <a:gd name="T28" fmla="*/ 68 w 124"/>
                  <a:gd name="T29" fmla="*/ 9 h 39"/>
                  <a:gd name="T30" fmla="*/ 69 w 124"/>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4" h="39">
                    <a:moveTo>
                      <a:pt x="5" y="0"/>
                    </a:moveTo>
                    <a:cubicBezTo>
                      <a:pt x="22" y="0"/>
                      <a:pt x="22" y="0"/>
                      <a:pt x="22" y="0"/>
                    </a:cubicBezTo>
                    <a:cubicBezTo>
                      <a:pt x="22" y="7"/>
                      <a:pt x="21" y="14"/>
                      <a:pt x="18" y="20"/>
                    </a:cubicBezTo>
                    <a:cubicBezTo>
                      <a:pt x="15" y="27"/>
                      <a:pt x="14" y="33"/>
                      <a:pt x="13" y="39"/>
                    </a:cubicBezTo>
                    <a:cubicBezTo>
                      <a:pt x="0" y="39"/>
                      <a:pt x="0" y="39"/>
                      <a:pt x="0" y="39"/>
                    </a:cubicBezTo>
                    <a:cubicBezTo>
                      <a:pt x="1" y="30"/>
                      <a:pt x="1" y="16"/>
                      <a:pt x="3" y="18"/>
                    </a:cubicBezTo>
                    <a:cubicBezTo>
                      <a:pt x="6" y="19"/>
                      <a:pt x="5" y="10"/>
                      <a:pt x="5" y="0"/>
                    </a:cubicBezTo>
                    <a:close/>
                    <a:moveTo>
                      <a:pt x="69" y="0"/>
                    </a:moveTo>
                    <a:cubicBezTo>
                      <a:pt x="99" y="0"/>
                      <a:pt x="99" y="0"/>
                      <a:pt x="99" y="0"/>
                    </a:cubicBezTo>
                    <a:cubicBezTo>
                      <a:pt x="101" y="5"/>
                      <a:pt x="104" y="8"/>
                      <a:pt x="107" y="8"/>
                    </a:cubicBezTo>
                    <a:cubicBezTo>
                      <a:pt x="121" y="7"/>
                      <a:pt x="123" y="21"/>
                      <a:pt x="124" y="29"/>
                    </a:cubicBezTo>
                    <a:cubicBezTo>
                      <a:pt x="124" y="32"/>
                      <a:pt x="123" y="35"/>
                      <a:pt x="122" y="39"/>
                    </a:cubicBezTo>
                    <a:cubicBezTo>
                      <a:pt x="68" y="39"/>
                      <a:pt x="68" y="39"/>
                      <a:pt x="68" y="39"/>
                    </a:cubicBezTo>
                    <a:cubicBezTo>
                      <a:pt x="68" y="39"/>
                      <a:pt x="68" y="39"/>
                      <a:pt x="68" y="39"/>
                    </a:cubicBezTo>
                    <a:cubicBezTo>
                      <a:pt x="71" y="28"/>
                      <a:pt x="64" y="21"/>
                      <a:pt x="68" y="9"/>
                    </a:cubicBezTo>
                    <a:cubicBezTo>
                      <a:pt x="68" y="7"/>
                      <a:pt x="69" y="4"/>
                      <a:pt x="69" y="0"/>
                    </a:cubicBez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6" name="Freeform 123"/>
              <p:cNvSpPr>
                <a:spLocks noEditPoints="1"/>
              </p:cNvSpPr>
              <p:nvPr/>
            </p:nvSpPr>
            <p:spPr bwMode="auto">
              <a:xfrm>
                <a:off x="1583" y="1789"/>
                <a:ext cx="278" cy="75"/>
              </a:xfrm>
              <a:custGeom>
                <a:avLst/>
                <a:gdLst>
                  <a:gd name="T0" fmla="*/ 26 w 145"/>
                  <a:gd name="T1" fmla="*/ 0 h 39"/>
                  <a:gd name="T2" fmla="*/ 43 w 145"/>
                  <a:gd name="T3" fmla="*/ 0 h 39"/>
                  <a:gd name="T4" fmla="*/ 39 w 145"/>
                  <a:gd name="T5" fmla="*/ 17 h 39"/>
                  <a:gd name="T6" fmla="*/ 34 w 145"/>
                  <a:gd name="T7" fmla="*/ 39 h 39"/>
                  <a:gd name="T8" fmla="*/ 21 w 145"/>
                  <a:gd name="T9" fmla="*/ 39 h 39"/>
                  <a:gd name="T10" fmla="*/ 24 w 145"/>
                  <a:gd name="T11" fmla="*/ 15 h 39"/>
                  <a:gd name="T12" fmla="*/ 26 w 145"/>
                  <a:gd name="T13" fmla="*/ 0 h 39"/>
                  <a:gd name="T14" fmla="*/ 90 w 145"/>
                  <a:gd name="T15" fmla="*/ 0 h 39"/>
                  <a:gd name="T16" fmla="*/ 122 w 145"/>
                  <a:gd name="T17" fmla="*/ 0 h 39"/>
                  <a:gd name="T18" fmla="*/ 128 w 145"/>
                  <a:gd name="T19" fmla="*/ 5 h 39"/>
                  <a:gd name="T20" fmla="*/ 145 w 145"/>
                  <a:gd name="T21" fmla="*/ 26 h 39"/>
                  <a:gd name="T22" fmla="*/ 142 w 145"/>
                  <a:gd name="T23" fmla="*/ 39 h 39"/>
                  <a:gd name="T24" fmla="*/ 89 w 145"/>
                  <a:gd name="T25" fmla="*/ 39 h 39"/>
                  <a:gd name="T26" fmla="*/ 89 w 145"/>
                  <a:gd name="T27" fmla="*/ 36 h 39"/>
                  <a:gd name="T28" fmla="*/ 89 w 145"/>
                  <a:gd name="T29" fmla="*/ 6 h 39"/>
                  <a:gd name="T30" fmla="*/ 90 w 145"/>
                  <a:gd name="T31" fmla="*/ 0 h 39"/>
                  <a:gd name="T32" fmla="*/ 6 w 145"/>
                  <a:gd name="T33" fmla="*/ 39 h 39"/>
                  <a:gd name="T34" fmla="*/ 0 w 145"/>
                  <a:gd name="T35" fmla="*/ 39 h 39"/>
                  <a:gd name="T36" fmla="*/ 6 w 145"/>
                  <a:gd name="T3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5" h="39">
                    <a:moveTo>
                      <a:pt x="26" y="0"/>
                    </a:moveTo>
                    <a:cubicBezTo>
                      <a:pt x="43" y="0"/>
                      <a:pt x="43" y="0"/>
                      <a:pt x="43" y="0"/>
                    </a:cubicBezTo>
                    <a:cubicBezTo>
                      <a:pt x="43" y="6"/>
                      <a:pt x="41" y="12"/>
                      <a:pt x="39" y="17"/>
                    </a:cubicBezTo>
                    <a:cubicBezTo>
                      <a:pt x="35" y="25"/>
                      <a:pt x="34" y="32"/>
                      <a:pt x="34" y="39"/>
                    </a:cubicBezTo>
                    <a:cubicBezTo>
                      <a:pt x="21" y="39"/>
                      <a:pt x="21" y="39"/>
                      <a:pt x="21" y="39"/>
                    </a:cubicBezTo>
                    <a:cubicBezTo>
                      <a:pt x="22" y="29"/>
                      <a:pt x="21" y="13"/>
                      <a:pt x="24" y="15"/>
                    </a:cubicBezTo>
                    <a:cubicBezTo>
                      <a:pt x="26" y="16"/>
                      <a:pt x="26" y="8"/>
                      <a:pt x="26" y="0"/>
                    </a:cubicBezTo>
                    <a:close/>
                    <a:moveTo>
                      <a:pt x="90" y="0"/>
                    </a:moveTo>
                    <a:cubicBezTo>
                      <a:pt x="122" y="0"/>
                      <a:pt x="122" y="0"/>
                      <a:pt x="122" y="0"/>
                    </a:cubicBezTo>
                    <a:cubicBezTo>
                      <a:pt x="124" y="3"/>
                      <a:pt x="126" y="5"/>
                      <a:pt x="128" y="5"/>
                    </a:cubicBezTo>
                    <a:cubicBezTo>
                      <a:pt x="142" y="4"/>
                      <a:pt x="144" y="18"/>
                      <a:pt x="145" y="26"/>
                    </a:cubicBezTo>
                    <a:cubicBezTo>
                      <a:pt x="145" y="29"/>
                      <a:pt x="144" y="34"/>
                      <a:pt x="142" y="39"/>
                    </a:cubicBezTo>
                    <a:cubicBezTo>
                      <a:pt x="89" y="39"/>
                      <a:pt x="89" y="39"/>
                      <a:pt x="89" y="39"/>
                    </a:cubicBezTo>
                    <a:cubicBezTo>
                      <a:pt x="89" y="37"/>
                      <a:pt x="89" y="36"/>
                      <a:pt x="89" y="36"/>
                    </a:cubicBezTo>
                    <a:cubicBezTo>
                      <a:pt x="92" y="25"/>
                      <a:pt x="85" y="18"/>
                      <a:pt x="89" y="6"/>
                    </a:cubicBezTo>
                    <a:cubicBezTo>
                      <a:pt x="89" y="5"/>
                      <a:pt x="89" y="2"/>
                      <a:pt x="90" y="0"/>
                    </a:cubicBezTo>
                    <a:close/>
                    <a:moveTo>
                      <a:pt x="6" y="39"/>
                    </a:moveTo>
                    <a:cubicBezTo>
                      <a:pt x="0" y="39"/>
                      <a:pt x="0" y="39"/>
                      <a:pt x="0" y="39"/>
                    </a:cubicBezTo>
                    <a:cubicBezTo>
                      <a:pt x="2" y="39"/>
                      <a:pt x="4" y="39"/>
                      <a:pt x="6" y="39"/>
                    </a:cubicBez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7" name="Freeform 124"/>
              <p:cNvSpPr>
                <a:spLocks noEditPoints="1"/>
              </p:cNvSpPr>
              <p:nvPr/>
            </p:nvSpPr>
            <p:spPr bwMode="auto">
              <a:xfrm>
                <a:off x="1559" y="1795"/>
                <a:ext cx="302" cy="73"/>
              </a:xfrm>
              <a:custGeom>
                <a:avLst/>
                <a:gdLst>
                  <a:gd name="T0" fmla="*/ 39 w 158"/>
                  <a:gd name="T1" fmla="*/ 0 h 38"/>
                  <a:gd name="T2" fmla="*/ 56 w 158"/>
                  <a:gd name="T3" fmla="*/ 0 h 38"/>
                  <a:gd name="T4" fmla="*/ 52 w 158"/>
                  <a:gd name="T5" fmla="*/ 14 h 38"/>
                  <a:gd name="T6" fmla="*/ 47 w 158"/>
                  <a:gd name="T7" fmla="*/ 38 h 38"/>
                  <a:gd name="T8" fmla="*/ 33 w 158"/>
                  <a:gd name="T9" fmla="*/ 38 h 38"/>
                  <a:gd name="T10" fmla="*/ 37 w 158"/>
                  <a:gd name="T11" fmla="*/ 12 h 38"/>
                  <a:gd name="T12" fmla="*/ 39 w 158"/>
                  <a:gd name="T13" fmla="*/ 0 h 38"/>
                  <a:gd name="T14" fmla="*/ 102 w 158"/>
                  <a:gd name="T15" fmla="*/ 0 h 38"/>
                  <a:gd name="T16" fmla="*/ 137 w 158"/>
                  <a:gd name="T17" fmla="*/ 0 h 38"/>
                  <a:gd name="T18" fmla="*/ 141 w 158"/>
                  <a:gd name="T19" fmla="*/ 2 h 38"/>
                  <a:gd name="T20" fmla="*/ 158 w 158"/>
                  <a:gd name="T21" fmla="*/ 23 h 38"/>
                  <a:gd name="T22" fmla="*/ 154 w 158"/>
                  <a:gd name="T23" fmla="*/ 38 h 38"/>
                  <a:gd name="T24" fmla="*/ 102 w 158"/>
                  <a:gd name="T25" fmla="*/ 38 h 38"/>
                  <a:gd name="T26" fmla="*/ 102 w 158"/>
                  <a:gd name="T27" fmla="*/ 33 h 38"/>
                  <a:gd name="T28" fmla="*/ 102 w 158"/>
                  <a:gd name="T29" fmla="*/ 3 h 38"/>
                  <a:gd name="T30" fmla="*/ 102 w 158"/>
                  <a:gd name="T31" fmla="*/ 0 h 38"/>
                  <a:gd name="T32" fmla="*/ 27 w 158"/>
                  <a:gd name="T33" fmla="*/ 38 h 38"/>
                  <a:gd name="T34" fmla="*/ 0 w 158"/>
                  <a:gd name="T35" fmla="*/ 38 h 38"/>
                  <a:gd name="T36" fmla="*/ 2 w 158"/>
                  <a:gd name="T37" fmla="*/ 38 h 38"/>
                  <a:gd name="T38" fmla="*/ 27 w 158"/>
                  <a:gd name="T3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8" h="38">
                    <a:moveTo>
                      <a:pt x="39" y="0"/>
                    </a:moveTo>
                    <a:cubicBezTo>
                      <a:pt x="56" y="0"/>
                      <a:pt x="56" y="0"/>
                      <a:pt x="56" y="0"/>
                    </a:cubicBezTo>
                    <a:cubicBezTo>
                      <a:pt x="55" y="5"/>
                      <a:pt x="54" y="10"/>
                      <a:pt x="52" y="14"/>
                    </a:cubicBezTo>
                    <a:cubicBezTo>
                      <a:pt x="48" y="23"/>
                      <a:pt x="47" y="31"/>
                      <a:pt x="47" y="38"/>
                    </a:cubicBezTo>
                    <a:cubicBezTo>
                      <a:pt x="33" y="38"/>
                      <a:pt x="33" y="38"/>
                      <a:pt x="33" y="38"/>
                    </a:cubicBezTo>
                    <a:cubicBezTo>
                      <a:pt x="35" y="30"/>
                      <a:pt x="34" y="10"/>
                      <a:pt x="37" y="12"/>
                    </a:cubicBezTo>
                    <a:cubicBezTo>
                      <a:pt x="39" y="13"/>
                      <a:pt x="39" y="7"/>
                      <a:pt x="39" y="0"/>
                    </a:cubicBezTo>
                    <a:close/>
                    <a:moveTo>
                      <a:pt x="102" y="0"/>
                    </a:moveTo>
                    <a:cubicBezTo>
                      <a:pt x="137" y="0"/>
                      <a:pt x="137" y="0"/>
                      <a:pt x="137" y="0"/>
                    </a:cubicBezTo>
                    <a:cubicBezTo>
                      <a:pt x="138" y="1"/>
                      <a:pt x="140" y="2"/>
                      <a:pt x="141" y="2"/>
                    </a:cubicBezTo>
                    <a:cubicBezTo>
                      <a:pt x="155" y="1"/>
                      <a:pt x="157" y="15"/>
                      <a:pt x="158" y="23"/>
                    </a:cubicBezTo>
                    <a:cubicBezTo>
                      <a:pt x="158" y="26"/>
                      <a:pt x="156" y="32"/>
                      <a:pt x="154" y="38"/>
                    </a:cubicBezTo>
                    <a:cubicBezTo>
                      <a:pt x="102" y="38"/>
                      <a:pt x="102" y="38"/>
                      <a:pt x="102" y="38"/>
                    </a:cubicBezTo>
                    <a:cubicBezTo>
                      <a:pt x="102" y="36"/>
                      <a:pt x="102" y="33"/>
                      <a:pt x="102" y="33"/>
                    </a:cubicBezTo>
                    <a:cubicBezTo>
                      <a:pt x="105" y="22"/>
                      <a:pt x="98" y="15"/>
                      <a:pt x="102" y="3"/>
                    </a:cubicBezTo>
                    <a:cubicBezTo>
                      <a:pt x="102" y="2"/>
                      <a:pt x="102" y="1"/>
                      <a:pt x="102" y="0"/>
                    </a:cubicBezTo>
                    <a:close/>
                    <a:moveTo>
                      <a:pt x="27" y="38"/>
                    </a:moveTo>
                    <a:cubicBezTo>
                      <a:pt x="0" y="38"/>
                      <a:pt x="0" y="38"/>
                      <a:pt x="0" y="38"/>
                    </a:cubicBezTo>
                    <a:cubicBezTo>
                      <a:pt x="1" y="38"/>
                      <a:pt x="1" y="38"/>
                      <a:pt x="2" y="38"/>
                    </a:cubicBezTo>
                    <a:cubicBezTo>
                      <a:pt x="12" y="35"/>
                      <a:pt x="21" y="34"/>
                      <a:pt x="27" y="38"/>
                    </a:cubicBezTo>
                    <a:close/>
                  </a:path>
                </a:pathLst>
              </a:custGeom>
              <a:solidFill>
                <a:srgbClr val="9B9B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8" name="Freeform 125"/>
              <p:cNvSpPr>
                <a:spLocks noEditPoints="1"/>
              </p:cNvSpPr>
              <p:nvPr/>
            </p:nvSpPr>
            <p:spPr bwMode="auto">
              <a:xfrm>
                <a:off x="1551" y="1801"/>
                <a:ext cx="310" cy="73"/>
              </a:xfrm>
              <a:custGeom>
                <a:avLst/>
                <a:gdLst>
                  <a:gd name="T0" fmla="*/ 43 w 162"/>
                  <a:gd name="T1" fmla="*/ 0 h 38"/>
                  <a:gd name="T2" fmla="*/ 59 w 162"/>
                  <a:gd name="T3" fmla="*/ 0 h 38"/>
                  <a:gd name="T4" fmla="*/ 56 w 162"/>
                  <a:gd name="T5" fmla="*/ 11 h 38"/>
                  <a:gd name="T6" fmla="*/ 52 w 162"/>
                  <a:gd name="T7" fmla="*/ 38 h 38"/>
                  <a:gd name="T8" fmla="*/ 36 w 162"/>
                  <a:gd name="T9" fmla="*/ 38 h 38"/>
                  <a:gd name="T10" fmla="*/ 41 w 162"/>
                  <a:gd name="T11" fmla="*/ 9 h 38"/>
                  <a:gd name="T12" fmla="*/ 43 w 162"/>
                  <a:gd name="T13" fmla="*/ 0 h 38"/>
                  <a:gd name="T14" fmla="*/ 106 w 162"/>
                  <a:gd name="T15" fmla="*/ 0 h 38"/>
                  <a:gd name="T16" fmla="*/ 151 w 162"/>
                  <a:gd name="T17" fmla="*/ 0 h 38"/>
                  <a:gd name="T18" fmla="*/ 162 w 162"/>
                  <a:gd name="T19" fmla="*/ 20 h 38"/>
                  <a:gd name="T20" fmla="*/ 157 w 162"/>
                  <a:gd name="T21" fmla="*/ 38 h 38"/>
                  <a:gd name="T22" fmla="*/ 106 w 162"/>
                  <a:gd name="T23" fmla="*/ 38 h 38"/>
                  <a:gd name="T24" fmla="*/ 106 w 162"/>
                  <a:gd name="T25" fmla="*/ 30 h 38"/>
                  <a:gd name="T26" fmla="*/ 106 w 162"/>
                  <a:gd name="T27" fmla="*/ 0 h 38"/>
                  <a:gd name="T28" fmla="*/ 106 w 162"/>
                  <a:gd name="T29" fmla="*/ 0 h 38"/>
                  <a:gd name="T30" fmla="*/ 34 w 162"/>
                  <a:gd name="T31" fmla="*/ 38 h 38"/>
                  <a:gd name="T32" fmla="*/ 0 w 162"/>
                  <a:gd name="T33" fmla="*/ 38 h 38"/>
                  <a:gd name="T34" fmla="*/ 6 w 162"/>
                  <a:gd name="T35" fmla="*/ 35 h 38"/>
                  <a:gd name="T36" fmla="*/ 34 w 162"/>
                  <a:gd name="T3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2" h="38">
                    <a:moveTo>
                      <a:pt x="43" y="0"/>
                    </a:moveTo>
                    <a:cubicBezTo>
                      <a:pt x="59" y="0"/>
                      <a:pt x="59" y="0"/>
                      <a:pt x="59" y="0"/>
                    </a:cubicBezTo>
                    <a:cubicBezTo>
                      <a:pt x="59" y="4"/>
                      <a:pt x="58" y="8"/>
                      <a:pt x="56" y="11"/>
                    </a:cubicBezTo>
                    <a:cubicBezTo>
                      <a:pt x="51" y="21"/>
                      <a:pt x="51" y="29"/>
                      <a:pt x="52" y="38"/>
                    </a:cubicBezTo>
                    <a:cubicBezTo>
                      <a:pt x="36" y="38"/>
                      <a:pt x="36" y="38"/>
                      <a:pt x="36" y="38"/>
                    </a:cubicBezTo>
                    <a:cubicBezTo>
                      <a:pt x="39" y="33"/>
                      <a:pt x="37" y="7"/>
                      <a:pt x="41" y="9"/>
                    </a:cubicBezTo>
                    <a:cubicBezTo>
                      <a:pt x="43" y="10"/>
                      <a:pt x="43" y="5"/>
                      <a:pt x="43" y="0"/>
                    </a:cubicBezTo>
                    <a:close/>
                    <a:moveTo>
                      <a:pt x="106" y="0"/>
                    </a:moveTo>
                    <a:cubicBezTo>
                      <a:pt x="151" y="0"/>
                      <a:pt x="151" y="0"/>
                      <a:pt x="151" y="0"/>
                    </a:cubicBezTo>
                    <a:cubicBezTo>
                      <a:pt x="160" y="3"/>
                      <a:pt x="161" y="13"/>
                      <a:pt x="162" y="20"/>
                    </a:cubicBezTo>
                    <a:cubicBezTo>
                      <a:pt x="162" y="24"/>
                      <a:pt x="160" y="31"/>
                      <a:pt x="157" y="38"/>
                    </a:cubicBezTo>
                    <a:cubicBezTo>
                      <a:pt x="106" y="38"/>
                      <a:pt x="106" y="38"/>
                      <a:pt x="106" y="38"/>
                    </a:cubicBezTo>
                    <a:cubicBezTo>
                      <a:pt x="106" y="34"/>
                      <a:pt x="106" y="31"/>
                      <a:pt x="106" y="30"/>
                    </a:cubicBezTo>
                    <a:cubicBezTo>
                      <a:pt x="109" y="19"/>
                      <a:pt x="102" y="12"/>
                      <a:pt x="106" y="0"/>
                    </a:cubicBezTo>
                    <a:cubicBezTo>
                      <a:pt x="106" y="0"/>
                      <a:pt x="106" y="0"/>
                      <a:pt x="106" y="0"/>
                    </a:cubicBezTo>
                    <a:close/>
                    <a:moveTo>
                      <a:pt x="34" y="38"/>
                    </a:moveTo>
                    <a:cubicBezTo>
                      <a:pt x="0" y="38"/>
                      <a:pt x="0" y="38"/>
                      <a:pt x="0" y="38"/>
                    </a:cubicBezTo>
                    <a:cubicBezTo>
                      <a:pt x="1" y="37"/>
                      <a:pt x="3" y="36"/>
                      <a:pt x="6" y="35"/>
                    </a:cubicBezTo>
                    <a:cubicBezTo>
                      <a:pt x="18" y="32"/>
                      <a:pt x="28" y="31"/>
                      <a:pt x="34" y="38"/>
                    </a:cubicBezTo>
                    <a:close/>
                  </a:path>
                </a:pathLst>
              </a:custGeom>
              <a:solidFill>
                <a:srgbClr val="9F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9" name="Freeform 126"/>
              <p:cNvSpPr>
                <a:spLocks noEditPoints="1"/>
              </p:cNvSpPr>
              <p:nvPr/>
            </p:nvSpPr>
            <p:spPr bwMode="auto">
              <a:xfrm>
                <a:off x="1547" y="1805"/>
                <a:ext cx="314" cy="82"/>
              </a:xfrm>
              <a:custGeom>
                <a:avLst/>
                <a:gdLst>
                  <a:gd name="T0" fmla="*/ 45 w 164"/>
                  <a:gd name="T1" fmla="*/ 0 h 43"/>
                  <a:gd name="T2" fmla="*/ 61 w 164"/>
                  <a:gd name="T3" fmla="*/ 0 h 43"/>
                  <a:gd name="T4" fmla="*/ 58 w 164"/>
                  <a:gd name="T5" fmla="*/ 9 h 43"/>
                  <a:gd name="T6" fmla="*/ 54 w 164"/>
                  <a:gd name="T7" fmla="*/ 39 h 43"/>
                  <a:gd name="T8" fmla="*/ 0 w 164"/>
                  <a:gd name="T9" fmla="*/ 39 h 43"/>
                  <a:gd name="T10" fmla="*/ 8 w 164"/>
                  <a:gd name="T11" fmla="*/ 33 h 43"/>
                  <a:gd name="T12" fmla="*/ 36 w 164"/>
                  <a:gd name="T13" fmla="*/ 36 h 43"/>
                  <a:gd name="T14" fmla="*/ 43 w 164"/>
                  <a:gd name="T15" fmla="*/ 7 h 43"/>
                  <a:gd name="T16" fmla="*/ 45 w 164"/>
                  <a:gd name="T17" fmla="*/ 0 h 43"/>
                  <a:gd name="T18" fmla="*/ 107 w 164"/>
                  <a:gd name="T19" fmla="*/ 0 h 43"/>
                  <a:gd name="T20" fmla="*/ 158 w 164"/>
                  <a:gd name="T21" fmla="*/ 0 h 43"/>
                  <a:gd name="T22" fmla="*/ 164 w 164"/>
                  <a:gd name="T23" fmla="*/ 18 h 43"/>
                  <a:gd name="T24" fmla="*/ 158 w 164"/>
                  <a:gd name="T25" fmla="*/ 39 h 43"/>
                  <a:gd name="T26" fmla="*/ 108 w 164"/>
                  <a:gd name="T27" fmla="*/ 39 h 43"/>
                  <a:gd name="T28" fmla="*/ 108 w 164"/>
                  <a:gd name="T29" fmla="*/ 28 h 43"/>
                  <a:gd name="T30" fmla="*/ 107 w 164"/>
                  <a:gd name="T3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4" h="43">
                    <a:moveTo>
                      <a:pt x="45" y="0"/>
                    </a:moveTo>
                    <a:cubicBezTo>
                      <a:pt x="61" y="0"/>
                      <a:pt x="61" y="0"/>
                      <a:pt x="61" y="0"/>
                    </a:cubicBezTo>
                    <a:cubicBezTo>
                      <a:pt x="60" y="3"/>
                      <a:pt x="59" y="6"/>
                      <a:pt x="58" y="9"/>
                    </a:cubicBezTo>
                    <a:cubicBezTo>
                      <a:pt x="53" y="20"/>
                      <a:pt x="53" y="29"/>
                      <a:pt x="54" y="39"/>
                    </a:cubicBezTo>
                    <a:cubicBezTo>
                      <a:pt x="0" y="39"/>
                      <a:pt x="0" y="39"/>
                      <a:pt x="0" y="39"/>
                    </a:cubicBezTo>
                    <a:cubicBezTo>
                      <a:pt x="1" y="36"/>
                      <a:pt x="4" y="34"/>
                      <a:pt x="8" y="33"/>
                    </a:cubicBezTo>
                    <a:cubicBezTo>
                      <a:pt x="20" y="29"/>
                      <a:pt x="30" y="29"/>
                      <a:pt x="36" y="36"/>
                    </a:cubicBezTo>
                    <a:cubicBezTo>
                      <a:pt x="42" y="43"/>
                      <a:pt x="39" y="4"/>
                      <a:pt x="43" y="7"/>
                    </a:cubicBezTo>
                    <a:cubicBezTo>
                      <a:pt x="45" y="7"/>
                      <a:pt x="45" y="5"/>
                      <a:pt x="45" y="0"/>
                    </a:cubicBezTo>
                    <a:close/>
                    <a:moveTo>
                      <a:pt x="107" y="0"/>
                    </a:moveTo>
                    <a:cubicBezTo>
                      <a:pt x="158" y="0"/>
                      <a:pt x="158" y="0"/>
                      <a:pt x="158" y="0"/>
                    </a:cubicBezTo>
                    <a:cubicBezTo>
                      <a:pt x="162" y="5"/>
                      <a:pt x="164" y="12"/>
                      <a:pt x="164" y="18"/>
                    </a:cubicBezTo>
                    <a:cubicBezTo>
                      <a:pt x="164" y="22"/>
                      <a:pt x="161" y="31"/>
                      <a:pt x="158" y="39"/>
                    </a:cubicBezTo>
                    <a:cubicBezTo>
                      <a:pt x="108" y="39"/>
                      <a:pt x="108" y="39"/>
                      <a:pt x="108" y="39"/>
                    </a:cubicBezTo>
                    <a:cubicBezTo>
                      <a:pt x="108" y="33"/>
                      <a:pt x="108" y="29"/>
                      <a:pt x="108" y="28"/>
                    </a:cubicBezTo>
                    <a:cubicBezTo>
                      <a:pt x="110" y="18"/>
                      <a:pt x="105" y="10"/>
                      <a:pt x="107" y="0"/>
                    </a:cubicBezTo>
                    <a:close/>
                  </a:path>
                </a:pathLst>
              </a:custGeom>
              <a:solidFill>
                <a:srgbClr val="A1A0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0" name="Freeform 127"/>
              <p:cNvSpPr>
                <a:spLocks noEditPoints="1"/>
              </p:cNvSpPr>
              <p:nvPr/>
            </p:nvSpPr>
            <p:spPr bwMode="auto">
              <a:xfrm>
                <a:off x="1545" y="1810"/>
                <a:ext cx="316" cy="77"/>
              </a:xfrm>
              <a:custGeom>
                <a:avLst/>
                <a:gdLst>
                  <a:gd name="T0" fmla="*/ 46 w 165"/>
                  <a:gd name="T1" fmla="*/ 0 h 40"/>
                  <a:gd name="T2" fmla="*/ 61 w 165"/>
                  <a:gd name="T3" fmla="*/ 0 h 40"/>
                  <a:gd name="T4" fmla="*/ 59 w 165"/>
                  <a:gd name="T5" fmla="*/ 6 h 40"/>
                  <a:gd name="T6" fmla="*/ 55 w 165"/>
                  <a:gd name="T7" fmla="*/ 39 h 40"/>
                  <a:gd name="T8" fmla="*/ 0 w 165"/>
                  <a:gd name="T9" fmla="*/ 39 h 40"/>
                  <a:gd name="T10" fmla="*/ 9 w 165"/>
                  <a:gd name="T11" fmla="*/ 30 h 40"/>
                  <a:gd name="T12" fmla="*/ 37 w 165"/>
                  <a:gd name="T13" fmla="*/ 33 h 40"/>
                  <a:gd name="T14" fmla="*/ 44 w 165"/>
                  <a:gd name="T15" fmla="*/ 4 h 40"/>
                  <a:gd name="T16" fmla="*/ 46 w 165"/>
                  <a:gd name="T17" fmla="*/ 0 h 40"/>
                  <a:gd name="T18" fmla="*/ 108 w 165"/>
                  <a:gd name="T19" fmla="*/ 0 h 40"/>
                  <a:gd name="T20" fmla="*/ 161 w 165"/>
                  <a:gd name="T21" fmla="*/ 0 h 40"/>
                  <a:gd name="T22" fmla="*/ 165 w 165"/>
                  <a:gd name="T23" fmla="*/ 15 h 40"/>
                  <a:gd name="T24" fmla="*/ 158 w 165"/>
                  <a:gd name="T25" fmla="*/ 39 h 40"/>
                  <a:gd name="T26" fmla="*/ 109 w 165"/>
                  <a:gd name="T27" fmla="*/ 39 h 40"/>
                  <a:gd name="T28" fmla="*/ 109 w 165"/>
                  <a:gd name="T29" fmla="*/ 25 h 40"/>
                  <a:gd name="T30" fmla="*/ 108 w 165"/>
                  <a:gd name="T3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5" h="40">
                    <a:moveTo>
                      <a:pt x="46" y="0"/>
                    </a:moveTo>
                    <a:cubicBezTo>
                      <a:pt x="61" y="0"/>
                      <a:pt x="61" y="0"/>
                      <a:pt x="61" y="0"/>
                    </a:cubicBezTo>
                    <a:cubicBezTo>
                      <a:pt x="61" y="2"/>
                      <a:pt x="60" y="4"/>
                      <a:pt x="59" y="6"/>
                    </a:cubicBezTo>
                    <a:cubicBezTo>
                      <a:pt x="53" y="18"/>
                      <a:pt x="54" y="28"/>
                      <a:pt x="55" y="39"/>
                    </a:cubicBezTo>
                    <a:cubicBezTo>
                      <a:pt x="0" y="39"/>
                      <a:pt x="0" y="39"/>
                      <a:pt x="0" y="39"/>
                    </a:cubicBezTo>
                    <a:cubicBezTo>
                      <a:pt x="1" y="34"/>
                      <a:pt x="3" y="32"/>
                      <a:pt x="9" y="30"/>
                    </a:cubicBezTo>
                    <a:cubicBezTo>
                      <a:pt x="21" y="26"/>
                      <a:pt x="31" y="26"/>
                      <a:pt x="37" y="33"/>
                    </a:cubicBezTo>
                    <a:cubicBezTo>
                      <a:pt x="43" y="40"/>
                      <a:pt x="40" y="1"/>
                      <a:pt x="44" y="4"/>
                    </a:cubicBezTo>
                    <a:cubicBezTo>
                      <a:pt x="45" y="4"/>
                      <a:pt x="46" y="3"/>
                      <a:pt x="46" y="0"/>
                    </a:cubicBezTo>
                    <a:close/>
                    <a:moveTo>
                      <a:pt x="108" y="0"/>
                    </a:moveTo>
                    <a:cubicBezTo>
                      <a:pt x="161" y="0"/>
                      <a:pt x="161" y="0"/>
                      <a:pt x="161" y="0"/>
                    </a:cubicBezTo>
                    <a:cubicBezTo>
                      <a:pt x="164" y="4"/>
                      <a:pt x="165" y="11"/>
                      <a:pt x="165" y="15"/>
                    </a:cubicBezTo>
                    <a:cubicBezTo>
                      <a:pt x="165" y="20"/>
                      <a:pt x="161" y="29"/>
                      <a:pt x="158" y="39"/>
                    </a:cubicBezTo>
                    <a:cubicBezTo>
                      <a:pt x="109" y="39"/>
                      <a:pt x="109" y="39"/>
                      <a:pt x="109" y="39"/>
                    </a:cubicBezTo>
                    <a:cubicBezTo>
                      <a:pt x="109" y="31"/>
                      <a:pt x="109" y="26"/>
                      <a:pt x="109" y="25"/>
                    </a:cubicBezTo>
                    <a:cubicBezTo>
                      <a:pt x="111" y="16"/>
                      <a:pt x="107" y="9"/>
                      <a:pt x="108" y="0"/>
                    </a:cubicBezTo>
                    <a:close/>
                  </a:path>
                </a:pathLst>
              </a:custGeom>
              <a:solidFill>
                <a:srgbClr val="A4A3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1" name="Freeform 128"/>
              <p:cNvSpPr>
                <a:spLocks noEditPoints="1"/>
              </p:cNvSpPr>
              <p:nvPr/>
            </p:nvSpPr>
            <p:spPr bwMode="auto">
              <a:xfrm>
                <a:off x="1545" y="1812"/>
                <a:ext cx="316" cy="77"/>
              </a:xfrm>
              <a:custGeom>
                <a:avLst/>
                <a:gdLst>
                  <a:gd name="T0" fmla="*/ 46 w 165"/>
                  <a:gd name="T1" fmla="*/ 2 h 40"/>
                  <a:gd name="T2" fmla="*/ 60 w 165"/>
                  <a:gd name="T3" fmla="*/ 2 h 40"/>
                  <a:gd name="T4" fmla="*/ 59 w 165"/>
                  <a:gd name="T5" fmla="*/ 5 h 40"/>
                  <a:gd name="T6" fmla="*/ 55 w 165"/>
                  <a:gd name="T7" fmla="*/ 40 h 40"/>
                  <a:gd name="T8" fmla="*/ 0 w 165"/>
                  <a:gd name="T9" fmla="*/ 40 h 40"/>
                  <a:gd name="T10" fmla="*/ 9 w 165"/>
                  <a:gd name="T11" fmla="*/ 29 h 40"/>
                  <a:gd name="T12" fmla="*/ 37 w 165"/>
                  <a:gd name="T13" fmla="*/ 32 h 40"/>
                  <a:gd name="T14" fmla="*/ 44 w 165"/>
                  <a:gd name="T15" fmla="*/ 3 h 40"/>
                  <a:gd name="T16" fmla="*/ 46 w 165"/>
                  <a:gd name="T17" fmla="*/ 2 h 40"/>
                  <a:gd name="T18" fmla="*/ 108 w 165"/>
                  <a:gd name="T19" fmla="*/ 2 h 40"/>
                  <a:gd name="T20" fmla="*/ 162 w 165"/>
                  <a:gd name="T21" fmla="*/ 2 h 40"/>
                  <a:gd name="T22" fmla="*/ 165 w 165"/>
                  <a:gd name="T23" fmla="*/ 14 h 40"/>
                  <a:gd name="T24" fmla="*/ 156 w 165"/>
                  <a:gd name="T25" fmla="*/ 40 h 40"/>
                  <a:gd name="T26" fmla="*/ 109 w 165"/>
                  <a:gd name="T27" fmla="*/ 40 h 40"/>
                  <a:gd name="T28" fmla="*/ 109 w 165"/>
                  <a:gd name="T29" fmla="*/ 24 h 40"/>
                  <a:gd name="T30" fmla="*/ 108 w 165"/>
                  <a:gd name="T31"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5" h="40">
                    <a:moveTo>
                      <a:pt x="46" y="2"/>
                    </a:moveTo>
                    <a:cubicBezTo>
                      <a:pt x="60" y="2"/>
                      <a:pt x="60" y="2"/>
                      <a:pt x="60" y="2"/>
                    </a:cubicBezTo>
                    <a:cubicBezTo>
                      <a:pt x="60" y="3"/>
                      <a:pt x="59" y="4"/>
                      <a:pt x="59" y="5"/>
                    </a:cubicBezTo>
                    <a:cubicBezTo>
                      <a:pt x="53" y="18"/>
                      <a:pt x="55" y="28"/>
                      <a:pt x="55" y="40"/>
                    </a:cubicBezTo>
                    <a:cubicBezTo>
                      <a:pt x="0" y="40"/>
                      <a:pt x="0" y="40"/>
                      <a:pt x="0" y="40"/>
                    </a:cubicBezTo>
                    <a:cubicBezTo>
                      <a:pt x="0" y="35"/>
                      <a:pt x="2" y="31"/>
                      <a:pt x="9" y="29"/>
                    </a:cubicBezTo>
                    <a:cubicBezTo>
                      <a:pt x="21" y="25"/>
                      <a:pt x="31" y="25"/>
                      <a:pt x="37" y="32"/>
                    </a:cubicBezTo>
                    <a:cubicBezTo>
                      <a:pt x="43" y="39"/>
                      <a:pt x="40" y="0"/>
                      <a:pt x="44" y="3"/>
                    </a:cubicBezTo>
                    <a:cubicBezTo>
                      <a:pt x="45" y="3"/>
                      <a:pt x="45" y="3"/>
                      <a:pt x="46" y="2"/>
                    </a:cubicBezTo>
                    <a:close/>
                    <a:moveTo>
                      <a:pt x="108" y="2"/>
                    </a:moveTo>
                    <a:cubicBezTo>
                      <a:pt x="162" y="2"/>
                      <a:pt x="162" y="2"/>
                      <a:pt x="162" y="2"/>
                    </a:cubicBezTo>
                    <a:cubicBezTo>
                      <a:pt x="164" y="6"/>
                      <a:pt x="165" y="10"/>
                      <a:pt x="165" y="14"/>
                    </a:cubicBezTo>
                    <a:cubicBezTo>
                      <a:pt x="165" y="19"/>
                      <a:pt x="160" y="30"/>
                      <a:pt x="156" y="40"/>
                    </a:cubicBezTo>
                    <a:cubicBezTo>
                      <a:pt x="109" y="40"/>
                      <a:pt x="109" y="40"/>
                      <a:pt x="109" y="40"/>
                    </a:cubicBezTo>
                    <a:cubicBezTo>
                      <a:pt x="109" y="31"/>
                      <a:pt x="109" y="25"/>
                      <a:pt x="109" y="24"/>
                    </a:cubicBezTo>
                    <a:cubicBezTo>
                      <a:pt x="111" y="16"/>
                      <a:pt x="108" y="9"/>
                      <a:pt x="108" y="2"/>
                    </a:cubicBezTo>
                    <a:close/>
                  </a:path>
                </a:pathLst>
              </a:custGeom>
              <a:solidFill>
                <a:srgbClr val="A7A7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2" name="Freeform 129"/>
              <p:cNvSpPr>
                <a:spLocks noEditPoints="1"/>
              </p:cNvSpPr>
              <p:nvPr/>
            </p:nvSpPr>
            <p:spPr bwMode="auto">
              <a:xfrm>
                <a:off x="1543" y="1820"/>
                <a:ext cx="318" cy="75"/>
              </a:xfrm>
              <a:custGeom>
                <a:avLst/>
                <a:gdLst>
                  <a:gd name="T0" fmla="*/ 44 w 166"/>
                  <a:gd name="T1" fmla="*/ 0 h 39"/>
                  <a:gd name="T2" fmla="*/ 60 w 166"/>
                  <a:gd name="T3" fmla="*/ 0 h 39"/>
                  <a:gd name="T4" fmla="*/ 60 w 166"/>
                  <a:gd name="T5" fmla="*/ 1 h 39"/>
                  <a:gd name="T6" fmla="*/ 56 w 166"/>
                  <a:gd name="T7" fmla="*/ 39 h 39"/>
                  <a:gd name="T8" fmla="*/ 1 w 166"/>
                  <a:gd name="T9" fmla="*/ 39 h 39"/>
                  <a:gd name="T10" fmla="*/ 10 w 166"/>
                  <a:gd name="T11" fmla="*/ 25 h 39"/>
                  <a:gd name="T12" fmla="*/ 38 w 166"/>
                  <a:gd name="T13" fmla="*/ 28 h 39"/>
                  <a:gd name="T14" fmla="*/ 44 w 166"/>
                  <a:gd name="T15" fmla="*/ 0 h 39"/>
                  <a:gd name="T16" fmla="*/ 109 w 166"/>
                  <a:gd name="T17" fmla="*/ 0 h 39"/>
                  <a:gd name="T18" fmla="*/ 164 w 166"/>
                  <a:gd name="T19" fmla="*/ 0 h 39"/>
                  <a:gd name="T20" fmla="*/ 166 w 166"/>
                  <a:gd name="T21" fmla="*/ 10 h 39"/>
                  <a:gd name="T22" fmla="*/ 156 w 166"/>
                  <a:gd name="T23" fmla="*/ 39 h 39"/>
                  <a:gd name="T24" fmla="*/ 110 w 166"/>
                  <a:gd name="T25" fmla="*/ 39 h 39"/>
                  <a:gd name="T26" fmla="*/ 110 w 166"/>
                  <a:gd name="T27" fmla="*/ 20 h 39"/>
                  <a:gd name="T28" fmla="*/ 109 w 166"/>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6" h="39">
                    <a:moveTo>
                      <a:pt x="44" y="0"/>
                    </a:moveTo>
                    <a:cubicBezTo>
                      <a:pt x="60" y="0"/>
                      <a:pt x="60" y="0"/>
                      <a:pt x="60" y="0"/>
                    </a:cubicBezTo>
                    <a:cubicBezTo>
                      <a:pt x="60" y="1"/>
                      <a:pt x="60" y="1"/>
                      <a:pt x="60" y="1"/>
                    </a:cubicBezTo>
                    <a:cubicBezTo>
                      <a:pt x="53" y="15"/>
                      <a:pt x="56" y="26"/>
                      <a:pt x="56" y="39"/>
                    </a:cubicBezTo>
                    <a:cubicBezTo>
                      <a:pt x="1" y="39"/>
                      <a:pt x="1" y="39"/>
                      <a:pt x="1" y="39"/>
                    </a:cubicBezTo>
                    <a:cubicBezTo>
                      <a:pt x="0" y="32"/>
                      <a:pt x="2" y="27"/>
                      <a:pt x="10" y="25"/>
                    </a:cubicBezTo>
                    <a:cubicBezTo>
                      <a:pt x="22" y="21"/>
                      <a:pt x="32" y="21"/>
                      <a:pt x="38" y="28"/>
                    </a:cubicBezTo>
                    <a:cubicBezTo>
                      <a:pt x="43" y="34"/>
                      <a:pt x="41" y="7"/>
                      <a:pt x="44" y="0"/>
                    </a:cubicBezTo>
                    <a:close/>
                    <a:moveTo>
                      <a:pt x="109" y="0"/>
                    </a:moveTo>
                    <a:cubicBezTo>
                      <a:pt x="164" y="0"/>
                      <a:pt x="164" y="0"/>
                      <a:pt x="164" y="0"/>
                    </a:cubicBezTo>
                    <a:cubicBezTo>
                      <a:pt x="165" y="4"/>
                      <a:pt x="166" y="7"/>
                      <a:pt x="166" y="10"/>
                    </a:cubicBezTo>
                    <a:cubicBezTo>
                      <a:pt x="166" y="16"/>
                      <a:pt x="160" y="28"/>
                      <a:pt x="156" y="39"/>
                    </a:cubicBezTo>
                    <a:cubicBezTo>
                      <a:pt x="110" y="39"/>
                      <a:pt x="110" y="39"/>
                      <a:pt x="110" y="39"/>
                    </a:cubicBezTo>
                    <a:cubicBezTo>
                      <a:pt x="110" y="29"/>
                      <a:pt x="110" y="22"/>
                      <a:pt x="110" y="20"/>
                    </a:cubicBezTo>
                    <a:cubicBezTo>
                      <a:pt x="112" y="13"/>
                      <a:pt x="109" y="7"/>
                      <a:pt x="109" y="0"/>
                    </a:cubicBezTo>
                    <a:close/>
                  </a:path>
                </a:pathLst>
              </a:custGeom>
              <a:solidFill>
                <a:srgbClr val="ABAB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3" name="Freeform 130"/>
              <p:cNvSpPr>
                <a:spLocks noEditPoints="1"/>
              </p:cNvSpPr>
              <p:nvPr/>
            </p:nvSpPr>
            <p:spPr bwMode="auto">
              <a:xfrm>
                <a:off x="1541" y="1826"/>
                <a:ext cx="320" cy="74"/>
              </a:xfrm>
              <a:custGeom>
                <a:avLst/>
                <a:gdLst>
                  <a:gd name="T0" fmla="*/ 44 w 167"/>
                  <a:gd name="T1" fmla="*/ 0 h 39"/>
                  <a:gd name="T2" fmla="*/ 60 w 167"/>
                  <a:gd name="T3" fmla="*/ 0 h 39"/>
                  <a:gd name="T4" fmla="*/ 57 w 167"/>
                  <a:gd name="T5" fmla="*/ 39 h 39"/>
                  <a:gd name="T6" fmla="*/ 2 w 167"/>
                  <a:gd name="T7" fmla="*/ 39 h 39"/>
                  <a:gd name="T8" fmla="*/ 11 w 167"/>
                  <a:gd name="T9" fmla="*/ 22 h 39"/>
                  <a:gd name="T10" fmla="*/ 39 w 167"/>
                  <a:gd name="T11" fmla="*/ 25 h 39"/>
                  <a:gd name="T12" fmla="*/ 44 w 167"/>
                  <a:gd name="T13" fmla="*/ 0 h 39"/>
                  <a:gd name="T14" fmla="*/ 110 w 167"/>
                  <a:gd name="T15" fmla="*/ 0 h 39"/>
                  <a:gd name="T16" fmla="*/ 166 w 167"/>
                  <a:gd name="T17" fmla="*/ 0 h 39"/>
                  <a:gd name="T18" fmla="*/ 167 w 167"/>
                  <a:gd name="T19" fmla="*/ 7 h 39"/>
                  <a:gd name="T20" fmla="*/ 156 w 167"/>
                  <a:gd name="T21" fmla="*/ 39 h 39"/>
                  <a:gd name="T22" fmla="*/ 111 w 167"/>
                  <a:gd name="T23" fmla="*/ 39 h 39"/>
                  <a:gd name="T24" fmla="*/ 111 w 167"/>
                  <a:gd name="T25" fmla="*/ 17 h 39"/>
                  <a:gd name="T26" fmla="*/ 110 w 167"/>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7" h="39">
                    <a:moveTo>
                      <a:pt x="44" y="0"/>
                    </a:moveTo>
                    <a:cubicBezTo>
                      <a:pt x="60" y="0"/>
                      <a:pt x="60" y="0"/>
                      <a:pt x="60" y="0"/>
                    </a:cubicBezTo>
                    <a:cubicBezTo>
                      <a:pt x="54" y="14"/>
                      <a:pt x="57" y="25"/>
                      <a:pt x="57" y="39"/>
                    </a:cubicBezTo>
                    <a:cubicBezTo>
                      <a:pt x="2" y="39"/>
                      <a:pt x="2" y="39"/>
                      <a:pt x="2" y="39"/>
                    </a:cubicBezTo>
                    <a:cubicBezTo>
                      <a:pt x="0" y="30"/>
                      <a:pt x="2" y="24"/>
                      <a:pt x="11" y="22"/>
                    </a:cubicBezTo>
                    <a:cubicBezTo>
                      <a:pt x="23" y="18"/>
                      <a:pt x="33" y="18"/>
                      <a:pt x="39" y="25"/>
                    </a:cubicBezTo>
                    <a:cubicBezTo>
                      <a:pt x="44" y="30"/>
                      <a:pt x="43" y="9"/>
                      <a:pt x="44" y="0"/>
                    </a:cubicBezTo>
                    <a:close/>
                    <a:moveTo>
                      <a:pt x="110" y="0"/>
                    </a:moveTo>
                    <a:cubicBezTo>
                      <a:pt x="166" y="0"/>
                      <a:pt x="166" y="0"/>
                      <a:pt x="166" y="0"/>
                    </a:cubicBezTo>
                    <a:cubicBezTo>
                      <a:pt x="166" y="3"/>
                      <a:pt x="167" y="5"/>
                      <a:pt x="167" y="7"/>
                    </a:cubicBezTo>
                    <a:cubicBezTo>
                      <a:pt x="167" y="13"/>
                      <a:pt x="160" y="27"/>
                      <a:pt x="156" y="39"/>
                    </a:cubicBezTo>
                    <a:cubicBezTo>
                      <a:pt x="111" y="39"/>
                      <a:pt x="111" y="39"/>
                      <a:pt x="111" y="39"/>
                    </a:cubicBezTo>
                    <a:cubicBezTo>
                      <a:pt x="111" y="27"/>
                      <a:pt x="111" y="19"/>
                      <a:pt x="111" y="17"/>
                    </a:cubicBezTo>
                    <a:cubicBezTo>
                      <a:pt x="113" y="11"/>
                      <a:pt x="111" y="5"/>
                      <a:pt x="110" y="0"/>
                    </a:cubicBezTo>
                    <a:close/>
                  </a:path>
                </a:pathLst>
              </a:custGeom>
              <a:solidFill>
                <a:srgbClr val="ADA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4" name="Freeform 131"/>
              <p:cNvSpPr>
                <a:spLocks noEditPoints="1"/>
              </p:cNvSpPr>
              <p:nvPr/>
            </p:nvSpPr>
            <p:spPr bwMode="auto">
              <a:xfrm>
                <a:off x="1541" y="1831"/>
                <a:ext cx="320" cy="73"/>
              </a:xfrm>
              <a:custGeom>
                <a:avLst/>
                <a:gdLst>
                  <a:gd name="T0" fmla="*/ 44 w 167"/>
                  <a:gd name="T1" fmla="*/ 0 h 38"/>
                  <a:gd name="T2" fmla="*/ 59 w 167"/>
                  <a:gd name="T3" fmla="*/ 0 h 38"/>
                  <a:gd name="T4" fmla="*/ 57 w 167"/>
                  <a:gd name="T5" fmla="*/ 38 h 38"/>
                  <a:gd name="T6" fmla="*/ 3 w 167"/>
                  <a:gd name="T7" fmla="*/ 38 h 38"/>
                  <a:gd name="T8" fmla="*/ 11 w 167"/>
                  <a:gd name="T9" fmla="*/ 19 h 38"/>
                  <a:gd name="T10" fmla="*/ 39 w 167"/>
                  <a:gd name="T11" fmla="*/ 22 h 38"/>
                  <a:gd name="T12" fmla="*/ 44 w 167"/>
                  <a:gd name="T13" fmla="*/ 0 h 38"/>
                  <a:gd name="T14" fmla="*/ 111 w 167"/>
                  <a:gd name="T15" fmla="*/ 0 h 38"/>
                  <a:gd name="T16" fmla="*/ 166 w 167"/>
                  <a:gd name="T17" fmla="*/ 0 h 38"/>
                  <a:gd name="T18" fmla="*/ 167 w 167"/>
                  <a:gd name="T19" fmla="*/ 4 h 38"/>
                  <a:gd name="T20" fmla="*/ 156 w 167"/>
                  <a:gd name="T21" fmla="*/ 38 h 38"/>
                  <a:gd name="T22" fmla="*/ 111 w 167"/>
                  <a:gd name="T23" fmla="*/ 38 h 38"/>
                  <a:gd name="T24" fmla="*/ 111 w 167"/>
                  <a:gd name="T25" fmla="*/ 14 h 38"/>
                  <a:gd name="T26" fmla="*/ 111 w 167"/>
                  <a:gd name="T2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7" h="38">
                    <a:moveTo>
                      <a:pt x="44" y="0"/>
                    </a:moveTo>
                    <a:cubicBezTo>
                      <a:pt x="59" y="0"/>
                      <a:pt x="59" y="0"/>
                      <a:pt x="59" y="0"/>
                    </a:cubicBezTo>
                    <a:cubicBezTo>
                      <a:pt x="54" y="13"/>
                      <a:pt x="58" y="24"/>
                      <a:pt x="57" y="38"/>
                    </a:cubicBezTo>
                    <a:cubicBezTo>
                      <a:pt x="3" y="38"/>
                      <a:pt x="3" y="38"/>
                      <a:pt x="3" y="38"/>
                    </a:cubicBezTo>
                    <a:cubicBezTo>
                      <a:pt x="0" y="28"/>
                      <a:pt x="1" y="22"/>
                      <a:pt x="11" y="19"/>
                    </a:cubicBezTo>
                    <a:cubicBezTo>
                      <a:pt x="23" y="15"/>
                      <a:pt x="33" y="15"/>
                      <a:pt x="39" y="22"/>
                    </a:cubicBezTo>
                    <a:cubicBezTo>
                      <a:pt x="43" y="27"/>
                      <a:pt x="43" y="10"/>
                      <a:pt x="44" y="0"/>
                    </a:cubicBezTo>
                    <a:close/>
                    <a:moveTo>
                      <a:pt x="111" y="0"/>
                    </a:moveTo>
                    <a:cubicBezTo>
                      <a:pt x="166" y="0"/>
                      <a:pt x="166" y="0"/>
                      <a:pt x="166" y="0"/>
                    </a:cubicBezTo>
                    <a:cubicBezTo>
                      <a:pt x="167" y="1"/>
                      <a:pt x="167" y="3"/>
                      <a:pt x="167" y="4"/>
                    </a:cubicBezTo>
                    <a:cubicBezTo>
                      <a:pt x="167" y="11"/>
                      <a:pt x="159" y="27"/>
                      <a:pt x="156" y="38"/>
                    </a:cubicBezTo>
                    <a:cubicBezTo>
                      <a:pt x="111" y="38"/>
                      <a:pt x="111" y="38"/>
                      <a:pt x="111" y="38"/>
                    </a:cubicBezTo>
                    <a:cubicBezTo>
                      <a:pt x="111" y="25"/>
                      <a:pt x="111" y="16"/>
                      <a:pt x="111" y="14"/>
                    </a:cubicBezTo>
                    <a:cubicBezTo>
                      <a:pt x="112" y="9"/>
                      <a:pt x="112" y="4"/>
                      <a:pt x="111" y="0"/>
                    </a:cubicBezTo>
                    <a:close/>
                  </a:path>
                </a:pathLst>
              </a:custGeom>
              <a:solidFill>
                <a:srgbClr val="B0AF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5" name="Freeform 132"/>
              <p:cNvSpPr>
                <a:spLocks noEditPoints="1"/>
              </p:cNvSpPr>
              <p:nvPr/>
            </p:nvSpPr>
            <p:spPr bwMode="auto">
              <a:xfrm>
                <a:off x="1541" y="1835"/>
                <a:ext cx="320" cy="75"/>
              </a:xfrm>
              <a:custGeom>
                <a:avLst/>
                <a:gdLst>
                  <a:gd name="T0" fmla="*/ 44 w 167"/>
                  <a:gd name="T1" fmla="*/ 0 h 39"/>
                  <a:gd name="T2" fmla="*/ 58 w 167"/>
                  <a:gd name="T3" fmla="*/ 0 h 39"/>
                  <a:gd name="T4" fmla="*/ 56 w 167"/>
                  <a:gd name="T5" fmla="*/ 39 h 39"/>
                  <a:gd name="T6" fmla="*/ 4 w 167"/>
                  <a:gd name="T7" fmla="*/ 39 h 39"/>
                  <a:gd name="T8" fmla="*/ 11 w 167"/>
                  <a:gd name="T9" fmla="*/ 17 h 39"/>
                  <a:gd name="T10" fmla="*/ 39 w 167"/>
                  <a:gd name="T11" fmla="*/ 20 h 39"/>
                  <a:gd name="T12" fmla="*/ 44 w 167"/>
                  <a:gd name="T13" fmla="*/ 0 h 39"/>
                  <a:gd name="T14" fmla="*/ 111 w 167"/>
                  <a:gd name="T15" fmla="*/ 0 h 39"/>
                  <a:gd name="T16" fmla="*/ 167 w 167"/>
                  <a:gd name="T17" fmla="*/ 0 h 39"/>
                  <a:gd name="T18" fmla="*/ 167 w 167"/>
                  <a:gd name="T19" fmla="*/ 2 h 39"/>
                  <a:gd name="T20" fmla="*/ 155 w 167"/>
                  <a:gd name="T21" fmla="*/ 39 h 39"/>
                  <a:gd name="T22" fmla="*/ 111 w 167"/>
                  <a:gd name="T23" fmla="*/ 39 h 39"/>
                  <a:gd name="T24" fmla="*/ 111 w 167"/>
                  <a:gd name="T25" fmla="*/ 12 h 39"/>
                  <a:gd name="T26" fmla="*/ 111 w 167"/>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7" h="39">
                    <a:moveTo>
                      <a:pt x="44" y="0"/>
                    </a:moveTo>
                    <a:cubicBezTo>
                      <a:pt x="58" y="0"/>
                      <a:pt x="58" y="0"/>
                      <a:pt x="58" y="0"/>
                    </a:cubicBezTo>
                    <a:cubicBezTo>
                      <a:pt x="54" y="13"/>
                      <a:pt x="58" y="25"/>
                      <a:pt x="56" y="39"/>
                    </a:cubicBezTo>
                    <a:cubicBezTo>
                      <a:pt x="4" y="39"/>
                      <a:pt x="4" y="39"/>
                      <a:pt x="4" y="39"/>
                    </a:cubicBezTo>
                    <a:cubicBezTo>
                      <a:pt x="0" y="27"/>
                      <a:pt x="1" y="20"/>
                      <a:pt x="11" y="17"/>
                    </a:cubicBezTo>
                    <a:cubicBezTo>
                      <a:pt x="23" y="13"/>
                      <a:pt x="33" y="13"/>
                      <a:pt x="39" y="20"/>
                    </a:cubicBezTo>
                    <a:cubicBezTo>
                      <a:pt x="43" y="25"/>
                      <a:pt x="43" y="11"/>
                      <a:pt x="44" y="0"/>
                    </a:cubicBezTo>
                    <a:close/>
                    <a:moveTo>
                      <a:pt x="111" y="0"/>
                    </a:moveTo>
                    <a:cubicBezTo>
                      <a:pt x="167" y="0"/>
                      <a:pt x="167" y="0"/>
                      <a:pt x="167" y="0"/>
                    </a:cubicBezTo>
                    <a:cubicBezTo>
                      <a:pt x="167" y="1"/>
                      <a:pt x="167" y="2"/>
                      <a:pt x="167" y="2"/>
                    </a:cubicBezTo>
                    <a:cubicBezTo>
                      <a:pt x="167" y="9"/>
                      <a:pt x="158" y="27"/>
                      <a:pt x="155" y="39"/>
                    </a:cubicBezTo>
                    <a:cubicBezTo>
                      <a:pt x="111" y="39"/>
                      <a:pt x="111" y="39"/>
                      <a:pt x="111" y="39"/>
                    </a:cubicBezTo>
                    <a:cubicBezTo>
                      <a:pt x="111" y="25"/>
                      <a:pt x="111" y="14"/>
                      <a:pt x="111" y="12"/>
                    </a:cubicBezTo>
                    <a:cubicBezTo>
                      <a:pt x="112" y="8"/>
                      <a:pt x="112" y="4"/>
                      <a:pt x="111" y="0"/>
                    </a:cubicBezTo>
                    <a:close/>
                  </a:path>
                </a:pathLst>
              </a:custGeom>
              <a:solidFill>
                <a:srgbClr val="B2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6" name="Freeform 133"/>
              <p:cNvSpPr>
                <a:spLocks noEditPoints="1"/>
              </p:cNvSpPr>
              <p:nvPr/>
            </p:nvSpPr>
            <p:spPr bwMode="auto">
              <a:xfrm>
                <a:off x="1541" y="1841"/>
                <a:ext cx="320" cy="75"/>
              </a:xfrm>
              <a:custGeom>
                <a:avLst/>
                <a:gdLst>
                  <a:gd name="T0" fmla="*/ 43 w 167"/>
                  <a:gd name="T1" fmla="*/ 0 h 39"/>
                  <a:gd name="T2" fmla="*/ 57 w 167"/>
                  <a:gd name="T3" fmla="*/ 0 h 39"/>
                  <a:gd name="T4" fmla="*/ 56 w 167"/>
                  <a:gd name="T5" fmla="*/ 39 h 39"/>
                  <a:gd name="T6" fmla="*/ 5 w 167"/>
                  <a:gd name="T7" fmla="*/ 39 h 39"/>
                  <a:gd name="T8" fmla="*/ 11 w 167"/>
                  <a:gd name="T9" fmla="*/ 14 h 39"/>
                  <a:gd name="T10" fmla="*/ 39 w 167"/>
                  <a:gd name="T11" fmla="*/ 17 h 39"/>
                  <a:gd name="T12" fmla="*/ 43 w 167"/>
                  <a:gd name="T13" fmla="*/ 0 h 39"/>
                  <a:gd name="T14" fmla="*/ 112 w 167"/>
                  <a:gd name="T15" fmla="*/ 0 h 39"/>
                  <a:gd name="T16" fmla="*/ 167 w 167"/>
                  <a:gd name="T17" fmla="*/ 0 h 39"/>
                  <a:gd name="T18" fmla="*/ 154 w 167"/>
                  <a:gd name="T19" fmla="*/ 39 h 39"/>
                  <a:gd name="T20" fmla="*/ 112 w 167"/>
                  <a:gd name="T21" fmla="*/ 39 h 39"/>
                  <a:gd name="T22" fmla="*/ 111 w 167"/>
                  <a:gd name="T23" fmla="*/ 9 h 39"/>
                  <a:gd name="T24" fmla="*/ 112 w 167"/>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7" h="39">
                    <a:moveTo>
                      <a:pt x="43" y="0"/>
                    </a:moveTo>
                    <a:cubicBezTo>
                      <a:pt x="57" y="0"/>
                      <a:pt x="57" y="0"/>
                      <a:pt x="57" y="0"/>
                    </a:cubicBezTo>
                    <a:cubicBezTo>
                      <a:pt x="55" y="13"/>
                      <a:pt x="58" y="24"/>
                      <a:pt x="56" y="39"/>
                    </a:cubicBezTo>
                    <a:cubicBezTo>
                      <a:pt x="5" y="39"/>
                      <a:pt x="5" y="39"/>
                      <a:pt x="5" y="39"/>
                    </a:cubicBezTo>
                    <a:cubicBezTo>
                      <a:pt x="0" y="25"/>
                      <a:pt x="0" y="17"/>
                      <a:pt x="11" y="14"/>
                    </a:cubicBezTo>
                    <a:cubicBezTo>
                      <a:pt x="23" y="10"/>
                      <a:pt x="33" y="10"/>
                      <a:pt x="39" y="17"/>
                    </a:cubicBezTo>
                    <a:cubicBezTo>
                      <a:pt x="42" y="21"/>
                      <a:pt x="43" y="10"/>
                      <a:pt x="43" y="0"/>
                    </a:cubicBezTo>
                    <a:close/>
                    <a:moveTo>
                      <a:pt x="112" y="0"/>
                    </a:moveTo>
                    <a:cubicBezTo>
                      <a:pt x="167" y="0"/>
                      <a:pt x="167" y="0"/>
                      <a:pt x="167" y="0"/>
                    </a:cubicBezTo>
                    <a:cubicBezTo>
                      <a:pt x="166" y="8"/>
                      <a:pt x="156" y="28"/>
                      <a:pt x="154" y="39"/>
                    </a:cubicBezTo>
                    <a:cubicBezTo>
                      <a:pt x="112" y="39"/>
                      <a:pt x="112" y="39"/>
                      <a:pt x="112" y="39"/>
                    </a:cubicBezTo>
                    <a:cubicBezTo>
                      <a:pt x="111" y="23"/>
                      <a:pt x="111" y="11"/>
                      <a:pt x="111" y="9"/>
                    </a:cubicBezTo>
                    <a:cubicBezTo>
                      <a:pt x="112" y="6"/>
                      <a:pt x="112" y="3"/>
                      <a:pt x="112" y="0"/>
                    </a:cubicBezTo>
                    <a:close/>
                  </a:path>
                </a:pathLst>
              </a:custGeom>
              <a:solidFill>
                <a:srgbClr val="B4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7" name="Freeform 134"/>
              <p:cNvSpPr>
                <a:spLocks noEditPoints="1"/>
              </p:cNvSpPr>
              <p:nvPr/>
            </p:nvSpPr>
            <p:spPr bwMode="auto">
              <a:xfrm>
                <a:off x="1539" y="1847"/>
                <a:ext cx="320" cy="72"/>
              </a:xfrm>
              <a:custGeom>
                <a:avLst/>
                <a:gdLst>
                  <a:gd name="T0" fmla="*/ 44 w 167"/>
                  <a:gd name="T1" fmla="*/ 0 h 38"/>
                  <a:gd name="T2" fmla="*/ 58 w 167"/>
                  <a:gd name="T3" fmla="*/ 0 h 38"/>
                  <a:gd name="T4" fmla="*/ 57 w 167"/>
                  <a:gd name="T5" fmla="*/ 38 h 38"/>
                  <a:gd name="T6" fmla="*/ 7 w 167"/>
                  <a:gd name="T7" fmla="*/ 38 h 38"/>
                  <a:gd name="T8" fmla="*/ 12 w 167"/>
                  <a:gd name="T9" fmla="*/ 11 h 38"/>
                  <a:gd name="T10" fmla="*/ 40 w 167"/>
                  <a:gd name="T11" fmla="*/ 14 h 38"/>
                  <a:gd name="T12" fmla="*/ 44 w 167"/>
                  <a:gd name="T13" fmla="*/ 0 h 38"/>
                  <a:gd name="T14" fmla="*/ 113 w 167"/>
                  <a:gd name="T15" fmla="*/ 0 h 38"/>
                  <a:gd name="T16" fmla="*/ 167 w 167"/>
                  <a:gd name="T17" fmla="*/ 0 h 38"/>
                  <a:gd name="T18" fmla="*/ 155 w 167"/>
                  <a:gd name="T19" fmla="*/ 38 h 38"/>
                  <a:gd name="T20" fmla="*/ 113 w 167"/>
                  <a:gd name="T21" fmla="*/ 38 h 38"/>
                  <a:gd name="T22" fmla="*/ 112 w 167"/>
                  <a:gd name="T23" fmla="*/ 6 h 38"/>
                  <a:gd name="T24" fmla="*/ 113 w 167"/>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7" h="38">
                    <a:moveTo>
                      <a:pt x="44" y="0"/>
                    </a:moveTo>
                    <a:cubicBezTo>
                      <a:pt x="58" y="0"/>
                      <a:pt x="58" y="0"/>
                      <a:pt x="58" y="0"/>
                    </a:cubicBezTo>
                    <a:cubicBezTo>
                      <a:pt x="56" y="12"/>
                      <a:pt x="60" y="23"/>
                      <a:pt x="57" y="38"/>
                    </a:cubicBezTo>
                    <a:cubicBezTo>
                      <a:pt x="7" y="38"/>
                      <a:pt x="7" y="38"/>
                      <a:pt x="7" y="38"/>
                    </a:cubicBezTo>
                    <a:cubicBezTo>
                      <a:pt x="1" y="24"/>
                      <a:pt x="0" y="14"/>
                      <a:pt x="12" y="11"/>
                    </a:cubicBezTo>
                    <a:cubicBezTo>
                      <a:pt x="24" y="7"/>
                      <a:pt x="34" y="7"/>
                      <a:pt x="40" y="14"/>
                    </a:cubicBezTo>
                    <a:cubicBezTo>
                      <a:pt x="43" y="18"/>
                      <a:pt x="44" y="9"/>
                      <a:pt x="44" y="0"/>
                    </a:cubicBezTo>
                    <a:close/>
                    <a:moveTo>
                      <a:pt x="113" y="0"/>
                    </a:moveTo>
                    <a:cubicBezTo>
                      <a:pt x="167" y="0"/>
                      <a:pt x="167" y="0"/>
                      <a:pt x="167" y="0"/>
                    </a:cubicBezTo>
                    <a:cubicBezTo>
                      <a:pt x="165" y="10"/>
                      <a:pt x="155" y="29"/>
                      <a:pt x="155" y="38"/>
                    </a:cubicBezTo>
                    <a:cubicBezTo>
                      <a:pt x="113" y="38"/>
                      <a:pt x="113" y="38"/>
                      <a:pt x="113" y="38"/>
                    </a:cubicBezTo>
                    <a:cubicBezTo>
                      <a:pt x="112" y="21"/>
                      <a:pt x="112" y="8"/>
                      <a:pt x="112" y="6"/>
                    </a:cubicBezTo>
                    <a:cubicBezTo>
                      <a:pt x="113" y="4"/>
                      <a:pt x="113" y="2"/>
                      <a:pt x="113" y="0"/>
                    </a:cubicBezTo>
                    <a:close/>
                  </a:path>
                </a:pathLst>
              </a:custGeom>
              <a:solidFill>
                <a:srgbClr val="B7B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8" name="Freeform 135"/>
              <p:cNvSpPr>
                <a:spLocks noEditPoints="1"/>
              </p:cNvSpPr>
              <p:nvPr/>
            </p:nvSpPr>
            <p:spPr bwMode="auto">
              <a:xfrm>
                <a:off x="1539" y="1851"/>
                <a:ext cx="320" cy="74"/>
              </a:xfrm>
              <a:custGeom>
                <a:avLst/>
                <a:gdLst>
                  <a:gd name="T0" fmla="*/ 44 w 167"/>
                  <a:gd name="T1" fmla="*/ 0 h 39"/>
                  <a:gd name="T2" fmla="*/ 58 w 167"/>
                  <a:gd name="T3" fmla="*/ 0 h 39"/>
                  <a:gd name="T4" fmla="*/ 56 w 167"/>
                  <a:gd name="T5" fmla="*/ 37 h 39"/>
                  <a:gd name="T6" fmla="*/ 56 w 167"/>
                  <a:gd name="T7" fmla="*/ 39 h 39"/>
                  <a:gd name="T8" fmla="*/ 8 w 167"/>
                  <a:gd name="T9" fmla="*/ 39 h 39"/>
                  <a:gd name="T10" fmla="*/ 7 w 167"/>
                  <a:gd name="T11" fmla="*/ 37 h 39"/>
                  <a:gd name="T12" fmla="*/ 12 w 167"/>
                  <a:gd name="T13" fmla="*/ 9 h 39"/>
                  <a:gd name="T14" fmla="*/ 40 w 167"/>
                  <a:gd name="T15" fmla="*/ 12 h 39"/>
                  <a:gd name="T16" fmla="*/ 44 w 167"/>
                  <a:gd name="T17" fmla="*/ 0 h 39"/>
                  <a:gd name="T18" fmla="*/ 113 w 167"/>
                  <a:gd name="T19" fmla="*/ 0 h 39"/>
                  <a:gd name="T20" fmla="*/ 167 w 167"/>
                  <a:gd name="T21" fmla="*/ 0 h 39"/>
                  <a:gd name="T22" fmla="*/ 154 w 167"/>
                  <a:gd name="T23" fmla="*/ 38 h 39"/>
                  <a:gd name="T24" fmla="*/ 154 w 167"/>
                  <a:gd name="T25" fmla="*/ 39 h 39"/>
                  <a:gd name="T26" fmla="*/ 113 w 167"/>
                  <a:gd name="T27" fmla="*/ 39 h 39"/>
                  <a:gd name="T28" fmla="*/ 112 w 167"/>
                  <a:gd name="T29" fmla="*/ 4 h 39"/>
                  <a:gd name="T30" fmla="*/ 113 w 167"/>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7" h="39">
                    <a:moveTo>
                      <a:pt x="44" y="0"/>
                    </a:moveTo>
                    <a:cubicBezTo>
                      <a:pt x="58" y="0"/>
                      <a:pt x="58" y="0"/>
                      <a:pt x="58" y="0"/>
                    </a:cubicBezTo>
                    <a:cubicBezTo>
                      <a:pt x="57" y="12"/>
                      <a:pt x="60" y="23"/>
                      <a:pt x="56" y="37"/>
                    </a:cubicBezTo>
                    <a:cubicBezTo>
                      <a:pt x="56" y="38"/>
                      <a:pt x="56" y="38"/>
                      <a:pt x="56" y="39"/>
                    </a:cubicBezTo>
                    <a:cubicBezTo>
                      <a:pt x="8" y="39"/>
                      <a:pt x="8" y="39"/>
                      <a:pt x="8" y="39"/>
                    </a:cubicBezTo>
                    <a:cubicBezTo>
                      <a:pt x="8" y="38"/>
                      <a:pt x="7" y="38"/>
                      <a:pt x="7" y="37"/>
                    </a:cubicBezTo>
                    <a:cubicBezTo>
                      <a:pt x="1" y="22"/>
                      <a:pt x="0" y="12"/>
                      <a:pt x="12" y="9"/>
                    </a:cubicBezTo>
                    <a:cubicBezTo>
                      <a:pt x="24" y="5"/>
                      <a:pt x="34" y="5"/>
                      <a:pt x="40" y="12"/>
                    </a:cubicBezTo>
                    <a:cubicBezTo>
                      <a:pt x="43" y="15"/>
                      <a:pt x="44" y="8"/>
                      <a:pt x="44" y="0"/>
                    </a:cubicBezTo>
                    <a:close/>
                    <a:moveTo>
                      <a:pt x="113" y="0"/>
                    </a:moveTo>
                    <a:cubicBezTo>
                      <a:pt x="167" y="0"/>
                      <a:pt x="167" y="0"/>
                      <a:pt x="167" y="0"/>
                    </a:cubicBezTo>
                    <a:cubicBezTo>
                      <a:pt x="164" y="12"/>
                      <a:pt x="154" y="30"/>
                      <a:pt x="154" y="38"/>
                    </a:cubicBezTo>
                    <a:cubicBezTo>
                      <a:pt x="154" y="39"/>
                      <a:pt x="154" y="39"/>
                      <a:pt x="154" y="39"/>
                    </a:cubicBezTo>
                    <a:cubicBezTo>
                      <a:pt x="113" y="39"/>
                      <a:pt x="113" y="39"/>
                      <a:pt x="113" y="39"/>
                    </a:cubicBezTo>
                    <a:cubicBezTo>
                      <a:pt x="112" y="21"/>
                      <a:pt x="112" y="7"/>
                      <a:pt x="112" y="4"/>
                    </a:cubicBezTo>
                    <a:cubicBezTo>
                      <a:pt x="113" y="3"/>
                      <a:pt x="113" y="1"/>
                      <a:pt x="113" y="0"/>
                    </a:cubicBez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9" name="Freeform 136"/>
              <p:cNvSpPr>
                <a:spLocks noEditPoints="1"/>
              </p:cNvSpPr>
              <p:nvPr/>
            </p:nvSpPr>
            <p:spPr bwMode="auto">
              <a:xfrm>
                <a:off x="1539" y="1856"/>
                <a:ext cx="318" cy="75"/>
              </a:xfrm>
              <a:custGeom>
                <a:avLst/>
                <a:gdLst>
                  <a:gd name="T0" fmla="*/ 44 w 166"/>
                  <a:gd name="T1" fmla="*/ 0 h 39"/>
                  <a:gd name="T2" fmla="*/ 57 w 166"/>
                  <a:gd name="T3" fmla="*/ 0 h 39"/>
                  <a:gd name="T4" fmla="*/ 56 w 166"/>
                  <a:gd name="T5" fmla="*/ 34 h 39"/>
                  <a:gd name="T6" fmla="*/ 56 w 166"/>
                  <a:gd name="T7" fmla="*/ 39 h 39"/>
                  <a:gd name="T8" fmla="*/ 9 w 166"/>
                  <a:gd name="T9" fmla="*/ 39 h 39"/>
                  <a:gd name="T10" fmla="*/ 7 w 166"/>
                  <a:gd name="T11" fmla="*/ 34 h 39"/>
                  <a:gd name="T12" fmla="*/ 12 w 166"/>
                  <a:gd name="T13" fmla="*/ 6 h 39"/>
                  <a:gd name="T14" fmla="*/ 40 w 166"/>
                  <a:gd name="T15" fmla="*/ 9 h 39"/>
                  <a:gd name="T16" fmla="*/ 44 w 166"/>
                  <a:gd name="T17" fmla="*/ 0 h 39"/>
                  <a:gd name="T18" fmla="*/ 112 w 166"/>
                  <a:gd name="T19" fmla="*/ 0 h 39"/>
                  <a:gd name="T20" fmla="*/ 166 w 166"/>
                  <a:gd name="T21" fmla="*/ 0 h 39"/>
                  <a:gd name="T22" fmla="*/ 154 w 166"/>
                  <a:gd name="T23" fmla="*/ 35 h 39"/>
                  <a:gd name="T24" fmla="*/ 155 w 166"/>
                  <a:gd name="T25" fmla="*/ 39 h 39"/>
                  <a:gd name="T26" fmla="*/ 113 w 166"/>
                  <a:gd name="T27" fmla="*/ 39 h 39"/>
                  <a:gd name="T28" fmla="*/ 112 w 166"/>
                  <a:gd name="T29" fmla="*/ 1 h 39"/>
                  <a:gd name="T30" fmla="*/ 112 w 166"/>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6" h="39">
                    <a:moveTo>
                      <a:pt x="44" y="0"/>
                    </a:moveTo>
                    <a:cubicBezTo>
                      <a:pt x="57" y="0"/>
                      <a:pt x="57" y="0"/>
                      <a:pt x="57" y="0"/>
                    </a:cubicBezTo>
                    <a:cubicBezTo>
                      <a:pt x="57" y="11"/>
                      <a:pt x="59" y="21"/>
                      <a:pt x="56" y="34"/>
                    </a:cubicBezTo>
                    <a:cubicBezTo>
                      <a:pt x="56" y="35"/>
                      <a:pt x="56" y="37"/>
                      <a:pt x="56" y="39"/>
                    </a:cubicBezTo>
                    <a:cubicBezTo>
                      <a:pt x="9" y="39"/>
                      <a:pt x="9" y="39"/>
                      <a:pt x="9" y="39"/>
                    </a:cubicBezTo>
                    <a:cubicBezTo>
                      <a:pt x="8" y="37"/>
                      <a:pt x="8" y="36"/>
                      <a:pt x="7" y="34"/>
                    </a:cubicBezTo>
                    <a:cubicBezTo>
                      <a:pt x="1" y="19"/>
                      <a:pt x="0" y="9"/>
                      <a:pt x="12" y="6"/>
                    </a:cubicBezTo>
                    <a:cubicBezTo>
                      <a:pt x="24" y="2"/>
                      <a:pt x="34" y="2"/>
                      <a:pt x="40" y="9"/>
                    </a:cubicBezTo>
                    <a:cubicBezTo>
                      <a:pt x="43" y="12"/>
                      <a:pt x="43" y="7"/>
                      <a:pt x="44" y="0"/>
                    </a:cubicBezTo>
                    <a:close/>
                    <a:moveTo>
                      <a:pt x="112" y="0"/>
                    </a:moveTo>
                    <a:cubicBezTo>
                      <a:pt x="166" y="0"/>
                      <a:pt x="166" y="0"/>
                      <a:pt x="166" y="0"/>
                    </a:cubicBezTo>
                    <a:cubicBezTo>
                      <a:pt x="162" y="11"/>
                      <a:pt x="154" y="28"/>
                      <a:pt x="154" y="35"/>
                    </a:cubicBezTo>
                    <a:cubicBezTo>
                      <a:pt x="154" y="36"/>
                      <a:pt x="154" y="38"/>
                      <a:pt x="155" y="39"/>
                    </a:cubicBezTo>
                    <a:cubicBezTo>
                      <a:pt x="113" y="39"/>
                      <a:pt x="113" y="39"/>
                      <a:pt x="113" y="39"/>
                    </a:cubicBezTo>
                    <a:cubicBezTo>
                      <a:pt x="112" y="19"/>
                      <a:pt x="112" y="4"/>
                      <a:pt x="112" y="1"/>
                    </a:cubicBezTo>
                    <a:lnTo>
                      <a:pt x="112" y="0"/>
                    </a:lnTo>
                    <a:close/>
                  </a:path>
                </a:pathLst>
              </a:custGeom>
              <a:solidFill>
                <a:srgbClr val="BDBD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0" name="Freeform 137"/>
              <p:cNvSpPr>
                <a:spLocks noEditPoints="1"/>
              </p:cNvSpPr>
              <p:nvPr/>
            </p:nvSpPr>
            <p:spPr bwMode="auto">
              <a:xfrm>
                <a:off x="1539" y="1860"/>
                <a:ext cx="316" cy="77"/>
              </a:xfrm>
              <a:custGeom>
                <a:avLst/>
                <a:gdLst>
                  <a:gd name="T0" fmla="*/ 44 w 165"/>
                  <a:gd name="T1" fmla="*/ 1 h 40"/>
                  <a:gd name="T2" fmla="*/ 57 w 165"/>
                  <a:gd name="T3" fmla="*/ 1 h 40"/>
                  <a:gd name="T4" fmla="*/ 56 w 165"/>
                  <a:gd name="T5" fmla="*/ 32 h 40"/>
                  <a:gd name="T6" fmla="*/ 56 w 165"/>
                  <a:gd name="T7" fmla="*/ 40 h 40"/>
                  <a:gd name="T8" fmla="*/ 11 w 165"/>
                  <a:gd name="T9" fmla="*/ 40 h 40"/>
                  <a:gd name="T10" fmla="*/ 7 w 165"/>
                  <a:gd name="T11" fmla="*/ 32 h 40"/>
                  <a:gd name="T12" fmla="*/ 12 w 165"/>
                  <a:gd name="T13" fmla="*/ 4 h 40"/>
                  <a:gd name="T14" fmla="*/ 40 w 165"/>
                  <a:gd name="T15" fmla="*/ 7 h 40"/>
                  <a:gd name="T16" fmla="*/ 44 w 165"/>
                  <a:gd name="T17" fmla="*/ 1 h 40"/>
                  <a:gd name="T18" fmla="*/ 112 w 165"/>
                  <a:gd name="T19" fmla="*/ 1 h 40"/>
                  <a:gd name="T20" fmla="*/ 165 w 165"/>
                  <a:gd name="T21" fmla="*/ 1 h 40"/>
                  <a:gd name="T22" fmla="*/ 154 w 165"/>
                  <a:gd name="T23" fmla="*/ 33 h 40"/>
                  <a:gd name="T24" fmla="*/ 155 w 165"/>
                  <a:gd name="T25" fmla="*/ 40 h 40"/>
                  <a:gd name="T26" fmla="*/ 113 w 165"/>
                  <a:gd name="T27" fmla="*/ 40 h 40"/>
                  <a:gd name="T28" fmla="*/ 112 w 165"/>
                  <a:gd name="T29"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 h="40">
                    <a:moveTo>
                      <a:pt x="44" y="1"/>
                    </a:moveTo>
                    <a:cubicBezTo>
                      <a:pt x="57" y="1"/>
                      <a:pt x="57" y="1"/>
                      <a:pt x="57" y="1"/>
                    </a:cubicBezTo>
                    <a:cubicBezTo>
                      <a:pt x="57" y="11"/>
                      <a:pt x="59" y="20"/>
                      <a:pt x="56" y="32"/>
                    </a:cubicBezTo>
                    <a:cubicBezTo>
                      <a:pt x="56" y="34"/>
                      <a:pt x="56" y="36"/>
                      <a:pt x="56" y="40"/>
                    </a:cubicBezTo>
                    <a:cubicBezTo>
                      <a:pt x="11" y="40"/>
                      <a:pt x="11" y="40"/>
                      <a:pt x="11" y="40"/>
                    </a:cubicBezTo>
                    <a:cubicBezTo>
                      <a:pt x="9" y="37"/>
                      <a:pt x="8" y="35"/>
                      <a:pt x="7" y="32"/>
                    </a:cubicBezTo>
                    <a:cubicBezTo>
                      <a:pt x="1" y="17"/>
                      <a:pt x="0" y="7"/>
                      <a:pt x="12" y="4"/>
                    </a:cubicBezTo>
                    <a:cubicBezTo>
                      <a:pt x="24" y="0"/>
                      <a:pt x="34" y="0"/>
                      <a:pt x="40" y="7"/>
                    </a:cubicBezTo>
                    <a:cubicBezTo>
                      <a:pt x="42" y="10"/>
                      <a:pt x="43" y="6"/>
                      <a:pt x="44" y="1"/>
                    </a:cubicBezTo>
                    <a:close/>
                    <a:moveTo>
                      <a:pt x="112" y="1"/>
                    </a:moveTo>
                    <a:cubicBezTo>
                      <a:pt x="165" y="1"/>
                      <a:pt x="165" y="1"/>
                      <a:pt x="165" y="1"/>
                    </a:cubicBezTo>
                    <a:cubicBezTo>
                      <a:pt x="161" y="12"/>
                      <a:pt x="154" y="26"/>
                      <a:pt x="154" y="33"/>
                    </a:cubicBezTo>
                    <a:cubicBezTo>
                      <a:pt x="154" y="35"/>
                      <a:pt x="155" y="38"/>
                      <a:pt x="155" y="40"/>
                    </a:cubicBezTo>
                    <a:cubicBezTo>
                      <a:pt x="113" y="40"/>
                      <a:pt x="113" y="40"/>
                      <a:pt x="113" y="40"/>
                    </a:cubicBezTo>
                    <a:cubicBezTo>
                      <a:pt x="112" y="21"/>
                      <a:pt x="112" y="7"/>
                      <a:pt x="112" y="1"/>
                    </a:cubicBez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1" name="Freeform 138"/>
              <p:cNvSpPr>
                <a:spLocks noEditPoints="1"/>
              </p:cNvSpPr>
              <p:nvPr/>
            </p:nvSpPr>
            <p:spPr bwMode="auto">
              <a:xfrm>
                <a:off x="1539" y="1868"/>
                <a:ext cx="314" cy="73"/>
              </a:xfrm>
              <a:custGeom>
                <a:avLst/>
                <a:gdLst>
                  <a:gd name="T0" fmla="*/ 13 w 164"/>
                  <a:gd name="T1" fmla="*/ 0 h 38"/>
                  <a:gd name="T2" fmla="*/ 35 w 164"/>
                  <a:gd name="T3" fmla="*/ 0 h 38"/>
                  <a:gd name="T4" fmla="*/ 40 w 164"/>
                  <a:gd name="T5" fmla="*/ 3 h 38"/>
                  <a:gd name="T6" fmla="*/ 43 w 164"/>
                  <a:gd name="T7" fmla="*/ 0 h 38"/>
                  <a:gd name="T8" fmla="*/ 57 w 164"/>
                  <a:gd name="T9" fmla="*/ 0 h 38"/>
                  <a:gd name="T10" fmla="*/ 56 w 164"/>
                  <a:gd name="T11" fmla="*/ 28 h 38"/>
                  <a:gd name="T12" fmla="*/ 56 w 164"/>
                  <a:gd name="T13" fmla="*/ 38 h 38"/>
                  <a:gd name="T14" fmla="*/ 12 w 164"/>
                  <a:gd name="T15" fmla="*/ 38 h 38"/>
                  <a:gd name="T16" fmla="*/ 7 w 164"/>
                  <a:gd name="T17" fmla="*/ 28 h 38"/>
                  <a:gd name="T18" fmla="*/ 12 w 164"/>
                  <a:gd name="T19" fmla="*/ 0 h 38"/>
                  <a:gd name="T20" fmla="*/ 13 w 164"/>
                  <a:gd name="T21" fmla="*/ 0 h 38"/>
                  <a:gd name="T22" fmla="*/ 112 w 164"/>
                  <a:gd name="T23" fmla="*/ 0 h 38"/>
                  <a:gd name="T24" fmla="*/ 164 w 164"/>
                  <a:gd name="T25" fmla="*/ 0 h 38"/>
                  <a:gd name="T26" fmla="*/ 154 w 164"/>
                  <a:gd name="T27" fmla="*/ 29 h 38"/>
                  <a:gd name="T28" fmla="*/ 155 w 164"/>
                  <a:gd name="T29" fmla="*/ 38 h 38"/>
                  <a:gd name="T30" fmla="*/ 113 w 164"/>
                  <a:gd name="T31" fmla="*/ 38 h 38"/>
                  <a:gd name="T32" fmla="*/ 112 w 164"/>
                  <a:gd name="T3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4" h="38">
                    <a:moveTo>
                      <a:pt x="13" y="0"/>
                    </a:moveTo>
                    <a:cubicBezTo>
                      <a:pt x="35" y="0"/>
                      <a:pt x="35" y="0"/>
                      <a:pt x="35" y="0"/>
                    </a:cubicBezTo>
                    <a:cubicBezTo>
                      <a:pt x="37" y="0"/>
                      <a:pt x="39" y="2"/>
                      <a:pt x="40" y="3"/>
                    </a:cubicBezTo>
                    <a:cubicBezTo>
                      <a:pt x="42" y="5"/>
                      <a:pt x="43" y="3"/>
                      <a:pt x="43" y="0"/>
                    </a:cubicBezTo>
                    <a:cubicBezTo>
                      <a:pt x="57" y="0"/>
                      <a:pt x="57" y="0"/>
                      <a:pt x="57" y="0"/>
                    </a:cubicBezTo>
                    <a:cubicBezTo>
                      <a:pt x="58" y="8"/>
                      <a:pt x="59" y="17"/>
                      <a:pt x="56" y="28"/>
                    </a:cubicBezTo>
                    <a:cubicBezTo>
                      <a:pt x="56" y="30"/>
                      <a:pt x="56" y="34"/>
                      <a:pt x="56" y="38"/>
                    </a:cubicBezTo>
                    <a:cubicBezTo>
                      <a:pt x="12" y="38"/>
                      <a:pt x="12" y="38"/>
                      <a:pt x="12" y="38"/>
                    </a:cubicBezTo>
                    <a:cubicBezTo>
                      <a:pt x="11" y="36"/>
                      <a:pt x="9" y="32"/>
                      <a:pt x="7" y="28"/>
                    </a:cubicBezTo>
                    <a:cubicBezTo>
                      <a:pt x="1" y="13"/>
                      <a:pt x="0" y="3"/>
                      <a:pt x="12" y="0"/>
                    </a:cubicBezTo>
                    <a:cubicBezTo>
                      <a:pt x="12" y="0"/>
                      <a:pt x="13" y="0"/>
                      <a:pt x="13" y="0"/>
                    </a:cubicBezTo>
                    <a:close/>
                    <a:moveTo>
                      <a:pt x="112" y="0"/>
                    </a:moveTo>
                    <a:cubicBezTo>
                      <a:pt x="164" y="0"/>
                      <a:pt x="164" y="0"/>
                      <a:pt x="164" y="0"/>
                    </a:cubicBezTo>
                    <a:cubicBezTo>
                      <a:pt x="160" y="10"/>
                      <a:pt x="154" y="23"/>
                      <a:pt x="154" y="29"/>
                    </a:cubicBezTo>
                    <a:cubicBezTo>
                      <a:pt x="154" y="33"/>
                      <a:pt x="155" y="35"/>
                      <a:pt x="155" y="38"/>
                    </a:cubicBezTo>
                    <a:cubicBezTo>
                      <a:pt x="113" y="38"/>
                      <a:pt x="113" y="38"/>
                      <a:pt x="113" y="38"/>
                    </a:cubicBezTo>
                    <a:cubicBezTo>
                      <a:pt x="112" y="21"/>
                      <a:pt x="112" y="7"/>
                      <a:pt x="112" y="0"/>
                    </a:cubicBezTo>
                    <a:close/>
                  </a:path>
                </a:pathLst>
              </a:custGeom>
              <a:solidFill>
                <a:srgbClr val="C2C2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2" name="Freeform 139"/>
              <p:cNvSpPr>
                <a:spLocks noEditPoints="1"/>
              </p:cNvSpPr>
              <p:nvPr/>
            </p:nvSpPr>
            <p:spPr bwMode="auto">
              <a:xfrm>
                <a:off x="1539" y="1872"/>
                <a:ext cx="312" cy="74"/>
              </a:xfrm>
              <a:custGeom>
                <a:avLst/>
                <a:gdLst>
                  <a:gd name="T0" fmla="*/ 7 w 163"/>
                  <a:gd name="T1" fmla="*/ 0 h 39"/>
                  <a:gd name="T2" fmla="*/ 39 w 163"/>
                  <a:gd name="T3" fmla="*/ 0 h 39"/>
                  <a:gd name="T4" fmla="*/ 40 w 163"/>
                  <a:gd name="T5" fmla="*/ 1 h 39"/>
                  <a:gd name="T6" fmla="*/ 43 w 163"/>
                  <a:gd name="T7" fmla="*/ 0 h 39"/>
                  <a:gd name="T8" fmla="*/ 58 w 163"/>
                  <a:gd name="T9" fmla="*/ 0 h 39"/>
                  <a:gd name="T10" fmla="*/ 56 w 163"/>
                  <a:gd name="T11" fmla="*/ 26 h 39"/>
                  <a:gd name="T12" fmla="*/ 56 w 163"/>
                  <a:gd name="T13" fmla="*/ 39 h 39"/>
                  <a:gd name="T14" fmla="*/ 14 w 163"/>
                  <a:gd name="T15" fmla="*/ 39 h 39"/>
                  <a:gd name="T16" fmla="*/ 7 w 163"/>
                  <a:gd name="T17" fmla="*/ 26 h 39"/>
                  <a:gd name="T18" fmla="*/ 7 w 163"/>
                  <a:gd name="T19" fmla="*/ 0 h 39"/>
                  <a:gd name="T20" fmla="*/ 112 w 163"/>
                  <a:gd name="T21" fmla="*/ 0 h 39"/>
                  <a:gd name="T22" fmla="*/ 163 w 163"/>
                  <a:gd name="T23" fmla="*/ 0 h 39"/>
                  <a:gd name="T24" fmla="*/ 154 w 163"/>
                  <a:gd name="T25" fmla="*/ 27 h 39"/>
                  <a:gd name="T26" fmla="*/ 156 w 163"/>
                  <a:gd name="T27" fmla="*/ 39 h 39"/>
                  <a:gd name="T28" fmla="*/ 113 w 163"/>
                  <a:gd name="T29" fmla="*/ 39 h 39"/>
                  <a:gd name="T30" fmla="*/ 112 w 163"/>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3" h="39">
                    <a:moveTo>
                      <a:pt x="7" y="0"/>
                    </a:moveTo>
                    <a:cubicBezTo>
                      <a:pt x="39" y="0"/>
                      <a:pt x="39" y="0"/>
                      <a:pt x="39" y="0"/>
                    </a:cubicBezTo>
                    <a:cubicBezTo>
                      <a:pt x="39" y="1"/>
                      <a:pt x="40" y="1"/>
                      <a:pt x="40" y="1"/>
                    </a:cubicBezTo>
                    <a:cubicBezTo>
                      <a:pt x="41" y="3"/>
                      <a:pt x="42" y="2"/>
                      <a:pt x="43" y="0"/>
                    </a:cubicBezTo>
                    <a:cubicBezTo>
                      <a:pt x="58" y="0"/>
                      <a:pt x="58" y="0"/>
                      <a:pt x="58" y="0"/>
                    </a:cubicBezTo>
                    <a:cubicBezTo>
                      <a:pt x="58" y="8"/>
                      <a:pt x="59" y="16"/>
                      <a:pt x="56" y="26"/>
                    </a:cubicBezTo>
                    <a:cubicBezTo>
                      <a:pt x="56" y="28"/>
                      <a:pt x="56" y="33"/>
                      <a:pt x="56" y="39"/>
                    </a:cubicBezTo>
                    <a:cubicBezTo>
                      <a:pt x="14" y="39"/>
                      <a:pt x="14" y="39"/>
                      <a:pt x="14" y="39"/>
                    </a:cubicBezTo>
                    <a:cubicBezTo>
                      <a:pt x="12" y="36"/>
                      <a:pt x="9" y="32"/>
                      <a:pt x="7" y="26"/>
                    </a:cubicBezTo>
                    <a:cubicBezTo>
                      <a:pt x="2" y="13"/>
                      <a:pt x="0" y="5"/>
                      <a:pt x="7" y="0"/>
                    </a:cubicBezTo>
                    <a:close/>
                    <a:moveTo>
                      <a:pt x="112" y="0"/>
                    </a:moveTo>
                    <a:cubicBezTo>
                      <a:pt x="163" y="0"/>
                      <a:pt x="163" y="0"/>
                      <a:pt x="163" y="0"/>
                    </a:cubicBezTo>
                    <a:cubicBezTo>
                      <a:pt x="159" y="10"/>
                      <a:pt x="154" y="21"/>
                      <a:pt x="154" y="27"/>
                    </a:cubicBezTo>
                    <a:cubicBezTo>
                      <a:pt x="154" y="32"/>
                      <a:pt x="155" y="35"/>
                      <a:pt x="156" y="39"/>
                    </a:cubicBezTo>
                    <a:cubicBezTo>
                      <a:pt x="113" y="39"/>
                      <a:pt x="113" y="39"/>
                      <a:pt x="113" y="39"/>
                    </a:cubicBezTo>
                    <a:cubicBezTo>
                      <a:pt x="113" y="23"/>
                      <a:pt x="112" y="9"/>
                      <a:pt x="112" y="0"/>
                    </a:cubicBezTo>
                    <a:close/>
                  </a:path>
                </a:pathLst>
              </a:custGeom>
              <a:solidFill>
                <a:srgbClr val="C5C5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3" name="Freeform 140"/>
              <p:cNvSpPr>
                <a:spLocks noEditPoints="1"/>
              </p:cNvSpPr>
              <p:nvPr/>
            </p:nvSpPr>
            <p:spPr bwMode="auto">
              <a:xfrm>
                <a:off x="1541" y="1877"/>
                <a:ext cx="308" cy="75"/>
              </a:xfrm>
              <a:custGeom>
                <a:avLst/>
                <a:gdLst>
                  <a:gd name="T0" fmla="*/ 3 w 161"/>
                  <a:gd name="T1" fmla="*/ 0 h 39"/>
                  <a:gd name="T2" fmla="*/ 57 w 161"/>
                  <a:gd name="T3" fmla="*/ 0 h 39"/>
                  <a:gd name="T4" fmla="*/ 55 w 161"/>
                  <a:gd name="T5" fmla="*/ 23 h 39"/>
                  <a:gd name="T6" fmla="*/ 55 w 161"/>
                  <a:gd name="T7" fmla="*/ 39 h 39"/>
                  <a:gd name="T8" fmla="*/ 15 w 161"/>
                  <a:gd name="T9" fmla="*/ 39 h 39"/>
                  <a:gd name="T10" fmla="*/ 6 w 161"/>
                  <a:gd name="T11" fmla="*/ 23 h 39"/>
                  <a:gd name="T12" fmla="*/ 3 w 161"/>
                  <a:gd name="T13" fmla="*/ 0 h 39"/>
                  <a:gd name="T14" fmla="*/ 111 w 161"/>
                  <a:gd name="T15" fmla="*/ 0 h 39"/>
                  <a:gd name="T16" fmla="*/ 161 w 161"/>
                  <a:gd name="T17" fmla="*/ 0 h 39"/>
                  <a:gd name="T18" fmla="*/ 153 w 161"/>
                  <a:gd name="T19" fmla="*/ 24 h 39"/>
                  <a:gd name="T20" fmla="*/ 156 w 161"/>
                  <a:gd name="T21" fmla="*/ 39 h 39"/>
                  <a:gd name="T22" fmla="*/ 112 w 161"/>
                  <a:gd name="T23" fmla="*/ 39 h 39"/>
                  <a:gd name="T24" fmla="*/ 111 w 161"/>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1" h="39">
                    <a:moveTo>
                      <a:pt x="3" y="0"/>
                    </a:moveTo>
                    <a:cubicBezTo>
                      <a:pt x="57" y="0"/>
                      <a:pt x="57" y="0"/>
                      <a:pt x="57" y="0"/>
                    </a:cubicBezTo>
                    <a:cubicBezTo>
                      <a:pt x="57" y="7"/>
                      <a:pt x="57" y="15"/>
                      <a:pt x="55" y="23"/>
                    </a:cubicBezTo>
                    <a:cubicBezTo>
                      <a:pt x="55" y="26"/>
                      <a:pt x="55" y="31"/>
                      <a:pt x="55" y="39"/>
                    </a:cubicBezTo>
                    <a:cubicBezTo>
                      <a:pt x="15" y="39"/>
                      <a:pt x="15" y="39"/>
                      <a:pt x="15" y="39"/>
                    </a:cubicBezTo>
                    <a:cubicBezTo>
                      <a:pt x="13" y="36"/>
                      <a:pt x="9" y="31"/>
                      <a:pt x="6" y="23"/>
                    </a:cubicBezTo>
                    <a:cubicBezTo>
                      <a:pt x="2" y="12"/>
                      <a:pt x="0" y="5"/>
                      <a:pt x="3" y="0"/>
                    </a:cubicBezTo>
                    <a:close/>
                    <a:moveTo>
                      <a:pt x="111" y="0"/>
                    </a:moveTo>
                    <a:cubicBezTo>
                      <a:pt x="161" y="0"/>
                      <a:pt x="161" y="0"/>
                      <a:pt x="161" y="0"/>
                    </a:cubicBezTo>
                    <a:cubicBezTo>
                      <a:pt x="157" y="9"/>
                      <a:pt x="153" y="19"/>
                      <a:pt x="153" y="24"/>
                    </a:cubicBezTo>
                    <a:cubicBezTo>
                      <a:pt x="153" y="30"/>
                      <a:pt x="154" y="34"/>
                      <a:pt x="156" y="39"/>
                    </a:cubicBezTo>
                    <a:cubicBezTo>
                      <a:pt x="112" y="39"/>
                      <a:pt x="112" y="39"/>
                      <a:pt x="112" y="39"/>
                    </a:cubicBezTo>
                    <a:cubicBezTo>
                      <a:pt x="112" y="23"/>
                      <a:pt x="111" y="9"/>
                      <a:pt x="111" y="0"/>
                    </a:cubicBezTo>
                    <a:close/>
                  </a:path>
                </a:pathLst>
              </a:custGeom>
              <a:solidFill>
                <a:srgbClr val="C7C7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4" name="Freeform 141"/>
              <p:cNvSpPr>
                <a:spLocks noEditPoints="1"/>
              </p:cNvSpPr>
              <p:nvPr/>
            </p:nvSpPr>
            <p:spPr bwMode="auto">
              <a:xfrm>
                <a:off x="1543" y="1883"/>
                <a:ext cx="304" cy="73"/>
              </a:xfrm>
              <a:custGeom>
                <a:avLst/>
                <a:gdLst>
                  <a:gd name="T0" fmla="*/ 1 w 159"/>
                  <a:gd name="T1" fmla="*/ 0 h 38"/>
                  <a:gd name="T2" fmla="*/ 56 w 159"/>
                  <a:gd name="T3" fmla="*/ 0 h 38"/>
                  <a:gd name="T4" fmla="*/ 54 w 159"/>
                  <a:gd name="T5" fmla="*/ 20 h 38"/>
                  <a:gd name="T6" fmla="*/ 54 w 159"/>
                  <a:gd name="T7" fmla="*/ 38 h 38"/>
                  <a:gd name="T8" fmla="*/ 15 w 159"/>
                  <a:gd name="T9" fmla="*/ 38 h 38"/>
                  <a:gd name="T10" fmla="*/ 5 w 159"/>
                  <a:gd name="T11" fmla="*/ 20 h 38"/>
                  <a:gd name="T12" fmla="*/ 1 w 159"/>
                  <a:gd name="T13" fmla="*/ 0 h 38"/>
                  <a:gd name="T14" fmla="*/ 110 w 159"/>
                  <a:gd name="T15" fmla="*/ 0 h 38"/>
                  <a:gd name="T16" fmla="*/ 159 w 159"/>
                  <a:gd name="T17" fmla="*/ 0 h 38"/>
                  <a:gd name="T18" fmla="*/ 152 w 159"/>
                  <a:gd name="T19" fmla="*/ 21 h 38"/>
                  <a:gd name="T20" fmla="*/ 156 w 159"/>
                  <a:gd name="T21" fmla="*/ 38 h 38"/>
                  <a:gd name="T22" fmla="*/ 111 w 159"/>
                  <a:gd name="T23" fmla="*/ 38 h 38"/>
                  <a:gd name="T24" fmla="*/ 110 w 159"/>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38">
                    <a:moveTo>
                      <a:pt x="1" y="0"/>
                    </a:moveTo>
                    <a:cubicBezTo>
                      <a:pt x="56" y="0"/>
                      <a:pt x="56" y="0"/>
                      <a:pt x="56" y="0"/>
                    </a:cubicBezTo>
                    <a:cubicBezTo>
                      <a:pt x="56" y="6"/>
                      <a:pt x="56" y="13"/>
                      <a:pt x="54" y="20"/>
                    </a:cubicBezTo>
                    <a:cubicBezTo>
                      <a:pt x="54" y="23"/>
                      <a:pt x="54" y="29"/>
                      <a:pt x="54" y="38"/>
                    </a:cubicBezTo>
                    <a:cubicBezTo>
                      <a:pt x="15" y="38"/>
                      <a:pt x="15" y="38"/>
                      <a:pt x="15" y="38"/>
                    </a:cubicBezTo>
                    <a:cubicBezTo>
                      <a:pt x="14" y="35"/>
                      <a:pt x="9" y="31"/>
                      <a:pt x="5" y="20"/>
                    </a:cubicBezTo>
                    <a:cubicBezTo>
                      <a:pt x="1" y="11"/>
                      <a:pt x="0" y="5"/>
                      <a:pt x="1" y="0"/>
                    </a:cubicBezTo>
                    <a:close/>
                    <a:moveTo>
                      <a:pt x="110" y="0"/>
                    </a:moveTo>
                    <a:cubicBezTo>
                      <a:pt x="159" y="0"/>
                      <a:pt x="159" y="0"/>
                      <a:pt x="159" y="0"/>
                    </a:cubicBezTo>
                    <a:cubicBezTo>
                      <a:pt x="156" y="8"/>
                      <a:pt x="152" y="16"/>
                      <a:pt x="152" y="21"/>
                    </a:cubicBezTo>
                    <a:cubicBezTo>
                      <a:pt x="152" y="28"/>
                      <a:pt x="153" y="32"/>
                      <a:pt x="156" y="38"/>
                    </a:cubicBezTo>
                    <a:cubicBezTo>
                      <a:pt x="111" y="38"/>
                      <a:pt x="111" y="38"/>
                      <a:pt x="111" y="38"/>
                    </a:cubicBezTo>
                    <a:cubicBezTo>
                      <a:pt x="111" y="23"/>
                      <a:pt x="110" y="9"/>
                      <a:pt x="110" y="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5" name="Freeform 142"/>
              <p:cNvSpPr>
                <a:spLocks noEditPoints="1"/>
              </p:cNvSpPr>
              <p:nvPr/>
            </p:nvSpPr>
            <p:spPr bwMode="auto">
              <a:xfrm>
                <a:off x="1543" y="1887"/>
                <a:ext cx="302" cy="75"/>
              </a:xfrm>
              <a:custGeom>
                <a:avLst/>
                <a:gdLst>
                  <a:gd name="T0" fmla="*/ 1 w 158"/>
                  <a:gd name="T1" fmla="*/ 0 h 39"/>
                  <a:gd name="T2" fmla="*/ 56 w 158"/>
                  <a:gd name="T3" fmla="*/ 0 h 39"/>
                  <a:gd name="T4" fmla="*/ 54 w 158"/>
                  <a:gd name="T5" fmla="*/ 18 h 39"/>
                  <a:gd name="T6" fmla="*/ 54 w 158"/>
                  <a:gd name="T7" fmla="*/ 39 h 39"/>
                  <a:gd name="T8" fmla="*/ 16 w 158"/>
                  <a:gd name="T9" fmla="*/ 39 h 39"/>
                  <a:gd name="T10" fmla="*/ 5 w 158"/>
                  <a:gd name="T11" fmla="*/ 18 h 39"/>
                  <a:gd name="T12" fmla="*/ 1 w 158"/>
                  <a:gd name="T13" fmla="*/ 0 h 39"/>
                  <a:gd name="T14" fmla="*/ 110 w 158"/>
                  <a:gd name="T15" fmla="*/ 0 h 39"/>
                  <a:gd name="T16" fmla="*/ 158 w 158"/>
                  <a:gd name="T17" fmla="*/ 0 h 39"/>
                  <a:gd name="T18" fmla="*/ 152 w 158"/>
                  <a:gd name="T19" fmla="*/ 19 h 39"/>
                  <a:gd name="T20" fmla="*/ 158 w 158"/>
                  <a:gd name="T21" fmla="*/ 39 h 39"/>
                  <a:gd name="T22" fmla="*/ 112 w 158"/>
                  <a:gd name="T23" fmla="*/ 39 h 39"/>
                  <a:gd name="T24" fmla="*/ 110 w 158"/>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39">
                    <a:moveTo>
                      <a:pt x="1" y="0"/>
                    </a:moveTo>
                    <a:cubicBezTo>
                      <a:pt x="56" y="0"/>
                      <a:pt x="56" y="0"/>
                      <a:pt x="56" y="0"/>
                    </a:cubicBezTo>
                    <a:cubicBezTo>
                      <a:pt x="56" y="6"/>
                      <a:pt x="56" y="12"/>
                      <a:pt x="54" y="18"/>
                    </a:cubicBezTo>
                    <a:cubicBezTo>
                      <a:pt x="54" y="21"/>
                      <a:pt x="54" y="29"/>
                      <a:pt x="54" y="39"/>
                    </a:cubicBezTo>
                    <a:cubicBezTo>
                      <a:pt x="16" y="39"/>
                      <a:pt x="16" y="39"/>
                      <a:pt x="16" y="39"/>
                    </a:cubicBezTo>
                    <a:cubicBezTo>
                      <a:pt x="16" y="34"/>
                      <a:pt x="10" y="32"/>
                      <a:pt x="5" y="18"/>
                    </a:cubicBezTo>
                    <a:cubicBezTo>
                      <a:pt x="2" y="11"/>
                      <a:pt x="0" y="5"/>
                      <a:pt x="1" y="0"/>
                    </a:cubicBezTo>
                    <a:close/>
                    <a:moveTo>
                      <a:pt x="110" y="0"/>
                    </a:moveTo>
                    <a:cubicBezTo>
                      <a:pt x="158" y="0"/>
                      <a:pt x="158" y="0"/>
                      <a:pt x="158" y="0"/>
                    </a:cubicBezTo>
                    <a:cubicBezTo>
                      <a:pt x="155" y="8"/>
                      <a:pt x="152" y="15"/>
                      <a:pt x="152" y="19"/>
                    </a:cubicBezTo>
                    <a:cubicBezTo>
                      <a:pt x="152" y="27"/>
                      <a:pt x="153" y="31"/>
                      <a:pt x="158" y="39"/>
                    </a:cubicBezTo>
                    <a:cubicBezTo>
                      <a:pt x="112" y="39"/>
                      <a:pt x="112" y="39"/>
                      <a:pt x="112" y="39"/>
                    </a:cubicBezTo>
                    <a:cubicBezTo>
                      <a:pt x="111" y="24"/>
                      <a:pt x="110" y="10"/>
                      <a:pt x="110" y="0"/>
                    </a:cubicBezTo>
                    <a:close/>
                  </a:path>
                </a:pathLst>
              </a:custGeom>
              <a:solidFill>
                <a:srgbClr val="CE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6" name="Freeform 143"/>
              <p:cNvSpPr>
                <a:spLocks noEditPoints="1"/>
              </p:cNvSpPr>
              <p:nvPr/>
            </p:nvSpPr>
            <p:spPr bwMode="auto">
              <a:xfrm>
                <a:off x="1545" y="1893"/>
                <a:ext cx="302" cy="74"/>
              </a:xfrm>
              <a:custGeom>
                <a:avLst/>
                <a:gdLst>
                  <a:gd name="T0" fmla="*/ 0 w 158"/>
                  <a:gd name="T1" fmla="*/ 0 h 39"/>
                  <a:gd name="T2" fmla="*/ 55 w 158"/>
                  <a:gd name="T3" fmla="*/ 0 h 39"/>
                  <a:gd name="T4" fmla="*/ 53 w 158"/>
                  <a:gd name="T5" fmla="*/ 15 h 39"/>
                  <a:gd name="T6" fmla="*/ 53 w 158"/>
                  <a:gd name="T7" fmla="*/ 39 h 39"/>
                  <a:gd name="T8" fmla="*/ 14 w 158"/>
                  <a:gd name="T9" fmla="*/ 39 h 39"/>
                  <a:gd name="T10" fmla="*/ 14 w 158"/>
                  <a:gd name="T11" fmla="*/ 37 h 39"/>
                  <a:gd name="T12" fmla="*/ 4 w 158"/>
                  <a:gd name="T13" fmla="*/ 15 h 39"/>
                  <a:gd name="T14" fmla="*/ 0 w 158"/>
                  <a:gd name="T15" fmla="*/ 0 h 39"/>
                  <a:gd name="T16" fmla="*/ 109 w 158"/>
                  <a:gd name="T17" fmla="*/ 0 h 39"/>
                  <a:gd name="T18" fmla="*/ 156 w 158"/>
                  <a:gd name="T19" fmla="*/ 0 h 39"/>
                  <a:gd name="T20" fmla="*/ 151 w 158"/>
                  <a:gd name="T21" fmla="*/ 16 h 39"/>
                  <a:gd name="T22" fmla="*/ 158 w 158"/>
                  <a:gd name="T23" fmla="*/ 39 h 39"/>
                  <a:gd name="T24" fmla="*/ 111 w 158"/>
                  <a:gd name="T25" fmla="*/ 39 h 39"/>
                  <a:gd name="T26" fmla="*/ 109 w 158"/>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39">
                    <a:moveTo>
                      <a:pt x="0" y="0"/>
                    </a:moveTo>
                    <a:cubicBezTo>
                      <a:pt x="55" y="0"/>
                      <a:pt x="55" y="0"/>
                      <a:pt x="55" y="0"/>
                    </a:cubicBezTo>
                    <a:cubicBezTo>
                      <a:pt x="55" y="5"/>
                      <a:pt x="55" y="10"/>
                      <a:pt x="53" y="15"/>
                    </a:cubicBezTo>
                    <a:cubicBezTo>
                      <a:pt x="53" y="19"/>
                      <a:pt x="53" y="27"/>
                      <a:pt x="53" y="39"/>
                    </a:cubicBezTo>
                    <a:cubicBezTo>
                      <a:pt x="14" y="39"/>
                      <a:pt x="14" y="39"/>
                      <a:pt x="14" y="39"/>
                    </a:cubicBezTo>
                    <a:cubicBezTo>
                      <a:pt x="14" y="38"/>
                      <a:pt x="14" y="38"/>
                      <a:pt x="14" y="37"/>
                    </a:cubicBezTo>
                    <a:cubicBezTo>
                      <a:pt x="16" y="31"/>
                      <a:pt x="10" y="30"/>
                      <a:pt x="4" y="15"/>
                    </a:cubicBezTo>
                    <a:cubicBezTo>
                      <a:pt x="2" y="9"/>
                      <a:pt x="0" y="4"/>
                      <a:pt x="0" y="0"/>
                    </a:cubicBezTo>
                    <a:close/>
                    <a:moveTo>
                      <a:pt x="109" y="0"/>
                    </a:moveTo>
                    <a:cubicBezTo>
                      <a:pt x="156" y="0"/>
                      <a:pt x="156" y="0"/>
                      <a:pt x="156" y="0"/>
                    </a:cubicBezTo>
                    <a:cubicBezTo>
                      <a:pt x="153" y="6"/>
                      <a:pt x="151" y="12"/>
                      <a:pt x="151" y="16"/>
                    </a:cubicBezTo>
                    <a:cubicBezTo>
                      <a:pt x="151" y="25"/>
                      <a:pt x="152" y="28"/>
                      <a:pt x="158" y="39"/>
                    </a:cubicBezTo>
                    <a:cubicBezTo>
                      <a:pt x="111" y="39"/>
                      <a:pt x="111" y="39"/>
                      <a:pt x="111" y="39"/>
                    </a:cubicBezTo>
                    <a:cubicBezTo>
                      <a:pt x="110" y="24"/>
                      <a:pt x="109" y="10"/>
                      <a:pt x="109" y="0"/>
                    </a:cubicBezTo>
                    <a:close/>
                  </a:path>
                </a:pathLst>
              </a:custGeom>
              <a:solidFill>
                <a:srgbClr val="D1D1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7" name="Freeform 144"/>
              <p:cNvSpPr>
                <a:spLocks noEditPoints="1"/>
              </p:cNvSpPr>
              <p:nvPr/>
            </p:nvSpPr>
            <p:spPr bwMode="auto">
              <a:xfrm>
                <a:off x="1545" y="1898"/>
                <a:ext cx="306" cy="73"/>
              </a:xfrm>
              <a:custGeom>
                <a:avLst/>
                <a:gdLst>
                  <a:gd name="T0" fmla="*/ 0 w 160"/>
                  <a:gd name="T1" fmla="*/ 0 h 38"/>
                  <a:gd name="T2" fmla="*/ 55 w 160"/>
                  <a:gd name="T3" fmla="*/ 0 h 38"/>
                  <a:gd name="T4" fmla="*/ 53 w 160"/>
                  <a:gd name="T5" fmla="*/ 12 h 38"/>
                  <a:gd name="T6" fmla="*/ 53 w 160"/>
                  <a:gd name="T7" fmla="*/ 38 h 38"/>
                  <a:gd name="T8" fmla="*/ 13 w 160"/>
                  <a:gd name="T9" fmla="*/ 38 h 38"/>
                  <a:gd name="T10" fmla="*/ 14 w 160"/>
                  <a:gd name="T11" fmla="*/ 34 h 38"/>
                  <a:gd name="T12" fmla="*/ 4 w 160"/>
                  <a:gd name="T13" fmla="*/ 12 h 38"/>
                  <a:gd name="T14" fmla="*/ 0 w 160"/>
                  <a:gd name="T15" fmla="*/ 0 h 38"/>
                  <a:gd name="T16" fmla="*/ 109 w 160"/>
                  <a:gd name="T17" fmla="*/ 0 h 38"/>
                  <a:gd name="T18" fmla="*/ 155 w 160"/>
                  <a:gd name="T19" fmla="*/ 0 h 38"/>
                  <a:gd name="T20" fmla="*/ 151 w 160"/>
                  <a:gd name="T21" fmla="*/ 13 h 38"/>
                  <a:gd name="T22" fmla="*/ 159 w 160"/>
                  <a:gd name="T23" fmla="*/ 36 h 38"/>
                  <a:gd name="T24" fmla="*/ 160 w 160"/>
                  <a:gd name="T25" fmla="*/ 38 h 38"/>
                  <a:gd name="T26" fmla="*/ 111 w 160"/>
                  <a:gd name="T27" fmla="*/ 38 h 38"/>
                  <a:gd name="T28" fmla="*/ 109 w 160"/>
                  <a:gd name="T2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38">
                    <a:moveTo>
                      <a:pt x="0" y="0"/>
                    </a:moveTo>
                    <a:cubicBezTo>
                      <a:pt x="55" y="0"/>
                      <a:pt x="55" y="0"/>
                      <a:pt x="55" y="0"/>
                    </a:cubicBezTo>
                    <a:cubicBezTo>
                      <a:pt x="55" y="4"/>
                      <a:pt x="54" y="8"/>
                      <a:pt x="53" y="12"/>
                    </a:cubicBezTo>
                    <a:cubicBezTo>
                      <a:pt x="53" y="16"/>
                      <a:pt x="53" y="25"/>
                      <a:pt x="53" y="38"/>
                    </a:cubicBezTo>
                    <a:cubicBezTo>
                      <a:pt x="13" y="38"/>
                      <a:pt x="13" y="38"/>
                      <a:pt x="13" y="38"/>
                    </a:cubicBezTo>
                    <a:cubicBezTo>
                      <a:pt x="14" y="37"/>
                      <a:pt x="14" y="35"/>
                      <a:pt x="14" y="34"/>
                    </a:cubicBezTo>
                    <a:cubicBezTo>
                      <a:pt x="16" y="28"/>
                      <a:pt x="10" y="27"/>
                      <a:pt x="4" y="12"/>
                    </a:cubicBezTo>
                    <a:cubicBezTo>
                      <a:pt x="2" y="7"/>
                      <a:pt x="1" y="3"/>
                      <a:pt x="0" y="0"/>
                    </a:cubicBezTo>
                    <a:close/>
                    <a:moveTo>
                      <a:pt x="109" y="0"/>
                    </a:moveTo>
                    <a:cubicBezTo>
                      <a:pt x="155" y="0"/>
                      <a:pt x="155" y="0"/>
                      <a:pt x="155" y="0"/>
                    </a:cubicBezTo>
                    <a:cubicBezTo>
                      <a:pt x="153" y="5"/>
                      <a:pt x="151" y="10"/>
                      <a:pt x="151" y="13"/>
                    </a:cubicBezTo>
                    <a:cubicBezTo>
                      <a:pt x="151" y="22"/>
                      <a:pt x="152" y="26"/>
                      <a:pt x="159" y="36"/>
                    </a:cubicBezTo>
                    <a:cubicBezTo>
                      <a:pt x="159" y="37"/>
                      <a:pt x="159" y="38"/>
                      <a:pt x="160" y="38"/>
                    </a:cubicBezTo>
                    <a:cubicBezTo>
                      <a:pt x="111" y="38"/>
                      <a:pt x="111" y="38"/>
                      <a:pt x="111" y="38"/>
                    </a:cubicBezTo>
                    <a:cubicBezTo>
                      <a:pt x="110" y="24"/>
                      <a:pt x="110" y="10"/>
                      <a:pt x="109"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8" name="Freeform 145"/>
              <p:cNvSpPr>
                <a:spLocks noEditPoints="1"/>
              </p:cNvSpPr>
              <p:nvPr/>
            </p:nvSpPr>
            <p:spPr bwMode="auto">
              <a:xfrm>
                <a:off x="1547" y="1902"/>
                <a:ext cx="306" cy="75"/>
              </a:xfrm>
              <a:custGeom>
                <a:avLst/>
                <a:gdLst>
                  <a:gd name="T0" fmla="*/ 0 w 160"/>
                  <a:gd name="T1" fmla="*/ 0 h 39"/>
                  <a:gd name="T2" fmla="*/ 54 w 160"/>
                  <a:gd name="T3" fmla="*/ 0 h 39"/>
                  <a:gd name="T4" fmla="*/ 52 w 160"/>
                  <a:gd name="T5" fmla="*/ 10 h 39"/>
                  <a:gd name="T6" fmla="*/ 52 w 160"/>
                  <a:gd name="T7" fmla="*/ 39 h 39"/>
                  <a:gd name="T8" fmla="*/ 12 w 160"/>
                  <a:gd name="T9" fmla="*/ 39 h 39"/>
                  <a:gd name="T10" fmla="*/ 13 w 160"/>
                  <a:gd name="T11" fmla="*/ 32 h 39"/>
                  <a:gd name="T12" fmla="*/ 3 w 160"/>
                  <a:gd name="T13" fmla="*/ 10 h 39"/>
                  <a:gd name="T14" fmla="*/ 0 w 160"/>
                  <a:gd name="T15" fmla="*/ 0 h 39"/>
                  <a:gd name="T16" fmla="*/ 108 w 160"/>
                  <a:gd name="T17" fmla="*/ 0 h 39"/>
                  <a:gd name="T18" fmla="*/ 153 w 160"/>
                  <a:gd name="T19" fmla="*/ 0 h 39"/>
                  <a:gd name="T20" fmla="*/ 150 w 160"/>
                  <a:gd name="T21" fmla="*/ 11 h 39"/>
                  <a:gd name="T22" fmla="*/ 158 w 160"/>
                  <a:gd name="T23" fmla="*/ 34 h 39"/>
                  <a:gd name="T24" fmla="*/ 160 w 160"/>
                  <a:gd name="T25" fmla="*/ 39 h 39"/>
                  <a:gd name="T26" fmla="*/ 110 w 160"/>
                  <a:gd name="T27" fmla="*/ 39 h 39"/>
                  <a:gd name="T28" fmla="*/ 108 w 160"/>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39">
                    <a:moveTo>
                      <a:pt x="0" y="0"/>
                    </a:moveTo>
                    <a:cubicBezTo>
                      <a:pt x="54" y="0"/>
                      <a:pt x="54" y="0"/>
                      <a:pt x="54" y="0"/>
                    </a:cubicBezTo>
                    <a:cubicBezTo>
                      <a:pt x="54" y="4"/>
                      <a:pt x="53" y="7"/>
                      <a:pt x="52" y="10"/>
                    </a:cubicBezTo>
                    <a:cubicBezTo>
                      <a:pt x="52" y="14"/>
                      <a:pt x="52" y="24"/>
                      <a:pt x="52" y="39"/>
                    </a:cubicBezTo>
                    <a:cubicBezTo>
                      <a:pt x="12" y="39"/>
                      <a:pt x="12" y="39"/>
                      <a:pt x="12" y="39"/>
                    </a:cubicBezTo>
                    <a:cubicBezTo>
                      <a:pt x="12" y="36"/>
                      <a:pt x="13" y="34"/>
                      <a:pt x="13" y="32"/>
                    </a:cubicBezTo>
                    <a:cubicBezTo>
                      <a:pt x="15" y="26"/>
                      <a:pt x="9" y="25"/>
                      <a:pt x="3" y="10"/>
                    </a:cubicBezTo>
                    <a:cubicBezTo>
                      <a:pt x="1" y="6"/>
                      <a:pt x="0" y="3"/>
                      <a:pt x="0" y="0"/>
                    </a:cubicBezTo>
                    <a:close/>
                    <a:moveTo>
                      <a:pt x="108" y="0"/>
                    </a:moveTo>
                    <a:cubicBezTo>
                      <a:pt x="153" y="0"/>
                      <a:pt x="153" y="0"/>
                      <a:pt x="153" y="0"/>
                    </a:cubicBezTo>
                    <a:cubicBezTo>
                      <a:pt x="151" y="5"/>
                      <a:pt x="150" y="8"/>
                      <a:pt x="150" y="11"/>
                    </a:cubicBezTo>
                    <a:cubicBezTo>
                      <a:pt x="150" y="20"/>
                      <a:pt x="151" y="24"/>
                      <a:pt x="158" y="34"/>
                    </a:cubicBezTo>
                    <a:cubicBezTo>
                      <a:pt x="158" y="35"/>
                      <a:pt x="159" y="37"/>
                      <a:pt x="160" y="39"/>
                    </a:cubicBezTo>
                    <a:cubicBezTo>
                      <a:pt x="110" y="39"/>
                      <a:pt x="110" y="39"/>
                      <a:pt x="110" y="39"/>
                    </a:cubicBezTo>
                    <a:cubicBezTo>
                      <a:pt x="109" y="25"/>
                      <a:pt x="109" y="11"/>
                      <a:pt x="108" y="0"/>
                    </a:cubicBezTo>
                    <a:close/>
                  </a:path>
                </a:pathLst>
              </a:custGeom>
              <a:solidFill>
                <a:srgbClr val="D5D5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9" name="Freeform 146"/>
              <p:cNvSpPr>
                <a:spLocks noEditPoints="1"/>
              </p:cNvSpPr>
              <p:nvPr/>
            </p:nvSpPr>
            <p:spPr bwMode="auto">
              <a:xfrm>
                <a:off x="1547" y="1908"/>
                <a:ext cx="306" cy="75"/>
              </a:xfrm>
              <a:custGeom>
                <a:avLst/>
                <a:gdLst>
                  <a:gd name="T0" fmla="*/ 0 w 160"/>
                  <a:gd name="T1" fmla="*/ 0 h 39"/>
                  <a:gd name="T2" fmla="*/ 54 w 160"/>
                  <a:gd name="T3" fmla="*/ 0 h 39"/>
                  <a:gd name="T4" fmla="*/ 52 w 160"/>
                  <a:gd name="T5" fmla="*/ 7 h 39"/>
                  <a:gd name="T6" fmla="*/ 52 w 160"/>
                  <a:gd name="T7" fmla="*/ 39 h 39"/>
                  <a:gd name="T8" fmla="*/ 11 w 160"/>
                  <a:gd name="T9" fmla="*/ 39 h 39"/>
                  <a:gd name="T10" fmla="*/ 13 w 160"/>
                  <a:gd name="T11" fmla="*/ 29 h 39"/>
                  <a:gd name="T12" fmla="*/ 3 w 160"/>
                  <a:gd name="T13" fmla="*/ 7 h 39"/>
                  <a:gd name="T14" fmla="*/ 0 w 160"/>
                  <a:gd name="T15" fmla="*/ 0 h 39"/>
                  <a:gd name="T16" fmla="*/ 108 w 160"/>
                  <a:gd name="T17" fmla="*/ 0 h 39"/>
                  <a:gd name="T18" fmla="*/ 152 w 160"/>
                  <a:gd name="T19" fmla="*/ 0 h 39"/>
                  <a:gd name="T20" fmla="*/ 150 w 160"/>
                  <a:gd name="T21" fmla="*/ 8 h 39"/>
                  <a:gd name="T22" fmla="*/ 158 w 160"/>
                  <a:gd name="T23" fmla="*/ 31 h 39"/>
                  <a:gd name="T24" fmla="*/ 160 w 160"/>
                  <a:gd name="T25" fmla="*/ 39 h 39"/>
                  <a:gd name="T26" fmla="*/ 110 w 160"/>
                  <a:gd name="T27" fmla="*/ 39 h 39"/>
                  <a:gd name="T28" fmla="*/ 108 w 160"/>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39">
                    <a:moveTo>
                      <a:pt x="0" y="0"/>
                    </a:moveTo>
                    <a:cubicBezTo>
                      <a:pt x="54" y="0"/>
                      <a:pt x="54" y="0"/>
                      <a:pt x="54" y="0"/>
                    </a:cubicBezTo>
                    <a:cubicBezTo>
                      <a:pt x="53" y="2"/>
                      <a:pt x="53" y="5"/>
                      <a:pt x="52" y="7"/>
                    </a:cubicBezTo>
                    <a:cubicBezTo>
                      <a:pt x="52" y="11"/>
                      <a:pt x="52" y="23"/>
                      <a:pt x="52" y="39"/>
                    </a:cubicBezTo>
                    <a:cubicBezTo>
                      <a:pt x="11" y="39"/>
                      <a:pt x="11" y="39"/>
                      <a:pt x="11" y="39"/>
                    </a:cubicBezTo>
                    <a:cubicBezTo>
                      <a:pt x="12" y="35"/>
                      <a:pt x="13" y="31"/>
                      <a:pt x="13" y="29"/>
                    </a:cubicBezTo>
                    <a:cubicBezTo>
                      <a:pt x="15" y="23"/>
                      <a:pt x="9" y="22"/>
                      <a:pt x="3" y="7"/>
                    </a:cubicBezTo>
                    <a:cubicBezTo>
                      <a:pt x="2" y="4"/>
                      <a:pt x="1" y="2"/>
                      <a:pt x="0" y="0"/>
                    </a:cubicBezTo>
                    <a:close/>
                    <a:moveTo>
                      <a:pt x="108" y="0"/>
                    </a:moveTo>
                    <a:cubicBezTo>
                      <a:pt x="152" y="0"/>
                      <a:pt x="152" y="0"/>
                      <a:pt x="152" y="0"/>
                    </a:cubicBezTo>
                    <a:cubicBezTo>
                      <a:pt x="151" y="3"/>
                      <a:pt x="150" y="6"/>
                      <a:pt x="150" y="8"/>
                    </a:cubicBezTo>
                    <a:cubicBezTo>
                      <a:pt x="150" y="17"/>
                      <a:pt x="151" y="21"/>
                      <a:pt x="158" y="31"/>
                    </a:cubicBezTo>
                    <a:cubicBezTo>
                      <a:pt x="159" y="33"/>
                      <a:pt x="159" y="35"/>
                      <a:pt x="160" y="39"/>
                    </a:cubicBezTo>
                    <a:cubicBezTo>
                      <a:pt x="110" y="39"/>
                      <a:pt x="110" y="39"/>
                      <a:pt x="110" y="39"/>
                    </a:cubicBezTo>
                    <a:cubicBezTo>
                      <a:pt x="109" y="25"/>
                      <a:pt x="109" y="11"/>
                      <a:pt x="108" y="0"/>
                    </a:cubicBezTo>
                    <a:close/>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0" name="Freeform 147"/>
              <p:cNvSpPr>
                <a:spLocks noEditPoints="1"/>
              </p:cNvSpPr>
              <p:nvPr/>
            </p:nvSpPr>
            <p:spPr bwMode="auto">
              <a:xfrm>
                <a:off x="1549" y="1914"/>
                <a:ext cx="306" cy="74"/>
              </a:xfrm>
              <a:custGeom>
                <a:avLst/>
                <a:gdLst>
                  <a:gd name="T0" fmla="*/ 0 w 160"/>
                  <a:gd name="T1" fmla="*/ 0 h 39"/>
                  <a:gd name="T2" fmla="*/ 52 w 160"/>
                  <a:gd name="T3" fmla="*/ 0 h 39"/>
                  <a:gd name="T4" fmla="*/ 51 w 160"/>
                  <a:gd name="T5" fmla="*/ 4 h 39"/>
                  <a:gd name="T6" fmla="*/ 52 w 160"/>
                  <a:gd name="T7" fmla="*/ 39 h 39"/>
                  <a:gd name="T8" fmla="*/ 10 w 160"/>
                  <a:gd name="T9" fmla="*/ 39 h 39"/>
                  <a:gd name="T10" fmla="*/ 12 w 160"/>
                  <a:gd name="T11" fmla="*/ 26 h 39"/>
                  <a:gd name="T12" fmla="*/ 2 w 160"/>
                  <a:gd name="T13" fmla="*/ 4 h 39"/>
                  <a:gd name="T14" fmla="*/ 0 w 160"/>
                  <a:gd name="T15" fmla="*/ 0 h 39"/>
                  <a:gd name="T16" fmla="*/ 108 w 160"/>
                  <a:gd name="T17" fmla="*/ 0 h 39"/>
                  <a:gd name="T18" fmla="*/ 150 w 160"/>
                  <a:gd name="T19" fmla="*/ 0 h 39"/>
                  <a:gd name="T20" fmla="*/ 149 w 160"/>
                  <a:gd name="T21" fmla="*/ 5 h 39"/>
                  <a:gd name="T22" fmla="*/ 157 w 160"/>
                  <a:gd name="T23" fmla="*/ 28 h 39"/>
                  <a:gd name="T24" fmla="*/ 160 w 160"/>
                  <a:gd name="T25" fmla="*/ 39 h 39"/>
                  <a:gd name="T26" fmla="*/ 109 w 160"/>
                  <a:gd name="T27" fmla="*/ 39 h 39"/>
                  <a:gd name="T28" fmla="*/ 108 w 160"/>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39">
                    <a:moveTo>
                      <a:pt x="0" y="0"/>
                    </a:moveTo>
                    <a:cubicBezTo>
                      <a:pt x="52" y="0"/>
                      <a:pt x="52" y="0"/>
                      <a:pt x="52" y="0"/>
                    </a:cubicBezTo>
                    <a:cubicBezTo>
                      <a:pt x="52" y="1"/>
                      <a:pt x="52" y="3"/>
                      <a:pt x="51" y="4"/>
                    </a:cubicBezTo>
                    <a:cubicBezTo>
                      <a:pt x="51" y="8"/>
                      <a:pt x="51" y="21"/>
                      <a:pt x="52" y="39"/>
                    </a:cubicBezTo>
                    <a:cubicBezTo>
                      <a:pt x="10" y="39"/>
                      <a:pt x="10" y="39"/>
                      <a:pt x="10" y="39"/>
                    </a:cubicBezTo>
                    <a:cubicBezTo>
                      <a:pt x="11" y="33"/>
                      <a:pt x="11" y="28"/>
                      <a:pt x="12" y="26"/>
                    </a:cubicBezTo>
                    <a:cubicBezTo>
                      <a:pt x="14" y="20"/>
                      <a:pt x="8" y="19"/>
                      <a:pt x="2" y="4"/>
                    </a:cubicBezTo>
                    <a:cubicBezTo>
                      <a:pt x="1" y="2"/>
                      <a:pt x="1" y="1"/>
                      <a:pt x="0" y="0"/>
                    </a:cubicBezTo>
                    <a:close/>
                    <a:moveTo>
                      <a:pt x="108" y="0"/>
                    </a:moveTo>
                    <a:cubicBezTo>
                      <a:pt x="150" y="0"/>
                      <a:pt x="150" y="0"/>
                      <a:pt x="150" y="0"/>
                    </a:cubicBezTo>
                    <a:cubicBezTo>
                      <a:pt x="150" y="2"/>
                      <a:pt x="149" y="3"/>
                      <a:pt x="149" y="5"/>
                    </a:cubicBezTo>
                    <a:cubicBezTo>
                      <a:pt x="149" y="14"/>
                      <a:pt x="150" y="18"/>
                      <a:pt x="157" y="28"/>
                    </a:cubicBezTo>
                    <a:cubicBezTo>
                      <a:pt x="158" y="30"/>
                      <a:pt x="159" y="34"/>
                      <a:pt x="160" y="39"/>
                    </a:cubicBezTo>
                    <a:cubicBezTo>
                      <a:pt x="109" y="39"/>
                      <a:pt x="109" y="39"/>
                      <a:pt x="109" y="39"/>
                    </a:cubicBezTo>
                    <a:cubicBezTo>
                      <a:pt x="109" y="25"/>
                      <a:pt x="108" y="11"/>
                      <a:pt x="108" y="0"/>
                    </a:cubicBezTo>
                    <a:close/>
                  </a:path>
                </a:pathLst>
              </a:custGeom>
              <a:solidFill>
                <a:srgbClr val="DCDB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1" name="Freeform 148"/>
              <p:cNvSpPr>
                <a:spLocks noEditPoints="1"/>
              </p:cNvSpPr>
              <p:nvPr/>
            </p:nvSpPr>
            <p:spPr bwMode="auto">
              <a:xfrm>
                <a:off x="1551" y="1919"/>
                <a:ext cx="304" cy="73"/>
              </a:xfrm>
              <a:custGeom>
                <a:avLst/>
                <a:gdLst>
                  <a:gd name="T0" fmla="*/ 0 w 159"/>
                  <a:gd name="T1" fmla="*/ 0 h 38"/>
                  <a:gd name="T2" fmla="*/ 51 w 159"/>
                  <a:gd name="T3" fmla="*/ 0 h 38"/>
                  <a:gd name="T4" fmla="*/ 50 w 159"/>
                  <a:gd name="T5" fmla="*/ 1 h 38"/>
                  <a:gd name="T6" fmla="*/ 51 w 159"/>
                  <a:gd name="T7" fmla="*/ 38 h 38"/>
                  <a:gd name="T8" fmla="*/ 9 w 159"/>
                  <a:gd name="T9" fmla="*/ 38 h 38"/>
                  <a:gd name="T10" fmla="*/ 11 w 159"/>
                  <a:gd name="T11" fmla="*/ 23 h 38"/>
                  <a:gd name="T12" fmla="*/ 1 w 159"/>
                  <a:gd name="T13" fmla="*/ 1 h 38"/>
                  <a:gd name="T14" fmla="*/ 0 w 159"/>
                  <a:gd name="T15" fmla="*/ 0 h 38"/>
                  <a:gd name="T16" fmla="*/ 107 w 159"/>
                  <a:gd name="T17" fmla="*/ 0 h 38"/>
                  <a:gd name="T18" fmla="*/ 149 w 159"/>
                  <a:gd name="T19" fmla="*/ 0 h 38"/>
                  <a:gd name="T20" fmla="*/ 148 w 159"/>
                  <a:gd name="T21" fmla="*/ 2 h 38"/>
                  <a:gd name="T22" fmla="*/ 156 w 159"/>
                  <a:gd name="T23" fmla="*/ 25 h 38"/>
                  <a:gd name="T24" fmla="*/ 159 w 159"/>
                  <a:gd name="T25" fmla="*/ 38 h 38"/>
                  <a:gd name="T26" fmla="*/ 108 w 159"/>
                  <a:gd name="T27" fmla="*/ 38 h 38"/>
                  <a:gd name="T28" fmla="*/ 107 w 159"/>
                  <a:gd name="T2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9" h="38">
                    <a:moveTo>
                      <a:pt x="0" y="0"/>
                    </a:moveTo>
                    <a:cubicBezTo>
                      <a:pt x="51" y="0"/>
                      <a:pt x="51" y="0"/>
                      <a:pt x="51" y="0"/>
                    </a:cubicBezTo>
                    <a:cubicBezTo>
                      <a:pt x="51" y="0"/>
                      <a:pt x="51" y="1"/>
                      <a:pt x="50" y="1"/>
                    </a:cubicBezTo>
                    <a:cubicBezTo>
                      <a:pt x="50" y="6"/>
                      <a:pt x="50" y="19"/>
                      <a:pt x="51" y="38"/>
                    </a:cubicBezTo>
                    <a:cubicBezTo>
                      <a:pt x="9" y="38"/>
                      <a:pt x="9" y="38"/>
                      <a:pt x="9" y="38"/>
                    </a:cubicBezTo>
                    <a:cubicBezTo>
                      <a:pt x="9" y="32"/>
                      <a:pt x="10" y="26"/>
                      <a:pt x="11" y="23"/>
                    </a:cubicBezTo>
                    <a:cubicBezTo>
                      <a:pt x="13" y="17"/>
                      <a:pt x="7" y="16"/>
                      <a:pt x="1" y="1"/>
                    </a:cubicBezTo>
                    <a:cubicBezTo>
                      <a:pt x="0" y="0"/>
                      <a:pt x="0" y="0"/>
                      <a:pt x="0" y="0"/>
                    </a:cubicBezTo>
                    <a:close/>
                    <a:moveTo>
                      <a:pt x="107" y="0"/>
                    </a:moveTo>
                    <a:cubicBezTo>
                      <a:pt x="149" y="0"/>
                      <a:pt x="149" y="0"/>
                      <a:pt x="149" y="0"/>
                    </a:cubicBezTo>
                    <a:cubicBezTo>
                      <a:pt x="149" y="0"/>
                      <a:pt x="148" y="1"/>
                      <a:pt x="148" y="2"/>
                    </a:cubicBezTo>
                    <a:cubicBezTo>
                      <a:pt x="148" y="11"/>
                      <a:pt x="149" y="15"/>
                      <a:pt x="156" y="25"/>
                    </a:cubicBezTo>
                    <a:cubicBezTo>
                      <a:pt x="157" y="27"/>
                      <a:pt x="158" y="32"/>
                      <a:pt x="159" y="38"/>
                    </a:cubicBezTo>
                    <a:cubicBezTo>
                      <a:pt x="108" y="38"/>
                      <a:pt x="108" y="38"/>
                      <a:pt x="108" y="38"/>
                    </a:cubicBezTo>
                    <a:cubicBezTo>
                      <a:pt x="108" y="24"/>
                      <a:pt x="107" y="11"/>
                      <a:pt x="107" y="0"/>
                    </a:cubicBezTo>
                    <a:close/>
                  </a:path>
                </a:pathLst>
              </a:custGeom>
              <a:solidFill>
                <a:srgbClr val="DE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2" name="Freeform 149"/>
              <p:cNvSpPr>
                <a:spLocks noEditPoints="1"/>
              </p:cNvSpPr>
              <p:nvPr/>
            </p:nvSpPr>
            <p:spPr bwMode="auto">
              <a:xfrm>
                <a:off x="1553" y="1923"/>
                <a:ext cx="304" cy="75"/>
              </a:xfrm>
              <a:custGeom>
                <a:avLst/>
                <a:gdLst>
                  <a:gd name="T0" fmla="*/ 0 w 159"/>
                  <a:gd name="T1" fmla="*/ 0 h 39"/>
                  <a:gd name="T2" fmla="*/ 49 w 159"/>
                  <a:gd name="T3" fmla="*/ 0 h 39"/>
                  <a:gd name="T4" fmla="*/ 50 w 159"/>
                  <a:gd name="T5" fmla="*/ 39 h 39"/>
                  <a:gd name="T6" fmla="*/ 8 w 159"/>
                  <a:gd name="T7" fmla="*/ 39 h 39"/>
                  <a:gd name="T8" fmla="*/ 10 w 159"/>
                  <a:gd name="T9" fmla="*/ 21 h 39"/>
                  <a:gd name="T10" fmla="*/ 0 w 159"/>
                  <a:gd name="T11" fmla="*/ 0 h 39"/>
                  <a:gd name="T12" fmla="*/ 106 w 159"/>
                  <a:gd name="T13" fmla="*/ 0 h 39"/>
                  <a:gd name="T14" fmla="*/ 147 w 159"/>
                  <a:gd name="T15" fmla="*/ 0 h 39"/>
                  <a:gd name="T16" fmla="*/ 155 w 159"/>
                  <a:gd name="T17" fmla="*/ 23 h 39"/>
                  <a:gd name="T18" fmla="*/ 159 w 159"/>
                  <a:gd name="T19" fmla="*/ 39 h 39"/>
                  <a:gd name="T20" fmla="*/ 108 w 159"/>
                  <a:gd name="T21" fmla="*/ 39 h 39"/>
                  <a:gd name="T22" fmla="*/ 106 w 159"/>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9" h="39">
                    <a:moveTo>
                      <a:pt x="0" y="0"/>
                    </a:moveTo>
                    <a:cubicBezTo>
                      <a:pt x="49" y="0"/>
                      <a:pt x="49" y="0"/>
                      <a:pt x="49" y="0"/>
                    </a:cubicBezTo>
                    <a:cubicBezTo>
                      <a:pt x="49" y="6"/>
                      <a:pt x="49" y="20"/>
                      <a:pt x="50" y="39"/>
                    </a:cubicBezTo>
                    <a:cubicBezTo>
                      <a:pt x="8" y="39"/>
                      <a:pt x="8" y="39"/>
                      <a:pt x="8" y="39"/>
                    </a:cubicBezTo>
                    <a:cubicBezTo>
                      <a:pt x="8" y="31"/>
                      <a:pt x="9" y="24"/>
                      <a:pt x="10" y="21"/>
                    </a:cubicBezTo>
                    <a:cubicBezTo>
                      <a:pt x="12" y="15"/>
                      <a:pt x="6" y="14"/>
                      <a:pt x="0" y="0"/>
                    </a:cubicBezTo>
                    <a:close/>
                    <a:moveTo>
                      <a:pt x="106" y="0"/>
                    </a:moveTo>
                    <a:cubicBezTo>
                      <a:pt x="147" y="0"/>
                      <a:pt x="147" y="0"/>
                      <a:pt x="147" y="0"/>
                    </a:cubicBezTo>
                    <a:cubicBezTo>
                      <a:pt x="148" y="9"/>
                      <a:pt x="148" y="13"/>
                      <a:pt x="155" y="23"/>
                    </a:cubicBezTo>
                    <a:cubicBezTo>
                      <a:pt x="156" y="26"/>
                      <a:pt x="158" y="31"/>
                      <a:pt x="159" y="39"/>
                    </a:cubicBezTo>
                    <a:cubicBezTo>
                      <a:pt x="108" y="39"/>
                      <a:pt x="108" y="39"/>
                      <a:pt x="108" y="39"/>
                    </a:cubicBezTo>
                    <a:cubicBezTo>
                      <a:pt x="107" y="25"/>
                      <a:pt x="106" y="12"/>
                      <a:pt x="106" y="0"/>
                    </a:cubicBez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3" name="Freeform 150"/>
              <p:cNvSpPr>
                <a:spLocks noEditPoints="1"/>
              </p:cNvSpPr>
              <p:nvPr/>
            </p:nvSpPr>
            <p:spPr bwMode="auto">
              <a:xfrm>
                <a:off x="1557" y="1929"/>
                <a:ext cx="300" cy="75"/>
              </a:xfrm>
              <a:custGeom>
                <a:avLst/>
                <a:gdLst>
                  <a:gd name="T0" fmla="*/ 0 w 157"/>
                  <a:gd name="T1" fmla="*/ 0 h 39"/>
                  <a:gd name="T2" fmla="*/ 47 w 157"/>
                  <a:gd name="T3" fmla="*/ 0 h 39"/>
                  <a:gd name="T4" fmla="*/ 48 w 157"/>
                  <a:gd name="T5" fmla="*/ 39 h 39"/>
                  <a:gd name="T6" fmla="*/ 6 w 157"/>
                  <a:gd name="T7" fmla="*/ 39 h 39"/>
                  <a:gd name="T8" fmla="*/ 8 w 157"/>
                  <a:gd name="T9" fmla="*/ 18 h 39"/>
                  <a:gd name="T10" fmla="*/ 0 w 157"/>
                  <a:gd name="T11" fmla="*/ 0 h 39"/>
                  <a:gd name="T12" fmla="*/ 104 w 157"/>
                  <a:gd name="T13" fmla="*/ 0 h 39"/>
                  <a:gd name="T14" fmla="*/ 146 w 157"/>
                  <a:gd name="T15" fmla="*/ 0 h 39"/>
                  <a:gd name="T16" fmla="*/ 153 w 157"/>
                  <a:gd name="T17" fmla="*/ 20 h 39"/>
                  <a:gd name="T18" fmla="*/ 157 w 157"/>
                  <a:gd name="T19" fmla="*/ 39 h 39"/>
                  <a:gd name="T20" fmla="*/ 106 w 157"/>
                  <a:gd name="T21" fmla="*/ 39 h 39"/>
                  <a:gd name="T22" fmla="*/ 104 w 157"/>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39">
                    <a:moveTo>
                      <a:pt x="0" y="0"/>
                    </a:moveTo>
                    <a:cubicBezTo>
                      <a:pt x="47" y="0"/>
                      <a:pt x="47" y="0"/>
                      <a:pt x="47" y="0"/>
                    </a:cubicBezTo>
                    <a:cubicBezTo>
                      <a:pt x="47" y="7"/>
                      <a:pt x="47" y="21"/>
                      <a:pt x="48" y="39"/>
                    </a:cubicBezTo>
                    <a:cubicBezTo>
                      <a:pt x="6" y="39"/>
                      <a:pt x="6" y="39"/>
                      <a:pt x="6" y="39"/>
                    </a:cubicBezTo>
                    <a:cubicBezTo>
                      <a:pt x="6" y="30"/>
                      <a:pt x="7" y="22"/>
                      <a:pt x="8" y="18"/>
                    </a:cubicBezTo>
                    <a:cubicBezTo>
                      <a:pt x="10" y="13"/>
                      <a:pt x="5" y="11"/>
                      <a:pt x="0" y="0"/>
                    </a:cubicBezTo>
                    <a:close/>
                    <a:moveTo>
                      <a:pt x="104" y="0"/>
                    </a:moveTo>
                    <a:cubicBezTo>
                      <a:pt x="146" y="0"/>
                      <a:pt x="146" y="0"/>
                      <a:pt x="146" y="0"/>
                    </a:cubicBezTo>
                    <a:cubicBezTo>
                      <a:pt x="146" y="7"/>
                      <a:pt x="147" y="11"/>
                      <a:pt x="153" y="20"/>
                    </a:cubicBezTo>
                    <a:cubicBezTo>
                      <a:pt x="154" y="23"/>
                      <a:pt x="156" y="30"/>
                      <a:pt x="157" y="39"/>
                    </a:cubicBezTo>
                    <a:cubicBezTo>
                      <a:pt x="106" y="39"/>
                      <a:pt x="106" y="39"/>
                      <a:pt x="106" y="39"/>
                    </a:cubicBezTo>
                    <a:cubicBezTo>
                      <a:pt x="105" y="25"/>
                      <a:pt x="104" y="12"/>
                      <a:pt x="104" y="0"/>
                    </a:cubicBezTo>
                    <a:close/>
                  </a:path>
                </a:pathLst>
              </a:custGeom>
              <a:solidFill>
                <a:srgbClr val="E3E3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4" name="Freeform 151"/>
              <p:cNvSpPr>
                <a:spLocks noEditPoints="1"/>
              </p:cNvSpPr>
              <p:nvPr/>
            </p:nvSpPr>
            <p:spPr bwMode="auto">
              <a:xfrm>
                <a:off x="1559" y="1935"/>
                <a:ext cx="298" cy="73"/>
              </a:xfrm>
              <a:custGeom>
                <a:avLst/>
                <a:gdLst>
                  <a:gd name="T0" fmla="*/ 0 w 156"/>
                  <a:gd name="T1" fmla="*/ 0 h 38"/>
                  <a:gd name="T2" fmla="*/ 46 w 156"/>
                  <a:gd name="T3" fmla="*/ 0 h 38"/>
                  <a:gd name="T4" fmla="*/ 47 w 156"/>
                  <a:gd name="T5" fmla="*/ 38 h 38"/>
                  <a:gd name="T6" fmla="*/ 5 w 156"/>
                  <a:gd name="T7" fmla="*/ 38 h 38"/>
                  <a:gd name="T8" fmla="*/ 7 w 156"/>
                  <a:gd name="T9" fmla="*/ 15 h 38"/>
                  <a:gd name="T10" fmla="*/ 0 w 156"/>
                  <a:gd name="T11" fmla="*/ 0 h 38"/>
                  <a:gd name="T12" fmla="*/ 103 w 156"/>
                  <a:gd name="T13" fmla="*/ 0 h 38"/>
                  <a:gd name="T14" fmla="*/ 145 w 156"/>
                  <a:gd name="T15" fmla="*/ 0 h 38"/>
                  <a:gd name="T16" fmla="*/ 152 w 156"/>
                  <a:gd name="T17" fmla="*/ 17 h 38"/>
                  <a:gd name="T18" fmla="*/ 156 w 156"/>
                  <a:gd name="T19" fmla="*/ 38 h 38"/>
                  <a:gd name="T20" fmla="*/ 105 w 156"/>
                  <a:gd name="T21" fmla="*/ 38 h 38"/>
                  <a:gd name="T22" fmla="*/ 103 w 156"/>
                  <a:gd name="T2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38">
                    <a:moveTo>
                      <a:pt x="0" y="0"/>
                    </a:moveTo>
                    <a:cubicBezTo>
                      <a:pt x="46" y="0"/>
                      <a:pt x="46" y="0"/>
                      <a:pt x="46" y="0"/>
                    </a:cubicBezTo>
                    <a:cubicBezTo>
                      <a:pt x="46" y="8"/>
                      <a:pt x="46" y="21"/>
                      <a:pt x="47" y="38"/>
                    </a:cubicBezTo>
                    <a:cubicBezTo>
                      <a:pt x="5" y="38"/>
                      <a:pt x="5" y="38"/>
                      <a:pt x="5" y="38"/>
                    </a:cubicBezTo>
                    <a:cubicBezTo>
                      <a:pt x="5" y="29"/>
                      <a:pt x="6" y="19"/>
                      <a:pt x="7" y="15"/>
                    </a:cubicBezTo>
                    <a:cubicBezTo>
                      <a:pt x="9" y="10"/>
                      <a:pt x="5" y="8"/>
                      <a:pt x="0" y="0"/>
                    </a:cubicBezTo>
                    <a:close/>
                    <a:moveTo>
                      <a:pt x="103" y="0"/>
                    </a:moveTo>
                    <a:cubicBezTo>
                      <a:pt x="145" y="0"/>
                      <a:pt x="145" y="0"/>
                      <a:pt x="145" y="0"/>
                    </a:cubicBezTo>
                    <a:cubicBezTo>
                      <a:pt x="145" y="5"/>
                      <a:pt x="147" y="9"/>
                      <a:pt x="152" y="17"/>
                    </a:cubicBezTo>
                    <a:cubicBezTo>
                      <a:pt x="154" y="20"/>
                      <a:pt x="155" y="28"/>
                      <a:pt x="156" y="38"/>
                    </a:cubicBezTo>
                    <a:cubicBezTo>
                      <a:pt x="105" y="38"/>
                      <a:pt x="105" y="38"/>
                      <a:pt x="105" y="38"/>
                    </a:cubicBezTo>
                    <a:cubicBezTo>
                      <a:pt x="104" y="25"/>
                      <a:pt x="103" y="11"/>
                      <a:pt x="103" y="0"/>
                    </a:cubicBez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5" name="Freeform 152"/>
              <p:cNvSpPr>
                <a:spLocks noEditPoints="1"/>
              </p:cNvSpPr>
              <p:nvPr/>
            </p:nvSpPr>
            <p:spPr bwMode="auto">
              <a:xfrm>
                <a:off x="1562" y="1939"/>
                <a:ext cx="297" cy="74"/>
              </a:xfrm>
              <a:custGeom>
                <a:avLst/>
                <a:gdLst>
                  <a:gd name="T0" fmla="*/ 0 w 155"/>
                  <a:gd name="T1" fmla="*/ 0 h 39"/>
                  <a:gd name="T2" fmla="*/ 44 w 155"/>
                  <a:gd name="T3" fmla="*/ 0 h 39"/>
                  <a:gd name="T4" fmla="*/ 45 w 155"/>
                  <a:gd name="T5" fmla="*/ 39 h 39"/>
                  <a:gd name="T6" fmla="*/ 3 w 155"/>
                  <a:gd name="T7" fmla="*/ 39 h 39"/>
                  <a:gd name="T8" fmla="*/ 5 w 155"/>
                  <a:gd name="T9" fmla="*/ 13 h 39"/>
                  <a:gd name="T10" fmla="*/ 0 w 155"/>
                  <a:gd name="T11" fmla="*/ 0 h 39"/>
                  <a:gd name="T12" fmla="*/ 101 w 155"/>
                  <a:gd name="T13" fmla="*/ 0 h 39"/>
                  <a:gd name="T14" fmla="*/ 143 w 155"/>
                  <a:gd name="T15" fmla="*/ 0 h 39"/>
                  <a:gd name="T16" fmla="*/ 150 w 155"/>
                  <a:gd name="T17" fmla="*/ 15 h 39"/>
                  <a:gd name="T18" fmla="*/ 155 w 155"/>
                  <a:gd name="T19" fmla="*/ 39 h 39"/>
                  <a:gd name="T20" fmla="*/ 103 w 155"/>
                  <a:gd name="T21" fmla="*/ 39 h 39"/>
                  <a:gd name="T22" fmla="*/ 101 w 155"/>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5" h="39">
                    <a:moveTo>
                      <a:pt x="0" y="0"/>
                    </a:moveTo>
                    <a:cubicBezTo>
                      <a:pt x="44" y="0"/>
                      <a:pt x="44" y="0"/>
                      <a:pt x="44" y="0"/>
                    </a:cubicBezTo>
                    <a:cubicBezTo>
                      <a:pt x="44" y="9"/>
                      <a:pt x="44" y="23"/>
                      <a:pt x="45" y="39"/>
                    </a:cubicBezTo>
                    <a:cubicBezTo>
                      <a:pt x="3" y="39"/>
                      <a:pt x="3" y="39"/>
                      <a:pt x="3" y="39"/>
                    </a:cubicBezTo>
                    <a:cubicBezTo>
                      <a:pt x="2" y="29"/>
                      <a:pt x="4" y="17"/>
                      <a:pt x="5" y="13"/>
                    </a:cubicBezTo>
                    <a:cubicBezTo>
                      <a:pt x="7" y="9"/>
                      <a:pt x="4" y="7"/>
                      <a:pt x="0" y="0"/>
                    </a:cubicBezTo>
                    <a:close/>
                    <a:moveTo>
                      <a:pt x="101" y="0"/>
                    </a:moveTo>
                    <a:cubicBezTo>
                      <a:pt x="143" y="0"/>
                      <a:pt x="143" y="0"/>
                      <a:pt x="143" y="0"/>
                    </a:cubicBezTo>
                    <a:cubicBezTo>
                      <a:pt x="144" y="5"/>
                      <a:pt x="146" y="9"/>
                      <a:pt x="150" y="15"/>
                    </a:cubicBezTo>
                    <a:cubicBezTo>
                      <a:pt x="152" y="19"/>
                      <a:pt x="153" y="28"/>
                      <a:pt x="155" y="39"/>
                    </a:cubicBezTo>
                    <a:cubicBezTo>
                      <a:pt x="103" y="39"/>
                      <a:pt x="103" y="39"/>
                      <a:pt x="103" y="39"/>
                    </a:cubicBezTo>
                    <a:cubicBezTo>
                      <a:pt x="102" y="26"/>
                      <a:pt x="102" y="12"/>
                      <a:pt x="101" y="0"/>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6" name="Freeform 153"/>
              <p:cNvSpPr>
                <a:spLocks noEditPoints="1"/>
              </p:cNvSpPr>
              <p:nvPr/>
            </p:nvSpPr>
            <p:spPr bwMode="auto">
              <a:xfrm>
                <a:off x="1564" y="1944"/>
                <a:ext cx="295" cy="75"/>
              </a:xfrm>
              <a:custGeom>
                <a:avLst/>
                <a:gdLst>
                  <a:gd name="T0" fmla="*/ 0 w 154"/>
                  <a:gd name="T1" fmla="*/ 0 h 39"/>
                  <a:gd name="T2" fmla="*/ 43 w 154"/>
                  <a:gd name="T3" fmla="*/ 0 h 39"/>
                  <a:gd name="T4" fmla="*/ 44 w 154"/>
                  <a:gd name="T5" fmla="*/ 39 h 39"/>
                  <a:gd name="T6" fmla="*/ 3 w 154"/>
                  <a:gd name="T7" fmla="*/ 39 h 39"/>
                  <a:gd name="T8" fmla="*/ 4 w 154"/>
                  <a:gd name="T9" fmla="*/ 10 h 39"/>
                  <a:gd name="T10" fmla="*/ 0 w 154"/>
                  <a:gd name="T11" fmla="*/ 0 h 39"/>
                  <a:gd name="T12" fmla="*/ 100 w 154"/>
                  <a:gd name="T13" fmla="*/ 0 h 39"/>
                  <a:gd name="T14" fmla="*/ 143 w 154"/>
                  <a:gd name="T15" fmla="*/ 0 h 39"/>
                  <a:gd name="T16" fmla="*/ 149 w 154"/>
                  <a:gd name="T17" fmla="*/ 12 h 39"/>
                  <a:gd name="T18" fmla="*/ 154 w 154"/>
                  <a:gd name="T19" fmla="*/ 39 h 39"/>
                  <a:gd name="T20" fmla="*/ 102 w 154"/>
                  <a:gd name="T21" fmla="*/ 39 h 39"/>
                  <a:gd name="T22" fmla="*/ 100 w 154"/>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4" h="39">
                    <a:moveTo>
                      <a:pt x="0" y="0"/>
                    </a:moveTo>
                    <a:cubicBezTo>
                      <a:pt x="43" y="0"/>
                      <a:pt x="43" y="0"/>
                      <a:pt x="43" y="0"/>
                    </a:cubicBezTo>
                    <a:cubicBezTo>
                      <a:pt x="43" y="9"/>
                      <a:pt x="43" y="23"/>
                      <a:pt x="44" y="39"/>
                    </a:cubicBezTo>
                    <a:cubicBezTo>
                      <a:pt x="3" y="39"/>
                      <a:pt x="3" y="39"/>
                      <a:pt x="3" y="39"/>
                    </a:cubicBezTo>
                    <a:cubicBezTo>
                      <a:pt x="1" y="29"/>
                      <a:pt x="3" y="15"/>
                      <a:pt x="4" y="10"/>
                    </a:cubicBezTo>
                    <a:cubicBezTo>
                      <a:pt x="6" y="7"/>
                      <a:pt x="4" y="5"/>
                      <a:pt x="0" y="0"/>
                    </a:cubicBezTo>
                    <a:close/>
                    <a:moveTo>
                      <a:pt x="100" y="0"/>
                    </a:moveTo>
                    <a:cubicBezTo>
                      <a:pt x="143" y="0"/>
                      <a:pt x="143" y="0"/>
                      <a:pt x="143" y="0"/>
                    </a:cubicBezTo>
                    <a:cubicBezTo>
                      <a:pt x="144" y="3"/>
                      <a:pt x="146" y="7"/>
                      <a:pt x="149" y="12"/>
                    </a:cubicBezTo>
                    <a:cubicBezTo>
                      <a:pt x="151" y="16"/>
                      <a:pt x="153" y="26"/>
                      <a:pt x="154" y="39"/>
                    </a:cubicBezTo>
                    <a:cubicBezTo>
                      <a:pt x="102" y="39"/>
                      <a:pt x="102" y="39"/>
                      <a:pt x="102" y="39"/>
                    </a:cubicBezTo>
                    <a:cubicBezTo>
                      <a:pt x="101" y="25"/>
                      <a:pt x="101" y="12"/>
                      <a:pt x="100" y="0"/>
                    </a:cubicBez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7" name="Freeform 154"/>
              <p:cNvSpPr>
                <a:spLocks noEditPoints="1"/>
              </p:cNvSpPr>
              <p:nvPr/>
            </p:nvSpPr>
            <p:spPr bwMode="auto">
              <a:xfrm>
                <a:off x="1566" y="1950"/>
                <a:ext cx="293" cy="73"/>
              </a:xfrm>
              <a:custGeom>
                <a:avLst/>
                <a:gdLst>
                  <a:gd name="T0" fmla="*/ 1 w 153"/>
                  <a:gd name="T1" fmla="*/ 0 h 38"/>
                  <a:gd name="T2" fmla="*/ 42 w 153"/>
                  <a:gd name="T3" fmla="*/ 0 h 38"/>
                  <a:gd name="T4" fmla="*/ 44 w 153"/>
                  <a:gd name="T5" fmla="*/ 38 h 38"/>
                  <a:gd name="T6" fmla="*/ 2 w 153"/>
                  <a:gd name="T7" fmla="*/ 38 h 38"/>
                  <a:gd name="T8" fmla="*/ 3 w 153"/>
                  <a:gd name="T9" fmla="*/ 7 h 38"/>
                  <a:gd name="T10" fmla="*/ 1 w 153"/>
                  <a:gd name="T11" fmla="*/ 0 h 38"/>
                  <a:gd name="T12" fmla="*/ 99 w 153"/>
                  <a:gd name="T13" fmla="*/ 0 h 38"/>
                  <a:gd name="T14" fmla="*/ 143 w 153"/>
                  <a:gd name="T15" fmla="*/ 0 h 38"/>
                  <a:gd name="T16" fmla="*/ 148 w 153"/>
                  <a:gd name="T17" fmla="*/ 9 h 38"/>
                  <a:gd name="T18" fmla="*/ 153 w 153"/>
                  <a:gd name="T19" fmla="*/ 38 h 38"/>
                  <a:gd name="T20" fmla="*/ 101 w 153"/>
                  <a:gd name="T21" fmla="*/ 38 h 38"/>
                  <a:gd name="T22" fmla="*/ 99 w 153"/>
                  <a:gd name="T2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3" h="38">
                    <a:moveTo>
                      <a:pt x="1" y="0"/>
                    </a:moveTo>
                    <a:cubicBezTo>
                      <a:pt x="42" y="0"/>
                      <a:pt x="42" y="0"/>
                      <a:pt x="42" y="0"/>
                    </a:cubicBezTo>
                    <a:cubicBezTo>
                      <a:pt x="42" y="9"/>
                      <a:pt x="43" y="23"/>
                      <a:pt x="44" y="38"/>
                    </a:cubicBezTo>
                    <a:cubicBezTo>
                      <a:pt x="2" y="38"/>
                      <a:pt x="2" y="38"/>
                      <a:pt x="2" y="38"/>
                    </a:cubicBezTo>
                    <a:cubicBezTo>
                      <a:pt x="0" y="29"/>
                      <a:pt x="1" y="12"/>
                      <a:pt x="3" y="7"/>
                    </a:cubicBezTo>
                    <a:cubicBezTo>
                      <a:pt x="4" y="4"/>
                      <a:pt x="3" y="3"/>
                      <a:pt x="1" y="0"/>
                    </a:cubicBezTo>
                    <a:close/>
                    <a:moveTo>
                      <a:pt x="99" y="0"/>
                    </a:moveTo>
                    <a:cubicBezTo>
                      <a:pt x="143" y="0"/>
                      <a:pt x="143" y="0"/>
                      <a:pt x="143" y="0"/>
                    </a:cubicBezTo>
                    <a:cubicBezTo>
                      <a:pt x="144" y="2"/>
                      <a:pt x="145" y="5"/>
                      <a:pt x="148" y="9"/>
                    </a:cubicBezTo>
                    <a:cubicBezTo>
                      <a:pt x="150" y="13"/>
                      <a:pt x="152" y="25"/>
                      <a:pt x="153" y="38"/>
                    </a:cubicBezTo>
                    <a:cubicBezTo>
                      <a:pt x="101" y="38"/>
                      <a:pt x="101" y="38"/>
                      <a:pt x="101" y="38"/>
                    </a:cubicBezTo>
                    <a:cubicBezTo>
                      <a:pt x="101" y="25"/>
                      <a:pt x="100" y="12"/>
                      <a:pt x="99" y="0"/>
                    </a:cubicBez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8" name="Freeform 155"/>
              <p:cNvSpPr>
                <a:spLocks noEditPoints="1"/>
              </p:cNvSpPr>
              <p:nvPr/>
            </p:nvSpPr>
            <p:spPr bwMode="auto">
              <a:xfrm>
                <a:off x="1564" y="1954"/>
                <a:ext cx="295" cy="75"/>
              </a:xfrm>
              <a:custGeom>
                <a:avLst/>
                <a:gdLst>
                  <a:gd name="T0" fmla="*/ 4 w 154"/>
                  <a:gd name="T1" fmla="*/ 0 h 39"/>
                  <a:gd name="T2" fmla="*/ 43 w 154"/>
                  <a:gd name="T3" fmla="*/ 0 h 39"/>
                  <a:gd name="T4" fmla="*/ 45 w 154"/>
                  <a:gd name="T5" fmla="*/ 39 h 39"/>
                  <a:gd name="T6" fmla="*/ 4 w 154"/>
                  <a:gd name="T7" fmla="*/ 39 h 39"/>
                  <a:gd name="T8" fmla="*/ 4 w 154"/>
                  <a:gd name="T9" fmla="*/ 5 h 39"/>
                  <a:gd name="T10" fmla="*/ 4 w 154"/>
                  <a:gd name="T11" fmla="*/ 0 h 39"/>
                  <a:gd name="T12" fmla="*/ 100 w 154"/>
                  <a:gd name="T13" fmla="*/ 0 h 39"/>
                  <a:gd name="T14" fmla="*/ 145 w 154"/>
                  <a:gd name="T15" fmla="*/ 0 h 39"/>
                  <a:gd name="T16" fmla="*/ 149 w 154"/>
                  <a:gd name="T17" fmla="*/ 7 h 39"/>
                  <a:gd name="T18" fmla="*/ 154 w 154"/>
                  <a:gd name="T19" fmla="*/ 39 h 39"/>
                  <a:gd name="T20" fmla="*/ 102 w 154"/>
                  <a:gd name="T21" fmla="*/ 39 h 39"/>
                  <a:gd name="T22" fmla="*/ 100 w 154"/>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4" h="39">
                    <a:moveTo>
                      <a:pt x="4" y="0"/>
                    </a:moveTo>
                    <a:cubicBezTo>
                      <a:pt x="43" y="0"/>
                      <a:pt x="43" y="0"/>
                      <a:pt x="43" y="0"/>
                    </a:cubicBezTo>
                    <a:cubicBezTo>
                      <a:pt x="43" y="10"/>
                      <a:pt x="44" y="24"/>
                      <a:pt x="45" y="39"/>
                    </a:cubicBezTo>
                    <a:cubicBezTo>
                      <a:pt x="4" y="39"/>
                      <a:pt x="4" y="39"/>
                      <a:pt x="4" y="39"/>
                    </a:cubicBezTo>
                    <a:cubicBezTo>
                      <a:pt x="0" y="30"/>
                      <a:pt x="2" y="11"/>
                      <a:pt x="4" y="5"/>
                    </a:cubicBezTo>
                    <a:cubicBezTo>
                      <a:pt x="5" y="3"/>
                      <a:pt x="5" y="2"/>
                      <a:pt x="4" y="0"/>
                    </a:cubicBezTo>
                    <a:close/>
                    <a:moveTo>
                      <a:pt x="100" y="0"/>
                    </a:moveTo>
                    <a:cubicBezTo>
                      <a:pt x="145" y="0"/>
                      <a:pt x="145" y="0"/>
                      <a:pt x="145" y="0"/>
                    </a:cubicBezTo>
                    <a:cubicBezTo>
                      <a:pt x="146" y="2"/>
                      <a:pt x="147" y="5"/>
                      <a:pt x="149" y="7"/>
                    </a:cubicBezTo>
                    <a:cubicBezTo>
                      <a:pt x="151" y="11"/>
                      <a:pt x="153" y="24"/>
                      <a:pt x="154" y="39"/>
                    </a:cubicBezTo>
                    <a:cubicBezTo>
                      <a:pt x="102" y="39"/>
                      <a:pt x="102" y="39"/>
                      <a:pt x="102" y="39"/>
                    </a:cubicBezTo>
                    <a:cubicBezTo>
                      <a:pt x="102" y="26"/>
                      <a:pt x="101" y="13"/>
                      <a:pt x="100" y="0"/>
                    </a:cubicBezTo>
                    <a:close/>
                  </a:path>
                </a:pathLst>
              </a:custGeom>
              <a:solidFill>
                <a:srgbClr val="F1F0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9" name="Freeform 156"/>
              <p:cNvSpPr>
                <a:spLocks noEditPoints="1"/>
              </p:cNvSpPr>
              <p:nvPr/>
            </p:nvSpPr>
            <p:spPr bwMode="auto">
              <a:xfrm>
                <a:off x="1564" y="1960"/>
                <a:ext cx="297" cy="74"/>
              </a:xfrm>
              <a:custGeom>
                <a:avLst/>
                <a:gdLst>
                  <a:gd name="T0" fmla="*/ 5 w 155"/>
                  <a:gd name="T1" fmla="*/ 0 h 39"/>
                  <a:gd name="T2" fmla="*/ 43 w 155"/>
                  <a:gd name="T3" fmla="*/ 0 h 39"/>
                  <a:gd name="T4" fmla="*/ 45 w 155"/>
                  <a:gd name="T5" fmla="*/ 39 h 39"/>
                  <a:gd name="T6" fmla="*/ 6 w 155"/>
                  <a:gd name="T7" fmla="*/ 39 h 39"/>
                  <a:gd name="T8" fmla="*/ 4 w 155"/>
                  <a:gd name="T9" fmla="*/ 2 h 39"/>
                  <a:gd name="T10" fmla="*/ 5 w 155"/>
                  <a:gd name="T11" fmla="*/ 0 h 39"/>
                  <a:gd name="T12" fmla="*/ 101 w 155"/>
                  <a:gd name="T13" fmla="*/ 0 h 39"/>
                  <a:gd name="T14" fmla="*/ 146 w 155"/>
                  <a:gd name="T15" fmla="*/ 0 h 39"/>
                  <a:gd name="T16" fmla="*/ 149 w 155"/>
                  <a:gd name="T17" fmla="*/ 4 h 39"/>
                  <a:gd name="T18" fmla="*/ 155 w 155"/>
                  <a:gd name="T19" fmla="*/ 39 h 39"/>
                  <a:gd name="T20" fmla="*/ 103 w 155"/>
                  <a:gd name="T21" fmla="*/ 39 h 39"/>
                  <a:gd name="T22" fmla="*/ 101 w 155"/>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5" h="39">
                    <a:moveTo>
                      <a:pt x="5" y="0"/>
                    </a:moveTo>
                    <a:cubicBezTo>
                      <a:pt x="43" y="0"/>
                      <a:pt x="43" y="0"/>
                      <a:pt x="43" y="0"/>
                    </a:cubicBezTo>
                    <a:cubicBezTo>
                      <a:pt x="43" y="10"/>
                      <a:pt x="44" y="24"/>
                      <a:pt x="45" y="39"/>
                    </a:cubicBezTo>
                    <a:cubicBezTo>
                      <a:pt x="6" y="39"/>
                      <a:pt x="6" y="39"/>
                      <a:pt x="6" y="39"/>
                    </a:cubicBezTo>
                    <a:cubicBezTo>
                      <a:pt x="0" y="33"/>
                      <a:pt x="2" y="8"/>
                      <a:pt x="4" y="2"/>
                    </a:cubicBezTo>
                    <a:cubicBezTo>
                      <a:pt x="4" y="1"/>
                      <a:pt x="5" y="1"/>
                      <a:pt x="5" y="0"/>
                    </a:cubicBezTo>
                    <a:close/>
                    <a:moveTo>
                      <a:pt x="101" y="0"/>
                    </a:moveTo>
                    <a:cubicBezTo>
                      <a:pt x="146" y="0"/>
                      <a:pt x="146" y="0"/>
                      <a:pt x="146" y="0"/>
                    </a:cubicBezTo>
                    <a:cubicBezTo>
                      <a:pt x="147" y="1"/>
                      <a:pt x="148" y="3"/>
                      <a:pt x="149" y="4"/>
                    </a:cubicBezTo>
                    <a:cubicBezTo>
                      <a:pt x="151" y="9"/>
                      <a:pt x="153" y="23"/>
                      <a:pt x="155" y="39"/>
                    </a:cubicBezTo>
                    <a:cubicBezTo>
                      <a:pt x="103" y="39"/>
                      <a:pt x="103" y="39"/>
                      <a:pt x="103" y="39"/>
                    </a:cubicBezTo>
                    <a:cubicBezTo>
                      <a:pt x="102" y="26"/>
                      <a:pt x="101" y="13"/>
                      <a:pt x="101"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0" name="Freeform 157"/>
              <p:cNvSpPr>
                <a:spLocks noEditPoints="1"/>
              </p:cNvSpPr>
              <p:nvPr/>
            </p:nvSpPr>
            <p:spPr bwMode="auto">
              <a:xfrm>
                <a:off x="1564" y="1965"/>
                <a:ext cx="297" cy="73"/>
              </a:xfrm>
              <a:custGeom>
                <a:avLst/>
                <a:gdLst>
                  <a:gd name="T0" fmla="*/ 4 w 155"/>
                  <a:gd name="T1" fmla="*/ 0 h 38"/>
                  <a:gd name="T2" fmla="*/ 43 w 155"/>
                  <a:gd name="T3" fmla="*/ 0 h 38"/>
                  <a:gd name="T4" fmla="*/ 45 w 155"/>
                  <a:gd name="T5" fmla="*/ 38 h 38"/>
                  <a:gd name="T6" fmla="*/ 8 w 155"/>
                  <a:gd name="T7" fmla="*/ 38 h 38"/>
                  <a:gd name="T8" fmla="*/ 6 w 155"/>
                  <a:gd name="T9" fmla="*/ 36 h 38"/>
                  <a:gd name="T10" fmla="*/ 4 w 155"/>
                  <a:gd name="T11" fmla="*/ 0 h 38"/>
                  <a:gd name="T12" fmla="*/ 101 w 155"/>
                  <a:gd name="T13" fmla="*/ 0 h 38"/>
                  <a:gd name="T14" fmla="*/ 148 w 155"/>
                  <a:gd name="T15" fmla="*/ 0 h 38"/>
                  <a:gd name="T16" fmla="*/ 149 w 155"/>
                  <a:gd name="T17" fmla="*/ 1 h 38"/>
                  <a:gd name="T18" fmla="*/ 155 w 155"/>
                  <a:gd name="T19" fmla="*/ 38 h 38"/>
                  <a:gd name="T20" fmla="*/ 103 w 155"/>
                  <a:gd name="T21" fmla="*/ 38 h 38"/>
                  <a:gd name="T22" fmla="*/ 101 w 155"/>
                  <a:gd name="T2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5" h="38">
                    <a:moveTo>
                      <a:pt x="4" y="0"/>
                    </a:moveTo>
                    <a:cubicBezTo>
                      <a:pt x="43" y="0"/>
                      <a:pt x="43" y="0"/>
                      <a:pt x="43" y="0"/>
                    </a:cubicBezTo>
                    <a:cubicBezTo>
                      <a:pt x="43" y="10"/>
                      <a:pt x="44" y="24"/>
                      <a:pt x="45" y="38"/>
                    </a:cubicBezTo>
                    <a:cubicBezTo>
                      <a:pt x="8" y="38"/>
                      <a:pt x="8" y="38"/>
                      <a:pt x="8" y="38"/>
                    </a:cubicBezTo>
                    <a:cubicBezTo>
                      <a:pt x="7" y="38"/>
                      <a:pt x="7" y="37"/>
                      <a:pt x="6" y="36"/>
                    </a:cubicBezTo>
                    <a:cubicBezTo>
                      <a:pt x="0" y="30"/>
                      <a:pt x="2" y="7"/>
                      <a:pt x="4" y="0"/>
                    </a:cubicBezTo>
                    <a:close/>
                    <a:moveTo>
                      <a:pt x="101" y="0"/>
                    </a:moveTo>
                    <a:cubicBezTo>
                      <a:pt x="148" y="0"/>
                      <a:pt x="148" y="0"/>
                      <a:pt x="148" y="0"/>
                    </a:cubicBezTo>
                    <a:cubicBezTo>
                      <a:pt x="149" y="1"/>
                      <a:pt x="149" y="1"/>
                      <a:pt x="149" y="1"/>
                    </a:cubicBezTo>
                    <a:cubicBezTo>
                      <a:pt x="151" y="6"/>
                      <a:pt x="153" y="21"/>
                      <a:pt x="155" y="38"/>
                    </a:cubicBezTo>
                    <a:cubicBezTo>
                      <a:pt x="103" y="38"/>
                      <a:pt x="103" y="38"/>
                      <a:pt x="103" y="38"/>
                    </a:cubicBezTo>
                    <a:cubicBezTo>
                      <a:pt x="102" y="26"/>
                      <a:pt x="101" y="12"/>
                      <a:pt x="101"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1" name="Freeform 158"/>
              <p:cNvSpPr>
                <a:spLocks noEditPoints="1"/>
              </p:cNvSpPr>
              <p:nvPr/>
            </p:nvSpPr>
            <p:spPr bwMode="auto">
              <a:xfrm>
                <a:off x="1566" y="1971"/>
                <a:ext cx="295" cy="73"/>
              </a:xfrm>
              <a:custGeom>
                <a:avLst/>
                <a:gdLst>
                  <a:gd name="T0" fmla="*/ 2 w 154"/>
                  <a:gd name="T1" fmla="*/ 0 h 38"/>
                  <a:gd name="T2" fmla="*/ 42 w 154"/>
                  <a:gd name="T3" fmla="*/ 0 h 38"/>
                  <a:gd name="T4" fmla="*/ 44 w 154"/>
                  <a:gd name="T5" fmla="*/ 38 h 38"/>
                  <a:gd name="T6" fmla="*/ 7 w 154"/>
                  <a:gd name="T7" fmla="*/ 38 h 38"/>
                  <a:gd name="T8" fmla="*/ 5 w 154"/>
                  <a:gd name="T9" fmla="*/ 33 h 38"/>
                  <a:gd name="T10" fmla="*/ 2 w 154"/>
                  <a:gd name="T11" fmla="*/ 0 h 38"/>
                  <a:gd name="T12" fmla="*/ 100 w 154"/>
                  <a:gd name="T13" fmla="*/ 0 h 38"/>
                  <a:gd name="T14" fmla="*/ 148 w 154"/>
                  <a:gd name="T15" fmla="*/ 0 h 38"/>
                  <a:gd name="T16" fmla="*/ 154 w 154"/>
                  <a:gd name="T17" fmla="*/ 38 h 38"/>
                  <a:gd name="T18" fmla="*/ 102 w 154"/>
                  <a:gd name="T19" fmla="*/ 38 h 38"/>
                  <a:gd name="T20" fmla="*/ 100 w 154"/>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38">
                    <a:moveTo>
                      <a:pt x="2" y="0"/>
                    </a:moveTo>
                    <a:cubicBezTo>
                      <a:pt x="42" y="0"/>
                      <a:pt x="42" y="0"/>
                      <a:pt x="42" y="0"/>
                    </a:cubicBezTo>
                    <a:cubicBezTo>
                      <a:pt x="43" y="10"/>
                      <a:pt x="43" y="23"/>
                      <a:pt x="44" y="38"/>
                    </a:cubicBezTo>
                    <a:cubicBezTo>
                      <a:pt x="7" y="38"/>
                      <a:pt x="7" y="38"/>
                      <a:pt x="7" y="38"/>
                    </a:cubicBezTo>
                    <a:cubicBezTo>
                      <a:pt x="7" y="36"/>
                      <a:pt x="7" y="35"/>
                      <a:pt x="5" y="33"/>
                    </a:cubicBezTo>
                    <a:cubicBezTo>
                      <a:pt x="0" y="28"/>
                      <a:pt x="1" y="8"/>
                      <a:pt x="2" y="0"/>
                    </a:cubicBezTo>
                    <a:close/>
                    <a:moveTo>
                      <a:pt x="100" y="0"/>
                    </a:moveTo>
                    <a:cubicBezTo>
                      <a:pt x="148" y="0"/>
                      <a:pt x="148" y="0"/>
                      <a:pt x="148" y="0"/>
                    </a:cubicBezTo>
                    <a:cubicBezTo>
                      <a:pt x="151" y="6"/>
                      <a:pt x="153" y="21"/>
                      <a:pt x="154" y="38"/>
                    </a:cubicBezTo>
                    <a:cubicBezTo>
                      <a:pt x="102" y="38"/>
                      <a:pt x="102" y="38"/>
                      <a:pt x="102" y="38"/>
                    </a:cubicBezTo>
                    <a:cubicBezTo>
                      <a:pt x="101" y="25"/>
                      <a:pt x="100" y="12"/>
                      <a:pt x="100" y="0"/>
                    </a:cubicBezTo>
                    <a:close/>
                  </a:path>
                </a:pathLst>
              </a:custGeom>
              <a:solidFill>
                <a:srgbClr val="F9F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2" name="Freeform 159"/>
              <p:cNvSpPr>
                <a:spLocks noEditPoints="1"/>
              </p:cNvSpPr>
              <p:nvPr/>
            </p:nvSpPr>
            <p:spPr bwMode="auto">
              <a:xfrm>
                <a:off x="1566" y="1975"/>
                <a:ext cx="295" cy="75"/>
              </a:xfrm>
              <a:custGeom>
                <a:avLst/>
                <a:gdLst>
                  <a:gd name="T0" fmla="*/ 2 w 154"/>
                  <a:gd name="T1" fmla="*/ 0 h 39"/>
                  <a:gd name="T2" fmla="*/ 42 w 154"/>
                  <a:gd name="T3" fmla="*/ 0 h 39"/>
                  <a:gd name="T4" fmla="*/ 45 w 154"/>
                  <a:gd name="T5" fmla="*/ 39 h 39"/>
                  <a:gd name="T6" fmla="*/ 7 w 154"/>
                  <a:gd name="T7" fmla="*/ 39 h 39"/>
                  <a:gd name="T8" fmla="*/ 5 w 154"/>
                  <a:gd name="T9" fmla="*/ 31 h 39"/>
                  <a:gd name="T10" fmla="*/ 2 w 154"/>
                  <a:gd name="T11" fmla="*/ 0 h 39"/>
                  <a:gd name="T12" fmla="*/ 100 w 154"/>
                  <a:gd name="T13" fmla="*/ 0 h 39"/>
                  <a:gd name="T14" fmla="*/ 149 w 154"/>
                  <a:gd name="T15" fmla="*/ 0 h 39"/>
                  <a:gd name="T16" fmla="*/ 154 w 154"/>
                  <a:gd name="T17" fmla="*/ 39 h 39"/>
                  <a:gd name="T18" fmla="*/ 102 w 154"/>
                  <a:gd name="T19" fmla="*/ 39 h 39"/>
                  <a:gd name="T20" fmla="*/ 100 w 154"/>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39">
                    <a:moveTo>
                      <a:pt x="2" y="0"/>
                    </a:moveTo>
                    <a:cubicBezTo>
                      <a:pt x="42" y="0"/>
                      <a:pt x="42" y="0"/>
                      <a:pt x="42" y="0"/>
                    </a:cubicBezTo>
                    <a:cubicBezTo>
                      <a:pt x="43" y="11"/>
                      <a:pt x="44" y="24"/>
                      <a:pt x="45" y="39"/>
                    </a:cubicBezTo>
                    <a:cubicBezTo>
                      <a:pt x="7" y="39"/>
                      <a:pt x="7" y="39"/>
                      <a:pt x="7" y="39"/>
                    </a:cubicBezTo>
                    <a:cubicBezTo>
                      <a:pt x="8" y="36"/>
                      <a:pt x="8" y="33"/>
                      <a:pt x="5" y="31"/>
                    </a:cubicBezTo>
                    <a:cubicBezTo>
                      <a:pt x="0" y="26"/>
                      <a:pt x="0" y="10"/>
                      <a:pt x="2" y="0"/>
                    </a:cubicBezTo>
                    <a:close/>
                    <a:moveTo>
                      <a:pt x="100" y="0"/>
                    </a:moveTo>
                    <a:cubicBezTo>
                      <a:pt x="149" y="0"/>
                      <a:pt x="149" y="0"/>
                      <a:pt x="149" y="0"/>
                    </a:cubicBezTo>
                    <a:cubicBezTo>
                      <a:pt x="151" y="8"/>
                      <a:pt x="153" y="23"/>
                      <a:pt x="154" y="39"/>
                    </a:cubicBezTo>
                    <a:cubicBezTo>
                      <a:pt x="102" y="39"/>
                      <a:pt x="102" y="39"/>
                      <a:pt x="102" y="39"/>
                    </a:cubicBezTo>
                    <a:cubicBezTo>
                      <a:pt x="101" y="26"/>
                      <a:pt x="101" y="13"/>
                      <a:pt x="100"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3" name="Freeform 160"/>
              <p:cNvSpPr>
                <a:spLocks noEditPoints="1"/>
              </p:cNvSpPr>
              <p:nvPr/>
            </p:nvSpPr>
            <p:spPr bwMode="auto">
              <a:xfrm>
                <a:off x="1566" y="1981"/>
                <a:ext cx="295" cy="74"/>
              </a:xfrm>
              <a:custGeom>
                <a:avLst/>
                <a:gdLst>
                  <a:gd name="T0" fmla="*/ 2 w 154"/>
                  <a:gd name="T1" fmla="*/ 0 h 39"/>
                  <a:gd name="T2" fmla="*/ 42 w 154"/>
                  <a:gd name="T3" fmla="*/ 0 h 39"/>
                  <a:gd name="T4" fmla="*/ 45 w 154"/>
                  <a:gd name="T5" fmla="*/ 39 h 39"/>
                  <a:gd name="T6" fmla="*/ 6 w 154"/>
                  <a:gd name="T7" fmla="*/ 39 h 39"/>
                  <a:gd name="T8" fmla="*/ 5 w 154"/>
                  <a:gd name="T9" fmla="*/ 28 h 39"/>
                  <a:gd name="T10" fmla="*/ 2 w 154"/>
                  <a:gd name="T11" fmla="*/ 0 h 39"/>
                  <a:gd name="T12" fmla="*/ 100 w 154"/>
                  <a:gd name="T13" fmla="*/ 0 h 39"/>
                  <a:gd name="T14" fmla="*/ 150 w 154"/>
                  <a:gd name="T15" fmla="*/ 0 h 39"/>
                  <a:gd name="T16" fmla="*/ 154 w 154"/>
                  <a:gd name="T17" fmla="*/ 39 h 39"/>
                  <a:gd name="T18" fmla="*/ 102 w 154"/>
                  <a:gd name="T19" fmla="*/ 39 h 39"/>
                  <a:gd name="T20" fmla="*/ 100 w 154"/>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39">
                    <a:moveTo>
                      <a:pt x="2" y="0"/>
                    </a:moveTo>
                    <a:cubicBezTo>
                      <a:pt x="42" y="0"/>
                      <a:pt x="42" y="0"/>
                      <a:pt x="42" y="0"/>
                    </a:cubicBezTo>
                    <a:cubicBezTo>
                      <a:pt x="43" y="11"/>
                      <a:pt x="44" y="24"/>
                      <a:pt x="45" y="39"/>
                    </a:cubicBezTo>
                    <a:cubicBezTo>
                      <a:pt x="6" y="39"/>
                      <a:pt x="6" y="39"/>
                      <a:pt x="6" y="39"/>
                    </a:cubicBezTo>
                    <a:cubicBezTo>
                      <a:pt x="8" y="35"/>
                      <a:pt x="8" y="31"/>
                      <a:pt x="5" y="28"/>
                    </a:cubicBezTo>
                    <a:cubicBezTo>
                      <a:pt x="1" y="24"/>
                      <a:pt x="0" y="10"/>
                      <a:pt x="2" y="0"/>
                    </a:cubicBezTo>
                    <a:close/>
                    <a:moveTo>
                      <a:pt x="100" y="0"/>
                    </a:moveTo>
                    <a:cubicBezTo>
                      <a:pt x="150" y="0"/>
                      <a:pt x="150" y="0"/>
                      <a:pt x="150" y="0"/>
                    </a:cubicBezTo>
                    <a:cubicBezTo>
                      <a:pt x="152" y="9"/>
                      <a:pt x="153" y="23"/>
                      <a:pt x="154" y="39"/>
                    </a:cubicBezTo>
                    <a:cubicBezTo>
                      <a:pt x="102" y="39"/>
                      <a:pt x="102" y="39"/>
                      <a:pt x="102" y="39"/>
                    </a:cubicBezTo>
                    <a:cubicBezTo>
                      <a:pt x="101" y="26"/>
                      <a:pt x="101" y="13"/>
                      <a:pt x="10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4" name="Freeform 161"/>
              <p:cNvSpPr>
                <a:spLocks noEditPoints="1"/>
              </p:cNvSpPr>
              <p:nvPr/>
            </p:nvSpPr>
            <p:spPr bwMode="auto">
              <a:xfrm>
                <a:off x="2312" y="1611"/>
                <a:ext cx="174" cy="21"/>
              </a:xfrm>
              <a:custGeom>
                <a:avLst/>
                <a:gdLst>
                  <a:gd name="T0" fmla="*/ 91 w 91"/>
                  <a:gd name="T1" fmla="*/ 11 h 11"/>
                  <a:gd name="T2" fmla="*/ 57 w 91"/>
                  <a:gd name="T3" fmla="*/ 11 h 11"/>
                  <a:gd name="T4" fmla="*/ 65 w 91"/>
                  <a:gd name="T5" fmla="*/ 1 h 11"/>
                  <a:gd name="T6" fmla="*/ 91 w 91"/>
                  <a:gd name="T7" fmla="*/ 11 h 11"/>
                  <a:gd name="T8" fmla="*/ 91 w 91"/>
                  <a:gd name="T9" fmla="*/ 11 h 11"/>
                  <a:gd name="T10" fmla="*/ 50 w 91"/>
                  <a:gd name="T11" fmla="*/ 11 h 11"/>
                  <a:gd name="T12" fmla="*/ 44 w 91"/>
                  <a:gd name="T13" fmla="*/ 11 h 11"/>
                  <a:gd name="T14" fmla="*/ 43 w 91"/>
                  <a:gd name="T15" fmla="*/ 10 h 11"/>
                  <a:gd name="T16" fmla="*/ 49 w 91"/>
                  <a:gd name="T17" fmla="*/ 10 h 11"/>
                  <a:gd name="T18" fmla="*/ 50 w 91"/>
                  <a:gd name="T19" fmla="*/ 11 h 11"/>
                  <a:gd name="T20" fmla="*/ 36 w 91"/>
                  <a:gd name="T21" fmla="*/ 11 h 11"/>
                  <a:gd name="T22" fmla="*/ 2 w 91"/>
                  <a:gd name="T23" fmla="*/ 11 h 11"/>
                  <a:gd name="T24" fmla="*/ 1 w 91"/>
                  <a:gd name="T25" fmla="*/ 6 h 11"/>
                  <a:gd name="T26" fmla="*/ 24 w 91"/>
                  <a:gd name="T27" fmla="*/ 3 h 11"/>
                  <a:gd name="T28" fmla="*/ 36 w 91"/>
                  <a:gd name="T2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1" h="11">
                    <a:moveTo>
                      <a:pt x="91" y="11"/>
                    </a:moveTo>
                    <a:cubicBezTo>
                      <a:pt x="57" y="11"/>
                      <a:pt x="57" y="11"/>
                      <a:pt x="57" y="11"/>
                    </a:cubicBezTo>
                    <a:cubicBezTo>
                      <a:pt x="55" y="7"/>
                      <a:pt x="56" y="1"/>
                      <a:pt x="65" y="1"/>
                    </a:cubicBezTo>
                    <a:cubicBezTo>
                      <a:pt x="77" y="0"/>
                      <a:pt x="91" y="6"/>
                      <a:pt x="91" y="11"/>
                    </a:cubicBezTo>
                    <a:cubicBezTo>
                      <a:pt x="91" y="11"/>
                      <a:pt x="91" y="11"/>
                      <a:pt x="91" y="11"/>
                    </a:cubicBezTo>
                    <a:close/>
                    <a:moveTo>
                      <a:pt x="50" y="11"/>
                    </a:moveTo>
                    <a:cubicBezTo>
                      <a:pt x="44" y="11"/>
                      <a:pt x="44" y="11"/>
                      <a:pt x="44" y="11"/>
                    </a:cubicBezTo>
                    <a:cubicBezTo>
                      <a:pt x="43" y="11"/>
                      <a:pt x="43" y="10"/>
                      <a:pt x="43" y="10"/>
                    </a:cubicBezTo>
                    <a:cubicBezTo>
                      <a:pt x="49" y="10"/>
                      <a:pt x="49" y="10"/>
                      <a:pt x="49" y="10"/>
                    </a:cubicBezTo>
                    <a:cubicBezTo>
                      <a:pt x="49" y="10"/>
                      <a:pt x="49" y="10"/>
                      <a:pt x="50" y="11"/>
                    </a:cubicBezTo>
                    <a:close/>
                    <a:moveTo>
                      <a:pt x="36" y="11"/>
                    </a:moveTo>
                    <a:cubicBezTo>
                      <a:pt x="2" y="11"/>
                      <a:pt x="2" y="11"/>
                      <a:pt x="2" y="11"/>
                    </a:cubicBezTo>
                    <a:cubicBezTo>
                      <a:pt x="1" y="10"/>
                      <a:pt x="0" y="8"/>
                      <a:pt x="1" y="6"/>
                    </a:cubicBezTo>
                    <a:cubicBezTo>
                      <a:pt x="2" y="1"/>
                      <a:pt x="11" y="2"/>
                      <a:pt x="24" y="3"/>
                    </a:cubicBezTo>
                    <a:cubicBezTo>
                      <a:pt x="33" y="3"/>
                      <a:pt x="35" y="8"/>
                      <a:pt x="36" y="11"/>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5" name="Freeform 162"/>
              <p:cNvSpPr>
                <a:spLocks noEditPoints="1"/>
              </p:cNvSpPr>
              <p:nvPr/>
            </p:nvSpPr>
            <p:spPr bwMode="auto">
              <a:xfrm>
                <a:off x="2312" y="1611"/>
                <a:ext cx="174" cy="25"/>
              </a:xfrm>
              <a:custGeom>
                <a:avLst/>
                <a:gdLst>
                  <a:gd name="T0" fmla="*/ 91 w 91"/>
                  <a:gd name="T1" fmla="*/ 13 h 13"/>
                  <a:gd name="T2" fmla="*/ 57 w 91"/>
                  <a:gd name="T3" fmla="*/ 13 h 13"/>
                  <a:gd name="T4" fmla="*/ 65 w 91"/>
                  <a:gd name="T5" fmla="*/ 1 h 13"/>
                  <a:gd name="T6" fmla="*/ 91 w 91"/>
                  <a:gd name="T7" fmla="*/ 11 h 13"/>
                  <a:gd name="T8" fmla="*/ 91 w 91"/>
                  <a:gd name="T9" fmla="*/ 13 h 13"/>
                  <a:gd name="T10" fmla="*/ 50 w 91"/>
                  <a:gd name="T11" fmla="*/ 13 h 13"/>
                  <a:gd name="T12" fmla="*/ 44 w 91"/>
                  <a:gd name="T13" fmla="*/ 13 h 13"/>
                  <a:gd name="T14" fmla="*/ 43 w 91"/>
                  <a:gd name="T15" fmla="*/ 10 h 13"/>
                  <a:gd name="T16" fmla="*/ 49 w 91"/>
                  <a:gd name="T17" fmla="*/ 10 h 13"/>
                  <a:gd name="T18" fmla="*/ 50 w 91"/>
                  <a:gd name="T19" fmla="*/ 13 h 13"/>
                  <a:gd name="T20" fmla="*/ 36 w 91"/>
                  <a:gd name="T21" fmla="*/ 13 h 13"/>
                  <a:gd name="T22" fmla="*/ 3 w 91"/>
                  <a:gd name="T23" fmla="*/ 13 h 13"/>
                  <a:gd name="T24" fmla="*/ 1 w 91"/>
                  <a:gd name="T25" fmla="*/ 6 h 13"/>
                  <a:gd name="T26" fmla="*/ 24 w 91"/>
                  <a:gd name="T27" fmla="*/ 3 h 13"/>
                  <a:gd name="T28" fmla="*/ 36 w 91"/>
                  <a:gd name="T2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1" h="13">
                    <a:moveTo>
                      <a:pt x="91" y="13"/>
                    </a:moveTo>
                    <a:cubicBezTo>
                      <a:pt x="57" y="13"/>
                      <a:pt x="57" y="13"/>
                      <a:pt x="57" y="13"/>
                    </a:cubicBezTo>
                    <a:cubicBezTo>
                      <a:pt x="55" y="8"/>
                      <a:pt x="55" y="1"/>
                      <a:pt x="65" y="1"/>
                    </a:cubicBezTo>
                    <a:cubicBezTo>
                      <a:pt x="77" y="0"/>
                      <a:pt x="91" y="6"/>
                      <a:pt x="91" y="11"/>
                    </a:cubicBezTo>
                    <a:cubicBezTo>
                      <a:pt x="91" y="11"/>
                      <a:pt x="91" y="12"/>
                      <a:pt x="91" y="13"/>
                    </a:cubicBezTo>
                    <a:close/>
                    <a:moveTo>
                      <a:pt x="50" y="13"/>
                    </a:moveTo>
                    <a:cubicBezTo>
                      <a:pt x="44" y="13"/>
                      <a:pt x="44" y="13"/>
                      <a:pt x="44" y="13"/>
                    </a:cubicBezTo>
                    <a:cubicBezTo>
                      <a:pt x="44" y="11"/>
                      <a:pt x="43" y="10"/>
                      <a:pt x="43" y="10"/>
                    </a:cubicBezTo>
                    <a:cubicBezTo>
                      <a:pt x="49" y="10"/>
                      <a:pt x="49" y="10"/>
                      <a:pt x="49" y="10"/>
                    </a:cubicBezTo>
                    <a:cubicBezTo>
                      <a:pt x="49" y="10"/>
                      <a:pt x="50" y="11"/>
                      <a:pt x="50" y="13"/>
                    </a:cubicBezTo>
                    <a:close/>
                    <a:moveTo>
                      <a:pt x="36" y="13"/>
                    </a:moveTo>
                    <a:cubicBezTo>
                      <a:pt x="3" y="13"/>
                      <a:pt x="3" y="13"/>
                      <a:pt x="3" y="13"/>
                    </a:cubicBezTo>
                    <a:cubicBezTo>
                      <a:pt x="1" y="10"/>
                      <a:pt x="0" y="9"/>
                      <a:pt x="1" y="6"/>
                    </a:cubicBezTo>
                    <a:cubicBezTo>
                      <a:pt x="2" y="1"/>
                      <a:pt x="11" y="2"/>
                      <a:pt x="24" y="3"/>
                    </a:cubicBezTo>
                    <a:cubicBezTo>
                      <a:pt x="34" y="3"/>
                      <a:pt x="35" y="9"/>
                      <a:pt x="36" y="13"/>
                    </a:cubicBezTo>
                    <a:close/>
                  </a:path>
                </a:pathLst>
              </a:custGeom>
              <a:solidFill>
                <a:srgbClr val="C1BF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6" name="Freeform 163"/>
              <p:cNvSpPr>
                <a:spLocks noEditPoints="1"/>
              </p:cNvSpPr>
              <p:nvPr/>
            </p:nvSpPr>
            <p:spPr bwMode="auto">
              <a:xfrm>
                <a:off x="2312" y="1611"/>
                <a:ext cx="174" cy="27"/>
              </a:xfrm>
              <a:custGeom>
                <a:avLst/>
                <a:gdLst>
                  <a:gd name="T0" fmla="*/ 91 w 91"/>
                  <a:gd name="T1" fmla="*/ 14 h 14"/>
                  <a:gd name="T2" fmla="*/ 58 w 91"/>
                  <a:gd name="T3" fmla="*/ 14 h 14"/>
                  <a:gd name="T4" fmla="*/ 65 w 91"/>
                  <a:gd name="T5" fmla="*/ 1 h 14"/>
                  <a:gd name="T6" fmla="*/ 91 w 91"/>
                  <a:gd name="T7" fmla="*/ 11 h 14"/>
                  <a:gd name="T8" fmla="*/ 91 w 91"/>
                  <a:gd name="T9" fmla="*/ 14 h 14"/>
                  <a:gd name="T10" fmla="*/ 50 w 91"/>
                  <a:gd name="T11" fmla="*/ 14 h 14"/>
                  <a:gd name="T12" fmla="*/ 44 w 91"/>
                  <a:gd name="T13" fmla="*/ 14 h 14"/>
                  <a:gd name="T14" fmla="*/ 43 w 91"/>
                  <a:gd name="T15" fmla="*/ 10 h 14"/>
                  <a:gd name="T16" fmla="*/ 49 w 91"/>
                  <a:gd name="T17" fmla="*/ 10 h 14"/>
                  <a:gd name="T18" fmla="*/ 50 w 91"/>
                  <a:gd name="T19" fmla="*/ 14 h 14"/>
                  <a:gd name="T20" fmla="*/ 36 w 91"/>
                  <a:gd name="T21" fmla="*/ 14 h 14"/>
                  <a:gd name="T22" fmla="*/ 5 w 91"/>
                  <a:gd name="T23" fmla="*/ 14 h 14"/>
                  <a:gd name="T24" fmla="*/ 1 w 91"/>
                  <a:gd name="T25" fmla="*/ 6 h 14"/>
                  <a:gd name="T26" fmla="*/ 24 w 91"/>
                  <a:gd name="T27" fmla="*/ 3 h 14"/>
                  <a:gd name="T28" fmla="*/ 36 w 91"/>
                  <a:gd name="T2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1" h="14">
                    <a:moveTo>
                      <a:pt x="91" y="14"/>
                    </a:moveTo>
                    <a:cubicBezTo>
                      <a:pt x="58" y="14"/>
                      <a:pt x="58" y="14"/>
                      <a:pt x="58" y="14"/>
                    </a:cubicBezTo>
                    <a:cubicBezTo>
                      <a:pt x="55" y="9"/>
                      <a:pt x="54" y="1"/>
                      <a:pt x="65" y="1"/>
                    </a:cubicBezTo>
                    <a:cubicBezTo>
                      <a:pt x="77" y="0"/>
                      <a:pt x="91" y="6"/>
                      <a:pt x="91" y="11"/>
                    </a:cubicBezTo>
                    <a:cubicBezTo>
                      <a:pt x="91" y="12"/>
                      <a:pt x="91" y="13"/>
                      <a:pt x="91" y="14"/>
                    </a:cubicBezTo>
                    <a:close/>
                    <a:moveTo>
                      <a:pt x="50" y="14"/>
                    </a:moveTo>
                    <a:cubicBezTo>
                      <a:pt x="44" y="14"/>
                      <a:pt x="44" y="14"/>
                      <a:pt x="44" y="14"/>
                    </a:cubicBezTo>
                    <a:cubicBezTo>
                      <a:pt x="44" y="12"/>
                      <a:pt x="43" y="10"/>
                      <a:pt x="43" y="10"/>
                    </a:cubicBezTo>
                    <a:cubicBezTo>
                      <a:pt x="49" y="10"/>
                      <a:pt x="49" y="10"/>
                      <a:pt x="49" y="10"/>
                    </a:cubicBezTo>
                    <a:cubicBezTo>
                      <a:pt x="49" y="10"/>
                      <a:pt x="50" y="11"/>
                      <a:pt x="50" y="14"/>
                    </a:cubicBezTo>
                    <a:close/>
                    <a:moveTo>
                      <a:pt x="36" y="14"/>
                    </a:moveTo>
                    <a:cubicBezTo>
                      <a:pt x="5" y="14"/>
                      <a:pt x="5" y="14"/>
                      <a:pt x="5" y="14"/>
                    </a:cubicBezTo>
                    <a:cubicBezTo>
                      <a:pt x="1" y="11"/>
                      <a:pt x="0" y="9"/>
                      <a:pt x="1" y="6"/>
                    </a:cubicBezTo>
                    <a:cubicBezTo>
                      <a:pt x="2" y="1"/>
                      <a:pt x="11" y="2"/>
                      <a:pt x="24" y="3"/>
                    </a:cubicBezTo>
                    <a:cubicBezTo>
                      <a:pt x="35" y="3"/>
                      <a:pt x="35" y="10"/>
                      <a:pt x="36" y="14"/>
                    </a:cubicBezTo>
                    <a:close/>
                  </a:path>
                </a:pathLst>
              </a:custGeom>
              <a:solidFill>
                <a:srgbClr val="C2C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7" name="Freeform 164"/>
              <p:cNvSpPr>
                <a:spLocks noEditPoints="1"/>
              </p:cNvSpPr>
              <p:nvPr/>
            </p:nvSpPr>
            <p:spPr bwMode="auto">
              <a:xfrm>
                <a:off x="2312" y="1611"/>
                <a:ext cx="174" cy="29"/>
              </a:xfrm>
              <a:custGeom>
                <a:avLst/>
                <a:gdLst>
                  <a:gd name="T0" fmla="*/ 91 w 91"/>
                  <a:gd name="T1" fmla="*/ 15 h 15"/>
                  <a:gd name="T2" fmla="*/ 59 w 91"/>
                  <a:gd name="T3" fmla="*/ 15 h 15"/>
                  <a:gd name="T4" fmla="*/ 58 w 91"/>
                  <a:gd name="T5" fmla="*/ 14 h 15"/>
                  <a:gd name="T6" fmla="*/ 65 w 91"/>
                  <a:gd name="T7" fmla="*/ 1 h 15"/>
                  <a:gd name="T8" fmla="*/ 91 w 91"/>
                  <a:gd name="T9" fmla="*/ 11 h 15"/>
                  <a:gd name="T10" fmla="*/ 91 w 91"/>
                  <a:gd name="T11" fmla="*/ 15 h 15"/>
                  <a:gd name="T12" fmla="*/ 50 w 91"/>
                  <a:gd name="T13" fmla="*/ 15 h 15"/>
                  <a:gd name="T14" fmla="*/ 44 w 91"/>
                  <a:gd name="T15" fmla="*/ 15 h 15"/>
                  <a:gd name="T16" fmla="*/ 43 w 91"/>
                  <a:gd name="T17" fmla="*/ 10 h 15"/>
                  <a:gd name="T18" fmla="*/ 49 w 91"/>
                  <a:gd name="T19" fmla="*/ 10 h 15"/>
                  <a:gd name="T20" fmla="*/ 50 w 91"/>
                  <a:gd name="T21" fmla="*/ 15 h 15"/>
                  <a:gd name="T22" fmla="*/ 50 w 91"/>
                  <a:gd name="T23" fmla="*/ 15 h 15"/>
                  <a:gd name="T24" fmla="*/ 36 w 91"/>
                  <a:gd name="T25" fmla="*/ 15 h 15"/>
                  <a:gd name="T26" fmla="*/ 6 w 91"/>
                  <a:gd name="T27" fmla="*/ 15 h 15"/>
                  <a:gd name="T28" fmla="*/ 1 w 91"/>
                  <a:gd name="T29" fmla="*/ 6 h 15"/>
                  <a:gd name="T30" fmla="*/ 24 w 91"/>
                  <a:gd name="T31" fmla="*/ 3 h 15"/>
                  <a:gd name="T32" fmla="*/ 36 w 91"/>
                  <a:gd name="T3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15">
                    <a:moveTo>
                      <a:pt x="91" y="15"/>
                    </a:moveTo>
                    <a:cubicBezTo>
                      <a:pt x="59" y="15"/>
                      <a:pt x="59" y="15"/>
                      <a:pt x="59" y="15"/>
                    </a:cubicBezTo>
                    <a:cubicBezTo>
                      <a:pt x="59" y="15"/>
                      <a:pt x="58" y="15"/>
                      <a:pt x="58" y="14"/>
                    </a:cubicBezTo>
                    <a:cubicBezTo>
                      <a:pt x="55" y="9"/>
                      <a:pt x="54" y="1"/>
                      <a:pt x="65" y="1"/>
                    </a:cubicBezTo>
                    <a:cubicBezTo>
                      <a:pt x="77" y="0"/>
                      <a:pt x="91" y="6"/>
                      <a:pt x="91" y="11"/>
                    </a:cubicBezTo>
                    <a:cubicBezTo>
                      <a:pt x="91" y="12"/>
                      <a:pt x="91" y="14"/>
                      <a:pt x="91" y="15"/>
                    </a:cubicBezTo>
                    <a:close/>
                    <a:moveTo>
                      <a:pt x="50" y="15"/>
                    </a:moveTo>
                    <a:cubicBezTo>
                      <a:pt x="44" y="15"/>
                      <a:pt x="44" y="15"/>
                      <a:pt x="44" y="15"/>
                    </a:cubicBezTo>
                    <a:cubicBezTo>
                      <a:pt x="44" y="13"/>
                      <a:pt x="43" y="10"/>
                      <a:pt x="43" y="10"/>
                    </a:cubicBezTo>
                    <a:cubicBezTo>
                      <a:pt x="49" y="10"/>
                      <a:pt x="49" y="10"/>
                      <a:pt x="49" y="10"/>
                    </a:cubicBezTo>
                    <a:cubicBezTo>
                      <a:pt x="49" y="10"/>
                      <a:pt x="50" y="11"/>
                      <a:pt x="50" y="15"/>
                    </a:cubicBezTo>
                    <a:cubicBezTo>
                      <a:pt x="50" y="15"/>
                      <a:pt x="50" y="15"/>
                      <a:pt x="50" y="15"/>
                    </a:cubicBezTo>
                    <a:close/>
                    <a:moveTo>
                      <a:pt x="36" y="15"/>
                    </a:moveTo>
                    <a:cubicBezTo>
                      <a:pt x="6" y="15"/>
                      <a:pt x="6" y="15"/>
                      <a:pt x="6" y="15"/>
                    </a:cubicBezTo>
                    <a:cubicBezTo>
                      <a:pt x="2" y="12"/>
                      <a:pt x="0" y="9"/>
                      <a:pt x="1" y="6"/>
                    </a:cubicBezTo>
                    <a:cubicBezTo>
                      <a:pt x="2" y="1"/>
                      <a:pt x="11" y="2"/>
                      <a:pt x="24" y="3"/>
                    </a:cubicBezTo>
                    <a:cubicBezTo>
                      <a:pt x="36" y="3"/>
                      <a:pt x="35" y="11"/>
                      <a:pt x="36" y="15"/>
                    </a:cubicBezTo>
                    <a:close/>
                  </a:path>
                </a:pathLst>
              </a:custGeom>
              <a:solidFill>
                <a:srgbClr val="C4C2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8" name="Freeform 165"/>
              <p:cNvSpPr>
                <a:spLocks noEditPoints="1"/>
              </p:cNvSpPr>
              <p:nvPr/>
            </p:nvSpPr>
            <p:spPr bwMode="auto">
              <a:xfrm>
                <a:off x="2312" y="1611"/>
                <a:ext cx="176" cy="33"/>
              </a:xfrm>
              <a:custGeom>
                <a:avLst/>
                <a:gdLst>
                  <a:gd name="T0" fmla="*/ 92 w 92"/>
                  <a:gd name="T1" fmla="*/ 17 h 17"/>
                  <a:gd name="T2" fmla="*/ 60 w 92"/>
                  <a:gd name="T3" fmla="*/ 17 h 17"/>
                  <a:gd name="T4" fmla="*/ 58 w 92"/>
                  <a:gd name="T5" fmla="*/ 14 h 17"/>
                  <a:gd name="T6" fmla="*/ 65 w 92"/>
                  <a:gd name="T7" fmla="*/ 1 h 17"/>
                  <a:gd name="T8" fmla="*/ 91 w 92"/>
                  <a:gd name="T9" fmla="*/ 11 h 17"/>
                  <a:gd name="T10" fmla="*/ 92 w 92"/>
                  <a:gd name="T11" fmla="*/ 17 h 17"/>
                  <a:gd name="T12" fmla="*/ 50 w 92"/>
                  <a:gd name="T13" fmla="*/ 17 h 17"/>
                  <a:gd name="T14" fmla="*/ 45 w 92"/>
                  <a:gd name="T15" fmla="*/ 17 h 17"/>
                  <a:gd name="T16" fmla="*/ 43 w 92"/>
                  <a:gd name="T17" fmla="*/ 10 h 17"/>
                  <a:gd name="T18" fmla="*/ 49 w 92"/>
                  <a:gd name="T19" fmla="*/ 10 h 17"/>
                  <a:gd name="T20" fmla="*/ 50 w 92"/>
                  <a:gd name="T21" fmla="*/ 15 h 17"/>
                  <a:gd name="T22" fmla="*/ 50 w 92"/>
                  <a:gd name="T23" fmla="*/ 17 h 17"/>
                  <a:gd name="T24" fmla="*/ 37 w 92"/>
                  <a:gd name="T25" fmla="*/ 17 h 17"/>
                  <a:gd name="T26" fmla="*/ 8 w 92"/>
                  <a:gd name="T27" fmla="*/ 17 h 17"/>
                  <a:gd name="T28" fmla="*/ 1 w 92"/>
                  <a:gd name="T29" fmla="*/ 6 h 17"/>
                  <a:gd name="T30" fmla="*/ 24 w 92"/>
                  <a:gd name="T31" fmla="*/ 3 h 17"/>
                  <a:gd name="T32" fmla="*/ 36 w 92"/>
                  <a:gd name="T33" fmla="*/ 15 h 17"/>
                  <a:gd name="T34" fmla="*/ 37 w 92"/>
                  <a:gd name="T35"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17">
                    <a:moveTo>
                      <a:pt x="92" y="17"/>
                    </a:moveTo>
                    <a:cubicBezTo>
                      <a:pt x="60" y="17"/>
                      <a:pt x="60" y="17"/>
                      <a:pt x="60" y="17"/>
                    </a:cubicBezTo>
                    <a:cubicBezTo>
                      <a:pt x="59" y="16"/>
                      <a:pt x="59" y="15"/>
                      <a:pt x="58" y="14"/>
                    </a:cubicBezTo>
                    <a:cubicBezTo>
                      <a:pt x="55" y="9"/>
                      <a:pt x="54" y="1"/>
                      <a:pt x="65" y="1"/>
                    </a:cubicBezTo>
                    <a:cubicBezTo>
                      <a:pt x="77" y="0"/>
                      <a:pt x="91" y="6"/>
                      <a:pt x="91" y="11"/>
                    </a:cubicBezTo>
                    <a:cubicBezTo>
                      <a:pt x="91" y="12"/>
                      <a:pt x="91" y="14"/>
                      <a:pt x="92" y="17"/>
                    </a:cubicBezTo>
                    <a:close/>
                    <a:moveTo>
                      <a:pt x="50" y="17"/>
                    </a:moveTo>
                    <a:cubicBezTo>
                      <a:pt x="45" y="17"/>
                      <a:pt x="45" y="17"/>
                      <a:pt x="45" y="17"/>
                    </a:cubicBezTo>
                    <a:cubicBezTo>
                      <a:pt x="44" y="13"/>
                      <a:pt x="43" y="10"/>
                      <a:pt x="43" y="10"/>
                    </a:cubicBezTo>
                    <a:cubicBezTo>
                      <a:pt x="49" y="10"/>
                      <a:pt x="49" y="10"/>
                      <a:pt x="49" y="10"/>
                    </a:cubicBezTo>
                    <a:cubicBezTo>
                      <a:pt x="49" y="10"/>
                      <a:pt x="50" y="11"/>
                      <a:pt x="50" y="15"/>
                    </a:cubicBezTo>
                    <a:cubicBezTo>
                      <a:pt x="50" y="16"/>
                      <a:pt x="50" y="16"/>
                      <a:pt x="50" y="17"/>
                    </a:cubicBezTo>
                    <a:close/>
                    <a:moveTo>
                      <a:pt x="37" y="17"/>
                    </a:moveTo>
                    <a:cubicBezTo>
                      <a:pt x="8" y="17"/>
                      <a:pt x="8" y="17"/>
                      <a:pt x="8" y="17"/>
                    </a:cubicBezTo>
                    <a:cubicBezTo>
                      <a:pt x="2" y="12"/>
                      <a:pt x="0" y="10"/>
                      <a:pt x="1" y="6"/>
                    </a:cubicBezTo>
                    <a:cubicBezTo>
                      <a:pt x="2" y="1"/>
                      <a:pt x="11" y="2"/>
                      <a:pt x="24" y="3"/>
                    </a:cubicBezTo>
                    <a:cubicBezTo>
                      <a:pt x="36" y="3"/>
                      <a:pt x="35" y="11"/>
                      <a:pt x="36" y="15"/>
                    </a:cubicBezTo>
                    <a:cubicBezTo>
                      <a:pt x="37" y="16"/>
                      <a:pt x="37" y="16"/>
                      <a:pt x="37" y="17"/>
                    </a:cubicBezTo>
                    <a:close/>
                  </a:path>
                </a:pathLst>
              </a:custGeom>
              <a:solidFill>
                <a:srgbClr val="C5C3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9" name="Freeform 166"/>
              <p:cNvSpPr>
                <a:spLocks noEditPoints="1"/>
              </p:cNvSpPr>
              <p:nvPr/>
            </p:nvSpPr>
            <p:spPr bwMode="auto">
              <a:xfrm>
                <a:off x="2312" y="1611"/>
                <a:ext cx="176" cy="35"/>
              </a:xfrm>
              <a:custGeom>
                <a:avLst/>
                <a:gdLst>
                  <a:gd name="T0" fmla="*/ 92 w 92"/>
                  <a:gd name="T1" fmla="*/ 18 h 18"/>
                  <a:gd name="T2" fmla="*/ 60 w 92"/>
                  <a:gd name="T3" fmla="*/ 18 h 18"/>
                  <a:gd name="T4" fmla="*/ 58 w 92"/>
                  <a:gd name="T5" fmla="*/ 14 h 18"/>
                  <a:gd name="T6" fmla="*/ 65 w 92"/>
                  <a:gd name="T7" fmla="*/ 1 h 18"/>
                  <a:gd name="T8" fmla="*/ 91 w 92"/>
                  <a:gd name="T9" fmla="*/ 11 h 18"/>
                  <a:gd name="T10" fmla="*/ 92 w 92"/>
                  <a:gd name="T11" fmla="*/ 18 h 18"/>
                  <a:gd name="T12" fmla="*/ 50 w 92"/>
                  <a:gd name="T13" fmla="*/ 18 h 18"/>
                  <a:gd name="T14" fmla="*/ 45 w 92"/>
                  <a:gd name="T15" fmla="*/ 18 h 18"/>
                  <a:gd name="T16" fmla="*/ 43 w 92"/>
                  <a:gd name="T17" fmla="*/ 10 h 18"/>
                  <a:gd name="T18" fmla="*/ 49 w 92"/>
                  <a:gd name="T19" fmla="*/ 10 h 18"/>
                  <a:gd name="T20" fmla="*/ 50 w 92"/>
                  <a:gd name="T21" fmla="*/ 15 h 18"/>
                  <a:gd name="T22" fmla="*/ 50 w 92"/>
                  <a:gd name="T23" fmla="*/ 18 h 18"/>
                  <a:gd name="T24" fmla="*/ 38 w 92"/>
                  <a:gd name="T25" fmla="*/ 18 h 18"/>
                  <a:gd name="T26" fmla="*/ 10 w 92"/>
                  <a:gd name="T27" fmla="*/ 18 h 18"/>
                  <a:gd name="T28" fmla="*/ 9 w 92"/>
                  <a:gd name="T29" fmla="*/ 18 h 18"/>
                  <a:gd name="T30" fmla="*/ 1 w 92"/>
                  <a:gd name="T31" fmla="*/ 6 h 18"/>
                  <a:gd name="T32" fmla="*/ 24 w 92"/>
                  <a:gd name="T33" fmla="*/ 3 h 18"/>
                  <a:gd name="T34" fmla="*/ 36 w 92"/>
                  <a:gd name="T35" fmla="*/ 15 h 18"/>
                  <a:gd name="T36" fmla="*/ 38 w 92"/>
                  <a:gd name="T3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 h="18">
                    <a:moveTo>
                      <a:pt x="92" y="18"/>
                    </a:moveTo>
                    <a:cubicBezTo>
                      <a:pt x="60" y="18"/>
                      <a:pt x="60" y="18"/>
                      <a:pt x="60" y="18"/>
                    </a:cubicBezTo>
                    <a:cubicBezTo>
                      <a:pt x="60" y="17"/>
                      <a:pt x="59" y="15"/>
                      <a:pt x="58" y="14"/>
                    </a:cubicBezTo>
                    <a:cubicBezTo>
                      <a:pt x="55" y="9"/>
                      <a:pt x="54" y="1"/>
                      <a:pt x="65" y="1"/>
                    </a:cubicBezTo>
                    <a:cubicBezTo>
                      <a:pt x="77" y="0"/>
                      <a:pt x="91" y="6"/>
                      <a:pt x="91" y="11"/>
                    </a:cubicBezTo>
                    <a:cubicBezTo>
                      <a:pt x="91" y="13"/>
                      <a:pt x="91" y="15"/>
                      <a:pt x="92" y="18"/>
                    </a:cubicBezTo>
                    <a:close/>
                    <a:moveTo>
                      <a:pt x="50" y="18"/>
                    </a:moveTo>
                    <a:cubicBezTo>
                      <a:pt x="45" y="18"/>
                      <a:pt x="45" y="18"/>
                      <a:pt x="45" y="18"/>
                    </a:cubicBezTo>
                    <a:cubicBezTo>
                      <a:pt x="44" y="14"/>
                      <a:pt x="43" y="10"/>
                      <a:pt x="43" y="10"/>
                    </a:cubicBezTo>
                    <a:cubicBezTo>
                      <a:pt x="49" y="10"/>
                      <a:pt x="49" y="10"/>
                      <a:pt x="49" y="10"/>
                    </a:cubicBezTo>
                    <a:cubicBezTo>
                      <a:pt x="49" y="10"/>
                      <a:pt x="50" y="11"/>
                      <a:pt x="50" y="15"/>
                    </a:cubicBezTo>
                    <a:cubicBezTo>
                      <a:pt x="50" y="16"/>
                      <a:pt x="50" y="17"/>
                      <a:pt x="50" y="18"/>
                    </a:cubicBezTo>
                    <a:close/>
                    <a:moveTo>
                      <a:pt x="38" y="18"/>
                    </a:moveTo>
                    <a:cubicBezTo>
                      <a:pt x="10" y="18"/>
                      <a:pt x="10" y="18"/>
                      <a:pt x="10" y="18"/>
                    </a:cubicBezTo>
                    <a:cubicBezTo>
                      <a:pt x="9" y="18"/>
                      <a:pt x="9" y="18"/>
                      <a:pt x="9" y="18"/>
                    </a:cubicBezTo>
                    <a:cubicBezTo>
                      <a:pt x="2" y="13"/>
                      <a:pt x="0" y="10"/>
                      <a:pt x="1" y="6"/>
                    </a:cubicBezTo>
                    <a:cubicBezTo>
                      <a:pt x="2" y="1"/>
                      <a:pt x="11" y="2"/>
                      <a:pt x="24" y="3"/>
                    </a:cubicBezTo>
                    <a:cubicBezTo>
                      <a:pt x="36" y="3"/>
                      <a:pt x="35" y="11"/>
                      <a:pt x="36" y="15"/>
                    </a:cubicBezTo>
                    <a:cubicBezTo>
                      <a:pt x="37" y="16"/>
                      <a:pt x="37" y="17"/>
                      <a:pt x="38" y="18"/>
                    </a:cubicBezTo>
                    <a:close/>
                  </a:path>
                </a:pathLst>
              </a:custGeom>
              <a:solidFill>
                <a:srgbClr val="C6C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0" name="Freeform 167"/>
              <p:cNvSpPr>
                <a:spLocks noEditPoints="1"/>
              </p:cNvSpPr>
              <p:nvPr/>
            </p:nvSpPr>
            <p:spPr bwMode="auto">
              <a:xfrm>
                <a:off x="2312" y="1613"/>
                <a:ext cx="176" cy="35"/>
              </a:xfrm>
              <a:custGeom>
                <a:avLst/>
                <a:gdLst>
                  <a:gd name="T0" fmla="*/ 65 w 92"/>
                  <a:gd name="T1" fmla="*/ 0 h 18"/>
                  <a:gd name="T2" fmla="*/ 69 w 92"/>
                  <a:gd name="T3" fmla="*/ 0 h 18"/>
                  <a:gd name="T4" fmla="*/ 91 w 92"/>
                  <a:gd name="T5" fmla="*/ 10 h 18"/>
                  <a:gd name="T6" fmla="*/ 92 w 92"/>
                  <a:gd name="T7" fmla="*/ 18 h 18"/>
                  <a:gd name="T8" fmla="*/ 61 w 92"/>
                  <a:gd name="T9" fmla="*/ 18 h 18"/>
                  <a:gd name="T10" fmla="*/ 58 w 92"/>
                  <a:gd name="T11" fmla="*/ 13 h 18"/>
                  <a:gd name="T12" fmla="*/ 65 w 92"/>
                  <a:gd name="T13" fmla="*/ 0 h 18"/>
                  <a:gd name="T14" fmla="*/ 50 w 92"/>
                  <a:gd name="T15" fmla="*/ 18 h 18"/>
                  <a:gd name="T16" fmla="*/ 45 w 92"/>
                  <a:gd name="T17" fmla="*/ 18 h 18"/>
                  <a:gd name="T18" fmla="*/ 43 w 92"/>
                  <a:gd name="T19" fmla="*/ 9 h 18"/>
                  <a:gd name="T20" fmla="*/ 49 w 92"/>
                  <a:gd name="T21" fmla="*/ 9 h 18"/>
                  <a:gd name="T22" fmla="*/ 50 w 92"/>
                  <a:gd name="T23" fmla="*/ 14 h 18"/>
                  <a:gd name="T24" fmla="*/ 50 w 92"/>
                  <a:gd name="T25" fmla="*/ 18 h 18"/>
                  <a:gd name="T26" fmla="*/ 38 w 92"/>
                  <a:gd name="T27" fmla="*/ 18 h 18"/>
                  <a:gd name="T28" fmla="*/ 11 w 92"/>
                  <a:gd name="T29" fmla="*/ 18 h 18"/>
                  <a:gd name="T30" fmla="*/ 9 w 92"/>
                  <a:gd name="T31" fmla="*/ 17 h 18"/>
                  <a:gd name="T32" fmla="*/ 1 w 92"/>
                  <a:gd name="T33" fmla="*/ 5 h 18"/>
                  <a:gd name="T34" fmla="*/ 24 w 92"/>
                  <a:gd name="T35" fmla="*/ 2 h 18"/>
                  <a:gd name="T36" fmla="*/ 36 w 92"/>
                  <a:gd name="T37" fmla="*/ 14 h 18"/>
                  <a:gd name="T38" fmla="*/ 38 w 92"/>
                  <a:gd name="T3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18">
                    <a:moveTo>
                      <a:pt x="65" y="0"/>
                    </a:moveTo>
                    <a:cubicBezTo>
                      <a:pt x="69" y="0"/>
                      <a:pt x="69" y="0"/>
                      <a:pt x="69" y="0"/>
                    </a:cubicBezTo>
                    <a:cubicBezTo>
                      <a:pt x="79" y="0"/>
                      <a:pt x="91" y="5"/>
                      <a:pt x="91" y="10"/>
                    </a:cubicBezTo>
                    <a:cubicBezTo>
                      <a:pt x="91" y="12"/>
                      <a:pt x="91" y="15"/>
                      <a:pt x="92" y="18"/>
                    </a:cubicBezTo>
                    <a:cubicBezTo>
                      <a:pt x="61" y="18"/>
                      <a:pt x="61" y="18"/>
                      <a:pt x="61" y="18"/>
                    </a:cubicBezTo>
                    <a:cubicBezTo>
                      <a:pt x="60" y="16"/>
                      <a:pt x="59" y="15"/>
                      <a:pt x="58" y="13"/>
                    </a:cubicBezTo>
                    <a:cubicBezTo>
                      <a:pt x="55" y="8"/>
                      <a:pt x="54" y="0"/>
                      <a:pt x="65" y="0"/>
                    </a:cubicBezTo>
                    <a:close/>
                    <a:moveTo>
                      <a:pt x="50" y="18"/>
                    </a:moveTo>
                    <a:cubicBezTo>
                      <a:pt x="45" y="18"/>
                      <a:pt x="45" y="18"/>
                      <a:pt x="45" y="18"/>
                    </a:cubicBezTo>
                    <a:cubicBezTo>
                      <a:pt x="44" y="14"/>
                      <a:pt x="43" y="9"/>
                      <a:pt x="43" y="9"/>
                    </a:cubicBezTo>
                    <a:cubicBezTo>
                      <a:pt x="49" y="9"/>
                      <a:pt x="49" y="9"/>
                      <a:pt x="49" y="9"/>
                    </a:cubicBezTo>
                    <a:cubicBezTo>
                      <a:pt x="49" y="9"/>
                      <a:pt x="50" y="10"/>
                      <a:pt x="50" y="14"/>
                    </a:cubicBezTo>
                    <a:cubicBezTo>
                      <a:pt x="50" y="15"/>
                      <a:pt x="50" y="17"/>
                      <a:pt x="50" y="18"/>
                    </a:cubicBezTo>
                    <a:close/>
                    <a:moveTo>
                      <a:pt x="38" y="18"/>
                    </a:moveTo>
                    <a:cubicBezTo>
                      <a:pt x="11" y="18"/>
                      <a:pt x="11" y="18"/>
                      <a:pt x="11" y="18"/>
                    </a:cubicBezTo>
                    <a:cubicBezTo>
                      <a:pt x="11" y="18"/>
                      <a:pt x="10" y="17"/>
                      <a:pt x="9" y="17"/>
                    </a:cubicBezTo>
                    <a:cubicBezTo>
                      <a:pt x="2" y="12"/>
                      <a:pt x="0" y="9"/>
                      <a:pt x="1" y="5"/>
                    </a:cubicBezTo>
                    <a:cubicBezTo>
                      <a:pt x="2" y="0"/>
                      <a:pt x="11" y="1"/>
                      <a:pt x="24" y="2"/>
                    </a:cubicBezTo>
                    <a:cubicBezTo>
                      <a:pt x="36" y="2"/>
                      <a:pt x="35" y="10"/>
                      <a:pt x="36" y="14"/>
                    </a:cubicBezTo>
                    <a:cubicBezTo>
                      <a:pt x="37" y="15"/>
                      <a:pt x="37" y="17"/>
                      <a:pt x="38" y="18"/>
                    </a:cubicBezTo>
                    <a:close/>
                  </a:path>
                </a:pathLst>
              </a:custGeom>
              <a:solidFill>
                <a:srgbClr val="C7C6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1" name="Freeform 168"/>
              <p:cNvSpPr>
                <a:spLocks noEditPoints="1"/>
              </p:cNvSpPr>
              <p:nvPr/>
            </p:nvSpPr>
            <p:spPr bwMode="auto">
              <a:xfrm>
                <a:off x="2312" y="1613"/>
                <a:ext cx="176" cy="37"/>
              </a:xfrm>
              <a:custGeom>
                <a:avLst/>
                <a:gdLst>
                  <a:gd name="T0" fmla="*/ 60 w 92"/>
                  <a:gd name="T1" fmla="*/ 1 h 19"/>
                  <a:gd name="T2" fmla="*/ 77 w 92"/>
                  <a:gd name="T3" fmla="*/ 1 h 19"/>
                  <a:gd name="T4" fmla="*/ 91 w 92"/>
                  <a:gd name="T5" fmla="*/ 10 h 19"/>
                  <a:gd name="T6" fmla="*/ 92 w 92"/>
                  <a:gd name="T7" fmla="*/ 19 h 19"/>
                  <a:gd name="T8" fmla="*/ 62 w 92"/>
                  <a:gd name="T9" fmla="*/ 19 h 19"/>
                  <a:gd name="T10" fmla="*/ 58 w 92"/>
                  <a:gd name="T11" fmla="*/ 13 h 19"/>
                  <a:gd name="T12" fmla="*/ 60 w 92"/>
                  <a:gd name="T13" fmla="*/ 1 h 19"/>
                  <a:gd name="T14" fmla="*/ 50 w 92"/>
                  <a:gd name="T15" fmla="*/ 19 h 19"/>
                  <a:gd name="T16" fmla="*/ 45 w 92"/>
                  <a:gd name="T17" fmla="*/ 19 h 19"/>
                  <a:gd name="T18" fmla="*/ 43 w 92"/>
                  <a:gd name="T19" fmla="*/ 9 h 19"/>
                  <a:gd name="T20" fmla="*/ 49 w 92"/>
                  <a:gd name="T21" fmla="*/ 9 h 19"/>
                  <a:gd name="T22" fmla="*/ 50 w 92"/>
                  <a:gd name="T23" fmla="*/ 14 h 19"/>
                  <a:gd name="T24" fmla="*/ 50 w 92"/>
                  <a:gd name="T25" fmla="*/ 19 h 19"/>
                  <a:gd name="T26" fmla="*/ 39 w 92"/>
                  <a:gd name="T27" fmla="*/ 19 h 19"/>
                  <a:gd name="T28" fmla="*/ 13 w 92"/>
                  <a:gd name="T29" fmla="*/ 19 h 19"/>
                  <a:gd name="T30" fmla="*/ 9 w 92"/>
                  <a:gd name="T31" fmla="*/ 17 h 19"/>
                  <a:gd name="T32" fmla="*/ 1 w 92"/>
                  <a:gd name="T33" fmla="*/ 5 h 19"/>
                  <a:gd name="T34" fmla="*/ 24 w 92"/>
                  <a:gd name="T35" fmla="*/ 2 h 19"/>
                  <a:gd name="T36" fmla="*/ 36 w 92"/>
                  <a:gd name="T37" fmla="*/ 14 h 19"/>
                  <a:gd name="T38" fmla="*/ 39 w 92"/>
                  <a:gd name="T3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19">
                    <a:moveTo>
                      <a:pt x="60" y="1"/>
                    </a:moveTo>
                    <a:cubicBezTo>
                      <a:pt x="77" y="1"/>
                      <a:pt x="77" y="1"/>
                      <a:pt x="77" y="1"/>
                    </a:cubicBezTo>
                    <a:cubicBezTo>
                      <a:pt x="85" y="3"/>
                      <a:pt x="91" y="6"/>
                      <a:pt x="91" y="10"/>
                    </a:cubicBezTo>
                    <a:cubicBezTo>
                      <a:pt x="91" y="12"/>
                      <a:pt x="91" y="16"/>
                      <a:pt x="92" y="19"/>
                    </a:cubicBezTo>
                    <a:cubicBezTo>
                      <a:pt x="62" y="19"/>
                      <a:pt x="62" y="19"/>
                      <a:pt x="62" y="19"/>
                    </a:cubicBezTo>
                    <a:cubicBezTo>
                      <a:pt x="61" y="17"/>
                      <a:pt x="59" y="15"/>
                      <a:pt x="58" y="13"/>
                    </a:cubicBezTo>
                    <a:cubicBezTo>
                      <a:pt x="56" y="9"/>
                      <a:pt x="55" y="4"/>
                      <a:pt x="60" y="1"/>
                    </a:cubicBezTo>
                    <a:close/>
                    <a:moveTo>
                      <a:pt x="50" y="19"/>
                    </a:moveTo>
                    <a:cubicBezTo>
                      <a:pt x="45" y="19"/>
                      <a:pt x="45" y="19"/>
                      <a:pt x="45" y="19"/>
                    </a:cubicBezTo>
                    <a:cubicBezTo>
                      <a:pt x="45" y="15"/>
                      <a:pt x="43" y="9"/>
                      <a:pt x="43" y="9"/>
                    </a:cubicBezTo>
                    <a:cubicBezTo>
                      <a:pt x="49" y="9"/>
                      <a:pt x="49" y="9"/>
                      <a:pt x="49" y="9"/>
                    </a:cubicBezTo>
                    <a:cubicBezTo>
                      <a:pt x="49" y="9"/>
                      <a:pt x="50" y="10"/>
                      <a:pt x="50" y="14"/>
                    </a:cubicBezTo>
                    <a:cubicBezTo>
                      <a:pt x="50" y="16"/>
                      <a:pt x="50" y="17"/>
                      <a:pt x="50" y="19"/>
                    </a:cubicBezTo>
                    <a:close/>
                    <a:moveTo>
                      <a:pt x="39" y="19"/>
                    </a:moveTo>
                    <a:cubicBezTo>
                      <a:pt x="13" y="19"/>
                      <a:pt x="13" y="19"/>
                      <a:pt x="13" y="19"/>
                    </a:cubicBezTo>
                    <a:cubicBezTo>
                      <a:pt x="12" y="18"/>
                      <a:pt x="10" y="17"/>
                      <a:pt x="9" y="17"/>
                    </a:cubicBezTo>
                    <a:cubicBezTo>
                      <a:pt x="2" y="12"/>
                      <a:pt x="0" y="9"/>
                      <a:pt x="1" y="5"/>
                    </a:cubicBezTo>
                    <a:cubicBezTo>
                      <a:pt x="2" y="0"/>
                      <a:pt x="11" y="1"/>
                      <a:pt x="24" y="2"/>
                    </a:cubicBezTo>
                    <a:cubicBezTo>
                      <a:pt x="36" y="2"/>
                      <a:pt x="35" y="10"/>
                      <a:pt x="36" y="14"/>
                    </a:cubicBezTo>
                    <a:cubicBezTo>
                      <a:pt x="37" y="15"/>
                      <a:pt x="38" y="17"/>
                      <a:pt x="39" y="19"/>
                    </a:cubicBezTo>
                    <a:close/>
                  </a:path>
                </a:pathLst>
              </a:custGeom>
              <a:solidFill>
                <a:srgbClr val="C9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2" name="Freeform 169"/>
              <p:cNvSpPr>
                <a:spLocks noEditPoints="1"/>
              </p:cNvSpPr>
              <p:nvPr/>
            </p:nvSpPr>
            <p:spPr bwMode="auto">
              <a:xfrm>
                <a:off x="2312" y="1617"/>
                <a:ext cx="178" cy="36"/>
              </a:xfrm>
              <a:custGeom>
                <a:avLst/>
                <a:gdLst>
                  <a:gd name="T0" fmla="*/ 3 w 93"/>
                  <a:gd name="T1" fmla="*/ 0 h 19"/>
                  <a:gd name="T2" fmla="*/ 28 w 93"/>
                  <a:gd name="T3" fmla="*/ 0 h 19"/>
                  <a:gd name="T4" fmla="*/ 36 w 93"/>
                  <a:gd name="T5" fmla="*/ 12 h 19"/>
                  <a:gd name="T6" fmla="*/ 40 w 93"/>
                  <a:gd name="T7" fmla="*/ 19 h 19"/>
                  <a:gd name="T8" fmla="*/ 14 w 93"/>
                  <a:gd name="T9" fmla="*/ 19 h 19"/>
                  <a:gd name="T10" fmla="*/ 9 w 93"/>
                  <a:gd name="T11" fmla="*/ 15 h 19"/>
                  <a:gd name="T12" fmla="*/ 1 w 93"/>
                  <a:gd name="T13" fmla="*/ 3 h 19"/>
                  <a:gd name="T14" fmla="*/ 3 w 93"/>
                  <a:gd name="T15" fmla="*/ 0 h 19"/>
                  <a:gd name="T16" fmla="*/ 58 w 93"/>
                  <a:gd name="T17" fmla="*/ 0 h 19"/>
                  <a:gd name="T18" fmla="*/ 82 w 93"/>
                  <a:gd name="T19" fmla="*/ 0 h 19"/>
                  <a:gd name="T20" fmla="*/ 91 w 93"/>
                  <a:gd name="T21" fmla="*/ 8 h 19"/>
                  <a:gd name="T22" fmla="*/ 93 w 93"/>
                  <a:gd name="T23" fmla="*/ 19 h 19"/>
                  <a:gd name="T24" fmla="*/ 63 w 93"/>
                  <a:gd name="T25" fmla="*/ 19 h 19"/>
                  <a:gd name="T26" fmla="*/ 58 w 93"/>
                  <a:gd name="T27" fmla="*/ 11 h 19"/>
                  <a:gd name="T28" fmla="*/ 58 w 93"/>
                  <a:gd name="T29" fmla="*/ 0 h 19"/>
                  <a:gd name="T30" fmla="*/ 50 w 93"/>
                  <a:gd name="T31" fmla="*/ 19 h 19"/>
                  <a:gd name="T32" fmla="*/ 45 w 93"/>
                  <a:gd name="T33" fmla="*/ 19 h 19"/>
                  <a:gd name="T34" fmla="*/ 43 w 93"/>
                  <a:gd name="T35" fmla="*/ 7 h 19"/>
                  <a:gd name="T36" fmla="*/ 49 w 93"/>
                  <a:gd name="T37" fmla="*/ 7 h 19"/>
                  <a:gd name="T38" fmla="*/ 50 w 93"/>
                  <a:gd name="T39" fmla="*/ 12 h 19"/>
                  <a:gd name="T40" fmla="*/ 50 w 93"/>
                  <a:gd name="T4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3" h="19">
                    <a:moveTo>
                      <a:pt x="3" y="0"/>
                    </a:moveTo>
                    <a:cubicBezTo>
                      <a:pt x="28" y="0"/>
                      <a:pt x="28" y="0"/>
                      <a:pt x="28" y="0"/>
                    </a:cubicBezTo>
                    <a:cubicBezTo>
                      <a:pt x="36" y="2"/>
                      <a:pt x="35" y="9"/>
                      <a:pt x="36" y="12"/>
                    </a:cubicBezTo>
                    <a:cubicBezTo>
                      <a:pt x="37" y="14"/>
                      <a:pt x="38" y="16"/>
                      <a:pt x="40" y="19"/>
                    </a:cubicBezTo>
                    <a:cubicBezTo>
                      <a:pt x="14" y="19"/>
                      <a:pt x="14" y="19"/>
                      <a:pt x="14" y="19"/>
                    </a:cubicBezTo>
                    <a:cubicBezTo>
                      <a:pt x="12" y="17"/>
                      <a:pt x="11" y="16"/>
                      <a:pt x="9" y="15"/>
                    </a:cubicBezTo>
                    <a:cubicBezTo>
                      <a:pt x="2" y="10"/>
                      <a:pt x="0" y="7"/>
                      <a:pt x="1" y="3"/>
                    </a:cubicBezTo>
                    <a:cubicBezTo>
                      <a:pt x="1" y="2"/>
                      <a:pt x="2" y="1"/>
                      <a:pt x="3" y="0"/>
                    </a:cubicBezTo>
                    <a:close/>
                    <a:moveTo>
                      <a:pt x="58" y="0"/>
                    </a:moveTo>
                    <a:cubicBezTo>
                      <a:pt x="82" y="0"/>
                      <a:pt x="82" y="0"/>
                      <a:pt x="82" y="0"/>
                    </a:cubicBezTo>
                    <a:cubicBezTo>
                      <a:pt x="87" y="2"/>
                      <a:pt x="91" y="5"/>
                      <a:pt x="91" y="8"/>
                    </a:cubicBezTo>
                    <a:cubicBezTo>
                      <a:pt x="91" y="11"/>
                      <a:pt x="92" y="14"/>
                      <a:pt x="93" y="19"/>
                    </a:cubicBezTo>
                    <a:cubicBezTo>
                      <a:pt x="63" y="19"/>
                      <a:pt x="63" y="19"/>
                      <a:pt x="63" y="19"/>
                    </a:cubicBezTo>
                    <a:cubicBezTo>
                      <a:pt x="61" y="16"/>
                      <a:pt x="59" y="13"/>
                      <a:pt x="58" y="11"/>
                    </a:cubicBezTo>
                    <a:cubicBezTo>
                      <a:pt x="56" y="8"/>
                      <a:pt x="55" y="3"/>
                      <a:pt x="58" y="0"/>
                    </a:cubicBezTo>
                    <a:close/>
                    <a:moveTo>
                      <a:pt x="50" y="19"/>
                    </a:moveTo>
                    <a:cubicBezTo>
                      <a:pt x="45" y="19"/>
                      <a:pt x="45" y="19"/>
                      <a:pt x="45" y="19"/>
                    </a:cubicBezTo>
                    <a:cubicBezTo>
                      <a:pt x="45" y="14"/>
                      <a:pt x="43" y="7"/>
                      <a:pt x="43" y="7"/>
                    </a:cubicBezTo>
                    <a:cubicBezTo>
                      <a:pt x="49" y="7"/>
                      <a:pt x="49" y="7"/>
                      <a:pt x="49" y="7"/>
                    </a:cubicBezTo>
                    <a:cubicBezTo>
                      <a:pt x="49" y="7"/>
                      <a:pt x="50" y="8"/>
                      <a:pt x="50" y="12"/>
                    </a:cubicBezTo>
                    <a:cubicBezTo>
                      <a:pt x="50" y="14"/>
                      <a:pt x="50" y="16"/>
                      <a:pt x="50" y="19"/>
                    </a:cubicBezTo>
                    <a:close/>
                  </a:path>
                </a:pathLst>
              </a:custGeom>
              <a:solidFill>
                <a:srgbClr val="CAC8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3" name="Freeform 170"/>
              <p:cNvSpPr>
                <a:spLocks noEditPoints="1"/>
              </p:cNvSpPr>
              <p:nvPr/>
            </p:nvSpPr>
            <p:spPr bwMode="auto">
              <a:xfrm>
                <a:off x="2312" y="1621"/>
                <a:ext cx="178" cy="34"/>
              </a:xfrm>
              <a:custGeom>
                <a:avLst/>
                <a:gdLst>
                  <a:gd name="T0" fmla="*/ 1 w 93"/>
                  <a:gd name="T1" fmla="*/ 0 h 18"/>
                  <a:gd name="T2" fmla="*/ 31 w 93"/>
                  <a:gd name="T3" fmla="*/ 0 h 18"/>
                  <a:gd name="T4" fmla="*/ 36 w 93"/>
                  <a:gd name="T5" fmla="*/ 10 h 18"/>
                  <a:gd name="T6" fmla="*/ 40 w 93"/>
                  <a:gd name="T7" fmla="*/ 18 h 18"/>
                  <a:gd name="T8" fmla="*/ 15 w 93"/>
                  <a:gd name="T9" fmla="*/ 18 h 18"/>
                  <a:gd name="T10" fmla="*/ 9 w 93"/>
                  <a:gd name="T11" fmla="*/ 13 h 18"/>
                  <a:gd name="T12" fmla="*/ 1 w 93"/>
                  <a:gd name="T13" fmla="*/ 1 h 18"/>
                  <a:gd name="T14" fmla="*/ 1 w 93"/>
                  <a:gd name="T15" fmla="*/ 0 h 18"/>
                  <a:gd name="T16" fmla="*/ 57 w 93"/>
                  <a:gd name="T17" fmla="*/ 0 h 18"/>
                  <a:gd name="T18" fmla="*/ 85 w 93"/>
                  <a:gd name="T19" fmla="*/ 0 h 18"/>
                  <a:gd name="T20" fmla="*/ 91 w 93"/>
                  <a:gd name="T21" fmla="*/ 6 h 18"/>
                  <a:gd name="T22" fmla="*/ 93 w 93"/>
                  <a:gd name="T23" fmla="*/ 18 h 18"/>
                  <a:gd name="T24" fmla="*/ 64 w 93"/>
                  <a:gd name="T25" fmla="*/ 18 h 18"/>
                  <a:gd name="T26" fmla="*/ 58 w 93"/>
                  <a:gd name="T27" fmla="*/ 9 h 18"/>
                  <a:gd name="T28" fmla="*/ 57 w 93"/>
                  <a:gd name="T29" fmla="*/ 0 h 18"/>
                  <a:gd name="T30" fmla="*/ 50 w 93"/>
                  <a:gd name="T31" fmla="*/ 18 h 18"/>
                  <a:gd name="T32" fmla="*/ 45 w 93"/>
                  <a:gd name="T33" fmla="*/ 18 h 18"/>
                  <a:gd name="T34" fmla="*/ 45 w 93"/>
                  <a:gd name="T35" fmla="*/ 18 h 18"/>
                  <a:gd name="T36" fmla="*/ 43 w 93"/>
                  <a:gd name="T37" fmla="*/ 5 h 18"/>
                  <a:gd name="T38" fmla="*/ 49 w 93"/>
                  <a:gd name="T39" fmla="*/ 5 h 18"/>
                  <a:gd name="T40" fmla="*/ 50 w 93"/>
                  <a:gd name="T41" fmla="*/ 10 h 18"/>
                  <a:gd name="T42" fmla="*/ 50 w 93"/>
                  <a:gd name="T4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18">
                    <a:moveTo>
                      <a:pt x="1" y="0"/>
                    </a:moveTo>
                    <a:cubicBezTo>
                      <a:pt x="31" y="0"/>
                      <a:pt x="31" y="0"/>
                      <a:pt x="31" y="0"/>
                    </a:cubicBezTo>
                    <a:cubicBezTo>
                      <a:pt x="36" y="2"/>
                      <a:pt x="35" y="7"/>
                      <a:pt x="36" y="10"/>
                    </a:cubicBezTo>
                    <a:cubicBezTo>
                      <a:pt x="37" y="12"/>
                      <a:pt x="39" y="15"/>
                      <a:pt x="40" y="18"/>
                    </a:cubicBezTo>
                    <a:cubicBezTo>
                      <a:pt x="15" y="18"/>
                      <a:pt x="15" y="18"/>
                      <a:pt x="15" y="18"/>
                    </a:cubicBezTo>
                    <a:cubicBezTo>
                      <a:pt x="13" y="16"/>
                      <a:pt x="11" y="14"/>
                      <a:pt x="9" y="13"/>
                    </a:cubicBezTo>
                    <a:cubicBezTo>
                      <a:pt x="2" y="8"/>
                      <a:pt x="0" y="5"/>
                      <a:pt x="1" y="1"/>
                    </a:cubicBezTo>
                    <a:cubicBezTo>
                      <a:pt x="1" y="0"/>
                      <a:pt x="1" y="0"/>
                      <a:pt x="1" y="0"/>
                    </a:cubicBezTo>
                    <a:close/>
                    <a:moveTo>
                      <a:pt x="57" y="0"/>
                    </a:moveTo>
                    <a:cubicBezTo>
                      <a:pt x="85" y="0"/>
                      <a:pt x="85" y="0"/>
                      <a:pt x="85" y="0"/>
                    </a:cubicBezTo>
                    <a:cubicBezTo>
                      <a:pt x="89" y="1"/>
                      <a:pt x="91" y="4"/>
                      <a:pt x="91" y="6"/>
                    </a:cubicBezTo>
                    <a:cubicBezTo>
                      <a:pt x="91" y="9"/>
                      <a:pt x="92" y="13"/>
                      <a:pt x="93" y="18"/>
                    </a:cubicBezTo>
                    <a:cubicBezTo>
                      <a:pt x="64" y="18"/>
                      <a:pt x="64" y="18"/>
                      <a:pt x="64" y="18"/>
                    </a:cubicBezTo>
                    <a:cubicBezTo>
                      <a:pt x="62" y="15"/>
                      <a:pt x="60" y="12"/>
                      <a:pt x="58" y="9"/>
                    </a:cubicBezTo>
                    <a:cubicBezTo>
                      <a:pt x="56" y="6"/>
                      <a:pt x="55" y="3"/>
                      <a:pt x="57" y="0"/>
                    </a:cubicBezTo>
                    <a:close/>
                    <a:moveTo>
                      <a:pt x="50" y="18"/>
                    </a:moveTo>
                    <a:cubicBezTo>
                      <a:pt x="45" y="18"/>
                      <a:pt x="45" y="18"/>
                      <a:pt x="45" y="18"/>
                    </a:cubicBezTo>
                    <a:cubicBezTo>
                      <a:pt x="45" y="18"/>
                      <a:pt x="45" y="18"/>
                      <a:pt x="45" y="18"/>
                    </a:cubicBezTo>
                    <a:cubicBezTo>
                      <a:pt x="45" y="13"/>
                      <a:pt x="43" y="5"/>
                      <a:pt x="43" y="5"/>
                    </a:cubicBezTo>
                    <a:cubicBezTo>
                      <a:pt x="49" y="5"/>
                      <a:pt x="49" y="5"/>
                      <a:pt x="49" y="5"/>
                    </a:cubicBezTo>
                    <a:cubicBezTo>
                      <a:pt x="49" y="5"/>
                      <a:pt x="50" y="6"/>
                      <a:pt x="50" y="10"/>
                    </a:cubicBezTo>
                    <a:cubicBezTo>
                      <a:pt x="49" y="12"/>
                      <a:pt x="50" y="15"/>
                      <a:pt x="50" y="18"/>
                    </a:cubicBezTo>
                    <a:close/>
                  </a:path>
                </a:pathLst>
              </a:custGeom>
              <a:solidFill>
                <a:srgbClr val="CBC9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4" name="Freeform 171"/>
              <p:cNvSpPr>
                <a:spLocks noEditPoints="1"/>
              </p:cNvSpPr>
              <p:nvPr/>
            </p:nvSpPr>
            <p:spPr bwMode="auto">
              <a:xfrm>
                <a:off x="2312" y="1623"/>
                <a:ext cx="180" cy="34"/>
              </a:xfrm>
              <a:custGeom>
                <a:avLst/>
                <a:gdLst>
                  <a:gd name="T0" fmla="*/ 1 w 94"/>
                  <a:gd name="T1" fmla="*/ 0 h 18"/>
                  <a:gd name="T2" fmla="*/ 33 w 94"/>
                  <a:gd name="T3" fmla="*/ 0 h 18"/>
                  <a:gd name="T4" fmla="*/ 36 w 94"/>
                  <a:gd name="T5" fmla="*/ 9 h 18"/>
                  <a:gd name="T6" fmla="*/ 41 w 94"/>
                  <a:gd name="T7" fmla="*/ 18 h 18"/>
                  <a:gd name="T8" fmla="*/ 16 w 94"/>
                  <a:gd name="T9" fmla="*/ 18 h 18"/>
                  <a:gd name="T10" fmla="*/ 9 w 94"/>
                  <a:gd name="T11" fmla="*/ 12 h 18"/>
                  <a:gd name="T12" fmla="*/ 1 w 94"/>
                  <a:gd name="T13" fmla="*/ 0 h 18"/>
                  <a:gd name="T14" fmla="*/ 56 w 94"/>
                  <a:gd name="T15" fmla="*/ 0 h 18"/>
                  <a:gd name="T16" fmla="*/ 87 w 94"/>
                  <a:gd name="T17" fmla="*/ 0 h 18"/>
                  <a:gd name="T18" fmla="*/ 91 w 94"/>
                  <a:gd name="T19" fmla="*/ 5 h 18"/>
                  <a:gd name="T20" fmla="*/ 94 w 94"/>
                  <a:gd name="T21" fmla="*/ 18 h 18"/>
                  <a:gd name="T22" fmla="*/ 64 w 94"/>
                  <a:gd name="T23" fmla="*/ 18 h 18"/>
                  <a:gd name="T24" fmla="*/ 58 w 94"/>
                  <a:gd name="T25" fmla="*/ 8 h 18"/>
                  <a:gd name="T26" fmla="*/ 56 w 94"/>
                  <a:gd name="T27" fmla="*/ 0 h 18"/>
                  <a:gd name="T28" fmla="*/ 51 w 94"/>
                  <a:gd name="T29" fmla="*/ 18 h 18"/>
                  <a:gd name="T30" fmla="*/ 45 w 94"/>
                  <a:gd name="T31" fmla="*/ 18 h 18"/>
                  <a:gd name="T32" fmla="*/ 45 w 94"/>
                  <a:gd name="T33" fmla="*/ 17 h 18"/>
                  <a:gd name="T34" fmla="*/ 43 w 94"/>
                  <a:gd name="T35" fmla="*/ 4 h 18"/>
                  <a:gd name="T36" fmla="*/ 49 w 94"/>
                  <a:gd name="T37" fmla="*/ 4 h 18"/>
                  <a:gd name="T38" fmla="*/ 50 w 94"/>
                  <a:gd name="T39" fmla="*/ 9 h 18"/>
                  <a:gd name="T40" fmla="*/ 51 w 94"/>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4" h="18">
                    <a:moveTo>
                      <a:pt x="1" y="0"/>
                    </a:moveTo>
                    <a:cubicBezTo>
                      <a:pt x="33" y="0"/>
                      <a:pt x="33" y="0"/>
                      <a:pt x="33" y="0"/>
                    </a:cubicBezTo>
                    <a:cubicBezTo>
                      <a:pt x="36" y="3"/>
                      <a:pt x="35" y="7"/>
                      <a:pt x="36" y="9"/>
                    </a:cubicBezTo>
                    <a:cubicBezTo>
                      <a:pt x="37" y="11"/>
                      <a:pt x="39" y="15"/>
                      <a:pt x="41" y="18"/>
                    </a:cubicBezTo>
                    <a:cubicBezTo>
                      <a:pt x="16" y="18"/>
                      <a:pt x="16" y="18"/>
                      <a:pt x="16" y="18"/>
                    </a:cubicBezTo>
                    <a:cubicBezTo>
                      <a:pt x="14" y="16"/>
                      <a:pt x="12" y="13"/>
                      <a:pt x="9" y="12"/>
                    </a:cubicBezTo>
                    <a:cubicBezTo>
                      <a:pt x="2" y="7"/>
                      <a:pt x="0" y="4"/>
                      <a:pt x="1" y="0"/>
                    </a:cubicBezTo>
                    <a:close/>
                    <a:moveTo>
                      <a:pt x="56" y="0"/>
                    </a:moveTo>
                    <a:cubicBezTo>
                      <a:pt x="87" y="0"/>
                      <a:pt x="87" y="0"/>
                      <a:pt x="87" y="0"/>
                    </a:cubicBezTo>
                    <a:cubicBezTo>
                      <a:pt x="90" y="1"/>
                      <a:pt x="91" y="3"/>
                      <a:pt x="91" y="5"/>
                    </a:cubicBezTo>
                    <a:cubicBezTo>
                      <a:pt x="91" y="8"/>
                      <a:pt x="92" y="13"/>
                      <a:pt x="94" y="18"/>
                    </a:cubicBezTo>
                    <a:cubicBezTo>
                      <a:pt x="64" y="18"/>
                      <a:pt x="64" y="18"/>
                      <a:pt x="64" y="18"/>
                    </a:cubicBezTo>
                    <a:cubicBezTo>
                      <a:pt x="62" y="14"/>
                      <a:pt x="60" y="11"/>
                      <a:pt x="58" y="8"/>
                    </a:cubicBezTo>
                    <a:cubicBezTo>
                      <a:pt x="57" y="6"/>
                      <a:pt x="56" y="3"/>
                      <a:pt x="56" y="0"/>
                    </a:cubicBezTo>
                    <a:close/>
                    <a:moveTo>
                      <a:pt x="51" y="18"/>
                    </a:moveTo>
                    <a:cubicBezTo>
                      <a:pt x="45" y="18"/>
                      <a:pt x="45" y="18"/>
                      <a:pt x="45" y="18"/>
                    </a:cubicBezTo>
                    <a:cubicBezTo>
                      <a:pt x="45" y="18"/>
                      <a:pt x="45" y="17"/>
                      <a:pt x="45" y="17"/>
                    </a:cubicBezTo>
                    <a:cubicBezTo>
                      <a:pt x="45" y="12"/>
                      <a:pt x="43" y="4"/>
                      <a:pt x="43" y="4"/>
                    </a:cubicBezTo>
                    <a:cubicBezTo>
                      <a:pt x="49" y="4"/>
                      <a:pt x="49" y="4"/>
                      <a:pt x="49" y="4"/>
                    </a:cubicBezTo>
                    <a:cubicBezTo>
                      <a:pt x="49" y="4"/>
                      <a:pt x="50" y="5"/>
                      <a:pt x="50" y="9"/>
                    </a:cubicBezTo>
                    <a:cubicBezTo>
                      <a:pt x="49" y="11"/>
                      <a:pt x="50" y="15"/>
                      <a:pt x="51" y="18"/>
                    </a:cubicBezTo>
                    <a:close/>
                  </a:path>
                </a:pathLst>
              </a:custGeom>
              <a:solidFill>
                <a:srgbClr val="CC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5" name="Freeform 172"/>
              <p:cNvSpPr>
                <a:spLocks noEditPoints="1"/>
              </p:cNvSpPr>
              <p:nvPr/>
            </p:nvSpPr>
            <p:spPr bwMode="auto">
              <a:xfrm>
                <a:off x="2314" y="1625"/>
                <a:ext cx="178" cy="36"/>
              </a:xfrm>
              <a:custGeom>
                <a:avLst/>
                <a:gdLst>
                  <a:gd name="T0" fmla="*/ 0 w 93"/>
                  <a:gd name="T1" fmla="*/ 0 h 19"/>
                  <a:gd name="T2" fmla="*/ 33 w 93"/>
                  <a:gd name="T3" fmla="*/ 0 h 19"/>
                  <a:gd name="T4" fmla="*/ 35 w 93"/>
                  <a:gd name="T5" fmla="*/ 8 h 19"/>
                  <a:gd name="T6" fmla="*/ 41 w 93"/>
                  <a:gd name="T7" fmla="*/ 19 h 19"/>
                  <a:gd name="T8" fmla="*/ 16 w 93"/>
                  <a:gd name="T9" fmla="*/ 19 h 19"/>
                  <a:gd name="T10" fmla="*/ 8 w 93"/>
                  <a:gd name="T11" fmla="*/ 11 h 19"/>
                  <a:gd name="T12" fmla="*/ 0 w 93"/>
                  <a:gd name="T13" fmla="*/ 0 h 19"/>
                  <a:gd name="T14" fmla="*/ 55 w 93"/>
                  <a:gd name="T15" fmla="*/ 0 h 19"/>
                  <a:gd name="T16" fmla="*/ 88 w 93"/>
                  <a:gd name="T17" fmla="*/ 0 h 19"/>
                  <a:gd name="T18" fmla="*/ 90 w 93"/>
                  <a:gd name="T19" fmla="*/ 4 h 19"/>
                  <a:gd name="T20" fmla="*/ 93 w 93"/>
                  <a:gd name="T21" fmla="*/ 19 h 19"/>
                  <a:gd name="T22" fmla="*/ 64 w 93"/>
                  <a:gd name="T23" fmla="*/ 19 h 19"/>
                  <a:gd name="T24" fmla="*/ 57 w 93"/>
                  <a:gd name="T25" fmla="*/ 7 h 19"/>
                  <a:gd name="T26" fmla="*/ 55 w 93"/>
                  <a:gd name="T27" fmla="*/ 0 h 19"/>
                  <a:gd name="T28" fmla="*/ 50 w 93"/>
                  <a:gd name="T29" fmla="*/ 19 h 19"/>
                  <a:gd name="T30" fmla="*/ 44 w 93"/>
                  <a:gd name="T31" fmla="*/ 19 h 19"/>
                  <a:gd name="T32" fmla="*/ 44 w 93"/>
                  <a:gd name="T33" fmla="*/ 16 h 19"/>
                  <a:gd name="T34" fmla="*/ 42 w 93"/>
                  <a:gd name="T35" fmla="*/ 3 h 19"/>
                  <a:gd name="T36" fmla="*/ 48 w 93"/>
                  <a:gd name="T37" fmla="*/ 3 h 19"/>
                  <a:gd name="T38" fmla="*/ 49 w 93"/>
                  <a:gd name="T39" fmla="*/ 8 h 19"/>
                  <a:gd name="T40" fmla="*/ 50 w 93"/>
                  <a:gd name="T4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3" h="19">
                    <a:moveTo>
                      <a:pt x="0" y="0"/>
                    </a:moveTo>
                    <a:cubicBezTo>
                      <a:pt x="33" y="0"/>
                      <a:pt x="33" y="0"/>
                      <a:pt x="33" y="0"/>
                    </a:cubicBezTo>
                    <a:cubicBezTo>
                      <a:pt x="35" y="3"/>
                      <a:pt x="35" y="6"/>
                      <a:pt x="35" y="8"/>
                    </a:cubicBezTo>
                    <a:cubicBezTo>
                      <a:pt x="36" y="11"/>
                      <a:pt x="39" y="15"/>
                      <a:pt x="41" y="19"/>
                    </a:cubicBezTo>
                    <a:cubicBezTo>
                      <a:pt x="16" y="19"/>
                      <a:pt x="16" y="19"/>
                      <a:pt x="16" y="19"/>
                    </a:cubicBezTo>
                    <a:cubicBezTo>
                      <a:pt x="14" y="16"/>
                      <a:pt x="11" y="13"/>
                      <a:pt x="8" y="11"/>
                    </a:cubicBezTo>
                    <a:cubicBezTo>
                      <a:pt x="2" y="6"/>
                      <a:pt x="0" y="4"/>
                      <a:pt x="0" y="0"/>
                    </a:cubicBezTo>
                    <a:close/>
                    <a:moveTo>
                      <a:pt x="55" y="0"/>
                    </a:moveTo>
                    <a:cubicBezTo>
                      <a:pt x="88" y="0"/>
                      <a:pt x="88" y="0"/>
                      <a:pt x="88" y="0"/>
                    </a:cubicBezTo>
                    <a:cubicBezTo>
                      <a:pt x="89" y="1"/>
                      <a:pt x="90" y="3"/>
                      <a:pt x="90" y="4"/>
                    </a:cubicBezTo>
                    <a:cubicBezTo>
                      <a:pt x="90" y="8"/>
                      <a:pt x="91" y="12"/>
                      <a:pt x="93" y="19"/>
                    </a:cubicBezTo>
                    <a:cubicBezTo>
                      <a:pt x="64" y="19"/>
                      <a:pt x="64" y="19"/>
                      <a:pt x="64" y="19"/>
                    </a:cubicBezTo>
                    <a:cubicBezTo>
                      <a:pt x="62" y="14"/>
                      <a:pt x="59" y="10"/>
                      <a:pt x="57" y="7"/>
                    </a:cubicBezTo>
                    <a:cubicBezTo>
                      <a:pt x="56" y="5"/>
                      <a:pt x="55" y="3"/>
                      <a:pt x="55" y="0"/>
                    </a:cubicBezTo>
                    <a:close/>
                    <a:moveTo>
                      <a:pt x="50" y="19"/>
                    </a:moveTo>
                    <a:cubicBezTo>
                      <a:pt x="44" y="19"/>
                      <a:pt x="44" y="19"/>
                      <a:pt x="44" y="19"/>
                    </a:cubicBezTo>
                    <a:cubicBezTo>
                      <a:pt x="44" y="18"/>
                      <a:pt x="44" y="17"/>
                      <a:pt x="44" y="16"/>
                    </a:cubicBezTo>
                    <a:cubicBezTo>
                      <a:pt x="44" y="11"/>
                      <a:pt x="42" y="3"/>
                      <a:pt x="42" y="3"/>
                    </a:cubicBezTo>
                    <a:cubicBezTo>
                      <a:pt x="48" y="3"/>
                      <a:pt x="48" y="3"/>
                      <a:pt x="48" y="3"/>
                    </a:cubicBezTo>
                    <a:cubicBezTo>
                      <a:pt x="48" y="3"/>
                      <a:pt x="49" y="4"/>
                      <a:pt x="49" y="8"/>
                    </a:cubicBezTo>
                    <a:cubicBezTo>
                      <a:pt x="48" y="11"/>
                      <a:pt x="49" y="14"/>
                      <a:pt x="50" y="19"/>
                    </a:cubicBezTo>
                    <a:close/>
                  </a:path>
                </a:pathLst>
              </a:custGeom>
              <a:solidFill>
                <a:srgbClr val="CD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6" name="Freeform 173"/>
              <p:cNvSpPr>
                <a:spLocks noEditPoints="1"/>
              </p:cNvSpPr>
              <p:nvPr/>
            </p:nvSpPr>
            <p:spPr bwMode="auto">
              <a:xfrm>
                <a:off x="2314" y="1629"/>
                <a:ext cx="178" cy="34"/>
              </a:xfrm>
              <a:custGeom>
                <a:avLst/>
                <a:gdLst>
                  <a:gd name="T0" fmla="*/ 0 w 93"/>
                  <a:gd name="T1" fmla="*/ 0 h 18"/>
                  <a:gd name="T2" fmla="*/ 34 w 93"/>
                  <a:gd name="T3" fmla="*/ 0 h 18"/>
                  <a:gd name="T4" fmla="*/ 35 w 93"/>
                  <a:gd name="T5" fmla="*/ 6 h 18"/>
                  <a:gd name="T6" fmla="*/ 42 w 93"/>
                  <a:gd name="T7" fmla="*/ 18 h 18"/>
                  <a:gd name="T8" fmla="*/ 16 w 93"/>
                  <a:gd name="T9" fmla="*/ 18 h 18"/>
                  <a:gd name="T10" fmla="*/ 8 w 93"/>
                  <a:gd name="T11" fmla="*/ 9 h 18"/>
                  <a:gd name="T12" fmla="*/ 0 w 93"/>
                  <a:gd name="T13" fmla="*/ 0 h 18"/>
                  <a:gd name="T14" fmla="*/ 55 w 93"/>
                  <a:gd name="T15" fmla="*/ 0 h 18"/>
                  <a:gd name="T16" fmla="*/ 89 w 93"/>
                  <a:gd name="T17" fmla="*/ 0 h 18"/>
                  <a:gd name="T18" fmla="*/ 90 w 93"/>
                  <a:gd name="T19" fmla="*/ 2 h 18"/>
                  <a:gd name="T20" fmla="*/ 93 w 93"/>
                  <a:gd name="T21" fmla="*/ 18 h 18"/>
                  <a:gd name="T22" fmla="*/ 65 w 93"/>
                  <a:gd name="T23" fmla="*/ 18 h 18"/>
                  <a:gd name="T24" fmla="*/ 57 w 93"/>
                  <a:gd name="T25" fmla="*/ 5 h 18"/>
                  <a:gd name="T26" fmla="*/ 55 w 93"/>
                  <a:gd name="T27" fmla="*/ 0 h 18"/>
                  <a:gd name="T28" fmla="*/ 50 w 93"/>
                  <a:gd name="T29" fmla="*/ 18 h 18"/>
                  <a:gd name="T30" fmla="*/ 44 w 93"/>
                  <a:gd name="T31" fmla="*/ 18 h 18"/>
                  <a:gd name="T32" fmla="*/ 44 w 93"/>
                  <a:gd name="T33" fmla="*/ 14 h 18"/>
                  <a:gd name="T34" fmla="*/ 42 w 93"/>
                  <a:gd name="T35" fmla="*/ 1 h 18"/>
                  <a:gd name="T36" fmla="*/ 48 w 93"/>
                  <a:gd name="T37" fmla="*/ 1 h 18"/>
                  <a:gd name="T38" fmla="*/ 49 w 93"/>
                  <a:gd name="T39" fmla="*/ 6 h 18"/>
                  <a:gd name="T40" fmla="*/ 50 w 93"/>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3" h="18">
                    <a:moveTo>
                      <a:pt x="0" y="0"/>
                    </a:moveTo>
                    <a:cubicBezTo>
                      <a:pt x="34" y="0"/>
                      <a:pt x="34" y="0"/>
                      <a:pt x="34" y="0"/>
                    </a:cubicBezTo>
                    <a:cubicBezTo>
                      <a:pt x="35" y="2"/>
                      <a:pt x="35" y="4"/>
                      <a:pt x="35" y="6"/>
                    </a:cubicBezTo>
                    <a:cubicBezTo>
                      <a:pt x="36" y="9"/>
                      <a:pt x="40" y="15"/>
                      <a:pt x="42" y="18"/>
                    </a:cubicBezTo>
                    <a:cubicBezTo>
                      <a:pt x="16" y="18"/>
                      <a:pt x="16" y="18"/>
                      <a:pt x="16" y="18"/>
                    </a:cubicBezTo>
                    <a:cubicBezTo>
                      <a:pt x="14" y="14"/>
                      <a:pt x="12" y="11"/>
                      <a:pt x="8" y="9"/>
                    </a:cubicBezTo>
                    <a:cubicBezTo>
                      <a:pt x="3" y="5"/>
                      <a:pt x="0" y="2"/>
                      <a:pt x="0" y="0"/>
                    </a:cubicBezTo>
                    <a:close/>
                    <a:moveTo>
                      <a:pt x="55" y="0"/>
                    </a:moveTo>
                    <a:cubicBezTo>
                      <a:pt x="89" y="0"/>
                      <a:pt x="89" y="0"/>
                      <a:pt x="89" y="0"/>
                    </a:cubicBezTo>
                    <a:cubicBezTo>
                      <a:pt x="90" y="0"/>
                      <a:pt x="90" y="1"/>
                      <a:pt x="90" y="2"/>
                    </a:cubicBezTo>
                    <a:cubicBezTo>
                      <a:pt x="90" y="6"/>
                      <a:pt x="91" y="11"/>
                      <a:pt x="93" y="18"/>
                    </a:cubicBezTo>
                    <a:cubicBezTo>
                      <a:pt x="65" y="18"/>
                      <a:pt x="65" y="18"/>
                      <a:pt x="65" y="18"/>
                    </a:cubicBezTo>
                    <a:cubicBezTo>
                      <a:pt x="62" y="13"/>
                      <a:pt x="59" y="9"/>
                      <a:pt x="57" y="5"/>
                    </a:cubicBezTo>
                    <a:cubicBezTo>
                      <a:pt x="56" y="3"/>
                      <a:pt x="55" y="1"/>
                      <a:pt x="55" y="0"/>
                    </a:cubicBezTo>
                    <a:close/>
                    <a:moveTo>
                      <a:pt x="50" y="18"/>
                    </a:moveTo>
                    <a:cubicBezTo>
                      <a:pt x="44" y="18"/>
                      <a:pt x="44" y="18"/>
                      <a:pt x="44" y="18"/>
                    </a:cubicBezTo>
                    <a:cubicBezTo>
                      <a:pt x="44" y="17"/>
                      <a:pt x="44" y="16"/>
                      <a:pt x="44" y="14"/>
                    </a:cubicBezTo>
                    <a:cubicBezTo>
                      <a:pt x="44" y="9"/>
                      <a:pt x="42" y="1"/>
                      <a:pt x="42" y="1"/>
                    </a:cubicBezTo>
                    <a:cubicBezTo>
                      <a:pt x="48" y="1"/>
                      <a:pt x="48" y="1"/>
                      <a:pt x="48" y="1"/>
                    </a:cubicBezTo>
                    <a:cubicBezTo>
                      <a:pt x="48" y="1"/>
                      <a:pt x="49" y="2"/>
                      <a:pt x="49" y="6"/>
                    </a:cubicBezTo>
                    <a:cubicBezTo>
                      <a:pt x="48" y="9"/>
                      <a:pt x="49" y="13"/>
                      <a:pt x="50" y="18"/>
                    </a:cubicBezTo>
                    <a:close/>
                  </a:path>
                </a:pathLst>
              </a:custGeom>
              <a:solidFill>
                <a:srgbClr val="CFCD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7" name="Freeform 174"/>
              <p:cNvSpPr>
                <a:spLocks noEditPoints="1"/>
              </p:cNvSpPr>
              <p:nvPr/>
            </p:nvSpPr>
            <p:spPr bwMode="auto">
              <a:xfrm>
                <a:off x="2314" y="1630"/>
                <a:ext cx="180" cy="35"/>
              </a:xfrm>
              <a:custGeom>
                <a:avLst/>
                <a:gdLst>
                  <a:gd name="T0" fmla="*/ 42 w 94"/>
                  <a:gd name="T1" fmla="*/ 18 h 18"/>
                  <a:gd name="T2" fmla="*/ 43 w 94"/>
                  <a:gd name="T3" fmla="*/ 18 h 18"/>
                  <a:gd name="T4" fmla="*/ 42 w 94"/>
                  <a:gd name="T5" fmla="*/ 18 h 18"/>
                  <a:gd name="T6" fmla="*/ 42 w 94"/>
                  <a:gd name="T7" fmla="*/ 18 h 18"/>
                  <a:gd name="T8" fmla="*/ 42 w 94"/>
                  <a:gd name="T9" fmla="*/ 1 h 18"/>
                  <a:gd name="T10" fmla="*/ 44 w 94"/>
                  <a:gd name="T11" fmla="*/ 13 h 18"/>
                  <a:gd name="T12" fmla="*/ 43 w 94"/>
                  <a:gd name="T13" fmla="*/ 18 h 18"/>
                  <a:gd name="T14" fmla="*/ 51 w 94"/>
                  <a:gd name="T15" fmla="*/ 18 h 18"/>
                  <a:gd name="T16" fmla="*/ 49 w 94"/>
                  <a:gd name="T17" fmla="*/ 5 h 18"/>
                  <a:gd name="T18" fmla="*/ 48 w 94"/>
                  <a:gd name="T19" fmla="*/ 0 h 18"/>
                  <a:gd name="T20" fmla="*/ 42 w 94"/>
                  <a:gd name="T21" fmla="*/ 0 h 18"/>
                  <a:gd name="T22" fmla="*/ 42 w 94"/>
                  <a:gd name="T23" fmla="*/ 1 h 18"/>
                  <a:gd name="T24" fmla="*/ 55 w 94"/>
                  <a:gd name="T25" fmla="*/ 0 h 18"/>
                  <a:gd name="T26" fmla="*/ 90 w 94"/>
                  <a:gd name="T27" fmla="*/ 0 h 18"/>
                  <a:gd name="T28" fmla="*/ 90 w 94"/>
                  <a:gd name="T29" fmla="*/ 1 h 18"/>
                  <a:gd name="T30" fmla="*/ 94 w 94"/>
                  <a:gd name="T31" fmla="*/ 18 h 18"/>
                  <a:gd name="T32" fmla="*/ 65 w 94"/>
                  <a:gd name="T33" fmla="*/ 18 h 18"/>
                  <a:gd name="T34" fmla="*/ 57 w 94"/>
                  <a:gd name="T35" fmla="*/ 4 h 18"/>
                  <a:gd name="T36" fmla="*/ 55 w 94"/>
                  <a:gd name="T37" fmla="*/ 0 h 18"/>
                  <a:gd name="T38" fmla="*/ 0 w 94"/>
                  <a:gd name="T39" fmla="*/ 0 h 18"/>
                  <a:gd name="T40" fmla="*/ 34 w 94"/>
                  <a:gd name="T41" fmla="*/ 0 h 18"/>
                  <a:gd name="T42" fmla="*/ 35 w 94"/>
                  <a:gd name="T43" fmla="*/ 5 h 18"/>
                  <a:gd name="T44" fmla="*/ 42 w 94"/>
                  <a:gd name="T45" fmla="*/ 18 h 18"/>
                  <a:gd name="T46" fmla="*/ 42 w 94"/>
                  <a:gd name="T47" fmla="*/ 18 h 18"/>
                  <a:gd name="T48" fmla="*/ 17 w 94"/>
                  <a:gd name="T49" fmla="*/ 18 h 18"/>
                  <a:gd name="T50" fmla="*/ 8 w 94"/>
                  <a:gd name="T51" fmla="*/ 8 h 18"/>
                  <a:gd name="T52" fmla="*/ 0 w 94"/>
                  <a:gd name="T53" fmla="*/ 0 h 18"/>
                  <a:gd name="T54" fmla="*/ 42 w 94"/>
                  <a:gd name="T55" fmla="*/ 0 h 18"/>
                  <a:gd name="T56" fmla="*/ 42 w 94"/>
                  <a:gd name="T57" fmla="*/ 0 h 18"/>
                  <a:gd name="T58" fmla="*/ 42 w 94"/>
                  <a:gd name="T59" fmla="*/ 1 h 18"/>
                  <a:gd name="T60" fmla="*/ 42 w 94"/>
                  <a:gd name="T6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18">
                    <a:moveTo>
                      <a:pt x="42" y="18"/>
                    </a:moveTo>
                    <a:cubicBezTo>
                      <a:pt x="43" y="18"/>
                      <a:pt x="43" y="18"/>
                      <a:pt x="43" y="18"/>
                    </a:cubicBezTo>
                    <a:cubicBezTo>
                      <a:pt x="42" y="18"/>
                      <a:pt x="42" y="18"/>
                      <a:pt x="42" y="18"/>
                    </a:cubicBezTo>
                    <a:cubicBezTo>
                      <a:pt x="42" y="18"/>
                      <a:pt x="42" y="18"/>
                      <a:pt x="42" y="18"/>
                    </a:cubicBezTo>
                    <a:close/>
                    <a:moveTo>
                      <a:pt x="42" y="1"/>
                    </a:moveTo>
                    <a:cubicBezTo>
                      <a:pt x="43" y="3"/>
                      <a:pt x="44" y="9"/>
                      <a:pt x="44" y="13"/>
                    </a:cubicBezTo>
                    <a:cubicBezTo>
                      <a:pt x="44" y="16"/>
                      <a:pt x="43" y="17"/>
                      <a:pt x="43" y="18"/>
                    </a:cubicBezTo>
                    <a:cubicBezTo>
                      <a:pt x="51" y="18"/>
                      <a:pt x="51" y="18"/>
                      <a:pt x="51" y="18"/>
                    </a:cubicBezTo>
                    <a:cubicBezTo>
                      <a:pt x="49" y="13"/>
                      <a:pt x="48" y="8"/>
                      <a:pt x="49" y="5"/>
                    </a:cubicBezTo>
                    <a:cubicBezTo>
                      <a:pt x="49" y="1"/>
                      <a:pt x="48" y="0"/>
                      <a:pt x="48" y="0"/>
                    </a:cubicBezTo>
                    <a:cubicBezTo>
                      <a:pt x="42" y="0"/>
                      <a:pt x="42" y="0"/>
                      <a:pt x="42" y="0"/>
                    </a:cubicBezTo>
                    <a:cubicBezTo>
                      <a:pt x="42" y="1"/>
                      <a:pt x="42" y="1"/>
                      <a:pt x="42" y="1"/>
                    </a:cubicBezTo>
                    <a:close/>
                    <a:moveTo>
                      <a:pt x="55" y="0"/>
                    </a:moveTo>
                    <a:cubicBezTo>
                      <a:pt x="90" y="0"/>
                      <a:pt x="90" y="0"/>
                      <a:pt x="90" y="0"/>
                    </a:cubicBezTo>
                    <a:cubicBezTo>
                      <a:pt x="90" y="0"/>
                      <a:pt x="90" y="0"/>
                      <a:pt x="90" y="1"/>
                    </a:cubicBezTo>
                    <a:cubicBezTo>
                      <a:pt x="90" y="5"/>
                      <a:pt x="91" y="11"/>
                      <a:pt x="94" y="18"/>
                    </a:cubicBezTo>
                    <a:cubicBezTo>
                      <a:pt x="65" y="18"/>
                      <a:pt x="65" y="18"/>
                      <a:pt x="65" y="18"/>
                    </a:cubicBezTo>
                    <a:cubicBezTo>
                      <a:pt x="63" y="12"/>
                      <a:pt x="59" y="8"/>
                      <a:pt x="57" y="4"/>
                    </a:cubicBezTo>
                    <a:cubicBezTo>
                      <a:pt x="56" y="3"/>
                      <a:pt x="56" y="1"/>
                      <a:pt x="55" y="0"/>
                    </a:cubicBezTo>
                    <a:close/>
                    <a:moveTo>
                      <a:pt x="0" y="0"/>
                    </a:moveTo>
                    <a:cubicBezTo>
                      <a:pt x="34" y="0"/>
                      <a:pt x="34" y="0"/>
                      <a:pt x="34" y="0"/>
                    </a:cubicBezTo>
                    <a:cubicBezTo>
                      <a:pt x="35" y="2"/>
                      <a:pt x="35" y="4"/>
                      <a:pt x="35" y="5"/>
                    </a:cubicBezTo>
                    <a:cubicBezTo>
                      <a:pt x="37" y="9"/>
                      <a:pt x="41" y="16"/>
                      <a:pt x="42" y="18"/>
                    </a:cubicBezTo>
                    <a:cubicBezTo>
                      <a:pt x="42" y="18"/>
                      <a:pt x="42" y="18"/>
                      <a:pt x="42" y="18"/>
                    </a:cubicBezTo>
                    <a:cubicBezTo>
                      <a:pt x="17" y="18"/>
                      <a:pt x="17" y="18"/>
                      <a:pt x="17" y="18"/>
                    </a:cubicBezTo>
                    <a:cubicBezTo>
                      <a:pt x="15" y="14"/>
                      <a:pt x="12" y="10"/>
                      <a:pt x="8" y="8"/>
                    </a:cubicBezTo>
                    <a:cubicBezTo>
                      <a:pt x="4" y="4"/>
                      <a:pt x="1" y="2"/>
                      <a:pt x="0" y="0"/>
                    </a:cubicBezTo>
                    <a:close/>
                    <a:moveTo>
                      <a:pt x="42" y="0"/>
                    </a:moveTo>
                    <a:cubicBezTo>
                      <a:pt x="42" y="0"/>
                      <a:pt x="42" y="0"/>
                      <a:pt x="42" y="0"/>
                    </a:cubicBezTo>
                    <a:cubicBezTo>
                      <a:pt x="42" y="1"/>
                      <a:pt x="42" y="1"/>
                      <a:pt x="42" y="1"/>
                    </a:cubicBezTo>
                    <a:lnTo>
                      <a:pt x="42" y="0"/>
                    </a:lnTo>
                    <a:close/>
                  </a:path>
                </a:pathLst>
              </a:custGeom>
              <a:solidFill>
                <a:srgbClr val="D0CE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8" name="Freeform 175"/>
              <p:cNvSpPr>
                <a:spLocks noEditPoints="1"/>
              </p:cNvSpPr>
              <p:nvPr/>
            </p:nvSpPr>
            <p:spPr bwMode="auto">
              <a:xfrm>
                <a:off x="2316" y="1632"/>
                <a:ext cx="180" cy="35"/>
              </a:xfrm>
              <a:custGeom>
                <a:avLst/>
                <a:gdLst>
                  <a:gd name="T0" fmla="*/ 0 w 94"/>
                  <a:gd name="T1" fmla="*/ 0 h 18"/>
                  <a:gd name="T2" fmla="*/ 33 w 94"/>
                  <a:gd name="T3" fmla="*/ 0 h 18"/>
                  <a:gd name="T4" fmla="*/ 34 w 94"/>
                  <a:gd name="T5" fmla="*/ 4 h 18"/>
                  <a:gd name="T6" fmla="*/ 42 w 94"/>
                  <a:gd name="T7" fmla="*/ 17 h 18"/>
                  <a:gd name="T8" fmla="*/ 43 w 94"/>
                  <a:gd name="T9" fmla="*/ 12 h 18"/>
                  <a:gd name="T10" fmla="*/ 42 w 94"/>
                  <a:gd name="T11" fmla="*/ 0 h 18"/>
                  <a:gd name="T12" fmla="*/ 47 w 94"/>
                  <a:gd name="T13" fmla="*/ 0 h 18"/>
                  <a:gd name="T14" fmla="*/ 48 w 94"/>
                  <a:gd name="T15" fmla="*/ 4 h 18"/>
                  <a:gd name="T16" fmla="*/ 50 w 94"/>
                  <a:gd name="T17" fmla="*/ 18 h 18"/>
                  <a:gd name="T18" fmla="*/ 17 w 94"/>
                  <a:gd name="T19" fmla="*/ 18 h 18"/>
                  <a:gd name="T20" fmla="*/ 7 w 94"/>
                  <a:gd name="T21" fmla="*/ 7 h 18"/>
                  <a:gd name="T22" fmla="*/ 0 w 94"/>
                  <a:gd name="T23" fmla="*/ 0 h 18"/>
                  <a:gd name="T24" fmla="*/ 55 w 94"/>
                  <a:gd name="T25" fmla="*/ 0 h 18"/>
                  <a:gd name="T26" fmla="*/ 89 w 94"/>
                  <a:gd name="T27" fmla="*/ 0 h 18"/>
                  <a:gd name="T28" fmla="*/ 94 w 94"/>
                  <a:gd name="T29" fmla="*/ 18 h 18"/>
                  <a:gd name="T30" fmla="*/ 65 w 94"/>
                  <a:gd name="T31" fmla="*/ 18 h 18"/>
                  <a:gd name="T32" fmla="*/ 56 w 94"/>
                  <a:gd name="T33" fmla="*/ 3 h 18"/>
                  <a:gd name="T34" fmla="*/ 55 w 94"/>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4" h="18">
                    <a:moveTo>
                      <a:pt x="0" y="0"/>
                    </a:moveTo>
                    <a:cubicBezTo>
                      <a:pt x="33" y="0"/>
                      <a:pt x="33" y="0"/>
                      <a:pt x="33" y="0"/>
                    </a:cubicBezTo>
                    <a:cubicBezTo>
                      <a:pt x="34" y="2"/>
                      <a:pt x="34" y="3"/>
                      <a:pt x="34" y="4"/>
                    </a:cubicBezTo>
                    <a:cubicBezTo>
                      <a:pt x="36" y="8"/>
                      <a:pt x="42" y="17"/>
                      <a:pt x="42" y="17"/>
                    </a:cubicBezTo>
                    <a:cubicBezTo>
                      <a:pt x="42" y="17"/>
                      <a:pt x="43" y="16"/>
                      <a:pt x="43" y="12"/>
                    </a:cubicBezTo>
                    <a:cubicBezTo>
                      <a:pt x="43" y="8"/>
                      <a:pt x="42" y="2"/>
                      <a:pt x="42" y="0"/>
                    </a:cubicBezTo>
                    <a:cubicBezTo>
                      <a:pt x="47" y="0"/>
                      <a:pt x="47" y="0"/>
                      <a:pt x="47" y="0"/>
                    </a:cubicBezTo>
                    <a:cubicBezTo>
                      <a:pt x="48" y="1"/>
                      <a:pt x="48" y="2"/>
                      <a:pt x="48" y="4"/>
                    </a:cubicBezTo>
                    <a:cubicBezTo>
                      <a:pt x="47" y="7"/>
                      <a:pt x="48" y="13"/>
                      <a:pt x="50" y="18"/>
                    </a:cubicBezTo>
                    <a:cubicBezTo>
                      <a:pt x="17" y="18"/>
                      <a:pt x="17" y="18"/>
                      <a:pt x="17" y="18"/>
                    </a:cubicBezTo>
                    <a:cubicBezTo>
                      <a:pt x="14" y="14"/>
                      <a:pt x="12" y="10"/>
                      <a:pt x="7" y="7"/>
                    </a:cubicBezTo>
                    <a:cubicBezTo>
                      <a:pt x="4" y="4"/>
                      <a:pt x="1" y="2"/>
                      <a:pt x="0" y="0"/>
                    </a:cubicBezTo>
                    <a:close/>
                    <a:moveTo>
                      <a:pt x="55" y="0"/>
                    </a:moveTo>
                    <a:cubicBezTo>
                      <a:pt x="89" y="0"/>
                      <a:pt x="89" y="0"/>
                      <a:pt x="89" y="0"/>
                    </a:cubicBezTo>
                    <a:cubicBezTo>
                      <a:pt x="89" y="5"/>
                      <a:pt x="90" y="11"/>
                      <a:pt x="94" y="18"/>
                    </a:cubicBezTo>
                    <a:cubicBezTo>
                      <a:pt x="65" y="18"/>
                      <a:pt x="65" y="18"/>
                      <a:pt x="65" y="18"/>
                    </a:cubicBezTo>
                    <a:cubicBezTo>
                      <a:pt x="62" y="12"/>
                      <a:pt x="58" y="7"/>
                      <a:pt x="56" y="3"/>
                    </a:cubicBezTo>
                    <a:cubicBezTo>
                      <a:pt x="56" y="2"/>
                      <a:pt x="55" y="1"/>
                      <a:pt x="55" y="0"/>
                    </a:cubicBezTo>
                    <a:close/>
                  </a:path>
                </a:pathLst>
              </a:custGeom>
              <a:solidFill>
                <a:srgbClr val="D2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9" name="Freeform 176"/>
              <p:cNvSpPr>
                <a:spLocks noEditPoints="1"/>
              </p:cNvSpPr>
              <p:nvPr/>
            </p:nvSpPr>
            <p:spPr bwMode="auto">
              <a:xfrm>
                <a:off x="2318" y="1634"/>
                <a:ext cx="178" cy="37"/>
              </a:xfrm>
              <a:custGeom>
                <a:avLst/>
                <a:gdLst>
                  <a:gd name="T0" fmla="*/ 0 w 93"/>
                  <a:gd name="T1" fmla="*/ 0 h 19"/>
                  <a:gd name="T2" fmla="*/ 33 w 93"/>
                  <a:gd name="T3" fmla="*/ 0 h 19"/>
                  <a:gd name="T4" fmla="*/ 33 w 93"/>
                  <a:gd name="T5" fmla="*/ 3 h 19"/>
                  <a:gd name="T6" fmla="*/ 41 w 93"/>
                  <a:gd name="T7" fmla="*/ 16 h 19"/>
                  <a:gd name="T8" fmla="*/ 42 w 93"/>
                  <a:gd name="T9" fmla="*/ 11 h 19"/>
                  <a:gd name="T10" fmla="*/ 41 w 93"/>
                  <a:gd name="T11" fmla="*/ 0 h 19"/>
                  <a:gd name="T12" fmla="*/ 47 w 93"/>
                  <a:gd name="T13" fmla="*/ 0 h 19"/>
                  <a:gd name="T14" fmla="*/ 47 w 93"/>
                  <a:gd name="T15" fmla="*/ 3 h 19"/>
                  <a:gd name="T16" fmla="*/ 49 w 93"/>
                  <a:gd name="T17" fmla="*/ 19 h 19"/>
                  <a:gd name="T18" fmla="*/ 17 w 93"/>
                  <a:gd name="T19" fmla="*/ 19 h 19"/>
                  <a:gd name="T20" fmla="*/ 6 w 93"/>
                  <a:gd name="T21" fmla="*/ 6 h 19"/>
                  <a:gd name="T22" fmla="*/ 0 w 93"/>
                  <a:gd name="T23" fmla="*/ 0 h 19"/>
                  <a:gd name="T24" fmla="*/ 54 w 93"/>
                  <a:gd name="T25" fmla="*/ 0 h 19"/>
                  <a:gd name="T26" fmla="*/ 88 w 93"/>
                  <a:gd name="T27" fmla="*/ 0 h 19"/>
                  <a:gd name="T28" fmla="*/ 93 w 93"/>
                  <a:gd name="T29" fmla="*/ 18 h 19"/>
                  <a:gd name="T30" fmla="*/ 93 w 93"/>
                  <a:gd name="T31" fmla="*/ 19 h 19"/>
                  <a:gd name="T32" fmla="*/ 64 w 93"/>
                  <a:gd name="T33" fmla="*/ 19 h 19"/>
                  <a:gd name="T34" fmla="*/ 55 w 93"/>
                  <a:gd name="T35" fmla="*/ 2 h 19"/>
                  <a:gd name="T36" fmla="*/ 54 w 93"/>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19">
                    <a:moveTo>
                      <a:pt x="0" y="0"/>
                    </a:moveTo>
                    <a:cubicBezTo>
                      <a:pt x="33" y="0"/>
                      <a:pt x="33" y="0"/>
                      <a:pt x="33" y="0"/>
                    </a:cubicBezTo>
                    <a:cubicBezTo>
                      <a:pt x="33" y="1"/>
                      <a:pt x="33" y="2"/>
                      <a:pt x="33" y="3"/>
                    </a:cubicBezTo>
                    <a:cubicBezTo>
                      <a:pt x="35" y="7"/>
                      <a:pt x="41" y="16"/>
                      <a:pt x="41" y="16"/>
                    </a:cubicBezTo>
                    <a:cubicBezTo>
                      <a:pt x="41" y="16"/>
                      <a:pt x="42" y="15"/>
                      <a:pt x="42" y="11"/>
                    </a:cubicBezTo>
                    <a:cubicBezTo>
                      <a:pt x="42" y="8"/>
                      <a:pt x="41" y="3"/>
                      <a:pt x="41" y="0"/>
                    </a:cubicBezTo>
                    <a:cubicBezTo>
                      <a:pt x="47" y="0"/>
                      <a:pt x="47" y="0"/>
                      <a:pt x="47" y="0"/>
                    </a:cubicBezTo>
                    <a:cubicBezTo>
                      <a:pt x="47" y="1"/>
                      <a:pt x="47" y="2"/>
                      <a:pt x="47" y="3"/>
                    </a:cubicBezTo>
                    <a:cubicBezTo>
                      <a:pt x="46" y="6"/>
                      <a:pt x="48" y="12"/>
                      <a:pt x="49" y="19"/>
                    </a:cubicBezTo>
                    <a:cubicBezTo>
                      <a:pt x="17" y="19"/>
                      <a:pt x="17" y="19"/>
                      <a:pt x="17" y="19"/>
                    </a:cubicBezTo>
                    <a:cubicBezTo>
                      <a:pt x="14" y="14"/>
                      <a:pt x="11" y="9"/>
                      <a:pt x="6" y="6"/>
                    </a:cubicBezTo>
                    <a:cubicBezTo>
                      <a:pt x="3" y="4"/>
                      <a:pt x="1" y="2"/>
                      <a:pt x="0" y="0"/>
                    </a:cubicBezTo>
                    <a:close/>
                    <a:moveTo>
                      <a:pt x="54" y="0"/>
                    </a:moveTo>
                    <a:cubicBezTo>
                      <a:pt x="88" y="0"/>
                      <a:pt x="88" y="0"/>
                      <a:pt x="88" y="0"/>
                    </a:cubicBezTo>
                    <a:cubicBezTo>
                      <a:pt x="88" y="5"/>
                      <a:pt x="90" y="11"/>
                      <a:pt x="93" y="18"/>
                    </a:cubicBezTo>
                    <a:cubicBezTo>
                      <a:pt x="93" y="19"/>
                      <a:pt x="93" y="19"/>
                      <a:pt x="93" y="19"/>
                    </a:cubicBezTo>
                    <a:cubicBezTo>
                      <a:pt x="64" y="19"/>
                      <a:pt x="64" y="19"/>
                      <a:pt x="64" y="19"/>
                    </a:cubicBezTo>
                    <a:cubicBezTo>
                      <a:pt x="62" y="12"/>
                      <a:pt x="58" y="6"/>
                      <a:pt x="55" y="2"/>
                    </a:cubicBezTo>
                    <a:cubicBezTo>
                      <a:pt x="55" y="2"/>
                      <a:pt x="54" y="1"/>
                      <a:pt x="54"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0" name="Freeform 177"/>
              <p:cNvSpPr>
                <a:spLocks noEditPoints="1"/>
              </p:cNvSpPr>
              <p:nvPr/>
            </p:nvSpPr>
            <p:spPr bwMode="auto">
              <a:xfrm>
                <a:off x="2320" y="1638"/>
                <a:ext cx="178" cy="35"/>
              </a:xfrm>
              <a:custGeom>
                <a:avLst/>
                <a:gdLst>
                  <a:gd name="T0" fmla="*/ 0 w 93"/>
                  <a:gd name="T1" fmla="*/ 0 h 18"/>
                  <a:gd name="T2" fmla="*/ 32 w 93"/>
                  <a:gd name="T3" fmla="*/ 0 h 18"/>
                  <a:gd name="T4" fmla="*/ 32 w 93"/>
                  <a:gd name="T5" fmla="*/ 1 h 18"/>
                  <a:gd name="T6" fmla="*/ 40 w 93"/>
                  <a:gd name="T7" fmla="*/ 14 h 18"/>
                  <a:gd name="T8" fmla="*/ 41 w 93"/>
                  <a:gd name="T9" fmla="*/ 9 h 18"/>
                  <a:gd name="T10" fmla="*/ 40 w 93"/>
                  <a:gd name="T11" fmla="*/ 0 h 18"/>
                  <a:gd name="T12" fmla="*/ 46 w 93"/>
                  <a:gd name="T13" fmla="*/ 0 h 18"/>
                  <a:gd name="T14" fmla="*/ 46 w 93"/>
                  <a:gd name="T15" fmla="*/ 1 h 18"/>
                  <a:gd name="T16" fmla="*/ 49 w 93"/>
                  <a:gd name="T17" fmla="*/ 18 h 18"/>
                  <a:gd name="T18" fmla="*/ 16 w 93"/>
                  <a:gd name="T19" fmla="*/ 18 h 18"/>
                  <a:gd name="T20" fmla="*/ 5 w 93"/>
                  <a:gd name="T21" fmla="*/ 4 h 18"/>
                  <a:gd name="T22" fmla="*/ 0 w 93"/>
                  <a:gd name="T23" fmla="*/ 0 h 18"/>
                  <a:gd name="T24" fmla="*/ 54 w 93"/>
                  <a:gd name="T25" fmla="*/ 0 h 18"/>
                  <a:gd name="T26" fmla="*/ 87 w 93"/>
                  <a:gd name="T27" fmla="*/ 0 h 18"/>
                  <a:gd name="T28" fmla="*/ 92 w 93"/>
                  <a:gd name="T29" fmla="*/ 16 h 18"/>
                  <a:gd name="T30" fmla="*/ 93 w 93"/>
                  <a:gd name="T31" fmla="*/ 18 h 18"/>
                  <a:gd name="T32" fmla="*/ 64 w 93"/>
                  <a:gd name="T33" fmla="*/ 18 h 18"/>
                  <a:gd name="T34" fmla="*/ 54 w 93"/>
                  <a:gd name="T35" fmla="*/ 0 h 18"/>
                  <a:gd name="T36" fmla="*/ 54 w 93"/>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18">
                    <a:moveTo>
                      <a:pt x="0" y="0"/>
                    </a:moveTo>
                    <a:cubicBezTo>
                      <a:pt x="32" y="0"/>
                      <a:pt x="32" y="0"/>
                      <a:pt x="32" y="0"/>
                    </a:cubicBezTo>
                    <a:cubicBezTo>
                      <a:pt x="32" y="0"/>
                      <a:pt x="32" y="1"/>
                      <a:pt x="32" y="1"/>
                    </a:cubicBezTo>
                    <a:cubicBezTo>
                      <a:pt x="34" y="5"/>
                      <a:pt x="40" y="14"/>
                      <a:pt x="40" y="14"/>
                    </a:cubicBezTo>
                    <a:cubicBezTo>
                      <a:pt x="40" y="14"/>
                      <a:pt x="41" y="13"/>
                      <a:pt x="41" y="9"/>
                    </a:cubicBezTo>
                    <a:cubicBezTo>
                      <a:pt x="41" y="6"/>
                      <a:pt x="41" y="2"/>
                      <a:pt x="40" y="0"/>
                    </a:cubicBezTo>
                    <a:cubicBezTo>
                      <a:pt x="46" y="0"/>
                      <a:pt x="46" y="0"/>
                      <a:pt x="46" y="0"/>
                    </a:cubicBezTo>
                    <a:cubicBezTo>
                      <a:pt x="46" y="0"/>
                      <a:pt x="46" y="1"/>
                      <a:pt x="46" y="1"/>
                    </a:cubicBezTo>
                    <a:cubicBezTo>
                      <a:pt x="45" y="5"/>
                      <a:pt x="47" y="11"/>
                      <a:pt x="49" y="18"/>
                    </a:cubicBezTo>
                    <a:cubicBezTo>
                      <a:pt x="16" y="18"/>
                      <a:pt x="16" y="18"/>
                      <a:pt x="16" y="18"/>
                    </a:cubicBezTo>
                    <a:cubicBezTo>
                      <a:pt x="14" y="13"/>
                      <a:pt x="10" y="7"/>
                      <a:pt x="5" y="4"/>
                    </a:cubicBezTo>
                    <a:cubicBezTo>
                      <a:pt x="3" y="2"/>
                      <a:pt x="1" y="1"/>
                      <a:pt x="0" y="0"/>
                    </a:cubicBezTo>
                    <a:close/>
                    <a:moveTo>
                      <a:pt x="54" y="0"/>
                    </a:moveTo>
                    <a:cubicBezTo>
                      <a:pt x="87" y="0"/>
                      <a:pt x="87" y="0"/>
                      <a:pt x="87" y="0"/>
                    </a:cubicBezTo>
                    <a:cubicBezTo>
                      <a:pt x="88" y="4"/>
                      <a:pt x="89" y="10"/>
                      <a:pt x="92" y="16"/>
                    </a:cubicBezTo>
                    <a:cubicBezTo>
                      <a:pt x="92" y="17"/>
                      <a:pt x="93" y="17"/>
                      <a:pt x="93" y="18"/>
                    </a:cubicBezTo>
                    <a:cubicBezTo>
                      <a:pt x="64" y="18"/>
                      <a:pt x="64" y="18"/>
                      <a:pt x="64" y="18"/>
                    </a:cubicBezTo>
                    <a:cubicBezTo>
                      <a:pt x="61" y="10"/>
                      <a:pt x="57" y="5"/>
                      <a:pt x="54" y="0"/>
                    </a:cubicBezTo>
                    <a:cubicBezTo>
                      <a:pt x="54" y="0"/>
                      <a:pt x="54" y="0"/>
                      <a:pt x="54" y="0"/>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1" name="Freeform 178"/>
              <p:cNvSpPr>
                <a:spLocks noEditPoints="1"/>
              </p:cNvSpPr>
              <p:nvPr/>
            </p:nvSpPr>
            <p:spPr bwMode="auto">
              <a:xfrm>
                <a:off x="2324" y="1640"/>
                <a:ext cx="174" cy="34"/>
              </a:xfrm>
              <a:custGeom>
                <a:avLst/>
                <a:gdLst>
                  <a:gd name="T0" fmla="*/ 0 w 91"/>
                  <a:gd name="T1" fmla="*/ 0 h 18"/>
                  <a:gd name="T2" fmla="*/ 30 w 91"/>
                  <a:gd name="T3" fmla="*/ 0 h 18"/>
                  <a:gd name="T4" fmla="*/ 30 w 91"/>
                  <a:gd name="T5" fmla="*/ 0 h 18"/>
                  <a:gd name="T6" fmla="*/ 38 w 91"/>
                  <a:gd name="T7" fmla="*/ 13 h 18"/>
                  <a:gd name="T8" fmla="*/ 39 w 91"/>
                  <a:gd name="T9" fmla="*/ 8 h 18"/>
                  <a:gd name="T10" fmla="*/ 38 w 91"/>
                  <a:gd name="T11" fmla="*/ 0 h 18"/>
                  <a:gd name="T12" fmla="*/ 44 w 91"/>
                  <a:gd name="T13" fmla="*/ 0 h 18"/>
                  <a:gd name="T14" fmla="*/ 44 w 91"/>
                  <a:gd name="T15" fmla="*/ 0 h 18"/>
                  <a:gd name="T16" fmla="*/ 47 w 91"/>
                  <a:gd name="T17" fmla="*/ 18 h 18"/>
                  <a:gd name="T18" fmla="*/ 15 w 91"/>
                  <a:gd name="T19" fmla="*/ 18 h 18"/>
                  <a:gd name="T20" fmla="*/ 3 w 91"/>
                  <a:gd name="T21" fmla="*/ 3 h 18"/>
                  <a:gd name="T22" fmla="*/ 0 w 91"/>
                  <a:gd name="T23" fmla="*/ 0 h 18"/>
                  <a:gd name="T24" fmla="*/ 53 w 91"/>
                  <a:gd name="T25" fmla="*/ 0 h 18"/>
                  <a:gd name="T26" fmla="*/ 85 w 91"/>
                  <a:gd name="T27" fmla="*/ 0 h 18"/>
                  <a:gd name="T28" fmla="*/ 90 w 91"/>
                  <a:gd name="T29" fmla="*/ 15 h 18"/>
                  <a:gd name="T30" fmla="*/ 91 w 91"/>
                  <a:gd name="T31" fmla="*/ 18 h 18"/>
                  <a:gd name="T32" fmla="*/ 62 w 91"/>
                  <a:gd name="T33" fmla="*/ 18 h 18"/>
                  <a:gd name="T34" fmla="*/ 53 w 91"/>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1" h="18">
                    <a:moveTo>
                      <a:pt x="0" y="0"/>
                    </a:moveTo>
                    <a:cubicBezTo>
                      <a:pt x="30" y="0"/>
                      <a:pt x="30" y="0"/>
                      <a:pt x="30" y="0"/>
                    </a:cubicBezTo>
                    <a:cubicBezTo>
                      <a:pt x="30" y="0"/>
                      <a:pt x="30" y="0"/>
                      <a:pt x="30" y="0"/>
                    </a:cubicBezTo>
                    <a:cubicBezTo>
                      <a:pt x="32" y="4"/>
                      <a:pt x="38" y="13"/>
                      <a:pt x="38" y="13"/>
                    </a:cubicBezTo>
                    <a:cubicBezTo>
                      <a:pt x="38" y="13"/>
                      <a:pt x="39" y="12"/>
                      <a:pt x="39" y="8"/>
                    </a:cubicBezTo>
                    <a:cubicBezTo>
                      <a:pt x="39" y="5"/>
                      <a:pt x="39" y="2"/>
                      <a:pt x="38" y="0"/>
                    </a:cubicBezTo>
                    <a:cubicBezTo>
                      <a:pt x="44" y="0"/>
                      <a:pt x="44" y="0"/>
                      <a:pt x="44" y="0"/>
                    </a:cubicBezTo>
                    <a:cubicBezTo>
                      <a:pt x="44" y="0"/>
                      <a:pt x="44" y="0"/>
                      <a:pt x="44" y="0"/>
                    </a:cubicBezTo>
                    <a:cubicBezTo>
                      <a:pt x="43" y="4"/>
                      <a:pt x="45" y="11"/>
                      <a:pt x="47" y="18"/>
                    </a:cubicBezTo>
                    <a:cubicBezTo>
                      <a:pt x="15" y="18"/>
                      <a:pt x="15" y="18"/>
                      <a:pt x="15" y="18"/>
                    </a:cubicBezTo>
                    <a:cubicBezTo>
                      <a:pt x="12" y="13"/>
                      <a:pt x="9" y="7"/>
                      <a:pt x="3" y="3"/>
                    </a:cubicBezTo>
                    <a:cubicBezTo>
                      <a:pt x="2" y="2"/>
                      <a:pt x="1" y="1"/>
                      <a:pt x="0" y="0"/>
                    </a:cubicBezTo>
                    <a:close/>
                    <a:moveTo>
                      <a:pt x="53" y="0"/>
                    </a:moveTo>
                    <a:cubicBezTo>
                      <a:pt x="85" y="0"/>
                      <a:pt x="85" y="0"/>
                      <a:pt x="85" y="0"/>
                    </a:cubicBezTo>
                    <a:cubicBezTo>
                      <a:pt x="86" y="4"/>
                      <a:pt x="87" y="9"/>
                      <a:pt x="90" y="15"/>
                    </a:cubicBezTo>
                    <a:cubicBezTo>
                      <a:pt x="91" y="16"/>
                      <a:pt x="91" y="17"/>
                      <a:pt x="91" y="18"/>
                    </a:cubicBezTo>
                    <a:cubicBezTo>
                      <a:pt x="62" y="18"/>
                      <a:pt x="62" y="18"/>
                      <a:pt x="62" y="18"/>
                    </a:cubicBezTo>
                    <a:cubicBezTo>
                      <a:pt x="60" y="10"/>
                      <a:pt x="55" y="5"/>
                      <a:pt x="53" y="0"/>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2" name="Freeform 179"/>
              <p:cNvSpPr>
                <a:spLocks noEditPoints="1"/>
              </p:cNvSpPr>
              <p:nvPr/>
            </p:nvSpPr>
            <p:spPr bwMode="auto">
              <a:xfrm>
                <a:off x="2325" y="1642"/>
                <a:ext cx="173" cy="34"/>
              </a:xfrm>
              <a:custGeom>
                <a:avLst/>
                <a:gdLst>
                  <a:gd name="T0" fmla="*/ 0 w 90"/>
                  <a:gd name="T1" fmla="*/ 0 h 18"/>
                  <a:gd name="T2" fmla="*/ 30 w 90"/>
                  <a:gd name="T3" fmla="*/ 0 h 18"/>
                  <a:gd name="T4" fmla="*/ 37 w 90"/>
                  <a:gd name="T5" fmla="*/ 12 h 18"/>
                  <a:gd name="T6" fmla="*/ 38 w 90"/>
                  <a:gd name="T7" fmla="*/ 7 h 18"/>
                  <a:gd name="T8" fmla="*/ 38 w 90"/>
                  <a:gd name="T9" fmla="*/ 0 h 18"/>
                  <a:gd name="T10" fmla="*/ 43 w 90"/>
                  <a:gd name="T11" fmla="*/ 0 h 18"/>
                  <a:gd name="T12" fmla="*/ 46 w 90"/>
                  <a:gd name="T13" fmla="*/ 18 h 18"/>
                  <a:gd name="T14" fmla="*/ 15 w 90"/>
                  <a:gd name="T15" fmla="*/ 18 h 18"/>
                  <a:gd name="T16" fmla="*/ 2 w 90"/>
                  <a:gd name="T17" fmla="*/ 2 h 18"/>
                  <a:gd name="T18" fmla="*/ 0 w 90"/>
                  <a:gd name="T19" fmla="*/ 0 h 18"/>
                  <a:gd name="T20" fmla="*/ 52 w 90"/>
                  <a:gd name="T21" fmla="*/ 0 h 18"/>
                  <a:gd name="T22" fmla="*/ 85 w 90"/>
                  <a:gd name="T23" fmla="*/ 0 h 18"/>
                  <a:gd name="T24" fmla="*/ 89 w 90"/>
                  <a:gd name="T25" fmla="*/ 14 h 18"/>
                  <a:gd name="T26" fmla="*/ 90 w 90"/>
                  <a:gd name="T27" fmla="*/ 18 h 18"/>
                  <a:gd name="T28" fmla="*/ 61 w 90"/>
                  <a:gd name="T29" fmla="*/ 18 h 18"/>
                  <a:gd name="T30" fmla="*/ 61 w 90"/>
                  <a:gd name="T31" fmla="*/ 18 h 18"/>
                  <a:gd name="T32" fmla="*/ 52 w 90"/>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 h="18">
                    <a:moveTo>
                      <a:pt x="0" y="0"/>
                    </a:moveTo>
                    <a:cubicBezTo>
                      <a:pt x="30" y="0"/>
                      <a:pt x="30" y="0"/>
                      <a:pt x="30" y="0"/>
                    </a:cubicBezTo>
                    <a:cubicBezTo>
                      <a:pt x="32" y="5"/>
                      <a:pt x="37" y="12"/>
                      <a:pt x="37" y="12"/>
                    </a:cubicBezTo>
                    <a:cubicBezTo>
                      <a:pt x="37" y="12"/>
                      <a:pt x="38" y="11"/>
                      <a:pt x="38" y="7"/>
                    </a:cubicBezTo>
                    <a:cubicBezTo>
                      <a:pt x="38" y="5"/>
                      <a:pt x="38" y="2"/>
                      <a:pt x="38" y="0"/>
                    </a:cubicBezTo>
                    <a:cubicBezTo>
                      <a:pt x="43" y="0"/>
                      <a:pt x="43" y="0"/>
                      <a:pt x="43" y="0"/>
                    </a:cubicBezTo>
                    <a:cubicBezTo>
                      <a:pt x="43" y="4"/>
                      <a:pt x="44" y="12"/>
                      <a:pt x="46" y="18"/>
                    </a:cubicBezTo>
                    <a:cubicBezTo>
                      <a:pt x="15" y="18"/>
                      <a:pt x="15" y="18"/>
                      <a:pt x="15" y="18"/>
                    </a:cubicBezTo>
                    <a:cubicBezTo>
                      <a:pt x="12" y="13"/>
                      <a:pt x="8" y="6"/>
                      <a:pt x="2" y="2"/>
                    </a:cubicBezTo>
                    <a:cubicBezTo>
                      <a:pt x="2" y="1"/>
                      <a:pt x="1" y="1"/>
                      <a:pt x="0" y="0"/>
                    </a:cubicBezTo>
                    <a:close/>
                    <a:moveTo>
                      <a:pt x="52" y="0"/>
                    </a:moveTo>
                    <a:cubicBezTo>
                      <a:pt x="85" y="0"/>
                      <a:pt x="85" y="0"/>
                      <a:pt x="85" y="0"/>
                    </a:cubicBezTo>
                    <a:cubicBezTo>
                      <a:pt x="85" y="4"/>
                      <a:pt x="86" y="9"/>
                      <a:pt x="89" y="14"/>
                    </a:cubicBezTo>
                    <a:cubicBezTo>
                      <a:pt x="90" y="16"/>
                      <a:pt x="90" y="17"/>
                      <a:pt x="90" y="18"/>
                    </a:cubicBezTo>
                    <a:cubicBezTo>
                      <a:pt x="61" y="18"/>
                      <a:pt x="61" y="18"/>
                      <a:pt x="61" y="18"/>
                    </a:cubicBezTo>
                    <a:cubicBezTo>
                      <a:pt x="61" y="18"/>
                      <a:pt x="61" y="18"/>
                      <a:pt x="61" y="18"/>
                    </a:cubicBezTo>
                    <a:cubicBezTo>
                      <a:pt x="59" y="11"/>
                      <a:pt x="55" y="5"/>
                      <a:pt x="52" y="0"/>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3" name="Freeform 180"/>
              <p:cNvSpPr>
                <a:spLocks noEditPoints="1"/>
              </p:cNvSpPr>
              <p:nvPr/>
            </p:nvSpPr>
            <p:spPr bwMode="auto">
              <a:xfrm>
                <a:off x="2329" y="1644"/>
                <a:ext cx="170" cy="36"/>
              </a:xfrm>
              <a:custGeom>
                <a:avLst/>
                <a:gdLst>
                  <a:gd name="T0" fmla="*/ 0 w 89"/>
                  <a:gd name="T1" fmla="*/ 0 h 19"/>
                  <a:gd name="T2" fmla="*/ 28 w 89"/>
                  <a:gd name="T3" fmla="*/ 0 h 19"/>
                  <a:gd name="T4" fmla="*/ 35 w 89"/>
                  <a:gd name="T5" fmla="*/ 11 h 19"/>
                  <a:gd name="T6" fmla="*/ 36 w 89"/>
                  <a:gd name="T7" fmla="*/ 6 h 19"/>
                  <a:gd name="T8" fmla="*/ 36 w 89"/>
                  <a:gd name="T9" fmla="*/ 0 h 19"/>
                  <a:gd name="T10" fmla="*/ 41 w 89"/>
                  <a:gd name="T11" fmla="*/ 0 h 19"/>
                  <a:gd name="T12" fmla="*/ 45 w 89"/>
                  <a:gd name="T13" fmla="*/ 19 h 19"/>
                  <a:gd name="T14" fmla="*/ 14 w 89"/>
                  <a:gd name="T15" fmla="*/ 19 h 19"/>
                  <a:gd name="T16" fmla="*/ 0 w 89"/>
                  <a:gd name="T17" fmla="*/ 1 h 19"/>
                  <a:gd name="T18" fmla="*/ 0 w 89"/>
                  <a:gd name="T19" fmla="*/ 0 h 19"/>
                  <a:gd name="T20" fmla="*/ 51 w 89"/>
                  <a:gd name="T21" fmla="*/ 0 h 19"/>
                  <a:gd name="T22" fmla="*/ 83 w 89"/>
                  <a:gd name="T23" fmla="*/ 0 h 19"/>
                  <a:gd name="T24" fmla="*/ 87 w 89"/>
                  <a:gd name="T25" fmla="*/ 13 h 19"/>
                  <a:gd name="T26" fmla="*/ 89 w 89"/>
                  <a:gd name="T27" fmla="*/ 19 h 19"/>
                  <a:gd name="T28" fmla="*/ 60 w 89"/>
                  <a:gd name="T29" fmla="*/ 19 h 19"/>
                  <a:gd name="T30" fmla="*/ 59 w 89"/>
                  <a:gd name="T31" fmla="*/ 17 h 19"/>
                  <a:gd name="T32" fmla="*/ 51 w 8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 h="19">
                    <a:moveTo>
                      <a:pt x="0" y="0"/>
                    </a:moveTo>
                    <a:cubicBezTo>
                      <a:pt x="28" y="0"/>
                      <a:pt x="28" y="0"/>
                      <a:pt x="28" y="0"/>
                    </a:cubicBezTo>
                    <a:cubicBezTo>
                      <a:pt x="31" y="5"/>
                      <a:pt x="35" y="11"/>
                      <a:pt x="35" y="11"/>
                    </a:cubicBezTo>
                    <a:cubicBezTo>
                      <a:pt x="35" y="11"/>
                      <a:pt x="36" y="10"/>
                      <a:pt x="36" y="6"/>
                    </a:cubicBezTo>
                    <a:cubicBezTo>
                      <a:pt x="36" y="4"/>
                      <a:pt x="36" y="2"/>
                      <a:pt x="36" y="0"/>
                    </a:cubicBezTo>
                    <a:cubicBezTo>
                      <a:pt x="41" y="0"/>
                      <a:pt x="41" y="0"/>
                      <a:pt x="41" y="0"/>
                    </a:cubicBezTo>
                    <a:cubicBezTo>
                      <a:pt x="41" y="5"/>
                      <a:pt x="43" y="12"/>
                      <a:pt x="45" y="19"/>
                    </a:cubicBezTo>
                    <a:cubicBezTo>
                      <a:pt x="14" y="19"/>
                      <a:pt x="14" y="19"/>
                      <a:pt x="14" y="19"/>
                    </a:cubicBezTo>
                    <a:cubicBezTo>
                      <a:pt x="10" y="13"/>
                      <a:pt x="7" y="5"/>
                      <a:pt x="0" y="1"/>
                    </a:cubicBezTo>
                    <a:cubicBezTo>
                      <a:pt x="0" y="0"/>
                      <a:pt x="0" y="0"/>
                      <a:pt x="0" y="0"/>
                    </a:cubicBezTo>
                    <a:close/>
                    <a:moveTo>
                      <a:pt x="51" y="0"/>
                    </a:moveTo>
                    <a:cubicBezTo>
                      <a:pt x="83" y="0"/>
                      <a:pt x="83" y="0"/>
                      <a:pt x="83" y="0"/>
                    </a:cubicBezTo>
                    <a:cubicBezTo>
                      <a:pt x="83" y="4"/>
                      <a:pt x="85" y="8"/>
                      <a:pt x="87" y="13"/>
                    </a:cubicBezTo>
                    <a:cubicBezTo>
                      <a:pt x="88" y="15"/>
                      <a:pt x="88" y="17"/>
                      <a:pt x="89" y="19"/>
                    </a:cubicBezTo>
                    <a:cubicBezTo>
                      <a:pt x="60" y="19"/>
                      <a:pt x="60" y="19"/>
                      <a:pt x="60" y="19"/>
                    </a:cubicBezTo>
                    <a:cubicBezTo>
                      <a:pt x="60" y="18"/>
                      <a:pt x="60" y="18"/>
                      <a:pt x="59" y="17"/>
                    </a:cubicBezTo>
                    <a:cubicBezTo>
                      <a:pt x="57" y="10"/>
                      <a:pt x="54" y="5"/>
                      <a:pt x="51" y="0"/>
                    </a:cubicBezTo>
                    <a:close/>
                  </a:path>
                </a:pathLst>
              </a:custGeom>
              <a:solidFill>
                <a:srgbClr val="D7D6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4" name="Freeform 181"/>
              <p:cNvSpPr>
                <a:spLocks noEditPoints="1"/>
              </p:cNvSpPr>
              <p:nvPr/>
            </p:nvSpPr>
            <p:spPr bwMode="auto">
              <a:xfrm>
                <a:off x="2333" y="1648"/>
                <a:ext cx="166" cy="34"/>
              </a:xfrm>
              <a:custGeom>
                <a:avLst/>
                <a:gdLst>
                  <a:gd name="T0" fmla="*/ 0 w 87"/>
                  <a:gd name="T1" fmla="*/ 0 h 18"/>
                  <a:gd name="T2" fmla="*/ 27 w 87"/>
                  <a:gd name="T3" fmla="*/ 0 h 18"/>
                  <a:gd name="T4" fmla="*/ 33 w 87"/>
                  <a:gd name="T5" fmla="*/ 9 h 18"/>
                  <a:gd name="T6" fmla="*/ 34 w 87"/>
                  <a:gd name="T7" fmla="*/ 4 h 18"/>
                  <a:gd name="T8" fmla="*/ 34 w 87"/>
                  <a:gd name="T9" fmla="*/ 0 h 18"/>
                  <a:gd name="T10" fmla="*/ 39 w 87"/>
                  <a:gd name="T11" fmla="*/ 0 h 18"/>
                  <a:gd name="T12" fmla="*/ 43 w 87"/>
                  <a:gd name="T13" fmla="*/ 18 h 18"/>
                  <a:gd name="T14" fmla="*/ 12 w 87"/>
                  <a:gd name="T15" fmla="*/ 18 h 18"/>
                  <a:gd name="T16" fmla="*/ 0 w 87"/>
                  <a:gd name="T17" fmla="*/ 0 h 18"/>
                  <a:gd name="T18" fmla="*/ 50 w 87"/>
                  <a:gd name="T19" fmla="*/ 0 h 18"/>
                  <a:gd name="T20" fmla="*/ 81 w 87"/>
                  <a:gd name="T21" fmla="*/ 0 h 18"/>
                  <a:gd name="T22" fmla="*/ 85 w 87"/>
                  <a:gd name="T23" fmla="*/ 11 h 18"/>
                  <a:gd name="T24" fmla="*/ 87 w 87"/>
                  <a:gd name="T25" fmla="*/ 18 h 18"/>
                  <a:gd name="T26" fmla="*/ 58 w 87"/>
                  <a:gd name="T27" fmla="*/ 18 h 18"/>
                  <a:gd name="T28" fmla="*/ 57 w 87"/>
                  <a:gd name="T29" fmla="*/ 15 h 18"/>
                  <a:gd name="T30" fmla="*/ 50 w 87"/>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18">
                    <a:moveTo>
                      <a:pt x="0" y="0"/>
                    </a:moveTo>
                    <a:cubicBezTo>
                      <a:pt x="27" y="0"/>
                      <a:pt x="27" y="0"/>
                      <a:pt x="27" y="0"/>
                    </a:cubicBezTo>
                    <a:cubicBezTo>
                      <a:pt x="29" y="4"/>
                      <a:pt x="33" y="9"/>
                      <a:pt x="33" y="9"/>
                    </a:cubicBezTo>
                    <a:cubicBezTo>
                      <a:pt x="33" y="9"/>
                      <a:pt x="34" y="8"/>
                      <a:pt x="34" y="4"/>
                    </a:cubicBezTo>
                    <a:cubicBezTo>
                      <a:pt x="34" y="2"/>
                      <a:pt x="34" y="1"/>
                      <a:pt x="34" y="0"/>
                    </a:cubicBezTo>
                    <a:cubicBezTo>
                      <a:pt x="39" y="0"/>
                      <a:pt x="39" y="0"/>
                      <a:pt x="39" y="0"/>
                    </a:cubicBezTo>
                    <a:cubicBezTo>
                      <a:pt x="39" y="5"/>
                      <a:pt x="41" y="12"/>
                      <a:pt x="43" y="18"/>
                    </a:cubicBezTo>
                    <a:cubicBezTo>
                      <a:pt x="12" y="18"/>
                      <a:pt x="12" y="18"/>
                      <a:pt x="12" y="18"/>
                    </a:cubicBezTo>
                    <a:cubicBezTo>
                      <a:pt x="9" y="12"/>
                      <a:pt x="6" y="5"/>
                      <a:pt x="0" y="0"/>
                    </a:cubicBezTo>
                    <a:close/>
                    <a:moveTo>
                      <a:pt x="50" y="0"/>
                    </a:moveTo>
                    <a:cubicBezTo>
                      <a:pt x="81" y="0"/>
                      <a:pt x="81" y="0"/>
                      <a:pt x="81" y="0"/>
                    </a:cubicBezTo>
                    <a:cubicBezTo>
                      <a:pt x="82" y="3"/>
                      <a:pt x="83" y="7"/>
                      <a:pt x="85" y="11"/>
                    </a:cubicBezTo>
                    <a:cubicBezTo>
                      <a:pt x="86" y="14"/>
                      <a:pt x="87" y="16"/>
                      <a:pt x="87" y="18"/>
                    </a:cubicBezTo>
                    <a:cubicBezTo>
                      <a:pt x="58" y="18"/>
                      <a:pt x="58" y="18"/>
                      <a:pt x="58" y="18"/>
                    </a:cubicBezTo>
                    <a:cubicBezTo>
                      <a:pt x="58" y="17"/>
                      <a:pt x="58" y="16"/>
                      <a:pt x="57" y="15"/>
                    </a:cubicBezTo>
                    <a:cubicBezTo>
                      <a:pt x="56" y="9"/>
                      <a:pt x="53" y="4"/>
                      <a:pt x="50" y="0"/>
                    </a:cubicBezTo>
                    <a:close/>
                  </a:path>
                </a:pathLst>
              </a:custGeom>
              <a:solidFill>
                <a:srgbClr val="D8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5" name="Freeform 182"/>
              <p:cNvSpPr>
                <a:spLocks noEditPoints="1"/>
              </p:cNvSpPr>
              <p:nvPr/>
            </p:nvSpPr>
            <p:spPr bwMode="auto">
              <a:xfrm>
                <a:off x="2335" y="1650"/>
                <a:ext cx="164" cy="34"/>
              </a:xfrm>
              <a:custGeom>
                <a:avLst/>
                <a:gdLst>
                  <a:gd name="T0" fmla="*/ 0 w 86"/>
                  <a:gd name="T1" fmla="*/ 0 h 18"/>
                  <a:gd name="T2" fmla="*/ 27 w 86"/>
                  <a:gd name="T3" fmla="*/ 0 h 18"/>
                  <a:gd name="T4" fmla="*/ 32 w 86"/>
                  <a:gd name="T5" fmla="*/ 8 h 18"/>
                  <a:gd name="T6" fmla="*/ 33 w 86"/>
                  <a:gd name="T7" fmla="*/ 3 h 18"/>
                  <a:gd name="T8" fmla="*/ 33 w 86"/>
                  <a:gd name="T9" fmla="*/ 0 h 18"/>
                  <a:gd name="T10" fmla="*/ 38 w 86"/>
                  <a:gd name="T11" fmla="*/ 0 h 18"/>
                  <a:gd name="T12" fmla="*/ 42 w 86"/>
                  <a:gd name="T13" fmla="*/ 17 h 18"/>
                  <a:gd name="T14" fmla="*/ 42 w 86"/>
                  <a:gd name="T15" fmla="*/ 18 h 18"/>
                  <a:gd name="T16" fmla="*/ 12 w 86"/>
                  <a:gd name="T17" fmla="*/ 18 h 18"/>
                  <a:gd name="T18" fmla="*/ 12 w 86"/>
                  <a:gd name="T19" fmla="*/ 17 h 18"/>
                  <a:gd name="T20" fmla="*/ 0 w 86"/>
                  <a:gd name="T21" fmla="*/ 0 h 18"/>
                  <a:gd name="T22" fmla="*/ 50 w 86"/>
                  <a:gd name="T23" fmla="*/ 0 h 18"/>
                  <a:gd name="T24" fmla="*/ 80 w 86"/>
                  <a:gd name="T25" fmla="*/ 0 h 18"/>
                  <a:gd name="T26" fmla="*/ 84 w 86"/>
                  <a:gd name="T27" fmla="*/ 10 h 18"/>
                  <a:gd name="T28" fmla="*/ 86 w 86"/>
                  <a:gd name="T29" fmla="*/ 18 h 18"/>
                  <a:gd name="T30" fmla="*/ 57 w 86"/>
                  <a:gd name="T31" fmla="*/ 18 h 18"/>
                  <a:gd name="T32" fmla="*/ 56 w 86"/>
                  <a:gd name="T33" fmla="*/ 14 h 18"/>
                  <a:gd name="T34" fmla="*/ 50 w 86"/>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18">
                    <a:moveTo>
                      <a:pt x="0" y="0"/>
                    </a:moveTo>
                    <a:cubicBezTo>
                      <a:pt x="27" y="0"/>
                      <a:pt x="27" y="0"/>
                      <a:pt x="27" y="0"/>
                    </a:cubicBezTo>
                    <a:cubicBezTo>
                      <a:pt x="29" y="4"/>
                      <a:pt x="32" y="8"/>
                      <a:pt x="32" y="8"/>
                    </a:cubicBezTo>
                    <a:cubicBezTo>
                      <a:pt x="32" y="8"/>
                      <a:pt x="33" y="7"/>
                      <a:pt x="33" y="3"/>
                    </a:cubicBezTo>
                    <a:cubicBezTo>
                      <a:pt x="33" y="2"/>
                      <a:pt x="33" y="1"/>
                      <a:pt x="33" y="0"/>
                    </a:cubicBezTo>
                    <a:cubicBezTo>
                      <a:pt x="38" y="0"/>
                      <a:pt x="38" y="0"/>
                      <a:pt x="38" y="0"/>
                    </a:cubicBezTo>
                    <a:cubicBezTo>
                      <a:pt x="39" y="5"/>
                      <a:pt x="40" y="11"/>
                      <a:pt x="42" y="17"/>
                    </a:cubicBezTo>
                    <a:cubicBezTo>
                      <a:pt x="42" y="18"/>
                      <a:pt x="42" y="18"/>
                      <a:pt x="42" y="18"/>
                    </a:cubicBezTo>
                    <a:cubicBezTo>
                      <a:pt x="12" y="18"/>
                      <a:pt x="12" y="18"/>
                      <a:pt x="12" y="18"/>
                    </a:cubicBezTo>
                    <a:cubicBezTo>
                      <a:pt x="12" y="18"/>
                      <a:pt x="12" y="18"/>
                      <a:pt x="12" y="17"/>
                    </a:cubicBezTo>
                    <a:cubicBezTo>
                      <a:pt x="8" y="12"/>
                      <a:pt x="5" y="5"/>
                      <a:pt x="0" y="0"/>
                    </a:cubicBezTo>
                    <a:close/>
                    <a:moveTo>
                      <a:pt x="50" y="0"/>
                    </a:moveTo>
                    <a:cubicBezTo>
                      <a:pt x="80" y="0"/>
                      <a:pt x="80" y="0"/>
                      <a:pt x="80" y="0"/>
                    </a:cubicBezTo>
                    <a:cubicBezTo>
                      <a:pt x="81" y="3"/>
                      <a:pt x="82" y="7"/>
                      <a:pt x="84" y="10"/>
                    </a:cubicBezTo>
                    <a:cubicBezTo>
                      <a:pt x="85" y="13"/>
                      <a:pt x="86" y="16"/>
                      <a:pt x="86" y="18"/>
                    </a:cubicBezTo>
                    <a:cubicBezTo>
                      <a:pt x="57" y="18"/>
                      <a:pt x="57" y="18"/>
                      <a:pt x="57" y="18"/>
                    </a:cubicBezTo>
                    <a:cubicBezTo>
                      <a:pt x="57" y="17"/>
                      <a:pt x="57" y="16"/>
                      <a:pt x="56" y="14"/>
                    </a:cubicBezTo>
                    <a:cubicBezTo>
                      <a:pt x="55" y="9"/>
                      <a:pt x="52" y="4"/>
                      <a:pt x="50" y="0"/>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6" name="Freeform 183"/>
              <p:cNvSpPr>
                <a:spLocks noEditPoints="1"/>
              </p:cNvSpPr>
              <p:nvPr/>
            </p:nvSpPr>
            <p:spPr bwMode="auto">
              <a:xfrm>
                <a:off x="2337" y="1652"/>
                <a:ext cx="162" cy="36"/>
              </a:xfrm>
              <a:custGeom>
                <a:avLst/>
                <a:gdLst>
                  <a:gd name="T0" fmla="*/ 0 w 85"/>
                  <a:gd name="T1" fmla="*/ 0 h 19"/>
                  <a:gd name="T2" fmla="*/ 27 w 85"/>
                  <a:gd name="T3" fmla="*/ 0 h 19"/>
                  <a:gd name="T4" fmla="*/ 31 w 85"/>
                  <a:gd name="T5" fmla="*/ 7 h 19"/>
                  <a:gd name="T6" fmla="*/ 32 w 85"/>
                  <a:gd name="T7" fmla="*/ 2 h 19"/>
                  <a:gd name="T8" fmla="*/ 32 w 85"/>
                  <a:gd name="T9" fmla="*/ 0 h 19"/>
                  <a:gd name="T10" fmla="*/ 37 w 85"/>
                  <a:gd name="T11" fmla="*/ 0 h 19"/>
                  <a:gd name="T12" fmla="*/ 41 w 85"/>
                  <a:gd name="T13" fmla="*/ 16 h 19"/>
                  <a:gd name="T14" fmla="*/ 42 w 85"/>
                  <a:gd name="T15" fmla="*/ 19 h 19"/>
                  <a:gd name="T16" fmla="*/ 12 w 85"/>
                  <a:gd name="T17" fmla="*/ 19 h 19"/>
                  <a:gd name="T18" fmla="*/ 11 w 85"/>
                  <a:gd name="T19" fmla="*/ 16 h 19"/>
                  <a:gd name="T20" fmla="*/ 0 w 85"/>
                  <a:gd name="T21" fmla="*/ 0 h 19"/>
                  <a:gd name="T22" fmla="*/ 50 w 85"/>
                  <a:gd name="T23" fmla="*/ 0 h 19"/>
                  <a:gd name="T24" fmla="*/ 80 w 85"/>
                  <a:gd name="T25" fmla="*/ 0 h 19"/>
                  <a:gd name="T26" fmla="*/ 83 w 85"/>
                  <a:gd name="T27" fmla="*/ 9 h 19"/>
                  <a:gd name="T28" fmla="*/ 85 w 85"/>
                  <a:gd name="T29" fmla="*/ 19 h 19"/>
                  <a:gd name="T30" fmla="*/ 57 w 85"/>
                  <a:gd name="T31" fmla="*/ 19 h 19"/>
                  <a:gd name="T32" fmla="*/ 55 w 85"/>
                  <a:gd name="T33" fmla="*/ 13 h 19"/>
                  <a:gd name="T34" fmla="*/ 50 w 85"/>
                  <a:gd name="T3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 h="19">
                    <a:moveTo>
                      <a:pt x="0" y="0"/>
                    </a:moveTo>
                    <a:cubicBezTo>
                      <a:pt x="27" y="0"/>
                      <a:pt x="27" y="0"/>
                      <a:pt x="27" y="0"/>
                    </a:cubicBezTo>
                    <a:cubicBezTo>
                      <a:pt x="29" y="4"/>
                      <a:pt x="31" y="7"/>
                      <a:pt x="31" y="7"/>
                    </a:cubicBezTo>
                    <a:cubicBezTo>
                      <a:pt x="31" y="7"/>
                      <a:pt x="32" y="6"/>
                      <a:pt x="32" y="2"/>
                    </a:cubicBezTo>
                    <a:cubicBezTo>
                      <a:pt x="32" y="1"/>
                      <a:pt x="32" y="1"/>
                      <a:pt x="32" y="0"/>
                    </a:cubicBezTo>
                    <a:cubicBezTo>
                      <a:pt x="37" y="0"/>
                      <a:pt x="37" y="0"/>
                      <a:pt x="37" y="0"/>
                    </a:cubicBezTo>
                    <a:cubicBezTo>
                      <a:pt x="38" y="5"/>
                      <a:pt x="40" y="11"/>
                      <a:pt x="41" y="16"/>
                    </a:cubicBezTo>
                    <a:cubicBezTo>
                      <a:pt x="41" y="17"/>
                      <a:pt x="42" y="18"/>
                      <a:pt x="42" y="19"/>
                    </a:cubicBezTo>
                    <a:cubicBezTo>
                      <a:pt x="12" y="19"/>
                      <a:pt x="12" y="19"/>
                      <a:pt x="12" y="19"/>
                    </a:cubicBezTo>
                    <a:cubicBezTo>
                      <a:pt x="11" y="18"/>
                      <a:pt x="11" y="17"/>
                      <a:pt x="11" y="16"/>
                    </a:cubicBezTo>
                    <a:cubicBezTo>
                      <a:pt x="7" y="11"/>
                      <a:pt x="5" y="5"/>
                      <a:pt x="0" y="0"/>
                    </a:cubicBezTo>
                    <a:close/>
                    <a:moveTo>
                      <a:pt x="50" y="0"/>
                    </a:moveTo>
                    <a:cubicBezTo>
                      <a:pt x="80" y="0"/>
                      <a:pt x="80" y="0"/>
                      <a:pt x="80" y="0"/>
                    </a:cubicBezTo>
                    <a:cubicBezTo>
                      <a:pt x="80" y="3"/>
                      <a:pt x="81" y="6"/>
                      <a:pt x="83" y="9"/>
                    </a:cubicBezTo>
                    <a:cubicBezTo>
                      <a:pt x="85" y="13"/>
                      <a:pt x="85" y="16"/>
                      <a:pt x="85" y="19"/>
                    </a:cubicBezTo>
                    <a:cubicBezTo>
                      <a:pt x="57" y="19"/>
                      <a:pt x="57" y="19"/>
                      <a:pt x="57" y="19"/>
                    </a:cubicBezTo>
                    <a:cubicBezTo>
                      <a:pt x="56" y="17"/>
                      <a:pt x="56" y="15"/>
                      <a:pt x="55" y="13"/>
                    </a:cubicBezTo>
                    <a:cubicBezTo>
                      <a:pt x="54" y="8"/>
                      <a:pt x="52" y="4"/>
                      <a:pt x="50" y="0"/>
                    </a:cubicBezTo>
                    <a:close/>
                  </a:path>
                </a:pathLst>
              </a:custGeom>
              <a:solidFill>
                <a:srgbClr val="DBDA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7" name="Freeform 184"/>
              <p:cNvSpPr>
                <a:spLocks noEditPoints="1"/>
              </p:cNvSpPr>
              <p:nvPr/>
            </p:nvSpPr>
            <p:spPr bwMode="auto">
              <a:xfrm>
                <a:off x="2339" y="1655"/>
                <a:ext cx="160" cy="35"/>
              </a:xfrm>
              <a:custGeom>
                <a:avLst/>
                <a:gdLst>
                  <a:gd name="T0" fmla="*/ 0 w 84"/>
                  <a:gd name="T1" fmla="*/ 0 h 18"/>
                  <a:gd name="T2" fmla="*/ 26 w 84"/>
                  <a:gd name="T3" fmla="*/ 0 h 18"/>
                  <a:gd name="T4" fmla="*/ 30 w 84"/>
                  <a:gd name="T5" fmla="*/ 5 h 18"/>
                  <a:gd name="T6" fmla="*/ 31 w 84"/>
                  <a:gd name="T7" fmla="*/ 0 h 18"/>
                  <a:gd name="T8" fmla="*/ 36 w 84"/>
                  <a:gd name="T9" fmla="*/ 0 h 18"/>
                  <a:gd name="T10" fmla="*/ 40 w 84"/>
                  <a:gd name="T11" fmla="*/ 14 h 18"/>
                  <a:gd name="T12" fmla="*/ 41 w 84"/>
                  <a:gd name="T13" fmla="*/ 18 h 18"/>
                  <a:gd name="T14" fmla="*/ 11 w 84"/>
                  <a:gd name="T15" fmla="*/ 18 h 18"/>
                  <a:gd name="T16" fmla="*/ 10 w 84"/>
                  <a:gd name="T17" fmla="*/ 14 h 18"/>
                  <a:gd name="T18" fmla="*/ 0 w 84"/>
                  <a:gd name="T19" fmla="*/ 0 h 18"/>
                  <a:gd name="T20" fmla="*/ 49 w 84"/>
                  <a:gd name="T21" fmla="*/ 0 h 18"/>
                  <a:gd name="T22" fmla="*/ 79 w 84"/>
                  <a:gd name="T23" fmla="*/ 0 h 18"/>
                  <a:gd name="T24" fmla="*/ 82 w 84"/>
                  <a:gd name="T25" fmla="*/ 7 h 18"/>
                  <a:gd name="T26" fmla="*/ 84 w 84"/>
                  <a:gd name="T27" fmla="*/ 18 h 18"/>
                  <a:gd name="T28" fmla="*/ 56 w 84"/>
                  <a:gd name="T29" fmla="*/ 18 h 18"/>
                  <a:gd name="T30" fmla="*/ 54 w 84"/>
                  <a:gd name="T31" fmla="*/ 11 h 18"/>
                  <a:gd name="T32" fmla="*/ 49 w 84"/>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8">
                    <a:moveTo>
                      <a:pt x="0" y="0"/>
                    </a:moveTo>
                    <a:cubicBezTo>
                      <a:pt x="26" y="0"/>
                      <a:pt x="26" y="0"/>
                      <a:pt x="26" y="0"/>
                    </a:cubicBezTo>
                    <a:cubicBezTo>
                      <a:pt x="28" y="3"/>
                      <a:pt x="30" y="5"/>
                      <a:pt x="30" y="5"/>
                    </a:cubicBezTo>
                    <a:cubicBezTo>
                      <a:pt x="30" y="5"/>
                      <a:pt x="31" y="4"/>
                      <a:pt x="31" y="0"/>
                    </a:cubicBezTo>
                    <a:cubicBezTo>
                      <a:pt x="36" y="0"/>
                      <a:pt x="36" y="0"/>
                      <a:pt x="36" y="0"/>
                    </a:cubicBezTo>
                    <a:cubicBezTo>
                      <a:pt x="37" y="4"/>
                      <a:pt x="39" y="9"/>
                      <a:pt x="40" y="14"/>
                    </a:cubicBezTo>
                    <a:cubicBezTo>
                      <a:pt x="40" y="15"/>
                      <a:pt x="41" y="17"/>
                      <a:pt x="41" y="18"/>
                    </a:cubicBezTo>
                    <a:cubicBezTo>
                      <a:pt x="11" y="18"/>
                      <a:pt x="11" y="18"/>
                      <a:pt x="11" y="18"/>
                    </a:cubicBezTo>
                    <a:cubicBezTo>
                      <a:pt x="11" y="17"/>
                      <a:pt x="10" y="15"/>
                      <a:pt x="10" y="14"/>
                    </a:cubicBezTo>
                    <a:cubicBezTo>
                      <a:pt x="7" y="10"/>
                      <a:pt x="4" y="4"/>
                      <a:pt x="0" y="0"/>
                    </a:cubicBezTo>
                    <a:close/>
                    <a:moveTo>
                      <a:pt x="49" y="0"/>
                    </a:moveTo>
                    <a:cubicBezTo>
                      <a:pt x="79" y="0"/>
                      <a:pt x="79" y="0"/>
                      <a:pt x="79" y="0"/>
                    </a:cubicBezTo>
                    <a:cubicBezTo>
                      <a:pt x="80" y="2"/>
                      <a:pt x="81" y="5"/>
                      <a:pt x="82" y="7"/>
                    </a:cubicBezTo>
                    <a:cubicBezTo>
                      <a:pt x="84" y="11"/>
                      <a:pt x="84" y="15"/>
                      <a:pt x="84" y="18"/>
                    </a:cubicBezTo>
                    <a:cubicBezTo>
                      <a:pt x="56" y="18"/>
                      <a:pt x="56" y="18"/>
                      <a:pt x="56" y="18"/>
                    </a:cubicBezTo>
                    <a:cubicBezTo>
                      <a:pt x="55" y="16"/>
                      <a:pt x="55" y="14"/>
                      <a:pt x="54" y="11"/>
                    </a:cubicBezTo>
                    <a:cubicBezTo>
                      <a:pt x="53" y="7"/>
                      <a:pt x="51" y="3"/>
                      <a:pt x="49"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8" name="Freeform 185"/>
              <p:cNvSpPr>
                <a:spLocks noEditPoints="1"/>
              </p:cNvSpPr>
              <p:nvPr/>
            </p:nvSpPr>
            <p:spPr bwMode="auto">
              <a:xfrm>
                <a:off x="2341" y="1657"/>
                <a:ext cx="158" cy="35"/>
              </a:xfrm>
              <a:custGeom>
                <a:avLst/>
                <a:gdLst>
                  <a:gd name="T0" fmla="*/ 0 w 83"/>
                  <a:gd name="T1" fmla="*/ 0 h 18"/>
                  <a:gd name="T2" fmla="*/ 26 w 83"/>
                  <a:gd name="T3" fmla="*/ 0 h 18"/>
                  <a:gd name="T4" fmla="*/ 29 w 83"/>
                  <a:gd name="T5" fmla="*/ 4 h 18"/>
                  <a:gd name="T6" fmla="*/ 30 w 83"/>
                  <a:gd name="T7" fmla="*/ 0 h 18"/>
                  <a:gd name="T8" fmla="*/ 36 w 83"/>
                  <a:gd name="T9" fmla="*/ 0 h 18"/>
                  <a:gd name="T10" fmla="*/ 39 w 83"/>
                  <a:gd name="T11" fmla="*/ 13 h 18"/>
                  <a:gd name="T12" fmla="*/ 40 w 83"/>
                  <a:gd name="T13" fmla="*/ 18 h 18"/>
                  <a:gd name="T14" fmla="*/ 11 w 83"/>
                  <a:gd name="T15" fmla="*/ 18 h 18"/>
                  <a:gd name="T16" fmla="*/ 9 w 83"/>
                  <a:gd name="T17" fmla="*/ 13 h 18"/>
                  <a:gd name="T18" fmla="*/ 0 w 83"/>
                  <a:gd name="T19" fmla="*/ 0 h 18"/>
                  <a:gd name="T20" fmla="*/ 49 w 83"/>
                  <a:gd name="T21" fmla="*/ 0 h 18"/>
                  <a:gd name="T22" fmla="*/ 78 w 83"/>
                  <a:gd name="T23" fmla="*/ 0 h 18"/>
                  <a:gd name="T24" fmla="*/ 81 w 83"/>
                  <a:gd name="T25" fmla="*/ 6 h 18"/>
                  <a:gd name="T26" fmla="*/ 83 w 83"/>
                  <a:gd name="T27" fmla="*/ 18 h 18"/>
                  <a:gd name="T28" fmla="*/ 55 w 83"/>
                  <a:gd name="T29" fmla="*/ 18 h 18"/>
                  <a:gd name="T30" fmla="*/ 53 w 83"/>
                  <a:gd name="T31" fmla="*/ 10 h 18"/>
                  <a:gd name="T32" fmla="*/ 49 w 83"/>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3" h="18">
                    <a:moveTo>
                      <a:pt x="0" y="0"/>
                    </a:moveTo>
                    <a:cubicBezTo>
                      <a:pt x="26" y="0"/>
                      <a:pt x="26" y="0"/>
                      <a:pt x="26" y="0"/>
                    </a:cubicBezTo>
                    <a:cubicBezTo>
                      <a:pt x="28" y="2"/>
                      <a:pt x="29" y="4"/>
                      <a:pt x="29" y="4"/>
                    </a:cubicBezTo>
                    <a:cubicBezTo>
                      <a:pt x="29" y="4"/>
                      <a:pt x="30" y="3"/>
                      <a:pt x="30" y="0"/>
                    </a:cubicBezTo>
                    <a:cubicBezTo>
                      <a:pt x="36" y="0"/>
                      <a:pt x="36" y="0"/>
                      <a:pt x="36" y="0"/>
                    </a:cubicBezTo>
                    <a:cubicBezTo>
                      <a:pt x="36" y="4"/>
                      <a:pt x="38" y="9"/>
                      <a:pt x="39" y="13"/>
                    </a:cubicBezTo>
                    <a:cubicBezTo>
                      <a:pt x="40" y="15"/>
                      <a:pt x="40" y="17"/>
                      <a:pt x="40" y="18"/>
                    </a:cubicBezTo>
                    <a:cubicBezTo>
                      <a:pt x="11" y="18"/>
                      <a:pt x="11" y="18"/>
                      <a:pt x="11" y="18"/>
                    </a:cubicBezTo>
                    <a:cubicBezTo>
                      <a:pt x="10" y="16"/>
                      <a:pt x="9" y="15"/>
                      <a:pt x="9" y="13"/>
                    </a:cubicBezTo>
                    <a:cubicBezTo>
                      <a:pt x="6" y="9"/>
                      <a:pt x="4" y="4"/>
                      <a:pt x="0" y="0"/>
                    </a:cubicBezTo>
                    <a:close/>
                    <a:moveTo>
                      <a:pt x="49" y="0"/>
                    </a:moveTo>
                    <a:cubicBezTo>
                      <a:pt x="78" y="0"/>
                      <a:pt x="78" y="0"/>
                      <a:pt x="78" y="0"/>
                    </a:cubicBezTo>
                    <a:cubicBezTo>
                      <a:pt x="79" y="2"/>
                      <a:pt x="80" y="4"/>
                      <a:pt x="81" y="6"/>
                    </a:cubicBezTo>
                    <a:cubicBezTo>
                      <a:pt x="83" y="11"/>
                      <a:pt x="83" y="15"/>
                      <a:pt x="83" y="18"/>
                    </a:cubicBezTo>
                    <a:cubicBezTo>
                      <a:pt x="55" y="18"/>
                      <a:pt x="55" y="18"/>
                      <a:pt x="55" y="18"/>
                    </a:cubicBezTo>
                    <a:cubicBezTo>
                      <a:pt x="55" y="16"/>
                      <a:pt x="54" y="13"/>
                      <a:pt x="53" y="10"/>
                    </a:cubicBezTo>
                    <a:cubicBezTo>
                      <a:pt x="52" y="6"/>
                      <a:pt x="51" y="3"/>
                      <a:pt x="49"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9" name="Freeform 186"/>
              <p:cNvSpPr>
                <a:spLocks noEditPoints="1"/>
              </p:cNvSpPr>
              <p:nvPr/>
            </p:nvSpPr>
            <p:spPr bwMode="auto">
              <a:xfrm>
                <a:off x="2343" y="1659"/>
                <a:ext cx="156" cy="35"/>
              </a:xfrm>
              <a:custGeom>
                <a:avLst/>
                <a:gdLst>
                  <a:gd name="T0" fmla="*/ 0 w 82"/>
                  <a:gd name="T1" fmla="*/ 0 h 18"/>
                  <a:gd name="T2" fmla="*/ 26 w 82"/>
                  <a:gd name="T3" fmla="*/ 0 h 18"/>
                  <a:gd name="T4" fmla="*/ 28 w 82"/>
                  <a:gd name="T5" fmla="*/ 3 h 18"/>
                  <a:gd name="T6" fmla="*/ 29 w 82"/>
                  <a:gd name="T7" fmla="*/ 0 h 18"/>
                  <a:gd name="T8" fmla="*/ 35 w 82"/>
                  <a:gd name="T9" fmla="*/ 0 h 18"/>
                  <a:gd name="T10" fmla="*/ 38 w 82"/>
                  <a:gd name="T11" fmla="*/ 12 h 18"/>
                  <a:gd name="T12" fmla="*/ 39 w 82"/>
                  <a:gd name="T13" fmla="*/ 18 h 18"/>
                  <a:gd name="T14" fmla="*/ 10 w 82"/>
                  <a:gd name="T15" fmla="*/ 18 h 18"/>
                  <a:gd name="T16" fmla="*/ 8 w 82"/>
                  <a:gd name="T17" fmla="*/ 12 h 18"/>
                  <a:gd name="T18" fmla="*/ 0 w 82"/>
                  <a:gd name="T19" fmla="*/ 0 h 18"/>
                  <a:gd name="T20" fmla="*/ 49 w 82"/>
                  <a:gd name="T21" fmla="*/ 0 h 18"/>
                  <a:gd name="T22" fmla="*/ 78 w 82"/>
                  <a:gd name="T23" fmla="*/ 0 h 18"/>
                  <a:gd name="T24" fmla="*/ 80 w 82"/>
                  <a:gd name="T25" fmla="*/ 5 h 18"/>
                  <a:gd name="T26" fmla="*/ 81 w 82"/>
                  <a:gd name="T27" fmla="*/ 18 h 18"/>
                  <a:gd name="T28" fmla="*/ 54 w 82"/>
                  <a:gd name="T29" fmla="*/ 18 h 18"/>
                  <a:gd name="T30" fmla="*/ 52 w 82"/>
                  <a:gd name="T31" fmla="*/ 9 h 18"/>
                  <a:gd name="T32" fmla="*/ 49 w 82"/>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18">
                    <a:moveTo>
                      <a:pt x="0" y="0"/>
                    </a:moveTo>
                    <a:cubicBezTo>
                      <a:pt x="26" y="0"/>
                      <a:pt x="26" y="0"/>
                      <a:pt x="26" y="0"/>
                    </a:cubicBezTo>
                    <a:cubicBezTo>
                      <a:pt x="27" y="2"/>
                      <a:pt x="28" y="3"/>
                      <a:pt x="28" y="3"/>
                    </a:cubicBezTo>
                    <a:cubicBezTo>
                      <a:pt x="28" y="3"/>
                      <a:pt x="29" y="3"/>
                      <a:pt x="29" y="0"/>
                    </a:cubicBezTo>
                    <a:cubicBezTo>
                      <a:pt x="35" y="0"/>
                      <a:pt x="35" y="0"/>
                      <a:pt x="35" y="0"/>
                    </a:cubicBezTo>
                    <a:cubicBezTo>
                      <a:pt x="36" y="4"/>
                      <a:pt x="37" y="8"/>
                      <a:pt x="38" y="12"/>
                    </a:cubicBezTo>
                    <a:cubicBezTo>
                      <a:pt x="39" y="14"/>
                      <a:pt x="39" y="16"/>
                      <a:pt x="39" y="18"/>
                    </a:cubicBezTo>
                    <a:cubicBezTo>
                      <a:pt x="10" y="18"/>
                      <a:pt x="10" y="18"/>
                      <a:pt x="10" y="18"/>
                    </a:cubicBezTo>
                    <a:cubicBezTo>
                      <a:pt x="9" y="16"/>
                      <a:pt x="9" y="14"/>
                      <a:pt x="8" y="12"/>
                    </a:cubicBezTo>
                    <a:cubicBezTo>
                      <a:pt x="5" y="9"/>
                      <a:pt x="3" y="4"/>
                      <a:pt x="0" y="0"/>
                    </a:cubicBezTo>
                    <a:close/>
                    <a:moveTo>
                      <a:pt x="49" y="0"/>
                    </a:moveTo>
                    <a:cubicBezTo>
                      <a:pt x="78" y="0"/>
                      <a:pt x="78" y="0"/>
                      <a:pt x="78" y="0"/>
                    </a:cubicBezTo>
                    <a:cubicBezTo>
                      <a:pt x="78" y="2"/>
                      <a:pt x="79" y="4"/>
                      <a:pt x="80" y="5"/>
                    </a:cubicBezTo>
                    <a:cubicBezTo>
                      <a:pt x="82" y="10"/>
                      <a:pt x="82" y="15"/>
                      <a:pt x="81" y="18"/>
                    </a:cubicBezTo>
                    <a:cubicBezTo>
                      <a:pt x="54" y="18"/>
                      <a:pt x="54" y="18"/>
                      <a:pt x="54" y="18"/>
                    </a:cubicBezTo>
                    <a:cubicBezTo>
                      <a:pt x="54" y="16"/>
                      <a:pt x="53" y="13"/>
                      <a:pt x="52" y="9"/>
                    </a:cubicBezTo>
                    <a:cubicBezTo>
                      <a:pt x="51" y="6"/>
                      <a:pt x="50" y="3"/>
                      <a:pt x="49"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0" name="Freeform 187"/>
              <p:cNvSpPr>
                <a:spLocks noEditPoints="1"/>
              </p:cNvSpPr>
              <p:nvPr/>
            </p:nvSpPr>
            <p:spPr bwMode="auto">
              <a:xfrm>
                <a:off x="2345" y="1661"/>
                <a:ext cx="156" cy="36"/>
              </a:xfrm>
              <a:custGeom>
                <a:avLst/>
                <a:gdLst>
                  <a:gd name="T0" fmla="*/ 0 w 82"/>
                  <a:gd name="T1" fmla="*/ 0 h 19"/>
                  <a:gd name="T2" fmla="*/ 26 w 82"/>
                  <a:gd name="T3" fmla="*/ 0 h 19"/>
                  <a:gd name="T4" fmla="*/ 27 w 82"/>
                  <a:gd name="T5" fmla="*/ 2 h 19"/>
                  <a:gd name="T6" fmla="*/ 28 w 82"/>
                  <a:gd name="T7" fmla="*/ 0 h 19"/>
                  <a:gd name="T8" fmla="*/ 34 w 82"/>
                  <a:gd name="T9" fmla="*/ 0 h 19"/>
                  <a:gd name="T10" fmla="*/ 37 w 82"/>
                  <a:gd name="T11" fmla="*/ 11 h 19"/>
                  <a:gd name="T12" fmla="*/ 38 w 82"/>
                  <a:gd name="T13" fmla="*/ 19 h 19"/>
                  <a:gd name="T14" fmla="*/ 9 w 82"/>
                  <a:gd name="T15" fmla="*/ 19 h 19"/>
                  <a:gd name="T16" fmla="*/ 7 w 82"/>
                  <a:gd name="T17" fmla="*/ 11 h 19"/>
                  <a:gd name="T18" fmla="*/ 0 w 82"/>
                  <a:gd name="T19" fmla="*/ 0 h 19"/>
                  <a:gd name="T20" fmla="*/ 48 w 82"/>
                  <a:gd name="T21" fmla="*/ 0 h 19"/>
                  <a:gd name="T22" fmla="*/ 77 w 82"/>
                  <a:gd name="T23" fmla="*/ 0 h 19"/>
                  <a:gd name="T24" fmla="*/ 79 w 82"/>
                  <a:gd name="T25" fmla="*/ 4 h 19"/>
                  <a:gd name="T26" fmla="*/ 80 w 82"/>
                  <a:gd name="T27" fmla="*/ 19 h 19"/>
                  <a:gd name="T28" fmla="*/ 53 w 82"/>
                  <a:gd name="T29" fmla="*/ 19 h 19"/>
                  <a:gd name="T30" fmla="*/ 51 w 82"/>
                  <a:gd name="T31" fmla="*/ 8 h 19"/>
                  <a:gd name="T32" fmla="*/ 48 w 82"/>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19">
                    <a:moveTo>
                      <a:pt x="0" y="0"/>
                    </a:moveTo>
                    <a:cubicBezTo>
                      <a:pt x="26" y="0"/>
                      <a:pt x="26" y="0"/>
                      <a:pt x="26" y="0"/>
                    </a:cubicBezTo>
                    <a:cubicBezTo>
                      <a:pt x="26" y="2"/>
                      <a:pt x="27" y="2"/>
                      <a:pt x="27" y="2"/>
                    </a:cubicBezTo>
                    <a:cubicBezTo>
                      <a:pt x="27" y="2"/>
                      <a:pt x="27" y="2"/>
                      <a:pt x="28" y="0"/>
                    </a:cubicBezTo>
                    <a:cubicBezTo>
                      <a:pt x="34" y="0"/>
                      <a:pt x="34" y="0"/>
                      <a:pt x="34" y="0"/>
                    </a:cubicBezTo>
                    <a:cubicBezTo>
                      <a:pt x="35" y="4"/>
                      <a:pt x="36" y="8"/>
                      <a:pt x="37" y="11"/>
                    </a:cubicBezTo>
                    <a:cubicBezTo>
                      <a:pt x="38" y="14"/>
                      <a:pt x="38" y="16"/>
                      <a:pt x="38" y="19"/>
                    </a:cubicBezTo>
                    <a:cubicBezTo>
                      <a:pt x="9" y="19"/>
                      <a:pt x="9" y="19"/>
                      <a:pt x="9" y="19"/>
                    </a:cubicBezTo>
                    <a:cubicBezTo>
                      <a:pt x="9" y="16"/>
                      <a:pt x="8" y="13"/>
                      <a:pt x="7" y="11"/>
                    </a:cubicBezTo>
                    <a:cubicBezTo>
                      <a:pt x="5" y="8"/>
                      <a:pt x="3" y="4"/>
                      <a:pt x="0" y="0"/>
                    </a:cubicBezTo>
                    <a:close/>
                    <a:moveTo>
                      <a:pt x="48" y="0"/>
                    </a:moveTo>
                    <a:cubicBezTo>
                      <a:pt x="77" y="0"/>
                      <a:pt x="77" y="0"/>
                      <a:pt x="77" y="0"/>
                    </a:cubicBezTo>
                    <a:cubicBezTo>
                      <a:pt x="78" y="2"/>
                      <a:pt x="78" y="3"/>
                      <a:pt x="79" y="4"/>
                    </a:cubicBezTo>
                    <a:cubicBezTo>
                      <a:pt x="82" y="10"/>
                      <a:pt x="81" y="15"/>
                      <a:pt x="80" y="19"/>
                    </a:cubicBezTo>
                    <a:cubicBezTo>
                      <a:pt x="53" y="19"/>
                      <a:pt x="53" y="19"/>
                      <a:pt x="53" y="19"/>
                    </a:cubicBezTo>
                    <a:cubicBezTo>
                      <a:pt x="53" y="15"/>
                      <a:pt x="52" y="12"/>
                      <a:pt x="51" y="8"/>
                    </a:cubicBezTo>
                    <a:cubicBezTo>
                      <a:pt x="51" y="5"/>
                      <a:pt x="50" y="3"/>
                      <a:pt x="48"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1" name="Freeform 188"/>
              <p:cNvSpPr>
                <a:spLocks noEditPoints="1"/>
              </p:cNvSpPr>
              <p:nvPr/>
            </p:nvSpPr>
            <p:spPr bwMode="auto">
              <a:xfrm>
                <a:off x="2346" y="1665"/>
                <a:ext cx="155" cy="34"/>
              </a:xfrm>
              <a:custGeom>
                <a:avLst/>
                <a:gdLst>
                  <a:gd name="T0" fmla="*/ 0 w 81"/>
                  <a:gd name="T1" fmla="*/ 0 h 18"/>
                  <a:gd name="T2" fmla="*/ 25 w 81"/>
                  <a:gd name="T3" fmla="*/ 0 h 18"/>
                  <a:gd name="T4" fmla="*/ 26 w 81"/>
                  <a:gd name="T5" fmla="*/ 0 h 18"/>
                  <a:gd name="T6" fmla="*/ 26 w 81"/>
                  <a:gd name="T7" fmla="*/ 0 h 18"/>
                  <a:gd name="T8" fmla="*/ 34 w 81"/>
                  <a:gd name="T9" fmla="*/ 0 h 18"/>
                  <a:gd name="T10" fmla="*/ 36 w 81"/>
                  <a:gd name="T11" fmla="*/ 9 h 18"/>
                  <a:gd name="T12" fmla="*/ 36 w 81"/>
                  <a:gd name="T13" fmla="*/ 18 h 18"/>
                  <a:gd name="T14" fmla="*/ 9 w 81"/>
                  <a:gd name="T15" fmla="*/ 18 h 18"/>
                  <a:gd name="T16" fmla="*/ 6 w 81"/>
                  <a:gd name="T17" fmla="*/ 9 h 18"/>
                  <a:gd name="T18" fmla="*/ 0 w 81"/>
                  <a:gd name="T19" fmla="*/ 0 h 18"/>
                  <a:gd name="T20" fmla="*/ 48 w 81"/>
                  <a:gd name="T21" fmla="*/ 0 h 18"/>
                  <a:gd name="T22" fmla="*/ 77 w 81"/>
                  <a:gd name="T23" fmla="*/ 0 h 18"/>
                  <a:gd name="T24" fmla="*/ 78 w 81"/>
                  <a:gd name="T25" fmla="*/ 2 h 18"/>
                  <a:gd name="T26" fmla="*/ 78 w 81"/>
                  <a:gd name="T27" fmla="*/ 18 h 18"/>
                  <a:gd name="T28" fmla="*/ 52 w 81"/>
                  <a:gd name="T29" fmla="*/ 18 h 18"/>
                  <a:gd name="T30" fmla="*/ 50 w 81"/>
                  <a:gd name="T31" fmla="*/ 6 h 18"/>
                  <a:gd name="T32" fmla="*/ 48 w 81"/>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 h="18">
                    <a:moveTo>
                      <a:pt x="0" y="0"/>
                    </a:moveTo>
                    <a:cubicBezTo>
                      <a:pt x="25" y="0"/>
                      <a:pt x="25" y="0"/>
                      <a:pt x="25" y="0"/>
                    </a:cubicBezTo>
                    <a:cubicBezTo>
                      <a:pt x="26" y="0"/>
                      <a:pt x="26" y="0"/>
                      <a:pt x="26" y="0"/>
                    </a:cubicBezTo>
                    <a:cubicBezTo>
                      <a:pt x="26" y="0"/>
                      <a:pt x="26" y="0"/>
                      <a:pt x="26" y="0"/>
                    </a:cubicBezTo>
                    <a:cubicBezTo>
                      <a:pt x="34" y="0"/>
                      <a:pt x="34" y="0"/>
                      <a:pt x="34" y="0"/>
                    </a:cubicBezTo>
                    <a:cubicBezTo>
                      <a:pt x="34" y="3"/>
                      <a:pt x="35" y="6"/>
                      <a:pt x="36" y="9"/>
                    </a:cubicBezTo>
                    <a:cubicBezTo>
                      <a:pt x="37" y="12"/>
                      <a:pt x="37" y="15"/>
                      <a:pt x="36" y="18"/>
                    </a:cubicBezTo>
                    <a:cubicBezTo>
                      <a:pt x="9" y="18"/>
                      <a:pt x="9" y="18"/>
                      <a:pt x="9" y="18"/>
                    </a:cubicBezTo>
                    <a:cubicBezTo>
                      <a:pt x="8" y="15"/>
                      <a:pt x="7" y="12"/>
                      <a:pt x="6" y="9"/>
                    </a:cubicBezTo>
                    <a:cubicBezTo>
                      <a:pt x="4" y="6"/>
                      <a:pt x="2" y="3"/>
                      <a:pt x="0" y="0"/>
                    </a:cubicBezTo>
                    <a:close/>
                    <a:moveTo>
                      <a:pt x="48" y="0"/>
                    </a:moveTo>
                    <a:cubicBezTo>
                      <a:pt x="77" y="0"/>
                      <a:pt x="77" y="0"/>
                      <a:pt x="77" y="0"/>
                    </a:cubicBezTo>
                    <a:cubicBezTo>
                      <a:pt x="77" y="1"/>
                      <a:pt x="78" y="1"/>
                      <a:pt x="78" y="2"/>
                    </a:cubicBezTo>
                    <a:cubicBezTo>
                      <a:pt x="81" y="9"/>
                      <a:pt x="80" y="14"/>
                      <a:pt x="78" y="18"/>
                    </a:cubicBezTo>
                    <a:cubicBezTo>
                      <a:pt x="52" y="18"/>
                      <a:pt x="52" y="18"/>
                      <a:pt x="52" y="18"/>
                    </a:cubicBezTo>
                    <a:cubicBezTo>
                      <a:pt x="52" y="14"/>
                      <a:pt x="52" y="11"/>
                      <a:pt x="50" y="6"/>
                    </a:cubicBezTo>
                    <a:cubicBezTo>
                      <a:pt x="50" y="4"/>
                      <a:pt x="49" y="2"/>
                      <a:pt x="48"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2" name="Freeform 189"/>
              <p:cNvSpPr>
                <a:spLocks noEditPoints="1"/>
              </p:cNvSpPr>
              <p:nvPr/>
            </p:nvSpPr>
            <p:spPr bwMode="auto">
              <a:xfrm>
                <a:off x="2348" y="1667"/>
                <a:ext cx="153" cy="34"/>
              </a:xfrm>
              <a:custGeom>
                <a:avLst/>
                <a:gdLst>
                  <a:gd name="T0" fmla="*/ 0 w 80"/>
                  <a:gd name="T1" fmla="*/ 0 h 18"/>
                  <a:gd name="T2" fmla="*/ 33 w 80"/>
                  <a:gd name="T3" fmla="*/ 0 h 18"/>
                  <a:gd name="T4" fmla="*/ 35 w 80"/>
                  <a:gd name="T5" fmla="*/ 8 h 18"/>
                  <a:gd name="T6" fmla="*/ 35 w 80"/>
                  <a:gd name="T7" fmla="*/ 18 h 18"/>
                  <a:gd name="T8" fmla="*/ 8 w 80"/>
                  <a:gd name="T9" fmla="*/ 18 h 18"/>
                  <a:gd name="T10" fmla="*/ 5 w 80"/>
                  <a:gd name="T11" fmla="*/ 8 h 18"/>
                  <a:gd name="T12" fmla="*/ 0 w 80"/>
                  <a:gd name="T13" fmla="*/ 0 h 18"/>
                  <a:gd name="T14" fmla="*/ 48 w 80"/>
                  <a:gd name="T15" fmla="*/ 0 h 18"/>
                  <a:gd name="T16" fmla="*/ 76 w 80"/>
                  <a:gd name="T17" fmla="*/ 0 h 18"/>
                  <a:gd name="T18" fmla="*/ 77 w 80"/>
                  <a:gd name="T19" fmla="*/ 1 h 18"/>
                  <a:gd name="T20" fmla="*/ 77 w 80"/>
                  <a:gd name="T21" fmla="*/ 18 h 18"/>
                  <a:gd name="T22" fmla="*/ 51 w 80"/>
                  <a:gd name="T23" fmla="*/ 18 h 18"/>
                  <a:gd name="T24" fmla="*/ 49 w 80"/>
                  <a:gd name="T25" fmla="*/ 5 h 18"/>
                  <a:gd name="T26" fmla="*/ 48 w 80"/>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0" h="18">
                    <a:moveTo>
                      <a:pt x="0" y="0"/>
                    </a:moveTo>
                    <a:cubicBezTo>
                      <a:pt x="33" y="0"/>
                      <a:pt x="33" y="0"/>
                      <a:pt x="33" y="0"/>
                    </a:cubicBezTo>
                    <a:cubicBezTo>
                      <a:pt x="34" y="3"/>
                      <a:pt x="34" y="6"/>
                      <a:pt x="35" y="8"/>
                    </a:cubicBezTo>
                    <a:cubicBezTo>
                      <a:pt x="36" y="12"/>
                      <a:pt x="36" y="15"/>
                      <a:pt x="35" y="18"/>
                    </a:cubicBezTo>
                    <a:cubicBezTo>
                      <a:pt x="8" y="18"/>
                      <a:pt x="8" y="18"/>
                      <a:pt x="8" y="18"/>
                    </a:cubicBezTo>
                    <a:cubicBezTo>
                      <a:pt x="7" y="14"/>
                      <a:pt x="6" y="11"/>
                      <a:pt x="5" y="8"/>
                    </a:cubicBezTo>
                    <a:cubicBezTo>
                      <a:pt x="3" y="6"/>
                      <a:pt x="1" y="3"/>
                      <a:pt x="0" y="0"/>
                    </a:cubicBezTo>
                    <a:close/>
                    <a:moveTo>
                      <a:pt x="48" y="0"/>
                    </a:moveTo>
                    <a:cubicBezTo>
                      <a:pt x="76" y="0"/>
                      <a:pt x="76" y="0"/>
                      <a:pt x="76" y="0"/>
                    </a:cubicBezTo>
                    <a:cubicBezTo>
                      <a:pt x="77" y="0"/>
                      <a:pt x="77" y="1"/>
                      <a:pt x="77" y="1"/>
                    </a:cubicBezTo>
                    <a:cubicBezTo>
                      <a:pt x="80" y="8"/>
                      <a:pt x="78" y="14"/>
                      <a:pt x="77" y="18"/>
                    </a:cubicBezTo>
                    <a:cubicBezTo>
                      <a:pt x="51" y="18"/>
                      <a:pt x="51" y="18"/>
                      <a:pt x="51" y="18"/>
                    </a:cubicBezTo>
                    <a:cubicBezTo>
                      <a:pt x="51" y="14"/>
                      <a:pt x="51" y="10"/>
                      <a:pt x="49" y="5"/>
                    </a:cubicBezTo>
                    <a:cubicBezTo>
                      <a:pt x="49" y="3"/>
                      <a:pt x="48" y="2"/>
                      <a:pt x="48"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3" name="Freeform 190"/>
              <p:cNvSpPr>
                <a:spLocks noEditPoints="1"/>
              </p:cNvSpPr>
              <p:nvPr/>
            </p:nvSpPr>
            <p:spPr bwMode="auto">
              <a:xfrm>
                <a:off x="2350" y="1669"/>
                <a:ext cx="153" cy="36"/>
              </a:xfrm>
              <a:custGeom>
                <a:avLst/>
                <a:gdLst>
                  <a:gd name="T0" fmla="*/ 0 w 80"/>
                  <a:gd name="T1" fmla="*/ 0 h 19"/>
                  <a:gd name="T2" fmla="*/ 32 w 80"/>
                  <a:gd name="T3" fmla="*/ 0 h 19"/>
                  <a:gd name="T4" fmla="*/ 34 w 80"/>
                  <a:gd name="T5" fmla="*/ 7 h 19"/>
                  <a:gd name="T6" fmla="*/ 34 w 80"/>
                  <a:gd name="T7" fmla="*/ 19 h 19"/>
                  <a:gd name="T8" fmla="*/ 7 w 80"/>
                  <a:gd name="T9" fmla="*/ 19 h 19"/>
                  <a:gd name="T10" fmla="*/ 4 w 80"/>
                  <a:gd name="T11" fmla="*/ 7 h 19"/>
                  <a:gd name="T12" fmla="*/ 0 w 80"/>
                  <a:gd name="T13" fmla="*/ 0 h 19"/>
                  <a:gd name="T14" fmla="*/ 47 w 80"/>
                  <a:gd name="T15" fmla="*/ 0 h 19"/>
                  <a:gd name="T16" fmla="*/ 76 w 80"/>
                  <a:gd name="T17" fmla="*/ 0 h 19"/>
                  <a:gd name="T18" fmla="*/ 76 w 80"/>
                  <a:gd name="T19" fmla="*/ 0 h 19"/>
                  <a:gd name="T20" fmla="*/ 75 w 80"/>
                  <a:gd name="T21" fmla="*/ 19 h 19"/>
                  <a:gd name="T22" fmla="*/ 50 w 80"/>
                  <a:gd name="T23" fmla="*/ 19 h 19"/>
                  <a:gd name="T24" fmla="*/ 48 w 80"/>
                  <a:gd name="T25" fmla="*/ 4 h 19"/>
                  <a:gd name="T26" fmla="*/ 47 w 8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0" h="19">
                    <a:moveTo>
                      <a:pt x="0" y="0"/>
                    </a:moveTo>
                    <a:cubicBezTo>
                      <a:pt x="32" y="0"/>
                      <a:pt x="32" y="0"/>
                      <a:pt x="32" y="0"/>
                    </a:cubicBezTo>
                    <a:cubicBezTo>
                      <a:pt x="33" y="3"/>
                      <a:pt x="33" y="5"/>
                      <a:pt x="34" y="7"/>
                    </a:cubicBezTo>
                    <a:cubicBezTo>
                      <a:pt x="35" y="11"/>
                      <a:pt x="35" y="15"/>
                      <a:pt x="34" y="19"/>
                    </a:cubicBezTo>
                    <a:cubicBezTo>
                      <a:pt x="7" y="19"/>
                      <a:pt x="7" y="19"/>
                      <a:pt x="7" y="19"/>
                    </a:cubicBezTo>
                    <a:cubicBezTo>
                      <a:pt x="7" y="14"/>
                      <a:pt x="5" y="10"/>
                      <a:pt x="4" y="7"/>
                    </a:cubicBezTo>
                    <a:cubicBezTo>
                      <a:pt x="2" y="5"/>
                      <a:pt x="1" y="3"/>
                      <a:pt x="0" y="0"/>
                    </a:cubicBezTo>
                    <a:close/>
                    <a:moveTo>
                      <a:pt x="47" y="0"/>
                    </a:moveTo>
                    <a:cubicBezTo>
                      <a:pt x="76" y="0"/>
                      <a:pt x="76" y="0"/>
                      <a:pt x="76" y="0"/>
                    </a:cubicBezTo>
                    <a:cubicBezTo>
                      <a:pt x="76" y="0"/>
                      <a:pt x="76" y="0"/>
                      <a:pt x="76" y="0"/>
                    </a:cubicBezTo>
                    <a:cubicBezTo>
                      <a:pt x="80" y="8"/>
                      <a:pt x="77" y="15"/>
                      <a:pt x="75" y="19"/>
                    </a:cubicBezTo>
                    <a:cubicBezTo>
                      <a:pt x="50" y="19"/>
                      <a:pt x="50" y="19"/>
                      <a:pt x="50" y="19"/>
                    </a:cubicBezTo>
                    <a:cubicBezTo>
                      <a:pt x="50" y="14"/>
                      <a:pt x="50" y="10"/>
                      <a:pt x="48" y="4"/>
                    </a:cubicBezTo>
                    <a:cubicBezTo>
                      <a:pt x="48" y="3"/>
                      <a:pt x="48" y="2"/>
                      <a:pt x="47" y="0"/>
                    </a:cubicBezTo>
                    <a:close/>
                  </a:path>
                </a:pathLst>
              </a:custGeom>
              <a:solidFill>
                <a:srgbClr val="E3E2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4" name="Freeform 191"/>
              <p:cNvSpPr>
                <a:spLocks noEditPoints="1"/>
              </p:cNvSpPr>
              <p:nvPr/>
            </p:nvSpPr>
            <p:spPr bwMode="auto">
              <a:xfrm>
                <a:off x="2350" y="1673"/>
                <a:ext cx="153" cy="34"/>
              </a:xfrm>
              <a:custGeom>
                <a:avLst/>
                <a:gdLst>
                  <a:gd name="T0" fmla="*/ 0 w 80"/>
                  <a:gd name="T1" fmla="*/ 0 h 18"/>
                  <a:gd name="T2" fmla="*/ 32 w 80"/>
                  <a:gd name="T3" fmla="*/ 0 h 18"/>
                  <a:gd name="T4" fmla="*/ 34 w 80"/>
                  <a:gd name="T5" fmla="*/ 5 h 18"/>
                  <a:gd name="T6" fmla="*/ 34 w 80"/>
                  <a:gd name="T7" fmla="*/ 18 h 18"/>
                  <a:gd name="T8" fmla="*/ 7 w 80"/>
                  <a:gd name="T9" fmla="*/ 18 h 18"/>
                  <a:gd name="T10" fmla="*/ 4 w 80"/>
                  <a:gd name="T11" fmla="*/ 5 h 18"/>
                  <a:gd name="T12" fmla="*/ 0 w 80"/>
                  <a:gd name="T13" fmla="*/ 0 h 18"/>
                  <a:gd name="T14" fmla="*/ 48 w 80"/>
                  <a:gd name="T15" fmla="*/ 0 h 18"/>
                  <a:gd name="T16" fmla="*/ 77 w 80"/>
                  <a:gd name="T17" fmla="*/ 0 h 18"/>
                  <a:gd name="T18" fmla="*/ 75 w 80"/>
                  <a:gd name="T19" fmla="*/ 17 h 18"/>
                  <a:gd name="T20" fmla="*/ 75 w 80"/>
                  <a:gd name="T21" fmla="*/ 18 h 18"/>
                  <a:gd name="T22" fmla="*/ 50 w 80"/>
                  <a:gd name="T23" fmla="*/ 18 h 18"/>
                  <a:gd name="T24" fmla="*/ 48 w 80"/>
                  <a:gd name="T25" fmla="*/ 2 h 18"/>
                  <a:gd name="T26" fmla="*/ 48 w 80"/>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0" h="18">
                    <a:moveTo>
                      <a:pt x="0" y="0"/>
                    </a:moveTo>
                    <a:cubicBezTo>
                      <a:pt x="32" y="0"/>
                      <a:pt x="32" y="0"/>
                      <a:pt x="32" y="0"/>
                    </a:cubicBezTo>
                    <a:cubicBezTo>
                      <a:pt x="33" y="1"/>
                      <a:pt x="34" y="3"/>
                      <a:pt x="34" y="5"/>
                    </a:cubicBezTo>
                    <a:cubicBezTo>
                      <a:pt x="35" y="9"/>
                      <a:pt x="35" y="14"/>
                      <a:pt x="34" y="18"/>
                    </a:cubicBezTo>
                    <a:cubicBezTo>
                      <a:pt x="7" y="18"/>
                      <a:pt x="7" y="18"/>
                      <a:pt x="7" y="18"/>
                    </a:cubicBezTo>
                    <a:cubicBezTo>
                      <a:pt x="7" y="13"/>
                      <a:pt x="6" y="9"/>
                      <a:pt x="4" y="5"/>
                    </a:cubicBezTo>
                    <a:cubicBezTo>
                      <a:pt x="2" y="4"/>
                      <a:pt x="1" y="2"/>
                      <a:pt x="0" y="0"/>
                    </a:cubicBezTo>
                    <a:close/>
                    <a:moveTo>
                      <a:pt x="48" y="0"/>
                    </a:moveTo>
                    <a:cubicBezTo>
                      <a:pt x="77" y="0"/>
                      <a:pt x="77" y="0"/>
                      <a:pt x="77" y="0"/>
                    </a:cubicBezTo>
                    <a:cubicBezTo>
                      <a:pt x="80" y="7"/>
                      <a:pt x="76" y="14"/>
                      <a:pt x="75" y="17"/>
                    </a:cubicBezTo>
                    <a:cubicBezTo>
                      <a:pt x="75" y="17"/>
                      <a:pt x="75" y="18"/>
                      <a:pt x="75" y="18"/>
                    </a:cubicBezTo>
                    <a:cubicBezTo>
                      <a:pt x="50" y="18"/>
                      <a:pt x="50" y="18"/>
                      <a:pt x="50" y="18"/>
                    </a:cubicBezTo>
                    <a:cubicBezTo>
                      <a:pt x="50" y="13"/>
                      <a:pt x="50" y="8"/>
                      <a:pt x="48" y="2"/>
                    </a:cubicBezTo>
                    <a:cubicBezTo>
                      <a:pt x="48" y="1"/>
                      <a:pt x="48" y="0"/>
                      <a:pt x="48" y="0"/>
                    </a:cubicBezTo>
                    <a:close/>
                  </a:path>
                </a:pathLst>
              </a:custGeom>
              <a:solidFill>
                <a:srgbClr val="E4E4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5" name="Freeform 192"/>
              <p:cNvSpPr>
                <a:spLocks noEditPoints="1"/>
              </p:cNvSpPr>
              <p:nvPr/>
            </p:nvSpPr>
            <p:spPr bwMode="auto">
              <a:xfrm>
                <a:off x="2352" y="1674"/>
                <a:ext cx="149" cy="35"/>
              </a:xfrm>
              <a:custGeom>
                <a:avLst/>
                <a:gdLst>
                  <a:gd name="T0" fmla="*/ 0 w 78"/>
                  <a:gd name="T1" fmla="*/ 0 h 18"/>
                  <a:gd name="T2" fmla="*/ 32 w 78"/>
                  <a:gd name="T3" fmla="*/ 0 h 18"/>
                  <a:gd name="T4" fmla="*/ 33 w 78"/>
                  <a:gd name="T5" fmla="*/ 4 h 18"/>
                  <a:gd name="T6" fmla="*/ 32 w 78"/>
                  <a:gd name="T7" fmla="*/ 18 h 18"/>
                  <a:gd name="T8" fmla="*/ 6 w 78"/>
                  <a:gd name="T9" fmla="*/ 18 h 18"/>
                  <a:gd name="T10" fmla="*/ 3 w 78"/>
                  <a:gd name="T11" fmla="*/ 4 h 18"/>
                  <a:gd name="T12" fmla="*/ 0 w 78"/>
                  <a:gd name="T13" fmla="*/ 0 h 18"/>
                  <a:gd name="T14" fmla="*/ 47 w 78"/>
                  <a:gd name="T15" fmla="*/ 0 h 18"/>
                  <a:gd name="T16" fmla="*/ 76 w 78"/>
                  <a:gd name="T17" fmla="*/ 0 h 18"/>
                  <a:gd name="T18" fmla="*/ 74 w 78"/>
                  <a:gd name="T19" fmla="*/ 16 h 18"/>
                  <a:gd name="T20" fmla="*/ 73 w 78"/>
                  <a:gd name="T21" fmla="*/ 18 h 18"/>
                  <a:gd name="T22" fmla="*/ 50 w 78"/>
                  <a:gd name="T23" fmla="*/ 18 h 18"/>
                  <a:gd name="T24" fmla="*/ 47 w 78"/>
                  <a:gd name="T25" fmla="*/ 1 h 18"/>
                  <a:gd name="T26" fmla="*/ 47 w 7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8" h="18">
                    <a:moveTo>
                      <a:pt x="0" y="0"/>
                    </a:moveTo>
                    <a:cubicBezTo>
                      <a:pt x="32" y="0"/>
                      <a:pt x="32" y="0"/>
                      <a:pt x="32" y="0"/>
                    </a:cubicBezTo>
                    <a:cubicBezTo>
                      <a:pt x="32" y="1"/>
                      <a:pt x="33" y="3"/>
                      <a:pt x="33" y="4"/>
                    </a:cubicBezTo>
                    <a:cubicBezTo>
                      <a:pt x="34" y="9"/>
                      <a:pt x="34" y="14"/>
                      <a:pt x="32" y="18"/>
                    </a:cubicBezTo>
                    <a:cubicBezTo>
                      <a:pt x="6" y="18"/>
                      <a:pt x="6" y="18"/>
                      <a:pt x="6" y="18"/>
                    </a:cubicBezTo>
                    <a:cubicBezTo>
                      <a:pt x="6" y="13"/>
                      <a:pt x="5" y="8"/>
                      <a:pt x="3" y="4"/>
                    </a:cubicBezTo>
                    <a:cubicBezTo>
                      <a:pt x="2" y="3"/>
                      <a:pt x="1" y="1"/>
                      <a:pt x="0" y="0"/>
                    </a:cubicBezTo>
                    <a:close/>
                    <a:moveTo>
                      <a:pt x="47" y="0"/>
                    </a:moveTo>
                    <a:cubicBezTo>
                      <a:pt x="76" y="0"/>
                      <a:pt x="76" y="0"/>
                      <a:pt x="76" y="0"/>
                    </a:cubicBezTo>
                    <a:cubicBezTo>
                      <a:pt x="78" y="7"/>
                      <a:pt x="75" y="13"/>
                      <a:pt x="74" y="16"/>
                    </a:cubicBezTo>
                    <a:cubicBezTo>
                      <a:pt x="74" y="17"/>
                      <a:pt x="74" y="17"/>
                      <a:pt x="73" y="18"/>
                    </a:cubicBezTo>
                    <a:cubicBezTo>
                      <a:pt x="50" y="18"/>
                      <a:pt x="50" y="18"/>
                      <a:pt x="50" y="18"/>
                    </a:cubicBezTo>
                    <a:cubicBezTo>
                      <a:pt x="49" y="13"/>
                      <a:pt x="49" y="8"/>
                      <a:pt x="47" y="1"/>
                    </a:cubicBezTo>
                    <a:cubicBezTo>
                      <a:pt x="47" y="1"/>
                      <a:pt x="47" y="0"/>
                      <a:pt x="47"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6" name="Freeform 193"/>
              <p:cNvSpPr>
                <a:spLocks noEditPoints="1"/>
              </p:cNvSpPr>
              <p:nvPr/>
            </p:nvSpPr>
            <p:spPr bwMode="auto">
              <a:xfrm>
                <a:off x="2354" y="1676"/>
                <a:ext cx="147" cy="35"/>
              </a:xfrm>
              <a:custGeom>
                <a:avLst/>
                <a:gdLst>
                  <a:gd name="T0" fmla="*/ 0 w 77"/>
                  <a:gd name="T1" fmla="*/ 0 h 18"/>
                  <a:gd name="T2" fmla="*/ 31 w 77"/>
                  <a:gd name="T3" fmla="*/ 0 h 18"/>
                  <a:gd name="T4" fmla="*/ 32 w 77"/>
                  <a:gd name="T5" fmla="*/ 3 h 18"/>
                  <a:gd name="T6" fmla="*/ 31 w 77"/>
                  <a:gd name="T7" fmla="*/ 18 h 18"/>
                  <a:gd name="T8" fmla="*/ 5 w 77"/>
                  <a:gd name="T9" fmla="*/ 18 h 18"/>
                  <a:gd name="T10" fmla="*/ 2 w 77"/>
                  <a:gd name="T11" fmla="*/ 3 h 18"/>
                  <a:gd name="T12" fmla="*/ 0 w 77"/>
                  <a:gd name="T13" fmla="*/ 0 h 18"/>
                  <a:gd name="T14" fmla="*/ 46 w 77"/>
                  <a:gd name="T15" fmla="*/ 0 h 18"/>
                  <a:gd name="T16" fmla="*/ 75 w 77"/>
                  <a:gd name="T17" fmla="*/ 0 h 18"/>
                  <a:gd name="T18" fmla="*/ 73 w 77"/>
                  <a:gd name="T19" fmla="*/ 15 h 18"/>
                  <a:gd name="T20" fmla="*/ 72 w 77"/>
                  <a:gd name="T21" fmla="*/ 18 h 18"/>
                  <a:gd name="T22" fmla="*/ 49 w 77"/>
                  <a:gd name="T23" fmla="*/ 18 h 18"/>
                  <a:gd name="T24" fmla="*/ 46 w 7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18">
                    <a:moveTo>
                      <a:pt x="0" y="0"/>
                    </a:moveTo>
                    <a:cubicBezTo>
                      <a:pt x="31" y="0"/>
                      <a:pt x="31" y="0"/>
                      <a:pt x="31" y="0"/>
                    </a:cubicBezTo>
                    <a:cubicBezTo>
                      <a:pt x="32" y="1"/>
                      <a:pt x="32" y="2"/>
                      <a:pt x="32" y="3"/>
                    </a:cubicBezTo>
                    <a:cubicBezTo>
                      <a:pt x="34" y="8"/>
                      <a:pt x="32" y="14"/>
                      <a:pt x="31" y="18"/>
                    </a:cubicBezTo>
                    <a:cubicBezTo>
                      <a:pt x="5" y="18"/>
                      <a:pt x="5" y="18"/>
                      <a:pt x="5" y="18"/>
                    </a:cubicBezTo>
                    <a:cubicBezTo>
                      <a:pt x="5" y="12"/>
                      <a:pt x="4" y="7"/>
                      <a:pt x="2" y="3"/>
                    </a:cubicBezTo>
                    <a:cubicBezTo>
                      <a:pt x="1" y="2"/>
                      <a:pt x="0" y="1"/>
                      <a:pt x="0" y="0"/>
                    </a:cubicBezTo>
                    <a:close/>
                    <a:moveTo>
                      <a:pt x="46" y="0"/>
                    </a:moveTo>
                    <a:cubicBezTo>
                      <a:pt x="75" y="0"/>
                      <a:pt x="75" y="0"/>
                      <a:pt x="75" y="0"/>
                    </a:cubicBezTo>
                    <a:cubicBezTo>
                      <a:pt x="77" y="7"/>
                      <a:pt x="74" y="12"/>
                      <a:pt x="73" y="15"/>
                    </a:cubicBezTo>
                    <a:cubicBezTo>
                      <a:pt x="73" y="16"/>
                      <a:pt x="72" y="17"/>
                      <a:pt x="72" y="18"/>
                    </a:cubicBezTo>
                    <a:cubicBezTo>
                      <a:pt x="49" y="18"/>
                      <a:pt x="49" y="18"/>
                      <a:pt x="49" y="18"/>
                    </a:cubicBezTo>
                    <a:cubicBezTo>
                      <a:pt x="48" y="12"/>
                      <a:pt x="48" y="7"/>
                      <a:pt x="46"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7" name="Freeform 194"/>
              <p:cNvSpPr>
                <a:spLocks noEditPoints="1"/>
              </p:cNvSpPr>
              <p:nvPr/>
            </p:nvSpPr>
            <p:spPr bwMode="auto">
              <a:xfrm>
                <a:off x="2354" y="1678"/>
                <a:ext cx="147" cy="37"/>
              </a:xfrm>
              <a:custGeom>
                <a:avLst/>
                <a:gdLst>
                  <a:gd name="T0" fmla="*/ 0 w 77"/>
                  <a:gd name="T1" fmla="*/ 0 h 19"/>
                  <a:gd name="T2" fmla="*/ 32 w 77"/>
                  <a:gd name="T3" fmla="*/ 0 h 19"/>
                  <a:gd name="T4" fmla="*/ 32 w 77"/>
                  <a:gd name="T5" fmla="*/ 2 h 19"/>
                  <a:gd name="T6" fmla="*/ 30 w 77"/>
                  <a:gd name="T7" fmla="*/ 19 h 19"/>
                  <a:gd name="T8" fmla="*/ 5 w 77"/>
                  <a:gd name="T9" fmla="*/ 19 h 19"/>
                  <a:gd name="T10" fmla="*/ 2 w 77"/>
                  <a:gd name="T11" fmla="*/ 2 h 19"/>
                  <a:gd name="T12" fmla="*/ 0 w 77"/>
                  <a:gd name="T13" fmla="*/ 0 h 19"/>
                  <a:gd name="T14" fmla="*/ 47 w 77"/>
                  <a:gd name="T15" fmla="*/ 0 h 19"/>
                  <a:gd name="T16" fmla="*/ 76 w 77"/>
                  <a:gd name="T17" fmla="*/ 0 h 19"/>
                  <a:gd name="T18" fmla="*/ 73 w 77"/>
                  <a:gd name="T19" fmla="*/ 14 h 19"/>
                  <a:gd name="T20" fmla="*/ 72 w 77"/>
                  <a:gd name="T21" fmla="*/ 19 h 19"/>
                  <a:gd name="T22" fmla="*/ 49 w 77"/>
                  <a:gd name="T23" fmla="*/ 19 h 19"/>
                  <a:gd name="T24" fmla="*/ 47 w 77"/>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19">
                    <a:moveTo>
                      <a:pt x="0" y="0"/>
                    </a:moveTo>
                    <a:cubicBezTo>
                      <a:pt x="32" y="0"/>
                      <a:pt x="32" y="0"/>
                      <a:pt x="32" y="0"/>
                    </a:cubicBezTo>
                    <a:cubicBezTo>
                      <a:pt x="32" y="2"/>
                      <a:pt x="32" y="2"/>
                      <a:pt x="32" y="2"/>
                    </a:cubicBezTo>
                    <a:cubicBezTo>
                      <a:pt x="34" y="8"/>
                      <a:pt x="32" y="14"/>
                      <a:pt x="30" y="19"/>
                    </a:cubicBezTo>
                    <a:cubicBezTo>
                      <a:pt x="5" y="19"/>
                      <a:pt x="5" y="19"/>
                      <a:pt x="5" y="19"/>
                    </a:cubicBezTo>
                    <a:cubicBezTo>
                      <a:pt x="5" y="12"/>
                      <a:pt x="4" y="6"/>
                      <a:pt x="2" y="2"/>
                    </a:cubicBezTo>
                    <a:cubicBezTo>
                      <a:pt x="1" y="2"/>
                      <a:pt x="1" y="1"/>
                      <a:pt x="0" y="0"/>
                    </a:cubicBezTo>
                    <a:close/>
                    <a:moveTo>
                      <a:pt x="47" y="0"/>
                    </a:moveTo>
                    <a:cubicBezTo>
                      <a:pt x="76" y="0"/>
                      <a:pt x="76" y="0"/>
                      <a:pt x="76" y="0"/>
                    </a:cubicBezTo>
                    <a:cubicBezTo>
                      <a:pt x="77" y="6"/>
                      <a:pt x="74" y="11"/>
                      <a:pt x="73" y="14"/>
                    </a:cubicBezTo>
                    <a:cubicBezTo>
                      <a:pt x="72" y="16"/>
                      <a:pt x="72" y="17"/>
                      <a:pt x="72" y="19"/>
                    </a:cubicBezTo>
                    <a:cubicBezTo>
                      <a:pt x="49" y="19"/>
                      <a:pt x="49" y="19"/>
                      <a:pt x="49" y="19"/>
                    </a:cubicBezTo>
                    <a:cubicBezTo>
                      <a:pt x="48" y="12"/>
                      <a:pt x="48" y="7"/>
                      <a:pt x="47"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8" name="Freeform 195"/>
              <p:cNvSpPr>
                <a:spLocks noEditPoints="1"/>
              </p:cNvSpPr>
              <p:nvPr/>
            </p:nvSpPr>
            <p:spPr bwMode="auto">
              <a:xfrm>
                <a:off x="2356" y="1682"/>
                <a:ext cx="143" cy="35"/>
              </a:xfrm>
              <a:custGeom>
                <a:avLst/>
                <a:gdLst>
                  <a:gd name="T0" fmla="*/ 0 w 75"/>
                  <a:gd name="T1" fmla="*/ 0 h 18"/>
                  <a:gd name="T2" fmla="*/ 31 w 75"/>
                  <a:gd name="T3" fmla="*/ 0 h 18"/>
                  <a:gd name="T4" fmla="*/ 31 w 75"/>
                  <a:gd name="T5" fmla="*/ 0 h 18"/>
                  <a:gd name="T6" fmla="*/ 28 w 75"/>
                  <a:gd name="T7" fmla="*/ 18 h 18"/>
                  <a:gd name="T8" fmla="*/ 4 w 75"/>
                  <a:gd name="T9" fmla="*/ 18 h 18"/>
                  <a:gd name="T10" fmla="*/ 1 w 75"/>
                  <a:gd name="T11" fmla="*/ 0 h 18"/>
                  <a:gd name="T12" fmla="*/ 0 w 75"/>
                  <a:gd name="T13" fmla="*/ 0 h 18"/>
                  <a:gd name="T14" fmla="*/ 46 w 75"/>
                  <a:gd name="T15" fmla="*/ 0 h 18"/>
                  <a:gd name="T16" fmla="*/ 75 w 75"/>
                  <a:gd name="T17" fmla="*/ 0 h 18"/>
                  <a:gd name="T18" fmla="*/ 72 w 75"/>
                  <a:gd name="T19" fmla="*/ 12 h 18"/>
                  <a:gd name="T20" fmla="*/ 71 w 75"/>
                  <a:gd name="T21" fmla="*/ 18 h 18"/>
                  <a:gd name="T22" fmla="*/ 48 w 75"/>
                  <a:gd name="T23" fmla="*/ 18 h 18"/>
                  <a:gd name="T24" fmla="*/ 46 w 75"/>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18">
                    <a:moveTo>
                      <a:pt x="0" y="0"/>
                    </a:moveTo>
                    <a:cubicBezTo>
                      <a:pt x="31" y="0"/>
                      <a:pt x="31" y="0"/>
                      <a:pt x="31" y="0"/>
                    </a:cubicBezTo>
                    <a:cubicBezTo>
                      <a:pt x="31" y="0"/>
                      <a:pt x="31" y="0"/>
                      <a:pt x="31" y="0"/>
                    </a:cubicBezTo>
                    <a:cubicBezTo>
                      <a:pt x="33" y="6"/>
                      <a:pt x="31" y="13"/>
                      <a:pt x="28" y="18"/>
                    </a:cubicBezTo>
                    <a:cubicBezTo>
                      <a:pt x="4" y="18"/>
                      <a:pt x="4" y="18"/>
                      <a:pt x="4" y="18"/>
                    </a:cubicBezTo>
                    <a:cubicBezTo>
                      <a:pt x="5" y="11"/>
                      <a:pt x="3" y="5"/>
                      <a:pt x="1" y="0"/>
                    </a:cubicBezTo>
                    <a:cubicBezTo>
                      <a:pt x="0" y="0"/>
                      <a:pt x="0" y="0"/>
                      <a:pt x="0" y="0"/>
                    </a:cubicBezTo>
                    <a:close/>
                    <a:moveTo>
                      <a:pt x="46" y="0"/>
                    </a:moveTo>
                    <a:cubicBezTo>
                      <a:pt x="75" y="0"/>
                      <a:pt x="75" y="0"/>
                      <a:pt x="75" y="0"/>
                    </a:cubicBezTo>
                    <a:cubicBezTo>
                      <a:pt x="75" y="5"/>
                      <a:pt x="73" y="10"/>
                      <a:pt x="72" y="12"/>
                    </a:cubicBezTo>
                    <a:cubicBezTo>
                      <a:pt x="71" y="14"/>
                      <a:pt x="71" y="16"/>
                      <a:pt x="71" y="18"/>
                    </a:cubicBezTo>
                    <a:cubicBezTo>
                      <a:pt x="48" y="18"/>
                      <a:pt x="48" y="18"/>
                      <a:pt x="48" y="18"/>
                    </a:cubicBezTo>
                    <a:cubicBezTo>
                      <a:pt x="47" y="12"/>
                      <a:pt x="47" y="6"/>
                      <a:pt x="46" y="0"/>
                    </a:cubicBezTo>
                    <a:close/>
                  </a:path>
                </a:pathLst>
              </a:custGeom>
              <a:solidFill>
                <a:srgbClr val="E9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9" name="Freeform 196"/>
              <p:cNvSpPr>
                <a:spLocks noEditPoints="1"/>
              </p:cNvSpPr>
              <p:nvPr/>
            </p:nvSpPr>
            <p:spPr bwMode="auto">
              <a:xfrm>
                <a:off x="2358" y="1684"/>
                <a:ext cx="141" cy="35"/>
              </a:xfrm>
              <a:custGeom>
                <a:avLst/>
                <a:gdLst>
                  <a:gd name="T0" fmla="*/ 0 w 74"/>
                  <a:gd name="T1" fmla="*/ 0 h 18"/>
                  <a:gd name="T2" fmla="*/ 30 w 74"/>
                  <a:gd name="T3" fmla="*/ 0 h 18"/>
                  <a:gd name="T4" fmla="*/ 27 w 74"/>
                  <a:gd name="T5" fmla="*/ 18 h 18"/>
                  <a:gd name="T6" fmla="*/ 3 w 74"/>
                  <a:gd name="T7" fmla="*/ 18 h 18"/>
                  <a:gd name="T8" fmla="*/ 0 w 74"/>
                  <a:gd name="T9" fmla="*/ 0 h 18"/>
                  <a:gd name="T10" fmla="*/ 45 w 74"/>
                  <a:gd name="T11" fmla="*/ 0 h 18"/>
                  <a:gd name="T12" fmla="*/ 74 w 74"/>
                  <a:gd name="T13" fmla="*/ 0 h 18"/>
                  <a:gd name="T14" fmla="*/ 71 w 74"/>
                  <a:gd name="T15" fmla="*/ 11 h 18"/>
                  <a:gd name="T16" fmla="*/ 70 w 74"/>
                  <a:gd name="T17" fmla="*/ 18 h 18"/>
                  <a:gd name="T18" fmla="*/ 47 w 74"/>
                  <a:gd name="T19" fmla="*/ 18 h 18"/>
                  <a:gd name="T20" fmla="*/ 45 w 74"/>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18">
                    <a:moveTo>
                      <a:pt x="0" y="0"/>
                    </a:moveTo>
                    <a:cubicBezTo>
                      <a:pt x="30" y="0"/>
                      <a:pt x="30" y="0"/>
                      <a:pt x="30" y="0"/>
                    </a:cubicBezTo>
                    <a:cubicBezTo>
                      <a:pt x="32" y="6"/>
                      <a:pt x="29" y="14"/>
                      <a:pt x="27" y="18"/>
                    </a:cubicBezTo>
                    <a:cubicBezTo>
                      <a:pt x="3" y="18"/>
                      <a:pt x="3" y="18"/>
                      <a:pt x="3" y="18"/>
                    </a:cubicBezTo>
                    <a:cubicBezTo>
                      <a:pt x="4" y="11"/>
                      <a:pt x="2" y="4"/>
                      <a:pt x="0" y="0"/>
                    </a:cubicBezTo>
                    <a:close/>
                    <a:moveTo>
                      <a:pt x="45" y="0"/>
                    </a:moveTo>
                    <a:cubicBezTo>
                      <a:pt x="74" y="0"/>
                      <a:pt x="74" y="0"/>
                      <a:pt x="74" y="0"/>
                    </a:cubicBezTo>
                    <a:cubicBezTo>
                      <a:pt x="74" y="5"/>
                      <a:pt x="72" y="9"/>
                      <a:pt x="71" y="11"/>
                    </a:cubicBezTo>
                    <a:cubicBezTo>
                      <a:pt x="70" y="13"/>
                      <a:pt x="70" y="15"/>
                      <a:pt x="70" y="18"/>
                    </a:cubicBezTo>
                    <a:cubicBezTo>
                      <a:pt x="47" y="18"/>
                      <a:pt x="47" y="18"/>
                      <a:pt x="47" y="18"/>
                    </a:cubicBezTo>
                    <a:cubicBezTo>
                      <a:pt x="46" y="12"/>
                      <a:pt x="46" y="6"/>
                      <a:pt x="45"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70" name="Freeform 197"/>
              <p:cNvSpPr>
                <a:spLocks noEditPoints="1"/>
              </p:cNvSpPr>
              <p:nvPr/>
            </p:nvSpPr>
            <p:spPr bwMode="auto">
              <a:xfrm>
                <a:off x="2360" y="1686"/>
                <a:ext cx="139" cy="34"/>
              </a:xfrm>
              <a:custGeom>
                <a:avLst/>
                <a:gdLst>
                  <a:gd name="T0" fmla="*/ 0 w 73"/>
                  <a:gd name="T1" fmla="*/ 0 h 18"/>
                  <a:gd name="T2" fmla="*/ 30 w 73"/>
                  <a:gd name="T3" fmla="*/ 0 h 18"/>
                  <a:gd name="T4" fmla="*/ 25 w 73"/>
                  <a:gd name="T5" fmla="*/ 18 h 18"/>
                  <a:gd name="T6" fmla="*/ 2 w 73"/>
                  <a:gd name="T7" fmla="*/ 18 h 18"/>
                  <a:gd name="T8" fmla="*/ 0 w 73"/>
                  <a:gd name="T9" fmla="*/ 0 h 18"/>
                  <a:gd name="T10" fmla="*/ 44 w 73"/>
                  <a:gd name="T11" fmla="*/ 0 h 18"/>
                  <a:gd name="T12" fmla="*/ 73 w 73"/>
                  <a:gd name="T13" fmla="*/ 0 h 18"/>
                  <a:gd name="T14" fmla="*/ 70 w 73"/>
                  <a:gd name="T15" fmla="*/ 10 h 18"/>
                  <a:gd name="T16" fmla="*/ 69 w 73"/>
                  <a:gd name="T17" fmla="*/ 18 h 18"/>
                  <a:gd name="T18" fmla="*/ 47 w 73"/>
                  <a:gd name="T19" fmla="*/ 18 h 18"/>
                  <a:gd name="T20" fmla="*/ 44 w 73"/>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8">
                    <a:moveTo>
                      <a:pt x="0" y="0"/>
                    </a:moveTo>
                    <a:cubicBezTo>
                      <a:pt x="30" y="0"/>
                      <a:pt x="30" y="0"/>
                      <a:pt x="30" y="0"/>
                    </a:cubicBezTo>
                    <a:cubicBezTo>
                      <a:pt x="31" y="7"/>
                      <a:pt x="28" y="15"/>
                      <a:pt x="25" y="18"/>
                    </a:cubicBezTo>
                    <a:cubicBezTo>
                      <a:pt x="2" y="18"/>
                      <a:pt x="2" y="18"/>
                      <a:pt x="2" y="18"/>
                    </a:cubicBezTo>
                    <a:cubicBezTo>
                      <a:pt x="3" y="11"/>
                      <a:pt x="2" y="5"/>
                      <a:pt x="0" y="0"/>
                    </a:cubicBezTo>
                    <a:close/>
                    <a:moveTo>
                      <a:pt x="44" y="0"/>
                    </a:moveTo>
                    <a:cubicBezTo>
                      <a:pt x="73" y="0"/>
                      <a:pt x="73" y="0"/>
                      <a:pt x="73" y="0"/>
                    </a:cubicBezTo>
                    <a:cubicBezTo>
                      <a:pt x="73" y="5"/>
                      <a:pt x="71" y="8"/>
                      <a:pt x="70" y="10"/>
                    </a:cubicBezTo>
                    <a:cubicBezTo>
                      <a:pt x="69" y="13"/>
                      <a:pt x="69" y="15"/>
                      <a:pt x="69" y="18"/>
                    </a:cubicBezTo>
                    <a:cubicBezTo>
                      <a:pt x="47" y="18"/>
                      <a:pt x="47" y="18"/>
                      <a:pt x="47" y="18"/>
                    </a:cubicBezTo>
                    <a:cubicBezTo>
                      <a:pt x="45" y="12"/>
                      <a:pt x="45" y="6"/>
                      <a:pt x="44" y="0"/>
                    </a:cubicBezTo>
                    <a:close/>
                  </a:path>
                </a:pathLst>
              </a:custGeom>
              <a:solidFill>
                <a:srgbClr val="ECEB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71" name="Freeform 198"/>
              <p:cNvSpPr>
                <a:spLocks noEditPoints="1"/>
              </p:cNvSpPr>
              <p:nvPr/>
            </p:nvSpPr>
            <p:spPr bwMode="auto">
              <a:xfrm>
                <a:off x="2360" y="1688"/>
                <a:ext cx="139" cy="36"/>
              </a:xfrm>
              <a:custGeom>
                <a:avLst/>
                <a:gdLst>
                  <a:gd name="T0" fmla="*/ 0 w 73"/>
                  <a:gd name="T1" fmla="*/ 0 h 19"/>
                  <a:gd name="T2" fmla="*/ 30 w 73"/>
                  <a:gd name="T3" fmla="*/ 0 h 19"/>
                  <a:gd name="T4" fmla="*/ 24 w 73"/>
                  <a:gd name="T5" fmla="*/ 19 h 19"/>
                  <a:gd name="T6" fmla="*/ 2 w 73"/>
                  <a:gd name="T7" fmla="*/ 19 h 19"/>
                  <a:gd name="T8" fmla="*/ 0 w 73"/>
                  <a:gd name="T9" fmla="*/ 0 h 19"/>
                  <a:gd name="T10" fmla="*/ 45 w 73"/>
                  <a:gd name="T11" fmla="*/ 0 h 19"/>
                  <a:gd name="T12" fmla="*/ 73 w 73"/>
                  <a:gd name="T13" fmla="*/ 0 h 19"/>
                  <a:gd name="T14" fmla="*/ 70 w 73"/>
                  <a:gd name="T15" fmla="*/ 9 h 19"/>
                  <a:gd name="T16" fmla="*/ 69 w 73"/>
                  <a:gd name="T17" fmla="*/ 19 h 19"/>
                  <a:gd name="T18" fmla="*/ 47 w 73"/>
                  <a:gd name="T19" fmla="*/ 19 h 19"/>
                  <a:gd name="T20" fmla="*/ 47 w 73"/>
                  <a:gd name="T21" fmla="*/ 19 h 19"/>
                  <a:gd name="T22" fmla="*/ 45 w 73"/>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19">
                    <a:moveTo>
                      <a:pt x="0" y="0"/>
                    </a:moveTo>
                    <a:cubicBezTo>
                      <a:pt x="30" y="0"/>
                      <a:pt x="30" y="0"/>
                      <a:pt x="30" y="0"/>
                    </a:cubicBezTo>
                    <a:cubicBezTo>
                      <a:pt x="30" y="8"/>
                      <a:pt x="27" y="16"/>
                      <a:pt x="24" y="19"/>
                    </a:cubicBezTo>
                    <a:cubicBezTo>
                      <a:pt x="2" y="19"/>
                      <a:pt x="2" y="19"/>
                      <a:pt x="2" y="19"/>
                    </a:cubicBezTo>
                    <a:cubicBezTo>
                      <a:pt x="3" y="12"/>
                      <a:pt x="2" y="5"/>
                      <a:pt x="0" y="0"/>
                    </a:cubicBezTo>
                    <a:close/>
                    <a:moveTo>
                      <a:pt x="45" y="0"/>
                    </a:moveTo>
                    <a:cubicBezTo>
                      <a:pt x="73" y="0"/>
                      <a:pt x="73" y="0"/>
                      <a:pt x="73" y="0"/>
                    </a:cubicBezTo>
                    <a:cubicBezTo>
                      <a:pt x="72" y="4"/>
                      <a:pt x="71" y="7"/>
                      <a:pt x="70" y="9"/>
                    </a:cubicBezTo>
                    <a:cubicBezTo>
                      <a:pt x="69" y="12"/>
                      <a:pt x="69" y="15"/>
                      <a:pt x="69" y="19"/>
                    </a:cubicBezTo>
                    <a:cubicBezTo>
                      <a:pt x="47" y="19"/>
                      <a:pt x="47" y="19"/>
                      <a:pt x="47" y="19"/>
                    </a:cubicBezTo>
                    <a:cubicBezTo>
                      <a:pt x="47" y="19"/>
                      <a:pt x="47" y="19"/>
                      <a:pt x="47" y="19"/>
                    </a:cubicBezTo>
                    <a:cubicBezTo>
                      <a:pt x="45" y="12"/>
                      <a:pt x="45" y="6"/>
                      <a:pt x="45"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72" name="Freeform 199"/>
              <p:cNvSpPr>
                <a:spLocks noEditPoints="1"/>
              </p:cNvSpPr>
              <p:nvPr/>
            </p:nvSpPr>
            <p:spPr bwMode="auto">
              <a:xfrm>
                <a:off x="2362" y="1692"/>
                <a:ext cx="137" cy="34"/>
              </a:xfrm>
              <a:custGeom>
                <a:avLst/>
                <a:gdLst>
                  <a:gd name="T0" fmla="*/ 0 w 72"/>
                  <a:gd name="T1" fmla="*/ 0 h 18"/>
                  <a:gd name="T2" fmla="*/ 29 w 72"/>
                  <a:gd name="T3" fmla="*/ 0 h 18"/>
                  <a:gd name="T4" fmla="*/ 23 w 72"/>
                  <a:gd name="T5" fmla="*/ 17 h 18"/>
                  <a:gd name="T6" fmla="*/ 22 w 72"/>
                  <a:gd name="T7" fmla="*/ 18 h 18"/>
                  <a:gd name="T8" fmla="*/ 1 w 72"/>
                  <a:gd name="T9" fmla="*/ 18 h 18"/>
                  <a:gd name="T10" fmla="*/ 0 w 72"/>
                  <a:gd name="T11" fmla="*/ 0 h 18"/>
                  <a:gd name="T12" fmla="*/ 44 w 72"/>
                  <a:gd name="T13" fmla="*/ 0 h 18"/>
                  <a:gd name="T14" fmla="*/ 72 w 72"/>
                  <a:gd name="T15" fmla="*/ 0 h 18"/>
                  <a:gd name="T16" fmla="*/ 69 w 72"/>
                  <a:gd name="T17" fmla="*/ 7 h 18"/>
                  <a:gd name="T18" fmla="*/ 68 w 72"/>
                  <a:gd name="T19" fmla="*/ 18 h 18"/>
                  <a:gd name="T20" fmla="*/ 46 w 72"/>
                  <a:gd name="T21" fmla="*/ 18 h 18"/>
                  <a:gd name="T22" fmla="*/ 46 w 72"/>
                  <a:gd name="T23" fmla="*/ 17 h 18"/>
                  <a:gd name="T24" fmla="*/ 44 w 72"/>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8">
                    <a:moveTo>
                      <a:pt x="0" y="0"/>
                    </a:moveTo>
                    <a:cubicBezTo>
                      <a:pt x="29" y="0"/>
                      <a:pt x="29" y="0"/>
                      <a:pt x="29" y="0"/>
                    </a:cubicBezTo>
                    <a:cubicBezTo>
                      <a:pt x="29" y="7"/>
                      <a:pt x="25" y="14"/>
                      <a:pt x="23" y="17"/>
                    </a:cubicBezTo>
                    <a:cubicBezTo>
                      <a:pt x="23" y="17"/>
                      <a:pt x="22" y="18"/>
                      <a:pt x="22" y="18"/>
                    </a:cubicBezTo>
                    <a:cubicBezTo>
                      <a:pt x="1" y="18"/>
                      <a:pt x="1" y="18"/>
                      <a:pt x="1" y="18"/>
                    </a:cubicBezTo>
                    <a:cubicBezTo>
                      <a:pt x="2" y="11"/>
                      <a:pt x="1" y="5"/>
                      <a:pt x="0" y="0"/>
                    </a:cubicBezTo>
                    <a:close/>
                    <a:moveTo>
                      <a:pt x="44" y="0"/>
                    </a:moveTo>
                    <a:cubicBezTo>
                      <a:pt x="72" y="0"/>
                      <a:pt x="72" y="0"/>
                      <a:pt x="72" y="0"/>
                    </a:cubicBezTo>
                    <a:cubicBezTo>
                      <a:pt x="71" y="3"/>
                      <a:pt x="70" y="5"/>
                      <a:pt x="69" y="7"/>
                    </a:cubicBezTo>
                    <a:cubicBezTo>
                      <a:pt x="68" y="10"/>
                      <a:pt x="68" y="13"/>
                      <a:pt x="68" y="18"/>
                    </a:cubicBezTo>
                    <a:cubicBezTo>
                      <a:pt x="46" y="18"/>
                      <a:pt x="46" y="18"/>
                      <a:pt x="46" y="18"/>
                    </a:cubicBezTo>
                    <a:cubicBezTo>
                      <a:pt x="46" y="17"/>
                      <a:pt x="46" y="17"/>
                      <a:pt x="46" y="17"/>
                    </a:cubicBezTo>
                    <a:cubicBezTo>
                      <a:pt x="44" y="10"/>
                      <a:pt x="44" y="5"/>
                      <a:pt x="44" y="0"/>
                    </a:cubicBez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73" name="Freeform 200"/>
              <p:cNvSpPr>
                <a:spLocks noEditPoints="1"/>
              </p:cNvSpPr>
              <p:nvPr/>
            </p:nvSpPr>
            <p:spPr bwMode="auto">
              <a:xfrm>
                <a:off x="2362" y="1694"/>
                <a:ext cx="136" cy="34"/>
              </a:xfrm>
              <a:custGeom>
                <a:avLst/>
                <a:gdLst>
                  <a:gd name="T0" fmla="*/ 0 w 71"/>
                  <a:gd name="T1" fmla="*/ 0 h 18"/>
                  <a:gd name="T2" fmla="*/ 29 w 71"/>
                  <a:gd name="T3" fmla="*/ 0 h 18"/>
                  <a:gd name="T4" fmla="*/ 23 w 71"/>
                  <a:gd name="T5" fmla="*/ 16 h 18"/>
                  <a:gd name="T6" fmla="*/ 22 w 71"/>
                  <a:gd name="T7" fmla="*/ 18 h 18"/>
                  <a:gd name="T8" fmla="*/ 1 w 71"/>
                  <a:gd name="T9" fmla="*/ 18 h 18"/>
                  <a:gd name="T10" fmla="*/ 0 w 71"/>
                  <a:gd name="T11" fmla="*/ 0 h 18"/>
                  <a:gd name="T12" fmla="*/ 44 w 71"/>
                  <a:gd name="T13" fmla="*/ 0 h 18"/>
                  <a:gd name="T14" fmla="*/ 71 w 71"/>
                  <a:gd name="T15" fmla="*/ 0 h 18"/>
                  <a:gd name="T16" fmla="*/ 69 w 71"/>
                  <a:gd name="T17" fmla="*/ 6 h 18"/>
                  <a:gd name="T18" fmla="*/ 68 w 71"/>
                  <a:gd name="T19" fmla="*/ 18 h 18"/>
                  <a:gd name="T20" fmla="*/ 47 w 71"/>
                  <a:gd name="T21" fmla="*/ 18 h 18"/>
                  <a:gd name="T22" fmla="*/ 46 w 71"/>
                  <a:gd name="T23" fmla="*/ 16 h 18"/>
                  <a:gd name="T24" fmla="*/ 44 w 71"/>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18">
                    <a:moveTo>
                      <a:pt x="0" y="0"/>
                    </a:moveTo>
                    <a:cubicBezTo>
                      <a:pt x="29" y="0"/>
                      <a:pt x="29" y="0"/>
                      <a:pt x="29" y="0"/>
                    </a:cubicBezTo>
                    <a:cubicBezTo>
                      <a:pt x="29" y="7"/>
                      <a:pt x="25" y="13"/>
                      <a:pt x="23" y="16"/>
                    </a:cubicBezTo>
                    <a:cubicBezTo>
                      <a:pt x="22" y="17"/>
                      <a:pt x="22" y="17"/>
                      <a:pt x="22" y="18"/>
                    </a:cubicBezTo>
                    <a:cubicBezTo>
                      <a:pt x="1" y="18"/>
                      <a:pt x="1" y="18"/>
                      <a:pt x="1" y="18"/>
                    </a:cubicBezTo>
                    <a:cubicBezTo>
                      <a:pt x="2" y="11"/>
                      <a:pt x="1" y="5"/>
                      <a:pt x="0" y="0"/>
                    </a:cubicBezTo>
                    <a:close/>
                    <a:moveTo>
                      <a:pt x="44" y="0"/>
                    </a:moveTo>
                    <a:cubicBezTo>
                      <a:pt x="71" y="0"/>
                      <a:pt x="71" y="0"/>
                      <a:pt x="71" y="0"/>
                    </a:cubicBezTo>
                    <a:cubicBezTo>
                      <a:pt x="71" y="3"/>
                      <a:pt x="70" y="5"/>
                      <a:pt x="69" y="6"/>
                    </a:cubicBezTo>
                    <a:cubicBezTo>
                      <a:pt x="68" y="9"/>
                      <a:pt x="68" y="13"/>
                      <a:pt x="68" y="18"/>
                    </a:cubicBezTo>
                    <a:cubicBezTo>
                      <a:pt x="47" y="18"/>
                      <a:pt x="47" y="18"/>
                      <a:pt x="47" y="18"/>
                    </a:cubicBezTo>
                    <a:cubicBezTo>
                      <a:pt x="46" y="17"/>
                      <a:pt x="46" y="16"/>
                      <a:pt x="46" y="16"/>
                    </a:cubicBezTo>
                    <a:cubicBezTo>
                      <a:pt x="44" y="10"/>
                      <a:pt x="44" y="5"/>
                      <a:pt x="44" y="0"/>
                    </a:cubicBezTo>
                    <a:close/>
                  </a:path>
                </a:pathLst>
              </a:cu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74" name="Freeform 201"/>
              <p:cNvSpPr>
                <a:spLocks noEditPoints="1"/>
              </p:cNvSpPr>
              <p:nvPr/>
            </p:nvSpPr>
            <p:spPr bwMode="auto">
              <a:xfrm>
                <a:off x="2362" y="1696"/>
                <a:ext cx="136" cy="36"/>
              </a:xfrm>
              <a:custGeom>
                <a:avLst/>
                <a:gdLst>
                  <a:gd name="T0" fmla="*/ 0 w 71"/>
                  <a:gd name="T1" fmla="*/ 0 h 19"/>
                  <a:gd name="T2" fmla="*/ 29 w 71"/>
                  <a:gd name="T3" fmla="*/ 0 h 19"/>
                  <a:gd name="T4" fmla="*/ 23 w 71"/>
                  <a:gd name="T5" fmla="*/ 15 h 19"/>
                  <a:gd name="T6" fmla="*/ 21 w 71"/>
                  <a:gd name="T7" fmla="*/ 19 h 19"/>
                  <a:gd name="T8" fmla="*/ 1 w 71"/>
                  <a:gd name="T9" fmla="*/ 19 h 19"/>
                  <a:gd name="T10" fmla="*/ 0 w 71"/>
                  <a:gd name="T11" fmla="*/ 0 h 19"/>
                  <a:gd name="T12" fmla="*/ 44 w 71"/>
                  <a:gd name="T13" fmla="*/ 0 h 19"/>
                  <a:gd name="T14" fmla="*/ 71 w 71"/>
                  <a:gd name="T15" fmla="*/ 0 h 19"/>
                  <a:gd name="T16" fmla="*/ 69 w 71"/>
                  <a:gd name="T17" fmla="*/ 5 h 19"/>
                  <a:gd name="T18" fmla="*/ 68 w 71"/>
                  <a:gd name="T19" fmla="*/ 19 h 19"/>
                  <a:gd name="T20" fmla="*/ 47 w 71"/>
                  <a:gd name="T21" fmla="*/ 19 h 19"/>
                  <a:gd name="T22" fmla="*/ 46 w 71"/>
                  <a:gd name="T23" fmla="*/ 15 h 19"/>
                  <a:gd name="T24" fmla="*/ 44 w 71"/>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19">
                    <a:moveTo>
                      <a:pt x="0" y="0"/>
                    </a:moveTo>
                    <a:cubicBezTo>
                      <a:pt x="29" y="0"/>
                      <a:pt x="29" y="0"/>
                      <a:pt x="29" y="0"/>
                    </a:cubicBezTo>
                    <a:cubicBezTo>
                      <a:pt x="28" y="7"/>
                      <a:pt x="25" y="13"/>
                      <a:pt x="23" y="15"/>
                    </a:cubicBezTo>
                    <a:cubicBezTo>
                      <a:pt x="22" y="16"/>
                      <a:pt x="22" y="17"/>
                      <a:pt x="21" y="19"/>
                    </a:cubicBezTo>
                    <a:cubicBezTo>
                      <a:pt x="1" y="19"/>
                      <a:pt x="1" y="19"/>
                      <a:pt x="1" y="19"/>
                    </a:cubicBezTo>
                    <a:cubicBezTo>
                      <a:pt x="2" y="12"/>
                      <a:pt x="2" y="5"/>
                      <a:pt x="0" y="0"/>
                    </a:cubicBezTo>
                    <a:close/>
                    <a:moveTo>
                      <a:pt x="44" y="0"/>
                    </a:moveTo>
                    <a:cubicBezTo>
                      <a:pt x="71" y="0"/>
                      <a:pt x="71" y="0"/>
                      <a:pt x="71" y="0"/>
                    </a:cubicBezTo>
                    <a:cubicBezTo>
                      <a:pt x="70" y="2"/>
                      <a:pt x="70" y="4"/>
                      <a:pt x="69" y="5"/>
                    </a:cubicBezTo>
                    <a:cubicBezTo>
                      <a:pt x="68" y="9"/>
                      <a:pt x="68" y="12"/>
                      <a:pt x="68" y="19"/>
                    </a:cubicBezTo>
                    <a:cubicBezTo>
                      <a:pt x="47" y="19"/>
                      <a:pt x="47" y="19"/>
                      <a:pt x="47" y="19"/>
                    </a:cubicBezTo>
                    <a:cubicBezTo>
                      <a:pt x="47" y="17"/>
                      <a:pt x="46" y="16"/>
                      <a:pt x="46" y="15"/>
                    </a:cubicBezTo>
                    <a:cubicBezTo>
                      <a:pt x="44" y="9"/>
                      <a:pt x="44" y="5"/>
                      <a:pt x="44" y="0"/>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75" name="Freeform 202"/>
              <p:cNvSpPr>
                <a:spLocks noEditPoints="1"/>
              </p:cNvSpPr>
              <p:nvPr/>
            </p:nvSpPr>
            <p:spPr bwMode="auto">
              <a:xfrm>
                <a:off x="2364" y="1699"/>
                <a:ext cx="134" cy="35"/>
              </a:xfrm>
              <a:custGeom>
                <a:avLst/>
                <a:gdLst>
                  <a:gd name="T0" fmla="*/ 0 w 70"/>
                  <a:gd name="T1" fmla="*/ 0 h 18"/>
                  <a:gd name="T2" fmla="*/ 28 w 70"/>
                  <a:gd name="T3" fmla="*/ 0 h 18"/>
                  <a:gd name="T4" fmla="*/ 22 w 70"/>
                  <a:gd name="T5" fmla="*/ 13 h 18"/>
                  <a:gd name="T6" fmla="*/ 20 w 70"/>
                  <a:gd name="T7" fmla="*/ 18 h 18"/>
                  <a:gd name="T8" fmla="*/ 0 w 70"/>
                  <a:gd name="T9" fmla="*/ 18 h 18"/>
                  <a:gd name="T10" fmla="*/ 0 w 70"/>
                  <a:gd name="T11" fmla="*/ 0 h 18"/>
                  <a:gd name="T12" fmla="*/ 43 w 70"/>
                  <a:gd name="T13" fmla="*/ 0 h 18"/>
                  <a:gd name="T14" fmla="*/ 70 w 70"/>
                  <a:gd name="T15" fmla="*/ 0 h 18"/>
                  <a:gd name="T16" fmla="*/ 68 w 70"/>
                  <a:gd name="T17" fmla="*/ 3 h 18"/>
                  <a:gd name="T18" fmla="*/ 67 w 70"/>
                  <a:gd name="T19" fmla="*/ 17 h 18"/>
                  <a:gd name="T20" fmla="*/ 67 w 70"/>
                  <a:gd name="T21" fmla="*/ 18 h 18"/>
                  <a:gd name="T22" fmla="*/ 46 w 70"/>
                  <a:gd name="T23" fmla="*/ 18 h 18"/>
                  <a:gd name="T24" fmla="*/ 45 w 70"/>
                  <a:gd name="T25" fmla="*/ 13 h 18"/>
                  <a:gd name="T26" fmla="*/ 43 w 70"/>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18">
                    <a:moveTo>
                      <a:pt x="0" y="0"/>
                    </a:moveTo>
                    <a:cubicBezTo>
                      <a:pt x="28" y="0"/>
                      <a:pt x="28" y="0"/>
                      <a:pt x="28" y="0"/>
                    </a:cubicBezTo>
                    <a:cubicBezTo>
                      <a:pt x="27" y="5"/>
                      <a:pt x="24" y="11"/>
                      <a:pt x="22" y="13"/>
                    </a:cubicBezTo>
                    <a:cubicBezTo>
                      <a:pt x="21" y="14"/>
                      <a:pt x="21" y="16"/>
                      <a:pt x="20" y="18"/>
                    </a:cubicBezTo>
                    <a:cubicBezTo>
                      <a:pt x="0" y="18"/>
                      <a:pt x="0" y="18"/>
                      <a:pt x="0" y="18"/>
                    </a:cubicBezTo>
                    <a:cubicBezTo>
                      <a:pt x="1" y="11"/>
                      <a:pt x="1" y="5"/>
                      <a:pt x="0" y="0"/>
                    </a:cubicBezTo>
                    <a:close/>
                    <a:moveTo>
                      <a:pt x="43" y="0"/>
                    </a:moveTo>
                    <a:cubicBezTo>
                      <a:pt x="70" y="0"/>
                      <a:pt x="70" y="0"/>
                      <a:pt x="70" y="0"/>
                    </a:cubicBezTo>
                    <a:cubicBezTo>
                      <a:pt x="69" y="1"/>
                      <a:pt x="68" y="2"/>
                      <a:pt x="68" y="3"/>
                    </a:cubicBezTo>
                    <a:cubicBezTo>
                      <a:pt x="67" y="7"/>
                      <a:pt x="67" y="11"/>
                      <a:pt x="67" y="17"/>
                    </a:cubicBezTo>
                    <a:cubicBezTo>
                      <a:pt x="67" y="17"/>
                      <a:pt x="67" y="18"/>
                      <a:pt x="67" y="18"/>
                    </a:cubicBezTo>
                    <a:cubicBezTo>
                      <a:pt x="46" y="18"/>
                      <a:pt x="46" y="18"/>
                      <a:pt x="46" y="18"/>
                    </a:cubicBezTo>
                    <a:cubicBezTo>
                      <a:pt x="46" y="16"/>
                      <a:pt x="45" y="14"/>
                      <a:pt x="45" y="13"/>
                    </a:cubicBezTo>
                    <a:cubicBezTo>
                      <a:pt x="44" y="8"/>
                      <a:pt x="43" y="4"/>
                      <a:pt x="43"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76" name="Freeform 203"/>
              <p:cNvSpPr>
                <a:spLocks noEditPoints="1"/>
              </p:cNvSpPr>
              <p:nvPr/>
            </p:nvSpPr>
            <p:spPr bwMode="auto">
              <a:xfrm>
                <a:off x="2362" y="1701"/>
                <a:ext cx="134" cy="35"/>
              </a:xfrm>
              <a:custGeom>
                <a:avLst/>
                <a:gdLst>
                  <a:gd name="T0" fmla="*/ 1 w 70"/>
                  <a:gd name="T1" fmla="*/ 0 h 18"/>
                  <a:gd name="T2" fmla="*/ 28 w 70"/>
                  <a:gd name="T3" fmla="*/ 0 h 18"/>
                  <a:gd name="T4" fmla="*/ 23 w 70"/>
                  <a:gd name="T5" fmla="*/ 12 h 18"/>
                  <a:gd name="T6" fmla="*/ 21 w 70"/>
                  <a:gd name="T7" fmla="*/ 18 h 18"/>
                  <a:gd name="T8" fmla="*/ 0 w 70"/>
                  <a:gd name="T9" fmla="*/ 18 h 18"/>
                  <a:gd name="T10" fmla="*/ 1 w 70"/>
                  <a:gd name="T11" fmla="*/ 0 h 18"/>
                  <a:gd name="T12" fmla="*/ 44 w 70"/>
                  <a:gd name="T13" fmla="*/ 0 h 18"/>
                  <a:gd name="T14" fmla="*/ 70 w 70"/>
                  <a:gd name="T15" fmla="*/ 0 h 18"/>
                  <a:gd name="T16" fmla="*/ 69 w 70"/>
                  <a:gd name="T17" fmla="*/ 2 h 18"/>
                  <a:gd name="T18" fmla="*/ 68 w 70"/>
                  <a:gd name="T19" fmla="*/ 16 h 18"/>
                  <a:gd name="T20" fmla="*/ 68 w 70"/>
                  <a:gd name="T21" fmla="*/ 18 h 18"/>
                  <a:gd name="T22" fmla="*/ 48 w 70"/>
                  <a:gd name="T23" fmla="*/ 18 h 18"/>
                  <a:gd name="T24" fmla="*/ 46 w 70"/>
                  <a:gd name="T25" fmla="*/ 12 h 18"/>
                  <a:gd name="T26" fmla="*/ 44 w 70"/>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18">
                    <a:moveTo>
                      <a:pt x="1" y="0"/>
                    </a:moveTo>
                    <a:cubicBezTo>
                      <a:pt x="28" y="0"/>
                      <a:pt x="28" y="0"/>
                      <a:pt x="28" y="0"/>
                    </a:cubicBezTo>
                    <a:cubicBezTo>
                      <a:pt x="27" y="5"/>
                      <a:pt x="25" y="10"/>
                      <a:pt x="23" y="12"/>
                    </a:cubicBezTo>
                    <a:cubicBezTo>
                      <a:pt x="22" y="13"/>
                      <a:pt x="21" y="15"/>
                      <a:pt x="21" y="18"/>
                    </a:cubicBezTo>
                    <a:cubicBezTo>
                      <a:pt x="0" y="18"/>
                      <a:pt x="0" y="18"/>
                      <a:pt x="0" y="18"/>
                    </a:cubicBezTo>
                    <a:cubicBezTo>
                      <a:pt x="2" y="11"/>
                      <a:pt x="2" y="5"/>
                      <a:pt x="1" y="0"/>
                    </a:cubicBezTo>
                    <a:close/>
                    <a:moveTo>
                      <a:pt x="44" y="0"/>
                    </a:moveTo>
                    <a:cubicBezTo>
                      <a:pt x="70" y="0"/>
                      <a:pt x="70" y="0"/>
                      <a:pt x="70" y="0"/>
                    </a:cubicBezTo>
                    <a:cubicBezTo>
                      <a:pt x="70" y="1"/>
                      <a:pt x="69" y="2"/>
                      <a:pt x="69" y="2"/>
                    </a:cubicBezTo>
                    <a:cubicBezTo>
                      <a:pt x="68" y="6"/>
                      <a:pt x="68" y="10"/>
                      <a:pt x="68" y="16"/>
                    </a:cubicBezTo>
                    <a:cubicBezTo>
                      <a:pt x="68" y="17"/>
                      <a:pt x="68" y="17"/>
                      <a:pt x="68" y="18"/>
                    </a:cubicBezTo>
                    <a:cubicBezTo>
                      <a:pt x="48" y="18"/>
                      <a:pt x="48" y="18"/>
                      <a:pt x="48" y="18"/>
                    </a:cubicBezTo>
                    <a:cubicBezTo>
                      <a:pt x="47" y="16"/>
                      <a:pt x="46" y="14"/>
                      <a:pt x="46" y="12"/>
                    </a:cubicBezTo>
                    <a:cubicBezTo>
                      <a:pt x="45" y="7"/>
                      <a:pt x="44" y="4"/>
                      <a:pt x="44"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77" name="Freeform 204"/>
              <p:cNvSpPr>
                <a:spLocks noEditPoints="1"/>
              </p:cNvSpPr>
              <p:nvPr/>
            </p:nvSpPr>
            <p:spPr bwMode="auto">
              <a:xfrm>
                <a:off x="2362" y="1703"/>
                <a:ext cx="134" cy="35"/>
              </a:xfrm>
              <a:custGeom>
                <a:avLst/>
                <a:gdLst>
                  <a:gd name="T0" fmla="*/ 1 w 70"/>
                  <a:gd name="T1" fmla="*/ 0 h 18"/>
                  <a:gd name="T2" fmla="*/ 28 w 70"/>
                  <a:gd name="T3" fmla="*/ 0 h 18"/>
                  <a:gd name="T4" fmla="*/ 23 w 70"/>
                  <a:gd name="T5" fmla="*/ 11 h 18"/>
                  <a:gd name="T6" fmla="*/ 21 w 70"/>
                  <a:gd name="T7" fmla="*/ 18 h 18"/>
                  <a:gd name="T8" fmla="*/ 0 w 70"/>
                  <a:gd name="T9" fmla="*/ 18 h 18"/>
                  <a:gd name="T10" fmla="*/ 1 w 70"/>
                  <a:gd name="T11" fmla="*/ 0 h 18"/>
                  <a:gd name="T12" fmla="*/ 44 w 70"/>
                  <a:gd name="T13" fmla="*/ 0 h 18"/>
                  <a:gd name="T14" fmla="*/ 70 w 70"/>
                  <a:gd name="T15" fmla="*/ 0 h 18"/>
                  <a:gd name="T16" fmla="*/ 69 w 70"/>
                  <a:gd name="T17" fmla="*/ 1 h 18"/>
                  <a:gd name="T18" fmla="*/ 68 w 70"/>
                  <a:gd name="T19" fmla="*/ 15 h 18"/>
                  <a:gd name="T20" fmla="*/ 68 w 70"/>
                  <a:gd name="T21" fmla="*/ 18 h 18"/>
                  <a:gd name="T22" fmla="*/ 48 w 70"/>
                  <a:gd name="T23" fmla="*/ 18 h 18"/>
                  <a:gd name="T24" fmla="*/ 46 w 70"/>
                  <a:gd name="T25" fmla="*/ 11 h 18"/>
                  <a:gd name="T26" fmla="*/ 44 w 70"/>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18">
                    <a:moveTo>
                      <a:pt x="1" y="0"/>
                    </a:moveTo>
                    <a:cubicBezTo>
                      <a:pt x="28" y="0"/>
                      <a:pt x="28" y="0"/>
                      <a:pt x="28" y="0"/>
                    </a:cubicBezTo>
                    <a:cubicBezTo>
                      <a:pt x="27" y="5"/>
                      <a:pt x="24" y="9"/>
                      <a:pt x="23" y="11"/>
                    </a:cubicBezTo>
                    <a:cubicBezTo>
                      <a:pt x="22" y="12"/>
                      <a:pt x="21" y="15"/>
                      <a:pt x="21" y="18"/>
                    </a:cubicBezTo>
                    <a:cubicBezTo>
                      <a:pt x="0" y="18"/>
                      <a:pt x="0" y="18"/>
                      <a:pt x="0" y="18"/>
                    </a:cubicBezTo>
                    <a:cubicBezTo>
                      <a:pt x="1" y="12"/>
                      <a:pt x="2" y="6"/>
                      <a:pt x="1" y="0"/>
                    </a:cubicBezTo>
                    <a:close/>
                    <a:moveTo>
                      <a:pt x="44" y="0"/>
                    </a:moveTo>
                    <a:cubicBezTo>
                      <a:pt x="70" y="0"/>
                      <a:pt x="70" y="0"/>
                      <a:pt x="70" y="0"/>
                    </a:cubicBezTo>
                    <a:cubicBezTo>
                      <a:pt x="69" y="1"/>
                      <a:pt x="69" y="1"/>
                      <a:pt x="69" y="1"/>
                    </a:cubicBezTo>
                    <a:cubicBezTo>
                      <a:pt x="68" y="5"/>
                      <a:pt x="68" y="9"/>
                      <a:pt x="68" y="15"/>
                    </a:cubicBezTo>
                    <a:cubicBezTo>
                      <a:pt x="68" y="16"/>
                      <a:pt x="68" y="17"/>
                      <a:pt x="68" y="18"/>
                    </a:cubicBezTo>
                    <a:cubicBezTo>
                      <a:pt x="48" y="18"/>
                      <a:pt x="48" y="18"/>
                      <a:pt x="48" y="18"/>
                    </a:cubicBezTo>
                    <a:cubicBezTo>
                      <a:pt x="47" y="16"/>
                      <a:pt x="47" y="13"/>
                      <a:pt x="46" y="11"/>
                    </a:cubicBezTo>
                    <a:cubicBezTo>
                      <a:pt x="45" y="7"/>
                      <a:pt x="45" y="3"/>
                      <a:pt x="44"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grpSp>
        <p:grpSp>
          <p:nvGrpSpPr>
            <p:cNvPr id="748" name="Group 406"/>
            <p:cNvGrpSpPr>
              <a:grpSpLocks/>
            </p:cNvGrpSpPr>
            <p:nvPr/>
          </p:nvGrpSpPr>
          <p:grpSpPr bwMode="auto">
            <a:xfrm>
              <a:off x="130" y="1144"/>
              <a:ext cx="3475" cy="615"/>
              <a:chOff x="130" y="1144"/>
              <a:chExt cx="3475" cy="615"/>
            </a:xfrm>
          </p:grpSpPr>
          <p:sp>
            <p:nvSpPr>
              <p:cNvPr id="1078" name="Freeform 206"/>
              <p:cNvSpPr>
                <a:spLocks noEditPoints="1"/>
              </p:cNvSpPr>
              <p:nvPr/>
            </p:nvSpPr>
            <p:spPr bwMode="auto">
              <a:xfrm>
                <a:off x="2362" y="1705"/>
                <a:ext cx="132" cy="36"/>
              </a:xfrm>
              <a:custGeom>
                <a:avLst/>
                <a:gdLst>
                  <a:gd name="T0" fmla="*/ 1 w 69"/>
                  <a:gd name="T1" fmla="*/ 0 h 19"/>
                  <a:gd name="T2" fmla="*/ 28 w 69"/>
                  <a:gd name="T3" fmla="*/ 0 h 19"/>
                  <a:gd name="T4" fmla="*/ 23 w 69"/>
                  <a:gd name="T5" fmla="*/ 10 h 19"/>
                  <a:gd name="T6" fmla="*/ 21 w 69"/>
                  <a:gd name="T7" fmla="*/ 19 h 19"/>
                  <a:gd name="T8" fmla="*/ 0 w 69"/>
                  <a:gd name="T9" fmla="*/ 19 h 19"/>
                  <a:gd name="T10" fmla="*/ 0 w 69"/>
                  <a:gd name="T11" fmla="*/ 17 h 19"/>
                  <a:gd name="T12" fmla="*/ 1 w 69"/>
                  <a:gd name="T13" fmla="*/ 0 h 19"/>
                  <a:gd name="T14" fmla="*/ 44 w 69"/>
                  <a:gd name="T15" fmla="*/ 0 h 19"/>
                  <a:gd name="T16" fmla="*/ 69 w 69"/>
                  <a:gd name="T17" fmla="*/ 0 h 19"/>
                  <a:gd name="T18" fmla="*/ 68 w 69"/>
                  <a:gd name="T19" fmla="*/ 14 h 19"/>
                  <a:gd name="T20" fmla="*/ 69 w 69"/>
                  <a:gd name="T21" fmla="*/ 19 h 19"/>
                  <a:gd name="T22" fmla="*/ 48 w 69"/>
                  <a:gd name="T23" fmla="*/ 19 h 19"/>
                  <a:gd name="T24" fmla="*/ 46 w 69"/>
                  <a:gd name="T25" fmla="*/ 10 h 19"/>
                  <a:gd name="T26" fmla="*/ 44 w 69"/>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19">
                    <a:moveTo>
                      <a:pt x="1" y="0"/>
                    </a:moveTo>
                    <a:cubicBezTo>
                      <a:pt x="28" y="0"/>
                      <a:pt x="28" y="0"/>
                      <a:pt x="28" y="0"/>
                    </a:cubicBezTo>
                    <a:cubicBezTo>
                      <a:pt x="26" y="5"/>
                      <a:pt x="24" y="8"/>
                      <a:pt x="23" y="10"/>
                    </a:cubicBezTo>
                    <a:cubicBezTo>
                      <a:pt x="22" y="11"/>
                      <a:pt x="21" y="14"/>
                      <a:pt x="21" y="19"/>
                    </a:cubicBezTo>
                    <a:cubicBezTo>
                      <a:pt x="0" y="19"/>
                      <a:pt x="0" y="19"/>
                      <a:pt x="0" y="19"/>
                    </a:cubicBezTo>
                    <a:cubicBezTo>
                      <a:pt x="0" y="17"/>
                      <a:pt x="0" y="17"/>
                      <a:pt x="0" y="17"/>
                    </a:cubicBezTo>
                    <a:cubicBezTo>
                      <a:pt x="1" y="11"/>
                      <a:pt x="2" y="6"/>
                      <a:pt x="1" y="0"/>
                    </a:cubicBezTo>
                    <a:close/>
                    <a:moveTo>
                      <a:pt x="44" y="0"/>
                    </a:moveTo>
                    <a:cubicBezTo>
                      <a:pt x="69" y="0"/>
                      <a:pt x="69" y="0"/>
                      <a:pt x="69" y="0"/>
                    </a:cubicBezTo>
                    <a:cubicBezTo>
                      <a:pt x="68" y="4"/>
                      <a:pt x="68" y="8"/>
                      <a:pt x="68" y="14"/>
                    </a:cubicBezTo>
                    <a:cubicBezTo>
                      <a:pt x="68" y="15"/>
                      <a:pt x="68" y="17"/>
                      <a:pt x="69" y="19"/>
                    </a:cubicBezTo>
                    <a:cubicBezTo>
                      <a:pt x="48" y="19"/>
                      <a:pt x="48" y="19"/>
                      <a:pt x="48" y="19"/>
                    </a:cubicBezTo>
                    <a:cubicBezTo>
                      <a:pt x="47" y="15"/>
                      <a:pt x="47" y="12"/>
                      <a:pt x="46" y="10"/>
                    </a:cubicBezTo>
                    <a:cubicBezTo>
                      <a:pt x="45" y="6"/>
                      <a:pt x="45" y="3"/>
                      <a:pt x="44"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9" name="Freeform 207"/>
              <p:cNvSpPr>
                <a:spLocks noEditPoints="1"/>
              </p:cNvSpPr>
              <p:nvPr/>
            </p:nvSpPr>
            <p:spPr bwMode="auto">
              <a:xfrm>
                <a:off x="2360" y="1709"/>
                <a:ext cx="134" cy="34"/>
              </a:xfrm>
              <a:custGeom>
                <a:avLst/>
                <a:gdLst>
                  <a:gd name="T0" fmla="*/ 2 w 70"/>
                  <a:gd name="T1" fmla="*/ 0 h 18"/>
                  <a:gd name="T2" fmla="*/ 28 w 70"/>
                  <a:gd name="T3" fmla="*/ 0 h 18"/>
                  <a:gd name="T4" fmla="*/ 24 w 70"/>
                  <a:gd name="T5" fmla="*/ 8 h 18"/>
                  <a:gd name="T6" fmla="*/ 22 w 70"/>
                  <a:gd name="T7" fmla="*/ 18 h 18"/>
                  <a:gd name="T8" fmla="*/ 0 w 70"/>
                  <a:gd name="T9" fmla="*/ 18 h 18"/>
                  <a:gd name="T10" fmla="*/ 1 w 70"/>
                  <a:gd name="T11" fmla="*/ 15 h 18"/>
                  <a:gd name="T12" fmla="*/ 2 w 70"/>
                  <a:gd name="T13" fmla="*/ 0 h 18"/>
                  <a:gd name="T14" fmla="*/ 45 w 70"/>
                  <a:gd name="T15" fmla="*/ 0 h 18"/>
                  <a:gd name="T16" fmla="*/ 70 w 70"/>
                  <a:gd name="T17" fmla="*/ 0 h 18"/>
                  <a:gd name="T18" fmla="*/ 69 w 70"/>
                  <a:gd name="T19" fmla="*/ 12 h 18"/>
                  <a:gd name="T20" fmla="*/ 70 w 70"/>
                  <a:gd name="T21" fmla="*/ 18 h 18"/>
                  <a:gd name="T22" fmla="*/ 49 w 70"/>
                  <a:gd name="T23" fmla="*/ 18 h 18"/>
                  <a:gd name="T24" fmla="*/ 47 w 70"/>
                  <a:gd name="T25" fmla="*/ 8 h 18"/>
                  <a:gd name="T26" fmla="*/ 45 w 70"/>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18">
                    <a:moveTo>
                      <a:pt x="2" y="0"/>
                    </a:moveTo>
                    <a:cubicBezTo>
                      <a:pt x="28" y="0"/>
                      <a:pt x="28" y="0"/>
                      <a:pt x="28" y="0"/>
                    </a:cubicBezTo>
                    <a:cubicBezTo>
                      <a:pt x="27" y="3"/>
                      <a:pt x="25" y="6"/>
                      <a:pt x="24" y="8"/>
                    </a:cubicBezTo>
                    <a:cubicBezTo>
                      <a:pt x="23" y="9"/>
                      <a:pt x="22" y="13"/>
                      <a:pt x="22" y="18"/>
                    </a:cubicBezTo>
                    <a:cubicBezTo>
                      <a:pt x="0" y="18"/>
                      <a:pt x="0" y="18"/>
                      <a:pt x="0" y="18"/>
                    </a:cubicBezTo>
                    <a:cubicBezTo>
                      <a:pt x="1" y="17"/>
                      <a:pt x="1" y="16"/>
                      <a:pt x="1" y="15"/>
                    </a:cubicBezTo>
                    <a:cubicBezTo>
                      <a:pt x="2" y="10"/>
                      <a:pt x="3" y="4"/>
                      <a:pt x="2" y="0"/>
                    </a:cubicBezTo>
                    <a:close/>
                    <a:moveTo>
                      <a:pt x="45" y="0"/>
                    </a:moveTo>
                    <a:cubicBezTo>
                      <a:pt x="70" y="0"/>
                      <a:pt x="70" y="0"/>
                      <a:pt x="70" y="0"/>
                    </a:cubicBezTo>
                    <a:cubicBezTo>
                      <a:pt x="69" y="3"/>
                      <a:pt x="69" y="6"/>
                      <a:pt x="69" y="12"/>
                    </a:cubicBezTo>
                    <a:cubicBezTo>
                      <a:pt x="69" y="13"/>
                      <a:pt x="69" y="15"/>
                      <a:pt x="70" y="18"/>
                    </a:cubicBezTo>
                    <a:cubicBezTo>
                      <a:pt x="49" y="18"/>
                      <a:pt x="49" y="18"/>
                      <a:pt x="49" y="18"/>
                    </a:cubicBezTo>
                    <a:cubicBezTo>
                      <a:pt x="49" y="14"/>
                      <a:pt x="48" y="11"/>
                      <a:pt x="47" y="8"/>
                    </a:cubicBezTo>
                    <a:cubicBezTo>
                      <a:pt x="46" y="5"/>
                      <a:pt x="46" y="2"/>
                      <a:pt x="45" y="0"/>
                    </a:cubicBezTo>
                    <a:close/>
                  </a:path>
                </a:pathLst>
              </a:custGeom>
              <a:solidFill>
                <a:srgbClr val="F7F6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0" name="Freeform 208"/>
              <p:cNvSpPr>
                <a:spLocks noEditPoints="1"/>
              </p:cNvSpPr>
              <p:nvPr/>
            </p:nvSpPr>
            <p:spPr bwMode="auto">
              <a:xfrm>
                <a:off x="2360" y="1711"/>
                <a:ext cx="134" cy="34"/>
              </a:xfrm>
              <a:custGeom>
                <a:avLst/>
                <a:gdLst>
                  <a:gd name="T0" fmla="*/ 2 w 70"/>
                  <a:gd name="T1" fmla="*/ 0 h 18"/>
                  <a:gd name="T2" fmla="*/ 28 w 70"/>
                  <a:gd name="T3" fmla="*/ 0 h 18"/>
                  <a:gd name="T4" fmla="*/ 24 w 70"/>
                  <a:gd name="T5" fmla="*/ 7 h 18"/>
                  <a:gd name="T6" fmla="*/ 22 w 70"/>
                  <a:gd name="T7" fmla="*/ 18 h 18"/>
                  <a:gd name="T8" fmla="*/ 0 w 70"/>
                  <a:gd name="T9" fmla="*/ 18 h 18"/>
                  <a:gd name="T10" fmla="*/ 1 w 70"/>
                  <a:gd name="T11" fmla="*/ 14 h 18"/>
                  <a:gd name="T12" fmla="*/ 2 w 70"/>
                  <a:gd name="T13" fmla="*/ 0 h 18"/>
                  <a:gd name="T14" fmla="*/ 46 w 70"/>
                  <a:gd name="T15" fmla="*/ 0 h 18"/>
                  <a:gd name="T16" fmla="*/ 69 w 70"/>
                  <a:gd name="T17" fmla="*/ 0 h 18"/>
                  <a:gd name="T18" fmla="*/ 69 w 70"/>
                  <a:gd name="T19" fmla="*/ 11 h 18"/>
                  <a:gd name="T20" fmla="*/ 70 w 70"/>
                  <a:gd name="T21" fmla="*/ 18 h 18"/>
                  <a:gd name="T22" fmla="*/ 50 w 70"/>
                  <a:gd name="T23" fmla="*/ 18 h 18"/>
                  <a:gd name="T24" fmla="*/ 47 w 70"/>
                  <a:gd name="T25" fmla="*/ 7 h 18"/>
                  <a:gd name="T26" fmla="*/ 46 w 70"/>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18">
                    <a:moveTo>
                      <a:pt x="2" y="0"/>
                    </a:moveTo>
                    <a:cubicBezTo>
                      <a:pt x="28" y="0"/>
                      <a:pt x="28" y="0"/>
                      <a:pt x="28" y="0"/>
                    </a:cubicBezTo>
                    <a:cubicBezTo>
                      <a:pt x="27" y="3"/>
                      <a:pt x="25" y="6"/>
                      <a:pt x="24" y="7"/>
                    </a:cubicBezTo>
                    <a:cubicBezTo>
                      <a:pt x="22" y="8"/>
                      <a:pt x="22" y="13"/>
                      <a:pt x="22" y="18"/>
                    </a:cubicBezTo>
                    <a:cubicBezTo>
                      <a:pt x="0" y="18"/>
                      <a:pt x="0" y="18"/>
                      <a:pt x="0" y="18"/>
                    </a:cubicBezTo>
                    <a:cubicBezTo>
                      <a:pt x="1" y="17"/>
                      <a:pt x="1" y="15"/>
                      <a:pt x="1" y="14"/>
                    </a:cubicBezTo>
                    <a:cubicBezTo>
                      <a:pt x="2" y="9"/>
                      <a:pt x="3" y="4"/>
                      <a:pt x="2" y="0"/>
                    </a:cubicBezTo>
                    <a:close/>
                    <a:moveTo>
                      <a:pt x="46" y="0"/>
                    </a:moveTo>
                    <a:cubicBezTo>
                      <a:pt x="69" y="0"/>
                      <a:pt x="69" y="0"/>
                      <a:pt x="69" y="0"/>
                    </a:cubicBezTo>
                    <a:cubicBezTo>
                      <a:pt x="69" y="3"/>
                      <a:pt x="69" y="6"/>
                      <a:pt x="69" y="11"/>
                    </a:cubicBezTo>
                    <a:cubicBezTo>
                      <a:pt x="69" y="13"/>
                      <a:pt x="69" y="15"/>
                      <a:pt x="70" y="18"/>
                    </a:cubicBezTo>
                    <a:cubicBezTo>
                      <a:pt x="50" y="18"/>
                      <a:pt x="50" y="18"/>
                      <a:pt x="50" y="18"/>
                    </a:cubicBezTo>
                    <a:cubicBezTo>
                      <a:pt x="49" y="14"/>
                      <a:pt x="48" y="10"/>
                      <a:pt x="47" y="7"/>
                    </a:cubicBezTo>
                    <a:cubicBezTo>
                      <a:pt x="46" y="4"/>
                      <a:pt x="46" y="2"/>
                      <a:pt x="46"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1" name="Freeform 209"/>
              <p:cNvSpPr>
                <a:spLocks noEditPoints="1"/>
              </p:cNvSpPr>
              <p:nvPr/>
            </p:nvSpPr>
            <p:spPr bwMode="auto">
              <a:xfrm>
                <a:off x="2360" y="1713"/>
                <a:ext cx="134" cy="36"/>
              </a:xfrm>
              <a:custGeom>
                <a:avLst/>
                <a:gdLst>
                  <a:gd name="T0" fmla="*/ 2 w 70"/>
                  <a:gd name="T1" fmla="*/ 0 h 19"/>
                  <a:gd name="T2" fmla="*/ 27 w 70"/>
                  <a:gd name="T3" fmla="*/ 0 h 19"/>
                  <a:gd name="T4" fmla="*/ 24 w 70"/>
                  <a:gd name="T5" fmla="*/ 6 h 19"/>
                  <a:gd name="T6" fmla="*/ 22 w 70"/>
                  <a:gd name="T7" fmla="*/ 19 h 19"/>
                  <a:gd name="T8" fmla="*/ 0 w 70"/>
                  <a:gd name="T9" fmla="*/ 19 h 19"/>
                  <a:gd name="T10" fmla="*/ 1 w 70"/>
                  <a:gd name="T11" fmla="*/ 13 h 19"/>
                  <a:gd name="T12" fmla="*/ 2 w 70"/>
                  <a:gd name="T13" fmla="*/ 0 h 19"/>
                  <a:gd name="T14" fmla="*/ 46 w 70"/>
                  <a:gd name="T15" fmla="*/ 0 h 19"/>
                  <a:gd name="T16" fmla="*/ 69 w 70"/>
                  <a:gd name="T17" fmla="*/ 0 h 19"/>
                  <a:gd name="T18" fmla="*/ 69 w 70"/>
                  <a:gd name="T19" fmla="*/ 10 h 19"/>
                  <a:gd name="T20" fmla="*/ 70 w 70"/>
                  <a:gd name="T21" fmla="*/ 19 h 19"/>
                  <a:gd name="T22" fmla="*/ 50 w 70"/>
                  <a:gd name="T23" fmla="*/ 19 h 19"/>
                  <a:gd name="T24" fmla="*/ 47 w 70"/>
                  <a:gd name="T25" fmla="*/ 6 h 19"/>
                  <a:gd name="T26" fmla="*/ 46 w 7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19">
                    <a:moveTo>
                      <a:pt x="2" y="0"/>
                    </a:moveTo>
                    <a:cubicBezTo>
                      <a:pt x="27" y="0"/>
                      <a:pt x="27" y="0"/>
                      <a:pt x="27" y="0"/>
                    </a:cubicBezTo>
                    <a:cubicBezTo>
                      <a:pt x="26" y="3"/>
                      <a:pt x="25" y="5"/>
                      <a:pt x="24" y="6"/>
                    </a:cubicBezTo>
                    <a:cubicBezTo>
                      <a:pt x="22" y="8"/>
                      <a:pt x="22" y="12"/>
                      <a:pt x="22" y="19"/>
                    </a:cubicBezTo>
                    <a:cubicBezTo>
                      <a:pt x="0" y="19"/>
                      <a:pt x="0" y="19"/>
                      <a:pt x="0" y="19"/>
                    </a:cubicBezTo>
                    <a:cubicBezTo>
                      <a:pt x="0" y="16"/>
                      <a:pt x="1" y="15"/>
                      <a:pt x="1" y="13"/>
                    </a:cubicBezTo>
                    <a:cubicBezTo>
                      <a:pt x="2" y="9"/>
                      <a:pt x="2" y="4"/>
                      <a:pt x="2" y="0"/>
                    </a:cubicBezTo>
                    <a:close/>
                    <a:moveTo>
                      <a:pt x="46" y="0"/>
                    </a:moveTo>
                    <a:cubicBezTo>
                      <a:pt x="69" y="0"/>
                      <a:pt x="69" y="0"/>
                      <a:pt x="69" y="0"/>
                    </a:cubicBezTo>
                    <a:cubicBezTo>
                      <a:pt x="69" y="3"/>
                      <a:pt x="69" y="6"/>
                      <a:pt x="69" y="10"/>
                    </a:cubicBezTo>
                    <a:cubicBezTo>
                      <a:pt x="69" y="12"/>
                      <a:pt x="70" y="15"/>
                      <a:pt x="70" y="19"/>
                    </a:cubicBezTo>
                    <a:cubicBezTo>
                      <a:pt x="50" y="19"/>
                      <a:pt x="50" y="19"/>
                      <a:pt x="50" y="19"/>
                    </a:cubicBezTo>
                    <a:cubicBezTo>
                      <a:pt x="49" y="13"/>
                      <a:pt x="48" y="10"/>
                      <a:pt x="47" y="6"/>
                    </a:cubicBezTo>
                    <a:cubicBezTo>
                      <a:pt x="46" y="4"/>
                      <a:pt x="46" y="2"/>
                      <a:pt x="46" y="0"/>
                    </a:cubicBezTo>
                    <a:close/>
                  </a:path>
                </a:pathLst>
              </a:custGeom>
              <a:solidFill>
                <a:srgbClr val="F9F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2" name="Freeform 210"/>
              <p:cNvSpPr>
                <a:spLocks noEditPoints="1"/>
              </p:cNvSpPr>
              <p:nvPr/>
            </p:nvSpPr>
            <p:spPr bwMode="auto">
              <a:xfrm>
                <a:off x="2360" y="1717"/>
                <a:ext cx="136" cy="34"/>
              </a:xfrm>
              <a:custGeom>
                <a:avLst/>
                <a:gdLst>
                  <a:gd name="T0" fmla="*/ 2 w 71"/>
                  <a:gd name="T1" fmla="*/ 0 h 18"/>
                  <a:gd name="T2" fmla="*/ 27 w 71"/>
                  <a:gd name="T3" fmla="*/ 0 h 18"/>
                  <a:gd name="T4" fmla="*/ 24 w 71"/>
                  <a:gd name="T5" fmla="*/ 4 h 18"/>
                  <a:gd name="T6" fmla="*/ 22 w 71"/>
                  <a:gd name="T7" fmla="*/ 18 h 18"/>
                  <a:gd name="T8" fmla="*/ 0 w 71"/>
                  <a:gd name="T9" fmla="*/ 18 h 18"/>
                  <a:gd name="T10" fmla="*/ 1 w 71"/>
                  <a:gd name="T11" fmla="*/ 11 h 18"/>
                  <a:gd name="T12" fmla="*/ 2 w 71"/>
                  <a:gd name="T13" fmla="*/ 0 h 18"/>
                  <a:gd name="T14" fmla="*/ 46 w 71"/>
                  <a:gd name="T15" fmla="*/ 0 h 18"/>
                  <a:gd name="T16" fmla="*/ 69 w 71"/>
                  <a:gd name="T17" fmla="*/ 0 h 18"/>
                  <a:gd name="T18" fmla="*/ 69 w 71"/>
                  <a:gd name="T19" fmla="*/ 8 h 18"/>
                  <a:gd name="T20" fmla="*/ 71 w 71"/>
                  <a:gd name="T21" fmla="*/ 18 h 18"/>
                  <a:gd name="T22" fmla="*/ 50 w 71"/>
                  <a:gd name="T23" fmla="*/ 18 h 18"/>
                  <a:gd name="T24" fmla="*/ 47 w 71"/>
                  <a:gd name="T25" fmla="*/ 4 h 18"/>
                  <a:gd name="T26" fmla="*/ 46 w 71"/>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 h="18">
                    <a:moveTo>
                      <a:pt x="2" y="0"/>
                    </a:moveTo>
                    <a:cubicBezTo>
                      <a:pt x="27" y="0"/>
                      <a:pt x="27" y="0"/>
                      <a:pt x="27" y="0"/>
                    </a:cubicBezTo>
                    <a:cubicBezTo>
                      <a:pt x="26" y="1"/>
                      <a:pt x="25" y="3"/>
                      <a:pt x="24" y="4"/>
                    </a:cubicBezTo>
                    <a:cubicBezTo>
                      <a:pt x="22" y="6"/>
                      <a:pt x="22" y="11"/>
                      <a:pt x="22" y="18"/>
                    </a:cubicBezTo>
                    <a:cubicBezTo>
                      <a:pt x="0" y="18"/>
                      <a:pt x="0" y="18"/>
                      <a:pt x="0" y="18"/>
                    </a:cubicBezTo>
                    <a:cubicBezTo>
                      <a:pt x="0" y="15"/>
                      <a:pt x="1" y="13"/>
                      <a:pt x="1" y="11"/>
                    </a:cubicBezTo>
                    <a:cubicBezTo>
                      <a:pt x="2" y="7"/>
                      <a:pt x="2" y="3"/>
                      <a:pt x="2" y="0"/>
                    </a:cubicBezTo>
                    <a:close/>
                    <a:moveTo>
                      <a:pt x="46" y="0"/>
                    </a:moveTo>
                    <a:cubicBezTo>
                      <a:pt x="69" y="0"/>
                      <a:pt x="69" y="0"/>
                      <a:pt x="69" y="0"/>
                    </a:cubicBezTo>
                    <a:cubicBezTo>
                      <a:pt x="69" y="2"/>
                      <a:pt x="69" y="5"/>
                      <a:pt x="69" y="8"/>
                    </a:cubicBezTo>
                    <a:cubicBezTo>
                      <a:pt x="69" y="10"/>
                      <a:pt x="70" y="13"/>
                      <a:pt x="71" y="18"/>
                    </a:cubicBezTo>
                    <a:cubicBezTo>
                      <a:pt x="50" y="18"/>
                      <a:pt x="50" y="18"/>
                      <a:pt x="50" y="18"/>
                    </a:cubicBezTo>
                    <a:cubicBezTo>
                      <a:pt x="49" y="12"/>
                      <a:pt x="48" y="8"/>
                      <a:pt x="47" y="4"/>
                    </a:cubicBezTo>
                    <a:cubicBezTo>
                      <a:pt x="47" y="2"/>
                      <a:pt x="46" y="1"/>
                      <a:pt x="46"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3" name="Freeform 211"/>
              <p:cNvSpPr>
                <a:spLocks noEditPoints="1"/>
              </p:cNvSpPr>
              <p:nvPr/>
            </p:nvSpPr>
            <p:spPr bwMode="auto">
              <a:xfrm>
                <a:off x="2358" y="1719"/>
                <a:ext cx="138" cy="34"/>
              </a:xfrm>
              <a:custGeom>
                <a:avLst/>
                <a:gdLst>
                  <a:gd name="T0" fmla="*/ 3 w 72"/>
                  <a:gd name="T1" fmla="*/ 0 h 18"/>
                  <a:gd name="T2" fmla="*/ 27 w 72"/>
                  <a:gd name="T3" fmla="*/ 0 h 18"/>
                  <a:gd name="T4" fmla="*/ 25 w 72"/>
                  <a:gd name="T5" fmla="*/ 3 h 18"/>
                  <a:gd name="T6" fmla="*/ 23 w 72"/>
                  <a:gd name="T7" fmla="*/ 18 h 18"/>
                  <a:gd name="T8" fmla="*/ 0 w 72"/>
                  <a:gd name="T9" fmla="*/ 18 h 18"/>
                  <a:gd name="T10" fmla="*/ 2 w 72"/>
                  <a:gd name="T11" fmla="*/ 10 h 18"/>
                  <a:gd name="T12" fmla="*/ 3 w 72"/>
                  <a:gd name="T13" fmla="*/ 0 h 18"/>
                  <a:gd name="T14" fmla="*/ 47 w 72"/>
                  <a:gd name="T15" fmla="*/ 0 h 18"/>
                  <a:gd name="T16" fmla="*/ 70 w 72"/>
                  <a:gd name="T17" fmla="*/ 0 h 18"/>
                  <a:gd name="T18" fmla="*/ 70 w 72"/>
                  <a:gd name="T19" fmla="*/ 7 h 18"/>
                  <a:gd name="T20" fmla="*/ 72 w 72"/>
                  <a:gd name="T21" fmla="*/ 18 h 18"/>
                  <a:gd name="T22" fmla="*/ 51 w 72"/>
                  <a:gd name="T23" fmla="*/ 18 h 18"/>
                  <a:gd name="T24" fmla="*/ 48 w 72"/>
                  <a:gd name="T25" fmla="*/ 3 h 18"/>
                  <a:gd name="T26" fmla="*/ 47 w 72"/>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18">
                    <a:moveTo>
                      <a:pt x="3" y="0"/>
                    </a:moveTo>
                    <a:cubicBezTo>
                      <a:pt x="27" y="0"/>
                      <a:pt x="27" y="0"/>
                      <a:pt x="27" y="0"/>
                    </a:cubicBezTo>
                    <a:cubicBezTo>
                      <a:pt x="26" y="1"/>
                      <a:pt x="25" y="2"/>
                      <a:pt x="25" y="3"/>
                    </a:cubicBezTo>
                    <a:cubicBezTo>
                      <a:pt x="23" y="5"/>
                      <a:pt x="23" y="10"/>
                      <a:pt x="23" y="18"/>
                    </a:cubicBezTo>
                    <a:cubicBezTo>
                      <a:pt x="0" y="18"/>
                      <a:pt x="0" y="18"/>
                      <a:pt x="0" y="18"/>
                    </a:cubicBezTo>
                    <a:cubicBezTo>
                      <a:pt x="1" y="15"/>
                      <a:pt x="2" y="12"/>
                      <a:pt x="2" y="10"/>
                    </a:cubicBezTo>
                    <a:cubicBezTo>
                      <a:pt x="3" y="7"/>
                      <a:pt x="3" y="3"/>
                      <a:pt x="3" y="0"/>
                    </a:cubicBezTo>
                    <a:close/>
                    <a:moveTo>
                      <a:pt x="47" y="0"/>
                    </a:moveTo>
                    <a:cubicBezTo>
                      <a:pt x="70" y="0"/>
                      <a:pt x="70" y="0"/>
                      <a:pt x="70" y="0"/>
                    </a:cubicBezTo>
                    <a:cubicBezTo>
                      <a:pt x="70" y="2"/>
                      <a:pt x="70" y="4"/>
                      <a:pt x="70" y="7"/>
                    </a:cubicBezTo>
                    <a:cubicBezTo>
                      <a:pt x="70" y="9"/>
                      <a:pt x="71" y="13"/>
                      <a:pt x="72" y="18"/>
                    </a:cubicBezTo>
                    <a:cubicBezTo>
                      <a:pt x="51" y="18"/>
                      <a:pt x="51" y="18"/>
                      <a:pt x="51" y="18"/>
                    </a:cubicBezTo>
                    <a:cubicBezTo>
                      <a:pt x="50" y="12"/>
                      <a:pt x="49" y="7"/>
                      <a:pt x="48" y="3"/>
                    </a:cubicBezTo>
                    <a:cubicBezTo>
                      <a:pt x="48" y="2"/>
                      <a:pt x="47" y="1"/>
                      <a:pt x="47" y="0"/>
                    </a:cubicBezTo>
                    <a:close/>
                  </a:path>
                </a:pathLst>
              </a:custGeom>
              <a:solidFill>
                <a:srgbClr val="FCFC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4" name="Freeform 212"/>
              <p:cNvSpPr>
                <a:spLocks noEditPoints="1"/>
              </p:cNvSpPr>
              <p:nvPr/>
            </p:nvSpPr>
            <p:spPr bwMode="auto">
              <a:xfrm>
                <a:off x="2358" y="1720"/>
                <a:ext cx="138" cy="35"/>
              </a:xfrm>
              <a:custGeom>
                <a:avLst/>
                <a:gdLst>
                  <a:gd name="T0" fmla="*/ 3 w 72"/>
                  <a:gd name="T1" fmla="*/ 0 h 18"/>
                  <a:gd name="T2" fmla="*/ 26 w 72"/>
                  <a:gd name="T3" fmla="*/ 0 h 18"/>
                  <a:gd name="T4" fmla="*/ 25 w 72"/>
                  <a:gd name="T5" fmla="*/ 2 h 18"/>
                  <a:gd name="T6" fmla="*/ 23 w 72"/>
                  <a:gd name="T7" fmla="*/ 18 h 18"/>
                  <a:gd name="T8" fmla="*/ 0 w 72"/>
                  <a:gd name="T9" fmla="*/ 18 h 18"/>
                  <a:gd name="T10" fmla="*/ 2 w 72"/>
                  <a:gd name="T11" fmla="*/ 9 h 18"/>
                  <a:gd name="T12" fmla="*/ 3 w 72"/>
                  <a:gd name="T13" fmla="*/ 0 h 18"/>
                  <a:gd name="T14" fmla="*/ 48 w 72"/>
                  <a:gd name="T15" fmla="*/ 0 h 18"/>
                  <a:gd name="T16" fmla="*/ 70 w 72"/>
                  <a:gd name="T17" fmla="*/ 0 h 18"/>
                  <a:gd name="T18" fmla="*/ 70 w 72"/>
                  <a:gd name="T19" fmla="*/ 6 h 18"/>
                  <a:gd name="T20" fmla="*/ 72 w 72"/>
                  <a:gd name="T21" fmla="*/ 18 h 18"/>
                  <a:gd name="T22" fmla="*/ 51 w 72"/>
                  <a:gd name="T23" fmla="*/ 18 h 18"/>
                  <a:gd name="T24" fmla="*/ 48 w 72"/>
                  <a:gd name="T25" fmla="*/ 2 h 18"/>
                  <a:gd name="T26" fmla="*/ 48 w 72"/>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18">
                    <a:moveTo>
                      <a:pt x="3" y="0"/>
                    </a:moveTo>
                    <a:cubicBezTo>
                      <a:pt x="26" y="0"/>
                      <a:pt x="26" y="0"/>
                      <a:pt x="26" y="0"/>
                    </a:cubicBezTo>
                    <a:cubicBezTo>
                      <a:pt x="26" y="1"/>
                      <a:pt x="25" y="2"/>
                      <a:pt x="25" y="2"/>
                    </a:cubicBezTo>
                    <a:cubicBezTo>
                      <a:pt x="23" y="4"/>
                      <a:pt x="23" y="10"/>
                      <a:pt x="23" y="18"/>
                    </a:cubicBezTo>
                    <a:cubicBezTo>
                      <a:pt x="0" y="18"/>
                      <a:pt x="0" y="18"/>
                      <a:pt x="0" y="18"/>
                    </a:cubicBezTo>
                    <a:cubicBezTo>
                      <a:pt x="1" y="15"/>
                      <a:pt x="2" y="11"/>
                      <a:pt x="2" y="9"/>
                    </a:cubicBezTo>
                    <a:cubicBezTo>
                      <a:pt x="3" y="6"/>
                      <a:pt x="3" y="3"/>
                      <a:pt x="3" y="0"/>
                    </a:cubicBezTo>
                    <a:close/>
                    <a:moveTo>
                      <a:pt x="48" y="0"/>
                    </a:moveTo>
                    <a:cubicBezTo>
                      <a:pt x="70" y="0"/>
                      <a:pt x="70" y="0"/>
                      <a:pt x="70" y="0"/>
                    </a:cubicBezTo>
                    <a:cubicBezTo>
                      <a:pt x="70" y="2"/>
                      <a:pt x="70" y="4"/>
                      <a:pt x="70" y="6"/>
                    </a:cubicBezTo>
                    <a:cubicBezTo>
                      <a:pt x="70" y="8"/>
                      <a:pt x="71" y="13"/>
                      <a:pt x="72" y="18"/>
                    </a:cubicBezTo>
                    <a:cubicBezTo>
                      <a:pt x="51" y="18"/>
                      <a:pt x="51" y="18"/>
                      <a:pt x="51" y="18"/>
                    </a:cubicBezTo>
                    <a:cubicBezTo>
                      <a:pt x="50" y="11"/>
                      <a:pt x="49" y="6"/>
                      <a:pt x="48" y="2"/>
                    </a:cubicBezTo>
                    <a:cubicBezTo>
                      <a:pt x="48" y="1"/>
                      <a:pt x="48" y="1"/>
                      <a:pt x="48"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5" name="Freeform 213"/>
              <p:cNvSpPr>
                <a:spLocks noEditPoints="1"/>
              </p:cNvSpPr>
              <p:nvPr/>
            </p:nvSpPr>
            <p:spPr bwMode="auto">
              <a:xfrm>
                <a:off x="2358" y="1722"/>
                <a:ext cx="140" cy="37"/>
              </a:xfrm>
              <a:custGeom>
                <a:avLst/>
                <a:gdLst>
                  <a:gd name="T0" fmla="*/ 3 w 73"/>
                  <a:gd name="T1" fmla="*/ 0 h 19"/>
                  <a:gd name="T2" fmla="*/ 25 w 73"/>
                  <a:gd name="T3" fmla="*/ 0 h 19"/>
                  <a:gd name="T4" fmla="*/ 25 w 73"/>
                  <a:gd name="T5" fmla="*/ 1 h 19"/>
                  <a:gd name="T6" fmla="*/ 23 w 73"/>
                  <a:gd name="T7" fmla="*/ 19 h 19"/>
                  <a:gd name="T8" fmla="*/ 0 w 73"/>
                  <a:gd name="T9" fmla="*/ 19 h 19"/>
                  <a:gd name="T10" fmla="*/ 2 w 73"/>
                  <a:gd name="T11" fmla="*/ 8 h 19"/>
                  <a:gd name="T12" fmla="*/ 3 w 73"/>
                  <a:gd name="T13" fmla="*/ 0 h 19"/>
                  <a:gd name="T14" fmla="*/ 48 w 73"/>
                  <a:gd name="T15" fmla="*/ 0 h 19"/>
                  <a:gd name="T16" fmla="*/ 70 w 73"/>
                  <a:gd name="T17" fmla="*/ 0 h 19"/>
                  <a:gd name="T18" fmla="*/ 70 w 73"/>
                  <a:gd name="T19" fmla="*/ 5 h 19"/>
                  <a:gd name="T20" fmla="*/ 73 w 73"/>
                  <a:gd name="T21" fmla="*/ 19 h 19"/>
                  <a:gd name="T22" fmla="*/ 51 w 73"/>
                  <a:gd name="T23" fmla="*/ 19 h 19"/>
                  <a:gd name="T24" fmla="*/ 48 w 73"/>
                  <a:gd name="T25" fmla="*/ 1 h 19"/>
                  <a:gd name="T26" fmla="*/ 48 w 73"/>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19">
                    <a:moveTo>
                      <a:pt x="3" y="0"/>
                    </a:moveTo>
                    <a:cubicBezTo>
                      <a:pt x="25" y="0"/>
                      <a:pt x="25" y="0"/>
                      <a:pt x="25" y="0"/>
                    </a:cubicBezTo>
                    <a:cubicBezTo>
                      <a:pt x="25" y="1"/>
                      <a:pt x="25" y="1"/>
                      <a:pt x="25" y="1"/>
                    </a:cubicBezTo>
                    <a:cubicBezTo>
                      <a:pt x="23" y="3"/>
                      <a:pt x="23" y="10"/>
                      <a:pt x="23" y="19"/>
                    </a:cubicBezTo>
                    <a:cubicBezTo>
                      <a:pt x="0" y="19"/>
                      <a:pt x="0" y="19"/>
                      <a:pt x="0" y="19"/>
                    </a:cubicBezTo>
                    <a:cubicBezTo>
                      <a:pt x="1" y="14"/>
                      <a:pt x="2" y="11"/>
                      <a:pt x="2" y="8"/>
                    </a:cubicBezTo>
                    <a:cubicBezTo>
                      <a:pt x="3" y="6"/>
                      <a:pt x="3" y="3"/>
                      <a:pt x="3" y="0"/>
                    </a:cubicBezTo>
                    <a:close/>
                    <a:moveTo>
                      <a:pt x="48" y="0"/>
                    </a:moveTo>
                    <a:cubicBezTo>
                      <a:pt x="70" y="0"/>
                      <a:pt x="70" y="0"/>
                      <a:pt x="70" y="0"/>
                    </a:cubicBezTo>
                    <a:cubicBezTo>
                      <a:pt x="70" y="2"/>
                      <a:pt x="70" y="3"/>
                      <a:pt x="70" y="5"/>
                    </a:cubicBezTo>
                    <a:cubicBezTo>
                      <a:pt x="70" y="7"/>
                      <a:pt x="71" y="12"/>
                      <a:pt x="73" y="19"/>
                    </a:cubicBezTo>
                    <a:cubicBezTo>
                      <a:pt x="51" y="19"/>
                      <a:pt x="51" y="19"/>
                      <a:pt x="51" y="19"/>
                    </a:cubicBezTo>
                    <a:cubicBezTo>
                      <a:pt x="51" y="11"/>
                      <a:pt x="49" y="6"/>
                      <a:pt x="48" y="1"/>
                    </a:cubicBezTo>
                    <a:lnTo>
                      <a:pt x="4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6" name="Freeform 214"/>
              <p:cNvSpPr>
                <a:spLocks/>
              </p:cNvSpPr>
              <p:nvPr/>
            </p:nvSpPr>
            <p:spPr bwMode="auto">
              <a:xfrm>
                <a:off x="134" y="1144"/>
                <a:ext cx="130" cy="35"/>
              </a:xfrm>
              <a:custGeom>
                <a:avLst/>
                <a:gdLst>
                  <a:gd name="T0" fmla="*/ 45 w 68"/>
                  <a:gd name="T1" fmla="*/ 0 h 18"/>
                  <a:gd name="T2" fmla="*/ 0 w 68"/>
                  <a:gd name="T3" fmla="*/ 0 h 18"/>
                  <a:gd name="T4" fmla="*/ 1 w 68"/>
                  <a:gd name="T5" fmla="*/ 6 h 18"/>
                  <a:gd name="T6" fmla="*/ 0 w 68"/>
                  <a:gd name="T7" fmla="*/ 18 h 18"/>
                  <a:gd name="T8" fmla="*/ 46 w 68"/>
                  <a:gd name="T9" fmla="*/ 18 h 18"/>
                  <a:gd name="T10" fmla="*/ 46 w 68"/>
                  <a:gd name="T11" fmla="*/ 18 h 18"/>
                  <a:gd name="T12" fmla="*/ 51 w 68"/>
                  <a:gd name="T13" fmla="*/ 15 h 18"/>
                  <a:gd name="T14" fmla="*/ 62 w 68"/>
                  <a:gd name="T15" fmla="*/ 14 h 18"/>
                  <a:gd name="T16" fmla="*/ 68 w 68"/>
                  <a:gd name="T17" fmla="*/ 9 h 18"/>
                  <a:gd name="T18" fmla="*/ 53 w 68"/>
                  <a:gd name="T19" fmla="*/ 5 h 18"/>
                  <a:gd name="T20" fmla="*/ 36 w 68"/>
                  <a:gd name="T21" fmla="*/ 7 h 18"/>
                  <a:gd name="T22" fmla="*/ 35 w 68"/>
                  <a:gd name="T23" fmla="*/ 5 h 18"/>
                  <a:gd name="T24" fmla="*/ 41 w 68"/>
                  <a:gd name="T25" fmla="*/ 2 h 18"/>
                  <a:gd name="T26" fmla="*/ 45 w 6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8" h="18">
                    <a:moveTo>
                      <a:pt x="45" y="0"/>
                    </a:moveTo>
                    <a:cubicBezTo>
                      <a:pt x="0" y="0"/>
                      <a:pt x="0" y="0"/>
                      <a:pt x="0" y="0"/>
                    </a:cubicBezTo>
                    <a:cubicBezTo>
                      <a:pt x="0" y="2"/>
                      <a:pt x="1" y="4"/>
                      <a:pt x="1" y="6"/>
                    </a:cubicBezTo>
                    <a:cubicBezTo>
                      <a:pt x="1" y="8"/>
                      <a:pt x="1" y="12"/>
                      <a:pt x="0" y="18"/>
                    </a:cubicBezTo>
                    <a:cubicBezTo>
                      <a:pt x="46" y="18"/>
                      <a:pt x="46" y="18"/>
                      <a:pt x="46" y="18"/>
                    </a:cubicBezTo>
                    <a:cubicBezTo>
                      <a:pt x="46" y="18"/>
                      <a:pt x="46" y="18"/>
                      <a:pt x="46" y="18"/>
                    </a:cubicBezTo>
                    <a:cubicBezTo>
                      <a:pt x="46" y="18"/>
                      <a:pt x="49" y="17"/>
                      <a:pt x="51" y="15"/>
                    </a:cubicBezTo>
                    <a:cubicBezTo>
                      <a:pt x="54" y="14"/>
                      <a:pt x="58" y="14"/>
                      <a:pt x="62" y="14"/>
                    </a:cubicBezTo>
                    <a:cubicBezTo>
                      <a:pt x="67" y="14"/>
                      <a:pt x="68" y="10"/>
                      <a:pt x="68" y="9"/>
                    </a:cubicBezTo>
                    <a:cubicBezTo>
                      <a:pt x="67" y="7"/>
                      <a:pt x="61" y="6"/>
                      <a:pt x="53" y="5"/>
                    </a:cubicBezTo>
                    <a:cubicBezTo>
                      <a:pt x="44" y="5"/>
                      <a:pt x="36" y="7"/>
                      <a:pt x="36" y="7"/>
                    </a:cubicBezTo>
                    <a:cubicBezTo>
                      <a:pt x="36" y="7"/>
                      <a:pt x="33" y="6"/>
                      <a:pt x="35" y="5"/>
                    </a:cubicBezTo>
                    <a:cubicBezTo>
                      <a:pt x="36" y="4"/>
                      <a:pt x="38" y="2"/>
                      <a:pt x="41" y="2"/>
                    </a:cubicBezTo>
                    <a:cubicBezTo>
                      <a:pt x="43" y="2"/>
                      <a:pt x="44" y="1"/>
                      <a:pt x="45" y="0"/>
                    </a:cubicBezTo>
                    <a:close/>
                  </a:path>
                </a:pathLst>
              </a:custGeom>
              <a:solidFill>
                <a:srgbClr val="D2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7" name="Freeform 215"/>
              <p:cNvSpPr>
                <a:spLocks/>
              </p:cNvSpPr>
              <p:nvPr/>
            </p:nvSpPr>
            <p:spPr bwMode="auto">
              <a:xfrm>
                <a:off x="134" y="1146"/>
                <a:ext cx="130" cy="35"/>
              </a:xfrm>
              <a:custGeom>
                <a:avLst/>
                <a:gdLst>
                  <a:gd name="T0" fmla="*/ 44 w 68"/>
                  <a:gd name="T1" fmla="*/ 0 h 18"/>
                  <a:gd name="T2" fmla="*/ 0 w 68"/>
                  <a:gd name="T3" fmla="*/ 0 h 18"/>
                  <a:gd name="T4" fmla="*/ 1 w 68"/>
                  <a:gd name="T5" fmla="*/ 5 h 18"/>
                  <a:gd name="T6" fmla="*/ 0 w 68"/>
                  <a:gd name="T7" fmla="*/ 18 h 18"/>
                  <a:gd name="T8" fmla="*/ 46 w 68"/>
                  <a:gd name="T9" fmla="*/ 18 h 18"/>
                  <a:gd name="T10" fmla="*/ 46 w 68"/>
                  <a:gd name="T11" fmla="*/ 17 h 18"/>
                  <a:gd name="T12" fmla="*/ 51 w 68"/>
                  <a:gd name="T13" fmla="*/ 14 h 18"/>
                  <a:gd name="T14" fmla="*/ 62 w 68"/>
                  <a:gd name="T15" fmla="*/ 13 h 18"/>
                  <a:gd name="T16" fmla="*/ 68 w 68"/>
                  <a:gd name="T17" fmla="*/ 8 h 18"/>
                  <a:gd name="T18" fmla="*/ 53 w 68"/>
                  <a:gd name="T19" fmla="*/ 4 h 18"/>
                  <a:gd name="T20" fmla="*/ 36 w 68"/>
                  <a:gd name="T21" fmla="*/ 6 h 18"/>
                  <a:gd name="T22" fmla="*/ 35 w 68"/>
                  <a:gd name="T23" fmla="*/ 4 h 18"/>
                  <a:gd name="T24" fmla="*/ 41 w 68"/>
                  <a:gd name="T25" fmla="*/ 1 h 18"/>
                  <a:gd name="T26" fmla="*/ 44 w 6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8" h="18">
                    <a:moveTo>
                      <a:pt x="44" y="0"/>
                    </a:moveTo>
                    <a:cubicBezTo>
                      <a:pt x="0" y="0"/>
                      <a:pt x="0" y="0"/>
                      <a:pt x="0" y="0"/>
                    </a:cubicBezTo>
                    <a:cubicBezTo>
                      <a:pt x="0" y="2"/>
                      <a:pt x="1" y="4"/>
                      <a:pt x="1" y="5"/>
                    </a:cubicBezTo>
                    <a:cubicBezTo>
                      <a:pt x="1" y="7"/>
                      <a:pt x="1" y="12"/>
                      <a:pt x="0" y="18"/>
                    </a:cubicBezTo>
                    <a:cubicBezTo>
                      <a:pt x="46" y="18"/>
                      <a:pt x="46" y="18"/>
                      <a:pt x="46" y="18"/>
                    </a:cubicBezTo>
                    <a:cubicBezTo>
                      <a:pt x="46" y="18"/>
                      <a:pt x="46" y="17"/>
                      <a:pt x="46" y="17"/>
                    </a:cubicBezTo>
                    <a:cubicBezTo>
                      <a:pt x="46" y="17"/>
                      <a:pt x="49" y="16"/>
                      <a:pt x="51" y="14"/>
                    </a:cubicBezTo>
                    <a:cubicBezTo>
                      <a:pt x="54" y="13"/>
                      <a:pt x="58" y="13"/>
                      <a:pt x="62" y="13"/>
                    </a:cubicBezTo>
                    <a:cubicBezTo>
                      <a:pt x="67" y="13"/>
                      <a:pt x="68" y="9"/>
                      <a:pt x="68" y="8"/>
                    </a:cubicBezTo>
                    <a:cubicBezTo>
                      <a:pt x="67" y="6"/>
                      <a:pt x="61" y="5"/>
                      <a:pt x="53" y="4"/>
                    </a:cubicBezTo>
                    <a:cubicBezTo>
                      <a:pt x="44" y="4"/>
                      <a:pt x="36" y="6"/>
                      <a:pt x="36" y="6"/>
                    </a:cubicBezTo>
                    <a:cubicBezTo>
                      <a:pt x="36" y="6"/>
                      <a:pt x="33" y="5"/>
                      <a:pt x="35" y="4"/>
                    </a:cubicBezTo>
                    <a:cubicBezTo>
                      <a:pt x="36" y="3"/>
                      <a:pt x="38" y="1"/>
                      <a:pt x="41" y="1"/>
                    </a:cubicBezTo>
                    <a:cubicBezTo>
                      <a:pt x="42" y="1"/>
                      <a:pt x="43" y="1"/>
                      <a:pt x="44" y="0"/>
                    </a:cubicBezTo>
                    <a:close/>
                  </a:path>
                </a:pathLst>
              </a:custGeom>
              <a:solidFill>
                <a:srgbClr val="D3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8" name="Freeform 216"/>
              <p:cNvSpPr>
                <a:spLocks/>
              </p:cNvSpPr>
              <p:nvPr/>
            </p:nvSpPr>
            <p:spPr bwMode="auto">
              <a:xfrm>
                <a:off x="134" y="1148"/>
                <a:ext cx="130" cy="36"/>
              </a:xfrm>
              <a:custGeom>
                <a:avLst/>
                <a:gdLst>
                  <a:gd name="T0" fmla="*/ 38 w 68"/>
                  <a:gd name="T1" fmla="*/ 0 h 19"/>
                  <a:gd name="T2" fmla="*/ 0 w 68"/>
                  <a:gd name="T3" fmla="*/ 0 h 19"/>
                  <a:gd name="T4" fmla="*/ 1 w 68"/>
                  <a:gd name="T5" fmla="*/ 4 h 19"/>
                  <a:gd name="T6" fmla="*/ 0 w 68"/>
                  <a:gd name="T7" fmla="*/ 19 h 19"/>
                  <a:gd name="T8" fmla="*/ 46 w 68"/>
                  <a:gd name="T9" fmla="*/ 19 h 19"/>
                  <a:gd name="T10" fmla="*/ 46 w 68"/>
                  <a:gd name="T11" fmla="*/ 16 h 19"/>
                  <a:gd name="T12" fmla="*/ 51 w 68"/>
                  <a:gd name="T13" fmla="*/ 13 h 19"/>
                  <a:gd name="T14" fmla="*/ 62 w 68"/>
                  <a:gd name="T15" fmla="*/ 12 h 19"/>
                  <a:gd name="T16" fmla="*/ 68 w 68"/>
                  <a:gd name="T17" fmla="*/ 7 h 19"/>
                  <a:gd name="T18" fmla="*/ 53 w 68"/>
                  <a:gd name="T19" fmla="*/ 3 h 19"/>
                  <a:gd name="T20" fmla="*/ 36 w 68"/>
                  <a:gd name="T21" fmla="*/ 5 h 19"/>
                  <a:gd name="T22" fmla="*/ 35 w 68"/>
                  <a:gd name="T23" fmla="*/ 3 h 19"/>
                  <a:gd name="T24" fmla="*/ 38 w 68"/>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19">
                    <a:moveTo>
                      <a:pt x="38" y="0"/>
                    </a:moveTo>
                    <a:cubicBezTo>
                      <a:pt x="0" y="0"/>
                      <a:pt x="0" y="0"/>
                      <a:pt x="0" y="0"/>
                    </a:cubicBezTo>
                    <a:cubicBezTo>
                      <a:pt x="1" y="2"/>
                      <a:pt x="1" y="3"/>
                      <a:pt x="1" y="4"/>
                    </a:cubicBezTo>
                    <a:cubicBezTo>
                      <a:pt x="1" y="6"/>
                      <a:pt x="0" y="11"/>
                      <a:pt x="0" y="19"/>
                    </a:cubicBezTo>
                    <a:cubicBezTo>
                      <a:pt x="46" y="19"/>
                      <a:pt x="46" y="19"/>
                      <a:pt x="46" y="19"/>
                    </a:cubicBezTo>
                    <a:cubicBezTo>
                      <a:pt x="46" y="17"/>
                      <a:pt x="46" y="16"/>
                      <a:pt x="46" y="16"/>
                    </a:cubicBezTo>
                    <a:cubicBezTo>
                      <a:pt x="46" y="16"/>
                      <a:pt x="49" y="15"/>
                      <a:pt x="51" y="13"/>
                    </a:cubicBezTo>
                    <a:cubicBezTo>
                      <a:pt x="54" y="12"/>
                      <a:pt x="58" y="12"/>
                      <a:pt x="62" y="12"/>
                    </a:cubicBezTo>
                    <a:cubicBezTo>
                      <a:pt x="67" y="12"/>
                      <a:pt x="68" y="8"/>
                      <a:pt x="68" y="7"/>
                    </a:cubicBezTo>
                    <a:cubicBezTo>
                      <a:pt x="67" y="5"/>
                      <a:pt x="61" y="4"/>
                      <a:pt x="53" y="3"/>
                    </a:cubicBezTo>
                    <a:cubicBezTo>
                      <a:pt x="44" y="3"/>
                      <a:pt x="36" y="5"/>
                      <a:pt x="36" y="5"/>
                    </a:cubicBezTo>
                    <a:cubicBezTo>
                      <a:pt x="36" y="5"/>
                      <a:pt x="33" y="4"/>
                      <a:pt x="35" y="3"/>
                    </a:cubicBezTo>
                    <a:cubicBezTo>
                      <a:pt x="36" y="2"/>
                      <a:pt x="36" y="1"/>
                      <a:pt x="38" y="0"/>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9" name="Freeform 217"/>
              <p:cNvSpPr>
                <a:spLocks/>
              </p:cNvSpPr>
              <p:nvPr/>
            </p:nvSpPr>
            <p:spPr bwMode="auto">
              <a:xfrm>
                <a:off x="134" y="1152"/>
                <a:ext cx="130" cy="34"/>
              </a:xfrm>
              <a:custGeom>
                <a:avLst/>
                <a:gdLst>
                  <a:gd name="T0" fmla="*/ 36 w 68"/>
                  <a:gd name="T1" fmla="*/ 0 h 18"/>
                  <a:gd name="T2" fmla="*/ 1 w 68"/>
                  <a:gd name="T3" fmla="*/ 0 h 18"/>
                  <a:gd name="T4" fmla="*/ 1 w 68"/>
                  <a:gd name="T5" fmla="*/ 2 h 18"/>
                  <a:gd name="T6" fmla="*/ 0 w 68"/>
                  <a:gd name="T7" fmla="*/ 18 h 18"/>
                  <a:gd name="T8" fmla="*/ 46 w 68"/>
                  <a:gd name="T9" fmla="*/ 18 h 18"/>
                  <a:gd name="T10" fmla="*/ 46 w 68"/>
                  <a:gd name="T11" fmla="*/ 14 h 18"/>
                  <a:gd name="T12" fmla="*/ 51 w 68"/>
                  <a:gd name="T13" fmla="*/ 11 h 18"/>
                  <a:gd name="T14" fmla="*/ 62 w 68"/>
                  <a:gd name="T15" fmla="*/ 10 h 18"/>
                  <a:gd name="T16" fmla="*/ 68 w 68"/>
                  <a:gd name="T17" fmla="*/ 5 h 18"/>
                  <a:gd name="T18" fmla="*/ 53 w 68"/>
                  <a:gd name="T19" fmla="*/ 1 h 18"/>
                  <a:gd name="T20" fmla="*/ 36 w 68"/>
                  <a:gd name="T21" fmla="*/ 3 h 18"/>
                  <a:gd name="T22" fmla="*/ 35 w 68"/>
                  <a:gd name="T23" fmla="*/ 1 h 18"/>
                  <a:gd name="T24" fmla="*/ 36 w 68"/>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18">
                    <a:moveTo>
                      <a:pt x="36" y="0"/>
                    </a:moveTo>
                    <a:cubicBezTo>
                      <a:pt x="1" y="0"/>
                      <a:pt x="1" y="0"/>
                      <a:pt x="1" y="0"/>
                    </a:cubicBezTo>
                    <a:cubicBezTo>
                      <a:pt x="1" y="1"/>
                      <a:pt x="1" y="1"/>
                      <a:pt x="1" y="2"/>
                    </a:cubicBezTo>
                    <a:cubicBezTo>
                      <a:pt x="1" y="4"/>
                      <a:pt x="0" y="10"/>
                      <a:pt x="0" y="18"/>
                    </a:cubicBezTo>
                    <a:cubicBezTo>
                      <a:pt x="46" y="18"/>
                      <a:pt x="46" y="18"/>
                      <a:pt x="46" y="18"/>
                    </a:cubicBezTo>
                    <a:cubicBezTo>
                      <a:pt x="46" y="16"/>
                      <a:pt x="46" y="14"/>
                      <a:pt x="46" y="14"/>
                    </a:cubicBezTo>
                    <a:cubicBezTo>
                      <a:pt x="46" y="14"/>
                      <a:pt x="49" y="13"/>
                      <a:pt x="51" y="11"/>
                    </a:cubicBezTo>
                    <a:cubicBezTo>
                      <a:pt x="54" y="10"/>
                      <a:pt x="58" y="10"/>
                      <a:pt x="62" y="10"/>
                    </a:cubicBezTo>
                    <a:cubicBezTo>
                      <a:pt x="67" y="10"/>
                      <a:pt x="68" y="6"/>
                      <a:pt x="68" y="5"/>
                    </a:cubicBezTo>
                    <a:cubicBezTo>
                      <a:pt x="67" y="3"/>
                      <a:pt x="61" y="2"/>
                      <a:pt x="53" y="1"/>
                    </a:cubicBezTo>
                    <a:cubicBezTo>
                      <a:pt x="44" y="1"/>
                      <a:pt x="36" y="3"/>
                      <a:pt x="36" y="3"/>
                    </a:cubicBezTo>
                    <a:cubicBezTo>
                      <a:pt x="36" y="3"/>
                      <a:pt x="33" y="2"/>
                      <a:pt x="35" y="1"/>
                    </a:cubicBezTo>
                    <a:cubicBezTo>
                      <a:pt x="35" y="0"/>
                      <a:pt x="35" y="0"/>
                      <a:pt x="36" y="0"/>
                    </a:cubicBezTo>
                    <a:close/>
                  </a:path>
                </a:pathLst>
              </a:custGeom>
              <a:solidFill>
                <a:srgbClr val="D4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0" name="Freeform 218"/>
              <p:cNvSpPr>
                <a:spLocks/>
              </p:cNvSpPr>
              <p:nvPr/>
            </p:nvSpPr>
            <p:spPr bwMode="auto">
              <a:xfrm>
                <a:off x="134" y="1154"/>
                <a:ext cx="130" cy="34"/>
              </a:xfrm>
              <a:custGeom>
                <a:avLst/>
                <a:gdLst>
                  <a:gd name="T0" fmla="*/ 34 w 68"/>
                  <a:gd name="T1" fmla="*/ 0 h 18"/>
                  <a:gd name="T2" fmla="*/ 1 w 68"/>
                  <a:gd name="T3" fmla="*/ 0 h 18"/>
                  <a:gd name="T4" fmla="*/ 1 w 68"/>
                  <a:gd name="T5" fmla="*/ 1 h 18"/>
                  <a:gd name="T6" fmla="*/ 0 w 68"/>
                  <a:gd name="T7" fmla="*/ 18 h 18"/>
                  <a:gd name="T8" fmla="*/ 46 w 68"/>
                  <a:gd name="T9" fmla="*/ 18 h 18"/>
                  <a:gd name="T10" fmla="*/ 46 w 68"/>
                  <a:gd name="T11" fmla="*/ 13 h 18"/>
                  <a:gd name="T12" fmla="*/ 51 w 68"/>
                  <a:gd name="T13" fmla="*/ 10 h 18"/>
                  <a:gd name="T14" fmla="*/ 62 w 68"/>
                  <a:gd name="T15" fmla="*/ 9 h 18"/>
                  <a:gd name="T16" fmla="*/ 68 w 68"/>
                  <a:gd name="T17" fmla="*/ 4 h 18"/>
                  <a:gd name="T18" fmla="*/ 53 w 68"/>
                  <a:gd name="T19" fmla="*/ 0 h 18"/>
                  <a:gd name="T20" fmla="*/ 36 w 68"/>
                  <a:gd name="T21" fmla="*/ 2 h 18"/>
                  <a:gd name="T22" fmla="*/ 34 w 68"/>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8">
                    <a:moveTo>
                      <a:pt x="34" y="0"/>
                    </a:moveTo>
                    <a:cubicBezTo>
                      <a:pt x="1" y="0"/>
                      <a:pt x="1" y="0"/>
                      <a:pt x="1" y="0"/>
                    </a:cubicBezTo>
                    <a:cubicBezTo>
                      <a:pt x="1" y="1"/>
                      <a:pt x="1" y="1"/>
                      <a:pt x="1" y="1"/>
                    </a:cubicBezTo>
                    <a:cubicBezTo>
                      <a:pt x="1" y="3"/>
                      <a:pt x="0" y="10"/>
                      <a:pt x="0" y="18"/>
                    </a:cubicBezTo>
                    <a:cubicBezTo>
                      <a:pt x="46" y="18"/>
                      <a:pt x="46" y="18"/>
                      <a:pt x="46" y="18"/>
                    </a:cubicBezTo>
                    <a:cubicBezTo>
                      <a:pt x="46" y="15"/>
                      <a:pt x="46" y="13"/>
                      <a:pt x="46" y="13"/>
                    </a:cubicBezTo>
                    <a:cubicBezTo>
                      <a:pt x="46" y="13"/>
                      <a:pt x="49" y="12"/>
                      <a:pt x="51" y="10"/>
                    </a:cubicBezTo>
                    <a:cubicBezTo>
                      <a:pt x="54" y="9"/>
                      <a:pt x="58" y="9"/>
                      <a:pt x="62" y="9"/>
                    </a:cubicBezTo>
                    <a:cubicBezTo>
                      <a:pt x="67" y="9"/>
                      <a:pt x="68" y="5"/>
                      <a:pt x="68" y="4"/>
                    </a:cubicBezTo>
                    <a:cubicBezTo>
                      <a:pt x="67" y="2"/>
                      <a:pt x="61" y="1"/>
                      <a:pt x="53" y="0"/>
                    </a:cubicBezTo>
                    <a:cubicBezTo>
                      <a:pt x="44" y="0"/>
                      <a:pt x="36" y="2"/>
                      <a:pt x="36" y="2"/>
                    </a:cubicBezTo>
                    <a:cubicBezTo>
                      <a:pt x="36" y="2"/>
                      <a:pt x="34" y="1"/>
                      <a:pt x="34" y="0"/>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1" name="Freeform 219"/>
              <p:cNvSpPr>
                <a:spLocks/>
              </p:cNvSpPr>
              <p:nvPr/>
            </p:nvSpPr>
            <p:spPr bwMode="auto">
              <a:xfrm>
                <a:off x="134" y="1156"/>
                <a:ext cx="130" cy="36"/>
              </a:xfrm>
              <a:custGeom>
                <a:avLst/>
                <a:gdLst>
                  <a:gd name="T0" fmla="*/ 60 w 68"/>
                  <a:gd name="T1" fmla="*/ 0 h 19"/>
                  <a:gd name="T2" fmla="*/ 39 w 68"/>
                  <a:gd name="T3" fmla="*/ 0 h 19"/>
                  <a:gd name="T4" fmla="*/ 36 w 68"/>
                  <a:gd name="T5" fmla="*/ 1 h 19"/>
                  <a:gd name="T6" fmla="*/ 35 w 68"/>
                  <a:gd name="T7" fmla="*/ 0 h 19"/>
                  <a:gd name="T8" fmla="*/ 1 w 68"/>
                  <a:gd name="T9" fmla="*/ 0 h 19"/>
                  <a:gd name="T10" fmla="*/ 1 w 68"/>
                  <a:gd name="T11" fmla="*/ 0 h 19"/>
                  <a:gd name="T12" fmla="*/ 0 w 68"/>
                  <a:gd name="T13" fmla="*/ 19 h 19"/>
                  <a:gd name="T14" fmla="*/ 45 w 68"/>
                  <a:gd name="T15" fmla="*/ 19 h 19"/>
                  <a:gd name="T16" fmla="*/ 46 w 68"/>
                  <a:gd name="T17" fmla="*/ 12 h 19"/>
                  <a:gd name="T18" fmla="*/ 51 w 68"/>
                  <a:gd name="T19" fmla="*/ 9 h 19"/>
                  <a:gd name="T20" fmla="*/ 62 w 68"/>
                  <a:gd name="T21" fmla="*/ 8 h 19"/>
                  <a:gd name="T22" fmla="*/ 68 w 68"/>
                  <a:gd name="T23" fmla="*/ 3 h 19"/>
                  <a:gd name="T24" fmla="*/ 60 w 68"/>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19">
                    <a:moveTo>
                      <a:pt x="60" y="0"/>
                    </a:moveTo>
                    <a:cubicBezTo>
                      <a:pt x="39" y="0"/>
                      <a:pt x="39" y="0"/>
                      <a:pt x="39" y="0"/>
                    </a:cubicBezTo>
                    <a:cubicBezTo>
                      <a:pt x="37" y="1"/>
                      <a:pt x="36" y="1"/>
                      <a:pt x="36" y="1"/>
                    </a:cubicBezTo>
                    <a:cubicBezTo>
                      <a:pt x="36" y="1"/>
                      <a:pt x="35" y="1"/>
                      <a:pt x="35" y="0"/>
                    </a:cubicBezTo>
                    <a:cubicBezTo>
                      <a:pt x="1" y="0"/>
                      <a:pt x="1" y="0"/>
                      <a:pt x="1" y="0"/>
                    </a:cubicBezTo>
                    <a:cubicBezTo>
                      <a:pt x="1" y="0"/>
                      <a:pt x="1" y="0"/>
                      <a:pt x="1" y="0"/>
                    </a:cubicBezTo>
                    <a:cubicBezTo>
                      <a:pt x="1" y="2"/>
                      <a:pt x="0" y="9"/>
                      <a:pt x="0" y="19"/>
                    </a:cubicBezTo>
                    <a:cubicBezTo>
                      <a:pt x="45" y="19"/>
                      <a:pt x="45" y="19"/>
                      <a:pt x="45" y="19"/>
                    </a:cubicBezTo>
                    <a:cubicBezTo>
                      <a:pt x="46" y="15"/>
                      <a:pt x="46" y="12"/>
                      <a:pt x="46" y="12"/>
                    </a:cubicBezTo>
                    <a:cubicBezTo>
                      <a:pt x="46" y="12"/>
                      <a:pt x="49" y="11"/>
                      <a:pt x="51" y="9"/>
                    </a:cubicBezTo>
                    <a:cubicBezTo>
                      <a:pt x="54" y="8"/>
                      <a:pt x="58" y="8"/>
                      <a:pt x="62" y="8"/>
                    </a:cubicBezTo>
                    <a:cubicBezTo>
                      <a:pt x="67" y="8"/>
                      <a:pt x="68" y="4"/>
                      <a:pt x="68" y="3"/>
                    </a:cubicBezTo>
                    <a:cubicBezTo>
                      <a:pt x="67" y="2"/>
                      <a:pt x="64" y="1"/>
                      <a:pt x="60" y="0"/>
                    </a:cubicBezTo>
                    <a:close/>
                  </a:path>
                </a:pathLst>
              </a:custGeom>
              <a:solidFill>
                <a:srgbClr val="D5D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2" name="Freeform 220"/>
              <p:cNvSpPr>
                <a:spLocks/>
              </p:cNvSpPr>
              <p:nvPr/>
            </p:nvSpPr>
            <p:spPr bwMode="auto">
              <a:xfrm>
                <a:off x="134" y="1160"/>
                <a:ext cx="130" cy="34"/>
              </a:xfrm>
              <a:custGeom>
                <a:avLst/>
                <a:gdLst>
                  <a:gd name="T0" fmla="*/ 65 w 68"/>
                  <a:gd name="T1" fmla="*/ 0 h 18"/>
                  <a:gd name="T2" fmla="*/ 1 w 68"/>
                  <a:gd name="T3" fmla="*/ 0 h 18"/>
                  <a:gd name="T4" fmla="*/ 0 w 68"/>
                  <a:gd name="T5" fmla="*/ 18 h 18"/>
                  <a:gd name="T6" fmla="*/ 45 w 68"/>
                  <a:gd name="T7" fmla="*/ 18 h 18"/>
                  <a:gd name="T8" fmla="*/ 46 w 68"/>
                  <a:gd name="T9" fmla="*/ 10 h 18"/>
                  <a:gd name="T10" fmla="*/ 51 w 68"/>
                  <a:gd name="T11" fmla="*/ 7 h 18"/>
                  <a:gd name="T12" fmla="*/ 62 w 68"/>
                  <a:gd name="T13" fmla="*/ 6 h 18"/>
                  <a:gd name="T14" fmla="*/ 68 w 68"/>
                  <a:gd name="T15" fmla="*/ 1 h 18"/>
                  <a:gd name="T16" fmla="*/ 65 w 6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18">
                    <a:moveTo>
                      <a:pt x="65" y="0"/>
                    </a:moveTo>
                    <a:cubicBezTo>
                      <a:pt x="1" y="0"/>
                      <a:pt x="1" y="0"/>
                      <a:pt x="1" y="0"/>
                    </a:cubicBezTo>
                    <a:cubicBezTo>
                      <a:pt x="1" y="3"/>
                      <a:pt x="0" y="10"/>
                      <a:pt x="0" y="18"/>
                    </a:cubicBezTo>
                    <a:cubicBezTo>
                      <a:pt x="45" y="18"/>
                      <a:pt x="45" y="18"/>
                      <a:pt x="45" y="18"/>
                    </a:cubicBezTo>
                    <a:cubicBezTo>
                      <a:pt x="46" y="13"/>
                      <a:pt x="46" y="10"/>
                      <a:pt x="46" y="10"/>
                    </a:cubicBezTo>
                    <a:cubicBezTo>
                      <a:pt x="46" y="10"/>
                      <a:pt x="49" y="9"/>
                      <a:pt x="51" y="7"/>
                    </a:cubicBezTo>
                    <a:cubicBezTo>
                      <a:pt x="54" y="6"/>
                      <a:pt x="58" y="6"/>
                      <a:pt x="62" y="6"/>
                    </a:cubicBezTo>
                    <a:cubicBezTo>
                      <a:pt x="67" y="6"/>
                      <a:pt x="68" y="2"/>
                      <a:pt x="68" y="1"/>
                    </a:cubicBezTo>
                    <a:cubicBezTo>
                      <a:pt x="67" y="0"/>
                      <a:pt x="67" y="0"/>
                      <a:pt x="65" y="0"/>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3" name="Freeform 221"/>
              <p:cNvSpPr>
                <a:spLocks/>
              </p:cNvSpPr>
              <p:nvPr/>
            </p:nvSpPr>
            <p:spPr bwMode="auto">
              <a:xfrm>
                <a:off x="134" y="1161"/>
                <a:ext cx="130" cy="35"/>
              </a:xfrm>
              <a:custGeom>
                <a:avLst/>
                <a:gdLst>
                  <a:gd name="T0" fmla="*/ 67 w 68"/>
                  <a:gd name="T1" fmla="*/ 0 h 18"/>
                  <a:gd name="T2" fmla="*/ 1 w 68"/>
                  <a:gd name="T3" fmla="*/ 0 h 18"/>
                  <a:gd name="T4" fmla="*/ 0 w 68"/>
                  <a:gd name="T5" fmla="*/ 18 h 18"/>
                  <a:gd name="T6" fmla="*/ 45 w 68"/>
                  <a:gd name="T7" fmla="*/ 18 h 18"/>
                  <a:gd name="T8" fmla="*/ 46 w 68"/>
                  <a:gd name="T9" fmla="*/ 9 h 18"/>
                  <a:gd name="T10" fmla="*/ 51 w 68"/>
                  <a:gd name="T11" fmla="*/ 6 h 18"/>
                  <a:gd name="T12" fmla="*/ 62 w 68"/>
                  <a:gd name="T13" fmla="*/ 5 h 18"/>
                  <a:gd name="T14" fmla="*/ 68 w 68"/>
                  <a:gd name="T15" fmla="*/ 0 h 18"/>
                  <a:gd name="T16" fmla="*/ 67 w 6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18">
                    <a:moveTo>
                      <a:pt x="67" y="0"/>
                    </a:moveTo>
                    <a:cubicBezTo>
                      <a:pt x="1" y="0"/>
                      <a:pt x="1" y="0"/>
                      <a:pt x="1" y="0"/>
                    </a:cubicBezTo>
                    <a:cubicBezTo>
                      <a:pt x="1" y="3"/>
                      <a:pt x="0" y="10"/>
                      <a:pt x="0" y="18"/>
                    </a:cubicBezTo>
                    <a:cubicBezTo>
                      <a:pt x="45" y="18"/>
                      <a:pt x="45" y="18"/>
                      <a:pt x="45" y="18"/>
                    </a:cubicBezTo>
                    <a:cubicBezTo>
                      <a:pt x="46" y="13"/>
                      <a:pt x="46" y="9"/>
                      <a:pt x="46" y="9"/>
                    </a:cubicBezTo>
                    <a:cubicBezTo>
                      <a:pt x="46" y="9"/>
                      <a:pt x="49" y="8"/>
                      <a:pt x="51" y="6"/>
                    </a:cubicBezTo>
                    <a:cubicBezTo>
                      <a:pt x="54" y="5"/>
                      <a:pt x="58" y="5"/>
                      <a:pt x="62" y="5"/>
                    </a:cubicBezTo>
                    <a:cubicBezTo>
                      <a:pt x="67" y="5"/>
                      <a:pt x="68" y="1"/>
                      <a:pt x="68" y="0"/>
                    </a:cubicBezTo>
                    <a:lnTo>
                      <a:pt x="67" y="0"/>
                    </a:lnTo>
                    <a:close/>
                  </a:path>
                </a:pathLst>
              </a:custGeom>
              <a:solidFill>
                <a:srgbClr val="D7D5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4" name="Freeform 222"/>
              <p:cNvSpPr>
                <a:spLocks/>
              </p:cNvSpPr>
              <p:nvPr/>
            </p:nvSpPr>
            <p:spPr bwMode="auto">
              <a:xfrm>
                <a:off x="134" y="1163"/>
                <a:ext cx="130" cy="35"/>
              </a:xfrm>
              <a:custGeom>
                <a:avLst/>
                <a:gdLst>
                  <a:gd name="T0" fmla="*/ 68 w 68"/>
                  <a:gd name="T1" fmla="*/ 0 h 18"/>
                  <a:gd name="T2" fmla="*/ 1 w 68"/>
                  <a:gd name="T3" fmla="*/ 0 h 18"/>
                  <a:gd name="T4" fmla="*/ 0 w 68"/>
                  <a:gd name="T5" fmla="*/ 18 h 18"/>
                  <a:gd name="T6" fmla="*/ 45 w 68"/>
                  <a:gd name="T7" fmla="*/ 18 h 18"/>
                  <a:gd name="T8" fmla="*/ 46 w 68"/>
                  <a:gd name="T9" fmla="*/ 8 h 18"/>
                  <a:gd name="T10" fmla="*/ 51 w 68"/>
                  <a:gd name="T11" fmla="*/ 5 h 18"/>
                  <a:gd name="T12" fmla="*/ 62 w 68"/>
                  <a:gd name="T13" fmla="*/ 4 h 18"/>
                  <a:gd name="T14" fmla="*/ 68 w 6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18">
                    <a:moveTo>
                      <a:pt x="68" y="0"/>
                    </a:moveTo>
                    <a:cubicBezTo>
                      <a:pt x="1" y="0"/>
                      <a:pt x="1" y="0"/>
                      <a:pt x="1" y="0"/>
                    </a:cubicBezTo>
                    <a:cubicBezTo>
                      <a:pt x="0" y="4"/>
                      <a:pt x="0" y="11"/>
                      <a:pt x="0" y="18"/>
                    </a:cubicBezTo>
                    <a:cubicBezTo>
                      <a:pt x="45" y="18"/>
                      <a:pt x="45" y="18"/>
                      <a:pt x="45" y="18"/>
                    </a:cubicBezTo>
                    <a:cubicBezTo>
                      <a:pt x="46" y="13"/>
                      <a:pt x="46" y="8"/>
                      <a:pt x="46" y="8"/>
                    </a:cubicBezTo>
                    <a:cubicBezTo>
                      <a:pt x="46" y="8"/>
                      <a:pt x="49" y="7"/>
                      <a:pt x="51" y="5"/>
                    </a:cubicBezTo>
                    <a:cubicBezTo>
                      <a:pt x="54" y="4"/>
                      <a:pt x="58" y="4"/>
                      <a:pt x="62" y="4"/>
                    </a:cubicBezTo>
                    <a:cubicBezTo>
                      <a:pt x="66" y="4"/>
                      <a:pt x="67" y="2"/>
                      <a:pt x="68" y="0"/>
                    </a:cubicBezTo>
                    <a:close/>
                  </a:path>
                </a:pathLst>
              </a:custGeom>
              <a:solidFill>
                <a:srgbClr val="D8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5" name="Freeform 223"/>
              <p:cNvSpPr>
                <a:spLocks/>
              </p:cNvSpPr>
              <p:nvPr/>
            </p:nvSpPr>
            <p:spPr bwMode="auto">
              <a:xfrm>
                <a:off x="134" y="1165"/>
                <a:ext cx="128" cy="37"/>
              </a:xfrm>
              <a:custGeom>
                <a:avLst/>
                <a:gdLst>
                  <a:gd name="T0" fmla="*/ 67 w 67"/>
                  <a:gd name="T1" fmla="*/ 0 h 19"/>
                  <a:gd name="T2" fmla="*/ 1 w 67"/>
                  <a:gd name="T3" fmla="*/ 0 h 19"/>
                  <a:gd name="T4" fmla="*/ 0 w 67"/>
                  <a:gd name="T5" fmla="*/ 19 h 19"/>
                  <a:gd name="T6" fmla="*/ 45 w 67"/>
                  <a:gd name="T7" fmla="*/ 19 h 19"/>
                  <a:gd name="T8" fmla="*/ 46 w 67"/>
                  <a:gd name="T9" fmla="*/ 7 h 19"/>
                  <a:gd name="T10" fmla="*/ 51 w 67"/>
                  <a:gd name="T11" fmla="*/ 4 h 19"/>
                  <a:gd name="T12" fmla="*/ 62 w 67"/>
                  <a:gd name="T13" fmla="*/ 3 h 19"/>
                  <a:gd name="T14" fmla="*/ 67 w 67"/>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19">
                    <a:moveTo>
                      <a:pt x="67" y="0"/>
                    </a:moveTo>
                    <a:cubicBezTo>
                      <a:pt x="1" y="0"/>
                      <a:pt x="1" y="0"/>
                      <a:pt x="1" y="0"/>
                    </a:cubicBezTo>
                    <a:cubicBezTo>
                      <a:pt x="0" y="5"/>
                      <a:pt x="0" y="11"/>
                      <a:pt x="0" y="19"/>
                    </a:cubicBezTo>
                    <a:cubicBezTo>
                      <a:pt x="45" y="19"/>
                      <a:pt x="45" y="19"/>
                      <a:pt x="45" y="19"/>
                    </a:cubicBezTo>
                    <a:cubicBezTo>
                      <a:pt x="46" y="12"/>
                      <a:pt x="46" y="7"/>
                      <a:pt x="46" y="7"/>
                    </a:cubicBezTo>
                    <a:cubicBezTo>
                      <a:pt x="46" y="7"/>
                      <a:pt x="49" y="6"/>
                      <a:pt x="51" y="4"/>
                    </a:cubicBezTo>
                    <a:cubicBezTo>
                      <a:pt x="54" y="3"/>
                      <a:pt x="58" y="3"/>
                      <a:pt x="62" y="3"/>
                    </a:cubicBezTo>
                    <a:cubicBezTo>
                      <a:pt x="65" y="3"/>
                      <a:pt x="67" y="2"/>
                      <a:pt x="67" y="0"/>
                    </a:cubicBezTo>
                    <a:close/>
                  </a:path>
                </a:pathLst>
              </a:custGeom>
              <a:solidFill>
                <a:srgbClr val="D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6" name="Freeform 224"/>
              <p:cNvSpPr>
                <a:spLocks/>
              </p:cNvSpPr>
              <p:nvPr/>
            </p:nvSpPr>
            <p:spPr bwMode="auto">
              <a:xfrm>
                <a:off x="134" y="1169"/>
                <a:ext cx="126" cy="35"/>
              </a:xfrm>
              <a:custGeom>
                <a:avLst/>
                <a:gdLst>
                  <a:gd name="T0" fmla="*/ 66 w 66"/>
                  <a:gd name="T1" fmla="*/ 0 h 18"/>
                  <a:gd name="T2" fmla="*/ 1 w 66"/>
                  <a:gd name="T3" fmla="*/ 0 h 18"/>
                  <a:gd name="T4" fmla="*/ 0 w 66"/>
                  <a:gd name="T5" fmla="*/ 18 h 18"/>
                  <a:gd name="T6" fmla="*/ 44 w 66"/>
                  <a:gd name="T7" fmla="*/ 18 h 18"/>
                  <a:gd name="T8" fmla="*/ 46 w 66"/>
                  <a:gd name="T9" fmla="*/ 5 h 18"/>
                  <a:gd name="T10" fmla="*/ 51 w 66"/>
                  <a:gd name="T11" fmla="*/ 2 h 18"/>
                  <a:gd name="T12" fmla="*/ 62 w 66"/>
                  <a:gd name="T13" fmla="*/ 1 h 18"/>
                  <a:gd name="T14" fmla="*/ 66 w 66"/>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18">
                    <a:moveTo>
                      <a:pt x="66" y="0"/>
                    </a:moveTo>
                    <a:cubicBezTo>
                      <a:pt x="1" y="0"/>
                      <a:pt x="1" y="0"/>
                      <a:pt x="1" y="0"/>
                    </a:cubicBezTo>
                    <a:cubicBezTo>
                      <a:pt x="0" y="4"/>
                      <a:pt x="0" y="11"/>
                      <a:pt x="0" y="18"/>
                    </a:cubicBezTo>
                    <a:cubicBezTo>
                      <a:pt x="44" y="18"/>
                      <a:pt x="44" y="18"/>
                      <a:pt x="44" y="18"/>
                    </a:cubicBezTo>
                    <a:cubicBezTo>
                      <a:pt x="46" y="11"/>
                      <a:pt x="46" y="5"/>
                      <a:pt x="46" y="5"/>
                    </a:cubicBezTo>
                    <a:cubicBezTo>
                      <a:pt x="46" y="5"/>
                      <a:pt x="49" y="4"/>
                      <a:pt x="51" y="2"/>
                    </a:cubicBezTo>
                    <a:cubicBezTo>
                      <a:pt x="54" y="1"/>
                      <a:pt x="58" y="1"/>
                      <a:pt x="62" y="1"/>
                    </a:cubicBezTo>
                    <a:cubicBezTo>
                      <a:pt x="64" y="1"/>
                      <a:pt x="65" y="1"/>
                      <a:pt x="66" y="0"/>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7" name="Freeform 225"/>
              <p:cNvSpPr>
                <a:spLocks/>
              </p:cNvSpPr>
              <p:nvPr/>
            </p:nvSpPr>
            <p:spPr bwMode="auto">
              <a:xfrm>
                <a:off x="132" y="1171"/>
                <a:ext cx="124" cy="35"/>
              </a:xfrm>
              <a:custGeom>
                <a:avLst/>
                <a:gdLst>
                  <a:gd name="T0" fmla="*/ 65 w 65"/>
                  <a:gd name="T1" fmla="*/ 0 h 18"/>
                  <a:gd name="T2" fmla="*/ 1 w 65"/>
                  <a:gd name="T3" fmla="*/ 0 h 18"/>
                  <a:gd name="T4" fmla="*/ 0 w 65"/>
                  <a:gd name="T5" fmla="*/ 18 h 18"/>
                  <a:gd name="T6" fmla="*/ 45 w 65"/>
                  <a:gd name="T7" fmla="*/ 18 h 18"/>
                  <a:gd name="T8" fmla="*/ 47 w 65"/>
                  <a:gd name="T9" fmla="*/ 4 h 18"/>
                  <a:gd name="T10" fmla="*/ 52 w 65"/>
                  <a:gd name="T11" fmla="*/ 1 h 18"/>
                  <a:gd name="T12" fmla="*/ 63 w 65"/>
                  <a:gd name="T13" fmla="*/ 0 h 18"/>
                  <a:gd name="T14" fmla="*/ 65 w 65"/>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8">
                    <a:moveTo>
                      <a:pt x="65" y="0"/>
                    </a:moveTo>
                    <a:cubicBezTo>
                      <a:pt x="1" y="0"/>
                      <a:pt x="1" y="0"/>
                      <a:pt x="1" y="0"/>
                    </a:cubicBezTo>
                    <a:cubicBezTo>
                      <a:pt x="1" y="5"/>
                      <a:pt x="1" y="11"/>
                      <a:pt x="0" y="18"/>
                    </a:cubicBezTo>
                    <a:cubicBezTo>
                      <a:pt x="45" y="18"/>
                      <a:pt x="45" y="18"/>
                      <a:pt x="45" y="18"/>
                    </a:cubicBezTo>
                    <a:cubicBezTo>
                      <a:pt x="47" y="11"/>
                      <a:pt x="47" y="4"/>
                      <a:pt x="47" y="4"/>
                    </a:cubicBezTo>
                    <a:cubicBezTo>
                      <a:pt x="47" y="4"/>
                      <a:pt x="50" y="3"/>
                      <a:pt x="52" y="1"/>
                    </a:cubicBezTo>
                    <a:cubicBezTo>
                      <a:pt x="55" y="0"/>
                      <a:pt x="59" y="0"/>
                      <a:pt x="63" y="0"/>
                    </a:cubicBezTo>
                    <a:cubicBezTo>
                      <a:pt x="64" y="0"/>
                      <a:pt x="65" y="0"/>
                      <a:pt x="65" y="0"/>
                    </a:cubicBezTo>
                    <a:close/>
                  </a:path>
                </a:pathLst>
              </a:custGeom>
              <a:solidFill>
                <a:srgbClr val="DB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8" name="Freeform 226"/>
              <p:cNvSpPr>
                <a:spLocks/>
              </p:cNvSpPr>
              <p:nvPr/>
            </p:nvSpPr>
            <p:spPr bwMode="auto">
              <a:xfrm>
                <a:off x="132" y="1173"/>
                <a:ext cx="101" cy="34"/>
              </a:xfrm>
              <a:custGeom>
                <a:avLst/>
                <a:gdLst>
                  <a:gd name="T0" fmla="*/ 53 w 53"/>
                  <a:gd name="T1" fmla="*/ 0 h 18"/>
                  <a:gd name="T2" fmla="*/ 1 w 53"/>
                  <a:gd name="T3" fmla="*/ 0 h 18"/>
                  <a:gd name="T4" fmla="*/ 0 w 53"/>
                  <a:gd name="T5" fmla="*/ 18 h 18"/>
                  <a:gd name="T6" fmla="*/ 45 w 53"/>
                  <a:gd name="T7" fmla="*/ 18 h 18"/>
                  <a:gd name="T8" fmla="*/ 47 w 53"/>
                  <a:gd name="T9" fmla="*/ 3 h 18"/>
                  <a:gd name="T10" fmla="*/ 52 w 53"/>
                  <a:gd name="T11" fmla="*/ 0 h 18"/>
                  <a:gd name="T12" fmla="*/ 53 w 53"/>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53" h="18">
                    <a:moveTo>
                      <a:pt x="53" y="0"/>
                    </a:moveTo>
                    <a:cubicBezTo>
                      <a:pt x="1" y="0"/>
                      <a:pt x="1" y="0"/>
                      <a:pt x="1" y="0"/>
                    </a:cubicBezTo>
                    <a:cubicBezTo>
                      <a:pt x="1" y="5"/>
                      <a:pt x="1" y="12"/>
                      <a:pt x="0" y="18"/>
                    </a:cubicBezTo>
                    <a:cubicBezTo>
                      <a:pt x="45" y="18"/>
                      <a:pt x="45" y="18"/>
                      <a:pt x="45" y="18"/>
                    </a:cubicBezTo>
                    <a:cubicBezTo>
                      <a:pt x="46" y="11"/>
                      <a:pt x="47" y="3"/>
                      <a:pt x="47" y="3"/>
                    </a:cubicBezTo>
                    <a:cubicBezTo>
                      <a:pt x="47" y="3"/>
                      <a:pt x="50" y="2"/>
                      <a:pt x="52" y="0"/>
                    </a:cubicBezTo>
                    <a:lnTo>
                      <a:pt x="53" y="0"/>
                    </a:lnTo>
                    <a:close/>
                  </a:path>
                </a:pathLst>
              </a:custGeom>
              <a:solidFill>
                <a:srgbClr val="DCD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9" name="Freeform 227"/>
              <p:cNvSpPr>
                <a:spLocks/>
              </p:cNvSpPr>
              <p:nvPr/>
            </p:nvSpPr>
            <p:spPr bwMode="auto">
              <a:xfrm>
                <a:off x="132" y="1175"/>
                <a:ext cx="96" cy="36"/>
              </a:xfrm>
              <a:custGeom>
                <a:avLst/>
                <a:gdLst>
                  <a:gd name="T0" fmla="*/ 50 w 50"/>
                  <a:gd name="T1" fmla="*/ 0 h 19"/>
                  <a:gd name="T2" fmla="*/ 1 w 50"/>
                  <a:gd name="T3" fmla="*/ 0 h 19"/>
                  <a:gd name="T4" fmla="*/ 0 w 50"/>
                  <a:gd name="T5" fmla="*/ 19 h 19"/>
                  <a:gd name="T6" fmla="*/ 45 w 50"/>
                  <a:gd name="T7" fmla="*/ 19 h 19"/>
                  <a:gd name="T8" fmla="*/ 47 w 50"/>
                  <a:gd name="T9" fmla="*/ 2 h 19"/>
                  <a:gd name="T10" fmla="*/ 50 w 50"/>
                  <a:gd name="T11" fmla="*/ 0 h 19"/>
                </a:gdLst>
                <a:ahLst/>
                <a:cxnLst>
                  <a:cxn ang="0">
                    <a:pos x="T0" y="T1"/>
                  </a:cxn>
                  <a:cxn ang="0">
                    <a:pos x="T2" y="T3"/>
                  </a:cxn>
                  <a:cxn ang="0">
                    <a:pos x="T4" y="T5"/>
                  </a:cxn>
                  <a:cxn ang="0">
                    <a:pos x="T6" y="T7"/>
                  </a:cxn>
                  <a:cxn ang="0">
                    <a:pos x="T8" y="T9"/>
                  </a:cxn>
                  <a:cxn ang="0">
                    <a:pos x="T10" y="T11"/>
                  </a:cxn>
                </a:cxnLst>
                <a:rect l="0" t="0" r="r" b="b"/>
                <a:pathLst>
                  <a:path w="50" h="19">
                    <a:moveTo>
                      <a:pt x="50" y="0"/>
                    </a:moveTo>
                    <a:cubicBezTo>
                      <a:pt x="1" y="0"/>
                      <a:pt x="1" y="0"/>
                      <a:pt x="1" y="0"/>
                    </a:cubicBezTo>
                    <a:cubicBezTo>
                      <a:pt x="1" y="6"/>
                      <a:pt x="1" y="12"/>
                      <a:pt x="0" y="19"/>
                    </a:cubicBezTo>
                    <a:cubicBezTo>
                      <a:pt x="45" y="19"/>
                      <a:pt x="45" y="19"/>
                      <a:pt x="45" y="19"/>
                    </a:cubicBezTo>
                    <a:cubicBezTo>
                      <a:pt x="46" y="11"/>
                      <a:pt x="47" y="2"/>
                      <a:pt x="47" y="2"/>
                    </a:cubicBezTo>
                    <a:cubicBezTo>
                      <a:pt x="47" y="2"/>
                      <a:pt x="48" y="1"/>
                      <a:pt x="50"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0" name="Freeform 228"/>
              <p:cNvSpPr>
                <a:spLocks/>
              </p:cNvSpPr>
              <p:nvPr/>
            </p:nvSpPr>
            <p:spPr bwMode="auto">
              <a:xfrm>
                <a:off x="132" y="1179"/>
                <a:ext cx="92" cy="34"/>
              </a:xfrm>
              <a:custGeom>
                <a:avLst/>
                <a:gdLst>
                  <a:gd name="T0" fmla="*/ 48 w 48"/>
                  <a:gd name="T1" fmla="*/ 0 h 18"/>
                  <a:gd name="T2" fmla="*/ 1 w 48"/>
                  <a:gd name="T3" fmla="*/ 0 h 18"/>
                  <a:gd name="T4" fmla="*/ 0 w 48"/>
                  <a:gd name="T5" fmla="*/ 18 h 18"/>
                  <a:gd name="T6" fmla="*/ 44 w 48"/>
                  <a:gd name="T7" fmla="*/ 18 h 18"/>
                  <a:gd name="T8" fmla="*/ 47 w 48"/>
                  <a:gd name="T9" fmla="*/ 0 h 18"/>
                  <a:gd name="T10" fmla="*/ 48 w 48"/>
                  <a:gd name="T11" fmla="*/ 0 h 18"/>
                </a:gdLst>
                <a:ahLst/>
                <a:cxnLst>
                  <a:cxn ang="0">
                    <a:pos x="T0" y="T1"/>
                  </a:cxn>
                  <a:cxn ang="0">
                    <a:pos x="T2" y="T3"/>
                  </a:cxn>
                  <a:cxn ang="0">
                    <a:pos x="T4" y="T5"/>
                  </a:cxn>
                  <a:cxn ang="0">
                    <a:pos x="T6" y="T7"/>
                  </a:cxn>
                  <a:cxn ang="0">
                    <a:pos x="T8" y="T9"/>
                  </a:cxn>
                  <a:cxn ang="0">
                    <a:pos x="T10" y="T11"/>
                  </a:cxn>
                </a:cxnLst>
                <a:rect l="0" t="0" r="r" b="b"/>
                <a:pathLst>
                  <a:path w="48" h="18">
                    <a:moveTo>
                      <a:pt x="48" y="0"/>
                    </a:moveTo>
                    <a:cubicBezTo>
                      <a:pt x="1" y="0"/>
                      <a:pt x="1" y="0"/>
                      <a:pt x="1" y="0"/>
                    </a:cubicBezTo>
                    <a:cubicBezTo>
                      <a:pt x="1" y="5"/>
                      <a:pt x="1" y="11"/>
                      <a:pt x="0" y="18"/>
                    </a:cubicBezTo>
                    <a:cubicBezTo>
                      <a:pt x="44" y="18"/>
                      <a:pt x="44" y="18"/>
                      <a:pt x="44" y="18"/>
                    </a:cubicBezTo>
                    <a:cubicBezTo>
                      <a:pt x="46" y="10"/>
                      <a:pt x="47" y="0"/>
                      <a:pt x="47" y="0"/>
                    </a:cubicBezTo>
                    <a:lnTo>
                      <a:pt x="48" y="0"/>
                    </a:ln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1" name="Freeform 229"/>
              <p:cNvSpPr>
                <a:spLocks/>
              </p:cNvSpPr>
              <p:nvPr/>
            </p:nvSpPr>
            <p:spPr bwMode="auto">
              <a:xfrm>
                <a:off x="132" y="1181"/>
                <a:ext cx="90" cy="34"/>
              </a:xfrm>
              <a:custGeom>
                <a:avLst/>
                <a:gdLst>
                  <a:gd name="T0" fmla="*/ 47 w 47"/>
                  <a:gd name="T1" fmla="*/ 0 h 18"/>
                  <a:gd name="T2" fmla="*/ 1 w 47"/>
                  <a:gd name="T3" fmla="*/ 0 h 18"/>
                  <a:gd name="T4" fmla="*/ 0 w 47"/>
                  <a:gd name="T5" fmla="*/ 18 h 18"/>
                  <a:gd name="T6" fmla="*/ 44 w 47"/>
                  <a:gd name="T7" fmla="*/ 18 h 18"/>
                  <a:gd name="T8" fmla="*/ 47 w 47"/>
                  <a:gd name="T9" fmla="*/ 0 h 18"/>
                </a:gdLst>
                <a:ahLst/>
                <a:cxnLst>
                  <a:cxn ang="0">
                    <a:pos x="T0" y="T1"/>
                  </a:cxn>
                  <a:cxn ang="0">
                    <a:pos x="T2" y="T3"/>
                  </a:cxn>
                  <a:cxn ang="0">
                    <a:pos x="T4" y="T5"/>
                  </a:cxn>
                  <a:cxn ang="0">
                    <a:pos x="T6" y="T7"/>
                  </a:cxn>
                  <a:cxn ang="0">
                    <a:pos x="T8" y="T9"/>
                  </a:cxn>
                </a:cxnLst>
                <a:rect l="0" t="0" r="r" b="b"/>
                <a:pathLst>
                  <a:path w="47" h="18">
                    <a:moveTo>
                      <a:pt x="47" y="0"/>
                    </a:moveTo>
                    <a:cubicBezTo>
                      <a:pt x="1" y="0"/>
                      <a:pt x="1" y="0"/>
                      <a:pt x="1" y="0"/>
                    </a:cubicBezTo>
                    <a:cubicBezTo>
                      <a:pt x="1" y="5"/>
                      <a:pt x="1" y="12"/>
                      <a:pt x="0" y="18"/>
                    </a:cubicBezTo>
                    <a:cubicBezTo>
                      <a:pt x="44" y="18"/>
                      <a:pt x="44" y="18"/>
                      <a:pt x="44" y="18"/>
                    </a:cubicBezTo>
                    <a:cubicBezTo>
                      <a:pt x="46" y="11"/>
                      <a:pt x="47" y="3"/>
                      <a:pt x="47"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2" name="Freeform 230"/>
              <p:cNvSpPr>
                <a:spLocks/>
              </p:cNvSpPr>
              <p:nvPr/>
            </p:nvSpPr>
            <p:spPr bwMode="auto">
              <a:xfrm>
                <a:off x="132" y="1183"/>
                <a:ext cx="90" cy="36"/>
              </a:xfrm>
              <a:custGeom>
                <a:avLst/>
                <a:gdLst>
                  <a:gd name="T0" fmla="*/ 47 w 47"/>
                  <a:gd name="T1" fmla="*/ 0 h 19"/>
                  <a:gd name="T2" fmla="*/ 1 w 47"/>
                  <a:gd name="T3" fmla="*/ 0 h 19"/>
                  <a:gd name="T4" fmla="*/ 0 w 47"/>
                  <a:gd name="T5" fmla="*/ 19 h 19"/>
                  <a:gd name="T6" fmla="*/ 44 w 47"/>
                  <a:gd name="T7" fmla="*/ 19 h 19"/>
                  <a:gd name="T8" fmla="*/ 47 w 47"/>
                  <a:gd name="T9" fmla="*/ 0 h 19"/>
                </a:gdLst>
                <a:ahLst/>
                <a:cxnLst>
                  <a:cxn ang="0">
                    <a:pos x="T0" y="T1"/>
                  </a:cxn>
                  <a:cxn ang="0">
                    <a:pos x="T2" y="T3"/>
                  </a:cxn>
                  <a:cxn ang="0">
                    <a:pos x="T4" y="T5"/>
                  </a:cxn>
                  <a:cxn ang="0">
                    <a:pos x="T6" y="T7"/>
                  </a:cxn>
                  <a:cxn ang="0">
                    <a:pos x="T8" y="T9"/>
                  </a:cxn>
                </a:cxnLst>
                <a:rect l="0" t="0" r="r" b="b"/>
                <a:pathLst>
                  <a:path w="47" h="19">
                    <a:moveTo>
                      <a:pt x="47" y="0"/>
                    </a:moveTo>
                    <a:cubicBezTo>
                      <a:pt x="1" y="0"/>
                      <a:pt x="1" y="0"/>
                      <a:pt x="1" y="0"/>
                    </a:cubicBezTo>
                    <a:cubicBezTo>
                      <a:pt x="1" y="6"/>
                      <a:pt x="0" y="12"/>
                      <a:pt x="0" y="19"/>
                    </a:cubicBezTo>
                    <a:cubicBezTo>
                      <a:pt x="44" y="19"/>
                      <a:pt x="44" y="19"/>
                      <a:pt x="44" y="19"/>
                    </a:cubicBezTo>
                    <a:cubicBezTo>
                      <a:pt x="45" y="12"/>
                      <a:pt x="46" y="4"/>
                      <a:pt x="47" y="0"/>
                    </a:cubicBezTo>
                    <a:close/>
                  </a:path>
                </a:pathLst>
              </a:custGeom>
              <a:solidFill>
                <a:srgbClr val="DFDE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3" name="Freeform 231"/>
              <p:cNvSpPr>
                <a:spLocks/>
              </p:cNvSpPr>
              <p:nvPr/>
            </p:nvSpPr>
            <p:spPr bwMode="auto">
              <a:xfrm>
                <a:off x="132" y="1186"/>
                <a:ext cx="90" cy="35"/>
              </a:xfrm>
              <a:custGeom>
                <a:avLst/>
                <a:gdLst>
                  <a:gd name="T0" fmla="*/ 47 w 47"/>
                  <a:gd name="T1" fmla="*/ 0 h 18"/>
                  <a:gd name="T2" fmla="*/ 1 w 47"/>
                  <a:gd name="T3" fmla="*/ 0 h 18"/>
                  <a:gd name="T4" fmla="*/ 0 w 47"/>
                  <a:gd name="T5" fmla="*/ 18 h 18"/>
                  <a:gd name="T6" fmla="*/ 43 w 47"/>
                  <a:gd name="T7" fmla="*/ 18 h 18"/>
                  <a:gd name="T8" fmla="*/ 47 w 47"/>
                  <a:gd name="T9" fmla="*/ 0 h 18"/>
                </a:gdLst>
                <a:ahLst/>
                <a:cxnLst>
                  <a:cxn ang="0">
                    <a:pos x="T0" y="T1"/>
                  </a:cxn>
                  <a:cxn ang="0">
                    <a:pos x="T2" y="T3"/>
                  </a:cxn>
                  <a:cxn ang="0">
                    <a:pos x="T4" y="T5"/>
                  </a:cxn>
                  <a:cxn ang="0">
                    <a:pos x="T6" y="T7"/>
                  </a:cxn>
                  <a:cxn ang="0">
                    <a:pos x="T8" y="T9"/>
                  </a:cxn>
                </a:cxnLst>
                <a:rect l="0" t="0" r="r" b="b"/>
                <a:pathLst>
                  <a:path w="47" h="18">
                    <a:moveTo>
                      <a:pt x="47" y="0"/>
                    </a:moveTo>
                    <a:cubicBezTo>
                      <a:pt x="1" y="0"/>
                      <a:pt x="1" y="0"/>
                      <a:pt x="1" y="0"/>
                    </a:cubicBezTo>
                    <a:cubicBezTo>
                      <a:pt x="1" y="5"/>
                      <a:pt x="0" y="12"/>
                      <a:pt x="0" y="18"/>
                    </a:cubicBezTo>
                    <a:cubicBezTo>
                      <a:pt x="43" y="18"/>
                      <a:pt x="43" y="18"/>
                      <a:pt x="43" y="18"/>
                    </a:cubicBezTo>
                    <a:cubicBezTo>
                      <a:pt x="45" y="12"/>
                      <a:pt x="46" y="4"/>
                      <a:pt x="47"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4" name="Freeform 232"/>
              <p:cNvSpPr>
                <a:spLocks/>
              </p:cNvSpPr>
              <p:nvPr/>
            </p:nvSpPr>
            <p:spPr bwMode="auto">
              <a:xfrm>
                <a:off x="132" y="1188"/>
                <a:ext cx="90" cy="35"/>
              </a:xfrm>
              <a:custGeom>
                <a:avLst/>
                <a:gdLst>
                  <a:gd name="T0" fmla="*/ 47 w 47"/>
                  <a:gd name="T1" fmla="*/ 0 h 18"/>
                  <a:gd name="T2" fmla="*/ 1 w 47"/>
                  <a:gd name="T3" fmla="*/ 0 h 18"/>
                  <a:gd name="T4" fmla="*/ 0 w 47"/>
                  <a:gd name="T5" fmla="*/ 18 h 18"/>
                  <a:gd name="T6" fmla="*/ 43 w 47"/>
                  <a:gd name="T7" fmla="*/ 18 h 18"/>
                  <a:gd name="T8" fmla="*/ 43 w 47"/>
                  <a:gd name="T9" fmla="*/ 17 h 18"/>
                  <a:gd name="T10" fmla="*/ 47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7" y="0"/>
                    </a:moveTo>
                    <a:cubicBezTo>
                      <a:pt x="1" y="0"/>
                      <a:pt x="1" y="0"/>
                      <a:pt x="1" y="0"/>
                    </a:cubicBezTo>
                    <a:cubicBezTo>
                      <a:pt x="1" y="5"/>
                      <a:pt x="0" y="12"/>
                      <a:pt x="0" y="18"/>
                    </a:cubicBezTo>
                    <a:cubicBezTo>
                      <a:pt x="43" y="18"/>
                      <a:pt x="43" y="18"/>
                      <a:pt x="43" y="18"/>
                    </a:cubicBezTo>
                    <a:cubicBezTo>
                      <a:pt x="43" y="17"/>
                      <a:pt x="43" y="17"/>
                      <a:pt x="43" y="17"/>
                    </a:cubicBezTo>
                    <a:cubicBezTo>
                      <a:pt x="45" y="12"/>
                      <a:pt x="46" y="5"/>
                      <a:pt x="47"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5" name="Freeform 233"/>
              <p:cNvSpPr>
                <a:spLocks/>
              </p:cNvSpPr>
              <p:nvPr/>
            </p:nvSpPr>
            <p:spPr bwMode="auto">
              <a:xfrm>
                <a:off x="132" y="1190"/>
                <a:ext cx="88" cy="35"/>
              </a:xfrm>
              <a:custGeom>
                <a:avLst/>
                <a:gdLst>
                  <a:gd name="T0" fmla="*/ 46 w 46"/>
                  <a:gd name="T1" fmla="*/ 0 h 18"/>
                  <a:gd name="T2" fmla="*/ 1 w 46"/>
                  <a:gd name="T3" fmla="*/ 0 h 18"/>
                  <a:gd name="T4" fmla="*/ 0 w 46"/>
                  <a:gd name="T5" fmla="*/ 18 h 18"/>
                  <a:gd name="T6" fmla="*/ 42 w 46"/>
                  <a:gd name="T7" fmla="*/ 18 h 18"/>
                  <a:gd name="T8" fmla="*/ 43 w 46"/>
                  <a:gd name="T9" fmla="*/ 16 h 18"/>
                  <a:gd name="T10" fmla="*/ 46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6" y="0"/>
                    </a:moveTo>
                    <a:cubicBezTo>
                      <a:pt x="1" y="0"/>
                      <a:pt x="1" y="0"/>
                      <a:pt x="1" y="0"/>
                    </a:cubicBezTo>
                    <a:cubicBezTo>
                      <a:pt x="1" y="6"/>
                      <a:pt x="0" y="12"/>
                      <a:pt x="0" y="18"/>
                    </a:cubicBezTo>
                    <a:cubicBezTo>
                      <a:pt x="42" y="18"/>
                      <a:pt x="42" y="18"/>
                      <a:pt x="42" y="18"/>
                    </a:cubicBezTo>
                    <a:cubicBezTo>
                      <a:pt x="43" y="16"/>
                      <a:pt x="43" y="16"/>
                      <a:pt x="43" y="16"/>
                    </a:cubicBezTo>
                    <a:cubicBezTo>
                      <a:pt x="45" y="12"/>
                      <a:pt x="46" y="5"/>
                      <a:pt x="46"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6" name="Freeform 234"/>
              <p:cNvSpPr>
                <a:spLocks/>
              </p:cNvSpPr>
              <p:nvPr/>
            </p:nvSpPr>
            <p:spPr bwMode="auto">
              <a:xfrm>
                <a:off x="132" y="1192"/>
                <a:ext cx="88" cy="36"/>
              </a:xfrm>
              <a:custGeom>
                <a:avLst/>
                <a:gdLst>
                  <a:gd name="T0" fmla="*/ 46 w 46"/>
                  <a:gd name="T1" fmla="*/ 0 h 19"/>
                  <a:gd name="T2" fmla="*/ 1 w 46"/>
                  <a:gd name="T3" fmla="*/ 0 h 19"/>
                  <a:gd name="T4" fmla="*/ 0 w 46"/>
                  <a:gd name="T5" fmla="*/ 19 h 19"/>
                  <a:gd name="T6" fmla="*/ 42 w 46"/>
                  <a:gd name="T7" fmla="*/ 19 h 19"/>
                  <a:gd name="T8" fmla="*/ 43 w 46"/>
                  <a:gd name="T9" fmla="*/ 15 h 19"/>
                  <a:gd name="T10" fmla="*/ 46 w 46"/>
                  <a:gd name="T11" fmla="*/ 0 h 19"/>
                </a:gdLst>
                <a:ahLst/>
                <a:cxnLst>
                  <a:cxn ang="0">
                    <a:pos x="T0" y="T1"/>
                  </a:cxn>
                  <a:cxn ang="0">
                    <a:pos x="T2" y="T3"/>
                  </a:cxn>
                  <a:cxn ang="0">
                    <a:pos x="T4" y="T5"/>
                  </a:cxn>
                  <a:cxn ang="0">
                    <a:pos x="T6" y="T7"/>
                  </a:cxn>
                  <a:cxn ang="0">
                    <a:pos x="T8" y="T9"/>
                  </a:cxn>
                  <a:cxn ang="0">
                    <a:pos x="T10" y="T11"/>
                  </a:cxn>
                </a:cxnLst>
                <a:rect l="0" t="0" r="r" b="b"/>
                <a:pathLst>
                  <a:path w="46" h="19">
                    <a:moveTo>
                      <a:pt x="46" y="0"/>
                    </a:moveTo>
                    <a:cubicBezTo>
                      <a:pt x="1" y="0"/>
                      <a:pt x="1" y="0"/>
                      <a:pt x="1" y="0"/>
                    </a:cubicBezTo>
                    <a:cubicBezTo>
                      <a:pt x="1" y="6"/>
                      <a:pt x="0" y="13"/>
                      <a:pt x="0" y="19"/>
                    </a:cubicBezTo>
                    <a:cubicBezTo>
                      <a:pt x="42" y="19"/>
                      <a:pt x="42" y="19"/>
                      <a:pt x="42" y="19"/>
                    </a:cubicBezTo>
                    <a:cubicBezTo>
                      <a:pt x="42" y="18"/>
                      <a:pt x="43" y="17"/>
                      <a:pt x="43" y="15"/>
                    </a:cubicBezTo>
                    <a:cubicBezTo>
                      <a:pt x="45" y="11"/>
                      <a:pt x="46" y="5"/>
                      <a:pt x="46" y="0"/>
                    </a:cubicBezTo>
                    <a:close/>
                  </a:path>
                </a:pathLst>
              </a:custGeom>
              <a:solidFill>
                <a:srgbClr val="E3E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7" name="Freeform 235"/>
              <p:cNvSpPr>
                <a:spLocks/>
              </p:cNvSpPr>
              <p:nvPr/>
            </p:nvSpPr>
            <p:spPr bwMode="auto">
              <a:xfrm>
                <a:off x="132" y="1196"/>
                <a:ext cx="88" cy="34"/>
              </a:xfrm>
              <a:custGeom>
                <a:avLst/>
                <a:gdLst>
                  <a:gd name="T0" fmla="*/ 46 w 46"/>
                  <a:gd name="T1" fmla="*/ 0 h 18"/>
                  <a:gd name="T2" fmla="*/ 1 w 46"/>
                  <a:gd name="T3" fmla="*/ 0 h 18"/>
                  <a:gd name="T4" fmla="*/ 0 w 46"/>
                  <a:gd name="T5" fmla="*/ 18 h 18"/>
                  <a:gd name="T6" fmla="*/ 42 w 46"/>
                  <a:gd name="T7" fmla="*/ 18 h 18"/>
                  <a:gd name="T8" fmla="*/ 43 w 46"/>
                  <a:gd name="T9" fmla="*/ 13 h 18"/>
                  <a:gd name="T10" fmla="*/ 46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6" y="0"/>
                    </a:moveTo>
                    <a:cubicBezTo>
                      <a:pt x="1" y="0"/>
                      <a:pt x="1" y="0"/>
                      <a:pt x="1" y="0"/>
                    </a:cubicBezTo>
                    <a:cubicBezTo>
                      <a:pt x="0" y="6"/>
                      <a:pt x="0" y="12"/>
                      <a:pt x="0" y="18"/>
                    </a:cubicBezTo>
                    <a:cubicBezTo>
                      <a:pt x="42" y="18"/>
                      <a:pt x="42" y="18"/>
                      <a:pt x="42" y="18"/>
                    </a:cubicBezTo>
                    <a:cubicBezTo>
                      <a:pt x="42" y="17"/>
                      <a:pt x="43" y="15"/>
                      <a:pt x="43" y="13"/>
                    </a:cubicBezTo>
                    <a:cubicBezTo>
                      <a:pt x="44" y="9"/>
                      <a:pt x="45" y="4"/>
                      <a:pt x="46" y="0"/>
                    </a:cubicBezTo>
                    <a:close/>
                  </a:path>
                </a:pathLst>
              </a:custGeom>
              <a:solidFill>
                <a:srgbClr val="E4E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8" name="Freeform 236"/>
              <p:cNvSpPr>
                <a:spLocks/>
              </p:cNvSpPr>
              <p:nvPr/>
            </p:nvSpPr>
            <p:spPr bwMode="auto">
              <a:xfrm>
                <a:off x="132" y="1198"/>
                <a:ext cx="88" cy="34"/>
              </a:xfrm>
              <a:custGeom>
                <a:avLst/>
                <a:gdLst>
                  <a:gd name="T0" fmla="*/ 46 w 46"/>
                  <a:gd name="T1" fmla="*/ 0 h 18"/>
                  <a:gd name="T2" fmla="*/ 1 w 46"/>
                  <a:gd name="T3" fmla="*/ 0 h 18"/>
                  <a:gd name="T4" fmla="*/ 0 w 46"/>
                  <a:gd name="T5" fmla="*/ 18 h 18"/>
                  <a:gd name="T6" fmla="*/ 41 w 46"/>
                  <a:gd name="T7" fmla="*/ 18 h 18"/>
                  <a:gd name="T8" fmla="*/ 43 w 46"/>
                  <a:gd name="T9" fmla="*/ 12 h 18"/>
                  <a:gd name="T10" fmla="*/ 46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6" y="0"/>
                    </a:moveTo>
                    <a:cubicBezTo>
                      <a:pt x="1" y="0"/>
                      <a:pt x="1" y="0"/>
                      <a:pt x="1" y="0"/>
                    </a:cubicBezTo>
                    <a:cubicBezTo>
                      <a:pt x="0" y="6"/>
                      <a:pt x="0" y="12"/>
                      <a:pt x="0" y="18"/>
                    </a:cubicBezTo>
                    <a:cubicBezTo>
                      <a:pt x="41" y="18"/>
                      <a:pt x="41" y="18"/>
                      <a:pt x="41" y="18"/>
                    </a:cubicBezTo>
                    <a:cubicBezTo>
                      <a:pt x="42" y="16"/>
                      <a:pt x="42" y="15"/>
                      <a:pt x="43" y="12"/>
                    </a:cubicBezTo>
                    <a:cubicBezTo>
                      <a:pt x="44" y="9"/>
                      <a:pt x="45" y="4"/>
                      <a:pt x="46" y="0"/>
                    </a:cubicBezTo>
                    <a:close/>
                  </a:path>
                </a:pathLst>
              </a:custGeom>
              <a:solidFill>
                <a:srgbClr val="E4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9" name="Freeform 237"/>
              <p:cNvSpPr>
                <a:spLocks/>
              </p:cNvSpPr>
              <p:nvPr/>
            </p:nvSpPr>
            <p:spPr bwMode="auto">
              <a:xfrm>
                <a:off x="132" y="1200"/>
                <a:ext cx="88" cy="36"/>
              </a:xfrm>
              <a:custGeom>
                <a:avLst/>
                <a:gdLst>
                  <a:gd name="T0" fmla="*/ 46 w 46"/>
                  <a:gd name="T1" fmla="*/ 0 h 19"/>
                  <a:gd name="T2" fmla="*/ 1 w 46"/>
                  <a:gd name="T3" fmla="*/ 0 h 19"/>
                  <a:gd name="T4" fmla="*/ 0 w 46"/>
                  <a:gd name="T5" fmla="*/ 19 h 19"/>
                  <a:gd name="T6" fmla="*/ 41 w 46"/>
                  <a:gd name="T7" fmla="*/ 19 h 19"/>
                  <a:gd name="T8" fmla="*/ 43 w 46"/>
                  <a:gd name="T9" fmla="*/ 11 h 19"/>
                  <a:gd name="T10" fmla="*/ 46 w 46"/>
                  <a:gd name="T11" fmla="*/ 0 h 19"/>
                </a:gdLst>
                <a:ahLst/>
                <a:cxnLst>
                  <a:cxn ang="0">
                    <a:pos x="T0" y="T1"/>
                  </a:cxn>
                  <a:cxn ang="0">
                    <a:pos x="T2" y="T3"/>
                  </a:cxn>
                  <a:cxn ang="0">
                    <a:pos x="T4" y="T5"/>
                  </a:cxn>
                  <a:cxn ang="0">
                    <a:pos x="T6" y="T7"/>
                  </a:cxn>
                  <a:cxn ang="0">
                    <a:pos x="T8" y="T9"/>
                  </a:cxn>
                  <a:cxn ang="0">
                    <a:pos x="T10" y="T11"/>
                  </a:cxn>
                </a:cxnLst>
                <a:rect l="0" t="0" r="r" b="b"/>
                <a:pathLst>
                  <a:path w="46" h="19">
                    <a:moveTo>
                      <a:pt x="46" y="0"/>
                    </a:moveTo>
                    <a:cubicBezTo>
                      <a:pt x="1" y="0"/>
                      <a:pt x="1" y="0"/>
                      <a:pt x="1" y="0"/>
                    </a:cubicBezTo>
                    <a:cubicBezTo>
                      <a:pt x="0" y="6"/>
                      <a:pt x="0" y="13"/>
                      <a:pt x="0" y="19"/>
                    </a:cubicBezTo>
                    <a:cubicBezTo>
                      <a:pt x="41" y="19"/>
                      <a:pt x="41" y="19"/>
                      <a:pt x="41" y="19"/>
                    </a:cubicBezTo>
                    <a:cubicBezTo>
                      <a:pt x="41" y="16"/>
                      <a:pt x="42" y="14"/>
                      <a:pt x="43" y="11"/>
                    </a:cubicBezTo>
                    <a:cubicBezTo>
                      <a:pt x="44" y="8"/>
                      <a:pt x="45" y="4"/>
                      <a:pt x="46"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0" name="Freeform 238"/>
              <p:cNvSpPr>
                <a:spLocks/>
              </p:cNvSpPr>
              <p:nvPr/>
            </p:nvSpPr>
            <p:spPr bwMode="auto">
              <a:xfrm>
                <a:off x="132" y="1204"/>
                <a:ext cx="86" cy="34"/>
              </a:xfrm>
              <a:custGeom>
                <a:avLst/>
                <a:gdLst>
                  <a:gd name="T0" fmla="*/ 45 w 45"/>
                  <a:gd name="T1" fmla="*/ 0 h 18"/>
                  <a:gd name="T2" fmla="*/ 1 w 45"/>
                  <a:gd name="T3" fmla="*/ 0 h 18"/>
                  <a:gd name="T4" fmla="*/ 0 w 45"/>
                  <a:gd name="T5" fmla="*/ 18 h 18"/>
                  <a:gd name="T6" fmla="*/ 40 w 45"/>
                  <a:gd name="T7" fmla="*/ 18 h 18"/>
                  <a:gd name="T8" fmla="*/ 43 w 45"/>
                  <a:gd name="T9" fmla="*/ 9 h 18"/>
                  <a:gd name="T10" fmla="*/ 45 w 45"/>
                  <a:gd name="T11" fmla="*/ 0 h 18"/>
                </a:gdLst>
                <a:ahLst/>
                <a:cxnLst>
                  <a:cxn ang="0">
                    <a:pos x="T0" y="T1"/>
                  </a:cxn>
                  <a:cxn ang="0">
                    <a:pos x="T2" y="T3"/>
                  </a:cxn>
                  <a:cxn ang="0">
                    <a:pos x="T4" y="T5"/>
                  </a:cxn>
                  <a:cxn ang="0">
                    <a:pos x="T6" y="T7"/>
                  </a:cxn>
                  <a:cxn ang="0">
                    <a:pos x="T8" y="T9"/>
                  </a:cxn>
                  <a:cxn ang="0">
                    <a:pos x="T10" y="T11"/>
                  </a:cxn>
                </a:cxnLst>
                <a:rect l="0" t="0" r="r" b="b"/>
                <a:pathLst>
                  <a:path w="45" h="18">
                    <a:moveTo>
                      <a:pt x="45" y="0"/>
                    </a:moveTo>
                    <a:cubicBezTo>
                      <a:pt x="1" y="0"/>
                      <a:pt x="1" y="0"/>
                      <a:pt x="1" y="0"/>
                    </a:cubicBezTo>
                    <a:cubicBezTo>
                      <a:pt x="0" y="6"/>
                      <a:pt x="0" y="12"/>
                      <a:pt x="0" y="18"/>
                    </a:cubicBezTo>
                    <a:cubicBezTo>
                      <a:pt x="40" y="18"/>
                      <a:pt x="40" y="18"/>
                      <a:pt x="40" y="18"/>
                    </a:cubicBezTo>
                    <a:cubicBezTo>
                      <a:pt x="41" y="15"/>
                      <a:pt x="42" y="13"/>
                      <a:pt x="43" y="9"/>
                    </a:cubicBezTo>
                    <a:cubicBezTo>
                      <a:pt x="44" y="7"/>
                      <a:pt x="45" y="3"/>
                      <a:pt x="45"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1" name="Freeform 239"/>
              <p:cNvSpPr>
                <a:spLocks/>
              </p:cNvSpPr>
              <p:nvPr/>
            </p:nvSpPr>
            <p:spPr bwMode="auto">
              <a:xfrm>
                <a:off x="130" y="1206"/>
                <a:ext cx="88" cy="34"/>
              </a:xfrm>
              <a:custGeom>
                <a:avLst/>
                <a:gdLst>
                  <a:gd name="T0" fmla="*/ 46 w 46"/>
                  <a:gd name="T1" fmla="*/ 0 h 18"/>
                  <a:gd name="T2" fmla="*/ 1 w 46"/>
                  <a:gd name="T3" fmla="*/ 0 h 18"/>
                  <a:gd name="T4" fmla="*/ 0 w 46"/>
                  <a:gd name="T5" fmla="*/ 18 h 18"/>
                  <a:gd name="T6" fmla="*/ 41 w 46"/>
                  <a:gd name="T7" fmla="*/ 18 h 18"/>
                  <a:gd name="T8" fmla="*/ 44 w 46"/>
                  <a:gd name="T9" fmla="*/ 8 h 18"/>
                  <a:gd name="T10" fmla="*/ 46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6" y="0"/>
                    </a:moveTo>
                    <a:cubicBezTo>
                      <a:pt x="1" y="0"/>
                      <a:pt x="1" y="0"/>
                      <a:pt x="1" y="0"/>
                    </a:cubicBezTo>
                    <a:cubicBezTo>
                      <a:pt x="1" y="6"/>
                      <a:pt x="1" y="12"/>
                      <a:pt x="0" y="18"/>
                    </a:cubicBezTo>
                    <a:cubicBezTo>
                      <a:pt x="41" y="18"/>
                      <a:pt x="41" y="18"/>
                      <a:pt x="41" y="18"/>
                    </a:cubicBezTo>
                    <a:cubicBezTo>
                      <a:pt x="42" y="15"/>
                      <a:pt x="43" y="12"/>
                      <a:pt x="44" y="8"/>
                    </a:cubicBezTo>
                    <a:cubicBezTo>
                      <a:pt x="45" y="6"/>
                      <a:pt x="46" y="3"/>
                      <a:pt x="46"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2" name="Freeform 240"/>
              <p:cNvSpPr>
                <a:spLocks/>
              </p:cNvSpPr>
              <p:nvPr/>
            </p:nvSpPr>
            <p:spPr bwMode="auto">
              <a:xfrm>
                <a:off x="130" y="1207"/>
                <a:ext cx="88" cy="35"/>
              </a:xfrm>
              <a:custGeom>
                <a:avLst/>
                <a:gdLst>
                  <a:gd name="T0" fmla="*/ 46 w 46"/>
                  <a:gd name="T1" fmla="*/ 0 h 18"/>
                  <a:gd name="T2" fmla="*/ 1 w 46"/>
                  <a:gd name="T3" fmla="*/ 0 h 18"/>
                  <a:gd name="T4" fmla="*/ 0 w 46"/>
                  <a:gd name="T5" fmla="*/ 18 h 18"/>
                  <a:gd name="T6" fmla="*/ 41 w 46"/>
                  <a:gd name="T7" fmla="*/ 18 h 18"/>
                  <a:gd name="T8" fmla="*/ 44 w 46"/>
                  <a:gd name="T9" fmla="*/ 7 h 18"/>
                  <a:gd name="T10" fmla="*/ 46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6" y="0"/>
                    </a:moveTo>
                    <a:cubicBezTo>
                      <a:pt x="1" y="0"/>
                      <a:pt x="1" y="0"/>
                      <a:pt x="1" y="0"/>
                    </a:cubicBezTo>
                    <a:cubicBezTo>
                      <a:pt x="1" y="6"/>
                      <a:pt x="1" y="13"/>
                      <a:pt x="0" y="18"/>
                    </a:cubicBezTo>
                    <a:cubicBezTo>
                      <a:pt x="41" y="18"/>
                      <a:pt x="41" y="18"/>
                      <a:pt x="41" y="18"/>
                    </a:cubicBezTo>
                    <a:cubicBezTo>
                      <a:pt x="41" y="16"/>
                      <a:pt x="43" y="12"/>
                      <a:pt x="44" y="7"/>
                    </a:cubicBezTo>
                    <a:cubicBezTo>
                      <a:pt x="45" y="5"/>
                      <a:pt x="45" y="3"/>
                      <a:pt x="46"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3" name="Freeform 241"/>
              <p:cNvSpPr>
                <a:spLocks/>
              </p:cNvSpPr>
              <p:nvPr/>
            </p:nvSpPr>
            <p:spPr bwMode="auto">
              <a:xfrm>
                <a:off x="130" y="1209"/>
                <a:ext cx="88" cy="37"/>
              </a:xfrm>
              <a:custGeom>
                <a:avLst/>
                <a:gdLst>
                  <a:gd name="T0" fmla="*/ 46 w 46"/>
                  <a:gd name="T1" fmla="*/ 0 h 19"/>
                  <a:gd name="T2" fmla="*/ 1 w 46"/>
                  <a:gd name="T3" fmla="*/ 0 h 19"/>
                  <a:gd name="T4" fmla="*/ 0 w 46"/>
                  <a:gd name="T5" fmla="*/ 19 h 19"/>
                  <a:gd name="T6" fmla="*/ 40 w 46"/>
                  <a:gd name="T7" fmla="*/ 19 h 19"/>
                  <a:gd name="T8" fmla="*/ 44 w 46"/>
                  <a:gd name="T9" fmla="*/ 6 h 19"/>
                  <a:gd name="T10" fmla="*/ 46 w 46"/>
                  <a:gd name="T11" fmla="*/ 0 h 19"/>
                </a:gdLst>
                <a:ahLst/>
                <a:cxnLst>
                  <a:cxn ang="0">
                    <a:pos x="T0" y="T1"/>
                  </a:cxn>
                  <a:cxn ang="0">
                    <a:pos x="T2" y="T3"/>
                  </a:cxn>
                  <a:cxn ang="0">
                    <a:pos x="T4" y="T5"/>
                  </a:cxn>
                  <a:cxn ang="0">
                    <a:pos x="T6" y="T7"/>
                  </a:cxn>
                  <a:cxn ang="0">
                    <a:pos x="T8" y="T9"/>
                  </a:cxn>
                  <a:cxn ang="0">
                    <a:pos x="T10" y="T11"/>
                  </a:cxn>
                </a:cxnLst>
                <a:rect l="0" t="0" r="r" b="b"/>
                <a:pathLst>
                  <a:path w="46" h="19">
                    <a:moveTo>
                      <a:pt x="46" y="0"/>
                    </a:moveTo>
                    <a:cubicBezTo>
                      <a:pt x="1" y="0"/>
                      <a:pt x="1" y="0"/>
                      <a:pt x="1" y="0"/>
                    </a:cubicBezTo>
                    <a:cubicBezTo>
                      <a:pt x="1" y="7"/>
                      <a:pt x="1" y="13"/>
                      <a:pt x="0" y="19"/>
                    </a:cubicBezTo>
                    <a:cubicBezTo>
                      <a:pt x="40" y="19"/>
                      <a:pt x="40" y="19"/>
                      <a:pt x="40" y="19"/>
                    </a:cubicBezTo>
                    <a:cubicBezTo>
                      <a:pt x="41" y="16"/>
                      <a:pt x="42" y="12"/>
                      <a:pt x="44" y="6"/>
                    </a:cubicBezTo>
                    <a:cubicBezTo>
                      <a:pt x="45" y="5"/>
                      <a:pt x="45" y="2"/>
                      <a:pt x="46" y="0"/>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4" name="Freeform 242"/>
              <p:cNvSpPr>
                <a:spLocks/>
              </p:cNvSpPr>
              <p:nvPr/>
            </p:nvSpPr>
            <p:spPr bwMode="auto">
              <a:xfrm>
                <a:off x="130" y="1213"/>
                <a:ext cx="86" cy="35"/>
              </a:xfrm>
              <a:custGeom>
                <a:avLst/>
                <a:gdLst>
                  <a:gd name="T0" fmla="*/ 45 w 45"/>
                  <a:gd name="T1" fmla="*/ 0 h 18"/>
                  <a:gd name="T2" fmla="*/ 1 w 45"/>
                  <a:gd name="T3" fmla="*/ 0 h 18"/>
                  <a:gd name="T4" fmla="*/ 0 w 45"/>
                  <a:gd name="T5" fmla="*/ 18 h 18"/>
                  <a:gd name="T6" fmla="*/ 40 w 45"/>
                  <a:gd name="T7" fmla="*/ 18 h 18"/>
                  <a:gd name="T8" fmla="*/ 44 w 45"/>
                  <a:gd name="T9" fmla="*/ 4 h 18"/>
                  <a:gd name="T10" fmla="*/ 45 w 45"/>
                  <a:gd name="T11" fmla="*/ 0 h 18"/>
                </a:gdLst>
                <a:ahLst/>
                <a:cxnLst>
                  <a:cxn ang="0">
                    <a:pos x="T0" y="T1"/>
                  </a:cxn>
                  <a:cxn ang="0">
                    <a:pos x="T2" y="T3"/>
                  </a:cxn>
                  <a:cxn ang="0">
                    <a:pos x="T4" y="T5"/>
                  </a:cxn>
                  <a:cxn ang="0">
                    <a:pos x="T6" y="T7"/>
                  </a:cxn>
                  <a:cxn ang="0">
                    <a:pos x="T8" y="T9"/>
                  </a:cxn>
                  <a:cxn ang="0">
                    <a:pos x="T10" y="T11"/>
                  </a:cxn>
                </a:cxnLst>
                <a:rect l="0" t="0" r="r" b="b"/>
                <a:pathLst>
                  <a:path w="45" h="18">
                    <a:moveTo>
                      <a:pt x="45" y="0"/>
                    </a:moveTo>
                    <a:cubicBezTo>
                      <a:pt x="1" y="0"/>
                      <a:pt x="1" y="0"/>
                      <a:pt x="1" y="0"/>
                    </a:cubicBezTo>
                    <a:cubicBezTo>
                      <a:pt x="1" y="6"/>
                      <a:pt x="1" y="12"/>
                      <a:pt x="0" y="18"/>
                    </a:cubicBezTo>
                    <a:cubicBezTo>
                      <a:pt x="40" y="18"/>
                      <a:pt x="40" y="18"/>
                      <a:pt x="40" y="18"/>
                    </a:cubicBezTo>
                    <a:cubicBezTo>
                      <a:pt x="40" y="15"/>
                      <a:pt x="42" y="10"/>
                      <a:pt x="44" y="4"/>
                    </a:cubicBezTo>
                    <a:cubicBezTo>
                      <a:pt x="45" y="3"/>
                      <a:pt x="45" y="1"/>
                      <a:pt x="45" y="0"/>
                    </a:cubicBezTo>
                    <a:close/>
                  </a:path>
                </a:pathLst>
              </a:custGeom>
              <a:solidFill>
                <a:srgbClr val="EA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5" name="Freeform 243"/>
              <p:cNvSpPr>
                <a:spLocks/>
              </p:cNvSpPr>
              <p:nvPr/>
            </p:nvSpPr>
            <p:spPr bwMode="auto">
              <a:xfrm>
                <a:off x="130" y="1215"/>
                <a:ext cx="86" cy="35"/>
              </a:xfrm>
              <a:custGeom>
                <a:avLst/>
                <a:gdLst>
                  <a:gd name="T0" fmla="*/ 45 w 45"/>
                  <a:gd name="T1" fmla="*/ 0 h 18"/>
                  <a:gd name="T2" fmla="*/ 1 w 45"/>
                  <a:gd name="T3" fmla="*/ 0 h 18"/>
                  <a:gd name="T4" fmla="*/ 0 w 45"/>
                  <a:gd name="T5" fmla="*/ 18 h 18"/>
                  <a:gd name="T6" fmla="*/ 40 w 45"/>
                  <a:gd name="T7" fmla="*/ 18 h 18"/>
                  <a:gd name="T8" fmla="*/ 44 w 45"/>
                  <a:gd name="T9" fmla="*/ 3 h 18"/>
                  <a:gd name="T10" fmla="*/ 45 w 45"/>
                  <a:gd name="T11" fmla="*/ 0 h 18"/>
                </a:gdLst>
                <a:ahLst/>
                <a:cxnLst>
                  <a:cxn ang="0">
                    <a:pos x="T0" y="T1"/>
                  </a:cxn>
                  <a:cxn ang="0">
                    <a:pos x="T2" y="T3"/>
                  </a:cxn>
                  <a:cxn ang="0">
                    <a:pos x="T4" y="T5"/>
                  </a:cxn>
                  <a:cxn ang="0">
                    <a:pos x="T6" y="T7"/>
                  </a:cxn>
                  <a:cxn ang="0">
                    <a:pos x="T8" y="T9"/>
                  </a:cxn>
                  <a:cxn ang="0">
                    <a:pos x="T10" y="T11"/>
                  </a:cxn>
                </a:cxnLst>
                <a:rect l="0" t="0" r="r" b="b"/>
                <a:pathLst>
                  <a:path w="45" h="18">
                    <a:moveTo>
                      <a:pt x="45" y="0"/>
                    </a:moveTo>
                    <a:cubicBezTo>
                      <a:pt x="1" y="0"/>
                      <a:pt x="1" y="0"/>
                      <a:pt x="1" y="0"/>
                    </a:cubicBezTo>
                    <a:cubicBezTo>
                      <a:pt x="1" y="6"/>
                      <a:pt x="0" y="13"/>
                      <a:pt x="0" y="18"/>
                    </a:cubicBezTo>
                    <a:cubicBezTo>
                      <a:pt x="40" y="18"/>
                      <a:pt x="40" y="18"/>
                      <a:pt x="40" y="18"/>
                    </a:cubicBezTo>
                    <a:cubicBezTo>
                      <a:pt x="40" y="15"/>
                      <a:pt x="42" y="10"/>
                      <a:pt x="44" y="3"/>
                    </a:cubicBezTo>
                    <a:cubicBezTo>
                      <a:pt x="44" y="2"/>
                      <a:pt x="45" y="1"/>
                      <a:pt x="45"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6" name="Freeform 244"/>
              <p:cNvSpPr>
                <a:spLocks/>
              </p:cNvSpPr>
              <p:nvPr/>
            </p:nvSpPr>
            <p:spPr bwMode="auto">
              <a:xfrm>
                <a:off x="130" y="1217"/>
                <a:ext cx="86" cy="34"/>
              </a:xfrm>
              <a:custGeom>
                <a:avLst/>
                <a:gdLst>
                  <a:gd name="T0" fmla="*/ 45 w 45"/>
                  <a:gd name="T1" fmla="*/ 0 h 18"/>
                  <a:gd name="T2" fmla="*/ 1 w 45"/>
                  <a:gd name="T3" fmla="*/ 0 h 18"/>
                  <a:gd name="T4" fmla="*/ 0 w 45"/>
                  <a:gd name="T5" fmla="*/ 18 h 18"/>
                  <a:gd name="T6" fmla="*/ 41 w 45"/>
                  <a:gd name="T7" fmla="*/ 18 h 18"/>
                  <a:gd name="T8" fmla="*/ 44 w 45"/>
                  <a:gd name="T9" fmla="*/ 2 h 18"/>
                  <a:gd name="T10" fmla="*/ 45 w 45"/>
                  <a:gd name="T11" fmla="*/ 0 h 18"/>
                </a:gdLst>
                <a:ahLst/>
                <a:cxnLst>
                  <a:cxn ang="0">
                    <a:pos x="T0" y="T1"/>
                  </a:cxn>
                  <a:cxn ang="0">
                    <a:pos x="T2" y="T3"/>
                  </a:cxn>
                  <a:cxn ang="0">
                    <a:pos x="T4" y="T5"/>
                  </a:cxn>
                  <a:cxn ang="0">
                    <a:pos x="T6" y="T7"/>
                  </a:cxn>
                  <a:cxn ang="0">
                    <a:pos x="T8" y="T9"/>
                  </a:cxn>
                  <a:cxn ang="0">
                    <a:pos x="T10" y="T11"/>
                  </a:cxn>
                </a:cxnLst>
                <a:rect l="0" t="0" r="r" b="b"/>
                <a:pathLst>
                  <a:path w="45" h="18">
                    <a:moveTo>
                      <a:pt x="45" y="0"/>
                    </a:moveTo>
                    <a:cubicBezTo>
                      <a:pt x="1" y="0"/>
                      <a:pt x="1" y="0"/>
                      <a:pt x="1" y="0"/>
                    </a:cubicBezTo>
                    <a:cubicBezTo>
                      <a:pt x="1" y="7"/>
                      <a:pt x="0" y="13"/>
                      <a:pt x="0" y="18"/>
                    </a:cubicBezTo>
                    <a:cubicBezTo>
                      <a:pt x="41" y="18"/>
                      <a:pt x="41" y="18"/>
                      <a:pt x="41" y="18"/>
                    </a:cubicBezTo>
                    <a:cubicBezTo>
                      <a:pt x="39" y="16"/>
                      <a:pt x="41" y="10"/>
                      <a:pt x="44" y="2"/>
                    </a:cubicBezTo>
                    <a:cubicBezTo>
                      <a:pt x="44" y="2"/>
                      <a:pt x="45" y="1"/>
                      <a:pt x="45" y="0"/>
                    </a:cubicBez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7" name="Freeform 245"/>
              <p:cNvSpPr>
                <a:spLocks/>
              </p:cNvSpPr>
              <p:nvPr/>
            </p:nvSpPr>
            <p:spPr bwMode="auto">
              <a:xfrm>
                <a:off x="130" y="1219"/>
                <a:ext cx="84" cy="36"/>
              </a:xfrm>
              <a:custGeom>
                <a:avLst/>
                <a:gdLst>
                  <a:gd name="T0" fmla="*/ 44 w 44"/>
                  <a:gd name="T1" fmla="*/ 0 h 19"/>
                  <a:gd name="T2" fmla="*/ 1 w 44"/>
                  <a:gd name="T3" fmla="*/ 0 h 19"/>
                  <a:gd name="T4" fmla="*/ 0 w 44"/>
                  <a:gd name="T5" fmla="*/ 19 h 19"/>
                  <a:gd name="T6" fmla="*/ 42 w 44"/>
                  <a:gd name="T7" fmla="*/ 19 h 19"/>
                  <a:gd name="T8" fmla="*/ 41 w 44"/>
                  <a:gd name="T9" fmla="*/ 18 h 19"/>
                  <a:gd name="T10" fmla="*/ 44 w 44"/>
                  <a:gd name="T11" fmla="*/ 1 h 19"/>
                  <a:gd name="T12" fmla="*/ 44 w 44"/>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4" h="19">
                    <a:moveTo>
                      <a:pt x="44" y="0"/>
                    </a:moveTo>
                    <a:cubicBezTo>
                      <a:pt x="1" y="0"/>
                      <a:pt x="1" y="0"/>
                      <a:pt x="1" y="0"/>
                    </a:cubicBezTo>
                    <a:cubicBezTo>
                      <a:pt x="1" y="7"/>
                      <a:pt x="0" y="14"/>
                      <a:pt x="0" y="19"/>
                    </a:cubicBezTo>
                    <a:cubicBezTo>
                      <a:pt x="42" y="19"/>
                      <a:pt x="42" y="19"/>
                      <a:pt x="42" y="19"/>
                    </a:cubicBezTo>
                    <a:cubicBezTo>
                      <a:pt x="41" y="18"/>
                      <a:pt x="41" y="18"/>
                      <a:pt x="41" y="18"/>
                    </a:cubicBezTo>
                    <a:cubicBezTo>
                      <a:pt x="39" y="15"/>
                      <a:pt x="41" y="10"/>
                      <a:pt x="44" y="1"/>
                    </a:cubicBezTo>
                    <a:cubicBezTo>
                      <a:pt x="44" y="1"/>
                      <a:pt x="44" y="1"/>
                      <a:pt x="44" y="0"/>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8" name="Freeform 246"/>
              <p:cNvSpPr>
                <a:spLocks/>
              </p:cNvSpPr>
              <p:nvPr/>
            </p:nvSpPr>
            <p:spPr bwMode="auto">
              <a:xfrm>
                <a:off x="130" y="1223"/>
                <a:ext cx="84" cy="34"/>
              </a:xfrm>
              <a:custGeom>
                <a:avLst/>
                <a:gdLst>
                  <a:gd name="T0" fmla="*/ 44 w 44"/>
                  <a:gd name="T1" fmla="*/ 0 h 18"/>
                  <a:gd name="T2" fmla="*/ 1 w 44"/>
                  <a:gd name="T3" fmla="*/ 0 h 18"/>
                  <a:gd name="T4" fmla="*/ 0 w 44"/>
                  <a:gd name="T5" fmla="*/ 18 h 18"/>
                  <a:gd name="T6" fmla="*/ 42 w 44"/>
                  <a:gd name="T7" fmla="*/ 18 h 18"/>
                  <a:gd name="T8" fmla="*/ 41 w 44"/>
                  <a:gd name="T9" fmla="*/ 16 h 18"/>
                  <a:gd name="T10" fmla="*/ 44 w 44"/>
                  <a:gd name="T11" fmla="*/ 0 h 18"/>
                </a:gdLst>
                <a:ahLst/>
                <a:cxnLst>
                  <a:cxn ang="0">
                    <a:pos x="T0" y="T1"/>
                  </a:cxn>
                  <a:cxn ang="0">
                    <a:pos x="T2" y="T3"/>
                  </a:cxn>
                  <a:cxn ang="0">
                    <a:pos x="T4" y="T5"/>
                  </a:cxn>
                  <a:cxn ang="0">
                    <a:pos x="T6" y="T7"/>
                  </a:cxn>
                  <a:cxn ang="0">
                    <a:pos x="T8" y="T9"/>
                  </a:cxn>
                  <a:cxn ang="0">
                    <a:pos x="T10" y="T11"/>
                  </a:cxn>
                </a:cxnLst>
                <a:rect l="0" t="0" r="r" b="b"/>
                <a:pathLst>
                  <a:path w="44" h="18">
                    <a:moveTo>
                      <a:pt x="44" y="0"/>
                    </a:moveTo>
                    <a:cubicBezTo>
                      <a:pt x="1" y="0"/>
                      <a:pt x="1" y="0"/>
                      <a:pt x="1" y="0"/>
                    </a:cubicBezTo>
                    <a:cubicBezTo>
                      <a:pt x="1" y="7"/>
                      <a:pt x="0" y="13"/>
                      <a:pt x="0" y="18"/>
                    </a:cubicBezTo>
                    <a:cubicBezTo>
                      <a:pt x="42" y="18"/>
                      <a:pt x="42" y="18"/>
                      <a:pt x="42" y="18"/>
                    </a:cubicBezTo>
                    <a:cubicBezTo>
                      <a:pt x="42" y="17"/>
                      <a:pt x="41" y="16"/>
                      <a:pt x="41" y="16"/>
                    </a:cubicBezTo>
                    <a:cubicBezTo>
                      <a:pt x="39" y="13"/>
                      <a:pt x="41" y="8"/>
                      <a:pt x="44"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9" name="Freeform 247"/>
              <p:cNvSpPr>
                <a:spLocks/>
              </p:cNvSpPr>
              <p:nvPr/>
            </p:nvSpPr>
            <p:spPr bwMode="auto">
              <a:xfrm>
                <a:off x="130" y="1225"/>
                <a:ext cx="84" cy="34"/>
              </a:xfrm>
              <a:custGeom>
                <a:avLst/>
                <a:gdLst>
                  <a:gd name="T0" fmla="*/ 44 w 44"/>
                  <a:gd name="T1" fmla="*/ 0 h 18"/>
                  <a:gd name="T2" fmla="*/ 1 w 44"/>
                  <a:gd name="T3" fmla="*/ 0 h 18"/>
                  <a:gd name="T4" fmla="*/ 0 w 44"/>
                  <a:gd name="T5" fmla="*/ 18 h 18"/>
                  <a:gd name="T6" fmla="*/ 43 w 44"/>
                  <a:gd name="T7" fmla="*/ 18 h 18"/>
                  <a:gd name="T8" fmla="*/ 41 w 44"/>
                  <a:gd name="T9" fmla="*/ 15 h 18"/>
                  <a:gd name="T10" fmla="*/ 44 w 44"/>
                  <a:gd name="T11" fmla="*/ 0 h 18"/>
                </a:gdLst>
                <a:ahLst/>
                <a:cxnLst>
                  <a:cxn ang="0">
                    <a:pos x="T0" y="T1"/>
                  </a:cxn>
                  <a:cxn ang="0">
                    <a:pos x="T2" y="T3"/>
                  </a:cxn>
                  <a:cxn ang="0">
                    <a:pos x="T4" y="T5"/>
                  </a:cxn>
                  <a:cxn ang="0">
                    <a:pos x="T6" y="T7"/>
                  </a:cxn>
                  <a:cxn ang="0">
                    <a:pos x="T8" y="T9"/>
                  </a:cxn>
                  <a:cxn ang="0">
                    <a:pos x="T10" y="T11"/>
                  </a:cxn>
                </a:cxnLst>
                <a:rect l="0" t="0" r="r" b="b"/>
                <a:pathLst>
                  <a:path w="44" h="18">
                    <a:moveTo>
                      <a:pt x="44" y="0"/>
                    </a:moveTo>
                    <a:cubicBezTo>
                      <a:pt x="1" y="0"/>
                      <a:pt x="1" y="0"/>
                      <a:pt x="1" y="0"/>
                    </a:cubicBezTo>
                    <a:cubicBezTo>
                      <a:pt x="1" y="7"/>
                      <a:pt x="0" y="14"/>
                      <a:pt x="0" y="18"/>
                    </a:cubicBezTo>
                    <a:cubicBezTo>
                      <a:pt x="43" y="18"/>
                      <a:pt x="43" y="18"/>
                      <a:pt x="43" y="18"/>
                    </a:cubicBezTo>
                    <a:cubicBezTo>
                      <a:pt x="42" y="17"/>
                      <a:pt x="41" y="15"/>
                      <a:pt x="41" y="15"/>
                    </a:cubicBezTo>
                    <a:cubicBezTo>
                      <a:pt x="39" y="13"/>
                      <a:pt x="41" y="8"/>
                      <a:pt x="44"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0" name="Freeform 248"/>
              <p:cNvSpPr>
                <a:spLocks/>
              </p:cNvSpPr>
              <p:nvPr/>
            </p:nvSpPr>
            <p:spPr bwMode="auto">
              <a:xfrm>
                <a:off x="130" y="1227"/>
                <a:ext cx="82" cy="36"/>
              </a:xfrm>
              <a:custGeom>
                <a:avLst/>
                <a:gdLst>
                  <a:gd name="T0" fmla="*/ 43 w 43"/>
                  <a:gd name="T1" fmla="*/ 0 h 19"/>
                  <a:gd name="T2" fmla="*/ 1 w 43"/>
                  <a:gd name="T3" fmla="*/ 0 h 19"/>
                  <a:gd name="T4" fmla="*/ 0 w 43"/>
                  <a:gd name="T5" fmla="*/ 19 h 19"/>
                  <a:gd name="T6" fmla="*/ 43 w 43"/>
                  <a:gd name="T7" fmla="*/ 19 h 19"/>
                  <a:gd name="T8" fmla="*/ 41 w 43"/>
                  <a:gd name="T9" fmla="*/ 14 h 19"/>
                  <a:gd name="T10" fmla="*/ 43 w 43"/>
                  <a:gd name="T11" fmla="*/ 0 h 19"/>
                </a:gdLst>
                <a:ahLst/>
                <a:cxnLst>
                  <a:cxn ang="0">
                    <a:pos x="T0" y="T1"/>
                  </a:cxn>
                  <a:cxn ang="0">
                    <a:pos x="T2" y="T3"/>
                  </a:cxn>
                  <a:cxn ang="0">
                    <a:pos x="T4" y="T5"/>
                  </a:cxn>
                  <a:cxn ang="0">
                    <a:pos x="T6" y="T7"/>
                  </a:cxn>
                  <a:cxn ang="0">
                    <a:pos x="T8" y="T9"/>
                  </a:cxn>
                  <a:cxn ang="0">
                    <a:pos x="T10" y="T11"/>
                  </a:cxn>
                </a:cxnLst>
                <a:rect l="0" t="0" r="r" b="b"/>
                <a:pathLst>
                  <a:path w="43" h="19">
                    <a:moveTo>
                      <a:pt x="43" y="0"/>
                    </a:moveTo>
                    <a:cubicBezTo>
                      <a:pt x="1" y="0"/>
                      <a:pt x="1" y="0"/>
                      <a:pt x="1" y="0"/>
                    </a:cubicBezTo>
                    <a:cubicBezTo>
                      <a:pt x="0" y="7"/>
                      <a:pt x="0" y="14"/>
                      <a:pt x="0" y="19"/>
                    </a:cubicBezTo>
                    <a:cubicBezTo>
                      <a:pt x="43" y="19"/>
                      <a:pt x="43" y="19"/>
                      <a:pt x="43" y="19"/>
                    </a:cubicBezTo>
                    <a:cubicBezTo>
                      <a:pt x="42" y="16"/>
                      <a:pt x="42" y="15"/>
                      <a:pt x="41" y="14"/>
                    </a:cubicBezTo>
                    <a:cubicBezTo>
                      <a:pt x="39" y="12"/>
                      <a:pt x="41" y="7"/>
                      <a:pt x="43" y="0"/>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1" name="Freeform 249"/>
              <p:cNvSpPr>
                <a:spLocks/>
              </p:cNvSpPr>
              <p:nvPr/>
            </p:nvSpPr>
            <p:spPr bwMode="auto">
              <a:xfrm>
                <a:off x="130" y="1230"/>
                <a:ext cx="82" cy="35"/>
              </a:xfrm>
              <a:custGeom>
                <a:avLst/>
                <a:gdLst>
                  <a:gd name="T0" fmla="*/ 43 w 43"/>
                  <a:gd name="T1" fmla="*/ 0 h 18"/>
                  <a:gd name="T2" fmla="*/ 1 w 43"/>
                  <a:gd name="T3" fmla="*/ 0 h 18"/>
                  <a:gd name="T4" fmla="*/ 0 w 43"/>
                  <a:gd name="T5" fmla="*/ 18 h 18"/>
                  <a:gd name="T6" fmla="*/ 43 w 43"/>
                  <a:gd name="T7" fmla="*/ 18 h 18"/>
                  <a:gd name="T8" fmla="*/ 41 w 43"/>
                  <a:gd name="T9" fmla="*/ 12 h 18"/>
                  <a:gd name="T10" fmla="*/ 43 w 43"/>
                  <a:gd name="T11" fmla="*/ 0 h 18"/>
                </a:gdLst>
                <a:ahLst/>
                <a:cxnLst>
                  <a:cxn ang="0">
                    <a:pos x="T0" y="T1"/>
                  </a:cxn>
                  <a:cxn ang="0">
                    <a:pos x="T2" y="T3"/>
                  </a:cxn>
                  <a:cxn ang="0">
                    <a:pos x="T4" y="T5"/>
                  </a:cxn>
                  <a:cxn ang="0">
                    <a:pos x="T6" y="T7"/>
                  </a:cxn>
                  <a:cxn ang="0">
                    <a:pos x="T8" y="T9"/>
                  </a:cxn>
                  <a:cxn ang="0">
                    <a:pos x="T10" y="T11"/>
                  </a:cxn>
                </a:cxnLst>
                <a:rect l="0" t="0" r="r" b="b"/>
                <a:pathLst>
                  <a:path w="43" h="18">
                    <a:moveTo>
                      <a:pt x="43" y="0"/>
                    </a:moveTo>
                    <a:cubicBezTo>
                      <a:pt x="1" y="0"/>
                      <a:pt x="1" y="0"/>
                      <a:pt x="1" y="0"/>
                    </a:cubicBezTo>
                    <a:cubicBezTo>
                      <a:pt x="0" y="7"/>
                      <a:pt x="0" y="14"/>
                      <a:pt x="0" y="18"/>
                    </a:cubicBezTo>
                    <a:cubicBezTo>
                      <a:pt x="43" y="18"/>
                      <a:pt x="43" y="18"/>
                      <a:pt x="43" y="18"/>
                    </a:cubicBezTo>
                    <a:cubicBezTo>
                      <a:pt x="43" y="15"/>
                      <a:pt x="42" y="13"/>
                      <a:pt x="41" y="12"/>
                    </a:cubicBezTo>
                    <a:cubicBezTo>
                      <a:pt x="39" y="10"/>
                      <a:pt x="41" y="6"/>
                      <a:pt x="43" y="0"/>
                    </a:cubicBez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2" name="Freeform 250"/>
              <p:cNvSpPr>
                <a:spLocks/>
              </p:cNvSpPr>
              <p:nvPr/>
            </p:nvSpPr>
            <p:spPr bwMode="auto">
              <a:xfrm>
                <a:off x="130" y="1232"/>
                <a:ext cx="84" cy="35"/>
              </a:xfrm>
              <a:custGeom>
                <a:avLst/>
                <a:gdLst>
                  <a:gd name="T0" fmla="*/ 42 w 44"/>
                  <a:gd name="T1" fmla="*/ 0 h 18"/>
                  <a:gd name="T2" fmla="*/ 1 w 44"/>
                  <a:gd name="T3" fmla="*/ 0 h 18"/>
                  <a:gd name="T4" fmla="*/ 0 w 44"/>
                  <a:gd name="T5" fmla="*/ 18 h 18"/>
                  <a:gd name="T6" fmla="*/ 44 w 44"/>
                  <a:gd name="T7" fmla="*/ 18 h 18"/>
                  <a:gd name="T8" fmla="*/ 41 w 44"/>
                  <a:gd name="T9" fmla="*/ 11 h 18"/>
                  <a:gd name="T10" fmla="*/ 42 w 44"/>
                  <a:gd name="T11" fmla="*/ 0 h 18"/>
                </a:gdLst>
                <a:ahLst/>
                <a:cxnLst>
                  <a:cxn ang="0">
                    <a:pos x="T0" y="T1"/>
                  </a:cxn>
                  <a:cxn ang="0">
                    <a:pos x="T2" y="T3"/>
                  </a:cxn>
                  <a:cxn ang="0">
                    <a:pos x="T4" y="T5"/>
                  </a:cxn>
                  <a:cxn ang="0">
                    <a:pos x="T6" y="T7"/>
                  </a:cxn>
                  <a:cxn ang="0">
                    <a:pos x="T8" y="T9"/>
                  </a:cxn>
                  <a:cxn ang="0">
                    <a:pos x="T10" y="T11"/>
                  </a:cxn>
                </a:cxnLst>
                <a:rect l="0" t="0" r="r" b="b"/>
                <a:pathLst>
                  <a:path w="44" h="18">
                    <a:moveTo>
                      <a:pt x="42" y="0"/>
                    </a:moveTo>
                    <a:cubicBezTo>
                      <a:pt x="1" y="0"/>
                      <a:pt x="1" y="0"/>
                      <a:pt x="1" y="0"/>
                    </a:cubicBezTo>
                    <a:cubicBezTo>
                      <a:pt x="0" y="7"/>
                      <a:pt x="0" y="14"/>
                      <a:pt x="0" y="18"/>
                    </a:cubicBezTo>
                    <a:cubicBezTo>
                      <a:pt x="44" y="18"/>
                      <a:pt x="44" y="18"/>
                      <a:pt x="44" y="18"/>
                    </a:cubicBezTo>
                    <a:cubicBezTo>
                      <a:pt x="43" y="15"/>
                      <a:pt x="42" y="12"/>
                      <a:pt x="41" y="11"/>
                    </a:cubicBezTo>
                    <a:cubicBezTo>
                      <a:pt x="39" y="9"/>
                      <a:pt x="40" y="5"/>
                      <a:pt x="42" y="0"/>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3" name="Freeform 251"/>
              <p:cNvSpPr>
                <a:spLocks/>
              </p:cNvSpPr>
              <p:nvPr/>
            </p:nvSpPr>
            <p:spPr bwMode="auto">
              <a:xfrm>
                <a:off x="130" y="1234"/>
                <a:ext cx="84" cy="35"/>
              </a:xfrm>
              <a:custGeom>
                <a:avLst/>
                <a:gdLst>
                  <a:gd name="T0" fmla="*/ 42 w 44"/>
                  <a:gd name="T1" fmla="*/ 0 h 18"/>
                  <a:gd name="T2" fmla="*/ 1 w 44"/>
                  <a:gd name="T3" fmla="*/ 0 h 18"/>
                  <a:gd name="T4" fmla="*/ 0 w 44"/>
                  <a:gd name="T5" fmla="*/ 18 h 18"/>
                  <a:gd name="T6" fmla="*/ 0 w 44"/>
                  <a:gd name="T7" fmla="*/ 18 h 18"/>
                  <a:gd name="T8" fmla="*/ 44 w 44"/>
                  <a:gd name="T9" fmla="*/ 18 h 18"/>
                  <a:gd name="T10" fmla="*/ 41 w 44"/>
                  <a:gd name="T11" fmla="*/ 10 h 18"/>
                  <a:gd name="T12" fmla="*/ 42 w 4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4" h="18">
                    <a:moveTo>
                      <a:pt x="42" y="0"/>
                    </a:moveTo>
                    <a:cubicBezTo>
                      <a:pt x="1" y="0"/>
                      <a:pt x="1" y="0"/>
                      <a:pt x="1" y="0"/>
                    </a:cubicBezTo>
                    <a:cubicBezTo>
                      <a:pt x="0" y="7"/>
                      <a:pt x="0" y="14"/>
                      <a:pt x="0" y="18"/>
                    </a:cubicBezTo>
                    <a:cubicBezTo>
                      <a:pt x="0" y="18"/>
                      <a:pt x="0" y="18"/>
                      <a:pt x="0" y="18"/>
                    </a:cubicBezTo>
                    <a:cubicBezTo>
                      <a:pt x="44" y="18"/>
                      <a:pt x="44" y="18"/>
                      <a:pt x="44" y="18"/>
                    </a:cubicBezTo>
                    <a:cubicBezTo>
                      <a:pt x="43" y="14"/>
                      <a:pt x="42" y="11"/>
                      <a:pt x="41" y="10"/>
                    </a:cubicBezTo>
                    <a:cubicBezTo>
                      <a:pt x="40" y="8"/>
                      <a:pt x="40" y="5"/>
                      <a:pt x="42"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4" name="Freeform 252"/>
              <p:cNvSpPr>
                <a:spLocks/>
              </p:cNvSpPr>
              <p:nvPr/>
            </p:nvSpPr>
            <p:spPr bwMode="auto">
              <a:xfrm>
                <a:off x="130" y="1236"/>
                <a:ext cx="84" cy="37"/>
              </a:xfrm>
              <a:custGeom>
                <a:avLst/>
                <a:gdLst>
                  <a:gd name="T0" fmla="*/ 41 w 44"/>
                  <a:gd name="T1" fmla="*/ 0 h 19"/>
                  <a:gd name="T2" fmla="*/ 1 w 44"/>
                  <a:gd name="T3" fmla="*/ 0 h 19"/>
                  <a:gd name="T4" fmla="*/ 0 w 44"/>
                  <a:gd name="T5" fmla="*/ 17 h 19"/>
                  <a:gd name="T6" fmla="*/ 0 w 44"/>
                  <a:gd name="T7" fmla="*/ 19 h 19"/>
                  <a:gd name="T8" fmla="*/ 44 w 44"/>
                  <a:gd name="T9" fmla="*/ 19 h 19"/>
                  <a:gd name="T10" fmla="*/ 41 w 44"/>
                  <a:gd name="T11" fmla="*/ 9 h 19"/>
                  <a:gd name="T12" fmla="*/ 41 w 44"/>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4" h="19">
                    <a:moveTo>
                      <a:pt x="41" y="0"/>
                    </a:moveTo>
                    <a:cubicBezTo>
                      <a:pt x="1" y="0"/>
                      <a:pt x="1" y="0"/>
                      <a:pt x="1" y="0"/>
                    </a:cubicBezTo>
                    <a:cubicBezTo>
                      <a:pt x="0" y="7"/>
                      <a:pt x="0" y="13"/>
                      <a:pt x="0" y="17"/>
                    </a:cubicBezTo>
                    <a:cubicBezTo>
                      <a:pt x="0" y="17"/>
                      <a:pt x="0" y="18"/>
                      <a:pt x="0" y="19"/>
                    </a:cubicBezTo>
                    <a:cubicBezTo>
                      <a:pt x="44" y="19"/>
                      <a:pt x="44" y="19"/>
                      <a:pt x="44" y="19"/>
                    </a:cubicBezTo>
                    <a:cubicBezTo>
                      <a:pt x="43" y="14"/>
                      <a:pt x="42" y="10"/>
                      <a:pt x="41" y="9"/>
                    </a:cubicBezTo>
                    <a:cubicBezTo>
                      <a:pt x="40" y="7"/>
                      <a:pt x="40" y="4"/>
                      <a:pt x="41" y="0"/>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5" name="Freeform 253"/>
              <p:cNvSpPr>
                <a:spLocks/>
              </p:cNvSpPr>
              <p:nvPr/>
            </p:nvSpPr>
            <p:spPr bwMode="auto">
              <a:xfrm>
                <a:off x="130" y="1240"/>
                <a:ext cx="86" cy="34"/>
              </a:xfrm>
              <a:custGeom>
                <a:avLst/>
                <a:gdLst>
                  <a:gd name="T0" fmla="*/ 41 w 45"/>
                  <a:gd name="T1" fmla="*/ 0 h 18"/>
                  <a:gd name="T2" fmla="*/ 1 w 45"/>
                  <a:gd name="T3" fmla="*/ 0 h 18"/>
                  <a:gd name="T4" fmla="*/ 0 w 45"/>
                  <a:gd name="T5" fmla="*/ 15 h 18"/>
                  <a:gd name="T6" fmla="*/ 0 w 45"/>
                  <a:gd name="T7" fmla="*/ 18 h 18"/>
                  <a:gd name="T8" fmla="*/ 45 w 45"/>
                  <a:gd name="T9" fmla="*/ 18 h 18"/>
                  <a:gd name="T10" fmla="*/ 41 w 45"/>
                  <a:gd name="T11" fmla="*/ 7 h 18"/>
                  <a:gd name="T12" fmla="*/ 41 w 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5" h="18">
                    <a:moveTo>
                      <a:pt x="41" y="0"/>
                    </a:moveTo>
                    <a:cubicBezTo>
                      <a:pt x="1" y="0"/>
                      <a:pt x="1" y="0"/>
                      <a:pt x="1" y="0"/>
                    </a:cubicBezTo>
                    <a:cubicBezTo>
                      <a:pt x="0" y="6"/>
                      <a:pt x="0" y="11"/>
                      <a:pt x="0" y="15"/>
                    </a:cubicBezTo>
                    <a:cubicBezTo>
                      <a:pt x="0" y="16"/>
                      <a:pt x="0" y="17"/>
                      <a:pt x="0" y="18"/>
                    </a:cubicBezTo>
                    <a:cubicBezTo>
                      <a:pt x="45" y="18"/>
                      <a:pt x="45" y="18"/>
                      <a:pt x="45" y="18"/>
                    </a:cubicBezTo>
                    <a:cubicBezTo>
                      <a:pt x="43" y="13"/>
                      <a:pt x="42" y="8"/>
                      <a:pt x="41" y="7"/>
                    </a:cubicBezTo>
                    <a:cubicBezTo>
                      <a:pt x="40" y="5"/>
                      <a:pt x="40" y="3"/>
                      <a:pt x="41"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6" name="Freeform 254"/>
              <p:cNvSpPr>
                <a:spLocks/>
              </p:cNvSpPr>
              <p:nvPr/>
            </p:nvSpPr>
            <p:spPr bwMode="auto">
              <a:xfrm>
                <a:off x="130" y="1242"/>
                <a:ext cx="86" cy="34"/>
              </a:xfrm>
              <a:custGeom>
                <a:avLst/>
                <a:gdLst>
                  <a:gd name="T0" fmla="*/ 41 w 45"/>
                  <a:gd name="T1" fmla="*/ 0 h 18"/>
                  <a:gd name="T2" fmla="*/ 0 w 45"/>
                  <a:gd name="T3" fmla="*/ 0 h 18"/>
                  <a:gd name="T4" fmla="*/ 0 w 45"/>
                  <a:gd name="T5" fmla="*/ 14 h 18"/>
                  <a:gd name="T6" fmla="*/ 0 w 45"/>
                  <a:gd name="T7" fmla="*/ 18 h 18"/>
                  <a:gd name="T8" fmla="*/ 45 w 45"/>
                  <a:gd name="T9" fmla="*/ 18 h 18"/>
                  <a:gd name="T10" fmla="*/ 41 w 45"/>
                  <a:gd name="T11" fmla="*/ 6 h 18"/>
                  <a:gd name="T12" fmla="*/ 41 w 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5" h="18">
                    <a:moveTo>
                      <a:pt x="41" y="0"/>
                    </a:moveTo>
                    <a:cubicBezTo>
                      <a:pt x="0" y="0"/>
                      <a:pt x="0" y="0"/>
                      <a:pt x="0" y="0"/>
                    </a:cubicBezTo>
                    <a:cubicBezTo>
                      <a:pt x="0" y="6"/>
                      <a:pt x="0" y="10"/>
                      <a:pt x="0" y="14"/>
                    </a:cubicBezTo>
                    <a:cubicBezTo>
                      <a:pt x="0" y="15"/>
                      <a:pt x="0" y="17"/>
                      <a:pt x="0" y="18"/>
                    </a:cubicBezTo>
                    <a:cubicBezTo>
                      <a:pt x="45" y="18"/>
                      <a:pt x="45" y="18"/>
                      <a:pt x="45" y="18"/>
                    </a:cubicBezTo>
                    <a:cubicBezTo>
                      <a:pt x="44" y="12"/>
                      <a:pt x="42" y="7"/>
                      <a:pt x="41" y="6"/>
                    </a:cubicBezTo>
                    <a:cubicBezTo>
                      <a:pt x="40" y="5"/>
                      <a:pt x="40" y="3"/>
                      <a:pt x="41"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7" name="Freeform 255"/>
              <p:cNvSpPr>
                <a:spLocks/>
              </p:cNvSpPr>
              <p:nvPr/>
            </p:nvSpPr>
            <p:spPr bwMode="auto">
              <a:xfrm>
                <a:off x="130" y="1244"/>
                <a:ext cx="86" cy="36"/>
              </a:xfrm>
              <a:custGeom>
                <a:avLst/>
                <a:gdLst>
                  <a:gd name="T0" fmla="*/ 40 w 45"/>
                  <a:gd name="T1" fmla="*/ 0 h 19"/>
                  <a:gd name="T2" fmla="*/ 0 w 45"/>
                  <a:gd name="T3" fmla="*/ 0 h 19"/>
                  <a:gd name="T4" fmla="*/ 0 w 45"/>
                  <a:gd name="T5" fmla="*/ 13 h 19"/>
                  <a:gd name="T6" fmla="*/ 0 w 45"/>
                  <a:gd name="T7" fmla="*/ 19 h 19"/>
                  <a:gd name="T8" fmla="*/ 45 w 45"/>
                  <a:gd name="T9" fmla="*/ 19 h 19"/>
                  <a:gd name="T10" fmla="*/ 41 w 45"/>
                  <a:gd name="T11" fmla="*/ 5 h 19"/>
                  <a:gd name="T12" fmla="*/ 40 w 45"/>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5" h="19">
                    <a:moveTo>
                      <a:pt x="40" y="0"/>
                    </a:moveTo>
                    <a:cubicBezTo>
                      <a:pt x="0" y="0"/>
                      <a:pt x="0" y="0"/>
                      <a:pt x="0" y="0"/>
                    </a:cubicBezTo>
                    <a:cubicBezTo>
                      <a:pt x="0" y="5"/>
                      <a:pt x="0" y="10"/>
                      <a:pt x="0" y="13"/>
                    </a:cubicBezTo>
                    <a:cubicBezTo>
                      <a:pt x="0" y="14"/>
                      <a:pt x="0" y="16"/>
                      <a:pt x="0" y="19"/>
                    </a:cubicBezTo>
                    <a:cubicBezTo>
                      <a:pt x="45" y="19"/>
                      <a:pt x="45" y="19"/>
                      <a:pt x="45" y="19"/>
                    </a:cubicBezTo>
                    <a:cubicBezTo>
                      <a:pt x="44" y="12"/>
                      <a:pt x="42" y="6"/>
                      <a:pt x="41" y="5"/>
                    </a:cubicBezTo>
                    <a:cubicBezTo>
                      <a:pt x="40" y="4"/>
                      <a:pt x="40" y="2"/>
                      <a:pt x="40"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8" name="Freeform 256"/>
              <p:cNvSpPr>
                <a:spLocks/>
              </p:cNvSpPr>
              <p:nvPr/>
            </p:nvSpPr>
            <p:spPr bwMode="auto">
              <a:xfrm>
                <a:off x="130" y="1248"/>
                <a:ext cx="88" cy="34"/>
              </a:xfrm>
              <a:custGeom>
                <a:avLst/>
                <a:gdLst>
                  <a:gd name="T0" fmla="*/ 40 w 46"/>
                  <a:gd name="T1" fmla="*/ 0 h 18"/>
                  <a:gd name="T2" fmla="*/ 0 w 46"/>
                  <a:gd name="T3" fmla="*/ 0 h 18"/>
                  <a:gd name="T4" fmla="*/ 0 w 46"/>
                  <a:gd name="T5" fmla="*/ 11 h 18"/>
                  <a:gd name="T6" fmla="*/ 0 w 46"/>
                  <a:gd name="T7" fmla="*/ 18 h 18"/>
                  <a:gd name="T8" fmla="*/ 46 w 46"/>
                  <a:gd name="T9" fmla="*/ 18 h 18"/>
                  <a:gd name="T10" fmla="*/ 41 w 46"/>
                  <a:gd name="T11" fmla="*/ 3 h 18"/>
                  <a:gd name="T12" fmla="*/ 40 w 46"/>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6" h="18">
                    <a:moveTo>
                      <a:pt x="40" y="0"/>
                    </a:moveTo>
                    <a:cubicBezTo>
                      <a:pt x="0" y="0"/>
                      <a:pt x="0" y="0"/>
                      <a:pt x="0" y="0"/>
                    </a:cubicBezTo>
                    <a:cubicBezTo>
                      <a:pt x="0" y="4"/>
                      <a:pt x="0" y="8"/>
                      <a:pt x="0" y="11"/>
                    </a:cubicBezTo>
                    <a:cubicBezTo>
                      <a:pt x="0" y="13"/>
                      <a:pt x="0" y="15"/>
                      <a:pt x="0" y="18"/>
                    </a:cubicBezTo>
                    <a:cubicBezTo>
                      <a:pt x="46" y="18"/>
                      <a:pt x="46" y="18"/>
                      <a:pt x="46" y="18"/>
                    </a:cubicBezTo>
                    <a:cubicBezTo>
                      <a:pt x="44" y="11"/>
                      <a:pt x="42" y="4"/>
                      <a:pt x="41" y="3"/>
                    </a:cubicBezTo>
                    <a:cubicBezTo>
                      <a:pt x="40" y="2"/>
                      <a:pt x="40" y="1"/>
                      <a:pt x="40"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9" name="Freeform 257"/>
              <p:cNvSpPr>
                <a:spLocks/>
              </p:cNvSpPr>
              <p:nvPr/>
            </p:nvSpPr>
            <p:spPr bwMode="auto">
              <a:xfrm>
                <a:off x="130" y="1250"/>
                <a:ext cx="88" cy="34"/>
              </a:xfrm>
              <a:custGeom>
                <a:avLst/>
                <a:gdLst>
                  <a:gd name="T0" fmla="*/ 40 w 46"/>
                  <a:gd name="T1" fmla="*/ 0 h 18"/>
                  <a:gd name="T2" fmla="*/ 0 w 46"/>
                  <a:gd name="T3" fmla="*/ 0 h 18"/>
                  <a:gd name="T4" fmla="*/ 0 w 46"/>
                  <a:gd name="T5" fmla="*/ 10 h 18"/>
                  <a:gd name="T6" fmla="*/ 0 w 46"/>
                  <a:gd name="T7" fmla="*/ 18 h 18"/>
                  <a:gd name="T8" fmla="*/ 46 w 46"/>
                  <a:gd name="T9" fmla="*/ 18 h 18"/>
                  <a:gd name="T10" fmla="*/ 41 w 46"/>
                  <a:gd name="T11" fmla="*/ 2 h 18"/>
                  <a:gd name="T12" fmla="*/ 40 w 46"/>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6" h="18">
                    <a:moveTo>
                      <a:pt x="40" y="0"/>
                    </a:moveTo>
                    <a:cubicBezTo>
                      <a:pt x="0" y="0"/>
                      <a:pt x="0" y="0"/>
                      <a:pt x="0" y="0"/>
                    </a:cubicBezTo>
                    <a:cubicBezTo>
                      <a:pt x="0" y="4"/>
                      <a:pt x="0" y="7"/>
                      <a:pt x="0" y="10"/>
                    </a:cubicBezTo>
                    <a:cubicBezTo>
                      <a:pt x="0" y="12"/>
                      <a:pt x="0" y="15"/>
                      <a:pt x="0" y="18"/>
                    </a:cubicBezTo>
                    <a:cubicBezTo>
                      <a:pt x="46" y="18"/>
                      <a:pt x="46" y="18"/>
                      <a:pt x="46" y="18"/>
                    </a:cubicBezTo>
                    <a:cubicBezTo>
                      <a:pt x="44" y="11"/>
                      <a:pt x="42" y="3"/>
                      <a:pt x="41" y="2"/>
                    </a:cubicBezTo>
                    <a:cubicBezTo>
                      <a:pt x="41" y="1"/>
                      <a:pt x="40" y="1"/>
                      <a:pt x="40" y="0"/>
                    </a:cubicBez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0" name="Freeform 258"/>
              <p:cNvSpPr>
                <a:spLocks/>
              </p:cNvSpPr>
              <p:nvPr/>
            </p:nvSpPr>
            <p:spPr bwMode="auto">
              <a:xfrm>
                <a:off x="130" y="1251"/>
                <a:ext cx="88" cy="35"/>
              </a:xfrm>
              <a:custGeom>
                <a:avLst/>
                <a:gdLst>
                  <a:gd name="T0" fmla="*/ 41 w 46"/>
                  <a:gd name="T1" fmla="*/ 0 h 18"/>
                  <a:gd name="T2" fmla="*/ 0 w 46"/>
                  <a:gd name="T3" fmla="*/ 0 h 18"/>
                  <a:gd name="T4" fmla="*/ 0 w 46"/>
                  <a:gd name="T5" fmla="*/ 9 h 18"/>
                  <a:gd name="T6" fmla="*/ 1 w 46"/>
                  <a:gd name="T7" fmla="*/ 18 h 18"/>
                  <a:gd name="T8" fmla="*/ 46 w 46"/>
                  <a:gd name="T9" fmla="*/ 18 h 18"/>
                  <a:gd name="T10" fmla="*/ 41 w 46"/>
                  <a:gd name="T11" fmla="*/ 1 h 18"/>
                  <a:gd name="T12" fmla="*/ 41 w 46"/>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6" h="18">
                    <a:moveTo>
                      <a:pt x="41" y="0"/>
                    </a:moveTo>
                    <a:cubicBezTo>
                      <a:pt x="0" y="0"/>
                      <a:pt x="0" y="0"/>
                      <a:pt x="0" y="0"/>
                    </a:cubicBezTo>
                    <a:cubicBezTo>
                      <a:pt x="0" y="4"/>
                      <a:pt x="0" y="6"/>
                      <a:pt x="0" y="9"/>
                    </a:cubicBezTo>
                    <a:cubicBezTo>
                      <a:pt x="0" y="11"/>
                      <a:pt x="0" y="15"/>
                      <a:pt x="1" y="18"/>
                    </a:cubicBezTo>
                    <a:cubicBezTo>
                      <a:pt x="46" y="18"/>
                      <a:pt x="46" y="18"/>
                      <a:pt x="46" y="18"/>
                    </a:cubicBezTo>
                    <a:cubicBezTo>
                      <a:pt x="45" y="11"/>
                      <a:pt x="42" y="3"/>
                      <a:pt x="41" y="1"/>
                    </a:cubicBezTo>
                    <a:cubicBezTo>
                      <a:pt x="41" y="1"/>
                      <a:pt x="41" y="0"/>
                      <a:pt x="41"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1" name="Freeform 259"/>
              <p:cNvSpPr>
                <a:spLocks/>
              </p:cNvSpPr>
              <p:nvPr/>
            </p:nvSpPr>
            <p:spPr bwMode="auto">
              <a:xfrm>
                <a:off x="130" y="1253"/>
                <a:ext cx="88" cy="37"/>
              </a:xfrm>
              <a:custGeom>
                <a:avLst/>
                <a:gdLst>
                  <a:gd name="T0" fmla="*/ 41 w 46"/>
                  <a:gd name="T1" fmla="*/ 0 h 19"/>
                  <a:gd name="T2" fmla="*/ 0 w 46"/>
                  <a:gd name="T3" fmla="*/ 0 h 19"/>
                  <a:gd name="T4" fmla="*/ 0 w 46"/>
                  <a:gd name="T5" fmla="*/ 8 h 19"/>
                  <a:gd name="T6" fmla="*/ 1 w 46"/>
                  <a:gd name="T7" fmla="*/ 19 h 19"/>
                  <a:gd name="T8" fmla="*/ 46 w 46"/>
                  <a:gd name="T9" fmla="*/ 19 h 19"/>
                  <a:gd name="T10" fmla="*/ 41 w 46"/>
                  <a:gd name="T11" fmla="*/ 0 h 19"/>
                </a:gdLst>
                <a:ahLst/>
                <a:cxnLst>
                  <a:cxn ang="0">
                    <a:pos x="T0" y="T1"/>
                  </a:cxn>
                  <a:cxn ang="0">
                    <a:pos x="T2" y="T3"/>
                  </a:cxn>
                  <a:cxn ang="0">
                    <a:pos x="T4" y="T5"/>
                  </a:cxn>
                  <a:cxn ang="0">
                    <a:pos x="T6" y="T7"/>
                  </a:cxn>
                  <a:cxn ang="0">
                    <a:pos x="T8" y="T9"/>
                  </a:cxn>
                  <a:cxn ang="0">
                    <a:pos x="T10" y="T11"/>
                  </a:cxn>
                </a:cxnLst>
                <a:rect l="0" t="0" r="r" b="b"/>
                <a:pathLst>
                  <a:path w="46" h="19">
                    <a:moveTo>
                      <a:pt x="41" y="0"/>
                    </a:moveTo>
                    <a:cubicBezTo>
                      <a:pt x="0" y="0"/>
                      <a:pt x="0" y="0"/>
                      <a:pt x="0" y="0"/>
                    </a:cubicBezTo>
                    <a:cubicBezTo>
                      <a:pt x="0" y="3"/>
                      <a:pt x="0" y="6"/>
                      <a:pt x="0" y="8"/>
                    </a:cubicBezTo>
                    <a:cubicBezTo>
                      <a:pt x="0" y="11"/>
                      <a:pt x="0" y="14"/>
                      <a:pt x="1" y="19"/>
                    </a:cubicBezTo>
                    <a:cubicBezTo>
                      <a:pt x="46" y="19"/>
                      <a:pt x="46" y="19"/>
                      <a:pt x="46" y="19"/>
                    </a:cubicBezTo>
                    <a:cubicBezTo>
                      <a:pt x="45" y="11"/>
                      <a:pt x="43" y="3"/>
                      <a:pt x="41" y="0"/>
                    </a:cubicBezTo>
                    <a:close/>
                  </a:path>
                </a:pathLst>
              </a:custGeom>
              <a:solidFill>
                <a:srgbClr val="F8F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2" name="Freeform 260"/>
              <p:cNvSpPr>
                <a:spLocks/>
              </p:cNvSpPr>
              <p:nvPr/>
            </p:nvSpPr>
            <p:spPr bwMode="auto">
              <a:xfrm>
                <a:off x="130" y="1257"/>
                <a:ext cx="88" cy="35"/>
              </a:xfrm>
              <a:custGeom>
                <a:avLst/>
                <a:gdLst>
                  <a:gd name="T0" fmla="*/ 42 w 46"/>
                  <a:gd name="T1" fmla="*/ 0 h 18"/>
                  <a:gd name="T2" fmla="*/ 0 w 46"/>
                  <a:gd name="T3" fmla="*/ 0 h 18"/>
                  <a:gd name="T4" fmla="*/ 0 w 46"/>
                  <a:gd name="T5" fmla="*/ 6 h 18"/>
                  <a:gd name="T6" fmla="*/ 1 w 46"/>
                  <a:gd name="T7" fmla="*/ 18 h 18"/>
                  <a:gd name="T8" fmla="*/ 46 w 46"/>
                  <a:gd name="T9" fmla="*/ 18 h 18"/>
                  <a:gd name="T10" fmla="*/ 42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2" y="0"/>
                    </a:moveTo>
                    <a:cubicBezTo>
                      <a:pt x="0" y="0"/>
                      <a:pt x="0" y="0"/>
                      <a:pt x="0" y="0"/>
                    </a:cubicBezTo>
                    <a:cubicBezTo>
                      <a:pt x="0" y="2"/>
                      <a:pt x="0" y="4"/>
                      <a:pt x="0" y="6"/>
                    </a:cubicBezTo>
                    <a:cubicBezTo>
                      <a:pt x="0" y="9"/>
                      <a:pt x="0" y="13"/>
                      <a:pt x="1" y="18"/>
                    </a:cubicBezTo>
                    <a:cubicBezTo>
                      <a:pt x="46" y="18"/>
                      <a:pt x="46" y="18"/>
                      <a:pt x="46" y="18"/>
                    </a:cubicBezTo>
                    <a:cubicBezTo>
                      <a:pt x="45" y="11"/>
                      <a:pt x="43" y="3"/>
                      <a:pt x="42" y="0"/>
                    </a:cubicBezTo>
                    <a:close/>
                  </a:path>
                </a:pathLst>
              </a:custGeom>
              <a:solidFill>
                <a:srgbClr val="F9F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3" name="Freeform 261"/>
              <p:cNvSpPr>
                <a:spLocks/>
              </p:cNvSpPr>
              <p:nvPr/>
            </p:nvSpPr>
            <p:spPr bwMode="auto">
              <a:xfrm>
                <a:off x="130" y="1259"/>
                <a:ext cx="90" cy="35"/>
              </a:xfrm>
              <a:custGeom>
                <a:avLst/>
                <a:gdLst>
                  <a:gd name="T0" fmla="*/ 42 w 47"/>
                  <a:gd name="T1" fmla="*/ 0 h 18"/>
                  <a:gd name="T2" fmla="*/ 0 w 47"/>
                  <a:gd name="T3" fmla="*/ 0 h 18"/>
                  <a:gd name="T4" fmla="*/ 0 w 47"/>
                  <a:gd name="T5" fmla="*/ 5 h 18"/>
                  <a:gd name="T6" fmla="*/ 1 w 47"/>
                  <a:gd name="T7" fmla="*/ 18 h 18"/>
                  <a:gd name="T8" fmla="*/ 47 w 47"/>
                  <a:gd name="T9" fmla="*/ 18 h 18"/>
                  <a:gd name="T10" fmla="*/ 42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2" y="0"/>
                    </a:moveTo>
                    <a:cubicBezTo>
                      <a:pt x="0" y="0"/>
                      <a:pt x="0" y="0"/>
                      <a:pt x="0" y="0"/>
                    </a:cubicBezTo>
                    <a:cubicBezTo>
                      <a:pt x="0" y="2"/>
                      <a:pt x="0" y="3"/>
                      <a:pt x="0" y="5"/>
                    </a:cubicBezTo>
                    <a:cubicBezTo>
                      <a:pt x="0" y="8"/>
                      <a:pt x="0" y="13"/>
                      <a:pt x="1" y="18"/>
                    </a:cubicBezTo>
                    <a:cubicBezTo>
                      <a:pt x="47" y="18"/>
                      <a:pt x="47" y="18"/>
                      <a:pt x="47" y="18"/>
                    </a:cubicBezTo>
                    <a:cubicBezTo>
                      <a:pt x="46" y="12"/>
                      <a:pt x="44" y="4"/>
                      <a:pt x="42"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4" name="Freeform 262"/>
              <p:cNvSpPr>
                <a:spLocks/>
              </p:cNvSpPr>
              <p:nvPr/>
            </p:nvSpPr>
            <p:spPr bwMode="auto">
              <a:xfrm>
                <a:off x="130" y="1261"/>
                <a:ext cx="90" cy="34"/>
              </a:xfrm>
              <a:custGeom>
                <a:avLst/>
                <a:gdLst>
                  <a:gd name="T0" fmla="*/ 43 w 47"/>
                  <a:gd name="T1" fmla="*/ 0 h 18"/>
                  <a:gd name="T2" fmla="*/ 0 w 47"/>
                  <a:gd name="T3" fmla="*/ 0 h 18"/>
                  <a:gd name="T4" fmla="*/ 0 w 47"/>
                  <a:gd name="T5" fmla="*/ 4 h 18"/>
                  <a:gd name="T6" fmla="*/ 1 w 47"/>
                  <a:gd name="T7" fmla="*/ 18 h 18"/>
                  <a:gd name="T8" fmla="*/ 47 w 47"/>
                  <a:gd name="T9" fmla="*/ 18 h 18"/>
                  <a:gd name="T10" fmla="*/ 43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3" y="0"/>
                    </a:moveTo>
                    <a:cubicBezTo>
                      <a:pt x="0" y="0"/>
                      <a:pt x="0" y="0"/>
                      <a:pt x="0" y="0"/>
                    </a:cubicBezTo>
                    <a:cubicBezTo>
                      <a:pt x="0" y="1"/>
                      <a:pt x="0" y="3"/>
                      <a:pt x="0" y="4"/>
                    </a:cubicBezTo>
                    <a:cubicBezTo>
                      <a:pt x="0" y="8"/>
                      <a:pt x="0" y="13"/>
                      <a:pt x="1" y="18"/>
                    </a:cubicBezTo>
                    <a:cubicBezTo>
                      <a:pt x="47" y="18"/>
                      <a:pt x="47" y="18"/>
                      <a:pt x="47" y="18"/>
                    </a:cubicBezTo>
                    <a:cubicBezTo>
                      <a:pt x="46" y="12"/>
                      <a:pt x="44" y="5"/>
                      <a:pt x="43"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5" name="Freeform 263"/>
              <p:cNvSpPr>
                <a:spLocks/>
              </p:cNvSpPr>
              <p:nvPr/>
            </p:nvSpPr>
            <p:spPr bwMode="auto">
              <a:xfrm>
                <a:off x="130" y="1263"/>
                <a:ext cx="90" cy="36"/>
              </a:xfrm>
              <a:custGeom>
                <a:avLst/>
                <a:gdLst>
                  <a:gd name="T0" fmla="*/ 43 w 47"/>
                  <a:gd name="T1" fmla="*/ 0 h 19"/>
                  <a:gd name="T2" fmla="*/ 0 w 47"/>
                  <a:gd name="T3" fmla="*/ 0 h 19"/>
                  <a:gd name="T4" fmla="*/ 0 w 47"/>
                  <a:gd name="T5" fmla="*/ 3 h 19"/>
                  <a:gd name="T6" fmla="*/ 1 w 47"/>
                  <a:gd name="T7" fmla="*/ 19 h 19"/>
                  <a:gd name="T8" fmla="*/ 47 w 47"/>
                  <a:gd name="T9" fmla="*/ 19 h 19"/>
                  <a:gd name="T10" fmla="*/ 43 w 47"/>
                  <a:gd name="T11" fmla="*/ 0 h 19"/>
                </a:gdLst>
                <a:ahLst/>
                <a:cxnLst>
                  <a:cxn ang="0">
                    <a:pos x="T0" y="T1"/>
                  </a:cxn>
                  <a:cxn ang="0">
                    <a:pos x="T2" y="T3"/>
                  </a:cxn>
                  <a:cxn ang="0">
                    <a:pos x="T4" y="T5"/>
                  </a:cxn>
                  <a:cxn ang="0">
                    <a:pos x="T6" y="T7"/>
                  </a:cxn>
                  <a:cxn ang="0">
                    <a:pos x="T8" y="T9"/>
                  </a:cxn>
                  <a:cxn ang="0">
                    <a:pos x="T10" y="T11"/>
                  </a:cxn>
                </a:cxnLst>
                <a:rect l="0" t="0" r="r" b="b"/>
                <a:pathLst>
                  <a:path w="47" h="19">
                    <a:moveTo>
                      <a:pt x="43" y="0"/>
                    </a:moveTo>
                    <a:cubicBezTo>
                      <a:pt x="0" y="0"/>
                      <a:pt x="0" y="0"/>
                      <a:pt x="0" y="0"/>
                    </a:cubicBezTo>
                    <a:cubicBezTo>
                      <a:pt x="0" y="1"/>
                      <a:pt x="0" y="2"/>
                      <a:pt x="0" y="3"/>
                    </a:cubicBezTo>
                    <a:cubicBezTo>
                      <a:pt x="0" y="7"/>
                      <a:pt x="0" y="13"/>
                      <a:pt x="1" y="19"/>
                    </a:cubicBezTo>
                    <a:cubicBezTo>
                      <a:pt x="47" y="19"/>
                      <a:pt x="47" y="19"/>
                      <a:pt x="47" y="19"/>
                    </a:cubicBezTo>
                    <a:cubicBezTo>
                      <a:pt x="46" y="13"/>
                      <a:pt x="45" y="5"/>
                      <a:pt x="43" y="0"/>
                    </a:cubicBezTo>
                    <a:close/>
                  </a:path>
                </a:pathLst>
              </a:custGeom>
              <a:solidFill>
                <a:srgbClr val="FD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6" name="Freeform 264"/>
              <p:cNvSpPr>
                <a:spLocks/>
              </p:cNvSpPr>
              <p:nvPr/>
            </p:nvSpPr>
            <p:spPr bwMode="auto">
              <a:xfrm>
                <a:off x="130" y="1267"/>
                <a:ext cx="90" cy="34"/>
              </a:xfrm>
              <a:custGeom>
                <a:avLst/>
                <a:gdLst>
                  <a:gd name="T0" fmla="*/ 44 w 47"/>
                  <a:gd name="T1" fmla="*/ 0 h 18"/>
                  <a:gd name="T2" fmla="*/ 0 w 47"/>
                  <a:gd name="T3" fmla="*/ 0 h 18"/>
                  <a:gd name="T4" fmla="*/ 0 w 47"/>
                  <a:gd name="T5" fmla="*/ 1 h 18"/>
                  <a:gd name="T6" fmla="*/ 2 w 47"/>
                  <a:gd name="T7" fmla="*/ 18 h 18"/>
                  <a:gd name="T8" fmla="*/ 47 w 47"/>
                  <a:gd name="T9" fmla="*/ 18 h 18"/>
                  <a:gd name="T10" fmla="*/ 44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4" y="0"/>
                    </a:moveTo>
                    <a:cubicBezTo>
                      <a:pt x="0" y="0"/>
                      <a:pt x="0" y="0"/>
                      <a:pt x="0" y="0"/>
                    </a:cubicBezTo>
                    <a:cubicBezTo>
                      <a:pt x="0" y="1"/>
                      <a:pt x="0" y="1"/>
                      <a:pt x="0" y="1"/>
                    </a:cubicBezTo>
                    <a:cubicBezTo>
                      <a:pt x="0" y="5"/>
                      <a:pt x="1" y="12"/>
                      <a:pt x="2" y="18"/>
                    </a:cubicBezTo>
                    <a:cubicBezTo>
                      <a:pt x="47" y="18"/>
                      <a:pt x="47" y="18"/>
                      <a:pt x="47" y="18"/>
                    </a:cubicBezTo>
                    <a:cubicBezTo>
                      <a:pt x="47" y="12"/>
                      <a:pt x="45" y="5"/>
                      <a:pt x="44"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7" name="Freeform 265"/>
              <p:cNvSpPr>
                <a:spLocks/>
              </p:cNvSpPr>
              <p:nvPr/>
            </p:nvSpPr>
            <p:spPr bwMode="auto">
              <a:xfrm>
                <a:off x="130" y="1269"/>
                <a:ext cx="90" cy="34"/>
              </a:xfrm>
              <a:custGeom>
                <a:avLst/>
                <a:gdLst>
                  <a:gd name="T0" fmla="*/ 44 w 47"/>
                  <a:gd name="T1" fmla="*/ 0 h 18"/>
                  <a:gd name="T2" fmla="*/ 0 w 47"/>
                  <a:gd name="T3" fmla="*/ 0 h 18"/>
                  <a:gd name="T4" fmla="*/ 2 w 47"/>
                  <a:gd name="T5" fmla="*/ 18 h 18"/>
                  <a:gd name="T6" fmla="*/ 47 w 47"/>
                  <a:gd name="T7" fmla="*/ 18 h 18"/>
                  <a:gd name="T8" fmla="*/ 44 w 47"/>
                  <a:gd name="T9" fmla="*/ 0 h 18"/>
                </a:gdLst>
                <a:ahLst/>
                <a:cxnLst>
                  <a:cxn ang="0">
                    <a:pos x="T0" y="T1"/>
                  </a:cxn>
                  <a:cxn ang="0">
                    <a:pos x="T2" y="T3"/>
                  </a:cxn>
                  <a:cxn ang="0">
                    <a:pos x="T4" y="T5"/>
                  </a:cxn>
                  <a:cxn ang="0">
                    <a:pos x="T6" y="T7"/>
                  </a:cxn>
                  <a:cxn ang="0">
                    <a:pos x="T8" y="T9"/>
                  </a:cxn>
                </a:cxnLst>
                <a:rect l="0" t="0" r="r" b="b"/>
                <a:pathLst>
                  <a:path w="47" h="18">
                    <a:moveTo>
                      <a:pt x="44" y="0"/>
                    </a:moveTo>
                    <a:cubicBezTo>
                      <a:pt x="0" y="0"/>
                      <a:pt x="0" y="0"/>
                      <a:pt x="0" y="0"/>
                    </a:cubicBezTo>
                    <a:cubicBezTo>
                      <a:pt x="0" y="5"/>
                      <a:pt x="1" y="12"/>
                      <a:pt x="2" y="18"/>
                    </a:cubicBezTo>
                    <a:cubicBezTo>
                      <a:pt x="47" y="18"/>
                      <a:pt x="47" y="18"/>
                      <a:pt x="47" y="18"/>
                    </a:cubicBezTo>
                    <a:cubicBezTo>
                      <a:pt x="47" y="13"/>
                      <a:pt x="45" y="6"/>
                      <a:pt x="4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8" name="Freeform 266"/>
              <p:cNvSpPr>
                <a:spLocks noEditPoints="1"/>
              </p:cNvSpPr>
              <p:nvPr/>
            </p:nvSpPr>
            <p:spPr bwMode="auto">
              <a:xfrm>
                <a:off x="1291" y="1160"/>
                <a:ext cx="170" cy="19"/>
              </a:xfrm>
              <a:custGeom>
                <a:avLst/>
                <a:gdLst>
                  <a:gd name="T0" fmla="*/ 0 w 89"/>
                  <a:gd name="T1" fmla="*/ 10 h 10"/>
                  <a:gd name="T2" fmla="*/ 2 w 89"/>
                  <a:gd name="T3" fmla="*/ 10 h 10"/>
                  <a:gd name="T4" fmla="*/ 2 w 89"/>
                  <a:gd name="T5" fmla="*/ 9 h 10"/>
                  <a:gd name="T6" fmla="*/ 0 w 89"/>
                  <a:gd name="T7" fmla="*/ 9 h 10"/>
                  <a:gd name="T8" fmla="*/ 0 w 89"/>
                  <a:gd name="T9" fmla="*/ 10 h 10"/>
                  <a:gd name="T10" fmla="*/ 16 w 89"/>
                  <a:gd name="T11" fmla="*/ 10 h 10"/>
                  <a:gd name="T12" fmla="*/ 35 w 89"/>
                  <a:gd name="T13" fmla="*/ 10 h 10"/>
                  <a:gd name="T14" fmla="*/ 28 w 89"/>
                  <a:gd name="T15" fmla="*/ 7 h 10"/>
                  <a:gd name="T16" fmla="*/ 16 w 89"/>
                  <a:gd name="T17" fmla="*/ 10 h 10"/>
                  <a:gd name="T18" fmla="*/ 52 w 89"/>
                  <a:gd name="T19" fmla="*/ 10 h 10"/>
                  <a:gd name="T20" fmla="*/ 54 w 89"/>
                  <a:gd name="T21" fmla="*/ 10 h 10"/>
                  <a:gd name="T22" fmla="*/ 55 w 89"/>
                  <a:gd name="T23" fmla="*/ 2 h 10"/>
                  <a:gd name="T24" fmla="*/ 52 w 89"/>
                  <a:gd name="T25" fmla="*/ 2 h 10"/>
                  <a:gd name="T26" fmla="*/ 52 w 89"/>
                  <a:gd name="T27" fmla="*/ 9 h 10"/>
                  <a:gd name="T28" fmla="*/ 52 w 89"/>
                  <a:gd name="T29" fmla="*/ 10 h 10"/>
                  <a:gd name="T30" fmla="*/ 65 w 89"/>
                  <a:gd name="T31" fmla="*/ 10 h 10"/>
                  <a:gd name="T32" fmla="*/ 89 w 89"/>
                  <a:gd name="T33" fmla="*/ 10 h 10"/>
                  <a:gd name="T34" fmla="*/ 77 w 89"/>
                  <a:gd name="T35" fmla="*/ 2 h 10"/>
                  <a:gd name="T36" fmla="*/ 65 w 89"/>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10">
                    <a:moveTo>
                      <a:pt x="0" y="10"/>
                    </a:moveTo>
                    <a:cubicBezTo>
                      <a:pt x="2" y="10"/>
                      <a:pt x="2" y="10"/>
                      <a:pt x="2" y="10"/>
                    </a:cubicBezTo>
                    <a:cubicBezTo>
                      <a:pt x="2" y="9"/>
                      <a:pt x="2" y="9"/>
                      <a:pt x="2" y="9"/>
                    </a:cubicBezTo>
                    <a:cubicBezTo>
                      <a:pt x="0" y="9"/>
                      <a:pt x="0" y="9"/>
                      <a:pt x="0" y="9"/>
                    </a:cubicBezTo>
                    <a:cubicBezTo>
                      <a:pt x="0" y="10"/>
                      <a:pt x="0" y="10"/>
                      <a:pt x="0" y="10"/>
                    </a:cubicBezTo>
                    <a:close/>
                    <a:moveTo>
                      <a:pt x="16" y="10"/>
                    </a:moveTo>
                    <a:cubicBezTo>
                      <a:pt x="35" y="10"/>
                      <a:pt x="35" y="10"/>
                      <a:pt x="35" y="10"/>
                    </a:cubicBezTo>
                    <a:cubicBezTo>
                      <a:pt x="34" y="9"/>
                      <a:pt x="31" y="7"/>
                      <a:pt x="28" y="7"/>
                    </a:cubicBezTo>
                    <a:cubicBezTo>
                      <a:pt x="21" y="5"/>
                      <a:pt x="18" y="7"/>
                      <a:pt x="16" y="10"/>
                    </a:cubicBezTo>
                    <a:close/>
                    <a:moveTo>
                      <a:pt x="52" y="10"/>
                    </a:moveTo>
                    <a:cubicBezTo>
                      <a:pt x="54" y="10"/>
                      <a:pt x="54" y="10"/>
                      <a:pt x="54" y="10"/>
                    </a:cubicBezTo>
                    <a:cubicBezTo>
                      <a:pt x="54" y="6"/>
                      <a:pt x="55" y="2"/>
                      <a:pt x="55" y="2"/>
                    </a:cubicBezTo>
                    <a:cubicBezTo>
                      <a:pt x="52" y="2"/>
                      <a:pt x="52" y="2"/>
                      <a:pt x="52" y="2"/>
                    </a:cubicBezTo>
                    <a:cubicBezTo>
                      <a:pt x="52" y="2"/>
                      <a:pt x="52" y="7"/>
                      <a:pt x="52" y="9"/>
                    </a:cubicBezTo>
                    <a:cubicBezTo>
                      <a:pt x="52" y="9"/>
                      <a:pt x="52" y="10"/>
                      <a:pt x="52" y="10"/>
                    </a:cubicBezTo>
                    <a:close/>
                    <a:moveTo>
                      <a:pt x="65" y="10"/>
                    </a:moveTo>
                    <a:cubicBezTo>
                      <a:pt x="89" y="10"/>
                      <a:pt x="89" y="10"/>
                      <a:pt x="89" y="10"/>
                    </a:cubicBezTo>
                    <a:cubicBezTo>
                      <a:pt x="89" y="8"/>
                      <a:pt x="84" y="4"/>
                      <a:pt x="77" y="2"/>
                    </a:cubicBezTo>
                    <a:cubicBezTo>
                      <a:pt x="68" y="0"/>
                      <a:pt x="68" y="6"/>
                      <a:pt x="65" y="10"/>
                    </a:cubicBezTo>
                    <a:close/>
                  </a:path>
                </a:pathLst>
              </a:custGeom>
              <a:solidFill>
                <a:srgbClr val="D2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9" name="Freeform 267"/>
              <p:cNvSpPr>
                <a:spLocks noEditPoints="1"/>
              </p:cNvSpPr>
              <p:nvPr/>
            </p:nvSpPr>
            <p:spPr bwMode="auto">
              <a:xfrm>
                <a:off x="1291" y="1160"/>
                <a:ext cx="174" cy="21"/>
              </a:xfrm>
              <a:custGeom>
                <a:avLst/>
                <a:gdLst>
                  <a:gd name="T0" fmla="*/ 0 w 91"/>
                  <a:gd name="T1" fmla="*/ 11 h 11"/>
                  <a:gd name="T2" fmla="*/ 2 w 91"/>
                  <a:gd name="T3" fmla="*/ 11 h 11"/>
                  <a:gd name="T4" fmla="*/ 2 w 91"/>
                  <a:gd name="T5" fmla="*/ 9 h 11"/>
                  <a:gd name="T6" fmla="*/ 0 w 91"/>
                  <a:gd name="T7" fmla="*/ 9 h 11"/>
                  <a:gd name="T8" fmla="*/ 0 w 91"/>
                  <a:gd name="T9" fmla="*/ 11 h 11"/>
                  <a:gd name="T10" fmla="*/ 15 w 91"/>
                  <a:gd name="T11" fmla="*/ 11 h 11"/>
                  <a:gd name="T12" fmla="*/ 36 w 91"/>
                  <a:gd name="T13" fmla="*/ 11 h 11"/>
                  <a:gd name="T14" fmla="*/ 28 w 91"/>
                  <a:gd name="T15" fmla="*/ 7 h 11"/>
                  <a:gd name="T16" fmla="*/ 15 w 91"/>
                  <a:gd name="T17" fmla="*/ 11 h 11"/>
                  <a:gd name="T18" fmla="*/ 15 w 91"/>
                  <a:gd name="T19" fmla="*/ 11 h 11"/>
                  <a:gd name="T20" fmla="*/ 52 w 91"/>
                  <a:gd name="T21" fmla="*/ 11 h 11"/>
                  <a:gd name="T22" fmla="*/ 54 w 91"/>
                  <a:gd name="T23" fmla="*/ 11 h 11"/>
                  <a:gd name="T24" fmla="*/ 54 w 91"/>
                  <a:gd name="T25" fmla="*/ 11 h 11"/>
                  <a:gd name="T26" fmla="*/ 55 w 91"/>
                  <a:gd name="T27" fmla="*/ 2 h 11"/>
                  <a:gd name="T28" fmla="*/ 52 w 91"/>
                  <a:gd name="T29" fmla="*/ 2 h 11"/>
                  <a:gd name="T30" fmla="*/ 52 w 91"/>
                  <a:gd name="T31" fmla="*/ 9 h 11"/>
                  <a:gd name="T32" fmla="*/ 52 w 91"/>
                  <a:gd name="T33" fmla="*/ 11 h 11"/>
                  <a:gd name="T34" fmla="*/ 64 w 91"/>
                  <a:gd name="T35" fmla="*/ 11 h 11"/>
                  <a:gd name="T36" fmla="*/ 89 w 91"/>
                  <a:gd name="T37" fmla="*/ 11 h 11"/>
                  <a:gd name="T38" fmla="*/ 77 w 91"/>
                  <a:gd name="T39" fmla="*/ 2 h 11"/>
                  <a:gd name="T40" fmla="*/ 65 w 91"/>
                  <a:gd name="T41" fmla="*/ 10 h 11"/>
                  <a:gd name="T42" fmla="*/ 64 w 91"/>
                  <a:gd name="T4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1" h="11">
                    <a:moveTo>
                      <a:pt x="0" y="11"/>
                    </a:moveTo>
                    <a:cubicBezTo>
                      <a:pt x="2" y="11"/>
                      <a:pt x="2" y="11"/>
                      <a:pt x="2" y="11"/>
                    </a:cubicBezTo>
                    <a:cubicBezTo>
                      <a:pt x="2" y="10"/>
                      <a:pt x="2" y="9"/>
                      <a:pt x="2" y="9"/>
                    </a:cubicBezTo>
                    <a:cubicBezTo>
                      <a:pt x="0" y="9"/>
                      <a:pt x="0" y="9"/>
                      <a:pt x="0" y="9"/>
                    </a:cubicBezTo>
                    <a:cubicBezTo>
                      <a:pt x="0" y="11"/>
                      <a:pt x="0" y="11"/>
                      <a:pt x="0" y="11"/>
                    </a:cubicBezTo>
                    <a:close/>
                    <a:moveTo>
                      <a:pt x="15" y="11"/>
                    </a:moveTo>
                    <a:cubicBezTo>
                      <a:pt x="36" y="11"/>
                      <a:pt x="36" y="11"/>
                      <a:pt x="36" y="11"/>
                    </a:cubicBezTo>
                    <a:cubicBezTo>
                      <a:pt x="35" y="10"/>
                      <a:pt x="32" y="8"/>
                      <a:pt x="28" y="7"/>
                    </a:cubicBezTo>
                    <a:cubicBezTo>
                      <a:pt x="21" y="4"/>
                      <a:pt x="17" y="8"/>
                      <a:pt x="15" y="11"/>
                    </a:cubicBezTo>
                    <a:cubicBezTo>
                      <a:pt x="15" y="11"/>
                      <a:pt x="15" y="11"/>
                      <a:pt x="15" y="11"/>
                    </a:cubicBezTo>
                    <a:close/>
                    <a:moveTo>
                      <a:pt x="52" y="11"/>
                    </a:moveTo>
                    <a:cubicBezTo>
                      <a:pt x="54" y="11"/>
                      <a:pt x="54" y="11"/>
                      <a:pt x="54" y="11"/>
                    </a:cubicBezTo>
                    <a:cubicBezTo>
                      <a:pt x="54" y="11"/>
                      <a:pt x="54" y="11"/>
                      <a:pt x="54" y="11"/>
                    </a:cubicBezTo>
                    <a:cubicBezTo>
                      <a:pt x="54" y="7"/>
                      <a:pt x="55" y="2"/>
                      <a:pt x="55" y="2"/>
                    </a:cubicBezTo>
                    <a:cubicBezTo>
                      <a:pt x="52" y="2"/>
                      <a:pt x="52" y="2"/>
                      <a:pt x="52" y="2"/>
                    </a:cubicBezTo>
                    <a:cubicBezTo>
                      <a:pt x="52" y="2"/>
                      <a:pt x="52" y="7"/>
                      <a:pt x="52" y="9"/>
                    </a:cubicBezTo>
                    <a:cubicBezTo>
                      <a:pt x="52" y="10"/>
                      <a:pt x="52" y="10"/>
                      <a:pt x="52" y="11"/>
                    </a:cubicBezTo>
                    <a:close/>
                    <a:moveTo>
                      <a:pt x="64" y="11"/>
                    </a:moveTo>
                    <a:cubicBezTo>
                      <a:pt x="89" y="11"/>
                      <a:pt x="89" y="11"/>
                      <a:pt x="89" y="11"/>
                    </a:cubicBezTo>
                    <a:cubicBezTo>
                      <a:pt x="91" y="9"/>
                      <a:pt x="85" y="4"/>
                      <a:pt x="77" y="2"/>
                    </a:cubicBezTo>
                    <a:cubicBezTo>
                      <a:pt x="68" y="0"/>
                      <a:pt x="68" y="6"/>
                      <a:pt x="65" y="10"/>
                    </a:cubicBezTo>
                    <a:cubicBezTo>
                      <a:pt x="65" y="10"/>
                      <a:pt x="64" y="11"/>
                      <a:pt x="64" y="11"/>
                    </a:cubicBezTo>
                    <a:close/>
                  </a:path>
                </a:pathLst>
              </a:custGeom>
              <a:solidFill>
                <a:srgbClr val="D3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0" name="Freeform 268"/>
              <p:cNvSpPr>
                <a:spLocks noEditPoints="1"/>
              </p:cNvSpPr>
              <p:nvPr/>
            </p:nvSpPr>
            <p:spPr bwMode="auto">
              <a:xfrm>
                <a:off x="1291" y="1160"/>
                <a:ext cx="174" cy="24"/>
              </a:xfrm>
              <a:custGeom>
                <a:avLst/>
                <a:gdLst>
                  <a:gd name="T0" fmla="*/ 0 w 91"/>
                  <a:gd name="T1" fmla="*/ 13 h 13"/>
                  <a:gd name="T2" fmla="*/ 2 w 91"/>
                  <a:gd name="T3" fmla="*/ 13 h 13"/>
                  <a:gd name="T4" fmla="*/ 2 w 91"/>
                  <a:gd name="T5" fmla="*/ 9 h 13"/>
                  <a:gd name="T6" fmla="*/ 0 w 91"/>
                  <a:gd name="T7" fmla="*/ 9 h 13"/>
                  <a:gd name="T8" fmla="*/ 0 w 91"/>
                  <a:gd name="T9" fmla="*/ 13 h 13"/>
                  <a:gd name="T10" fmla="*/ 14 w 91"/>
                  <a:gd name="T11" fmla="*/ 13 h 13"/>
                  <a:gd name="T12" fmla="*/ 36 w 91"/>
                  <a:gd name="T13" fmla="*/ 13 h 13"/>
                  <a:gd name="T14" fmla="*/ 28 w 91"/>
                  <a:gd name="T15" fmla="*/ 7 h 13"/>
                  <a:gd name="T16" fmla="*/ 15 w 91"/>
                  <a:gd name="T17" fmla="*/ 11 h 13"/>
                  <a:gd name="T18" fmla="*/ 14 w 91"/>
                  <a:gd name="T19" fmla="*/ 13 h 13"/>
                  <a:gd name="T20" fmla="*/ 51 w 91"/>
                  <a:gd name="T21" fmla="*/ 13 h 13"/>
                  <a:gd name="T22" fmla="*/ 54 w 91"/>
                  <a:gd name="T23" fmla="*/ 13 h 13"/>
                  <a:gd name="T24" fmla="*/ 54 w 91"/>
                  <a:gd name="T25" fmla="*/ 11 h 13"/>
                  <a:gd name="T26" fmla="*/ 55 w 91"/>
                  <a:gd name="T27" fmla="*/ 2 h 13"/>
                  <a:gd name="T28" fmla="*/ 52 w 91"/>
                  <a:gd name="T29" fmla="*/ 2 h 13"/>
                  <a:gd name="T30" fmla="*/ 52 w 91"/>
                  <a:gd name="T31" fmla="*/ 9 h 13"/>
                  <a:gd name="T32" fmla="*/ 51 w 91"/>
                  <a:gd name="T33" fmla="*/ 13 h 13"/>
                  <a:gd name="T34" fmla="*/ 63 w 91"/>
                  <a:gd name="T35" fmla="*/ 13 h 13"/>
                  <a:gd name="T36" fmla="*/ 87 w 91"/>
                  <a:gd name="T37" fmla="*/ 13 h 13"/>
                  <a:gd name="T38" fmla="*/ 89 w 91"/>
                  <a:gd name="T39" fmla="*/ 12 h 13"/>
                  <a:gd name="T40" fmla="*/ 77 w 91"/>
                  <a:gd name="T41" fmla="*/ 2 h 13"/>
                  <a:gd name="T42" fmla="*/ 65 w 91"/>
                  <a:gd name="T43" fmla="*/ 10 h 13"/>
                  <a:gd name="T44" fmla="*/ 63 w 91"/>
                  <a:gd name="T4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1" h="13">
                    <a:moveTo>
                      <a:pt x="0" y="13"/>
                    </a:moveTo>
                    <a:cubicBezTo>
                      <a:pt x="2" y="13"/>
                      <a:pt x="2" y="13"/>
                      <a:pt x="2" y="13"/>
                    </a:cubicBezTo>
                    <a:cubicBezTo>
                      <a:pt x="2" y="10"/>
                      <a:pt x="2" y="9"/>
                      <a:pt x="2" y="9"/>
                    </a:cubicBezTo>
                    <a:cubicBezTo>
                      <a:pt x="0" y="9"/>
                      <a:pt x="0" y="9"/>
                      <a:pt x="0" y="9"/>
                    </a:cubicBezTo>
                    <a:cubicBezTo>
                      <a:pt x="0" y="13"/>
                      <a:pt x="0" y="13"/>
                      <a:pt x="0" y="13"/>
                    </a:cubicBezTo>
                    <a:close/>
                    <a:moveTo>
                      <a:pt x="14" y="13"/>
                    </a:moveTo>
                    <a:cubicBezTo>
                      <a:pt x="36" y="13"/>
                      <a:pt x="36" y="13"/>
                      <a:pt x="36" y="13"/>
                    </a:cubicBezTo>
                    <a:cubicBezTo>
                      <a:pt x="36" y="11"/>
                      <a:pt x="33" y="8"/>
                      <a:pt x="28" y="7"/>
                    </a:cubicBezTo>
                    <a:cubicBezTo>
                      <a:pt x="21" y="4"/>
                      <a:pt x="17" y="8"/>
                      <a:pt x="15" y="11"/>
                    </a:cubicBezTo>
                    <a:cubicBezTo>
                      <a:pt x="14" y="13"/>
                      <a:pt x="14" y="13"/>
                      <a:pt x="14" y="13"/>
                    </a:cubicBezTo>
                    <a:close/>
                    <a:moveTo>
                      <a:pt x="51" y="13"/>
                    </a:moveTo>
                    <a:cubicBezTo>
                      <a:pt x="54" y="13"/>
                      <a:pt x="54" y="13"/>
                      <a:pt x="54" y="13"/>
                    </a:cubicBezTo>
                    <a:cubicBezTo>
                      <a:pt x="54" y="12"/>
                      <a:pt x="54" y="12"/>
                      <a:pt x="54" y="11"/>
                    </a:cubicBezTo>
                    <a:cubicBezTo>
                      <a:pt x="54" y="7"/>
                      <a:pt x="55" y="2"/>
                      <a:pt x="55" y="2"/>
                    </a:cubicBezTo>
                    <a:cubicBezTo>
                      <a:pt x="52" y="2"/>
                      <a:pt x="52" y="2"/>
                      <a:pt x="52" y="2"/>
                    </a:cubicBezTo>
                    <a:cubicBezTo>
                      <a:pt x="52" y="2"/>
                      <a:pt x="52" y="7"/>
                      <a:pt x="52" y="9"/>
                    </a:cubicBezTo>
                    <a:cubicBezTo>
                      <a:pt x="52" y="10"/>
                      <a:pt x="52" y="11"/>
                      <a:pt x="51" y="13"/>
                    </a:cubicBezTo>
                    <a:close/>
                    <a:moveTo>
                      <a:pt x="63" y="13"/>
                    </a:moveTo>
                    <a:cubicBezTo>
                      <a:pt x="87" y="13"/>
                      <a:pt x="87" y="13"/>
                      <a:pt x="87" y="13"/>
                    </a:cubicBezTo>
                    <a:cubicBezTo>
                      <a:pt x="88" y="12"/>
                      <a:pt x="89" y="12"/>
                      <a:pt x="89" y="12"/>
                    </a:cubicBezTo>
                    <a:cubicBezTo>
                      <a:pt x="91" y="9"/>
                      <a:pt x="85" y="4"/>
                      <a:pt x="77" y="2"/>
                    </a:cubicBezTo>
                    <a:cubicBezTo>
                      <a:pt x="68" y="0"/>
                      <a:pt x="68" y="6"/>
                      <a:pt x="65" y="10"/>
                    </a:cubicBezTo>
                    <a:cubicBezTo>
                      <a:pt x="65" y="11"/>
                      <a:pt x="64" y="12"/>
                      <a:pt x="63" y="13"/>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1" name="Freeform 269"/>
              <p:cNvSpPr>
                <a:spLocks noEditPoints="1"/>
              </p:cNvSpPr>
              <p:nvPr/>
            </p:nvSpPr>
            <p:spPr bwMode="auto">
              <a:xfrm>
                <a:off x="1291" y="1160"/>
                <a:ext cx="174" cy="26"/>
              </a:xfrm>
              <a:custGeom>
                <a:avLst/>
                <a:gdLst>
                  <a:gd name="T0" fmla="*/ 0 w 91"/>
                  <a:gd name="T1" fmla="*/ 14 h 14"/>
                  <a:gd name="T2" fmla="*/ 2 w 91"/>
                  <a:gd name="T3" fmla="*/ 14 h 14"/>
                  <a:gd name="T4" fmla="*/ 2 w 91"/>
                  <a:gd name="T5" fmla="*/ 9 h 14"/>
                  <a:gd name="T6" fmla="*/ 0 w 91"/>
                  <a:gd name="T7" fmla="*/ 9 h 14"/>
                  <a:gd name="T8" fmla="*/ 0 w 91"/>
                  <a:gd name="T9" fmla="*/ 14 h 14"/>
                  <a:gd name="T10" fmla="*/ 13 w 91"/>
                  <a:gd name="T11" fmla="*/ 14 h 14"/>
                  <a:gd name="T12" fmla="*/ 36 w 91"/>
                  <a:gd name="T13" fmla="*/ 14 h 14"/>
                  <a:gd name="T14" fmla="*/ 28 w 91"/>
                  <a:gd name="T15" fmla="*/ 7 h 14"/>
                  <a:gd name="T16" fmla="*/ 15 w 91"/>
                  <a:gd name="T17" fmla="*/ 11 h 14"/>
                  <a:gd name="T18" fmla="*/ 13 w 91"/>
                  <a:gd name="T19" fmla="*/ 14 h 14"/>
                  <a:gd name="T20" fmla="*/ 51 w 91"/>
                  <a:gd name="T21" fmla="*/ 14 h 14"/>
                  <a:gd name="T22" fmla="*/ 54 w 91"/>
                  <a:gd name="T23" fmla="*/ 14 h 14"/>
                  <a:gd name="T24" fmla="*/ 54 w 91"/>
                  <a:gd name="T25" fmla="*/ 11 h 14"/>
                  <a:gd name="T26" fmla="*/ 55 w 91"/>
                  <a:gd name="T27" fmla="*/ 2 h 14"/>
                  <a:gd name="T28" fmla="*/ 52 w 91"/>
                  <a:gd name="T29" fmla="*/ 2 h 14"/>
                  <a:gd name="T30" fmla="*/ 52 w 91"/>
                  <a:gd name="T31" fmla="*/ 9 h 14"/>
                  <a:gd name="T32" fmla="*/ 51 w 91"/>
                  <a:gd name="T33" fmla="*/ 14 h 14"/>
                  <a:gd name="T34" fmla="*/ 62 w 91"/>
                  <a:gd name="T35" fmla="*/ 14 h 14"/>
                  <a:gd name="T36" fmla="*/ 79 w 91"/>
                  <a:gd name="T37" fmla="*/ 14 h 14"/>
                  <a:gd name="T38" fmla="*/ 80 w 91"/>
                  <a:gd name="T39" fmla="*/ 13 h 14"/>
                  <a:gd name="T40" fmla="*/ 89 w 91"/>
                  <a:gd name="T41" fmla="*/ 12 h 14"/>
                  <a:gd name="T42" fmla="*/ 77 w 91"/>
                  <a:gd name="T43" fmla="*/ 2 h 14"/>
                  <a:gd name="T44" fmla="*/ 65 w 91"/>
                  <a:gd name="T45" fmla="*/ 10 h 14"/>
                  <a:gd name="T46" fmla="*/ 62 w 91"/>
                  <a:gd name="T4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1" h="14">
                    <a:moveTo>
                      <a:pt x="0" y="14"/>
                    </a:moveTo>
                    <a:cubicBezTo>
                      <a:pt x="2" y="14"/>
                      <a:pt x="2" y="14"/>
                      <a:pt x="2" y="14"/>
                    </a:cubicBezTo>
                    <a:cubicBezTo>
                      <a:pt x="2" y="11"/>
                      <a:pt x="2" y="9"/>
                      <a:pt x="2" y="9"/>
                    </a:cubicBezTo>
                    <a:cubicBezTo>
                      <a:pt x="0" y="9"/>
                      <a:pt x="0" y="9"/>
                      <a:pt x="0" y="9"/>
                    </a:cubicBezTo>
                    <a:cubicBezTo>
                      <a:pt x="0" y="14"/>
                      <a:pt x="0" y="14"/>
                      <a:pt x="0" y="14"/>
                    </a:cubicBezTo>
                    <a:close/>
                    <a:moveTo>
                      <a:pt x="13" y="14"/>
                    </a:moveTo>
                    <a:cubicBezTo>
                      <a:pt x="36" y="14"/>
                      <a:pt x="36" y="14"/>
                      <a:pt x="36" y="14"/>
                    </a:cubicBezTo>
                    <a:cubicBezTo>
                      <a:pt x="37" y="12"/>
                      <a:pt x="35" y="8"/>
                      <a:pt x="28" y="7"/>
                    </a:cubicBezTo>
                    <a:cubicBezTo>
                      <a:pt x="21" y="4"/>
                      <a:pt x="17" y="8"/>
                      <a:pt x="15" y="11"/>
                    </a:cubicBezTo>
                    <a:cubicBezTo>
                      <a:pt x="15" y="12"/>
                      <a:pt x="14" y="13"/>
                      <a:pt x="13" y="14"/>
                    </a:cubicBezTo>
                    <a:close/>
                    <a:moveTo>
                      <a:pt x="51" y="14"/>
                    </a:moveTo>
                    <a:cubicBezTo>
                      <a:pt x="54" y="14"/>
                      <a:pt x="54" y="14"/>
                      <a:pt x="54" y="14"/>
                    </a:cubicBezTo>
                    <a:cubicBezTo>
                      <a:pt x="54" y="13"/>
                      <a:pt x="54" y="12"/>
                      <a:pt x="54" y="11"/>
                    </a:cubicBezTo>
                    <a:cubicBezTo>
                      <a:pt x="54" y="7"/>
                      <a:pt x="55" y="2"/>
                      <a:pt x="55" y="2"/>
                    </a:cubicBezTo>
                    <a:cubicBezTo>
                      <a:pt x="52" y="2"/>
                      <a:pt x="52" y="2"/>
                      <a:pt x="52" y="2"/>
                    </a:cubicBezTo>
                    <a:cubicBezTo>
                      <a:pt x="52" y="2"/>
                      <a:pt x="52" y="7"/>
                      <a:pt x="52" y="9"/>
                    </a:cubicBezTo>
                    <a:cubicBezTo>
                      <a:pt x="52" y="10"/>
                      <a:pt x="52" y="12"/>
                      <a:pt x="51" y="14"/>
                    </a:cubicBezTo>
                    <a:close/>
                    <a:moveTo>
                      <a:pt x="62" y="14"/>
                    </a:moveTo>
                    <a:cubicBezTo>
                      <a:pt x="79" y="14"/>
                      <a:pt x="79" y="14"/>
                      <a:pt x="79" y="14"/>
                    </a:cubicBezTo>
                    <a:cubicBezTo>
                      <a:pt x="80" y="14"/>
                      <a:pt x="80" y="14"/>
                      <a:pt x="80" y="13"/>
                    </a:cubicBezTo>
                    <a:cubicBezTo>
                      <a:pt x="83" y="12"/>
                      <a:pt x="87" y="14"/>
                      <a:pt x="89" y="12"/>
                    </a:cubicBezTo>
                    <a:cubicBezTo>
                      <a:pt x="91" y="9"/>
                      <a:pt x="85" y="4"/>
                      <a:pt x="77" y="2"/>
                    </a:cubicBezTo>
                    <a:cubicBezTo>
                      <a:pt x="68" y="0"/>
                      <a:pt x="68" y="6"/>
                      <a:pt x="65" y="10"/>
                    </a:cubicBezTo>
                    <a:cubicBezTo>
                      <a:pt x="64" y="11"/>
                      <a:pt x="63" y="13"/>
                      <a:pt x="62" y="14"/>
                    </a:cubicBezTo>
                    <a:close/>
                  </a:path>
                </a:pathLst>
              </a:custGeom>
              <a:solidFill>
                <a:srgbClr val="D4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2" name="Freeform 270"/>
              <p:cNvSpPr>
                <a:spLocks noEditPoints="1"/>
              </p:cNvSpPr>
              <p:nvPr/>
            </p:nvSpPr>
            <p:spPr bwMode="auto">
              <a:xfrm>
                <a:off x="1291" y="1160"/>
                <a:ext cx="174" cy="28"/>
              </a:xfrm>
              <a:custGeom>
                <a:avLst/>
                <a:gdLst>
                  <a:gd name="T0" fmla="*/ 0 w 91"/>
                  <a:gd name="T1" fmla="*/ 15 h 15"/>
                  <a:gd name="T2" fmla="*/ 2 w 91"/>
                  <a:gd name="T3" fmla="*/ 15 h 15"/>
                  <a:gd name="T4" fmla="*/ 2 w 91"/>
                  <a:gd name="T5" fmla="*/ 9 h 15"/>
                  <a:gd name="T6" fmla="*/ 0 w 91"/>
                  <a:gd name="T7" fmla="*/ 9 h 15"/>
                  <a:gd name="T8" fmla="*/ 0 w 91"/>
                  <a:gd name="T9" fmla="*/ 15 h 15"/>
                  <a:gd name="T10" fmla="*/ 13 w 91"/>
                  <a:gd name="T11" fmla="*/ 15 h 15"/>
                  <a:gd name="T12" fmla="*/ 33 w 91"/>
                  <a:gd name="T13" fmla="*/ 15 h 15"/>
                  <a:gd name="T14" fmla="*/ 34 w 91"/>
                  <a:gd name="T15" fmla="*/ 15 h 15"/>
                  <a:gd name="T16" fmla="*/ 28 w 91"/>
                  <a:gd name="T17" fmla="*/ 7 h 15"/>
                  <a:gd name="T18" fmla="*/ 15 w 91"/>
                  <a:gd name="T19" fmla="*/ 11 h 15"/>
                  <a:gd name="T20" fmla="*/ 13 w 91"/>
                  <a:gd name="T21" fmla="*/ 15 h 15"/>
                  <a:gd name="T22" fmla="*/ 51 w 91"/>
                  <a:gd name="T23" fmla="*/ 15 h 15"/>
                  <a:gd name="T24" fmla="*/ 54 w 91"/>
                  <a:gd name="T25" fmla="*/ 15 h 15"/>
                  <a:gd name="T26" fmla="*/ 54 w 91"/>
                  <a:gd name="T27" fmla="*/ 11 h 15"/>
                  <a:gd name="T28" fmla="*/ 55 w 91"/>
                  <a:gd name="T29" fmla="*/ 2 h 15"/>
                  <a:gd name="T30" fmla="*/ 52 w 91"/>
                  <a:gd name="T31" fmla="*/ 2 h 15"/>
                  <a:gd name="T32" fmla="*/ 52 w 91"/>
                  <a:gd name="T33" fmla="*/ 9 h 15"/>
                  <a:gd name="T34" fmla="*/ 51 w 91"/>
                  <a:gd name="T35" fmla="*/ 15 h 15"/>
                  <a:gd name="T36" fmla="*/ 61 w 91"/>
                  <a:gd name="T37" fmla="*/ 15 h 15"/>
                  <a:gd name="T38" fmla="*/ 78 w 91"/>
                  <a:gd name="T39" fmla="*/ 15 h 15"/>
                  <a:gd name="T40" fmla="*/ 80 w 91"/>
                  <a:gd name="T41" fmla="*/ 13 h 15"/>
                  <a:gd name="T42" fmla="*/ 89 w 91"/>
                  <a:gd name="T43" fmla="*/ 12 h 15"/>
                  <a:gd name="T44" fmla="*/ 77 w 91"/>
                  <a:gd name="T45" fmla="*/ 2 h 15"/>
                  <a:gd name="T46" fmla="*/ 65 w 91"/>
                  <a:gd name="T47" fmla="*/ 10 h 15"/>
                  <a:gd name="T48" fmla="*/ 61 w 91"/>
                  <a:gd name="T4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1" h="15">
                    <a:moveTo>
                      <a:pt x="0" y="15"/>
                    </a:moveTo>
                    <a:cubicBezTo>
                      <a:pt x="2" y="15"/>
                      <a:pt x="2" y="15"/>
                      <a:pt x="2" y="15"/>
                    </a:cubicBezTo>
                    <a:cubicBezTo>
                      <a:pt x="2" y="12"/>
                      <a:pt x="2" y="9"/>
                      <a:pt x="2" y="9"/>
                    </a:cubicBezTo>
                    <a:cubicBezTo>
                      <a:pt x="0" y="9"/>
                      <a:pt x="0" y="9"/>
                      <a:pt x="0" y="9"/>
                    </a:cubicBezTo>
                    <a:cubicBezTo>
                      <a:pt x="0" y="15"/>
                      <a:pt x="0" y="15"/>
                      <a:pt x="0" y="15"/>
                    </a:cubicBezTo>
                    <a:close/>
                    <a:moveTo>
                      <a:pt x="13" y="15"/>
                    </a:moveTo>
                    <a:cubicBezTo>
                      <a:pt x="33" y="15"/>
                      <a:pt x="33" y="15"/>
                      <a:pt x="33" y="15"/>
                    </a:cubicBezTo>
                    <a:cubicBezTo>
                      <a:pt x="33" y="15"/>
                      <a:pt x="34" y="15"/>
                      <a:pt x="34" y="15"/>
                    </a:cubicBezTo>
                    <a:cubicBezTo>
                      <a:pt x="38" y="14"/>
                      <a:pt x="36" y="9"/>
                      <a:pt x="28" y="7"/>
                    </a:cubicBezTo>
                    <a:cubicBezTo>
                      <a:pt x="21" y="4"/>
                      <a:pt x="17" y="8"/>
                      <a:pt x="15" y="11"/>
                    </a:cubicBezTo>
                    <a:cubicBezTo>
                      <a:pt x="14" y="12"/>
                      <a:pt x="14" y="14"/>
                      <a:pt x="13" y="15"/>
                    </a:cubicBezTo>
                    <a:close/>
                    <a:moveTo>
                      <a:pt x="51" y="15"/>
                    </a:moveTo>
                    <a:cubicBezTo>
                      <a:pt x="54" y="15"/>
                      <a:pt x="54" y="15"/>
                      <a:pt x="54" y="15"/>
                    </a:cubicBezTo>
                    <a:cubicBezTo>
                      <a:pt x="54" y="14"/>
                      <a:pt x="54" y="13"/>
                      <a:pt x="54" y="11"/>
                    </a:cubicBezTo>
                    <a:cubicBezTo>
                      <a:pt x="54" y="7"/>
                      <a:pt x="55" y="2"/>
                      <a:pt x="55" y="2"/>
                    </a:cubicBezTo>
                    <a:cubicBezTo>
                      <a:pt x="52" y="2"/>
                      <a:pt x="52" y="2"/>
                      <a:pt x="52" y="2"/>
                    </a:cubicBezTo>
                    <a:cubicBezTo>
                      <a:pt x="52" y="2"/>
                      <a:pt x="52" y="7"/>
                      <a:pt x="52" y="9"/>
                    </a:cubicBezTo>
                    <a:cubicBezTo>
                      <a:pt x="52" y="10"/>
                      <a:pt x="52" y="13"/>
                      <a:pt x="51" y="15"/>
                    </a:cubicBezTo>
                    <a:close/>
                    <a:moveTo>
                      <a:pt x="61" y="15"/>
                    </a:moveTo>
                    <a:cubicBezTo>
                      <a:pt x="78" y="15"/>
                      <a:pt x="78" y="15"/>
                      <a:pt x="78" y="15"/>
                    </a:cubicBezTo>
                    <a:cubicBezTo>
                      <a:pt x="79" y="14"/>
                      <a:pt x="79" y="14"/>
                      <a:pt x="80" y="13"/>
                    </a:cubicBezTo>
                    <a:cubicBezTo>
                      <a:pt x="83" y="12"/>
                      <a:pt x="87" y="14"/>
                      <a:pt x="89" y="12"/>
                    </a:cubicBezTo>
                    <a:cubicBezTo>
                      <a:pt x="91" y="9"/>
                      <a:pt x="85" y="4"/>
                      <a:pt x="77" y="2"/>
                    </a:cubicBezTo>
                    <a:cubicBezTo>
                      <a:pt x="68" y="0"/>
                      <a:pt x="68" y="6"/>
                      <a:pt x="65" y="10"/>
                    </a:cubicBezTo>
                    <a:cubicBezTo>
                      <a:pt x="64" y="12"/>
                      <a:pt x="62" y="14"/>
                      <a:pt x="61" y="15"/>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3" name="Freeform 271"/>
              <p:cNvSpPr>
                <a:spLocks noEditPoints="1"/>
              </p:cNvSpPr>
              <p:nvPr/>
            </p:nvSpPr>
            <p:spPr bwMode="auto">
              <a:xfrm>
                <a:off x="1291" y="1160"/>
                <a:ext cx="174" cy="32"/>
              </a:xfrm>
              <a:custGeom>
                <a:avLst/>
                <a:gdLst>
                  <a:gd name="T0" fmla="*/ 0 w 91"/>
                  <a:gd name="T1" fmla="*/ 17 h 17"/>
                  <a:gd name="T2" fmla="*/ 2 w 91"/>
                  <a:gd name="T3" fmla="*/ 17 h 17"/>
                  <a:gd name="T4" fmla="*/ 2 w 91"/>
                  <a:gd name="T5" fmla="*/ 16 h 17"/>
                  <a:gd name="T6" fmla="*/ 2 w 91"/>
                  <a:gd name="T7" fmla="*/ 9 h 17"/>
                  <a:gd name="T8" fmla="*/ 0 w 91"/>
                  <a:gd name="T9" fmla="*/ 9 h 17"/>
                  <a:gd name="T10" fmla="*/ 0 w 91"/>
                  <a:gd name="T11" fmla="*/ 17 h 17"/>
                  <a:gd name="T12" fmla="*/ 12 w 91"/>
                  <a:gd name="T13" fmla="*/ 17 h 17"/>
                  <a:gd name="T14" fmla="*/ 26 w 91"/>
                  <a:gd name="T15" fmla="*/ 17 h 17"/>
                  <a:gd name="T16" fmla="*/ 34 w 91"/>
                  <a:gd name="T17" fmla="*/ 15 h 17"/>
                  <a:gd name="T18" fmla="*/ 28 w 91"/>
                  <a:gd name="T19" fmla="*/ 7 h 17"/>
                  <a:gd name="T20" fmla="*/ 15 w 91"/>
                  <a:gd name="T21" fmla="*/ 11 h 17"/>
                  <a:gd name="T22" fmla="*/ 12 w 91"/>
                  <a:gd name="T23" fmla="*/ 17 h 17"/>
                  <a:gd name="T24" fmla="*/ 51 w 91"/>
                  <a:gd name="T25" fmla="*/ 17 h 17"/>
                  <a:gd name="T26" fmla="*/ 54 w 91"/>
                  <a:gd name="T27" fmla="*/ 17 h 17"/>
                  <a:gd name="T28" fmla="*/ 54 w 91"/>
                  <a:gd name="T29" fmla="*/ 11 h 17"/>
                  <a:gd name="T30" fmla="*/ 55 w 91"/>
                  <a:gd name="T31" fmla="*/ 2 h 17"/>
                  <a:gd name="T32" fmla="*/ 52 w 91"/>
                  <a:gd name="T33" fmla="*/ 2 h 17"/>
                  <a:gd name="T34" fmla="*/ 52 w 91"/>
                  <a:gd name="T35" fmla="*/ 9 h 17"/>
                  <a:gd name="T36" fmla="*/ 51 w 91"/>
                  <a:gd name="T37" fmla="*/ 17 h 17"/>
                  <a:gd name="T38" fmla="*/ 59 w 91"/>
                  <a:gd name="T39" fmla="*/ 17 h 17"/>
                  <a:gd name="T40" fmla="*/ 78 w 91"/>
                  <a:gd name="T41" fmla="*/ 17 h 17"/>
                  <a:gd name="T42" fmla="*/ 80 w 91"/>
                  <a:gd name="T43" fmla="*/ 13 h 17"/>
                  <a:gd name="T44" fmla="*/ 89 w 91"/>
                  <a:gd name="T45" fmla="*/ 12 h 17"/>
                  <a:gd name="T46" fmla="*/ 77 w 91"/>
                  <a:gd name="T47" fmla="*/ 2 h 17"/>
                  <a:gd name="T48" fmla="*/ 65 w 91"/>
                  <a:gd name="T49" fmla="*/ 10 h 17"/>
                  <a:gd name="T50" fmla="*/ 59 w 91"/>
                  <a:gd name="T5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1" h="17">
                    <a:moveTo>
                      <a:pt x="0" y="17"/>
                    </a:moveTo>
                    <a:cubicBezTo>
                      <a:pt x="2" y="17"/>
                      <a:pt x="2" y="17"/>
                      <a:pt x="2" y="17"/>
                    </a:cubicBezTo>
                    <a:cubicBezTo>
                      <a:pt x="2" y="16"/>
                      <a:pt x="2" y="16"/>
                      <a:pt x="2" y="16"/>
                    </a:cubicBezTo>
                    <a:cubicBezTo>
                      <a:pt x="2" y="12"/>
                      <a:pt x="2" y="9"/>
                      <a:pt x="2" y="9"/>
                    </a:cubicBezTo>
                    <a:cubicBezTo>
                      <a:pt x="0" y="9"/>
                      <a:pt x="0" y="9"/>
                      <a:pt x="0" y="9"/>
                    </a:cubicBezTo>
                    <a:cubicBezTo>
                      <a:pt x="0" y="17"/>
                      <a:pt x="0" y="17"/>
                      <a:pt x="0" y="17"/>
                    </a:cubicBezTo>
                    <a:close/>
                    <a:moveTo>
                      <a:pt x="12" y="17"/>
                    </a:moveTo>
                    <a:cubicBezTo>
                      <a:pt x="26" y="17"/>
                      <a:pt x="26" y="17"/>
                      <a:pt x="26" y="17"/>
                    </a:cubicBezTo>
                    <a:cubicBezTo>
                      <a:pt x="27" y="15"/>
                      <a:pt x="31" y="16"/>
                      <a:pt x="34" y="15"/>
                    </a:cubicBezTo>
                    <a:cubicBezTo>
                      <a:pt x="38" y="14"/>
                      <a:pt x="36" y="9"/>
                      <a:pt x="28" y="7"/>
                    </a:cubicBezTo>
                    <a:cubicBezTo>
                      <a:pt x="21" y="4"/>
                      <a:pt x="17" y="8"/>
                      <a:pt x="15" y="11"/>
                    </a:cubicBezTo>
                    <a:cubicBezTo>
                      <a:pt x="14" y="13"/>
                      <a:pt x="13" y="15"/>
                      <a:pt x="12" y="17"/>
                    </a:cubicBezTo>
                    <a:close/>
                    <a:moveTo>
                      <a:pt x="51" y="17"/>
                    </a:moveTo>
                    <a:cubicBezTo>
                      <a:pt x="54" y="17"/>
                      <a:pt x="54" y="17"/>
                      <a:pt x="54" y="17"/>
                    </a:cubicBezTo>
                    <a:cubicBezTo>
                      <a:pt x="54" y="15"/>
                      <a:pt x="54" y="13"/>
                      <a:pt x="54" y="11"/>
                    </a:cubicBezTo>
                    <a:cubicBezTo>
                      <a:pt x="54" y="7"/>
                      <a:pt x="55" y="2"/>
                      <a:pt x="55" y="2"/>
                    </a:cubicBezTo>
                    <a:cubicBezTo>
                      <a:pt x="52" y="2"/>
                      <a:pt x="52" y="2"/>
                      <a:pt x="52" y="2"/>
                    </a:cubicBezTo>
                    <a:cubicBezTo>
                      <a:pt x="52" y="2"/>
                      <a:pt x="52" y="7"/>
                      <a:pt x="52" y="9"/>
                    </a:cubicBezTo>
                    <a:cubicBezTo>
                      <a:pt x="52" y="10"/>
                      <a:pt x="51" y="13"/>
                      <a:pt x="51" y="17"/>
                    </a:cubicBezTo>
                    <a:close/>
                    <a:moveTo>
                      <a:pt x="59" y="17"/>
                    </a:moveTo>
                    <a:cubicBezTo>
                      <a:pt x="78" y="17"/>
                      <a:pt x="78" y="17"/>
                      <a:pt x="78" y="17"/>
                    </a:cubicBezTo>
                    <a:cubicBezTo>
                      <a:pt x="78" y="15"/>
                      <a:pt x="79" y="14"/>
                      <a:pt x="80" y="13"/>
                    </a:cubicBezTo>
                    <a:cubicBezTo>
                      <a:pt x="83" y="12"/>
                      <a:pt x="87" y="14"/>
                      <a:pt x="89" y="12"/>
                    </a:cubicBezTo>
                    <a:cubicBezTo>
                      <a:pt x="91" y="9"/>
                      <a:pt x="85" y="4"/>
                      <a:pt x="77" y="2"/>
                    </a:cubicBezTo>
                    <a:cubicBezTo>
                      <a:pt x="68" y="0"/>
                      <a:pt x="68" y="6"/>
                      <a:pt x="65" y="10"/>
                    </a:cubicBezTo>
                    <a:cubicBezTo>
                      <a:pt x="64" y="12"/>
                      <a:pt x="61" y="15"/>
                      <a:pt x="59" y="17"/>
                    </a:cubicBezTo>
                    <a:close/>
                  </a:path>
                </a:pathLst>
              </a:custGeom>
              <a:solidFill>
                <a:srgbClr val="D5D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4" name="Freeform 272"/>
              <p:cNvSpPr>
                <a:spLocks noEditPoints="1"/>
              </p:cNvSpPr>
              <p:nvPr/>
            </p:nvSpPr>
            <p:spPr bwMode="auto">
              <a:xfrm>
                <a:off x="1291" y="1160"/>
                <a:ext cx="174" cy="34"/>
              </a:xfrm>
              <a:custGeom>
                <a:avLst/>
                <a:gdLst>
                  <a:gd name="T0" fmla="*/ 0 w 91"/>
                  <a:gd name="T1" fmla="*/ 18 h 18"/>
                  <a:gd name="T2" fmla="*/ 2 w 91"/>
                  <a:gd name="T3" fmla="*/ 18 h 18"/>
                  <a:gd name="T4" fmla="*/ 2 w 91"/>
                  <a:gd name="T5" fmla="*/ 16 h 18"/>
                  <a:gd name="T6" fmla="*/ 2 w 91"/>
                  <a:gd name="T7" fmla="*/ 9 h 18"/>
                  <a:gd name="T8" fmla="*/ 0 w 91"/>
                  <a:gd name="T9" fmla="*/ 9 h 18"/>
                  <a:gd name="T10" fmla="*/ 0 w 91"/>
                  <a:gd name="T11" fmla="*/ 17 h 18"/>
                  <a:gd name="T12" fmla="*/ 0 w 91"/>
                  <a:gd name="T13" fmla="*/ 18 h 18"/>
                  <a:gd name="T14" fmla="*/ 11 w 91"/>
                  <a:gd name="T15" fmla="*/ 18 h 18"/>
                  <a:gd name="T16" fmla="*/ 25 w 91"/>
                  <a:gd name="T17" fmla="*/ 18 h 18"/>
                  <a:gd name="T18" fmla="*/ 34 w 91"/>
                  <a:gd name="T19" fmla="*/ 15 h 18"/>
                  <a:gd name="T20" fmla="*/ 28 w 91"/>
                  <a:gd name="T21" fmla="*/ 7 h 18"/>
                  <a:gd name="T22" fmla="*/ 15 w 91"/>
                  <a:gd name="T23" fmla="*/ 11 h 18"/>
                  <a:gd name="T24" fmla="*/ 11 w 91"/>
                  <a:gd name="T25" fmla="*/ 18 h 18"/>
                  <a:gd name="T26" fmla="*/ 50 w 91"/>
                  <a:gd name="T27" fmla="*/ 18 h 18"/>
                  <a:gd name="T28" fmla="*/ 54 w 91"/>
                  <a:gd name="T29" fmla="*/ 18 h 18"/>
                  <a:gd name="T30" fmla="*/ 54 w 91"/>
                  <a:gd name="T31" fmla="*/ 11 h 18"/>
                  <a:gd name="T32" fmla="*/ 55 w 91"/>
                  <a:gd name="T33" fmla="*/ 2 h 18"/>
                  <a:gd name="T34" fmla="*/ 52 w 91"/>
                  <a:gd name="T35" fmla="*/ 2 h 18"/>
                  <a:gd name="T36" fmla="*/ 52 w 91"/>
                  <a:gd name="T37" fmla="*/ 9 h 18"/>
                  <a:gd name="T38" fmla="*/ 50 w 91"/>
                  <a:gd name="T39" fmla="*/ 18 h 18"/>
                  <a:gd name="T40" fmla="*/ 58 w 91"/>
                  <a:gd name="T41" fmla="*/ 18 h 18"/>
                  <a:gd name="T42" fmla="*/ 77 w 91"/>
                  <a:gd name="T43" fmla="*/ 18 h 18"/>
                  <a:gd name="T44" fmla="*/ 80 w 91"/>
                  <a:gd name="T45" fmla="*/ 13 h 18"/>
                  <a:gd name="T46" fmla="*/ 89 w 91"/>
                  <a:gd name="T47" fmla="*/ 12 h 18"/>
                  <a:gd name="T48" fmla="*/ 77 w 91"/>
                  <a:gd name="T49" fmla="*/ 2 h 18"/>
                  <a:gd name="T50" fmla="*/ 65 w 91"/>
                  <a:gd name="T51" fmla="*/ 10 h 18"/>
                  <a:gd name="T52" fmla="*/ 58 w 91"/>
                  <a:gd name="T5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1" h="18">
                    <a:moveTo>
                      <a:pt x="0" y="18"/>
                    </a:moveTo>
                    <a:cubicBezTo>
                      <a:pt x="2" y="18"/>
                      <a:pt x="2" y="18"/>
                      <a:pt x="2" y="18"/>
                    </a:cubicBezTo>
                    <a:cubicBezTo>
                      <a:pt x="2" y="17"/>
                      <a:pt x="2" y="17"/>
                      <a:pt x="2" y="16"/>
                    </a:cubicBezTo>
                    <a:cubicBezTo>
                      <a:pt x="2" y="12"/>
                      <a:pt x="2" y="9"/>
                      <a:pt x="2" y="9"/>
                    </a:cubicBezTo>
                    <a:cubicBezTo>
                      <a:pt x="0" y="9"/>
                      <a:pt x="0" y="9"/>
                      <a:pt x="0" y="9"/>
                    </a:cubicBezTo>
                    <a:cubicBezTo>
                      <a:pt x="0" y="9"/>
                      <a:pt x="0" y="13"/>
                      <a:pt x="0" y="17"/>
                    </a:cubicBezTo>
                    <a:cubicBezTo>
                      <a:pt x="0" y="17"/>
                      <a:pt x="0" y="17"/>
                      <a:pt x="0" y="18"/>
                    </a:cubicBezTo>
                    <a:close/>
                    <a:moveTo>
                      <a:pt x="11" y="18"/>
                    </a:moveTo>
                    <a:cubicBezTo>
                      <a:pt x="25" y="18"/>
                      <a:pt x="25" y="18"/>
                      <a:pt x="25" y="18"/>
                    </a:cubicBezTo>
                    <a:cubicBezTo>
                      <a:pt x="26" y="14"/>
                      <a:pt x="31" y="16"/>
                      <a:pt x="34" y="15"/>
                    </a:cubicBezTo>
                    <a:cubicBezTo>
                      <a:pt x="38" y="14"/>
                      <a:pt x="36" y="9"/>
                      <a:pt x="28" y="7"/>
                    </a:cubicBezTo>
                    <a:cubicBezTo>
                      <a:pt x="21" y="4"/>
                      <a:pt x="17" y="8"/>
                      <a:pt x="15" y="11"/>
                    </a:cubicBezTo>
                    <a:cubicBezTo>
                      <a:pt x="14" y="13"/>
                      <a:pt x="13" y="15"/>
                      <a:pt x="11" y="18"/>
                    </a:cubicBezTo>
                    <a:close/>
                    <a:moveTo>
                      <a:pt x="50" y="18"/>
                    </a:moveTo>
                    <a:cubicBezTo>
                      <a:pt x="54" y="18"/>
                      <a:pt x="54" y="18"/>
                      <a:pt x="54" y="18"/>
                    </a:cubicBezTo>
                    <a:cubicBezTo>
                      <a:pt x="54" y="16"/>
                      <a:pt x="54" y="14"/>
                      <a:pt x="54" y="11"/>
                    </a:cubicBezTo>
                    <a:cubicBezTo>
                      <a:pt x="54" y="7"/>
                      <a:pt x="55" y="2"/>
                      <a:pt x="55" y="2"/>
                    </a:cubicBezTo>
                    <a:cubicBezTo>
                      <a:pt x="52" y="2"/>
                      <a:pt x="52" y="2"/>
                      <a:pt x="52" y="2"/>
                    </a:cubicBezTo>
                    <a:cubicBezTo>
                      <a:pt x="52" y="2"/>
                      <a:pt x="52" y="7"/>
                      <a:pt x="52" y="9"/>
                    </a:cubicBezTo>
                    <a:cubicBezTo>
                      <a:pt x="52" y="11"/>
                      <a:pt x="51" y="14"/>
                      <a:pt x="50" y="18"/>
                    </a:cubicBezTo>
                    <a:close/>
                    <a:moveTo>
                      <a:pt x="58" y="18"/>
                    </a:moveTo>
                    <a:cubicBezTo>
                      <a:pt x="77" y="18"/>
                      <a:pt x="77" y="18"/>
                      <a:pt x="77" y="18"/>
                    </a:cubicBezTo>
                    <a:cubicBezTo>
                      <a:pt x="78" y="16"/>
                      <a:pt x="79" y="14"/>
                      <a:pt x="80" y="13"/>
                    </a:cubicBezTo>
                    <a:cubicBezTo>
                      <a:pt x="83" y="12"/>
                      <a:pt x="87" y="14"/>
                      <a:pt x="89" y="12"/>
                    </a:cubicBezTo>
                    <a:cubicBezTo>
                      <a:pt x="91" y="9"/>
                      <a:pt x="85" y="4"/>
                      <a:pt x="77" y="2"/>
                    </a:cubicBezTo>
                    <a:cubicBezTo>
                      <a:pt x="68" y="0"/>
                      <a:pt x="68" y="6"/>
                      <a:pt x="65" y="10"/>
                    </a:cubicBezTo>
                    <a:cubicBezTo>
                      <a:pt x="63" y="13"/>
                      <a:pt x="60" y="16"/>
                      <a:pt x="58" y="18"/>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5" name="Freeform 273"/>
              <p:cNvSpPr>
                <a:spLocks noEditPoints="1"/>
              </p:cNvSpPr>
              <p:nvPr/>
            </p:nvSpPr>
            <p:spPr bwMode="auto">
              <a:xfrm>
                <a:off x="1291" y="1160"/>
                <a:ext cx="174" cy="38"/>
              </a:xfrm>
              <a:custGeom>
                <a:avLst/>
                <a:gdLst>
                  <a:gd name="T0" fmla="*/ 0 w 91"/>
                  <a:gd name="T1" fmla="*/ 19 h 20"/>
                  <a:gd name="T2" fmla="*/ 2 w 91"/>
                  <a:gd name="T3" fmla="*/ 19 h 20"/>
                  <a:gd name="T4" fmla="*/ 2 w 91"/>
                  <a:gd name="T5" fmla="*/ 16 h 20"/>
                  <a:gd name="T6" fmla="*/ 2 w 91"/>
                  <a:gd name="T7" fmla="*/ 9 h 20"/>
                  <a:gd name="T8" fmla="*/ 0 w 91"/>
                  <a:gd name="T9" fmla="*/ 9 h 20"/>
                  <a:gd name="T10" fmla="*/ 0 w 91"/>
                  <a:gd name="T11" fmla="*/ 17 h 20"/>
                  <a:gd name="T12" fmla="*/ 0 w 91"/>
                  <a:gd name="T13" fmla="*/ 19 h 20"/>
                  <a:gd name="T14" fmla="*/ 11 w 91"/>
                  <a:gd name="T15" fmla="*/ 19 h 20"/>
                  <a:gd name="T16" fmla="*/ 24 w 91"/>
                  <a:gd name="T17" fmla="*/ 19 h 20"/>
                  <a:gd name="T18" fmla="*/ 24 w 91"/>
                  <a:gd name="T19" fmla="*/ 18 h 20"/>
                  <a:gd name="T20" fmla="*/ 34 w 91"/>
                  <a:gd name="T21" fmla="*/ 15 h 20"/>
                  <a:gd name="T22" fmla="*/ 28 w 91"/>
                  <a:gd name="T23" fmla="*/ 7 h 20"/>
                  <a:gd name="T24" fmla="*/ 15 w 91"/>
                  <a:gd name="T25" fmla="*/ 11 h 20"/>
                  <a:gd name="T26" fmla="*/ 11 w 91"/>
                  <a:gd name="T27" fmla="*/ 19 h 20"/>
                  <a:gd name="T28" fmla="*/ 50 w 91"/>
                  <a:gd name="T29" fmla="*/ 19 h 20"/>
                  <a:gd name="T30" fmla="*/ 76 w 91"/>
                  <a:gd name="T31" fmla="*/ 19 h 20"/>
                  <a:gd name="T32" fmla="*/ 80 w 91"/>
                  <a:gd name="T33" fmla="*/ 13 h 20"/>
                  <a:gd name="T34" fmla="*/ 89 w 91"/>
                  <a:gd name="T35" fmla="*/ 12 h 20"/>
                  <a:gd name="T36" fmla="*/ 77 w 91"/>
                  <a:gd name="T37" fmla="*/ 2 h 20"/>
                  <a:gd name="T38" fmla="*/ 65 w 91"/>
                  <a:gd name="T39" fmla="*/ 10 h 20"/>
                  <a:gd name="T40" fmla="*/ 55 w 91"/>
                  <a:gd name="T41" fmla="*/ 19 h 20"/>
                  <a:gd name="T42" fmla="*/ 54 w 91"/>
                  <a:gd name="T43" fmla="*/ 11 h 20"/>
                  <a:gd name="T44" fmla="*/ 55 w 91"/>
                  <a:gd name="T45" fmla="*/ 2 h 20"/>
                  <a:gd name="T46" fmla="*/ 52 w 91"/>
                  <a:gd name="T47" fmla="*/ 2 h 20"/>
                  <a:gd name="T48" fmla="*/ 52 w 91"/>
                  <a:gd name="T49" fmla="*/ 9 h 20"/>
                  <a:gd name="T50" fmla="*/ 50 w 91"/>
                  <a:gd name="T51"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1" h="20">
                    <a:moveTo>
                      <a:pt x="0" y="19"/>
                    </a:moveTo>
                    <a:cubicBezTo>
                      <a:pt x="2" y="19"/>
                      <a:pt x="2" y="19"/>
                      <a:pt x="2" y="19"/>
                    </a:cubicBezTo>
                    <a:cubicBezTo>
                      <a:pt x="2" y="18"/>
                      <a:pt x="2" y="17"/>
                      <a:pt x="2" y="16"/>
                    </a:cubicBezTo>
                    <a:cubicBezTo>
                      <a:pt x="2" y="12"/>
                      <a:pt x="2" y="9"/>
                      <a:pt x="2" y="9"/>
                    </a:cubicBezTo>
                    <a:cubicBezTo>
                      <a:pt x="0" y="9"/>
                      <a:pt x="0" y="9"/>
                      <a:pt x="0" y="9"/>
                    </a:cubicBezTo>
                    <a:cubicBezTo>
                      <a:pt x="0" y="9"/>
                      <a:pt x="0" y="13"/>
                      <a:pt x="0" y="17"/>
                    </a:cubicBezTo>
                    <a:cubicBezTo>
                      <a:pt x="0" y="17"/>
                      <a:pt x="0" y="18"/>
                      <a:pt x="0" y="19"/>
                    </a:cubicBezTo>
                    <a:close/>
                    <a:moveTo>
                      <a:pt x="11" y="19"/>
                    </a:moveTo>
                    <a:cubicBezTo>
                      <a:pt x="24" y="19"/>
                      <a:pt x="24" y="19"/>
                      <a:pt x="24" y="19"/>
                    </a:cubicBezTo>
                    <a:cubicBezTo>
                      <a:pt x="24" y="18"/>
                      <a:pt x="24" y="18"/>
                      <a:pt x="24" y="18"/>
                    </a:cubicBezTo>
                    <a:cubicBezTo>
                      <a:pt x="25" y="14"/>
                      <a:pt x="30" y="16"/>
                      <a:pt x="34" y="15"/>
                    </a:cubicBezTo>
                    <a:cubicBezTo>
                      <a:pt x="38" y="14"/>
                      <a:pt x="36" y="9"/>
                      <a:pt x="28" y="7"/>
                    </a:cubicBezTo>
                    <a:cubicBezTo>
                      <a:pt x="21" y="4"/>
                      <a:pt x="17" y="8"/>
                      <a:pt x="15" y="11"/>
                    </a:cubicBezTo>
                    <a:cubicBezTo>
                      <a:pt x="14" y="13"/>
                      <a:pt x="12" y="16"/>
                      <a:pt x="11" y="19"/>
                    </a:cubicBezTo>
                    <a:close/>
                    <a:moveTo>
                      <a:pt x="50" y="19"/>
                    </a:moveTo>
                    <a:cubicBezTo>
                      <a:pt x="76" y="19"/>
                      <a:pt x="76" y="19"/>
                      <a:pt x="76" y="19"/>
                    </a:cubicBezTo>
                    <a:cubicBezTo>
                      <a:pt x="78" y="16"/>
                      <a:pt x="79" y="14"/>
                      <a:pt x="80" y="13"/>
                    </a:cubicBezTo>
                    <a:cubicBezTo>
                      <a:pt x="83" y="12"/>
                      <a:pt x="87" y="14"/>
                      <a:pt x="89" y="12"/>
                    </a:cubicBezTo>
                    <a:cubicBezTo>
                      <a:pt x="91" y="9"/>
                      <a:pt x="85" y="4"/>
                      <a:pt x="77" y="2"/>
                    </a:cubicBezTo>
                    <a:cubicBezTo>
                      <a:pt x="68" y="0"/>
                      <a:pt x="68" y="6"/>
                      <a:pt x="65" y="10"/>
                    </a:cubicBezTo>
                    <a:cubicBezTo>
                      <a:pt x="63" y="14"/>
                      <a:pt x="56" y="20"/>
                      <a:pt x="55" y="19"/>
                    </a:cubicBezTo>
                    <a:cubicBezTo>
                      <a:pt x="53" y="18"/>
                      <a:pt x="54" y="15"/>
                      <a:pt x="54" y="11"/>
                    </a:cubicBezTo>
                    <a:cubicBezTo>
                      <a:pt x="54" y="7"/>
                      <a:pt x="55" y="2"/>
                      <a:pt x="55" y="2"/>
                    </a:cubicBezTo>
                    <a:cubicBezTo>
                      <a:pt x="52" y="2"/>
                      <a:pt x="52" y="2"/>
                      <a:pt x="52" y="2"/>
                    </a:cubicBezTo>
                    <a:cubicBezTo>
                      <a:pt x="52" y="2"/>
                      <a:pt x="52" y="7"/>
                      <a:pt x="52" y="9"/>
                    </a:cubicBezTo>
                    <a:cubicBezTo>
                      <a:pt x="52" y="11"/>
                      <a:pt x="51" y="15"/>
                      <a:pt x="50" y="19"/>
                    </a:cubicBezTo>
                    <a:close/>
                  </a:path>
                </a:pathLst>
              </a:custGeom>
              <a:solidFill>
                <a:srgbClr val="D7D5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6" name="Freeform 274"/>
              <p:cNvSpPr>
                <a:spLocks noEditPoints="1"/>
              </p:cNvSpPr>
              <p:nvPr/>
            </p:nvSpPr>
            <p:spPr bwMode="auto">
              <a:xfrm>
                <a:off x="1291" y="1163"/>
                <a:ext cx="174" cy="35"/>
              </a:xfrm>
              <a:custGeom>
                <a:avLst/>
                <a:gdLst>
                  <a:gd name="T0" fmla="*/ 76 w 91"/>
                  <a:gd name="T1" fmla="*/ 0 h 18"/>
                  <a:gd name="T2" fmla="*/ 72 w 91"/>
                  <a:gd name="T3" fmla="*/ 0 h 18"/>
                  <a:gd name="T4" fmla="*/ 65 w 91"/>
                  <a:gd name="T5" fmla="*/ 8 h 18"/>
                  <a:gd name="T6" fmla="*/ 55 w 91"/>
                  <a:gd name="T7" fmla="*/ 17 h 18"/>
                  <a:gd name="T8" fmla="*/ 54 w 91"/>
                  <a:gd name="T9" fmla="*/ 9 h 18"/>
                  <a:gd name="T10" fmla="*/ 55 w 91"/>
                  <a:gd name="T11" fmla="*/ 0 h 18"/>
                  <a:gd name="T12" fmla="*/ 52 w 91"/>
                  <a:gd name="T13" fmla="*/ 0 h 18"/>
                  <a:gd name="T14" fmla="*/ 52 w 91"/>
                  <a:gd name="T15" fmla="*/ 7 h 18"/>
                  <a:gd name="T16" fmla="*/ 49 w 91"/>
                  <a:gd name="T17" fmla="*/ 18 h 18"/>
                  <a:gd name="T18" fmla="*/ 49 w 91"/>
                  <a:gd name="T19" fmla="*/ 18 h 18"/>
                  <a:gd name="T20" fmla="*/ 76 w 91"/>
                  <a:gd name="T21" fmla="*/ 18 h 18"/>
                  <a:gd name="T22" fmla="*/ 80 w 91"/>
                  <a:gd name="T23" fmla="*/ 11 h 18"/>
                  <a:gd name="T24" fmla="*/ 89 w 91"/>
                  <a:gd name="T25" fmla="*/ 10 h 18"/>
                  <a:gd name="T26" fmla="*/ 77 w 91"/>
                  <a:gd name="T27" fmla="*/ 0 h 18"/>
                  <a:gd name="T28" fmla="*/ 76 w 91"/>
                  <a:gd name="T29" fmla="*/ 0 h 18"/>
                  <a:gd name="T30" fmla="*/ 0 w 91"/>
                  <a:gd name="T31" fmla="*/ 18 h 18"/>
                  <a:gd name="T32" fmla="*/ 3 w 91"/>
                  <a:gd name="T33" fmla="*/ 18 h 18"/>
                  <a:gd name="T34" fmla="*/ 2 w 91"/>
                  <a:gd name="T35" fmla="*/ 14 h 18"/>
                  <a:gd name="T36" fmla="*/ 2 w 91"/>
                  <a:gd name="T37" fmla="*/ 7 h 18"/>
                  <a:gd name="T38" fmla="*/ 0 w 91"/>
                  <a:gd name="T39" fmla="*/ 7 h 18"/>
                  <a:gd name="T40" fmla="*/ 0 w 91"/>
                  <a:gd name="T41" fmla="*/ 15 h 18"/>
                  <a:gd name="T42" fmla="*/ 0 w 91"/>
                  <a:gd name="T43" fmla="*/ 18 h 18"/>
                  <a:gd name="T44" fmla="*/ 10 w 91"/>
                  <a:gd name="T45" fmla="*/ 18 h 18"/>
                  <a:gd name="T46" fmla="*/ 24 w 91"/>
                  <a:gd name="T47" fmla="*/ 18 h 18"/>
                  <a:gd name="T48" fmla="*/ 24 w 91"/>
                  <a:gd name="T49" fmla="*/ 16 h 18"/>
                  <a:gd name="T50" fmla="*/ 34 w 91"/>
                  <a:gd name="T51" fmla="*/ 13 h 18"/>
                  <a:gd name="T52" fmla="*/ 28 w 91"/>
                  <a:gd name="T53" fmla="*/ 5 h 18"/>
                  <a:gd name="T54" fmla="*/ 15 w 91"/>
                  <a:gd name="T55" fmla="*/ 9 h 18"/>
                  <a:gd name="T56" fmla="*/ 10 w 91"/>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1" h="18">
                    <a:moveTo>
                      <a:pt x="76" y="0"/>
                    </a:moveTo>
                    <a:cubicBezTo>
                      <a:pt x="72" y="0"/>
                      <a:pt x="72" y="0"/>
                      <a:pt x="72" y="0"/>
                    </a:cubicBezTo>
                    <a:cubicBezTo>
                      <a:pt x="68" y="1"/>
                      <a:pt x="67" y="5"/>
                      <a:pt x="65" y="8"/>
                    </a:cubicBezTo>
                    <a:cubicBezTo>
                      <a:pt x="63" y="12"/>
                      <a:pt x="56" y="18"/>
                      <a:pt x="55" y="17"/>
                    </a:cubicBezTo>
                    <a:cubicBezTo>
                      <a:pt x="53" y="16"/>
                      <a:pt x="54" y="13"/>
                      <a:pt x="54" y="9"/>
                    </a:cubicBezTo>
                    <a:cubicBezTo>
                      <a:pt x="54" y="5"/>
                      <a:pt x="55" y="0"/>
                      <a:pt x="55" y="0"/>
                    </a:cubicBezTo>
                    <a:cubicBezTo>
                      <a:pt x="52" y="0"/>
                      <a:pt x="52" y="0"/>
                      <a:pt x="52" y="0"/>
                    </a:cubicBezTo>
                    <a:cubicBezTo>
                      <a:pt x="52" y="0"/>
                      <a:pt x="52" y="5"/>
                      <a:pt x="52" y="7"/>
                    </a:cubicBezTo>
                    <a:cubicBezTo>
                      <a:pt x="52" y="9"/>
                      <a:pt x="51" y="14"/>
                      <a:pt x="49" y="18"/>
                    </a:cubicBezTo>
                    <a:cubicBezTo>
                      <a:pt x="49" y="18"/>
                      <a:pt x="49" y="18"/>
                      <a:pt x="49" y="18"/>
                    </a:cubicBezTo>
                    <a:cubicBezTo>
                      <a:pt x="76" y="18"/>
                      <a:pt x="76" y="18"/>
                      <a:pt x="76" y="18"/>
                    </a:cubicBezTo>
                    <a:cubicBezTo>
                      <a:pt x="77" y="15"/>
                      <a:pt x="79" y="12"/>
                      <a:pt x="80" y="11"/>
                    </a:cubicBezTo>
                    <a:cubicBezTo>
                      <a:pt x="83" y="10"/>
                      <a:pt x="87" y="12"/>
                      <a:pt x="89" y="10"/>
                    </a:cubicBezTo>
                    <a:cubicBezTo>
                      <a:pt x="91" y="7"/>
                      <a:pt x="85" y="2"/>
                      <a:pt x="77" y="0"/>
                    </a:cubicBezTo>
                    <a:cubicBezTo>
                      <a:pt x="77" y="0"/>
                      <a:pt x="76" y="0"/>
                      <a:pt x="76" y="0"/>
                    </a:cubicBezTo>
                    <a:close/>
                    <a:moveTo>
                      <a:pt x="0" y="18"/>
                    </a:moveTo>
                    <a:cubicBezTo>
                      <a:pt x="3" y="18"/>
                      <a:pt x="3" y="18"/>
                      <a:pt x="3" y="18"/>
                    </a:cubicBezTo>
                    <a:cubicBezTo>
                      <a:pt x="2" y="17"/>
                      <a:pt x="2" y="16"/>
                      <a:pt x="2" y="14"/>
                    </a:cubicBezTo>
                    <a:cubicBezTo>
                      <a:pt x="2" y="10"/>
                      <a:pt x="2" y="7"/>
                      <a:pt x="2" y="7"/>
                    </a:cubicBezTo>
                    <a:cubicBezTo>
                      <a:pt x="0" y="7"/>
                      <a:pt x="0" y="7"/>
                      <a:pt x="0" y="7"/>
                    </a:cubicBezTo>
                    <a:cubicBezTo>
                      <a:pt x="0" y="7"/>
                      <a:pt x="0" y="11"/>
                      <a:pt x="0" y="15"/>
                    </a:cubicBezTo>
                    <a:cubicBezTo>
                      <a:pt x="0" y="16"/>
                      <a:pt x="0" y="17"/>
                      <a:pt x="0" y="18"/>
                    </a:cubicBezTo>
                    <a:close/>
                    <a:moveTo>
                      <a:pt x="10" y="18"/>
                    </a:moveTo>
                    <a:cubicBezTo>
                      <a:pt x="24" y="18"/>
                      <a:pt x="24" y="18"/>
                      <a:pt x="24" y="18"/>
                    </a:cubicBezTo>
                    <a:cubicBezTo>
                      <a:pt x="24" y="18"/>
                      <a:pt x="24" y="17"/>
                      <a:pt x="24" y="16"/>
                    </a:cubicBezTo>
                    <a:cubicBezTo>
                      <a:pt x="25" y="12"/>
                      <a:pt x="30" y="14"/>
                      <a:pt x="34" y="13"/>
                    </a:cubicBezTo>
                    <a:cubicBezTo>
                      <a:pt x="38" y="12"/>
                      <a:pt x="36" y="7"/>
                      <a:pt x="28" y="5"/>
                    </a:cubicBezTo>
                    <a:cubicBezTo>
                      <a:pt x="21" y="2"/>
                      <a:pt x="17" y="6"/>
                      <a:pt x="15" y="9"/>
                    </a:cubicBezTo>
                    <a:cubicBezTo>
                      <a:pt x="14" y="12"/>
                      <a:pt x="12" y="15"/>
                      <a:pt x="10" y="18"/>
                    </a:cubicBezTo>
                    <a:close/>
                  </a:path>
                </a:pathLst>
              </a:custGeom>
              <a:solidFill>
                <a:srgbClr val="D8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7" name="Freeform 275"/>
              <p:cNvSpPr>
                <a:spLocks noEditPoints="1"/>
              </p:cNvSpPr>
              <p:nvPr/>
            </p:nvSpPr>
            <p:spPr bwMode="auto">
              <a:xfrm>
                <a:off x="1291" y="1165"/>
                <a:ext cx="174" cy="37"/>
              </a:xfrm>
              <a:custGeom>
                <a:avLst/>
                <a:gdLst>
                  <a:gd name="T0" fmla="*/ 80 w 91"/>
                  <a:gd name="T1" fmla="*/ 0 h 19"/>
                  <a:gd name="T2" fmla="*/ 69 w 91"/>
                  <a:gd name="T3" fmla="*/ 0 h 19"/>
                  <a:gd name="T4" fmla="*/ 65 w 91"/>
                  <a:gd name="T5" fmla="*/ 7 h 19"/>
                  <a:gd name="T6" fmla="*/ 55 w 91"/>
                  <a:gd name="T7" fmla="*/ 16 h 19"/>
                  <a:gd name="T8" fmla="*/ 54 w 91"/>
                  <a:gd name="T9" fmla="*/ 8 h 19"/>
                  <a:gd name="T10" fmla="*/ 55 w 91"/>
                  <a:gd name="T11" fmla="*/ 0 h 19"/>
                  <a:gd name="T12" fmla="*/ 52 w 91"/>
                  <a:gd name="T13" fmla="*/ 0 h 19"/>
                  <a:gd name="T14" fmla="*/ 52 w 91"/>
                  <a:gd name="T15" fmla="*/ 6 h 19"/>
                  <a:gd name="T16" fmla="*/ 49 w 91"/>
                  <a:gd name="T17" fmla="*/ 17 h 19"/>
                  <a:gd name="T18" fmla="*/ 49 w 91"/>
                  <a:gd name="T19" fmla="*/ 19 h 19"/>
                  <a:gd name="T20" fmla="*/ 75 w 91"/>
                  <a:gd name="T21" fmla="*/ 19 h 19"/>
                  <a:gd name="T22" fmla="*/ 80 w 91"/>
                  <a:gd name="T23" fmla="*/ 10 h 19"/>
                  <a:gd name="T24" fmla="*/ 89 w 91"/>
                  <a:gd name="T25" fmla="*/ 9 h 19"/>
                  <a:gd name="T26" fmla="*/ 80 w 91"/>
                  <a:gd name="T27" fmla="*/ 0 h 19"/>
                  <a:gd name="T28" fmla="*/ 0 w 91"/>
                  <a:gd name="T29" fmla="*/ 19 h 19"/>
                  <a:gd name="T30" fmla="*/ 3 w 91"/>
                  <a:gd name="T31" fmla="*/ 19 h 19"/>
                  <a:gd name="T32" fmla="*/ 2 w 91"/>
                  <a:gd name="T33" fmla="*/ 13 h 19"/>
                  <a:gd name="T34" fmla="*/ 2 w 91"/>
                  <a:gd name="T35" fmla="*/ 6 h 19"/>
                  <a:gd name="T36" fmla="*/ 0 w 91"/>
                  <a:gd name="T37" fmla="*/ 6 h 19"/>
                  <a:gd name="T38" fmla="*/ 0 w 91"/>
                  <a:gd name="T39" fmla="*/ 14 h 19"/>
                  <a:gd name="T40" fmla="*/ 0 w 91"/>
                  <a:gd name="T41" fmla="*/ 19 h 19"/>
                  <a:gd name="T42" fmla="*/ 9 w 91"/>
                  <a:gd name="T43" fmla="*/ 19 h 19"/>
                  <a:gd name="T44" fmla="*/ 24 w 91"/>
                  <a:gd name="T45" fmla="*/ 19 h 19"/>
                  <a:gd name="T46" fmla="*/ 24 w 91"/>
                  <a:gd name="T47" fmla="*/ 15 h 19"/>
                  <a:gd name="T48" fmla="*/ 34 w 91"/>
                  <a:gd name="T49" fmla="*/ 12 h 19"/>
                  <a:gd name="T50" fmla="*/ 28 w 91"/>
                  <a:gd name="T51" fmla="*/ 4 h 19"/>
                  <a:gd name="T52" fmla="*/ 15 w 91"/>
                  <a:gd name="T53" fmla="*/ 8 h 19"/>
                  <a:gd name="T54" fmla="*/ 9 w 91"/>
                  <a:gd name="T55"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1" h="19">
                    <a:moveTo>
                      <a:pt x="80" y="0"/>
                    </a:moveTo>
                    <a:cubicBezTo>
                      <a:pt x="69" y="0"/>
                      <a:pt x="69" y="0"/>
                      <a:pt x="69" y="0"/>
                    </a:cubicBezTo>
                    <a:cubicBezTo>
                      <a:pt x="67" y="2"/>
                      <a:pt x="67" y="5"/>
                      <a:pt x="65" y="7"/>
                    </a:cubicBezTo>
                    <a:cubicBezTo>
                      <a:pt x="63" y="11"/>
                      <a:pt x="56" y="17"/>
                      <a:pt x="55" y="16"/>
                    </a:cubicBezTo>
                    <a:cubicBezTo>
                      <a:pt x="53" y="15"/>
                      <a:pt x="54" y="12"/>
                      <a:pt x="54" y="8"/>
                    </a:cubicBezTo>
                    <a:cubicBezTo>
                      <a:pt x="54" y="5"/>
                      <a:pt x="54" y="2"/>
                      <a:pt x="55" y="0"/>
                    </a:cubicBezTo>
                    <a:cubicBezTo>
                      <a:pt x="52" y="0"/>
                      <a:pt x="52" y="0"/>
                      <a:pt x="52" y="0"/>
                    </a:cubicBezTo>
                    <a:cubicBezTo>
                      <a:pt x="52" y="6"/>
                      <a:pt x="52" y="6"/>
                      <a:pt x="52" y="6"/>
                    </a:cubicBezTo>
                    <a:cubicBezTo>
                      <a:pt x="52" y="8"/>
                      <a:pt x="51" y="13"/>
                      <a:pt x="49" y="17"/>
                    </a:cubicBezTo>
                    <a:cubicBezTo>
                      <a:pt x="49" y="18"/>
                      <a:pt x="49" y="18"/>
                      <a:pt x="49" y="19"/>
                    </a:cubicBezTo>
                    <a:cubicBezTo>
                      <a:pt x="75" y="19"/>
                      <a:pt x="75" y="19"/>
                      <a:pt x="75" y="19"/>
                    </a:cubicBezTo>
                    <a:cubicBezTo>
                      <a:pt x="77" y="15"/>
                      <a:pt x="79" y="11"/>
                      <a:pt x="80" y="10"/>
                    </a:cubicBezTo>
                    <a:cubicBezTo>
                      <a:pt x="83" y="9"/>
                      <a:pt x="87" y="11"/>
                      <a:pt x="89" y="9"/>
                    </a:cubicBezTo>
                    <a:cubicBezTo>
                      <a:pt x="91" y="6"/>
                      <a:pt x="87" y="3"/>
                      <a:pt x="80" y="0"/>
                    </a:cubicBezTo>
                    <a:close/>
                    <a:moveTo>
                      <a:pt x="0" y="19"/>
                    </a:moveTo>
                    <a:cubicBezTo>
                      <a:pt x="3" y="19"/>
                      <a:pt x="3" y="19"/>
                      <a:pt x="3" y="19"/>
                    </a:cubicBezTo>
                    <a:cubicBezTo>
                      <a:pt x="3" y="17"/>
                      <a:pt x="2" y="15"/>
                      <a:pt x="2" y="13"/>
                    </a:cubicBezTo>
                    <a:cubicBezTo>
                      <a:pt x="2" y="9"/>
                      <a:pt x="2" y="6"/>
                      <a:pt x="2" y="6"/>
                    </a:cubicBezTo>
                    <a:cubicBezTo>
                      <a:pt x="0" y="6"/>
                      <a:pt x="0" y="6"/>
                      <a:pt x="0" y="6"/>
                    </a:cubicBezTo>
                    <a:cubicBezTo>
                      <a:pt x="0" y="6"/>
                      <a:pt x="0" y="10"/>
                      <a:pt x="0" y="14"/>
                    </a:cubicBezTo>
                    <a:cubicBezTo>
                      <a:pt x="0" y="15"/>
                      <a:pt x="0" y="17"/>
                      <a:pt x="0" y="19"/>
                    </a:cubicBezTo>
                    <a:close/>
                    <a:moveTo>
                      <a:pt x="9" y="19"/>
                    </a:moveTo>
                    <a:cubicBezTo>
                      <a:pt x="24" y="19"/>
                      <a:pt x="24" y="19"/>
                      <a:pt x="24" y="19"/>
                    </a:cubicBezTo>
                    <a:cubicBezTo>
                      <a:pt x="24" y="17"/>
                      <a:pt x="24" y="16"/>
                      <a:pt x="24" y="15"/>
                    </a:cubicBezTo>
                    <a:cubicBezTo>
                      <a:pt x="25" y="11"/>
                      <a:pt x="30" y="13"/>
                      <a:pt x="34" y="12"/>
                    </a:cubicBezTo>
                    <a:cubicBezTo>
                      <a:pt x="38" y="11"/>
                      <a:pt x="36" y="6"/>
                      <a:pt x="28" y="4"/>
                    </a:cubicBezTo>
                    <a:cubicBezTo>
                      <a:pt x="21" y="1"/>
                      <a:pt x="17" y="5"/>
                      <a:pt x="15" y="8"/>
                    </a:cubicBezTo>
                    <a:cubicBezTo>
                      <a:pt x="14" y="11"/>
                      <a:pt x="11" y="16"/>
                      <a:pt x="9" y="19"/>
                    </a:cubicBezTo>
                    <a:close/>
                  </a:path>
                </a:pathLst>
              </a:custGeom>
              <a:solidFill>
                <a:srgbClr val="D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8" name="Freeform 276"/>
              <p:cNvSpPr>
                <a:spLocks noEditPoints="1"/>
              </p:cNvSpPr>
              <p:nvPr/>
            </p:nvSpPr>
            <p:spPr bwMode="auto">
              <a:xfrm>
                <a:off x="1291" y="1167"/>
                <a:ext cx="174" cy="37"/>
              </a:xfrm>
              <a:custGeom>
                <a:avLst/>
                <a:gdLst>
                  <a:gd name="T0" fmla="*/ 83 w 91"/>
                  <a:gd name="T1" fmla="*/ 1 h 19"/>
                  <a:gd name="T2" fmla="*/ 68 w 91"/>
                  <a:gd name="T3" fmla="*/ 1 h 19"/>
                  <a:gd name="T4" fmla="*/ 65 w 91"/>
                  <a:gd name="T5" fmla="*/ 6 h 19"/>
                  <a:gd name="T6" fmla="*/ 55 w 91"/>
                  <a:gd name="T7" fmla="*/ 15 h 19"/>
                  <a:gd name="T8" fmla="*/ 54 w 91"/>
                  <a:gd name="T9" fmla="*/ 7 h 19"/>
                  <a:gd name="T10" fmla="*/ 55 w 91"/>
                  <a:gd name="T11" fmla="*/ 1 h 19"/>
                  <a:gd name="T12" fmla="*/ 52 w 91"/>
                  <a:gd name="T13" fmla="*/ 1 h 19"/>
                  <a:gd name="T14" fmla="*/ 52 w 91"/>
                  <a:gd name="T15" fmla="*/ 5 h 19"/>
                  <a:gd name="T16" fmla="*/ 49 w 91"/>
                  <a:gd name="T17" fmla="*/ 16 h 19"/>
                  <a:gd name="T18" fmla="*/ 48 w 91"/>
                  <a:gd name="T19" fmla="*/ 19 h 19"/>
                  <a:gd name="T20" fmla="*/ 74 w 91"/>
                  <a:gd name="T21" fmla="*/ 19 h 19"/>
                  <a:gd name="T22" fmla="*/ 80 w 91"/>
                  <a:gd name="T23" fmla="*/ 9 h 19"/>
                  <a:gd name="T24" fmla="*/ 89 w 91"/>
                  <a:gd name="T25" fmla="*/ 8 h 19"/>
                  <a:gd name="T26" fmla="*/ 83 w 91"/>
                  <a:gd name="T27" fmla="*/ 1 h 19"/>
                  <a:gd name="T28" fmla="*/ 0 w 91"/>
                  <a:gd name="T29" fmla="*/ 19 h 19"/>
                  <a:gd name="T30" fmla="*/ 4 w 91"/>
                  <a:gd name="T31" fmla="*/ 19 h 19"/>
                  <a:gd name="T32" fmla="*/ 2 w 91"/>
                  <a:gd name="T33" fmla="*/ 12 h 19"/>
                  <a:gd name="T34" fmla="*/ 2 w 91"/>
                  <a:gd name="T35" fmla="*/ 5 h 19"/>
                  <a:gd name="T36" fmla="*/ 0 w 91"/>
                  <a:gd name="T37" fmla="*/ 5 h 19"/>
                  <a:gd name="T38" fmla="*/ 0 w 91"/>
                  <a:gd name="T39" fmla="*/ 13 h 19"/>
                  <a:gd name="T40" fmla="*/ 0 w 91"/>
                  <a:gd name="T41" fmla="*/ 19 h 19"/>
                  <a:gd name="T42" fmla="*/ 8 w 91"/>
                  <a:gd name="T43" fmla="*/ 19 h 19"/>
                  <a:gd name="T44" fmla="*/ 24 w 91"/>
                  <a:gd name="T45" fmla="*/ 19 h 19"/>
                  <a:gd name="T46" fmla="*/ 24 w 91"/>
                  <a:gd name="T47" fmla="*/ 14 h 19"/>
                  <a:gd name="T48" fmla="*/ 34 w 91"/>
                  <a:gd name="T49" fmla="*/ 11 h 19"/>
                  <a:gd name="T50" fmla="*/ 28 w 91"/>
                  <a:gd name="T51" fmla="*/ 3 h 19"/>
                  <a:gd name="T52" fmla="*/ 15 w 91"/>
                  <a:gd name="T53" fmla="*/ 7 h 19"/>
                  <a:gd name="T54" fmla="*/ 8 w 91"/>
                  <a:gd name="T55"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1" h="19">
                    <a:moveTo>
                      <a:pt x="83" y="1"/>
                    </a:moveTo>
                    <a:cubicBezTo>
                      <a:pt x="68" y="1"/>
                      <a:pt x="68" y="1"/>
                      <a:pt x="68" y="1"/>
                    </a:cubicBezTo>
                    <a:cubicBezTo>
                      <a:pt x="67" y="2"/>
                      <a:pt x="66" y="4"/>
                      <a:pt x="65" y="6"/>
                    </a:cubicBezTo>
                    <a:cubicBezTo>
                      <a:pt x="63" y="10"/>
                      <a:pt x="56" y="16"/>
                      <a:pt x="55" y="15"/>
                    </a:cubicBezTo>
                    <a:cubicBezTo>
                      <a:pt x="53" y="14"/>
                      <a:pt x="54" y="11"/>
                      <a:pt x="54" y="7"/>
                    </a:cubicBezTo>
                    <a:cubicBezTo>
                      <a:pt x="54" y="5"/>
                      <a:pt x="54" y="2"/>
                      <a:pt x="55" y="1"/>
                    </a:cubicBezTo>
                    <a:cubicBezTo>
                      <a:pt x="52" y="1"/>
                      <a:pt x="52" y="1"/>
                      <a:pt x="52" y="1"/>
                    </a:cubicBezTo>
                    <a:cubicBezTo>
                      <a:pt x="52" y="5"/>
                      <a:pt x="52" y="5"/>
                      <a:pt x="52" y="5"/>
                    </a:cubicBezTo>
                    <a:cubicBezTo>
                      <a:pt x="52" y="7"/>
                      <a:pt x="51" y="12"/>
                      <a:pt x="49" y="16"/>
                    </a:cubicBezTo>
                    <a:cubicBezTo>
                      <a:pt x="49" y="17"/>
                      <a:pt x="49" y="18"/>
                      <a:pt x="48" y="19"/>
                    </a:cubicBezTo>
                    <a:cubicBezTo>
                      <a:pt x="74" y="19"/>
                      <a:pt x="74" y="19"/>
                      <a:pt x="74" y="19"/>
                    </a:cubicBezTo>
                    <a:cubicBezTo>
                      <a:pt x="76" y="14"/>
                      <a:pt x="79" y="10"/>
                      <a:pt x="80" y="9"/>
                    </a:cubicBezTo>
                    <a:cubicBezTo>
                      <a:pt x="83" y="8"/>
                      <a:pt x="87" y="10"/>
                      <a:pt x="89" y="8"/>
                    </a:cubicBezTo>
                    <a:cubicBezTo>
                      <a:pt x="91" y="6"/>
                      <a:pt x="88" y="3"/>
                      <a:pt x="83" y="1"/>
                    </a:cubicBezTo>
                    <a:close/>
                    <a:moveTo>
                      <a:pt x="0" y="19"/>
                    </a:moveTo>
                    <a:cubicBezTo>
                      <a:pt x="4" y="19"/>
                      <a:pt x="4" y="19"/>
                      <a:pt x="4" y="19"/>
                    </a:cubicBezTo>
                    <a:cubicBezTo>
                      <a:pt x="3" y="17"/>
                      <a:pt x="2" y="15"/>
                      <a:pt x="2" y="12"/>
                    </a:cubicBezTo>
                    <a:cubicBezTo>
                      <a:pt x="2" y="8"/>
                      <a:pt x="2" y="5"/>
                      <a:pt x="2" y="5"/>
                    </a:cubicBezTo>
                    <a:cubicBezTo>
                      <a:pt x="0" y="5"/>
                      <a:pt x="0" y="5"/>
                      <a:pt x="0" y="5"/>
                    </a:cubicBezTo>
                    <a:cubicBezTo>
                      <a:pt x="0" y="5"/>
                      <a:pt x="0" y="9"/>
                      <a:pt x="0" y="13"/>
                    </a:cubicBezTo>
                    <a:cubicBezTo>
                      <a:pt x="0" y="14"/>
                      <a:pt x="0" y="16"/>
                      <a:pt x="0" y="19"/>
                    </a:cubicBezTo>
                    <a:close/>
                    <a:moveTo>
                      <a:pt x="8" y="19"/>
                    </a:moveTo>
                    <a:cubicBezTo>
                      <a:pt x="24" y="19"/>
                      <a:pt x="24" y="19"/>
                      <a:pt x="24" y="19"/>
                    </a:cubicBezTo>
                    <a:cubicBezTo>
                      <a:pt x="24" y="17"/>
                      <a:pt x="24" y="16"/>
                      <a:pt x="24" y="14"/>
                    </a:cubicBezTo>
                    <a:cubicBezTo>
                      <a:pt x="25" y="10"/>
                      <a:pt x="30" y="12"/>
                      <a:pt x="34" y="11"/>
                    </a:cubicBezTo>
                    <a:cubicBezTo>
                      <a:pt x="38" y="10"/>
                      <a:pt x="36" y="5"/>
                      <a:pt x="28" y="3"/>
                    </a:cubicBezTo>
                    <a:cubicBezTo>
                      <a:pt x="21" y="0"/>
                      <a:pt x="17" y="4"/>
                      <a:pt x="15" y="7"/>
                    </a:cubicBezTo>
                    <a:cubicBezTo>
                      <a:pt x="13" y="10"/>
                      <a:pt x="10" y="16"/>
                      <a:pt x="8" y="19"/>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9" name="Freeform 277"/>
              <p:cNvSpPr>
                <a:spLocks noEditPoints="1"/>
              </p:cNvSpPr>
              <p:nvPr/>
            </p:nvSpPr>
            <p:spPr bwMode="auto">
              <a:xfrm>
                <a:off x="1289" y="1171"/>
                <a:ext cx="174" cy="35"/>
              </a:xfrm>
              <a:custGeom>
                <a:avLst/>
                <a:gdLst>
                  <a:gd name="T0" fmla="*/ 87 w 91"/>
                  <a:gd name="T1" fmla="*/ 0 h 18"/>
                  <a:gd name="T2" fmla="*/ 68 w 91"/>
                  <a:gd name="T3" fmla="*/ 0 h 18"/>
                  <a:gd name="T4" fmla="*/ 66 w 91"/>
                  <a:gd name="T5" fmla="*/ 4 h 18"/>
                  <a:gd name="T6" fmla="*/ 56 w 91"/>
                  <a:gd name="T7" fmla="*/ 13 h 18"/>
                  <a:gd name="T8" fmla="*/ 55 w 91"/>
                  <a:gd name="T9" fmla="*/ 5 h 18"/>
                  <a:gd name="T10" fmla="*/ 55 w 91"/>
                  <a:gd name="T11" fmla="*/ 0 h 18"/>
                  <a:gd name="T12" fmla="*/ 53 w 91"/>
                  <a:gd name="T13" fmla="*/ 0 h 18"/>
                  <a:gd name="T14" fmla="*/ 53 w 91"/>
                  <a:gd name="T15" fmla="*/ 3 h 18"/>
                  <a:gd name="T16" fmla="*/ 50 w 91"/>
                  <a:gd name="T17" fmla="*/ 14 h 18"/>
                  <a:gd name="T18" fmla="*/ 49 w 91"/>
                  <a:gd name="T19" fmla="*/ 18 h 18"/>
                  <a:gd name="T20" fmla="*/ 75 w 91"/>
                  <a:gd name="T21" fmla="*/ 18 h 18"/>
                  <a:gd name="T22" fmla="*/ 81 w 91"/>
                  <a:gd name="T23" fmla="*/ 7 h 18"/>
                  <a:gd name="T24" fmla="*/ 90 w 91"/>
                  <a:gd name="T25" fmla="*/ 6 h 18"/>
                  <a:gd name="T26" fmla="*/ 87 w 91"/>
                  <a:gd name="T27" fmla="*/ 0 h 18"/>
                  <a:gd name="T28" fmla="*/ 0 w 91"/>
                  <a:gd name="T29" fmla="*/ 18 h 18"/>
                  <a:gd name="T30" fmla="*/ 6 w 91"/>
                  <a:gd name="T31" fmla="*/ 18 h 18"/>
                  <a:gd name="T32" fmla="*/ 3 w 91"/>
                  <a:gd name="T33" fmla="*/ 10 h 18"/>
                  <a:gd name="T34" fmla="*/ 3 w 91"/>
                  <a:gd name="T35" fmla="*/ 3 h 18"/>
                  <a:gd name="T36" fmla="*/ 1 w 91"/>
                  <a:gd name="T37" fmla="*/ 3 h 18"/>
                  <a:gd name="T38" fmla="*/ 1 w 91"/>
                  <a:gd name="T39" fmla="*/ 11 h 18"/>
                  <a:gd name="T40" fmla="*/ 0 w 91"/>
                  <a:gd name="T41" fmla="*/ 18 h 18"/>
                  <a:gd name="T42" fmla="*/ 7 w 91"/>
                  <a:gd name="T43" fmla="*/ 18 h 18"/>
                  <a:gd name="T44" fmla="*/ 24 w 91"/>
                  <a:gd name="T45" fmla="*/ 18 h 18"/>
                  <a:gd name="T46" fmla="*/ 25 w 91"/>
                  <a:gd name="T47" fmla="*/ 12 h 18"/>
                  <a:gd name="T48" fmla="*/ 35 w 91"/>
                  <a:gd name="T49" fmla="*/ 9 h 18"/>
                  <a:gd name="T50" fmla="*/ 29 w 91"/>
                  <a:gd name="T51" fmla="*/ 1 h 18"/>
                  <a:gd name="T52" fmla="*/ 25 w 91"/>
                  <a:gd name="T53" fmla="*/ 0 h 18"/>
                  <a:gd name="T54" fmla="*/ 16 w 91"/>
                  <a:gd name="T55" fmla="*/ 5 h 18"/>
                  <a:gd name="T56" fmla="*/ 7 w 91"/>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1" h="18">
                    <a:moveTo>
                      <a:pt x="87" y="0"/>
                    </a:moveTo>
                    <a:cubicBezTo>
                      <a:pt x="68" y="0"/>
                      <a:pt x="68" y="0"/>
                      <a:pt x="68" y="0"/>
                    </a:cubicBezTo>
                    <a:cubicBezTo>
                      <a:pt x="68" y="1"/>
                      <a:pt x="67" y="3"/>
                      <a:pt x="66" y="4"/>
                    </a:cubicBezTo>
                    <a:cubicBezTo>
                      <a:pt x="64" y="8"/>
                      <a:pt x="57" y="14"/>
                      <a:pt x="56" y="13"/>
                    </a:cubicBezTo>
                    <a:cubicBezTo>
                      <a:pt x="54" y="12"/>
                      <a:pt x="55" y="9"/>
                      <a:pt x="55" y="5"/>
                    </a:cubicBezTo>
                    <a:cubicBezTo>
                      <a:pt x="55" y="4"/>
                      <a:pt x="55" y="2"/>
                      <a:pt x="55" y="0"/>
                    </a:cubicBezTo>
                    <a:cubicBezTo>
                      <a:pt x="53" y="0"/>
                      <a:pt x="53" y="0"/>
                      <a:pt x="53" y="0"/>
                    </a:cubicBezTo>
                    <a:cubicBezTo>
                      <a:pt x="53" y="3"/>
                      <a:pt x="53" y="3"/>
                      <a:pt x="53" y="3"/>
                    </a:cubicBezTo>
                    <a:cubicBezTo>
                      <a:pt x="53" y="5"/>
                      <a:pt x="52" y="10"/>
                      <a:pt x="50" y="14"/>
                    </a:cubicBezTo>
                    <a:cubicBezTo>
                      <a:pt x="50" y="15"/>
                      <a:pt x="49" y="17"/>
                      <a:pt x="49" y="18"/>
                    </a:cubicBezTo>
                    <a:cubicBezTo>
                      <a:pt x="75" y="18"/>
                      <a:pt x="75" y="18"/>
                      <a:pt x="75" y="18"/>
                    </a:cubicBezTo>
                    <a:cubicBezTo>
                      <a:pt x="77" y="13"/>
                      <a:pt x="79" y="8"/>
                      <a:pt x="81" y="7"/>
                    </a:cubicBezTo>
                    <a:cubicBezTo>
                      <a:pt x="84" y="6"/>
                      <a:pt x="88" y="8"/>
                      <a:pt x="90" y="6"/>
                    </a:cubicBezTo>
                    <a:cubicBezTo>
                      <a:pt x="91" y="4"/>
                      <a:pt x="90" y="2"/>
                      <a:pt x="87" y="0"/>
                    </a:cubicBezTo>
                    <a:close/>
                    <a:moveTo>
                      <a:pt x="0" y="18"/>
                    </a:moveTo>
                    <a:cubicBezTo>
                      <a:pt x="6" y="18"/>
                      <a:pt x="6" y="18"/>
                      <a:pt x="6" y="18"/>
                    </a:cubicBezTo>
                    <a:cubicBezTo>
                      <a:pt x="4" y="17"/>
                      <a:pt x="3" y="13"/>
                      <a:pt x="3" y="10"/>
                    </a:cubicBezTo>
                    <a:cubicBezTo>
                      <a:pt x="3" y="6"/>
                      <a:pt x="3" y="3"/>
                      <a:pt x="3" y="3"/>
                    </a:cubicBezTo>
                    <a:cubicBezTo>
                      <a:pt x="1" y="3"/>
                      <a:pt x="1" y="3"/>
                      <a:pt x="1" y="3"/>
                    </a:cubicBezTo>
                    <a:cubicBezTo>
                      <a:pt x="1" y="3"/>
                      <a:pt x="1" y="7"/>
                      <a:pt x="1" y="11"/>
                    </a:cubicBezTo>
                    <a:cubicBezTo>
                      <a:pt x="1" y="12"/>
                      <a:pt x="1" y="15"/>
                      <a:pt x="0" y="18"/>
                    </a:cubicBezTo>
                    <a:close/>
                    <a:moveTo>
                      <a:pt x="7" y="18"/>
                    </a:moveTo>
                    <a:cubicBezTo>
                      <a:pt x="24" y="18"/>
                      <a:pt x="24" y="18"/>
                      <a:pt x="24" y="18"/>
                    </a:cubicBezTo>
                    <a:cubicBezTo>
                      <a:pt x="25" y="16"/>
                      <a:pt x="25" y="14"/>
                      <a:pt x="25" y="12"/>
                    </a:cubicBezTo>
                    <a:cubicBezTo>
                      <a:pt x="26" y="8"/>
                      <a:pt x="31" y="10"/>
                      <a:pt x="35" y="9"/>
                    </a:cubicBezTo>
                    <a:cubicBezTo>
                      <a:pt x="39" y="8"/>
                      <a:pt x="37" y="3"/>
                      <a:pt x="29" y="1"/>
                    </a:cubicBezTo>
                    <a:cubicBezTo>
                      <a:pt x="28" y="0"/>
                      <a:pt x="26" y="0"/>
                      <a:pt x="25" y="0"/>
                    </a:cubicBezTo>
                    <a:cubicBezTo>
                      <a:pt x="20" y="0"/>
                      <a:pt x="17" y="3"/>
                      <a:pt x="16" y="5"/>
                    </a:cubicBezTo>
                    <a:cubicBezTo>
                      <a:pt x="14" y="9"/>
                      <a:pt x="10" y="17"/>
                      <a:pt x="7" y="18"/>
                    </a:cubicBezTo>
                    <a:close/>
                  </a:path>
                </a:pathLst>
              </a:custGeom>
              <a:solidFill>
                <a:srgbClr val="DB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0" name="Freeform 278"/>
              <p:cNvSpPr>
                <a:spLocks noEditPoints="1"/>
              </p:cNvSpPr>
              <p:nvPr/>
            </p:nvSpPr>
            <p:spPr bwMode="auto">
              <a:xfrm>
                <a:off x="1289" y="1173"/>
                <a:ext cx="174" cy="36"/>
              </a:xfrm>
              <a:custGeom>
                <a:avLst/>
                <a:gdLst>
                  <a:gd name="T0" fmla="*/ 88 w 91"/>
                  <a:gd name="T1" fmla="*/ 0 h 19"/>
                  <a:gd name="T2" fmla="*/ 68 w 91"/>
                  <a:gd name="T3" fmla="*/ 0 h 19"/>
                  <a:gd name="T4" fmla="*/ 66 w 91"/>
                  <a:gd name="T5" fmla="*/ 3 h 19"/>
                  <a:gd name="T6" fmla="*/ 56 w 91"/>
                  <a:gd name="T7" fmla="*/ 12 h 19"/>
                  <a:gd name="T8" fmla="*/ 55 w 91"/>
                  <a:gd name="T9" fmla="*/ 4 h 19"/>
                  <a:gd name="T10" fmla="*/ 55 w 91"/>
                  <a:gd name="T11" fmla="*/ 0 h 19"/>
                  <a:gd name="T12" fmla="*/ 53 w 91"/>
                  <a:gd name="T13" fmla="*/ 0 h 19"/>
                  <a:gd name="T14" fmla="*/ 53 w 91"/>
                  <a:gd name="T15" fmla="*/ 2 h 19"/>
                  <a:gd name="T16" fmla="*/ 50 w 91"/>
                  <a:gd name="T17" fmla="*/ 13 h 19"/>
                  <a:gd name="T18" fmla="*/ 49 w 91"/>
                  <a:gd name="T19" fmla="*/ 18 h 19"/>
                  <a:gd name="T20" fmla="*/ 74 w 91"/>
                  <a:gd name="T21" fmla="*/ 18 h 19"/>
                  <a:gd name="T22" fmla="*/ 81 w 91"/>
                  <a:gd name="T23" fmla="*/ 6 h 19"/>
                  <a:gd name="T24" fmla="*/ 90 w 91"/>
                  <a:gd name="T25" fmla="*/ 5 h 19"/>
                  <a:gd name="T26" fmla="*/ 88 w 91"/>
                  <a:gd name="T27" fmla="*/ 0 h 19"/>
                  <a:gd name="T28" fmla="*/ 31 w 91"/>
                  <a:gd name="T29" fmla="*/ 0 h 19"/>
                  <a:gd name="T30" fmla="*/ 20 w 91"/>
                  <a:gd name="T31" fmla="*/ 0 h 19"/>
                  <a:gd name="T32" fmla="*/ 16 w 91"/>
                  <a:gd name="T33" fmla="*/ 4 h 19"/>
                  <a:gd name="T34" fmla="*/ 7 w 91"/>
                  <a:gd name="T35" fmla="*/ 17 h 19"/>
                  <a:gd name="T36" fmla="*/ 3 w 91"/>
                  <a:gd name="T37" fmla="*/ 9 h 19"/>
                  <a:gd name="T38" fmla="*/ 3 w 91"/>
                  <a:gd name="T39" fmla="*/ 2 h 19"/>
                  <a:gd name="T40" fmla="*/ 1 w 91"/>
                  <a:gd name="T41" fmla="*/ 2 h 19"/>
                  <a:gd name="T42" fmla="*/ 1 w 91"/>
                  <a:gd name="T43" fmla="*/ 10 h 19"/>
                  <a:gd name="T44" fmla="*/ 0 w 91"/>
                  <a:gd name="T45" fmla="*/ 18 h 19"/>
                  <a:gd name="T46" fmla="*/ 24 w 91"/>
                  <a:gd name="T47" fmla="*/ 18 h 19"/>
                  <a:gd name="T48" fmla="*/ 25 w 91"/>
                  <a:gd name="T49" fmla="*/ 11 h 19"/>
                  <a:gd name="T50" fmla="*/ 35 w 91"/>
                  <a:gd name="T51" fmla="*/ 8 h 19"/>
                  <a:gd name="T52" fmla="*/ 31 w 91"/>
                  <a:gd name="T5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1" h="19">
                    <a:moveTo>
                      <a:pt x="88" y="0"/>
                    </a:moveTo>
                    <a:cubicBezTo>
                      <a:pt x="68" y="0"/>
                      <a:pt x="68" y="0"/>
                      <a:pt x="68" y="0"/>
                    </a:cubicBezTo>
                    <a:cubicBezTo>
                      <a:pt x="67" y="1"/>
                      <a:pt x="67" y="2"/>
                      <a:pt x="66" y="3"/>
                    </a:cubicBezTo>
                    <a:cubicBezTo>
                      <a:pt x="64" y="7"/>
                      <a:pt x="57" y="13"/>
                      <a:pt x="56" y="12"/>
                    </a:cubicBezTo>
                    <a:cubicBezTo>
                      <a:pt x="54" y="11"/>
                      <a:pt x="55" y="8"/>
                      <a:pt x="55" y="4"/>
                    </a:cubicBezTo>
                    <a:cubicBezTo>
                      <a:pt x="55" y="3"/>
                      <a:pt x="55" y="2"/>
                      <a:pt x="55" y="0"/>
                    </a:cubicBezTo>
                    <a:cubicBezTo>
                      <a:pt x="53" y="0"/>
                      <a:pt x="53" y="0"/>
                      <a:pt x="53" y="0"/>
                    </a:cubicBezTo>
                    <a:cubicBezTo>
                      <a:pt x="53" y="2"/>
                      <a:pt x="53" y="2"/>
                      <a:pt x="53" y="2"/>
                    </a:cubicBezTo>
                    <a:cubicBezTo>
                      <a:pt x="53" y="4"/>
                      <a:pt x="52" y="9"/>
                      <a:pt x="50" y="13"/>
                    </a:cubicBezTo>
                    <a:cubicBezTo>
                      <a:pt x="50" y="15"/>
                      <a:pt x="49" y="17"/>
                      <a:pt x="49" y="18"/>
                    </a:cubicBezTo>
                    <a:cubicBezTo>
                      <a:pt x="74" y="18"/>
                      <a:pt x="74" y="18"/>
                      <a:pt x="74" y="18"/>
                    </a:cubicBezTo>
                    <a:cubicBezTo>
                      <a:pt x="77" y="13"/>
                      <a:pt x="79" y="7"/>
                      <a:pt x="81" y="6"/>
                    </a:cubicBezTo>
                    <a:cubicBezTo>
                      <a:pt x="84" y="5"/>
                      <a:pt x="88" y="7"/>
                      <a:pt x="90" y="5"/>
                    </a:cubicBezTo>
                    <a:cubicBezTo>
                      <a:pt x="91" y="3"/>
                      <a:pt x="90" y="2"/>
                      <a:pt x="88" y="0"/>
                    </a:cubicBezTo>
                    <a:close/>
                    <a:moveTo>
                      <a:pt x="31" y="0"/>
                    </a:moveTo>
                    <a:cubicBezTo>
                      <a:pt x="20" y="0"/>
                      <a:pt x="20" y="0"/>
                      <a:pt x="20" y="0"/>
                    </a:cubicBezTo>
                    <a:cubicBezTo>
                      <a:pt x="18" y="1"/>
                      <a:pt x="17" y="3"/>
                      <a:pt x="16" y="4"/>
                    </a:cubicBezTo>
                    <a:cubicBezTo>
                      <a:pt x="14" y="8"/>
                      <a:pt x="10" y="16"/>
                      <a:pt x="7" y="17"/>
                    </a:cubicBezTo>
                    <a:cubicBezTo>
                      <a:pt x="5" y="19"/>
                      <a:pt x="4" y="13"/>
                      <a:pt x="3" y="9"/>
                    </a:cubicBezTo>
                    <a:cubicBezTo>
                      <a:pt x="3" y="5"/>
                      <a:pt x="3" y="2"/>
                      <a:pt x="3" y="2"/>
                    </a:cubicBezTo>
                    <a:cubicBezTo>
                      <a:pt x="1" y="2"/>
                      <a:pt x="1" y="2"/>
                      <a:pt x="1" y="2"/>
                    </a:cubicBezTo>
                    <a:cubicBezTo>
                      <a:pt x="1" y="2"/>
                      <a:pt x="1" y="6"/>
                      <a:pt x="1" y="10"/>
                    </a:cubicBezTo>
                    <a:cubicBezTo>
                      <a:pt x="1" y="11"/>
                      <a:pt x="1" y="15"/>
                      <a:pt x="0" y="18"/>
                    </a:cubicBezTo>
                    <a:cubicBezTo>
                      <a:pt x="24" y="18"/>
                      <a:pt x="24" y="18"/>
                      <a:pt x="24" y="18"/>
                    </a:cubicBezTo>
                    <a:cubicBezTo>
                      <a:pt x="25" y="16"/>
                      <a:pt x="25" y="13"/>
                      <a:pt x="25" y="11"/>
                    </a:cubicBezTo>
                    <a:cubicBezTo>
                      <a:pt x="26" y="7"/>
                      <a:pt x="31" y="9"/>
                      <a:pt x="35" y="8"/>
                    </a:cubicBezTo>
                    <a:cubicBezTo>
                      <a:pt x="39" y="7"/>
                      <a:pt x="37" y="3"/>
                      <a:pt x="31" y="0"/>
                    </a:cubicBezTo>
                    <a:close/>
                  </a:path>
                </a:pathLst>
              </a:custGeom>
              <a:solidFill>
                <a:srgbClr val="DCD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1" name="Freeform 279"/>
              <p:cNvSpPr>
                <a:spLocks noEditPoints="1"/>
              </p:cNvSpPr>
              <p:nvPr/>
            </p:nvSpPr>
            <p:spPr bwMode="auto">
              <a:xfrm>
                <a:off x="1289" y="1175"/>
                <a:ext cx="174" cy="36"/>
              </a:xfrm>
              <a:custGeom>
                <a:avLst/>
                <a:gdLst>
                  <a:gd name="T0" fmla="*/ 90 w 91"/>
                  <a:gd name="T1" fmla="*/ 0 h 19"/>
                  <a:gd name="T2" fmla="*/ 67 w 91"/>
                  <a:gd name="T3" fmla="*/ 0 h 19"/>
                  <a:gd name="T4" fmla="*/ 66 w 91"/>
                  <a:gd name="T5" fmla="*/ 2 h 19"/>
                  <a:gd name="T6" fmla="*/ 56 w 91"/>
                  <a:gd name="T7" fmla="*/ 11 h 19"/>
                  <a:gd name="T8" fmla="*/ 55 w 91"/>
                  <a:gd name="T9" fmla="*/ 3 h 19"/>
                  <a:gd name="T10" fmla="*/ 55 w 91"/>
                  <a:gd name="T11" fmla="*/ 0 h 19"/>
                  <a:gd name="T12" fmla="*/ 53 w 91"/>
                  <a:gd name="T13" fmla="*/ 0 h 19"/>
                  <a:gd name="T14" fmla="*/ 53 w 91"/>
                  <a:gd name="T15" fmla="*/ 1 h 19"/>
                  <a:gd name="T16" fmla="*/ 50 w 91"/>
                  <a:gd name="T17" fmla="*/ 12 h 19"/>
                  <a:gd name="T18" fmla="*/ 49 w 91"/>
                  <a:gd name="T19" fmla="*/ 19 h 19"/>
                  <a:gd name="T20" fmla="*/ 74 w 91"/>
                  <a:gd name="T21" fmla="*/ 19 h 19"/>
                  <a:gd name="T22" fmla="*/ 81 w 91"/>
                  <a:gd name="T23" fmla="*/ 5 h 19"/>
                  <a:gd name="T24" fmla="*/ 90 w 91"/>
                  <a:gd name="T25" fmla="*/ 4 h 19"/>
                  <a:gd name="T26" fmla="*/ 90 w 91"/>
                  <a:gd name="T27" fmla="*/ 0 h 19"/>
                  <a:gd name="T28" fmla="*/ 34 w 91"/>
                  <a:gd name="T29" fmla="*/ 0 h 19"/>
                  <a:gd name="T30" fmla="*/ 18 w 91"/>
                  <a:gd name="T31" fmla="*/ 0 h 19"/>
                  <a:gd name="T32" fmla="*/ 16 w 91"/>
                  <a:gd name="T33" fmla="*/ 3 h 19"/>
                  <a:gd name="T34" fmla="*/ 7 w 91"/>
                  <a:gd name="T35" fmla="*/ 16 h 19"/>
                  <a:gd name="T36" fmla="*/ 3 w 91"/>
                  <a:gd name="T37" fmla="*/ 8 h 19"/>
                  <a:gd name="T38" fmla="*/ 3 w 91"/>
                  <a:gd name="T39" fmla="*/ 1 h 19"/>
                  <a:gd name="T40" fmla="*/ 1 w 91"/>
                  <a:gd name="T41" fmla="*/ 1 h 19"/>
                  <a:gd name="T42" fmla="*/ 1 w 91"/>
                  <a:gd name="T43" fmla="*/ 9 h 19"/>
                  <a:gd name="T44" fmla="*/ 0 w 91"/>
                  <a:gd name="T45" fmla="*/ 19 h 19"/>
                  <a:gd name="T46" fmla="*/ 24 w 91"/>
                  <a:gd name="T47" fmla="*/ 19 h 19"/>
                  <a:gd name="T48" fmla="*/ 25 w 91"/>
                  <a:gd name="T49" fmla="*/ 10 h 19"/>
                  <a:gd name="T50" fmla="*/ 35 w 91"/>
                  <a:gd name="T51" fmla="*/ 7 h 19"/>
                  <a:gd name="T52" fmla="*/ 34 w 91"/>
                  <a:gd name="T5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1" h="19">
                    <a:moveTo>
                      <a:pt x="90" y="0"/>
                    </a:moveTo>
                    <a:cubicBezTo>
                      <a:pt x="67" y="0"/>
                      <a:pt x="67" y="0"/>
                      <a:pt x="67" y="0"/>
                    </a:cubicBezTo>
                    <a:cubicBezTo>
                      <a:pt x="67" y="1"/>
                      <a:pt x="66" y="1"/>
                      <a:pt x="66" y="2"/>
                    </a:cubicBezTo>
                    <a:cubicBezTo>
                      <a:pt x="64" y="6"/>
                      <a:pt x="57" y="12"/>
                      <a:pt x="56" y="11"/>
                    </a:cubicBezTo>
                    <a:cubicBezTo>
                      <a:pt x="54" y="10"/>
                      <a:pt x="55" y="7"/>
                      <a:pt x="55" y="3"/>
                    </a:cubicBezTo>
                    <a:cubicBezTo>
                      <a:pt x="55" y="2"/>
                      <a:pt x="55" y="1"/>
                      <a:pt x="55" y="0"/>
                    </a:cubicBezTo>
                    <a:cubicBezTo>
                      <a:pt x="53" y="0"/>
                      <a:pt x="53" y="0"/>
                      <a:pt x="53" y="0"/>
                    </a:cubicBezTo>
                    <a:cubicBezTo>
                      <a:pt x="53" y="1"/>
                      <a:pt x="53" y="1"/>
                      <a:pt x="53" y="1"/>
                    </a:cubicBezTo>
                    <a:cubicBezTo>
                      <a:pt x="53" y="3"/>
                      <a:pt x="52" y="8"/>
                      <a:pt x="50" y="12"/>
                    </a:cubicBezTo>
                    <a:cubicBezTo>
                      <a:pt x="50" y="14"/>
                      <a:pt x="49" y="17"/>
                      <a:pt x="49" y="19"/>
                    </a:cubicBezTo>
                    <a:cubicBezTo>
                      <a:pt x="74" y="19"/>
                      <a:pt x="74" y="19"/>
                      <a:pt x="74" y="19"/>
                    </a:cubicBezTo>
                    <a:cubicBezTo>
                      <a:pt x="76" y="13"/>
                      <a:pt x="79" y="6"/>
                      <a:pt x="81" y="5"/>
                    </a:cubicBezTo>
                    <a:cubicBezTo>
                      <a:pt x="84" y="4"/>
                      <a:pt x="88" y="6"/>
                      <a:pt x="90" y="4"/>
                    </a:cubicBezTo>
                    <a:cubicBezTo>
                      <a:pt x="91" y="3"/>
                      <a:pt x="91" y="2"/>
                      <a:pt x="90" y="0"/>
                    </a:cubicBezTo>
                    <a:close/>
                    <a:moveTo>
                      <a:pt x="34" y="0"/>
                    </a:moveTo>
                    <a:cubicBezTo>
                      <a:pt x="18" y="0"/>
                      <a:pt x="18" y="0"/>
                      <a:pt x="18" y="0"/>
                    </a:cubicBezTo>
                    <a:cubicBezTo>
                      <a:pt x="17" y="1"/>
                      <a:pt x="16" y="2"/>
                      <a:pt x="16" y="3"/>
                    </a:cubicBezTo>
                    <a:cubicBezTo>
                      <a:pt x="14" y="7"/>
                      <a:pt x="10" y="15"/>
                      <a:pt x="7" y="16"/>
                    </a:cubicBezTo>
                    <a:cubicBezTo>
                      <a:pt x="5" y="18"/>
                      <a:pt x="4" y="12"/>
                      <a:pt x="3" y="8"/>
                    </a:cubicBezTo>
                    <a:cubicBezTo>
                      <a:pt x="3" y="4"/>
                      <a:pt x="3" y="1"/>
                      <a:pt x="3" y="1"/>
                    </a:cubicBezTo>
                    <a:cubicBezTo>
                      <a:pt x="1" y="1"/>
                      <a:pt x="1" y="1"/>
                      <a:pt x="1" y="1"/>
                    </a:cubicBezTo>
                    <a:cubicBezTo>
                      <a:pt x="1" y="1"/>
                      <a:pt x="1" y="5"/>
                      <a:pt x="1" y="9"/>
                    </a:cubicBezTo>
                    <a:cubicBezTo>
                      <a:pt x="1" y="11"/>
                      <a:pt x="1" y="15"/>
                      <a:pt x="0" y="19"/>
                    </a:cubicBezTo>
                    <a:cubicBezTo>
                      <a:pt x="24" y="19"/>
                      <a:pt x="24" y="19"/>
                      <a:pt x="24" y="19"/>
                    </a:cubicBezTo>
                    <a:cubicBezTo>
                      <a:pt x="24" y="15"/>
                      <a:pt x="25" y="12"/>
                      <a:pt x="25" y="10"/>
                    </a:cubicBezTo>
                    <a:cubicBezTo>
                      <a:pt x="26" y="6"/>
                      <a:pt x="31" y="8"/>
                      <a:pt x="35" y="7"/>
                    </a:cubicBezTo>
                    <a:cubicBezTo>
                      <a:pt x="39" y="6"/>
                      <a:pt x="38" y="3"/>
                      <a:pt x="34"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2" name="Freeform 280"/>
              <p:cNvSpPr>
                <a:spLocks noEditPoints="1"/>
              </p:cNvSpPr>
              <p:nvPr/>
            </p:nvSpPr>
            <p:spPr bwMode="auto">
              <a:xfrm>
                <a:off x="1289" y="1179"/>
                <a:ext cx="174" cy="34"/>
              </a:xfrm>
              <a:custGeom>
                <a:avLst/>
                <a:gdLst>
                  <a:gd name="T0" fmla="*/ 90 w 91"/>
                  <a:gd name="T1" fmla="*/ 0 h 18"/>
                  <a:gd name="T2" fmla="*/ 66 w 91"/>
                  <a:gd name="T3" fmla="*/ 0 h 18"/>
                  <a:gd name="T4" fmla="*/ 66 w 91"/>
                  <a:gd name="T5" fmla="*/ 0 h 18"/>
                  <a:gd name="T6" fmla="*/ 56 w 91"/>
                  <a:gd name="T7" fmla="*/ 9 h 18"/>
                  <a:gd name="T8" fmla="*/ 55 w 91"/>
                  <a:gd name="T9" fmla="*/ 1 h 18"/>
                  <a:gd name="T10" fmla="*/ 55 w 91"/>
                  <a:gd name="T11" fmla="*/ 0 h 18"/>
                  <a:gd name="T12" fmla="*/ 53 w 91"/>
                  <a:gd name="T13" fmla="*/ 0 h 18"/>
                  <a:gd name="T14" fmla="*/ 50 w 91"/>
                  <a:gd name="T15" fmla="*/ 10 h 18"/>
                  <a:gd name="T16" fmla="*/ 49 w 91"/>
                  <a:gd name="T17" fmla="*/ 18 h 18"/>
                  <a:gd name="T18" fmla="*/ 73 w 91"/>
                  <a:gd name="T19" fmla="*/ 18 h 18"/>
                  <a:gd name="T20" fmla="*/ 81 w 91"/>
                  <a:gd name="T21" fmla="*/ 3 h 18"/>
                  <a:gd name="T22" fmla="*/ 90 w 91"/>
                  <a:gd name="T23" fmla="*/ 2 h 18"/>
                  <a:gd name="T24" fmla="*/ 90 w 91"/>
                  <a:gd name="T25" fmla="*/ 0 h 18"/>
                  <a:gd name="T26" fmla="*/ 36 w 91"/>
                  <a:gd name="T27" fmla="*/ 0 h 18"/>
                  <a:gd name="T28" fmla="*/ 17 w 91"/>
                  <a:gd name="T29" fmla="*/ 0 h 18"/>
                  <a:gd name="T30" fmla="*/ 16 w 91"/>
                  <a:gd name="T31" fmla="*/ 1 h 18"/>
                  <a:gd name="T32" fmla="*/ 7 w 91"/>
                  <a:gd name="T33" fmla="*/ 14 h 18"/>
                  <a:gd name="T34" fmla="*/ 3 w 91"/>
                  <a:gd name="T35" fmla="*/ 6 h 18"/>
                  <a:gd name="T36" fmla="*/ 3 w 91"/>
                  <a:gd name="T37" fmla="*/ 0 h 18"/>
                  <a:gd name="T38" fmla="*/ 1 w 91"/>
                  <a:gd name="T39" fmla="*/ 0 h 18"/>
                  <a:gd name="T40" fmla="*/ 1 w 91"/>
                  <a:gd name="T41" fmla="*/ 7 h 18"/>
                  <a:gd name="T42" fmla="*/ 0 w 91"/>
                  <a:gd name="T43" fmla="*/ 18 h 18"/>
                  <a:gd name="T44" fmla="*/ 24 w 91"/>
                  <a:gd name="T45" fmla="*/ 18 h 18"/>
                  <a:gd name="T46" fmla="*/ 25 w 91"/>
                  <a:gd name="T47" fmla="*/ 8 h 18"/>
                  <a:gd name="T48" fmla="*/ 35 w 91"/>
                  <a:gd name="T49" fmla="*/ 5 h 18"/>
                  <a:gd name="T50" fmla="*/ 36 w 91"/>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1" h="18">
                    <a:moveTo>
                      <a:pt x="90" y="0"/>
                    </a:moveTo>
                    <a:cubicBezTo>
                      <a:pt x="66" y="0"/>
                      <a:pt x="66" y="0"/>
                      <a:pt x="66" y="0"/>
                    </a:cubicBezTo>
                    <a:cubicBezTo>
                      <a:pt x="66" y="0"/>
                      <a:pt x="66" y="0"/>
                      <a:pt x="66" y="0"/>
                    </a:cubicBezTo>
                    <a:cubicBezTo>
                      <a:pt x="64" y="4"/>
                      <a:pt x="57" y="10"/>
                      <a:pt x="56" y="9"/>
                    </a:cubicBezTo>
                    <a:cubicBezTo>
                      <a:pt x="54" y="8"/>
                      <a:pt x="55" y="5"/>
                      <a:pt x="55" y="1"/>
                    </a:cubicBezTo>
                    <a:cubicBezTo>
                      <a:pt x="55" y="1"/>
                      <a:pt x="55" y="0"/>
                      <a:pt x="55" y="0"/>
                    </a:cubicBezTo>
                    <a:cubicBezTo>
                      <a:pt x="53" y="0"/>
                      <a:pt x="53" y="0"/>
                      <a:pt x="53" y="0"/>
                    </a:cubicBezTo>
                    <a:cubicBezTo>
                      <a:pt x="53" y="2"/>
                      <a:pt x="52" y="7"/>
                      <a:pt x="50" y="10"/>
                    </a:cubicBezTo>
                    <a:cubicBezTo>
                      <a:pt x="49" y="13"/>
                      <a:pt x="49" y="16"/>
                      <a:pt x="49" y="18"/>
                    </a:cubicBezTo>
                    <a:cubicBezTo>
                      <a:pt x="73" y="18"/>
                      <a:pt x="73" y="18"/>
                      <a:pt x="73" y="18"/>
                    </a:cubicBezTo>
                    <a:cubicBezTo>
                      <a:pt x="76" y="11"/>
                      <a:pt x="79" y="5"/>
                      <a:pt x="81" y="3"/>
                    </a:cubicBezTo>
                    <a:cubicBezTo>
                      <a:pt x="84" y="2"/>
                      <a:pt x="88" y="4"/>
                      <a:pt x="90" y="2"/>
                    </a:cubicBezTo>
                    <a:cubicBezTo>
                      <a:pt x="90" y="1"/>
                      <a:pt x="91" y="0"/>
                      <a:pt x="90" y="0"/>
                    </a:cubicBezTo>
                    <a:close/>
                    <a:moveTo>
                      <a:pt x="36" y="0"/>
                    </a:moveTo>
                    <a:cubicBezTo>
                      <a:pt x="17" y="0"/>
                      <a:pt x="17" y="0"/>
                      <a:pt x="17" y="0"/>
                    </a:cubicBezTo>
                    <a:cubicBezTo>
                      <a:pt x="17" y="0"/>
                      <a:pt x="16" y="1"/>
                      <a:pt x="16" y="1"/>
                    </a:cubicBezTo>
                    <a:cubicBezTo>
                      <a:pt x="14" y="5"/>
                      <a:pt x="10" y="13"/>
                      <a:pt x="7" y="14"/>
                    </a:cubicBezTo>
                    <a:cubicBezTo>
                      <a:pt x="5" y="16"/>
                      <a:pt x="4" y="10"/>
                      <a:pt x="3" y="6"/>
                    </a:cubicBezTo>
                    <a:cubicBezTo>
                      <a:pt x="3" y="4"/>
                      <a:pt x="3" y="1"/>
                      <a:pt x="3" y="0"/>
                    </a:cubicBezTo>
                    <a:cubicBezTo>
                      <a:pt x="1" y="0"/>
                      <a:pt x="1" y="0"/>
                      <a:pt x="1" y="0"/>
                    </a:cubicBezTo>
                    <a:cubicBezTo>
                      <a:pt x="1" y="7"/>
                      <a:pt x="1" y="7"/>
                      <a:pt x="1" y="7"/>
                    </a:cubicBezTo>
                    <a:cubicBezTo>
                      <a:pt x="1" y="9"/>
                      <a:pt x="0" y="13"/>
                      <a:pt x="0" y="18"/>
                    </a:cubicBezTo>
                    <a:cubicBezTo>
                      <a:pt x="24" y="18"/>
                      <a:pt x="24" y="18"/>
                      <a:pt x="24" y="18"/>
                    </a:cubicBezTo>
                    <a:cubicBezTo>
                      <a:pt x="24" y="14"/>
                      <a:pt x="25" y="11"/>
                      <a:pt x="25" y="8"/>
                    </a:cubicBezTo>
                    <a:cubicBezTo>
                      <a:pt x="26" y="4"/>
                      <a:pt x="31" y="6"/>
                      <a:pt x="35" y="5"/>
                    </a:cubicBezTo>
                    <a:cubicBezTo>
                      <a:pt x="38" y="4"/>
                      <a:pt x="38" y="2"/>
                      <a:pt x="36"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3" name="Freeform 281"/>
              <p:cNvSpPr>
                <a:spLocks noEditPoints="1"/>
              </p:cNvSpPr>
              <p:nvPr/>
            </p:nvSpPr>
            <p:spPr bwMode="auto">
              <a:xfrm>
                <a:off x="1289" y="1181"/>
                <a:ext cx="172" cy="34"/>
              </a:xfrm>
              <a:custGeom>
                <a:avLst/>
                <a:gdLst>
                  <a:gd name="T0" fmla="*/ 90 w 90"/>
                  <a:gd name="T1" fmla="*/ 0 h 18"/>
                  <a:gd name="T2" fmla="*/ 65 w 90"/>
                  <a:gd name="T3" fmla="*/ 0 h 18"/>
                  <a:gd name="T4" fmla="*/ 56 w 90"/>
                  <a:gd name="T5" fmla="*/ 8 h 18"/>
                  <a:gd name="T6" fmla="*/ 55 w 90"/>
                  <a:gd name="T7" fmla="*/ 0 h 18"/>
                  <a:gd name="T8" fmla="*/ 55 w 90"/>
                  <a:gd name="T9" fmla="*/ 0 h 18"/>
                  <a:gd name="T10" fmla="*/ 53 w 90"/>
                  <a:gd name="T11" fmla="*/ 0 h 18"/>
                  <a:gd name="T12" fmla="*/ 50 w 90"/>
                  <a:gd name="T13" fmla="*/ 9 h 18"/>
                  <a:gd name="T14" fmla="*/ 49 w 90"/>
                  <a:gd name="T15" fmla="*/ 18 h 18"/>
                  <a:gd name="T16" fmla="*/ 73 w 90"/>
                  <a:gd name="T17" fmla="*/ 18 h 18"/>
                  <a:gd name="T18" fmla="*/ 81 w 90"/>
                  <a:gd name="T19" fmla="*/ 2 h 18"/>
                  <a:gd name="T20" fmla="*/ 90 w 90"/>
                  <a:gd name="T21" fmla="*/ 1 h 18"/>
                  <a:gd name="T22" fmla="*/ 90 w 90"/>
                  <a:gd name="T23" fmla="*/ 0 h 18"/>
                  <a:gd name="T24" fmla="*/ 37 w 90"/>
                  <a:gd name="T25" fmla="*/ 0 h 18"/>
                  <a:gd name="T26" fmla="*/ 16 w 90"/>
                  <a:gd name="T27" fmla="*/ 0 h 18"/>
                  <a:gd name="T28" fmla="*/ 16 w 90"/>
                  <a:gd name="T29" fmla="*/ 0 h 18"/>
                  <a:gd name="T30" fmla="*/ 7 w 90"/>
                  <a:gd name="T31" fmla="*/ 13 h 18"/>
                  <a:gd name="T32" fmla="*/ 3 w 90"/>
                  <a:gd name="T33" fmla="*/ 5 h 18"/>
                  <a:gd name="T34" fmla="*/ 3 w 90"/>
                  <a:gd name="T35" fmla="*/ 0 h 18"/>
                  <a:gd name="T36" fmla="*/ 1 w 90"/>
                  <a:gd name="T37" fmla="*/ 0 h 18"/>
                  <a:gd name="T38" fmla="*/ 1 w 90"/>
                  <a:gd name="T39" fmla="*/ 6 h 18"/>
                  <a:gd name="T40" fmla="*/ 0 w 90"/>
                  <a:gd name="T41" fmla="*/ 18 h 18"/>
                  <a:gd name="T42" fmla="*/ 24 w 90"/>
                  <a:gd name="T43" fmla="*/ 18 h 18"/>
                  <a:gd name="T44" fmla="*/ 25 w 90"/>
                  <a:gd name="T45" fmla="*/ 7 h 18"/>
                  <a:gd name="T46" fmla="*/ 35 w 90"/>
                  <a:gd name="T47" fmla="*/ 4 h 18"/>
                  <a:gd name="T48" fmla="*/ 37 w 90"/>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18">
                    <a:moveTo>
                      <a:pt x="90" y="0"/>
                    </a:moveTo>
                    <a:cubicBezTo>
                      <a:pt x="65" y="0"/>
                      <a:pt x="65" y="0"/>
                      <a:pt x="65" y="0"/>
                    </a:cubicBezTo>
                    <a:cubicBezTo>
                      <a:pt x="62" y="4"/>
                      <a:pt x="57" y="9"/>
                      <a:pt x="56" y="8"/>
                    </a:cubicBezTo>
                    <a:cubicBezTo>
                      <a:pt x="54" y="7"/>
                      <a:pt x="55" y="4"/>
                      <a:pt x="55" y="0"/>
                    </a:cubicBezTo>
                    <a:cubicBezTo>
                      <a:pt x="55" y="0"/>
                      <a:pt x="55" y="0"/>
                      <a:pt x="55" y="0"/>
                    </a:cubicBezTo>
                    <a:cubicBezTo>
                      <a:pt x="53" y="0"/>
                      <a:pt x="53" y="0"/>
                      <a:pt x="53" y="0"/>
                    </a:cubicBezTo>
                    <a:cubicBezTo>
                      <a:pt x="52" y="3"/>
                      <a:pt x="52" y="6"/>
                      <a:pt x="50" y="9"/>
                    </a:cubicBezTo>
                    <a:cubicBezTo>
                      <a:pt x="49" y="12"/>
                      <a:pt x="48" y="16"/>
                      <a:pt x="49" y="18"/>
                    </a:cubicBezTo>
                    <a:cubicBezTo>
                      <a:pt x="73" y="18"/>
                      <a:pt x="73" y="18"/>
                      <a:pt x="73" y="18"/>
                    </a:cubicBezTo>
                    <a:cubicBezTo>
                      <a:pt x="75" y="11"/>
                      <a:pt x="79" y="4"/>
                      <a:pt x="81" y="2"/>
                    </a:cubicBezTo>
                    <a:cubicBezTo>
                      <a:pt x="84" y="1"/>
                      <a:pt x="88" y="3"/>
                      <a:pt x="90" y="1"/>
                    </a:cubicBezTo>
                    <a:cubicBezTo>
                      <a:pt x="90" y="0"/>
                      <a:pt x="90" y="0"/>
                      <a:pt x="90" y="0"/>
                    </a:cubicBezTo>
                    <a:close/>
                    <a:moveTo>
                      <a:pt x="37" y="0"/>
                    </a:moveTo>
                    <a:cubicBezTo>
                      <a:pt x="16" y="0"/>
                      <a:pt x="16" y="0"/>
                      <a:pt x="16" y="0"/>
                    </a:cubicBezTo>
                    <a:cubicBezTo>
                      <a:pt x="16" y="0"/>
                      <a:pt x="16" y="0"/>
                      <a:pt x="16" y="0"/>
                    </a:cubicBezTo>
                    <a:cubicBezTo>
                      <a:pt x="14" y="4"/>
                      <a:pt x="10" y="12"/>
                      <a:pt x="7" y="13"/>
                    </a:cubicBezTo>
                    <a:cubicBezTo>
                      <a:pt x="5" y="15"/>
                      <a:pt x="4" y="9"/>
                      <a:pt x="3" y="5"/>
                    </a:cubicBezTo>
                    <a:cubicBezTo>
                      <a:pt x="3" y="3"/>
                      <a:pt x="3" y="1"/>
                      <a:pt x="3" y="0"/>
                    </a:cubicBezTo>
                    <a:cubicBezTo>
                      <a:pt x="1" y="0"/>
                      <a:pt x="1" y="0"/>
                      <a:pt x="1" y="0"/>
                    </a:cubicBezTo>
                    <a:cubicBezTo>
                      <a:pt x="1" y="6"/>
                      <a:pt x="1" y="6"/>
                      <a:pt x="1" y="6"/>
                    </a:cubicBezTo>
                    <a:cubicBezTo>
                      <a:pt x="1" y="8"/>
                      <a:pt x="0" y="13"/>
                      <a:pt x="0" y="18"/>
                    </a:cubicBezTo>
                    <a:cubicBezTo>
                      <a:pt x="24" y="18"/>
                      <a:pt x="24" y="18"/>
                      <a:pt x="24" y="18"/>
                    </a:cubicBezTo>
                    <a:cubicBezTo>
                      <a:pt x="24" y="14"/>
                      <a:pt x="25" y="10"/>
                      <a:pt x="25" y="7"/>
                    </a:cubicBezTo>
                    <a:cubicBezTo>
                      <a:pt x="26" y="3"/>
                      <a:pt x="31" y="5"/>
                      <a:pt x="35" y="4"/>
                    </a:cubicBezTo>
                    <a:cubicBezTo>
                      <a:pt x="38" y="3"/>
                      <a:pt x="38" y="2"/>
                      <a:pt x="37"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4" name="Freeform 282"/>
              <p:cNvSpPr>
                <a:spLocks noEditPoints="1"/>
              </p:cNvSpPr>
              <p:nvPr/>
            </p:nvSpPr>
            <p:spPr bwMode="auto">
              <a:xfrm>
                <a:off x="1289" y="1183"/>
                <a:ext cx="170" cy="36"/>
              </a:xfrm>
              <a:custGeom>
                <a:avLst/>
                <a:gdLst>
                  <a:gd name="T0" fmla="*/ 89 w 89"/>
                  <a:gd name="T1" fmla="*/ 0 h 19"/>
                  <a:gd name="T2" fmla="*/ 64 w 89"/>
                  <a:gd name="T3" fmla="*/ 0 h 19"/>
                  <a:gd name="T4" fmla="*/ 56 w 89"/>
                  <a:gd name="T5" fmla="*/ 7 h 19"/>
                  <a:gd name="T6" fmla="*/ 55 w 89"/>
                  <a:gd name="T7" fmla="*/ 0 h 19"/>
                  <a:gd name="T8" fmla="*/ 53 w 89"/>
                  <a:gd name="T9" fmla="*/ 0 h 19"/>
                  <a:gd name="T10" fmla="*/ 50 w 89"/>
                  <a:gd name="T11" fmla="*/ 8 h 19"/>
                  <a:gd name="T12" fmla="*/ 49 w 89"/>
                  <a:gd name="T13" fmla="*/ 19 h 19"/>
                  <a:gd name="T14" fmla="*/ 72 w 89"/>
                  <a:gd name="T15" fmla="*/ 19 h 19"/>
                  <a:gd name="T16" fmla="*/ 81 w 89"/>
                  <a:gd name="T17" fmla="*/ 1 h 19"/>
                  <a:gd name="T18" fmla="*/ 89 w 89"/>
                  <a:gd name="T19" fmla="*/ 0 h 19"/>
                  <a:gd name="T20" fmla="*/ 37 w 89"/>
                  <a:gd name="T21" fmla="*/ 0 h 19"/>
                  <a:gd name="T22" fmla="*/ 15 w 89"/>
                  <a:gd name="T23" fmla="*/ 0 h 19"/>
                  <a:gd name="T24" fmla="*/ 7 w 89"/>
                  <a:gd name="T25" fmla="*/ 12 h 19"/>
                  <a:gd name="T26" fmla="*/ 3 w 89"/>
                  <a:gd name="T27" fmla="*/ 4 h 19"/>
                  <a:gd name="T28" fmla="*/ 3 w 89"/>
                  <a:gd name="T29" fmla="*/ 0 h 19"/>
                  <a:gd name="T30" fmla="*/ 1 w 89"/>
                  <a:gd name="T31" fmla="*/ 0 h 19"/>
                  <a:gd name="T32" fmla="*/ 1 w 89"/>
                  <a:gd name="T33" fmla="*/ 5 h 19"/>
                  <a:gd name="T34" fmla="*/ 0 w 89"/>
                  <a:gd name="T35" fmla="*/ 19 h 19"/>
                  <a:gd name="T36" fmla="*/ 24 w 89"/>
                  <a:gd name="T37" fmla="*/ 19 h 19"/>
                  <a:gd name="T38" fmla="*/ 25 w 89"/>
                  <a:gd name="T39" fmla="*/ 6 h 19"/>
                  <a:gd name="T40" fmla="*/ 35 w 89"/>
                  <a:gd name="T41" fmla="*/ 3 h 19"/>
                  <a:gd name="T42" fmla="*/ 37 w 89"/>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19">
                    <a:moveTo>
                      <a:pt x="89" y="0"/>
                    </a:moveTo>
                    <a:cubicBezTo>
                      <a:pt x="64" y="0"/>
                      <a:pt x="64" y="0"/>
                      <a:pt x="64" y="0"/>
                    </a:cubicBezTo>
                    <a:cubicBezTo>
                      <a:pt x="61" y="4"/>
                      <a:pt x="57" y="8"/>
                      <a:pt x="56" y="7"/>
                    </a:cubicBezTo>
                    <a:cubicBezTo>
                      <a:pt x="54" y="6"/>
                      <a:pt x="55" y="4"/>
                      <a:pt x="55" y="0"/>
                    </a:cubicBezTo>
                    <a:cubicBezTo>
                      <a:pt x="53" y="0"/>
                      <a:pt x="53" y="0"/>
                      <a:pt x="53" y="0"/>
                    </a:cubicBezTo>
                    <a:cubicBezTo>
                      <a:pt x="52" y="3"/>
                      <a:pt x="52" y="6"/>
                      <a:pt x="50" y="8"/>
                    </a:cubicBezTo>
                    <a:cubicBezTo>
                      <a:pt x="49" y="12"/>
                      <a:pt x="48" y="16"/>
                      <a:pt x="49" y="19"/>
                    </a:cubicBezTo>
                    <a:cubicBezTo>
                      <a:pt x="72" y="19"/>
                      <a:pt x="72" y="19"/>
                      <a:pt x="72" y="19"/>
                    </a:cubicBezTo>
                    <a:cubicBezTo>
                      <a:pt x="75" y="11"/>
                      <a:pt x="79" y="3"/>
                      <a:pt x="81" y="1"/>
                    </a:cubicBezTo>
                    <a:cubicBezTo>
                      <a:pt x="83" y="0"/>
                      <a:pt x="87" y="2"/>
                      <a:pt x="89" y="0"/>
                    </a:cubicBezTo>
                    <a:close/>
                    <a:moveTo>
                      <a:pt x="37" y="0"/>
                    </a:moveTo>
                    <a:cubicBezTo>
                      <a:pt x="15" y="0"/>
                      <a:pt x="15" y="0"/>
                      <a:pt x="15" y="0"/>
                    </a:cubicBezTo>
                    <a:cubicBezTo>
                      <a:pt x="13" y="4"/>
                      <a:pt x="10" y="11"/>
                      <a:pt x="7" y="12"/>
                    </a:cubicBezTo>
                    <a:cubicBezTo>
                      <a:pt x="5" y="14"/>
                      <a:pt x="4" y="8"/>
                      <a:pt x="3" y="4"/>
                    </a:cubicBezTo>
                    <a:cubicBezTo>
                      <a:pt x="3" y="3"/>
                      <a:pt x="3" y="1"/>
                      <a:pt x="3" y="0"/>
                    </a:cubicBezTo>
                    <a:cubicBezTo>
                      <a:pt x="1" y="0"/>
                      <a:pt x="1" y="0"/>
                      <a:pt x="1" y="0"/>
                    </a:cubicBezTo>
                    <a:cubicBezTo>
                      <a:pt x="1" y="5"/>
                      <a:pt x="1" y="5"/>
                      <a:pt x="1" y="5"/>
                    </a:cubicBezTo>
                    <a:cubicBezTo>
                      <a:pt x="1" y="7"/>
                      <a:pt x="0" y="13"/>
                      <a:pt x="0" y="19"/>
                    </a:cubicBezTo>
                    <a:cubicBezTo>
                      <a:pt x="24" y="19"/>
                      <a:pt x="24" y="19"/>
                      <a:pt x="24" y="19"/>
                    </a:cubicBezTo>
                    <a:cubicBezTo>
                      <a:pt x="24" y="14"/>
                      <a:pt x="25" y="9"/>
                      <a:pt x="25" y="6"/>
                    </a:cubicBezTo>
                    <a:cubicBezTo>
                      <a:pt x="26" y="2"/>
                      <a:pt x="31" y="4"/>
                      <a:pt x="35" y="3"/>
                    </a:cubicBezTo>
                    <a:cubicBezTo>
                      <a:pt x="37" y="2"/>
                      <a:pt x="38" y="1"/>
                      <a:pt x="37" y="0"/>
                    </a:cubicBezTo>
                    <a:close/>
                  </a:path>
                </a:pathLst>
              </a:custGeom>
              <a:solidFill>
                <a:srgbClr val="DFDE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5" name="Freeform 283"/>
              <p:cNvSpPr>
                <a:spLocks noEditPoints="1"/>
              </p:cNvSpPr>
              <p:nvPr/>
            </p:nvSpPr>
            <p:spPr bwMode="auto">
              <a:xfrm>
                <a:off x="1289" y="1186"/>
                <a:ext cx="155" cy="35"/>
              </a:xfrm>
              <a:custGeom>
                <a:avLst/>
                <a:gdLst>
                  <a:gd name="T0" fmla="*/ 81 w 81"/>
                  <a:gd name="T1" fmla="*/ 0 h 18"/>
                  <a:gd name="T2" fmla="*/ 63 w 81"/>
                  <a:gd name="T3" fmla="*/ 0 h 18"/>
                  <a:gd name="T4" fmla="*/ 56 w 81"/>
                  <a:gd name="T5" fmla="*/ 5 h 18"/>
                  <a:gd name="T6" fmla="*/ 55 w 81"/>
                  <a:gd name="T7" fmla="*/ 0 h 18"/>
                  <a:gd name="T8" fmla="*/ 52 w 81"/>
                  <a:gd name="T9" fmla="*/ 0 h 18"/>
                  <a:gd name="T10" fmla="*/ 50 w 81"/>
                  <a:gd name="T11" fmla="*/ 6 h 18"/>
                  <a:gd name="T12" fmla="*/ 50 w 81"/>
                  <a:gd name="T13" fmla="*/ 18 h 18"/>
                  <a:gd name="T14" fmla="*/ 50 w 81"/>
                  <a:gd name="T15" fmla="*/ 18 h 18"/>
                  <a:gd name="T16" fmla="*/ 72 w 81"/>
                  <a:gd name="T17" fmla="*/ 18 h 18"/>
                  <a:gd name="T18" fmla="*/ 81 w 81"/>
                  <a:gd name="T19" fmla="*/ 0 h 18"/>
                  <a:gd name="T20" fmla="*/ 37 w 81"/>
                  <a:gd name="T21" fmla="*/ 0 h 18"/>
                  <a:gd name="T22" fmla="*/ 15 w 81"/>
                  <a:gd name="T23" fmla="*/ 0 h 18"/>
                  <a:gd name="T24" fmla="*/ 7 w 81"/>
                  <a:gd name="T25" fmla="*/ 10 h 18"/>
                  <a:gd name="T26" fmla="*/ 3 w 81"/>
                  <a:gd name="T27" fmla="*/ 2 h 18"/>
                  <a:gd name="T28" fmla="*/ 3 w 81"/>
                  <a:gd name="T29" fmla="*/ 0 h 18"/>
                  <a:gd name="T30" fmla="*/ 1 w 81"/>
                  <a:gd name="T31" fmla="*/ 0 h 18"/>
                  <a:gd name="T32" fmla="*/ 1 w 81"/>
                  <a:gd name="T33" fmla="*/ 3 h 18"/>
                  <a:gd name="T34" fmla="*/ 0 w 81"/>
                  <a:gd name="T35" fmla="*/ 18 h 18"/>
                  <a:gd name="T36" fmla="*/ 24 w 81"/>
                  <a:gd name="T37" fmla="*/ 18 h 18"/>
                  <a:gd name="T38" fmla="*/ 25 w 81"/>
                  <a:gd name="T39" fmla="*/ 4 h 18"/>
                  <a:gd name="T40" fmla="*/ 35 w 81"/>
                  <a:gd name="T41" fmla="*/ 1 h 18"/>
                  <a:gd name="T42" fmla="*/ 37 w 81"/>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1" h="18">
                    <a:moveTo>
                      <a:pt x="81" y="0"/>
                    </a:moveTo>
                    <a:cubicBezTo>
                      <a:pt x="63" y="0"/>
                      <a:pt x="63" y="0"/>
                      <a:pt x="63" y="0"/>
                    </a:cubicBezTo>
                    <a:cubicBezTo>
                      <a:pt x="60" y="3"/>
                      <a:pt x="57" y="5"/>
                      <a:pt x="56" y="5"/>
                    </a:cubicBezTo>
                    <a:cubicBezTo>
                      <a:pt x="55" y="4"/>
                      <a:pt x="55" y="2"/>
                      <a:pt x="55" y="0"/>
                    </a:cubicBezTo>
                    <a:cubicBezTo>
                      <a:pt x="52" y="0"/>
                      <a:pt x="52" y="0"/>
                      <a:pt x="52" y="0"/>
                    </a:cubicBezTo>
                    <a:cubicBezTo>
                      <a:pt x="52" y="2"/>
                      <a:pt x="51" y="4"/>
                      <a:pt x="50" y="6"/>
                    </a:cubicBezTo>
                    <a:cubicBezTo>
                      <a:pt x="49" y="10"/>
                      <a:pt x="48" y="15"/>
                      <a:pt x="50" y="18"/>
                    </a:cubicBezTo>
                    <a:cubicBezTo>
                      <a:pt x="50" y="18"/>
                      <a:pt x="50" y="18"/>
                      <a:pt x="50" y="18"/>
                    </a:cubicBezTo>
                    <a:cubicBezTo>
                      <a:pt x="72" y="18"/>
                      <a:pt x="72" y="18"/>
                      <a:pt x="72" y="18"/>
                    </a:cubicBezTo>
                    <a:cubicBezTo>
                      <a:pt x="75" y="10"/>
                      <a:pt x="79" y="1"/>
                      <a:pt x="81" y="0"/>
                    </a:cubicBezTo>
                    <a:close/>
                    <a:moveTo>
                      <a:pt x="37" y="0"/>
                    </a:moveTo>
                    <a:cubicBezTo>
                      <a:pt x="15" y="0"/>
                      <a:pt x="15" y="0"/>
                      <a:pt x="15" y="0"/>
                    </a:cubicBezTo>
                    <a:cubicBezTo>
                      <a:pt x="13" y="3"/>
                      <a:pt x="9" y="9"/>
                      <a:pt x="7" y="10"/>
                    </a:cubicBezTo>
                    <a:cubicBezTo>
                      <a:pt x="5" y="12"/>
                      <a:pt x="4" y="6"/>
                      <a:pt x="3" y="2"/>
                    </a:cubicBezTo>
                    <a:cubicBezTo>
                      <a:pt x="3" y="1"/>
                      <a:pt x="3" y="0"/>
                      <a:pt x="3" y="0"/>
                    </a:cubicBezTo>
                    <a:cubicBezTo>
                      <a:pt x="1" y="0"/>
                      <a:pt x="1" y="0"/>
                      <a:pt x="1" y="0"/>
                    </a:cubicBezTo>
                    <a:cubicBezTo>
                      <a:pt x="1" y="3"/>
                      <a:pt x="1" y="3"/>
                      <a:pt x="1" y="3"/>
                    </a:cubicBezTo>
                    <a:cubicBezTo>
                      <a:pt x="1" y="5"/>
                      <a:pt x="0" y="12"/>
                      <a:pt x="0" y="18"/>
                    </a:cubicBezTo>
                    <a:cubicBezTo>
                      <a:pt x="24" y="18"/>
                      <a:pt x="24" y="18"/>
                      <a:pt x="24" y="18"/>
                    </a:cubicBezTo>
                    <a:cubicBezTo>
                      <a:pt x="24" y="13"/>
                      <a:pt x="25" y="7"/>
                      <a:pt x="25" y="4"/>
                    </a:cubicBezTo>
                    <a:cubicBezTo>
                      <a:pt x="26" y="0"/>
                      <a:pt x="31" y="2"/>
                      <a:pt x="35" y="1"/>
                    </a:cubicBezTo>
                    <a:cubicBezTo>
                      <a:pt x="36" y="1"/>
                      <a:pt x="37" y="0"/>
                      <a:pt x="37"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6" name="Freeform 284"/>
              <p:cNvSpPr>
                <a:spLocks noEditPoints="1"/>
              </p:cNvSpPr>
              <p:nvPr/>
            </p:nvSpPr>
            <p:spPr bwMode="auto">
              <a:xfrm>
                <a:off x="1289" y="1186"/>
                <a:ext cx="153" cy="37"/>
              </a:xfrm>
              <a:custGeom>
                <a:avLst/>
                <a:gdLst>
                  <a:gd name="T0" fmla="*/ 80 w 80"/>
                  <a:gd name="T1" fmla="*/ 1 h 19"/>
                  <a:gd name="T2" fmla="*/ 62 w 80"/>
                  <a:gd name="T3" fmla="*/ 1 h 19"/>
                  <a:gd name="T4" fmla="*/ 56 w 80"/>
                  <a:gd name="T5" fmla="*/ 5 h 19"/>
                  <a:gd name="T6" fmla="*/ 55 w 80"/>
                  <a:gd name="T7" fmla="*/ 1 h 19"/>
                  <a:gd name="T8" fmla="*/ 52 w 80"/>
                  <a:gd name="T9" fmla="*/ 1 h 19"/>
                  <a:gd name="T10" fmla="*/ 50 w 80"/>
                  <a:gd name="T11" fmla="*/ 6 h 19"/>
                  <a:gd name="T12" fmla="*/ 50 w 80"/>
                  <a:gd name="T13" fmla="*/ 18 h 19"/>
                  <a:gd name="T14" fmla="*/ 51 w 80"/>
                  <a:gd name="T15" fmla="*/ 19 h 19"/>
                  <a:gd name="T16" fmla="*/ 71 w 80"/>
                  <a:gd name="T17" fmla="*/ 19 h 19"/>
                  <a:gd name="T18" fmla="*/ 80 w 80"/>
                  <a:gd name="T19" fmla="*/ 1 h 19"/>
                  <a:gd name="T20" fmla="*/ 36 w 80"/>
                  <a:gd name="T21" fmla="*/ 1 h 19"/>
                  <a:gd name="T22" fmla="*/ 14 w 80"/>
                  <a:gd name="T23" fmla="*/ 1 h 19"/>
                  <a:gd name="T24" fmla="*/ 7 w 80"/>
                  <a:gd name="T25" fmla="*/ 10 h 19"/>
                  <a:gd name="T26" fmla="*/ 3 w 80"/>
                  <a:gd name="T27" fmla="*/ 2 h 19"/>
                  <a:gd name="T28" fmla="*/ 3 w 80"/>
                  <a:gd name="T29" fmla="*/ 1 h 19"/>
                  <a:gd name="T30" fmla="*/ 1 w 80"/>
                  <a:gd name="T31" fmla="*/ 1 h 19"/>
                  <a:gd name="T32" fmla="*/ 1 w 80"/>
                  <a:gd name="T33" fmla="*/ 3 h 19"/>
                  <a:gd name="T34" fmla="*/ 0 w 80"/>
                  <a:gd name="T35" fmla="*/ 19 h 19"/>
                  <a:gd name="T36" fmla="*/ 0 w 80"/>
                  <a:gd name="T37" fmla="*/ 19 h 19"/>
                  <a:gd name="T38" fmla="*/ 24 w 80"/>
                  <a:gd name="T39" fmla="*/ 19 h 19"/>
                  <a:gd name="T40" fmla="*/ 25 w 80"/>
                  <a:gd name="T41" fmla="*/ 4 h 19"/>
                  <a:gd name="T42" fmla="*/ 35 w 80"/>
                  <a:gd name="T43" fmla="*/ 1 h 19"/>
                  <a:gd name="T44" fmla="*/ 36 w 80"/>
                  <a:gd name="T4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 h="19">
                    <a:moveTo>
                      <a:pt x="80" y="1"/>
                    </a:moveTo>
                    <a:cubicBezTo>
                      <a:pt x="62" y="1"/>
                      <a:pt x="62" y="1"/>
                      <a:pt x="62" y="1"/>
                    </a:cubicBezTo>
                    <a:cubicBezTo>
                      <a:pt x="59" y="3"/>
                      <a:pt x="57" y="5"/>
                      <a:pt x="56" y="5"/>
                    </a:cubicBezTo>
                    <a:cubicBezTo>
                      <a:pt x="55" y="4"/>
                      <a:pt x="55" y="3"/>
                      <a:pt x="55" y="1"/>
                    </a:cubicBezTo>
                    <a:cubicBezTo>
                      <a:pt x="52" y="1"/>
                      <a:pt x="52" y="1"/>
                      <a:pt x="52" y="1"/>
                    </a:cubicBezTo>
                    <a:cubicBezTo>
                      <a:pt x="52" y="3"/>
                      <a:pt x="51" y="4"/>
                      <a:pt x="50" y="6"/>
                    </a:cubicBezTo>
                    <a:cubicBezTo>
                      <a:pt x="49" y="10"/>
                      <a:pt x="48" y="15"/>
                      <a:pt x="50" y="18"/>
                    </a:cubicBezTo>
                    <a:cubicBezTo>
                      <a:pt x="50" y="18"/>
                      <a:pt x="51" y="19"/>
                      <a:pt x="51" y="19"/>
                    </a:cubicBezTo>
                    <a:cubicBezTo>
                      <a:pt x="71" y="19"/>
                      <a:pt x="71" y="19"/>
                      <a:pt x="71" y="19"/>
                    </a:cubicBezTo>
                    <a:cubicBezTo>
                      <a:pt x="74" y="13"/>
                      <a:pt x="77" y="4"/>
                      <a:pt x="80" y="1"/>
                    </a:cubicBezTo>
                    <a:close/>
                    <a:moveTo>
                      <a:pt x="36" y="1"/>
                    </a:moveTo>
                    <a:cubicBezTo>
                      <a:pt x="14" y="1"/>
                      <a:pt x="14" y="1"/>
                      <a:pt x="14" y="1"/>
                    </a:cubicBezTo>
                    <a:cubicBezTo>
                      <a:pt x="12" y="5"/>
                      <a:pt x="9" y="9"/>
                      <a:pt x="7" y="10"/>
                    </a:cubicBezTo>
                    <a:cubicBezTo>
                      <a:pt x="5" y="12"/>
                      <a:pt x="4" y="6"/>
                      <a:pt x="3" y="2"/>
                    </a:cubicBezTo>
                    <a:cubicBezTo>
                      <a:pt x="3" y="2"/>
                      <a:pt x="3" y="1"/>
                      <a:pt x="3" y="1"/>
                    </a:cubicBezTo>
                    <a:cubicBezTo>
                      <a:pt x="1" y="1"/>
                      <a:pt x="1" y="1"/>
                      <a:pt x="1" y="1"/>
                    </a:cubicBezTo>
                    <a:cubicBezTo>
                      <a:pt x="1" y="3"/>
                      <a:pt x="1" y="3"/>
                      <a:pt x="1" y="3"/>
                    </a:cubicBezTo>
                    <a:cubicBezTo>
                      <a:pt x="1" y="6"/>
                      <a:pt x="0" y="13"/>
                      <a:pt x="0" y="19"/>
                    </a:cubicBezTo>
                    <a:cubicBezTo>
                      <a:pt x="0" y="19"/>
                      <a:pt x="0" y="19"/>
                      <a:pt x="0" y="19"/>
                    </a:cubicBezTo>
                    <a:cubicBezTo>
                      <a:pt x="24" y="19"/>
                      <a:pt x="24" y="19"/>
                      <a:pt x="24" y="19"/>
                    </a:cubicBezTo>
                    <a:cubicBezTo>
                      <a:pt x="24" y="14"/>
                      <a:pt x="25" y="7"/>
                      <a:pt x="25" y="4"/>
                    </a:cubicBezTo>
                    <a:cubicBezTo>
                      <a:pt x="26" y="0"/>
                      <a:pt x="31" y="2"/>
                      <a:pt x="35" y="1"/>
                    </a:cubicBezTo>
                    <a:lnTo>
                      <a:pt x="36" y="1"/>
                    </a:ln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7" name="Freeform 285"/>
              <p:cNvSpPr>
                <a:spLocks noEditPoints="1"/>
              </p:cNvSpPr>
              <p:nvPr/>
            </p:nvSpPr>
            <p:spPr bwMode="auto">
              <a:xfrm>
                <a:off x="1289" y="1190"/>
                <a:ext cx="151" cy="35"/>
              </a:xfrm>
              <a:custGeom>
                <a:avLst/>
                <a:gdLst>
                  <a:gd name="T0" fmla="*/ 79 w 79"/>
                  <a:gd name="T1" fmla="*/ 0 h 18"/>
                  <a:gd name="T2" fmla="*/ 61 w 79"/>
                  <a:gd name="T3" fmla="*/ 0 h 18"/>
                  <a:gd name="T4" fmla="*/ 56 w 79"/>
                  <a:gd name="T5" fmla="*/ 3 h 18"/>
                  <a:gd name="T6" fmla="*/ 55 w 79"/>
                  <a:gd name="T7" fmla="*/ 0 h 18"/>
                  <a:gd name="T8" fmla="*/ 52 w 79"/>
                  <a:gd name="T9" fmla="*/ 0 h 18"/>
                  <a:gd name="T10" fmla="*/ 50 w 79"/>
                  <a:gd name="T11" fmla="*/ 4 h 18"/>
                  <a:gd name="T12" fmla="*/ 50 w 79"/>
                  <a:gd name="T13" fmla="*/ 16 h 18"/>
                  <a:gd name="T14" fmla="*/ 52 w 79"/>
                  <a:gd name="T15" fmla="*/ 18 h 18"/>
                  <a:gd name="T16" fmla="*/ 71 w 79"/>
                  <a:gd name="T17" fmla="*/ 18 h 18"/>
                  <a:gd name="T18" fmla="*/ 79 w 79"/>
                  <a:gd name="T19" fmla="*/ 0 h 18"/>
                  <a:gd name="T20" fmla="*/ 27 w 79"/>
                  <a:gd name="T21" fmla="*/ 0 h 18"/>
                  <a:gd name="T22" fmla="*/ 13 w 79"/>
                  <a:gd name="T23" fmla="*/ 0 h 18"/>
                  <a:gd name="T24" fmla="*/ 7 w 79"/>
                  <a:gd name="T25" fmla="*/ 8 h 18"/>
                  <a:gd name="T26" fmla="*/ 3 w 79"/>
                  <a:gd name="T27" fmla="*/ 0 h 18"/>
                  <a:gd name="T28" fmla="*/ 3 w 79"/>
                  <a:gd name="T29" fmla="*/ 0 h 18"/>
                  <a:gd name="T30" fmla="*/ 1 w 79"/>
                  <a:gd name="T31" fmla="*/ 0 h 18"/>
                  <a:gd name="T32" fmla="*/ 1 w 79"/>
                  <a:gd name="T33" fmla="*/ 1 h 18"/>
                  <a:gd name="T34" fmla="*/ 0 w 79"/>
                  <a:gd name="T35" fmla="*/ 17 h 18"/>
                  <a:gd name="T36" fmla="*/ 0 w 79"/>
                  <a:gd name="T37" fmla="*/ 18 h 18"/>
                  <a:gd name="T38" fmla="*/ 24 w 79"/>
                  <a:gd name="T39" fmla="*/ 18 h 18"/>
                  <a:gd name="T40" fmla="*/ 25 w 79"/>
                  <a:gd name="T41" fmla="*/ 2 h 18"/>
                  <a:gd name="T42" fmla="*/ 27 w 79"/>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 h="18">
                    <a:moveTo>
                      <a:pt x="79" y="0"/>
                    </a:moveTo>
                    <a:cubicBezTo>
                      <a:pt x="61" y="0"/>
                      <a:pt x="61" y="0"/>
                      <a:pt x="61" y="0"/>
                    </a:cubicBezTo>
                    <a:cubicBezTo>
                      <a:pt x="58" y="2"/>
                      <a:pt x="56" y="3"/>
                      <a:pt x="56" y="3"/>
                    </a:cubicBezTo>
                    <a:cubicBezTo>
                      <a:pt x="55" y="3"/>
                      <a:pt x="55" y="2"/>
                      <a:pt x="55" y="0"/>
                    </a:cubicBezTo>
                    <a:cubicBezTo>
                      <a:pt x="52" y="0"/>
                      <a:pt x="52" y="0"/>
                      <a:pt x="52" y="0"/>
                    </a:cubicBezTo>
                    <a:cubicBezTo>
                      <a:pt x="51" y="1"/>
                      <a:pt x="51" y="3"/>
                      <a:pt x="50" y="4"/>
                    </a:cubicBezTo>
                    <a:cubicBezTo>
                      <a:pt x="49" y="8"/>
                      <a:pt x="48" y="13"/>
                      <a:pt x="50" y="16"/>
                    </a:cubicBezTo>
                    <a:cubicBezTo>
                      <a:pt x="51" y="16"/>
                      <a:pt x="52" y="17"/>
                      <a:pt x="52" y="18"/>
                    </a:cubicBezTo>
                    <a:cubicBezTo>
                      <a:pt x="71" y="18"/>
                      <a:pt x="71" y="18"/>
                      <a:pt x="71" y="18"/>
                    </a:cubicBezTo>
                    <a:cubicBezTo>
                      <a:pt x="73" y="13"/>
                      <a:pt x="76" y="4"/>
                      <a:pt x="79" y="0"/>
                    </a:cubicBezTo>
                    <a:close/>
                    <a:moveTo>
                      <a:pt x="27" y="0"/>
                    </a:moveTo>
                    <a:cubicBezTo>
                      <a:pt x="13" y="0"/>
                      <a:pt x="13" y="0"/>
                      <a:pt x="13" y="0"/>
                    </a:cubicBezTo>
                    <a:cubicBezTo>
                      <a:pt x="11" y="4"/>
                      <a:pt x="9" y="7"/>
                      <a:pt x="7" y="8"/>
                    </a:cubicBezTo>
                    <a:cubicBezTo>
                      <a:pt x="5" y="10"/>
                      <a:pt x="4" y="4"/>
                      <a:pt x="3" y="0"/>
                    </a:cubicBezTo>
                    <a:cubicBezTo>
                      <a:pt x="3" y="0"/>
                      <a:pt x="3" y="0"/>
                      <a:pt x="3" y="0"/>
                    </a:cubicBezTo>
                    <a:cubicBezTo>
                      <a:pt x="1" y="0"/>
                      <a:pt x="1" y="0"/>
                      <a:pt x="1" y="0"/>
                    </a:cubicBezTo>
                    <a:cubicBezTo>
                      <a:pt x="1" y="1"/>
                      <a:pt x="1" y="1"/>
                      <a:pt x="1" y="1"/>
                    </a:cubicBezTo>
                    <a:cubicBezTo>
                      <a:pt x="1" y="4"/>
                      <a:pt x="0" y="11"/>
                      <a:pt x="0" y="17"/>
                    </a:cubicBezTo>
                    <a:cubicBezTo>
                      <a:pt x="0" y="18"/>
                      <a:pt x="0" y="18"/>
                      <a:pt x="0" y="18"/>
                    </a:cubicBezTo>
                    <a:cubicBezTo>
                      <a:pt x="24" y="18"/>
                      <a:pt x="24" y="18"/>
                      <a:pt x="24" y="18"/>
                    </a:cubicBezTo>
                    <a:cubicBezTo>
                      <a:pt x="24" y="13"/>
                      <a:pt x="25" y="6"/>
                      <a:pt x="25" y="2"/>
                    </a:cubicBezTo>
                    <a:cubicBezTo>
                      <a:pt x="26" y="1"/>
                      <a:pt x="26" y="1"/>
                      <a:pt x="27"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8" name="Freeform 286"/>
              <p:cNvSpPr>
                <a:spLocks noEditPoints="1"/>
              </p:cNvSpPr>
              <p:nvPr/>
            </p:nvSpPr>
            <p:spPr bwMode="auto">
              <a:xfrm>
                <a:off x="1289" y="1192"/>
                <a:ext cx="149" cy="36"/>
              </a:xfrm>
              <a:custGeom>
                <a:avLst/>
                <a:gdLst>
                  <a:gd name="T0" fmla="*/ 78 w 78"/>
                  <a:gd name="T1" fmla="*/ 0 h 19"/>
                  <a:gd name="T2" fmla="*/ 59 w 78"/>
                  <a:gd name="T3" fmla="*/ 0 h 19"/>
                  <a:gd name="T4" fmla="*/ 56 w 78"/>
                  <a:gd name="T5" fmla="*/ 2 h 19"/>
                  <a:gd name="T6" fmla="*/ 55 w 78"/>
                  <a:gd name="T7" fmla="*/ 0 h 19"/>
                  <a:gd name="T8" fmla="*/ 51 w 78"/>
                  <a:gd name="T9" fmla="*/ 0 h 19"/>
                  <a:gd name="T10" fmla="*/ 50 w 78"/>
                  <a:gd name="T11" fmla="*/ 3 h 19"/>
                  <a:gd name="T12" fmla="*/ 50 w 78"/>
                  <a:gd name="T13" fmla="*/ 15 h 19"/>
                  <a:gd name="T14" fmla="*/ 53 w 78"/>
                  <a:gd name="T15" fmla="*/ 19 h 19"/>
                  <a:gd name="T16" fmla="*/ 70 w 78"/>
                  <a:gd name="T17" fmla="*/ 19 h 19"/>
                  <a:gd name="T18" fmla="*/ 70 w 78"/>
                  <a:gd name="T19" fmla="*/ 18 h 19"/>
                  <a:gd name="T20" fmla="*/ 78 w 78"/>
                  <a:gd name="T21" fmla="*/ 0 h 19"/>
                  <a:gd name="T22" fmla="*/ 26 w 78"/>
                  <a:gd name="T23" fmla="*/ 0 h 19"/>
                  <a:gd name="T24" fmla="*/ 13 w 78"/>
                  <a:gd name="T25" fmla="*/ 0 h 19"/>
                  <a:gd name="T26" fmla="*/ 7 w 78"/>
                  <a:gd name="T27" fmla="*/ 7 h 19"/>
                  <a:gd name="T28" fmla="*/ 3 w 78"/>
                  <a:gd name="T29" fmla="*/ 0 h 19"/>
                  <a:gd name="T30" fmla="*/ 1 w 78"/>
                  <a:gd name="T31" fmla="*/ 0 h 19"/>
                  <a:gd name="T32" fmla="*/ 0 w 78"/>
                  <a:gd name="T33" fmla="*/ 16 h 19"/>
                  <a:gd name="T34" fmla="*/ 0 w 78"/>
                  <a:gd name="T35" fmla="*/ 19 h 19"/>
                  <a:gd name="T36" fmla="*/ 24 w 78"/>
                  <a:gd name="T37" fmla="*/ 19 h 19"/>
                  <a:gd name="T38" fmla="*/ 25 w 78"/>
                  <a:gd name="T39" fmla="*/ 1 h 19"/>
                  <a:gd name="T40" fmla="*/ 26 w 78"/>
                  <a:gd name="T4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 h="19">
                    <a:moveTo>
                      <a:pt x="78" y="0"/>
                    </a:moveTo>
                    <a:cubicBezTo>
                      <a:pt x="59" y="0"/>
                      <a:pt x="59" y="0"/>
                      <a:pt x="59" y="0"/>
                    </a:cubicBezTo>
                    <a:cubicBezTo>
                      <a:pt x="58" y="2"/>
                      <a:pt x="56" y="2"/>
                      <a:pt x="56" y="2"/>
                    </a:cubicBezTo>
                    <a:cubicBezTo>
                      <a:pt x="55" y="2"/>
                      <a:pt x="55" y="1"/>
                      <a:pt x="55" y="0"/>
                    </a:cubicBezTo>
                    <a:cubicBezTo>
                      <a:pt x="51" y="0"/>
                      <a:pt x="51" y="0"/>
                      <a:pt x="51" y="0"/>
                    </a:cubicBezTo>
                    <a:cubicBezTo>
                      <a:pt x="51" y="1"/>
                      <a:pt x="51" y="2"/>
                      <a:pt x="50" y="3"/>
                    </a:cubicBezTo>
                    <a:cubicBezTo>
                      <a:pt x="49" y="7"/>
                      <a:pt x="48" y="12"/>
                      <a:pt x="50" y="15"/>
                    </a:cubicBezTo>
                    <a:cubicBezTo>
                      <a:pt x="51" y="16"/>
                      <a:pt x="52" y="17"/>
                      <a:pt x="53" y="19"/>
                    </a:cubicBezTo>
                    <a:cubicBezTo>
                      <a:pt x="70" y="19"/>
                      <a:pt x="70" y="19"/>
                      <a:pt x="70" y="19"/>
                    </a:cubicBezTo>
                    <a:cubicBezTo>
                      <a:pt x="70" y="18"/>
                      <a:pt x="70" y="18"/>
                      <a:pt x="70" y="18"/>
                    </a:cubicBezTo>
                    <a:cubicBezTo>
                      <a:pt x="72" y="13"/>
                      <a:pt x="75" y="5"/>
                      <a:pt x="78" y="0"/>
                    </a:cubicBezTo>
                    <a:close/>
                    <a:moveTo>
                      <a:pt x="26" y="0"/>
                    </a:moveTo>
                    <a:cubicBezTo>
                      <a:pt x="13" y="0"/>
                      <a:pt x="13" y="0"/>
                      <a:pt x="13" y="0"/>
                    </a:cubicBezTo>
                    <a:cubicBezTo>
                      <a:pt x="11" y="3"/>
                      <a:pt x="9" y="6"/>
                      <a:pt x="7" y="7"/>
                    </a:cubicBezTo>
                    <a:cubicBezTo>
                      <a:pt x="5" y="9"/>
                      <a:pt x="4" y="4"/>
                      <a:pt x="3" y="0"/>
                    </a:cubicBezTo>
                    <a:cubicBezTo>
                      <a:pt x="1" y="0"/>
                      <a:pt x="1" y="0"/>
                      <a:pt x="1" y="0"/>
                    </a:cubicBezTo>
                    <a:cubicBezTo>
                      <a:pt x="1" y="4"/>
                      <a:pt x="0" y="10"/>
                      <a:pt x="0" y="16"/>
                    </a:cubicBezTo>
                    <a:cubicBezTo>
                      <a:pt x="0" y="17"/>
                      <a:pt x="0" y="18"/>
                      <a:pt x="0" y="19"/>
                    </a:cubicBezTo>
                    <a:cubicBezTo>
                      <a:pt x="24" y="19"/>
                      <a:pt x="24" y="19"/>
                      <a:pt x="24" y="19"/>
                    </a:cubicBezTo>
                    <a:cubicBezTo>
                      <a:pt x="23" y="13"/>
                      <a:pt x="25" y="5"/>
                      <a:pt x="25" y="1"/>
                    </a:cubicBezTo>
                    <a:cubicBezTo>
                      <a:pt x="26" y="1"/>
                      <a:pt x="26" y="1"/>
                      <a:pt x="26" y="0"/>
                    </a:cubicBezTo>
                    <a:close/>
                  </a:path>
                </a:pathLst>
              </a:custGeom>
              <a:solidFill>
                <a:srgbClr val="E3E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9" name="Freeform 287"/>
              <p:cNvSpPr>
                <a:spLocks noEditPoints="1"/>
              </p:cNvSpPr>
              <p:nvPr/>
            </p:nvSpPr>
            <p:spPr bwMode="auto">
              <a:xfrm>
                <a:off x="1289" y="1196"/>
                <a:ext cx="147" cy="34"/>
              </a:xfrm>
              <a:custGeom>
                <a:avLst/>
                <a:gdLst>
                  <a:gd name="T0" fmla="*/ 77 w 77"/>
                  <a:gd name="T1" fmla="*/ 0 h 18"/>
                  <a:gd name="T2" fmla="*/ 57 w 77"/>
                  <a:gd name="T3" fmla="*/ 0 h 18"/>
                  <a:gd name="T4" fmla="*/ 56 w 77"/>
                  <a:gd name="T5" fmla="*/ 0 h 18"/>
                  <a:gd name="T6" fmla="*/ 55 w 77"/>
                  <a:gd name="T7" fmla="*/ 0 h 18"/>
                  <a:gd name="T8" fmla="*/ 51 w 77"/>
                  <a:gd name="T9" fmla="*/ 0 h 18"/>
                  <a:gd name="T10" fmla="*/ 50 w 77"/>
                  <a:gd name="T11" fmla="*/ 1 h 18"/>
                  <a:gd name="T12" fmla="*/ 50 w 77"/>
                  <a:gd name="T13" fmla="*/ 13 h 18"/>
                  <a:gd name="T14" fmla="*/ 53 w 77"/>
                  <a:gd name="T15" fmla="*/ 18 h 18"/>
                  <a:gd name="T16" fmla="*/ 70 w 77"/>
                  <a:gd name="T17" fmla="*/ 18 h 18"/>
                  <a:gd name="T18" fmla="*/ 70 w 77"/>
                  <a:gd name="T19" fmla="*/ 16 h 18"/>
                  <a:gd name="T20" fmla="*/ 77 w 77"/>
                  <a:gd name="T21" fmla="*/ 0 h 18"/>
                  <a:gd name="T22" fmla="*/ 25 w 77"/>
                  <a:gd name="T23" fmla="*/ 0 h 18"/>
                  <a:gd name="T24" fmla="*/ 12 w 77"/>
                  <a:gd name="T25" fmla="*/ 0 h 18"/>
                  <a:gd name="T26" fmla="*/ 7 w 77"/>
                  <a:gd name="T27" fmla="*/ 5 h 18"/>
                  <a:gd name="T28" fmla="*/ 3 w 77"/>
                  <a:gd name="T29" fmla="*/ 0 h 18"/>
                  <a:gd name="T30" fmla="*/ 1 w 77"/>
                  <a:gd name="T31" fmla="*/ 0 h 18"/>
                  <a:gd name="T32" fmla="*/ 0 w 77"/>
                  <a:gd name="T33" fmla="*/ 14 h 18"/>
                  <a:gd name="T34" fmla="*/ 1 w 77"/>
                  <a:gd name="T35" fmla="*/ 18 h 18"/>
                  <a:gd name="T36" fmla="*/ 24 w 77"/>
                  <a:gd name="T37" fmla="*/ 18 h 18"/>
                  <a:gd name="T38" fmla="*/ 25 w 77"/>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18">
                    <a:moveTo>
                      <a:pt x="77" y="0"/>
                    </a:moveTo>
                    <a:cubicBezTo>
                      <a:pt x="57" y="0"/>
                      <a:pt x="57" y="0"/>
                      <a:pt x="57" y="0"/>
                    </a:cubicBezTo>
                    <a:cubicBezTo>
                      <a:pt x="56" y="0"/>
                      <a:pt x="56" y="0"/>
                      <a:pt x="56" y="0"/>
                    </a:cubicBezTo>
                    <a:cubicBezTo>
                      <a:pt x="56" y="0"/>
                      <a:pt x="55" y="0"/>
                      <a:pt x="55" y="0"/>
                    </a:cubicBezTo>
                    <a:cubicBezTo>
                      <a:pt x="51" y="0"/>
                      <a:pt x="51" y="0"/>
                      <a:pt x="51" y="0"/>
                    </a:cubicBezTo>
                    <a:cubicBezTo>
                      <a:pt x="51" y="0"/>
                      <a:pt x="51" y="1"/>
                      <a:pt x="50" y="1"/>
                    </a:cubicBezTo>
                    <a:cubicBezTo>
                      <a:pt x="49" y="5"/>
                      <a:pt x="48" y="10"/>
                      <a:pt x="50" y="13"/>
                    </a:cubicBezTo>
                    <a:cubicBezTo>
                      <a:pt x="51" y="14"/>
                      <a:pt x="53" y="16"/>
                      <a:pt x="53" y="18"/>
                    </a:cubicBezTo>
                    <a:cubicBezTo>
                      <a:pt x="70" y="18"/>
                      <a:pt x="70" y="18"/>
                      <a:pt x="70" y="18"/>
                    </a:cubicBezTo>
                    <a:cubicBezTo>
                      <a:pt x="70" y="17"/>
                      <a:pt x="70" y="17"/>
                      <a:pt x="70" y="16"/>
                    </a:cubicBezTo>
                    <a:cubicBezTo>
                      <a:pt x="72" y="11"/>
                      <a:pt x="75" y="4"/>
                      <a:pt x="77" y="0"/>
                    </a:cubicBezTo>
                    <a:close/>
                    <a:moveTo>
                      <a:pt x="25" y="0"/>
                    </a:moveTo>
                    <a:cubicBezTo>
                      <a:pt x="12" y="0"/>
                      <a:pt x="12" y="0"/>
                      <a:pt x="12" y="0"/>
                    </a:cubicBezTo>
                    <a:cubicBezTo>
                      <a:pt x="10" y="2"/>
                      <a:pt x="9" y="4"/>
                      <a:pt x="7" y="5"/>
                    </a:cubicBezTo>
                    <a:cubicBezTo>
                      <a:pt x="5" y="7"/>
                      <a:pt x="4" y="3"/>
                      <a:pt x="3" y="0"/>
                    </a:cubicBezTo>
                    <a:cubicBezTo>
                      <a:pt x="1" y="0"/>
                      <a:pt x="1" y="0"/>
                      <a:pt x="1" y="0"/>
                    </a:cubicBezTo>
                    <a:cubicBezTo>
                      <a:pt x="1" y="3"/>
                      <a:pt x="0" y="9"/>
                      <a:pt x="0" y="14"/>
                    </a:cubicBezTo>
                    <a:cubicBezTo>
                      <a:pt x="0" y="16"/>
                      <a:pt x="0" y="17"/>
                      <a:pt x="1" y="18"/>
                    </a:cubicBezTo>
                    <a:cubicBezTo>
                      <a:pt x="24" y="18"/>
                      <a:pt x="24" y="18"/>
                      <a:pt x="24" y="18"/>
                    </a:cubicBezTo>
                    <a:cubicBezTo>
                      <a:pt x="23" y="12"/>
                      <a:pt x="25" y="4"/>
                      <a:pt x="25" y="0"/>
                    </a:cubicBezTo>
                    <a:close/>
                  </a:path>
                </a:pathLst>
              </a:custGeom>
              <a:solidFill>
                <a:srgbClr val="E4E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0" name="Freeform 288"/>
              <p:cNvSpPr>
                <a:spLocks noEditPoints="1"/>
              </p:cNvSpPr>
              <p:nvPr/>
            </p:nvSpPr>
            <p:spPr bwMode="auto">
              <a:xfrm>
                <a:off x="1289" y="1198"/>
                <a:ext cx="147" cy="34"/>
              </a:xfrm>
              <a:custGeom>
                <a:avLst/>
                <a:gdLst>
                  <a:gd name="T0" fmla="*/ 77 w 77"/>
                  <a:gd name="T1" fmla="*/ 0 h 18"/>
                  <a:gd name="T2" fmla="*/ 51 w 77"/>
                  <a:gd name="T3" fmla="*/ 0 h 18"/>
                  <a:gd name="T4" fmla="*/ 50 w 77"/>
                  <a:gd name="T5" fmla="*/ 0 h 18"/>
                  <a:gd name="T6" fmla="*/ 50 w 77"/>
                  <a:gd name="T7" fmla="*/ 12 h 18"/>
                  <a:gd name="T8" fmla="*/ 53 w 77"/>
                  <a:gd name="T9" fmla="*/ 18 h 18"/>
                  <a:gd name="T10" fmla="*/ 69 w 77"/>
                  <a:gd name="T11" fmla="*/ 18 h 18"/>
                  <a:gd name="T12" fmla="*/ 70 w 77"/>
                  <a:gd name="T13" fmla="*/ 15 h 18"/>
                  <a:gd name="T14" fmla="*/ 77 w 77"/>
                  <a:gd name="T15" fmla="*/ 0 h 18"/>
                  <a:gd name="T16" fmla="*/ 25 w 77"/>
                  <a:gd name="T17" fmla="*/ 0 h 18"/>
                  <a:gd name="T18" fmla="*/ 11 w 77"/>
                  <a:gd name="T19" fmla="*/ 0 h 18"/>
                  <a:gd name="T20" fmla="*/ 7 w 77"/>
                  <a:gd name="T21" fmla="*/ 4 h 18"/>
                  <a:gd name="T22" fmla="*/ 4 w 77"/>
                  <a:gd name="T23" fmla="*/ 0 h 18"/>
                  <a:gd name="T24" fmla="*/ 1 w 77"/>
                  <a:gd name="T25" fmla="*/ 0 h 18"/>
                  <a:gd name="T26" fmla="*/ 0 w 77"/>
                  <a:gd name="T27" fmla="*/ 13 h 18"/>
                  <a:gd name="T28" fmla="*/ 2 w 77"/>
                  <a:gd name="T29" fmla="*/ 18 h 18"/>
                  <a:gd name="T30" fmla="*/ 24 w 77"/>
                  <a:gd name="T31" fmla="*/ 18 h 18"/>
                  <a:gd name="T32" fmla="*/ 25 w 77"/>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7" h="18">
                    <a:moveTo>
                      <a:pt x="77" y="0"/>
                    </a:moveTo>
                    <a:cubicBezTo>
                      <a:pt x="51" y="0"/>
                      <a:pt x="51" y="0"/>
                      <a:pt x="51" y="0"/>
                    </a:cubicBezTo>
                    <a:cubicBezTo>
                      <a:pt x="50" y="0"/>
                      <a:pt x="50" y="0"/>
                      <a:pt x="50" y="0"/>
                    </a:cubicBezTo>
                    <a:cubicBezTo>
                      <a:pt x="49" y="4"/>
                      <a:pt x="48" y="9"/>
                      <a:pt x="50" y="12"/>
                    </a:cubicBezTo>
                    <a:cubicBezTo>
                      <a:pt x="51" y="13"/>
                      <a:pt x="54" y="15"/>
                      <a:pt x="53" y="18"/>
                    </a:cubicBezTo>
                    <a:cubicBezTo>
                      <a:pt x="69" y="18"/>
                      <a:pt x="69" y="18"/>
                      <a:pt x="69" y="18"/>
                    </a:cubicBezTo>
                    <a:cubicBezTo>
                      <a:pt x="69" y="17"/>
                      <a:pt x="70" y="16"/>
                      <a:pt x="70" y="15"/>
                    </a:cubicBezTo>
                    <a:cubicBezTo>
                      <a:pt x="72" y="11"/>
                      <a:pt x="74" y="5"/>
                      <a:pt x="77" y="0"/>
                    </a:cubicBezTo>
                    <a:close/>
                    <a:moveTo>
                      <a:pt x="25" y="0"/>
                    </a:moveTo>
                    <a:cubicBezTo>
                      <a:pt x="11" y="0"/>
                      <a:pt x="11" y="0"/>
                      <a:pt x="11" y="0"/>
                    </a:cubicBezTo>
                    <a:cubicBezTo>
                      <a:pt x="10" y="2"/>
                      <a:pt x="8" y="4"/>
                      <a:pt x="7" y="4"/>
                    </a:cubicBezTo>
                    <a:cubicBezTo>
                      <a:pt x="5" y="5"/>
                      <a:pt x="4" y="3"/>
                      <a:pt x="4" y="0"/>
                    </a:cubicBezTo>
                    <a:cubicBezTo>
                      <a:pt x="1" y="0"/>
                      <a:pt x="1" y="0"/>
                      <a:pt x="1" y="0"/>
                    </a:cubicBezTo>
                    <a:cubicBezTo>
                      <a:pt x="1" y="4"/>
                      <a:pt x="0" y="9"/>
                      <a:pt x="0" y="13"/>
                    </a:cubicBezTo>
                    <a:cubicBezTo>
                      <a:pt x="0" y="16"/>
                      <a:pt x="1" y="17"/>
                      <a:pt x="2" y="18"/>
                    </a:cubicBezTo>
                    <a:cubicBezTo>
                      <a:pt x="24" y="18"/>
                      <a:pt x="24" y="18"/>
                      <a:pt x="24" y="18"/>
                    </a:cubicBezTo>
                    <a:cubicBezTo>
                      <a:pt x="23" y="13"/>
                      <a:pt x="24" y="5"/>
                      <a:pt x="25" y="0"/>
                    </a:cubicBezTo>
                    <a:close/>
                  </a:path>
                </a:pathLst>
              </a:custGeom>
              <a:solidFill>
                <a:srgbClr val="E4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1" name="Freeform 289"/>
              <p:cNvSpPr>
                <a:spLocks noEditPoints="1"/>
              </p:cNvSpPr>
              <p:nvPr/>
            </p:nvSpPr>
            <p:spPr bwMode="auto">
              <a:xfrm>
                <a:off x="1289" y="1200"/>
                <a:ext cx="145" cy="36"/>
              </a:xfrm>
              <a:custGeom>
                <a:avLst/>
                <a:gdLst>
                  <a:gd name="T0" fmla="*/ 76 w 76"/>
                  <a:gd name="T1" fmla="*/ 0 h 19"/>
                  <a:gd name="T2" fmla="*/ 50 w 76"/>
                  <a:gd name="T3" fmla="*/ 0 h 19"/>
                  <a:gd name="T4" fmla="*/ 50 w 76"/>
                  <a:gd name="T5" fmla="*/ 11 h 19"/>
                  <a:gd name="T6" fmla="*/ 53 w 76"/>
                  <a:gd name="T7" fmla="*/ 19 h 19"/>
                  <a:gd name="T8" fmla="*/ 69 w 76"/>
                  <a:gd name="T9" fmla="*/ 19 h 19"/>
                  <a:gd name="T10" fmla="*/ 70 w 76"/>
                  <a:gd name="T11" fmla="*/ 14 h 19"/>
                  <a:gd name="T12" fmla="*/ 76 w 76"/>
                  <a:gd name="T13" fmla="*/ 0 h 19"/>
                  <a:gd name="T14" fmla="*/ 25 w 76"/>
                  <a:gd name="T15" fmla="*/ 0 h 19"/>
                  <a:gd name="T16" fmla="*/ 10 w 76"/>
                  <a:gd name="T17" fmla="*/ 0 h 19"/>
                  <a:gd name="T18" fmla="*/ 7 w 76"/>
                  <a:gd name="T19" fmla="*/ 3 h 19"/>
                  <a:gd name="T20" fmla="*/ 4 w 76"/>
                  <a:gd name="T21" fmla="*/ 0 h 19"/>
                  <a:gd name="T22" fmla="*/ 1 w 76"/>
                  <a:gd name="T23" fmla="*/ 0 h 19"/>
                  <a:gd name="T24" fmla="*/ 0 w 76"/>
                  <a:gd name="T25" fmla="*/ 12 h 19"/>
                  <a:gd name="T26" fmla="*/ 4 w 76"/>
                  <a:gd name="T27" fmla="*/ 19 h 19"/>
                  <a:gd name="T28" fmla="*/ 25 w 76"/>
                  <a:gd name="T29" fmla="*/ 19 h 19"/>
                  <a:gd name="T30" fmla="*/ 24 w 76"/>
                  <a:gd name="T31" fmla="*/ 18 h 19"/>
                  <a:gd name="T32" fmla="*/ 25 w 76"/>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6" h="19">
                    <a:moveTo>
                      <a:pt x="76" y="0"/>
                    </a:moveTo>
                    <a:cubicBezTo>
                      <a:pt x="50" y="0"/>
                      <a:pt x="50" y="0"/>
                      <a:pt x="50" y="0"/>
                    </a:cubicBezTo>
                    <a:cubicBezTo>
                      <a:pt x="49" y="4"/>
                      <a:pt x="48" y="9"/>
                      <a:pt x="50" y="11"/>
                    </a:cubicBezTo>
                    <a:cubicBezTo>
                      <a:pt x="52" y="13"/>
                      <a:pt x="54" y="15"/>
                      <a:pt x="53" y="19"/>
                    </a:cubicBezTo>
                    <a:cubicBezTo>
                      <a:pt x="69" y="19"/>
                      <a:pt x="69" y="19"/>
                      <a:pt x="69" y="19"/>
                    </a:cubicBezTo>
                    <a:cubicBezTo>
                      <a:pt x="69" y="17"/>
                      <a:pt x="70" y="15"/>
                      <a:pt x="70" y="14"/>
                    </a:cubicBezTo>
                    <a:cubicBezTo>
                      <a:pt x="72" y="10"/>
                      <a:pt x="74" y="5"/>
                      <a:pt x="76" y="0"/>
                    </a:cubicBezTo>
                    <a:close/>
                    <a:moveTo>
                      <a:pt x="25" y="0"/>
                    </a:moveTo>
                    <a:cubicBezTo>
                      <a:pt x="10" y="0"/>
                      <a:pt x="10" y="0"/>
                      <a:pt x="10" y="0"/>
                    </a:cubicBezTo>
                    <a:cubicBezTo>
                      <a:pt x="9" y="2"/>
                      <a:pt x="8" y="3"/>
                      <a:pt x="7" y="3"/>
                    </a:cubicBezTo>
                    <a:cubicBezTo>
                      <a:pt x="6" y="4"/>
                      <a:pt x="5" y="3"/>
                      <a:pt x="4" y="0"/>
                    </a:cubicBezTo>
                    <a:cubicBezTo>
                      <a:pt x="1" y="0"/>
                      <a:pt x="1" y="0"/>
                      <a:pt x="1" y="0"/>
                    </a:cubicBezTo>
                    <a:cubicBezTo>
                      <a:pt x="0" y="4"/>
                      <a:pt x="0" y="8"/>
                      <a:pt x="0" y="12"/>
                    </a:cubicBezTo>
                    <a:cubicBezTo>
                      <a:pt x="0" y="16"/>
                      <a:pt x="2" y="17"/>
                      <a:pt x="4" y="19"/>
                    </a:cubicBezTo>
                    <a:cubicBezTo>
                      <a:pt x="25" y="19"/>
                      <a:pt x="25" y="19"/>
                      <a:pt x="25" y="19"/>
                    </a:cubicBezTo>
                    <a:cubicBezTo>
                      <a:pt x="24" y="18"/>
                      <a:pt x="24" y="18"/>
                      <a:pt x="24" y="18"/>
                    </a:cubicBezTo>
                    <a:cubicBezTo>
                      <a:pt x="23" y="14"/>
                      <a:pt x="24" y="5"/>
                      <a:pt x="25"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2" name="Freeform 290"/>
              <p:cNvSpPr>
                <a:spLocks noEditPoints="1"/>
              </p:cNvSpPr>
              <p:nvPr/>
            </p:nvSpPr>
            <p:spPr bwMode="auto">
              <a:xfrm>
                <a:off x="1289" y="1204"/>
                <a:ext cx="145" cy="34"/>
              </a:xfrm>
              <a:custGeom>
                <a:avLst/>
                <a:gdLst>
                  <a:gd name="T0" fmla="*/ 76 w 76"/>
                  <a:gd name="T1" fmla="*/ 0 h 18"/>
                  <a:gd name="T2" fmla="*/ 50 w 76"/>
                  <a:gd name="T3" fmla="*/ 0 h 18"/>
                  <a:gd name="T4" fmla="*/ 50 w 76"/>
                  <a:gd name="T5" fmla="*/ 9 h 18"/>
                  <a:gd name="T6" fmla="*/ 53 w 76"/>
                  <a:gd name="T7" fmla="*/ 17 h 18"/>
                  <a:gd name="T8" fmla="*/ 53 w 76"/>
                  <a:gd name="T9" fmla="*/ 18 h 18"/>
                  <a:gd name="T10" fmla="*/ 68 w 76"/>
                  <a:gd name="T11" fmla="*/ 18 h 18"/>
                  <a:gd name="T12" fmla="*/ 70 w 76"/>
                  <a:gd name="T13" fmla="*/ 12 h 18"/>
                  <a:gd name="T14" fmla="*/ 76 w 76"/>
                  <a:gd name="T15" fmla="*/ 0 h 18"/>
                  <a:gd name="T16" fmla="*/ 25 w 76"/>
                  <a:gd name="T17" fmla="*/ 0 h 18"/>
                  <a:gd name="T18" fmla="*/ 9 w 76"/>
                  <a:gd name="T19" fmla="*/ 0 h 18"/>
                  <a:gd name="T20" fmla="*/ 7 w 76"/>
                  <a:gd name="T21" fmla="*/ 1 h 18"/>
                  <a:gd name="T22" fmla="*/ 4 w 76"/>
                  <a:gd name="T23" fmla="*/ 0 h 18"/>
                  <a:gd name="T24" fmla="*/ 1 w 76"/>
                  <a:gd name="T25" fmla="*/ 0 h 18"/>
                  <a:gd name="T26" fmla="*/ 0 w 76"/>
                  <a:gd name="T27" fmla="*/ 10 h 18"/>
                  <a:gd name="T28" fmla="*/ 7 w 76"/>
                  <a:gd name="T29" fmla="*/ 18 h 18"/>
                  <a:gd name="T30" fmla="*/ 25 w 76"/>
                  <a:gd name="T31" fmla="*/ 18 h 18"/>
                  <a:gd name="T32" fmla="*/ 24 w 76"/>
                  <a:gd name="T33" fmla="*/ 16 h 18"/>
                  <a:gd name="T34" fmla="*/ 25 w 76"/>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18">
                    <a:moveTo>
                      <a:pt x="76" y="0"/>
                    </a:moveTo>
                    <a:cubicBezTo>
                      <a:pt x="50" y="0"/>
                      <a:pt x="50" y="0"/>
                      <a:pt x="50" y="0"/>
                    </a:cubicBezTo>
                    <a:cubicBezTo>
                      <a:pt x="48" y="3"/>
                      <a:pt x="48" y="7"/>
                      <a:pt x="50" y="9"/>
                    </a:cubicBezTo>
                    <a:cubicBezTo>
                      <a:pt x="52" y="11"/>
                      <a:pt x="55" y="13"/>
                      <a:pt x="53" y="17"/>
                    </a:cubicBezTo>
                    <a:cubicBezTo>
                      <a:pt x="53" y="18"/>
                      <a:pt x="53" y="18"/>
                      <a:pt x="53" y="18"/>
                    </a:cubicBezTo>
                    <a:cubicBezTo>
                      <a:pt x="68" y="18"/>
                      <a:pt x="68" y="18"/>
                      <a:pt x="68" y="18"/>
                    </a:cubicBezTo>
                    <a:cubicBezTo>
                      <a:pt x="69" y="16"/>
                      <a:pt x="70" y="14"/>
                      <a:pt x="70" y="12"/>
                    </a:cubicBezTo>
                    <a:cubicBezTo>
                      <a:pt x="72" y="9"/>
                      <a:pt x="74" y="4"/>
                      <a:pt x="76" y="0"/>
                    </a:cubicBezTo>
                    <a:close/>
                    <a:moveTo>
                      <a:pt x="25" y="0"/>
                    </a:moveTo>
                    <a:cubicBezTo>
                      <a:pt x="9" y="0"/>
                      <a:pt x="9" y="0"/>
                      <a:pt x="9" y="0"/>
                    </a:cubicBezTo>
                    <a:cubicBezTo>
                      <a:pt x="8" y="0"/>
                      <a:pt x="8" y="1"/>
                      <a:pt x="7" y="1"/>
                    </a:cubicBezTo>
                    <a:cubicBezTo>
                      <a:pt x="6" y="2"/>
                      <a:pt x="5" y="1"/>
                      <a:pt x="4" y="0"/>
                    </a:cubicBezTo>
                    <a:cubicBezTo>
                      <a:pt x="1" y="0"/>
                      <a:pt x="1" y="0"/>
                      <a:pt x="1" y="0"/>
                    </a:cubicBezTo>
                    <a:cubicBezTo>
                      <a:pt x="0" y="3"/>
                      <a:pt x="0" y="7"/>
                      <a:pt x="0" y="10"/>
                    </a:cubicBezTo>
                    <a:cubicBezTo>
                      <a:pt x="0" y="15"/>
                      <a:pt x="3" y="16"/>
                      <a:pt x="7" y="18"/>
                    </a:cubicBezTo>
                    <a:cubicBezTo>
                      <a:pt x="25" y="18"/>
                      <a:pt x="25" y="18"/>
                      <a:pt x="25" y="18"/>
                    </a:cubicBezTo>
                    <a:cubicBezTo>
                      <a:pt x="24" y="16"/>
                      <a:pt x="24" y="16"/>
                      <a:pt x="24" y="16"/>
                    </a:cubicBezTo>
                    <a:cubicBezTo>
                      <a:pt x="23" y="12"/>
                      <a:pt x="24" y="5"/>
                      <a:pt x="25"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3" name="Freeform 291"/>
              <p:cNvSpPr>
                <a:spLocks noEditPoints="1"/>
              </p:cNvSpPr>
              <p:nvPr/>
            </p:nvSpPr>
            <p:spPr bwMode="auto">
              <a:xfrm>
                <a:off x="1289" y="1206"/>
                <a:ext cx="143" cy="34"/>
              </a:xfrm>
              <a:custGeom>
                <a:avLst/>
                <a:gdLst>
                  <a:gd name="T0" fmla="*/ 75 w 75"/>
                  <a:gd name="T1" fmla="*/ 0 h 18"/>
                  <a:gd name="T2" fmla="*/ 49 w 75"/>
                  <a:gd name="T3" fmla="*/ 0 h 18"/>
                  <a:gd name="T4" fmla="*/ 50 w 75"/>
                  <a:gd name="T5" fmla="*/ 8 h 18"/>
                  <a:gd name="T6" fmla="*/ 53 w 75"/>
                  <a:gd name="T7" fmla="*/ 16 h 18"/>
                  <a:gd name="T8" fmla="*/ 52 w 75"/>
                  <a:gd name="T9" fmla="*/ 18 h 18"/>
                  <a:gd name="T10" fmla="*/ 68 w 75"/>
                  <a:gd name="T11" fmla="*/ 18 h 18"/>
                  <a:gd name="T12" fmla="*/ 70 w 75"/>
                  <a:gd name="T13" fmla="*/ 11 h 18"/>
                  <a:gd name="T14" fmla="*/ 75 w 75"/>
                  <a:gd name="T15" fmla="*/ 0 h 18"/>
                  <a:gd name="T16" fmla="*/ 25 w 75"/>
                  <a:gd name="T17" fmla="*/ 0 h 18"/>
                  <a:gd name="T18" fmla="*/ 8 w 75"/>
                  <a:gd name="T19" fmla="*/ 0 h 18"/>
                  <a:gd name="T20" fmla="*/ 7 w 75"/>
                  <a:gd name="T21" fmla="*/ 0 h 18"/>
                  <a:gd name="T22" fmla="*/ 5 w 75"/>
                  <a:gd name="T23" fmla="*/ 0 h 18"/>
                  <a:gd name="T24" fmla="*/ 1 w 75"/>
                  <a:gd name="T25" fmla="*/ 0 h 18"/>
                  <a:gd name="T26" fmla="*/ 0 w 75"/>
                  <a:gd name="T27" fmla="*/ 9 h 18"/>
                  <a:gd name="T28" fmla="*/ 9 w 75"/>
                  <a:gd name="T29" fmla="*/ 18 h 18"/>
                  <a:gd name="T30" fmla="*/ 25 w 75"/>
                  <a:gd name="T31" fmla="*/ 18 h 18"/>
                  <a:gd name="T32" fmla="*/ 24 w 75"/>
                  <a:gd name="T33" fmla="*/ 15 h 18"/>
                  <a:gd name="T34" fmla="*/ 25 w 75"/>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 h="18">
                    <a:moveTo>
                      <a:pt x="75" y="0"/>
                    </a:moveTo>
                    <a:cubicBezTo>
                      <a:pt x="49" y="0"/>
                      <a:pt x="49" y="0"/>
                      <a:pt x="49" y="0"/>
                    </a:cubicBezTo>
                    <a:cubicBezTo>
                      <a:pt x="48" y="3"/>
                      <a:pt x="48" y="6"/>
                      <a:pt x="50" y="8"/>
                    </a:cubicBezTo>
                    <a:cubicBezTo>
                      <a:pt x="52" y="10"/>
                      <a:pt x="55" y="12"/>
                      <a:pt x="53" y="16"/>
                    </a:cubicBezTo>
                    <a:cubicBezTo>
                      <a:pt x="53" y="17"/>
                      <a:pt x="53" y="17"/>
                      <a:pt x="52" y="18"/>
                    </a:cubicBezTo>
                    <a:cubicBezTo>
                      <a:pt x="68" y="18"/>
                      <a:pt x="68" y="18"/>
                      <a:pt x="68" y="18"/>
                    </a:cubicBezTo>
                    <a:cubicBezTo>
                      <a:pt x="69" y="15"/>
                      <a:pt x="69" y="13"/>
                      <a:pt x="70" y="11"/>
                    </a:cubicBezTo>
                    <a:cubicBezTo>
                      <a:pt x="72" y="8"/>
                      <a:pt x="73" y="4"/>
                      <a:pt x="75" y="0"/>
                    </a:cubicBezTo>
                    <a:close/>
                    <a:moveTo>
                      <a:pt x="25" y="0"/>
                    </a:moveTo>
                    <a:cubicBezTo>
                      <a:pt x="8" y="0"/>
                      <a:pt x="8" y="0"/>
                      <a:pt x="8" y="0"/>
                    </a:cubicBezTo>
                    <a:cubicBezTo>
                      <a:pt x="8" y="0"/>
                      <a:pt x="8" y="0"/>
                      <a:pt x="7" y="0"/>
                    </a:cubicBezTo>
                    <a:cubicBezTo>
                      <a:pt x="6" y="1"/>
                      <a:pt x="6" y="1"/>
                      <a:pt x="5" y="0"/>
                    </a:cubicBezTo>
                    <a:cubicBezTo>
                      <a:pt x="1" y="0"/>
                      <a:pt x="1" y="0"/>
                      <a:pt x="1" y="0"/>
                    </a:cubicBezTo>
                    <a:cubicBezTo>
                      <a:pt x="0" y="3"/>
                      <a:pt x="0" y="6"/>
                      <a:pt x="0" y="9"/>
                    </a:cubicBezTo>
                    <a:cubicBezTo>
                      <a:pt x="0" y="15"/>
                      <a:pt x="4" y="15"/>
                      <a:pt x="9" y="18"/>
                    </a:cubicBezTo>
                    <a:cubicBezTo>
                      <a:pt x="25" y="18"/>
                      <a:pt x="25" y="18"/>
                      <a:pt x="25" y="18"/>
                    </a:cubicBezTo>
                    <a:cubicBezTo>
                      <a:pt x="25" y="17"/>
                      <a:pt x="25" y="16"/>
                      <a:pt x="24" y="15"/>
                    </a:cubicBezTo>
                    <a:cubicBezTo>
                      <a:pt x="23" y="11"/>
                      <a:pt x="24" y="5"/>
                      <a:pt x="25"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4" name="Freeform 292"/>
              <p:cNvSpPr>
                <a:spLocks noEditPoints="1"/>
              </p:cNvSpPr>
              <p:nvPr/>
            </p:nvSpPr>
            <p:spPr bwMode="auto">
              <a:xfrm>
                <a:off x="1289" y="1207"/>
                <a:ext cx="141" cy="35"/>
              </a:xfrm>
              <a:custGeom>
                <a:avLst/>
                <a:gdLst>
                  <a:gd name="T0" fmla="*/ 74 w 74"/>
                  <a:gd name="T1" fmla="*/ 0 h 18"/>
                  <a:gd name="T2" fmla="*/ 49 w 74"/>
                  <a:gd name="T3" fmla="*/ 0 h 18"/>
                  <a:gd name="T4" fmla="*/ 50 w 74"/>
                  <a:gd name="T5" fmla="*/ 7 h 18"/>
                  <a:gd name="T6" fmla="*/ 53 w 74"/>
                  <a:gd name="T7" fmla="*/ 15 h 18"/>
                  <a:gd name="T8" fmla="*/ 52 w 74"/>
                  <a:gd name="T9" fmla="*/ 18 h 18"/>
                  <a:gd name="T10" fmla="*/ 68 w 74"/>
                  <a:gd name="T11" fmla="*/ 18 h 18"/>
                  <a:gd name="T12" fmla="*/ 70 w 74"/>
                  <a:gd name="T13" fmla="*/ 10 h 18"/>
                  <a:gd name="T14" fmla="*/ 74 w 74"/>
                  <a:gd name="T15" fmla="*/ 0 h 18"/>
                  <a:gd name="T16" fmla="*/ 24 w 74"/>
                  <a:gd name="T17" fmla="*/ 0 h 18"/>
                  <a:gd name="T18" fmla="*/ 0 w 74"/>
                  <a:gd name="T19" fmla="*/ 0 h 18"/>
                  <a:gd name="T20" fmla="*/ 0 w 74"/>
                  <a:gd name="T21" fmla="*/ 8 h 18"/>
                  <a:gd name="T22" fmla="*/ 9 w 74"/>
                  <a:gd name="T23" fmla="*/ 17 h 18"/>
                  <a:gd name="T24" fmla="*/ 10 w 74"/>
                  <a:gd name="T25" fmla="*/ 18 h 18"/>
                  <a:gd name="T26" fmla="*/ 26 w 74"/>
                  <a:gd name="T27" fmla="*/ 18 h 18"/>
                  <a:gd name="T28" fmla="*/ 24 w 74"/>
                  <a:gd name="T29" fmla="*/ 14 h 18"/>
                  <a:gd name="T30" fmla="*/ 24 w 74"/>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18">
                    <a:moveTo>
                      <a:pt x="74" y="0"/>
                    </a:moveTo>
                    <a:cubicBezTo>
                      <a:pt x="49" y="0"/>
                      <a:pt x="49" y="0"/>
                      <a:pt x="49" y="0"/>
                    </a:cubicBezTo>
                    <a:cubicBezTo>
                      <a:pt x="48" y="3"/>
                      <a:pt x="48" y="5"/>
                      <a:pt x="50" y="7"/>
                    </a:cubicBezTo>
                    <a:cubicBezTo>
                      <a:pt x="52" y="9"/>
                      <a:pt x="55" y="11"/>
                      <a:pt x="53" y="15"/>
                    </a:cubicBezTo>
                    <a:cubicBezTo>
                      <a:pt x="53" y="16"/>
                      <a:pt x="52" y="17"/>
                      <a:pt x="52" y="18"/>
                    </a:cubicBezTo>
                    <a:cubicBezTo>
                      <a:pt x="68" y="18"/>
                      <a:pt x="68" y="18"/>
                      <a:pt x="68" y="18"/>
                    </a:cubicBezTo>
                    <a:cubicBezTo>
                      <a:pt x="68" y="15"/>
                      <a:pt x="69" y="12"/>
                      <a:pt x="70" y="10"/>
                    </a:cubicBezTo>
                    <a:cubicBezTo>
                      <a:pt x="71" y="7"/>
                      <a:pt x="73" y="4"/>
                      <a:pt x="74" y="0"/>
                    </a:cubicBezTo>
                    <a:close/>
                    <a:moveTo>
                      <a:pt x="24" y="0"/>
                    </a:moveTo>
                    <a:cubicBezTo>
                      <a:pt x="0" y="0"/>
                      <a:pt x="0" y="0"/>
                      <a:pt x="0" y="0"/>
                    </a:cubicBezTo>
                    <a:cubicBezTo>
                      <a:pt x="0" y="3"/>
                      <a:pt x="0" y="5"/>
                      <a:pt x="0" y="8"/>
                    </a:cubicBezTo>
                    <a:cubicBezTo>
                      <a:pt x="0" y="14"/>
                      <a:pt x="5" y="14"/>
                      <a:pt x="9" y="17"/>
                    </a:cubicBezTo>
                    <a:cubicBezTo>
                      <a:pt x="9" y="18"/>
                      <a:pt x="10" y="18"/>
                      <a:pt x="10" y="18"/>
                    </a:cubicBezTo>
                    <a:cubicBezTo>
                      <a:pt x="26" y="18"/>
                      <a:pt x="26" y="18"/>
                      <a:pt x="26" y="18"/>
                    </a:cubicBezTo>
                    <a:cubicBezTo>
                      <a:pt x="25" y="17"/>
                      <a:pt x="25" y="15"/>
                      <a:pt x="24" y="14"/>
                    </a:cubicBezTo>
                    <a:cubicBezTo>
                      <a:pt x="23" y="11"/>
                      <a:pt x="24" y="5"/>
                      <a:pt x="24"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5" name="Freeform 293"/>
              <p:cNvSpPr>
                <a:spLocks noEditPoints="1"/>
              </p:cNvSpPr>
              <p:nvPr/>
            </p:nvSpPr>
            <p:spPr bwMode="auto">
              <a:xfrm>
                <a:off x="1289" y="1209"/>
                <a:ext cx="141" cy="37"/>
              </a:xfrm>
              <a:custGeom>
                <a:avLst/>
                <a:gdLst>
                  <a:gd name="T0" fmla="*/ 74 w 74"/>
                  <a:gd name="T1" fmla="*/ 0 h 19"/>
                  <a:gd name="T2" fmla="*/ 49 w 74"/>
                  <a:gd name="T3" fmla="*/ 0 h 19"/>
                  <a:gd name="T4" fmla="*/ 50 w 74"/>
                  <a:gd name="T5" fmla="*/ 6 h 19"/>
                  <a:gd name="T6" fmla="*/ 53 w 74"/>
                  <a:gd name="T7" fmla="*/ 14 h 19"/>
                  <a:gd name="T8" fmla="*/ 52 w 74"/>
                  <a:gd name="T9" fmla="*/ 19 h 19"/>
                  <a:gd name="T10" fmla="*/ 67 w 74"/>
                  <a:gd name="T11" fmla="*/ 19 h 19"/>
                  <a:gd name="T12" fmla="*/ 70 w 74"/>
                  <a:gd name="T13" fmla="*/ 9 h 19"/>
                  <a:gd name="T14" fmla="*/ 74 w 74"/>
                  <a:gd name="T15" fmla="*/ 0 h 19"/>
                  <a:gd name="T16" fmla="*/ 24 w 74"/>
                  <a:gd name="T17" fmla="*/ 0 h 19"/>
                  <a:gd name="T18" fmla="*/ 0 w 74"/>
                  <a:gd name="T19" fmla="*/ 0 h 19"/>
                  <a:gd name="T20" fmla="*/ 0 w 74"/>
                  <a:gd name="T21" fmla="*/ 7 h 19"/>
                  <a:gd name="T22" fmla="*/ 9 w 74"/>
                  <a:gd name="T23" fmla="*/ 16 h 19"/>
                  <a:gd name="T24" fmla="*/ 11 w 74"/>
                  <a:gd name="T25" fmla="*/ 19 h 19"/>
                  <a:gd name="T26" fmla="*/ 26 w 74"/>
                  <a:gd name="T27" fmla="*/ 19 h 19"/>
                  <a:gd name="T28" fmla="*/ 24 w 74"/>
                  <a:gd name="T29" fmla="*/ 13 h 19"/>
                  <a:gd name="T30" fmla="*/ 24 w 74"/>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19">
                    <a:moveTo>
                      <a:pt x="74" y="0"/>
                    </a:moveTo>
                    <a:cubicBezTo>
                      <a:pt x="49" y="0"/>
                      <a:pt x="49" y="0"/>
                      <a:pt x="49" y="0"/>
                    </a:cubicBezTo>
                    <a:cubicBezTo>
                      <a:pt x="48" y="3"/>
                      <a:pt x="49" y="4"/>
                      <a:pt x="50" y="6"/>
                    </a:cubicBezTo>
                    <a:cubicBezTo>
                      <a:pt x="52" y="8"/>
                      <a:pt x="55" y="10"/>
                      <a:pt x="53" y="14"/>
                    </a:cubicBezTo>
                    <a:cubicBezTo>
                      <a:pt x="53" y="15"/>
                      <a:pt x="52" y="17"/>
                      <a:pt x="52" y="19"/>
                    </a:cubicBezTo>
                    <a:cubicBezTo>
                      <a:pt x="67" y="19"/>
                      <a:pt x="67" y="19"/>
                      <a:pt x="67" y="19"/>
                    </a:cubicBezTo>
                    <a:cubicBezTo>
                      <a:pt x="68" y="15"/>
                      <a:pt x="69" y="12"/>
                      <a:pt x="70" y="9"/>
                    </a:cubicBezTo>
                    <a:cubicBezTo>
                      <a:pt x="71" y="7"/>
                      <a:pt x="73" y="3"/>
                      <a:pt x="74" y="0"/>
                    </a:cubicBezTo>
                    <a:close/>
                    <a:moveTo>
                      <a:pt x="24" y="0"/>
                    </a:moveTo>
                    <a:cubicBezTo>
                      <a:pt x="0" y="0"/>
                      <a:pt x="0" y="0"/>
                      <a:pt x="0" y="0"/>
                    </a:cubicBezTo>
                    <a:cubicBezTo>
                      <a:pt x="0" y="3"/>
                      <a:pt x="0" y="5"/>
                      <a:pt x="0" y="7"/>
                    </a:cubicBezTo>
                    <a:cubicBezTo>
                      <a:pt x="0" y="13"/>
                      <a:pt x="5" y="13"/>
                      <a:pt x="9" y="16"/>
                    </a:cubicBezTo>
                    <a:cubicBezTo>
                      <a:pt x="10" y="17"/>
                      <a:pt x="10" y="18"/>
                      <a:pt x="11" y="19"/>
                    </a:cubicBezTo>
                    <a:cubicBezTo>
                      <a:pt x="26" y="19"/>
                      <a:pt x="26" y="19"/>
                      <a:pt x="26" y="19"/>
                    </a:cubicBezTo>
                    <a:cubicBezTo>
                      <a:pt x="25" y="16"/>
                      <a:pt x="25" y="15"/>
                      <a:pt x="24" y="13"/>
                    </a:cubicBezTo>
                    <a:cubicBezTo>
                      <a:pt x="24" y="10"/>
                      <a:pt x="24" y="5"/>
                      <a:pt x="24" y="0"/>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6" name="Freeform 294"/>
              <p:cNvSpPr>
                <a:spLocks noEditPoints="1"/>
              </p:cNvSpPr>
              <p:nvPr/>
            </p:nvSpPr>
            <p:spPr bwMode="auto">
              <a:xfrm>
                <a:off x="1289" y="1213"/>
                <a:ext cx="140" cy="35"/>
              </a:xfrm>
              <a:custGeom>
                <a:avLst/>
                <a:gdLst>
                  <a:gd name="T0" fmla="*/ 73 w 73"/>
                  <a:gd name="T1" fmla="*/ 0 h 18"/>
                  <a:gd name="T2" fmla="*/ 49 w 73"/>
                  <a:gd name="T3" fmla="*/ 0 h 18"/>
                  <a:gd name="T4" fmla="*/ 50 w 73"/>
                  <a:gd name="T5" fmla="*/ 4 h 18"/>
                  <a:gd name="T6" fmla="*/ 53 w 73"/>
                  <a:gd name="T7" fmla="*/ 12 h 18"/>
                  <a:gd name="T8" fmla="*/ 51 w 73"/>
                  <a:gd name="T9" fmla="*/ 18 h 18"/>
                  <a:gd name="T10" fmla="*/ 67 w 73"/>
                  <a:gd name="T11" fmla="*/ 18 h 18"/>
                  <a:gd name="T12" fmla="*/ 70 w 73"/>
                  <a:gd name="T13" fmla="*/ 7 h 18"/>
                  <a:gd name="T14" fmla="*/ 73 w 73"/>
                  <a:gd name="T15" fmla="*/ 0 h 18"/>
                  <a:gd name="T16" fmla="*/ 24 w 73"/>
                  <a:gd name="T17" fmla="*/ 0 h 18"/>
                  <a:gd name="T18" fmla="*/ 0 w 73"/>
                  <a:gd name="T19" fmla="*/ 0 h 18"/>
                  <a:gd name="T20" fmla="*/ 0 w 73"/>
                  <a:gd name="T21" fmla="*/ 5 h 18"/>
                  <a:gd name="T22" fmla="*/ 9 w 73"/>
                  <a:gd name="T23" fmla="*/ 14 h 18"/>
                  <a:gd name="T24" fmla="*/ 12 w 73"/>
                  <a:gd name="T25" fmla="*/ 18 h 18"/>
                  <a:gd name="T26" fmla="*/ 26 w 73"/>
                  <a:gd name="T27" fmla="*/ 18 h 18"/>
                  <a:gd name="T28" fmla="*/ 24 w 73"/>
                  <a:gd name="T29" fmla="*/ 11 h 18"/>
                  <a:gd name="T30" fmla="*/ 24 w 7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8">
                    <a:moveTo>
                      <a:pt x="73" y="0"/>
                    </a:moveTo>
                    <a:cubicBezTo>
                      <a:pt x="49" y="0"/>
                      <a:pt x="49" y="0"/>
                      <a:pt x="49" y="0"/>
                    </a:cubicBezTo>
                    <a:cubicBezTo>
                      <a:pt x="49" y="1"/>
                      <a:pt x="49" y="3"/>
                      <a:pt x="50" y="4"/>
                    </a:cubicBezTo>
                    <a:cubicBezTo>
                      <a:pt x="52" y="6"/>
                      <a:pt x="55" y="8"/>
                      <a:pt x="53" y="12"/>
                    </a:cubicBezTo>
                    <a:cubicBezTo>
                      <a:pt x="53" y="13"/>
                      <a:pt x="52" y="15"/>
                      <a:pt x="51" y="18"/>
                    </a:cubicBezTo>
                    <a:cubicBezTo>
                      <a:pt x="67" y="18"/>
                      <a:pt x="67" y="18"/>
                      <a:pt x="67" y="18"/>
                    </a:cubicBezTo>
                    <a:cubicBezTo>
                      <a:pt x="68" y="14"/>
                      <a:pt x="69" y="10"/>
                      <a:pt x="70" y="7"/>
                    </a:cubicBezTo>
                    <a:cubicBezTo>
                      <a:pt x="71" y="5"/>
                      <a:pt x="72" y="2"/>
                      <a:pt x="73" y="0"/>
                    </a:cubicBezTo>
                    <a:close/>
                    <a:moveTo>
                      <a:pt x="24" y="0"/>
                    </a:moveTo>
                    <a:cubicBezTo>
                      <a:pt x="0" y="0"/>
                      <a:pt x="0" y="0"/>
                      <a:pt x="0" y="0"/>
                    </a:cubicBezTo>
                    <a:cubicBezTo>
                      <a:pt x="0" y="1"/>
                      <a:pt x="0" y="3"/>
                      <a:pt x="0" y="5"/>
                    </a:cubicBezTo>
                    <a:cubicBezTo>
                      <a:pt x="0" y="11"/>
                      <a:pt x="5" y="11"/>
                      <a:pt x="9" y="14"/>
                    </a:cubicBezTo>
                    <a:cubicBezTo>
                      <a:pt x="10" y="15"/>
                      <a:pt x="11" y="16"/>
                      <a:pt x="12" y="18"/>
                    </a:cubicBezTo>
                    <a:cubicBezTo>
                      <a:pt x="26" y="18"/>
                      <a:pt x="26" y="18"/>
                      <a:pt x="26" y="18"/>
                    </a:cubicBezTo>
                    <a:cubicBezTo>
                      <a:pt x="26" y="15"/>
                      <a:pt x="25" y="13"/>
                      <a:pt x="24" y="11"/>
                    </a:cubicBezTo>
                    <a:cubicBezTo>
                      <a:pt x="24" y="8"/>
                      <a:pt x="24" y="4"/>
                      <a:pt x="24" y="0"/>
                    </a:cubicBezTo>
                    <a:close/>
                  </a:path>
                </a:pathLst>
              </a:custGeom>
              <a:solidFill>
                <a:srgbClr val="EA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7" name="Freeform 295"/>
              <p:cNvSpPr>
                <a:spLocks noEditPoints="1"/>
              </p:cNvSpPr>
              <p:nvPr/>
            </p:nvSpPr>
            <p:spPr bwMode="auto">
              <a:xfrm>
                <a:off x="1289" y="1215"/>
                <a:ext cx="140" cy="35"/>
              </a:xfrm>
              <a:custGeom>
                <a:avLst/>
                <a:gdLst>
                  <a:gd name="T0" fmla="*/ 73 w 73"/>
                  <a:gd name="T1" fmla="*/ 0 h 18"/>
                  <a:gd name="T2" fmla="*/ 49 w 73"/>
                  <a:gd name="T3" fmla="*/ 0 h 18"/>
                  <a:gd name="T4" fmla="*/ 50 w 73"/>
                  <a:gd name="T5" fmla="*/ 3 h 18"/>
                  <a:gd name="T6" fmla="*/ 53 w 73"/>
                  <a:gd name="T7" fmla="*/ 11 h 18"/>
                  <a:gd name="T8" fmla="*/ 51 w 73"/>
                  <a:gd name="T9" fmla="*/ 18 h 18"/>
                  <a:gd name="T10" fmla="*/ 66 w 73"/>
                  <a:gd name="T11" fmla="*/ 18 h 18"/>
                  <a:gd name="T12" fmla="*/ 70 w 73"/>
                  <a:gd name="T13" fmla="*/ 6 h 18"/>
                  <a:gd name="T14" fmla="*/ 73 w 73"/>
                  <a:gd name="T15" fmla="*/ 0 h 18"/>
                  <a:gd name="T16" fmla="*/ 24 w 73"/>
                  <a:gd name="T17" fmla="*/ 0 h 18"/>
                  <a:gd name="T18" fmla="*/ 0 w 73"/>
                  <a:gd name="T19" fmla="*/ 0 h 18"/>
                  <a:gd name="T20" fmla="*/ 0 w 73"/>
                  <a:gd name="T21" fmla="*/ 4 h 18"/>
                  <a:gd name="T22" fmla="*/ 9 w 73"/>
                  <a:gd name="T23" fmla="*/ 13 h 18"/>
                  <a:gd name="T24" fmla="*/ 12 w 73"/>
                  <a:gd name="T25" fmla="*/ 18 h 18"/>
                  <a:gd name="T26" fmla="*/ 27 w 73"/>
                  <a:gd name="T27" fmla="*/ 18 h 18"/>
                  <a:gd name="T28" fmla="*/ 24 w 73"/>
                  <a:gd name="T29" fmla="*/ 10 h 18"/>
                  <a:gd name="T30" fmla="*/ 24 w 7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8">
                    <a:moveTo>
                      <a:pt x="73" y="0"/>
                    </a:moveTo>
                    <a:cubicBezTo>
                      <a:pt x="49" y="0"/>
                      <a:pt x="49" y="0"/>
                      <a:pt x="49" y="0"/>
                    </a:cubicBezTo>
                    <a:cubicBezTo>
                      <a:pt x="49" y="1"/>
                      <a:pt x="49" y="2"/>
                      <a:pt x="50" y="3"/>
                    </a:cubicBezTo>
                    <a:cubicBezTo>
                      <a:pt x="52" y="5"/>
                      <a:pt x="55" y="7"/>
                      <a:pt x="53" y="11"/>
                    </a:cubicBezTo>
                    <a:cubicBezTo>
                      <a:pt x="53" y="13"/>
                      <a:pt x="52" y="15"/>
                      <a:pt x="51" y="18"/>
                    </a:cubicBezTo>
                    <a:cubicBezTo>
                      <a:pt x="66" y="18"/>
                      <a:pt x="66" y="18"/>
                      <a:pt x="66" y="18"/>
                    </a:cubicBezTo>
                    <a:cubicBezTo>
                      <a:pt x="68" y="14"/>
                      <a:pt x="69" y="9"/>
                      <a:pt x="70" y="6"/>
                    </a:cubicBezTo>
                    <a:cubicBezTo>
                      <a:pt x="71" y="4"/>
                      <a:pt x="72" y="2"/>
                      <a:pt x="73" y="0"/>
                    </a:cubicBezTo>
                    <a:close/>
                    <a:moveTo>
                      <a:pt x="24" y="0"/>
                    </a:moveTo>
                    <a:cubicBezTo>
                      <a:pt x="0" y="0"/>
                      <a:pt x="0" y="0"/>
                      <a:pt x="0" y="0"/>
                    </a:cubicBezTo>
                    <a:cubicBezTo>
                      <a:pt x="0" y="1"/>
                      <a:pt x="0" y="3"/>
                      <a:pt x="0" y="4"/>
                    </a:cubicBezTo>
                    <a:cubicBezTo>
                      <a:pt x="0" y="10"/>
                      <a:pt x="5" y="10"/>
                      <a:pt x="9" y="13"/>
                    </a:cubicBezTo>
                    <a:cubicBezTo>
                      <a:pt x="10" y="14"/>
                      <a:pt x="11" y="16"/>
                      <a:pt x="12" y="18"/>
                    </a:cubicBezTo>
                    <a:cubicBezTo>
                      <a:pt x="27" y="18"/>
                      <a:pt x="27" y="18"/>
                      <a:pt x="27" y="18"/>
                    </a:cubicBezTo>
                    <a:cubicBezTo>
                      <a:pt x="26" y="15"/>
                      <a:pt x="25" y="12"/>
                      <a:pt x="24" y="10"/>
                    </a:cubicBezTo>
                    <a:cubicBezTo>
                      <a:pt x="24" y="8"/>
                      <a:pt x="24" y="4"/>
                      <a:pt x="24"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8" name="Freeform 296"/>
              <p:cNvSpPr>
                <a:spLocks noEditPoints="1"/>
              </p:cNvSpPr>
              <p:nvPr/>
            </p:nvSpPr>
            <p:spPr bwMode="auto">
              <a:xfrm>
                <a:off x="1289" y="1217"/>
                <a:ext cx="138" cy="34"/>
              </a:xfrm>
              <a:custGeom>
                <a:avLst/>
                <a:gdLst>
                  <a:gd name="T0" fmla="*/ 72 w 72"/>
                  <a:gd name="T1" fmla="*/ 0 h 18"/>
                  <a:gd name="T2" fmla="*/ 49 w 72"/>
                  <a:gd name="T3" fmla="*/ 0 h 18"/>
                  <a:gd name="T4" fmla="*/ 50 w 72"/>
                  <a:gd name="T5" fmla="*/ 2 h 18"/>
                  <a:gd name="T6" fmla="*/ 53 w 72"/>
                  <a:gd name="T7" fmla="*/ 10 h 18"/>
                  <a:gd name="T8" fmla="*/ 50 w 72"/>
                  <a:gd name="T9" fmla="*/ 18 h 18"/>
                  <a:gd name="T10" fmla="*/ 66 w 72"/>
                  <a:gd name="T11" fmla="*/ 18 h 18"/>
                  <a:gd name="T12" fmla="*/ 70 w 72"/>
                  <a:gd name="T13" fmla="*/ 5 h 18"/>
                  <a:gd name="T14" fmla="*/ 72 w 72"/>
                  <a:gd name="T15" fmla="*/ 0 h 18"/>
                  <a:gd name="T16" fmla="*/ 24 w 72"/>
                  <a:gd name="T17" fmla="*/ 0 h 18"/>
                  <a:gd name="T18" fmla="*/ 0 w 72"/>
                  <a:gd name="T19" fmla="*/ 0 h 18"/>
                  <a:gd name="T20" fmla="*/ 0 w 72"/>
                  <a:gd name="T21" fmla="*/ 3 h 18"/>
                  <a:gd name="T22" fmla="*/ 9 w 72"/>
                  <a:gd name="T23" fmla="*/ 12 h 18"/>
                  <a:gd name="T24" fmla="*/ 13 w 72"/>
                  <a:gd name="T25" fmla="*/ 18 h 18"/>
                  <a:gd name="T26" fmla="*/ 27 w 72"/>
                  <a:gd name="T27" fmla="*/ 18 h 18"/>
                  <a:gd name="T28" fmla="*/ 24 w 72"/>
                  <a:gd name="T29" fmla="*/ 9 h 18"/>
                  <a:gd name="T30" fmla="*/ 24 w 72"/>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18">
                    <a:moveTo>
                      <a:pt x="72" y="0"/>
                    </a:moveTo>
                    <a:cubicBezTo>
                      <a:pt x="49" y="0"/>
                      <a:pt x="49" y="0"/>
                      <a:pt x="49" y="0"/>
                    </a:cubicBezTo>
                    <a:cubicBezTo>
                      <a:pt x="49" y="1"/>
                      <a:pt x="49" y="1"/>
                      <a:pt x="50" y="2"/>
                    </a:cubicBezTo>
                    <a:cubicBezTo>
                      <a:pt x="52" y="4"/>
                      <a:pt x="55" y="6"/>
                      <a:pt x="53" y="10"/>
                    </a:cubicBezTo>
                    <a:cubicBezTo>
                      <a:pt x="53" y="12"/>
                      <a:pt x="51" y="15"/>
                      <a:pt x="50" y="18"/>
                    </a:cubicBezTo>
                    <a:cubicBezTo>
                      <a:pt x="66" y="18"/>
                      <a:pt x="66" y="18"/>
                      <a:pt x="66" y="18"/>
                    </a:cubicBezTo>
                    <a:cubicBezTo>
                      <a:pt x="67" y="13"/>
                      <a:pt x="69" y="8"/>
                      <a:pt x="70" y="5"/>
                    </a:cubicBezTo>
                    <a:cubicBezTo>
                      <a:pt x="71" y="4"/>
                      <a:pt x="72" y="2"/>
                      <a:pt x="72" y="0"/>
                    </a:cubicBezTo>
                    <a:close/>
                    <a:moveTo>
                      <a:pt x="24" y="0"/>
                    </a:moveTo>
                    <a:cubicBezTo>
                      <a:pt x="0" y="0"/>
                      <a:pt x="0" y="0"/>
                      <a:pt x="0" y="0"/>
                    </a:cubicBezTo>
                    <a:cubicBezTo>
                      <a:pt x="0" y="1"/>
                      <a:pt x="0" y="2"/>
                      <a:pt x="0" y="3"/>
                    </a:cubicBezTo>
                    <a:cubicBezTo>
                      <a:pt x="0" y="9"/>
                      <a:pt x="5" y="9"/>
                      <a:pt x="9" y="12"/>
                    </a:cubicBezTo>
                    <a:cubicBezTo>
                      <a:pt x="10" y="14"/>
                      <a:pt x="12" y="16"/>
                      <a:pt x="13" y="18"/>
                    </a:cubicBezTo>
                    <a:cubicBezTo>
                      <a:pt x="27" y="18"/>
                      <a:pt x="27" y="18"/>
                      <a:pt x="27" y="18"/>
                    </a:cubicBezTo>
                    <a:cubicBezTo>
                      <a:pt x="26" y="15"/>
                      <a:pt x="25" y="11"/>
                      <a:pt x="24" y="9"/>
                    </a:cubicBezTo>
                    <a:cubicBezTo>
                      <a:pt x="24" y="7"/>
                      <a:pt x="24" y="4"/>
                      <a:pt x="24" y="0"/>
                    </a:cubicBez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9" name="Freeform 297"/>
              <p:cNvSpPr>
                <a:spLocks noEditPoints="1"/>
              </p:cNvSpPr>
              <p:nvPr/>
            </p:nvSpPr>
            <p:spPr bwMode="auto">
              <a:xfrm>
                <a:off x="1289" y="1219"/>
                <a:ext cx="138" cy="36"/>
              </a:xfrm>
              <a:custGeom>
                <a:avLst/>
                <a:gdLst>
                  <a:gd name="T0" fmla="*/ 72 w 72"/>
                  <a:gd name="T1" fmla="*/ 0 h 19"/>
                  <a:gd name="T2" fmla="*/ 50 w 72"/>
                  <a:gd name="T3" fmla="*/ 0 h 19"/>
                  <a:gd name="T4" fmla="*/ 50 w 72"/>
                  <a:gd name="T5" fmla="*/ 1 h 19"/>
                  <a:gd name="T6" fmla="*/ 53 w 72"/>
                  <a:gd name="T7" fmla="*/ 9 h 19"/>
                  <a:gd name="T8" fmla="*/ 50 w 72"/>
                  <a:gd name="T9" fmla="*/ 19 h 19"/>
                  <a:gd name="T10" fmla="*/ 66 w 72"/>
                  <a:gd name="T11" fmla="*/ 19 h 19"/>
                  <a:gd name="T12" fmla="*/ 70 w 72"/>
                  <a:gd name="T13" fmla="*/ 4 h 19"/>
                  <a:gd name="T14" fmla="*/ 72 w 72"/>
                  <a:gd name="T15" fmla="*/ 0 h 19"/>
                  <a:gd name="T16" fmla="*/ 24 w 72"/>
                  <a:gd name="T17" fmla="*/ 0 h 19"/>
                  <a:gd name="T18" fmla="*/ 0 w 72"/>
                  <a:gd name="T19" fmla="*/ 0 h 19"/>
                  <a:gd name="T20" fmla="*/ 0 w 72"/>
                  <a:gd name="T21" fmla="*/ 2 h 19"/>
                  <a:gd name="T22" fmla="*/ 9 w 72"/>
                  <a:gd name="T23" fmla="*/ 11 h 19"/>
                  <a:gd name="T24" fmla="*/ 13 w 72"/>
                  <a:gd name="T25" fmla="*/ 19 h 19"/>
                  <a:gd name="T26" fmla="*/ 28 w 72"/>
                  <a:gd name="T27" fmla="*/ 19 h 19"/>
                  <a:gd name="T28" fmla="*/ 24 w 72"/>
                  <a:gd name="T29" fmla="*/ 8 h 19"/>
                  <a:gd name="T30" fmla="*/ 24 w 72"/>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19">
                    <a:moveTo>
                      <a:pt x="72" y="0"/>
                    </a:moveTo>
                    <a:cubicBezTo>
                      <a:pt x="50" y="0"/>
                      <a:pt x="50" y="0"/>
                      <a:pt x="50" y="0"/>
                    </a:cubicBezTo>
                    <a:cubicBezTo>
                      <a:pt x="50" y="1"/>
                      <a:pt x="50" y="1"/>
                      <a:pt x="50" y="1"/>
                    </a:cubicBezTo>
                    <a:cubicBezTo>
                      <a:pt x="52" y="3"/>
                      <a:pt x="55" y="5"/>
                      <a:pt x="53" y="9"/>
                    </a:cubicBezTo>
                    <a:cubicBezTo>
                      <a:pt x="53" y="11"/>
                      <a:pt x="51" y="15"/>
                      <a:pt x="50" y="19"/>
                    </a:cubicBezTo>
                    <a:cubicBezTo>
                      <a:pt x="66" y="19"/>
                      <a:pt x="66" y="19"/>
                      <a:pt x="66" y="19"/>
                    </a:cubicBezTo>
                    <a:cubicBezTo>
                      <a:pt x="67" y="13"/>
                      <a:pt x="69" y="8"/>
                      <a:pt x="70" y="4"/>
                    </a:cubicBezTo>
                    <a:cubicBezTo>
                      <a:pt x="72" y="0"/>
                      <a:pt x="72" y="0"/>
                      <a:pt x="72" y="0"/>
                    </a:cubicBezTo>
                    <a:close/>
                    <a:moveTo>
                      <a:pt x="24" y="0"/>
                    </a:moveTo>
                    <a:cubicBezTo>
                      <a:pt x="0" y="0"/>
                      <a:pt x="0" y="0"/>
                      <a:pt x="0" y="0"/>
                    </a:cubicBezTo>
                    <a:cubicBezTo>
                      <a:pt x="0" y="1"/>
                      <a:pt x="0" y="2"/>
                      <a:pt x="0" y="2"/>
                    </a:cubicBezTo>
                    <a:cubicBezTo>
                      <a:pt x="0" y="8"/>
                      <a:pt x="5" y="8"/>
                      <a:pt x="9" y="11"/>
                    </a:cubicBezTo>
                    <a:cubicBezTo>
                      <a:pt x="11" y="13"/>
                      <a:pt x="12" y="15"/>
                      <a:pt x="13" y="19"/>
                    </a:cubicBezTo>
                    <a:cubicBezTo>
                      <a:pt x="28" y="19"/>
                      <a:pt x="28" y="19"/>
                      <a:pt x="28" y="19"/>
                    </a:cubicBezTo>
                    <a:cubicBezTo>
                      <a:pt x="26" y="14"/>
                      <a:pt x="25" y="11"/>
                      <a:pt x="24" y="8"/>
                    </a:cubicBezTo>
                    <a:cubicBezTo>
                      <a:pt x="24" y="6"/>
                      <a:pt x="24" y="3"/>
                      <a:pt x="24" y="0"/>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0" name="Freeform 298"/>
              <p:cNvSpPr>
                <a:spLocks noEditPoints="1"/>
              </p:cNvSpPr>
              <p:nvPr/>
            </p:nvSpPr>
            <p:spPr bwMode="auto">
              <a:xfrm>
                <a:off x="1289" y="1223"/>
                <a:ext cx="136" cy="34"/>
              </a:xfrm>
              <a:custGeom>
                <a:avLst/>
                <a:gdLst>
                  <a:gd name="T0" fmla="*/ 71 w 71"/>
                  <a:gd name="T1" fmla="*/ 0 h 18"/>
                  <a:gd name="T2" fmla="*/ 51 w 71"/>
                  <a:gd name="T3" fmla="*/ 0 h 18"/>
                  <a:gd name="T4" fmla="*/ 53 w 71"/>
                  <a:gd name="T5" fmla="*/ 7 h 18"/>
                  <a:gd name="T6" fmla="*/ 49 w 71"/>
                  <a:gd name="T7" fmla="*/ 18 h 18"/>
                  <a:gd name="T8" fmla="*/ 66 w 71"/>
                  <a:gd name="T9" fmla="*/ 18 h 18"/>
                  <a:gd name="T10" fmla="*/ 70 w 71"/>
                  <a:gd name="T11" fmla="*/ 2 h 18"/>
                  <a:gd name="T12" fmla="*/ 71 w 71"/>
                  <a:gd name="T13" fmla="*/ 0 h 18"/>
                  <a:gd name="T14" fmla="*/ 24 w 71"/>
                  <a:gd name="T15" fmla="*/ 0 h 18"/>
                  <a:gd name="T16" fmla="*/ 0 w 71"/>
                  <a:gd name="T17" fmla="*/ 0 h 18"/>
                  <a:gd name="T18" fmla="*/ 0 w 71"/>
                  <a:gd name="T19" fmla="*/ 0 h 18"/>
                  <a:gd name="T20" fmla="*/ 9 w 71"/>
                  <a:gd name="T21" fmla="*/ 9 h 18"/>
                  <a:gd name="T22" fmla="*/ 14 w 71"/>
                  <a:gd name="T23" fmla="*/ 18 h 18"/>
                  <a:gd name="T24" fmla="*/ 28 w 71"/>
                  <a:gd name="T25" fmla="*/ 18 h 18"/>
                  <a:gd name="T26" fmla="*/ 24 w 71"/>
                  <a:gd name="T27" fmla="*/ 6 h 18"/>
                  <a:gd name="T28" fmla="*/ 24 w 71"/>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8">
                    <a:moveTo>
                      <a:pt x="71" y="0"/>
                    </a:moveTo>
                    <a:cubicBezTo>
                      <a:pt x="51" y="0"/>
                      <a:pt x="51" y="0"/>
                      <a:pt x="51" y="0"/>
                    </a:cubicBezTo>
                    <a:cubicBezTo>
                      <a:pt x="53" y="2"/>
                      <a:pt x="54" y="4"/>
                      <a:pt x="53" y="7"/>
                    </a:cubicBezTo>
                    <a:cubicBezTo>
                      <a:pt x="52" y="9"/>
                      <a:pt x="51" y="13"/>
                      <a:pt x="49" y="18"/>
                    </a:cubicBezTo>
                    <a:cubicBezTo>
                      <a:pt x="66" y="18"/>
                      <a:pt x="66" y="18"/>
                      <a:pt x="66" y="18"/>
                    </a:cubicBezTo>
                    <a:cubicBezTo>
                      <a:pt x="67" y="12"/>
                      <a:pt x="69" y="6"/>
                      <a:pt x="70" y="2"/>
                    </a:cubicBezTo>
                    <a:cubicBezTo>
                      <a:pt x="71" y="0"/>
                      <a:pt x="71" y="0"/>
                      <a:pt x="71" y="0"/>
                    </a:cubicBezTo>
                    <a:close/>
                    <a:moveTo>
                      <a:pt x="24" y="0"/>
                    </a:moveTo>
                    <a:cubicBezTo>
                      <a:pt x="0" y="0"/>
                      <a:pt x="0" y="0"/>
                      <a:pt x="0" y="0"/>
                    </a:cubicBezTo>
                    <a:cubicBezTo>
                      <a:pt x="0" y="0"/>
                      <a:pt x="0" y="0"/>
                      <a:pt x="0" y="0"/>
                    </a:cubicBezTo>
                    <a:cubicBezTo>
                      <a:pt x="0" y="6"/>
                      <a:pt x="5" y="6"/>
                      <a:pt x="9" y="9"/>
                    </a:cubicBezTo>
                    <a:cubicBezTo>
                      <a:pt x="11" y="11"/>
                      <a:pt x="12" y="14"/>
                      <a:pt x="14" y="18"/>
                    </a:cubicBezTo>
                    <a:cubicBezTo>
                      <a:pt x="28" y="18"/>
                      <a:pt x="28" y="18"/>
                      <a:pt x="28" y="18"/>
                    </a:cubicBezTo>
                    <a:cubicBezTo>
                      <a:pt x="27" y="13"/>
                      <a:pt x="25" y="9"/>
                      <a:pt x="24" y="6"/>
                    </a:cubicBezTo>
                    <a:cubicBezTo>
                      <a:pt x="24" y="5"/>
                      <a:pt x="24" y="2"/>
                      <a:pt x="24"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1" name="Freeform 299"/>
              <p:cNvSpPr>
                <a:spLocks noEditPoints="1"/>
              </p:cNvSpPr>
              <p:nvPr/>
            </p:nvSpPr>
            <p:spPr bwMode="auto">
              <a:xfrm>
                <a:off x="1289" y="1225"/>
                <a:ext cx="136" cy="34"/>
              </a:xfrm>
              <a:custGeom>
                <a:avLst/>
                <a:gdLst>
                  <a:gd name="T0" fmla="*/ 71 w 71"/>
                  <a:gd name="T1" fmla="*/ 0 h 18"/>
                  <a:gd name="T2" fmla="*/ 52 w 71"/>
                  <a:gd name="T3" fmla="*/ 0 h 18"/>
                  <a:gd name="T4" fmla="*/ 53 w 71"/>
                  <a:gd name="T5" fmla="*/ 6 h 18"/>
                  <a:gd name="T6" fmla="*/ 49 w 71"/>
                  <a:gd name="T7" fmla="*/ 18 h 18"/>
                  <a:gd name="T8" fmla="*/ 65 w 71"/>
                  <a:gd name="T9" fmla="*/ 18 h 18"/>
                  <a:gd name="T10" fmla="*/ 70 w 71"/>
                  <a:gd name="T11" fmla="*/ 1 h 18"/>
                  <a:gd name="T12" fmla="*/ 71 w 71"/>
                  <a:gd name="T13" fmla="*/ 0 h 18"/>
                  <a:gd name="T14" fmla="*/ 24 w 71"/>
                  <a:gd name="T15" fmla="*/ 0 h 18"/>
                  <a:gd name="T16" fmla="*/ 0 w 71"/>
                  <a:gd name="T17" fmla="*/ 0 h 18"/>
                  <a:gd name="T18" fmla="*/ 9 w 71"/>
                  <a:gd name="T19" fmla="*/ 8 h 18"/>
                  <a:gd name="T20" fmla="*/ 14 w 71"/>
                  <a:gd name="T21" fmla="*/ 18 h 18"/>
                  <a:gd name="T22" fmla="*/ 29 w 71"/>
                  <a:gd name="T23" fmla="*/ 18 h 18"/>
                  <a:gd name="T24" fmla="*/ 24 w 71"/>
                  <a:gd name="T25" fmla="*/ 5 h 18"/>
                  <a:gd name="T26" fmla="*/ 24 w 71"/>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 h="18">
                    <a:moveTo>
                      <a:pt x="71" y="0"/>
                    </a:moveTo>
                    <a:cubicBezTo>
                      <a:pt x="52" y="0"/>
                      <a:pt x="52" y="0"/>
                      <a:pt x="52" y="0"/>
                    </a:cubicBezTo>
                    <a:cubicBezTo>
                      <a:pt x="53" y="2"/>
                      <a:pt x="54" y="4"/>
                      <a:pt x="53" y="6"/>
                    </a:cubicBezTo>
                    <a:cubicBezTo>
                      <a:pt x="52" y="8"/>
                      <a:pt x="51" y="13"/>
                      <a:pt x="49" y="18"/>
                    </a:cubicBezTo>
                    <a:cubicBezTo>
                      <a:pt x="65" y="18"/>
                      <a:pt x="65" y="18"/>
                      <a:pt x="65" y="18"/>
                    </a:cubicBezTo>
                    <a:cubicBezTo>
                      <a:pt x="67" y="12"/>
                      <a:pt x="69" y="5"/>
                      <a:pt x="70" y="1"/>
                    </a:cubicBezTo>
                    <a:cubicBezTo>
                      <a:pt x="71" y="0"/>
                      <a:pt x="71" y="0"/>
                      <a:pt x="71" y="0"/>
                    </a:cubicBezTo>
                    <a:close/>
                    <a:moveTo>
                      <a:pt x="24" y="0"/>
                    </a:moveTo>
                    <a:cubicBezTo>
                      <a:pt x="0" y="0"/>
                      <a:pt x="0" y="0"/>
                      <a:pt x="0" y="0"/>
                    </a:cubicBezTo>
                    <a:cubicBezTo>
                      <a:pt x="0" y="5"/>
                      <a:pt x="5" y="5"/>
                      <a:pt x="9" y="8"/>
                    </a:cubicBezTo>
                    <a:cubicBezTo>
                      <a:pt x="11" y="10"/>
                      <a:pt x="13" y="14"/>
                      <a:pt x="14" y="18"/>
                    </a:cubicBezTo>
                    <a:cubicBezTo>
                      <a:pt x="29" y="18"/>
                      <a:pt x="29" y="18"/>
                      <a:pt x="29" y="18"/>
                    </a:cubicBezTo>
                    <a:cubicBezTo>
                      <a:pt x="27" y="13"/>
                      <a:pt x="25" y="8"/>
                      <a:pt x="24" y="5"/>
                    </a:cubicBezTo>
                    <a:cubicBezTo>
                      <a:pt x="24" y="4"/>
                      <a:pt x="24" y="2"/>
                      <a:pt x="24"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2" name="Freeform 300"/>
              <p:cNvSpPr>
                <a:spLocks noEditPoints="1"/>
              </p:cNvSpPr>
              <p:nvPr/>
            </p:nvSpPr>
            <p:spPr bwMode="auto">
              <a:xfrm>
                <a:off x="1289" y="1227"/>
                <a:ext cx="134" cy="36"/>
              </a:xfrm>
              <a:custGeom>
                <a:avLst/>
                <a:gdLst>
                  <a:gd name="T0" fmla="*/ 70 w 70"/>
                  <a:gd name="T1" fmla="*/ 0 h 19"/>
                  <a:gd name="T2" fmla="*/ 53 w 70"/>
                  <a:gd name="T3" fmla="*/ 0 h 19"/>
                  <a:gd name="T4" fmla="*/ 53 w 70"/>
                  <a:gd name="T5" fmla="*/ 5 h 19"/>
                  <a:gd name="T6" fmla="*/ 48 w 70"/>
                  <a:gd name="T7" fmla="*/ 19 h 19"/>
                  <a:gd name="T8" fmla="*/ 65 w 70"/>
                  <a:gd name="T9" fmla="*/ 19 h 19"/>
                  <a:gd name="T10" fmla="*/ 70 w 70"/>
                  <a:gd name="T11" fmla="*/ 0 h 19"/>
                  <a:gd name="T12" fmla="*/ 24 w 70"/>
                  <a:gd name="T13" fmla="*/ 0 h 19"/>
                  <a:gd name="T14" fmla="*/ 0 w 70"/>
                  <a:gd name="T15" fmla="*/ 0 h 19"/>
                  <a:gd name="T16" fmla="*/ 9 w 70"/>
                  <a:gd name="T17" fmla="*/ 7 h 19"/>
                  <a:gd name="T18" fmla="*/ 15 w 70"/>
                  <a:gd name="T19" fmla="*/ 19 h 19"/>
                  <a:gd name="T20" fmla="*/ 29 w 70"/>
                  <a:gd name="T21" fmla="*/ 19 h 19"/>
                  <a:gd name="T22" fmla="*/ 24 w 70"/>
                  <a:gd name="T23" fmla="*/ 4 h 19"/>
                  <a:gd name="T24" fmla="*/ 24 w 70"/>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19">
                    <a:moveTo>
                      <a:pt x="70" y="0"/>
                    </a:moveTo>
                    <a:cubicBezTo>
                      <a:pt x="53" y="0"/>
                      <a:pt x="53" y="0"/>
                      <a:pt x="53" y="0"/>
                    </a:cubicBezTo>
                    <a:cubicBezTo>
                      <a:pt x="53" y="2"/>
                      <a:pt x="54" y="3"/>
                      <a:pt x="53" y="5"/>
                    </a:cubicBezTo>
                    <a:cubicBezTo>
                      <a:pt x="52" y="7"/>
                      <a:pt x="50" y="13"/>
                      <a:pt x="48" y="19"/>
                    </a:cubicBezTo>
                    <a:cubicBezTo>
                      <a:pt x="65" y="19"/>
                      <a:pt x="65" y="19"/>
                      <a:pt x="65" y="19"/>
                    </a:cubicBezTo>
                    <a:cubicBezTo>
                      <a:pt x="66" y="12"/>
                      <a:pt x="68" y="5"/>
                      <a:pt x="70" y="0"/>
                    </a:cubicBezTo>
                    <a:close/>
                    <a:moveTo>
                      <a:pt x="24" y="0"/>
                    </a:moveTo>
                    <a:cubicBezTo>
                      <a:pt x="0" y="0"/>
                      <a:pt x="0" y="0"/>
                      <a:pt x="0" y="0"/>
                    </a:cubicBezTo>
                    <a:cubicBezTo>
                      <a:pt x="1" y="4"/>
                      <a:pt x="5" y="4"/>
                      <a:pt x="9" y="7"/>
                    </a:cubicBezTo>
                    <a:cubicBezTo>
                      <a:pt x="11" y="9"/>
                      <a:pt x="13" y="13"/>
                      <a:pt x="15" y="19"/>
                    </a:cubicBezTo>
                    <a:cubicBezTo>
                      <a:pt x="29" y="19"/>
                      <a:pt x="29" y="19"/>
                      <a:pt x="29" y="19"/>
                    </a:cubicBezTo>
                    <a:cubicBezTo>
                      <a:pt x="27" y="13"/>
                      <a:pt x="25" y="7"/>
                      <a:pt x="24" y="4"/>
                    </a:cubicBezTo>
                    <a:cubicBezTo>
                      <a:pt x="24" y="3"/>
                      <a:pt x="24" y="2"/>
                      <a:pt x="24" y="0"/>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3" name="Freeform 301"/>
              <p:cNvSpPr>
                <a:spLocks noEditPoints="1"/>
              </p:cNvSpPr>
              <p:nvPr/>
            </p:nvSpPr>
            <p:spPr bwMode="auto">
              <a:xfrm>
                <a:off x="1291" y="1230"/>
                <a:ext cx="132" cy="35"/>
              </a:xfrm>
              <a:custGeom>
                <a:avLst/>
                <a:gdLst>
                  <a:gd name="T0" fmla="*/ 69 w 69"/>
                  <a:gd name="T1" fmla="*/ 0 h 18"/>
                  <a:gd name="T2" fmla="*/ 52 w 69"/>
                  <a:gd name="T3" fmla="*/ 0 h 18"/>
                  <a:gd name="T4" fmla="*/ 52 w 69"/>
                  <a:gd name="T5" fmla="*/ 3 h 18"/>
                  <a:gd name="T6" fmla="*/ 47 w 69"/>
                  <a:gd name="T7" fmla="*/ 18 h 18"/>
                  <a:gd name="T8" fmla="*/ 64 w 69"/>
                  <a:gd name="T9" fmla="*/ 18 h 18"/>
                  <a:gd name="T10" fmla="*/ 69 w 69"/>
                  <a:gd name="T11" fmla="*/ 0 h 18"/>
                  <a:gd name="T12" fmla="*/ 23 w 69"/>
                  <a:gd name="T13" fmla="*/ 0 h 18"/>
                  <a:gd name="T14" fmla="*/ 0 w 69"/>
                  <a:gd name="T15" fmla="*/ 0 h 18"/>
                  <a:gd name="T16" fmla="*/ 8 w 69"/>
                  <a:gd name="T17" fmla="*/ 5 h 18"/>
                  <a:gd name="T18" fmla="*/ 14 w 69"/>
                  <a:gd name="T19" fmla="*/ 18 h 18"/>
                  <a:gd name="T20" fmla="*/ 28 w 69"/>
                  <a:gd name="T21" fmla="*/ 18 h 18"/>
                  <a:gd name="T22" fmla="*/ 23 w 69"/>
                  <a:gd name="T23" fmla="*/ 2 h 18"/>
                  <a:gd name="T24" fmla="*/ 23 w 69"/>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8">
                    <a:moveTo>
                      <a:pt x="69" y="0"/>
                    </a:moveTo>
                    <a:cubicBezTo>
                      <a:pt x="52" y="0"/>
                      <a:pt x="52" y="0"/>
                      <a:pt x="52" y="0"/>
                    </a:cubicBezTo>
                    <a:cubicBezTo>
                      <a:pt x="53" y="1"/>
                      <a:pt x="53" y="2"/>
                      <a:pt x="52" y="3"/>
                    </a:cubicBezTo>
                    <a:cubicBezTo>
                      <a:pt x="51" y="6"/>
                      <a:pt x="49" y="12"/>
                      <a:pt x="47" y="18"/>
                    </a:cubicBezTo>
                    <a:cubicBezTo>
                      <a:pt x="64" y="18"/>
                      <a:pt x="64" y="18"/>
                      <a:pt x="64" y="18"/>
                    </a:cubicBezTo>
                    <a:cubicBezTo>
                      <a:pt x="65" y="11"/>
                      <a:pt x="67" y="4"/>
                      <a:pt x="69" y="0"/>
                    </a:cubicBezTo>
                    <a:close/>
                    <a:moveTo>
                      <a:pt x="23" y="0"/>
                    </a:moveTo>
                    <a:cubicBezTo>
                      <a:pt x="0" y="0"/>
                      <a:pt x="0" y="0"/>
                      <a:pt x="0" y="0"/>
                    </a:cubicBezTo>
                    <a:cubicBezTo>
                      <a:pt x="1" y="2"/>
                      <a:pt x="5" y="3"/>
                      <a:pt x="8" y="5"/>
                    </a:cubicBezTo>
                    <a:cubicBezTo>
                      <a:pt x="10" y="7"/>
                      <a:pt x="12" y="12"/>
                      <a:pt x="14" y="18"/>
                    </a:cubicBezTo>
                    <a:cubicBezTo>
                      <a:pt x="28" y="18"/>
                      <a:pt x="28" y="18"/>
                      <a:pt x="28" y="18"/>
                    </a:cubicBezTo>
                    <a:cubicBezTo>
                      <a:pt x="26" y="12"/>
                      <a:pt x="24" y="5"/>
                      <a:pt x="23" y="2"/>
                    </a:cubicBezTo>
                    <a:cubicBezTo>
                      <a:pt x="23" y="2"/>
                      <a:pt x="23" y="1"/>
                      <a:pt x="23" y="0"/>
                    </a:cubicBez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4" name="Freeform 302"/>
              <p:cNvSpPr>
                <a:spLocks noEditPoints="1"/>
              </p:cNvSpPr>
              <p:nvPr/>
            </p:nvSpPr>
            <p:spPr bwMode="auto">
              <a:xfrm>
                <a:off x="1293" y="1232"/>
                <a:ext cx="128" cy="35"/>
              </a:xfrm>
              <a:custGeom>
                <a:avLst/>
                <a:gdLst>
                  <a:gd name="T0" fmla="*/ 67 w 67"/>
                  <a:gd name="T1" fmla="*/ 0 h 18"/>
                  <a:gd name="T2" fmla="*/ 51 w 67"/>
                  <a:gd name="T3" fmla="*/ 0 h 18"/>
                  <a:gd name="T4" fmla="*/ 51 w 67"/>
                  <a:gd name="T5" fmla="*/ 2 h 18"/>
                  <a:gd name="T6" fmla="*/ 45 w 67"/>
                  <a:gd name="T7" fmla="*/ 18 h 18"/>
                  <a:gd name="T8" fmla="*/ 62 w 67"/>
                  <a:gd name="T9" fmla="*/ 18 h 18"/>
                  <a:gd name="T10" fmla="*/ 67 w 67"/>
                  <a:gd name="T11" fmla="*/ 0 h 18"/>
                  <a:gd name="T12" fmla="*/ 22 w 67"/>
                  <a:gd name="T13" fmla="*/ 0 h 18"/>
                  <a:gd name="T14" fmla="*/ 0 w 67"/>
                  <a:gd name="T15" fmla="*/ 0 h 18"/>
                  <a:gd name="T16" fmla="*/ 7 w 67"/>
                  <a:gd name="T17" fmla="*/ 4 h 18"/>
                  <a:gd name="T18" fmla="*/ 13 w 67"/>
                  <a:gd name="T19" fmla="*/ 18 h 18"/>
                  <a:gd name="T20" fmla="*/ 28 w 67"/>
                  <a:gd name="T21" fmla="*/ 18 h 18"/>
                  <a:gd name="T22" fmla="*/ 22 w 67"/>
                  <a:gd name="T23" fmla="*/ 1 h 18"/>
                  <a:gd name="T24" fmla="*/ 22 w 6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 h="18">
                    <a:moveTo>
                      <a:pt x="67" y="0"/>
                    </a:moveTo>
                    <a:cubicBezTo>
                      <a:pt x="51" y="0"/>
                      <a:pt x="51" y="0"/>
                      <a:pt x="51" y="0"/>
                    </a:cubicBezTo>
                    <a:cubicBezTo>
                      <a:pt x="52" y="1"/>
                      <a:pt x="51" y="1"/>
                      <a:pt x="51" y="2"/>
                    </a:cubicBezTo>
                    <a:cubicBezTo>
                      <a:pt x="50" y="5"/>
                      <a:pt x="48" y="12"/>
                      <a:pt x="45" y="18"/>
                    </a:cubicBezTo>
                    <a:cubicBezTo>
                      <a:pt x="62" y="18"/>
                      <a:pt x="62" y="18"/>
                      <a:pt x="62" y="18"/>
                    </a:cubicBezTo>
                    <a:cubicBezTo>
                      <a:pt x="64" y="12"/>
                      <a:pt x="66" y="5"/>
                      <a:pt x="67" y="0"/>
                    </a:cubicBezTo>
                    <a:close/>
                    <a:moveTo>
                      <a:pt x="22" y="0"/>
                    </a:moveTo>
                    <a:cubicBezTo>
                      <a:pt x="0" y="0"/>
                      <a:pt x="0" y="0"/>
                      <a:pt x="0" y="0"/>
                    </a:cubicBezTo>
                    <a:cubicBezTo>
                      <a:pt x="1" y="2"/>
                      <a:pt x="4" y="2"/>
                      <a:pt x="7" y="4"/>
                    </a:cubicBezTo>
                    <a:cubicBezTo>
                      <a:pt x="10" y="7"/>
                      <a:pt x="12" y="12"/>
                      <a:pt x="13" y="18"/>
                    </a:cubicBezTo>
                    <a:cubicBezTo>
                      <a:pt x="28" y="18"/>
                      <a:pt x="28" y="18"/>
                      <a:pt x="28" y="18"/>
                    </a:cubicBezTo>
                    <a:cubicBezTo>
                      <a:pt x="26" y="11"/>
                      <a:pt x="23" y="5"/>
                      <a:pt x="22" y="1"/>
                    </a:cubicBezTo>
                    <a:cubicBezTo>
                      <a:pt x="22" y="1"/>
                      <a:pt x="22" y="0"/>
                      <a:pt x="22" y="0"/>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5" name="Freeform 303"/>
              <p:cNvSpPr>
                <a:spLocks noEditPoints="1"/>
              </p:cNvSpPr>
              <p:nvPr/>
            </p:nvSpPr>
            <p:spPr bwMode="auto">
              <a:xfrm>
                <a:off x="1295" y="1234"/>
                <a:ext cx="126" cy="35"/>
              </a:xfrm>
              <a:custGeom>
                <a:avLst/>
                <a:gdLst>
                  <a:gd name="T0" fmla="*/ 66 w 66"/>
                  <a:gd name="T1" fmla="*/ 0 h 18"/>
                  <a:gd name="T2" fmla="*/ 50 w 66"/>
                  <a:gd name="T3" fmla="*/ 0 h 18"/>
                  <a:gd name="T4" fmla="*/ 50 w 66"/>
                  <a:gd name="T5" fmla="*/ 1 h 18"/>
                  <a:gd name="T6" fmla="*/ 44 w 66"/>
                  <a:gd name="T7" fmla="*/ 18 h 18"/>
                  <a:gd name="T8" fmla="*/ 61 w 66"/>
                  <a:gd name="T9" fmla="*/ 18 h 18"/>
                  <a:gd name="T10" fmla="*/ 66 w 66"/>
                  <a:gd name="T11" fmla="*/ 0 h 18"/>
                  <a:gd name="T12" fmla="*/ 21 w 66"/>
                  <a:gd name="T13" fmla="*/ 0 h 18"/>
                  <a:gd name="T14" fmla="*/ 0 w 66"/>
                  <a:gd name="T15" fmla="*/ 0 h 18"/>
                  <a:gd name="T16" fmla="*/ 6 w 66"/>
                  <a:gd name="T17" fmla="*/ 3 h 18"/>
                  <a:gd name="T18" fmla="*/ 13 w 66"/>
                  <a:gd name="T19" fmla="*/ 18 h 18"/>
                  <a:gd name="T20" fmla="*/ 27 w 66"/>
                  <a:gd name="T21" fmla="*/ 18 h 18"/>
                  <a:gd name="T22" fmla="*/ 21 w 66"/>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6" h="18">
                    <a:moveTo>
                      <a:pt x="66" y="0"/>
                    </a:moveTo>
                    <a:cubicBezTo>
                      <a:pt x="50" y="0"/>
                      <a:pt x="50" y="0"/>
                      <a:pt x="50" y="0"/>
                    </a:cubicBezTo>
                    <a:cubicBezTo>
                      <a:pt x="50" y="1"/>
                      <a:pt x="50" y="1"/>
                      <a:pt x="50" y="1"/>
                    </a:cubicBezTo>
                    <a:cubicBezTo>
                      <a:pt x="49" y="4"/>
                      <a:pt x="46" y="11"/>
                      <a:pt x="44" y="18"/>
                    </a:cubicBezTo>
                    <a:cubicBezTo>
                      <a:pt x="61" y="18"/>
                      <a:pt x="61" y="18"/>
                      <a:pt x="61" y="18"/>
                    </a:cubicBezTo>
                    <a:cubicBezTo>
                      <a:pt x="62" y="12"/>
                      <a:pt x="64" y="5"/>
                      <a:pt x="66" y="0"/>
                    </a:cubicBezTo>
                    <a:close/>
                    <a:moveTo>
                      <a:pt x="21" y="0"/>
                    </a:moveTo>
                    <a:cubicBezTo>
                      <a:pt x="0" y="0"/>
                      <a:pt x="0" y="0"/>
                      <a:pt x="0" y="0"/>
                    </a:cubicBezTo>
                    <a:cubicBezTo>
                      <a:pt x="2" y="1"/>
                      <a:pt x="4" y="2"/>
                      <a:pt x="6" y="3"/>
                    </a:cubicBezTo>
                    <a:cubicBezTo>
                      <a:pt x="9" y="6"/>
                      <a:pt x="11" y="11"/>
                      <a:pt x="13" y="18"/>
                    </a:cubicBezTo>
                    <a:cubicBezTo>
                      <a:pt x="27" y="18"/>
                      <a:pt x="27" y="18"/>
                      <a:pt x="27" y="18"/>
                    </a:cubicBezTo>
                    <a:cubicBezTo>
                      <a:pt x="25" y="11"/>
                      <a:pt x="22" y="4"/>
                      <a:pt x="21"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6" name="Freeform 304"/>
              <p:cNvSpPr>
                <a:spLocks noEditPoints="1"/>
              </p:cNvSpPr>
              <p:nvPr/>
            </p:nvSpPr>
            <p:spPr bwMode="auto">
              <a:xfrm>
                <a:off x="1300" y="1236"/>
                <a:ext cx="119" cy="37"/>
              </a:xfrm>
              <a:custGeom>
                <a:avLst/>
                <a:gdLst>
                  <a:gd name="T0" fmla="*/ 62 w 62"/>
                  <a:gd name="T1" fmla="*/ 0 h 19"/>
                  <a:gd name="T2" fmla="*/ 47 w 62"/>
                  <a:gd name="T3" fmla="*/ 0 h 19"/>
                  <a:gd name="T4" fmla="*/ 47 w 62"/>
                  <a:gd name="T5" fmla="*/ 0 h 19"/>
                  <a:gd name="T6" fmla="*/ 40 w 62"/>
                  <a:gd name="T7" fmla="*/ 19 h 19"/>
                  <a:gd name="T8" fmla="*/ 58 w 62"/>
                  <a:gd name="T9" fmla="*/ 19 h 19"/>
                  <a:gd name="T10" fmla="*/ 62 w 62"/>
                  <a:gd name="T11" fmla="*/ 0 h 19"/>
                  <a:gd name="T12" fmla="*/ 19 w 62"/>
                  <a:gd name="T13" fmla="*/ 0 h 19"/>
                  <a:gd name="T14" fmla="*/ 0 w 62"/>
                  <a:gd name="T15" fmla="*/ 0 h 19"/>
                  <a:gd name="T16" fmla="*/ 3 w 62"/>
                  <a:gd name="T17" fmla="*/ 2 h 19"/>
                  <a:gd name="T18" fmla="*/ 10 w 62"/>
                  <a:gd name="T19" fmla="*/ 19 h 19"/>
                  <a:gd name="T20" fmla="*/ 25 w 62"/>
                  <a:gd name="T21" fmla="*/ 19 h 19"/>
                  <a:gd name="T22" fmla="*/ 19 w 62"/>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19">
                    <a:moveTo>
                      <a:pt x="62" y="0"/>
                    </a:moveTo>
                    <a:cubicBezTo>
                      <a:pt x="47" y="0"/>
                      <a:pt x="47" y="0"/>
                      <a:pt x="47" y="0"/>
                    </a:cubicBezTo>
                    <a:cubicBezTo>
                      <a:pt x="47" y="0"/>
                      <a:pt x="47" y="0"/>
                      <a:pt x="47" y="0"/>
                    </a:cubicBezTo>
                    <a:cubicBezTo>
                      <a:pt x="46" y="3"/>
                      <a:pt x="43" y="11"/>
                      <a:pt x="40" y="19"/>
                    </a:cubicBezTo>
                    <a:cubicBezTo>
                      <a:pt x="58" y="19"/>
                      <a:pt x="58" y="19"/>
                      <a:pt x="58" y="19"/>
                    </a:cubicBezTo>
                    <a:cubicBezTo>
                      <a:pt x="59" y="13"/>
                      <a:pt x="61" y="6"/>
                      <a:pt x="62" y="0"/>
                    </a:cubicBezTo>
                    <a:close/>
                    <a:moveTo>
                      <a:pt x="19" y="0"/>
                    </a:moveTo>
                    <a:cubicBezTo>
                      <a:pt x="0" y="0"/>
                      <a:pt x="0" y="0"/>
                      <a:pt x="0" y="0"/>
                    </a:cubicBezTo>
                    <a:cubicBezTo>
                      <a:pt x="1" y="1"/>
                      <a:pt x="2" y="2"/>
                      <a:pt x="3" y="2"/>
                    </a:cubicBezTo>
                    <a:cubicBezTo>
                      <a:pt x="6" y="5"/>
                      <a:pt x="8" y="11"/>
                      <a:pt x="10" y="19"/>
                    </a:cubicBezTo>
                    <a:cubicBezTo>
                      <a:pt x="25" y="19"/>
                      <a:pt x="25" y="19"/>
                      <a:pt x="25" y="19"/>
                    </a:cubicBezTo>
                    <a:cubicBezTo>
                      <a:pt x="22" y="12"/>
                      <a:pt x="20" y="4"/>
                      <a:pt x="19" y="0"/>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7" name="Freeform 305"/>
              <p:cNvSpPr>
                <a:spLocks noEditPoints="1"/>
              </p:cNvSpPr>
              <p:nvPr/>
            </p:nvSpPr>
            <p:spPr bwMode="auto">
              <a:xfrm>
                <a:off x="1304" y="1240"/>
                <a:ext cx="115" cy="34"/>
              </a:xfrm>
              <a:custGeom>
                <a:avLst/>
                <a:gdLst>
                  <a:gd name="T0" fmla="*/ 60 w 60"/>
                  <a:gd name="T1" fmla="*/ 0 h 18"/>
                  <a:gd name="T2" fmla="*/ 45 w 60"/>
                  <a:gd name="T3" fmla="*/ 0 h 18"/>
                  <a:gd name="T4" fmla="*/ 38 w 60"/>
                  <a:gd name="T5" fmla="*/ 18 h 18"/>
                  <a:gd name="T6" fmla="*/ 56 w 60"/>
                  <a:gd name="T7" fmla="*/ 18 h 18"/>
                  <a:gd name="T8" fmla="*/ 60 w 60"/>
                  <a:gd name="T9" fmla="*/ 0 h 18"/>
                  <a:gd name="T10" fmla="*/ 17 w 60"/>
                  <a:gd name="T11" fmla="*/ 0 h 18"/>
                  <a:gd name="T12" fmla="*/ 0 w 60"/>
                  <a:gd name="T13" fmla="*/ 0 h 18"/>
                  <a:gd name="T14" fmla="*/ 1 w 60"/>
                  <a:gd name="T15" fmla="*/ 0 h 18"/>
                  <a:gd name="T16" fmla="*/ 8 w 60"/>
                  <a:gd name="T17" fmla="*/ 18 h 18"/>
                  <a:gd name="T18" fmla="*/ 23 w 60"/>
                  <a:gd name="T19" fmla="*/ 18 h 18"/>
                  <a:gd name="T20" fmla="*/ 17 w 60"/>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8">
                    <a:moveTo>
                      <a:pt x="60" y="0"/>
                    </a:moveTo>
                    <a:cubicBezTo>
                      <a:pt x="45" y="0"/>
                      <a:pt x="45" y="0"/>
                      <a:pt x="45" y="0"/>
                    </a:cubicBezTo>
                    <a:cubicBezTo>
                      <a:pt x="43" y="3"/>
                      <a:pt x="40" y="11"/>
                      <a:pt x="38" y="18"/>
                    </a:cubicBezTo>
                    <a:cubicBezTo>
                      <a:pt x="56" y="18"/>
                      <a:pt x="56" y="18"/>
                      <a:pt x="56" y="18"/>
                    </a:cubicBezTo>
                    <a:cubicBezTo>
                      <a:pt x="57" y="12"/>
                      <a:pt x="58" y="5"/>
                      <a:pt x="60" y="0"/>
                    </a:cubicBezTo>
                    <a:close/>
                    <a:moveTo>
                      <a:pt x="17" y="0"/>
                    </a:moveTo>
                    <a:cubicBezTo>
                      <a:pt x="0" y="0"/>
                      <a:pt x="0" y="0"/>
                      <a:pt x="0" y="0"/>
                    </a:cubicBezTo>
                    <a:cubicBezTo>
                      <a:pt x="0" y="0"/>
                      <a:pt x="1" y="0"/>
                      <a:pt x="1" y="0"/>
                    </a:cubicBezTo>
                    <a:cubicBezTo>
                      <a:pt x="4" y="3"/>
                      <a:pt x="6" y="9"/>
                      <a:pt x="8" y="18"/>
                    </a:cubicBezTo>
                    <a:cubicBezTo>
                      <a:pt x="23" y="18"/>
                      <a:pt x="23" y="18"/>
                      <a:pt x="23" y="18"/>
                    </a:cubicBezTo>
                    <a:cubicBezTo>
                      <a:pt x="21" y="12"/>
                      <a:pt x="19" y="4"/>
                      <a:pt x="17"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8" name="Freeform 306"/>
              <p:cNvSpPr>
                <a:spLocks noEditPoints="1"/>
              </p:cNvSpPr>
              <p:nvPr/>
            </p:nvSpPr>
            <p:spPr bwMode="auto">
              <a:xfrm>
                <a:off x="1308" y="1242"/>
                <a:ext cx="111" cy="34"/>
              </a:xfrm>
              <a:custGeom>
                <a:avLst/>
                <a:gdLst>
                  <a:gd name="T0" fmla="*/ 58 w 58"/>
                  <a:gd name="T1" fmla="*/ 0 h 18"/>
                  <a:gd name="T2" fmla="*/ 42 w 58"/>
                  <a:gd name="T3" fmla="*/ 0 h 18"/>
                  <a:gd name="T4" fmla="*/ 35 w 58"/>
                  <a:gd name="T5" fmla="*/ 18 h 18"/>
                  <a:gd name="T6" fmla="*/ 54 w 58"/>
                  <a:gd name="T7" fmla="*/ 18 h 18"/>
                  <a:gd name="T8" fmla="*/ 58 w 58"/>
                  <a:gd name="T9" fmla="*/ 0 h 18"/>
                  <a:gd name="T10" fmla="*/ 16 w 58"/>
                  <a:gd name="T11" fmla="*/ 0 h 18"/>
                  <a:gd name="T12" fmla="*/ 0 w 58"/>
                  <a:gd name="T13" fmla="*/ 0 h 18"/>
                  <a:gd name="T14" fmla="*/ 6 w 58"/>
                  <a:gd name="T15" fmla="*/ 18 h 18"/>
                  <a:gd name="T16" fmla="*/ 22 w 58"/>
                  <a:gd name="T17" fmla="*/ 18 h 18"/>
                  <a:gd name="T18" fmla="*/ 16 w 58"/>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18">
                    <a:moveTo>
                      <a:pt x="58" y="0"/>
                    </a:moveTo>
                    <a:cubicBezTo>
                      <a:pt x="42" y="0"/>
                      <a:pt x="42" y="0"/>
                      <a:pt x="42" y="0"/>
                    </a:cubicBezTo>
                    <a:cubicBezTo>
                      <a:pt x="41" y="4"/>
                      <a:pt x="38" y="12"/>
                      <a:pt x="35" y="18"/>
                    </a:cubicBezTo>
                    <a:cubicBezTo>
                      <a:pt x="54" y="18"/>
                      <a:pt x="54" y="18"/>
                      <a:pt x="54" y="18"/>
                    </a:cubicBezTo>
                    <a:cubicBezTo>
                      <a:pt x="55" y="12"/>
                      <a:pt x="56" y="6"/>
                      <a:pt x="58" y="0"/>
                    </a:cubicBezTo>
                    <a:close/>
                    <a:moveTo>
                      <a:pt x="16" y="0"/>
                    </a:moveTo>
                    <a:cubicBezTo>
                      <a:pt x="0" y="0"/>
                      <a:pt x="0" y="0"/>
                      <a:pt x="0" y="0"/>
                    </a:cubicBezTo>
                    <a:cubicBezTo>
                      <a:pt x="2" y="3"/>
                      <a:pt x="5" y="10"/>
                      <a:pt x="6" y="18"/>
                    </a:cubicBezTo>
                    <a:cubicBezTo>
                      <a:pt x="22" y="18"/>
                      <a:pt x="22" y="18"/>
                      <a:pt x="22" y="18"/>
                    </a:cubicBezTo>
                    <a:cubicBezTo>
                      <a:pt x="19" y="12"/>
                      <a:pt x="17" y="5"/>
                      <a:pt x="16"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9" name="Freeform 307"/>
              <p:cNvSpPr>
                <a:spLocks noEditPoints="1"/>
              </p:cNvSpPr>
              <p:nvPr/>
            </p:nvSpPr>
            <p:spPr bwMode="auto">
              <a:xfrm>
                <a:off x="1310" y="1244"/>
                <a:ext cx="107" cy="36"/>
              </a:xfrm>
              <a:custGeom>
                <a:avLst/>
                <a:gdLst>
                  <a:gd name="T0" fmla="*/ 56 w 56"/>
                  <a:gd name="T1" fmla="*/ 0 h 19"/>
                  <a:gd name="T2" fmla="*/ 41 w 56"/>
                  <a:gd name="T3" fmla="*/ 0 h 19"/>
                  <a:gd name="T4" fmla="*/ 34 w 56"/>
                  <a:gd name="T5" fmla="*/ 19 h 19"/>
                  <a:gd name="T6" fmla="*/ 52 w 56"/>
                  <a:gd name="T7" fmla="*/ 19 h 19"/>
                  <a:gd name="T8" fmla="*/ 56 w 56"/>
                  <a:gd name="T9" fmla="*/ 0 h 19"/>
                  <a:gd name="T10" fmla="*/ 15 w 56"/>
                  <a:gd name="T11" fmla="*/ 0 h 19"/>
                  <a:gd name="T12" fmla="*/ 0 w 56"/>
                  <a:gd name="T13" fmla="*/ 0 h 19"/>
                  <a:gd name="T14" fmla="*/ 6 w 56"/>
                  <a:gd name="T15" fmla="*/ 19 h 19"/>
                  <a:gd name="T16" fmla="*/ 21 w 56"/>
                  <a:gd name="T17" fmla="*/ 19 h 19"/>
                  <a:gd name="T18" fmla="*/ 15 w 56"/>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19">
                    <a:moveTo>
                      <a:pt x="56" y="0"/>
                    </a:moveTo>
                    <a:cubicBezTo>
                      <a:pt x="41" y="0"/>
                      <a:pt x="41" y="0"/>
                      <a:pt x="41" y="0"/>
                    </a:cubicBezTo>
                    <a:cubicBezTo>
                      <a:pt x="39" y="5"/>
                      <a:pt x="36" y="13"/>
                      <a:pt x="34" y="19"/>
                    </a:cubicBezTo>
                    <a:cubicBezTo>
                      <a:pt x="52" y="19"/>
                      <a:pt x="52" y="19"/>
                      <a:pt x="52" y="19"/>
                    </a:cubicBezTo>
                    <a:cubicBezTo>
                      <a:pt x="53" y="13"/>
                      <a:pt x="55" y="6"/>
                      <a:pt x="56" y="0"/>
                    </a:cubicBezTo>
                    <a:close/>
                    <a:moveTo>
                      <a:pt x="15" y="0"/>
                    </a:moveTo>
                    <a:cubicBezTo>
                      <a:pt x="0" y="0"/>
                      <a:pt x="0" y="0"/>
                      <a:pt x="0" y="0"/>
                    </a:cubicBezTo>
                    <a:cubicBezTo>
                      <a:pt x="2" y="4"/>
                      <a:pt x="4" y="10"/>
                      <a:pt x="6" y="19"/>
                    </a:cubicBezTo>
                    <a:cubicBezTo>
                      <a:pt x="21" y="19"/>
                      <a:pt x="21" y="19"/>
                      <a:pt x="21" y="19"/>
                    </a:cubicBezTo>
                    <a:cubicBezTo>
                      <a:pt x="19" y="13"/>
                      <a:pt x="17" y="5"/>
                      <a:pt x="15"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0" name="Freeform 308"/>
              <p:cNvSpPr>
                <a:spLocks noEditPoints="1"/>
              </p:cNvSpPr>
              <p:nvPr/>
            </p:nvSpPr>
            <p:spPr bwMode="auto">
              <a:xfrm>
                <a:off x="1310" y="1248"/>
                <a:ext cx="107" cy="34"/>
              </a:xfrm>
              <a:custGeom>
                <a:avLst/>
                <a:gdLst>
                  <a:gd name="T0" fmla="*/ 56 w 56"/>
                  <a:gd name="T1" fmla="*/ 0 h 18"/>
                  <a:gd name="T2" fmla="*/ 40 w 56"/>
                  <a:gd name="T3" fmla="*/ 0 h 18"/>
                  <a:gd name="T4" fmla="*/ 33 w 56"/>
                  <a:gd name="T5" fmla="*/ 18 h 18"/>
                  <a:gd name="T6" fmla="*/ 52 w 56"/>
                  <a:gd name="T7" fmla="*/ 18 h 18"/>
                  <a:gd name="T8" fmla="*/ 56 w 56"/>
                  <a:gd name="T9" fmla="*/ 0 h 18"/>
                  <a:gd name="T10" fmla="*/ 15 w 56"/>
                  <a:gd name="T11" fmla="*/ 0 h 18"/>
                  <a:gd name="T12" fmla="*/ 0 w 56"/>
                  <a:gd name="T13" fmla="*/ 0 h 18"/>
                  <a:gd name="T14" fmla="*/ 6 w 56"/>
                  <a:gd name="T15" fmla="*/ 18 h 18"/>
                  <a:gd name="T16" fmla="*/ 21 w 56"/>
                  <a:gd name="T17" fmla="*/ 18 h 18"/>
                  <a:gd name="T18" fmla="*/ 15 w 56"/>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18">
                    <a:moveTo>
                      <a:pt x="56" y="0"/>
                    </a:moveTo>
                    <a:cubicBezTo>
                      <a:pt x="40" y="0"/>
                      <a:pt x="40" y="0"/>
                      <a:pt x="40" y="0"/>
                    </a:cubicBezTo>
                    <a:cubicBezTo>
                      <a:pt x="38" y="5"/>
                      <a:pt x="35" y="12"/>
                      <a:pt x="33" y="18"/>
                    </a:cubicBezTo>
                    <a:cubicBezTo>
                      <a:pt x="52" y="18"/>
                      <a:pt x="52" y="18"/>
                      <a:pt x="52" y="18"/>
                    </a:cubicBezTo>
                    <a:cubicBezTo>
                      <a:pt x="53" y="12"/>
                      <a:pt x="54" y="5"/>
                      <a:pt x="56" y="0"/>
                    </a:cubicBezTo>
                    <a:close/>
                    <a:moveTo>
                      <a:pt x="15" y="0"/>
                    </a:moveTo>
                    <a:cubicBezTo>
                      <a:pt x="0" y="0"/>
                      <a:pt x="0" y="0"/>
                      <a:pt x="0" y="0"/>
                    </a:cubicBezTo>
                    <a:cubicBezTo>
                      <a:pt x="3" y="3"/>
                      <a:pt x="5" y="10"/>
                      <a:pt x="6" y="18"/>
                    </a:cubicBezTo>
                    <a:cubicBezTo>
                      <a:pt x="21" y="18"/>
                      <a:pt x="21" y="18"/>
                      <a:pt x="21" y="18"/>
                    </a:cubicBezTo>
                    <a:cubicBezTo>
                      <a:pt x="20" y="12"/>
                      <a:pt x="17" y="5"/>
                      <a:pt x="15"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1" name="Freeform 309"/>
              <p:cNvSpPr>
                <a:spLocks noEditPoints="1"/>
              </p:cNvSpPr>
              <p:nvPr/>
            </p:nvSpPr>
            <p:spPr bwMode="auto">
              <a:xfrm>
                <a:off x="1312" y="1250"/>
                <a:ext cx="105" cy="34"/>
              </a:xfrm>
              <a:custGeom>
                <a:avLst/>
                <a:gdLst>
                  <a:gd name="T0" fmla="*/ 55 w 55"/>
                  <a:gd name="T1" fmla="*/ 0 h 18"/>
                  <a:gd name="T2" fmla="*/ 39 w 55"/>
                  <a:gd name="T3" fmla="*/ 0 h 18"/>
                  <a:gd name="T4" fmla="*/ 32 w 55"/>
                  <a:gd name="T5" fmla="*/ 18 h 18"/>
                  <a:gd name="T6" fmla="*/ 51 w 55"/>
                  <a:gd name="T7" fmla="*/ 18 h 18"/>
                  <a:gd name="T8" fmla="*/ 55 w 55"/>
                  <a:gd name="T9" fmla="*/ 0 h 18"/>
                  <a:gd name="T10" fmla="*/ 15 w 55"/>
                  <a:gd name="T11" fmla="*/ 0 h 18"/>
                  <a:gd name="T12" fmla="*/ 0 w 55"/>
                  <a:gd name="T13" fmla="*/ 0 h 18"/>
                  <a:gd name="T14" fmla="*/ 5 w 55"/>
                  <a:gd name="T15" fmla="*/ 18 h 18"/>
                  <a:gd name="T16" fmla="*/ 21 w 55"/>
                  <a:gd name="T17" fmla="*/ 18 h 18"/>
                  <a:gd name="T18" fmla="*/ 15 w 55"/>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18">
                    <a:moveTo>
                      <a:pt x="55" y="0"/>
                    </a:moveTo>
                    <a:cubicBezTo>
                      <a:pt x="39" y="0"/>
                      <a:pt x="39" y="0"/>
                      <a:pt x="39" y="0"/>
                    </a:cubicBezTo>
                    <a:cubicBezTo>
                      <a:pt x="37" y="5"/>
                      <a:pt x="34" y="13"/>
                      <a:pt x="32" y="18"/>
                    </a:cubicBezTo>
                    <a:cubicBezTo>
                      <a:pt x="51" y="18"/>
                      <a:pt x="51" y="18"/>
                      <a:pt x="51" y="18"/>
                    </a:cubicBezTo>
                    <a:cubicBezTo>
                      <a:pt x="52" y="13"/>
                      <a:pt x="53" y="6"/>
                      <a:pt x="55" y="0"/>
                    </a:cubicBezTo>
                    <a:close/>
                    <a:moveTo>
                      <a:pt x="15" y="0"/>
                    </a:moveTo>
                    <a:cubicBezTo>
                      <a:pt x="0" y="0"/>
                      <a:pt x="0" y="0"/>
                      <a:pt x="0" y="0"/>
                    </a:cubicBezTo>
                    <a:cubicBezTo>
                      <a:pt x="2" y="4"/>
                      <a:pt x="4" y="11"/>
                      <a:pt x="5" y="18"/>
                    </a:cubicBezTo>
                    <a:cubicBezTo>
                      <a:pt x="21" y="18"/>
                      <a:pt x="21" y="18"/>
                      <a:pt x="21" y="18"/>
                    </a:cubicBezTo>
                    <a:cubicBezTo>
                      <a:pt x="19" y="13"/>
                      <a:pt x="17" y="6"/>
                      <a:pt x="15" y="0"/>
                    </a:cubicBez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2" name="Freeform 310"/>
              <p:cNvSpPr>
                <a:spLocks noEditPoints="1"/>
              </p:cNvSpPr>
              <p:nvPr/>
            </p:nvSpPr>
            <p:spPr bwMode="auto">
              <a:xfrm>
                <a:off x="1314" y="1251"/>
                <a:ext cx="101" cy="35"/>
              </a:xfrm>
              <a:custGeom>
                <a:avLst/>
                <a:gdLst>
                  <a:gd name="T0" fmla="*/ 53 w 53"/>
                  <a:gd name="T1" fmla="*/ 0 h 18"/>
                  <a:gd name="T2" fmla="*/ 37 w 53"/>
                  <a:gd name="T3" fmla="*/ 0 h 18"/>
                  <a:gd name="T4" fmla="*/ 30 w 53"/>
                  <a:gd name="T5" fmla="*/ 18 h 18"/>
                  <a:gd name="T6" fmla="*/ 50 w 53"/>
                  <a:gd name="T7" fmla="*/ 18 h 18"/>
                  <a:gd name="T8" fmla="*/ 53 w 53"/>
                  <a:gd name="T9" fmla="*/ 0 h 18"/>
                  <a:gd name="T10" fmla="*/ 14 w 53"/>
                  <a:gd name="T11" fmla="*/ 0 h 18"/>
                  <a:gd name="T12" fmla="*/ 0 w 53"/>
                  <a:gd name="T13" fmla="*/ 0 h 18"/>
                  <a:gd name="T14" fmla="*/ 4 w 53"/>
                  <a:gd name="T15" fmla="*/ 18 h 18"/>
                  <a:gd name="T16" fmla="*/ 20 w 53"/>
                  <a:gd name="T17" fmla="*/ 18 h 18"/>
                  <a:gd name="T18" fmla="*/ 14 w 53"/>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18">
                    <a:moveTo>
                      <a:pt x="53" y="0"/>
                    </a:moveTo>
                    <a:cubicBezTo>
                      <a:pt x="37" y="0"/>
                      <a:pt x="37" y="0"/>
                      <a:pt x="37" y="0"/>
                    </a:cubicBezTo>
                    <a:cubicBezTo>
                      <a:pt x="35" y="6"/>
                      <a:pt x="32" y="14"/>
                      <a:pt x="30" y="18"/>
                    </a:cubicBezTo>
                    <a:cubicBezTo>
                      <a:pt x="50" y="18"/>
                      <a:pt x="50" y="18"/>
                      <a:pt x="50" y="18"/>
                    </a:cubicBezTo>
                    <a:cubicBezTo>
                      <a:pt x="50" y="13"/>
                      <a:pt x="52" y="6"/>
                      <a:pt x="53" y="0"/>
                    </a:cubicBezTo>
                    <a:close/>
                    <a:moveTo>
                      <a:pt x="14" y="0"/>
                    </a:moveTo>
                    <a:cubicBezTo>
                      <a:pt x="0" y="0"/>
                      <a:pt x="0" y="0"/>
                      <a:pt x="0" y="0"/>
                    </a:cubicBezTo>
                    <a:cubicBezTo>
                      <a:pt x="2" y="5"/>
                      <a:pt x="3" y="11"/>
                      <a:pt x="4" y="18"/>
                    </a:cubicBezTo>
                    <a:cubicBezTo>
                      <a:pt x="20" y="18"/>
                      <a:pt x="20" y="18"/>
                      <a:pt x="20" y="18"/>
                    </a:cubicBezTo>
                    <a:cubicBezTo>
                      <a:pt x="19" y="13"/>
                      <a:pt x="16" y="6"/>
                      <a:pt x="14"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3" name="Freeform 311"/>
              <p:cNvSpPr>
                <a:spLocks noEditPoints="1"/>
              </p:cNvSpPr>
              <p:nvPr/>
            </p:nvSpPr>
            <p:spPr bwMode="auto">
              <a:xfrm>
                <a:off x="1314" y="1253"/>
                <a:ext cx="101" cy="37"/>
              </a:xfrm>
              <a:custGeom>
                <a:avLst/>
                <a:gdLst>
                  <a:gd name="T0" fmla="*/ 53 w 53"/>
                  <a:gd name="T1" fmla="*/ 0 h 19"/>
                  <a:gd name="T2" fmla="*/ 37 w 53"/>
                  <a:gd name="T3" fmla="*/ 0 h 19"/>
                  <a:gd name="T4" fmla="*/ 30 w 53"/>
                  <a:gd name="T5" fmla="*/ 19 h 19"/>
                  <a:gd name="T6" fmla="*/ 50 w 53"/>
                  <a:gd name="T7" fmla="*/ 19 h 19"/>
                  <a:gd name="T8" fmla="*/ 53 w 53"/>
                  <a:gd name="T9" fmla="*/ 0 h 19"/>
                  <a:gd name="T10" fmla="*/ 15 w 53"/>
                  <a:gd name="T11" fmla="*/ 0 h 19"/>
                  <a:gd name="T12" fmla="*/ 0 w 53"/>
                  <a:gd name="T13" fmla="*/ 0 h 19"/>
                  <a:gd name="T14" fmla="*/ 4 w 53"/>
                  <a:gd name="T15" fmla="*/ 19 h 19"/>
                  <a:gd name="T16" fmla="*/ 21 w 53"/>
                  <a:gd name="T17" fmla="*/ 19 h 19"/>
                  <a:gd name="T18" fmla="*/ 15 w 53"/>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19">
                    <a:moveTo>
                      <a:pt x="53" y="0"/>
                    </a:moveTo>
                    <a:cubicBezTo>
                      <a:pt x="37" y="0"/>
                      <a:pt x="37" y="0"/>
                      <a:pt x="37" y="0"/>
                    </a:cubicBezTo>
                    <a:cubicBezTo>
                      <a:pt x="34" y="7"/>
                      <a:pt x="31" y="15"/>
                      <a:pt x="30" y="19"/>
                    </a:cubicBezTo>
                    <a:cubicBezTo>
                      <a:pt x="50" y="19"/>
                      <a:pt x="50" y="19"/>
                      <a:pt x="50" y="19"/>
                    </a:cubicBezTo>
                    <a:cubicBezTo>
                      <a:pt x="50" y="14"/>
                      <a:pt x="51" y="7"/>
                      <a:pt x="53" y="0"/>
                    </a:cubicBezTo>
                    <a:close/>
                    <a:moveTo>
                      <a:pt x="15" y="0"/>
                    </a:moveTo>
                    <a:cubicBezTo>
                      <a:pt x="0" y="0"/>
                      <a:pt x="0" y="0"/>
                      <a:pt x="0" y="0"/>
                    </a:cubicBezTo>
                    <a:cubicBezTo>
                      <a:pt x="2" y="5"/>
                      <a:pt x="3" y="11"/>
                      <a:pt x="4" y="19"/>
                    </a:cubicBezTo>
                    <a:cubicBezTo>
                      <a:pt x="21" y="19"/>
                      <a:pt x="21" y="19"/>
                      <a:pt x="21" y="19"/>
                    </a:cubicBezTo>
                    <a:cubicBezTo>
                      <a:pt x="19" y="14"/>
                      <a:pt x="17" y="7"/>
                      <a:pt x="15" y="0"/>
                    </a:cubicBezTo>
                    <a:close/>
                  </a:path>
                </a:pathLst>
              </a:custGeom>
              <a:solidFill>
                <a:srgbClr val="F8F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4" name="Freeform 312"/>
              <p:cNvSpPr>
                <a:spLocks noEditPoints="1"/>
              </p:cNvSpPr>
              <p:nvPr/>
            </p:nvSpPr>
            <p:spPr bwMode="auto">
              <a:xfrm>
                <a:off x="1316" y="1257"/>
                <a:ext cx="99" cy="35"/>
              </a:xfrm>
              <a:custGeom>
                <a:avLst/>
                <a:gdLst>
                  <a:gd name="T0" fmla="*/ 52 w 52"/>
                  <a:gd name="T1" fmla="*/ 0 h 18"/>
                  <a:gd name="T2" fmla="*/ 35 w 52"/>
                  <a:gd name="T3" fmla="*/ 0 h 18"/>
                  <a:gd name="T4" fmla="*/ 28 w 52"/>
                  <a:gd name="T5" fmla="*/ 18 h 18"/>
                  <a:gd name="T6" fmla="*/ 28 w 52"/>
                  <a:gd name="T7" fmla="*/ 18 h 18"/>
                  <a:gd name="T8" fmla="*/ 48 w 52"/>
                  <a:gd name="T9" fmla="*/ 18 h 18"/>
                  <a:gd name="T10" fmla="*/ 49 w 52"/>
                  <a:gd name="T11" fmla="*/ 17 h 18"/>
                  <a:gd name="T12" fmla="*/ 52 w 52"/>
                  <a:gd name="T13" fmla="*/ 0 h 18"/>
                  <a:gd name="T14" fmla="*/ 14 w 52"/>
                  <a:gd name="T15" fmla="*/ 0 h 18"/>
                  <a:gd name="T16" fmla="*/ 0 w 52"/>
                  <a:gd name="T17" fmla="*/ 0 h 18"/>
                  <a:gd name="T18" fmla="*/ 3 w 52"/>
                  <a:gd name="T19" fmla="*/ 18 h 18"/>
                  <a:gd name="T20" fmla="*/ 20 w 52"/>
                  <a:gd name="T21" fmla="*/ 18 h 18"/>
                  <a:gd name="T22" fmla="*/ 14 w 52"/>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18">
                    <a:moveTo>
                      <a:pt x="52" y="0"/>
                    </a:moveTo>
                    <a:cubicBezTo>
                      <a:pt x="35" y="0"/>
                      <a:pt x="35" y="0"/>
                      <a:pt x="35" y="0"/>
                    </a:cubicBezTo>
                    <a:cubicBezTo>
                      <a:pt x="33" y="7"/>
                      <a:pt x="29" y="15"/>
                      <a:pt x="28" y="18"/>
                    </a:cubicBezTo>
                    <a:cubicBezTo>
                      <a:pt x="28" y="18"/>
                      <a:pt x="28" y="18"/>
                      <a:pt x="28" y="18"/>
                    </a:cubicBezTo>
                    <a:cubicBezTo>
                      <a:pt x="48" y="18"/>
                      <a:pt x="48" y="18"/>
                      <a:pt x="48" y="18"/>
                    </a:cubicBezTo>
                    <a:cubicBezTo>
                      <a:pt x="49" y="17"/>
                      <a:pt x="49" y="17"/>
                      <a:pt x="49" y="17"/>
                    </a:cubicBezTo>
                    <a:cubicBezTo>
                      <a:pt x="49" y="12"/>
                      <a:pt x="50" y="6"/>
                      <a:pt x="52" y="0"/>
                    </a:cubicBezTo>
                    <a:close/>
                    <a:moveTo>
                      <a:pt x="14" y="0"/>
                    </a:moveTo>
                    <a:cubicBezTo>
                      <a:pt x="0" y="0"/>
                      <a:pt x="0" y="0"/>
                      <a:pt x="0" y="0"/>
                    </a:cubicBezTo>
                    <a:cubicBezTo>
                      <a:pt x="1" y="4"/>
                      <a:pt x="3" y="11"/>
                      <a:pt x="3" y="18"/>
                    </a:cubicBezTo>
                    <a:cubicBezTo>
                      <a:pt x="20" y="18"/>
                      <a:pt x="20" y="18"/>
                      <a:pt x="20" y="18"/>
                    </a:cubicBezTo>
                    <a:cubicBezTo>
                      <a:pt x="19" y="14"/>
                      <a:pt x="16" y="6"/>
                      <a:pt x="14" y="0"/>
                    </a:cubicBezTo>
                    <a:close/>
                  </a:path>
                </a:pathLst>
              </a:custGeom>
              <a:solidFill>
                <a:srgbClr val="F9F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5" name="Freeform 313"/>
              <p:cNvSpPr>
                <a:spLocks noEditPoints="1"/>
              </p:cNvSpPr>
              <p:nvPr/>
            </p:nvSpPr>
            <p:spPr bwMode="auto">
              <a:xfrm>
                <a:off x="1316" y="1259"/>
                <a:ext cx="97" cy="35"/>
              </a:xfrm>
              <a:custGeom>
                <a:avLst/>
                <a:gdLst>
                  <a:gd name="T0" fmla="*/ 51 w 51"/>
                  <a:gd name="T1" fmla="*/ 0 h 18"/>
                  <a:gd name="T2" fmla="*/ 35 w 51"/>
                  <a:gd name="T3" fmla="*/ 0 h 18"/>
                  <a:gd name="T4" fmla="*/ 28 w 51"/>
                  <a:gd name="T5" fmla="*/ 17 h 18"/>
                  <a:gd name="T6" fmla="*/ 28 w 51"/>
                  <a:gd name="T7" fmla="*/ 18 h 18"/>
                  <a:gd name="T8" fmla="*/ 48 w 51"/>
                  <a:gd name="T9" fmla="*/ 18 h 18"/>
                  <a:gd name="T10" fmla="*/ 49 w 51"/>
                  <a:gd name="T11" fmla="*/ 16 h 18"/>
                  <a:gd name="T12" fmla="*/ 51 w 51"/>
                  <a:gd name="T13" fmla="*/ 0 h 18"/>
                  <a:gd name="T14" fmla="*/ 14 w 51"/>
                  <a:gd name="T15" fmla="*/ 0 h 18"/>
                  <a:gd name="T16" fmla="*/ 0 w 51"/>
                  <a:gd name="T17" fmla="*/ 0 h 18"/>
                  <a:gd name="T18" fmla="*/ 4 w 51"/>
                  <a:gd name="T19" fmla="*/ 18 h 18"/>
                  <a:gd name="T20" fmla="*/ 21 w 51"/>
                  <a:gd name="T21" fmla="*/ 18 h 18"/>
                  <a:gd name="T22" fmla="*/ 20 w 51"/>
                  <a:gd name="T23" fmla="*/ 18 h 18"/>
                  <a:gd name="T24" fmla="*/ 14 w 51"/>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 h="18">
                    <a:moveTo>
                      <a:pt x="51" y="0"/>
                    </a:moveTo>
                    <a:cubicBezTo>
                      <a:pt x="35" y="0"/>
                      <a:pt x="35" y="0"/>
                      <a:pt x="35" y="0"/>
                    </a:cubicBezTo>
                    <a:cubicBezTo>
                      <a:pt x="32" y="7"/>
                      <a:pt x="29" y="14"/>
                      <a:pt x="28" y="17"/>
                    </a:cubicBezTo>
                    <a:cubicBezTo>
                      <a:pt x="28" y="17"/>
                      <a:pt x="28" y="18"/>
                      <a:pt x="28" y="18"/>
                    </a:cubicBezTo>
                    <a:cubicBezTo>
                      <a:pt x="48" y="18"/>
                      <a:pt x="48" y="18"/>
                      <a:pt x="48" y="18"/>
                    </a:cubicBezTo>
                    <a:cubicBezTo>
                      <a:pt x="48" y="17"/>
                      <a:pt x="49" y="17"/>
                      <a:pt x="49" y="16"/>
                    </a:cubicBezTo>
                    <a:cubicBezTo>
                      <a:pt x="49" y="11"/>
                      <a:pt x="50" y="6"/>
                      <a:pt x="51" y="0"/>
                    </a:cubicBezTo>
                    <a:close/>
                    <a:moveTo>
                      <a:pt x="14" y="0"/>
                    </a:moveTo>
                    <a:cubicBezTo>
                      <a:pt x="0" y="0"/>
                      <a:pt x="0" y="0"/>
                      <a:pt x="0" y="0"/>
                    </a:cubicBezTo>
                    <a:cubicBezTo>
                      <a:pt x="2" y="5"/>
                      <a:pt x="3" y="11"/>
                      <a:pt x="4" y="18"/>
                    </a:cubicBezTo>
                    <a:cubicBezTo>
                      <a:pt x="21" y="18"/>
                      <a:pt x="21" y="18"/>
                      <a:pt x="21" y="18"/>
                    </a:cubicBezTo>
                    <a:cubicBezTo>
                      <a:pt x="20" y="18"/>
                      <a:pt x="20" y="18"/>
                      <a:pt x="20" y="18"/>
                    </a:cubicBezTo>
                    <a:cubicBezTo>
                      <a:pt x="19" y="14"/>
                      <a:pt x="17" y="7"/>
                      <a:pt x="14"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6" name="Freeform 314"/>
              <p:cNvSpPr>
                <a:spLocks noEditPoints="1"/>
              </p:cNvSpPr>
              <p:nvPr/>
            </p:nvSpPr>
            <p:spPr bwMode="auto">
              <a:xfrm>
                <a:off x="1316" y="1261"/>
                <a:ext cx="97" cy="34"/>
              </a:xfrm>
              <a:custGeom>
                <a:avLst/>
                <a:gdLst>
                  <a:gd name="T0" fmla="*/ 51 w 51"/>
                  <a:gd name="T1" fmla="*/ 0 h 18"/>
                  <a:gd name="T2" fmla="*/ 34 w 51"/>
                  <a:gd name="T3" fmla="*/ 0 h 18"/>
                  <a:gd name="T4" fmla="*/ 28 w 51"/>
                  <a:gd name="T5" fmla="*/ 16 h 18"/>
                  <a:gd name="T6" fmla="*/ 27 w 51"/>
                  <a:gd name="T7" fmla="*/ 18 h 18"/>
                  <a:gd name="T8" fmla="*/ 48 w 51"/>
                  <a:gd name="T9" fmla="*/ 18 h 18"/>
                  <a:gd name="T10" fmla="*/ 49 w 51"/>
                  <a:gd name="T11" fmla="*/ 15 h 18"/>
                  <a:gd name="T12" fmla="*/ 51 w 51"/>
                  <a:gd name="T13" fmla="*/ 0 h 18"/>
                  <a:gd name="T14" fmla="*/ 15 w 51"/>
                  <a:gd name="T15" fmla="*/ 0 h 18"/>
                  <a:gd name="T16" fmla="*/ 0 w 51"/>
                  <a:gd name="T17" fmla="*/ 0 h 18"/>
                  <a:gd name="T18" fmla="*/ 4 w 51"/>
                  <a:gd name="T19" fmla="*/ 18 h 18"/>
                  <a:gd name="T20" fmla="*/ 21 w 51"/>
                  <a:gd name="T21" fmla="*/ 18 h 18"/>
                  <a:gd name="T22" fmla="*/ 20 w 51"/>
                  <a:gd name="T23" fmla="*/ 17 h 18"/>
                  <a:gd name="T24" fmla="*/ 15 w 51"/>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 h="18">
                    <a:moveTo>
                      <a:pt x="51" y="0"/>
                    </a:moveTo>
                    <a:cubicBezTo>
                      <a:pt x="34" y="0"/>
                      <a:pt x="34" y="0"/>
                      <a:pt x="34" y="0"/>
                    </a:cubicBezTo>
                    <a:cubicBezTo>
                      <a:pt x="32" y="6"/>
                      <a:pt x="29" y="13"/>
                      <a:pt x="28" y="16"/>
                    </a:cubicBezTo>
                    <a:cubicBezTo>
                      <a:pt x="28" y="17"/>
                      <a:pt x="27" y="17"/>
                      <a:pt x="27" y="18"/>
                    </a:cubicBezTo>
                    <a:cubicBezTo>
                      <a:pt x="48" y="18"/>
                      <a:pt x="48" y="18"/>
                      <a:pt x="48" y="18"/>
                    </a:cubicBezTo>
                    <a:cubicBezTo>
                      <a:pt x="48" y="17"/>
                      <a:pt x="48" y="16"/>
                      <a:pt x="49" y="15"/>
                    </a:cubicBezTo>
                    <a:cubicBezTo>
                      <a:pt x="49" y="11"/>
                      <a:pt x="50" y="5"/>
                      <a:pt x="51" y="0"/>
                    </a:cubicBezTo>
                    <a:close/>
                    <a:moveTo>
                      <a:pt x="15" y="0"/>
                    </a:moveTo>
                    <a:cubicBezTo>
                      <a:pt x="0" y="0"/>
                      <a:pt x="0" y="0"/>
                      <a:pt x="0" y="0"/>
                    </a:cubicBezTo>
                    <a:cubicBezTo>
                      <a:pt x="2" y="5"/>
                      <a:pt x="3" y="12"/>
                      <a:pt x="4" y="18"/>
                    </a:cubicBezTo>
                    <a:cubicBezTo>
                      <a:pt x="21" y="18"/>
                      <a:pt x="21" y="18"/>
                      <a:pt x="21" y="18"/>
                    </a:cubicBezTo>
                    <a:cubicBezTo>
                      <a:pt x="21" y="18"/>
                      <a:pt x="21" y="17"/>
                      <a:pt x="20" y="17"/>
                    </a:cubicBezTo>
                    <a:cubicBezTo>
                      <a:pt x="19" y="13"/>
                      <a:pt x="17" y="7"/>
                      <a:pt x="15"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7" name="Freeform 315"/>
              <p:cNvSpPr>
                <a:spLocks noEditPoints="1"/>
              </p:cNvSpPr>
              <p:nvPr/>
            </p:nvSpPr>
            <p:spPr bwMode="auto">
              <a:xfrm>
                <a:off x="1318" y="1263"/>
                <a:ext cx="95" cy="36"/>
              </a:xfrm>
              <a:custGeom>
                <a:avLst/>
                <a:gdLst>
                  <a:gd name="T0" fmla="*/ 50 w 50"/>
                  <a:gd name="T1" fmla="*/ 0 h 19"/>
                  <a:gd name="T2" fmla="*/ 33 w 50"/>
                  <a:gd name="T3" fmla="*/ 0 h 19"/>
                  <a:gd name="T4" fmla="*/ 27 w 50"/>
                  <a:gd name="T5" fmla="*/ 15 h 19"/>
                  <a:gd name="T6" fmla="*/ 26 w 50"/>
                  <a:gd name="T7" fmla="*/ 19 h 19"/>
                  <a:gd name="T8" fmla="*/ 47 w 50"/>
                  <a:gd name="T9" fmla="*/ 19 h 19"/>
                  <a:gd name="T10" fmla="*/ 48 w 50"/>
                  <a:gd name="T11" fmla="*/ 14 h 19"/>
                  <a:gd name="T12" fmla="*/ 50 w 50"/>
                  <a:gd name="T13" fmla="*/ 0 h 19"/>
                  <a:gd name="T14" fmla="*/ 14 w 50"/>
                  <a:gd name="T15" fmla="*/ 0 h 19"/>
                  <a:gd name="T16" fmla="*/ 0 w 50"/>
                  <a:gd name="T17" fmla="*/ 0 h 19"/>
                  <a:gd name="T18" fmla="*/ 3 w 50"/>
                  <a:gd name="T19" fmla="*/ 19 h 19"/>
                  <a:gd name="T20" fmla="*/ 21 w 50"/>
                  <a:gd name="T21" fmla="*/ 19 h 19"/>
                  <a:gd name="T22" fmla="*/ 19 w 50"/>
                  <a:gd name="T23" fmla="*/ 16 h 19"/>
                  <a:gd name="T24" fmla="*/ 14 w 50"/>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19">
                    <a:moveTo>
                      <a:pt x="50" y="0"/>
                    </a:moveTo>
                    <a:cubicBezTo>
                      <a:pt x="33" y="0"/>
                      <a:pt x="33" y="0"/>
                      <a:pt x="33" y="0"/>
                    </a:cubicBezTo>
                    <a:cubicBezTo>
                      <a:pt x="31" y="6"/>
                      <a:pt x="28" y="12"/>
                      <a:pt x="27" y="15"/>
                    </a:cubicBezTo>
                    <a:cubicBezTo>
                      <a:pt x="27" y="16"/>
                      <a:pt x="26" y="17"/>
                      <a:pt x="26" y="19"/>
                    </a:cubicBezTo>
                    <a:cubicBezTo>
                      <a:pt x="47" y="19"/>
                      <a:pt x="47" y="19"/>
                      <a:pt x="47" y="19"/>
                    </a:cubicBezTo>
                    <a:cubicBezTo>
                      <a:pt x="47" y="17"/>
                      <a:pt x="47" y="16"/>
                      <a:pt x="48" y="14"/>
                    </a:cubicBezTo>
                    <a:cubicBezTo>
                      <a:pt x="48" y="10"/>
                      <a:pt x="49" y="5"/>
                      <a:pt x="50" y="0"/>
                    </a:cubicBezTo>
                    <a:close/>
                    <a:moveTo>
                      <a:pt x="14" y="0"/>
                    </a:moveTo>
                    <a:cubicBezTo>
                      <a:pt x="0" y="0"/>
                      <a:pt x="0" y="0"/>
                      <a:pt x="0" y="0"/>
                    </a:cubicBezTo>
                    <a:cubicBezTo>
                      <a:pt x="1" y="6"/>
                      <a:pt x="2" y="12"/>
                      <a:pt x="3" y="19"/>
                    </a:cubicBezTo>
                    <a:cubicBezTo>
                      <a:pt x="21" y="19"/>
                      <a:pt x="21" y="19"/>
                      <a:pt x="21" y="19"/>
                    </a:cubicBezTo>
                    <a:cubicBezTo>
                      <a:pt x="20" y="18"/>
                      <a:pt x="20" y="17"/>
                      <a:pt x="19" y="16"/>
                    </a:cubicBezTo>
                    <a:cubicBezTo>
                      <a:pt x="18" y="12"/>
                      <a:pt x="16" y="6"/>
                      <a:pt x="14" y="0"/>
                    </a:cubicBezTo>
                    <a:close/>
                  </a:path>
                </a:pathLst>
              </a:custGeom>
              <a:solidFill>
                <a:srgbClr val="FD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8" name="Freeform 316"/>
              <p:cNvSpPr>
                <a:spLocks noEditPoints="1"/>
              </p:cNvSpPr>
              <p:nvPr/>
            </p:nvSpPr>
            <p:spPr bwMode="auto">
              <a:xfrm>
                <a:off x="1318" y="1267"/>
                <a:ext cx="95" cy="34"/>
              </a:xfrm>
              <a:custGeom>
                <a:avLst/>
                <a:gdLst>
                  <a:gd name="T0" fmla="*/ 50 w 50"/>
                  <a:gd name="T1" fmla="*/ 0 h 18"/>
                  <a:gd name="T2" fmla="*/ 32 w 50"/>
                  <a:gd name="T3" fmla="*/ 0 h 18"/>
                  <a:gd name="T4" fmla="*/ 27 w 50"/>
                  <a:gd name="T5" fmla="*/ 13 h 18"/>
                  <a:gd name="T6" fmla="*/ 26 w 50"/>
                  <a:gd name="T7" fmla="*/ 18 h 18"/>
                  <a:gd name="T8" fmla="*/ 47 w 50"/>
                  <a:gd name="T9" fmla="*/ 18 h 18"/>
                  <a:gd name="T10" fmla="*/ 48 w 50"/>
                  <a:gd name="T11" fmla="*/ 12 h 18"/>
                  <a:gd name="T12" fmla="*/ 50 w 50"/>
                  <a:gd name="T13" fmla="*/ 0 h 18"/>
                  <a:gd name="T14" fmla="*/ 15 w 50"/>
                  <a:gd name="T15" fmla="*/ 0 h 18"/>
                  <a:gd name="T16" fmla="*/ 0 w 50"/>
                  <a:gd name="T17" fmla="*/ 0 h 18"/>
                  <a:gd name="T18" fmla="*/ 3 w 50"/>
                  <a:gd name="T19" fmla="*/ 18 h 18"/>
                  <a:gd name="T20" fmla="*/ 21 w 50"/>
                  <a:gd name="T21" fmla="*/ 18 h 18"/>
                  <a:gd name="T22" fmla="*/ 19 w 50"/>
                  <a:gd name="T23" fmla="*/ 14 h 18"/>
                  <a:gd name="T24" fmla="*/ 15 w 50"/>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18">
                    <a:moveTo>
                      <a:pt x="50" y="0"/>
                    </a:moveTo>
                    <a:cubicBezTo>
                      <a:pt x="32" y="0"/>
                      <a:pt x="32" y="0"/>
                      <a:pt x="32" y="0"/>
                    </a:cubicBezTo>
                    <a:cubicBezTo>
                      <a:pt x="30" y="5"/>
                      <a:pt x="28" y="10"/>
                      <a:pt x="27" y="13"/>
                    </a:cubicBezTo>
                    <a:cubicBezTo>
                      <a:pt x="26" y="14"/>
                      <a:pt x="26" y="16"/>
                      <a:pt x="26" y="18"/>
                    </a:cubicBezTo>
                    <a:cubicBezTo>
                      <a:pt x="47" y="18"/>
                      <a:pt x="47" y="18"/>
                      <a:pt x="47" y="18"/>
                    </a:cubicBezTo>
                    <a:cubicBezTo>
                      <a:pt x="47" y="16"/>
                      <a:pt x="47" y="14"/>
                      <a:pt x="48" y="12"/>
                    </a:cubicBezTo>
                    <a:cubicBezTo>
                      <a:pt x="48" y="8"/>
                      <a:pt x="49" y="4"/>
                      <a:pt x="50" y="0"/>
                    </a:cubicBezTo>
                    <a:close/>
                    <a:moveTo>
                      <a:pt x="15" y="0"/>
                    </a:moveTo>
                    <a:cubicBezTo>
                      <a:pt x="0" y="0"/>
                      <a:pt x="0" y="0"/>
                      <a:pt x="0" y="0"/>
                    </a:cubicBezTo>
                    <a:cubicBezTo>
                      <a:pt x="1" y="5"/>
                      <a:pt x="2" y="11"/>
                      <a:pt x="3" y="18"/>
                    </a:cubicBezTo>
                    <a:cubicBezTo>
                      <a:pt x="21" y="18"/>
                      <a:pt x="21" y="18"/>
                      <a:pt x="21" y="18"/>
                    </a:cubicBezTo>
                    <a:cubicBezTo>
                      <a:pt x="21" y="17"/>
                      <a:pt x="20" y="15"/>
                      <a:pt x="19" y="14"/>
                    </a:cubicBezTo>
                    <a:cubicBezTo>
                      <a:pt x="18" y="11"/>
                      <a:pt x="17" y="5"/>
                      <a:pt x="15"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9" name="Freeform 317"/>
              <p:cNvSpPr>
                <a:spLocks noEditPoints="1"/>
              </p:cNvSpPr>
              <p:nvPr/>
            </p:nvSpPr>
            <p:spPr bwMode="auto">
              <a:xfrm>
                <a:off x="1318" y="1269"/>
                <a:ext cx="93" cy="34"/>
              </a:xfrm>
              <a:custGeom>
                <a:avLst/>
                <a:gdLst>
                  <a:gd name="T0" fmla="*/ 49 w 49"/>
                  <a:gd name="T1" fmla="*/ 0 h 18"/>
                  <a:gd name="T2" fmla="*/ 32 w 49"/>
                  <a:gd name="T3" fmla="*/ 0 h 18"/>
                  <a:gd name="T4" fmla="*/ 27 w 49"/>
                  <a:gd name="T5" fmla="*/ 12 h 18"/>
                  <a:gd name="T6" fmla="*/ 26 w 49"/>
                  <a:gd name="T7" fmla="*/ 18 h 18"/>
                  <a:gd name="T8" fmla="*/ 47 w 49"/>
                  <a:gd name="T9" fmla="*/ 18 h 18"/>
                  <a:gd name="T10" fmla="*/ 48 w 49"/>
                  <a:gd name="T11" fmla="*/ 11 h 18"/>
                  <a:gd name="T12" fmla="*/ 49 w 49"/>
                  <a:gd name="T13" fmla="*/ 0 h 18"/>
                  <a:gd name="T14" fmla="*/ 15 w 49"/>
                  <a:gd name="T15" fmla="*/ 0 h 18"/>
                  <a:gd name="T16" fmla="*/ 0 w 49"/>
                  <a:gd name="T17" fmla="*/ 0 h 18"/>
                  <a:gd name="T18" fmla="*/ 3 w 49"/>
                  <a:gd name="T19" fmla="*/ 17 h 18"/>
                  <a:gd name="T20" fmla="*/ 3 w 49"/>
                  <a:gd name="T21" fmla="*/ 18 h 18"/>
                  <a:gd name="T22" fmla="*/ 22 w 49"/>
                  <a:gd name="T23" fmla="*/ 18 h 18"/>
                  <a:gd name="T24" fmla="*/ 19 w 49"/>
                  <a:gd name="T25" fmla="*/ 13 h 18"/>
                  <a:gd name="T26" fmla="*/ 15 w 4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 h="18">
                    <a:moveTo>
                      <a:pt x="49" y="0"/>
                    </a:moveTo>
                    <a:cubicBezTo>
                      <a:pt x="32" y="0"/>
                      <a:pt x="32" y="0"/>
                      <a:pt x="32" y="0"/>
                    </a:cubicBezTo>
                    <a:cubicBezTo>
                      <a:pt x="30" y="5"/>
                      <a:pt x="28" y="10"/>
                      <a:pt x="27" y="12"/>
                    </a:cubicBezTo>
                    <a:cubicBezTo>
                      <a:pt x="26" y="13"/>
                      <a:pt x="26" y="16"/>
                      <a:pt x="26" y="18"/>
                    </a:cubicBezTo>
                    <a:cubicBezTo>
                      <a:pt x="47" y="18"/>
                      <a:pt x="47" y="18"/>
                      <a:pt x="47" y="18"/>
                    </a:cubicBezTo>
                    <a:cubicBezTo>
                      <a:pt x="47" y="16"/>
                      <a:pt x="47" y="13"/>
                      <a:pt x="48" y="11"/>
                    </a:cubicBezTo>
                    <a:cubicBezTo>
                      <a:pt x="48" y="8"/>
                      <a:pt x="49" y="4"/>
                      <a:pt x="49" y="0"/>
                    </a:cubicBezTo>
                    <a:close/>
                    <a:moveTo>
                      <a:pt x="15" y="0"/>
                    </a:moveTo>
                    <a:cubicBezTo>
                      <a:pt x="0" y="0"/>
                      <a:pt x="0" y="0"/>
                      <a:pt x="0" y="0"/>
                    </a:cubicBezTo>
                    <a:cubicBezTo>
                      <a:pt x="2" y="5"/>
                      <a:pt x="3" y="11"/>
                      <a:pt x="3" y="17"/>
                    </a:cubicBezTo>
                    <a:cubicBezTo>
                      <a:pt x="3" y="18"/>
                      <a:pt x="3" y="18"/>
                      <a:pt x="3" y="18"/>
                    </a:cubicBezTo>
                    <a:cubicBezTo>
                      <a:pt x="22" y="18"/>
                      <a:pt x="22" y="18"/>
                      <a:pt x="22" y="18"/>
                    </a:cubicBezTo>
                    <a:cubicBezTo>
                      <a:pt x="21" y="16"/>
                      <a:pt x="20" y="15"/>
                      <a:pt x="19" y="13"/>
                    </a:cubicBezTo>
                    <a:cubicBezTo>
                      <a:pt x="18" y="10"/>
                      <a:pt x="17" y="5"/>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0" name="Freeform 318"/>
              <p:cNvSpPr>
                <a:spLocks/>
              </p:cNvSpPr>
              <p:nvPr/>
            </p:nvSpPr>
            <p:spPr bwMode="auto">
              <a:xfrm>
                <a:off x="2247" y="1177"/>
                <a:ext cx="19" cy="2"/>
              </a:xfrm>
              <a:custGeom>
                <a:avLst/>
                <a:gdLst>
                  <a:gd name="T0" fmla="*/ 0 w 10"/>
                  <a:gd name="T1" fmla="*/ 1 h 1"/>
                  <a:gd name="T2" fmla="*/ 10 w 10"/>
                  <a:gd name="T3" fmla="*/ 1 h 1"/>
                  <a:gd name="T4" fmla="*/ 0 w 10"/>
                  <a:gd name="T5" fmla="*/ 1 h 1"/>
                </a:gdLst>
                <a:ahLst/>
                <a:cxnLst>
                  <a:cxn ang="0">
                    <a:pos x="T0" y="T1"/>
                  </a:cxn>
                  <a:cxn ang="0">
                    <a:pos x="T2" y="T3"/>
                  </a:cxn>
                  <a:cxn ang="0">
                    <a:pos x="T4" y="T5"/>
                  </a:cxn>
                </a:cxnLst>
                <a:rect l="0" t="0" r="r" b="b"/>
                <a:pathLst>
                  <a:path w="10" h="1">
                    <a:moveTo>
                      <a:pt x="0" y="1"/>
                    </a:moveTo>
                    <a:cubicBezTo>
                      <a:pt x="10" y="1"/>
                      <a:pt x="10" y="1"/>
                      <a:pt x="10" y="1"/>
                    </a:cubicBezTo>
                    <a:cubicBezTo>
                      <a:pt x="9" y="0"/>
                      <a:pt x="5" y="1"/>
                      <a:pt x="0" y="1"/>
                    </a:cubicBezTo>
                    <a:close/>
                  </a:path>
                </a:pathLst>
              </a:custGeom>
              <a:solidFill>
                <a:srgbClr val="D2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1" name="Freeform 319"/>
              <p:cNvSpPr>
                <a:spLocks/>
              </p:cNvSpPr>
              <p:nvPr/>
            </p:nvSpPr>
            <p:spPr bwMode="auto">
              <a:xfrm>
                <a:off x="2232" y="1175"/>
                <a:ext cx="36" cy="6"/>
              </a:xfrm>
              <a:custGeom>
                <a:avLst/>
                <a:gdLst>
                  <a:gd name="T0" fmla="*/ 0 w 19"/>
                  <a:gd name="T1" fmla="*/ 3 h 3"/>
                  <a:gd name="T2" fmla="*/ 19 w 19"/>
                  <a:gd name="T3" fmla="*/ 3 h 3"/>
                  <a:gd name="T4" fmla="*/ 19 w 19"/>
                  <a:gd name="T5" fmla="*/ 3 h 3"/>
                  <a:gd name="T6" fmla="*/ 2 w 19"/>
                  <a:gd name="T7" fmla="*/ 3 h 3"/>
                  <a:gd name="T8" fmla="*/ 0 w 19"/>
                  <a:gd name="T9" fmla="*/ 3 h 3"/>
                </a:gdLst>
                <a:ahLst/>
                <a:cxnLst>
                  <a:cxn ang="0">
                    <a:pos x="T0" y="T1"/>
                  </a:cxn>
                  <a:cxn ang="0">
                    <a:pos x="T2" y="T3"/>
                  </a:cxn>
                  <a:cxn ang="0">
                    <a:pos x="T4" y="T5"/>
                  </a:cxn>
                  <a:cxn ang="0">
                    <a:pos x="T6" y="T7"/>
                  </a:cxn>
                  <a:cxn ang="0">
                    <a:pos x="T8" y="T9"/>
                  </a:cxn>
                </a:cxnLst>
                <a:rect l="0" t="0" r="r" b="b"/>
                <a:pathLst>
                  <a:path w="19" h="3">
                    <a:moveTo>
                      <a:pt x="0" y="3"/>
                    </a:moveTo>
                    <a:cubicBezTo>
                      <a:pt x="19" y="3"/>
                      <a:pt x="19" y="3"/>
                      <a:pt x="19" y="3"/>
                    </a:cubicBezTo>
                    <a:cubicBezTo>
                      <a:pt x="19" y="3"/>
                      <a:pt x="19" y="3"/>
                      <a:pt x="19" y="3"/>
                    </a:cubicBezTo>
                    <a:cubicBezTo>
                      <a:pt x="19" y="0"/>
                      <a:pt x="8" y="2"/>
                      <a:pt x="2" y="3"/>
                    </a:cubicBezTo>
                    <a:cubicBezTo>
                      <a:pt x="1" y="3"/>
                      <a:pt x="1" y="3"/>
                      <a:pt x="0" y="3"/>
                    </a:cubicBezTo>
                    <a:close/>
                  </a:path>
                </a:pathLst>
              </a:custGeom>
              <a:solidFill>
                <a:srgbClr val="D3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2" name="Freeform 320"/>
              <p:cNvSpPr>
                <a:spLocks noEditPoints="1"/>
              </p:cNvSpPr>
              <p:nvPr/>
            </p:nvSpPr>
            <p:spPr bwMode="auto">
              <a:xfrm>
                <a:off x="2094" y="1175"/>
                <a:ext cx="174" cy="9"/>
              </a:xfrm>
              <a:custGeom>
                <a:avLst/>
                <a:gdLst>
                  <a:gd name="T0" fmla="*/ 0 w 91"/>
                  <a:gd name="T1" fmla="*/ 5 h 5"/>
                  <a:gd name="T2" fmla="*/ 9 w 91"/>
                  <a:gd name="T3" fmla="*/ 5 h 5"/>
                  <a:gd name="T4" fmla="*/ 3 w 91"/>
                  <a:gd name="T5" fmla="*/ 4 h 5"/>
                  <a:gd name="T6" fmla="*/ 0 w 91"/>
                  <a:gd name="T7" fmla="*/ 5 h 5"/>
                  <a:gd name="T8" fmla="*/ 70 w 91"/>
                  <a:gd name="T9" fmla="*/ 5 h 5"/>
                  <a:gd name="T10" fmla="*/ 90 w 91"/>
                  <a:gd name="T11" fmla="*/ 5 h 5"/>
                  <a:gd name="T12" fmla="*/ 91 w 91"/>
                  <a:gd name="T13" fmla="*/ 3 h 5"/>
                  <a:gd name="T14" fmla="*/ 74 w 91"/>
                  <a:gd name="T15" fmla="*/ 3 h 5"/>
                  <a:gd name="T16" fmla="*/ 70 w 91"/>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5">
                    <a:moveTo>
                      <a:pt x="0" y="5"/>
                    </a:moveTo>
                    <a:cubicBezTo>
                      <a:pt x="9" y="5"/>
                      <a:pt x="9" y="5"/>
                      <a:pt x="9" y="5"/>
                    </a:cubicBezTo>
                    <a:cubicBezTo>
                      <a:pt x="7" y="4"/>
                      <a:pt x="5" y="4"/>
                      <a:pt x="3" y="4"/>
                    </a:cubicBezTo>
                    <a:cubicBezTo>
                      <a:pt x="2" y="4"/>
                      <a:pt x="0" y="5"/>
                      <a:pt x="0" y="5"/>
                    </a:cubicBezTo>
                    <a:close/>
                    <a:moveTo>
                      <a:pt x="70" y="5"/>
                    </a:moveTo>
                    <a:cubicBezTo>
                      <a:pt x="90" y="5"/>
                      <a:pt x="90" y="5"/>
                      <a:pt x="90" y="5"/>
                    </a:cubicBezTo>
                    <a:cubicBezTo>
                      <a:pt x="91" y="4"/>
                      <a:pt x="91" y="3"/>
                      <a:pt x="91" y="3"/>
                    </a:cubicBezTo>
                    <a:cubicBezTo>
                      <a:pt x="91" y="0"/>
                      <a:pt x="80" y="2"/>
                      <a:pt x="74" y="3"/>
                    </a:cubicBezTo>
                    <a:cubicBezTo>
                      <a:pt x="72" y="3"/>
                      <a:pt x="71" y="4"/>
                      <a:pt x="70" y="5"/>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3" name="Freeform 321"/>
              <p:cNvSpPr>
                <a:spLocks noEditPoints="1"/>
              </p:cNvSpPr>
              <p:nvPr/>
            </p:nvSpPr>
            <p:spPr bwMode="auto">
              <a:xfrm>
                <a:off x="2088" y="1175"/>
                <a:ext cx="180" cy="11"/>
              </a:xfrm>
              <a:custGeom>
                <a:avLst/>
                <a:gdLst>
                  <a:gd name="T0" fmla="*/ 0 w 94"/>
                  <a:gd name="T1" fmla="*/ 6 h 6"/>
                  <a:gd name="T2" fmla="*/ 16 w 94"/>
                  <a:gd name="T3" fmla="*/ 6 h 6"/>
                  <a:gd name="T4" fmla="*/ 6 w 94"/>
                  <a:gd name="T5" fmla="*/ 4 h 6"/>
                  <a:gd name="T6" fmla="*/ 0 w 94"/>
                  <a:gd name="T7" fmla="*/ 6 h 6"/>
                  <a:gd name="T8" fmla="*/ 71 w 94"/>
                  <a:gd name="T9" fmla="*/ 6 h 6"/>
                  <a:gd name="T10" fmla="*/ 93 w 94"/>
                  <a:gd name="T11" fmla="*/ 6 h 6"/>
                  <a:gd name="T12" fmla="*/ 94 w 94"/>
                  <a:gd name="T13" fmla="*/ 3 h 6"/>
                  <a:gd name="T14" fmla="*/ 77 w 94"/>
                  <a:gd name="T15" fmla="*/ 3 h 6"/>
                  <a:gd name="T16" fmla="*/ 71 w 94"/>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6">
                    <a:moveTo>
                      <a:pt x="0" y="6"/>
                    </a:moveTo>
                    <a:cubicBezTo>
                      <a:pt x="16" y="6"/>
                      <a:pt x="16" y="6"/>
                      <a:pt x="16" y="6"/>
                    </a:cubicBezTo>
                    <a:cubicBezTo>
                      <a:pt x="14" y="5"/>
                      <a:pt x="10" y="4"/>
                      <a:pt x="6" y="4"/>
                    </a:cubicBezTo>
                    <a:cubicBezTo>
                      <a:pt x="2" y="5"/>
                      <a:pt x="0" y="5"/>
                      <a:pt x="0" y="6"/>
                    </a:cubicBezTo>
                    <a:close/>
                    <a:moveTo>
                      <a:pt x="71" y="6"/>
                    </a:moveTo>
                    <a:cubicBezTo>
                      <a:pt x="93" y="6"/>
                      <a:pt x="93" y="6"/>
                      <a:pt x="93" y="6"/>
                    </a:cubicBezTo>
                    <a:cubicBezTo>
                      <a:pt x="94" y="5"/>
                      <a:pt x="94" y="4"/>
                      <a:pt x="94" y="3"/>
                    </a:cubicBezTo>
                    <a:cubicBezTo>
                      <a:pt x="94" y="0"/>
                      <a:pt x="83" y="2"/>
                      <a:pt x="77" y="3"/>
                    </a:cubicBezTo>
                    <a:cubicBezTo>
                      <a:pt x="74" y="3"/>
                      <a:pt x="73" y="5"/>
                      <a:pt x="71" y="6"/>
                    </a:cubicBezTo>
                    <a:close/>
                  </a:path>
                </a:pathLst>
              </a:custGeom>
              <a:solidFill>
                <a:srgbClr val="D4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4" name="Freeform 322"/>
              <p:cNvSpPr>
                <a:spLocks noEditPoints="1"/>
              </p:cNvSpPr>
              <p:nvPr/>
            </p:nvSpPr>
            <p:spPr bwMode="auto">
              <a:xfrm>
                <a:off x="2086" y="1175"/>
                <a:ext cx="182" cy="13"/>
              </a:xfrm>
              <a:custGeom>
                <a:avLst/>
                <a:gdLst>
                  <a:gd name="T0" fmla="*/ 0 w 95"/>
                  <a:gd name="T1" fmla="*/ 7 h 7"/>
                  <a:gd name="T2" fmla="*/ 19 w 95"/>
                  <a:gd name="T3" fmla="*/ 7 h 7"/>
                  <a:gd name="T4" fmla="*/ 7 w 95"/>
                  <a:gd name="T5" fmla="*/ 4 h 7"/>
                  <a:gd name="T6" fmla="*/ 0 w 95"/>
                  <a:gd name="T7" fmla="*/ 7 h 7"/>
                  <a:gd name="T8" fmla="*/ 71 w 95"/>
                  <a:gd name="T9" fmla="*/ 7 h 7"/>
                  <a:gd name="T10" fmla="*/ 93 w 95"/>
                  <a:gd name="T11" fmla="*/ 7 h 7"/>
                  <a:gd name="T12" fmla="*/ 95 w 95"/>
                  <a:gd name="T13" fmla="*/ 3 h 7"/>
                  <a:gd name="T14" fmla="*/ 78 w 95"/>
                  <a:gd name="T15" fmla="*/ 3 h 7"/>
                  <a:gd name="T16" fmla="*/ 71 w 9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7">
                    <a:moveTo>
                      <a:pt x="0" y="7"/>
                    </a:moveTo>
                    <a:cubicBezTo>
                      <a:pt x="19" y="7"/>
                      <a:pt x="19" y="7"/>
                      <a:pt x="19" y="7"/>
                    </a:cubicBezTo>
                    <a:cubicBezTo>
                      <a:pt x="18" y="6"/>
                      <a:pt x="13" y="4"/>
                      <a:pt x="7" y="4"/>
                    </a:cubicBezTo>
                    <a:cubicBezTo>
                      <a:pt x="2" y="5"/>
                      <a:pt x="0" y="5"/>
                      <a:pt x="0" y="7"/>
                    </a:cubicBezTo>
                    <a:close/>
                    <a:moveTo>
                      <a:pt x="71" y="7"/>
                    </a:moveTo>
                    <a:cubicBezTo>
                      <a:pt x="93" y="7"/>
                      <a:pt x="93" y="7"/>
                      <a:pt x="93" y="7"/>
                    </a:cubicBezTo>
                    <a:cubicBezTo>
                      <a:pt x="94" y="6"/>
                      <a:pt x="95" y="4"/>
                      <a:pt x="95" y="3"/>
                    </a:cubicBezTo>
                    <a:cubicBezTo>
                      <a:pt x="95" y="0"/>
                      <a:pt x="84" y="2"/>
                      <a:pt x="78" y="3"/>
                    </a:cubicBezTo>
                    <a:cubicBezTo>
                      <a:pt x="75" y="4"/>
                      <a:pt x="72" y="5"/>
                      <a:pt x="71" y="7"/>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5" name="Freeform 323"/>
              <p:cNvSpPr>
                <a:spLocks noEditPoints="1"/>
              </p:cNvSpPr>
              <p:nvPr/>
            </p:nvSpPr>
            <p:spPr bwMode="auto">
              <a:xfrm>
                <a:off x="2086" y="1175"/>
                <a:ext cx="182" cy="17"/>
              </a:xfrm>
              <a:custGeom>
                <a:avLst/>
                <a:gdLst>
                  <a:gd name="T0" fmla="*/ 0 w 95"/>
                  <a:gd name="T1" fmla="*/ 9 h 9"/>
                  <a:gd name="T2" fmla="*/ 19 w 95"/>
                  <a:gd name="T3" fmla="*/ 9 h 9"/>
                  <a:gd name="T4" fmla="*/ 19 w 95"/>
                  <a:gd name="T5" fmla="*/ 7 h 9"/>
                  <a:gd name="T6" fmla="*/ 7 w 95"/>
                  <a:gd name="T7" fmla="*/ 4 h 9"/>
                  <a:gd name="T8" fmla="*/ 0 w 95"/>
                  <a:gd name="T9" fmla="*/ 8 h 9"/>
                  <a:gd name="T10" fmla="*/ 0 w 95"/>
                  <a:gd name="T11" fmla="*/ 9 h 9"/>
                  <a:gd name="T12" fmla="*/ 70 w 95"/>
                  <a:gd name="T13" fmla="*/ 9 h 9"/>
                  <a:gd name="T14" fmla="*/ 92 w 95"/>
                  <a:gd name="T15" fmla="*/ 9 h 9"/>
                  <a:gd name="T16" fmla="*/ 95 w 95"/>
                  <a:gd name="T17" fmla="*/ 3 h 9"/>
                  <a:gd name="T18" fmla="*/ 78 w 95"/>
                  <a:gd name="T19" fmla="*/ 3 h 9"/>
                  <a:gd name="T20" fmla="*/ 70 w 95"/>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9">
                    <a:moveTo>
                      <a:pt x="0" y="9"/>
                    </a:moveTo>
                    <a:cubicBezTo>
                      <a:pt x="19" y="9"/>
                      <a:pt x="19" y="9"/>
                      <a:pt x="19" y="9"/>
                    </a:cubicBezTo>
                    <a:cubicBezTo>
                      <a:pt x="19" y="8"/>
                      <a:pt x="19" y="8"/>
                      <a:pt x="19" y="7"/>
                    </a:cubicBezTo>
                    <a:cubicBezTo>
                      <a:pt x="19" y="6"/>
                      <a:pt x="13" y="4"/>
                      <a:pt x="7" y="4"/>
                    </a:cubicBezTo>
                    <a:cubicBezTo>
                      <a:pt x="1" y="5"/>
                      <a:pt x="0" y="6"/>
                      <a:pt x="0" y="8"/>
                    </a:cubicBezTo>
                    <a:cubicBezTo>
                      <a:pt x="0" y="9"/>
                      <a:pt x="0" y="9"/>
                      <a:pt x="0" y="9"/>
                    </a:cubicBezTo>
                    <a:close/>
                    <a:moveTo>
                      <a:pt x="70" y="9"/>
                    </a:moveTo>
                    <a:cubicBezTo>
                      <a:pt x="92" y="9"/>
                      <a:pt x="92" y="9"/>
                      <a:pt x="92" y="9"/>
                    </a:cubicBezTo>
                    <a:cubicBezTo>
                      <a:pt x="94" y="7"/>
                      <a:pt x="95" y="5"/>
                      <a:pt x="95" y="3"/>
                    </a:cubicBezTo>
                    <a:cubicBezTo>
                      <a:pt x="95" y="0"/>
                      <a:pt x="84" y="2"/>
                      <a:pt x="78" y="3"/>
                    </a:cubicBezTo>
                    <a:cubicBezTo>
                      <a:pt x="74" y="4"/>
                      <a:pt x="71" y="6"/>
                      <a:pt x="70" y="9"/>
                    </a:cubicBezTo>
                    <a:close/>
                  </a:path>
                </a:pathLst>
              </a:custGeom>
              <a:solidFill>
                <a:srgbClr val="D5D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6" name="Freeform 324"/>
              <p:cNvSpPr>
                <a:spLocks noEditPoints="1"/>
              </p:cNvSpPr>
              <p:nvPr/>
            </p:nvSpPr>
            <p:spPr bwMode="auto">
              <a:xfrm>
                <a:off x="2086" y="1175"/>
                <a:ext cx="182" cy="19"/>
              </a:xfrm>
              <a:custGeom>
                <a:avLst/>
                <a:gdLst>
                  <a:gd name="T0" fmla="*/ 0 w 95"/>
                  <a:gd name="T1" fmla="*/ 10 h 10"/>
                  <a:gd name="T2" fmla="*/ 24 w 95"/>
                  <a:gd name="T3" fmla="*/ 10 h 10"/>
                  <a:gd name="T4" fmla="*/ 23 w 95"/>
                  <a:gd name="T5" fmla="*/ 9 h 10"/>
                  <a:gd name="T6" fmla="*/ 19 w 95"/>
                  <a:gd name="T7" fmla="*/ 7 h 10"/>
                  <a:gd name="T8" fmla="*/ 7 w 95"/>
                  <a:gd name="T9" fmla="*/ 4 h 10"/>
                  <a:gd name="T10" fmla="*/ 0 w 95"/>
                  <a:gd name="T11" fmla="*/ 8 h 10"/>
                  <a:gd name="T12" fmla="*/ 0 w 95"/>
                  <a:gd name="T13" fmla="*/ 10 h 10"/>
                  <a:gd name="T14" fmla="*/ 65 w 95"/>
                  <a:gd name="T15" fmla="*/ 10 h 10"/>
                  <a:gd name="T16" fmla="*/ 68 w 95"/>
                  <a:gd name="T17" fmla="*/ 10 h 10"/>
                  <a:gd name="T18" fmla="*/ 66 w 95"/>
                  <a:gd name="T19" fmla="*/ 9 h 10"/>
                  <a:gd name="T20" fmla="*/ 65 w 95"/>
                  <a:gd name="T21" fmla="*/ 10 h 10"/>
                  <a:gd name="T22" fmla="*/ 69 w 95"/>
                  <a:gd name="T23" fmla="*/ 10 h 10"/>
                  <a:gd name="T24" fmla="*/ 91 w 95"/>
                  <a:gd name="T25" fmla="*/ 10 h 10"/>
                  <a:gd name="T26" fmla="*/ 95 w 95"/>
                  <a:gd name="T27" fmla="*/ 3 h 10"/>
                  <a:gd name="T28" fmla="*/ 78 w 95"/>
                  <a:gd name="T29" fmla="*/ 3 h 10"/>
                  <a:gd name="T30" fmla="*/ 69 w 95"/>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5" h="10">
                    <a:moveTo>
                      <a:pt x="0" y="10"/>
                    </a:moveTo>
                    <a:cubicBezTo>
                      <a:pt x="24" y="10"/>
                      <a:pt x="24" y="10"/>
                      <a:pt x="24" y="10"/>
                    </a:cubicBezTo>
                    <a:cubicBezTo>
                      <a:pt x="23" y="10"/>
                      <a:pt x="23" y="9"/>
                      <a:pt x="23" y="9"/>
                    </a:cubicBezTo>
                    <a:cubicBezTo>
                      <a:pt x="21" y="9"/>
                      <a:pt x="19" y="9"/>
                      <a:pt x="19" y="7"/>
                    </a:cubicBezTo>
                    <a:cubicBezTo>
                      <a:pt x="19" y="6"/>
                      <a:pt x="13" y="4"/>
                      <a:pt x="7" y="4"/>
                    </a:cubicBezTo>
                    <a:cubicBezTo>
                      <a:pt x="1" y="5"/>
                      <a:pt x="0" y="6"/>
                      <a:pt x="0" y="8"/>
                    </a:cubicBezTo>
                    <a:cubicBezTo>
                      <a:pt x="0" y="9"/>
                      <a:pt x="0" y="9"/>
                      <a:pt x="0" y="10"/>
                    </a:cubicBezTo>
                    <a:close/>
                    <a:moveTo>
                      <a:pt x="65" y="10"/>
                    </a:moveTo>
                    <a:cubicBezTo>
                      <a:pt x="68" y="10"/>
                      <a:pt x="68" y="10"/>
                      <a:pt x="68" y="10"/>
                    </a:cubicBezTo>
                    <a:cubicBezTo>
                      <a:pt x="68" y="9"/>
                      <a:pt x="67" y="9"/>
                      <a:pt x="66" y="9"/>
                    </a:cubicBezTo>
                    <a:cubicBezTo>
                      <a:pt x="66" y="10"/>
                      <a:pt x="65" y="10"/>
                      <a:pt x="65" y="10"/>
                    </a:cubicBezTo>
                    <a:close/>
                    <a:moveTo>
                      <a:pt x="69" y="10"/>
                    </a:moveTo>
                    <a:cubicBezTo>
                      <a:pt x="91" y="10"/>
                      <a:pt x="91" y="10"/>
                      <a:pt x="91" y="10"/>
                    </a:cubicBezTo>
                    <a:cubicBezTo>
                      <a:pt x="94" y="8"/>
                      <a:pt x="95" y="5"/>
                      <a:pt x="95" y="3"/>
                    </a:cubicBezTo>
                    <a:cubicBezTo>
                      <a:pt x="95" y="0"/>
                      <a:pt x="84" y="2"/>
                      <a:pt x="78" y="3"/>
                    </a:cubicBezTo>
                    <a:cubicBezTo>
                      <a:pt x="73" y="4"/>
                      <a:pt x="70" y="8"/>
                      <a:pt x="69" y="10"/>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7" name="Freeform 325"/>
              <p:cNvSpPr>
                <a:spLocks noEditPoints="1"/>
              </p:cNvSpPr>
              <p:nvPr/>
            </p:nvSpPr>
            <p:spPr bwMode="auto">
              <a:xfrm>
                <a:off x="2086" y="1175"/>
                <a:ext cx="182" cy="21"/>
              </a:xfrm>
              <a:custGeom>
                <a:avLst/>
                <a:gdLst>
                  <a:gd name="T0" fmla="*/ 0 w 95"/>
                  <a:gd name="T1" fmla="*/ 11 h 11"/>
                  <a:gd name="T2" fmla="*/ 24 w 95"/>
                  <a:gd name="T3" fmla="*/ 11 h 11"/>
                  <a:gd name="T4" fmla="*/ 23 w 95"/>
                  <a:gd name="T5" fmla="*/ 9 h 11"/>
                  <a:gd name="T6" fmla="*/ 19 w 95"/>
                  <a:gd name="T7" fmla="*/ 7 h 11"/>
                  <a:gd name="T8" fmla="*/ 7 w 95"/>
                  <a:gd name="T9" fmla="*/ 4 h 11"/>
                  <a:gd name="T10" fmla="*/ 0 w 95"/>
                  <a:gd name="T11" fmla="*/ 8 h 11"/>
                  <a:gd name="T12" fmla="*/ 0 w 95"/>
                  <a:gd name="T13" fmla="*/ 11 h 11"/>
                  <a:gd name="T14" fmla="*/ 62 w 95"/>
                  <a:gd name="T15" fmla="*/ 11 h 11"/>
                  <a:gd name="T16" fmla="*/ 89 w 95"/>
                  <a:gd name="T17" fmla="*/ 11 h 11"/>
                  <a:gd name="T18" fmla="*/ 90 w 95"/>
                  <a:gd name="T19" fmla="*/ 11 h 11"/>
                  <a:gd name="T20" fmla="*/ 95 w 95"/>
                  <a:gd name="T21" fmla="*/ 3 h 11"/>
                  <a:gd name="T22" fmla="*/ 78 w 95"/>
                  <a:gd name="T23" fmla="*/ 3 h 11"/>
                  <a:gd name="T24" fmla="*/ 69 w 95"/>
                  <a:gd name="T25" fmla="*/ 11 h 11"/>
                  <a:gd name="T26" fmla="*/ 66 w 95"/>
                  <a:gd name="T27" fmla="*/ 9 h 11"/>
                  <a:gd name="T28" fmla="*/ 62 w 95"/>
                  <a:gd name="T2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1">
                    <a:moveTo>
                      <a:pt x="0" y="11"/>
                    </a:moveTo>
                    <a:cubicBezTo>
                      <a:pt x="24" y="11"/>
                      <a:pt x="24" y="11"/>
                      <a:pt x="24" y="11"/>
                    </a:cubicBezTo>
                    <a:cubicBezTo>
                      <a:pt x="24" y="10"/>
                      <a:pt x="24" y="9"/>
                      <a:pt x="23" y="9"/>
                    </a:cubicBezTo>
                    <a:cubicBezTo>
                      <a:pt x="21" y="9"/>
                      <a:pt x="19" y="9"/>
                      <a:pt x="19" y="7"/>
                    </a:cubicBezTo>
                    <a:cubicBezTo>
                      <a:pt x="19" y="6"/>
                      <a:pt x="13" y="4"/>
                      <a:pt x="7" y="4"/>
                    </a:cubicBezTo>
                    <a:cubicBezTo>
                      <a:pt x="1" y="5"/>
                      <a:pt x="0" y="6"/>
                      <a:pt x="0" y="8"/>
                    </a:cubicBezTo>
                    <a:cubicBezTo>
                      <a:pt x="0" y="9"/>
                      <a:pt x="0" y="10"/>
                      <a:pt x="0" y="11"/>
                    </a:cubicBezTo>
                    <a:close/>
                    <a:moveTo>
                      <a:pt x="62" y="11"/>
                    </a:moveTo>
                    <a:cubicBezTo>
                      <a:pt x="89" y="11"/>
                      <a:pt x="89" y="11"/>
                      <a:pt x="89" y="11"/>
                    </a:cubicBezTo>
                    <a:cubicBezTo>
                      <a:pt x="89" y="11"/>
                      <a:pt x="89" y="11"/>
                      <a:pt x="90" y="11"/>
                    </a:cubicBezTo>
                    <a:cubicBezTo>
                      <a:pt x="93" y="8"/>
                      <a:pt x="95" y="6"/>
                      <a:pt x="95" y="3"/>
                    </a:cubicBezTo>
                    <a:cubicBezTo>
                      <a:pt x="95" y="0"/>
                      <a:pt x="84" y="2"/>
                      <a:pt x="78" y="3"/>
                    </a:cubicBezTo>
                    <a:cubicBezTo>
                      <a:pt x="72" y="4"/>
                      <a:pt x="69" y="11"/>
                      <a:pt x="69" y="11"/>
                    </a:cubicBezTo>
                    <a:cubicBezTo>
                      <a:pt x="69" y="11"/>
                      <a:pt x="68" y="9"/>
                      <a:pt x="66" y="9"/>
                    </a:cubicBezTo>
                    <a:cubicBezTo>
                      <a:pt x="65" y="10"/>
                      <a:pt x="63" y="10"/>
                      <a:pt x="62" y="11"/>
                    </a:cubicBezTo>
                    <a:close/>
                  </a:path>
                </a:pathLst>
              </a:custGeom>
              <a:solidFill>
                <a:srgbClr val="D7D5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8" name="Freeform 326"/>
              <p:cNvSpPr>
                <a:spLocks noEditPoints="1"/>
              </p:cNvSpPr>
              <p:nvPr/>
            </p:nvSpPr>
            <p:spPr bwMode="auto">
              <a:xfrm>
                <a:off x="2086" y="1175"/>
                <a:ext cx="182" cy="23"/>
              </a:xfrm>
              <a:custGeom>
                <a:avLst/>
                <a:gdLst>
                  <a:gd name="T0" fmla="*/ 1 w 95"/>
                  <a:gd name="T1" fmla="*/ 12 h 12"/>
                  <a:gd name="T2" fmla="*/ 24 w 95"/>
                  <a:gd name="T3" fmla="*/ 12 h 12"/>
                  <a:gd name="T4" fmla="*/ 23 w 95"/>
                  <a:gd name="T5" fmla="*/ 9 h 12"/>
                  <a:gd name="T6" fmla="*/ 19 w 95"/>
                  <a:gd name="T7" fmla="*/ 7 h 12"/>
                  <a:gd name="T8" fmla="*/ 7 w 95"/>
                  <a:gd name="T9" fmla="*/ 4 h 12"/>
                  <a:gd name="T10" fmla="*/ 0 w 95"/>
                  <a:gd name="T11" fmla="*/ 8 h 12"/>
                  <a:gd name="T12" fmla="*/ 1 w 95"/>
                  <a:gd name="T13" fmla="*/ 12 h 12"/>
                  <a:gd name="T14" fmla="*/ 61 w 95"/>
                  <a:gd name="T15" fmla="*/ 12 h 12"/>
                  <a:gd name="T16" fmla="*/ 87 w 95"/>
                  <a:gd name="T17" fmla="*/ 12 h 12"/>
                  <a:gd name="T18" fmla="*/ 90 w 95"/>
                  <a:gd name="T19" fmla="*/ 11 h 12"/>
                  <a:gd name="T20" fmla="*/ 95 w 95"/>
                  <a:gd name="T21" fmla="*/ 3 h 12"/>
                  <a:gd name="T22" fmla="*/ 78 w 95"/>
                  <a:gd name="T23" fmla="*/ 3 h 12"/>
                  <a:gd name="T24" fmla="*/ 69 w 95"/>
                  <a:gd name="T25" fmla="*/ 11 h 12"/>
                  <a:gd name="T26" fmla="*/ 66 w 95"/>
                  <a:gd name="T27" fmla="*/ 9 h 12"/>
                  <a:gd name="T28" fmla="*/ 61 w 95"/>
                  <a:gd name="T2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2">
                    <a:moveTo>
                      <a:pt x="1" y="12"/>
                    </a:moveTo>
                    <a:cubicBezTo>
                      <a:pt x="24" y="12"/>
                      <a:pt x="24" y="12"/>
                      <a:pt x="24" y="12"/>
                    </a:cubicBezTo>
                    <a:cubicBezTo>
                      <a:pt x="24" y="10"/>
                      <a:pt x="24" y="9"/>
                      <a:pt x="23" y="9"/>
                    </a:cubicBezTo>
                    <a:cubicBezTo>
                      <a:pt x="21" y="9"/>
                      <a:pt x="19" y="9"/>
                      <a:pt x="19" y="7"/>
                    </a:cubicBezTo>
                    <a:cubicBezTo>
                      <a:pt x="19" y="6"/>
                      <a:pt x="13" y="4"/>
                      <a:pt x="7" y="4"/>
                    </a:cubicBezTo>
                    <a:cubicBezTo>
                      <a:pt x="1" y="5"/>
                      <a:pt x="0" y="6"/>
                      <a:pt x="0" y="8"/>
                    </a:cubicBezTo>
                    <a:cubicBezTo>
                      <a:pt x="0" y="9"/>
                      <a:pt x="0" y="11"/>
                      <a:pt x="1" y="12"/>
                    </a:cubicBezTo>
                    <a:close/>
                    <a:moveTo>
                      <a:pt x="61" y="12"/>
                    </a:moveTo>
                    <a:cubicBezTo>
                      <a:pt x="87" y="12"/>
                      <a:pt x="87" y="12"/>
                      <a:pt x="87" y="12"/>
                    </a:cubicBezTo>
                    <a:cubicBezTo>
                      <a:pt x="88" y="12"/>
                      <a:pt x="89" y="11"/>
                      <a:pt x="90" y="11"/>
                    </a:cubicBezTo>
                    <a:cubicBezTo>
                      <a:pt x="93" y="8"/>
                      <a:pt x="95" y="6"/>
                      <a:pt x="95" y="3"/>
                    </a:cubicBezTo>
                    <a:cubicBezTo>
                      <a:pt x="95" y="0"/>
                      <a:pt x="84" y="2"/>
                      <a:pt x="78" y="3"/>
                    </a:cubicBezTo>
                    <a:cubicBezTo>
                      <a:pt x="72" y="4"/>
                      <a:pt x="69" y="11"/>
                      <a:pt x="69" y="11"/>
                    </a:cubicBezTo>
                    <a:cubicBezTo>
                      <a:pt x="69" y="11"/>
                      <a:pt x="68" y="9"/>
                      <a:pt x="66" y="9"/>
                    </a:cubicBezTo>
                    <a:cubicBezTo>
                      <a:pt x="64" y="10"/>
                      <a:pt x="62" y="11"/>
                      <a:pt x="61" y="12"/>
                    </a:cubicBezTo>
                    <a:close/>
                  </a:path>
                </a:pathLst>
              </a:custGeom>
              <a:solidFill>
                <a:srgbClr val="D8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9" name="Freeform 327"/>
              <p:cNvSpPr>
                <a:spLocks noEditPoints="1"/>
              </p:cNvSpPr>
              <p:nvPr/>
            </p:nvSpPr>
            <p:spPr bwMode="auto">
              <a:xfrm>
                <a:off x="2086" y="1175"/>
                <a:ext cx="182" cy="27"/>
              </a:xfrm>
              <a:custGeom>
                <a:avLst/>
                <a:gdLst>
                  <a:gd name="T0" fmla="*/ 1 w 95"/>
                  <a:gd name="T1" fmla="*/ 14 h 14"/>
                  <a:gd name="T2" fmla="*/ 24 w 95"/>
                  <a:gd name="T3" fmla="*/ 14 h 14"/>
                  <a:gd name="T4" fmla="*/ 23 w 95"/>
                  <a:gd name="T5" fmla="*/ 9 h 14"/>
                  <a:gd name="T6" fmla="*/ 19 w 95"/>
                  <a:gd name="T7" fmla="*/ 7 h 14"/>
                  <a:gd name="T8" fmla="*/ 7 w 95"/>
                  <a:gd name="T9" fmla="*/ 4 h 14"/>
                  <a:gd name="T10" fmla="*/ 0 w 95"/>
                  <a:gd name="T11" fmla="*/ 8 h 14"/>
                  <a:gd name="T12" fmla="*/ 1 w 95"/>
                  <a:gd name="T13" fmla="*/ 14 h 14"/>
                  <a:gd name="T14" fmla="*/ 60 w 95"/>
                  <a:gd name="T15" fmla="*/ 14 h 14"/>
                  <a:gd name="T16" fmla="*/ 86 w 95"/>
                  <a:gd name="T17" fmla="*/ 14 h 14"/>
                  <a:gd name="T18" fmla="*/ 90 w 95"/>
                  <a:gd name="T19" fmla="*/ 11 h 14"/>
                  <a:gd name="T20" fmla="*/ 95 w 95"/>
                  <a:gd name="T21" fmla="*/ 3 h 14"/>
                  <a:gd name="T22" fmla="*/ 78 w 95"/>
                  <a:gd name="T23" fmla="*/ 3 h 14"/>
                  <a:gd name="T24" fmla="*/ 69 w 95"/>
                  <a:gd name="T25" fmla="*/ 11 h 14"/>
                  <a:gd name="T26" fmla="*/ 66 w 95"/>
                  <a:gd name="T27" fmla="*/ 9 h 14"/>
                  <a:gd name="T28" fmla="*/ 60 w 95"/>
                  <a:gd name="T2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
                    <a:moveTo>
                      <a:pt x="1" y="14"/>
                    </a:moveTo>
                    <a:cubicBezTo>
                      <a:pt x="24" y="14"/>
                      <a:pt x="24" y="14"/>
                      <a:pt x="24" y="14"/>
                    </a:cubicBezTo>
                    <a:cubicBezTo>
                      <a:pt x="24" y="11"/>
                      <a:pt x="24" y="9"/>
                      <a:pt x="23" y="9"/>
                    </a:cubicBezTo>
                    <a:cubicBezTo>
                      <a:pt x="21" y="9"/>
                      <a:pt x="19" y="9"/>
                      <a:pt x="19" y="7"/>
                    </a:cubicBezTo>
                    <a:cubicBezTo>
                      <a:pt x="19" y="6"/>
                      <a:pt x="13" y="4"/>
                      <a:pt x="7" y="4"/>
                    </a:cubicBezTo>
                    <a:cubicBezTo>
                      <a:pt x="1" y="5"/>
                      <a:pt x="0" y="6"/>
                      <a:pt x="0" y="8"/>
                    </a:cubicBezTo>
                    <a:cubicBezTo>
                      <a:pt x="0" y="10"/>
                      <a:pt x="0" y="12"/>
                      <a:pt x="1" y="14"/>
                    </a:cubicBezTo>
                    <a:close/>
                    <a:moveTo>
                      <a:pt x="60" y="14"/>
                    </a:moveTo>
                    <a:cubicBezTo>
                      <a:pt x="86" y="14"/>
                      <a:pt x="86" y="14"/>
                      <a:pt x="86" y="14"/>
                    </a:cubicBezTo>
                    <a:cubicBezTo>
                      <a:pt x="87" y="12"/>
                      <a:pt x="88" y="11"/>
                      <a:pt x="90" y="11"/>
                    </a:cubicBezTo>
                    <a:cubicBezTo>
                      <a:pt x="93" y="8"/>
                      <a:pt x="95" y="6"/>
                      <a:pt x="95" y="3"/>
                    </a:cubicBezTo>
                    <a:cubicBezTo>
                      <a:pt x="95" y="0"/>
                      <a:pt x="84" y="2"/>
                      <a:pt x="78" y="3"/>
                    </a:cubicBezTo>
                    <a:cubicBezTo>
                      <a:pt x="72" y="4"/>
                      <a:pt x="69" y="11"/>
                      <a:pt x="69" y="11"/>
                    </a:cubicBezTo>
                    <a:cubicBezTo>
                      <a:pt x="69" y="11"/>
                      <a:pt x="68" y="9"/>
                      <a:pt x="66" y="9"/>
                    </a:cubicBezTo>
                    <a:cubicBezTo>
                      <a:pt x="64" y="10"/>
                      <a:pt x="61" y="11"/>
                      <a:pt x="60" y="14"/>
                    </a:cubicBezTo>
                    <a:close/>
                  </a:path>
                </a:pathLst>
              </a:custGeom>
              <a:solidFill>
                <a:srgbClr val="D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0" name="Freeform 328"/>
              <p:cNvSpPr>
                <a:spLocks noEditPoints="1"/>
              </p:cNvSpPr>
              <p:nvPr/>
            </p:nvSpPr>
            <p:spPr bwMode="auto">
              <a:xfrm>
                <a:off x="2086" y="1175"/>
                <a:ext cx="182" cy="29"/>
              </a:xfrm>
              <a:custGeom>
                <a:avLst/>
                <a:gdLst>
                  <a:gd name="T0" fmla="*/ 2 w 95"/>
                  <a:gd name="T1" fmla="*/ 15 h 15"/>
                  <a:gd name="T2" fmla="*/ 23 w 95"/>
                  <a:gd name="T3" fmla="*/ 15 h 15"/>
                  <a:gd name="T4" fmla="*/ 23 w 95"/>
                  <a:gd name="T5" fmla="*/ 15 h 15"/>
                  <a:gd name="T6" fmla="*/ 23 w 95"/>
                  <a:gd name="T7" fmla="*/ 9 h 15"/>
                  <a:gd name="T8" fmla="*/ 19 w 95"/>
                  <a:gd name="T9" fmla="*/ 7 h 15"/>
                  <a:gd name="T10" fmla="*/ 7 w 95"/>
                  <a:gd name="T11" fmla="*/ 4 h 15"/>
                  <a:gd name="T12" fmla="*/ 0 w 95"/>
                  <a:gd name="T13" fmla="*/ 8 h 15"/>
                  <a:gd name="T14" fmla="*/ 2 w 95"/>
                  <a:gd name="T15" fmla="*/ 15 h 15"/>
                  <a:gd name="T16" fmla="*/ 60 w 95"/>
                  <a:gd name="T17" fmla="*/ 15 h 15"/>
                  <a:gd name="T18" fmla="*/ 85 w 95"/>
                  <a:gd name="T19" fmla="*/ 15 h 15"/>
                  <a:gd name="T20" fmla="*/ 90 w 95"/>
                  <a:gd name="T21" fmla="*/ 11 h 15"/>
                  <a:gd name="T22" fmla="*/ 95 w 95"/>
                  <a:gd name="T23" fmla="*/ 3 h 15"/>
                  <a:gd name="T24" fmla="*/ 78 w 95"/>
                  <a:gd name="T25" fmla="*/ 3 h 15"/>
                  <a:gd name="T26" fmla="*/ 69 w 95"/>
                  <a:gd name="T27" fmla="*/ 11 h 15"/>
                  <a:gd name="T28" fmla="*/ 66 w 95"/>
                  <a:gd name="T29" fmla="*/ 9 h 15"/>
                  <a:gd name="T30" fmla="*/ 60 w 95"/>
                  <a:gd name="T31" fmla="*/ 14 h 15"/>
                  <a:gd name="T32" fmla="*/ 60 w 95"/>
                  <a:gd name="T3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5" h="15">
                    <a:moveTo>
                      <a:pt x="2" y="15"/>
                    </a:moveTo>
                    <a:cubicBezTo>
                      <a:pt x="23" y="15"/>
                      <a:pt x="23" y="15"/>
                      <a:pt x="23" y="15"/>
                    </a:cubicBezTo>
                    <a:cubicBezTo>
                      <a:pt x="23" y="15"/>
                      <a:pt x="23" y="15"/>
                      <a:pt x="23" y="15"/>
                    </a:cubicBezTo>
                    <a:cubicBezTo>
                      <a:pt x="24" y="11"/>
                      <a:pt x="25" y="9"/>
                      <a:pt x="23" y="9"/>
                    </a:cubicBezTo>
                    <a:cubicBezTo>
                      <a:pt x="21" y="9"/>
                      <a:pt x="19" y="9"/>
                      <a:pt x="19" y="7"/>
                    </a:cubicBezTo>
                    <a:cubicBezTo>
                      <a:pt x="19" y="6"/>
                      <a:pt x="13" y="4"/>
                      <a:pt x="7" y="4"/>
                    </a:cubicBezTo>
                    <a:cubicBezTo>
                      <a:pt x="1" y="5"/>
                      <a:pt x="0" y="6"/>
                      <a:pt x="0" y="8"/>
                    </a:cubicBezTo>
                    <a:cubicBezTo>
                      <a:pt x="0" y="10"/>
                      <a:pt x="0" y="12"/>
                      <a:pt x="2" y="15"/>
                    </a:cubicBezTo>
                    <a:close/>
                    <a:moveTo>
                      <a:pt x="60" y="15"/>
                    </a:moveTo>
                    <a:cubicBezTo>
                      <a:pt x="85" y="15"/>
                      <a:pt x="85" y="15"/>
                      <a:pt x="85" y="15"/>
                    </a:cubicBezTo>
                    <a:cubicBezTo>
                      <a:pt x="87" y="13"/>
                      <a:pt x="88" y="11"/>
                      <a:pt x="90" y="11"/>
                    </a:cubicBezTo>
                    <a:cubicBezTo>
                      <a:pt x="93" y="8"/>
                      <a:pt x="95" y="6"/>
                      <a:pt x="95" y="3"/>
                    </a:cubicBezTo>
                    <a:cubicBezTo>
                      <a:pt x="95" y="0"/>
                      <a:pt x="84" y="2"/>
                      <a:pt x="78" y="3"/>
                    </a:cubicBezTo>
                    <a:cubicBezTo>
                      <a:pt x="72" y="4"/>
                      <a:pt x="69" y="11"/>
                      <a:pt x="69" y="11"/>
                    </a:cubicBezTo>
                    <a:cubicBezTo>
                      <a:pt x="69" y="11"/>
                      <a:pt x="68" y="9"/>
                      <a:pt x="66" y="9"/>
                    </a:cubicBezTo>
                    <a:cubicBezTo>
                      <a:pt x="64" y="10"/>
                      <a:pt x="60" y="11"/>
                      <a:pt x="60" y="14"/>
                    </a:cubicBezTo>
                    <a:lnTo>
                      <a:pt x="60" y="15"/>
                    </a:ln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1" name="Freeform 329"/>
              <p:cNvSpPr>
                <a:spLocks noEditPoints="1"/>
              </p:cNvSpPr>
              <p:nvPr/>
            </p:nvSpPr>
            <p:spPr bwMode="auto">
              <a:xfrm>
                <a:off x="2086" y="1175"/>
                <a:ext cx="182" cy="31"/>
              </a:xfrm>
              <a:custGeom>
                <a:avLst/>
                <a:gdLst>
                  <a:gd name="T0" fmla="*/ 3 w 95"/>
                  <a:gd name="T1" fmla="*/ 16 h 16"/>
                  <a:gd name="T2" fmla="*/ 23 w 95"/>
                  <a:gd name="T3" fmla="*/ 16 h 16"/>
                  <a:gd name="T4" fmla="*/ 23 w 95"/>
                  <a:gd name="T5" fmla="*/ 15 h 16"/>
                  <a:gd name="T6" fmla="*/ 23 w 95"/>
                  <a:gd name="T7" fmla="*/ 9 h 16"/>
                  <a:gd name="T8" fmla="*/ 19 w 95"/>
                  <a:gd name="T9" fmla="*/ 7 h 16"/>
                  <a:gd name="T10" fmla="*/ 7 w 95"/>
                  <a:gd name="T11" fmla="*/ 4 h 16"/>
                  <a:gd name="T12" fmla="*/ 0 w 95"/>
                  <a:gd name="T13" fmla="*/ 8 h 16"/>
                  <a:gd name="T14" fmla="*/ 3 w 95"/>
                  <a:gd name="T15" fmla="*/ 16 h 16"/>
                  <a:gd name="T16" fmla="*/ 60 w 95"/>
                  <a:gd name="T17" fmla="*/ 16 h 16"/>
                  <a:gd name="T18" fmla="*/ 84 w 95"/>
                  <a:gd name="T19" fmla="*/ 16 h 16"/>
                  <a:gd name="T20" fmla="*/ 90 w 95"/>
                  <a:gd name="T21" fmla="*/ 11 h 16"/>
                  <a:gd name="T22" fmla="*/ 95 w 95"/>
                  <a:gd name="T23" fmla="*/ 3 h 16"/>
                  <a:gd name="T24" fmla="*/ 78 w 95"/>
                  <a:gd name="T25" fmla="*/ 3 h 16"/>
                  <a:gd name="T26" fmla="*/ 69 w 95"/>
                  <a:gd name="T27" fmla="*/ 11 h 16"/>
                  <a:gd name="T28" fmla="*/ 66 w 95"/>
                  <a:gd name="T29" fmla="*/ 9 h 16"/>
                  <a:gd name="T30" fmla="*/ 60 w 95"/>
                  <a:gd name="T31" fmla="*/ 14 h 16"/>
                  <a:gd name="T32" fmla="*/ 60 w 95"/>
                  <a:gd name="T3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5" h="16">
                    <a:moveTo>
                      <a:pt x="3" y="16"/>
                    </a:moveTo>
                    <a:cubicBezTo>
                      <a:pt x="23" y="16"/>
                      <a:pt x="23" y="16"/>
                      <a:pt x="23" y="16"/>
                    </a:cubicBezTo>
                    <a:cubicBezTo>
                      <a:pt x="23" y="16"/>
                      <a:pt x="23" y="15"/>
                      <a:pt x="23" y="15"/>
                    </a:cubicBezTo>
                    <a:cubicBezTo>
                      <a:pt x="24" y="11"/>
                      <a:pt x="25" y="9"/>
                      <a:pt x="23" y="9"/>
                    </a:cubicBezTo>
                    <a:cubicBezTo>
                      <a:pt x="21" y="9"/>
                      <a:pt x="19" y="9"/>
                      <a:pt x="19" y="7"/>
                    </a:cubicBezTo>
                    <a:cubicBezTo>
                      <a:pt x="19" y="6"/>
                      <a:pt x="13" y="4"/>
                      <a:pt x="7" y="4"/>
                    </a:cubicBezTo>
                    <a:cubicBezTo>
                      <a:pt x="1" y="5"/>
                      <a:pt x="0" y="6"/>
                      <a:pt x="0" y="8"/>
                    </a:cubicBezTo>
                    <a:cubicBezTo>
                      <a:pt x="0" y="11"/>
                      <a:pt x="1" y="13"/>
                      <a:pt x="3" y="16"/>
                    </a:cubicBezTo>
                    <a:close/>
                    <a:moveTo>
                      <a:pt x="60" y="16"/>
                    </a:moveTo>
                    <a:cubicBezTo>
                      <a:pt x="84" y="16"/>
                      <a:pt x="84" y="16"/>
                      <a:pt x="84" y="16"/>
                    </a:cubicBezTo>
                    <a:cubicBezTo>
                      <a:pt x="86" y="14"/>
                      <a:pt x="88" y="12"/>
                      <a:pt x="90" y="11"/>
                    </a:cubicBezTo>
                    <a:cubicBezTo>
                      <a:pt x="93" y="8"/>
                      <a:pt x="95" y="6"/>
                      <a:pt x="95" y="3"/>
                    </a:cubicBezTo>
                    <a:cubicBezTo>
                      <a:pt x="95" y="0"/>
                      <a:pt x="84" y="2"/>
                      <a:pt x="78" y="3"/>
                    </a:cubicBezTo>
                    <a:cubicBezTo>
                      <a:pt x="72" y="4"/>
                      <a:pt x="69" y="11"/>
                      <a:pt x="69" y="11"/>
                    </a:cubicBezTo>
                    <a:cubicBezTo>
                      <a:pt x="69" y="11"/>
                      <a:pt x="68" y="9"/>
                      <a:pt x="66" y="9"/>
                    </a:cubicBezTo>
                    <a:cubicBezTo>
                      <a:pt x="64" y="10"/>
                      <a:pt x="60" y="11"/>
                      <a:pt x="60" y="14"/>
                    </a:cubicBezTo>
                    <a:cubicBezTo>
                      <a:pt x="60" y="15"/>
                      <a:pt x="60" y="16"/>
                      <a:pt x="60" y="16"/>
                    </a:cubicBezTo>
                    <a:close/>
                  </a:path>
                </a:pathLst>
              </a:custGeom>
              <a:solidFill>
                <a:srgbClr val="DB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2" name="Freeform 330"/>
              <p:cNvSpPr>
                <a:spLocks noEditPoints="1"/>
              </p:cNvSpPr>
              <p:nvPr/>
            </p:nvSpPr>
            <p:spPr bwMode="auto">
              <a:xfrm>
                <a:off x="2086" y="1175"/>
                <a:ext cx="182" cy="32"/>
              </a:xfrm>
              <a:custGeom>
                <a:avLst/>
                <a:gdLst>
                  <a:gd name="T0" fmla="*/ 4 w 95"/>
                  <a:gd name="T1" fmla="*/ 17 h 17"/>
                  <a:gd name="T2" fmla="*/ 23 w 95"/>
                  <a:gd name="T3" fmla="*/ 17 h 17"/>
                  <a:gd name="T4" fmla="*/ 23 w 95"/>
                  <a:gd name="T5" fmla="*/ 15 h 17"/>
                  <a:gd name="T6" fmla="*/ 23 w 95"/>
                  <a:gd name="T7" fmla="*/ 9 h 17"/>
                  <a:gd name="T8" fmla="*/ 19 w 95"/>
                  <a:gd name="T9" fmla="*/ 7 h 17"/>
                  <a:gd name="T10" fmla="*/ 7 w 95"/>
                  <a:gd name="T11" fmla="*/ 4 h 17"/>
                  <a:gd name="T12" fmla="*/ 0 w 95"/>
                  <a:gd name="T13" fmla="*/ 8 h 17"/>
                  <a:gd name="T14" fmla="*/ 4 w 95"/>
                  <a:gd name="T15" fmla="*/ 17 h 17"/>
                  <a:gd name="T16" fmla="*/ 4 w 95"/>
                  <a:gd name="T17" fmla="*/ 17 h 17"/>
                  <a:gd name="T18" fmla="*/ 60 w 95"/>
                  <a:gd name="T19" fmla="*/ 17 h 17"/>
                  <a:gd name="T20" fmla="*/ 84 w 95"/>
                  <a:gd name="T21" fmla="*/ 17 h 17"/>
                  <a:gd name="T22" fmla="*/ 90 w 95"/>
                  <a:gd name="T23" fmla="*/ 11 h 17"/>
                  <a:gd name="T24" fmla="*/ 95 w 95"/>
                  <a:gd name="T25" fmla="*/ 3 h 17"/>
                  <a:gd name="T26" fmla="*/ 78 w 95"/>
                  <a:gd name="T27" fmla="*/ 3 h 17"/>
                  <a:gd name="T28" fmla="*/ 69 w 95"/>
                  <a:gd name="T29" fmla="*/ 11 h 17"/>
                  <a:gd name="T30" fmla="*/ 66 w 95"/>
                  <a:gd name="T31" fmla="*/ 9 h 17"/>
                  <a:gd name="T32" fmla="*/ 60 w 95"/>
                  <a:gd name="T33" fmla="*/ 14 h 17"/>
                  <a:gd name="T34" fmla="*/ 60 w 95"/>
                  <a:gd name="T35"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5" h="17">
                    <a:moveTo>
                      <a:pt x="4" y="17"/>
                    </a:moveTo>
                    <a:cubicBezTo>
                      <a:pt x="23" y="17"/>
                      <a:pt x="23" y="17"/>
                      <a:pt x="23" y="17"/>
                    </a:cubicBezTo>
                    <a:cubicBezTo>
                      <a:pt x="23" y="17"/>
                      <a:pt x="23" y="16"/>
                      <a:pt x="23" y="15"/>
                    </a:cubicBezTo>
                    <a:cubicBezTo>
                      <a:pt x="24" y="11"/>
                      <a:pt x="25" y="9"/>
                      <a:pt x="23" y="9"/>
                    </a:cubicBezTo>
                    <a:cubicBezTo>
                      <a:pt x="21" y="9"/>
                      <a:pt x="19" y="9"/>
                      <a:pt x="19" y="7"/>
                    </a:cubicBezTo>
                    <a:cubicBezTo>
                      <a:pt x="19" y="6"/>
                      <a:pt x="13" y="4"/>
                      <a:pt x="7" y="4"/>
                    </a:cubicBezTo>
                    <a:cubicBezTo>
                      <a:pt x="1" y="5"/>
                      <a:pt x="0" y="6"/>
                      <a:pt x="0" y="8"/>
                    </a:cubicBezTo>
                    <a:cubicBezTo>
                      <a:pt x="0" y="11"/>
                      <a:pt x="1" y="14"/>
                      <a:pt x="4" y="17"/>
                    </a:cubicBezTo>
                    <a:cubicBezTo>
                      <a:pt x="4" y="17"/>
                      <a:pt x="4" y="17"/>
                      <a:pt x="4" y="17"/>
                    </a:cubicBezTo>
                    <a:close/>
                    <a:moveTo>
                      <a:pt x="60" y="17"/>
                    </a:moveTo>
                    <a:cubicBezTo>
                      <a:pt x="84" y="17"/>
                      <a:pt x="84" y="17"/>
                      <a:pt x="84" y="17"/>
                    </a:cubicBezTo>
                    <a:cubicBezTo>
                      <a:pt x="85" y="15"/>
                      <a:pt x="87" y="12"/>
                      <a:pt x="90" y="11"/>
                    </a:cubicBezTo>
                    <a:cubicBezTo>
                      <a:pt x="93" y="8"/>
                      <a:pt x="95" y="6"/>
                      <a:pt x="95" y="3"/>
                    </a:cubicBezTo>
                    <a:cubicBezTo>
                      <a:pt x="95" y="0"/>
                      <a:pt x="84" y="2"/>
                      <a:pt x="78" y="3"/>
                    </a:cubicBezTo>
                    <a:cubicBezTo>
                      <a:pt x="72" y="4"/>
                      <a:pt x="69" y="11"/>
                      <a:pt x="69" y="11"/>
                    </a:cubicBezTo>
                    <a:cubicBezTo>
                      <a:pt x="69" y="11"/>
                      <a:pt x="68" y="9"/>
                      <a:pt x="66" y="9"/>
                    </a:cubicBezTo>
                    <a:cubicBezTo>
                      <a:pt x="64" y="10"/>
                      <a:pt x="60" y="11"/>
                      <a:pt x="60" y="14"/>
                    </a:cubicBezTo>
                    <a:cubicBezTo>
                      <a:pt x="60" y="16"/>
                      <a:pt x="60" y="17"/>
                      <a:pt x="60" y="17"/>
                    </a:cubicBezTo>
                    <a:close/>
                  </a:path>
                </a:pathLst>
              </a:custGeom>
              <a:solidFill>
                <a:srgbClr val="DCD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3" name="Freeform 331"/>
              <p:cNvSpPr>
                <a:spLocks noEditPoints="1"/>
              </p:cNvSpPr>
              <p:nvPr/>
            </p:nvSpPr>
            <p:spPr bwMode="auto">
              <a:xfrm>
                <a:off x="2086" y="1175"/>
                <a:ext cx="182" cy="36"/>
              </a:xfrm>
              <a:custGeom>
                <a:avLst/>
                <a:gdLst>
                  <a:gd name="T0" fmla="*/ 5 w 95"/>
                  <a:gd name="T1" fmla="*/ 19 h 19"/>
                  <a:gd name="T2" fmla="*/ 22 w 95"/>
                  <a:gd name="T3" fmla="*/ 19 h 19"/>
                  <a:gd name="T4" fmla="*/ 23 w 95"/>
                  <a:gd name="T5" fmla="*/ 15 h 19"/>
                  <a:gd name="T6" fmla="*/ 23 w 95"/>
                  <a:gd name="T7" fmla="*/ 9 h 19"/>
                  <a:gd name="T8" fmla="*/ 19 w 95"/>
                  <a:gd name="T9" fmla="*/ 7 h 19"/>
                  <a:gd name="T10" fmla="*/ 7 w 95"/>
                  <a:gd name="T11" fmla="*/ 4 h 19"/>
                  <a:gd name="T12" fmla="*/ 0 w 95"/>
                  <a:gd name="T13" fmla="*/ 8 h 19"/>
                  <a:gd name="T14" fmla="*/ 4 w 95"/>
                  <a:gd name="T15" fmla="*/ 17 h 19"/>
                  <a:gd name="T16" fmla="*/ 5 w 95"/>
                  <a:gd name="T17" fmla="*/ 19 h 19"/>
                  <a:gd name="T18" fmla="*/ 60 w 95"/>
                  <a:gd name="T19" fmla="*/ 19 h 19"/>
                  <a:gd name="T20" fmla="*/ 83 w 95"/>
                  <a:gd name="T21" fmla="*/ 19 h 19"/>
                  <a:gd name="T22" fmla="*/ 90 w 95"/>
                  <a:gd name="T23" fmla="*/ 11 h 19"/>
                  <a:gd name="T24" fmla="*/ 95 w 95"/>
                  <a:gd name="T25" fmla="*/ 3 h 19"/>
                  <a:gd name="T26" fmla="*/ 78 w 95"/>
                  <a:gd name="T27" fmla="*/ 3 h 19"/>
                  <a:gd name="T28" fmla="*/ 69 w 95"/>
                  <a:gd name="T29" fmla="*/ 11 h 19"/>
                  <a:gd name="T30" fmla="*/ 66 w 95"/>
                  <a:gd name="T31" fmla="*/ 9 h 19"/>
                  <a:gd name="T32" fmla="*/ 60 w 95"/>
                  <a:gd name="T33" fmla="*/ 14 h 19"/>
                  <a:gd name="T34" fmla="*/ 60 w 95"/>
                  <a:gd name="T35"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5" h="19">
                    <a:moveTo>
                      <a:pt x="5" y="19"/>
                    </a:moveTo>
                    <a:cubicBezTo>
                      <a:pt x="22" y="19"/>
                      <a:pt x="22" y="19"/>
                      <a:pt x="22" y="19"/>
                    </a:cubicBezTo>
                    <a:cubicBezTo>
                      <a:pt x="23" y="17"/>
                      <a:pt x="23" y="16"/>
                      <a:pt x="23" y="15"/>
                    </a:cubicBezTo>
                    <a:cubicBezTo>
                      <a:pt x="24" y="11"/>
                      <a:pt x="25" y="9"/>
                      <a:pt x="23" y="9"/>
                    </a:cubicBezTo>
                    <a:cubicBezTo>
                      <a:pt x="21" y="9"/>
                      <a:pt x="19" y="9"/>
                      <a:pt x="19" y="7"/>
                    </a:cubicBezTo>
                    <a:cubicBezTo>
                      <a:pt x="19" y="6"/>
                      <a:pt x="13" y="4"/>
                      <a:pt x="7" y="4"/>
                    </a:cubicBezTo>
                    <a:cubicBezTo>
                      <a:pt x="1" y="5"/>
                      <a:pt x="0" y="6"/>
                      <a:pt x="0" y="8"/>
                    </a:cubicBezTo>
                    <a:cubicBezTo>
                      <a:pt x="0" y="11"/>
                      <a:pt x="1" y="14"/>
                      <a:pt x="4" y="17"/>
                    </a:cubicBezTo>
                    <a:cubicBezTo>
                      <a:pt x="4" y="18"/>
                      <a:pt x="5" y="18"/>
                      <a:pt x="5" y="19"/>
                    </a:cubicBezTo>
                    <a:close/>
                    <a:moveTo>
                      <a:pt x="60" y="19"/>
                    </a:moveTo>
                    <a:cubicBezTo>
                      <a:pt x="83" y="19"/>
                      <a:pt x="83" y="19"/>
                      <a:pt x="83" y="19"/>
                    </a:cubicBezTo>
                    <a:cubicBezTo>
                      <a:pt x="84" y="16"/>
                      <a:pt x="87" y="12"/>
                      <a:pt x="90" y="11"/>
                    </a:cubicBezTo>
                    <a:cubicBezTo>
                      <a:pt x="93" y="8"/>
                      <a:pt x="95" y="6"/>
                      <a:pt x="95" y="3"/>
                    </a:cubicBezTo>
                    <a:cubicBezTo>
                      <a:pt x="95" y="0"/>
                      <a:pt x="84" y="2"/>
                      <a:pt x="78" y="3"/>
                    </a:cubicBezTo>
                    <a:cubicBezTo>
                      <a:pt x="72" y="4"/>
                      <a:pt x="69" y="11"/>
                      <a:pt x="69" y="11"/>
                    </a:cubicBezTo>
                    <a:cubicBezTo>
                      <a:pt x="69" y="11"/>
                      <a:pt x="68" y="9"/>
                      <a:pt x="66" y="9"/>
                    </a:cubicBezTo>
                    <a:cubicBezTo>
                      <a:pt x="64" y="10"/>
                      <a:pt x="60" y="11"/>
                      <a:pt x="60" y="14"/>
                    </a:cubicBezTo>
                    <a:cubicBezTo>
                      <a:pt x="60" y="17"/>
                      <a:pt x="60" y="18"/>
                      <a:pt x="60" y="19"/>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4" name="Freeform 332"/>
              <p:cNvSpPr>
                <a:spLocks noEditPoints="1"/>
              </p:cNvSpPr>
              <p:nvPr/>
            </p:nvSpPr>
            <p:spPr bwMode="auto">
              <a:xfrm>
                <a:off x="2086" y="1179"/>
                <a:ext cx="182" cy="34"/>
              </a:xfrm>
              <a:custGeom>
                <a:avLst/>
                <a:gdLst>
                  <a:gd name="T0" fmla="*/ 93 w 95"/>
                  <a:gd name="T1" fmla="*/ 0 h 18"/>
                  <a:gd name="T2" fmla="*/ 88 w 95"/>
                  <a:gd name="T3" fmla="*/ 0 h 18"/>
                  <a:gd name="T4" fmla="*/ 78 w 95"/>
                  <a:gd name="T5" fmla="*/ 1 h 18"/>
                  <a:gd name="T6" fmla="*/ 69 w 95"/>
                  <a:gd name="T7" fmla="*/ 9 h 18"/>
                  <a:gd name="T8" fmla="*/ 66 w 95"/>
                  <a:gd name="T9" fmla="*/ 7 h 18"/>
                  <a:gd name="T10" fmla="*/ 60 w 95"/>
                  <a:gd name="T11" fmla="*/ 12 h 18"/>
                  <a:gd name="T12" fmla="*/ 59 w 95"/>
                  <a:gd name="T13" fmla="*/ 17 h 18"/>
                  <a:gd name="T14" fmla="*/ 58 w 95"/>
                  <a:gd name="T15" fmla="*/ 18 h 18"/>
                  <a:gd name="T16" fmla="*/ 82 w 95"/>
                  <a:gd name="T17" fmla="*/ 18 h 18"/>
                  <a:gd name="T18" fmla="*/ 90 w 95"/>
                  <a:gd name="T19" fmla="*/ 9 h 18"/>
                  <a:gd name="T20" fmla="*/ 95 w 95"/>
                  <a:gd name="T21" fmla="*/ 1 h 18"/>
                  <a:gd name="T22" fmla="*/ 93 w 95"/>
                  <a:gd name="T23" fmla="*/ 0 h 18"/>
                  <a:gd name="T24" fmla="*/ 6 w 95"/>
                  <a:gd name="T25" fmla="*/ 18 h 18"/>
                  <a:gd name="T26" fmla="*/ 22 w 95"/>
                  <a:gd name="T27" fmla="*/ 18 h 18"/>
                  <a:gd name="T28" fmla="*/ 23 w 95"/>
                  <a:gd name="T29" fmla="*/ 13 h 18"/>
                  <a:gd name="T30" fmla="*/ 23 w 95"/>
                  <a:gd name="T31" fmla="*/ 7 h 18"/>
                  <a:gd name="T32" fmla="*/ 19 w 95"/>
                  <a:gd name="T33" fmla="*/ 5 h 18"/>
                  <a:gd name="T34" fmla="*/ 7 w 95"/>
                  <a:gd name="T35" fmla="*/ 2 h 18"/>
                  <a:gd name="T36" fmla="*/ 0 w 95"/>
                  <a:gd name="T37" fmla="*/ 6 h 18"/>
                  <a:gd name="T38" fmla="*/ 4 w 95"/>
                  <a:gd name="T39" fmla="*/ 15 h 18"/>
                  <a:gd name="T40" fmla="*/ 6 w 95"/>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8">
                    <a:moveTo>
                      <a:pt x="93" y="0"/>
                    </a:moveTo>
                    <a:cubicBezTo>
                      <a:pt x="88" y="0"/>
                      <a:pt x="88" y="0"/>
                      <a:pt x="88" y="0"/>
                    </a:cubicBezTo>
                    <a:cubicBezTo>
                      <a:pt x="84" y="0"/>
                      <a:pt x="80" y="1"/>
                      <a:pt x="78" y="1"/>
                    </a:cubicBezTo>
                    <a:cubicBezTo>
                      <a:pt x="72" y="2"/>
                      <a:pt x="69" y="9"/>
                      <a:pt x="69" y="9"/>
                    </a:cubicBezTo>
                    <a:cubicBezTo>
                      <a:pt x="69" y="9"/>
                      <a:pt x="68" y="7"/>
                      <a:pt x="66" y="7"/>
                    </a:cubicBezTo>
                    <a:cubicBezTo>
                      <a:pt x="64" y="8"/>
                      <a:pt x="60" y="9"/>
                      <a:pt x="60" y="12"/>
                    </a:cubicBezTo>
                    <a:cubicBezTo>
                      <a:pt x="60" y="16"/>
                      <a:pt x="60" y="17"/>
                      <a:pt x="59" y="17"/>
                    </a:cubicBezTo>
                    <a:cubicBezTo>
                      <a:pt x="58" y="17"/>
                      <a:pt x="58" y="17"/>
                      <a:pt x="58" y="18"/>
                    </a:cubicBezTo>
                    <a:cubicBezTo>
                      <a:pt x="82" y="18"/>
                      <a:pt x="82" y="18"/>
                      <a:pt x="82" y="18"/>
                    </a:cubicBezTo>
                    <a:cubicBezTo>
                      <a:pt x="83" y="16"/>
                      <a:pt x="86" y="11"/>
                      <a:pt x="90" y="9"/>
                    </a:cubicBezTo>
                    <a:cubicBezTo>
                      <a:pt x="93" y="6"/>
                      <a:pt x="95" y="4"/>
                      <a:pt x="95" y="1"/>
                    </a:cubicBezTo>
                    <a:cubicBezTo>
                      <a:pt x="95" y="0"/>
                      <a:pt x="94" y="0"/>
                      <a:pt x="93" y="0"/>
                    </a:cubicBezTo>
                    <a:close/>
                    <a:moveTo>
                      <a:pt x="6" y="18"/>
                    </a:moveTo>
                    <a:cubicBezTo>
                      <a:pt x="22" y="18"/>
                      <a:pt x="22" y="18"/>
                      <a:pt x="22" y="18"/>
                    </a:cubicBezTo>
                    <a:cubicBezTo>
                      <a:pt x="22" y="16"/>
                      <a:pt x="23" y="15"/>
                      <a:pt x="23" y="13"/>
                    </a:cubicBezTo>
                    <a:cubicBezTo>
                      <a:pt x="24" y="9"/>
                      <a:pt x="25" y="7"/>
                      <a:pt x="23" y="7"/>
                    </a:cubicBezTo>
                    <a:cubicBezTo>
                      <a:pt x="21" y="7"/>
                      <a:pt x="19" y="7"/>
                      <a:pt x="19" y="5"/>
                    </a:cubicBezTo>
                    <a:cubicBezTo>
                      <a:pt x="19" y="4"/>
                      <a:pt x="13" y="2"/>
                      <a:pt x="7" y="2"/>
                    </a:cubicBezTo>
                    <a:cubicBezTo>
                      <a:pt x="1" y="3"/>
                      <a:pt x="0" y="4"/>
                      <a:pt x="0" y="6"/>
                    </a:cubicBezTo>
                    <a:cubicBezTo>
                      <a:pt x="0" y="9"/>
                      <a:pt x="1" y="12"/>
                      <a:pt x="4" y="15"/>
                    </a:cubicBezTo>
                    <a:cubicBezTo>
                      <a:pt x="5" y="16"/>
                      <a:pt x="6" y="17"/>
                      <a:pt x="6" y="18"/>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5" name="Freeform 333"/>
              <p:cNvSpPr>
                <a:spLocks noEditPoints="1"/>
              </p:cNvSpPr>
              <p:nvPr/>
            </p:nvSpPr>
            <p:spPr bwMode="auto">
              <a:xfrm>
                <a:off x="2086" y="1181"/>
                <a:ext cx="182" cy="34"/>
              </a:xfrm>
              <a:custGeom>
                <a:avLst/>
                <a:gdLst>
                  <a:gd name="T0" fmla="*/ 95 w 95"/>
                  <a:gd name="T1" fmla="*/ 0 h 18"/>
                  <a:gd name="T2" fmla="*/ 78 w 95"/>
                  <a:gd name="T3" fmla="*/ 0 h 18"/>
                  <a:gd name="T4" fmla="*/ 78 w 95"/>
                  <a:gd name="T5" fmla="*/ 0 h 18"/>
                  <a:gd name="T6" fmla="*/ 69 w 95"/>
                  <a:gd name="T7" fmla="*/ 8 h 18"/>
                  <a:gd name="T8" fmla="*/ 66 w 95"/>
                  <a:gd name="T9" fmla="*/ 6 h 18"/>
                  <a:gd name="T10" fmla="*/ 60 w 95"/>
                  <a:gd name="T11" fmla="*/ 11 h 18"/>
                  <a:gd name="T12" fmla="*/ 59 w 95"/>
                  <a:gd name="T13" fmla="*/ 16 h 18"/>
                  <a:gd name="T14" fmla="*/ 57 w 95"/>
                  <a:gd name="T15" fmla="*/ 18 h 18"/>
                  <a:gd name="T16" fmla="*/ 81 w 95"/>
                  <a:gd name="T17" fmla="*/ 18 h 18"/>
                  <a:gd name="T18" fmla="*/ 81 w 95"/>
                  <a:gd name="T19" fmla="*/ 17 h 18"/>
                  <a:gd name="T20" fmla="*/ 90 w 95"/>
                  <a:gd name="T21" fmla="*/ 8 h 18"/>
                  <a:gd name="T22" fmla="*/ 95 w 95"/>
                  <a:gd name="T23" fmla="*/ 0 h 18"/>
                  <a:gd name="T24" fmla="*/ 7 w 95"/>
                  <a:gd name="T25" fmla="*/ 18 h 18"/>
                  <a:gd name="T26" fmla="*/ 21 w 95"/>
                  <a:gd name="T27" fmla="*/ 18 h 18"/>
                  <a:gd name="T28" fmla="*/ 23 w 95"/>
                  <a:gd name="T29" fmla="*/ 12 h 18"/>
                  <a:gd name="T30" fmla="*/ 23 w 95"/>
                  <a:gd name="T31" fmla="*/ 6 h 18"/>
                  <a:gd name="T32" fmla="*/ 19 w 95"/>
                  <a:gd name="T33" fmla="*/ 4 h 18"/>
                  <a:gd name="T34" fmla="*/ 7 w 95"/>
                  <a:gd name="T35" fmla="*/ 1 h 18"/>
                  <a:gd name="T36" fmla="*/ 0 w 95"/>
                  <a:gd name="T37" fmla="*/ 5 h 18"/>
                  <a:gd name="T38" fmla="*/ 4 w 95"/>
                  <a:gd name="T39" fmla="*/ 14 h 18"/>
                  <a:gd name="T40" fmla="*/ 7 w 95"/>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8">
                    <a:moveTo>
                      <a:pt x="95" y="0"/>
                    </a:moveTo>
                    <a:cubicBezTo>
                      <a:pt x="78" y="0"/>
                      <a:pt x="78" y="0"/>
                      <a:pt x="78" y="0"/>
                    </a:cubicBezTo>
                    <a:cubicBezTo>
                      <a:pt x="78" y="0"/>
                      <a:pt x="78" y="0"/>
                      <a:pt x="78" y="0"/>
                    </a:cubicBezTo>
                    <a:cubicBezTo>
                      <a:pt x="72" y="1"/>
                      <a:pt x="69" y="8"/>
                      <a:pt x="69" y="8"/>
                    </a:cubicBezTo>
                    <a:cubicBezTo>
                      <a:pt x="69" y="8"/>
                      <a:pt x="68" y="6"/>
                      <a:pt x="66" y="6"/>
                    </a:cubicBezTo>
                    <a:cubicBezTo>
                      <a:pt x="64" y="7"/>
                      <a:pt x="60" y="8"/>
                      <a:pt x="60" y="11"/>
                    </a:cubicBezTo>
                    <a:cubicBezTo>
                      <a:pt x="60" y="15"/>
                      <a:pt x="60" y="16"/>
                      <a:pt x="59" y="16"/>
                    </a:cubicBezTo>
                    <a:cubicBezTo>
                      <a:pt x="58" y="16"/>
                      <a:pt x="58" y="17"/>
                      <a:pt x="57" y="18"/>
                    </a:cubicBezTo>
                    <a:cubicBezTo>
                      <a:pt x="81" y="18"/>
                      <a:pt x="81" y="18"/>
                      <a:pt x="81" y="18"/>
                    </a:cubicBezTo>
                    <a:cubicBezTo>
                      <a:pt x="81" y="18"/>
                      <a:pt x="81" y="18"/>
                      <a:pt x="81" y="17"/>
                    </a:cubicBezTo>
                    <a:cubicBezTo>
                      <a:pt x="83" y="16"/>
                      <a:pt x="86" y="10"/>
                      <a:pt x="90" y="8"/>
                    </a:cubicBezTo>
                    <a:cubicBezTo>
                      <a:pt x="93" y="5"/>
                      <a:pt x="95" y="3"/>
                      <a:pt x="95" y="0"/>
                    </a:cubicBezTo>
                    <a:close/>
                    <a:moveTo>
                      <a:pt x="7" y="18"/>
                    </a:moveTo>
                    <a:cubicBezTo>
                      <a:pt x="21" y="18"/>
                      <a:pt x="21" y="18"/>
                      <a:pt x="21" y="18"/>
                    </a:cubicBezTo>
                    <a:cubicBezTo>
                      <a:pt x="22" y="17"/>
                      <a:pt x="23" y="14"/>
                      <a:pt x="23" y="12"/>
                    </a:cubicBezTo>
                    <a:cubicBezTo>
                      <a:pt x="24" y="8"/>
                      <a:pt x="25" y="6"/>
                      <a:pt x="23" y="6"/>
                    </a:cubicBezTo>
                    <a:cubicBezTo>
                      <a:pt x="21" y="6"/>
                      <a:pt x="19" y="6"/>
                      <a:pt x="19" y="4"/>
                    </a:cubicBezTo>
                    <a:cubicBezTo>
                      <a:pt x="19" y="3"/>
                      <a:pt x="13" y="1"/>
                      <a:pt x="7" y="1"/>
                    </a:cubicBezTo>
                    <a:cubicBezTo>
                      <a:pt x="1" y="2"/>
                      <a:pt x="0" y="3"/>
                      <a:pt x="0" y="5"/>
                    </a:cubicBezTo>
                    <a:cubicBezTo>
                      <a:pt x="0" y="8"/>
                      <a:pt x="1" y="11"/>
                      <a:pt x="4" y="14"/>
                    </a:cubicBezTo>
                    <a:cubicBezTo>
                      <a:pt x="5" y="16"/>
                      <a:pt x="6" y="17"/>
                      <a:pt x="7" y="18"/>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6" name="Freeform 334"/>
              <p:cNvSpPr>
                <a:spLocks noEditPoints="1"/>
              </p:cNvSpPr>
              <p:nvPr/>
            </p:nvSpPr>
            <p:spPr bwMode="auto">
              <a:xfrm>
                <a:off x="2086" y="1183"/>
                <a:ext cx="182" cy="36"/>
              </a:xfrm>
              <a:custGeom>
                <a:avLst/>
                <a:gdLst>
                  <a:gd name="T0" fmla="*/ 95 w 95"/>
                  <a:gd name="T1" fmla="*/ 0 h 19"/>
                  <a:gd name="T2" fmla="*/ 74 w 95"/>
                  <a:gd name="T3" fmla="*/ 0 h 19"/>
                  <a:gd name="T4" fmla="*/ 69 w 95"/>
                  <a:gd name="T5" fmla="*/ 7 h 19"/>
                  <a:gd name="T6" fmla="*/ 66 w 95"/>
                  <a:gd name="T7" fmla="*/ 5 h 19"/>
                  <a:gd name="T8" fmla="*/ 60 w 95"/>
                  <a:gd name="T9" fmla="*/ 10 h 19"/>
                  <a:gd name="T10" fmla="*/ 59 w 95"/>
                  <a:gd name="T11" fmla="*/ 15 h 19"/>
                  <a:gd name="T12" fmla="*/ 57 w 95"/>
                  <a:gd name="T13" fmla="*/ 19 h 19"/>
                  <a:gd name="T14" fmla="*/ 81 w 95"/>
                  <a:gd name="T15" fmla="*/ 19 h 19"/>
                  <a:gd name="T16" fmla="*/ 81 w 95"/>
                  <a:gd name="T17" fmla="*/ 16 h 19"/>
                  <a:gd name="T18" fmla="*/ 90 w 95"/>
                  <a:gd name="T19" fmla="*/ 7 h 19"/>
                  <a:gd name="T20" fmla="*/ 95 w 95"/>
                  <a:gd name="T21" fmla="*/ 0 h 19"/>
                  <a:gd name="T22" fmla="*/ 7 w 95"/>
                  <a:gd name="T23" fmla="*/ 19 h 19"/>
                  <a:gd name="T24" fmla="*/ 21 w 95"/>
                  <a:gd name="T25" fmla="*/ 19 h 19"/>
                  <a:gd name="T26" fmla="*/ 23 w 95"/>
                  <a:gd name="T27" fmla="*/ 11 h 19"/>
                  <a:gd name="T28" fmla="*/ 23 w 95"/>
                  <a:gd name="T29" fmla="*/ 5 h 19"/>
                  <a:gd name="T30" fmla="*/ 19 w 95"/>
                  <a:gd name="T31" fmla="*/ 3 h 19"/>
                  <a:gd name="T32" fmla="*/ 7 w 95"/>
                  <a:gd name="T33" fmla="*/ 0 h 19"/>
                  <a:gd name="T34" fmla="*/ 0 w 95"/>
                  <a:gd name="T35" fmla="*/ 4 h 19"/>
                  <a:gd name="T36" fmla="*/ 4 w 95"/>
                  <a:gd name="T37" fmla="*/ 13 h 19"/>
                  <a:gd name="T38" fmla="*/ 7 w 95"/>
                  <a:gd name="T3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9">
                    <a:moveTo>
                      <a:pt x="95" y="0"/>
                    </a:moveTo>
                    <a:cubicBezTo>
                      <a:pt x="74" y="0"/>
                      <a:pt x="74" y="0"/>
                      <a:pt x="74" y="0"/>
                    </a:cubicBezTo>
                    <a:cubicBezTo>
                      <a:pt x="71" y="2"/>
                      <a:pt x="69" y="7"/>
                      <a:pt x="69" y="7"/>
                    </a:cubicBezTo>
                    <a:cubicBezTo>
                      <a:pt x="69" y="7"/>
                      <a:pt x="68" y="5"/>
                      <a:pt x="66" y="5"/>
                    </a:cubicBezTo>
                    <a:cubicBezTo>
                      <a:pt x="64" y="6"/>
                      <a:pt x="60" y="7"/>
                      <a:pt x="60" y="10"/>
                    </a:cubicBezTo>
                    <a:cubicBezTo>
                      <a:pt x="60" y="14"/>
                      <a:pt x="60" y="15"/>
                      <a:pt x="59" y="15"/>
                    </a:cubicBezTo>
                    <a:cubicBezTo>
                      <a:pt x="58" y="15"/>
                      <a:pt x="57" y="17"/>
                      <a:pt x="57" y="19"/>
                    </a:cubicBezTo>
                    <a:cubicBezTo>
                      <a:pt x="81" y="19"/>
                      <a:pt x="81" y="19"/>
                      <a:pt x="81" y="19"/>
                    </a:cubicBezTo>
                    <a:cubicBezTo>
                      <a:pt x="81" y="18"/>
                      <a:pt x="80" y="17"/>
                      <a:pt x="81" y="16"/>
                    </a:cubicBezTo>
                    <a:cubicBezTo>
                      <a:pt x="83" y="15"/>
                      <a:pt x="86" y="9"/>
                      <a:pt x="90" y="7"/>
                    </a:cubicBezTo>
                    <a:cubicBezTo>
                      <a:pt x="93" y="5"/>
                      <a:pt x="94" y="3"/>
                      <a:pt x="95" y="0"/>
                    </a:cubicBezTo>
                    <a:close/>
                    <a:moveTo>
                      <a:pt x="7" y="19"/>
                    </a:moveTo>
                    <a:cubicBezTo>
                      <a:pt x="21" y="19"/>
                      <a:pt x="21" y="19"/>
                      <a:pt x="21" y="19"/>
                    </a:cubicBezTo>
                    <a:cubicBezTo>
                      <a:pt x="21" y="18"/>
                      <a:pt x="23" y="14"/>
                      <a:pt x="23" y="11"/>
                    </a:cubicBezTo>
                    <a:cubicBezTo>
                      <a:pt x="24" y="7"/>
                      <a:pt x="25" y="5"/>
                      <a:pt x="23" y="5"/>
                    </a:cubicBezTo>
                    <a:cubicBezTo>
                      <a:pt x="21" y="5"/>
                      <a:pt x="19" y="5"/>
                      <a:pt x="19" y="3"/>
                    </a:cubicBezTo>
                    <a:cubicBezTo>
                      <a:pt x="19" y="2"/>
                      <a:pt x="13" y="0"/>
                      <a:pt x="7" y="0"/>
                    </a:cubicBezTo>
                    <a:cubicBezTo>
                      <a:pt x="1" y="1"/>
                      <a:pt x="0" y="2"/>
                      <a:pt x="0" y="4"/>
                    </a:cubicBezTo>
                    <a:cubicBezTo>
                      <a:pt x="0" y="7"/>
                      <a:pt x="1" y="10"/>
                      <a:pt x="4" y="13"/>
                    </a:cubicBezTo>
                    <a:cubicBezTo>
                      <a:pt x="6" y="15"/>
                      <a:pt x="7" y="17"/>
                      <a:pt x="7" y="19"/>
                    </a:cubicBezTo>
                    <a:close/>
                  </a:path>
                </a:pathLst>
              </a:custGeom>
              <a:solidFill>
                <a:srgbClr val="DFDE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7" name="Freeform 335"/>
              <p:cNvSpPr>
                <a:spLocks noEditPoints="1"/>
              </p:cNvSpPr>
              <p:nvPr/>
            </p:nvSpPr>
            <p:spPr bwMode="auto">
              <a:xfrm>
                <a:off x="2086" y="1186"/>
                <a:ext cx="180" cy="35"/>
              </a:xfrm>
              <a:custGeom>
                <a:avLst/>
                <a:gdLst>
                  <a:gd name="T0" fmla="*/ 94 w 94"/>
                  <a:gd name="T1" fmla="*/ 0 h 18"/>
                  <a:gd name="T2" fmla="*/ 73 w 94"/>
                  <a:gd name="T3" fmla="*/ 0 h 18"/>
                  <a:gd name="T4" fmla="*/ 69 w 94"/>
                  <a:gd name="T5" fmla="*/ 5 h 18"/>
                  <a:gd name="T6" fmla="*/ 66 w 94"/>
                  <a:gd name="T7" fmla="*/ 3 h 18"/>
                  <a:gd name="T8" fmla="*/ 60 w 94"/>
                  <a:gd name="T9" fmla="*/ 8 h 18"/>
                  <a:gd name="T10" fmla="*/ 59 w 94"/>
                  <a:gd name="T11" fmla="*/ 13 h 18"/>
                  <a:gd name="T12" fmla="*/ 57 w 94"/>
                  <a:gd name="T13" fmla="*/ 18 h 18"/>
                  <a:gd name="T14" fmla="*/ 81 w 94"/>
                  <a:gd name="T15" fmla="*/ 18 h 18"/>
                  <a:gd name="T16" fmla="*/ 81 w 94"/>
                  <a:gd name="T17" fmla="*/ 14 h 18"/>
                  <a:gd name="T18" fmla="*/ 90 w 94"/>
                  <a:gd name="T19" fmla="*/ 5 h 18"/>
                  <a:gd name="T20" fmla="*/ 94 w 94"/>
                  <a:gd name="T21" fmla="*/ 0 h 18"/>
                  <a:gd name="T22" fmla="*/ 16 w 94"/>
                  <a:gd name="T23" fmla="*/ 0 h 18"/>
                  <a:gd name="T24" fmla="*/ 1 w 94"/>
                  <a:gd name="T25" fmla="*/ 0 h 18"/>
                  <a:gd name="T26" fmla="*/ 0 w 94"/>
                  <a:gd name="T27" fmla="*/ 2 h 18"/>
                  <a:gd name="T28" fmla="*/ 4 w 94"/>
                  <a:gd name="T29" fmla="*/ 11 h 18"/>
                  <a:gd name="T30" fmla="*/ 7 w 94"/>
                  <a:gd name="T31" fmla="*/ 18 h 18"/>
                  <a:gd name="T32" fmla="*/ 24 w 94"/>
                  <a:gd name="T33" fmla="*/ 18 h 18"/>
                  <a:gd name="T34" fmla="*/ 22 w 94"/>
                  <a:gd name="T35" fmla="*/ 17 h 18"/>
                  <a:gd name="T36" fmla="*/ 23 w 94"/>
                  <a:gd name="T37" fmla="*/ 9 h 18"/>
                  <a:gd name="T38" fmla="*/ 23 w 94"/>
                  <a:gd name="T39" fmla="*/ 3 h 18"/>
                  <a:gd name="T40" fmla="*/ 19 w 94"/>
                  <a:gd name="T41" fmla="*/ 1 h 18"/>
                  <a:gd name="T42" fmla="*/ 16 w 94"/>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18">
                    <a:moveTo>
                      <a:pt x="94" y="0"/>
                    </a:moveTo>
                    <a:cubicBezTo>
                      <a:pt x="73" y="0"/>
                      <a:pt x="73" y="0"/>
                      <a:pt x="73" y="0"/>
                    </a:cubicBezTo>
                    <a:cubicBezTo>
                      <a:pt x="70" y="2"/>
                      <a:pt x="69" y="5"/>
                      <a:pt x="69" y="5"/>
                    </a:cubicBezTo>
                    <a:cubicBezTo>
                      <a:pt x="69" y="5"/>
                      <a:pt x="68" y="3"/>
                      <a:pt x="66" y="3"/>
                    </a:cubicBezTo>
                    <a:cubicBezTo>
                      <a:pt x="64" y="4"/>
                      <a:pt x="60" y="5"/>
                      <a:pt x="60" y="8"/>
                    </a:cubicBezTo>
                    <a:cubicBezTo>
                      <a:pt x="60" y="12"/>
                      <a:pt x="60" y="13"/>
                      <a:pt x="59" y="13"/>
                    </a:cubicBezTo>
                    <a:cubicBezTo>
                      <a:pt x="58" y="13"/>
                      <a:pt x="57" y="15"/>
                      <a:pt x="57" y="18"/>
                    </a:cubicBezTo>
                    <a:cubicBezTo>
                      <a:pt x="81" y="18"/>
                      <a:pt x="81" y="18"/>
                      <a:pt x="81" y="18"/>
                    </a:cubicBezTo>
                    <a:cubicBezTo>
                      <a:pt x="82" y="16"/>
                      <a:pt x="80" y="16"/>
                      <a:pt x="81" y="14"/>
                    </a:cubicBezTo>
                    <a:cubicBezTo>
                      <a:pt x="83" y="13"/>
                      <a:pt x="86" y="7"/>
                      <a:pt x="90" y="5"/>
                    </a:cubicBezTo>
                    <a:cubicBezTo>
                      <a:pt x="92" y="3"/>
                      <a:pt x="94" y="1"/>
                      <a:pt x="94" y="0"/>
                    </a:cubicBezTo>
                    <a:close/>
                    <a:moveTo>
                      <a:pt x="16" y="0"/>
                    </a:moveTo>
                    <a:cubicBezTo>
                      <a:pt x="1" y="0"/>
                      <a:pt x="1" y="0"/>
                      <a:pt x="1" y="0"/>
                    </a:cubicBezTo>
                    <a:cubicBezTo>
                      <a:pt x="0" y="0"/>
                      <a:pt x="0" y="1"/>
                      <a:pt x="0" y="2"/>
                    </a:cubicBezTo>
                    <a:cubicBezTo>
                      <a:pt x="0" y="5"/>
                      <a:pt x="1" y="8"/>
                      <a:pt x="4" y="11"/>
                    </a:cubicBezTo>
                    <a:cubicBezTo>
                      <a:pt x="6" y="14"/>
                      <a:pt x="7" y="16"/>
                      <a:pt x="7" y="18"/>
                    </a:cubicBezTo>
                    <a:cubicBezTo>
                      <a:pt x="24" y="18"/>
                      <a:pt x="24" y="18"/>
                      <a:pt x="24" y="18"/>
                    </a:cubicBezTo>
                    <a:cubicBezTo>
                      <a:pt x="23" y="17"/>
                      <a:pt x="23" y="16"/>
                      <a:pt x="22" y="17"/>
                    </a:cubicBezTo>
                    <a:cubicBezTo>
                      <a:pt x="20" y="17"/>
                      <a:pt x="23" y="12"/>
                      <a:pt x="23" y="9"/>
                    </a:cubicBezTo>
                    <a:cubicBezTo>
                      <a:pt x="24" y="5"/>
                      <a:pt x="25" y="3"/>
                      <a:pt x="23" y="3"/>
                    </a:cubicBezTo>
                    <a:cubicBezTo>
                      <a:pt x="21" y="3"/>
                      <a:pt x="19" y="3"/>
                      <a:pt x="19" y="1"/>
                    </a:cubicBezTo>
                    <a:cubicBezTo>
                      <a:pt x="19" y="1"/>
                      <a:pt x="18" y="0"/>
                      <a:pt x="16"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8" name="Freeform 336"/>
              <p:cNvSpPr>
                <a:spLocks noEditPoints="1"/>
              </p:cNvSpPr>
              <p:nvPr/>
            </p:nvSpPr>
            <p:spPr bwMode="auto">
              <a:xfrm>
                <a:off x="2086" y="1188"/>
                <a:ext cx="180" cy="35"/>
              </a:xfrm>
              <a:custGeom>
                <a:avLst/>
                <a:gdLst>
                  <a:gd name="T0" fmla="*/ 94 w 94"/>
                  <a:gd name="T1" fmla="*/ 0 h 18"/>
                  <a:gd name="T2" fmla="*/ 71 w 94"/>
                  <a:gd name="T3" fmla="*/ 0 h 18"/>
                  <a:gd name="T4" fmla="*/ 69 w 94"/>
                  <a:gd name="T5" fmla="*/ 4 h 18"/>
                  <a:gd name="T6" fmla="*/ 66 w 94"/>
                  <a:gd name="T7" fmla="*/ 2 h 18"/>
                  <a:gd name="T8" fmla="*/ 60 w 94"/>
                  <a:gd name="T9" fmla="*/ 7 h 18"/>
                  <a:gd name="T10" fmla="*/ 59 w 94"/>
                  <a:gd name="T11" fmla="*/ 12 h 18"/>
                  <a:gd name="T12" fmla="*/ 56 w 94"/>
                  <a:gd name="T13" fmla="*/ 18 h 18"/>
                  <a:gd name="T14" fmla="*/ 80 w 94"/>
                  <a:gd name="T15" fmla="*/ 18 h 18"/>
                  <a:gd name="T16" fmla="*/ 81 w 94"/>
                  <a:gd name="T17" fmla="*/ 17 h 18"/>
                  <a:gd name="T18" fmla="*/ 81 w 94"/>
                  <a:gd name="T19" fmla="*/ 13 h 18"/>
                  <a:gd name="T20" fmla="*/ 90 w 94"/>
                  <a:gd name="T21" fmla="*/ 4 h 18"/>
                  <a:gd name="T22" fmla="*/ 94 w 94"/>
                  <a:gd name="T23" fmla="*/ 0 h 18"/>
                  <a:gd name="T24" fmla="*/ 19 w 94"/>
                  <a:gd name="T25" fmla="*/ 0 h 18"/>
                  <a:gd name="T26" fmla="*/ 0 w 94"/>
                  <a:gd name="T27" fmla="*/ 0 h 18"/>
                  <a:gd name="T28" fmla="*/ 0 w 94"/>
                  <a:gd name="T29" fmla="*/ 1 h 18"/>
                  <a:gd name="T30" fmla="*/ 4 w 94"/>
                  <a:gd name="T31" fmla="*/ 10 h 18"/>
                  <a:gd name="T32" fmla="*/ 6 w 94"/>
                  <a:gd name="T33" fmla="*/ 18 h 18"/>
                  <a:gd name="T34" fmla="*/ 24 w 94"/>
                  <a:gd name="T35" fmla="*/ 18 h 18"/>
                  <a:gd name="T36" fmla="*/ 22 w 94"/>
                  <a:gd name="T37" fmla="*/ 16 h 18"/>
                  <a:gd name="T38" fmla="*/ 23 w 94"/>
                  <a:gd name="T39" fmla="*/ 8 h 18"/>
                  <a:gd name="T40" fmla="*/ 23 w 94"/>
                  <a:gd name="T41" fmla="*/ 2 h 18"/>
                  <a:gd name="T42" fmla="*/ 19 w 94"/>
                  <a:gd name="T43" fmla="*/ 0 h 18"/>
                  <a:gd name="T44" fmla="*/ 19 w 94"/>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 h="18">
                    <a:moveTo>
                      <a:pt x="94" y="0"/>
                    </a:moveTo>
                    <a:cubicBezTo>
                      <a:pt x="71" y="0"/>
                      <a:pt x="71" y="0"/>
                      <a:pt x="71" y="0"/>
                    </a:cubicBezTo>
                    <a:cubicBezTo>
                      <a:pt x="69" y="2"/>
                      <a:pt x="69" y="4"/>
                      <a:pt x="69" y="4"/>
                    </a:cubicBezTo>
                    <a:cubicBezTo>
                      <a:pt x="69" y="4"/>
                      <a:pt x="68" y="2"/>
                      <a:pt x="66" y="2"/>
                    </a:cubicBezTo>
                    <a:cubicBezTo>
                      <a:pt x="64" y="3"/>
                      <a:pt x="60" y="4"/>
                      <a:pt x="60" y="7"/>
                    </a:cubicBezTo>
                    <a:cubicBezTo>
                      <a:pt x="60" y="11"/>
                      <a:pt x="60" y="12"/>
                      <a:pt x="59" y="12"/>
                    </a:cubicBezTo>
                    <a:cubicBezTo>
                      <a:pt x="58" y="12"/>
                      <a:pt x="57" y="15"/>
                      <a:pt x="56" y="18"/>
                    </a:cubicBezTo>
                    <a:cubicBezTo>
                      <a:pt x="80" y="18"/>
                      <a:pt x="80" y="18"/>
                      <a:pt x="80" y="18"/>
                    </a:cubicBezTo>
                    <a:cubicBezTo>
                      <a:pt x="81" y="18"/>
                      <a:pt x="81" y="18"/>
                      <a:pt x="81" y="17"/>
                    </a:cubicBezTo>
                    <a:cubicBezTo>
                      <a:pt x="82" y="14"/>
                      <a:pt x="80" y="15"/>
                      <a:pt x="81" y="13"/>
                    </a:cubicBezTo>
                    <a:cubicBezTo>
                      <a:pt x="83" y="12"/>
                      <a:pt x="86" y="6"/>
                      <a:pt x="90" y="4"/>
                    </a:cubicBezTo>
                    <a:cubicBezTo>
                      <a:pt x="92" y="2"/>
                      <a:pt x="93" y="1"/>
                      <a:pt x="94" y="0"/>
                    </a:cubicBezTo>
                    <a:close/>
                    <a:moveTo>
                      <a:pt x="19" y="0"/>
                    </a:moveTo>
                    <a:cubicBezTo>
                      <a:pt x="0" y="0"/>
                      <a:pt x="0" y="0"/>
                      <a:pt x="0" y="0"/>
                    </a:cubicBezTo>
                    <a:cubicBezTo>
                      <a:pt x="0" y="0"/>
                      <a:pt x="0" y="1"/>
                      <a:pt x="0" y="1"/>
                    </a:cubicBezTo>
                    <a:cubicBezTo>
                      <a:pt x="0" y="4"/>
                      <a:pt x="1" y="7"/>
                      <a:pt x="4" y="10"/>
                    </a:cubicBezTo>
                    <a:cubicBezTo>
                      <a:pt x="7" y="13"/>
                      <a:pt x="7" y="15"/>
                      <a:pt x="6" y="18"/>
                    </a:cubicBezTo>
                    <a:cubicBezTo>
                      <a:pt x="24" y="18"/>
                      <a:pt x="24" y="18"/>
                      <a:pt x="24" y="18"/>
                    </a:cubicBezTo>
                    <a:cubicBezTo>
                      <a:pt x="24" y="16"/>
                      <a:pt x="23" y="15"/>
                      <a:pt x="22" y="16"/>
                    </a:cubicBezTo>
                    <a:cubicBezTo>
                      <a:pt x="20" y="16"/>
                      <a:pt x="23" y="11"/>
                      <a:pt x="23" y="8"/>
                    </a:cubicBezTo>
                    <a:cubicBezTo>
                      <a:pt x="24" y="4"/>
                      <a:pt x="25" y="2"/>
                      <a:pt x="23" y="2"/>
                    </a:cubicBezTo>
                    <a:cubicBezTo>
                      <a:pt x="21" y="2"/>
                      <a:pt x="19" y="2"/>
                      <a:pt x="19" y="0"/>
                    </a:cubicBezTo>
                    <a:cubicBezTo>
                      <a:pt x="19" y="0"/>
                      <a:pt x="19" y="0"/>
                      <a:pt x="19"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9" name="Freeform 337"/>
              <p:cNvSpPr>
                <a:spLocks noEditPoints="1"/>
              </p:cNvSpPr>
              <p:nvPr/>
            </p:nvSpPr>
            <p:spPr bwMode="auto">
              <a:xfrm>
                <a:off x="2086" y="1190"/>
                <a:ext cx="178" cy="35"/>
              </a:xfrm>
              <a:custGeom>
                <a:avLst/>
                <a:gdLst>
                  <a:gd name="T0" fmla="*/ 93 w 93"/>
                  <a:gd name="T1" fmla="*/ 0 h 18"/>
                  <a:gd name="T2" fmla="*/ 70 w 93"/>
                  <a:gd name="T3" fmla="*/ 0 h 18"/>
                  <a:gd name="T4" fmla="*/ 69 w 93"/>
                  <a:gd name="T5" fmla="*/ 3 h 18"/>
                  <a:gd name="T6" fmla="*/ 66 w 93"/>
                  <a:gd name="T7" fmla="*/ 1 h 18"/>
                  <a:gd name="T8" fmla="*/ 60 w 93"/>
                  <a:gd name="T9" fmla="*/ 6 h 18"/>
                  <a:gd name="T10" fmla="*/ 59 w 93"/>
                  <a:gd name="T11" fmla="*/ 11 h 18"/>
                  <a:gd name="T12" fmla="*/ 56 w 93"/>
                  <a:gd name="T13" fmla="*/ 18 h 18"/>
                  <a:gd name="T14" fmla="*/ 80 w 93"/>
                  <a:gd name="T15" fmla="*/ 18 h 18"/>
                  <a:gd name="T16" fmla="*/ 81 w 93"/>
                  <a:gd name="T17" fmla="*/ 16 h 18"/>
                  <a:gd name="T18" fmla="*/ 81 w 93"/>
                  <a:gd name="T19" fmla="*/ 12 h 18"/>
                  <a:gd name="T20" fmla="*/ 90 w 93"/>
                  <a:gd name="T21" fmla="*/ 3 h 18"/>
                  <a:gd name="T22" fmla="*/ 93 w 93"/>
                  <a:gd name="T23" fmla="*/ 0 h 18"/>
                  <a:gd name="T24" fmla="*/ 19 w 93"/>
                  <a:gd name="T25" fmla="*/ 0 h 18"/>
                  <a:gd name="T26" fmla="*/ 0 w 93"/>
                  <a:gd name="T27" fmla="*/ 0 h 18"/>
                  <a:gd name="T28" fmla="*/ 0 w 93"/>
                  <a:gd name="T29" fmla="*/ 0 h 18"/>
                  <a:gd name="T30" fmla="*/ 4 w 93"/>
                  <a:gd name="T31" fmla="*/ 9 h 18"/>
                  <a:gd name="T32" fmla="*/ 6 w 93"/>
                  <a:gd name="T33" fmla="*/ 17 h 18"/>
                  <a:gd name="T34" fmla="*/ 6 w 93"/>
                  <a:gd name="T35" fmla="*/ 18 h 18"/>
                  <a:gd name="T36" fmla="*/ 24 w 93"/>
                  <a:gd name="T37" fmla="*/ 18 h 18"/>
                  <a:gd name="T38" fmla="*/ 22 w 93"/>
                  <a:gd name="T39" fmla="*/ 15 h 18"/>
                  <a:gd name="T40" fmla="*/ 23 w 93"/>
                  <a:gd name="T41" fmla="*/ 7 h 18"/>
                  <a:gd name="T42" fmla="*/ 23 w 93"/>
                  <a:gd name="T43" fmla="*/ 1 h 18"/>
                  <a:gd name="T44" fmla="*/ 19 w 93"/>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18">
                    <a:moveTo>
                      <a:pt x="93" y="0"/>
                    </a:moveTo>
                    <a:cubicBezTo>
                      <a:pt x="70" y="0"/>
                      <a:pt x="70" y="0"/>
                      <a:pt x="70" y="0"/>
                    </a:cubicBezTo>
                    <a:cubicBezTo>
                      <a:pt x="69" y="2"/>
                      <a:pt x="69" y="3"/>
                      <a:pt x="69" y="3"/>
                    </a:cubicBezTo>
                    <a:cubicBezTo>
                      <a:pt x="69" y="3"/>
                      <a:pt x="68" y="1"/>
                      <a:pt x="66" y="1"/>
                    </a:cubicBezTo>
                    <a:cubicBezTo>
                      <a:pt x="64" y="2"/>
                      <a:pt x="60" y="3"/>
                      <a:pt x="60" y="6"/>
                    </a:cubicBezTo>
                    <a:cubicBezTo>
                      <a:pt x="60" y="10"/>
                      <a:pt x="60" y="11"/>
                      <a:pt x="59" y="11"/>
                    </a:cubicBezTo>
                    <a:cubicBezTo>
                      <a:pt x="58" y="11"/>
                      <a:pt x="57" y="14"/>
                      <a:pt x="56" y="18"/>
                    </a:cubicBezTo>
                    <a:cubicBezTo>
                      <a:pt x="80" y="18"/>
                      <a:pt x="80" y="18"/>
                      <a:pt x="80" y="18"/>
                    </a:cubicBezTo>
                    <a:cubicBezTo>
                      <a:pt x="80" y="18"/>
                      <a:pt x="81" y="17"/>
                      <a:pt x="81" y="16"/>
                    </a:cubicBezTo>
                    <a:cubicBezTo>
                      <a:pt x="82" y="13"/>
                      <a:pt x="80" y="14"/>
                      <a:pt x="81" y="12"/>
                    </a:cubicBezTo>
                    <a:cubicBezTo>
                      <a:pt x="83" y="11"/>
                      <a:pt x="86" y="5"/>
                      <a:pt x="90" y="3"/>
                    </a:cubicBezTo>
                    <a:cubicBezTo>
                      <a:pt x="91" y="2"/>
                      <a:pt x="92" y="1"/>
                      <a:pt x="93" y="0"/>
                    </a:cubicBezTo>
                    <a:close/>
                    <a:moveTo>
                      <a:pt x="19" y="0"/>
                    </a:moveTo>
                    <a:cubicBezTo>
                      <a:pt x="0" y="0"/>
                      <a:pt x="0" y="0"/>
                      <a:pt x="0" y="0"/>
                    </a:cubicBezTo>
                    <a:cubicBezTo>
                      <a:pt x="0" y="0"/>
                      <a:pt x="0" y="0"/>
                      <a:pt x="0" y="0"/>
                    </a:cubicBezTo>
                    <a:cubicBezTo>
                      <a:pt x="0" y="3"/>
                      <a:pt x="1" y="6"/>
                      <a:pt x="4" y="9"/>
                    </a:cubicBezTo>
                    <a:cubicBezTo>
                      <a:pt x="7" y="12"/>
                      <a:pt x="7" y="14"/>
                      <a:pt x="6" y="17"/>
                    </a:cubicBezTo>
                    <a:cubicBezTo>
                      <a:pt x="6" y="18"/>
                      <a:pt x="6" y="18"/>
                      <a:pt x="6" y="18"/>
                    </a:cubicBezTo>
                    <a:cubicBezTo>
                      <a:pt x="24" y="18"/>
                      <a:pt x="24" y="18"/>
                      <a:pt x="24" y="18"/>
                    </a:cubicBezTo>
                    <a:cubicBezTo>
                      <a:pt x="24" y="15"/>
                      <a:pt x="23" y="14"/>
                      <a:pt x="22" y="15"/>
                    </a:cubicBezTo>
                    <a:cubicBezTo>
                      <a:pt x="20" y="15"/>
                      <a:pt x="23" y="10"/>
                      <a:pt x="23" y="7"/>
                    </a:cubicBezTo>
                    <a:cubicBezTo>
                      <a:pt x="24" y="3"/>
                      <a:pt x="25" y="1"/>
                      <a:pt x="23" y="1"/>
                    </a:cubicBezTo>
                    <a:cubicBezTo>
                      <a:pt x="21" y="1"/>
                      <a:pt x="20" y="1"/>
                      <a:pt x="19"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0" name="Freeform 338"/>
              <p:cNvSpPr>
                <a:spLocks noEditPoints="1"/>
              </p:cNvSpPr>
              <p:nvPr/>
            </p:nvSpPr>
            <p:spPr bwMode="auto">
              <a:xfrm>
                <a:off x="2086" y="1192"/>
                <a:ext cx="174" cy="36"/>
              </a:xfrm>
              <a:custGeom>
                <a:avLst/>
                <a:gdLst>
                  <a:gd name="T0" fmla="*/ 91 w 91"/>
                  <a:gd name="T1" fmla="*/ 0 h 19"/>
                  <a:gd name="T2" fmla="*/ 69 w 91"/>
                  <a:gd name="T3" fmla="*/ 0 h 19"/>
                  <a:gd name="T4" fmla="*/ 69 w 91"/>
                  <a:gd name="T5" fmla="*/ 2 h 19"/>
                  <a:gd name="T6" fmla="*/ 67 w 91"/>
                  <a:gd name="T7" fmla="*/ 0 h 19"/>
                  <a:gd name="T8" fmla="*/ 66 w 91"/>
                  <a:gd name="T9" fmla="*/ 0 h 19"/>
                  <a:gd name="T10" fmla="*/ 66 w 91"/>
                  <a:gd name="T11" fmla="*/ 0 h 19"/>
                  <a:gd name="T12" fmla="*/ 60 w 91"/>
                  <a:gd name="T13" fmla="*/ 5 h 19"/>
                  <a:gd name="T14" fmla="*/ 59 w 91"/>
                  <a:gd name="T15" fmla="*/ 10 h 19"/>
                  <a:gd name="T16" fmla="*/ 56 w 91"/>
                  <a:gd name="T17" fmla="*/ 19 h 19"/>
                  <a:gd name="T18" fmla="*/ 80 w 91"/>
                  <a:gd name="T19" fmla="*/ 19 h 19"/>
                  <a:gd name="T20" fmla="*/ 81 w 91"/>
                  <a:gd name="T21" fmla="*/ 15 h 19"/>
                  <a:gd name="T22" fmla="*/ 81 w 91"/>
                  <a:gd name="T23" fmla="*/ 11 h 19"/>
                  <a:gd name="T24" fmla="*/ 90 w 91"/>
                  <a:gd name="T25" fmla="*/ 2 h 19"/>
                  <a:gd name="T26" fmla="*/ 91 w 91"/>
                  <a:gd name="T27" fmla="*/ 0 h 19"/>
                  <a:gd name="T28" fmla="*/ 22 w 91"/>
                  <a:gd name="T29" fmla="*/ 0 h 19"/>
                  <a:gd name="T30" fmla="*/ 0 w 91"/>
                  <a:gd name="T31" fmla="*/ 0 h 19"/>
                  <a:gd name="T32" fmla="*/ 4 w 91"/>
                  <a:gd name="T33" fmla="*/ 8 h 19"/>
                  <a:gd name="T34" fmla="*/ 6 w 91"/>
                  <a:gd name="T35" fmla="*/ 16 h 19"/>
                  <a:gd name="T36" fmla="*/ 6 w 91"/>
                  <a:gd name="T37" fmla="*/ 19 h 19"/>
                  <a:gd name="T38" fmla="*/ 25 w 91"/>
                  <a:gd name="T39" fmla="*/ 19 h 19"/>
                  <a:gd name="T40" fmla="*/ 22 w 91"/>
                  <a:gd name="T41" fmla="*/ 14 h 19"/>
                  <a:gd name="T42" fmla="*/ 23 w 91"/>
                  <a:gd name="T43" fmla="*/ 6 h 19"/>
                  <a:gd name="T44" fmla="*/ 23 w 91"/>
                  <a:gd name="T45" fmla="*/ 0 h 19"/>
                  <a:gd name="T46" fmla="*/ 22 w 91"/>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1" h="19">
                    <a:moveTo>
                      <a:pt x="91" y="0"/>
                    </a:moveTo>
                    <a:cubicBezTo>
                      <a:pt x="69" y="0"/>
                      <a:pt x="69" y="0"/>
                      <a:pt x="69" y="0"/>
                    </a:cubicBezTo>
                    <a:cubicBezTo>
                      <a:pt x="69" y="1"/>
                      <a:pt x="69" y="2"/>
                      <a:pt x="69" y="2"/>
                    </a:cubicBezTo>
                    <a:cubicBezTo>
                      <a:pt x="69" y="2"/>
                      <a:pt x="68" y="1"/>
                      <a:pt x="67" y="0"/>
                    </a:cubicBezTo>
                    <a:cubicBezTo>
                      <a:pt x="66" y="0"/>
                      <a:pt x="66" y="0"/>
                      <a:pt x="66" y="0"/>
                    </a:cubicBezTo>
                    <a:cubicBezTo>
                      <a:pt x="66" y="0"/>
                      <a:pt x="66" y="0"/>
                      <a:pt x="66" y="0"/>
                    </a:cubicBezTo>
                    <a:cubicBezTo>
                      <a:pt x="64" y="1"/>
                      <a:pt x="60" y="2"/>
                      <a:pt x="60" y="5"/>
                    </a:cubicBezTo>
                    <a:cubicBezTo>
                      <a:pt x="60" y="9"/>
                      <a:pt x="60" y="10"/>
                      <a:pt x="59" y="10"/>
                    </a:cubicBezTo>
                    <a:cubicBezTo>
                      <a:pt x="58" y="10"/>
                      <a:pt x="57" y="14"/>
                      <a:pt x="56" y="19"/>
                    </a:cubicBezTo>
                    <a:cubicBezTo>
                      <a:pt x="80" y="19"/>
                      <a:pt x="80" y="19"/>
                      <a:pt x="80" y="19"/>
                    </a:cubicBezTo>
                    <a:cubicBezTo>
                      <a:pt x="80" y="17"/>
                      <a:pt x="80" y="16"/>
                      <a:pt x="81" y="15"/>
                    </a:cubicBezTo>
                    <a:cubicBezTo>
                      <a:pt x="82" y="12"/>
                      <a:pt x="80" y="13"/>
                      <a:pt x="81" y="11"/>
                    </a:cubicBezTo>
                    <a:cubicBezTo>
                      <a:pt x="83" y="10"/>
                      <a:pt x="86" y="4"/>
                      <a:pt x="90" y="2"/>
                    </a:cubicBezTo>
                    <a:cubicBezTo>
                      <a:pt x="90" y="1"/>
                      <a:pt x="91" y="1"/>
                      <a:pt x="91" y="0"/>
                    </a:cubicBezTo>
                    <a:close/>
                    <a:moveTo>
                      <a:pt x="22" y="0"/>
                    </a:moveTo>
                    <a:cubicBezTo>
                      <a:pt x="0" y="0"/>
                      <a:pt x="0" y="0"/>
                      <a:pt x="0" y="0"/>
                    </a:cubicBezTo>
                    <a:cubicBezTo>
                      <a:pt x="0" y="3"/>
                      <a:pt x="1" y="5"/>
                      <a:pt x="4" y="8"/>
                    </a:cubicBezTo>
                    <a:cubicBezTo>
                      <a:pt x="7" y="11"/>
                      <a:pt x="7" y="13"/>
                      <a:pt x="6" y="16"/>
                    </a:cubicBezTo>
                    <a:cubicBezTo>
                      <a:pt x="6" y="17"/>
                      <a:pt x="6" y="18"/>
                      <a:pt x="6" y="19"/>
                    </a:cubicBezTo>
                    <a:cubicBezTo>
                      <a:pt x="25" y="19"/>
                      <a:pt x="25" y="19"/>
                      <a:pt x="25" y="19"/>
                    </a:cubicBezTo>
                    <a:cubicBezTo>
                      <a:pt x="24" y="14"/>
                      <a:pt x="23" y="13"/>
                      <a:pt x="22" y="14"/>
                    </a:cubicBezTo>
                    <a:cubicBezTo>
                      <a:pt x="20" y="14"/>
                      <a:pt x="23" y="9"/>
                      <a:pt x="23" y="6"/>
                    </a:cubicBezTo>
                    <a:cubicBezTo>
                      <a:pt x="24" y="2"/>
                      <a:pt x="25" y="0"/>
                      <a:pt x="23" y="0"/>
                    </a:cubicBezTo>
                    <a:cubicBezTo>
                      <a:pt x="22" y="0"/>
                      <a:pt x="22" y="0"/>
                      <a:pt x="22" y="0"/>
                    </a:cubicBezTo>
                    <a:close/>
                  </a:path>
                </a:pathLst>
              </a:custGeom>
              <a:solidFill>
                <a:srgbClr val="E3E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1" name="Freeform 339"/>
              <p:cNvSpPr>
                <a:spLocks noEditPoints="1"/>
              </p:cNvSpPr>
              <p:nvPr/>
            </p:nvSpPr>
            <p:spPr bwMode="auto">
              <a:xfrm>
                <a:off x="2086" y="1196"/>
                <a:ext cx="171" cy="34"/>
              </a:xfrm>
              <a:custGeom>
                <a:avLst/>
                <a:gdLst>
                  <a:gd name="T0" fmla="*/ 89 w 89"/>
                  <a:gd name="T1" fmla="*/ 0 h 18"/>
                  <a:gd name="T2" fmla="*/ 69 w 89"/>
                  <a:gd name="T3" fmla="*/ 0 h 18"/>
                  <a:gd name="T4" fmla="*/ 69 w 89"/>
                  <a:gd name="T5" fmla="*/ 0 h 18"/>
                  <a:gd name="T6" fmla="*/ 68 w 89"/>
                  <a:gd name="T7" fmla="*/ 0 h 18"/>
                  <a:gd name="T8" fmla="*/ 63 w 89"/>
                  <a:gd name="T9" fmla="*/ 0 h 18"/>
                  <a:gd name="T10" fmla="*/ 60 w 89"/>
                  <a:gd name="T11" fmla="*/ 3 h 18"/>
                  <a:gd name="T12" fmla="*/ 59 w 89"/>
                  <a:gd name="T13" fmla="*/ 8 h 18"/>
                  <a:gd name="T14" fmla="*/ 56 w 89"/>
                  <a:gd name="T15" fmla="*/ 18 h 18"/>
                  <a:gd name="T16" fmla="*/ 79 w 89"/>
                  <a:gd name="T17" fmla="*/ 18 h 18"/>
                  <a:gd name="T18" fmla="*/ 81 w 89"/>
                  <a:gd name="T19" fmla="*/ 13 h 18"/>
                  <a:gd name="T20" fmla="*/ 81 w 89"/>
                  <a:gd name="T21" fmla="*/ 9 h 18"/>
                  <a:gd name="T22" fmla="*/ 89 w 89"/>
                  <a:gd name="T23" fmla="*/ 0 h 18"/>
                  <a:gd name="T24" fmla="*/ 24 w 89"/>
                  <a:gd name="T25" fmla="*/ 0 h 18"/>
                  <a:gd name="T26" fmla="*/ 0 w 89"/>
                  <a:gd name="T27" fmla="*/ 0 h 18"/>
                  <a:gd name="T28" fmla="*/ 4 w 89"/>
                  <a:gd name="T29" fmla="*/ 6 h 18"/>
                  <a:gd name="T30" fmla="*/ 6 w 89"/>
                  <a:gd name="T31" fmla="*/ 14 h 18"/>
                  <a:gd name="T32" fmla="*/ 6 w 89"/>
                  <a:gd name="T33" fmla="*/ 18 h 18"/>
                  <a:gd name="T34" fmla="*/ 25 w 89"/>
                  <a:gd name="T35" fmla="*/ 18 h 18"/>
                  <a:gd name="T36" fmla="*/ 25 w 89"/>
                  <a:gd name="T37" fmla="*/ 17 h 18"/>
                  <a:gd name="T38" fmla="*/ 22 w 89"/>
                  <a:gd name="T39" fmla="*/ 12 h 18"/>
                  <a:gd name="T40" fmla="*/ 23 w 89"/>
                  <a:gd name="T41" fmla="*/ 4 h 18"/>
                  <a:gd name="T42" fmla="*/ 24 w 89"/>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18">
                    <a:moveTo>
                      <a:pt x="89" y="0"/>
                    </a:moveTo>
                    <a:cubicBezTo>
                      <a:pt x="69" y="0"/>
                      <a:pt x="69" y="0"/>
                      <a:pt x="69" y="0"/>
                    </a:cubicBezTo>
                    <a:cubicBezTo>
                      <a:pt x="69" y="0"/>
                      <a:pt x="69" y="0"/>
                      <a:pt x="69" y="0"/>
                    </a:cubicBezTo>
                    <a:cubicBezTo>
                      <a:pt x="68" y="0"/>
                      <a:pt x="68" y="0"/>
                      <a:pt x="68" y="0"/>
                    </a:cubicBezTo>
                    <a:cubicBezTo>
                      <a:pt x="63" y="0"/>
                      <a:pt x="63" y="0"/>
                      <a:pt x="63" y="0"/>
                    </a:cubicBezTo>
                    <a:cubicBezTo>
                      <a:pt x="61" y="0"/>
                      <a:pt x="60" y="1"/>
                      <a:pt x="60" y="3"/>
                    </a:cubicBezTo>
                    <a:cubicBezTo>
                      <a:pt x="60" y="7"/>
                      <a:pt x="60" y="8"/>
                      <a:pt x="59" y="8"/>
                    </a:cubicBezTo>
                    <a:cubicBezTo>
                      <a:pt x="58" y="8"/>
                      <a:pt x="57" y="13"/>
                      <a:pt x="56" y="18"/>
                    </a:cubicBezTo>
                    <a:cubicBezTo>
                      <a:pt x="79" y="18"/>
                      <a:pt x="79" y="18"/>
                      <a:pt x="79" y="18"/>
                    </a:cubicBezTo>
                    <a:cubicBezTo>
                      <a:pt x="80" y="16"/>
                      <a:pt x="80" y="14"/>
                      <a:pt x="81" y="13"/>
                    </a:cubicBezTo>
                    <a:cubicBezTo>
                      <a:pt x="82" y="10"/>
                      <a:pt x="80" y="11"/>
                      <a:pt x="81" y="9"/>
                    </a:cubicBezTo>
                    <a:cubicBezTo>
                      <a:pt x="83" y="8"/>
                      <a:pt x="86" y="2"/>
                      <a:pt x="89" y="0"/>
                    </a:cubicBezTo>
                    <a:close/>
                    <a:moveTo>
                      <a:pt x="24" y="0"/>
                    </a:moveTo>
                    <a:cubicBezTo>
                      <a:pt x="0" y="0"/>
                      <a:pt x="0" y="0"/>
                      <a:pt x="0" y="0"/>
                    </a:cubicBezTo>
                    <a:cubicBezTo>
                      <a:pt x="1" y="2"/>
                      <a:pt x="2" y="4"/>
                      <a:pt x="4" y="6"/>
                    </a:cubicBezTo>
                    <a:cubicBezTo>
                      <a:pt x="7" y="9"/>
                      <a:pt x="7" y="11"/>
                      <a:pt x="6" y="14"/>
                    </a:cubicBezTo>
                    <a:cubicBezTo>
                      <a:pt x="6" y="16"/>
                      <a:pt x="6" y="17"/>
                      <a:pt x="6" y="18"/>
                    </a:cubicBezTo>
                    <a:cubicBezTo>
                      <a:pt x="25" y="18"/>
                      <a:pt x="25" y="18"/>
                      <a:pt x="25" y="18"/>
                    </a:cubicBezTo>
                    <a:cubicBezTo>
                      <a:pt x="25" y="17"/>
                      <a:pt x="25" y="17"/>
                      <a:pt x="25" y="17"/>
                    </a:cubicBezTo>
                    <a:cubicBezTo>
                      <a:pt x="25" y="12"/>
                      <a:pt x="23" y="11"/>
                      <a:pt x="22" y="12"/>
                    </a:cubicBezTo>
                    <a:cubicBezTo>
                      <a:pt x="20" y="12"/>
                      <a:pt x="23" y="7"/>
                      <a:pt x="23" y="4"/>
                    </a:cubicBezTo>
                    <a:cubicBezTo>
                      <a:pt x="24" y="2"/>
                      <a:pt x="24" y="1"/>
                      <a:pt x="24" y="0"/>
                    </a:cubicBezTo>
                    <a:close/>
                  </a:path>
                </a:pathLst>
              </a:custGeom>
              <a:solidFill>
                <a:srgbClr val="E4E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2" name="Freeform 340"/>
              <p:cNvSpPr>
                <a:spLocks noEditPoints="1"/>
              </p:cNvSpPr>
              <p:nvPr/>
            </p:nvSpPr>
            <p:spPr bwMode="auto">
              <a:xfrm>
                <a:off x="2086" y="1198"/>
                <a:ext cx="169" cy="34"/>
              </a:xfrm>
              <a:custGeom>
                <a:avLst/>
                <a:gdLst>
                  <a:gd name="T0" fmla="*/ 88 w 88"/>
                  <a:gd name="T1" fmla="*/ 0 h 18"/>
                  <a:gd name="T2" fmla="*/ 61 w 88"/>
                  <a:gd name="T3" fmla="*/ 0 h 18"/>
                  <a:gd name="T4" fmla="*/ 60 w 88"/>
                  <a:gd name="T5" fmla="*/ 2 h 18"/>
                  <a:gd name="T6" fmla="*/ 59 w 88"/>
                  <a:gd name="T7" fmla="*/ 7 h 18"/>
                  <a:gd name="T8" fmla="*/ 55 w 88"/>
                  <a:gd name="T9" fmla="*/ 18 h 18"/>
                  <a:gd name="T10" fmla="*/ 79 w 88"/>
                  <a:gd name="T11" fmla="*/ 18 h 18"/>
                  <a:gd name="T12" fmla="*/ 81 w 88"/>
                  <a:gd name="T13" fmla="*/ 12 h 18"/>
                  <a:gd name="T14" fmla="*/ 81 w 88"/>
                  <a:gd name="T15" fmla="*/ 8 h 18"/>
                  <a:gd name="T16" fmla="*/ 88 w 88"/>
                  <a:gd name="T17" fmla="*/ 0 h 18"/>
                  <a:gd name="T18" fmla="*/ 24 w 88"/>
                  <a:gd name="T19" fmla="*/ 0 h 18"/>
                  <a:gd name="T20" fmla="*/ 0 w 88"/>
                  <a:gd name="T21" fmla="*/ 0 h 18"/>
                  <a:gd name="T22" fmla="*/ 4 w 88"/>
                  <a:gd name="T23" fmla="*/ 5 h 18"/>
                  <a:gd name="T24" fmla="*/ 6 w 88"/>
                  <a:gd name="T25" fmla="*/ 13 h 18"/>
                  <a:gd name="T26" fmla="*/ 7 w 88"/>
                  <a:gd name="T27" fmla="*/ 18 h 18"/>
                  <a:gd name="T28" fmla="*/ 25 w 88"/>
                  <a:gd name="T29" fmla="*/ 18 h 18"/>
                  <a:gd name="T30" fmla="*/ 25 w 88"/>
                  <a:gd name="T31" fmla="*/ 16 h 18"/>
                  <a:gd name="T32" fmla="*/ 22 w 88"/>
                  <a:gd name="T33" fmla="*/ 11 h 18"/>
                  <a:gd name="T34" fmla="*/ 23 w 88"/>
                  <a:gd name="T35" fmla="*/ 3 h 18"/>
                  <a:gd name="T36" fmla="*/ 24 w 88"/>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18">
                    <a:moveTo>
                      <a:pt x="88" y="0"/>
                    </a:moveTo>
                    <a:cubicBezTo>
                      <a:pt x="61" y="0"/>
                      <a:pt x="61" y="0"/>
                      <a:pt x="61" y="0"/>
                    </a:cubicBezTo>
                    <a:cubicBezTo>
                      <a:pt x="61" y="1"/>
                      <a:pt x="60" y="1"/>
                      <a:pt x="60" y="2"/>
                    </a:cubicBezTo>
                    <a:cubicBezTo>
                      <a:pt x="60" y="6"/>
                      <a:pt x="60" y="7"/>
                      <a:pt x="59" y="7"/>
                    </a:cubicBezTo>
                    <a:cubicBezTo>
                      <a:pt x="57" y="7"/>
                      <a:pt x="56" y="13"/>
                      <a:pt x="55" y="18"/>
                    </a:cubicBezTo>
                    <a:cubicBezTo>
                      <a:pt x="79" y="18"/>
                      <a:pt x="79" y="18"/>
                      <a:pt x="79" y="18"/>
                    </a:cubicBezTo>
                    <a:cubicBezTo>
                      <a:pt x="80" y="16"/>
                      <a:pt x="80" y="13"/>
                      <a:pt x="81" y="12"/>
                    </a:cubicBezTo>
                    <a:cubicBezTo>
                      <a:pt x="82" y="9"/>
                      <a:pt x="80" y="10"/>
                      <a:pt x="81" y="8"/>
                    </a:cubicBezTo>
                    <a:cubicBezTo>
                      <a:pt x="83" y="7"/>
                      <a:pt x="85" y="3"/>
                      <a:pt x="88" y="0"/>
                    </a:cubicBezTo>
                    <a:close/>
                    <a:moveTo>
                      <a:pt x="24" y="0"/>
                    </a:moveTo>
                    <a:cubicBezTo>
                      <a:pt x="0" y="0"/>
                      <a:pt x="0" y="0"/>
                      <a:pt x="0" y="0"/>
                    </a:cubicBezTo>
                    <a:cubicBezTo>
                      <a:pt x="1" y="2"/>
                      <a:pt x="2" y="3"/>
                      <a:pt x="4" y="5"/>
                    </a:cubicBezTo>
                    <a:cubicBezTo>
                      <a:pt x="7" y="8"/>
                      <a:pt x="7" y="10"/>
                      <a:pt x="6" y="13"/>
                    </a:cubicBezTo>
                    <a:cubicBezTo>
                      <a:pt x="6" y="15"/>
                      <a:pt x="6" y="16"/>
                      <a:pt x="7" y="18"/>
                    </a:cubicBezTo>
                    <a:cubicBezTo>
                      <a:pt x="25" y="18"/>
                      <a:pt x="25" y="18"/>
                      <a:pt x="25" y="18"/>
                    </a:cubicBezTo>
                    <a:cubicBezTo>
                      <a:pt x="25" y="18"/>
                      <a:pt x="25" y="17"/>
                      <a:pt x="25" y="16"/>
                    </a:cubicBezTo>
                    <a:cubicBezTo>
                      <a:pt x="25" y="11"/>
                      <a:pt x="23" y="10"/>
                      <a:pt x="22" y="11"/>
                    </a:cubicBezTo>
                    <a:cubicBezTo>
                      <a:pt x="20" y="11"/>
                      <a:pt x="23" y="6"/>
                      <a:pt x="23" y="3"/>
                    </a:cubicBezTo>
                    <a:cubicBezTo>
                      <a:pt x="24" y="2"/>
                      <a:pt x="24" y="1"/>
                      <a:pt x="24" y="0"/>
                    </a:cubicBezTo>
                    <a:close/>
                  </a:path>
                </a:pathLst>
              </a:custGeom>
              <a:solidFill>
                <a:srgbClr val="E4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3" name="Freeform 341"/>
              <p:cNvSpPr>
                <a:spLocks noEditPoints="1"/>
              </p:cNvSpPr>
              <p:nvPr/>
            </p:nvSpPr>
            <p:spPr bwMode="auto">
              <a:xfrm>
                <a:off x="2088" y="1200"/>
                <a:ext cx="165" cy="36"/>
              </a:xfrm>
              <a:custGeom>
                <a:avLst/>
                <a:gdLst>
                  <a:gd name="T0" fmla="*/ 86 w 86"/>
                  <a:gd name="T1" fmla="*/ 0 h 19"/>
                  <a:gd name="T2" fmla="*/ 59 w 86"/>
                  <a:gd name="T3" fmla="*/ 0 h 19"/>
                  <a:gd name="T4" fmla="*/ 59 w 86"/>
                  <a:gd name="T5" fmla="*/ 1 h 19"/>
                  <a:gd name="T6" fmla="*/ 58 w 86"/>
                  <a:gd name="T7" fmla="*/ 6 h 19"/>
                  <a:gd name="T8" fmla="*/ 54 w 86"/>
                  <a:gd name="T9" fmla="*/ 19 h 19"/>
                  <a:gd name="T10" fmla="*/ 78 w 86"/>
                  <a:gd name="T11" fmla="*/ 19 h 19"/>
                  <a:gd name="T12" fmla="*/ 80 w 86"/>
                  <a:gd name="T13" fmla="*/ 11 h 19"/>
                  <a:gd name="T14" fmla="*/ 80 w 86"/>
                  <a:gd name="T15" fmla="*/ 7 h 19"/>
                  <a:gd name="T16" fmla="*/ 86 w 86"/>
                  <a:gd name="T17" fmla="*/ 0 h 19"/>
                  <a:gd name="T18" fmla="*/ 23 w 86"/>
                  <a:gd name="T19" fmla="*/ 0 h 19"/>
                  <a:gd name="T20" fmla="*/ 0 w 86"/>
                  <a:gd name="T21" fmla="*/ 0 h 19"/>
                  <a:gd name="T22" fmla="*/ 3 w 86"/>
                  <a:gd name="T23" fmla="*/ 4 h 19"/>
                  <a:gd name="T24" fmla="*/ 5 w 86"/>
                  <a:gd name="T25" fmla="*/ 12 h 19"/>
                  <a:gd name="T26" fmla="*/ 6 w 86"/>
                  <a:gd name="T27" fmla="*/ 19 h 19"/>
                  <a:gd name="T28" fmla="*/ 24 w 86"/>
                  <a:gd name="T29" fmla="*/ 19 h 19"/>
                  <a:gd name="T30" fmla="*/ 24 w 86"/>
                  <a:gd name="T31" fmla="*/ 15 h 19"/>
                  <a:gd name="T32" fmla="*/ 21 w 86"/>
                  <a:gd name="T33" fmla="*/ 10 h 19"/>
                  <a:gd name="T34" fmla="*/ 22 w 86"/>
                  <a:gd name="T35" fmla="*/ 2 h 19"/>
                  <a:gd name="T36" fmla="*/ 23 w 86"/>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6" h="19">
                    <a:moveTo>
                      <a:pt x="86" y="0"/>
                    </a:moveTo>
                    <a:cubicBezTo>
                      <a:pt x="59" y="0"/>
                      <a:pt x="59" y="0"/>
                      <a:pt x="59" y="0"/>
                    </a:cubicBezTo>
                    <a:cubicBezTo>
                      <a:pt x="59" y="1"/>
                      <a:pt x="59" y="1"/>
                      <a:pt x="59" y="1"/>
                    </a:cubicBezTo>
                    <a:cubicBezTo>
                      <a:pt x="59" y="5"/>
                      <a:pt x="59" y="6"/>
                      <a:pt x="58" y="6"/>
                    </a:cubicBezTo>
                    <a:cubicBezTo>
                      <a:pt x="56" y="6"/>
                      <a:pt x="55" y="13"/>
                      <a:pt x="54" y="19"/>
                    </a:cubicBezTo>
                    <a:cubicBezTo>
                      <a:pt x="78" y="19"/>
                      <a:pt x="78" y="19"/>
                      <a:pt x="78" y="19"/>
                    </a:cubicBezTo>
                    <a:cubicBezTo>
                      <a:pt x="79" y="15"/>
                      <a:pt x="79" y="13"/>
                      <a:pt x="80" y="11"/>
                    </a:cubicBezTo>
                    <a:cubicBezTo>
                      <a:pt x="81" y="8"/>
                      <a:pt x="79" y="9"/>
                      <a:pt x="80" y="7"/>
                    </a:cubicBezTo>
                    <a:cubicBezTo>
                      <a:pt x="82" y="6"/>
                      <a:pt x="83" y="3"/>
                      <a:pt x="86" y="0"/>
                    </a:cubicBezTo>
                    <a:close/>
                    <a:moveTo>
                      <a:pt x="23" y="0"/>
                    </a:moveTo>
                    <a:cubicBezTo>
                      <a:pt x="0" y="0"/>
                      <a:pt x="0" y="0"/>
                      <a:pt x="0" y="0"/>
                    </a:cubicBezTo>
                    <a:cubicBezTo>
                      <a:pt x="1" y="1"/>
                      <a:pt x="2" y="3"/>
                      <a:pt x="3" y="4"/>
                    </a:cubicBezTo>
                    <a:cubicBezTo>
                      <a:pt x="6" y="7"/>
                      <a:pt x="6" y="9"/>
                      <a:pt x="5" y="12"/>
                    </a:cubicBezTo>
                    <a:cubicBezTo>
                      <a:pt x="5" y="14"/>
                      <a:pt x="6" y="16"/>
                      <a:pt x="6" y="19"/>
                    </a:cubicBezTo>
                    <a:cubicBezTo>
                      <a:pt x="24" y="19"/>
                      <a:pt x="24" y="19"/>
                      <a:pt x="24" y="19"/>
                    </a:cubicBezTo>
                    <a:cubicBezTo>
                      <a:pt x="24" y="18"/>
                      <a:pt x="24" y="17"/>
                      <a:pt x="24" y="15"/>
                    </a:cubicBezTo>
                    <a:cubicBezTo>
                      <a:pt x="24" y="10"/>
                      <a:pt x="22" y="9"/>
                      <a:pt x="21" y="10"/>
                    </a:cubicBezTo>
                    <a:cubicBezTo>
                      <a:pt x="19" y="10"/>
                      <a:pt x="22" y="5"/>
                      <a:pt x="22" y="2"/>
                    </a:cubicBezTo>
                    <a:cubicBezTo>
                      <a:pt x="23" y="1"/>
                      <a:pt x="23" y="1"/>
                      <a:pt x="23"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4" name="Freeform 342"/>
              <p:cNvSpPr>
                <a:spLocks noEditPoints="1"/>
              </p:cNvSpPr>
              <p:nvPr/>
            </p:nvSpPr>
            <p:spPr bwMode="auto">
              <a:xfrm>
                <a:off x="2090" y="1204"/>
                <a:ext cx="161" cy="34"/>
              </a:xfrm>
              <a:custGeom>
                <a:avLst/>
                <a:gdLst>
                  <a:gd name="T0" fmla="*/ 84 w 84"/>
                  <a:gd name="T1" fmla="*/ 0 h 18"/>
                  <a:gd name="T2" fmla="*/ 58 w 84"/>
                  <a:gd name="T3" fmla="*/ 0 h 18"/>
                  <a:gd name="T4" fmla="*/ 57 w 84"/>
                  <a:gd name="T5" fmla="*/ 4 h 18"/>
                  <a:gd name="T6" fmla="*/ 53 w 84"/>
                  <a:gd name="T7" fmla="*/ 18 h 18"/>
                  <a:gd name="T8" fmla="*/ 77 w 84"/>
                  <a:gd name="T9" fmla="*/ 18 h 18"/>
                  <a:gd name="T10" fmla="*/ 79 w 84"/>
                  <a:gd name="T11" fmla="*/ 9 h 18"/>
                  <a:gd name="T12" fmla="*/ 79 w 84"/>
                  <a:gd name="T13" fmla="*/ 5 h 18"/>
                  <a:gd name="T14" fmla="*/ 84 w 84"/>
                  <a:gd name="T15" fmla="*/ 0 h 18"/>
                  <a:gd name="T16" fmla="*/ 22 w 84"/>
                  <a:gd name="T17" fmla="*/ 0 h 18"/>
                  <a:gd name="T18" fmla="*/ 0 w 84"/>
                  <a:gd name="T19" fmla="*/ 0 h 18"/>
                  <a:gd name="T20" fmla="*/ 2 w 84"/>
                  <a:gd name="T21" fmla="*/ 2 h 18"/>
                  <a:gd name="T22" fmla="*/ 4 w 84"/>
                  <a:gd name="T23" fmla="*/ 10 h 18"/>
                  <a:gd name="T24" fmla="*/ 5 w 84"/>
                  <a:gd name="T25" fmla="*/ 18 h 18"/>
                  <a:gd name="T26" fmla="*/ 23 w 84"/>
                  <a:gd name="T27" fmla="*/ 18 h 18"/>
                  <a:gd name="T28" fmla="*/ 23 w 84"/>
                  <a:gd name="T29" fmla="*/ 13 h 18"/>
                  <a:gd name="T30" fmla="*/ 20 w 84"/>
                  <a:gd name="T31" fmla="*/ 8 h 18"/>
                  <a:gd name="T32" fmla="*/ 21 w 84"/>
                  <a:gd name="T33" fmla="*/ 0 h 18"/>
                  <a:gd name="T34" fmla="*/ 22 w 84"/>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4" h="18">
                    <a:moveTo>
                      <a:pt x="84" y="0"/>
                    </a:moveTo>
                    <a:cubicBezTo>
                      <a:pt x="58" y="0"/>
                      <a:pt x="58" y="0"/>
                      <a:pt x="58" y="0"/>
                    </a:cubicBezTo>
                    <a:cubicBezTo>
                      <a:pt x="58" y="3"/>
                      <a:pt x="58" y="4"/>
                      <a:pt x="57" y="4"/>
                    </a:cubicBezTo>
                    <a:cubicBezTo>
                      <a:pt x="55" y="4"/>
                      <a:pt x="54" y="11"/>
                      <a:pt x="53" y="18"/>
                    </a:cubicBezTo>
                    <a:cubicBezTo>
                      <a:pt x="77" y="18"/>
                      <a:pt x="77" y="18"/>
                      <a:pt x="77" y="18"/>
                    </a:cubicBezTo>
                    <a:cubicBezTo>
                      <a:pt x="77" y="14"/>
                      <a:pt x="78" y="11"/>
                      <a:pt x="79" y="9"/>
                    </a:cubicBezTo>
                    <a:cubicBezTo>
                      <a:pt x="80" y="6"/>
                      <a:pt x="78" y="7"/>
                      <a:pt x="79" y="5"/>
                    </a:cubicBezTo>
                    <a:cubicBezTo>
                      <a:pt x="80" y="5"/>
                      <a:pt x="82" y="2"/>
                      <a:pt x="84" y="0"/>
                    </a:cubicBezTo>
                    <a:close/>
                    <a:moveTo>
                      <a:pt x="22" y="0"/>
                    </a:moveTo>
                    <a:cubicBezTo>
                      <a:pt x="0" y="0"/>
                      <a:pt x="0" y="0"/>
                      <a:pt x="0" y="0"/>
                    </a:cubicBezTo>
                    <a:cubicBezTo>
                      <a:pt x="0" y="0"/>
                      <a:pt x="1" y="1"/>
                      <a:pt x="2" y="2"/>
                    </a:cubicBezTo>
                    <a:cubicBezTo>
                      <a:pt x="5" y="5"/>
                      <a:pt x="5" y="7"/>
                      <a:pt x="4" y="10"/>
                    </a:cubicBezTo>
                    <a:cubicBezTo>
                      <a:pt x="4" y="13"/>
                      <a:pt x="5" y="15"/>
                      <a:pt x="5" y="18"/>
                    </a:cubicBezTo>
                    <a:cubicBezTo>
                      <a:pt x="23" y="18"/>
                      <a:pt x="23" y="18"/>
                      <a:pt x="23" y="18"/>
                    </a:cubicBezTo>
                    <a:cubicBezTo>
                      <a:pt x="23" y="17"/>
                      <a:pt x="23" y="15"/>
                      <a:pt x="23" y="13"/>
                    </a:cubicBezTo>
                    <a:cubicBezTo>
                      <a:pt x="23" y="8"/>
                      <a:pt x="21" y="7"/>
                      <a:pt x="20" y="8"/>
                    </a:cubicBezTo>
                    <a:cubicBezTo>
                      <a:pt x="18" y="8"/>
                      <a:pt x="21" y="3"/>
                      <a:pt x="21" y="0"/>
                    </a:cubicBezTo>
                    <a:lnTo>
                      <a:pt x="22" y="0"/>
                    </a:ln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5" name="Freeform 343"/>
              <p:cNvSpPr>
                <a:spLocks noEditPoints="1"/>
              </p:cNvSpPr>
              <p:nvPr/>
            </p:nvSpPr>
            <p:spPr bwMode="auto">
              <a:xfrm>
                <a:off x="2092" y="1206"/>
                <a:ext cx="157" cy="34"/>
              </a:xfrm>
              <a:custGeom>
                <a:avLst/>
                <a:gdLst>
                  <a:gd name="T0" fmla="*/ 82 w 82"/>
                  <a:gd name="T1" fmla="*/ 0 h 18"/>
                  <a:gd name="T2" fmla="*/ 57 w 82"/>
                  <a:gd name="T3" fmla="*/ 0 h 18"/>
                  <a:gd name="T4" fmla="*/ 56 w 82"/>
                  <a:gd name="T5" fmla="*/ 3 h 18"/>
                  <a:gd name="T6" fmla="*/ 52 w 82"/>
                  <a:gd name="T7" fmla="*/ 18 h 18"/>
                  <a:gd name="T8" fmla="*/ 75 w 82"/>
                  <a:gd name="T9" fmla="*/ 18 h 18"/>
                  <a:gd name="T10" fmla="*/ 78 w 82"/>
                  <a:gd name="T11" fmla="*/ 8 h 18"/>
                  <a:gd name="T12" fmla="*/ 78 w 82"/>
                  <a:gd name="T13" fmla="*/ 4 h 18"/>
                  <a:gd name="T14" fmla="*/ 82 w 82"/>
                  <a:gd name="T15" fmla="*/ 0 h 18"/>
                  <a:gd name="T16" fmla="*/ 20 w 82"/>
                  <a:gd name="T17" fmla="*/ 0 h 18"/>
                  <a:gd name="T18" fmla="*/ 0 w 82"/>
                  <a:gd name="T19" fmla="*/ 0 h 18"/>
                  <a:gd name="T20" fmla="*/ 1 w 82"/>
                  <a:gd name="T21" fmla="*/ 1 h 18"/>
                  <a:gd name="T22" fmla="*/ 3 w 82"/>
                  <a:gd name="T23" fmla="*/ 9 h 18"/>
                  <a:gd name="T24" fmla="*/ 4 w 82"/>
                  <a:gd name="T25" fmla="*/ 18 h 18"/>
                  <a:gd name="T26" fmla="*/ 22 w 82"/>
                  <a:gd name="T27" fmla="*/ 18 h 18"/>
                  <a:gd name="T28" fmla="*/ 22 w 82"/>
                  <a:gd name="T29" fmla="*/ 12 h 18"/>
                  <a:gd name="T30" fmla="*/ 19 w 82"/>
                  <a:gd name="T31" fmla="*/ 7 h 18"/>
                  <a:gd name="T32" fmla="*/ 20 w 82"/>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18">
                    <a:moveTo>
                      <a:pt x="82" y="0"/>
                    </a:moveTo>
                    <a:cubicBezTo>
                      <a:pt x="57" y="0"/>
                      <a:pt x="57" y="0"/>
                      <a:pt x="57" y="0"/>
                    </a:cubicBezTo>
                    <a:cubicBezTo>
                      <a:pt x="57" y="2"/>
                      <a:pt x="57" y="3"/>
                      <a:pt x="56" y="3"/>
                    </a:cubicBezTo>
                    <a:cubicBezTo>
                      <a:pt x="54" y="3"/>
                      <a:pt x="53" y="12"/>
                      <a:pt x="52" y="18"/>
                    </a:cubicBezTo>
                    <a:cubicBezTo>
                      <a:pt x="75" y="18"/>
                      <a:pt x="75" y="18"/>
                      <a:pt x="75" y="18"/>
                    </a:cubicBezTo>
                    <a:cubicBezTo>
                      <a:pt x="76" y="14"/>
                      <a:pt x="77" y="10"/>
                      <a:pt x="78" y="8"/>
                    </a:cubicBezTo>
                    <a:cubicBezTo>
                      <a:pt x="79" y="5"/>
                      <a:pt x="77" y="6"/>
                      <a:pt x="78" y="4"/>
                    </a:cubicBezTo>
                    <a:cubicBezTo>
                      <a:pt x="79" y="4"/>
                      <a:pt x="80" y="2"/>
                      <a:pt x="82" y="0"/>
                    </a:cubicBezTo>
                    <a:close/>
                    <a:moveTo>
                      <a:pt x="20" y="0"/>
                    </a:moveTo>
                    <a:cubicBezTo>
                      <a:pt x="0" y="0"/>
                      <a:pt x="0" y="0"/>
                      <a:pt x="0" y="0"/>
                    </a:cubicBezTo>
                    <a:cubicBezTo>
                      <a:pt x="0" y="0"/>
                      <a:pt x="0" y="1"/>
                      <a:pt x="1" y="1"/>
                    </a:cubicBezTo>
                    <a:cubicBezTo>
                      <a:pt x="4" y="4"/>
                      <a:pt x="4" y="6"/>
                      <a:pt x="3" y="9"/>
                    </a:cubicBezTo>
                    <a:cubicBezTo>
                      <a:pt x="3" y="12"/>
                      <a:pt x="4" y="14"/>
                      <a:pt x="4" y="18"/>
                    </a:cubicBezTo>
                    <a:cubicBezTo>
                      <a:pt x="22" y="18"/>
                      <a:pt x="22" y="18"/>
                      <a:pt x="22" y="18"/>
                    </a:cubicBezTo>
                    <a:cubicBezTo>
                      <a:pt x="22" y="17"/>
                      <a:pt x="22" y="15"/>
                      <a:pt x="22" y="12"/>
                    </a:cubicBezTo>
                    <a:cubicBezTo>
                      <a:pt x="22" y="7"/>
                      <a:pt x="20" y="6"/>
                      <a:pt x="19" y="7"/>
                    </a:cubicBezTo>
                    <a:cubicBezTo>
                      <a:pt x="17" y="7"/>
                      <a:pt x="19" y="3"/>
                      <a:pt x="20"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6" name="Freeform 344"/>
              <p:cNvSpPr>
                <a:spLocks noEditPoints="1"/>
              </p:cNvSpPr>
              <p:nvPr/>
            </p:nvSpPr>
            <p:spPr bwMode="auto">
              <a:xfrm>
                <a:off x="2094" y="1207"/>
                <a:ext cx="153" cy="35"/>
              </a:xfrm>
              <a:custGeom>
                <a:avLst/>
                <a:gdLst>
                  <a:gd name="T0" fmla="*/ 80 w 80"/>
                  <a:gd name="T1" fmla="*/ 0 h 18"/>
                  <a:gd name="T2" fmla="*/ 56 w 80"/>
                  <a:gd name="T3" fmla="*/ 0 h 18"/>
                  <a:gd name="T4" fmla="*/ 55 w 80"/>
                  <a:gd name="T5" fmla="*/ 2 h 18"/>
                  <a:gd name="T6" fmla="*/ 51 w 80"/>
                  <a:gd name="T7" fmla="*/ 18 h 18"/>
                  <a:gd name="T8" fmla="*/ 74 w 80"/>
                  <a:gd name="T9" fmla="*/ 18 h 18"/>
                  <a:gd name="T10" fmla="*/ 77 w 80"/>
                  <a:gd name="T11" fmla="*/ 7 h 18"/>
                  <a:gd name="T12" fmla="*/ 77 w 80"/>
                  <a:gd name="T13" fmla="*/ 3 h 18"/>
                  <a:gd name="T14" fmla="*/ 80 w 80"/>
                  <a:gd name="T15" fmla="*/ 0 h 18"/>
                  <a:gd name="T16" fmla="*/ 19 w 80"/>
                  <a:gd name="T17" fmla="*/ 0 h 18"/>
                  <a:gd name="T18" fmla="*/ 0 w 80"/>
                  <a:gd name="T19" fmla="*/ 0 h 18"/>
                  <a:gd name="T20" fmla="*/ 0 w 80"/>
                  <a:gd name="T21" fmla="*/ 0 h 18"/>
                  <a:gd name="T22" fmla="*/ 2 w 80"/>
                  <a:gd name="T23" fmla="*/ 8 h 18"/>
                  <a:gd name="T24" fmla="*/ 3 w 80"/>
                  <a:gd name="T25" fmla="*/ 18 h 18"/>
                  <a:gd name="T26" fmla="*/ 3 w 80"/>
                  <a:gd name="T27" fmla="*/ 18 h 18"/>
                  <a:gd name="T28" fmla="*/ 20 w 80"/>
                  <a:gd name="T29" fmla="*/ 18 h 18"/>
                  <a:gd name="T30" fmla="*/ 21 w 80"/>
                  <a:gd name="T31" fmla="*/ 11 h 18"/>
                  <a:gd name="T32" fmla="*/ 18 w 80"/>
                  <a:gd name="T33" fmla="*/ 6 h 18"/>
                  <a:gd name="T34" fmla="*/ 19 w 80"/>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8">
                    <a:moveTo>
                      <a:pt x="80" y="0"/>
                    </a:moveTo>
                    <a:cubicBezTo>
                      <a:pt x="56" y="0"/>
                      <a:pt x="56" y="0"/>
                      <a:pt x="56" y="0"/>
                    </a:cubicBezTo>
                    <a:cubicBezTo>
                      <a:pt x="56" y="2"/>
                      <a:pt x="56" y="2"/>
                      <a:pt x="55" y="2"/>
                    </a:cubicBezTo>
                    <a:cubicBezTo>
                      <a:pt x="53" y="2"/>
                      <a:pt x="52" y="12"/>
                      <a:pt x="51" y="18"/>
                    </a:cubicBezTo>
                    <a:cubicBezTo>
                      <a:pt x="74" y="18"/>
                      <a:pt x="74" y="18"/>
                      <a:pt x="74" y="18"/>
                    </a:cubicBezTo>
                    <a:cubicBezTo>
                      <a:pt x="75" y="13"/>
                      <a:pt x="76" y="9"/>
                      <a:pt x="77" y="7"/>
                    </a:cubicBezTo>
                    <a:cubicBezTo>
                      <a:pt x="78" y="4"/>
                      <a:pt x="76" y="5"/>
                      <a:pt x="77" y="3"/>
                    </a:cubicBezTo>
                    <a:cubicBezTo>
                      <a:pt x="78" y="3"/>
                      <a:pt x="79" y="2"/>
                      <a:pt x="80" y="0"/>
                    </a:cubicBezTo>
                    <a:close/>
                    <a:moveTo>
                      <a:pt x="19" y="0"/>
                    </a:moveTo>
                    <a:cubicBezTo>
                      <a:pt x="0" y="0"/>
                      <a:pt x="0" y="0"/>
                      <a:pt x="0" y="0"/>
                    </a:cubicBezTo>
                    <a:cubicBezTo>
                      <a:pt x="0" y="0"/>
                      <a:pt x="0" y="0"/>
                      <a:pt x="0" y="0"/>
                    </a:cubicBezTo>
                    <a:cubicBezTo>
                      <a:pt x="3" y="3"/>
                      <a:pt x="3" y="5"/>
                      <a:pt x="2" y="8"/>
                    </a:cubicBezTo>
                    <a:cubicBezTo>
                      <a:pt x="2" y="11"/>
                      <a:pt x="3" y="13"/>
                      <a:pt x="3" y="18"/>
                    </a:cubicBezTo>
                    <a:cubicBezTo>
                      <a:pt x="3" y="18"/>
                      <a:pt x="3" y="18"/>
                      <a:pt x="3" y="18"/>
                    </a:cubicBezTo>
                    <a:cubicBezTo>
                      <a:pt x="20" y="18"/>
                      <a:pt x="20" y="18"/>
                      <a:pt x="20" y="18"/>
                    </a:cubicBezTo>
                    <a:cubicBezTo>
                      <a:pt x="21" y="17"/>
                      <a:pt x="21" y="15"/>
                      <a:pt x="21" y="11"/>
                    </a:cubicBezTo>
                    <a:cubicBezTo>
                      <a:pt x="21" y="6"/>
                      <a:pt x="19" y="5"/>
                      <a:pt x="18" y="6"/>
                    </a:cubicBezTo>
                    <a:cubicBezTo>
                      <a:pt x="16" y="6"/>
                      <a:pt x="18" y="3"/>
                      <a:pt x="19"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7" name="Freeform 345"/>
              <p:cNvSpPr>
                <a:spLocks noEditPoints="1"/>
              </p:cNvSpPr>
              <p:nvPr/>
            </p:nvSpPr>
            <p:spPr bwMode="auto">
              <a:xfrm>
                <a:off x="2096" y="1209"/>
                <a:ext cx="149" cy="37"/>
              </a:xfrm>
              <a:custGeom>
                <a:avLst/>
                <a:gdLst>
                  <a:gd name="T0" fmla="*/ 78 w 78"/>
                  <a:gd name="T1" fmla="*/ 0 h 19"/>
                  <a:gd name="T2" fmla="*/ 55 w 78"/>
                  <a:gd name="T3" fmla="*/ 0 h 19"/>
                  <a:gd name="T4" fmla="*/ 54 w 78"/>
                  <a:gd name="T5" fmla="*/ 1 h 19"/>
                  <a:gd name="T6" fmla="*/ 49 w 78"/>
                  <a:gd name="T7" fmla="*/ 19 h 19"/>
                  <a:gd name="T8" fmla="*/ 73 w 78"/>
                  <a:gd name="T9" fmla="*/ 19 h 19"/>
                  <a:gd name="T10" fmla="*/ 76 w 78"/>
                  <a:gd name="T11" fmla="*/ 6 h 19"/>
                  <a:gd name="T12" fmla="*/ 76 w 78"/>
                  <a:gd name="T13" fmla="*/ 2 h 19"/>
                  <a:gd name="T14" fmla="*/ 78 w 78"/>
                  <a:gd name="T15" fmla="*/ 0 h 19"/>
                  <a:gd name="T16" fmla="*/ 17 w 78"/>
                  <a:gd name="T17" fmla="*/ 0 h 19"/>
                  <a:gd name="T18" fmla="*/ 0 w 78"/>
                  <a:gd name="T19" fmla="*/ 0 h 19"/>
                  <a:gd name="T20" fmla="*/ 1 w 78"/>
                  <a:gd name="T21" fmla="*/ 7 h 19"/>
                  <a:gd name="T22" fmla="*/ 2 w 78"/>
                  <a:gd name="T23" fmla="*/ 17 h 19"/>
                  <a:gd name="T24" fmla="*/ 2 w 78"/>
                  <a:gd name="T25" fmla="*/ 19 h 19"/>
                  <a:gd name="T26" fmla="*/ 19 w 78"/>
                  <a:gd name="T27" fmla="*/ 19 h 19"/>
                  <a:gd name="T28" fmla="*/ 20 w 78"/>
                  <a:gd name="T29" fmla="*/ 10 h 19"/>
                  <a:gd name="T30" fmla="*/ 17 w 78"/>
                  <a:gd name="T31" fmla="*/ 5 h 19"/>
                  <a:gd name="T32" fmla="*/ 17 w 7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 h="19">
                    <a:moveTo>
                      <a:pt x="78" y="0"/>
                    </a:moveTo>
                    <a:cubicBezTo>
                      <a:pt x="55" y="0"/>
                      <a:pt x="55" y="0"/>
                      <a:pt x="55" y="0"/>
                    </a:cubicBezTo>
                    <a:cubicBezTo>
                      <a:pt x="55" y="1"/>
                      <a:pt x="54" y="1"/>
                      <a:pt x="54" y="1"/>
                    </a:cubicBezTo>
                    <a:cubicBezTo>
                      <a:pt x="52" y="1"/>
                      <a:pt x="51" y="12"/>
                      <a:pt x="49" y="19"/>
                    </a:cubicBezTo>
                    <a:cubicBezTo>
                      <a:pt x="73" y="19"/>
                      <a:pt x="73" y="19"/>
                      <a:pt x="73" y="19"/>
                    </a:cubicBezTo>
                    <a:cubicBezTo>
                      <a:pt x="74" y="13"/>
                      <a:pt x="75" y="8"/>
                      <a:pt x="76" y="6"/>
                    </a:cubicBezTo>
                    <a:cubicBezTo>
                      <a:pt x="77" y="3"/>
                      <a:pt x="75" y="4"/>
                      <a:pt x="76" y="2"/>
                    </a:cubicBezTo>
                    <a:cubicBezTo>
                      <a:pt x="77" y="2"/>
                      <a:pt x="77" y="1"/>
                      <a:pt x="78" y="0"/>
                    </a:cubicBezTo>
                    <a:close/>
                    <a:moveTo>
                      <a:pt x="17" y="0"/>
                    </a:moveTo>
                    <a:cubicBezTo>
                      <a:pt x="0" y="0"/>
                      <a:pt x="0" y="0"/>
                      <a:pt x="0" y="0"/>
                    </a:cubicBezTo>
                    <a:cubicBezTo>
                      <a:pt x="2" y="3"/>
                      <a:pt x="2" y="5"/>
                      <a:pt x="1" y="7"/>
                    </a:cubicBezTo>
                    <a:cubicBezTo>
                      <a:pt x="1" y="10"/>
                      <a:pt x="2" y="12"/>
                      <a:pt x="2" y="17"/>
                    </a:cubicBezTo>
                    <a:cubicBezTo>
                      <a:pt x="2" y="18"/>
                      <a:pt x="2" y="18"/>
                      <a:pt x="2" y="19"/>
                    </a:cubicBezTo>
                    <a:cubicBezTo>
                      <a:pt x="19" y="19"/>
                      <a:pt x="19" y="19"/>
                      <a:pt x="19" y="19"/>
                    </a:cubicBezTo>
                    <a:cubicBezTo>
                      <a:pt x="20" y="16"/>
                      <a:pt x="20" y="15"/>
                      <a:pt x="20" y="10"/>
                    </a:cubicBezTo>
                    <a:cubicBezTo>
                      <a:pt x="20" y="5"/>
                      <a:pt x="18" y="4"/>
                      <a:pt x="17" y="5"/>
                    </a:cubicBezTo>
                    <a:cubicBezTo>
                      <a:pt x="16" y="5"/>
                      <a:pt x="17" y="3"/>
                      <a:pt x="17" y="0"/>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8" name="Freeform 346"/>
              <p:cNvSpPr>
                <a:spLocks noEditPoints="1"/>
              </p:cNvSpPr>
              <p:nvPr/>
            </p:nvSpPr>
            <p:spPr bwMode="auto">
              <a:xfrm>
                <a:off x="2098" y="1213"/>
                <a:ext cx="145" cy="35"/>
              </a:xfrm>
              <a:custGeom>
                <a:avLst/>
                <a:gdLst>
                  <a:gd name="T0" fmla="*/ 76 w 76"/>
                  <a:gd name="T1" fmla="*/ 0 h 18"/>
                  <a:gd name="T2" fmla="*/ 52 w 76"/>
                  <a:gd name="T3" fmla="*/ 0 h 18"/>
                  <a:gd name="T4" fmla="*/ 48 w 76"/>
                  <a:gd name="T5" fmla="*/ 18 h 18"/>
                  <a:gd name="T6" fmla="*/ 71 w 76"/>
                  <a:gd name="T7" fmla="*/ 18 h 18"/>
                  <a:gd name="T8" fmla="*/ 75 w 76"/>
                  <a:gd name="T9" fmla="*/ 4 h 18"/>
                  <a:gd name="T10" fmla="*/ 75 w 76"/>
                  <a:gd name="T11" fmla="*/ 0 h 18"/>
                  <a:gd name="T12" fmla="*/ 76 w 76"/>
                  <a:gd name="T13" fmla="*/ 0 h 18"/>
                  <a:gd name="T14" fmla="*/ 16 w 76"/>
                  <a:gd name="T15" fmla="*/ 0 h 18"/>
                  <a:gd name="T16" fmla="*/ 0 w 76"/>
                  <a:gd name="T17" fmla="*/ 0 h 18"/>
                  <a:gd name="T18" fmla="*/ 0 w 76"/>
                  <a:gd name="T19" fmla="*/ 5 h 18"/>
                  <a:gd name="T20" fmla="*/ 1 w 76"/>
                  <a:gd name="T21" fmla="*/ 15 h 18"/>
                  <a:gd name="T22" fmla="*/ 1 w 76"/>
                  <a:gd name="T23" fmla="*/ 18 h 18"/>
                  <a:gd name="T24" fmla="*/ 17 w 76"/>
                  <a:gd name="T25" fmla="*/ 18 h 18"/>
                  <a:gd name="T26" fmla="*/ 19 w 76"/>
                  <a:gd name="T27" fmla="*/ 8 h 18"/>
                  <a:gd name="T28" fmla="*/ 16 w 76"/>
                  <a:gd name="T29" fmla="*/ 3 h 18"/>
                  <a:gd name="T30" fmla="*/ 16 w 76"/>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18">
                    <a:moveTo>
                      <a:pt x="76" y="0"/>
                    </a:moveTo>
                    <a:cubicBezTo>
                      <a:pt x="52" y="0"/>
                      <a:pt x="52" y="0"/>
                      <a:pt x="52" y="0"/>
                    </a:cubicBezTo>
                    <a:cubicBezTo>
                      <a:pt x="50" y="2"/>
                      <a:pt x="49" y="12"/>
                      <a:pt x="48" y="18"/>
                    </a:cubicBezTo>
                    <a:cubicBezTo>
                      <a:pt x="71" y="18"/>
                      <a:pt x="71" y="18"/>
                      <a:pt x="71" y="18"/>
                    </a:cubicBezTo>
                    <a:cubicBezTo>
                      <a:pt x="73" y="12"/>
                      <a:pt x="74" y="6"/>
                      <a:pt x="75" y="4"/>
                    </a:cubicBezTo>
                    <a:cubicBezTo>
                      <a:pt x="76" y="1"/>
                      <a:pt x="74" y="2"/>
                      <a:pt x="75" y="0"/>
                    </a:cubicBezTo>
                    <a:cubicBezTo>
                      <a:pt x="76" y="0"/>
                      <a:pt x="76" y="0"/>
                      <a:pt x="76" y="0"/>
                    </a:cubicBezTo>
                    <a:close/>
                    <a:moveTo>
                      <a:pt x="16" y="0"/>
                    </a:moveTo>
                    <a:cubicBezTo>
                      <a:pt x="0" y="0"/>
                      <a:pt x="0" y="0"/>
                      <a:pt x="0" y="0"/>
                    </a:cubicBezTo>
                    <a:cubicBezTo>
                      <a:pt x="1" y="2"/>
                      <a:pt x="1" y="3"/>
                      <a:pt x="0" y="5"/>
                    </a:cubicBezTo>
                    <a:cubicBezTo>
                      <a:pt x="0" y="8"/>
                      <a:pt x="1" y="10"/>
                      <a:pt x="1" y="15"/>
                    </a:cubicBezTo>
                    <a:cubicBezTo>
                      <a:pt x="1" y="16"/>
                      <a:pt x="1" y="17"/>
                      <a:pt x="1" y="18"/>
                    </a:cubicBezTo>
                    <a:cubicBezTo>
                      <a:pt x="17" y="18"/>
                      <a:pt x="17" y="18"/>
                      <a:pt x="17" y="18"/>
                    </a:cubicBezTo>
                    <a:cubicBezTo>
                      <a:pt x="19" y="15"/>
                      <a:pt x="19" y="13"/>
                      <a:pt x="19" y="8"/>
                    </a:cubicBezTo>
                    <a:cubicBezTo>
                      <a:pt x="19" y="3"/>
                      <a:pt x="17" y="2"/>
                      <a:pt x="16" y="3"/>
                    </a:cubicBezTo>
                    <a:cubicBezTo>
                      <a:pt x="15" y="3"/>
                      <a:pt x="15" y="2"/>
                      <a:pt x="16" y="0"/>
                    </a:cubicBezTo>
                    <a:close/>
                  </a:path>
                </a:pathLst>
              </a:custGeom>
              <a:solidFill>
                <a:srgbClr val="EA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9" name="Freeform 347"/>
              <p:cNvSpPr>
                <a:spLocks noEditPoints="1"/>
              </p:cNvSpPr>
              <p:nvPr/>
            </p:nvSpPr>
            <p:spPr bwMode="auto">
              <a:xfrm>
                <a:off x="2098" y="1215"/>
                <a:ext cx="145" cy="35"/>
              </a:xfrm>
              <a:custGeom>
                <a:avLst/>
                <a:gdLst>
                  <a:gd name="T0" fmla="*/ 75 w 76"/>
                  <a:gd name="T1" fmla="*/ 0 h 18"/>
                  <a:gd name="T2" fmla="*/ 51 w 76"/>
                  <a:gd name="T3" fmla="*/ 0 h 18"/>
                  <a:gd name="T4" fmla="*/ 48 w 76"/>
                  <a:gd name="T5" fmla="*/ 17 h 18"/>
                  <a:gd name="T6" fmla="*/ 48 w 76"/>
                  <a:gd name="T7" fmla="*/ 18 h 18"/>
                  <a:gd name="T8" fmla="*/ 71 w 76"/>
                  <a:gd name="T9" fmla="*/ 18 h 18"/>
                  <a:gd name="T10" fmla="*/ 75 w 76"/>
                  <a:gd name="T11" fmla="*/ 3 h 18"/>
                  <a:gd name="T12" fmla="*/ 75 w 76"/>
                  <a:gd name="T13" fmla="*/ 0 h 18"/>
                  <a:gd name="T14" fmla="*/ 16 w 76"/>
                  <a:gd name="T15" fmla="*/ 0 h 18"/>
                  <a:gd name="T16" fmla="*/ 0 w 76"/>
                  <a:gd name="T17" fmla="*/ 0 h 18"/>
                  <a:gd name="T18" fmla="*/ 0 w 76"/>
                  <a:gd name="T19" fmla="*/ 4 h 18"/>
                  <a:gd name="T20" fmla="*/ 1 w 76"/>
                  <a:gd name="T21" fmla="*/ 14 h 18"/>
                  <a:gd name="T22" fmla="*/ 0 w 76"/>
                  <a:gd name="T23" fmla="*/ 18 h 18"/>
                  <a:gd name="T24" fmla="*/ 16 w 76"/>
                  <a:gd name="T25" fmla="*/ 18 h 18"/>
                  <a:gd name="T26" fmla="*/ 17 w 76"/>
                  <a:gd name="T27" fmla="*/ 17 h 18"/>
                  <a:gd name="T28" fmla="*/ 19 w 76"/>
                  <a:gd name="T29" fmla="*/ 7 h 18"/>
                  <a:gd name="T30" fmla="*/ 16 w 76"/>
                  <a:gd name="T31" fmla="*/ 2 h 18"/>
                  <a:gd name="T32" fmla="*/ 16 w 76"/>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6" h="18">
                    <a:moveTo>
                      <a:pt x="75" y="0"/>
                    </a:moveTo>
                    <a:cubicBezTo>
                      <a:pt x="51" y="0"/>
                      <a:pt x="51" y="0"/>
                      <a:pt x="51" y="0"/>
                    </a:cubicBezTo>
                    <a:cubicBezTo>
                      <a:pt x="50" y="4"/>
                      <a:pt x="49" y="12"/>
                      <a:pt x="48" y="17"/>
                    </a:cubicBezTo>
                    <a:cubicBezTo>
                      <a:pt x="48" y="18"/>
                      <a:pt x="48" y="18"/>
                      <a:pt x="48" y="18"/>
                    </a:cubicBezTo>
                    <a:cubicBezTo>
                      <a:pt x="71" y="18"/>
                      <a:pt x="71" y="18"/>
                      <a:pt x="71" y="18"/>
                    </a:cubicBezTo>
                    <a:cubicBezTo>
                      <a:pt x="72" y="12"/>
                      <a:pt x="74" y="5"/>
                      <a:pt x="75" y="3"/>
                    </a:cubicBezTo>
                    <a:cubicBezTo>
                      <a:pt x="76" y="1"/>
                      <a:pt x="74" y="1"/>
                      <a:pt x="75" y="0"/>
                    </a:cubicBezTo>
                    <a:close/>
                    <a:moveTo>
                      <a:pt x="16" y="0"/>
                    </a:moveTo>
                    <a:cubicBezTo>
                      <a:pt x="0" y="0"/>
                      <a:pt x="0" y="0"/>
                      <a:pt x="0" y="0"/>
                    </a:cubicBezTo>
                    <a:cubicBezTo>
                      <a:pt x="1" y="1"/>
                      <a:pt x="1" y="3"/>
                      <a:pt x="0" y="4"/>
                    </a:cubicBezTo>
                    <a:cubicBezTo>
                      <a:pt x="0" y="7"/>
                      <a:pt x="1" y="9"/>
                      <a:pt x="1" y="14"/>
                    </a:cubicBezTo>
                    <a:cubicBezTo>
                      <a:pt x="1" y="15"/>
                      <a:pt x="1" y="17"/>
                      <a:pt x="0" y="18"/>
                    </a:cubicBezTo>
                    <a:cubicBezTo>
                      <a:pt x="16" y="18"/>
                      <a:pt x="16" y="18"/>
                      <a:pt x="16" y="18"/>
                    </a:cubicBezTo>
                    <a:cubicBezTo>
                      <a:pt x="16" y="18"/>
                      <a:pt x="17" y="17"/>
                      <a:pt x="17" y="17"/>
                    </a:cubicBezTo>
                    <a:cubicBezTo>
                      <a:pt x="19" y="14"/>
                      <a:pt x="19" y="12"/>
                      <a:pt x="19" y="7"/>
                    </a:cubicBezTo>
                    <a:cubicBezTo>
                      <a:pt x="19" y="2"/>
                      <a:pt x="17" y="1"/>
                      <a:pt x="16" y="2"/>
                    </a:cubicBezTo>
                    <a:cubicBezTo>
                      <a:pt x="15" y="2"/>
                      <a:pt x="15" y="1"/>
                      <a:pt x="16"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0" name="Freeform 348"/>
              <p:cNvSpPr>
                <a:spLocks noEditPoints="1"/>
              </p:cNvSpPr>
              <p:nvPr/>
            </p:nvSpPr>
            <p:spPr bwMode="auto">
              <a:xfrm>
                <a:off x="2098" y="1217"/>
                <a:ext cx="143" cy="34"/>
              </a:xfrm>
              <a:custGeom>
                <a:avLst/>
                <a:gdLst>
                  <a:gd name="T0" fmla="*/ 75 w 75"/>
                  <a:gd name="T1" fmla="*/ 0 h 18"/>
                  <a:gd name="T2" fmla="*/ 51 w 75"/>
                  <a:gd name="T3" fmla="*/ 0 h 18"/>
                  <a:gd name="T4" fmla="*/ 48 w 75"/>
                  <a:gd name="T5" fmla="*/ 16 h 18"/>
                  <a:gd name="T6" fmla="*/ 48 w 75"/>
                  <a:gd name="T7" fmla="*/ 18 h 18"/>
                  <a:gd name="T8" fmla="*/ 71 w 75"/>
                  <a:gd name="T9" fmla="*/ 18 h 18"/>
                  <a:gd name="T10" fmla="*/ 75 w 75"/>
                  <a:gd name="T11" fmla="*/ 2 h 18"/>
                  <a:gd name="T12" fmla="*/ 75 w 75"/>
                  <a:gd name="T13" fmla="*/ 0 h 18"/>
                  <a:gd name="T14" fmla="*/ 15 w 75"/>
                  <a:gd name="T15" fmla="*/ 0 h 18"/>
                  <a:gd name="T16" fmla="*/ 1 w 75"/>
                  <a:gd name="T17" fmla="*/ 0 h 18"/>
                  <a:gd name="T18" fmla="*/ 0 w 75"/>
                  <a:gd name="T19" fmla="*/ 3 h 18"/>
                  <a:gd name="T20" fmla="*/ 1 w 75"/>
                  <a:gd name="T21" fmla="*/ 13 h 18"/>
                  <a:gd name="T22" fmla="*/ 0 w 75"/>
                  <a:gd name="T23" fmla="*/ 18 h 18"/>
                  <a:gd name="T24" fmla="*/ 16 w 75"/>
                  <a:gd name="T25" fmla="*/ 18 h 18"/>
                  <a:gd name="T26" fmla="*/ 17 w 75"/>
                  <a:gd name="T27" fmla="*/ 16 h 18"/>
                  <a:gd name="T28" fmla="*/ 19 w 75"/>
                  <a:gd name="T29" fmla="*/ 6 h 18"/>
                  <a:gd name="T30" fmla="*/ 16 w 75"/>
                  <a:gd name="T31" fmla="*/ 1 h 18"/>
                  <a:gd name="T32" fmla="*/ 15 w 75"/>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18">
                    <a:moveTo>
                      <a:pt x="75" y="0"/>
                    </a:moveTo>
                    <a:cubicBezTo>
                      <a:pt x="51" y="0"/>
                      <a:pt x="51" y="0"/>
                      <a:pt x="51" y="0"/>
                    </a:cubicBezTo>
                    <a:cubicBezTo>
                      <a:pt x="50" y="4"/>
                      <a:pt x="49" y="12"/>
                      <a:pt x="48" y="16"/>
                    </a:cubicBezTo>
                    <a:cubicBezTo>
                      <a:pt x="48" y="17"/>
                      <a:pt x="48" y="18"/>
                      <a:pt x="48" y="18"/>
                    </a:cubicBezTo>
                    <a:cubicBezTo>
                      <a:pt x="71" y="18"/>
                      <a:pt x="71" y="18"/>
                      <a:pt x="71" y="18"/>
                    </a:cubicBezTo>
                    <a:cubicBezTo>
                      <a:pt x="72" y="12"/>
                      <a:pt x="74" y="4"/>
                      <a:pt x="75" y="2"/>
                    </a:cubicBezTo>
                    <a:cubicBezTo>
                      <a:pt x="75" y="1"/>
                      <a:pt x="75" y="1"/>
                      <a:pt x="75" y="0"/>
                    </a:cubicBezTo>
                    <a:close/>
                    <a:moveTo>
                      <a:pt x="15" y="0"/>
                    </a:moveTo>
                    <a:cubicBezTo>
                      <a:pt x="1" y="0"/>
                      <a:pt x="1" y="0"/>
                      <a:pt x="1" y="0"/>
                    </a:cubicBezTo>
                    <a:cubicBezTo>
                      <a:pt x="1" y="1"/>
                      <a:pt x="1" y="2"/>
                      <a:pt x="0" y="3"/>
                    </a:cubicBezTo>
                    <a:cubicBezTo>
                      <a:pt x="0" y="6"/>
                      <a:pt x="1" y="8"/>
                      <a:pt x="1" y="13"/>
                    </a:cubicBezTo>
                    <a:cubicBezTo>
                      <a:pt x="1" y="15"/>
                      <a:pt x="1" y="17"/>
                      <a:pt x="0" y="18"/>
                    </a:cubicBezTo>
                    <a:cubicBezTo>
                      <a:pt x="16" y="18"/>
                      <a:pt x="16" y="18"/>
                      <a:pt x="16" y="18"/>
                    </a:cubicBezTo>
                    <a:cubicBezTo>
                      <a:pt x="16" y="18"/>
                      <a:pt x="16" y="17"/>
                      <a:pt x="17" y="16"/>
                    </a:cubicBezTo>
                    <a:cubicBezTo>
                      <a:pt x="19" y="13"/>
                      <a:pt x="19" y="11"/>
                      <a:pt x="19" y="6"/>
                    </a:cubicBezTo>
                    <a:cubicBezTo>
                      <a:pt x="19" y="1"/>
                      <a:pt x="17" y="0"/>
                      <a:pt x="16" y="1"/>
                    </a:cubicBezTo>
                    <a:cubicBezTo>
                      <a:pt x="15" y="1"/>
                      <a:pt x="15" y="1"/>
                      <a:pt x="15" y="0"/>
                    </a:cubicBez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1" name="Freeform 349"/>
              <p:cNvSpPr>
                <a:spLocks noEditPoints="1"/>
              </p:cNvSpPr>
              <p:nvPr/>
            </p:nvSpPr>
            <p:spPr bwMode="auto">
              <a:xfrm>
                <a:off x="2096" y="1219"/>
                <a:ext cx="145" cy="36"/>
              </a:xfrm>
              <a:custGeom>
                <a:avLst/>
                <a:gdLst>
                  <a:gd name="T0" fmla="*/ 76 w 76"/>
                  <a:gd name="T1" fmla="*/ 0 h 19"/>
                  <a:gd name="T2" fmla="*/ 52 w 76"/>
                  <a:gd name="T3" fmla="*/ 0 h 19"/>
                  <a:gd name="T4" fmla="*/ 49 w 76"/>
                  <a:gd name="T5" fmla="*/ 15 h 19"/>
                  <a:gd name="T6" fmla="*/ 48 w 76"/>
                  <a:gd name="T7" fmla="*/ 19 h 19"/>
                  <a:gd name="T8" fmla="*/ 72 w 76"/>
                  <a:gd name="T9" fmla="*/ 19 h 19"/>
                  <a:gd name="T10" fmla="*/ 76 w 76"/>
                  <a:gd name="T11" fmla="*/ 1 h 19"/>
                  <a:gd name="T12" fmla="*/ 76 w 76"/>
                  <a:gd name="T13" fmla="*/ 0 h 19"/>
                  <a:gd name="T14" fmla="*/ 19 w 76"/>
                  <a:gd name="T15" fmla="*/ 0 h 19"/>
                  <a:gd name="T16" fmla="*/ 2 w 76"/>
                  <a:gd name="T17" fmla="*/ 0 h 19"/>
                  <a:gd name="T18" fmla="*/ 1 w 76"/>
                  <a:gd name="T19" fmla="*/ 2 h 19"/>
                  <a:gd name="T20" fmla="*/ 2 w 76"/>
                  <a:gd name="T21" fmla="*/ 12 h 19"/>
                  <a:gd name="T22" fmla="*/ 0 w 76"/>
                  <a:gd name="T23" fmla="*/ 19 h 19"/>
                  <a:gd name="T24" fmla="*/ 17 w 76"/>
                  <a:gd name="T25" fmla="*/ 19 h 19"/>
                  <a:gd name="T26" fmla="*/ 18 w 76"/>
                  <a:gd name="T27" fmla="*/ 15 h 19"/>
                  <a:gd name="T28" fmla="*/ 20 w 76"/>
                  <a:gd name="T29" fmla="*/ 5 h 19"/>
                  <a:gd name="T30" fmla="*/ 19 w 76"/>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19">
                    <a:moveTo>
                      <a:pt x="76" y="0"/>
                    </a:moveTo>
                    <a:cubicBezTo>
                      <a:pt x="52" y="0"/>
                      <a:pt x="52" y="0"/>
                      <a:pt x="52" y="0"/>
                    </a:cubicBezTo>
                    <a:cubicBezTo>
                      <a:pt x="51" y="5"/>
                      <a:pt x="50" y="11"/>
                      <a:pt x="49" y="15"/>
                    </a:cubicBezTo>
                    <a:cubicBezTo>
                      <a:pt x="49" y="16"/>
                      <a:pt x="49" y="17"/>
                      <a:pt x="48" y="19"/>
                    </a:cubicBezTo>
                    <a:cubicBezTo>
                      <a:pt x="72" y="19"/>
                      <a:pt x="72" y="19"/>
                      <a:pt x="72" y="19"/>
                    </a:cubicBezTo>
                    <a:cubicBezTo>
                      <a:pt x="73" y="12"/>
                      <a:pt x="75" y="3"/>
                      <a:pt x="76" y="1"/>
                    </a:cubicBezTo>
                    <a:cubicBezTo>
                      <a:pt x="76" y="1"/>
                      <a:pt x="76" y="1"/>
                      <a:pt x="76" y="0"/>
                    </a:cubicBezTo>
                    <a:close/>
                    <a:moveTo>
                      <a:pt x="19" y="0"/>
                    </a:moveTo>
                    <a:cubicBezTo>
                      <a:pt x="2" y="0"/>
                      <a:pt x="2" y="0"/>
                      <a:pt x="2" y="0"/>
                    </a:cubicBezTo>
                    <a:cubicBezTo>
                      <a:pt x="2" y="1"/>
                      <a:pt x="2" y="2"/>
                      <a:pt x="1" y="2"/>
                    </a:cubicBezTo>
                    <a:cubicBezTo>
                      <a:pt x="1" y="5"/>
                      <a:pt x="2" y="7"/>
                      <a:pt x="2" y="12"/>
                    </a:cubicBezTo>
                    <a:cubicBezTo>
                      <a:pt x="2" y="14"/>
                      <a:pt x="1" y="16"/>
                      <a:pt x="0" y="19"/>
                    </a:cubicBezTo>
                    <a:cubicBezTo>
                      <a:pt x="17" y="19"/>
                      <a:pt x="17" y="19"/>
                      <a:pt x="17" y="19"/>
                    </a:cubicBezTo>
                    <a:cubicBezTo>
                      <a:pt x="17" y="17"/>
                      <a:pt x="17" y="16"/>
                      <a:pt x="18" y="15"/>
                    </a:cubicBezTo>
                    <a:cubicBezTo>
                      <a:pt x="20" y="12"/>
                      <a:pt x="20" y="10"/>
                      <a:pt x="20" y="5"/>
                    </a:cubicBezTo>
                    <a:cubicBezTo>
                      <a:pt x="20" y="3"/>
                      <a:pt x="19" y="1"/>
                      <a:pt x="19" y="0"/>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2" name="Freeform 350"/>
              <p:cNvSpPr>
                <a:spLocks noEditPoints="1"/>
              </p:cNvSpPr>
              <p:nvPr/>
            </p:nvSpPr>
            <p:spPr bwMode="auto">
              <a:xfrm>
                <a:off x="2094" y="1223"/>
                <a:ext cx="147" cy="34"/>
              </a:xfrm>
              <a:custGeom>
                <a:avLst/>
                <a:gdLst>
                  <a:gd name="T0" fmla="*/ 77 w 77"/>
                  <a:gd name="T1" fmla="*/ 0 h 18"/>
                  <a:gd name="T2" fmla="*/ 52 w 77"/>
                  <a:gd name="T3" fmla="*/ 0 h 18"/>
                  <a:gd name="T4" fmla="*/ 50 w 77"/>
                  <a:gd name="T5" fmla="*/ 13 h 18"/>
                  <a:gd name="T6" fmla="*/ 49 w 77"/>
                  <a:gd name="T7" fmla="*/ 18 h 18"/>
                  <a:gd name="T8" fmla="*/ 72 w 77"/>
                  <a:gd name="T9" fmla="*/ 18 h 18"/>
                  <a:gd name="T10" fmla="*/ 77 w 77"/>
                  <a:gd name="T11" fmla="*/ 0 h 18"/>
                  <a:gd name="T12" fmla="*/ 20 w 77"/>
                  <a:gd name="T13" fmla="*/ 0 h 18"/>
                  <a:gd name="T14" fmla="*/ 3 w 77"/>
                  <a:gd name="T15" fmla="*/ 0 h 18"/>
                  <a:gd name="T16" fmla="*/ 2 w 77"/>
                  <a:gd name="T17" fmla="*/ 0 h 18"/>
                  <a:gd name="T18" fmla="*/ 3 w 77"/>
                  <a:gd name="T19" fmla="*/ 10 h 18"/>
                  <a:gd name="T20" fmla="*/ 0 w 77"/>
                  <a:gd name="T21" fmla="*/ 18 h 18"/>
                  <a:gd name="T22" fmla="*/ 17 w 77"/>
                  <a:gd name="T23" fmla="*/ 18 h 18"/>
                  <a:gd name="T24" fmla="*/ 19 w 77"/>
                  <a:gd name="T25" fmla="*/ 13 h 18"/>
                  <a:gd name="T26" fmla="*/ 21 w 77"/>
                  <a:gd name="T27" fmla="*/ 3 h 18"/>
                  <a:gd name="T28" fmla="*/ 20 w 77"/>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8">
                    <a:moveTo>
                      <a:pt x="77" y="0"/>
                    </a:moveTo>
                    <a:cubicBezTo>
                      <a:pt x="52" y="0"/>
                      <a:pt x="52" y="0"/>
                      <a:pt x="52" y="0"/>
                    </a:cubicBezTo>
                    <a:cubicBezTo>
                      <a:pt x="52" y="4"/>
                      <a:pt x="51" y="10"/>
                      <a:pt x="50" y="13"/>
                    </a:cubicBezTo>
                    <a:cubicBezTo>
                      <a:pt x="50" y="14"/>
                      <a:pt x="49" y="16"/>
                      <a:pt x="49" y="18"/>
                    </a:cubicBezTo>
                    <a:cubicBezTo>
                      <a:pt x="72" y="18"/>
                      <a:pt x="72" y="18"/>
                      <a:pt x="72" y="18"/>
                    </a:cubicBezTo>
                    <a:cubicBezTo>
                      <a:pt x="74" y="11"/>
                      <a:pt x="76" y="2"/>
                      <a:pt x="77" y="0"/>
                    </a:cubicBezTo>
                    <a:close/>
                    <a:moveTo>
                      <a:pt x="20" y="0"/>
                    </a:moveTo>
                    <a:cubicBezTo>
                      <a:pt x="3" y="0"/>
                      <a:pt x="3" y="0"/>
                      <a:pt x="3" y="0"/>
                    </a:cubicBezTo>
                    <a:cubicBezTo>
                      <a:pt x="3" y="0"/>
                      <a:pt x="2" y="0"/>
                      <a:pt x="2" y="0"/>
                    </a:cubicBezTo>
                    <a:cubicBezTo>
                      <a:pt x="2" y="3"/>
                      <a:pt x="3" y="5"/>
                      <a:pt x="3" y="10"/>
                    </a:cubicBezTo>
                    <a:cubicBezTo>
                      <a:pt x="3" y="12"/>
                      <a:pt x="2" y="15"/>
                      <a:pt x="0" y="18"/>
                    </a:cubicBezTo>
                    <a:cubicBezTo>
                      <a:pt x="17" y="18"/>
                      <a:pt x="17" y="18"/>
                      <a:pt x="17" y="18"/>
                    </a:cubicBezTo>
                    <a:cubicBezTo>
                      <a:pt x="18" y="16"/>
                      <a:pt x="18" y="14"/>
                      <a:pt x="19" y="13"/>
                    </a:cubicBezTo>
                    <a:cubicBezTo>
                      <a:pt x="21" y="10"/>
                      <a:pt x="21" y="8"/>
                      <a:pt x="21" y="3"/>
                    </a:cubicBezTo>
                    <a:cubicBezTo>
                      <a:pt x="21" y="2"/>
                      <a:pt x="20" y="1"/>
                      <a:pt x="20"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3" name="Freeform 351"/>
              <p:cNvSpPr>
                <a:spLocks noEditPoints="1"/>
              </p:cNvSpPr>
              <p:nvPr/>
            </p:nvSpPr>
            <p:spPr bwMode="auto">
              <a:xfrm>
                <a:off x="2094" y="1225"/>
                <a:ext cx="145" cy="34"/>
              </a:xfrm>
              <a:custGeom>
                <a:avLst/>
                <a:gdLst>
                  <a:gd name="T0" fmla="*/ 76 w 76"/>
                  <a:gd name="T1" fmla="*/ 0 h 18"/>
                  <a:gd name="T2" fmla="*/ 52 w 76"/>
                  <a:gd name="T3" fmla="*/ 0 h 18"/>
                  <a:gd name="T4" fmla="*/ 50 w 76"/>
                  <a:gd name="T5" fmla="*/ 12 h 18"/>
                  <a:gd name="T6" fmla="*/ 49 w 76"/>
                  <a:gd name="T7" fmla="*/ 18 h 18"/>
                  <a:gd name="T8" fmla="*/ 72 w 76"/>
                  <a:gd name="T9" fmla="*/ 18 h 18"/>
                  <a:gd name="T10" fmla="*/ 76 w 76"/>
                  <a:gd name="T11" fmla="*/ 0 h 18"/>
                  <a:gd name="T12" fmla="*/ 20 w 76"/>
                  <a:gd name="T13" fmla="*/ 0 h 18"/>
                  <a:gd name="T14" fmla="*/ 2 w 76"/>
                  <a:gd name="T15" fmla="*/ 0 h 18"/>
                  <a:gd name="T16" fmla="*/ 3 w 76"/>
                  <a:gd name="T17" fmla="*/ 9 h 18"/>
                  <a:gd name="T18" fmla="*/ 0 w 76"/>
                  <a:gd name="T19" fmla="*/ 18 h 18"/>
                  <a:gd name="T20" fmla="*/ 17 w 76"/>
                  <a:gd name="T21" fmla="*/ 18 h 18"/>
                  <a:gd name="T22" fmla="*/ 19 w 76"/>
                  <a:gd name="T23" fmla="*/ 12 h 18"/>
                  <a:gd name="T24" fmla="*/ 21 w 76"/>
                  <a:gd name="T25" fmla="*/ 2 h 18"/>
                  <a:gd name="T26" fmla="*/ 20 w 76"/>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6" h="18">
                    <a:moveTo>
                      <a:pt x="76" y="0"/>
                    </a:moveTo>
                    <a:cubicBezTo>
                      <a:pt x="52" y="0"/>
                      <a:pt x="52" y="0"/>
                      <a:pt x="52" y="0"/>
                    </a:cubicBezTo>
                    <a:cubicBezTo>
                      <a:pt x="51" y="4"/>
                      <a:pt x="51" y="9"/>
                      <a:pt x="50" y="12"/>
                    </a:cubicBezTo>
                    <a:cubicBezTo>
                      <a:pt x="50" y="13"/>
                      <a:pt x="49" y="16"/>
                      <a:pt x="49" y="18"/>
                    </a:cubicBezTo>
                    <a:cubicBezTo>
                      <a:pt x="72" y="18"/>
                      <a:pt x="72" y="18"/>
                      <a:pt x="72" y="18"/>
                    </a:cubicBezTo>
                    <a:cubicBezTo>
                      <a:pt x="73" y="12"/>
                      <a:pt x="75" y="4"/>
                      <a:pt x="76" y="0"/>
                    </a:cubicBezTo>
                    <a:close/>
                    <a:moveTo>
                      <a:pt x="20" y="0"/>
                    </a:moveTo>
                    <a:cubicBezTo>
                      <a:pt x="2" y="0"/>
                      <a:pt x="2" y="0"/>
                      <a:pt x="2" y="0"/>
                    </a:cubicBezTo>
                    <a:cubicBezTo>
                      <a:pt x="2" y="2"/>
                      <a:pt x="3" y="5"/>
                      <a:pt x="3" y="9"/>
                    </a:cubicBezTo>
                    <a:cubicBezTo>
                      <a:pt x="3" y="12"/>
                      <a:pt x="1" y="15"/>
                      <a:pt x="0" y="18"/>
                    </a:cubicBezTo>
                    <a:cubicBezTo>
                      <a:pt x="17" y="18"/>
                      <a:pt x="17" y="18"/>
                      <a:pt x="17" y="18"/>
                    </a:cubicBezTo>
                    <a:cubicBezTo>
                      <a:pt x="17" y="16"/>
                      <a:pt x="18" y="14"/>
                      <a:pt x="19" y="12"/>
                    </a:cubicBezTo>
                    <a:cubicBezTo>
                      <a:pt x="21" y="9"/>
                      <a:pt x="21" y="7"/>
                      <a:pt x="21" y="2"/>
                    </a:cubicBezTo>
                    <a:cubicBezTo>
                      <a:pt x="21" y="1"/>
                      <a:pt x="20" y="1"/>
                      <a:pt x="20"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4" name="Freeform 352"/>
              <p:cNvSpPr>
                <a:spLocks noEditPoints="1"/>
              </p:cNvSpPr>
              <p:nvPr/>
            </p:nvSpPr>
            <p:spPr bwMode="auto">
              <a:xfrm>
                <a:off x="2092" y="1227"/>
                <a:ext cx="147" cy="36"/>
              </a:xfrm>
              <a:custGeom>
                <a:avLst/>
                <a:gdLst>
                  <a:gd name="T0" fmla="*/ 77 w 77"/>
                  <a:gd name="T1" fmla="*/ 0 h 19"/>
                  <a:gd name="T2" fmla="*/ 53 w 77"/>
                  <a:gd name="T3" fmla="*/ 0 h 19"/>
                  <a:gd name="T4" fmla="*/ 51 w 77"/>
                  <a:gd name="T5" fmla="*/ 11 h 19"/>
                  <a:gd name="T6" fmla="*/ 49 w 77"/>
                  <a:gd name="T7" fmla="*/ 19 h 19"/>
                  <a:gd name="T8" fmla="*/ 73 w 77"/>
                  <a:gd name="T9" fmla="*/ 19 h 19"/>
                  <a:gd name="T10" fmla="*/ 77 w 77"/>
                  <a:gd name="T11" fmla="*/ 0 h 19"/>
                  <a:gd name="T12" fmla="*/ 21 w 77"/>
                  <a:gd name="T13" fmla="*/ 0 h 19"/>
                  <a:gd name="T14" fmla="*/ 3 w 77"/>
                  <a:gd name="T15" fmla="*/ 0 h 19"/>
                  <a:gd name="T16" fmla="*/ 4 w 77"/>
                  <a:gd name="T17" fmla="*/ 8 h 19"/>
                  <a:gd name="T18" fmla="*/ 0 w 77"/>
                  <a:gd name="T19" fmla="*/ 19 h 19"/>
                  <a:gd name="T20" fmla="*/ 18 w 77"/>
                  <a:gd name="T21" fmla="*/ 19 h 19"/>
                  <a:gd name="T22" fmla="*/ 20 w 77"/>
                  <a:gd name="T23" fmla="*/ 11 h 19"/>
                  <a:gd name="T24" fmla="*/ 22 w 77"/>
                  <a:gd name="T25" fmla="*/ 1 h 19"/>
                  <a:gd name="T26" fmla="*/ 21 w 77"/>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9">
                    <a:moveTo>
                      <a:pt x="77" y="0"/>
                    </a:moveTo>
                    <a:cubicBezTo>
                      <a:pt x="53" y="0"/>
                      <a:pt x="53" y="0"/>
                      <a:pt x="53" y="0"/>
                    </a:cubicBezTo>
                    <a:cubicBezTo>
                      <a:pt x="52" y="4"/>
                      <a:pt x="52" y="8"/>
                      <a:pt x="51" y="11"/>
                    </a:cubicBezTo>
                    <a:cubicBezTo>
                      <a:pt x="51" y="13"/>
                      <a:pt x="50" y="15"/>
                      <a:pt x="49" y="19"/>
                    </a:cubicBezTo>
                    <a:cubicBezTo>
                      <a:pt x="73" y="19"/>
                      <a:pt x="73" y="19"/>
                      <a:pt x="73" y="19"/>
                    </a:cubicBezTo>
                    <a:cubicBezTo>
                      <a:pt x="74" y="13"/>
                      <a:pt x="76" y="5"/>
                      <a:pt x="77" y="0"/>
                    </a:cubicBezTo>
                    <a:close/>
                    <a:moveTo>
                      <a:pt x="21" y="0"/>
                    </a:moveTo>
                    <a:cubicBezTo>
                      <a:pt x="3" y="0"/>
                      <a:pt x="3" y="0"/>
                      <a:pt x="3" y="0"/>
                    </a:cubicBezTo>
                    <a:cubicBezTo>
                      <a:pt x="3" y="2"/>
                      <a:pt x="4" y="5"/>
                      <a:pt x="4" y="8"/>
                    </a:cubicBezTo>
                    <a:cubicBezTo>
                      <a:pt x="4" y="11"/>
                      <a:pt x="2" y="15"/>
                      <a:pt x="0" y="19"/>
                    </a:cubicBezTo>
                    <a:cubicBezTo>
                      <a:pt x="18" y="19"/>
                      <a:pt x="18" y="19"/>
                      <a:pt x="18" y="19"/>
                    </a:cubicBezTo>
                    <a:cubicBezTo>
                      <a:pt x="18" y="16"/>
                      <a:pt x="19" y="13"/>
                      <a:pt x="20" y="11"/>
                    </a:cubicBezTo>
                    <a:cubicBezTo>
                      <a:pt x="22" y="8"/>
                      <a:pt x="22" y="6"/>
                      <a:pt x="22" y="1"/>
                    </a:cubicBezTo>
                    <a:cubicBezTo>
                      <a:pt x="22" y="1"/>
                      <a:pt x="22" y="1"/>
                      <a:pt x="21" y="0"/>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5" name="Freeform 353"/>
              <p:cNvSpPr>
                <a:spLocks noEditPoints="1"/>
              </p:cNvSpPr>
              <p:nvPr/>
            </p:nvSpPr>
            <p:spPr bwMode="auto">
              <a:xfrm>
                <a:off x="2092" y="1230"/>
                <a:ext cx="147" cy="35"/>
              </a:xfrm>
              <a:custGeom>
                <a:avLst/>
                <a:gdLst>
                  <a:gd name="T0" fmla="*/ 77 w 77"/>
                  <a:gd name="T1" fmla="*/ 0 h 18"/>
                  <a:gd name="T2" fmla="*/ 53 w 77"/>
                  <a:gd name="T3" fmla="*/ 0 h 18"/>
                  <a:gd name="T4" fmla="*/ 51 w 77"/>
                  <a:gd name="T5" fmla="*/ 9 h 18"/>
                  <a:gd name="T6" fmla="*/ 49 w 77"/>
                  <a:gd name="T7" fmla="*/ 18 h 18"/>
                  <a:gd name="T8" fmla="*/ 73 w 77"/>
                  <a:gd name="T9" fmla="*/ 18 h 18"/>
                  <a:gd name="T10" fmla="*/ 77 w 77"/>
                  <a:gd name="T11" fmla="*/ 0 h 18"/>
                  <a:gd name="T12" fmla="*/ 22 w 77"/>
                  <a:gd name="T13" fmla="*/ 0 h 18"/>
                  <a:gd name="T14" fmla="*/ 3 w 77"/>
                  <a:gd name="T15" fmla="*/ 0 h 18"/>
                  <a:gd name="T16" fmla="*/ 4 w 77"/>
                  <a:gd name="T17" fmla="*/ 6 h 18"/>
                  <a:gd name="T18" fmla="*/ 0 w 77"/>
                  <a:gd name="T19" fmla="*/ 18 h 18"/>
                  <a:gd name="T20" fmla="*/ 18 w 77"/>
                  <a:gd name="T21" fmla="*/ 18 h 18"/>
                  <a:gd name="T22" fmla="*/ 20 w 77"/>
                  <a:gd name="T23" fmla="*/ 9 h 18"/>
                  <a:gd name="T24" fmla="*/ 22 w 7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18">
                    <a:moveTo>
                      <a:pt x="77" y="0"/>
                    </a:moveTo>
                    <a:cubicBezTo>
                      <a:pt x="53" y="0"/>
                      <a:pt x="53" y="0"/>
                      <a:pt x="53" y="0"/>
                    </a:cubicBezTo>
                    <a:cubicBezTo>
                      <a:pt x="52" y="3"/>
                      <a:pt x="52" y="7"/>
                      <a:pt x="51" y="9"/>
                    </a:cubicBezTo>
                    <a:cubicBezTo>
                      <a:pt x="51" y="11"/>
                      <a:pt x="50" y="14"/>
                      <a:pt x="49" y="18"/>
                    </a:cubicBezTo>
                    <a:cubicBezTo>
                      <a:pt x="73" y="18"/>
                      <a:pt x="73" y="18"/>
                      <a:pt x="73" y="18"/>
                    </a:cubicBezTo>
                    <a:cubicBezTo>
                      <a:pt x="74" y="12"/>
                      <a:pt x="75" y="4"/>
                      <a:pt x="77" y="0"/>
                    </a:cubicBezTo>
                    <a:close/>
                    <a:moveTo>
                      <a:pt x="22" y="0"/>
                    </a:moveTo>
                    <a:cubicBezTo>
                      <a:pt x="3" y="0"/>
                      <a:pt x="3" y="0"/>
                      <a:pt x="3" y="0"/>
                    </a:cubicBezTo>
                    <a:cubicBezTo>
                      <a:pt x="4" y="1"/>
                      <a:pt x="4" y="3"/>
                      <a:pt x="4" y="6"/>
                    </a:cubicBezTo>
                    <a:cubicBezTo>
                      <a:pt x="4" y="9"/>
                      <a:pt x="2" y="14"/>
                      <a:pt x="0" y="18"/>
                    </a:cubicBezTo>
                    <a:cubicBezTo>
                      <a:pt x="18" y="18"/>
                      <a:pt x="18" y="18"/>
                      <a:pt x="18" y="18"/>
                    </a:cubicBezTo>
                    <a:cubicBezTo>
                      <a:pt x="18" y="14"/>
                      <a:pt x="18" y="11"/>
                      <a:pt x="20" y="9"/>
                    </a:cubicBezTo>
                    <a:cubicBezTo>
                      <a:pt x="22" y="6"/>
                      <a:pt x="22" y="4"/>
                      <a:pt x="22" y="0"/>
                    </a:cubicBez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6" name="Freeform 354"/>
              <p:cNvSpPr>
                <a:spLocks noEditPoints="1"/>
              </p:cNvSpPr>
              <p:nvPr/>
            </p:nvSpPr>
            <p:spPr bwMode="auto">
              <a:xfrm>
                <a:off x="2090" y="1232"/>
                <a:ext cx="147" cy="35"/>
              </a:xfrm>
              <a:custGeom>
                <a:avLst/>
                <a:gdLst>
                  <a:gd name="T0" fmla="*/ 77 w 77"/>
                  <a:gd name="T1" fmla="*/ 0 h 18"/>
                  <a:gd name="T2" fmla="*/ 53 w 77"/>
                  <a:gd name="T3" fmla="*/ 0 h 18"/>
                  <a:gd name="T4" fmla="*/ 52 w 77"/>
                  <a:gd name="T5" fmla="*/ 8 h 18"/>
                  <a:gd name="T6" fmla="*/ 50 w 77"/>
                  <a:gd name="T7" fmla="*/ 18 h 18"/>
                  <a:gd name="T8" fmla="*/ 73 w 77"/>
                  <a:gd name="T9" fmla="*/ 18 h 18"/>
                  <a:gd name="T10" fmla="*/ 77 w 77"/>
                  <a:gd name="T11" fmla="*/ 0 h 18"/>
                  <a:gd name="T12" fmla="*/ 23 w 77"/>
                  <a:gd name="T13" fmla="*/ 0 h 18"/>
                  <a:gd name="T14" fmla="*/ 5 w 77"/>
                  <a:gd name="T15" fmla="*/ 0 h 18"/>
                  <a:gd name="T16" fmla="*/ 5 w 77"/>
                  <a:gd name="T17" fmla="*/ 5 h 18"/>
                  <a:gd name="T18" fmla="*/ 0 w 77"/>
                  <a:gd name="T19" fmla="*/ 18 h 18"/>
                  <a:gd name="T20" fmla="*/ 19 w 77"/>
                  <a:gd name="T21" fmla="*/ 18 h 18"/>
                  <a:gd name="T22" fmla="*/ 21 w 77"/>
                  <a:gd name="T23" fmla="*/ 8 h 18"/>
                  <a:gd name="T24" fmla="*/ 23 w 7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18">
                    <a:moveTo>
                      <a:pt x="77" y="0"/>
                    </a:moveTo>
                    <a:cubicBezTo>
                      <a:pt x="53" y="0"/>
                      <a:pt x="53" y="0"/>
                      <a:pt x="53" y="0"/>
                    </a:cubicBezTo>
                    <a:cubicBezTo>
                      <a:pt x="53" y="3"/>
                      <a:pt x="52" y="6"/>
                      <a:pt x="52" y="8"/>
                    </a:cubicBezTo>
                    <a:cubicBezTo>
                      <a:pt x="52" y="10"/>
                      <a:pt x="51" y="14"/>
                      <a:pt x="50" y="18"/>
                    </a:cubicBezTo>
                    <a:cubicBezTo>
                      <a:pt x="73" y="18"/>
                      <a:pt x="73" y="18"/>
                      <a:pt x="73" y="18"/>
                    </a:cubicBezTo>
                    <a:cubicBezTo>
                      <a:pt x="74" y="13"/>
                      <a:pt x="76" y="5"/>
                      <a:pt x="77" y="0"/>
                    </a:cubicBezTo>
                    <a:close/>
                    <a:moveTo>
                      <a:pt x="23" y="0"/>
                    </a:moveTo>
                    <a:cubicBezTo>
                      <a:pt x="5" y="0"/>
                      <a:pt x="5" y="0"/>
                      <a:pt x="5" y="0"/>
                    </a:cubicBezTo>
                    <a:cubicBezTo>
                      <a:pt x="5" y="1"/>
                      <a:pt x="5" y="3"/>
                      <a:pt x="5" y="5"/>
                    </a:cubicBezTo>
                    <a:cubicBezTo>
                      <a:pt x="5" y="9"/>
                      <a:pt x="2" y="13"/>
                      <a:pt x="0" y="18"/>
                    </a:cubicBezTo>
                    <a:cubicBezTo>
                      <a:pt x="19" y="18"/>
                      <a:pt x="19" y="18"/>
                      <a:pt x="19" y="18"/>
                    </a:cubicBezTo>
                    <a:cubicBezTo>
                      <a:pt x="19" y="14"/>
                      <a:pt x="19" y="10"/>
                      <a:pt x="21" y="8"/>
                    </a:cubicBezTo>
                    <a:cubicBezTo>
                      <a:pt x="23" y="5"/>
                      <a:pt x="23" y="4"/>
                      <a:pt x="23" y="0"/>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7" name="Freeform 355"/>
              <p:cNvSpPr>
                <a:spLocks noEditPoints="1"/>
              </p:cNvSpPr>
              <p:nvPr/>
            </p:nvSpPr>
            <p:spPr bwMode="auto">
              <a:xfrm>
                <a:off x="2090" y="1234"/>
                <a:ext cx="147" cy="35"/>
              </a:xfrm>
              <a:custGeom>
                <a:avLst/>
                <a:gdLst>
                  <a:gd name="T0" fmla="*/ 77 w 77"/>
                  <a:gd name="T1" fmla="*/ 0 h 18"/>
                  <a:gd name="T2" fmla="*/ 53 w 77"/>
                  <a:gd name="T3" fmla="*/ 0 h 18"/>
                  <a:gd name="T4" fmla="*/ 52 w 77"/>
                  <a:gd name="T5" fmla="*/ 7 h 18"/>
                  <a:gd name="T6" fmla="*/ 50 w 77"/>
                  <a:gd name="T7" fmla="*/ 18 h 18"/>
                  <a:gd name="T8" fmla="*/ 73 w 77"/>
                  <a:gd name="T9" fmla="*/ 18 h 18"/>
                  <a:gd name="T10" fmla="*/ 77 w 77"/>
                  <a:gd name="T11" fmla="*/ 0 h 18"/>
                  <a:gd name="T12" fmla="*/ 23 w 77"/>
                  <a:gd name="T13" fmla="*/ 0 h 18"/>
                  <a:gd name="T14" fmla="*/ 5 w 77"/>
                  <a:gd name="T15" fmla="*/ 0 h 18"/>
                  <a:gd name="T16" fmla="*/ 5 w 77"/>
                  <a:gd name="T17" fmla="*/ 4 h 18"/>
                  <a:gd name="T18" fmla="*/ 0 w 77"/>
                  <a:gd name="T19" fmla="*/ 18 h 18"/>
                  <a:gd name="T20" fmla="*/ 20 w 77"/>
                  <a:gd name="T21" fmla="*/ 18 h 18"/>
                  <a:gd name="T22" fmla="*/ 21 w 77"/>
                  <a:gd name="T23" fmla="*/ 7 h 18"/>
                  <a:gd name="T24" fmla="*/ 23 w 7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18">
                    <a:moveTo>
                      <a:pt x="77" y="0"/>
                    </a:moveTo>
                    <a:cubicBezTo>
                      <a:pt x="53" y="0"/>
                      <a:pt x="53" y="0"/>
                      <a:pt x="53" y="0"/>
                    </a:cubicBezTo>
                    <a:cubicBezTo>
                      <a:pt x="53" y="3"/>
                      <a:pt x="52" y="5"/>
                      <a:pt x="52" y="7"/>
                    </a:cubicBezTo>
                    <a:cubicBezTo>
                      <a:pt x="52" y="9"/>
                      <a:pt x="51" y="13"/>
                      <a:pt x="50" y="18"/>
                    </a:cubicBezTo>
                    <a:cubicBezTo>
                      <a:pt x="73" y="18"/>
                      <a:pt x="73" y="18"/>
                      <a:pt x="73" y="18"/>
                    </a:cubicBezTo>
                    <a:cubicBezTo>
                      <a:pt x="74" y="14"/>
                      <a:pt x="76" y="6"/>
                      <a:pt x="77" y="0"/>
                    </a:cubicBezTo>
                    <a:close/>
                    <a:moveTo>
                      <a:pt x="23" y="0"/>
                    </a:moveTo>
                    <a:cubicBezTo>
                      <a:pt x="5" y="0"/>
                      <a:pt x="5" y="0"/>
                      <a:pt x="5" y="0"/>
                    </a:cubicBezTo>
                    <a:cubicBezTo>
                      <a:pt x="5" y="1"/>
                      <a:pt x="5" y="3"/>
                      <a:pt x="5" y="4"/>
                    </a:cubicBezTo>
                    <a:cubicBezTo>
                      <a:pt x="5" y="8"/>
                      <a:pt x="1" y="13"/>
                      <a:pt x="0" y="18"/>
                    </a:cubicBezTo>
                    <a:cubicBezTo>
                      <a:pt x="20" y="18"/>
                      <a:pt x="20" y="18"/>
                      <a:pt x="20" y="18"/>
                    </a:cubicBezTo>
                    <a:cubicBezTo>
                      <a:pt x="19" y="14"/>
                      <a:pt x="19" y="10"/>
                      <a:pt x="21" y="7"/>
                    </a:cubicBezTo>
                    <a:cubicBezTo>
                      <a:pt x="23" y="5"/>
                      <a:pt x="23" y="3"/>
                      <a:pt x="23"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8" name="Freeform 356"/>
              <p:cNvSpPr>
                <a:spLocks noEditPoints="1"/>
              </p:cNvSpPr>
              <p:nvPr/>
            </p:nvSpPr>
            <p:spPr bwMode="auto">
              <a:xfrm>
                <a:off x="2088" y="1236"/>
                <a:ext cx="149" cy="37"/>
              </a:xfrm>
              <a:custGeom>
                <a:avLst/>
                <a:gdLst>
                  <a:gd name="T0" fmla="*/ 78 w 78"/>
                  <a:gd name="T1" fmla="*/ 0 h 19"/>
                  <a:gd name="T2" fmla="*/ 54 w 78"/>
                  <a:gd name="T3" fmla="*/ 0 h 19"/>
                  <a:gd name="T4" fmla="*/ 53 w 78"/>
                  <a:gd name="T5" fmla="*/ 6 h 19"/>
                  <a:gd name="T6" fmla="*/ 50 w 78"/>
                  <a:gd name="T7" fmla="*/ 19 h 19"/>
                  <a:gd name="T8" fmla="*/ 74 w 78"/>
                  <a:gd name="T9" fmla="*/ 19 h 19"/>
                  <a:gd name="T10" fmla="*/ 78 w 78"/>
                  <a:gd name="T11" fmla="*/ 0 h 19"/>
                  <a:gd name="T12" fmla="*/ 24 w 78"/>
                  <a:gd name="T13" fmla="*/ 0 h 19"/>
                  <a:gd name="T14" fmla="*/ 6 w 78"/>
                  <a:gd name="T15" fmla="*/ 0 h 19"/>
                  <a:gd name="T16" fmla="*/ 6 w 78"/>
                  <a:gd name="T17" fmla="*/ 3 h 19"/>
                  <a:gd name="T18" fmla="*/ 0 w 78"/>
                  <a:gd name="T19" fmla="*/ 19 h 19"/>
                  <a:gd name="T20" fmla="*/ 21 w 78"/>
                  <a:gd name="T21" fmla="*/ 19 h 19"/>
                  <a:gd name="T22" fmla="*/ 22 w 78"/>
                  <a:gd name="T23" fmla="*/ 6 h 19"/>
                  <a:gd name="T24" fmla="*/ 24 w 78"/>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19">
                    <a:moveTo>
                      <a:pt x="78" y="0"/>
                    </a:moveTo>
                    <a:cubicBezTo>
                      <a:pt x="54" y="0"/>
                      <a:pt x="54" y="0"/>
                      <a:pt x="54" y="0"/>
                    </a:cubicBezTo>
                    <a:cubicBezTo>
                      <a:pt x="54" y="3"/>
                      <a:pt x="53" y="5"/>
                      <a:pt x="53" y="6"/>
                    </a:cubicBezTo>
                    <a:cubicBezTo>
                      <a:pt x="53" y="8"/>
                      <a:pt x="52" y="13"/>
                      <a:pt x="50" y="19"/>
                    </a:cubicBezTo>
                    <a:cubicBezTo>
                      <a:pt x="74" y="19"/>
                      <a:pt x="74" y="19"/>
                      <a:pt x="74" y="19"/>
                    </a:cubicBezTo>
                    <a:cubicBezTo>
                      <a:pt x="75" y="15"/>
                      <a:pt x="76" y="7"/>
                      <a:pt x="78" y="0"/>
                    </a:cubicBezTo>
                    <a:close/>
                    <a:moveTo>
                      <a:pt x="24" y="0"/>
                    </a:moveTo>
                    <a:cubicBezTo>
                      <a:pt x="6" y="0"/>
                      <a:pt x="6" y="0"/>
                      <a:pt x="6" y="0"/>
                    </a:cubicBezTo>
                    <a:cubicBezTo>
                      <a:pt x="6" y="1"/>
                      <a:pt x="6" y="2"/>
                      <a:pt x="6" y="3"/>
                    </a:cubicBezTo>
                    <a:cubicBezTo>
                      <a:pt x="6" y="7"/>
                      <a:pt x="2" y="13"/>
                      <a:pt x="0" y="19"/>
                    </a:cubicBezTo>
                    <a:cubicBezTo>
                      <a:pt x="21" y="19"/>
                      <a:pt x="21" y="19"/>
                      <a:pt x="21" y="19"/>
                    </a:cubicBezTo>
                    <a:cubicBezTo>
                      <a:pt x="20" y="14"/>
                      <a:pt x="20" y="9"/>
                      <a:pt x="22" y="6"/>
                    </a:cubicBezTo>
                    <a:cubicBezTo>
                      <a:pt x="24" y="4"/>
                      <a:pt x="24" y="3"/>
                      <a:pt x="24" y="0"/>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9" name="Freeform 357"/>
              <p:cNvSpPr>
                <a:spLocks noEditPoints="1"/>
              </p:cNvSpPr>
              <p:nvPr/>
            </p:nvSpPr>
            <p:spPr bwMode="auto">
              <a:xfrm>
                <a:off x="2088" y="1240"/>
                <a:ext cx="148" cy="34"/>
              </a:xfrm>
              <a:custGeom>
                <a:avLst/>
                <a:gdLst>
                  <a:gd name="T0" fmla="*/ 77 w 77"/>
                  <a:gd name="T1" fmla="*/ 0 h 18"/>
                  <a:gd name="T2" fmla="*/ 54 w 77"/>
                  <a:gd name="T3" fmla="*/ 0 h 18"/>
                  <a:gd name="T4" fmla="*/ 53 w 77"/>
                  <a:gd name="T5" fmla="*/ 4 h 18"/>
                  <a:gd name="T6" fmla="*/ 50 w 77"/>
                  <a:gd name="T7" fmla="*/ 18 h 18"/>
                  <a:gd name="T8" fmla="*/ 74 w 77"/>
                  <a:gd name="T9" fmla="*/ 18 h 18"/>
                  <a:gd name="T10" fmla="*/ 74 w 77"/>
                  <a:gd name="T11" fmla="*/ 17 h 18"/>
                  <a:gd name="T12" fmla="*/ 77 w 77"/>
                  <a:gd name="T13" fmla="*/ 0 h 18"/>
                  <a:gd name="T14" fmla="*/ 24 w 77"/>
                  <a:gd name="T15" fmla="*/ 0 h 18"/>
                  <a:gd name="T16" fmla="*/ 6 w 77"/>
                  <a:gd name="T17" fmla="*/ 0 h 18"/>
                  <a:gd name="T18" fmla="*/ 6 w 77"/>
                  <a:gd name="T19" fmla="*/ 1 h 18"/>
                  <a:gd name="T20" fmla="*/ 0 w 77"/>
                  <a:gd name="T21" fmla="*/ 18 h 18"/>
                  <a:gd name="T22" fmla="*/ 21 w 77"/>
                  <a:gd name="T23" fmla="*/ 18 h 18"/>
                  <a:gd name="T24" fmla="*/ 21 w 77"/>
                  <a:gd name="T25" fmla="*/ 17 h 18"/>
                  <a:gd name="T26" fmla="*/ 22 w 77"/>
                  <a:gd name="T27" fmla="*/ 4 h 18"/>
                  <a:gd name="T28" fmla="*/ 24 w 77"/>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8">
                    <a:moveTo>
                      <a:pt x="77" y="0"/>
                    </a:moveTo>
                    <a:cubicBezTo>
                      <a:pt x="54" y="0"/>
                      <a:pt x="54" y="0"/>
                      <a:pt x="54" y="0"/>
                    </a:cubicBezTo>
                    <a:cubicBezTo>
                      <a:pt x="54" y="1"/>
                      <a:pt x="53" y="3"/>
                      <a:pt x="53" y="4"/>
                    </a:cubicBezTo>
                    <a:cubicBezTo>
                      <a:pt x="53" y="6"/>
                      <a:pt x="51" y="12"/>
                      <a:pt x="50" y="18"/>
                    </a:cubicBezTo>
                    <a:cubicBezTo>
                      <a:pt x="74" y="18"/>
                      <a:pt x="74" y="18"/>
                      <a:pt x="74" y="18"/>
                    </a:cubicBezTo>
                    <a:cubicBezTo>
                      <a:pt x="74" y="17"/>
                      <a:pt x="74" y="17"/>
                      <a:pt x="74" y="17"/>
                    </a:cubicBezTo>
                    <a:cubicBezTo>
                      <a:pt x="74" y="14"/>
                      <a:pt x="76" y="6"/>
                      <a:pt x="77" y="0"/>
                    </a:cubicBezTo>
                    <a:close/>
                    <a:moveTo>
                      <a:pt x="24" y="0"/>
                    </a:moveTo>
                    <a:cubicBezTo>
                      <a:pt x="6" y="0"/>
                      <a:pt x="6" y="0"/>
                      <a:pt x="6" y="0"/>
                    </a:cubicBezTo>
                    <a:cubicBezTo>
                      <a:pt x="6" y="0"/>
                      <a:pt x="6" y="1"/>
                      <a:pt x="6" y="1"/>
                    </a:cubicBezTo>
                    <a:cubicBezTo>
                      <a:pt x="6" y="6"/>
                      <a:pt x="1" y="12"/>
                      <a:pt x="0" y="18"/>
                    </a:cubicBezTo>
                    <a:cubicBezTo>
                      <a:pt x="21" y="18"/>
                      <a:pt x="21" y="18"/>
                      <a:pt x="21" y="18"/>
                    </a:cubicBezTo>
                    <a:cubicBezTo>
                      <a:pt x="21" y="18"/>
                      <a:pt x="21" y="17"/>
                      <a:pt x="21" y="17"/>
                    </a:cubicBezTo>
                    <a:cubicBezTo>
                      <a:pt x="20" y="13"/>
                      <a:pt x="20" y="7"/>
                      <a:pt x="22" y="4"/>
                    </a:cubicBezTo>
                    <a:cubicBezTo>
                      <a:pt x="23" y="2"/>
                      <a:pt x="24" y="1"/>
                      <a:pt x="24"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0" name="Freeform 358"/>
              <p:cNvSpPr>
                <a:spLocks noEditPoints="1"/>
              </p:cNvSpPr>
              <p:nvPr/>
            </p:nvSpPr>
            <p:spPr bwMode="auto">
              <a:xfrm>
                <a:off x="2088" y="1242"/>
                <a:ext cx="148" cy="34"/>
              </a:xfrm>
              <a:custGeom>
                <a:avLst/>
                <a:gdLst>
                  <a:gd name="T0" fmla="*/ 77 w 77"/>
                  <a:gd name="T1" fmla="*/ 0 h 18"/>
                  <a:gd name="T2" fmla="*/ 54 w 77"/>
                  <a:gd name="T3" fmla="*/ 0 h 18"/>
                  <a:gd name="T4" fmla="*/ 53 w 77"/>
                  <a:gd name="T5" fmla="*/ 3 h 18"/>
                  <a:gd name="T6" fmla="*/ 50 w 77"/>
                  <a:gd name="T7" fmla="*/ 18 h 18"/>
                  <a:gd name="T8" fmla="*/ 74 w 77"/>
                  <a:gd name="T9" fmla="*/ 18 h 18"/>
                  <a:gd name="T10" fmla="*/ 74 w 77"/>
                  <a:gd name="T11" fmla="*/ 16 h 18"/>
                  <a:gd name="T12" fmla="*/ 77 w 77"/>
                  <a:gd name="T13" fmla="*/ 0 h 18"/>
                  <a:gd name="T14" fmla="*/ 23 w 77"/>
                  <a:gd name="T15" fmla="*/ 0 h 18"/>
                  <a:gd name="T16" fmla="*/ 6 w 77"/>
                  <a:gd name="T17" fmla="*/ 0 h 18"/>
                  <a:gd name="T18" fmla="*/ 6 w 77"/>
                  <a:gd name="T19" fmla="*/ 0 h 18"/>
                  <a:gd name="T20" fmla="*/ 0 w 77"/>
                  <a:gd name="T21" fmla="*/ 18 h 18"/>
                  <a:gd name="T22" fmla="*/ 21 w 77"/>
                  <a:gd name="T23" fmla="*/ 18 h 18"/>
                  <a:gd name="T24" fmla="*/ 21 w 77"/>
                  <a:gd name="T25" fmla="*/ 16 h 18"/>
                  <a:gd name="T26" fmla="*/ 22 w 77"/>
                  <a:gd name="T27" fmla="*/ 3 h 18"/>
                  <a:gd name="T28" fmla="*/ 23 w 77"/>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8">
                    <a:moveTo>
                      <a:pt x="77" y="0"/>
                    </a:moveTo>
                    <a:cubicBezTo>
                      <a:pt x="54" y="0"/>
                      <a:pt x="54" y="0"/>
                      <a:pt x="54" y="0"/>
                    </a:cubicBezTo>
                    <a:cubicBezTo>
                      <a:pt x="53" y="1"/>
                      <a:pt x="53" y="2"/>
                      <a:pt x="53" y="3"/>
                    </a:cubicBezTo>
                    <a:cubicBezTo>
                      <a:pt x="53" y="6"/>
                      <a:pt x="51" y="11"/>
                      <a:pt x="50" y="18"/>
                    </a:cubicBezTo>
                    <a:cubicBezTo>
                      <a:pt x="74" y="18"/>
                      <a:pt x="74" y="18"/>
                      <a:pt x="74" y="18"/>
                    </a:cubicBezTo>
                    <a:cubicBezTo>
                      <a:pt x="74" y="18"/>
                      <a:pt x="74" y="17"/>
                      <a:pt x="74" y="16"/>
                    </a:cubicBezTo>
                    <a:cubicBezTo>
                      <a:pt x="74" y="13"/>
                      <a:pt x="76" y="6"/>
                      <a:pt x="77" y="0"/>
                    </a:cubicBezTo>
                    <a:close/>
                    <a:moveTo>
                      <a:pt x="23" y="0"/>
                    </a:moveTo>
                    <a:cubicBezTo>
                      <a:pt x="6" y="0"/>
                      <a:pt x="6" y="0"/>
                      <a:pt x="6" y="0"/>
                    </a:cubicBezTo>
                    <a:cubicBezTo>
                      <a:pt x="6" y="0"/>
                      <a:pt x="6" y="0"/>
                      <a:pt x="6" y="0"/>
                    </a:cubicBezTo>
                    <a:cubicBezTo>
                      <a:pt x="6" y="5"/>
                      <a:pt x="0" y="12"/>
                      <a:pt x="0" y="18"/>
                    </a:cubicBezTo>
                    <a:cubicBezTo>
                      <a:pt x="21" y="18"/>
                      <a:pt x="21" y="18"/>
                      <a:pt x="21" y="18"/>
                    </a:cubicBezTo>
                    <a:cubicBezTo>
                      <a:pt x="21" y="18"/>
                      <a:pt x="21" y="17"/>
                      <a:pt x="21" y="16"/>
                    </a:cubicBezTo>
                    <a:cubicBezTo>
                      <a:pt x="20" y="12"/>
                      <a:pt x="20" y="6"/>
                      <a:pt x="22" y="3"/>
                    </a:cubicBezTo>
                    <a:cubicBezTo>
                      <a:pt x="23" y="2"/>
                      <a:pt x="23" y="1"/>
                      <a:pt x="23"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1" name="Freeform 359"/>
              <p:cNvSpPr>
                <a:spLocks noEditPoints="1"/>
              </p:cNvSpPr>
              <p:nvPr/>
            </p:nvSpPr>
            <p:spPr bwMode="auto">
              <a:xfrm>
                <a:off x="2088" y="1244"/>
                <a:ext cx="148" cy="36"/>
              </a:xfrm>
              <a:custGeom>
                <a:avLst/>
                <a:gdLst>
                  <a:gd name="T0" fmla="*/ 77 w 77"/>
                  <a:gd name="T1" fmla="*/ 0 h 19"/>
                  <a:gd name="T2" fmla="*/ 53 w 77"/>
                  <a:gd name="T3" fmla="*/ 0 h 19"/>
                  <a:gd name="T4" fmla="*/ 53 w 77"/>
                  <a:gd name="T5" fmla="*/ 2 h 19"/>
                  <a:gd name="T6" fmla="*/ 49 w 77"/>
                  <a:gd name="T7" fmla="*/ 19 h 19"/>
                  <a:gd name="T8" fmla="*/ 74 w 77"/>
                  <a:gd name="T9" fmla="*/ 19 h 19"/>
                  <a:gd name="T10" fmla="*/ 74 w 77"/>
                  <a:gd name="T11" fmla="*/ 15 h 19"/>
                  <a:gd name="T12" fmla="*/ 77 w 77"/>
                  <a:gd name="T13" fmla="*/ 0 h 19"/>
                  <a:gd name="T14" fmla="*/ 23 w 77"/>
                  <a:gd name="T15" fmla="*/ 0 h 19"/>
                  <a:gd name="T16" fmla="*/ 6 w 77"/>
                  <a:gd name="T17" fmla="*/ 0 h 19"/>
                  <a:gd name="T18" fmla="*/ 0 w 77"/>
                  <a:gd name="T19" fmla="*/ 17 h 19"/>
                  <a:gd name="T20" fmla="*/ 0 w 77"/>
                  <a:gd name="T21" fmla="*/ 19 h 19"/>
                  <a:gd name="T22" fmla="*/ 21 w 77"/>
                  <a:gd name="T23" fmla="*/ 19 h 19"/>
                  <a:gd name="T24" fmla="*/ 21 w 77"/>
                  <a:gd name="T25" fmla="*/ 15 h 19"/>
                  <a:gd name="T26" fmla="*/ 22 w 77"/>
                  <a:gd name="T27" fmla="*/ 2 h 19"/>
                  <a:gd name="T28" fmla="*/ 23 w 77"/>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9">
                    <a:moveTo>
                      <a:pt x="77" y="0"/>
                    </a:moveTo>
                    <a:cubicBezTo>
                      <a:pt x="53" y="0"/>
                      <a:pt x="53" y="0"/>
                      <a:pt x="53" y="0"/>
                    </a:cubicBezTo>
                    <a:cubicBezTo>
                      <a:pt x="53" y="1"/>
                      <a:pt x="53" y="2"/>
                      <a:pt x="53" y="2"/>
                    </a:cubicBezTo>
                    <a:cubicBezTo>
                      <a:pt x="52" y="5"/>
                      <a:pt x="51" y="11"/>
                      <a:pt x="49" y="19"/>
                    </a:cubicBezTo>
                    <a:cubicBezTo>
                      <a:pt x="74" y="19"/>
                      <a:pt x="74" y="19"/>
                      <a:pt x="74" y="19"/>
                    </a:cubicBezTo>
                    <a:cubicBezTo>
                      <a:pt x="74" y="17"/>
                      <a:pt x="74" y="16"/>
                      <a:pt x="74" y="15"/>
                    </a:cubicBezTo>
                    <a:cubicBezTo>
                      <a:pt x="74" y="12"/>
                      <a:pt x="75" y="6"/>
                      <a:pt x="77" y="0"/>
                    </a:cubicBezTo>
                    <a:close/>
                    <a:moveTo>
                      <a:pt x="23" y="0"/>
                    </a:moveTo>
                    <a:cubicBezTo>
                      <a:pt x="6" y="0"/>
                      <a:pt x="6" y="0"/>
                      <a:pt x="6" y="0"/>
                    </a:cubicBezTo>
                    <a:cubicBezTo>
                      <a:pt x="5" y="5"/>
                      <a:pt x="0" y="11"/>
                      <a:pt x="0" y="17"/>
                    </a:cubicBezTo>
                    <a:cubicBezTo>
                      <a:pt x="0" y="19"/>
                      <a:pt x="0" y="19"/>
                      <a:pt x="0" y="19"/>
                    </a:cubicBezTo>
                    <a:cubicBezTo>
                      <a:pt x="21" y="19"/>
                      <a:pt x="21" y="19"/>
                      <a:pt x="21" y="19"/>
                    </a:cubicBezTo>
                    <a:cubicBezTo>
                      <a:pt x="21" y="17"/>
                      <a:pt x="21" y="16"/>
                      <a:pt x="21" y="15"/>
                    </a:cubicBezTo>
                    <a:cubicBezTo>
                      <a:pt x="20" y="11"/>
                      <a:pt x="20" y="5"/>
                      <a:pt x="22" y="2"/>
                    </a:cubicBezTo>
                    <a:cubicBezTo>
                      <a:pt x="22" y="1"/>
                      <a:pt x="23" y="1"/>
                      <a:pt x="23"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2" name="Freeform 360"/>
              <p:cNvSpPr>
                <a:spLocks noEditPoints="1"/>
              </p:cNvSpPr>
              <p:nvPr/>
            </p:nvSpPr>
            <p:spPr bwMode="auto">
              <a:xfrm>
                <a:off x="2088" y="1248"/>
                <a:ext cx="146" cy="34"/>
              </a:xfrm>
              <a:custGeom>
                <a:avLst/>
                <a:gdLst>
                  <a:gd name="T0" fmla="*/ 76 w 76"/>
                  <a:gd name="T1" fmla="*/ 0 h 18"/>
                  <a:gd name="T2" fmla="*/ 53 w 76"/>
                  <a:gd name="T3" fmla="*/ 0 h 18"/>
                  <a:gd name="T4" fmla="*/ 53 w 76"/>
                  <a:gd name="T5" fmla="*/ 0 h 18"/>
                  <a:gd name="T6" fmla="*/ 49 w 76"/>
                  <a:gd name="T7" fmla="*/ 18 h 18"/>
                  <a:gd name="T8" fmla="*/ 74 w 76"/>
                  <a:gd name="T9" fmla="*/ 18 h 18"/>
                  <a:gd name="T10" fmla="*/ 74 w 76"/>
                  <a:gd name="T11" fmla="*/ 13 h 18"/>
                  <a:gd name="T12" fmla="*/ 76 w 76"/>
                  <a:gd name="T13" fmla="*/ 0 h 18"/>
                  <a:gd name="T14" fmla="*/ 22 w 76"/>
                  <a:gd name="T15" fmla="*/ 0 h 18"/>
                  <a:gd name="T16" fmla="*/ 6 w 76"/>
                  <a:gd name="T17" fmla="*/ 0 h 18"/>
                  <a:gd name="T18" fmla="*/ 0 w 76"/>
                  <a:gd name="T19" fmla="*/ 15 h 18"/>
                  <a:gd name="T20" fmla="*/ 0 w 76"/>
                  <a:gd name="T21" fmla="*/ 18 h 18"/>
                  <a:gd name="T22" fmla="*/ 21 w 76"/>
                  <a:gd name="T23" fmla="*/ 18 h 18"/>
                  <a:gd name="T24" fmla="*/ 21 w 76"/>
                  <a:gd name="T25" fmla="*/ 13 h 18"/>
                  <a:gd name="T26" fmla="*/ 22 w 76"/>
                  <a:gd name="T27" fmla="*/ 0 h 18"/>
                  <a:gd name="T28" fmla="*/ 22 w 76"/>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18">
                    <a:moveTo>
                      <a:pt x="76" y="0"/>
                    </a:moveTo>
                    <a:cubicBezTo>
                      <a:pt x="53" y="0"/>
                      <a:pt x="53" y="0"/>
                      <a:pt x="53" y="0"/>
                    </a:cubicBezTo>
                    <a:cubicBezTo>
                      <a:pt x="53" y="0"/>
                      <a:pt x="53" y="0"/>
                      <a:pt x="53" y="0"/>
                    </a:cubicBezTo>
                    <a:cubicBezTo>
                      <a:pt x="52" y="3"/>
                      <a:pt x="51" y="10"/>
                      <a:pt x="49" y="18"/>
                    </a:cubicBezTo>
                    <a:cubicBezTo>
                      <a:pt x="74" y="18"/>
                      <a:pt x="74" y="18"/>
                      <a:pt x="74" y="18"/>
                    </a:cubicBezTo>
                    <a:cubicBezTo>
                      <a:pt x="74" y="16"/>
                      <a:pt x="74" y="14"/>
                      <a:pt x="74" y="13"/>
                    </a:cubicBezTo>
                    <a:cubicBezTo>
                      <a:pt x="74" y="11"/>
                      <a:pt x="75" y="5"/>
                      <a:pt x="76" y="0"/>
                    </a:cubicBezTo>
                    <a:close/>
                    <a:moveTo>
                      <a:pt x="22" y="0"/>
                    </a:moveTo>
                    <a:cubicBezTo>
                      <a:pt x="6" y="0"/>
                      <a:pt x="6" y="0"/>
                      <a:pt x="6" y="0"/>
                    </a:cubicBezTo>
                    <a:cubicBezTo>
                      <a:pt x="4" y="4"/>
                      <a:pt x="0" y="10"/>
                      <a:pt x="0" y="15"/>
                    </a:cubicBezTo>
                    <a:cubicBezTo>
                      <a:pt x="0" y="16"/>
                      <a:pt x="0" y="17"/>
                      <a:pt x="0" y="18"/>
                    </a:cubicBezTo>
                    <a:cubicBezTo>
                      <a:pt x="21" y="18"/>
                      <a:pt x="21" y="18"/>
                      <a:pt x="21" y="18"/>
                    </a:cubicBezTo>
                    <a:cubicBezTo>
                      <a:pt x="21" y="16"/>
                      <a:pt x="21" y="15"/>
                      <a:pt x="21" y="13"/>
                    </a:cubicBezTo>
                    <a:cubicBezTo>
                      <a:pt x="20" y="9"/>
                      <a:pt x="20" y="3"/>
                      <a:pt x="22" y="0"/>
                    </a:cubicBezTo>
                    <a:cubicBezTo>
                      <a:pt x="22" y="0"/>
                      <a:pt x="22" y="0"/>
                      <a:pt x="22"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3" name="Freeform 361"/>
              <p:cNvSpPr>
                <a:spLocks noEditPoints="1"/>
              </p:cNvSpPr>
              <p:nvPr/>
            </p:nvSpPr>
            <p:spPr bwMode="auto">
              <a:xfrm>
                <a:off x="2088" y="1250"/>
                <a:ext cx="146" cy="34"/>
              </a:xfrm>
              <a:custGeom>
                <a:avLst/>
                <a:gdLst>
                  <a:gd name="T0" fmla="*/ 76 w 76"/>
                  <a:gd name="T1" fmla="*/ 0 h 18"/>
                  <a:gd name="T2" fmla="*/ 53 w 76"/>
                  <a:gd name="T3" fmla="*/ 0 h 18"/>
                  <a:gd name="T4" fmla="*/ 49 w 76"/>
                  <a:gd name="T5" fmla="*/ 18 h 18"/>
                  <a:gd name="T6" fmla="*/ 73 w 76"/>
                  <a:gd name="T7" fmla="*/ 18 h 18"/>
                  <a:gd name="T8" fmla="*/ 74 w 76"/>
                  <a:gd name="T9" fmla="*/ 12 h 18"/>
                  <a:gd name="T10" fmla="*/ 76 w 76"/>
                  <a:gd name="T11" fmla="*/ 0 h 18"/>
                  <a:gd name="T12" fmla="*/ 21 w 76"/>
                  <a:gd name="T13" fmla="*/ 0 h 18"/>
                  <a:gd name="T14" fmla="*/ 5 w 76"/>
                  <a:gd name="T15" fmla="*/ 0 h 18"/>
                  <a:gd name="T16" fmla="*/ 0 w 76"/>
                  <a:gd name="T17" fmla="*/ 14 h 18"/>
                  <a:gd name="T18" fmla="*/ 0 w 76"/>
                  <a:gd name="T19" fmla="*/ 18 h 18"/>
                  <a:gd name="T20" fmla="*/ 22 w 76"/>
                  <a:gd name="T21" fmla="*/ 18 h 18"/>
                  <a:gd name="T22" fmla="*/ 21 w 76"/>
                  <a:gd name="T23" fmla="*/ 12 h 18"/>
                  <a:gd name="T24" fmla="*/ 21 w 76"/>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8">
                    <a:moveTo>
                      <a:pt x="76" y="0"/>
                    </a:moveTo>
                    <a:cubicBezTo>
                      <a:pt x="53" y="0"/>
                      <a:pt x="53" y="0"/>
                      <a:pt x="53" y="0"/>
                    </a:cubicBezTo>
                    <a:cubicBezTo>
                      <a:pt x="52" y="3"/>
                      <a:pt x="51" y="10"/>
                      <a:pt x="49" y="18"/>
                    </a:cubicBezTo>
                    <a:cubicBezTo>
                      <a:pt x="73" y="18"/>
                      <a:pt x="73" y="18"/>
                      <a:pt x="73" y="18"/>
                    </a:cubicBezTo>
                    <a:cubicBezTo>
                      <a:pt x="74" y="16"/>
                      <a:pt x="74" y="14"/>
                      <a:pt x="74" y="12"/>
                    </a:cubicBezTo>
                    <a:cubicBezTo>
                      <a:pt x="74" y="10"/>
                      <a:pt x="75" y="5"/>
                      <a:pt x="76" y="0"/>
                    </a:cubicBezTo>
                    <a:close/>
                    <a:moveTo>
                      <a:pt x="21" y="0"/>
                    </a:moveTo>
                    <a:cubicBezTo>
                      <a:pt x="5" y="0"/>
                      <a:pt x="5" y="0"/>
                      <a:pt x="5" y="0"/>
                    </a:cubicBezTo>
                    <a:cubicBezTo>
                      <a:pt x="4" y="4"/>
                      <a:pt x="0" y="9"/>
                      <a:pt x="0" y="14"/>
                    </a:cubicBezTo>
                    <a:cubicBezTo>
                      <a:pt x="0" y="16"/>
                      <a:pt x="0" y="17"/>
                      <a:pt x="0" y="18"/>
                    </a:cubicBezTo>
                    <a:cubicBezTo>
                      <a:pt x="22" y="18"/>
                      <a:pt x="22" y="18"/>
                      <a:pt x="22" y="18"/>
                    </a:cubicBezTo>
                    <a:cubicBezTo>
                      <a:pt x="21" y="16"/>
                      <a:pt x="21" y="14"/>
                      <a:pt x="21" y="12"/>
                    </a:cubicBezTo>
                    <a:cubicBezTo>
                      <a:pt x="20" y="8"/>
                      <a:pt x="20" y="3"/>
                      <a:pt x="21" y="0"/>
                    </a:cubicBez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4" name="Freeform 362"/>
              <p:cNvSpPr>
                <a:spLocks noEditPoints="1"/>
              </p:cNvSpPr>
              <p:nvPr/>
            </p:nvSpPr>
            <p:spPr bwMode="auto">
              <a:xfrm>
                <a:off x="2088" y="1251"/>
                <a:ext cx="146" cy="35"/>
              </a:xfrm>
              <a:custGeom>
                <a:avLst/>
                <a:gdLst>
                  <a:gd name="T0" fmla="*/ 76 w 76"/>
                  <a:gd name="T1" fmla="*/ 0 h 18"/>
                  <a:gd name="T2" fmla="*/ 53 w 76"/>
                  <a:gd name="T3" fmla="*/ 0 h 18"/>
                  <a:gd name="T4" fmla="*/ 49 w 76"/>
                  <a:gd name="T5" fmla="*/ 18 h 18"/>
                  <a:gd name="T6" fmla="*/ 73 w 76"/>
                  <a:gd name="T7" fmla="*/ 18 h 18"/>
                  <a:gd name="T8" fmla="*/ 74 w 76"/>
                  <a:gd name="T9" fmla="*/ 11 h 18"/>
                  <a:gd name="T10" fmla="*/ 76 w 76"/>
                  <a:gd name="T11" fmla="*/ 0 h 18"/>
                  <a:gd name="T12" fmla="*/ 21 w 76"/>
                  <a:gd name="T13" fmla="*/ 0 h 18"/>
                  <a:gd name="T14" fmla="*/ 5 w 76"/>
                  <a:gd name="T15" fmla="*/ 0 h 18"/>
                  <a:gd name="T16" fmla="*/ 0 w 76"/>
                  <a:gd name="T17" fmla="*/ 13 h 18"/>
                  <a:gd name="T18" fmla="*/ 0 w 76"/>
                  <a:gd name="T19" fmla="*/ 18 h 18"/>
                  <a:gd name="T20" fmla="*/ 22 w 76"/>
                  <a:gd name="T21" fmla="*/ 18 h 18"/>
                  <a:gd name="T22" fmla="*/ 21 w 76"/>
                  <a:gd name="T23" fmla="*/ 11 h 18"/>
                  <a:gd name="T24" fmla="*/ 21 w 76"/>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8">
                    <a:moveTo>
                      <a:pt x="76" y="0"/>
                    </a:moveTo>
                    <a:cubicBezTo>
                      <a:pt x="53" y="0"/>
                      <a:pt x="53" y="0"/>
                      <a:pt x="53" y="0"/>
                    </a:cubicBezTo>
                    <a:cubicBezTo>
                      <a:pt x="52" y="4"/>
                      <a:pt x="50" y="11"/>
                      <a:pt x="49" y="18"/>
                    </a:cubicBezTo>
                    <a:cubicBezTo>
                      <a:pt x="73" y="18"/>
                      <a:pt x="73" y="18"/>
                      <a:pt x="73" y="18"/>
                    </a:cubicBezTo>
                    <a:cubicBezTo>
                      <a:pt x="74" y="15"/>
                      <a:pt x="74" y="13"/>
                      <a:pt x="74" y="11"/>
                    </a:cubicBezTo>
                    <a:cubicBezTo>
                      <a:pt x="74" y="9"/>
                      <a:pt x="75" y="5"/>
                      <a:pt x="76" y="0"/>
                    </a:cubicBezTo>
                    <a:close/>
                    <a:moveTo>
                      <a:pt x="21" y="0"/>
                    </a:moveTo>
                    <a:cubicBezTo>
                      <a:pt x="5" y="0"/>
                      <a:pt x="5" y="0"/>
                      <a:pt x="5" y="0"/>
                    </a:cubicBezTo>
                    <a:cubicBezTo>
                      <a:pt x="3" y="4"/>
                      <a:pt x="0" y="9"/>
                      <a:pt x="0" y="13"/>
                    </a:cubicBezTo>
                    <a:cubicBezTo>
                      <a:pt x="0" y="15"/>
                      <a:pt x="0" y="17"/>
                      <a:pt x="0" y="18"/>
                    </a:cubicBezTo>
                    <a:cubicBezTo>
                      <a:pt x="22" y="18"/>
                      <a:pt x="22" y="18"/>
                      <a:pt x="22" y="18"/>
                    </a:cubicBezTo>
                    <a:cubicBezTo>
                      <a:pt x="22" y="16"/>
                      <a:pt x="21" y="14"/>
                      <a:pt x="21" y="11"/>
                    </a:cubicBezTo>
                    <a:cubicBezTo>
                      <a:pt x="20" y="8"/>
                      <a:pt x="20" y="3"/>
                      <a:pt x="21"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5" name="Freeform 363"/>
              <p:cNvSpPr>
                <a:spLocks noEditPoints="1"/>
              </p:cNvSpPr>
              <p:nvPr/>
            </p:nvSpPr>
            <p:spPr bwMode="auto">
              <a:xfrm>
                <a:off x="2088" y="1253"/>
                <a:ext cx="146" cy="37"/>
              </a:xfrm>
              <a:custGeom>
                <a:avLst/>
                <a:gdLst>
                  <a:gd name="T0" fmla="*/ 76 w 76"/>
                  <a:gd name="T1" fmla="*/ 0 h 19"/>
                  <a:gd name="T2" fmla="*/ 52 w 76"/>
                  <a:gd name="T3" fmla="*/ 0 h 19"/>
                  <a:gd name="T4" fmla="*/ 48 w 76"/>
                  <a:gd name="T5" fmla="*/ 19 h 19"/>
                  <a:gd name="T6" fmla="*/ 73 w 76"/>
                  <a:gd name="T7" fmla="*/ 19 h 19"/>
                  <a:gd name="T8" fmla="*/ 74 w 76"/>
                  <a:gd name="T9" fmla="*/ 10 h 19"/>
                  <a:gd name="T10" fmla="*/ 76 w 76"/>
                  <a:gd name="T11" fmla="*/ 0 h 19"/>
                  <a:gd name="T12" fmla="*/ 21 w 76"/>
                  <a:gd name="T13" fmla="*/ 0 h 19"/>
                  <a:gd name="T14" fmla="*/ 4 w 76"/>
                  <a:gd name="T15" fmla="*/ 0 h 19"/>
                  <a:gd name="T16" fmla="*/ 0 w 76"/>
                  <a:gd name="T17" fmla="*/ 12 h 19"/>
                  <a:gd name="T18" fmla="*/ 0 w 76"/>
                  <a:gd name="T19" fmla="*/ 19 h 19"/>
                  <a:gd name="T20" fmla="*/ 22 w 76"/>
                  <a:gd name="T21" fmla="*/ 19 h 19"/>
                  <a:gd name="T22" fmla="*/ 21 w 76"/>
                  <a:gd name="T23" fmla="*/ 10 h 19"/>
                  <a:gd name="T24" fmla="*/ 21 w 76"/>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9">
                    <a:moveTo>
                      <a:pt x="76" y="0"/>
                    </a:moveTo>
                    <a:cubicBezTo>
                      <a:pt x="52" y="0"/>
                      <a:pt x="52" y="0"/>
                      <a:pt x="52" y="0"/>
                    </a:cubicBezTo>
                    <a:cubicBezTo>
                      <a:pt x="51" y="5"/>
                      <a:pt x="50" y="12"/>
                      <a:pt x="48" y="19"/>
                    </a:cubicBezTo>
                    <a:cubicBezTo>
                      <a:pt x="73" y="19"/>
                      <a:pt x="73" y="19"/>
                      <a:pt x="73" y="19"/>
                    </a:cubicBezTo>
                    <a:cubicBezTo>
                      <a:pt x="74" y="15"/>
                      <a:pt x="74" y="12"/>
                      <a:pt x="74" y="10"/>
                    </a:cubicBezTo>
                    <a:cubicBezTo>
                      <a:pt x="74" y="8"/>
                      <a:pt x="75" y="4"/>
                      <a:pt x="76" y="0"/>
                    </a:cubicBezTo>
                    <a:close/>
                    <a:moveTo>
                      <a:pt x="21" y="0"/>
                    </a:moveTo>
                    <a:cubicBezTo>
                      <a:pt x="4" y="0"/>
                      <a:pt x="4" y="0"/>
                      <a:pt x="4" y="0"/>
                    </a:cubicBezTo>
                    <a:cubicBezTo>
                      <a:pt x="2" y="4"/>
                      <a:pt x="0" y="8"/>
                      <a:pt x="0" y="12"/>
                    </a:cubicBezTo>
                    <a:cubicBezTo>
                      <a:pt x="0" y="14"/>
                      <a:pt x="0" y="16"/>
                      <a:pt x="0" y="19"/>
                    </a:cubicBezTo>
                    <a:cubicBezTo>
                      <a:pt x="22" y="19"/>
                      <a:pt x="22" y="19"/>
                      <a:pt x="22" y="19"/>
                    </a:cubicBezTo>
                    <a:cubicBezTo>
                      <a:pt x="22" y="16"/>
                      <a:pt x="21" y="13"/>
                      <a:pt x="21" y="10"/>
                    </a:cubicBezTo>
                    <a:cubicBezTo>
                      <a:pt x="20" y="7"/>
                      <a:pt x="20" y="3"/>
                      <a:pt x="21" y="0"/>
                    </a:cubicBezTo>
                    <a:close/>
                  </a:path>
                </a:pathLst>
              </a:custGeom>
              <a:solidFill>
                <a:srgbClr val="F8F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6" name="Freeform 364"/>
              <p:cNvSpPr>
                <a:spLocks noEditPoints="1"/>
              </p:cNvSpPr>
              <p:nvPr/>
            </p:nvSpPr>
            <p:spPr bwMode="auto">
              <a:xfrm>
                <a:off x="2086" y="1257"/>
                <a:ext cx="146" cy="35"/>
              </a:xfrm>
              <a:custGeom>
                <a:avLst/>
                <a:gdLst>
                  <a:gd name="T0" fmla="*/ 76 w 76"/>
                  <a:gd name="T1" fmla="*/ 0 h 18"/>
                  <a:gd name="T2" fmla="*/ 53 w 76"/>
                  <a:gd name="T3" fmla="*/ 0 h 18"/>
                  <a:gd name="T4" fmla="*/ 49 w 76"/>
                  <a:gd name="T5" fmla="*/ 18 h 18"/>
                  <a:gd name="T6" fmla="*/ 74 w 76"/>
                  <a:gd name="T7" fmla="*/ 18 h 18"/>
                  <a:gd name="T8" fmla="*/ 75 w 76"/>
                  <a:gd name="T9" fmla="*/ 8 h 18"/>
                  <a:gd name="T10" fmla="*/ 76 w 76"/>
                  <a:gd name="T11" fmla="*/ 0 h 18"/>
                  <a:gd name="T12" fmla="*/ 21 w 76"/>
                  <a:gd name="T13" fmla="*/ 0 h 18"/>
                  <a:gd name="T14" fmla="*/ 5 w 76"/>
                  <a:gd name="T15" fmla="*/ 0 h 18"/>
                  <a:gd name="T16" fmla="*/ 1 w 76"/>
                  <a:gd name="T17" fmla="*/ 10 h 18"/>
                  <a:gd name="T18" fmla="*/ 0 w 76"/>
                  <a:gd name="T19" fmla="*/ 18 h 18"/>
                  <a:gd name="T20" fmla="*/ 23 w 76"/>
                  <a:gd name="T21" fmla="*/ 18 h 18"/>
                  <a:gd name="T22" fmla="*/ 22 w 76"/>
                  <a:gd name="T23" fmla="*/ 8 h 18"/>
                  <a:gd name="T24" fmla="*/ 21 w 76"/>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8">
                    <a:moveTo>
                      <a:pt x="76" y="0"/>
                    </a:moveTo>
                    <a:cubicBezTo>
                      <a:pt x="53" y="0"/>
                      <a:pt x="53" y="0"/>
                      <a:pt x="53" y="0"/>
                    </a:cubicBezTo>
                    <a:cubicBezTo>
                      <a:pt x="52" y="4"/>
                      <a:pt x="51" y="11"/>
                      <a:pt x="49" y="18"/>
                    </a:cubicBezTo>
                    <a:cubicBezTo>
                      <a:pt x="74" y="18"/>
                      <a:pt x="74" y="18"/>
                      <a:pt x="74" y="18"/>
                    </a:cubicBezTo>
                    <a:cubicBezTo>
                      <a:pt x="74" y="14"/>
                      <a:pt x="75" y="10"/>
                      <a:pt x="75" y="8"/>
                    </a:cubicBezTo>
                    <a:cubicBezTo>
                      <a:pt x="75" y="7"/>
                      <a:pt x="76" y="3"/>
                      <a:pt x="76" y="0"/>
                    </a:cubicBezTo>
                    <a:close/>
                    <a:moveTo>
                      <a:pt x="21" y="0"/>
                    </a:moveTo>
                    <a:cubicBezTo>
                      <a:pt x="5" y="0"/>
                      <a:pt x="5" y="0"/>
                      <a:pt x="5" y="0"/>
                    </a:cubicBezTo>
                    <a:cubicBezTo>
                      <a:pt x="3" y="3"/>
                      <a:pt x="1" y="7"/>
                      <a:pt x="1" y="10"/>
                    </a:cubicBezTo>
                    <a:cubicBezTo>
                      <a:pt x="1" y="13"/>
                      <a:pt x="1" y="15"/>
                      <a:pt x="0" y="18"/>
                    </a:cubicBezTo>
                    <a:cubicBezTo>
                      <a:pt x="23" y="18"/>
                      <a:pt x="23" y="18"/>
                      <a:pt x="23" y="18"/>
                    </a:cubicBezTo>
                    <a:cubicBezTo>
                      <a:pt x="23" y="14"/>
                      <a:pt x="22" y="12"/>
                      <a:pt x="22" y="8"/>
                    </a:cubicBezTo>
                    <a:cubicBezTo>
                      <a:pt x="21" y="5"/>
                      <a:pt x="21" y="2"/>
                      <a:pt x="21" y="0"/>
                    </a:cubicBezTo>
                    <a:close/>
                  </a:path>
                </a:pathLst>
              </a:custGeom>
              <a:solidFill>
                <a:srgbClr val="F9F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7" name="Freeform 365"/>
              <p:cNvSpPr>
                <a:spLocks noEditPoints="1"/>
              </p:cNvSpPr>
              <p:nvPr/>
            </p:nvSpPr>
            <p:spPr bwMode="auto">
              <a:xfrm>
                <a:off x="2086" y="1259"/>
                <a:ext cx="146" cy="35"/>
              </a:xfrm>
              <a:custGeom>
                <a:avLst/>
                <a:gdLst>
                  <a:gd name="T0" fmla="*/ 76 w 76"/>
                  <a:gd name="T1" fmla="*/ 0 h 18"/>
                  <a:gd name="T2" fmla="*/ 53 w 76"/>
                  <a:gd name="T3" fmla="*/ 0 h 18"/>
                  <a:gd name="T4" fmla="*/ 49 w 76"/>
                  <a:gd name="T5" fmla="*/ 18 h 18"/>
                  <a:gd name="T6" fmla="*/ 74 w 76"/>
                  <a:gd name="T7" fmla="*/ 18 h 18"/>
                  <a:gd name="T8" fmla="*/ 75 w 76"/>
                  <a:gd name="T9" fmla="*/ 7 h 18"/>
                  <a:gd name="T10" fmla="*/ 76 w 76"/>
                  <a:gd name="T11" fmla="*/ 0 h 18"/>
                  <a:gd name="T12" fmla="*/ 21 w 76"/>
                  <a:gd name="T13" fmla="*/ 0 h 18"/>
                  <a:gd name="T14" fmla="*/ 4 w 76"/>
                  <a:gd name="T15" fmla="*/ 0 h 18"/>
                  <a:gd name="T16" fmla="*/ 1 w 76"/>
                  <a:gd name="T17" fmla="*/ 9 h 18"/>
                  <a:gd name="T18" fmla="*/ 0 w 76"/>
                  <a:gd name="T19" fmla="*/ 18 h 18"/>
                  <a:gd name="T20" fmla="*/ 23 w 76"/>
                  <a:gd name="T21" fmla="*/ 18 h 18"/>
                  <a:gd name="T22" fmla="*/ 22 w 76"/>
                  <a:gd name="T23" fmla="*/ 7 h 18"/>
                  <a:gd name="T24" fmla="*/ 21 w 76"/>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8">
                    <a:moveTo>
                      <a:pt x="76" y="0"/>
                    </a:moveTo>
                    <a:cubicBezTo>
                      <a:pt x="53" y="0"/>
                      <a:pt x="53" y="0"/>
                      <a:pt x="53" y="0"/>
                    </a:cubicBezTo>
                    <a:cubicBezTo>
                      <a:pt x="52" y="5"/>
                      <a:pt x="50" y="12"/>
                      <a:pt x="49" y="18"/>
                    </a:cubicBezTo>
                    <a:cubicBezTo>
                      <a:pt x="74" y="18"/>
                      <a:pt x="74" y="18"/>
                      <a:pt x="74" y="18"/>
                    </a:cubicBezTo>
                    <a:cubicBezTo>
                      <a:pt x="74" y="14"/>
                      <a:pt x="75" y="10"/>
                      <a:pt x="75" y="7"/>
                    </a:cubicBezTo>
                    <a:cubicBezTo>
                      <a:pt x="75" y="6"/>
                      <a:pt x="76" y="3"/>
                      <a:pt x="76" y="0"/>
                    </a:cubicBezTo>
                    <a:close/>
                    <a:moveTo>
                      <a:pt x="21" y="0"/>
                    </a:moveTo>
                    <a:cubicBezTo>
                      <a:pt x="4" y="0"/>
                      <a:pt x="4" y="0"/>
                      <a:pt x="4" y="0"/>
                    </a:cubicBezTo>
                    <a:cubicBezTo>
                      <a:pt x="2" y="3"/>
                      <a:pt x="1" y="6"/>
                      <a:pt x="1" y="9"/>
                    </a:cubicBezTo>
                    <a:cubicBezTo>
                      <a:pt x="1" y="12"/>
                      <a:pt x="1" y="15"/>
                      <a:pt x="0" y="18"/>
                    </a:cubicBezTo>
                    <a:cubicBezTo>
                      <a:pt x="23" y="18"/>
                      <a:pt x="23" y="18"/>
                      <a:pt x="23" y="18"/>
                    </a:cubicBezTo>
                    <a:cubicBezTo>
                      <a:pt x="23" y="14"/>
                      <a:pt x="22" y="11"/>
                      <a:pt x="22" y="7"/>
                    </a:cubicBezTo>
                    <a:cubicBezTo>
                      <a:pt x="21" y="5"/>
                      <a:pt x="21" y="2"/>
                      <a:pt x="21"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8" name="Freeform 366"/>
              <p:cNvSpPr>
                <a:spLocks noEditPoints="1"/>
              </p:cNvSpPr>
              <p:nvPr/>
            </p:nvSpPr>
            <p:spPr bwMode="auto">
              <a:xfrm>
                <a:off x="2086" y="1261"/>
                <a:ext cx="146" cy="34"/>
              </a:xfrm>
              <a:custGeom>
                <a:avLst/>
                <a:gdLst>
                  <a:gd name="T0" fmla="*/ 76 w 76"/>
                  <a:gd name="T1" fmla="*/ 0 h 18"/>
                  <a:gd name="T2" fmla="*/ 53 w 76"/>
                  <a:gd name="T3" fmla="*/ 0 h 18"/>
                  <a:gd name="T4" fmla="*/ 48 w 76"/>
                  <a:gd name="T5" fmla="*/ 18 h 18"/>
                  <a:gd name="T6" fmla="*/ 74 w 76"/>
                  <a:gd name="T7" fmla="*/ 18 h 18"/>
                  <a:gd name="T8" fmla="*/ 75 w 76"/>
                  <a:gd name="T9" fmla="*/ 6 h 18"/>
                  <a:gd name="T10" fmla="*/ 76 w 76"/>
                  <a:gd name="T11" fmla="*/ 0 h 18"/>
                  <a:gd name="T12" fmla="*/ 21 w 76"/>
                  <a:gd name="T13" fmla="*/ 0 h 18"/>
                  <a:gd name="T14" fmla="*/ 3 w 76"/>
                  <a:gd name="T15" fmla="*/ 0 h 18"/>
                  <a:gd name="T16" fmla="*/ 1 w 76"/>
                  <a:gd name="T17" fmla="*/ 8 h 18"/>
                  <a:gd name="T18" fmla="*/ 0 w 76"/>
                  <a:gd name="T19" fmla="*/ 18 h 18"/>
                  <a:gd name="T20" fmla="*/ 23 w 76"/>
                  <a:gd name="T21" fmla="*/ 18 h 18"/>
                  <a:gd name="T22" fmla="*/ 22 w 76"/>
                  <a:gd name="T23" fmla="*/ 6 h 18"/>
                  <a:gd name="T24" fmla="*/ 21 w 76"/>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8">
                    <a:moveTo>
                      <a:pt x="76" y="0"/>
                    </a:moveTo>
                    <a:cubicBezTo>
                      <a:pt x="53" y="0"/>
                      <a:pt x="53" y="0"/>
                      <a:pt x="53" y="0"/>
                    </a:cubicBezTo>
                    <a:cubicBezTo>
                      <a:pt x="51" y="5"/>
                      <a:pt x="50" y="12"/>
                      <a:pt x="48" y="18"/>
                    </a:cubicBezTo>
                    <a:cubicBezTo>
                      <a:pt x="74" y="18"/>
                      <a:pt x="74" y="18"/>
                      <a:pt x="74" y="18"/>
                    </a:cubicBezTo>
                    <a:cubicBezTo>
                      <a:pt x="74" y="13"/>
                      <a:pt x="75" y="9"/>
                      <a:pt x="75" y="6"/>
                    </a:cubicBezTo>
                    <a:cubicBezTo>
                      <a:pt x="75" y="5"/>
                      <a:pt x="75" y="3"/>
                      <a:pt x="76" y="0"/>
                    </a:cubicBezTo>
                    <a:close/>
                    <a:moveTo>
                      <a:pt x="21" y="0"/>
                    </a:moveTo>
                    <a:cubicBezTo>
                      <a:pt x="3" y="0"/>
                      <a:pt x="3" y="0"/>
                      <a:pt x="3" y="0"/>
                    </a:cubicBezTo>
                    <a:cubicBezTo>
                      <a:pt x="2" y="3"/>
                      <a:pt x="1" y="6"/>
                      <a:pt x="1" y="8"/>
                    </a:cubicBezTo>
                    <a:cubicBezTo>
                      <a:pt x="1" y="11"/>
                      <a:pt x="1" y="15"/>
                      <a:pt x="0" y="18"/>
                    </a:cubicBezTo>
                    <a:cubicBezTo>
                      <a:pt x="23" y="18"/>
                      <a:pt x="23" y="18"/>
                      <a:pt x="23" y="18"/>
                    </a:cubicBezTo>
                    <a:cubicBezTo>
                      <a:pt x="24" y="14"/>
                      <a:pt x="22" y="10"/>
                      <a:pt x="22" y="6"/>
                    </a:cubicBezTo>
                    <a:cubicBezTo>
                      <a:pt x="21" y="4"/>
                      <a:pt x="21" y="2"/>
                      <a:pt x="21"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9" name="Freeform 367"/>
              <p:cNvSpPr>
                <a:spLocks noEditPoints="1"/>
              </p:cNvSpPr>
              <p:nvPr/>
            </p:nvSpPr>
            <p:spPr bwMode="auto">
              <a:xfrm>
                <a:off x="2086" y="1263"/>
                <a:ext cx="146" cy="36"/>
              </a:xfrm>
              <a:custGeom>
                <a:avLst/>
                <a:gdLst>
                  <a:gd name="T0" fmla="*/ 76 w 76"/>
                  <a:gd name="T1" fmla="*/ 0 h 19"/>
                  <a:gd name="T2" fmla="*/ 52 w 76"/>
                  <a:gd name="T3" fmla="*/ 0 h 19"/>
                  <a:gd name="T4" fmla="*/ 48 w 76"/>
                  <a:gd name="T5" fmla="*/ 19 h 19"/>
                  <a:gd name="T6" fmla="*/ 74 w 76"/>
                  <a:gd name="T7" fmla="*/ 19 h 19"/>
                  <a:gd name="T8" fmla="*/ 75 w 76"/>
                  <a:gd name="T9" fmla="*/ 5 h 19"/>
                  <a:gd name="T10" fmla="*/ 76 w 76"/>
                  <a:gd name="T11" fmla="*/ 0 h 19"/>
                  <a:gd name="T12" fmla="*/ 21 w 76"/>
                  <a:gd name="T13" fmla="*/ 0 h 19"/>
                  <a:gd name="T14" fmla="*/ 3 w 76"/>
                  <a:gd name="T15" fmla="*/ 0 h 19"/>
                  <a:gd name="T16" fmla="*/ 1 w 76"/>
                  <a:gd name="T17" fmla="*/ 7 h 19"/>
                  <a:gd name="T18" fmla="*/ 0 w 76"/>
                  <a:gd name="T19" fmla="*/ 19 h 19"/>
                  <a:gd name="T20" fmla="*/ 22 w 76"/>
                  <a:gd name="T21" fmla="*/ 19 h 19"/>
                  <a:gd name="T22" fmla="*/ 22 w 76"/>
                  <a:gd name="T23" fmla="*/ 19 h 19"/>
                  <a:gd name="T24" fmla="*/ 22 w 76"/>
                  <a:gd name="T25" fmla="*/ 5 h 19"/>
                  <a:gd name="T26" fmla="*/ 21 w 76"/>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6" h="19">
                    <a:moveTo>
                      <a:pt x="76" y="0"/>
                    </a:moveTo>
                    <a:cubicBezTo>
                      <a:pt x="52" y="0"/>
                      <a:pt x="52" y="0"/>
                      <a:pt x="52" y="0"/>
                    </a:cubicBezTo>
                    <a:cubicBezTo>
                      <a:pt x="51" y="6"/>
                      <a:pt x="50" y="12"/>
                      <a:pt x="48" y="19"/>
                    </a:cubicBezTo>
                    <a:cubicBezTo>
                      <a:pt x="74" y="19"/>
                      <a:pt x="74" y="19"/>
                      <a:pt x="74" y="19"/>
                    </a:cubicBezTo>
                    <a:cubicBezTo>
                      <a:pt x="74" y="13"/>
                      <a:pt x="75" y="8"/>
                      <a:pt x="75" y="5"/>
                    </a:cubicBezTo>
                    <a:cubicBezTo>
                      <a:pt x="75" y="4"/>
                      <a:pt x="75" y="2"/>
                      <a:pt x="76" y="0"/>
                    </a:cubicBezTo>
                    <a:close/>
                    <a:moveTo>
                      <a:pt x="21" y="0"/>
                    </a:moveTo>
                    <a:cubicBezTo>
                      <a:pt x="3" y="0"/>
                      <a:pt x="3" y="0"/>
                      <a:pt x="3" y="0"/>
                    </a:cubicBezTo>
                    <a:cubicBezTo>
                      <a:pt x="2" y="3"/>
                      <a:pt x="1" y="5"/>
                      <a:pt x="1" y="7"/>
                    </a:cubicBezTo>
                    <a:cubicBezTo>
                      <a:pt x="1" y="11"/>
                      <a:pt x="0" y="15"/>
                      <a:pt x="0" y="19"/>
                    </a:cubicBezTo>
                    <a:cubicBezTo>
                      <a:pt x="22" y="19"/>
                      <a:pt x="22" y="19"/>
                      <a:pt x="22" y="19"/>
                    </a:cubicBezTo>
                    <a:cubicBezTo>
                      <a:pt x="22" y="19"/>
                      <a:pt x="22" y="19"/>
                      <a:pt x="22" y="19"/>
                    </a:cubicBezTo>
                    <a:cubicBezTo>
                      <a:pt x="24" y="13"/>
                      <a:pt x="22" y="10"/>
                      <a:pt x="22" y="5"/>
                    </a:cubicBezTo>
                    <a:cubicBezTo>
                      <a:pt x="22" y="4"/>
                      <a:pt x="21" y="2"/>
                      <a:pt x="21" y="0"/>
                    </a:cubicBezTo>
                    <a:close/>
                  </a:path>
                </a:pathLst>
              </a:custGeom>
              <a:solidFill>
                <a:srgbClr val="FD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0" name="Freeform 368"/>
              <p:cNvSpPr>
                <a:spLocks noEditPoints="1"/>
              </p:cNvSpPr>
              <p:nvPr/>
            </p:nvSpPr>
            <p:spPr bwMode="auto">
              <a:xfrm>
                <a:off x="2086" y="1267"/>
                <a:ext cx="144" cy="34"/>
              </a:xfrm>
              <a:custGeom>
                <a:avLst/>
                <a:gdLst>
                  <a:gd name="T0" fmla="*/ 75 w 75"/>
                  <a:gd name="T1" fmla="*/ 0 h 18"/>
                  <a:gd name="T2" fmla="*/ 52 w 75"/>
                  <a:gd name="T3" fmla="*/ 0 h 18"/>
                  <a:gd name="T4" fmla="*/ 48 w 75"/>
                  <a:gd name="T5" fmla="*/ 18 h 18"/>
                  <a:gd name="T6" fmla="*/ 74 w 75"/>
                  <a:gd name="T7" fmla="*/ 18 h 18"/>
                  <a:gd name="T8" fmla="*/ 75 w 75"/>
                  <a:gd name="T9" fmla="*/ 3 h 18"/>
                  <a:gd name="T10" fmla="*/ 75 w 75"/>
                  <a:gd name="T11" fmla="*/ 0 h 18"/>
                  <a:gd name="T12" fmla="*/ 21 w 75"/>
                  <a:gd name="T13" fmla="*/ 0 h 18"/>
                  <a:gd name="T14" fmla="*/ 2 w 75"/>
                  <a:gd name="T15" fmla="*/ 0 h 18"/>
                  <a:gd name="T16" fmla="*/ 1 w 75"/>
                  <a:gd name="T17" fmla="*/ 5 h 18"/>
                  <a:gd name="T18" fmla="*/ 0 w 75"/>
                  <a:gd name="T19" fmla="*/ 18 h 18"/>
                  <a:gd name="T20" fmla="*/ 22 w 75"/>
                  <a:gd name="T21" fmla="*/ 18 h 18"/>
                  <a:gd name="T22" fmla="*/ 22 w 75"/>
                  <a:gd name="T23" fmla="*/ 17 h 18"/>
                  <a:gd name="T24" fmla="*/ 22 w 75"/>
                  <a:gd name="T25" fmla="*/ 3 h 18"/>
                  <a:gd name="T26" fmla="*/ 21 w 75"/>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 h="18">
                    <a:moveTo>
                      <a:pt x="75" y="0"/>
                    </a:moveTo>
                    <a:cubicBezTo>
                      <a:pt x="52" y="0"/>
                      <a:pt x="52" y="0"/>
                      <a:pt x="52" y="0"/>
                    </a:cubicBezTo>
                    <a:cubicBezTo>
                      <a:pt x="51" y="5"/>
                      <a:pt x="49" y="12"/>
                      <a:pt x="48" y="18"/>
                    </a:cubicBezTo>
                    <a:cubicBezTo>
                      <a:pt x="74" y="18"/>
                      <a:pt x="74" y="18"/>
                      <a:pt x="74" y="18"/>
                    </a:cubicBezTo>
                    <a:cubicBezTo>
                      <a:pt x="74" y="12"/>
                      <a:pt x="75" y="6"/>
                      <a:pt x="75" y="3"/>
                    </a:cubicBezTo>
                    <a:cubicBezTo>
                      <a:pt x="75" y="2"/>
                      <a:pt x="75" y="1"/>
                      <a:pt x="75" y="0"/>
                    </a:cubicBezTo>
                    <a:close/>
                    <a:moveTo>
                      <a:pt x="21" y="0"/>
                    </a:moveTo>
                    <a:cubicBezTo>
                      <a:pt x="2" y="0"/>
                      <a:pt x="2" y="0"/>
                      <a:pt x="2" y="0"/>
                    </a:cubicBezTo>
                    <a:cubicBezTo>
                      <a:pt x="1" y="2"/>
                      <a:pt x="1" y="4"/>
                      <a:pt x="1" y="5"/>
                    </a:cubicBezTo>
                    <a:cubicBezTo>
                      <a:pt x="1" y="9"/>
                      <a:pt x="0" y="14"/>
                      <a:pt x="0" y="18"/>
                    </a:cubicBezTo>
                    <a:cubicBezTo>
                      <a:pt x="22" y="18"/>
                      <a:pt x="22" y="18"/>
                      <a:pt x="22" y="18"/>
                    </a:cubicBezTo>
                    <a:cubicBezTo>
                      <a:pt x="22" y="18"/>
                      <a:pt x="22" y="17"/>
                      <a:pt x="22" y="17"/>
                    </a:cubicBezTo>
                    <a:cubicBezTo>
                      <a:pt x="24" y="11"/>
                      <a:pt x="22" y="8"/>
                      <a:pt x="22" y="3"/>
                    </a:cubicBezTo>
                    <a:cubicBezTo>
                      <a:pt x="22" y="2"/>
                      <a:pt x="21" y="1"/>
                      <a:pt x="21"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1" name="Freeform 369"/>
              <p:cNvSpPr>
                <a:spLocks noEditPoints="1"/>
              </p:cNvSpPr>
              <p:nvPr/>
            </p:nvSpPr>
            <p:spPr bwMode="auto">
              <a:xfrm>
                <a:off x="2086" y="1269"/>
                <a:ext cx="144" cy="34"/>
              </a:xfrm>
              <a:custGeom>
                <a:avLst/>
                <a:gdLst>
                  <a:gd name="T0" fmla="*/ 75 w 75"/>
                  <a:gd name="T1" fmla="*/ 0 h 18"/>
                  <a:gd name="T2" fmla="*/ 52 w 75"/>
                  <a:gd name="T3" fmla="*/ 0 h 18"/>
                  <a:gd name="T4" fmla="*/ 48 w 75"/>
                  <a:gd name="T5" fmla="*/ 18 h 18"/>
                  <a:gd name="T6" fmla="*/ 74 w 75"/>
                  <a:gd name="T7" fmla="*/ 18 h 18"/>
                  <a:gd name="T8" fmla="*/ 75 w 75"/>
                  <a:gd name="T9" fmla="*/ 2 h 18"/>
                  <a:gd name="T10" fmla="*/ 75 w 75"/>
                  <a:gd name="T11" fmla="*/ 0 h 18"/>
                  <a:gd name="T12" fmla="*/ 21 w 75"/>
                  <a:gd name="T13" fmla="*/ 0 h 18"/>
                  <a:gd name="T14" fmla="*/ 2 w 75"/>
                  <a:gd name="T15" fmla="*/ 0 h 18"/>
                  <a:gd name="T16" fmla="*/ 1 w 75"/>
                  <a:gd name="T17" fmla="*/ 4 h 18"/>
                  <a:gd name="T18" fmla="*/ 0 w 75"/>
                  <a:gd name="T19" fmla="*/ 18 h 18"/>
                  <a:gd name="T20" fmla="*/ 22 w 75"/>
                  <a:gd name="T21" fmla="*/ 18 h 18"/>
                  <a:gd name="T22" fmla="*/ 22 w 75"/>
                  <a:gd name="T23" fmla="*/ 16 h 18"/>
                  <a:gd name="T24" fmla="*/ 22 w 75"/>
                  <a:gd name="T25" fmla="*/ 2 h 18"/>
                  <a:gd name="T26" fmla="*/ 21 w 75"/>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 h="18">
                    <a:moveTo>
                      <a:pt x="75" y="0"/>
                    </a:moveTo>
                    <a:cubicBezTo>
                      <a:pt x="52" y="0"/>
                      <a:pt x="52" y="0"/>
                      <a:pt x="52" y="0"/>
                    </a:cubicBezTo>
                    <a:cubicBezTo>
                      <a:pt x="50" y="6"/>
                      <a:pt x="49" y="12"/>
                      <a:pt x="48" y="18"/>
                    </a:cubicBezTo>
                    <a:cubicBezTo>
                      <a:pt x="74" y="18"/>
                      <a:pt x="74" y="18"/>
                      <a:pt x="74" y="18"/>
                    </a:cubicBezTo>
                    <a:cubicBezTo>
                      <a:pt x="74" y="12"/>
                      <a:pt x="74" y="5"/>
                      <a:pt x="75" y="2"/>
                    </a:cubicBezTo>
                    <a:cubicBezTo>
                      <a:pt x="75" y="2"/>
                      <a:pt x="75" y="1"/>
                      <a:pt x="75" y="0"/>
                    </a:cubicBezTo>
                    <a:close/>
                    <a:moveTo>
                      <a:pt x="21" y="0"/>
                    </a:moveTo>
                    <a:cubicBezTo>
                      <a:pt x="2" y="0"/>
                      <a:pt x="2" y="0"/>
                      <a:pt x="2" y="0"/>
                    </a:cubicBezTo>
                    <a:cubicBezTo>
                      <a:pt x="1" y="1"/>
                      <a:pt x="1" y="3"/>
                      <a:pt x="1" y="4"/>
                    </a:cubicBezTo>
                    <a:cubicBezTo>
                      <a:pt x="1" y="8"/>
                      <a:pt x="0" y="13"/>
                      <a:pt x="0" y="18"/>
                    </a:cubicBezTo>
                    <a:cubicBezTo>
                      <a:pt x="22" y="18"/>
                      <a:pt x="22" y="18"/>
                      <a:pt x="22" y="18"/>
                    </a:cubicBezTo>
                    <a:cubicBezTo>
                      <a:pt x="22" y="17"/>
                      <a:pt x="22" y="17"/>
                      <a:pt x="22" y="16"/>
                    </a:cubicBezTo>
                    <a:cubicBezTo>
                      <a:pt x="24" y="10"/>
                      <a:pt x="22" y="7"/>
                      <a:pt x="22" y="2"/>
                    </a:cubicBezTo>
                    <a:cubicBezTo>
                      <a:pt x="22" y="1"/>
                      <a:pt x="22" y="1"/>
                      <a:pt x="2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2" name="Freeform 370"/>
              <p:cNvSpPr>
                <a:spLocks noEditPoints="1"/>
              </p:cNvSpPr>
              <p:nvPr/>
            </p:nvSpPr>
            <p:spPr bwMode="auto">
              <a:xfrm>
                <a:off x="3526" y="1171"/>
                <a:ext cx="71" cy="8"/>
              </a:xfrm>
              <a:custGeom>
                <a:avLst/>
                <a:gdLst>
                  <a:gd name="T0" fmla="*/ 0 w 37"/>
                  <a:gd name="T1" fmla="*/ 4 h 4"/>
                  <a:gd name="T2" fmla="*/ 18 w 37"/>
                  <a:gd name="T3" fmla="*/ 4 h 4"/>
                  <a:gd name="T4" fmla="*/ 2 w 37"/>
                  <a:gd name="T5" fmla="*/ 3 h 4"/>
                  <a:gd name="T6" fmla="*/ 0 w 37"/>
                  <a:gd name="T7" fmla="*/ 4 h 4"/>
                  <a:gd name="T8" fmla="*/ 21 w 37"/>
                  <a:gd name="T9" fmla="*/ 4 h 4"/>
                  <a:gd name="T10" fmla="*/ 37 w 37"/>
                  <a:gd name="T11" fmla="*/ 4 h 4"/>
                  <a:gd name="T12" fmla="*/ 25 w 37"/>
                  <a:gd name="T13" fmla="*/ 0 h 4"/>
                  <a:gd name="T14" fmla="*/ 21 w 37"/>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4">
                    <a:moveTo>
                      <a:pt x="0" y="4"/>
                    </a:moveTo>
                    <a:cubicBezTo>
                      <a:pt x="18" y="4"/>
                      <a:pt x="18" y="4"/>
                      <a:pt x="18" y="4"/>
                    </a:cubicBezTo>
                    <a:cubicBezTo>
                      <a:pt x="16" y="3"/>
                      <a:pt x="6" y="3"/>
                      <a:pt x="2" y="3"/>
                    </a:cubicBezTo>
                    <a:cubicBezTo>
                      <a:pt x="0" y="3"/>
                      <a:pt x="0" y="4"/>
                      <a:pt x="0" y="4"/>
                    </a:cubicBezTo>
                    <a:close/>
                    <a:moveTo>
                      <a:pt x="21" y="4"/>
                    </a:moveTo>
                    <a:cubicBezTo>
                      <a:pt x="37" y="4"/>
                      <a:pt x="37" y="4"/>
                      <a:pt x="37" y="4"/>
                    </a:cubicBezTo>
                    <a:cubicBezTo>
                      <a:pt x="34" y="2"/>
                      <a:pt x="27" y="0"/>
                      <a:pt x="25" y="0"/>
                    </a:cubicBezTo>
                    <a:cubicBezTo>
                      <a:pt x="22" y="0"/>
                      <a:pt x="22" y="2"/>
                      <a:pt x="21" y="4"/>
                    </a:cubicBezTo>
                    <a:close/>
                  </a:path>
                </a:pathLst>
              </a:custGeom>
              <a:solidFill>
                <a:srgbClr val="D2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3" name="Freeform 371"/>
              <p:cNvSpPr>
                <a:spLocks noEditPoints="1"/>
              </p:cNvSpPr>
              <p:nvPr/>
            </p:nvSpPr>
            <p:spPr bwMode="auto">
              <a:xfrm>
                <a:off x="3524" y="1171"/>
                <a:ext cx="75" cy="10"/>
              </a:xfrm>
              <a:custGeom>
                <a:avLst/>
                <a:gdLst>
                  <a:gd name="T0" fmla="*/ 2 w 39"/>
                  <a:gd name="T1" fmla="*/ 5 h 5"/>
                  <a:gd name="T2" fmla="*/ 20 w 39"/>
                  <a:gd name="T3" fmla="*/ 5 h 5"/>
                  <a:gd name="T4" fmla="*/ 19 w 39"/>
                  <a:gd name="T5" fmla="*/ 4 h 5"/>
                  <a:gd name="T6" fmla="*/ 3 w 39"/>
                  <a:gd name="T7" fmla="*/ 3 h 5"/>
                  <a:gd name="T8" fmla="*/ 2 w 39"/>
                  <a:gd name="T9" fmla="*/ 5 h 5"/>
                  <a:gd name="T10" fmla="*/ 22 w 39"/>
                  <a:gd name="T11" fmla="*/ 5 h 5"/>
                  <a:gd name="T12" fmla="*/ 39 w 39"/>
                  <a:gd name="T13" fmla="*/ 5 h 5"/>
                  <a:gd name="T14" fmla="*/ 26 w 39"/>
                  <a:gd name="T15" fmla="*/ 0 h 5"/>
                  <a:gd name="T16" fmla="*/ 22 w 39"/>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
                    <a:moveTo>
                      <a:pt x="2" y="5"/>
                    </a:moveTo>
                    <a:cubicBezTo>
                      <a:pt x="20" y="5"/>
                      <a:pt x="20" y="5"/>
                      <a:pt x="20" y="5"/>
                    </a:cubicBezTo>
                    <a:cubicBezTo>
                      <a:pt x="20" y="5"/>
                      <a:pt x="20" y="5"/>
                      <a:pt x="19" y="4"/>
                    </a:cubicBezTo>
                    <a:cubicBezTo>
                      <a:pt x="18" y="3"/>
                      <a:pt x="7" y="3"/>
                      <a:pt x="3" y="3"/>
                    </a:cubicBezTo>
                    <a:cubicBezTo>
                      <a:pt x="0" y="3"/>
                      <a:pt x="1" y="4"/>
                      <a:pt x="2" y="5"/>
                    </a:cubicBezTo>
                    <a:close/>
                    <a:moveTo>
                      <a:pt x="22" y="5"/>
                    </a:moveTo>
                    <a:cubicBezTo>
                      <a:pt x="39" y="5"/>
                      <a:pt x="39" y="5"/>
                      <a:pt x="39" y="5"/>
                    </a:cubicBezTo>
                    <a:cubicBezTo>
                      <a:pt x="38" y="2"/>
                      <a:pt x="29" y="0"/>
                      <a:pt x="26" y="0"/>
                    </a:cubicBezTo>
                    <a:cubicBezTo>
                      <a:pt x="23" y="0"/>
                      <a:pt x="23" y="3"/>
                      <a:pt x="22" y="5"/>
                    </a:cubicBezTo>
                    <a:close/>
                  </a:path>
                </a:pathLst>
              </a:custGeom>
              <a:solidFill>
                <a:srgbClr val="D3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4" name="Freeform 372"/>
              <p:cNvSpPr>
                <a:spLocks noEditPoints="1"/>
              </p:cNvSpPr>
              <p:nvPr/>
            </p:nvSpPr>
            <p:spPr bwMode="auto">
              <a:xfrm>
                <a:off x="3523" y="1171"/>
                <a:ext cx="78" cy="13"/>
              </a:xfrm>
              <a:custGeom>
                <a:avLst/>
                <a:gdLst>
                  <a:gd name="T0" fmla="*/ 4 w 41"/>
                  <a:gd name="T1" fmla="*/ 7 h 7"/>
                  <a:gd name="T2" fmla="*/ 21 w 41"/>
                  <a:gd name="T3" fmla="*/ 7 h 7"/>
                  <a:gd name="T4" fmla="*/ 20 w 41"/>
                  <a:gd name="T5" fmla="*/ 4 h 7"/>
                  <a:gd name="T6" fmla="*/ 4 w 41"/>
                  <a:gd name="T7" fmla="*/ 3 h 7"/>
                  <a:gd name="T8" fmla="*/ 4 w 41"/>
                  <a:gd name="T9" fmla="*/ 7 h 7"/>
                  <a:gd name="T10" fmla="*/ 23 w 41"/>
                  <a:gd name="T11" fmla="*/ 7 h 7"/>
                  <a:gd name="T12" fmla="*/ 41 w 41"/>
                  <a:gd name="T13" fmla="*/ 7 h 7"/>
                  <a:gd name="T14" fmla="*/ 40 w 41"/>
                  <a:gd name="T15" fmla="*/ 6 h 7"/>
                  <a:gd name="T16" fmla="*/ 27 w 41"/>
                  <a:gd name="T17" fmla="*/ 0 h 7"/>
                  <a:gd name="T18" fmla="*/ 23 w 41"/>
                  <a:gd name="T19" fmla="*/ 6 h 7"/>
                  <a:gd name="T20" fmla="*/ 23 w 41"/>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7">
                    <a:moveTo>
                      <a:pt x="4" y="7"/>
                    </a:moveTo>
                    <a:cubicBezTo>
                      <a:pt x="21" y="7"/>
                      <a:pt x="21" y="7"/>
                      <a:pt x="21" y="7"/>
                    </a:cubicBezTo>
                    <a:cubicBezTo>
                      <a:pt x="21" y="6"/>
                      <a:pt x="21" y="5"/>
                      <a:pt x="20" y="4"/>
                    </a:cubicBezTo>
                    <a:cubicBezTo>
                      <a:pt x="19" y="3"/>
                      <a:pt x="8" y="3"/>
                      <a:pt x="4" y="3"/>
                    </a:cubicBezTo>
                    <a:cubicBezTo>
                      <a:pt x="0" y="3"/>
                      <a:pt x="2" y="5"/>
                      <a:pt x="4" y="7"/>
                    </a:cubicBezTo>
                    <a:close/>
                    <a:moveTo>
                      <a:pt x="23" y="7"/>
                    </a:moveTo>
                    <a:cubicBezTo>
                      <a:pt x="41" y="7"/>
                      <a:pt x="41" y="7"/>
                      <a:pt x="41" y="7"/>
                    </a:cubicBezTo>
                    <a:cubicBezTo>
                      <a:pt x="41" y="6"/>
                      <a:pt x="40" y="6"/>
                      <a:pt x="40" y="6"/>
                    </a:cubicBezTo>
                    <a:cubicBezTo>
                      <a:pt x="39" y="3"/>
                      <a:pt x="30" y="0"/>
                      <a:pt x="27" y="0"/>
                    </a:cubicBezTo>
                    <a:cubicBezTo>
                      <a:pt x="23" y="0"/>
                      <a:pt x="24" y="4"/>
                      <a:pt x="23" y="6"/>
                    </a:cubicBezTo>
                    <a:cubicBezTo>
                      <a:pt x="23" y="6"/>
                      <a:pt x="23" y="6"/>
                      <a:pt x="23" y="7"/>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5" name="Freeform 373"/>
              <p:cNvSpPr>
                <a:spLocks noEditPoints="1"/>
              </p:cNvSpPr>
              <p:nvPr/>
            </p:nvSpPr>
            <p:spPr bwMode="auto">
              <a:xfrm>
                <a:off x="3521" y="1171"/>
                <a:ext cx="80" cy="15"/>
              </a:xfrm>
              <a:custGeom>
                <a:avLst/>
                <a:gdLst>
                  <a:gd name="T0" fmla="*/ 7 w 42"/>
                  <a:gd name="T1" fmla="*/ 8 h 8"/>
                  <a:gd name="T2" fmla="*/ 23 w 42"/>
                  <a:gd name="T3" fmla="*/ 8 h 8"/>
                  <a:gd name="T4" fmla="*/ 21 w 42"/>
                  <a:gd name="T5" fmla="*/ 4 h 8"/>
                  <a:gd name="T6" fmla="*/ 5 w 42"/>
                  <a:gd name="T7" fmla="*/ 3 h 8"/>
                  <a:gd name="T8" fmla="*/ 6 w 42"/>
                  <a:gd name="T9" fmla="*/ 7 h 8"/>
                  <a:gd name="T10" fmla="*/ 7 w 42"/>
                  <a:gd name="T11" fmla="*/ 8 h 8"/>
                  <a:gd name="T12" fmla="*/ 24 w 42"/>
                  <a:gd name="T13" fmla="*/ 8 h 8"/>
                  <a:gd name="T14" fmla="*/ 42 w 42"/>
                  <a:gd name="T15" fmla="*/ 8 h 8"/>
                  <a:gd name="T16" fmla="*/ 41 w 42"/>
                  <a:gd name="T17" fmla="*/ 6 h 8"/>
                  <a:gd name="T18" fmla="*/ 28 w 42"/>
                  <a:gd name="T19" fmla="*/ 0 h 8"/>
                  <a:gd name="T20" fmla="*/ 24 w 42"/>
                  <a:gd name="T21" fmla="*/ 6 h 8"/>
                  <a:gd name="T22" fmla="*/ 24 w 42"/>
                  <a:gd name="T2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8">
                    <a:moveTo>
                      <a:pt x="7" y="8"/>
                    </a:moveTo>
                    <a:cubicBezTo>
                      <a:pt x="23" y="8"/>
                      <a:pt x="23" y="8"/>
                      <a:pt x="23" y="8"/>
                    </a:cubicBezTo>
                    <a:cubicBezTo>
                      <a:pt x="22" y="6"/>
                      <a:pt x="22" y="5"/>
                      <a:pt x="21" y="4"/>
                    </a:cubicBezTo>
                    <a:cubicBezTo>
                      <a:pt x="20" y="3"/>
                      <a:pt x="9" y="3"/>
                      <a:pt x="5" y="3"/>
                    </a:cubicBezTo>
                    <a:cubicBezTo>
                      <a:pt x="0" y="3"/>
                      <a:pt x="4" y="6"/>
                      <a:pt x="6" y="7"/>
                    </a:cubicBezTo>
                    <a:cubicBezTo>
                      <a:pt x="6" y="8"/>
                      <a:pt x="7" y="8"/>
                      <a:pt x="7" y="8"/>
                    </a:cubicBezTo>
                    <a:close/>
                    <a:moveTo>
                      <a:pt x="24" y="8"/>
                    </a:moveTo>
                    <a:cubicBezTo>
                      <a:pt x="42" y="8"/>
                      <a:pt x="42" y="8"/>
                      <a:pt x="42" y="8"/>
                    </a:cubicBezTo>
                    <a:cubicBezTo>
                      <a:pt x="42" y="7"/>
                      <a:pt x="42" y="6"/>
                      <a:pt x="41" y="6"/>
                    </a:cubicBezTo>
                    <a:cubicBezTo>
                      <a:pt x="40" y="3"/>
                      <a:pt x="31" y="0"/>
                      <a:pt x="28" y="0"/>
                    </a:cubicBezTo>
                    <a:cubicBezTo>
                      <a:pt x="24" y="0"/>
                      <a:pt x="25" y="4"/>
                      <a:pt x="24" y="6"/>
                    </a:cubicBezTo>
                    <a:cubicBezTo>
                      <a:pt x="24" y="6"/>
                      <a:pt x="24" y="7"/>
                      <a:pt x="24" y="8"/>
                    </a:cubicBezTo>
                    <a:close/>
                  </a:path>
                </a:pathLst>
              </a:custGeom>
              <a:solidFill>
                <a:srgbClr val="D4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6" name="Freeform 374"/>
              <p:cNvSpPr>
                <a:spLocks noEditPoints="1"/>
              </p:cNvSpPr>
              <p:nvPr/>
            </p:nvSpPr>
            <p:spPr bwMode="auto">
              <a:xfrm>
                <a:off x="3521" y="1171"/>
                <a:ext cx="80" cy="17"/>
              </a:xfrm>
              <a:custGeom>
                <a:avLst/>
                <a:gdLst>
                  <a:gd name="T0" fmla="*/ 8 w 42"/>
                  <a:gd name="T1" fmla="*/ 9 h 9"/>
                  <a:gd name="T2" fmla="*/ 23 w 42"/>
                  <a:gd name="T3" fmla="*/ 9 h 9"/>
                  <a:gd name="T4" fmla="*/ 21 w 42"/>
                  <a:gd name="T5" fmla="*/ 4 h 9"/>
                  <a:gd name="T6" fmla="*/ 5 w 42"/>
                  <a:gd name="T7" fmla="*/ 3 h 9"/>
                  <a:gd name="T8" fmla="*/ 6 w 42"/>
                  <a:gd name="T9" fmla="*/ 7 h 9"/>
                  <a:gd name="T10" fmla="*/ 8 w 42"/>
                  <a:gd name="T11" fmla="*/ 9 h 9"/>
                  <a:gd name="T12" fmla="*/ 25 w 42"/>
                  <a:gd name="T13" fmla="*/ 9 h 9"/>
                  <a:gd name="T14" fmla="*/ 42 w 42"/>
                  <a:gd name="T15" fmla="*/ 9 h 9"/>
                  <a:gd name="T16" fmla="*/ 41 w 42"/>
                  <a:gd name="T17" fmla="*/ 6 h 9"/>
                  <a:gd name="T18" fmla="*/ 28 w 42"/>
                  <a:gd name="T19" fmla="*/ 0 h 9"/>
                  <a:gd name="T20" fmla="*/ 24 w 42"/>
                  <a:gd name="T21" fmla="*/ 6 h 9"/>
                  <a:gd name="T22" fmla="*/ 25 w 42"/>
                  <a:gd name="T2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9">
                    <a:moveTo>
                      <a:pt x="8" y="9"/>
                    </a:moveTo>
                    <a:cubicBezTo>
                      <a:pt x="23" y="9"/>
                      <a:pt x="23" y="9"/>
                      <a:pt x="23" y="9"/>
                    </a:cubicBezTo>
                    <a:cubicBezTo>
                      <a:pt x="22" y="7"/>
                      <a:pt x="22" y="5"/>
                      <a:pt x="21" y="4"/>
                    </a:cubicBezTo>
                    <a:cubicBezTo>
                      <a:pt x="20" y="3"/>
                      <a:pt x="9" y="3"/>
                      <a:pt x="5" y="3"/>
                    </a:cubicBezTo>
                    <a:cubicBezTo>
                      <a:pt x="0" y="3"/>
                      <a:pt x="4" y="6"/>
                      <a:pt x="6" y="7"/>
                    </a:cubicBezTo>
                    <a:cubicBezTo>
                      <a:pt x="7" y="8"/>
                      <a:pt x="7" y="9"/>
                      <a:pt x="8" y="9"/>
                    </a:cubicBezTo>
                    <a:close/>
                    <a:moveTo>
                      <a:pt x="25" y="9"/>
                    </a:moveTo>
                    <a:cubicBezTo>
                      <a:pt x="42" y="9"/>
                      <a:pt x="42" y="9"/>
                      <a:pt x="42" y="9"/>
                    </a:cubicBezTo>
                    <a:cubicBezTo>
                      <a:pt x="42" y="8"/>
                      <a:pt x="42" y="7"/>
                      <a:pt x="41" y="6"/>
                    </a:cubicBezTo>
                    <a:cubicBezTo>
                      <a:pt x="40" y="3"/>
                      <a:pt x="31" y="0"/>
                      <a:pt x="28" y="0"/>
                    </a:cubicBezTo>
                    <a:cubicBezTo>
                      <a:pt x="24" y="0"/>
                      <a:pt x="25" y="4"/>
                      <a:pt x="24" y="6"/>
                    </a:cubicBezTo>
                    <a:cubicBezTo>
                      <a:pt x="24" y="7"/>
                      <a:pt x="24" y="8"/>
                      <a:pt x="25" y="9"/>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7" name="Freeform 375"/>
              <p:cNvSpPr>
                <a:spLocks noEditPoints="1"/>
              </p:cNvSpPr>
              <p:nvPr/>
            </p:nvSpPr>
            <p:spPr bwMode="auto">
              <a:xfrm>
                <a:off x="3521" y="1171"/>
                <a:ext cx="80" cy="21"/>
              </a:xfrm>
              <a:custGeom>
                <a:avLst/>
                <a:gdLst>
                  <a:gd name="T0" fmla="*/ 9 w 42"/>
                  <a:gd name="T1" fmla="*/ 11 h 11"/>
                  <a:gd name="T2" fmla="*/ 23 w 42"/>
                  <a:gd name="T3" fmla="*/ 11 h 11"/>
                  <a:gd name="T4" fmla="*/ 21 w 42"/>
                  <a:gd name="T5" fmla="*/ 4 h 11"/>
                  <a:gd name="T6" fmla="*/ 5 w 42"/>
                  <a:gd name="T7" fmla="*/ 3 h 11"/>
                  <a:gd name="T8" fmla="*/ 6 w 42"/>
                  <a:gd name="T9" fmla="*/ 7 h 11"/>
                  <a:gd name="T10" fmla="*/ 9 w 42"/>
                  <a:gd name="T11" fmla="*/ 11 h 11"/>
                  <a:gd name="T12" fmla="*/ 25 w 42"/>
                  <a:gd name="T13" fmla="*/ 11 h 11"/>
                  <a:gd name="T14" fmla="*/ 42 w 42"/>
                  <a:gd name="T15" fmla="*/ 11 h 11"/>
                  <a:gd name="T16" fmla="*/ 41 w 42"/>
                  <a:gd name="T17" fmla="*/ 6 h 11"/>
                  <a:gd name="T18" fmla="*/ 28 w 42"/>
                  <a:gd name="T19" fmla="*/ 0 h 11"/>
                  <a:gd name="T20" fmla="*/ 24 w 42"/>
                  <a:gd name="T21" fmla="*/ 6 h 11"/>
                  <a:gd name="T22" fmla="*/ 25 w 42"/>
                  <a:gd name="T2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11">
                    <a:moveTo>
                      <a:pt x="9" y="11"/>
                    </a:moveTo>
                    <a:cubicBezTo>
                      <a:pt x="23" y="11"/>
                      <a:pt x="23" y="11"/>
                      <a:pt x="23" y="11"/>
                    </a:cubicBezTo>
                    <a:cubicBezTo>
                      <a:pt x="22" y="8"/>
                      <a:pt x="23" y="5"/>
                      <a:pt x="21" y="4"/>
                    </a:cubicBezTo>
                    <a:cubicBezTo>
                      <a:pt x="20" y="3"/>
                      <a:pt x="9" y="3"/>
                      <a:pt x="5" y="3"/>
                    </a:cubicBezTo>
                    <a:cubicBezTo>
                      <a:pt x="0" y="3"/>
                      <a:pt x="4" y="6"/>
                      <a:pt x="6" y="7"/>
                    </a:cubicBezTo>
                    <a:cubicBezTo>
                      <a:pt x="7" y="8"/>
                      <a:pt x="8" y="9"/>
                      <a:pt x="9" y="11"/>
                    </a:cubicBezTo>
                    <a:close/>
                    <a:moveTo>
                      <a:pt x="25" y="11"/>
                    </a:moveTo>
                    <a:cubicBezTo>
                      <a:pt x="42" y="11"/>
                      <a:pt x="42" y="11"/>
                      <a:pt x="42" y="11"/>
                    </a:cubicBezTo>
                    <a:cubicBezTo>
                      <a:pt x="42" y="9"/>
                      <a:pt x="42" y="7"/>
                      <a:pt x="41" y="6"/>
                    </a:cubicBezTo>
                    <a:cubicBezTo>
                      <a:pt x="40" y="3"/>
                      <a:pt x="31" y="0"/>
                      <a:pt x="28" y="0"/>
                    </a:cubicBezTo>
                    <a:cubicBezTo>
                      <a:pt x="24" y="0"/>
                      <a:pt x="25" y="4"/>
                      <a:pt x="24" y="6"/>
                    </a:cubicBezTo>
                    <a:cubicBezTo>
                      <a:pt x="24" y="7"/>
                      <a:pt x="24" y="9"/>
                      <a:pt x="25" y="11"/>
                    </a:cubicBezTo>
                    <a:close/>
                  </a:path>
                </a:pathLst>
              </a:custGeom>
              <a:solidFill>
                <a:srgbClr val="D5D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8" name="Freeform 376"/>
              <p:cNvSpPr>
                <a:spLocks noEditPoints="1"/>
              </p:cNvSpPr>
              <p:nvPr/>
            </p:nvSpPr>
            <p:spPr bwMode="auto">
              <a:xfrm>
                <a:off x="3521" y="1171"/>
                <a:ext cx="80" cy="23"/>
              </a:xfrm>
              <a:custGeom>
                <a:avLst/>
                <a:gdLst>
                  <a:gd name="T0" fmla="*/ 10 w 42"/>
                  <a:gd name="T1" fmla="*/ 12 h 12"/>
                  <a:gd name="T2" fmla="*/ 23 w 42"/>
                  <a:gd name="T3" fmla="*/ 12 h 12"/>
                  <a:gd name="T4" fmla="*/ 21 w 42"/>
                  <a:gd name="T5" fmla="*/ 4 h 12"/>
                  <a:gd name="T6" fmla="*/ 5 w 42"/>
                  <a:gd name="T7" fmla="*/ 3 h 12"/>
                  <a:gd name="T8" fmla="*/ 6 w 42"/>
                  <a:gd name="T9" fmla="*/ 7 h 12"/>
                  <a:gd name="T10" fmla="*/ 10 w 42"/>
                  <a:gd name="T11" fmla="*/ 12 h 12"/>
                  <a:gd name="T12" fmla="*/ 25 w 42"/>
                  <a:gd name="T13" fmla="*/ 12 h 12"/>
                  <a:gd name="T14" fmla="*/ 42 w 42"/>
                  <a:gd name="T15" fmla="*/ 12 h 12"/>
                  <a:gd name="T16" fmla="*/ 41 w 42"/>
                  <a:gd name="T17" fmla="*/ 6 h 12"/>
                  <a:gd name="T18" fmla="*/ 28 w 42"/>
                  <a:gd name="T19" fmla="*/ 0 h 12"/>
                  <a:gd name="T20" fmla="*/ 24 w 42"/>
                  <a:gd name="T21" fmla="*/ 6 h 12"/>
                  <a:gd name="T22" fmla="*/ 25 w 42"/>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12">
                    <a:moveTo>
                      <a:pt x="10" y="12"/>
                    </a:moveTo>
                    <a:cubicBezTo>
                      <a:pt x="23" y="12"/>
                      <a:pt x="23" y="12"/>
                      <a:pt x="23" y="12"/>
                    </a:cubicBezTo>
                    <a:cubicBezTo>
                      <a:pt x="22" y="9"/>
                      <a:pt x="23" y="6"/>
                      <a:pt x="21" y="4"/>
                    </a:cubicBezTo>
                    <a:cubicBezTo>
                      <a:pt x="20" y="3"/>
                      <a:pt x="9" y="3"/>
                      <a:pt x="5" y="3"/>
                    </a:cubicBezTo>
                    <a:cubicBezTo>
                      <a:pt x="0" y="3"/>
                      <a:pt x="4" y="6"/>
                      <a:pt x="6" y="7"/>
                    </a:cubicBezTo>
                    <a:cubicBezTo>
                      <a:pt x="7" y="8"/>
                      <a:pt x="8" y="10"/>
                      <a:pt x="10" y="12"/>
                    </a:cubicBezTo>
                    <a:close/>
                    <a:moveTo>
                      <a:pt x="25" y="12"/>
                    </a:moveTo>
                    <a:cubicBezTo>
                      <a:pt x="42" y="12"/>
                      <a:pt x="42" y="12"/>
                      <a:pt x="42" y="12"/>
                    </a:cubicBezTo>
                    <a:cubicBezTo>
                      <a:pt x="42" y="9"/>
                      <a:pt x="42" y="7"/>
                      <a:pt x="41" y="6"/>
                    </a:cubicBezTo>
                    <a:cubicBezTo>
                      <a:pt x="40" y="3"/>
                      <a:pt x="31" y="0"/>
                      <a:pt x="28" y="0"/>
                    </a:cubicBezTo>
                    <a:cubicBezTo>
                      <a:pt x="24" y="0"/>
                      <a:pt x="25" y="4"/>
                      <a:pt x="24" y="6"/>
                    </a:cubicBezTo>
                    <a:cubicBezTo>
                      <a:pt x="24" y="7"/>
                      <a:pt x="25" y="10"/>
                      <a:pt x="25" y="12"/>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9" name="Freeform 377"/>
              <p:cNvSpPr>
                <a:spLocks noEditPoints="1"/>
              </p:cNvSpPr>
              <p:nvPr/>
            </p:nvSpPr>
            <p:spPr bwMode="auto">
              <a:xfrm>
                <a:off x="3521" y="1171"/>
                <a:ext cx="80" cy="25"/>
              </a:xfrm>
              <a:custGeom>
                <a:avLst/>
                <a:gdLst>
                  <a:gd name="T0" fmla="*/ 10 w 42"/>
                  <a:gd name="T1" fmla="*/ 13 h 13"/>
                  <a:gd name="T2" fmla="*/ 23 w 42"/>
                  <a:gd name="T3" fmla="*/ 13 h 13"/>
                  <a:gd name="T4" fmla="*/ 21 w 42"/>
                  <a:gd name="T5" fmla="*/ 4 h 13"/>
                  <a:gd name="T6" fmla="*/ 5 w 42"/>
                  <a:gd name="T7" fmla="*/ 3 h 13"/>
                  <a:gd name="T8" fmla="*/ 6 w 42"/>
                  <a:gd name="T9" fmla="*/ 7 h 13"/>
                  <a:gd name="T10" fmla="*/ 10 w 42"/>
                  <a:gd name="T11" fmla="*/ 13 h 13"/>
                  <a:gd name="T12" fmla="*/ 26 w 42"/>
                  <a:gd name="T13" fmla="*/ 13 h 13"/>
                  <a:gd name="T14" fmla="*/ 42 w 42"/>
                  <a:gd name="T15" fmla="*/ 13 h 13"/>
                  <a:gd name="T16" fmla="*/ 41 w 42"/>
                  <a:gd name="T17" fmla="*/ 6 h 13"/>
                  <a:gd name="T18" fmla="*/ 28 w 42"/>
                  <a:gd name="T19" fmla="*/ 0 h 13"/>
                  <a:gd name="T20" fmla="*/ 24 w 42"/>
                  <a:gd name="T21" fmla="*/ 6 h 13"/>
                  <a:gd name="T22" fmla="*/ 26 w 42"/>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13">
                    <a:moveTo>
                      <a:pt x="10" y="13"/>
                    </a:moveTo>
                    <a:cubicBezTo>
                      <a:pt x="23" y="13"/>
                      <a:pt x="23" y="13"/>
                      <a:pt x="23" y="13"/>
                    </a:cubicBezTo>
                    <a:cubicBezTo>
                      <a:pt x="22" y="10"/>
                      <a:pt x="23" y="6"/>
                      <a:pt x="21" y="4"/>
                    </a:cubicBezTo>
                    <a:cubicBezTo>
                      <a:pt x="20" y="3"/>
                      <a:pt x="9" y="3"/>
                      <a:pt x="5" y="3"/>
                    </a:cubicBezTo>
                    <a:cubicBezTo>
                      <a:pt x="0" y="3"/>
                      <a:pt x="4" y="6"/>
                      <a:pt x="6" y="7"/>
                    </a:cubicBezTo>
                    <a:cubicBezTo>
                      <a:pt x="8" y="9"/>
                      <a:pt x="9" y="10"/>
                      <a:pt x="10" y="13"/>
                    </a:cubicBezTo>
                    <a:close/>
                    <a:moveTo>
                      <a:pt x="26" y="13"/>
                    </a:moveTo>
                    <a:cubicBezTo>
                      <a:pt x="42" y="13"/>
                      <a:pt x="42" y="13"/>
                      <a:pt x="42" y="13"/>
                    </a:cubicBezTo>
                    <a:cubicBezTo>
                      <a:pt x="42" y="10"/>
                      <a:pt x="42" y="7"/>
                      <a:pt x="41" y="6"/>
                    </a:cubicBezTo>
                    <a:cubicBezTo>
                      <a:pt x="40" y="3"/>
                      <a:pt x="31" y="0"/>
                      <a:pt x="28" y="0"/>
                    </a:cubicBezTo>
                    <a:cubicBezTo>
                      <a:pt x="24" y="0"/>
                      <a:pt x="25" y="4"/>
                      <a:pt x="24" y="6"/>
                    </a:cubicBezTo>
                    <a:cubicBezTo>
                      <a:pt x="24" y="7"/>
                      <a:pt x="25" y="11"/>
                      <a:pt x="26" y="13"/>
                    </a:cubicBezTo>
                    <a:close/>
                  </a:path>
                </a:pathLst>
              </a:custGeom>
              <a:solidFill>
                <a:srgbClr val="D7D5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0" name="Freeform 378"/>
              <p:cNvSpPr>
                <a:spLocks noEditPoints="1"/>
              </p:cNvSpPr>
              <p:nvPr/>
            </p:nvSpPr>
            <p:spPr bwMode="auto">
              <a:xfrm>
                <a:off x="3521" y="1171"/>
                <a:ext cx="80" cy="27"/>
              </a:xfrm>
              <a:custGeom>
                <a:avLst/>
                <a:gdLst>
                  <a:gd name="T0" fmla="*/ 24 w 42"/>
                  <a:gd name="T1" fmla="*/ 14 h 14"/>
                  <a:gd name="T2" fmla="*/ 24 w 42"/>
                  <a:gd name="T3" fmla="*/ 14 h 14"/>
                  <a:gd name="T4" fmla="*/ 24 w 42"/>
                  <a:gd name="T5" fmla="*/ 14 h 14"/>
                  <a:gd name="T6" fmla="*/ 24 w 42"/>
                  <a:gd name="T7" fmla="*/ 14 h 14"/>
                  <a:gd name="T8" fmla="*/ 24 w 42"/>
                  <a:gd name="T9" fmla="*/ 7 h 14"/>
                  <a:gd name="T10" fmla="*/ 24 w 42"/>
                  <a:gd name="T11" fmla="*/ 6 h 14"/>
                  <a:gd name="T12" fmla="*/ 24 w 42"/>
                  <a:gd name="T13" fmla="*/ 6 h 14"/>
                  <a:gd name="T14" fmla="*/ 28 w 42"/>
                  <a:gd name="T15" fmla="*/ 0 h 14"/>
                  <a:gd name="T16" fmla="*/ 41 w 42"/>
                  <a:gd name="T17" fmla="*/ 6 h 14"/>
                  <a:gd name="T18" fmla="*/ 42 w 42"/>
                  <a:gd name="T19" fmla="*/ 14 h 14"/>
                  <a:gd name="T20" fmla="*/ 27 w 42"/>
                  <a:gd name="T21" fmla="*/ 14 h 14"/>
                  <a:gd name="T22" fmla="*/ 24 w 42"/>
                  <a:gd name="T23" fmla="*/ 7 h 14"/>
                  <a:gd name="T24" fmla="*/ 11 w 42"/>
                  <a:gd name="T25" fmla="*/ 14 h 14"/>
                  <a:gd name="T26" fmla="*/ 24 w 42"/>
                  <a:gd name="T27" fmla="*/ 14 h 14"/>
                  <a:gd name="T28" fmla="*/ 24 w 42"/>
                  <a:gd name="T29" fmla="*/ 14 h 14"/>
                  <a:gd name="T30" fmla="*/ 24 w 42"/>
                  <a:gd name="T31" fmla="*/ 14 h 14"/>
                  <a:gd name="T32" fmla="*/ 21 w 42"/>
                  <a:gd name="T33" fmla="*/ 4 h 14"/>
                  <a:gd name="T34" fmla="*/ 5 w 42"/>
                  <a:gd name="T35" fmla="*/ 3 h 14"/>
                  <a:gd name="T36" fmla="*/ 6 w 42"/>
                  <a:gd name="T37" fmla="*/ 7 h 14"/>
                  <a:gd name="T38" fmla="*/ 11 w 42"/>
                  <a:gd name="T39" fmla="*/ 14 h 14"/>
                  <a:gd name="T40" fmla="*/ 24 w 42"/>
                  <a:gd name="T41" fmla="*/ 6 h 14"/>
                  <a:gd name="T42" fmla="*/ 24 w 42"/>
                  <a:gd name="T43" fmla="*/ 7 h 14"/>
                  <a:gd name="T44" fmla="*/ 24 w 42"/>
                  <a:gd name="T4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 h="14">
                    <a:moveTo>
                      <a:pt x="24" y="14"/>
                    </a:moveTo>
                    <a:cubicBezTo>
                      <a:pt x="24" y="14"/>
                      <a:pt x="24" y="14"/>
                      <a:pt x="24" y="14"/>
                    </a:cubicBezTo>
                    <a:cubicBezTo>
                      <a:pt x="24" y="14"/>
                      <a:pt x="24" y="14"/>
                      <a:pt x="24" y="14"/>
                    </a:cubicBezTo>
                    <a:cubicBezTo>
                      <a:pt x="24" y="14"/>
                      <a:pt x="24" y="14"/>
                      <a:pt x="24" y="14"/>
                    </a:cubicBezTo>
                    <a:close/>
                    <a:moveTo>
                      <a:pt x="24" y="7"/>
                    </a:moveTo>
                    <a:cubicBezTo>
                      <a:pt x="24" y="6"/>
                      <a:pt x="24" y="6"/>
                      <a:pt x="24" y="6"/>
                    </a:cubicBezTo>
                    <a:cubicBezTo>
                      <a:pt x="24" y="6"/>
                      <a:pt x="24" y="6"/>
                      <a:pt x="24" y="6"/>
                    </a:cubicBezTo>
                    <a:cubicBezTo>
                      <a:pt x="25" y="4"/>
                      <a:pt x="24" y="0"/>
                      <a:pt x="28" y="0"/>
                    </a:cubicBezTo>
                    <a:cubicBezTo>
                      <a:pt x="31" y="0"/>
                      <a:pt x="40" y="3"/>
                      <a:pt x="41" y="6"/>
                    </a:cubicBezTo>
                    <a:cubicBezTo>
                      <a:pt x="42" y="7"/>
                      <a:pt x="42" y="11"/>
                      <a:pt x="42" y="14"/>
                    </a:cubicBezTo>
                    <a:cubicBezTo>
                      <a:pt x="27" y="14"/>
                      <a:pt x="27" y="14"/>
                      <a:pt x="27" y="14"/>
                    </a:cubicBezTo>
                    <a:cubicBezTo>
                      <a:pt x="26" y="12"/>
                      <a:pt x="24" y="9"/>
                      <a:pt x="24" y="7"/>
                    </a:cubicBezTo>
                    <a:close/>
                    <a:moveTo>
                      <a:pt x="11" y="14"/>
                    </a:moveTo>
                    <a:cubicBezTo>
                      <a:pt x="24" y="14"/>
                      <a:pt x="24" y="14"/>
                      <a:pt x="24" y="14"/>
                    </a:cubicBezTo>
                    <a:cubicBezTo>
                      <a:pt x="24" y="14"/>
                      <a:pt x="24" y="14"/>
                      <a:pt x="24" y="14"/>
                    </a:cubicBezTo>
                    <a:cubicBezTo>
                      <a:pt x="24" y="14"/>
                      <a:pt x="24" y="14"/>
                      <a:pt x="24" y="14"/>
                    </a:cubicBezTo>
                    <a:cubicBezTo>
                      <a:pt x="22" y="11"/>
                      <a:pt x="23" y="6"/>
                      <a:pt x="21" y="4"/>
                    </a:cubicBezTo>
                    <a:cubicBezTo>
                      <a:pt x="20" y="3"/>
                      <a:pt x="9" y="3"/>
                      <a:pt x="5" y="3"/>
                    </a:cubicBezTo>
                    <a:cubicBezTo>
                      <a:pt x="0" y="3"/>
                      <a:pt x="4" y="6"/>
                      <a:pt x="6" y="7"/>
                    </a:cubicBezTo>
                    <a:cubicBezTo>
                      <a:pt x="8" y="9"/>
                      <a:pt x="9" y="11"/>
                      <a:pt x="11" y="14"/>
                    </a:cubicBezTo>
                    <a:close/>
                    <a:moveTo>
                      <a:pt x="24" y="6"/>
                    </a:moveTo>
                    <a:cubicBezTo>
                      <a:pt x="24" y="7"/>
                      <a:pt x="24" y="7"/>
                      <a:pt x="24" y="7"/>
                    </a:cubicBezTo>
                    <a:cubicBezTo>
                      <a:pt x="24" y="7"/>
                      <a:pt x="24" y="6"/>
                      <a:pt x="24" y="6"/>
                    </a:cubicBezTo>
                    <a:close/>
                  </a:path>
                </a:pathLst>
              </a:custGeom>
              <a:solidFill>
                <a:srgbClr val="D8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1" name="Freeform 379"/>
              <p:cNvSpPr>
                <a:spLocks noEditPoints="1"/>
              </p:cNvSpPr>
              <p:nvPr/>
            </p:nvSpPr>
            <p:spPr bwMode="auto">
              <a:xfrm>
                <a:off x="3521" y="1171"/>
                <a:ext cx="80" cy="31"/>
              </a:xfrm>
              <a:custGeom>
                <a:avLst/>
                <a:gdLst>
                  <a:gd name="T0" fmla="*/ 24 w 42"/>
                  <a:gd name="T1" fmla="*/ 16 h 16"/>
                  <a:gd name="T2" fmla="*/ 25 w 42"/>
                  <a:gd name="T3" fmla="*/ 16 h 16"/>
                  <a:gd name="T4" fmla="*/ 24 w 42"/>
                  <a:gd name="T5" fmla="*/ 15 h 16"/>
                  <a:gd name="T6" fmla="*/ 24 w 42"/>
                  <a:gd name="T7" fmla="*/ 16 h 16"/>
                  <a:gd name="T8" fmla="*/ 24 w 42"/>
                  <a:gd name="T9" fmla="*/ 9 h 16"/>
                  <a:gd name="T10" fmla="*/ 24 w 42"/>
                  <a:gd name="T11" fmla="*/ 5 h 16"/>
                  <a:gd name="T12" fmla="*/ 28 w 42"/>
                  <a:gd name="T13" fmla="*/ 0 h 16"/>
                  <a:gd name="T14" fmla="*/ 41 w 42"/>
                  <a:gd name="T15" fmla="*/ 6 h 16"/>
                  <a:gd name="T16" fmla="*/ 42 w 42"/>
                  <a:gd name="T17" fmla="*/ 16 h 16"/>
                  <a:gd name="T18" fmla="*/ 27 w 42"/>
                  <a:gd name="T19" fmla="*/ 16 h 16"/>
                  <a:gd name="T20" fmla="*/ 24 w 42"/>
                  <a:gd name="T21" fmla="*/ 9 h 16"/>
                  <a:gd name="T22" fmla="*/ 12 w 42"/>
                  <a:gd name="T23" fmla="*/ 16 h 16"/>
                  <a:gd name="T24" fmla="*/ 24 w 42"/>
                  <a:gd name="T25" fmla="*/ 16 h 16"/>
                  <a:gd name="T26" fmla="*/ 24 w 42"/>
                  <a:gd name="T27" fmla="*/ 15 h 16"/>
                  <a:gd name="T28" fmla="*/ 24 w 42"/>
                  <a:gd name="T29" fmla="*/ 14 h 16"/>
                  <a:gd name="T30" fmla="*/ 21 w 42"/>
                  <a:gd name="T31" fmla="*/ 4 h 16"/>
                  <a:gd name="T32" fmla="*/ 5 w 42"/>
                  <a:gd name="T33" fmla="*/ 3 h 16"/>
                  <a:gd name="T34" fmla="*/ 6 w 42"/>
                  <a:gd name="T35" fmla="*/ 7 h 16"/>
                  <a:gd name="T36" fmla="*/ 12 w 42"/>
                  <a:gd name="T37" fmla="*/ 15 h 16"/>
                  <a:gd name="T38" fmla="*/ 12 w 42"/>
                  <a:gd name="T39" fmla="*/ 16 h 16"/>
                  <a:gd name="T40" fmla="*/ 24 w 42"/>
                  <a:gd name="T41" fmla="*/ 5 h 16"/>
                  <a:gd name="T42" fmla="*/ 24 w 42"/>
                  <a:gd name="T43" fmla="*/ 9 h 16"/>
                  <a:gd name="T44" fmla="*/ 24 w 42"/>
                  <a:gd name="T45" fmla="*/ 6 h 16"/>
                  <a:gd name="T46" fmla="*/ 24 w 42"/>
                  <a:gd name="T4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 h="16">
                    <a:moveTo>
                      <a:pt x="24" y="16"/>
                    </a:moveTo>
                    <a:cubicBezTo>
                      <a:pt x="25" y="16"/>
                      <a:pt x="25" y="16"/>
                      <a:pt x="25" y="16"/>
                    </a:cubicBezTo>
                    <a:cubicBezTo>
                      <a:pt x="24" y="15"/>
                      <a:pt x="24" y="15"/>
                      <a:pt x="24" y="15"/>
                    </a:cubicBezTo>
                    <a:cubicBezTo>
                      <a:pt x="24" y="16"/>
                      <a:pt x="24" y="16"/>
                      <a:pt x="24" y="16"/>
                    </a:cubicBezTo>
                    <a:close/>
                    <a:moveTo>
                      <a:pt x="24" y="9"/>
                    </a:moveTo>
                    <a:cubicBezTo>
                      <a:pt x="24" y="5"/>
                      <a:pt x="24" y="5"/>
                      <a:pt x="24" y="5"/>
                    </a:cubicBezTo>
                    <a:cubicBezTo>
                      <a:pt x="25" y="3"/>
                      <a:pt x="25" y="0"/>
                      <a:pt x="28" y="0"/>
                    </a:cubicBezTo>
                    <a:cubicBezTo>
                      <a:pt x="31" y="0"/>
                      <a:pt x="40" y="3"/>
                      <a:pt x="41" y="6"/>
                    </a:cubicBezTo>
                    <a:cubicBezTo>
                      <a:pt x="42" y="8"/>
                      <a:pt x="42" y="12"/>
                      <a:pt x="42" y="16"/>
                    </a:cubicBezTo>
                    <a:cubicBezTo>
                      <a:pt x="27" y="16"/>
                      <a:pt x="27" y="16"/>
                      <a:pt x="27" y="16"/>
                    </a:cubicBezTo>
                    <a:cubicBezTo>
                      <a:pt x="27" y="15"/>
                      <a:pt x="25" y="11"/>
                      <a:pt x="24" y="9"/>
                    </a:cubicBezTo>
                    <a:close/>
                    <a:moveTo>
                      <a:pt x="12" y="16"/>
                    </a:moveTo>
                    <a:cubicBezTo>
                      <a:pt x="24" y="16"/>
                      <a:pt x="24" y="16"/>
                      <a:pt x="24" y="16"/>
                    </a:cubicBezTo>
                    <a:cubicBezTo>
                      <a:pt x="24" y="15"/>
                      <a:pt x="24" y="15"/>
                      <a:pt x="24" y="15"/>
                    </a:cubicBezTo>
                    <a:cubicBezTo>
                      <a:pt x="24" y="15"/>
                      <a:pt x="24" y="14"/>
                      <a:pt x="24" y="14"/>
                    </a:cubicBezTo>
                    <a:cubicBezTo>
                      <a:pt x="22" y="11"/>
                      <a:pt x="23" y="6"/>
                      <a:pt x="21" y="4"/>
                    </a:cubicBezTo>
                    <a:cubicBezTo>
                      <a:pt x="20" y="3"/>
                      <a:pt x="9" y="3"/>
                      <a:pt x="5" y="3"/>
                    </a:cubicBezTo>
                    <a:cubicBezTo>
                      <a:pt x="0" y="3"/>
                      <a:pt x="4" y="6"/>
                      <a:pt x="6" y="7"/>
                    </a:cubicBezTo>
                    <a:cubicBezTo>
                      <a:pt x="8" y="9"/>
                      <a:pt x="9" y="11"/>
                      <a:pt x="12" y="15"/>
                    </a:cubicBezTo>
                    <a:cubicBezTo>
                      <a:pt x="12" y="16"/>
                      <a:pt x="12" y="16"/>
                      <a:pt x="12" y="16"/>
                    </a:cubicBezTo>
                    <a:close/>
                    <a:moveTo>
                      <a:pt x="24" y="5"/>
                    </a:moveTo>
                    <a:cubicBezTo>
                      <a:pt x="24" y="9"/>
                      <a:pt x="24" y="9"/>
                      <a:pt x="24" y="9"/>
                    </a:cubicBezTo>
                    <a:cubicBezTo>
                      <a:pt x="24" y="8"/>
                      <a:pt x="24" y="7"/>
                      <a:pt x="24" y="6"/>
                    </a:cubicBezTo>
                    <a:cubicBezTo>
                      <a:pt x="24" y="6"/>
                      <a:pt x="24" y="5"/>
                      <a:pt x="24" y="5"/>
                    </a:cubicBezTo>
                    <a:close/>
                  </a:path>
                </a:pathLst>
              </a:custGeom>
              <a:solidFill>
                <a:srgbClr val="D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2" name="Freeform 380"/>
              <p:cNvSpPr>
                <a:spLocks noEditPoints="1"/>
              </p:cNvSpPr>
              <p:nvPr/>
            </p:nvSpPr>
            <p:spPr bwMode="auto">
              <a:xfrm>
                <a:off x="3521" y="1171"/>
                <a:ext cx="80" cy="33"/>
              </a:xfrm>
              <a:custGeom>
                <a:avLst/>
                <a:gdLst>
                  <a:gd name="T0" fmla="*/ 25 w 42"/>
                  <a:gd name="T1" fmla="*/ 17 h 17"/>
                  <a:gd name="T2" fmla="*/ 26 w 42"/>
                  <a:gd name="T3" fmla="*/ 17 h 17"/>
                  <a:gd name="T4" fmla="*/ 25 w 42"/>
                  <a:gd name="T5" fmla="*/ 16 h 17"/>
                  <a:gd name="T6" fmla="*/ 25 w 42"/>
                  <a:gd name="T7" fmla="*/ 17 h 17"/>
                  <a:gd name="T8" fmla="*/ 25 w 42"/>
                  <a:gd name="T9" fmla="*/ 10 h 17"/>
                  <a:gd name="T10" fmla="*/ 25 w 42"/>
                  <a:gd name="T11" fmla="*/ 3 h 17"/>
                  <a:gd name="T12" fmla="*/ 28 w 42"/>
                  <a:gd name="T13" fmla="*/ 0 h 17"/>
                  <a:gd name="T14" fmla="*/ 41 w 42"/>
                  <a:gd name="T15" fmla="*/ 6 h 17"/>
                  <a:gd name="T16" fmla="*/ 42 w 42"/>
                  <a:gd name="T17" fmla="*/ 17 h 17"/>
                  <a:gd name="T18" fmla="*/ 28 w 42"/>
                  <a:gd name="T19" fmla="*/ 17 h 17"/>
                  <a:gd name="T20" fmla="*/ 28 w 42"/>
                  <a:gd name="T21" fmla="*/ 16 h 17"/>
                  <a:gd name="T22" fmla="*/ 25 w 42"/>
                  <a:gd name="T23" fmla="*/ 10 h 17"/>
                  <a:gd name="T24" fmla="*/ 13 w 42"/>
                  <a:gd name="T25" fmla="*/ 17 h 17"/>
                  <a:gd name="T26" fmla="*/ 25 w 42"/>
                  <a:gd name="T27" fmla="*/ 17 h 17"/>
                  <a:gd name="T28" fmla="*/ 25 w 42"/>
                  <a:gd name="T29" fmla="*/ 16 h 17"/>
                  <a:gd name="T30" fmla="*/ 24 w 42"/>
                  <a:gd name="T31" fmla="*/ 14 h 17"/>
                  <a:gd name="T32" fmla="*/ 21 w 42"/>
                  <a:gd name="T33" fmla="*/ 4 h 17"/>
                  <a:gd name="T34" fmla="*/ 5 w 42"/>
                  <a:gd name="T35" fmla="*/ 3 h 17"/>
                  <a:gd name="T36" fmla="*/ 6 w 42"/>
                  <a:gd name="T37" fmla="*/ 7 h 17"/>
                  <a:gd name="T38" fmla="*/ 12 w 42"/>
                  <a:gd name="T39" fmla="*/ 15 h 17"/>
                  <a:gd name="T40" fmla="*/ 13 w 42"/>
                  <a:gd name="T41" fmla="*/ 17 h 17"/>
                  <a:gd name="T42" fmla="*/ 25 w 42"/>
                  <a:gd name="T43" fmla="*/ 3 h 17"/>
                  <a:gd name="T44" fmla="*/ 25 w 42"/>
                  <a:gd name="T45" fmla="*/ 10 h 17"/>
                  <a:gd name="T46" fmla="*/ 24 w 42"/>
                  <a:gd name="T47" fmla="*/ 6 h 17"/>
                  <a:gd name="T48" fmla="*/ 25 w 42"/>
                  <a:gd name="T49"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17">
                    <a:moveTo>
                      <a:pt x="25" y="17"/>
                    </a:moveTo>
                    <a:cubicBezTo>
                      <a:pt x="26" y="17"/>
                      <a:pt x="26" y="17"/>
                      <a:pt x="26" y="17"/>
                    </a:cubicBezTo>
                    <a:cubicBezTo>
                      <a:pt x="25" y="17"/>
                      <a:pt x="25" y="16"/>
                      <a:pt x="25" y="16"/>
                    </a:cubicBezTo>
                    <a:cubicBezTo>
                      <a:pt x="25" y="17"/>
                      <a:pt x="25" y="17"/>
                      <a:pt x="25" y="17"/>
                    </a:cubicBezTo>
                    <a:close/>
                    <a:moveTo>
                      <a:pt x="25" y="10"/>
                    </a:moveTo>
                    <a:cubicBezTo>
                      <a:pt x="25" y="3"/>
                      <a:pt x="25" y="3"/>
                      <a:pt x="25" y="3"/>
                    </a:cubicBezTo>
                    <a:cubicBezTo>
                      <a:pt x="25" y="1"/>
                      <a:pt x="26" y="0"/>
                      <a:pt x="28" y="0"/>
                    </a:cubicBezTo>
                    <a:cubicBezTo>
                      <a:pt x="31" y="0"/>
                      <a:pt x="40" y="3"/>
                      <a:pt x="41" y="6"/>
                    </a:cubicBezTo>
                    <a:cubicBezTo>
                      <a:pt x="42" y="8"/>
                      <a:pt x="42" y="13"/>
                      <a:pt x="42" y="17"/>
                    </a:cubicBezTo>
                    <a:cubicBezTo>
                      <a:pt x="28" y="17"/>
                      <a:pt x="28" y="17"/>
                      <a:pt x="28" y="17"/>
                    </a:cubicBezTo>
                    <a:cubicBezTo>
                      <a:pt x="28" y="16"/>
                      <a:pt x="28" y="16"/>
                      <a:pt x="28" y="16"/>
                    </a:cubicBezTo>
                    <a:cubicBezTo>
                      <a:pt x="28" y="16"/>
                      <a:pt x="26" y="13"/>
                      <a:pt x="25" y="10"/>
                    </a:cubicBezTo>
                    <a:close/>
                    <a:moveTo>
                      <a:pt x="13" y="17"/>
                    </a:moveTo>
                    <a:cubicBezTo>
                      <a:pt x="25" y="17"/>
                      <a:pt x="25" y="17"/>
                      <a:pt x="25" y="17"/>
                    </a:cubicBezTo>
                    <a:cubicBezTo>
                      <a:pt x="25" y="16"/>
                      <a:pt x="25" y="16"/>
                      <a:pt x="25" y="16"/>
                    </a:cubicBezTo>
                    <a:cubicBezTo>
                      <a:pt x="24" y="15"/>
                      <a:pt x="24" y="14"/>
                      <a:pt x="24" y="14"/>
                    </a:cubicBezTo>
                    <a:cubicBezTo>
                      <a:pt x="22" y="11"/>
                      <a:pt x="23" y="6"/>
                      <a:pt x="21" y="4"/>
                    </a:cubicBezTo>
                    <a:cubicBezTo>
                      <a:pt x="20" y="3"/>
                      <a:pt x="9" y="3"/>
                      <a:pt x="5" y="3"/>
                    </a:cubicBezTo>
                    <a:cubicBezTo>
                      <a:pt x="0" y="3"/>
                      <a:pt x="4" y="6"/>
                      <a:pt x="6" y="7"/>
                    </a:cubicBezTo>
                    <a:cubicBezTo>
                      <a:pt x="8" y="9"/>
                      <a:pt x="9" y="11"/>
                      <a:pt x="12" y="15"/>
                    </a:cubicBezTo>
                    <a:cubicBezTo>
                      <a:pt x="12" y="16"/>
                      <a:pt x="12" y="16"/>
                      <a:pt x="13" y="17"/>
                    </a:cubicBezTo>
                    <a:close/>
                    <a:moveTo>
                      <a:pt x="25" y="3"/>
                    </a:moveTo>
                    <a:cubicBezTo>
                      <a:pt x="25" y="10"/>
                      <a:pt x="25" y="10"/>
                      <a:pt x="25" y="10"/>
                    </a:cubicBezTo>
                    <a:cubicBezTo>
                      <a:pt x="24" y="8"/>
                      <a:pt x="24" y="7"/>
                      <a:pt x="24" y="6"/>
                    </a:cubicBezTo>
                    <a:cubicBezTo>
                      <a:pt x="24" y="5"/>
                      <a:pt x="24" y="4"/>
                      <a:pt x="25" y="3"/>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3" name="Freeform 381"/>
              <p:cNvSpPr>
                <a:spLocks noEditPoints="1"/>
              </p:cNvSpPr>
              <p:nvPr/>
            </p:nvSpPr>
            <p:spPr bwMode="auto">
              <a:xfrm>
                <a:off x="3521" y="1171"/>
                <a:ext cx="80" cy="35"/>
              </a:xfrm>
              <a:custGeom>
                <a:avLst/>
                <a:gdLst>
                  <a:gd name="T0" fmla="*/ 25 w 42"/>
                  <a:gd name="T1" fmla="*/ 18 h 18"/>
                  <a:gd name="T2" fmla="*/ 27 w 42"/>
                  <a:gd name="T3" fmla="*/ 18 h 18"/>
                  <a:gd name="T4" fmla="*/ 25 w 42"/>
                  <a:gd name="T5" fmla="*/ 16 h 18"/>
                  <a:gd name="T6" fmla="*/ 25 w 42"/>
                  <a:gd name="T7" fmla="*/ 18 h 18"/>
                  <a:gd name="T8" fmla="*/ 25 w 42"/>
                  <a:gd name="T9" fmla="*/ 11 h 18"/>
                  <a:gd name="T10" fmla="*/ 25 w 42"/>
                  <a:gd name="T11" fmla="*/ 1 h 18"/>
                  <a:gd name="T12" fmla="*/ 28 w 42"/>
                  <a:gd name="T13" fmla="*/ 0 h 18"/>
                  <a:gd name="T14" fmla="*/ 41 w 42"/>
                  <a:gd name="T15" fmla="*/ 6 h 18"/>
                  <a:gd name="T16" fmla="*/ 42 w 42"/>
                  <a:gd name="T17" fmla="*/ 18 h 18"/>
                  <a:gd name="T18" fmla="*/ 28 w 42"/>
                  <a:gd name="T19" fmla="*/ 18 h 18"/>
                  <a:gd name="T20" fmla="*/ 28 w 42"/>
                  <a:gd name="T21" fmla="*/ 16 h 18"/>
                  <a:gd name="T22" fmla="*/ 25 w 42"/>
                  <a:gd name="T23" fmla="*/ 11 h 18"/>
                  <a:gd name="T24" fmla="*/ 13 w 42"/>
                  <a:gd name="T25" fmla="*/ 18 h 18"/>
                  <a:gd name="T26" fmla="*/ 25 w 42"/>
                  <a:gd name="T27" fmla="*/ 18 h 18"/>
                  <a:gd name="T28" fmla="*/ 25 w 42"/>
                  <a:gd name="T29" fmla="*/ 16 h 18"/>
                  <a:gd name="T30" fmla="*/ 24 w 42"/>
                  <a:gd name="T31" fmla="*/ 14 h 18"/>
                  <a:gd name="T32" fmla="*/ 21 w 42"/>
                  <a:gd name="T33" fmla="*/ 4 h 18"/>
                  <a:gd name="T34" fmla="*/ 5 w 42"/>
                  <a:gd name="T35" fmla="*/ 3 h 18"/>
                  <a:gd name="T36" fmla="*/ 6 w 42"/>
                  <a:gd name="T37" fmla="*/ 7 h 18"/>
                  <a:gd name="T38" fmla="*/ 12 w 42"/>
                  <a:gd name="T39" fmla="*/ 15 h 18"/>
                  <a:gd name="T40" fmla="*/ 13 w 42"/>
                  <a:gd name="T41" fmla="*/ 18 h 18"/>
                  <a:gd name="T42" fmla="*/ 25 w 42"/>
                  <a:gd name="T43" fmla="*/ 1 h 18"/>
                  <a:gd name="T44" fmla="*/ 25 w 42"/>
                  <a:gd name="T45" fmla="*/ 11 h 18"/>
                  <a:gd name="T46" fmla="*/ 24 w 42"/>
                  <a:gd name="T47" fmla="*/ 6 h 18"/>
                  <a:gd name="T48" fmla="*/ 25 w 42"/>
                  <a:gd name="T4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18">
                    <a:moveTo>
                      <a:pt x="25" y="18"/>
                    </a:moveTo>
                    <a:cubicBezTo>
                      <a:pt x="27" y="18"/>
                      <a:pt x="27" y="18"/>
                      <a:pt x="27" y="18"/>
                    </a:cubicBezTo>
                    <a:cubicBezTo>
                      <a:pt x="26" y="18"/>
                      <a:pt x="26" y="17"/>
                      <a:pt x="25" y="16"/>
                    </a:cubicBezTo>
                    <a:cubicBezTo>
                      <a:pt x="25" y="18"/>
                      <a:pt x="25" y="18"/>
                      <a:pt x="25" y="18"/>
                    </a:cubicBezTo>
                    <a:close/>
                    <a:moveTo>
                      <a:pt x="25" y="11"/>
                    </a:moveTo>
                    <a:cubicBezTo>
                      <a:pt x="25" y="1"/>
                      <a:pt x="25" y="1"/>
                      <a:pt x="25" y="1"/>
                    </a:cubicBezTo>
                    <a:cubicBezTo>
                      <a:pt x="26" y="1"/>
                      <a:pt x="26" y="0"/>
                      <a:pt x="28" y="0"/>
                    </a:cubicBezTo>
                    <a:cubicBezTo>
                      <a:pt x="31" y="0"/>
                      <a:pt x="40" y="3"/>
                      <a:pt x="41" y="6"/>
                    </a:cubicBezTo>
                    <a:cubicBezTo>
                      <a:pt x="42" y="8"/>
                      <a:pt x="42" y="15"/>
                      <a:pt x="42" y="18"/>
                    </a:cubicBezTo>
                    <a:cubicBezTo>
                      <a:pt x="28" y="18"/>
                      <a:pt x="28" y="18"/>
                      <a:pt x="28" y="18"/>
                    </a:cubicBezTo>
                    <a:cubicBezTo>
                      <a:pt x="28" y="16"/>
                      <a:pt x="28" y="16"/>
                      <a:pt x="28" y="16"/>
                    </a:cubicBezTo>
                    <a:cubicBezTo>
                      <a:pt x="28" y="16"/>
                      <a:pt x="26" y="14"/>
                      <a:pt x="25" y="11"/>
                    </a:cubicBezTo>
                    <a:close/>
                    <a:moveTo>
                      <a:pt x="13" y="18"/>
                    </a:moveTo>
                    <a:cubicBezTo>
                      <a:pt x="25" y="18"/>
                      <a:pt x="25" y="18"/>
                      <a:pt x="25" y="18"/>
                    </a:cubicBezTo>
                    <a:cubicBezTo>
                      <a:pt x="25" y="16"/>
                      <a:pt x="25" y="16"/>
                      <a:pt x="25" y="16"/>
                    </a:cubicBezTo>
                    <a:cubicBezTo>
                      <a:pt x="25" y="16"/>
                      <a:pt x="24" y="15"/>
                      <a:pt x="24" y="14"/>
                    </a:cubicBezTo>
                    <a:cubicBezTo>
                      <a:pt x="22" y="11"/>
                      <a:pt x="23" y="6"/>
                      <a:pt x="21" y="4"/>
                    </a:cubicBezTo>
                    <a:cubicBezTo>
                      <a:pt x="20" y="3"/>
                      <a:pt x="9" y="3"/>
                      <a:pt x="5" y="3"/>
                    </a:cubicBezTo>
                    <a:cubicBezTo>
                      <a:pt x="0" y="3"/>
                      <a:pt x="4" y="6"/>
                      <a:pt x="6" y="7"/>
                    </a:cubicBezTo>
                    <a:cubicBezTo>
                      <a:pt x="8" y="9"/>
                      <a:pt x="9" y="11"/>
                      <a:pt x="12" y="15"/>
                    </a:cubicBezTo>
                    <a:cubicBezTo>
                      <a:pt x="12" y="16"/>
                      <a:pt x="13" y="17"/>
                      <a:pt x="13" y="18"/>
                    </a:cubicBezTo>
                    <a:close/>
                    <a:moveTo>
                      <a:pt x="25" y="1"/>
                    </a:moveTo>
                    <a:cubicBezTo>
                      <a:pt x="25" y="11"/>
                      <a:pt x="25" y="11"/>
                      <a:pt x="25" y="11"/>
                    </a:cubicBezTo>
                    <a:cubicBezTo>
                      <a:pt x="24" y="9"/>
                      <a:pt x="24" y="7"/>
                      <a:pt x="24" y="6"/>
                    </a:cubicBezTo>
                    <a:cubicBezTo>
                      <a:pt x="24" y="5"/>
                      <a:pt x="25" y="3"/>
                      <a:pt x="25" y="1"/>
                    </a:cubicBezTo>
                    <a:close/>
                  </a:path>
                </a:pathLst>
              </a:custGeom>
              <a:solidFill>
                <a:srgbClr val="DB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4" name="Freeform 382"/>
              <p:cNvSpPr>
                <a:spLocks/>
              </p:cNvSpPr>
              <p:nvPr/>
            </p:nvSpPr>
            <p:spPr bwMode="auto">
              <a:xfrm>
                <a:off x="3521" y="1173"/>
                <a:ext cx="82" cy="34"/>
              </a:xfrm>
              <a:custGeom>
                <a:avLst/>
                <a:gdLst>
                  <a:gd name="T0" fmla="*/ 34 w 43"/>
                  <a:gd name="T1" fmla="*/ 0 h 18"/>
                  <a:gd name="T2" fmla="*/ 25 w 43"/>
                  <a:gd name="T3" fmla="*/ 0 h 18"/>
                  <a:gd name="T4" fmla="*/ 24 w 43"/>
                  <a:gd name="T5" fmla="*/ 5 h 18"/>
                  <a:gd name="T6" fmla="*/ 28 w 43"/>
                  <a:gd name="T7" fmla="*/ 15 h 18"/>
                  <a:gd name="T8" fmla="*/ 28 w 43"/>
                  <a:gd name="T9" fmla="*/ 18 h 18"/>
                  <a:gd name="T10" fmla="*/ 24 w 43"/>
                  <a:gd name="T11" fmla="*/ 13 h 18"/>
                  <a:gd name="T12" fmla="*/ 21 w 43"/>
                  <a:gd name="T13" fmla="*/ 3 h 18"/>
                  <a:gd name="T14" fmla="*/ 5 w 43"/>
                  <a:gd name="T15" fmla="*/ 2 h 18"/>
                  <a:gd name="T16" fmla="*/ 6 w 43"/>
                  <a:gd name="T17" fmla="*/ 6 h 18"/>
                  <a:gd name="T18" fmla="*/ 12 w 43"/>
                  <a:gd name="T19" fmla="*/ 14 h 18"/>
                  <a:gd name="T20" fmla="*/ 14 w 43"/>
                  <a:gd name="T21" fmla="*/ 18 h 18"/>
                  <a:gd name="T22" fmla="*/ 43 w 43"/>
                  <a:gd name="T23" fmla="*/ 18 h 18"/>
                  <a:gd name="T24" fmla="*/ 41 w 43"/>
                  <a:gd name="T25" fmla="*/ 5 h 18"/>
                  <a:gd name="T26" fmla="*/ 34 w 43"/>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18">
                    <a:moveTo>
                      <a:pt x="34" y="0"/>
                    </a:moveTo>
                    <a:cubicBezTo>
                      <a:pt x="25" y="0"/>
                      <a:pt x="25" y="0"/>
                      <a:pt x="25" y="0"/>
                    </a:cubicBezTo>
                    <a:cubicBezTo>
                      <a:pt x="25" y="1"/>
                      <a:pt x="24" y="4"/>
                      <a:pt x="24" y="5"/>
                    </a:cubicBezTo>
                    <a:cubicBezTo>
                      <a:pt x="23" y="7"/>
                      <a:pt x="28" y="15"/>
                      <a:pt x="28" y="15"/>
                    </a:cubicBezTo>
                    <a:cubicBezTo>
                      <a:pt x="28" y="18"/>
                      <a:pt x="28" y="18"/>
                      <a:pt x="28" y="18"/>
                    </a:cubicBezTo>
                    <a:cubicBezTo>
                      <a:pt x="28" y="18"/>
                      <a:pt x="25" y="16"/>
                      <a:pt x="24" y="13"/>
                    </a:cubicBezTo>
                    <a:cubicBezTo>
                      <a:pt x="22" y="10"/>
                      <a:pt x="23" y="5"/>
                      <a:pt x="21" y="3"/>
                    </a:cubicBezTo>
                    <a:cubicBezTo>
                      <a:pt x="20" y="2"/>
                      <a:pt x="9" y="2"/>
                      <a:pt x="5" y="2"/>
                    </a:cubicBezTo>
                    <a:cubicBezTo>
                      <a:pt x="0" y="2"/>
                      <a:pt x="4" y="5"/>
                      <a:pt x="6" y="6"/>
                    </a:cubicBezTo>
                    <a:cubicBezTo>
                      <a:pt x="8" y="8"/>
                      <a:pt x="9" y="10"/>
                      <a:pt x="12" y="14"/>
                    </a:cubicBezTo>
                    <a:cubicBezTo>
                      <a:pt x="12" y="15"/>
                      <a:pt x="13" y="17"/>
                      <a:pt x="14" y="18"/>
                    </a:cubicBezTo>
                    <a:cubicBezTo>
                      <a:pt x="43" y="18"/>
                      <a:pt x="43" y="18"/>
                      <a:pt x="43" y="18"/>
                    </a:cubicBezTo>
                    <a:cubicBezTo>
                      <a:pt x="42" y="15"/>
                      <a:pt x="42" y="7"/>
                      <a:pt x="41" y="5"/>
                    </a:cubicBezTo>
                    <a:cubicBezTo>
                      <a:pt x="41" y="3"/>
                      <a:pt x="37" y="1"/>
                      <a:pt x="34" y="0"/>
                    </a:cubicBezTo>
                    <a:close/>
                  </a:path>
                </a:pathLst>
              </a:custGeom>
              <a:solidFill>
                <a:srgbClr val="DCD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5" name="Freeform 383"/>
              <p:cNvSpPr>
                <a:spLocks/>
              </p:cNvSpPr>
              <p:nvPr/>
            </p:nvSpPr>
            <p:spPr bwMode="auto">
              <a:xfrm>
                <a:off x="3521" y="1175"/>
                <a:ext cx="82" cy="36"/>
              </a:xfrm>
              <a:custGeom>
                <a:avLst/>
                <a:gdLst>
                  <a:gd name="T0" fmla="*/ 37 w 43"/>
                  <a:gd name="T1" fmla="*/ 0 h 19"/>
                  <a:gd name="T2" fmla="*/ 25 w 43"/>
                  <a:gd name="T3" fmla="*/ 0 h 19"/>
                  <a:gd name="T4" fmla="*/ 24 w 43"/>
                  <a:gd name="T5" fmla="*/ 4 h 19"/>
                  <a:gd name="T6" fmla="*/ 28 w 43"/>
                  <a:gd name="T7" fmla="*/ 14 h 19"/>
                  <a:gd name="T8" fmla="*/ 28 w 43"/>
                  <a:gd name="T9" fmla="*/ 17 h 19"/>
                  <a:gd name="T10" fmla="*/ 24 w 43"/>
                  <a:gd name="T11" fmla="*/ 12 h 19"/>
                  <a:gd name="T12" fmla="*/ 21 w 43"/>
                  <a:gd name="T13" fmla="*/ 2 h 19"/>
                  <a:gd name="T14" fmla="*/ 5 w 43"/>
                  <a:gd name="T15" fmla="*/ 1 h 19"/>
                  <a:gd name="T16" fmla="*/ 6 w 43"/>
                  <a:gd name="T17" fmla="*/ 5 h 19"/>
                  <a:gd name="T18" fmla="*/ 12 w 43"/>
                  <a:gd name="T19" fmla="*/ 13 h 19"/>
                  <a:gd name="T20" fmla="*/ 14 w 43"/>
                  <a:gd name="T21" fmla="*/ 19 h 19"/>
                  <a:gd name="T22" fmla="*/ 43 w 43"/>
                  <a:gd name="T23" fmla="*/ 19 h 19"/>
                  <a:gd name="T24" fmla="*/ 43 w 43"/>
                  <a:gd name="T25" fmla="*/ 18 h 19"/>
                  <a:gd name="T26" fmla="*/ 41 w 43"/>
                  <a:gd name="T27" fmla="*/ 4 h 19"/>
                  <a:gd name="T28" fmla="*/ 37 w 43"/>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9">
                    <a:moveTo>
                      <a:pt x="37" y="0"/>
                    </a:moveTo>
                    <a:cubicBezTo>
                      <a:pt x="25" y="0"/>
                      <a:pt x="25" y="0"/>
                      <a:pt x="25" y="0"/>
                    </a:cubicBezTo>
                    <a:cubicBezTo>
                      <a:pt x="24" y="2"/>
                      <a:pt x="24" y="3"/>
                      <a:pt x="24" y="4"/>
                    </a:cubicBezTo>
                    <a:cubicBezTo>
                      <a:pt x="23" y="6"/>
                      <a:pt x="28" y="14"/>
                      <a:pt x="28" y="14"/>
                    </a:cubicBezTo>
                    <a:cubicBezTo>
                      <a:pt x="28" y="17"/>
                      <a:pt x="28" y="17"/>
                      <a:pt x="28" y="17"/>
                    </a:cubicBezTo>
                    <a:cubicBezTo>
                      <a:pt x="28" y="17"/>
                      <a:pt x="25" y="15"/>
                      <a:pt x="24" y="12"/>
                    </a:cubicBezTo>
                    <a:cubicBezTo>
                      <a:pt x="22" y="9"/>
                      <a:pt x="23" y="4"/>
                      <a:pt x="21" y="2"/>
                    </a:cubicBezTo>
                    <a:cubicBezTo>
                      <a:pt x="20" y="1"/>
                      <a:pt x="9" y="1"/>
                      <a:pt x="5" y="1"/>
                    </a:cubicBezTo>
                    <a:cubicBezTo>
                      <a:pt x="0" y="1"/>
                      <a:pt x="4" y="4"/>
                      <a:pt x="6" y="5"/>
                    </a:cubicBezTo>
                    <a:cubicBezTo>
                      <a:pt x="8" y="7"/>
                      <a:pt x="9" y="9"/>
                      <a:pt x="12" y="13"/>
                    </a:cubicBezTo>
                    <a:cubicBezTo>
                      <a:pt x="13" y="15"/>
                      <a:pt x="13" y="17"/>
                      <a:pt x="14" y="19"/>
                    </a:cubicBezTo>
                    <a:cubicBezTo>
                      <a:pt x="43" y="19"/>
                      <a:pt x="43" y="19"/>
                      <a:pt x="43" y="19"/>
                    </a:cubicBezTo>
                    <a:cubicBezTo>
                      <a:pt x="43" y="19"/>
                      <a:pt x="43" y="18"/>
                      <a:pt x="43" y="18"/>
                    </a:cubicBezTo>
                    <a:cubicBezTo>
                      <a:pt x="42" y="16"/>
                      <a:pt x="42" y="7"/>
                      <a:pt x="41" y="4"/>
                    </a:cubicBezTo>
                    <a:cubicBezTo>
                      <a:pt x="41" y="3"/>
                      <a:pt x="39" y="1"/>
                      <a:pt x="37"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6" name="Freeform 384"/>
              <p:cNvSpPr>
                <a:spLocks/>
              </p:cNvSpPr>
              <p:nvPr/>
            </p:nvSpPr>
            <p:spPr bwMode="auto">
              <a:xfrm>
                <a:off x="3524" y="1179"/>
                <a:ext cx="79" cy="34"/>
              </a:xfrm>
              <a:custGeom>
                <a:avLst/>
                <a:gdLst>
                  <a:gd name="T0" fmla="*/ 38 w 41"/>
                  <a:gd name="T1" fmla="*/ 0 h 18"/>
                  <a:gd name="T2" fmla="*/ 22 w 41"/>
                  <a:gd name="T3" fmla="*/ 0 h 18"/>
                  <a:gd name="T4" fmla="*/ 22 w 41"/>
                  <a:gd name="T5" fmla="*/ 2 h 18"/>
                  <a:gd name="T6" fmla="*/ 26 w 41"/>
                  <a:gd name="T7" fmla="*/ 12 h 18"/>
                  <a:gd name="T8" fmla="*/ 26 w 41"/>
                  <a:gd name="T9" fmla="*/ 15 h 18"/>
                  <a:gd name="T10" fmla="*/ 22 w 41"/>
                  <a:gd name="T11" fmla="*/ 10 h 18"/>
                  <a:gd name="T12" fmla="*/ 19 w 41"/>
                  <a:gd name="T13" fmla="*/ 0 h 18"/>
                  <a:gd name="T14" fmla="*/ 18 w 41"/>
                  <a:gd name="T15" fmla="*/ 0 h 18"/>
                  <a:gd name="T16" fmla="*/ 1 w 41"/>
                  <a:gd name="T17" fmla="*/ 0 h 18"/>
                  <a:gd name="T18" fmla="*/ 4 w 41"/>
                  <a:gd name="T19" fmla="*/ 3 h 18"/>
                  <a:gd name="T20" fmla="*/ 10 w 41"/>
                  <a:gd name="T21" fmla="*/ 11 h 18"/>
                  <a:gd name="T22" fmla="*/ 13 w 41"/>
                  <a:gd name="T23" fmla="*/ 18 h 18"/>
                  <a:gd name="T24" fmla="*/ 41 w 41"/>
                  <a:gd name="T25" fmla="*/ 18 h 18"/>
                  <a:gd name="T26" fmla="*/ 41 w 41"/>
                  <a:gd name="T27" fmla="*/ 16 h 18"/>
                  <a:gd name="T28" fmla="*/ 39 w 41"/>
                  <a:gd name="T29" fmla="*/ 2 h 18"/>
                  <a:gd name="T30" fmla="*/ 38 w 41"/>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18">
                    <a:moveTo>
                      <a:pt x="38" y="0"/>
                    </a:moveTo>
                    <a:cubicBezTo>
                      <a:pt x="22" y="0"/>
                      <a:pt x="22" y="0"/>
                      <a:pt x="22" y="0"/>
                    </a:cubicBezTo>
                    <a:cubicBezTo>
                      <a:pt x="22" y="1"/>
                      <a:pt x="22" y="1"/>
                      <a:pt x="22" y="2"/>
                    </a:cubicBezTo>
                    <a:cubicBezTo>
                      <a:pt x="21" y="4"/>
                      <a:pt x="26" y="12"/>
                      <a:pt x="26" y="12"/>
                    </a:cubicBezTo>
                    <a:cubicBezTo>
                      <a:pt x="26" y="15"/>
                      <a:pt x="26" y="15"/>
                      <a:pt x="26" y="15"/>
                    </a:cubicBezTo>
                    <a:cubicBezTo>
                      <a:pt x="26" y="15"/>
                      <a:pt x="23" y="13"/>
                      <a:pt x="22" y="10"/>
                    </a:cubicBezTo>
                    <a:cubicBezTo>
                      <a:pt x="20" y="7"/>
                      <a:pt x="21" y="2"/>
                      <a:pt x="19" y="0"/>
                    </a:cubicBezTo>
                    <a:cubicBezTo>
                      <a:pt x="19" y="0"/>
                      <a:pt x="19" y="0"/>
                      <a:pt x="18" y="0"/>
                    </a:cubicBezTo>
                    <a:cubicBezTo>
                      <a:pt x="1" y="0"/>
                      <a:pt x="1" y="0"/>
                      <a:pt x="1" y="0"/>
                    </a:cubicBezTo>
                    <a:cubicBezTo>
                      <a:pt x="0" y="1"/>
                      <a:pt x="3" y="2"/>
                      <a:pt x="4" y="3"/>
                    </a:cubicBezTo>
                    <a:cubicBezTo>
                      <a:pt x="6" y="5"/>
                      <a:pt x="7" y="7"/>
                      <a:pt x="10" y="11"/>
                    </a:cubicBezTo>
                    <a:cubicBezTo>
                      <a:pt x="11" y="13"/>
                      <a:pt x="12" y="15"/>
                      <a:pt x="13" y="18"/>
                    </a:cubicBezTo>
                    <a:cubicBezTo>
                      <a:pt x="41" y="18"/>
                      <a:pt x="41" y="18"/>
                      <a:pt x="41" y="18"/>
                    </a:cubicBezTo>
                    <a:cubicBezTo>
                      <a:pt x="41" y="17"/>
                      <a:pt x="41" y="17"/>
                      <a:pt x="41" y="16"/>
                    </a:cubicBezTo>
                    <a:cubicBezTo>
                      <a:pt x="40" y="14"/>
                      <a:pt x="40" y="5"/>
                      <a:pt x="39" y="2"/>
                    </a:cubicBezTo>
                    <a:cubicBezTo>
                      <a:pt x="39" y="1"/>
                      <a:pt x="39" y="0"/>
                      <a:pt x="38"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7" name="Freeform 385"/>
              <p:cNvSpPr>
                <a:spLocks/>
              </p:cNvSpPr>
              <p:nvPr/>
            </p:nvSpPr>
            <p:spPr bwMode="auto">
              <a:xfrm>
                <a:off x="3526" y="1181"/>
                <a:ext cx="77" cy="34"/>
              </a:xfrm>
              <a:custGeom>
                <a:avLst/>
                <a:gdLst>
                  <a:gd name="T0" fmla="*/ 38 w 40"/>
                  <a:gd name="T1" fmla="*/ 0 h 18"/>
                  <a:gd name="T2" fmla="*/ 21 w 40"/>
                  <a:gd name="T3" fmla="*/ 0 h 18"/>
                  <a:gd name="T4" fmla="*/ 21 w 40"/>
                  <a:gd name="T5" fmla="*/ 1 h 18"/>
                  <a:gd name="T6" fmla="*/ 25 w 40"/>
                  <a:gd name="T7" fmla="*/ 11 h 18"/>
                  <a:gd name="T8" fmla="*/ 25 w 40"/>
                  <a:gd name="T9" fmla="*/ 14 h 18"/>
                  <a:gd name="T10" fmla="*/ 21 w 40"/>
                  <a:gd name="T11" fmla="*/ 9 h 18"/>
                  <a:gd name="T12" fmla="*/ 19 w 40"/>
                  <a:gd name="T13" fmla="*/ 0 h 18"/>
                  <a:gd name="T14" fmla="*/ 0 w 40"/>
                  <a:gd name="T15" fmla="*/ 0 h 18"/>
                  <a:gd name="T16" fmla="*/ 3 w 40"/>
                  <a:gd name="T17" fmla="*/ 2 h 18"/>
                  <a:gd name="T18" fmla="*/ 9 w 40"/>
                  <a:gd name="T19" fmla="*/ 10 h 18"/>
                  <a:gd name="T20" fmla="*/ 12 w 40"/>
                  <a:gd name="T21" fmla="*/ 18 h 18"/>
                  <a:gd name="T22" fmla="*/ 40 w 40"/>
                  <a:gd name="T23" fmla="*/ 18 h 18"/>
                  <a:gd name="T24" fmla="*/ 40 w 40"/>
                  <a:gd name="T25" fmla="*/ 15 h 18"/>
                  <a:gd name="T26" fmla="*/ 38 w 40"/>
                  <a:gd name="T27" fmla="*/ 1 h 18"/>
                  <a:gd name="T28" fmla="*/ 38 w 40"/>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18">
                    <a:moveTo>
                      <a:pt x="38" y="0"/>
                    </a:moveTo>
                    <a:cubicBezTo>
                      <a:pt x="21" y="0"/>
                      <a:pt x="21" y="0"/>
                      <a:pt x="21" y="0"/>
                    </a:cubicBezTo>
                    <a:cubicBezTo>
                      <a:pt x="21" y="0"/>
                      <a:pt x="21" y="1"/>
                      <a:pt x="21" y="1"/>
                    </a:cubicBezTo>
                    <a:cubicBezTo>
                      <a:pt x="20" y="3"/>
                      <a:pt x="25" y="11"/>
                      <a:pt x="25" y="11"/>
                    </a:cubicBezTo>
                    <a:cubicBezTo>
                      <a:pt x="25" y="14"/>
                      <a:pt x="25" y="14"/>
                      <a:pt x="25" y="14"/>
                    </a:cubicBezTo>
                    <a:cubicBezTo>
                      <a:pt x="25" y="14"/>
                      <a:pt x="22" y="12"/>
                      <a:pt x="21" y="9"/>
                    </a:cubicBezTo>
                    <a:cubicBezTo>
                      <a:pt x="19" y="6"/>
                      <a:pt x="20" y="2"/>
                      <a:pt x="19" y="0"/>
                    </a:cubicBezTo>
                    <a:cubicBezTo>
                      <a:pt x="0" y="0"/>
                      <a:pt x="0" y="0"/>
                      <a:pt x="0" y="0"/>
                    </a:cubicBezTo>
                    <a:cubicBezTo>
                      <a:pt x="1" y="1"/>
                      <a:pt x="2" y="2"/>
                      <a:pt x="3" y="2"/>
                    </a:cubicBezTo>
                    <a:cubicBezTo>
                      <a:pt x="5" y="4"/>
                      <a:pt x="6" y="6"/>
                      <a:pt x="9" y="10"/>
                    </a:cubicBezTo>
                    <a:cubicBezTo>
                      <a:pt x="10" y="12"/>
                      <a:pt x="11" y="15"/>
                      <a:pt x="12" y="18"/>
                    </a:cubicBezTo>
                    <a:cubicBezTo>
                      <a:pt x="40" y="18"/>
                      <a:pt x="40" y="18"/>
                      <a:pt x="40" y="18"/>
                    </a:cubicBezTo>
                    <a:cubicBezTo>
                      <a:pt x="40" y="17"/>
                      <a:pt x="40" y="16"/>
                      <a:pt x="40" y="15"/>
                    </a:cubicBezTo>
                    <a:cubicBezTo>
                      <a:pt x="39" y="13"/>
                      <a:pt x="39" y="4"/>
                      <a:pt x="38" y="1"/>
                    </a:cubicBezTo>
                    <a:cubicBezTo>
                      <a:pt x="38" y="0"/>
                      <a:pt x="38" y="0"/>
                      <a:pt x="38"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8" name="Freeform 386"/>
              <p:cNvSpPr>
                <a:spLocks/>
              </p:cNvSpPr>
              <p:nvPr/>
            </p:nvSpPr>
            <p:spPr bwMode="auto">
              <a:xfrm>
                <a:off x="3530" y="1183"/>
                <a:ext cx="73" cy="36"/>
              </a:xfrm>
              <a:custGeom>
                <a:avLst/>
                <a:gdLst>
                  <a:gd name="T0" fmla="*/ 37 w 38"/>
                  <a:gd name="T1" fmla="*/ 0 h 19"/>
                  <a:gd name="T2" fmla="*/ 19 w 38"/>
                  <a:gd name="T3" fmla="*/ 0 h 19"/>
                  <a:gd name="T4" fmla="*/ 23 w 38"/>
                  <a:gd name="T5" fmla="*/ 10 h 19"/>
                  <a:gd name="T6" fmla="*/ 23 w 38"/>
                  <a:gd name="T7" fmla="*/ 13 h 19"/>
                  <a:gd name="T8" fmla="*/ 19 w 38"/>
                  <a:gd name="T9" fmla="*/ 8 h 19"/>
                  <a:gd name="T10" fmla="*/ 17 w 38"/>
                  <a:gd name="T11" fmla="*/ 0 h 19"/>
                  <a:gd name="T12" fmla="*/ 0 w 38"/>
                  <a:gd name="T13" fmla="*/ 0 h 19"/>
                  <a:gd name="T14" fmla="*/ 1 w 38"/>
                  <a:gd name="T15" fmla="*/ 1 h 19"/>
                  <a:gd name="T16" fmla="*/ 7 w 38"/>
                  <a:gd name="T17" fmla="*/ 9 h 19"/>
                  <a:gd name="T18" fmla="*/ 10 w 38"/>
                  <a:gd name="T19" fmla="*/ 19 h 19"/>
                  <a:gd name="T20" fmla="*/ 38 w 38"/>
                  <a:gd name="T21" fmla="*/ 19 h 19"/>
                  <a:gd name="T22" fmla="*/ 38 w 38"/>
                  <a:gd name="T23" fmla="*/ 14 h 19"/>
                  <a:gd name="T24" fmla="*/ 37 w 38"/>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19">
                    <a:moveTo>
                      <a:pt x="37" y="0"/>
                    </a:moveTo>
                    <a:cubicBezTo>
                      <a:pt x="19" y="0"/>
                      <a:pt x="19" y="0"/>
                      <a:pt x="19" y="0"/>
                    </a:cubicBezTo>
                    <a:cubicBezTo>
                      <a:pt x="19" y="3"/>
                      <a:pt x="23" y="10"/>
                      <a:pt x="23" y="10"/>
                    </a:cubicBezTo>
                    <a:cubicBezTo>
                      <a:pt x="23" y="13"/>
                      <a:pt x="23" y="13"/>
                      <a:pt x="23" y="13"/>
                    </a:cubicBezTo>
                    <a:cubicBezTo>
                      <a:pt x="23" y="13"/>
                      <a:pt x="20" y="11"/>
                      <a:pt x="19" y="8"/>
                    </a:cubicBezTo>
                    <a:cubicBezTo>
                      <a:pt x="17" y="6"/>
                      <a:pt x="18" y="3"/>
                      <a:pt x="17" y="0"/>
                    </a:cubicBezTo>
                    <a:cubicBezTo>
                      <a:pt x="0" y="0"/>
                      <a:pt x="0" y="0"/>
                      <a:pt x="0" y="0"/>
                    </a:cubicBezTo>
                    <a:cubicBezTo>
                      <a:pt x="0" y="1"/>
                      <a:pt x="1" y="1"/>
                      <a:pt x="1" y="1"/>
                    </a:cubicBezTo>
                    <a:cubicBezTo>
                      <a:pt x="3" y="3"/>
                      <a:pt x="4" y="5"/>
                      <a:pt x="7" y="9"/>
                    </a:cubicBezTo>
                    <a:cubicBezTo>
                      <a:pt x="8" y="12"/>
                      <a:pt x="9" y="15"/>
                      <a:pt x="10" y="19"/>
                    </a:cubicBezTo>
                    <a:cubicBezTo>
                      <a:pt x="38" y="19"/>
                      <a:pt x="38" y="19"/>
                      <a:pt x="38" y="19"/>
                    </a:cubicBezTo>
                    <a:cubicBezTo>
                      <a:pt x="38" y="17"/>
                      <a:pt x="38" y="15"/>
                      <a:pt x="38" y="14"/>
                    </a:cubicBezTo>
                    <a:cubicBezTo>
                      <a:pt x="37" y="12"/>
                      <a:pt x="37" y="4"/>
                      <a:pt x="37" y="0"/>
                    </a:cubicBezTo>
                    <a:close/>
                  </a:path>
                </a:pathLst>
              </a:custGeom>
              <a:solidFill>
                <a:srgbClr val="DFDE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9" name="Freeform 387"/>
              <p:cNvSpPr>
                <a:spLocks/>
              </p:cNvSpPr>
              <p:nvPr/>
            </p:nvSpPr>
            <p:spPr bwMode="auto">
              <a:xfrm>
                <a:off x="3532" y="1186"/>
                <a:ext cx="73" cy="35"/>
              </a:xfrm>
              <a:custGeom>
                <a:avLst/>
                <a:gdLst>
                  <a:gd name="T0" fmla="*/ 36 w 38"/>
                  <a:gd name="T1" fmla="*/ 0 h 18"/>
                  <a:gd name="T2" fmla="*/ 18 w 38"/>
                  <a:gd name="T3" fmla="*/ 0 h 18"/>
                  <a:gd name="T4" fmla="*/ 22 w 38"/>
                  <a:gd name="T5" fmla="*/ 8 h 18"/>
                  <a:gd name="T6" fmla="*/ 22 w 38"/>
                  <a:gd name="T7" fmla="*/ 11 h 18"/>
                  <a:gd name="T8" fmla="*/ 18 w 38"/>
                  <a:gd name="T9" fmla="*/ 6 h 18"/>
                  <a:gd name="T10" fmla="*/ 16 w 38"/>
                  <a:gd name="T11" fmla="*/ 0 h 18"/>
                  <a:gd name="T12" fmla="*/ 0 w 38"/>
                  <a:gd name="T13" fmla="*/ 0 h 18"/>
                  <a:gd name="T14" fmla="*/ 6 w 38"/>
                  <a:gd name="T15" fmla="*/ 7 h 18"/>
                  <a:gd name="T16" fmla="*/ 10 w 38"/>
                  <a:gd name="T17" fmla="*/ 18 h 18"/>
                  <a:gd name="T18" fmla="*/ 37 w 38"/>
                  <a:gd name="T19" fmla="*/ 18 h 18"/>
                  <a:gd name="T20" fmla="*/ 37 w 38"/>
                  <a:gd name="T21" fmla="*/ 12 h 18"/>
                  <a:gd name="T22" fmla="*/ 36 w 38"/>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18">
                    <a:moveTo>
                      <a:pt x="36" y="0"/>
                    </a:moveTo>
                    <a:cubicBezTo>
                      <a:pt x="18" y="0"/>
                      <a:pt x="18" y="0"/>
                      <a:pt x="18" y="0"/>
                    </a:cubicBezTo>
                    <a:cubicBezTo>
                      <a:pt x="19" y="3"/>
                      <a:pt x="22" y="8"/>
                      <a:pt x="22" y="8"/>
                    </a:cubicBezTo>
                    <a:cubicBezTo>
                      <a:pt x="22" y="11"/>
                      <a:pt x="22" y="11"/>
                      <a:pt x="22" y="11"/>
                    </a:cubicBezTo>
                    <a:cubicBezTo>
                      <a:pt x="22" y="11"/>
                      <a:pt x="19" y="9"/>
                      <a:pt x="18" y="6"/>
                    </a:cubicBezTo>
                    <a:cubicBezTo>
                      <a:pt x="17" y="4"/>
                      <a:pt x="17" y="2"/>
                      <a:pt x="16" y="0"/>
                    </a:cubicBezTo>
                    <a:cubicBezTo>
                      <a:pt x="0" y="0"/>
                      <a:pt x="0" y="0"/>
                      <a:pt x="0" y="0"/>
                    </a:cubicBezTo>
                    <a:cubicBezTo>
                      <a:pt x="2" y="1"/>
                      <a:pt x="3" y="3"/>
                      <a:pt x="6" y="7"/>
                    </a:cubicBezTo>
                    <a:cubicBezTo>
                      <a:pt x="7" y="10"/>
                      <a:pt x="9" y="14"/>
                      <a:pt x="10" y="18"/>
                    </a:cubicBezTo>
                    <a:cubicBezTo>
                      <a:pt x="37" y="18"/>
                      <a:pt x="37" y="18"/>
                      <a:pt x="37" y="18"/>
                    </a:cubicBezTo>
                    <a:cubicBezTo>
                      <a:pt x="38" y="16"/>
                      <a:pt x="37" y="14"/>
                      <a:pt x="37" y="12"/>
                    </a:cubicBezTo>
                    <a:cubicBezTo>
                      <a:pt x="36" y="10"/>
                      <a:pt x="36" y="3"/>
                      <a:pt x="36"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0" name="Freeform 388"/>
              <p:cNvSpPr>
                <a:spLocks/>
              </p:cNvSpPr>
              <p:nvPr/>
            </p:nvSpPr>
            <p:spPr bwMode="auto">
              <a:xfrm>
                <a:off x="3536" y="1188"/>
                <a:ext cx="69" cy="35"/>
              </a:xfrm>
              <a:custGeom>
                <a:avLst/>
                <a:gdLst>
                  <a:gd name="T0" fmla="*/ 34 w 36"/>
                  <a:gd name="T1" fmla="*/ 0 h 18"/>
                  <a:gd name="T2" fmla="*/ 16 w 36"/>
                  <a:gd name="T3" fmla="*/ 0 h 18"/>
                  <a:gd name="T4" fmla="*/ 20 w 36"/>
                  <a:gd name="T5" fmla="*/ 7 h 18"/>
                  <a:gd name="T6" fmla="*/ 20 w 36"/>
                  <a:gd name="T7" fmla="*/ 10 h 18"/>
                  <a:gd name="T8" fmla="*/ 16 w 36"/>
                  <a:gd name="T9" fmla="*/ 5 h 18"/>
                  <a:gd name="T10" fmla="*/ 15 w 36"/>
                  <a:gd name="T11" fmla="*/ 0 h 18"/>
                  <a:gd name="T12" fmla="*/ 0 w 36"/>
                  <a:gd name="T13" fmla="*/ 0 h 18"/>
                  <a:gd name="T14" fmla="*/ 4 w 36"/>
                  <a:gd name="T15" fmla="*/ 6 h 18"/>
                  <a:gd name="T16" fmla="*/ 8 w 36"/>
                  <a:gd name="T17" fmla="*/ 18 h 18"/>
                  <a:gd name="T18" fmla="*/ 35 w 36"/>
                  <a:gd name="T19" fmla="*/ 18 h 18"/>
                  <a:gd name="T20" fmla="*/ 35 w 36"/>
                  <a:gd name="T21" fmla="*/ 11 h 18"/>
                  <a:gd name="T22" fmla="*/ 34 w 36"/>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8">
                    <a:moveTo>
                      <a:pt x="34" y="0"/>
                    </a:moveTo>
                    <a:cubicBezTo>
                      <a:pt x="16" y="0"/>
                      <a:pt x="16" y="0"/>
                      <a:pt x="16" y="0"/>
                    </a:cubicBezTo>
                    <a:cubicBezTo>
                      <a:pt x="17" y="3"/>
                      <a:pt x="20" y="7"/>
                      <a:pt x="20" y="7"/>
                    </a:cubicBezTo>
                    <a:cubicBezTo>
                      <a:pt x="20" y="10"/>
                      <a:pt x="20" y="10"/>
                      <a:pt x="20" y="10"/>
                    </a:cubicBezTo>
                    <a:cubicBezTo>
                      <a:pt x="20" y="10"/>
                      <a:pt x="17" y="8"/>
                      <a:pt x="16" y="5"/>
                    </a:cubicBezTo>
                    <a:cubicBezTo>
                      <a:pt x="15" y="3"/>
                      <a:pt x="15" y="2"/>
                      <a:pt x="15" y="0"/>
                    </a:cubicBezTo>
                    <a:cubicBezTo>
                      <a:pt x="0" y="0"/>
                      <a:pt x="0" y="0"/>
                      <a:pt x="0" y="0"/>
                    </a:cubicBezTo>
                    <a:cubicBezTo>
                      <a:pt x="1" y="1"/>
                      <a:pt x="2" y="3"/>
                      <a:pt x="4" y="6"/>
                    </a:cubicBezTo>
                    <a:cubicBezTo>
                      <a:pt x="5" y="9"/>
                      <a:pt x="7" y="13"/>
                      <a:pt x="8" y="18"/>
                    </a:cubicBezTo>
                    <a:cubicBezTo>
                      <a:pt x="35" y="18"/>
                      <a:pt x="35" y="18"/>
                      <a:pt x="35" y="18"/>
                    </a:cubicBezTo>
                    <a:cubicBezTo>
                      <a:pt x="36" y="15"/>
                      <a:pt x="36" y="13"/>
                      <a:pt x="35" y="11"/>
                    </a:cubicBezTo>
                    <a:cubicBezTo>
                      <a:pt x="34" y="9"/>
                      <a:pt x="34" y="4"/>
                      <a:pt x="34"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1" name="Freeform 389"/>
              <p:cNvSpPr>
                <a:spLocks/>
              </p:cNvSpPr>
              <p:nvPr/>
            </p:nvSpPr>
            <p:spPr bwMode="auto">
              <a:xfrm>
                <a:off x="3536" y="1190"/>
                <a:ext cx="69" cy="35"/>
              </a:xfrm>
              <a:custGeom>
                <a:avLst/>
                <a:gdLst>
                  <a:gd name="T0" fmla="*/ 34 w 36"/>
                  <a:gd name="T1" fmla="*/ 0 h 18"/>
                  <a:gd name="T2" fmla="*/ 17 w 36"/>
                  <a:gd name="T3" fmla="*/ 0 h 18"/>
                  <a:gd name="T4" fmla="*/ 20 w 36"/>
                  <a:gd name="T5" fmla="*/ 6 h 18"/>
                  <a:gd name="T6" fmla="*/ 20 w 36"/>
                  <a:gd name="T7" fmla="*/ 9 h 18"/>
                  <a:gd name="T8" fmla="*/ 16 w 36"/>
                  <a:gd name="T9" fmla="*/ 4 h 18"/>
                  <a:gd name="T10" fmla="*/ 15 w 36"/>
                  <a:gd name="T11" fmla="*/ 0 h 18"/>
                  <a:gd name="T12" fmla="*/ 0 w 36"/>
                  <a:gd name="T13" fmla="*/ 0 h 18"/>
                  <a:gd name="T14" fmla="*/ 4 w 36"/>
                  <a:gd name="T15" fmla="*/ 5 h 18"/>
                  <a:gd name="T16" fmla="*/ 8 w 36"/>
                  <a:gd name="T17" fmla="*/ 18 h 18"/>
                  <a:gd name="T18" fmla="*/ 35 w 36"/>
                  <a:gd name="T19" fmla="*/ 18 h 18"/>
                  <a:gd name="T20" fmla="*/ 35 w 36"/>
                  <a:gd name="T21" fmla="*/ 10 h 18"/>
                  <a:gd name="T22" fmla="*/ 34 w 36"/>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8">
                    <a:moveTo>
                      <a:pt x="34" y="0"/>
                    </a:moveTo>
                    <a:cubicBezTo>
                      <a:pt x="17" y="0"/>
                      <a:pt x="17" y="0"/>
                      <a:pt x="17" y="0"/>
                    </a:cubicBezTo>
                    <a:cubicBezTo>
                      <a:pt x="18" y="3"/>
                      <a:pt x="20" y="6"/>
                      <a:pt x="20" y="6"/>
                    </a:cubicBezTo>
                    <a:cubicBezTo>
                      <a:pt x="20" y="9"/>
                      <a:pt x="20" y="9"/>
                      <a:pt x="20" y="9"/>
                    </a:cubicBezTo>
                    <a:cubicBezTo>
                      <a:pt x="20" y="9"/>
                      <a:pt x="17" y="7"/>
                      <a:pt x="16" y="4"/>
                    </a:cubicBezTo>
                    <a:cubicBezTo>
                      <a:pt x="15" y="3"/>
                      <a:pt x="15" y="1"/>
                      <a:pt x="15" y="0"/>
                    </a:cubicBezTo>
                    <a:cubicBezTo>
                      <a:pt x="0" y="0"/>
                      <a:pt x="0" y="0"/>
                      <a:pt x="0" y="0"/>
                    </a:cubicBezTo>
                    <a:cubicBezTo>
                      <a:pt x="1" y="1"/>
                      <a:pt x="2" y="3"/>
                      <a:pt x="4" y="5"/>
                    </a:cubicBezTo>
                    <a:cubicBezTo>
                      <a:pt x="6" y="8"/>
                      <a:pt x="7" y="13"/>
                      <a:pt x="8" y="18"/>
                    </a:cubicBezTo>
                    <a:cubicBezTo>
                      <a:pt x="35" y="18"/>
                      <a:pt x="35" y="18"/>
                      <a:pt x="35" y="18"/>
                    </a:cubicBezTo>
                    <a:cubicBezTo>
                      <a:pt x="36" y="15"/>
                      <a:pt x="36" y="12"/>
                      <a:pt x="35" y="10"/>
                    </a:cubicBezTo>
                    <a:cubicBezTo>
                      <a:pt x="34" y="9"/>
                      <a:pt x="34" y="4"/>
                      <a:pt x="34"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2" name="Freeform 390"/>
              <p:cNvSpPr>
                <a:spLocks/>
              </p:cNvSpPr>
              <p:nvPr/>
            </p:nvSpPr>
            <p:spPr bwMode="auto">
              <a:xfrm>
                <a:off x="3538" y="1192"/>
                <a:ext cx="67" cy="36"/>
              </a:xfrm>
              <a:custGeom>
                <a:avLst/>
                <a:gdLst>
                  <a:gd name="T0" fmla="*/ 33 w 35"/>
                  <a:gd name="T1" fmla="*/ 0 h 19"/>
                  <a:gd name="T2" fmla="*/ 16 w 35"/>
                  <a:gd name="T3" fmla="*/ 0 h 19"/>
                  <a:gd name="T4" fmla="*/ 19 w 35"/>
                  <a:gd name="T5" fmla="*/ 5 h 19"/>
                  <a:gd name="T6" fmla="*/ 19 w 35"/>
                  <a:gd name="T7" fmla="*/ 8 h 19"/>
                  <a:gd name="T8" fmla="*/ 15 w 35"/>
                  <a:gd name="T9" fmla="*/ 3 h 19"/>
                  <a:gd name="T10" fmla="*/ 14 w 35"/>
                  <a:gd name="T11" fmla="*/ 0 h 19"/>
                  <a:gd name="T12" fmla="*/ 0 w 35"/>
                  <a:gd name="T13" fmla="*/ 0 h 19"/>
                  <a:gd name="T14" fmla="*/ 3 w 35"/>
                  <a:gd name="T15" fmla="*/ 4 h 19"/>
                  <a:gd name="T16" fmla="*/ 7 w 35"/>
                  <a:gd name="T17" fmla="*/ 19 h 19"/>
                  <a:gd name="T18" fmla="*/ 34 w 35"/>
                  <a:gd name="T19" fmla="*/ 19 h 19"/>
                  <a:gd name="T20" fmla="*/ 34 w 35"/>
                  <a:gd name="T21" fmla="*/ 9 h 19"/>
                  <a:gd name="T22" fmla="*/ 33 w 35"/>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19">
                    <a:moveTo>
                      <a:pt x="33" y="0"/>
                    </a:moveTo>
                    <a:cubicBezTo>
                      <a:pt x="16" y="0"/>
                      <a:pt x="16" y="0"/>
                      <a:pt x="16" y="0"/>
                    </a:cubicBezTo>
                    <a:cubicBezTo>
                      <a:pt x="17" y="3"/>
                      <a:pt x="19" y="5"/>
                      <a:pt x="19" y="5"/>
                    </a:cubicBezTo>
                    <a:cubicBezTo>
                      <a:pt x="19" y="8"/>
                      <a:pt x="19" y="8"/>
                      <a:pt x="19" y="8"/>
                    </a:cubicBezTo>
                    <a:cubicBezTo>
                      <a:pt x="19" y="8"/>
                      <a:pt x="16" y="6"/>
                      <a:pt x="15" y="3"/>
                    </a:cubicBezTo>
                    <a:cubicBezTo>
                      <a:pt x="14" y="2"/>
                      <a:pt x="14" y="1"/>
                      <a:pt x="14" y="0"/>
                    </a:cubicBezTo>
                    <a:cubicBezTo>
                      <a:pt x="0" y="0"/>
                      <a:pt x="0" y="0"/>
                      <a:pt x="0" y="0"/>
                    </a:cubicBezTo>
                    <a:cubicBezTo>
                      <a:pt x="1" y="1"/>
                      <a:pt x="2" y="3"/>
                      <a:pt x="3" y="4"/>
                    </a:cubicBezTo>
                    <a:cubicBezTo>
                      <a:pt x="5" y="7"/>
                      <a:pt x="6" y="13"/>
                      <a:pt x="7" y="19"/>
                    </a:cubicBezTo>
                    <a:cubicBezTo>
                      <a:pt x="34" y="19"/>
                      <a:pt x="34" y="19"/>
                      <a:pt x="34" y="19"/>
                    </a:cubicBezTo>
                    <a:cubicBezTo>
                      <a:pt x="35" y="15"/>
                      <a:pt x="35" y="11"/>
                      <a:pt x="34" y="9"/>
                    </a:cubicBezTo>
                    <a:cubicBezTo>
                      <a:pt x="33" y="8"/>
                      <a:pt x="33" y="4"/>
                      <a:pt x="33" y="0"/>
                    </a:cubicBezTo>
                    <a:close/>
                  </a:path>
                </a:pathLst>
              </a:custGeom>
              <a:solidFill>
                <a:srgbClr val="E3E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3" name="Freeform 391"/>
              <p:cNvSpPr>
                <a:spLocks/>
              </p:cNvSpPr>
              <p:nvPr/>
            </p:nvSpPr>
            <p:spPr bwMode="auto">
              <a:xfrm>
                <a:off x="3540" y="1196"/>
                <a:ext cx="65" cy="34"/>
              </a:xfrm>
              <a:custGeom>
                <a:avLst/>
                <a:gdLst>
                  <a:gd name="T0" fmla="*/ 32 w 34"/>
                  <a:gd name="T1" fmla="*/ 0 h 18"/>
                  <a:gd name="T2" fmla="*/ 16 w 34"/>
                  <a:gd name="T3" fmla="*/ 0 h 18"/>
                  <a:gd name="T4" fmla="*/ 18 w 34"/>
                  <a:gd name="T5" fmla="*/ 3 h 18"/>
                  <a:gd name="T6" fmla="*/ 18 w 34"/>
                  <a:gd name="T7" fmla="*/ 6 h 18"/>
                  <a:gd name="T8" fmla="*/ 14 w 34"/>
                  <a:gd name="T9" fmla="*/ 1 h 18"/>
                  <a:gd name="T10" fmla="*/ 13 w 34"/>
                  <a:gd name="T11" fmla="*/ 0 h 18"/>
                  <a:gd name="T12" fmla="*/ 0 w 34"/>
                  <a:gd name="T13" fmla="*/ 0 h 18"/>
                  <a:gd name="T14" fmla="*/ 2 w 34"/>
                  <a:gd name="T15" fmla="*/ 2 h 18"/>
                  <a:gd name="T16" fmla="*/ 7 w 34"/>
                  <a:gd name="T17" fmla="*/ 18 h 18"/>
                  <a:gd name="T18" fmla="*/ 33 w 34"/>
                  <a:gd name="T19" fmla="*/ 18 h 18"/>
                  <a:gd name="T20" fmla="*/ 33 w 34"/>
                  <a:gd name="T21" fmla="*/ 7 h 18"/>
                  <a:gd name="T22" fmla="*/ 32 w 34"/>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8">
                    <a:moveTo>
                      <a:pt x="32" y="0"/>
                    </a:moveTo>
                    <a:cubicBezTo>
                      <a:pt x="16" y="0"/>
                      <a:pt x="16" y="0"/>
                      <a:pt x="16" y="0"/>
                    </a:cubicBezTo>
                    <a:cubicBezTo>
                      <a:pt x="17" y="2"/>
                      <a:pt x="18" y="3"/>
                      <a:pt x="18" y="3"/>
                    </a:cubicBezTo>
                    <a:cubicBezTo>
                      <a:pt x="18" y="6"/>
                      <a:pt x="18" y="6"/>
                      <a:pt x="18" y="6"/>
                    </a:cubicBezTo>
                    <a:cubicBezTo>
                      <a:pt x="18" y="6"/>
                      <a:pt x="15" y="4"/>
                      <a:pt x="14" y="1"/>
                    </a:cubicBezTo>
                    <a:cubicBezTo>
                      <a:pt x="13" y="0"/>
                      <a:pt x="13" y="0"/>
                      <a:pt x="13" y="0"/>
                    </a:cubicBezTo>
                    <a:cubicBezTo>
                      <a:pt x="0" y="0"/>
                      <a:pt x="0" y="0"/>
                      <a:pt x="0" y="0"/>
                    </a:cubicBezTo>
                    <a:cubicBezTo>
                      <a:pt x="1" y="0"/>
                      <a:pt x="1" y="1"/>
                      <a:pt x="2" y="2"/>
                    </a:cubicBezTo>
                    <a:cubicBezTo>
                      <a:pt x="4" y="6"/>
                      <a:pt x="6" y="12"/>
                      <a:pt x="7" y="18"/>
                    </a:cubicBezTo>
                    <a:cubicBezTo>
                      <a:pt x="33" y="18"/>
                      <a:pt x="33" y="18"/>
                      <a:pt x="33" y="18"/>
                    </a:cubicBezTo>
                    <a:cubicBezTo>
                      <a:pt x="33" y="14"/>
                      <a:pt x="34" y="10"/>
                      <a:pt x="33" y="7"/>
                    </a:cubicBezTo>
                    <a:cubicBezTo>
                      <a:pt x="32" y="6"/>
                      <a:pt x="32" y="3"/>
                      <a:pt x="32" y="0"/>
                    </a:cubicBezTo>
                    <a:close/>
                  </a:path>
                </a:pathLst>
              </a:custGeom>
              <a:solidFill>
                <a:srgbClr val="E4E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4" name="Freeform 392"/>
              <p:cNvSpPr>
                <a:spLocks/>
              </p:cNvSpPr>
              <p:nvPr/>
            </p:nvSpPr>
            <p:spPr bwMode="auto">
              <a:xfrm>
                <a:off x="3542" y="1198"/>
                <a:ext cx="63" cy="34"/>
              </a:xfrm>
              <a:custGeom>
                <a:avLst/>
                <a:gdLst>
                  <a:gd name="T0" fmla="*/ 31 w 33"/>
                  <a:gd name="T1" fmla="*/ 0 h 18"/>
                  <a:gd name="T2" fmla="*/ 15 w 33"/>
                  <a:gd name="T3" fmla="*/ 0 h 18"/>
                  <a:gd name="T4" fmla="*/ 17 w 33"/>
                  <a:gd name="T5" fmla="*/ 2 h 18"/>
                  <a:gd name="T6" fmla="*/ 17 w 33"/>
                  <a:gd name="T7" fmla="*/ 5 h 18"/>
                  <a:gd name="T8" fmla="*/ 13 w 33"/>
                  <a:gd name="T9" fmla="*/ 0 h 18"/>
                  <a:gd name="T10" fmla="*/ 0 w 33"/>
                  <a:gd name="T11" fmla="*/ 0 h 18"/>
                  <a:gd name="T12" fmla="*/ 1 w 33"/>
                  <a:gd name="T13" fmla="*/ 1 h 18"/>
                  <a:gd name="T14" fmla="*/ 6 w 33"/>
                  <a:gd name="T15" fmla="*/ 18 h 18"/>
                  <a:gd name="T16" fmla="*/ 32 w 33"/>
                  <a:gd name="T17" fmla="*/ 18 h 18"/>
                  <a:gd name="T18" fmla="*/ 32 w 33"/>
                  <a:gd name="T19" fmla="*/ 6 h 18"/>
                  <a:gd name="T20" fmla="*/ 31 w 33"/>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8">
                    <a:moveTo>
                      <a:pt x="31" y="0"/>
                    </a:moveTo>
                    <a:cubicBezTo>
                      <a:pt x="15" y="0"/>
                      <a:pt x="15" y="0"/>
                      <a:pt x="15" y="0"/>
                    </a:cubicBezTo>
                    <a:cubicBezTo>
                      <a:pt x="16" y="1"/>
                      <a:pt x="17" y="2"/>
                      <a:pt x="17" y="2"/>
                    </a:cubicBezTo>
                    <a:cubicBezTo>
                      <a:pt x="17" y="5"/>
                      <a:pt x="17" y="5"/>
                      <a:pt x="17" y="5"/>
                    </a:cubicBezTo>
                    <a:cubicBezTo>
                      <a:pt x="17" y="5"/>
                      <a:pt x="14" y="3"/>
                      <a:pt x="13" y="0"/>
                    </a:cubicBezTo>
                    <a:cubicBezTo>
                      <a:pt x="0" y="0"/>
                      <a:pt x="0" y="0"/>
                      <a:pt x="0" y="0"/>
                    </a:cubicBezTo>
                    <a:cubicBezTo>
                      <a:pt x="1" y="1"/>
                      <a:pt x="1" y="1"/>
                      <a:pt x="1" y="1"/>
                    </a:cubicBezTo>
                    <a:cubicBezTo>
                      <a:pt x="3" y="5"/>
                      <a:pt x="5" y="11"/>
                      <a:pt x="6" y="18"/>
                    </a:cubicBezTo>
                    <a:cubicBezTo>
                      <a:pt x="32" y="18"/>
                      <a:pt x="32" y="18"/>
                      <a:pt x="32" y="18"/>
                    </a:cubicBezTo>
                    <a:cubicBezTo>
                      <a:pt x="32" y="13"/>
                      <a:pt x="33" y="9"/>
                      <a:pt x="32" y="6"/>
                    </a:cubicBezTo>
                    <a:cubicBezTo>
                      <a:pt x="31" y="5"/>
                      <a:pt x="31" y="3"/>
                      <a:pt x="31" y="0"/>
                    </a:cubicBezTo>
                    <a:close/>
                  </a:path>
                </a:pathLst>
              </a:custGeom>
              <a:solidFill>
                <a:srgbClr val="E4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5" name="Freeform 393"/>
              <p:cNvSpPr>
                <a:spLocks/>
              </p:cNvSpPr>
              <p:nvPr/>
            </p:nvSpPr>
            <p:spPr bwMode="auto">
              <a:xfrm>
                <a:off x="3544" y="1200"/>
                <a:ext cx="61" cy="36"/>
              </a:xfrm>
              <a:custGeom>
                <a:avLst/>
                <a:gdLst>
                  <a:gd name="T0" fmla="*/ 30 w 32"/>
                  <a:gd name="T1" fmla="*/ 0 h 19"/>
                  <a:gd name="T2" fmla="*/ 15 w 32"/>
                  <a:gd name="T3" fmla="*/ 0 h 19"/>
                  <a:gd name="T4" fmla="*/ 16 w 32"/>
                  <a:gd name="T5" fmla="*/ 1 h 19"/>
                  <a:gd name="T6" fmla="*/ 16 w 32"/>
                  <a:gd name="T7" fmla="*/ 4 h 19"/>
                  <a:gd name="T8" fmla="*/ 12 w 32"/>
                  <a:gd name="T9" fmla="*/ 0 h 19"/>
                  <a:gd name="T10" fmla="*/ 0 w 32"/>
                  <a:gd name="T11" fmla="*/ 0 h 19"/>
                  <a:gd name="T12" fmla="*/ 0 w 32"/>
                  <a:gd name="T13" fmla="*/ 0 h 19"/>
                  <a:gd name="T14" fmla="*/ 5 w 32"/>
                  <a:gd name="T15" fmla="*/ 19 h 19"/>
                  <a:gd name="T16" fmla="*/ 30 w 32"/>
                  <a:gd name="T17" fmla="*/ 19 h 19"/>
                  <a:gd name="T18" fmla="*/ 31 w 32"/>
                  <a:gd name="T19" fmla="*/ 18 h 19"/>
                  <a:gd name="T20" fmla="*/ 31 w 32"/>
                  <a:gd name="T21" fmla="*/ 5 h 19"/>
                  <a:gd name="T22" fmla="*/ 30 w 32"/>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9">
                    <a:moveTo>
                      <a:pt x="30" y="0"/>
                    </a:moveTo>
                    <a:cubicBezTo>
                      <a:pt x="15" y="0"/>
                      <a:pt x="15" y="0"/>
                      <a:pt x="15" y="0"/>
                    </a:cubicBezTo>
                    <a:cubicBezTo>
                      <a:pt x="15" y="1"/>
                      <a:pt x="16" y="1"/>
                      <a:pt x="16" y="1"/>
                    </a:cubicBezTo>
                    <a:cubicBezTo>
                      <a:pt x="16" y="4"/>
                      <a:pt x="16" y="4"/>
                      <a:pt x="16" y="4"/>
                    </a:cubicBezTo>
                    <a:cubicBezTo>
                      <a:pt x="16" y="4"/>
                      <a:pt x="14" y="2"/>
                      <a:pt x="12" y="0"/>
                    </a:cubicBezTo>
                    <a:cubicBezTo>
                      <a:pt x="0" y="0"/>
                      <a:pt x="0" y="0"/>
                      <a:pt x="0" y="0"/>
                    </a:cubicBezTo>
                    <a:cubicBezTo>
                      <a:pt x="0" y="0"/>
                      <a:pt x="0" y="0"/>
                      <a:pt x="0" y="0"/>
                    </a:cubicBezTo>
                    <a:cubicBezTo>
                      <a:pt x="2" y="4"/>
                      <a:pt x="4" y="11"/>
                      <a:pt x="5" y="19"/>
                    </a:cubicBezTo>
                    <a:cubicBezTo>
                      <a:pt x="30" y="19"/>
                      <a:pt x="30" y="19"/>
                      <a:pt x="30" y="19"/>
                    </a:cubicBezTo>
                    <a:cubicBezTo>
                      <a:pt x="31" y="18"/>
                      <a:pt x="31" y="18"/>
                      <a:pt x="31" y="18"/>
                    </a:cubicBezTo>
                    <a:cubicBezTo>
                      <a:pt x="31" y="13"/>
                      <a:pt x="32" y="8"/>
                      <a:pt x="31" y="5"/>
                    </a:cubicBezTo>
                    <a:cubicBezTo>
                      <a:pt x="30" y="4"/>
                      <a:pt x="30" y="2"/>
                      <a:pt x="30"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6" name="Freeform 394"/>
              <p:cNvSpPr>
                <a:spLocks/>
              </p:cNvSpPr>
              <p:nvPr/>
            </p:nvSpPr>
            <p:spPr bwMode="auto">
              <a:xfrm>
                <a:off x="3544" y="1204"/>
                <a:ext cx="61" cy="34"/>
              </a:xfrm>
              <a:custGeom>
                <a:avLst/>
                <a:gdLst>
                  <a:gd name="T0" fmla="*/ 30 w 32"/>
                  <a:gd name="T1" fmla="*/ 0 h 18"/>
                  <a:gd name="T2" fmla="*/ 16 w 32"/>
                  <a:gd name="T3" fmla="*/ 0 h 18"/>
                  <a:gd name="T4" fmla="*/ 16 w 32"/>
                  <a:gd name="T5" fmla="*/ 2 h 18"/>
                  <a:gd name="T6" fmla="*/ 13 w 32"/>
                  <a:gd name="T7" fmla="*/ 0 h 18"/>
                  <a:gd name="T8" fmla="*/ 0 w 32"/>
                  <a:gd name="T9" fmla="*/ 0 h 18"/>
                  <a:gd name="T10" fmla="*/ 5 w 32"/>
                  <a:gd name="T11" fmla="*/ 18 h 18"/>
                  <a:gd name="T12" fmla="*/ 30 w 32"/>
                  <a:gd name="T13" fmla="*/ 18 h 18"/>
                  <a:gd name="T14" fmla="*/ 31 w 32"/>
                  <a:gd name="T15" fmla="*/ 16 h 18"/>
                  <a:gd name="T16" fmla="*/ 31 w 32"/>
                  <a:gd name="T17" fmla="*/ 3 h 18"/>
                  <a:gd name="T18" fmla="*/ 30 w 32"/>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18">
                    <a:moveTo>
                      <a:pt x="30" y="0"/>
                    </a:moveTo>
                    <a:cubicBezTo>
                      <a:pt x="16" y="0"/>
                      <a:pt x="16" y="0"/>
                      <a:pt x="16" y="0"/>
                    </a:cubicBezTo>
                    <a:cubicBezTo>
                      <a:pt x="16" y="2"/>
                      <a:pt x="16" y="2"/>
                      <a:pt x="16" y="2"/>
                    </a:cubicBezTo>
                    <a:cubicBezTo>
                      <a:pt x="16" y="2"/>
                      <a:pt x="15" y="1"/>
                      <a:pt x="13" y="0"/>
                    </a:cubicBezTo>
                    <a:cubicBezTo>
                      <a:pt x="0" y="0"/>
                      <a:pt x="0" y="0"/>
                      <a:pt x="0" y="0"/>
                    </a:cubicBezTo>
                    <a:cubicBezTo>
                      <a:pt x="3" y="4"/>
                      <a:pt x="4" y="11"/>
                      <a:pt x="5" y="18"/>
                    </a:cubicBezTo>
                    <a:cubicBezTo>
                      <a:pt x="30" y="18"/>
                      <a:pt x="30" y="18"/>
                      <a:pt x="30" y="18"/>
                    </a:cubicBezTo>
                    <a:cubicBezTo>
                      <a:pt x="30" y="17"/>
                      <a:pt x="31" y="16"/>
                      <a:pt x="31" y="16"/>
                    </a:cubicBezTo>
                    <a:cubicBezTo>
                      <a:pt x="31" y="11"/>
                      <a:pt x="32" y="6"/>
                      <a:pt x="31" y="3"/>
                    </a:cubicBezTo>
                    <a:cubicBezTo>
                      <a:pt x="30" y="3"/>
                      <a:pt x="30" y="1"/>
                      <a:pt x="30"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7" name="Freeform 395"/>
              <p:cNvSpPr>
                <a:spLocks/>
              </p:cNvSpPr>
              <p:nvPr/>
            </p:nvSpPr>
            <p:spPr bwMode="auto">
              <a:xfrm>
                <a:off x="3545" y="1206"/>
                <a:ext cx="60" cy="34"/>
              </a:xfrm>
              <a:custGeom>
                <a:avLst/>
                <a:gdLst>
                  <a:gd name="T0" fmla="*/ 29 w 31"/>
                  <a:gd name="T1" fmla="*/ 0 h 18"/>
                  <a:gd name="T2" fmla="*/ 15 w 31"/>
                  <a:gd name="T3" fmla="*/ 0 h 18"/>
                  <a:gd name="T4" fmla="*/ 15 w 31"/>
                  <a:gd name="T5" fmla="*/ 1 h 18"/>
                  <a:gd name="T6" fmla="*/ 13 w 31"/>
                  <a:gd name="T7" fmla="*/ 0 h 18"/>
                  <a:gd name="T8" fmla="*/ 0 w 31"/>
                  <a:gd name="T9" fmla="*/ 0 h 18"/>
                  <a:gd name="T10" fmla="*/ 4 w 31"/>
                  <a:gd name="T11" fmla="*/ 18 h 18"/>
                  <a:gd name="T12" fmla="*/ 29 w 31"/>
                  <a:gd name="T13" fmla="*/ 18 h 18"/>
                  <a:gd name="T14" fmla="*/ 30 w 31"/>
                  <a:gd name="T15" fmla="*/ 15 h 18"/>
                  <a:gd name="T16" fmla="*/ 30 w 31"/>
                  <a:gd name="T17" fmla="*/ 2 h 18"/>
                  <a:gd name="T18" fmla="*/ 29 w 31"/>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8">
                    <a:moveTo>
                      <a:pt x="29" y="0"/>
                    </a:moveTo>
                    <a:cubicBezTo>
                      <a:pt x="15" y="0"/>
                      <a:pt x="15" y="0"/>
                      <a:pt x="15" y="0"/>
                    </a:cubicBezTo>
                    <a:cubicBezTo>
                      <a:pt x="15" y="1"/>
                      <a:pt x="15" y="1"/>
                      <a:pt x="15" y="1"/>
                    </a:cubicBezTo>
                    <a:cubicBezTo>
                      <a:pt x="15" y="1"/>
                      <a:pt x="14" y="1"/>
                      <a:pt x="13" y="0"/>
                    </a:cubicBezTo>
                    <a:cubicBezTo>
                      <a:pt x="0" y="0"/>
                      <a:pt x="0" y="0"/>
                      <a:pt x="0" y="0"/>
                    </a:cubicBezTo>
                    <a:cubicBezTo>
                      <a:pt x="2" y="4"/>
                      <a:pt x="4" y="11"/>
                      <a:pt x="4" y="18"/>
                    </a:cubicBezTo>
                    <a:cubicBezTo>
                      <a:pt x="29" y="18"/>
                      <a:pt x="29" y="18"/>
                      <a:pt x="29" y="18"/>
                    </a:cubicBezTo>
                    <a:cubicBezTo>
                      <a:pt x="29" y="17"/>
                      <a:pt x="29" y="16"/>
                      <a:pt x="30" y="15"/>
                    </a:cubicBezTo>
                    <a:cubicBezTo>
                      <a:pt x="30" y="10"/>
                      <a:pt x="31" y="5"/>
                      <a:pt x="30" y="2"/>
                    </a:cubicBezTo>
                    <a:cubicBezTo>
                      <a:pt x="30" y="2"/>
                      <a:pt x="29" y="1"/>
                      <a:pt x="29"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8" name="Freeform 396"/>
              <p:cNvSpPr>
                <a:spLocks/>
              </p:cNvSpPr>
              <p:nvPr/>
            </p:nvSpPr>
            <p:spPr bwMode="auto">
              <a:xfrm>
                <a:off x="3547" y="1207"/>
                <a:ext cx="58" cy="35"/>
              </a:xfrm>
              <a:custGeom>
                <a:avLst/>
                <a:gdLst>
                  <a:gd name="T0" fmla="*/ 28 w 30"/>
                  <a:gd name="T1" fmla="*/ 0 h 18"/>
                  <a:gd name="T2" fmla="*/ 14 w 30"/>
                  <a:gd name="T3" fmla="*/ 0 h 18"/>
                  <a:gd name="T4" fmla="*/ 14 w 30"/>
                  <a:gd name="T5" fmla="*/ 0 h 18"/>
                  <a:gd name="T6" fmla="*/ 13 w 30"/>
                  <a:gd name="T7" fmla="*/ 0 h 18"/>
                  <a:gd name="T8" fmla="*/ 0 w 30"/>
                  <a:gd name="T9" fmla="*/ 0 h 18"/>
                  <a:gd name="T10" fmla="*/ 3 w 30"/>
                  <a:gd name="T11" fmla="*/ 18 h 18"/>
                  <a:gd name="T12" fmla="*/ 28 w 30"/>
                  <a:gd name="T13" fmla="*/ 18 h 18"/>
                  <a:gd name="T14" fmla="*/ 29 w 30"/>
                  <a:gd name="T15" fmla="*/ 14 h 18"/>
                  <a:gd name="T16" fmla="*/ 29 w 30"/>
                  <a:gd name="T17" fmla="*/ 1 h 18"/>
                  <a:gd name="T18" fmla="*/ 28 w 30"/>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8">
                    <a:moveTo>
                      <a:pt x="28" y="0"/>
                    </a:moveTo>
                    <a:cubicBezTo>
                      <a:pt x="14" y="0"/>
                      <a:pt x="14" y="0"/>
                      <a:pt x="14" y="0"/>
                    </a:cubicBezTo>
                    <a:cubicBezTo>
                      <a:pt x="14" y="0"/>
                      <a:pt x="14" y="0"/>
                      <a:pt x="14" y="0"/>
                    </a:cubicBezTo>
                    <a:cubicBezTo>
                      <a:pt x="13" y="0"/>
                      <a:pt x="13" y="0"/>
                      <a:pt x="13" y="0"/>
                    </a:cubicBezTo>
                    <a:cubicBezTo>
                      <a:pt x="0" y="0"/>
                      <a:pt x="0" y="0"/>
                      <a:pt x="0" y="0"/>
                    </a:cubicBezTo>
                    <a:cubicBezTo>
                      <a:pt x="2" y="5"/>
                      <a:pt x="3" y="12"/>
                      <a:pt x="3" y="18"/>
                    </a:cubicBezTo>
                    <a:cubicBezTo>
                      <a:pt x="28" y="18"/>
                      <a:pt x="28" y="18"/>
                      <a:pt x="28" y="18"/>
                    </a:cubicBezTo>
                    <a:cubicBezTo>
                      <a:pt x="28" y="16"/>
                      <a:pt x="28" y="15"/>
                      <a:pt x="29" y="14"/>
                    </a:cubicBezTo>
                    <a:cubicBezTo>
                      <a:pt x="29" y="9"/>
                      <a:pt x="30" y="4"/>
                      <a:pt x="29" y="1"/>
                    </a:cubicBezTo>
                    <a:cubicBezTo>
                      <a:pt x="29" y="1"/>
                      <a:pt x="29" y="1"/>
                      <a:pt x="28"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9" name="Freeform 397"/>
              <p:cNvSpPr>
                <a:spLocks/>
              </p:cNvSpPr>
              <p:nvPr/>
            </p:nvSpPr>
            <p:spPr bwMode="auto">
              <a:xfrm>
                <a:off x="3547" y="1209"/>
                <a:ext cx="58" cy="37"/>
              </a:xfrm>
              <a:custGeom>
                <a:avLst/>
                <a:gdLst>
                  <a:gd name="T0" fmla="*/ 29 w 30"/>
                  <a:gd name="T1" fmla="*/ 0 h 19"/>
                  <a:gd name="T2" fmla="*/ 0 w 30"/>
                  <a:gd name="T3" fmla="*/ 0 h 19"/>
                  <a:gd name="T4" fmla="*/ 3 w 30"/>
                  <a:gd name="T5" fmla="*/ 18 h 19"/>
                  <a:gd name="T6" fmla="*/ 3 w 30"/>
                  <a:gd name="T7" fmla="*/ 19 h 19"/>
                  <a:gd name="T8" fmla="*/ 28 w 30"/>
                  <a:gd name="T9" fmla="*/ 19 h 19"/>
                  <a:gd name="T10" fmla="*/ 29 w 30"/>
                  <a:gd name="T11" fmla="*/ 13 h 19"/>
                  <a:gd name="T12" fmla="*/ 29 w 3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0" h="19">
                    <a:moveTo>
                      <a:pt x="29" y="0"/>
                    </a:moveTo>
                    <a:cubicBezTo>
                      <a:pt x="0" y="0"/>
                      <a:pt x="0" y="0"/>
                      <a:pt x="0" y="0"/>
                    </a:cubicBezTo>
                    <a:cubicBezTo>
                      <a:pt x="2" y="5"/>
                      <a:pt x="3" y="11"/>
                      <a:pt x="3" y="18"/>
                    </a:cubicBezTo>
                    <a:cubicBezTo>
                      <a:pt x="3" y="19"/>
                      <a:pt x="3" y="19"/>
                      <a:pt x="3" y="19"/>
                    </a:cubicBezTo>
                    <a:cubicBezTo>
                      <a:pt x="28" y="19"/>
                      <a:pt x="28" y="19"/>
                      <a:pt x="28" y="19"/>
                    </a:cubicBezTo>
                    <a:cubicBezTo>
                      <a:pt x="28" y="16"/>
                      <a:pt x="28" y="14"/>
                      <a:pt x="29" y="13"/>
                    </a:cubicBezTo>
                    <a:cubicBezTo>
                      <a:pt x="29" y="8"/>
                      <a:pt x="30" y="3"/>
                      <a:pt x="29" y="0"/>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0" name="Freeform 398"/>
              <p:cNvSpPr>
                <a:spLocks/>
              </p:cNvSpPr>
              <p:nvPr/>
            </p:nvSpPr>
            <p:spPr bwMode="auto">
              <a:xfrm>
                <a:off x="3549" y="1213"/>
                <a:ext cx="56" cy="35"/>
              </a:xfrm>
              <a:custGeom>
                <a:avLst/>
                <a:gdLst>
                  <a:gd name="T0" fmla="*/ 28 w 29"/>
                  <a:gd name="T1" fmla="*/ 0 h 18"/>
                  <a:gd name="T2" fmla="*/ 0 w 29"/>
                  <a:gd name="T3" fmla="*/ 0 h 18"/>
                  <a:gd name="T4" fmla="*/ 2 w 29"/>
                  <a:gd name="T5" fmla="*/ 16 h 18"/>
                  <a:gd name="T6" fmla="*/ 2 w 29"/>
                  <a:gd name="T7" fmla="*/ 18 h 18"/>
                  <a:gd name="T8" fmla="*/ 28 w 29"/>
                  <a:gd name="T9" fmla="*/ 18 h 18"/>
                  <a:gd name="T10" fmla="*/ 28 w 29"/>
                  <a:gd name="T11" fmla="*/ 11 h 18"/>
                  <a:gd name="T12" fmla="*/ 28 w 2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9" h="18">
                    <a:moveTo>
                      <a:pt x="28" y="0"/>
                    </a:moveTo>
                    <a:cubicBezTo>
                      <a:pt x="0" y="0"/>
                      <a:pt x="0" y="0"/>
                      <a:pt x="0" y="0"/>
                    </a:cubicBezTo>
                    <a:cubicBezTo>
                      <a:pt x="1" y="4"/>
                      <a:pt x="2" y="10"/>
                      <a:pt x="2" y="16"/>
                    </a:cubicBezTo>
                    <a:cubicBezTo>
                      <a:pt x="2" y="16"/>
                      <a:pt x="2" y="17"/>
                      <a:pt x="2" y="18"/>
                    </a:cubicBezTo>
                    <a:cubicBezTo>
                      <a:pt x="28" y="18"/>
                      <a:pt x="28" y="18"/>
                      <a:pt x="28" y="18"/>
                    </a:cubicBezTo>
                    <a:cubicBezTo>
                      <a:pt x="27" y="15"/>
                      <a:pt x="27" y="12"/>
                      <a:pt x="28" y="11"/>
                    </a:cubicBezTo>
                    <a:cubicBezTo>
                      <a:pt x="28" y="7"/>
                      <a:pt x="29" y="2"/>
                      <a:pt x="28" y="0"/>
                    </a:cubicBezTo>
                    <a:close/>
                  </a:path>
                </a:pathLst>
              </a:custGeom>
              <a:solidFill>
                <a:srgbClr val="EA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1" name="Freeform 399"/>
              <p:cNvSpPr>
                <a:spLocks/>
              </p:cNvSpPr>
              <p:nvPr/>
            </p:nvSpPr>
            <p:spPr bwMode="auto">
              <a:xfrm>
                <a:off x="3549" y="1215"/>
                <a:ext cx="56" cy="35"/>
              </a:xfrm>
              <a:custGeom>
                <a:avLst/>
                <a:gdLst>
                  <a:gd name="T0" fmla="*/ 28 w 29"/>
                  <a:gd name="T1" fmla="*/ 0 h 18"/>
                  <a:gd name="T2" fmla="*/ 0 w 29"/>
                  <a:gd name="T3" fmla="*/ 0 h 18"/>
                  <a:gd name="T4" fmla="*/ 2 w 29"/>
                  <a:gd name="T5" fmla="*/ 15 h 18"/>
                  <a:gd name="T6" fmla="*/ 2 w 29"/>
                  <a:gd name="T7" fmla="*/ 18 h 18"/>
                  <a:gd name="T8" fmla="*/ 28 w 29"/>
                  <a:gd name="T9" fmla="*/ 18 h 18"/>
                  <a:gd name="T10" fmla="*/ 28 w 29"/>
                  <a:gd name="T11" fmla="*/ 10 h 18"/>
                  <a:gd name="T12" fmla="*/ 28 w 2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9" h="18">
                    <a:moveTo>
                      <a:pt x="28" y="0"/>
                    </a:moveTo>
                    <a:cubicBezTo>
                      <a:pt x="0" y="0"/>
                      <a:pt x="0" y="0"/>
                      <a:pt x="0" y="0"/>
                    </a:cubicBezTo>
                    <a:cubicBezTo>
                      <a:pt x="1" y="4"/>
                      <a:pt x="2" y="9"/>
                      <a:pt x="2" y="15"/>
                    </a:cubicBezTo>
                    <a:cubicBezTo>
                      <a:pt x="2" y="16"/>
                      <a:pt x="2" y="17"/>
                      <a:pt x="2" y="18"/>
                    </a:cubicBezTo>
                    <a:cubicBezTo>
                      <a:pt x="28" y="18"/>
                      <a:pt x="28" y="18"/>
                      <a:pt x="28" y="18"/>
                    </a:cubicBezTo>
                    <a:cubicBezTo>
                      <a:pt x="27" y="15"/>
                      <a:pt x="27" y="12"/>
                      <a:pt x="28" y="10"/>
                    </a:cubicBezTo>
                    <a:cubicBezTo>
                      <a:pt x="28" y="6"/>
                      <a:pt x="29" y="3"/>
                      <a:pt x="28"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2" name="Freeform 400"/>
              <p:cNvSpPr>
                <a:spLocks/>
              </p:cNvSpPr>
              <p:nvPr/>
            </p:nvSpPr>
            <p:spPr bwMode="auto">
              <a:xfrm>
                <a:off x="3549" y="1217"/>
                <a:ext cx="54" cy="34"/>
              </a:xfrm>
              <a:custGeom>
                <a:avLst/>
                <a:gdLst>
                  <a:gd name="T0" fmla="*/ 28 w 28"/>
                  <a:gd name="T1" fmla="*/ 0 h 18"/>
                  <a:gd name="T2" fmla="*/ 0 w 28"/>
                  <a:gd name="T3" fmla="*/ 0 h 18"/>
                  <a:gd name="T4" fmla="*/ 2 w 28"/>
                  <a:gd name="T5" fmla="*/ 14 h 18"/>
                  <a:gd name="T6" fmla="*/ 2 w 28"/>
                  <a:gd name="T7" fmla="*/ 18 h 18"/>
                  <a:gd name="T8" fmla="*/ 28 w 28"/>
                  <a:gd name="T9" fmla="*/ 18 h 18"/>
                  <a:gd name="T10" fmla="*/ 28 w 28"/>
                  <a:gd name="T11" fmla="*/ 9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8" y="0"/>
                    </a:moveTo>
                    <a:cubicBezTo>
                      <a:pt x="0" y="0"/>
                      <a:pt x="0" y="0"/>
                      <a:pt x="0" y="0"/>
                    </a:cubicBezTo>
                    <a:cubicBezTo>
                      <a:pt x="1" y="4"/>
                      <a:pt x="2" y="9"/>
                      <a:pt x="2" y="14"/>
                    </a:cubicBezTo>
                    <a:cubicBezTo>
                      <a:pt x="2" y="15"/>
                      <a:pt x="2" y="17"/>
                      <a:pt x="2" y="18"/>
                    </a:cubicBezTo>
                    <a:cubicBezTo>
                      <a:pt x="28" y="18"/>
                      <a:pt x="28" y="18"/>
                      <a:pt x="28" y="18"/>
                    </a:cubicBezTo>
                    <a:cubicBezTo>
                      <a:pt x="27" y="14"/>
                      <a:pt x="27" y="11"/>
                      <a:pt x="28" y="9"/>
                    </a:cubicBezTo>
                    <a:cubicBezTo>
                      <a:pt x="28" y="6"/>
                      <a:pt x="28" y="3"/>
                      <a:pt x="28" y="0"/>
                    </a:cubicBez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3" name="Freeform 401"/>
              <p:cNvSpPr>
                <a:spLocks/>
              </p:cNvSpPr>
              <p:nvPr/>
            </p:nvSpPr>
            <p:spPr bwMode="auto">
              <a:xfrm>
                <a:off x="3551" y="1219"/>
                <a:ext cx="52" cy="36"/>
              </a:xfrm>
              <a:custGeom>
                <a:avLst/>
                <a:gdLst>
                  <a:gd name="T0" fmla="*/ 27 w 27"/>
                  <a:gd name="T1" fmla="*/ 0 h 19"/>
                  <a:gd name="T2" fmla="*/ 0 w 27"/>
                  <a:gd name="T3" fmla="*/ 0 h 19"/>
                  <a:gd name="T4" fmla="*/ 1 w 27"/>
                  <a:gd name="T5" fmla="*/ 13 h 19"/>
                  <a:gd name="T6" fmla="*/ 1 w 27"/>
                  <a:gd name="T7" fmla="*/ 19 h 19"/>
                  <a:gd name="T8" fmla="*/ 27 w 27"/>
                  <a:gd name="T9" fmla="*/ 19 h 19"/>
                  <a:gd name="T10" fmla="*/ 27 w 27"/>
                  <a:gd name="T11" fmla="*/ 8 h 19"/>
                  <a:gd name="T12" fmla="*/ 27 w 2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7" y="0"/>
                    </a:moveTo>
                    <a:cubicBezTo>
                      <a:pt x="0" y="0"/>
                      <a:pt x="0" y="0"/>
                      <a:pt x="0" y="0"/>
                    </a:cubicBezTo>
                    <a:cubicBezTo>
                      <a:pt x="0" y="4"/>
                      <a:pt x="1" y="8"/>
                      <a:pt x="1" y="13"/>
                    </a:cubicBezTo>
                    <a:cubicBezTo>
                      <a:pt x="1" y="15"/>
                      <a:pt x="1" y="17"/>
                      <a:pt x="1" y="19"/>
                    </a:cubicBezTo>
                    <a:cubicBezTo>
                      <a:pt x="27" y="19"/>
                      <a:pt x="27" y="19"/>
                      <a:pt x="27" y="19"/>
                    </a:cubicBezTo>
                    <a:cubicBezTo>
                      <a:pt x="26" y="14"/>
                      <a:pt x="26" y="10"/>
                      <a:pt x="27" y="8"/>
                    </a:cubicBezTo>
                    <a:cubicBezTo>
                      <a:pt x="27" y="5"/>
                      <a:pt x="27" y="3"/>
                      <a:pt x="27" y="0"/>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4" name="Freeform 402"/>
              <p:cNvSpPr>
                <a:spLocks/>
              </p:cNvSpPr>
              <p:nvPr/>
            </p:nvSpPr>
            <p:spPr bwMode="auto">
              <a:xfrm>
                <a:off x="3551" y="1223"/>
                <a:ext cx="52" cy="34"/>
              </a:xfrm>
              <a:custGeom>
                <a:avLst/>
                <a:gdLst>
                  <a:gd name="T0" fmla="*/ 27 w 27"/>
                  <a:gd name="T1" fmla="*/ 0 h 18"/>
                  <a:gd name="T2" fmla="*/ 0 w 27"/>
                  <a:gd name="T3" fmla="*/ 0 h 18"/>
                  <a:gd name="T4" fmla="*/ 1 w 27"/>
                  <a:gd name="T5" fmla="*/ 11 h 18"/>
                  <a:gd name="T6" fmla="*/ 1 w 27"/>
                  <a:gd name="T7" fmla="*/ 18 h 18"/>
                  <a:gd name="T8" fmla="*/ 27 w 27"/>
                  <a:gd name="T9" fmla="*/ 18 h 18"/>
                  <a:gd name="T10" fmla="*/ 27 w 27"/>
                  <a:gd name="T11" fmla="*/ 6 h 18"/>
                  <a:gd name="T12" fmla="*/ 27 w 2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7" h="18">
                    <a:moveTo>
                      <a:pt x="27" y="0"/>
                    </a:moveTo>
                    <a:cubicBezTo>
                      <a:pt x="0" y="0"/>
                      <a:pt x="0" y="0"/>
                      <a:pt x="0" y="0"/>
                    </a:cubicBezTo>
                    <a:cubicBezTo>
                      <a:pt x="1" y="3"/>
                      <a:pt x="1" y="7"/>
                      <a:pt x="1" y="11"/>
                    </a:cubicBezTo>
                    <a:cubicBezTo>
                      <a:pt x="1" y="13"/>
                      <a:pt x="1" y="15"/>
                      <a:pt x="1" y="18"/>
                    </a:cubicBezTo>
                    <a:cubicBezTo>
                      <a:pt x="27" y="18"/>
                      <a:pt x="27" y="18"/>
                      <a:pt x="27" y="18"/>
                    </a:cubicBezTo>
                    <a:cubicBezTo>
                      <a:pt x="26" y="13"/>
                      <a:pt x="26" y="8"/>
                      <a:pt x="27" y="6"/>
                    </a:cubicBezTo>
                    <a:cubicBezTo>
                      <a:pt x="27" y="4"/>
                      <a:pt x="27" y="2"/>
                      <a:pt x="27"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5" name="Freeform 403"/>
              <p:cNvSpPr>
                <a:spLocks/>
              </p:cNvSpPr>
              <p:nvPr/>
            </p:nvSpPr>
            <p:spPr bwMode="auto">
              <a:xfrm>
                <a:off x="3551" y="1225"/>
                <a:ext cx="52" cy="34"/>
              </a:xfrm>
              <a:custGeom>
                <a:avLst/>
                <a:gdLst>
                  <a:gd name="T0" fmla="*/ 27 w 27"/>
                  <a:gd name="T1" fmla="*/ 0 h 18"/>
                  <a:gd name="T2" fmla="*/ 0 w 27"/>
                  <a:gd name="T3" fmla="*/ 0 h 18"/>
                  <a:gd name="T4" fmla="*/ 1 w 27"/>
                  <a:gd name="T5" fmla="*/ 10 h 18"/>
                  <a:gd name="T6" fmla="*/ 1 w 27"/>
                  <a:gd name="T7" fmla="*/ 18 h 18"/>
                  <a:gd name="T8" fmla="*/ 27 w 27"/>
                  <a:gd name="T9" fmla="*/ 18 h 18"/>
                  <a:gd name="T10" fmla="*/ 27 w 27"/>
                  <a:gd name="T11" fmla="*/ 5 h 18"/>
                  <a:gd name="T12" fmla="*/ 27 w 2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7" h="18">
                    <a:moveTo>
                      <a:pt x="27" y="0"/>
                    </a:moveTo>
                    <a:cubicBezTo>
                      <a:pt x="0" y="0"/>
                      <a:pt x="0" y="0"/>
                      <a:pt x="0" y="0"/>
                    </a:cubicBezTo>
                    <a:cubicBezTo>
                      <a:pt x="1" y="3"/>
                      <a:pt x="1" y="6"/>
                      <a:pt x="1" y="10"/>
                    </a:cubicBezTo>
                    <a:cubicBezTo>
                      <a:pt x="1" y="12"/>
                      <a:pt x="1" y="15"/>
                      <a:pt x="1" y="18"/>
                    </a:cubicBezTo>
                    <a:cubicBezTo>
                      <a:pt x="27" y="18"/>
                      <a:pt x="27" y="18"/>
                      <a:pt x="27" y="18"/>
                    </a:cubicBezTo>
                    <a:cubicBezTo>
                      <a:pt x="26" y="13"/>
                      <a:pt x="26" y="7"/>
                      <a:pt x="27" y="5"/>
                    </a:cubicBezTo>
                    <a:cubicBezTo>
                      <a:pt x="27" y="3"/>
                      <a:pt x="27" y="2"/>
                      <a:pt x="27"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6" name="Freeform 404"/>
              <p:cNvSpPr>
                <a:spLocks/>
              </p:cNvSpPr>
              <p:nvPr/>
            </p:nvSpPr>
            <p:spPr bwMode="auto">
              <a:xfrm>
                <a:off x="3551" y="1227"/>
                <a:ext cx="52" cy="36"/>
              </a:xfrm>
              <a:custGeom>
                <a:avLst/>
                <a:gdLst>
                  <a:gd name="T0" fmla="*/ 27 w 27"/>
                  <a:gd name="T1" fmla="*/ 0 h 19"/>
                  <a:gd name="T2" fmla="*/ 0 w 27"/>
                  <a:gd name="T3" fmla="*/ 0 h 19"/>
                  <a:gd name="T4" fmla="*/ 1 w 27"/>
                  <a:gd name="T5" fmla="*/ 9 h 19"/>
                  <a:gd name="T6" fmla="*/ 1 w 27"/>
                  <a:gd name="T7" fmla="*/ 19 h 19"/>
                  <a:gd name="T8" fmla="*/ 27 w 27"/>
                  <a:gd name="T9" fmla="*/ 19 h 19"/>
                  <a:gd name="T10" fmla="*/ 27 w 27"/>
                  <a:gd name="T11" fmla="*/ 4 h 19"/>
                  <a:gd name="T12" fmla="*/ 27 w 2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7" y="0"/>
                    </a:moveTo>
                    <a:cubicBezTo>
                      <a:pt x="0" y="0"/>
                      <a:pt x="0" y="0"/>
                      <a:pt x="0" y="0"/>
                    </a:cubicBezTo>
                    <a:cubicBezTo>
                      <a:pt x="1" y="3"/>
                      <a:pt x="1" y="6"/>
                      <a:pt x="1" y="9"/>
                    </a:cubicBezTo>
                    <a:cubicBezTo>
                      <a:pt x="1" y="12"/>
                      <a:pt x="1" y="15"/>
                      <a:pt x="1" y="19"/>
                    </a:cubicBezTo>
                    <a:cubicBezTo>
                      <a:pt x="27" y="19"/>
                      <a:pt x="27" y="19"/>
                      <a:pt x="27" y="19"/>
                    </a:cubicBezTo>
                    <a:cubicBezTo>
                      <a:pt x="26" y="12"/>
                      <a:pt x="26" y="7"/>
                      <a:pt x="27" y="4"/>
                    </a:cubicBezTo>
                    <a:cubicBezTo>
                      <a:pt x="27" y="3"/>
                      <a:pt x="27" y="1"/>
                      <a:pt x="27" y="0"/>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7" name="Freeform 405"/>
              <p:cNvSpPr>
                <a:spLocks/>
              </p:cNvSpPr>
              <p:nvPr/>
            </p:nvSpPr>
            <p:spPr bwMode="auto">
              <a:xfrm>
                <a:off x="3553" y="1230"/>
                <a:ext cx="52" cy="35"/>
              </a:xfrm>
              <a:custGeom>
                <a:avLst/>
                <a:gdLst>
                  <a:gd name="T0" fmla="*/ 26 w 27"/>
                  <a:gd name="T1" fmla="*/ 0 h 18"/>
                  <a:gd name="T2" fmla="*/ 0 w 27"/>
                  <a:gd name="T3" fmla="*/ 0 h 18"/>
                  <a:gd name="T4" fmla="*/ 0 w 27"/>
                  <a:gd name="T5" fmla="*/ 7 h 18"/>
                  <a:gd name="T6" fmla="*/ 0 w 27"/>
                  <a:gd name="T7" fmla="*/ 18 h 18"/>
                  <a:gd name="T8" fmla="*/ 27 w 27"/>
                  <a:gd name="T9" fmla="*/ 18 h 18"/>
                  <a:gd name="T10" fmla="*/ 26 w 27"/>
                  <a:gd name="T11" fmla="*/ 2 h 18"/>
                  <a:gd name="T12" fmla="*/ 26 w 2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7" h="18">
                    <a:moveTo>
                      <a:pt x="26" y="0"/>
                    </a:moveTo>
                    <a:cubicBezTo>
                      <a:pt x="0" y="0"/>
                      <a:pt x="0" y="0"/>
                      <a:pt x="0" y="0"/>
                    </a:cubicBezTo>
                    <a:cubicBezTo>
                      <a:pt x="0" y="2"/>
                      <a:pt x="0" y="4"/>
                      <a:pt x="0" y="7"/>
                    </a:cubicBezTo>
                    <a:cubicBezTo>
                      <a:pt x="0" y="10"/>
                      <a:pt x="0" y="14"/>
                      <a:pt x="0" y="18"/>
                    </a:cubicBezTo>
                    <a:cubicBezTo>
                      <a:pt x="27" y="18"/>
                      <a:pt x="27" y="18"/>
                      <a:pt x="27" y="18"/>
                    </a:cubicBezTo>
                    <a:cubicBezTo>
                      <a:pt x="25" y="11"/>
                      <a:pt x="25" y="5"/>
                      <a:pt x="26" y="2"/>
                    </a:cubicBezTo>
                    <a:lnTo>
                      <a:pt x="26" y="0"/>
                    </a:ln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grpSp>
        <p:grpSp>
          <p:nvGrpSpPr>
            <p:cNvPr id="749" name="Group 607"/>
            <p:cNvGrpSpPr>
              <a:grpSpLocks/>
            </p:cNvGrpSpPr>
            <p:nvPr/>
          </p:nvGrpSpPr>
          <p:grpSpPr bwMode="auto">
            <a:xfrm>
              <a:off x="3305" y="1144"/>
              <a:ext cx="2375" cy="651"/>
              <a:chOff x="3305" y="1144"/>
              <a:chExt cx="2375" cy="651"/>
            </a:xfrm>
          </p:grpSpPr>
          <p:sp>
            <p:nvSpPr>
              <p:cNvPr id="878" name="Freeform 407"/>
              <p:cNvSpPr>
                <a:spLocks/>
              </p:cNvSpPr>
              <p:nvPr/>
            </p:nvSpPr>
            <p:spPr bwMode="auto">
              <a:xfrm>
                <a:off x="3551" y="1232"/>
                <a:ext cx="54" cy="35"/>
              </a:xfrm>
              <a:custGeom>
                <a:avLst/>
                <a:gdLst>
                  <a:gd name="T0" fmla="*/ 27 w 28"/>
                  <a:gd name="T1" fmla="*/ 0 h 18"/>
                  <a:gd name="T2" fmla="*/ 1 w 28"/>
                  <a:gd name="T3" fmla="*/ 0 h 18"/>
                  <a:gd name="T4" fmla="*/ 1 w 28"/>
                  <a:gd name="T5" fmla="*/ 6 h 18"/>
                  <a:gd name="T6" fmla="*/ 0 w 28"/>
                  <a:gd name="T7" fmla="*/ 18 h 18"/>
                  <a:gd name="T8" fmla="*/ 28 w 28"/>
                  <a:gd name="T9" fmla="*/ 18 h 18"/>
                  <a:gd name="T10" fmla="*/ 27 w 28"/>
                  <a:gd name="T11" fmla="*/ 1 h 18"/>
                  <a:gd name="T12" fmla="*/ 27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7" y="0"/>
                    </a:moveTo>
                    <a:cubicBezTo>
                      <a:pt x="1" y="0"/>
                      <a:pt x="1" y="0"/>
                      <a:pt x="1" y="0"/>
                    </a:cubicBezTo>
                    <a:cubicBezTo>
                      <a:pt x="1" y="2"/>
                      <a:pt x="1" y="4"/>
                      <a:pt x="1" y="6"/>
                    </a:cubicBezTo>
                    <a:cubicBezTo>
                      <a:pt x="1" y="9"/>
                      <a:pt x="1" y="14"/>
                      <a:pt x="0" y="18"/>
                    </a:cubicBezTo>
                    <a:cubicBezTo>
                      <a:pt x="28" y="18"/>
                      <a:pt x="28" y="18"/>
                      <a:pt x="28" y="18"/>
                    </a:cubicBezTo>
                    <a:cubicBezTo>
                      <a:pt x="27" y="11"/>
                      <a:pt x="26" y="4"/>
                      <a:pt x="27" y="1"/>
                    </a:cubicBezTo>
                    <a:lnTo>
                      <a:pt x="27" y="0"/>
                    </a:ln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9" name="Freeform 408"/>
              <p:cNvSpPr>
                <a:spLocks/>
              </p:cNvSpPr>
              <p:nvPr/>
            </p:nvSpPr>
            <p:spPr bwMode="auto">
              <a:xfrm>
                <a:off x="3551" y="1234"/>
                <a:ext cx="54" cy="35"/>
              </a:xfrm>
              <a:custGeom>
                <a:avLst/>
                <a:gdLst>
                  <a:gd name="T0" fmla="*/ 27 w 28"/>
                  <a:gd name="T1" fmla="*/ 0 h 18"/>
                  <a:gd name="T2" fmla="*/ 1 w 28"/>
                  <a:gd name="T3" fmla="*/ 0 h 18"/>
                  <a:gd name="T4" fmla="*/ 1 w 28"/>
                  <a:gd name="T5" fmla="*/ 5 h 18"/>
                  <a:gd name="T6" fmla="*/ 0 w 28"/>
                  <a:gd name="T7" fmla="*/ 18 h 18"/>
                  <a:gd name="T8" fmla="*/ 28 w 28"/>
                  <a:gd name="T9" fmla="*/ 18 h 18"/>
                  <a:gd name="T10" fmla="*/ 27 w 28"/>
                  <a:gd name="T11" fmla="*/ 0 h 18"/>
                </a:gdLst>
                <a:ahLst/>
                <a:cxnLst>
                  <a:cxn ang="0">
                    <a:pos x="T0" y="T1"/>
                  </a:cxn>
                  <a:cxn ang="0">
                    <a:pos x="T2" y="T3"/>
                  </a:cxn>
                  <a:cxn ang="0">
                    <a:pos x="T4" y="T5"/>
                  </a:cxn>
                  <a:cxn ang="0">
                    <a:pos x="T6" y="T7"/>
                  </a:cxn>
                  <a:cxn ang="0">
                    <a:pos x="T8" y="T9"/>
                  </a:cxn>
                  <a:cxn ang="0">
                    <a:pos x="T10" y="T11"/>
                  </a:cxn>
                </a:cxnLst>
                <a:rect l="0" t="0" r="r" b="b"/>
                <a:pathLst>
                  <a:path w="28" h="18">
                    <a:moveTo>
                      <a:pt x="27" y="0"/>
                    </a:moveTo>
                    <a:cubicBezTo>
                      <a:pt x="1" y="0"/>
                      <a:pt x="1" y="0"/>
                      <a:pt x="1" y="0"/>
                    </a:cubicBezTo>
                    <a:cubicBezTo>
                      <a:pt x="1" y="2"/>
                      <a:pt x="1" y="3"/>
                      <a:pt x="1" y="5"/>
                    </a:cubicBezTo>
                    <a:cubicBezTo>
                      <a:pt x="1" y="9"/>
                      <a:pt x="1" y="14"/>
                      <a:pt x="0" y="18"/>
                    </a:cubicBezTo>
                    <a:cubicBezTo>
                      <a:pt x="28" y="18"/>
                      <a:pt x="28" y="18"/>
                      <a:pt x="28" y="18"/>
                    </a:cubicBezTo>
                    <a:cubicBezTo>
                      <a:pt x="27" y="11"/>
                      <a:pt x="26" y="4"/>
                      <a:pt x="27"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0" name="Freeform 409"/>
              <p:cNvSpPr>
                <a:spLocks/>
              </p:cNvSpPr>
              <p:nvPr/>
            </p:nvSpPr>
            <p:spPr bwMode="auto">
              <a:xfrm>
                <a:off x="3551" y="1236"/>
                <a:ext cx="54" cy="37"/>
              </a:xfrm>
              <a:custGeom>
                <a:avLst/>
                <a:gdLst>
                  <a:gd name="T0" fmla="*/ 26 w 28"/>
                  <a:gd name="T1" fmla="*/ 0 h 19"/>
                  <a:gd name="T2" fmla="*/ 1 w 28"/>
                  <a:gd name="T3" fmla="*/ 0 h 19"/>
                  <a:gd name="T4" fmla="*/ 1 w 28"/>
                  <a:gd name="T5" fmla="*/ 4 h 19"/>
                  <a:gd name="T6" fmla="*/ 0 w 28"/>
                  <a:gd name="T7" fmla="*/ 19 h 19"/>
                  <a:gd name="T8" fmla="*/ 28 w 28"/>
                  <a:gd name="T9" fmla="*/ 19 h 19"/>
                  <a:gd name="T10" fmla="*/ 26 w 28"/>
                  <a:gd name="T11" fmla="*/ 0 h 19"/>
                </a:gdLst>
                <a:ahLst/>
                <a:cxnLst>
                  <a:cxn ang="0">
                    <a:pos x="T0" y="T1"/>
                  </a:cxn>
                  <a:cxn ang="0">
                    <a:pos x="T2" y="T3"/>
                  </a:cxn>
                  <a:cxn ang="0">
                    <a:pos x="T4" y="T5"/>
                  </a:cxn>
                  <a:cxn ang="0">
                    <a:pos x="T6" y="T7"/>
                  </a:cxn>
                  <a:cxn ang="0">
                    <a:pos x="T8" y="T9"/>
                  </a:cxn>
                  <a:cxn ang="0">
                    <a:pos x="T10" y="T11"/>
                  </a:cxn>
                </a:cxnLst>
                <a:rect l="0" t="0" r="r" b="b"/>
                <a:pathLst>
                  <a:path w="28" h="19">
                    <a:moveTo>
                      <a:pt x="26" y="0"/>
                    </a:moveTo>
                    <a:cubicBezTo>
                      <a:pt x="1" y="0"/>
                      <a:pt x="1" y="0"/>
                      <a:pt x="1" y="0"/>
                    </a:cubicBezTo>
                    <a:cubicBezTo>
                      <a:pt x="1" y="1"/>
                      <a:pt x="1" y="3"/>
                      <a:pt x="1" y="4"/>
                    </a:cubicBezTo>
                    <a:cubicBezTo>
                      <a:pt x="1" y="8"/>
                      <a:pt x="1" y="13"/>
                      <a:pt x="0" y="19"/>
                    </a:cubicBezTo>
                    <a:cubicBezTo>
                      <a:pt x="28" y="19"/>
                      <a:pt x="28" y="19"/>
                      <a:pt x="28" y="19"/>
                    </a:cubicBezTo>
                    <a:cubicBezTo>
                      <a:pt x="27" y="12"/>
                      <a:pt x="26" y="4"/>
                      <a:pt x="26" y="0"/>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1" name="Freeform 410"/>
              <p:cNvSpPr>
                <a:spLocks/>
              </p:cNvSpPr>
              <p:nvPr/>
            </p:nvSpPr>
            <p:spPr bwMode="auto">
              <a:xfrm>
                <a:off x="3551" y="1240"/>
                <a:ext cx="54" cy="34"/>
              </a:xfrm>
              <a:custGeom>
                <a:avLst/>
                <a:gdLst>
                  <a:gd name="T0" fmla="*/ 26 w 28"/>
                  <a:gd name="T1" fmla="*/ 0 h 18"/>
                  <a:gd name="T2" fmla="*/ 1 w 28"/>
                  <a:gd name="T3" fmla="*/ 0 h 18"/>
                  <a:gd name="T4" fmla="*/ 1 w 28"/>
                  <a:gd name="T5" fmla="*/ 2 h 18"/>
                  <a:gd name="T6" fmla="*/ 0 w 28"/>
                  <a:gd name="T7" fmla="*/ 18 h 18"/>
                  <a:gd name="T8" fmla="*/ 28 w 28"/>
                  <a:gd name="T9" fmla="*/ 18 h 18"/>
                  <a:gd name="T10" fmla="*/ 26 w 28"/>
                  <a:gd name="T11" fmla="*/ 0 h 18"/>
                </a:gdLst>
                <a:ahLst/>
                <a:cxnLst>
                  <a:cxn ang="0">
                    <a:pos x="T0" y="T1"/>
                  </a:cxn>
                  <a:cxn ang="0">
                    <a:pos x="T2" y="T3"/>
                  </a:cxn>
                  <a:cxn ang="0">
                    <a:pos x="T4" y="T5"/>
                  </a:cxn>
                  <a:cxn ang="0">
                    <a:pos x="T6" y="T7"/>
                  </a:cxn>
                  <a:cxn ang="0">
                    <a:pos x="T8" y="T9"/>
                  </a:cxn>
                  <a:cxn ang="0">
                    <a:pos x="T10" y="T11"/>
                  </a:cxn>
                </a:cxnLst>
                <a:rect l="0" t="0" r="r" b="b"/>
                <a:pathLst>
                  <a:path w="28" h="18">
                    <a:moveTo>
                      <a:pt x="26" y="0"/>
                    </a:moveTo>
                    <a:cubicBezTo>
                      <a:pt x="1" y="0"/>
                      <a:pt x="1" y="0"/>
                      <a:pt x="1" y="0"/>
                    </a:cubicBezTo>
                    <a:cubicBezTo>
                      <a:pt x="1" y="0"/>
                      <a:pt x="1" y="1"/>
                      <a:pt x="1" y="2"/>
                    </a:cubicBezTo>
                    <a:cubicBezTo>
                      <a:pt x="1" y="6"/>
                      <a:pt x="1" y="12"/>
                      <a:pt x="0" y="18"/>
                    </a:cubicBezTo>
                    <a:cubicBezTo>
                      <a:pt x="28" y="18"/>
                      <a:pt x="28" y="18"/>
                      <a:pt x="28" y="18"/>
                    </a:cubicBezTo>
                    <a:cubicBezTo>
                      <a:pt x="27" y="11"/>
                      <a:pt x="26" y="4"/>
                      <a:pt x="26"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2" name="Freeform 411"/>
              <p:cNvSpPr>
                <a:spLocks/>
              </p:cNvSpPr>
              <p:nvPr/>
            </p:nvSpPr>
            <p:spPr bwMode="auto">
              <a:xfrm>
                <a:off x="3551" y="1242"/>
                <a:ext cx="56" cy="34"/>
              </a:xfrm>
              <a:custGeom>
                <a:avLst/>
                <a:gdLst>
                  <a:gd name="T0" fmla="*/ 26 w 29"/>
                  <a:gd name="T1" fmla="*/ 0 h 18"/>
                  <a:gd name="T2" fmla="*/ 1 w 29"/>
                  <a:gd name="T3" fmla="*/ 0 h 18"/>
                  <a:gd name="T4" fmla="*/ 1 w 29"/>
                  <a:gd name="T5" fmla="*/ 1 h 18"/>
                  <a:gd name="T6" fmla="*/ 0 w 29"/>
                  <a:gd name="T7" fmla="*/ 18 h 18"/>
                  <a:gd name="T8" fmla="*/ 29 w 29"/>
                  <a:gd name="T9" fmla="*/ 18 h 18"/>
                  <a:gd name="T10" fmla="*/ 26 w 29"/>
                  <a:gd name="T11" fmla="*/ 0 h 18"/>
                </a:gdLst>
                <a:ahLst/>
                <a:cxnLst>
                  <a:cxn ang="0">
                    <a:pos x="T0" y="T1"/>
                  </a:cxn>
                  <a:cxn ang="0">
                    <a:pos x="T2" y="T3"/>
                  </a:cxn>
                  <a:cxn ang="0">
                    <a:pos x="T4" y="T5"/>
                  </a:cxn>
                  <a:cxn ang="0">
                    <a:pos x="T6" y="T7"/>
                  </a:cxn>
                  <a:cxn ang="0">
                    <a:pos x="T8" y="T9"/>
                  </a:cxn>
                  <a:cxn ang="0">
                    <a:pos x="T10" y="T11"/>
                  </a:cxn>
                </a:cxnLst>
                <a:rect l="0" t="0" r="r" b="b"/>
                <a:pathLst>
                  <a:path w="29" h="18">
                    <a:moveTo>
                      <a:pt x="26" y="0"/>
                    </a:moveTo>
                    <a:cubicBezTo>
                      <a:pt x="1" y="0"/>
                      <a:pt x="1" y="0"/>
                      <a:pt x="1" y="0"/>
                    </a:cubicBezTo>
                    <a:cubicBezTo>
                      <a:pt x="1" y="1"/>
                      <a:pt x="1" y="1"/>
                      <a:pt x="1" y="1"/>
                    </a:cubicBezTo>
                    <a:cubicBezTo>
                      <a:pt x="1" y="6"/>
                      <a:pt x="1" y="12"/>
                      <a:pt x="0" y="18"/>
                    </a:cubicBezTo>
                    <a:cubicBezTo>
                      <a:pt x="29" y="18"/>
                      <a:pt x="29" y="18"/>
                      <a:pt x="29" y="18"/>
                    </a:cubicBezTo>
                    <a:cubicBezTo>
                      <a:pt x="27" y="12"/>
                      <a:pt x="27" y="5"/>
                      <a:pt x="26"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3" name="Freeform 412"/>
              <p:cNvSpPr>
                <a:spLocks/>
              </p:cNvSpPr>
              <p:nvPr/>
            </p:nvSpPr>
            <p:spPr bwMode="auto">
              <a:xfrm>
                <a:off x="3551" y="1244"/>
                <a:ext cx="56" cy="36"/>
              </a:xfrm>
              <a:custGeom>
                <a:avLst/>
                <a:gdLst>
                  <a:gd name="T0" fmla="*/ 26 w 29"/>
                  <a:gd name="T1" fmla="*/ 0 h 19"/>
                  <a:gd name="T2" fmla="*/ 1 w 29"/>
                  <a:gd name="T3" fmla="*/ 0 h 19"/>
                  <a:gd name="T4" fmla="*/ 0 w 29"/>
                  <a:gd name="T5" fmla="*/ 19 h 19"/>
                  <a:gd name="T6" fmla="*/ 29 w 29"/>
                  <a:gd name="T7" fmla="*/ 19 h 19"/>
                  <a:gd name="T8" fmla="*/ 26 w 29"/>
                  <a:gd name="T9" fmla="*/ 0 h 19"/>
                </a:gdLst>
                <a:ahLst/>
                <a:cxnLst>
                  <a:cxn ang="0">
                    <a:pos x="T0" y="T1"/>
                  </a:cxn>
                  <a:cxn ang="0">
                    <a:pos x="T2" y="T3"/>
                  </a:cxn>
                  <a:cxn ang="0">
                    <a:pos x="T4" y="T5"/>
                  </a:cxn>
                  <a:cxn ang="0">
                    <a:pos x="T6" y="T7"/>
                  </a:cxn>
                  <a:cxn ang="0">
                    <a:pos x="T8" y="T9"/>
                  </a:cxn>
                </a:cxnLst>
                <a:rect l="0" t="0" r="r" b="b"/>
                <a:pathLst>
                  <a:path w="29" h="19">
                    <a:moveTo>
                      <a:pt x="26" y="0"/>
                    </a:moveTo>
                    <a:cubicBezTo>
                      <a:pt x="1" y="0"/>
                      <a:pt x="1" y="0"/>
                      <a:pt x="1" y="0"/>
                    </a:cubicBezTo>
                    <a:cubicBezTo>
                      <a:pt x="1" y="5"/>
                      <a:pt x="1" y="12"/>
                      <a:pt x="0" y="19"/>
                    </a:cubicBezTo>
                    <a:cubicBezTo>
                      <a:pt x="29" y="19"/>
                      <a:pt x="29" y="19"/>
                      <a:pt x="29" y="19"/>
                    </a:cubicBezTo>
                    <a:cubicBezTo>
                      <a:pt x="28" y="12"/>
                      <a:pt x="27" y="5"/>
                      <a:pt x="26"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4" name="Freeform 413"/>
              <p:cNvSpPr>
                <a:spLocks/>
              </p:cNvSpPr>
              <p:nvPr/>
            </p:nvSpPr>
            <p:spPr bwMode="auto">
              <a:xfrm>
                <a:off x="3551" y="1248"/>
                <a:ext cx="56" cy="34"/>
              </a:xfrm>
              <a:custGeom>
                <a:avLst/>
                <a:gdLst>
                  <a:gd name="T0" fmla="*/ 27 w 29"/>
                  <a:gd name="T1" fmla="*/ 0 h 18"/>
                  <a:gd name="T2" fmla="*/ 1 w 29"/>
                  <a:gd name="T3" fmla="*/ 0 h 18"/>
                  <a:gd name="T4" fmla="*/ 0 w 29"/>
                  <a:gd name="T5" fmla="*/ 18 h 18"/>
                  <a:gd name="T6" fmla="*/ 29 w 29"/>
                  <a:gd name="T7" fmla="*/ 18 h 18"/>
                  <a:gd name="T8" fmla="*/ 27 w 29"/>
                  <a:gd name="T9" fmla="*/ 0 h 18"/>
                </a:gdLst>
                <a:ahLst/>
                <a:cxnLst>
                  <a:cxn ang="0">
                    <a:pos x="T0" y="T1"/>
                  </a:cxn>
                  <a:cxn ang="0">
                    <a:pos x="T2" y="T3"/>
                  </a:cxn>
                  <a:cxn ang="0">
                    <a:pos x="T4" y="T5"/>
                  </a:cxn>
                  <a:cxn ang="0">
                    <a:pos x="T6" y="T7"/>
                  </a:cxn>
                  <a:cxn ang="0">
                    <a:pos x="T8" y="T9"/>
                  </a:cxn>
                </a:cxnLst>
                <a:rect l="0" t="0" r="r" b="b"/>
                <a:pathLst>
                  <a:path w="29" h="18">
                    <a:moveTo>
                      <a:pt x="27" y="0"/>
                    </a:moveTo>
                    <a:cubicBezTo>
                      <a:pt x="1" y="0"/>
                      <a:pt x="1" y="0"/>
                      <a:pt x="1" y="0"/>
                    </a:cubicBezTo>
                    <a:cubicBezTo>
                      <a:pt x="1" y="5"/>
                      <a:pt x="0" y="12"/>
                      <a:pt x="0" y="18"/>
                    </a:cubicBezTo>
                    <a:cubicBezTo>
                      <a:pt x="29" y="18"/>
                      <a:pt x="29" y="18"/>
                      <a:pt x="29" y="18"/>
                    </a:cubicBezTo>
                    <a:cubicBezTo>
                      <a:pt x="28" y="12"/>
                      <a:pt x="27" y="5"/>
                      <a:pt x="27"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5" name="Freeform 414"/>
              <p:cNvSpPr>
                <a:spLocks/>
              </p:cNvSpPr>
              <p:nvPr/>
            </p:nvSpPr>
            <p:spPr bwMode="auto">
              <a:xfrm>
                <a:off x="3549" y="1250"/>
                <a:ext cx="60" cy="34"/>
              </a:xfrm>
              <a:custGeom>
                <a:avLst/>
                <a:gdLst>
                  <a:gd name="T0" fmla="*/ 28 w 31"/>
                  <a:gd name="T1" fmla="*/ 0 h 18"/>
                  <a:gd name="T2" fmla="*/ 2 w 31"/>
                  <a:gd name="T3" fmla="*/ 0 h 18"/>
                  <a:gd name="T4" fmla="*/ 0 w 31"/>
                  <a:gd name="T5" fmla="*/ 18 h 18"/>
                  <a:gd name="T6" fmla="*/ 31 w 31"/>
                  <a:gd name="T7" fmla="*/ 18 h 18"/>
                  <a:gd name="T8" fmla="*/ 28 w 31"/>
                  <a:gd name="T9" fmla="*/ 0 h 18"/>
                </a:gdLst>
                <a:ahLst/>
                <a:cxnLst>
                  <a:cxn ang="0">
                    <a:pos x="T0" y="T1"/>
                  </a:cxn>
                  <a:cxn ang="0">
                    <a:pos x="T2" y="T3"/>
                  </a:cxn>
                  <a:cxn ang="0">
                    <a:pos x="T4" y="T5"/>
                  </a:cxn>
                  <a:cxn ang="0">
                    <a:pos x="T6" y="T7"/>
                  </a:cxn>
                  <a:cxn ang="0">
                    <a:pos x="T8" y="T9"/>
                  </a:cxn>
                </a:cxnLst>
                <a:rect l="0" t="0" r="r" b="b"/>
                <a:pathLst>
                  <a:path w="31" h="18">
                    <a:moveTo>
                      <a:pt x="28" y="0"/>
                    </a:moveTo>
                    <a:cubicBezTo>
                      <a:pt x="2" y="0"/>
                      <a:pt x="2" y="0"/>
                      <a:pt x="2" y="0"/>
                    </a:cubicBezTo>
                    <a:cubicBezTo>
                      <a:pt x="2" y="5"/>
                      <a:pt x="1" y="12"/>
                      <a:pt x="0" y="18"/>
                    </a:cubicBezTo>
                    <a:cubicBezTo>
                      <a:pt x="31" y="18"/>
                      <a:pt x="31" y="18"/>
                      <a:pt x="31" y="18"/>
                    </a:cubicBezTo>
                    <a:cubicBezTo>
                      <a:pt x="29" y="12"/>
                      <a:pt x="28" y="5"/>
                      <a:pt x="28" y="0"/>
                    </a:cubicBez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6" name="Freeform 415"/>
              <p:cNvSpPr>
                <a:spLocks/>
              </p:cNvSpPr>
              <p:nvPr/>
            </p:nvSpPr>
            <p:spPr bwMode="auto">
              <a:xfrm>
                <a:off x="3549" y="1251"/>
                <a:ext cx="60" cy="35"/>
              </a:xfrm>
              <a:custGeom>
                <a:avLst/>
                <a:gdLst>
                  <a:gd name="T0" fmla="*/ 28 w 31"/>
                  <a:gd name="T1" fmla="*/ 0 h 18"/>
                  <a:gd name="T2" fmla="*/ 2 w 31"/>
                  <a:gd name="T3" fmla="*/ 0 h 18"/>
                  <a:gd name="T4" fmla="*/ 0 w 31"/>
                  <a:gd name="T5" fmla="*/ 18 h 18"/>
                  <a:gd name="T6" fmla="*/ 31 w 31"/>
                  <a:gd name="T7" fmla="*/ 18 h 18"/>
                  <a:gd name="T8" fmla="*/ 28 w 31"/>
                  <a:gd name="T9" fmla="*/ 0 h 18"/>
                </a:gdLst>
                <a:ahLst/>
                <a:cxnLst>
                  <a:cxn ang="0">
                    <a:pos x="T0" y="T1"/>
                  </a:cxn>
                  <a:cxn ang="0">
                    <a:pos x="T2" y="T3"/>
                  </a:cxn>
                  <a:cxn ang="0">
                    <a:pos x="T4" y="T5"/>
                  </a:cxn>
                  <a:cxn ang="0">
                    <a:pos x="T6" y="T7"/>
                  </a:cxn>
                  <a:cxn ang="0">
                    <a:pos x="T8" y="T9"/>
                  </a:cxn>
                </a:cxnLst>
                <a:rect l="0" t="0" r="r" b="b"/>
                <a:pathLst>
                  <a:path w="31" h="18">
                    <a:moveTo>
                      <a:pt x="28" y="0"/>
                    </a:moveTo>
                    <a:cubicBezTo>
                      <a:pt x="2" y="0"/>
                      <a:pt x="2" y="0"/>
                      <a:pt x="2" y="0"/>
                    </a:cubicBezTo>
                    <a:cubicBezTo>
                      <a:pt x="2" y="6"/>
                      <a:pt x="1" y="13"/>
                      <a:pt x="0" y="18"/>
                    </a:cubicBezTo>
                    <a:cubicBezTo>
                      <a:pt x="31" y="18"/>
                      <a:pt x="31" y="18"/>
                      <a:pt x="31" y="18"/>
                    </a:cubicBezTo>
                    <a:cubicBezTo>
                      <a:pt x="29" y="13"/>
                      <a:pt x="28" y="6"/>
                      <a:pt x="28"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7" name="Freeform 416"/>
              <p:cNvSpPr>
                <a:spLocks/>
              </p:cNvSpPr>
              <p:nvPr/>
            </p:nvSpPr>
            <p:spPr bwMode="auto">
              <a:xfrm>
                <a:off x="3549" y="1253"/>
                <a:ext cx="62" cy="37"/>
              </a:xfrm>
              <a:custGeom>
                <a:avLst/>
                <a:gdLst>
                  <a:gd name="T0" fmla="*/ 28 w 32"/>
                  <a:gd name="T1" fmla="*/ 0 h 19"/>
                  <a:gd name="T2" fmla="*/ 2 w 32"/>
                  <a:gd name="T3" fmla="*/ 0 h 19"/>
                  <a:gd name="T4" fmla="*/ 0 w 32"/>
                  <a:gd name="T5" fmla="*/ 19 h 19"/>
                  <a:gd name="T6" fmla="*/ 32 w 32"/>
                  <a:gd name="T7" fmla="*/ 19 h 19"/>
                  <a:gd name="T8" fmla="*/ 28 w 32"/>
                  <a:gd name="T9" fmla="*/ 0 h 19"/>
                </a:gdLst>
                <a:ahLst/>
                <a:cxnLst>
                  <a:cxn ang="0">
                    <a:pos x="T0" y="T1"/>
                  </a:cxn>
                  <a:cxn ang="0">
                    <a:pos x="T2" y="T3"/>
                  </a:cxn>
                  <a:cxn ang="0">
                    <a:pos x="T4" y="T5"/>
                  </a:cxn>
                  <a:cxn ang="0">
                    <a:pos x="T6" y="T7"/>
                  </a:cxn>
                  <a:cxn ang="0">
                    <a:pos x="T8" y="T9"/>
                  </a:cxn>
                </a:cxnLst>
                <a:rect l="0" t="0" r="r" b="b"/>
                <a:pathLst>
                  <a:path w="32" h="19">
                    <a:moveTo>
                      <a:pt x="28" y="0"/>
                    </a:moveTo>
                    <a:cubicBezTo>
                      <a:pt x="2" y="0"/>
                      <a:pt x="2" y="0"/>
                      <a:pt x="2" y="0"/>
                    </a:cubicBezTo>
                    <a:cubicBezTo>
                      <a:pt x="2" y="6"/>
                      <a:pt x="1" y="13"/>
                      <a:pt x="0" y="19"/>
                    </a:cubicBezTo>
                    <a:cubicBezTo>
                      <a:pt x="32" y="19"/>
                      <a:pt x="32" y="19"/>
                      <a:pt x="32" y="19"/>
                    </a:cubicBezTo>
                    <a:cubicBezTo>
                      <a:pt x="30" y="13"/>
                      <a:pt x="28" y="6"/>
                      <a:pt x="28" y="0"/>
                    </a:cubicBezTo>
                    <a:close/>
                  </a:path>
                </a:pathLst>
              </a:custGeom>
              <a:solidFill>
                <a:srgbClr val="F8F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8" name="Freeform 417"/>
              <p:cNvSpPr>
                <a:spLocks/>
              </p:cNvSpPr>
              <p:nvPr/>
            </p:nvSpPr>
            <p:spPr bwMode="auto">
              <a:xfrm>
                <a:off x="3549" y="1257"/>
                <a:ext cx="62" cy="35"/>
              </a:xfrm>
              <a:custGeom>
                <a:avLst/>
                <a:gdLst>
                  <a:gd name="T0" fmla="*/ 28 w 32"/>
                  <a:gd name="T1" fmla="*/ 0 h 18"/>
                  <a:gd name="T2" fmla="*/ 2 w 32"/>
                  <a:gd name="T3" fmla="*/ 0 h 18"/>
                  <a:gd name="T4" fmla="*/ 0 w 32"/>
                  <a:gd name="T5" fmla="*/ 18 h 18"/>
                  <a:gd name="T6" fmla="*/ 32 w 32"/>
                  <a:gd name="T7" fmla="*/ 18 h 18"/>
                  <a:gd name="T8" fmla="*/ 32 w 32"/>
                  <a:gd name="T9" fmla="*/ 17 h 18"/>
                  <a:gd name="T10" fmla="*/ 28 w 32"/>
                  <a:gd name="T11" fmla="*/ 0 h 18"/>
                </a:gdLst>
                <a:ahLst/>
                <a:cxnLst>
                  <a:cxn ang="0">
                    <a:pos x="T0" y="T1"/>
                  </a:cxn>
                  <a:cxn ang="0">
                    <a:pos x="T2" y="T3"/>
                  </a:cxn>
                  <a:cxn ang="0">
                    <a:pos x="T4" y="T5"/>
                  </a:cxn>
                  <a:cxn ang="0">
                    <a:pos x="T6" y="T7"/>
                  </a:cxn>
                  <a:cxn ang="0">
                    <a:pos x="T8" y="T9"/>
                  </a:cxn>
                  <a:cxn ang="0">
                    <a:pos x="T10" y="T11"/>
                  </a:cxn>
                </a:cxnLst>
                <a:rect l="0" t="0" r="r" b="b"/>
                <a:pathLst>
                  <a:path w="32" h="18">
                    <a:moveTo>
                      <a:pt x="28" y="0"/>
                    </a:moveTo>
                    <a:cubicBezTo>
                      <a:pt x="2" y="0"/>
                      <a:pt x="2" y="0"/>
                      <a:pt x="2" y="0"/>
                    </a:cubicBezTo>
                    <a:cubicBezTo>
                      <a:pt x="2" y="6"/>
                      <a:pt x="1" y="13"/>
                      <a:pt x="0" y="18"/>
                    </a:cubicBezTo>
                    <a:cubicBezTo>
                      <a:pt x="32" y="18"/>
                      <a:pt x="32" y="18"/>
                      <a:pt x="32" y="18"/>
                    </a:cubicBezTo>
                    <a:cubicBezTo>
                      <a:pt x="32" y="18"/>
                      <a:pt x="32" y="17"/>
                      <a:pt x="32" y="17"/>
                    </a:cubicBezTo>
                    <a:cubicBezTo>
                      <a:pt x="30" y="12"/>
                      <a:pt x="29" y="5"/>
                      <a:pt x="28" y="0"/>
                    </a:cubicBezTo>
                    <a:close/>
                  </a:path>
                </a:pathLst>
              </a:custGeom>
              <a:solidFill>
                <a:srgbClr val="F9F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9" name="Freeform 418"/>
              <p:cNvSpPr>
                <a:spLocks/>
              </p:cNvSpPr>
              <p:nvPr/>
            </p:nvSpPr>
            <p:spPr bwMode="auto">
              <a:xfrm>
                <a:off x="3549" y="1259"/>
                <a:ext cx="62" cy="35"/>
              </a:xfrm>
              <a:custGeom>
                <a:avLst/>
                <a:gdLst>
                  <a:gd name="T0" fmla="*/ 28 w 32"/>
                  <a:gd name="T1" fmla="*/ 0 h 18"/>
                  <a:gd name="T2" fmla="*/ 2 w 32"/>
                  <a:gd name="T3" fmla="*/ 0 h 18"/>
                  <a:gd name="T4" fmla="*/ 0 w 32"/>
                  <a:gd name="T5" fmla="*/ 18 h 18"/>
                  <a:gd name="T6" fmla="*/ 32 w 32"/>
                  <a:gd name="T7" fmla="*/ 18 h 18"/>
                  <a:gd name="T8" fmla="*/ 32 w 32"/>
                  <a:gd name="T9" fmla="*/ 16 h 18"/>
                  <a:gd name="T10" fmla="*/ 28 w 32"/>
                  <a:gd name="T11" fmla="*/ 0 h 18"/>
                </a:gdLst>
                <a:ahLst/>
                <a:cxnLst>
                  <a:cxn ang="0">
                    <a:pos x="T0" y="T1"/>
                  </a:cxn>
                  <a:cxn ang="0">
                    <a:pos x="T2" y="T3"/>
                  </a:cxn>
                  <a:cxn ang="0">
                    <a:pos x="T4" y="T5"/>
                  </a:cxn>
                  <a:cxn ang="0">
                    <a:pos x="T6" y="T7"/>
                  </a:cxn>
                  <a:cxn ang="0">
                    <a:pos x="T8" y="T9"/>
                  </a:cxn>
                  <a:cxn ang="0">
                    <a:pos x="T10" y="T11"/>
                  </a:cxn>
                </a:cxnLst>
                <a:rect l="0" t="0" r="r" b="b"/>
                <a:pathLst>
                  <a:path w="32" h="18">
                    <a:moveTo>
                      <a:pt x="28" y="0"/>
                    </a:moveTo>
                    <a:cubicBezTo>
                      <a:pt x="2" y="0"/>
                      <a:pt x="2" y="0"/>
                      <a:pt x="2" y="0"/>
                    </a:cubicBezTo>
                    <a:cubicBezTo>
                      <a:pt x="1" y="6"/>
                      <a:pt x="0" y="13"/>
                      <a:pt x="0" y="18"/>
                    </a:cubicBezTo>
                    <a:cubicBezTo>
                      <a:pt x="32" y="18"/>
                      <a:pt x="32" y="18"/>
                      <a:pt x="32" y="18"/>
                    </a:cubicBezTo>
                    <a:cubicBezTo>
                      <a:pt x="32" y="17"/>
                      <a:pt x="32" y="17"/>
                      <a:pt x="32" y="16"/>
                    </a:cubicBezTo>
                    <a:cubicBezTo>
                      <a:pt x="30" y="12"/>
                      <a:pt x="29" y="5"/>
                      <a:pt x="28"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0" name="Freeform 419"/>
              <p:cNvSpPr>
                <a:spLocks/>
              </p:cNvSpPr>
              <p:nvPr/>
            </p:nvSpPr>
            <p:spPr bwMode="auto">
              <a:xfrm>
                <a:off x="3549" y="1261"/>
                <a:ext cx="63" cy="34"/>
              </a:xfrm>
              <a:custGeom>
                <a:avLst/>
                <a:gdLst>
                  <a:gd name="T0" fmla="*/ 28 w 33"/>
                  <a:gd name="T1" fmla="*/ 0 h 18"/>
                  <a:gd name="T2" fmla="*/ 2 w 33"/>
                  <a:gd name="T3" fmla="*/ 0 h 18"/>
                  <a:gd name="T4" fmla="*/ 0 w 33"/>
                  <a:gd name="T5" fmla="*/ 18 h 18"/>
                  <a:gd name="T6" fmla="*/ 33 w 33"/>
                  <a:gd name="T7" fmla="*/ 18 h 18"/>
                  <a:gd name="T8" fmla="*/ 32 w 33"/>
                  <a:gd name="T9" fmla="*/ 15 h 18"/>
                  <a:gd name="T10" fmla="*/ 28 w 33"/>
                  <a:gd name="T11" fmla="*/ 0 h 18"/>
                </a:gdLst>
                <a:ahLst/>
                <a:cxnLst>
                  <a:cxn ang="0">
                    <a:pos x="T0" y="T1"/>
                  </a:cxn>
                  <a:cxn ang="0">
                    <a:pos x="T2" y="T3"/>
                  </a:cxn>
                  <a:cxn ang="0">
                    <a:pos x="T4" y="T5"/>
                  </a:cxn>
                  <a:cxn ang="0">
                    <a:pos x="T6" y="T7"/>
                  </a:cxn>
                  <a:cxn ang="0">
                    <a:pos x="T8" y="T9"/>
                  </a:cxn>
                  <a:cxn ang="0">
                    <a:pos x="T10" y="T11"/>
                  </a:cxn>
                </a:cxnLst>
                <a:rect l="0" t="0" r="r" b="b"/>
                <a:pathLst>
                  <a:path w="33" h="18">
                    <a:moveTo>
                      <a:pt x="28" y="0"/>
                    </a:moveTo>
                    <a:cubicBezTo>
                      <a:pt x="2" y="0"/>
                      <a:pt x="2" y="0"/>
                      <a:pt x="2" y="0"/>
                    </a:cubicBezTo>
                    <a:cubicBezTo>
                      <a:pt x="1" y="7"/>
                      <a:pt x="0" y="14"/>
                      <a:pt x="0" y="18"/>
                    </a:cubicBezTo>
                    <a:cubicBezTo>
                      <a:pt x="33" y="18"/>
                      <a:pt x="33" y="18"/>
                      <a:pt x="33" y="18"/>
                    </a:cubicBezTo>
                    <a:cubicBezTo>
                      <a:pt x="33" y="17"/>
                      <a:pt x="32" y="16"/>
                      <a:pt x="32" y="15"/>
                    </a:cubicBezTo>
                    <a:cubicBezTo>
                      <a:pt x="30" y="11"/>
                      <a:pt x="29" y="5"/>
                      <a:pt x="28"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1" name="Freeform 420"/>
              <p:cNvSpPr>
                <a:spLocks/>
              </p:cNvSpPr>
              <p:nvPr/>
            </p:nvSpPr>
            <p:spPr bwMode="auto">
              <a:xfrm>
                <a:off x="3547" y="1263"/>
                <a:ext cx="65" cy="36"/>
              </a:xfrm>
              <a:custGeom>
                <a:avLst/>
                <a:gdLst>
                  <a:gd name="T0" fmla="*/ 29 w 34"/>
                  <a:gd name="T1" fmla="*/ 0 h 19"/>
                  <a:gd name="T2" fmla="*/ 3 w 34"/>
                  <a:gd name="T3" fmla="*/ 0 h 19"/>
                  <a:gd name="T4" fmla="*/ 0 w 34"/>
                  <a:gd name="T5" fmla="*/ 19 h 19"/>
                  <a:gd name="T6" fmla="*/ 34 w 34"/>
                  <a:gd name="T7" fmla="*/ 19 h 19"/>
                  <a:gd name="T8" fmla="*/ 33 w 34"/>
                  <a:gd name="T9" fmla="*/ 14 h 19"/>
                  <a:gd name="T10" fmla="*/ 29 w 34"/>
                  <a:gd name="T11" fmla="*/ 0 h 19"/>
                </a:gdLst>
                <a:ahLst/>
                <a:cxnLst>
                  <a:cxn ang="0">
                    <a:pos x="T0" y="T1"/>
                  </a:cxn>
                  <a:cxn ang="0">
                    <a:pos x="T2" y="T3"/>
                  </a:cxn>
                  <a:cxn ang="0">
                    <a:pos x="T4" y="T5"/>
                  </a:cxn>
                  <a:cxn ang="0">
                    <a:pos x="T6" y="T7"/>
                  </a:cxn>
                  <a:cxn ang="0">
                    <a:pos x="T8" y="T9"/>
                  </a:cxn>
                  <a:cxn ang="0">
                    <a:pos x="T10" y="T11"/>
                  </a:cxn>
                </a:cxnLst>
                <a:rect l="0" t="0" r="r" b="b"/>
                <a:pathLst>
                  <a:path w="34" h="19">
                    <a:moveTo>
                      <a:pt x="29" y="0"/>
                    </a:moveTo>
                    <a:cubicBezTo>
                      <a:pt x="3" y="0"/>
                      <a:pt x="3" y="0"/>
                      <a:pt x="3" y="0"/>
                    </a:cubicBezTo>
                    <a:cubicBezTo>
                      <a:pt x="2" y="7"/>
                      <a:pt x="1" y="14"/>
                      <a:pt x="0" y="19"/>
                    </a:cubicBezTo>
                    <a:cubicBezTo>
                      <a:pt x="34" y="19"/>
                      <a:pt x="34" y="19"/>
                      <a:pt x="34" y="19"/>
                    </a:cubicBezTo>
                    <a:cubicBezTo>
                      <a:pt x="34" y="17"/>
                      <a:pt x="33" y="16"/>
                      <a:pt x="33" y="14"/>
                    </a:cubicBezTo>
                    <a:cubicBezTo>
                      <a:pt x="31" y="10"/>
                      <a:pt x="30" y="5"/>
                      <a:pt x="29" y="0"/>
                    </a:cubicBezTo>
                    <a:close/>
                  </a:path>
                </a:pathLst>
              </a:custGeom>
              <a:solidFill>
                <a:srgbClr val="FD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2" name="Freeform 421"/>
              <p:cNvSpPr>
                <a:spLocks/>
              </p:cNvSpPr>
              <p:nvPr/>
            </p:nvSpPr>
            <p:spPr bwMode="auto">
              <a:xfrm>
                <a:off x="3547" y="1267"/>
                <a:ext cx="65" cy="34"/>
              </a:xfrm>
              <a:custGeom>
                <a:avLst/>
                <a:gdLst>
                  <a:gd name="T0" fmla="*/ 30 w 34"/>
                  <a:gd name="T1" fmla="*/ 0 h 18"/>
                  <a:gd name="T2" fmla="*/ 3 w 34"/>
                  <a:gd name="T3" fmla="*/ 0 h 18"/>
                  <a:gd name="T4" fmla="*/ 0 w 34"/>
                  <a:gd name="T5" fmla="*/ 17 h 18"/>
                  <a:gd name="T6" fmla="*/ 0 w 34"/>
                  <a:gd name="T7" fmla="*/ 18 h 18"/>
                  <a:gd name="T8" fmla="*/ 34 w 34"/>
                  <a:gd name="T9" fmla="*/ 18 h 18"/>
                  <a:gd name="T10" fmla="*/ 33 w 34"/>
                  <a:gd name="T11" fmla="*/ 12 h 18"/>
                  <a:gd name="T12" fmla="*/ 30 w 3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0" y="0"/>
                    </a:moveTo>
                    <a:cubicBezTo>
                      <a:pt x="3" y="0"/>
                      <a:pt x="3" y="0"/>
                      <a:pt x="3" y="0"/>
                    </a:cubicBezTo>
                    <a:cubicBezTo>
                      <a:pt x="2" y="7"/>
                      <a:pt x="1" y="13"/>
                      <a:pt x="0" y="17"/>
                    </a:cubicBezTo>
                    <a:cubicBezTo>
                      <a:pt x="0" y="18"/>
                      <a:pt x="0" y="18"/>
                      <a:pt x="0" y="18"/>
                    </a:cubicBezTo>
                    <a:cubicBezTo>
                      <a:pt x="34" y="18"/>
                      <a:pt x="34" y="18"/>
                      <a:pt x="34" y="18"/>
                    </a:cubicBezTo>
                    <a:cubicBezTo>
                      <a:pt x="34" y="16"/>
                      <a:pt x="33" y="14"/>
                      <a:pt x="33" y="12"/>
                    </a:cubicBezTo>
                    <a:cubicBezTo>
                      <a:pt x="31" y="9"/>
                      <a:pt x="30" y="4"/>
                      <a:pt x="30"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3" name="Freeform 422"/>
              <p:cNvSpPr>
                <a:spLocks/>
              </p:cNvSpPr>
              <p:nvPr/>
            </p:nvSpPr>
            <p:spPr bwMode="auto">
              <a:xfrm>
                <a:off x="3547" y="1269"/>
                <a:ext cx="67" cy="34"/>
              </a:xfrm>
              <a:custGeom>
                <a:avLst/>
                <a:gdLst>
                  <a:gd name="T0" fmla="*/ 30 w 35"/>
                  <a:gd name="T1" fmla="*/ 0 h 18"/>
                  <a:gd name="T2" fmla="*/ 2 w 35"/>
                  <a:gd name="T3" fmla="*/ 0 h 18"/>
                  <a:gd name="T4" fmla="*/ 0 w 35"/>
                  <a:gd name="T5" fmla="*/ 16 h 18"/>
                  <a:gd name="T6" fmla="*/ 0 w 35"/>
                  <a:gd name="T7" fmla="*/ 18 h 18"/>
                  <a:gd name="T8" fmla="*/ 35 w 35"/>
                  <a:gd name="T9" fmla="*/ 18 h 18"/>
                  <a:gd name="T10" fmla="*/ 33 w 35"/>
                  <a:gd name="T11" fmla="*/ 11 h 18"/>
                  <a:gd name="T12" fmla="*/ 30 w 3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5" h="18">
                    <a:moveTo>
                      <a:pt x="30" y="0"/>
                    </a:moveTo>
                    <a:cubicBezTo>
                      <a:pt x="2" y="0"/>
                      <a:pt x="2" y="0"/>
                      <a:pt x="2" y="0"/>
                    </a:cubicBezTo>
                    <a:cubicBezTo>
                      <a:pt x="2" y="6"/>
                      <a:pt x="1" y="13"/>
                      <a:pt x="0" y="16"/>
                    </a:cubicBezTo>
                    <a:cubicBezTo>
                      <a:pt x="0" y="17"/>
                      <a:pt x="0" y="18"/>
                      <a:pt x="0" y="18"/>
                    </a:cubicBezTo>
                    <a:cubicBezTo>
                      <a:pt x="35" y="18"/>
                      <a:pt x="35" y="18"/>
                      <a:pt x="35" y="18"/>
                    </a:cubicBezTo>
                    <a:cubicBezTo>
                      <a:pt x="34" y="16"/>
                      <a:pt x="34" y="13"/>
                      <a:pt x="33" y="11"/>
                    </a:cubicBezTo>
                    <a:cubicBezTo>
                      <a:pt x="32" y="8"/>
                      <a:pt x="31" y="4"/>
                      <a:pt x="3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4" name="Freeform 423"/>
              <p:cNvSpPr>
                <a:spLocks/>
              </p:cNvSpPr>
              <p:nvPr/>
            </p:nvSpPr>
            <p:spPr bwMode="auto">
              <a:xfrm>
                <a:off x="3687" y="1144"/>
                <a:ext cx="130" cy="35"/>
              </a:xfrm>
              <a:custGeom>
                <a:avLst/>
                <a:gdLst>
                  <a:gd name="T0" fmla="*/ 67 w 68"/>
                  <a:gd name="T1" fmla="*/ 0 h 18"/>
                  <a:gd name="T2" fmla="*/ 31 w 68"/>
                  <a:gd name="T3" fmla="*/ 0 h 18"/>
                  <a:gd name="T4" fmla="*/ 33 w 68"/>
                  <a:gd name="T5" fmla="*/ 1 h 18"/>
                  <a:gd name="T6" fmla="*/ 32 w 68"/>
                  <a:gd name="T7" fmla="*/ 3 h 18"/>
                  <a:gd name="T8" fmla="*/ 15 w 68"/>
                  <a:gd name="T9" fmla="*/ 2 h 18"/>
                  <a:gd name="T10" fmla="*/ 0 w 68"/>
                  <a:gd name="T11" fmla="*/ 5 h 18"/>
                  <a:gd name="T12" fmla="*/ 5 w 68"/>
                  <a:gd name="T13" fmla="*/ 11 h 18"/>
                  <a:gd name="T14" fmla="*/ 16 w 68"/>
                  <a:gd name="T15" fmla="*/ 12 h 18"/>
                  <a:gd name="T16" fmla="*/ 21 w 68"/>
                  <a:gd name="T17" fmla="*/ 14 h 18"/>
                  <a:gd name="T18" fmla="*/ 22 w 68"/>
                  <a:gd name="T19" fmla="*/ 18 h 18"/>
                  <a:gd name="T20" fmla="*/ 68 w 68"/>
                  <a:gd name="T21" fmla="*/ 18 h 18"/>
                  <a:gd name="T22" fmla="*/ 67 w 68"/>
                  <a:gd name="T23" fmla="*/ 3 h 18"/>
                  <a:gd name="T24" fmla="*/ 67 w 68"/>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18">
                    <a:moveTo>
                      <a:pt x="67" y="0"/>
                    </a:moveTo>
                    <a:cubicBezTo>
                      <a:pt x="31" y="0"/>
                      <a:pt x="31" y="0"/>
                      <a:pt x="31" y="0"/>
                    </a:cubicBezTo>
                    <a:cubicBezTo>
                      <a:pt x="32" y="0"/>
                      <a:pt x="32" y="1"/>
                      <a:pt x="33" y="1"/>
                    </a:cubicBezTo>
                    <a:cubicBezTo>
                      <a:pt x="34" y="2"/>
                      <a:pt x="32" y="3"/>
                      <a:pt x="32" y="3"/>
                    </a:cubicBezTo>
                    <a:cubicBezTo>
                      <a:pt x="32" y="3"/>
                      <a:pt x="23" y="1"/>
                      <a:pt x="15" y="2"/>
                    </a:cubicBezTo>
                    <a:cubicBezTo>
                      <a:pt x="6" y="2"/>
                      <a:pt x="1" y="4"/>
                      <a:pt x="0" y="5"/>
                    </a:cubicBezTo>
                    <a:cubicBezTo>
                      <a:pt x="0" y="7"/>
                      <a:pt x="1" y="11"/>
                      <a:pt x="5" y="11"/>
                    </a:cubicBezTo>
                    <a:cubicBezTo>
                      <a:pt x="10" y="11"/>
                      <a:pt x="13" y="10"/>
                      <a:pt x="16" y="12"/>
                    </a:cubicBezTo>
                    <a:cubicBezTo>
                      <a:pt x="19" y="13"/>
                      <a:pt x="21" y="14"/>
                      <a:pt x="21" y="14"/>
                    </a:cubicBezTo>
                    <a:cubicBezTo>
                      <a:pt x="21" y="14"/>
                      <a:pt x="22" y="16"/>
                      <a:pt x="22" y="18"/>
                    </a:cubicBezTo>
                    <a:cubicBezTo>
                      <a:pt x="68" y="18"/>
                      <a:pt x="68" y="18"/>
                      <a:pt x="68" y="18"/>
                    </a:cubicBezTo>
                    <a:cubicBezTo>
                      <a:pt x="67" y="10"/>
                      <a:pt x="67" y="4"/>
                      <a:pt x="67" y="3"/>
                    </a:cubicBezTo>
                    <a:cubicBezTo>
                      <a:pt x="67" y="2"/>
                      <a:pt x="67" y="1"/>
                      <a:pt x="67" y="0"/>
                    </a:cubicBezTo>
                    <a:close/>
                  </a:path>
                </a:pathLst>
              </a:custGeom>
              <a:solidFill>
                <a:srgbClr val="D2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5" name="Freeform 424"/>
              <p:cNvSpPr>
                <a:spLocks/>
              </p:cNvSpPr>
              <p:nvPr/>
            </p:nvSpPr>
            <p:spPr bwMode="auto">
              <a:xfrm>
                <a:off x="3687" y="1146"/>
                <a:ext cx="130" cy="35"/>
              </a:xfrm>
              <a:custGeom>
                <a:avLst/>
                <a:gdLst>
                  <a:gd name="T0" fmla="*/ 67 w 68"/>
                  <a:gd name="T1" fmla="*/ 0 h 18"/>
                  <a:gd name="T2" fmla="*/ 33 w 68"/>
                  <a:gd name="T3" fmla="*/ 0 h 18"/>
                  <a:gd name="T4" fmla="*/ 32 w 68"/>
                  <a:gd name="T5" fmla="*/ 2 h 18"/>
                  <a:gd name="T6" fmla="*/ 15 w 68"/>
                  <a:gd name="T7" fmla="*/ 1 h 18"/>
                  <a:gd name="T8" fmla="*/ 0 w 68"/>
                  <a:gd name="T9" fmla="*/ 4 h 18"/>
                  <a:gd name="T10" fmla="*/ 5 w 68"/>
                  <a:gd name="T11" fmla="*/ 10 h 18"/>
                  <a:gd name="T12" fmla="*/ 16 w 68"/>
                  <a:gd name="T13" fmla="*/ 11 h 18"/>
                  <a:gd name="T14" fmla="*/ 21 w 68"/>
                  <a:gd name="T15" fmla="*/ 13 h 18"/>
                  <a:gd name="T16" fmla="*/ 22 w 68"/>
                  <a:gd name="T17" fmla="*/ 18 h 18"/>
                  <a:gd name="T18" fmla="*/ 68 w 68"/>
                  <a:gd name="T19" fmla="*/ 18 h 18"/>
                  <a:gd name="T20" fmla="*/ 67 w 68"/>
                  <a:gd name="T21" fmla="*/ 2 h 18"/>
                  <a:gd name="T22" fmla="*/ 67 w 68"/>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8">
                    <a:moveTo>
                      <a:pt x="67" y="0"/>
                    </a:moveTo>
                    <a:cubicBezTo>
                      <a:pt x="33" y="0"/>
                      <a:pt x="33" y="0"/>
                      <a:pt x="33" y="0"/>
                    </a:cubicBezTo>
                    <a:cubicBezTo>
                      <a:pt x="34" y="1"/>
                      <a:pt x="32" y="2"/>
                      <a:pt x="32" y="2"/>
                    </a:cubicBezTo>
                    <a:cubicBezTo>
                      <a:pt x="32" y="2"/>
                      <a:pt x="23" y="0"/>
                      <a:pt x="15" y="1"/>
                    </a:cubicBezTo>
                    <a:cubicBezTo>
                      <a:pt x="6" y="1"/>
                      <a:pt x="1" y="3"/>
                      <a:pt x="0" y="4"/>
                    </a:cubicBezTo>
                    <a:cubicBezTo>
                      <a:pt x="0" y="6"/>
                      <a:pt x="1" y="10"/>
                      <a:pt x="5" y="10"/>
                    </a:cubicBezTo>
                    <a:cubicBezTo>
                      <a:pt x="10" y="10"/>
                      <a:pt x="13" y="9"/>
                      <a:pt x="16" y="11"/>
                    </a:cubicBezTo>
                    <a:cubicBezTo>
                      <a:pt x="19" y="12"/>
                      <a:pt x="21" y="13"/>
                      <a:pt x="21" y="13"/>
                    </a:cubicBezTo>
                    <a:cubicBezTo>
                      <a:pt x="21" y="13"/>
                      <a:pt x="22" y="15"/>
                      <a:pt x="22" y="18"/>
                    </a:cubicBezTo>
                    <a:cubicBezTo>
                      <a:pt x="68" y="18"/>
                      <a:pt x="68" y="18"/>
                      <a:pt x="68" y="18"/>
                    </a:cubicBezTo>
                    <a:cubicBezTo>
                      <a:pt x="67" y="10"/>
                      <a:pt x="67" y="3"/>
                      <a:pt x="67" y="2"/>
                    </a:cubicBezTo>
                    <a:lnTo>
                      <a:pt x="67" y="0"/>
                    </a:lnTo>
                    <a:close/>
                  </a:path>
                </a:pathLst>
              </a:custGeom>
              <a:solidFill>
                <a:srgbClr val="D3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6" name="Freeform 425"/>
              <p:cNvSpPr>
                <a:spLocks/>
              </p:cNvSpPr>
              <p:nvPr/>
            </p:nvSpPr>
            <p:spPr bwMode="auto">
              <a:xfrm>
                <a:off x="3687" y="1148"/>
                <a:ext cx="130" cy="36"/>
              </a:xfrm>
              <a:custGeom>
                <a:avLst/>
                <a:gdLst>
                  <a:gd name="T0" fmla="*/ 67 w 68"/>
                  <a:gd name="T1" fmla="*/ 0 h 19"/>
                  <a:gd name="T2" fmla="*/ 33 w 68"/>
                  <a:gd name="T3" fmla="*/ 0 h 19"/>
                  <a:gd name="T4" fmla="*/ 32 w 68"/>
                  <a:gd name="T5" fmla="*/ 1 h 19"/>
                  <a:gd name="T6" fmla="*/ 28 w 68"/>
                  <a:gd name="T7" fmla="*/ 0 h 19"/>
                  <a:gd name="T8" fmla="*/ 9 w 68"/>
                  <a:gd name="T9" fmla="*/ 0 h 19"/>
                  <a:gd name="T10" fmla="*/ 0 w 68"/>
                  <a:gd name="T11" fmla="*/ 3 h 19"/>
                  <a:gd name="T12" fmla="*/ 5 w 68"/>
                  <a:gd name="T13" fmla="*/ 9 h 19"/>
                  <a:gd name="T14" fmla="*/ 16 w 68"/>
                  <a:gd name="T15" fmla="*/ 10 h 19"/>
                  <a:gd name="T16" fmla="*/ 21 w 68"/>
                  <a:gd name="T17" fmla="*/ 12 h 19"/>
                  <a:gd name="T18" fmla="*/ 22 w 68"/>
                  <a:gd name="T19" fmla="*/ 19 h 19"/>
                  <a:gd name="T20" fmla="*/ 68 w 68"/>
                  <a:gd name="T21" fmla="*/ 19 h 19"/>
                  <a:gd name="T22" fmla="*/ 67 w 68"/>
                  <a:gd name="T23" fmla="*/ 1 h 19"/>
                  <a:gd name="T24" fmla="*/ 67 w 68"/>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19">
                    <a:moveTo>
                      <a:pt x="67" y="0"/>
                    </a:moveTo>
                    <a:cubicBezTo>
                      <a:pt x="33" y="0"/>
                      <a:pt x="33" y="0"/>
                      <a:pt x="33" y="0"/>
                    </a:cubicBezTo>
                    <a:cubicBezTo>
                      <a:pt x="32" y="1"/>
                      <a:pt x="32" y="1"/>
                      <a:pt x="32" y="1"/>
                    </a:cubicBezTo>
                    <a:cubicBezTo>
                      <a:pt x="32" y="1"/>
                      <a:pt x="30" y="1"/>
                      <a:pt x="28" y="0"/>
                    </a:cubicBezTo>
                    <a:cubicBezTo>
                      <a:pt x="9" y="0"/>
                      <a:pt x="9" y="0"/>
                      <a:pt x="9" y="0"/>
                    </a:cubicBezTo>
                    <a:cubicBezTo>
                      <a:pt x="4" y="1"/>
                      <a:pt x="0" y="2"/>
                      <a:pt x="0" y="3"/>
                    </a:cubicBezTo>
                    <a:cubicBezTo>
                      <a:pt x="0" y="5"/>
                      <a:pt x="1" y="9"/>
                      <a:pt x="5" y="9"/>
                    </a:cubicBezTo>
                    <a:cubicBezTo>
                      <a:pt x="10" y="9"/>
                      <a:pt x="13" y="8"/>
                      <a:pt x="16" y="10"/>
                    </a:cubicBezTo>
                    <a:cubicBezTo>
                      <a:pt x="19" y="11"/>
                      <a:pt x="21" y="12"/>
                      <a:pt x="21" y="12"/>
                    </a:cubicBezTo>
                    <a:cubicBezTo>
                      <a:pt x="21" y="12"/>
                      <a:pt x="22" y="15"/>
                      <a:pt x="22" y="19"/>
                    </a:cubicBezTo>
                    <a:cubicBezTo>
                      <a:pt x="68" y="19"/>
                      <a:pt x="68" y="19"/>
                      <a:pt x="68" y="19"/>
                    </a:cubicBezTo>
                    <a:cubicBezTo>
                      <a:pt x="67" y="10"/>
                      <a:pt x="67" y="2"/>
                      <a:pt x="67" y="1"/>
                    </a:cubicBezTo>
                    <a:lnTo>
                      <a:pt x="67" y="0"/>
                    </a:ln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7" name="Freeform 426"/>
              <p:cNvSpPr>
                <a:spLocks/>
              </p:cNvSpPr>
              <p:nvPr/>
            </p:nvSpPr>
            <p:spPr bwMode="auto">
              <a:xfrm>
                <a:off x="3687" y="1152"/>
                <a:ext cx="130" cy="34"/>
              </a:xfrm>
              <a:custGeom>
                <a:avLst/>
                <a:gdLst>
                  <a:gd name="T0" fmla="*/ 67 w 68"/>
                  <a:gd name="T1" fmla="*/ 0 h 18"/>
                  <a:gd name="T2" fmla="*/ 3 w 68"/>
                  <a:gd name="T3" fmla="*/ 0 h 18"/>
                  <a:gd name="T4" fmla="*/ 0 w 68"/>
                  <a:gd name="T5" fmla="*/ 1 h 18"/>
                  <a:gd name="T6" fmla="*/ 5 w 68"/>
                  <a:gd name="T7" fmla="*/ 7 h 18"/>
                  <a:gd name="T8" fmla="*/ 16 w 68"/>
                  <a:gd name="T9" fmla="*/ 8 h 18"/>
                  <a:gd name="T10" fmla="*/ 21 w 68"/>
                  <a:gd name="T11" fmla="*/ 10 h 18"/>
                  <a:gd name="T12" fmla="*/ 22 w 68"/>
                  <a:gd name="T13" fmla="*/ 18 h 18"/>
                  <a:gd name="T14" fmla="*/ 68 w 68"/>
                  <a:gd name="T15" fmla="*/ 18 h 18"/>
                  <a:gd name="T16" fmla="*/ 67 w 6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18">
                    <a:moveTo>
                      <a:pt x="67" y="0"/>
                    </a:moveTo>
                    <a:cubicBezTo>
                      <a:pt x="3" y="0"/>
                      <a:pt x="3" y="0"/>
                      <a:pt x="3" y="0"/>
                    </a:cubicBezTo>
                    <a:cubicBezTo>
                      <a:pt x="1" y="0"/>
                      <a:pt x="0" y="1"/>
                      <a:pt x="0" y="1"/>
                    </a:cubicBezTo>
                    <a:cubicBezTo>
                      <a:pt x="0" y="3"/>
                      <a:pt x="1" y="7"/>
                      <a:pt x="5" y="7"/>
                    </a:cubicBezTo>
                    <a:cubicBezTo>
                      <a:pt x="10" y="7"/>
                      <a:pt x="13" y="6"/>
                      <a:pt x="16" y="8"/>
                    </a:cubicBezTo>
                    <a:cubicBezTo>
                      <a:pt x="19" y="9"/>
                      <a:pt x="21" y="10"/>
                      <a:pt x="21" y="10"/>
                    </a:cubicBezTo>
                    <a:cubicBezTo>
                      <a:pt x="21" y="10"/>
                      <a:pt x="22" y="14"/>
                      <a:pt x="22" y="18"/>
                    </a:cubicBezTo>
                    <a:cubicBezTo>
                      <a:pt x="68" y="18"/>
                      <a:pt x="68" y="18"/>
                      <a:pt x="68" y="18"/>
                    </a:cubicBezTo>
                    <a:cubicBezTo>
                      <a:pt x="67" y="10"/>
                      <a:pt x="67" y="3"/>
                      <a:pt x="67" y="0"/>
                    </a:cubicBezTo>
                    <a:close/>
                  </a:path>
                </a:pathLst>
              </a:custGeom>
              <a:solidFill>
                <a:srgbClr val="D4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8" name="Freeform 427"/>
              <p:cNvSpPr>
                <a:spLocks/>
              </p:cNvSpPr>
              <p:nvPr/>
            </p:nvSpPr>
            <p:spPr bwMode="auto">
              <a:xfrm>
                <a:off x="3687" y="1154"/>
                <a:ext cx="130" cy="34"/>
              </a:xfrm>
              <a:custGeom>
                <a:avLst/>
                <a:gdLst>
                  <a:gd name="T0" fmla="*/ 67 w 68"/>
                  <a:gd name="T1" fmla="*/ 0 h 18"/>
                  <a:gd name="T2" fmla="*/ 0 w 68"/>
                  <a:gd name="T3" fmla="*/ 0 h 18"/>
                  <a:gd name="T4" fmla="*/ 0 w 68"/>
                  <a:gd name="T5" fmla="*/ 0 h 18"/>
                  <a:gd name="T6" fmla="*/ 5 w 68"/>
                  <a:gd name="T7" fmla="*/ 6 h 18"/>
                  <a:gd name="T8" fmla="*/ 16 w 68"/>
                  <a:gd name="T9" fmla="*/ 7 h 18"/>
                  <a:gd name="T10" fmla="*/ 21 w 68"/>
                  <a:gd name="T11" fmla="*/ 9 h 18"/>
                  <a:gd name="T12" fmla="*/ 23 w 68"/>
                  <a:gd name="T13" fmla="*/ 18 h 18"/>
                  <a:gd name="T14" fmla="*/ 68 w 68"/>
                  <a:gd name="T15" fmla="*/ 18 h 18"/>
                  <a:gd name="T16" fmla="*/ 67 w 6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18">
                    <a:moveTo>
                      <a:pt x="67" y="0"/>
                    </a:moveTo>
                    <a:cubicBezTo>
                      <a:pt x="0" y="0"/>
                      <a:pt x="0" y="0"/>
                      <a:pt x="0" y="0"/>
                    </a:cubicBezTo>
                    <a:cubicBezTo>
                      <a:pt x="0" y="0"/>
                      <a:pt x="0" y="0"/>
                      <a:pt x="0" y="0"/>
                    </a:cubicBezTo>
                    <a:cubicBezTo>
                      <a:pt x="0" y="2"/>
                      <a:pt x="1" y="6"/>
                      <a:pt x="5" y="6"/>
                    </a:cubicBezTo>
                    <a:cubicBezTo>
                      <a:pt x="10" y="6"/>
                      <a:pt x="13" y="5"/>
                      <a:pt x="16" y="7"/>
                    </a:cubicBezTo>
                    <a:cubicBezTo>
                      <a:pt x="19" y="8"/>
                      <a:pt x="21" y="9"/>
                      <a:pt x="21" y="9"/>
                    </a:cubicBezTo>
                    <a:cubicBezTo>
                      <a:pt x="21" y="9"/>
                      <a:pt x="22" y="13"/>
                      <a:pt x="23" y="18"/>
                    </a:cubicBezTo>
                    <a:cubicBezTo>
                      <a:pt x="68" y="18"/>
                      <a:pt x="68" y="18"/>
                      <a:pt x="68" y="18"/>
                    </a:cubicBezTo>
                    <a:cubicBezTo>
                      <a:pt x="67" y="10"/>
                      <a:pt x="67" y="4"/>
                      <a:pt x="67" y="0"/>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9" name="Freeform 428"/>
              <p:cNvSpPr>
                <a:spLocks/>
              </p:cNvSpPr>
              <p:nvPr/>
            </p:nvSpPr>
            <p:spPr bwMode="auto">
              <a:xfrm>
                <a:off x="3687" y="1156"/>
                <a:ext cx="130" cy="36"/>
              </a:xfrm>
              <a:custGeom>
                <a:avLst/>
                <a:gdLst>
                  <a:gd name="T0" fmla="*/ 67 w 68"/>
                  <a:gd name="T1" fmla="*/ 0 h 19"/>
                  <a:gd name="T2" fmla="*/ 0 w 68"/>
                  <a:gd name="T3" fmla="*/ 0 h 19"/>
                  <a:gd name="T4" fmla="*/ 5 w 68"/>
                  <a:gd name="T5" fmla="*/ 5 h 19"/>
                  <a:gd name="T6" fmla="*/ 16 w 68"/>
                  <a:gd name="T7" fmla="*/ 6 h 19"/>
                  <a:gd name="T8" fmla="*/ 21 w 68"/>
                  <a:gd name="T9" fmla="*/ 8 h 19"/>
                  <a:gd name="T10" fmla="*/ 23 w 68"/>
                  <a:gd name="T11" fmla="*/ 19 h 19"/>
                  <a:gd name="T12" fmla="*/ 68 w 68"/>
                  <a:gd name="T13" fmla="*/ 19 h 19"/>
                  <a:gd name="T14" fmla="*/ 67 w 68"/>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19">
                    <a:moveTo>
                      <a:pt x="67" y="0"/>
                    </a:moveTo>
                    <a:cubicBezTo>
                      <a:pt x="0" y="0"/>
                      <a:pt x="0" y="0"/>
                      <a:pt x="0" y="0"/>
                    </a:cubicBezTo>
                    <a:cubicBezTo>
                      <a:pt x="0" y="2"/>
                      <a:pt x="2" y="5"/>
                      <a:pt x="5" y="5"/>
                    </a:cubicBezTo>
                    <a:cubicBezTo>
                      <a:pt x="10" y="5"/>
                      <a:pt x="13" y="4"/>
                      <a:pt x="16" y="6"/>
                    </a:cubicBezTo>
                    <a:cubicBezTo>
                      <a:pt x="19" y="7"/>
                      <a:pt x="21" y="8"/>
                      <a:pt x="21" y="8"/>
                    </a:cubicBezTo>
                    <a:cubicBezTo>
                      <a:pt x="21" y="8"/>
                      <a:pt x="22" y="13"/>
                      <a:pt x="23" y="19"/>
                    </a:cubicBezTo>
                    <a:cubicBezTo>
                      <a:pt x="68" y="19"/>
                      <a:pt x="68" y="19"/>
                      <a:pt x="68" y="19"/>
                    </a:cubicBezTo>
                    <a:cubicBezTo>
                      <a:pt x="67" y="11"/>
                      <a:pt x="67" y="4"/>
                      <a:pt x="67" y="0"/>
                    </a:cubicBezTo>
                    <a:close/>
                  </a:path>
                </a:pathLst>
              </a:custGeom>
              <a:solidFill>
                <a:srgbClr val="D5D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0" name="Freeform 429"/>
              <p:cNvSpPr>
                <a:spLocks/>
              </p:cNvSpPr>
              <p:nvPr/>
            </p:nvSpPr>
            <p:spPr bwMode="auto">
              <a:xfrm>
                <a:off x="3687" y="1160"/>
                <a:ext cx="130" cy="34"/>
              </a:xfrm>
              <a:custGeom>
                <a:avLst/>
                <a:gdLst>
                  <a:gd name="T0" fmla="*/ 67 w 68"/>
                  <a:gd name="T1" fmla="*/ 0 h 18"/>
                  <a:gd name="T2" fmla="*/ 0 w 68"/>
                  <a:gd name="T3" fmla="*/ 0 h 18"/>
                  <a:gd name="T4" fmla="*/ 5 w 68"/>
                  <a:gd name="T5" fmla="*/ 3 h 18"/>
                  <a:gd name="T6" fmla="*/ 16 w 68"/>
                  <a:gd name="T7" fmla="*/ 4 h 18"/>
                  <a:gd name="T8" fmla="*/ 21 w 68"/>
                  <a:gd name="T9" fmla="*/ 6 h 18"/>
                  <a:gd name="T10" fmla="*/ 23 w 68"/>
                  <a:gd name="T11" fmla="*/ 18 h 18"/>
                  <a:gd name="T12" fmla="*/ 68 w 68"/>
                  <a:gd name="T13" fmla="*/ 18 h 18"/>
                  <a:gd name="T14" fmla="*/ 67 w 6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18">
                    <a:moveTo>
                      <a:pt x="67" y="0"/>
                    </a:moveTo>
                    <a:cubicBezTo>
                      <a:pt x="0" y="0"/>
                      <a:pt x="0" y="0"/>
                      <a:pt x="0" y="0"/>
                    </a:cubicBezTo>
                    <a:cubicBezTo>
                      <a:pt x="1" y="1"/>
                      <a:pt x="2" y="3"/>
                      <a:pt x="5" y="3"/>
                    </a:cubicBezTo>
                    <a:cubicBezTo>
                      <a:pt x="10" y="3"/>
                      <a:pt x="13" y="2"/>
                      <a:pt x="16" y="4"/>
                    </a:cubicBezTo>
                    <a:cubicBezTo>
                      <a:pt x="19" y="5"/>
                      <a:pt x="21" y="6"/>
                      <a:pt x="21" y="6"/>
                    </a:cubicBezTo>
                    <a:cubicBezTo>
                      <a:pt x="21" y="6"/>
                      <a:pt x="22" y="12"/>
                      <a:pt x="23" y="18"/>
                    </a:cubicBezTo>
                    <a:cubicBezTo>
                      <a:pt x="68" y="18"/>
                      <a:pt x="68" y="18"/>
                      <a:pt x="68" y="18"/>
                    </a:cubicBezTo>
                    <a:cubicBezTo>
                      <a:pt x="68" y="11"/>
                      <a:pt x="67" y="4"/>
                      <a:pt x="67" y="0"/>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1" name="Freeform 430"/>
              <p:cNvSpPr>
                <a:spLocks/>
              </p:cNvSpPr>
              <p:nvPr/>
            </p:nvSpPr>
            <p:spPr bwMode="auto">
              <a:xfrm>
                <a:off x="3689" y="1161"/>
                <a:ext cx="128" cy="35"/>
              </a:xfrm>
              <a:custGeom>
                <a:avLst/>
                <a:gdLst>
                  <a:gd name="T0" fmla="*/ 66 w 67"/>
                  <a:gd name="T1" fmla="*/ 0 h 18"/>
                  <a:gd name="T2" fmla="*/ 0 w 67"/>
                  <a:gd name="T3" fmla="*/ 0 h 18"/>
                  <a:gd name="T4" fmla="*/ 4 w 67"/>
                  <a:gd name="T5" fmla="*/ 2 h 18"/>
                  <a:gd name="T6" fmla="*/ 15 w 67"/>
                  <a:gd name="T7" fmla="*/ 3 h 18"/>
                  <a:gd name="T8" fmla="*/ 20 w 67"/>
                  <a:gd name="T9" fmla="*/ 5 h 18"/>
                  <a:gd name="T10" fmla="*/ 22 w 67"/>
                  <a:gd name="T11" fmla="*/ 18 h 18"/>
                  <a:gd name="T12" fmla="*/ 67 w 67"/>
                  <a:gd name="T13" fmla="*/ 18 h 18"/>
                  <a:gd name="T14" fmla="*/ 66 w 6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18">
                    <a:moveTo>
                      <a:pt x="66" y="0"/>
                    </a:moveTo>
                    <a:cubicBezTo>
                      <a:pt x="0" y="0"/>
                      <a:pt x="0" y="0"/>
                      <a:pt x="0" y="0"/>
                    </a:cubicBezTo>
                    <a:cubicBezTo>
                      <a:pt x="1" y="1"/>
                      <a:pt x="2" y="2"/>
                      <a:pt x="4" y="2"/>
                    </a:cubicBezTo>
                    <a:cubicBezTo>
                      <a:pt x="9" y="2"/>
                      <a:pt x="12" y="1"/>
                      <a:pt x="15" y="3"/>
                    </a:cubicBezTo>
                    <a:cubicBezTo>
                      <a:pt x="18" y="4"/>
                      <a:pt x="20" y="5"/>
                      <a:pt x="20" y="5"/>
                    </a:cubicBezTo>
                    <a:cubicBezTo>
                      <a:pt x="20" y="5"/>
                      <a:pt x="21" y="12"/>
                      <a:pt x="22" y="18"/>
                    </a:cubicBezTo>
                    <a:cubicBezTo>
                      <a:pt x="67" y="18"/>
                      <a:pt x="67" y="18"/>
                      <a:pt x="67" y="18"/>
                    </a:cubicBezTo>
                    <a:cubicBezTo>
                      <a:pt x="67" y="11"/>
                      <a:pt x="66" y="4"/>
                      <a:pt x="66" y="0"/>
                    </a:cubicBezTo>
                    <a:close/>
                  </a:path>
                </a:pathLst>
              </a:custGeom>
              <a:solidFill>
                <a:srgbClr val="D7D5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2" name="Freeform 431"/>
              <p:cNvSpPr>
                <a:spLocks/>
              </p:cNvSpPr>
              <p:nvPr/>
            </p:nvSpPr>
            <p:spPr bwMode="auto">
              <a:xfrm>
                <a:off x="3693" y="1163"/>
                <a:ext cx="124" cy="35"/>
              </a:xfrm>
              <a:custGeom>
                <a:avLst/>
                <a:gdLst>
                  <a:gd name="T0" fmla="*/ 64 w 65"/>
                  <a:gd name="T1" fmla="*/ 0 h 18"/>
                  <a:gd name="T2" fmla="*/ 0 w 65"/>
                  <a:gd name="T3" fmla="*/ 0 h 18"/>
                  <a:gd name="T4" fmla="*/ 2 w 65"/>
                  <a:gd name="T5" fmla="*/ 1 h 18"/>
                  <a:gd name="T6" fmla="*/ 13 w 65"/>
                  <a:gd name="T7" fmla="*/ 2 h 18"/>
                  <a:gd name="T8" fmla="*/ 18 w 65"/>
                  <a:gd name="T9" fmla="*/ 4 h 18"/>
                  <a:gd name="T10" fmla="*/ 20 w 65"/>
                  <a:gd name="T11" fmla="*/ 18 h 18"/>
                  <a:gd name="T12" fmla="*/ 65 w 65"/>
                  <a:gd name="T13" fmla="*/ 18 h 18"/>
                  <a:gd name="T14" fmla="*/ 64 w 65"/>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8">
                    <a:moveTo>
                      <a:pt x="64" y="0"/>
                    </a:moveTo>
                    <a:cubicBezTo>
                      <a:pt x="0" y="0"/>
                      <a:pt x="0" y="0"/>
                      <a:pt x="0" y="0"/>
                    </a:cubicBezTo>
                    <a:cubicBezTo>
                      <a:pt x="0" y="0"/>
                      <a:pt x="1" y="1"/>
                      <a:pt x="2" y="1"/>
                    </a:cubicBezTo>
                    <a:cubicBezTo>
                      <a:pt x="7" y="1"/>
                      <a:pt x="10" y="0"/>
                      <a:pt x="13" y="2"/>
                    </a:cubicBezTo>
                    <a:cubicBezTo>
                      <a:pt x="16" y="3"/>
                      <a:pt x="18" y="4"/>
                      <a:pt x="18" y="4"/>
                    </a:cubicBezTo>
                    <a:cubicBezTo>
                      <a:pt x="18" y="4"/>
                      <a:pt x="19" y="11"/>
                      <a:pt x="20" y="18"/>
                    </a:cubicBezTo>
                    <a:cubicBezTo>
                      <a:pt x="65" y="18"/>
                      <a:pt x="65" y="18"/>
                      <a:pt x="65" y="18"/>
                    </a:cubicBezTo>
                    <a:cubicBezTo>
                      <a:pt x="65" y="11"/>
                      <a:pt x="64" y="5"/>
                      <a:pt x="64" y="0"/>
                    </a:cubicBezTo>
                    <a:close/>
                  </a:path>
                </a:pathLst>
              </a:custGeom>
              <a:solidFill>
                <a:srgbClr val="D8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3" name="Freeform 432"/>
              <p:cNvSpPr>
                <a:spLocks/>
              </p:cNvSpPr>
              <p:nvPr/>
            </p:nvSpPr>
            <p:spPr bwMode="auto">
              <a:xfrm>
                <a:off x="3718" y="1165"/>
                <a:ext cx="99" cy="37"/>
              </a:xfrm>
              <a:custGeom>
                <a:avLst/>
                <a:gdLst>
                  <a:gd name="T0" fmla="*/ 51 w 52"/>
                  <a:gd name="T1" fmla="*/ 0 h 19"/>
                  <a:gd name="T2" fmla="*/ 0 w 52"/>
                  <a:gd name="T3" fmla="*/ 0 h 19"/>
                  <a:gd name="T4" fmla="*/ 0 w 52"/>
                  <a:gd name="T5" fmla="*/ 1 h 19"/>
                  <a:gd name="T6" fmla="*/ 5 w 52"/>
                  <a:gd name="T7" fmla="*/ 3 h 19"/>
                  <a:gd name="T8" fmla="*/ 8 w 52"/>
                  <a:gd name="T9" fmla="*/ 19 h 19"/>
                  <a:gd name="T10" fmla="*/ 52 w 52"/>
                  <a:gd name="T11" fmla="*/ 19 h 19"/>
                  <a:gd name="T12" fmla="*/ 51 w 52"/>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52" h="19">
                    <a:moveTo>
                      <a:pt x="51" y="0"/>
                    </a:moveTo>
                    <a:cubicBezTo>
                      <a:pt x="0" y="0"/>
                      <a:pt x="0" y="0"/>
                      <a:pt x="0" y="0"/>
                    </a:cubicBezTo>
                    <a:cubicBezTo>
                      <a:pt x="0" y="0"/>
                      <a:pt x="0" y="1"/>
                      <a:pt x="0" y="1"/>
                    </a:cubicBezTo>
                    <a:cubicBezTo>
                      <a:pt x="3" y="2"/>
                      <a:pt x="5" y="3"/>
                      <a:pt x="5" y="3"/>
                    </a:cubicBezTo>
                    <a:cubicBezTo>
                      <a:pt x="5" y="3"/>
                      <a:pt x="6" y="11"/>
                      <a:pt x="8" y="19"/>
                    </a:cubicBezTo>
                    <a:cubicBezTo>
                      <a:pt x="52" y="19"/>
                      <a:pt x="52" y="19"/>
                      <a:pt x="52" y="19"/>
                    </a:cubicBezTo>
                    <a:cubicBezTo>
                      <a:pt x="52" y="12"/>
                      <a:pt x="51" y="5"/>
                      <a:pt x="51" y="0"/>
                    </a:cubicBezTo>
                    <a:close/>
                  </a:path>
                </a:pathLst>
              </a:custGeom>
              <a:solidFill>
                <a:srgbClr val="D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4" name="Freeform 433"/>
              <p:cNvSpPr>
                <a:spLocks/>
              </p:cNvSpPr>
              <p:nvPr/>
            </p:nvSpPr>
            <p:spPr bwMode="auto">
              <a:xfrm>
                <a:off x="3721" y="1169"/>
                <a:ext cx="96" cy="35"/>
              </a:xfrm>
              <a:custGeom>
                <a:avLst/>
                <a:gdLst>
                  <a:gd name="T0" fmla="*/ 49 w 50"/>
                  <a:gd name="T1" fmla="*/ 0 h 18"/>
                  <a:gd name="T2" fmla="*/ 0 w 50"/>
                  <a:gd name="T3" fmla="*/ 0 h 18"/>
                  <a:gd name="T4" fmla="*/ 3 w 50"/>
                  <a:gd name="T5" fmla="*/ 1 h 18"/>
                  <a:gd name="T6" fmla="*/ 6 w 50"/>
                  <a:gd name="T7" fmla="*/ 18 h 18"/>
                  <a:gd name="T8" fmla="*/ 50 w 50"/>
                  <a:gd name="T9" fmla="*/ 18 h 18"/>
                  <a:gd name="T10" fmla="*/ 49 w 50"/>
                  <a:gd name="T11" fmla="*/ 0 h 18"/>
                </a:gdLst>
                <a:ahLst/>
                <a:cxnLst>
                  <a:cxn ang="0">
                    <a:pos x="T0" y="T1"/>
                  </a:cxn>
                  <a:cxn ang="0">
                    <a:pos x="T2" y="T3"/>
                  </a:cxn>
                  <a:cxn ang="0">
                    <a:pos x="T4" y="T5"/>
                  </a:cxn>
                  <a:cxn ang="0">
                    <a:pos x="T6" y="T7"/>
                  </a:cxn>
                  <a:cxn ang="0">
                    <a:pos x="T8" y="T9"/>
                  </a:cxn>
                  <a:cxn ang="0">
                    <a:pos x="T10" y="T11"/>
                  </a:cxn>
                </a:cxnLst>
                <a:rect l="0" t="0" r="r" b="b"/>
                <a:pathLst>
                  <a:path w="50" h="18">
                    <a:moveTo>
                      <a:pt x="49" y="0"/>
                    </a:moveTo>
                    <a:cubicBezTo>
                      <a:pt x="0" y="0"/>
                      <a:pt x="0" y="0"/>
                      <a:pt x="0" y="0"/>
                    </a:cubicBezTo>
                    <a:cubicBezTo>
                      <a:pt x="2" y="1"/>
                      <a:pt x="3" y="1"/>
                      <a:pt x="3" y="1"/>
                    </a:cubicBezTo>
                    <a:cubicBezTo>
                      <a:pt x="3" y="1"/>
                      <a:pt x="4" y="10"/>
                      <a:pt x="6" y="18"/>
                    </a:cubicBezTo>
                    <a:cubicBezTo>
                      <a:pt x="50" y="18"/>
                      <a:pt x="50" y="18"/>
                      <a:pt x="50" y="18"/>
                    </a:cubicBezTo>
                    <a:cubicBezTo>
                      <a:pt x="50" y="11"/>
                      <a:pt x="49" y="5"/>
                      <a:pt x="49" y="0"/>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5" name="Freeform 434"/>
              <p:cNvSpPr>
                <a:spLocks/>
              </p:cNvSpPr>
              <p:nvPr/>
            </p:nvSpPr>
            <p:spPr bwMode="auto">
              <a:xfrm>
                <a:off x="3725" y="1171"/>
                <a:ext cx="92" cy="35"/>
              </a:xfrm>
              <a:custGeom>
                <a:avLst/>
                <a:gdLst>
                  <a:gd name="T0" fmla="*/ 47 w 48"/>
                  <a:gd name="T1" fmla="*/ 0 h 18"/>
                  <a:gd name="T2" fmla="*/ 0 w 48"/>
                  <a:gd name="T3" fmla="*/ 0 h 18"/>
                  <a:gd name="T4" fmla="*/ 1 w 48"/>
                  <a:gd name="T5" fmla="*/ 0 h 18"/>
                  <a:gd name="T6" fmla="*/ 4 w 48"/>
                  <a:gd name="T7" fmla="*/ 18 h 18"/>
                  <a:gd name="T8" fmla="*/ 48 w 48"/>
                  <a:gd name="T9" fmla="*/ 18 h 18"/>
                  <a:gd name="T10" fmla="*/ 47 w 48"/>
                  <a:gd name="T11" fmla="*/ 0 h 18"/>
                </a:gdLst>
                <a:ahLst/>
                <a:cxnLst>
                  <a:cxn ang="0">
                    <a:pos x="T0" y="T1"/>
                  </a:cxn>
                  <a:cxn ang="0">
                    <a:pos x="T2" y="T3"/>
                  </a:cxn>
                  <a:cxn ang="0">
                    <a:pos x="T4" y="T5"/>
                  </a:cxn>
                  <a:cxn ang="0">
                    <a:pos x="T6" y="T7"/>
                  </a:cxn>
                  <a:cxn ang="0">
                    <a:pos x="T8" y="T9"/>
                  </a:cxn>
                  <a:cxn ang="0">
                    <a:pos x="T10" y="T11"/>
                  </a:cxn>
                </a:cxnLst>
                <a:rect l="0" t="0" r="r" b="b"/>
                <a:pathLst>
                  <a:path w="48" h="18">
                    <a:moveTo>
                      <a:pt x="47" y="0"/>
                    </a:moveTo>
                    <a:cubicBezTo>
                      <a:pt x="0" y="0"/>
                      <a:pt x="0" y="0"/>
                      <a:pt x="0" y="0"/>
                    </a:cubicBezTo>
                    <a:cubicBezTo>
                      <a:pt x="1" y="0"/>
                      <a:pt x="1" y="0"/>
                      <a:pt x="1" y="0"/>
                    </a:cubicBezTo>
                    <a:cubicBezTo>
                      <a:pt x="1" y="0"/>
                      <a:pt x="2" y="10"/>
                      <a:pt x="4" y="18"/>
                    </a:cubicBezTo>
                    <a:cubicBezTo>
                      <a:pt x="48" y="18"/>
                      <a:pt x="48" y="18"/>
                      <a:pt x="48" y="18"/>
                    </a:cubicBezTo>
                    <a:cubicBezTo>
                      <a:pt x="48" y="12"/>
                      <a:pt x="48" y="5"/>
                      <a:pt x="47" y="0"/>
                    </a:cubicBezTo>
                    <a:close/>
                  </a:path>
                </a:pathLst>
              </a:custGeom>
              <a:solidFill>
                <a:srgbClr val="DB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6" name="Freeform 435"/>
              <p:cNvSpPr>
                <a:spLocks/>
              </p:cNvSpPr>
              <p:nvPr/>
            </p:nvSpPr>
            <p:spPr bwMode="auto">
              <a:xfrm>
                <a:off x="3727" y="1173"/>
                <a:ext cx="90" cy="34"/>
              </a:xfrm>
              <a:custGeom>
                <a:avLst/>
                <a:gdLst>
                  <a:gd name="T0" fmla="*/ 46 w 47"/>
                  <a:gd name="T1" fmla="*/ 0 h 18"/>
                  <a:gd name="T2" fmla="*/ 0 w 47"/>
                  <a:gd name="T3" fmla="*/ 0 h 18"/>
                  <a:gd name="T4" fmla="*/ 4 w 47"/>
                  <a:gd name="T5" fmla="*/ 18 h 18"/>
                  <a:gd name="T6" fmla="*/ 47 w 47"/>
                  <a:gd name="T7" fmla="*/ 18 h 18"/>
                  <a:gd name="T8" fmla="*/ 46 w 47"/>
                  <a:gd name="T9" fmla="*/ 0 h 18"/>
                </a:gdLst>
                <a:ahLst/>
                <a:cxnLst>
                  <a:cxn ang="0">
                    <a:pos x="T0" y="T1"/>
                  </a:cxn>
                  <a:cxn ang="0">
                    <a:pos x="T2" y="T3"/>
                  </a:cxn>
                  <a:cxn ang="0">
                    <a:pos x="T4" y="T5"/>
                  </a:cxn>
                  <a:cxn ang="0">
                    <a:pos x="T6" y="T7"/>
                  </a:cxn>
                  <a:cxn ang="0">
                    <a:pos x="T8" y="T9"/>
                  </a:cxn>
                </a:cxnLst>
                <a:rect l="0" t="0" r="r" b="b"/>
                <a:pathLst>
                  <a:path w="47" h="18">
                    <a:moveTo>
                      <a:pt x="46" y="0"/>
                    </a:moveTo>
                    <a:cubicBezTo>
                      <a:pt x="0" y="0"/>
                      <a:pt x="0" y="0"/>
                      <a:pt x="0" y="0"/>
                    </a:cubicBezTo>
                    <a:cubicBezTo>
                      <a:pt x="1" y="3"/>
                      <a:pt x="2" y="11"/>
                      <a:pt x="4" y="18"/>
                    </a:cubicBezTo>
                    <a:cubicBezTo>
                      <a:pt x="47" y="18"/>
                      <a:pt x="47" y="18"/>
                      <a:pt x="47" y="18"/>
                    </a:cubicBezTo>
                    <a:cubicBezTo>
                      <a:pt x="47" y="12"/>
                      <a:pt x="47" y="6"/>
                      <a:pt x="46" y="0"/>
                    </a:cubicBezTo>
                    <a:close/>
                  </a:path>
                </a:pathLst>
              </a:custGeom>
              <a:solidFill>
                <a:srgbClr val="DCD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7" name="Freeform 436"/>
              <p:cNvSpPr>
                <a:spLocks/>
              </p:cNvSpPr>
              <p:nvPr/>
            </p:nvSpPr>
            <p:spPr bwMode="auto">
              <a:xfrm>
                <a:off x="3729" y="1175"/>
                <a:ext cx="88" cy="36"/>
              </a:xfrm>
              <a:custGeom>
                <a:avLst/>
                <a:gdLst>
                  <a:gd name="T0" fmla="*/ 45 w 46"/>
                  <a:gd name="T1" fmla="*/ 0 h 19"/>
                  <a:gd name="T2" fmla="*/ 0 w 46"/>
                  <a:gd name="T3" fmla="*/ 0 h 19"/>
                  <a:gd name="T4" fmla="*/ 3 w 46"/>
                  <a:gd name="T5" fmla="*/ 19 h 19"/>
                  <a:gd name="T6" fmla="*/ 46 w 46"/>
                  <a:gd name="T7" fmla="*/ 19 h 19"/>
                  <a:gd name="T8" fmla="*/ 45 w 46"/>
                  <a:gd name="T9" fmla="*/ 0 h 19"/>
                </a:gdLst>
                <a:ahLst/>
                <a:cxnLst>
                  <a:cxn ang="0">
                    <a:pos x="T0" y="T1"/>
                  </a:cxn>
                  <a:cxn ang="0">
                    <a:pos x="T2" y="T3"/>
                  </a:cxn>
                  <a:cxn ang="0">
                    <a:pos x="T4" y="T5"/>
                  </a:cxn>
                  <a:cxn ang="0">
                    <a:pos x="T6" y="T7"/>
                  </a:cxn>
                  <a:cxn ang="0">
                    <a:pos x="T8" y="T9"/>
                  </a:cxn>
                </a:cxnLst>
                <a:rect l="0" t="0" r="r" b="b"/>
                <a:pathLst>
                  <a:path w="46" h="19">
                    <a:moveTo>
                      <a:pt x="45" y="0"/>
                    </a:moveTo>
                    <a:cubicBezTo>
                      <a:pt x="0" y="0"/>
                      <a:pt x="0" y="0"/>
                      <a:pt x="0" y="0"/>
                    </a:cubicBezTo>
                    <a:cubicBezTo>
                      <a:pt x="0" y="4"/>
                      <a:pt x="1" y="12"/>
                      <a:pt x="3" y="19"/>
                    </a:cubicBezTo>
                    <a:cubicBezTo>
                      <a:pt x="46" y="19"/>
                      <a:pt x="46" y="19"/>
                      <a:pt x="46" y="19"/>
                    </a:cubicBezTo>
                    <a:cubicBezTo>
                      <a:pt x="46" y="12"/>
                      <a:pt x="46" y="6"/>
                      <a:pt x="45"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8" name="Freeform 437"/>
              <p:cNvSpPr>
                <a:spLocks/>
              </p:cNvSpPr>
              <p:nvPr/>
            </p:nvSpPr>
            <p:spPr bwMode="auto">
              <a:xfrm>
                <a:off x="3729" y="1179"/>
                <a:ext cx="90" cy="34"/>
              </a:xfrm>
              <a:custGeom>
                <a:avLst/>
                <a:gdLst>
                  <a:gd name="T0" fmla="*/ 45 w 47"/>
                  <a:gd name="T1" fmla="*/ 0 h 18"/>
                  <a:gd name="T2" fmla="*/ 0 w 47"/>
                  <a:gd name="T3" fmla="*/ 0 h 18"/>
                  <a:gd name="T4" fmla="*/ 3 w 47"/>
                  <a:gd name="T5" fmla="*/ 18 h 18"/>
                  <a:gd name="T6" fmla="*/ 47 w 47"/>
                  <a:gd name="T7" fmla="*/ 18 h 18"/>
                  <a:gd name="T8" fmla="*/ 45 w 47"/>
                  <a:gd name="T9" fmla="*/ 0 h 18"/>
                </a:gdLst>
                <a:ahLst/>
                <a:cxnLst>
                  <a:cxn ang="0">
                    <a:pos x="T0" y="T1"/>
                  </a:cxn>
                  <a:cxn ang="0">
                    <a:pos x="T2" y="T3"/>
                  </a:cxn>
                  <a:cxn ang="0">
                    <a:pos x="T4" y="T5"/>
                  </a:cxn>
                  <a:cxn ang="0">
                    <a:pos x="T6" y="T7"/>
                  </a:cxn>
                  <a:cxn ang="0">
                    <a:pos x="T8" y="T9"/>
                  </a:cxn>
                </a:cxnLst>
                <a:rect l="0" t="0" r="r" b="b"/>
                <a:pathLst>
                  <a:path w="47" h="18">
                    <a:moveTo>
                      <a:pt x="45" y="0"/>
                    </a:moveTo>
                    <a:cubicBezTo>
                      <a:pt x="0" y="0"/>
                      <a:pt x="0" y="0"/>
                      <a:pt x="0" y="0"/>
                    </a:cubicBezTo>
                    <a:cubicBezTo>
                      <a:pt x="0" y="4"/>
                      <a:pt x="1" y="12"/>
                      <a:pt x="3" y="18"/>
                    </a:cubicBezTo>
                    <a:cubicBezTo>
                      <a:pt x="47" y="18"/>
                      <a:pt x="47" y="18"/>
                      <a:pt x="47" y="18"/>
                    </a:cubicBezTo>
                    <a:cubicBezTo>
                      <a:pt x="46" y="12"/>
                      <a:pt x="46" y="5"/>
                      <a:pt x="45"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9" name="Freeform 438"/>
              <p:cNvSpPr>
                <a:spLocks/>
              </p:cNvSpPr>
              <p:nvPr/>
            </p:nvSpPr>
            <p:spPr bwMode="auto">
              <a:xfrm>
                <a:off x="3729" y="1181"/>
                <a:ext cx="90" cy="34"/>
              </a:xfrm>
              <a:custGeom>
                <a:avLst/>
                <a:gdLst>
                  <a:gd name="T0" fmla="*/ 46 w 47"/>
                  <a:gd name="T1" fmla="*/ 0 h 18"/>
                  <a:gd name="T2" fmla="*/ 0 w 47"/>
                  <a:gd name="T3" fmla="*/ 0 h 18"/>
                  <a:gd name="T4" fmla="*/ 3 w 47"/>
                  <a:gd name="T5" fmla="*/ 18 h 18"/>
                  <a:gd name="T6" fmla="*/ 4 w 47"/>
                  <a:gd name="T7" fmla="*/ 18 h 18"/>
                  <a:gd name="T8" fmla="*/ 47 w 47"/>
                  <a:gd name="T9" fmla="*/ 18 h 18"/>
                  <a:gd name="T10" fmla="*/ 46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6" y="0"/>
                    </a:moveTo>
                    <a:cubicBezTo>
                      <a:pt x="0" y="0"/>
                      <a:pt x="0" y="0"/>
                      <a:pt x="0" y="0"/>
                    </a:cubicBezTo>
                    <a:cubicBezTo>
                      <a:pt x="1" y="5"/>
                      <a:pt x="2" y="12"/>
                      <a:pt x="3" y="18"/>
                    </a:cubicBezTo>
                    <a:cubicBezTo>
                      <a:pt x="4" y="18"/>
                      <a:pt x="4" y="18"/>
                      <a:pt x="4" y="18"/>
                    </a:cubicBezTo>
                    <a:cubicBezTo>
                      <a:pt x="47" y="18"/>
                      <a:pt x="47" y="18"/>
                      <a:pt x="47" y="18"/>
                    </a:cubicBezTo>
                    <a:cubicBezTo>
                      <a:pt x="46" y="12"/>
                      <a:pt x="46" y="6"/>
                      <a:pt x="46"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0" name="Freeform 439"/>
              <p:cNvSpPr>
                <a:spLocks/>
              </p:cNvSpPr>
              <p:nvPr/>
            </p:nvSpPr>
            <p:spPr bwMode="auto">
              <a:xfrm>
                <a:off x="3729" y="1183"/>
                <a:ext cx="90" cy="36"/>
              </a:xfrm>
              <a:custGeom>
                <a:avLst/>
                <a:gdLst>
                  <a:gd name="T0" fmla="*/ 46 w 47"/>
                  <a:gd name="T1" fmla="*/ 0 h 19"/>
                  <a:gd name="T2" fmla="*/ 0 w 47"/>
                  <a:gd name="T3" fmla="*/ 0 h 19"/>
                  <a:gd name="T4" fmla="*/ 3 w 47"/>
                  <a:gd name="T5" fmla="*/ 17 h 19"/>
                  <a:gd name="T6" fmla="*/ 4 w 47"/>
                  <a:gd name="T7" fmla="*/ 19 h 19"/>
                  <a:gd name="T8" fmla="*/ 47 w 47"/>
                  <a:gd name="T9" fmla="*/ 19 h 19"/>
                  <a:gd name="T10" fmla="*/ 46 w 47"/>
                  <a:gd name="T11" fmla="*/ 0 h 19"/>
                </a:gdLst>
                <a:ahLst/>
                <a:cxnLst>
                  <a:cxn ang="0">
                    <a:pos x="T0" y="T1"/>
                  </a:cxn>
                  <a:cxn ang="0">
                    <a:pos x="T2" y="T3"/>
                  </a:cxn>
                  <a:cxn ang="0">
                    <a:pos x="T4" y="T5"/>
                  </a:cxn>
                  <a:cxn ang="0">
                    <a:pos x="T6" y="T7"/>
                  </a:cxn>
                  <a:cxn ang="0">
                    <a:pos x="T8" y="T9"/>
                  </a:cxn>
                  <a:cxn ang="0">
                    <a:pos x="T10" y="T11"/>
                  </a:cxn>
                </a:cxnLst>
                <a:rect l="0" t="0" r="r" b="b"/>
                <a:pathLst>
                  <a:path w="47" h="19">
                    <a:moveTo>
                      <a:pt x="46" y="0"/>
                    </a:moveTo>
                    <a:cubicBezTo>
                      <a:pt x="0" y="0"/>
                      <a:pt x="0" y="0"/>
                      <a:pt x="0" y="0"/>
                    </a:cubicBezTo>
                    <a:cubicBezTo>
                      <a:pt x="1" y="5"/>
                      <a:pt x="2" y="12"/>
                      <a:pt x="3" y="17"/>
                    </a:cubicBezTo>
                    <a:cubicBezTo>
                      <a:pt x="4" y="19"/>
                      <a:pt x="4" y="19"/>
                      <a:pt x="4" y="19"/>
                    </a:cubicBezTo>
                    <a:cubicBezTo>
                      <a:pt x="47" y="19"/>
                      <a:pt x="47" y="19"/>
                      <a:pt x="47" y="19"/>
                    </a:cubicBezTo>
                    <a:cubicBezTo>
                      <a:pt x="46" y="12"/>
                      <a:pt x="46" y="6"/>
                      <a:pt x="46" y="0"/>
                    </a:cubicBezTo>
                    <a:close/>
                  </a:path>
                </a:pathLst>
              </a:custGeom>
              <a:solidFill>
                <a:srgbClr val="DFDE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1" name="Freeform 440"/>
              <p:cNvSpPr>
                <a:spLocks/>
              </p:cNvSpPr>
              <p:nvPr/>
            </p:nvSpPr>
            <p:spPr bwMode="auto">
              <a:xfrm>
                <a:off x="3729" y="1186"/>
                <a:ext cx="90" cy="35"/>
              </a:xfrm>
              <a:custGeom>
                <a:avLst/>
                <a:gdLst>
                  <a:gd name="T0" fmla="*/ 46 w 47"/>
                  <a:gd name="T1" fmla="*/ 0 h 18"/>
                  <a:gd name="T2" fmla="*/ 0 w 47"/>
                  <a:gd name="T3" fmla="*/ 0 h 18"/>
                  <a:gd name="T4" fmla="*/ 3 w 47"/>
                  <a:gd name="T5" fmla="*/ 15 h 18"/>
                  <a:gd name="T6" fmla="*/ 5 w 47"/>
                  <a:gd name="T7" fmla="*/ 18 h 18"/>
                  <a:gd name="T8" fmla="*/ 47 w 47"/>
                  <a:gd name="T9" fmla="*/ 18 h 18"/>
                  <a:gd name="T10" fmla="*/ 46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6" y="0"/>
                    </a:moveTo>
                    <a:cubicBezTo>
                      <a:pt x="0" y="0"/>
                      <a:pt x="0" y="0"/>
                      <a:pt x="0" y="0"/>
                    </a:cubicBezTo>
                    <a:cubicBezTo>
                      <a:pt x="1" y="4"/>
                      <a:pt x="2" y="10"/>
                      <a:pt x="3" y="15"/>
                    </a:cubicBezTo>
                    <a:cubicBezTo>
                      <a:pt x="4" y="16"/>
                      <a:pt x="4" y="17"/>
                      <a:pt x="5" y="18"/>
                    </a:cubicBezTo>
                    <a:cubicBezTo>
                      <a:pt x="47" y="18"/>
                      <a:pt x="47" y="18"/>
                      <a:pt x="47" y="18"/>
                    </a:cubicBezTo>
                    <a:cubicBezTo>
                      <a:pt x="46" y="12"/>
                      <a:pt x="46" y="5"/>
                      <a:pt x="46"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2" name="Freeform 441"/>
              <p:cNvSpPr>
                <a:spLocks/>
              </p:cNvSpPr>
              <p:nvPr/>
            </p:nvSpPr>
            <p:spPr bwMode="auto">
              <a:xfrm>
                <a:off x="3729" y="1188"/>
                <a:ext cx="90" cy="35"/>
              </a:xfrm>
              <a:custGeom>
                <a:avLst/>
                <a:gdLst>
                  <a:gd name="T0" fmla="*/ 46 w 47"/>
                  <a:gd name="T1" fmla="*/ 0 h 18"/>
                  <a:gd name="T2" fmla="*/ 0 w 47"/>
                  <a:gd name="T3" fmla="*/ 0 h 18"/>
                  <a:gd name="T4" fmla="*/ 3 w 47"/>
                  <a:gd name="T5" fmla="*/ 14 h 18"/>
                  <a:gd name="T6" fmla="*/ 5 w 47"/>
                  <a:gd name="T7" fmla="*/ 18 h 18"/>
                  <a:gd name="T8" fmla="*/ 47 w 47"/>
                  <a:gd name="T9" fmla="*/ 18 h 18"/>
                  <a:gd name="T10" fmla="*/ 46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6" y="0"/>
                    </a:moveTo>
                    <a:cubicBezTo>
                      <a:pt x="0" y="0"/>
                      <a:pt x="0" y="0"/>
                      <a:pt x="0" y="0"/>
                    </a:cubicBezTo>
                    <a:cubicBezTo>
                      <a:pt x="1" y="4"/>
                      <a:pt x="2" y="10"/>
                      <a:pt x="3" y="14"/>
                    </a:cubicBezTo>
                    <a:cubicBezTo>
                      <a:pt x="4" y="15"/>
                      <a:pt x="4" y="17"/>
                      <a:pt x="5" y="18"/>
                    </a:cubicBezTo>
                    <a:cubicBezTo>
                      <a:pt x="47" y="18"/>
                      <a:pt x="47" y="18"/>
                      <a:pt x="47" y="18"/>
                    </a:cubicBezTo>
                    <a:cubicBezTo>
                      <a:pt x="46" y="12"/>
                      <a:pt x="46" y="6"/>
                      <a:pt x="46"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3" name="Freeform 442"/>
              <p:cNvSpPr>
                <a:spLocks/>
              </p:cNvSpPr>
              <p:nvPr/>
            </p:nvSpPr>
            <p:spPr bwMode="auto">
              <a:xfrm>
                <a:off x="3731" y="1190"/>
                <a:ext cx="88" cy="35"/>
              </a:xfrm>
              <a:custGeom>
                <a:avLst/>
                <a:gdLst>
                  <a:gd name="T0" fmla="*/ 45 w 46"/>
                  <a:gd name="T1" fmla="*/ 0 h 18"/>
                  <a:gd name="T2" fmla="*/ 0 w 46"/>
                  <a:gd name="T3" fmla="*/ 0 h 18"/>
                  <a:gd name="T4" fmla="*/ 2 w 46"/>
                  <a:gd name="T5" fmla="*/ 13 h 18"/>
                  <a:gd name="T6" fmla="*/ 4 w 46"/>
                  <a:gd name="T7" fmla="*/ 18 h 18"/>
                  <a:gd name="T8" fmla="*/ 46 w 46"/>
                  <a:gd name="T9" fmla="*/ 18 h 18"/>
                  <a:gd name="T10" fmla="*/ 45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5" y="0"/>
                    </a:moveTo>
                    <a:cubicBezTo>
                      <a:pt x="0" y="0"/>
                      <a:pt x="0" y="0"/>
                      <a:pt x="0" y="0"/>
                    </a:cubicBezTo>
                    <a:cubicBezTo>
                      <a:pt x="0" y="4"/>
                      <a:pt x="1" y="9"/>
                      <a:pt x="2" y="13"/>
                    </a:cubicBezTo>
                    <a:cubicBezTo>
                      <a:pt x="3" y="15"/>
                      <a:pt x="4" y="17"/>
                      <a:pt x="4" y="18"/>
                    </a:cubicBezTo>
                    <a:cubicBezTo>
                      <a:pt x="46" y="18"/>
                      <a:pt x="46" y="18"/>
                      <a:pt x="46" y="18"/>
                    </a:cubicBezTo>
                    <a:cubicBezTo>
                      <a:pt x="46" y="12"/>
                      <a:pt x="45" y="6"/>
                      <a:pt x="45"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4" name="Freeform 443"/>
              <p:cNvSpPr>
                <a:spLocks/>
              </p:cNvSpPr>
              <p:nvPr/>
            </p:nvSpPr>
            <p:spPr bwMode="auto">
              <a:xfrm>
                <a:off x="3731" y="1192"/>
                <a:ext cx="88" cy="36"/>
              </a:xfrm>
              <a:custGeom>
                <a:avLst/>
                <a:gdLst>
                  <a:gd name="T0" fmla="*/ 45 w 46"/>
                  <a:gd name="T1" fmla="*/ 0 h 19"/>
                  <a:gd name="T2" fmla="*/ 0 w 46"/>
                  <a:gd name="T3" fmla="*/ 0 h 19"/>
                  <a:gd name="T4" fmla="*/ 2 w 46"/>
                  <a:gd name="T5" fmla="*/ 12 h 19"/>
                  <a:gd name="T6" fmla="*/ 5 w 46"/>
                  <a:gd name="T7" fmla="*/ 19 h 19"/>
                  <a:gd name="T8" fmla="*/ 46 w 46"/>
                  <a:gd name="T9" fmla="*/ 19 h 19"/>
                  <a:gd name="T10" fmla="*/ 45 w 46"/>
                  <a:gd name="T11" fmla="*/ 0 h 19"/>
                </a:gdLst>
                <a:ahLst/>
                <a:cxnLst>
                  <a:cxn ang="0">
                    <a:pos x="T0" y="T1"/>
                  </a:cxn>
                  <a:cxn ang="0">
                    <a:pos x="T2" y="T3"/>
                  </a:cxn>
                  <a:cxn ang="0">
                    <a:pos x="T4" y="T5"/>
                  </a:cxn>
                  <a:cxn ang="0">
                    <a:pos x="T6" y="T7"/>
                  </a:cxn>
                  <a:cxn ang="0">
                    <a:pos x="T8" y="T9"/>
                  </a:cxn>
                  <a:cxn ang="0">
                    <a:pos x="T10" y="T11"/>
                  </a:cxn>
                </a:cxnLst>
                <a:rect l="0" t="0" r="r" b="b"/>
                <a:pathLst>
                  <a:path w="46" h="19">
                    <a:moveTo>
                      <a:pt x="45" y="0"/>
                    </a:moveTo>
                    <a:cubicBezTo>
                      <a:pt x="0" y="0"/>
                      <a:pt x="0" y="0"/>
                      <a:pt x="0" y="0"/>
                    </a:cubicBezTo>
                    <a:cubicBezTo>
                      <a:pt x="1" y="4"/>
                      <a:pt x="1" y="8"/>
                      <a:pt x="2" y="12"/>
                    </a:cubicBezTo>
                    <a:cubicBezTo>
                      <a:pt x="3" y="14"/>
                      <a:pt x="4" y="17"/>
                      <a:pt x="5" y="19"/>
                    </a:cubicBezTo>
                    <a:cubicBezTo>
                      <a:pt x="46" y="19"/>
                      <a:pt x="46" y="19"/>
                      <a:pt x="46" y="19"/>
                    </a:cubicBezTo>
                    <a:cubicBezTo>
                      <a:pt x="46" y="13"/>
                      <a:pt x="45" y="6"/>
                      <a:pt x="45" y="0"/>
                    </a:cubicBezTo>
                    <a:close/>
                  </a:path>
                </a:pathLst>
              </a:custGeom>
              <a:solidFill>
                <a:srgbClr val="E3E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5" name="Freeform 444"/>
              <p:cNvSpPr>
                <a:spLocks/>
              </p:cNvSpPr>
              <p:nvPr/>
            </p:nvSpPr>
            <p:spPr bwMode="auto">
              <a:xfrm>
                <a:off x="3731" y="1196"/>
                <a:ext cx="88" cy="34"/>
              </a:xfrm>
              <a:custGeom>
                <a:avLst/>
                <a:gdLst>
                  <a:gd name="T0" fmla="*/ 45 w 46"/>
                  <a:gd name="T1" fmla="*/ 0 h 18"/>
                  <a:gd name="T2" fmla="*/ 0 w 46"/>
                  <a:gd name="T3" fmla="*/ 0 h 18"/>
                  <a:gd name="T4" fmla="*/ 2 w 46"/>
                  <a:gd name="T5" fmla="*/ 10 h 18"/>
                  <a:gd name="T6" fmla="*/ 5 w 46"/>
                  <a:gd name="T7" fmla="*/ 18 h 18"/>
                  <a:gd name="T8" fmla="*/ 46 w 46"/>
                  <a:gd name="T9" fmla="*/ 18 h 18"/>
                  <a:gd name="T10" fmla="*/ 45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5" y="0"/>
                    </a:moveTo>
                    <a:cubicBezTo>
                      <a:pt x="0" y="0"/>
                      <a:pt x="0" y="0"/>
                      <a:pt x="0" y="0"/>
                    </a:cubicBezTo>
                    <a:cubicBezTo>
                      <a:pt x="1" y="3"/>
                      <a:pt x="1" y="7"/>
                      <a:pt x="2" y="10"/>
                    </a:cubicBezTo>
                    <a:cubicBezTo>
                      <a:pt x="4" y="13"/>
                      <a:pt x="4" y="16"/>
                      <a:pt x="5" y="18"/>
                    </a:cubicBezTo>
                    <a:cubicBezTo>
                      <a:pt x="46" y="18"/>
                      <a:pt x="46" y="18"/>
                      <a:pt x="46" y="18"/>
                    </a:cubicBezTo>
                    <a:cubicBezTo>
                      <a:pt x="46" y="12"/>
                      <a:pt x="45" y="6"/>
                      <a:pt x="45" y="0"/>
                    </a:cubicBezTo>
                    <a:close/>
                  </a:path>
                </a:pathLst>
              </a:custGeom>
              <a:solidFill>
                <a:srgbClr val="E4E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6" name="Freeform 445"/>
              <p:cNvSpPr>
                <a:spLocks/>
              </p:cNvSpPr>
              <p:nvPr/>
            </p:nvSpPr>
            <p:spPr bwMode="auto">
              <a:xfrm>
                <a:off x="3731" y="1198"/>
                <a:ext cx="88" cy="34"/>
              </a:xfrm>
              <a:custGeom>
                <a:avLst/>
                <a:gdLst>
                  <a:gd name="T0" fmla="*/ 45 w 46"/>
                  <a:gd name="T1" fmla="*/ 0 h 18"/>
                  <a:gd name="T2" fmla="*/ 0 w 46"/>
                  <a:gd name="T3" fmla="*/ 0 h 18"/>
                  <a:gd name="T4" fmla="*/ 2 w 46"/>
                  <a:gd name="T5" fmla="*/ 9 h 18"/>
                  <a:gd name="T6" fmla="*/ 6 w 46"/>
                  <a:gd name="T7" fmla="*/ 18 h 18"/>
                  <a:gd name="T8" fmla="*/ 46 w 46"/>
                  <a:gd name="T9" fmla="*/ 18 h 18"/>
                  <a:gd name="T10" fmla="*/ 45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5" y="0"/>
                    </a:moveTo>
                    <a:cubicBezTo>
                      <a:pt x="0" y="0"/>
                      <a:pt x="0" y="0"/>
                      <a:pt x="0" y="0"/>
                    </a:cubicBezTo>
                    <a:cubicBezTo>
                      <a:pt x="1" y="3"/>
                      <a:pt x="2" y="6"/>
                      <a:pt x="2" y="9"/>
                    </a:cubicBezTo>
                    <a:cubicBezTo>
                      <a:pt x="4" y="12"/>
                      <a:pt x="5" y="16"/>
                      <a:pt x="6" y="18"/>
                    </a:cubicBezTo>
                    <a:cubicBezTo>
                      <a:pt x="46" y="18"/>
                      <a:pt x="46" y="18"/>
                      <a:pt x="46" y="18"/>
                    </a:cubicBezTo>
                    <a:cubicBezTo>
                      <a:pt x="46" y="13"/>
                      <a:pt x="45" y="6"/>
                      <a:pt x="45" y="0"/>
                    </a:cubicBezTo>
                    <a:close/>
                  </a:path>
                </a:pathLst>
              </a:custGeom>
              <a:solidFill>
                <a:srgbClr val="E4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7" name="Freeform 446"/>
              <p:cNvSpPr>
                <a:spLocks/>
              </p:cNvSpPr>
              <p:nvPr/>
            </p:nvSpPr>
            <p:spPr bwMode="auto">
              <a:xfrm>
                <a:off x="3733" y="1200"/>
                <a:ext cx="86" cy="36"/>
              </a:xfrm>
              <a:custGeom>
                <a:avLst/>
                <a:gdLst>
                  <a:gd name="T0" fmla="*/ 44 w 45"/>
                  <a:gd name="T1" fmla="*/ 0 h 19"/>
                  <a:gd name="T2" fmla="*/ 0 w 45"/>
                  <a:gd name="T3" fmla="*/ 0 h 19"/>
                  <a:gd name="T4" fmla="*/ 1 w 45"/>
                  <a:gd name="T5" fmla="*/ 8 h 19"/>
                  <a:gd name="T6" fmla="*/ 5 w 45"/>
                  <a:gd name="T7" fmla="*/ 19 h 19"/>
                  <a:gd name="T8" fmla="*/ 45 w 45"/>
                  <a:gd name="T9" fmla="*/ 19 h 19"/>
                  <a:gd name="T10" fmla="*/ 44 w 45"/>
                  <a:gd name="T11" fmla="*/ 0 h 19"/>
                </a:gdLst>
                <a:ahLst/>
                <a:cxnLst>
                  <a:cxn ang="0">
                    <a:pos x="T0" y="T1"/>
                  </a:cxn>
                  <a:cxn ang="0">
                    <a:pos x="T2" y="T3"/>
                  </a:cxn>
                  <a:cxn ang="0">
                    <a:pos x="T4" y="T5"/>
                  </a:cxn>
                  <a:cxn ang="0">
                    <a:pos x="T6" y="T7"/>
                  </a:cxn>
                  <a:cxn ang="0">
                    <a:pos x="T8" y="T9"/>
                  </a:cxn>
                  <a:cxn ang="0">
                    <a:pos x="T10" y="T11"/>
                  </a:cxn>
                </a:cxnLst>
                <a:rect l="0" t="0" r="r" b="b"/>
                <a:pathLst>
                  <a:path w="45" h="19">
                    <a:moveTo>
                      <a:pt x="44" y="0"/>
                    </a:moveTo>
                    <a:cubicBezTo>
                      <a:pt x="0" y="0"/>
                      <a:pt x="0" y="0"/>
                      <a:pt x="0" y="0"/>
                    </a:cubicBezTo>
                    <a:cubicBezTo>
                      <a:pt x="0" y="3"/>
                      <a:pt x="1" y="6"/>
                      <a:pt x="1" y="8"/>
                    </a:cubicBezTo>
                    <a:cubicBezTo>
                      <a:pt x="3" y="12"/>
                      <a:pt x="4" y="16"/>
                      <a:pt x="5" y="19"/>
                    </a:cubicBezTo>
                    <a:cubicBezTo>
                      <a:pt x="45" y="19"/>
                      <a:pt x="45" y="19"/>
                      <a:pt x="45" y="19"/>
                    </a:cubicBezTo>
                    <a:cubicBezTo>
                      <a:pt x="45" y="13"/>
                      <a:pt x="44" y="6"/>
                      <a:pt x="44"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8" name="Freeform 447"/>
              <p:cNvSpPr>
                <a:spLocks/>
              </p:cNvSpPr>
              <p:nvPr/>
            </p:nvSpPr>
            <p:spPr bwMode="auto">
              <a:xfrm>
                <a:off x="3733" y="1204"/>
                <a:ext cx="86" cy="34"/>
              </a:xfrm>
              <a:custGeom>
                <a:avLst/>
                <a:gdLst>
                  <a:gd name="T0" fmla="*/ 44 w 45"/>
                  <a:gd name="T1" fmla="*/ 0 h 18"/>
                  <a:gd name="T2" fmla="*/ 0 w 45"/>
                  <a:gd name="T3" fmla="*/ 0 h 18"/>
                  <a:gd name="T4" fmla="*/ 1 w 45"/>
                  <a:gd name="T5" fmla="*/ 6 h 18"/>
                  <a:gd name="T6" fmla="*/ 5 w 45"/>
                  <a:gd name="T7" fmla="*/ 18 h 18"/>
                  <a:gd name="T8" fmla="*/ 45 w 45"/>
                  <a:gd name="T9" fmla="*/ 18 h 18"/>
                  <a:gd name="T10" fmla="*/ 44 w 45"/>
                  <a:gd name="T11" fmla="*/ 0 h 18"/>
                </a:gdLst>
                <a:ahLst/>
                <a:cxnLst>
                  <a:cxn ang="0">
                    <a:pos x="T0" y="T1"/>
                  </a:cxn>
                  <a:cxn ang="0">
                    <a:pos x="T2" y="T3"/>
                  </a:cxn>
                  <a:cxn ang="0">
                    <a:pos x="T4" y="T5"/>
                  </a:cxn>
                  <a:cxn ang="0">
                    <a:pos x="T6" y="T7"/>
                  </a:cxn>
                  <a:cxn ang="0">
                    <a:pos x="T8" y="T9"/>
                  </a:cxn>
                  <a:cxn ang="0">
                    <a:pos x="T10" y="T11"/>
                  </a:cxn>
                </a:cxnLst>
                <a:rect l="0" t="0" r="r" b="b"/>
                <a:pathLst>
                  <a:path w="45" h="18">
                    <a:moveTo>
                      <a:pt x="44" y="0"/>
                    </a:moveTo>
                    <a:cubicBezTo>
                      <a:pt x="0" y="0"/>
                      <a:pt x="0" y="0"/>
                      <a:pt x="0" y="0"/>
                    </a:cubicBezTo>
                    <a:cubicBezTo>
                      <a:pt x="0" y="2"/>
                      <a:pt x="1" y="4"/>
                      <a:pt x="1" y="6"/>
                    </a:cubicBezTo>
                    <a:cubicBezTo>
                      <a:pt x="3" y="11"/>
                      <a:pt x="5" y="15"/>
                      <a:pt x="5" y="18"/>
                    </a:cubicBezTo>
                    <a:cubicBezTo>
                      <a:pt x="45" y="18"/>
                      <a:pt x="45" y="18"/>
                      <a:pt x="45" y="18"/>
                    </a:cubicBezTo>
                    <a:cubicBezTo>
                      <a:pt x="45" y="12"/>
                      <a:pt x="45" y="6"/>
                      <a:pt x="44"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9" name="Freeform 448"/>
              <p:cNvSpPr>
                <a:spLocks/>
              </p:cNvSpPr>
              <p:nvPr/>
            </p:nvSpPr>
            <p:spPr bwMode="auto">
              <a:xfrm>
                <a:off x="3733" y="1206"/>
                <a:ext cx="86" cy="34"/>
              </a:xfrm>
              <a:custGeom>
                <a:avLst/>
                <a:gdLst>
                  <a:gd name="T0" fmla="*/ 44 w 45"/>
                  <a:gd name="T1" fmla="*/ 0 h 18"/>
                  <a:gd name="T2" fmla="*/ 0 w 45"/>
                  <a:gd name="T3" fmla="*/ 0 h 18"/>
                  <a:gd name="T4" fmla="*/ 1 w 45"/>
                  <a:gd name="T5" fmla="*/ 5 h 18"/>
                  <a:gd name="T6" fmla="*/ 5 w 45"/>
                  <a:gd name="T7" fmla="*/ 18 h 18"/>
                  <a:gd name="T8" fmla="*/ 45 w 45"/>
                  <a:gd name="T9" fmla="*/ 18 h 18"/>
                  <a:gd name="T10" fmla="*/ 44 w 45"/>
                  <a:gd name="T11" fmla="*/ 0 h 18"/>
                </a:gdLst>
                <a:ahLst/>
                <a:cxnLst>
                  <a:cxn ang="0">
                    <a:pos x="T0" y="T1"/>
                  </a:cxn>
                  <a:cxn ang="0">
                    <a:pos x="T2" y="T3"/>
                  </a:cxn>
                  <a:cxn ang="0">
                    <a:pos x="T4" y="T5"/>
                  </a:cxn>
                  <a:cxn ang="0">
                    <a:pos x="T6" y="T7"/>
                  </a:cxn>
                  <a:cxn ang="0">
                    <a:pos x="T8" y="T9"/>
                  </a:cxn>
                  <a:cxn ang="0">
                    <a:pos x="T10" y="T11"/>
                  </a:cxn>
                </a:cxnLst>
                <a:rect l="0" t="0" r="r" b="b"/>
                <a:pathLst>
                  <a:path w="45" h="18">
                    <a:moveTo>
                      <a:pt x="44" y="0"/>
                    </a:moveTo>
                    <a:cubicBezTo>
                      <a:pt x="0" y="0"/>
                      <a:pt x="0" y="0"/>
                      <a:pt x="0" y="0"/>
                    </a:cubicBezTo>
                    <a:cubicBezTo>
                      <a:pt x="1" y="2"/>
                      <a:pt x="1" y="3"/>
                      <a:pt x="1" y="5"/>
                    </a:cubicBezTo>
                    <a:cubicBezTo>
                      <a:pt x="3" y="11"/>
                      <a:pt x="5" y="15"/>
                      <a:pt x="5" y="18"/>
                    </a:cubicBezTo>
                    <a:cubicBezTo>
                      <a:pt x="45" y="18"/>
                      <a:pt x="45" y="18"/>
                      <a:pt x="45" y="18"/>
                    </a:cubicBezTo>
                    <a:cubicBezTo>
                      <a:pt x="45" y="13"/>
                      <a:pt x="45" y="6"/>
                      <a:pt x="44"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0" name="Freeform 449"/>
              <p:cNvSpPr>
                <a:spLocks/>
              </p:cNvSpPr>
              <p:nvPr/>
            </p:nvSpPr>
            <p:spPr bwMode="auto">
              <a:xfrm>
                <a:off x="3733" y="1207"/>
                <a:ext cx="86" cy="35"/>
              </a:xfrm>
              <a:custGeom>
                <a:avLst/>
                <a:gdLst>
                  <a:gd name="T0" fmla="*/ 44 w 45"/>
                  <a:gd name="T1" fmla="*/ 0 h 18"/>
                  <a:gd name="T2" fmla="*/ 0 w 45"/>
                  <a:gd name="T3" fmla="*/ 0 h 18"/>
                  <a:gd name="T4" fmla="*/ 1 w 45"/>
                  <a:gd name="T5" fmla="*/ 4 h 18"/>
                  <a:gd name="T6" fmla="*/ 5 w 45"/>
                  <a:gd name="T7" fmla="*/ 18 h 18"/>
                  <a:gd name="T8" fmla="*/ 45 w 45"/>
                  <a:gd name="T9" fmla="*/ 18 h 18"/>
                  <a:gd name="T10" fmla="*/ 44 w 45"/>
                  <a:gd name="T11" fmla="*/ 0 h 18"/>
                </a:gdLst>
                <a:ahLst/>
                <a:cxnLst>
                  <a:cxn ang="0">
                    <a:pos x="T0" y="T1"/>
                  </a:cxn>
                  <a:cxn ang="0">
                    <a:pos x="T2" y="T3"/>
                  </a:cxn>
                  <a:cxn ang="0">
                    <a:pos x="T4" y="T5"/>
                  </a:cxn>
                  <a:cxn ang="0">
                    <a:pos x="T6" y="T7"/>
                  </a:cxn>
                  <a:cxn ang="0">
                    <a:pos x="T8" y="T9"/>
                  </a:cxn>
                  <a:cxn ang="0">
                    <a:pos x="T10" y="T11"/>
                  </a:cxn>
                </a:cxnLst>
                <a:rect l="0" t="0" r="r" b="b"/>
                <a:pathLst>
                  <a:path w="45" h="18">
                    <a:moveTo>
                      <a:pt x="44" y="0"/>
                    </a:moveTo>
                    <a:cubicBezTo>
                      <a:pt x="0" y="0"/>
                      <a:pt x="0" y="0"/>
                      <a:pt x="0" y="0"/>
                    </a:cubicBezTo>
                    <a:cubicBezTo>
                      <a:pt x="1" y="1"/>
                      <a:pt x="1" y="3"/>
                      <a:pt x="1" y="4"/>
                    </a:cubicBezTo>
                    <a:cubicBezTo>
                      <a:pt x="4" y="10"/>
                      <a:pt x="6" y="15"/>
                      <a:pt x="5" y="18"/>
                    </a:cubicBezTo>
                    <a:cubicBezTo>
                      <a:pt x="45" y="18"/>
                      <a:pt x="45" y="18"/>
                      <a:pt x="45" y="18"/>
                    </a:cubicBezTo>
                    <a:cubicBezTo>
                      <a:pt x="45" y="13"/>
                      <a:pt x="45" y="7"/>
                      <a:pt x="44"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1" name="Freeform 450"/>
              <p:cNvSpPr>
                <a:spLocks/>
              </p:cNvSpPr>
              <p:nvPr/>
            </p:nvSpPr>
            <p:spPr bwMode="auto">
              <a:xfrm>
                <a:off x="3735" y="1209"/>
                <a:ext cx="84" cy="37"/>
              </a:xfrm>
              <a:custGeom>
                <a:avLst/>
                <a:gdLst>
                  <a:gd name="T0" fmla="*/ 43 w 44"/>
                  <a:gd name="T1" fmla="*/ 0 h 19"/>
                  <a:gd name="T2" fmla="*/ 0 w 44"/>
                  <a:gd name="T3" fmla="*/ 0 h 19"/>
                  <a:gd name="T4" fmla="*/ 0 w 44"/>
                  <a:gd name="T5" fmla="*/ 3 h 19"/>
                  <a:gd name="T6" fmla="*/ 4 w 44"/>
                  <a:gd name="T7" fmla="*/ 19 h 19"/>
                  <a:gd name="T8" fmla="*/ 44 w 44"/>
                  <a:gd name="T9" fmla="*/ 19 h 19"/>
                  <a:gd name="T10" fmla="*/ 43 w 44"/>
                  <a:gd name="T11" fmla="*/ 0 h 19"/>
                </a:gdLst>
                <a:ahLst/>
                <a:cxnLst>
                  <a:cxn ang="0">
                    <a:pos x="T0" y="T1"/>
                  </a:cxn>
                  <a:cxn ang="0">
                    <a:pos x="T2" y="T3"/>
                  </a:cxn>
                  <a:cxn ang="0">
                    <a:pos x="T4" y="T5"/>
                  </a:cxn>
                  <a:cxn ang="0">
                    <a:pos x="T6" y="T7"/>
                  </a:cxn>
                  <a:cxn ang="0">
                    <a:pos x="T8" y="T9"/>
                  </a:cxn>
                  <a:cxn ang="0">
                    <a:pos x="T10" y="T11"/>
                  </a:cxn>
                </a:cxnLst>
                <a:rect l="0" t="0" r="r" b="b"/>
                <a:pathLst>
                  <a:path w="44" h="19">
                    <a:moveTo>
                      <a:pt x="43" y="0"/>
                    </a:moveTo>
                    <a:cubicBezTo>
                      <a:pt x="0" y="0"/>
                      <a:pt x="0" y="0"/>
                      <a:pt x="0" y="0"/>
                    </a:cubicBezTo>
                    <a:cubicBezTo>
                      <a:pt x="0" y="1"/>
                      <a:pt x="0" y="2"/>
                      <a:pt x="0" y="3"/>
                    </a:cubicBezTo>
                    <a:cubicBezTo>
                      <a:pt x="3" y="11"/>
                      <a:pt x="5" y="16"/>
                      <a:pt x="4" y="19"/>
                    </a:cubicBezTo>
                    <a:cubicBezTo>
                      <a:pt x="44" y="19"/>
                      <a:pt x="44" y="19"/>
                      <a:pt x="44" y="19"/>
                    </a:cubicBezTo>
                    <a:cubicBezTo>
                      <a:pt x="44" y="13"/>
                      <a:pt x="44" y="7"/>
                      <a:pt x="43" y="0"/>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2" name="Freeform 451"/>
              <p:cNvSpPr>
                <a:spLocks/>
              </p:cNvSpPr>
              <p:nvPr/>
            </p:nvSpPr>
            <p:spPr bwMode="auto">
              <a:xfrm>
                <a:off x="3735" y="1213"/>
                <a:ext cx="84" cy="35"/>
              </a:xfrm>
              <a:custGeom>
                <a:avLst/>
                <a:gdLst>
                  <a:gd name="T0" fmla="*/ 43 w 44"/>
                  <a:gd name="T1" fmla="*/ 0 h 18"/>
                  <a:gd name="T2" fmla="*/ 0 w 44"/>
                  <a:gd name="T3" fmla="*/ 0 h 18"/>
                  <a:gd name="T4" fmla="*/ 0 w 44"/>
                  <a:gd name="T5" fmla="*/ 1 h 18"/>
                  <a:gd name="T6" fmla="*/ 4 w 44"/>
                  <a:gd name="T7" fmla="*/ 17 h 18"/>
                  <a:gd name="T8" fmla="*/ 3 w 44"/>
                  <a:gd name="T9" fmla="*/ 18 h 18"/>
                  <a:gd name="T10" fmla="*/ 44 w 44"/>
                  <a:gd name="T11" fmla="*/ 18 h 18"/>
                  <a:gd name="T12" fmla="*/ 43 w 4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4" h="18">
                    <a:moveTo>
                      <a:pt x="43" y="0"/>
                    </a:moveTo>
                    <a:cubicBezTo>
                      <a:pt x="0" y="0"/>
                      <a:pt x="0" y="0"/>
                      <a:pt x="0" y="0"/>
                    </a:cubicBezTo>
                    <a:cubicBezTo>
                      <a:pt x="0" y="0"/>
                      <a:pt x="0" y="0"/>
                      <a:pt x="0" y="1"/>
                    </a:cubicBezTo>
                    <a:cubicBezTo>
                      <a:pt x="3" y="9"/>
                      <a:pt x="6" y="15"/>
                      <a:pt x="4" y="17"/>
                    </a:cubicBezTo>
                    <a:cubicBezTo>
                      <a:pt x="3" y="17"/>
                      <a:pt x="3" y="18"/>
                      <a:pt x="3" y="18"/>
                    </a:cubicBezTo>
                    <a:cubicBezTo>
                      <a:pt x="44" y="18"/>
                      <a:pt x="44" y="18"/>
                      <a:pt x="44" y="18"/>
                    </a:cubicBezTo>
                    <a:cubicBezTo>
                      <a:pt x="44" y="13"/>
                      <a:pt x="44" y="6"/>
                      <a:pt x="43" y="0"/>
                    </a:cubicBezTo>
                    <a:close/>
                  </a:path>
                </a:pathLst>
              </a:custGeom>
              <a:solidFill>
                <a:srgbClr val="EA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3" name="Freeform 452"/>
              <p:cNvSpPr>
                <a:spLocks/>
              </p:cNvSpPr>
              <p:nvPr/>
            </p:nvSpPr>
            <p:spPr bwMode="auto">
              <a:xfrm>
                <a:off x="3737" y="1215"/>
                <a:ext cx="84" cy="35"/>
              </a:xfrm>
              <a:custGeom>
                <a:avLst/>
                <a:gdLst>
                  <a:gd name="T0" fmla="*/ 43 w 44"/>
                  <a:gd name="T1" fmla="*/ 0 h 18"/>
                  <a:gd name="T2" fmla="*/ 0 w 44"/>
                  <a:gd name="T3" fmla="*/ 0 h 18"/>
                  <a:gd name="T4" fmla="*/ 3 w 44"/>
                  <a:gd name="T5" fmla="*/ 16 h 18"/>
                  <a:gd name="T6" fmla="*/ 2 w 44"/>
                  <a:gd name="T7" fmla="*/ 18 h 18"/>
                  <a:gd name="T8" fmla="*/ 44 w 44"/>
                  <a:gd name="T9" fmla="*/ 18 h 18"/>
                  <a:gd name="T10" fmla="*/ 43 w 44"/>
                  <a:gd name="T11" fmla="*/ 0 h 18"/>
                </a:gdLst>
                <a:ahLst/>
                <a:cxnLst>
                  <a:cxn ang="0">
                    <a:pos x="T0" y="T1"/>
                  </a:cxn>
                  <a:cxn ang="0">
                    <a:pos x="T2" y="T3"/>
                  </a:cxn>
                  <a:cxn ang="0">
                    <a:pos x="T4" y="T5"/>
                  </a:cxn>
                  <a:cxn ang="0">
                    <a:pos x="T6" y="T7"/>
                  </a:cxn>
                  <a:cxn ang="0">
                    <a:pos x="T8" y="T9"/>
                  </a:cxn>
                  <a:cxn ang="0">
                    <a:pos x="T10" y="T11"/>
                  </a:cxn>
                </a:cxnLst>
                <a:rect l="0" t="0" r="r" b="b"/>
                <a:pathLst>
                  <a:path w="44" h="18">
                    <a:moveTo>
                      <a:pt x="43" y="0"/>
                    </a:moveTo>
                    <a:cubicBezTo>
                      <a:pt x="0" y="0"/>
                      <a:pt x="0" y="0"/>
                      <a:pt x="0" y="0"/>
                    </a:cubicBezTo>
                    <a:cubicBezTo>
                      <a:pt x="2" y="8"/>
                      <a:pt x="5" y="14"/>
                      <a:pt x="3" y="16"/>
                    </a:cubicBezTo>
                    <a:cubicBezTo>
                      <a:pt x="2" y="17"/>
                      <a:pt x="2" y="17"/>
                      <a:pt x="2" y="18"/>
                    </a:cubicBezTo>
                    <a:cubicBezTo>
                      <a:pt x="44" y="18"/>
                      <a:pt x="44" y="18"/>
                      <a:pt x="44" y="18"/>
                    </a:cubicBezTo>
                    <a:cubicBezTo>
                      <a:pt x="43" y="13"/>
                      <a:pt x="43" y="7"/>
                      <a:pt x="43"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4" name="Freeform 453"/>
              <p:cNvSpPr>
                <a:spLocks/>
              </p:cNvSpPr>
              <p:nvPr/>
            </p:nvSpPr>
            <p:spPr bwMode="auto">
              <a:xfrm>
                <a:off x="3737" y="1217"/>
                <a:ext cx="84" cy="34"/>
              </a:xfrm>
              <a:custGeom>
                <a:avLst/>
                <a:gdLst>
                  <a:gd name="T0" fmla="*/ 43 w 44"/>
                  <a:gd name="T1" fmla="*/ 0 h 18"/>
                  <a:gd name="T2" fmla="*/ 0 w 44"/>
                  <a:gd name="T3" fmla="*/ 0 h 18"/>
                  <a:gd name="T4" fmla="*/ 3 w 44"/>
                  <a:gd name="T5" fmla="*/ 15 h 18"/>
                  <a:gd name="T6" fmla="*/ 1 w 44"/>
                  <a:gd name="T7" fmla="*/ 18 h 18"/>
                  <a:gd name="T8" fmla="*/ 44 w 44"/>
                  <a:gd name="T9" fmla="*/ 18 h 18"/>
                  <a:gd name="T10" fmla="*/ 43 w 44"/>
                  <a:gd name="T11" fmla="*/ 0 h 18"/>
                </a:gdLst>
                <a:ahLst/>
                <a:cxnLst>
                  <a:cxn ang="0">
                    <a:pos x="T0" y="T1"/>
                  </a:cxn>
                  <a:cxn ang="0">
                    <a:pos x="T2" y="T3"/>
                  </a:cxn>
                  <a:cxn ang="0">
                    <a:pos x="T4" y="T5"/>
                  </a:cxn>
                  <a:cxn ang="0">
                    <a:pos x="T6" y="T7"/>
                  </a:cxn>
                  <a:cxn ang="0">
                    <a:pos x="T8" y="T9"/>
                  </a:cxn>
                  <a:cxn ang="0">
                    <a:pos x="T10" y="T11"/>
                  </a:cxn>
                </a:cxnLst>
                <a:rect l="0" t="0" r="r" b="b"/>
                <a:pathLst>
                  <a:path w="44" h="18">
                    <a:moveTo>
                      <a:pt x="43" y="0"/>
                    </a:moveTo>
                    <a:cubicBezTo>
                      <a:pt x="0" y="0"/>
                      <a:pt x="0" y="0"/>
                      <a:pt x="0" y="0"/>
                    </a:cubicBezTo>
                    <a:cubicBezTo>
                      <a:pt x="3" y="8"/>
                      <a:pt x="4" y="13"/>
                      <a:pt x="3" y="15"/>
                    </a:cubicBezTo>
                    <a:cubicBezTo>
                      <a:pt x="2" y="16"/>
                      <a:pt x="2" y="17"/>
                      <a:pt x="1" y="18"/>
                    </a:cubicBezTo>
                    <a:cubicBezTo>
                      <a:pt x="44" y="18"/>
                      <a:pt x="44" y="18"/>
                      <a:pt x="44" y="18"/>
                    </a:cubicBezTo>
                    <a:cubicBezTo>
                      <a:pt x="43" y="14"/>
                      <a:pt x="43" y="7"/>
                      <a:pt x="43" y="0"/>
                    </a:cubicBez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5" name="Freeform 454"/>
              <p:cNvSpPr>
                <a:spLocks/>
              </p:cNvSpPr>
              <p:nvPr/>
            </p:nvSpPr>
            <p:spPr bwMode="auto">
              <a:xfrm>
                <a:off x="3737" y="1219"/>
                <a:ext cx="84" cy="36"/>
              </a:xfrm>
              <a:custGeom>
                <a:avLst/>
                <a:gdLst>
                  <a:gd name="T0" fmla="*/ 43 w 44"/>
                  <a:gd name="T1" fmla="*/ 0 h 19"/>
                  <a:gd name="T2" fmla="*/ 0 w 44"/>
                  <a:gd name="T3" fmla="*/ 0 h 19"/>
                  <a:gd name="T4" fmla="*/ 3 w 44"/>
                  <a:gd name="T5" fmla="*/ 14 h 19"/>
                  <a:gd name="T6" fmla="*/ 1 w 44"/>
                  <a:gd name="T7" fmla="*/ 19 h 19"/>
                  <a:gd name="T8" fmla="*/ 44 w 44"/>
                  <a:gd name="T9" fmla="*/ 19 h 19"/>
                  <a:gd name="T10" fmla="*/ 43 w 44"/>
                  <a:gd name="T11" fmla="*/ 0 h 19"/>
                </a:gdLst>
                <a:ahLst/>
                <a:cxnLst>
                  <a:cxn ang="0">
                    <a:pos x="T0" y="T1"/>
                  </a:cxn>
                  <a:cxn ang="0">
                    <a:pos x="T2" y="T3"/>
                  </a:cxn>
                  <a:cxn ang="0">
                    <a:pos x="T4" y="T5"/>
                  </a:cxn>
                  <a:cxn ang="0">
                    <a:pos x="T6" y="T7"/>
                  </a:cxn>
                  <a:cxn ang="0">
                    <a:pos x="T8" y="T9"/>
                  </a:cxn>
                  <a:cxn ang="0">
                    <a:pos x="T10" y="T11"/>
                  </a:cxn>
                </a:cxnLst>
                <a:rect l="0" t="0" r="r" b="b"/>
                <a:pathLst>
                  <a:path w="44" h="19">
                    <a:moveTo>
                      <a:pt x="43" y="0"/>
                    </a:moveTo>
                    <a:cubicBezTo>
                      <a:pt x="0" y="0"/>
                      <a:pt x="0" y="0"/>
                      <a:pt x="0" y="0"/>
                    </a:cubicBezTo>
                    <a:cubicBezTo>
                      <a:pt x="3" y="7"/>
                      <a:pt x="4" y="12"/>
                      <a:pt x="3" y="14"/>
                    </a:cubicBezTo>
                    <a:cubicBezTo>
                      <a:pt x="2" y="15"/>
                      <a:pt x="1" y="17"/>
                      <a:pt x="1" y="19"/>
                    </a:cubicBezTo>
                    <a:cubicBezTo>
                      <a:pt x="44" y="19"/>
                      <a:pt x="44" y="19"/>
                      <a:pt x="44" y="19"/>
                    </a:cubicBezTo>
                    <a:cubicBezTo>
                      <a:pt x="43" y="14"/>
                      <a:pt x="43" y="8"/>
                      <a:pt x="43" y="0"/>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6" name="Freeform 455"/>
              <p:cNvSpPr>
                <a:spLocks/>
              </p:cNvSpPr>
              <p:nvPr/>
            </p:nvSpPr>
            <p:spPr bwMode="auto">
              <a:xfrm>
                <a:off x="3737" y="1223"/>
                <a:ext cx="84" cy="34"/>
              </a:xfrm>
              <a:custGeom>
                <a:avLst/>
                <a:gdLst>
                  <a:gd name="T0" fmla="*/ 43 w 44"/>
                  <a:gd name="T1" fmla="*/ 0 h 18"/>
                  <a:gd name="T2" fmla="*/ 1 w 44"/>
                  <a:gd name="T3" fmla="*/ 0 h 18"/>
                  <a:gd name="T4" fmla="*/ 3 w 44"/>
                  <a:gd name="T5" fmla="*/ 12 h 18"/>
                  <a:gd name="T6" fmla="*/ 0 w 44"/>
                  <a:gd name="T7" fmla="*/ 18 h 18"/>
                  <a:gd name="T8" fmla="*/ 44 w 44"/>
                  <a:gd name="T9" fmla="*/ 18 h 18"/>
                  <a:gd name="T10" fmla="*/ 43 w 44"/>
                  <a:gd name="T11" fmla="*/ 0 h 18"/>
                </a:gdLst>
                <a:ahLst/>
                <a:cxnLst>
                  <a:cxn ang="0">
                    <a:pos x="T0" y="T1"/>
                  </a:cxn>
                  <a:cxn ang="0">
                    <a:pos x="T2" y="T3"/>
                  </a:cxn>
                  <a:cxn ang="0">
                    <a:pos x="T4" y="T5"/>
                  </a:cxn>
                  <a:cxn ang="0">
                    <a:pos x="T6" y="T7"/>
                  </a:cxn>
                  <a:cxn ang="0">
                    <a:pos x="T8" y="T9"/>
                  </a:cxn>
                  <a:cxn ang="0">
                    <a:pos x="T10" y="T11"/>
                  </a:cxn>
                </a:cxnLst>
                <a:rect l="0" t="0" r="r" b="b"/>
                <a:pathLst>
                  <a:path w="44" h="18">
                    <a:moveTo>
                      <a:pt x="43" y="0"/>
                    </a:moveTo>
                    <a:cubicBezTo>
                      <a:pt x="1" y="0"/>
                      <a:pt x="1" y="0"/>
                      <a:pt x="1" y="0"/>
                    </a:cubicBezTo>
                    <a:cubicBezTo>
                      <a:pt x="3" y="6"/>
                      <a:pt x="4" y="10"/>
                      <a:pt x="3" y="12"/>
                    </a:cubicBezTo>
                    <a:cubicBezTo>
                      <a:pt x="2" y="13"/>
                      <a:pt x="1" y="15"/>
                      <a:pt x="0" y="18"/>
                    </a:cubicBezTo>
                    <a:cubicBezTo>
                      <a:pt x="44" y="18"/>
                      <a:pt x="44" y="18"/>
                      <a:pt x="44" y="18"/>
                    </a:cubicBezTo>
                    <a:cubicBezTo>
                      <a:pt x="44" y="14"/>
                      <a:pt x="43" y="7"/>
                      <a:pt x="43"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7" name="Freeform 456"/>
              <p:cNvSpPr>
                <a:spLocks/>
              </p:cNvSpPr>
              <p:nvPr/>
            </p:nvSpPr>
            <p:spPr bwMode="auto">
              <a:xfrm>
                <a:off x="3737" y="1225"/>
                <a:ext cx="84" cy="34"/>
              </a:xfrm>
              <a:custGeom>
                <a:avLst/>
                <a:gdLst>
                  <a:gd name="T0" fmla="*/ 43 w 44"/>
                  <a:gd name="T1" fmla="*/ 0 h 18"/>
                  <a:gd name="T2" fmla="*/ 1 w 44"/>
                  <a:gd name="T3" fmla="*/ 0 h 18"/>
                  <a:gd name="T4" fmla="*/ 3 w 44"/>
                  <a:gd name="T5" fmla="*/ 11 h 18"/>
                  <a:gd name="T6" fmla="*/ 0 w 44"/>
                  <a:gd name="T7" fmla="*/ 18 h 18"/>
                  <a:gd name="T8" fmla="*/ 44 w 44"/>
                  <a:gd name="T9" fmla="*/ 18 h 18"/>
                  <a:gd name="T10" fmla="*/ 43 w 44"/>
                  <a:gd name="T11" fmla="*/ 0 h 18"/>
                </a:gdLst>
                <a:ahLst/>
                <a:cxnLst>
                  <a:cxn ang="0">
                    <a:pos x="T0" y="T1"/>
                  </a:cxn>
                  <a:cxn ang="0">
                    <a:pos x="T2" y="T3"/>
                  </a:cxn>
                  <a:cxn ang="0">
                    <a:pos x="T4" y="T5"/>
                  </a:cxn>
                  <a:cxn ang="0">
                    <a:pos x="T6" y="T7"/>
                  </a:cxn>
                  <a:cxn ang="0">
                    <a:pos x="T8" y="T9"/>
                  </a:cxn>
                  <a:cxn ang="0">
                    <a:pos x="T10" y="T11"/>
                  </a:cxn>
                </a:cxnLst>
                <a:rect l="0" t="0" r="r" b="b"/>
                <a:pathLst>
                  <a:path w="44" h="18">
                    <a:moveTo>
                      <a:pt x="43" y="0"/>
                    </a:moveTo>
                    <a:cubicBezTo>
                      <a:pt x="1" y="0"/>
                      <a:pt x="1" y="0"/>
                      <a:pt x="1" y="0"/>
                    </a:cubicBezTo>
                    <a:cubicBezTo>
                      <a:pt x="3" y="6"/>
                      <a:pt x="4" y="9"/>
                      <a:pt x="3" y="11"/>
                    </a:cubicBezTo>
                    <a:cubicBezTo>
                      <a:pt x="2" y="12"/>
                      <a:pt x="1" y="15"/>
                      <a:pt x="0" y="18"/>
                    </a:cubicBezTo>
                    <a:cubicBezTo>
                      <a:pt x="44" y="18"/>
                      <a:pt x="44" y="18"/>
                      <a:pt x="44" y="18"/>
                    </a:cubicBezTo>
                    <a:cubicBezTo>
                      <a:pt x="44" y="14"/>
                      <a:pt x="43" y="7"/>
                      <a:pt x="43"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8" name="Freeform 457"/>
              <p:cNvSpPr>
                <a:spLocks/>
              </p:cNvSpPr>
              <p:nvPr/>
            </p:nvSpPr>
            <p:spPr bwMode="auto">
              <a:xfrm>
                <a:off x="3737" y="1227"/>
                <a:ext cx="84" cy="36"/>
              </a:xfrm>
              <a:custGeom>
                <a:avLst/>
                <a:gdLst>
                  <a:gd name="T0" fmla="*/ 43 w 44"/>
                  <a:gd name="T1" fmla="*/ 0 h 19"/>
                  <a:gd name="T2" fmla="*/ 2 w 44"/>
                  <a:gd name="T3" fmla="*/ 0 h 19"/>
                  <a:gd name="T4" fmla="*/ 3 w 44"/>
                  <a:gd name="T5" fmla="*/ 10 h 19"/>
                  <a:gd name="T6" fmla="*/ 0 w 44"/>
                  <a:gd name="T7" fmla="*/ 19 h 19"/>
                  <a:gd name="T8" fmla="*/ 44 w 44"/>
                  <a:gd name="T9" fmla="*/ 19 h 19"/>
                  <a:gd name="T10" fmla="*/ 44 w 44"/>
                  <a:gd name="T11" fmla="*/ 18 h 19"/>
                  <a:gd name="T12" fmla="*/ 43 w 44"/>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4" h="19">
                    <a:moveTo>
                      <a:pt x="43" y="0"/>
                    </a:moveTo>
                    <a:cubicBezTo>
                      <a:pt x="2" y="0"/>
                      <a:pt x="2" y="0"/>
                      <a:pt x="2" y="0"/>
                    </a:cubicBezTo>
                    <a:cubicBezTo>
                      <a:pt x="3" y="5"/>
                      <a:pt x="4" y="8"/>
                      <a:pt x="3" y="10"/>
                    </a:cubicBezTo>
                    <a:cubicBezTo>
                      <a:pt x="2" y="11"/>
                      <a:pt x="1" y="15"/>
                      <a:pt x="0" y="19"/>
                    </a:cubicBezTo>
                    <a:cubicBezTo>
                      <a:pt x="44" y="19"/>
                      <a:pt x="44" y="19"/>
                      <a:pt x="44" y="19"/>
                    </a:cubicBezTo>
                    <a:cubicBezTo>
                      <a:pt x="44" y="18"/>
                      <a:pt x="44" y="18"/>
                      <a:pt x="44" y="18"/>
                    </a:cubicBezTo>
                    <a:cubicBezTo>
                      <a:pt x="44" y="14"/>
                      <a:pt x="43" y="8"/>
                      <a:pt x="43" y="0"/>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9" name="Freeform 458"/>
              <p:cNvSpPr>
                <a:spLocks/>
              </p:cNvSpPr>
              <p:nvPr/>
            </p:nvSpPr>
            <p:spPr bwMode="auto">
              <a:xfrm>
                <a:off x="3735" y="1230"/>
                <a:ext cx="86" cy="35"/>
              </a:xfrm>
              <a:custGeom>
                <a:avLst/>
                <a:gdLst>
                  <a:gd name="T0" fmla="*/ 44 w 45"/>
                  <a:gd name="T1" fmla="*/ 0 h 18"/>
                  <a:gd name="T2" fmla="*/ 3 w 45"/>
                  <a:gd name="T3" fmla="*/ 0 h 18"/>
                  <a:gd name="T4" fmla="*/ 4 w 45"/>
                  <a:gd name="T5" fmla="*/ 8 h 18"/>
                  <a:gd name="T6" fmla="*/ 0 w 45"/>
                  <a:gd name="T7" fmla="*/ 18 h 18"/>
                  <a:gd name="T8" fmla="*/ 45 w 45"/>
                  <a:gd name="T9" fmla="*/ 18 h 18"/>
                  <a:gd name="T10" fmla="*/ 45 w 45"/>
                  <a:gd name="T11" fmla="*/ 16 h 18"/>
                  <a:gd name="T12" fmla="*/ 44 w 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5" h="18">
                    <a:moveTo>
                      <a:pt x="44" y="0"/>
                    </a:moveTo>
                    <a:cubicBezTo>
                      <a:pt x="3" y="0"/>
                      <a:pt x="3" y="0"/>
                      <a:pt x="3" y="0"/>
                    </a:cubicBezTo>
                    <a:cubicBezTo>
                      <a:pt x="4" y="4"/>
                      <a:pt x="5" y="7"/>
                      <a:pt x="4" y="8"/>
                    </a:cubicBezTo>
                    <a:cubicBezTo>
                      <a:pt x="3" y="9"/>
                      <a:pt x="1" y="13"/>
                      <a:pt x="0" y="18"/>
                    </a:cubicBezTo>
                    <a:cubicBezTo>
                      <a:pt x="45" y="18"/>
                      <a:pt x="45" y="18"/>
                      <a:pt x="45" y="18"/>
                    </a:cubicBezTo>
                    <a:cubicBezTo>
                      <a:pt x="45" y="17"/>
                      <a:pt x="45" y="17"/>
                      <a:pt x="45" y="16"/>
                    </a:cubicBezTo>
                    <a:cubicBezTo>
                      <a:pt x="45" y="12"/>
                      <a:pt x="44" y="6"/>
                      <a:pt x="44" y="0"/>
                    </a:cubicBez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0" name="Freeform 459"/>
              <p:cNvSpPr>
                <a:spLocks/>
              </p:cNvSpPr>
              <p:nvPr/>
            </p:nvSpPr>
            <p:spPr bwMode="auto">
              <a:xfrm>
                <a:off x="3735" y="1232"/>
                <a:ext cx="86" cy="35"/>
              </a:xfrm>
              <a:custGeom>
                <a:avLst/>
                <a:gdLst>
                  <a:gd name="T0" fmla="*/ 44 w 45"/>
                  <a:gd name="T1" fmla="*/ 0 h 18"/>
                  <a:gd name="T2" fmla="*/ 3 w 45"/>
                  <a:gd name="T3" fmla="*/ 0 h 18"/>
                  <a:gd name="T4" fmla="*/ 4 w 45"/>
                  <a:gd name="T5" fmla="*/ 7 h 18"/>
                  <a:gd name="T6" fmla="*/ 0 w 45"/>
                  <a:gd name="T7" fmla="*/ 18 h 18"/>
                  <a:gd name="T8" fmla="*/ 45 w 45"/>
                  <a:gd name="T9" fmla="*/ 18 h 18"/>
                  <a:gd name="T10" fmla="*/ 45 w 45"/>
                  <a:gd name="T11" fmla="*/ 15 h 18"/>
                  <a:gd name="T12" fmla="*/ 44 w 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5" h="18">
                    <a:moveTo>
                      <a:pt x="44" y="0"/>
                    </a:moveTo>
                    <a:cubicBezTo>
                      <a:pt x="3" y="0"/>
                      <a:pt x="3" y="0"/>
                      <a:pt x="3" y="0"/>
                    </a:cubicBezTo>
                    <a:cubicBezTo>
                      <a:pt x="4" y="3"/>
                      <a:pt x="5" y="6"/>
                      <a:pt x="4" y="7"/>
                    </a:cubicBezTo>
                    <a:cubicBezTo>
                      <a:pt x="3" y="8"/>
                      <a:pt x="1" y="13"/>
                      <a:pt x="0" y="18"/>
                    </a:cubicBezTo>
                    <a:cubicBezTo>
                      <a:pt x="45" y="18"/>
                      <a:pt x="45" y="18"/>
                      <a:pt x="45" y="18"/>
                    </a:cubicBezTo>
                    <a:cubicBezTo>
                      <a:pt x="45" y="17"/>
                      <a:pt x="45" y="16"/>
                      <a:pt x="45" y="15"/>
                    </a:cubicBezTo>
                    <a:cubicBezTo>
                      <a:pt x="45" y="12"/>
                      <a:pt x="44" y="6"/>
                      <a:pt x="44" y="0"/>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1" name="Freeform 460"/>
              <p:cNvSpPr>
                <a:spLocks/>
              </p:cNvSpPr>
              <p:nvPr/>
            </p:nvSpPr>
            <p:spPr bwMode="auto">
              <a:xfrm>
                <a:off x="3735" y="1234"/>
                <a:ext cx="86" cy="35"/>
              </a:xfrm>
              <a:custGeom>
                <a:avLst/>
                <a:gdLst>
                  <a:gd name="T0" fmla="*/ 44 w 45"/>
                  <a:gd name="T1" fmla="*/ 0 h 18"/>
                  <a:gd name="T2" fmla="*/ 4 w 45"/>
                  <a:gd name="T3" fmla="*/ 0 h 18"/>
                  <a:gd name="T4" fmla="*/ 4 w 45"/>
                  <a:gd name="T5" fmla="*/ 6 h 18"/>
                  <a:gd name="T6" fmla="*/ 0 w 45"/>
                  <a:gd name="T7" fmla="*/ 18 h 18"/>
                  <a:gd name="T8" fmla="*/ 45 w 45"/>
                  <a:gd name="T9" fmla="*/ 18 h 18"/>
                  <a:gd name="T10" fmla="*/ 45 w 45"/>
                  <a:gd name="T11" fmla="*/ 14 h 18"/>
                  <a:gd name="T12" fmla="*/ 44 w 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5" h="18">
                    <a:moveTo>
                      <a:pt x="44" y="0"/>
                    </a:moveTo>
                    <a:cubicBezTo>
                      <a:pt x="4" y="0"/>
                      <a:pt x="4" y="0"/>
                      <a:pt x="4" y="0"/>
                    </a:cubicBezTo>
                    <a:cubicBezTo>
                      <a:pt x="4" y="3"/>
                      <a:pt x="5" y="5"/>
                      <a:pt x="4" y="6"/>
                    </a:cubicBezTo>
                    <a:cubicBezTo>
                      <a:pt x="3" y="8"/>
                      <a:pt x="1" y="13"/>
                      <a:pt x="0" y="18"/>
                    </a:cubicBezTo>
                    <a:cubicBezTo>
                      <a:pt x="45" y="18"/>
                      <a:pt x="45" y="18"/>
                      <a:pt x="45" y="18"/>
                    </a:cubicBezTo>
                    <a:cubicBezTo>
                      <a:pt x="45" y="17"/>
                      <a:pt x="45" y="15"/>
                      <a:pt x="45" y="14"/>
                    </a:cubicBezTo>
                    <a:cubicBezTo>
                      <a:pt x="45" y="11"/>
                      <a:pt x="44" y="6"/>
                      <a:pt x="44"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2" name="Freeform 461"/>
              <p:cNvSpPr>
                <a:spLocks/>
              </p:cNvSpPr>
              <p:nvPr/>
            </p:nvSpPr>
            <p:spPr bwMode="auto">
              <a:xfrm>
                <a:off x="3733" y="1236"/>
                <a:ext cx="88" cy="37"/>
              </a:xfrm>
              <a:custGeom>
                <a:avLst/>
                <a:gdLst>
                  <a:gd name="T0" fmla="*/ 45 w 46"/>
                  <a:gd name="T1" fmla="*/ 0 h 19"/>
                  <a:gd name="T2" fmla="*/ 5 w 46"/>
                  <a:gd name="T3" fmla="*/ 0 h 19"/>
                  <a:gd name="T4" fmla="*/ 5 w 46"/>
                  <a:gd name="T5" fmla="*/ 5 h 19"/>
                  <a:gd name="T6" fmla="*/ 0 w 46"/>
                  <a:gd name="T7" fmla="*/ 19 h 19"/>
                  <a:gd name="T8" fmla="*/ 45 w 46"/>
                  <a:gd name="T9" fmla="*/ 19 h 19"/>
                  <a:gd name="T10" fmla="*/ 46 w 46"/>
                  <a:gd name="T11" fmla="*/ 13 h 19"/>
                  <a:gd name="T12" fmla="*/ 45 w 46"/>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6" h="19">
                    <a:moveTo>
                      <a:pt x="45" y="0"/>
                    </a:moveTo>
                    <a:cubicBezTo>
                      <a:pt x="5" y="0"/>
                      <a:pt x="5" y="0"/>
                      <a:pt x="5" y="0"/>
                    </a:cubicBezTo>
                    <a:cubicBezTo>
                      <a:pt x="5" y="3"/>
                      <a:pt x="5" y="4"/>
                      <a:pt x="5" y="5"/>
                    </a:cubicBezTo>
                    <a:cubicBezTo>
                      <a:pt x="3" y="7"/>
                      <a:pt x="2" y="12"/>
                      <a:pt x="0" y="19"/>
                    </a:cubicBezTo>
                    <a:cubicBezTo>
                      <a:pt x="45" y="19"/>
                      <a:pt x="45" y="19"/>
                      <a:pt x="45" y="19"/>
                    </a:cubicBezTo>
                    <a:cubicBezTo>
                      <a:pt x="46" y="17"/>
                      <a:pt x="46" y="15"/>
                      <a:pt x="46" y="13"/>
                    </a:cubicBezTo>
                    <a:cubicBezTo>
                      <a:pt x="46" y="10"/>
                      <a:pt x="45" y="6"/>
                      <a:pt x="45" y="0"/>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3" name="Freeform 462"/>
              <p:cNvSpPr>
                <a:spLocks/>
              </p:cNvSpPr>
              <p:nvPr/>
            </p:nvSpPr>
            <p:spPr bwMode="auto">
              <a:xfrm>
                <a:off x="3733" y="1240"/>
                <a:ext cx="88" cy="34"/>
              </a:xfrm>
              <a:custGeom>
                <a:avLst/>
                <a:gdLst>
                  <a:gd name="T0" fmla="*/ 45 w 46"/>
                  <a:gd name="T1" fmla="*/ 0 h 18"/>
                  <a:gd name="T2" fmla="*/ 5 w 46"/>
                  <a:gd name="T3" fmla="*/ 0 h 18"/>
                  <a:gd name="T4" fmla="*/ 5 w 46"/>
                  <a:gd name="T5" fmla="*/ 3 h 18"/>
                  <a:gd name="T6" fmla="*/ 0 w 46"/>
                  <a:gd name="T7" fmla="*/ 18 h 18"/>
                  <a:gd name="T8" fmla="*/ 45 w 46"/>
                  <a:gd name="T9" fmla="*/ 18 h 18"/>
                  <a:gd name="T10" fmla="*/ 46 w 46"/>
                  <a:gd name="T11" fmla="*/ 11 h 18"/>
                  <a:gd name="T12" fmla="*/ 45 w 46"/>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6" h="18">
                    <a:moveTo>
                      <a:pt x="45" y="0"/>
                    </a:moveTo>
                    <a:cubicBezTo>
                      <a:pt x="5" y="0"/>
                      <a:pt x="5" y="0"/>
                      <a:pt x="5" y="0"/>
                    </a:cubicBezTo>
                    <a:cubicBezTo>
                      <a:pt x="5" y="1"/>
                      <a:pt x="5" y="2"/>
                      <a:pt x="5" y="3"/>
                    </a:cubicBezTo>
                    <a:cubicBezTo>
                      <a:pt x="3" y="5"/>
                      <a:pt x="1" y="11"/>
                      <a:pt x="0" y="18"/>
                    </a:cubicBezTo>
                    <a:cubicBezTo>
                      <a:pt x="45" y="18"/>
                      <a:pt x="45" y="18"/>
                      <a:pt x="45" y="18"/>
                    </a:cubicBezTo>
                    <a:cubicBezTo>
                      <a:pt x="46" y="15"/>
                      <a:pt x="46" y="13"/>
                      <a:pt x="46" y="11"/>
                    </a:cubicBezTo>
                    <a:cubicBezTo>
                      <a:pt x="46" y="8"/>
                      <a:pt x="45" y="4"/>
                      <a:pt x="45"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4" name="Freeform 463"/>
              <p:cNvSpPr>
                <a:spLocks/>
              </p:cNvSpPr>
              <p:nvPr/>
            </p:nvSpPr>
            <p:spPr bwMode="auto">
              <a:xfrm>
                <a:off x="3733" y="1242"/>
                <a:ext cx="88" cy="34"/>
              </a:xfrm>
              <a:custGeom>
                <a:avLst/>
                <a:gdLst>
                  <a:gd name="T0" fmla="*/ 45 w 46"/>
                  <a:gd name="T1" fmla="*/ 0 h 18"/>
                  <a:gd name="T2" fmla="*/ 5 w 46"/>
                  <a:gd name="T3" fmla="*/ 0 h 18"/>
                  <a:gd name="T4" fmla="*/ 5 w 46"/>
                  <a:gd name="T5" fmla="*/ 2 h 18"/>
                  <a:gd name="T6" fmla="*/ 0 w 46"/>
                  <a:gd name="T7" fmla="*/ 18 h 18"/>
                  <a:gd name="T8" fmla="*/ 45 w 46"/>
                  <a:gd name="T9" fmla="*/ 18 h 18"/>
                  <a:gd name="T10" fmla="*/ 46 w 46"/>
                  <a:gd name="T11" fmla="*/ 10 h 18"/>
                  <a:gd name="T12" fmla="*/ 45 w 46"/>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6" h="18">
                    <a:moveTo>
                      <a:pt x="45" y="0"/>
                    </a:moveTo>
                    <a:cubicBezTo>
                      <a:pt x="5" y="0"/>
                      <a:pt x="5" y="0"/>
                      <a:pt x="5" y="0"/>
                    </a:cubicBezTo>
                    <a:cubicBezTo>
                      <a:pt x="5" y="1"/>
                      <a:pt x="5" y="2"/>
                      <a:pt x="5" y="2"/>
                    </a:cubicBezTo>
                    <a:cubicBezTo>
                      <a:pt x="3" y="4"/>
                      <a:pt x="1" y="11"/>
                      <a:pt x="0" y="18"/>
                    </a:cubicBezTo>
                    <a:cubicBezTo>
                      <a:pt x="45" y="18"/>
                      <a:pt x="45" y="18"/>
                      <a:pt x="45" y="18"/>
                    </a:cubicBezTo>
                    <a:cubicBezTo>
                      <a:pt x="46" y="15"/>
                      <a:pt x="46" y="12"/>
                      <a:pt x="46" y="10"/>
                    </a:cubicBezTo>
                    <a:cubicBezTo>
                      <a:pt x="46" y="8"/>
                      <a:pt x="46" y="4"/>
                      <a:pt x="45"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5" name="Freeform 464"/>
              <p:cNvSpPr>
                <a:spLocks/>
              </p:cNvSpPr>
              <p:nvPr/>
            </p:nvSpPr>
            <p:spPr bwMode="auto">
              <a:xfrm>
                <a:off x="3733" y="1244"/>
                <a:ext cx="88" cy="36"/>
              </a:xfrm>
              <a:custGeom>
                <a:avLst/>
                <a:gdLst>
                  <a:gd name="T0" fmla="*/ 45 w 46"/>
                  <a:gd name="T1" fmla="*/ 0 h 19"/>
                  <a:gd name="T2" fmla="*/ 5 w 46"/>
                  <a:gd name="T3" fmla="*/ 0 h 19"/>
                  <a:gd name="T4" fmla="*/ 5 w 46"/>
                  <a:gd name="T5" fmla="*/ 1 h 19"/>
                  <a:gd name="T6" fmla="*/ 0 w 46"/>
                  <a:gd name="T7" fmla="*/ 19 h 19"/>
                  <a:gd name="T8" fmla="*/ 45 w 46"/>
                  <a:gd name="T9" fmla="*/ 19 h 19"/>
                  <a:gd name="T10" fmla="*/ 46 w 46"/>
                  <a:gd name="T11" fmla="*/ 9 h 19"/>
                  <a:gd name="T12" fmla="*/ 45 w 46"/>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6" h="19">
                    <a:moveTo>
                      <a:pt x="45" y="0"/>
                    </a:moveTo>
                    <a:cubicBezTo>
                      <a:pt x="5" y="0"/>
                      <a:pt x="5" y="0"/>
                      <a:pt x="5" y="0"/>
                    </a:cubicBezTo>
                    <a:cubicBezTo>
                      <a:pt x="5" y="1"/>
                      <a:pt x="5" y="1"/>
                      <a:pt x="5" y="1"/>
                    </a:cubicBezTo>
                    <a:cubicBezTo>
                      <a:pt x="3" y="3"/>
                      <a:pt x="1" y="11"/>
                      <a:pt x="0" y="19"/>
                    </a:cubicBezTo>
                    <a:cubicBezTo>
                      <a:pt x="45" y="19"/>
                      <a:pt x="45" y="19"/>
                      <a:pt x="45" y="19"/>
                    </a:cubicBezTo>
                    <a:cubicBezTo>
                      <a:pt x="46" y="15"/>
                      <a:pt x="46" y="12"/>
                      <a:pt x="46" y="9"/>
                    </a:cubicBezTo>
                    <a:cubicBezTo>
                      <a:pt x="46" y="7"/>
                      <a:pt x="46" y="4"/>
                      <a:pt x="45"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6" name="Freeform 465"/>
              <p:cNvSpPr>
                <a:spLocks/>
              </p:cNvSpPr>
              <p:nvPr/>
            </p:nvSpPr>
            <p:spPr bwMode="auto">
              <a:xfrm>
                <a:off x="3731" y="1248"/>
                <a:ext cx="90" cy="34"/>
              </a:xfrm>
              <a:custGeom>
                <a:avLst/>
                <a:gdLst>
                  <a:gd name="T0" fmla="*/ 46 w 47"/>
                  <a:gd name="T1" fmla="*/ 0 h 18"/>
                  <a:gd name="T2" fmla="*/ 5 w 47"/>
                  <a:gd name="T3" fmla="*/ 0 h 18"/>
                  <a:gd name="T4" fmla="*/ 0 w 47"/>
                  <a:gd name="T5" fmla="*/ 18 h 18"/>
                  <a:gd name="T6" fmla="*/ 46 w 47"/>
                  <a:gd name="T7" fmla="*/ 18 h 18"/>
                  <a:gd name="T8" fmla="*/ 47 w 47"/>
                  <a:gd name="T9" fmla="*/ 7 h 18"/>
                  <a:gd name="T10" fmla="*/ 46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6" y="0"/>
                    </a:moveTo>
                    <a:cubicBezTo>
                      <a:pt x="5" y="0"/>
                      <a:pt x="5" y="0"/>
                      <a:pt x="5" y="0"/>
                    </a:cubicBezTo>
                    <a:cubicBezTo>
                      <a:pt x="4" y="2"/>
                      <a:pt x="2" y="10"/>
                      <a:pt x="0" y="18"/>
                    </a:cubicBezTo>
                    <a:cubicBezTo>
                      <a:pt x="46" y="18"/>
                      <a:pt x="46" y="18"/>
                      <a:pt x="46" y="18"/>
                    </a:cubicBezTo>
                    <a:cubicBezTo>
                      <a:pt x="46" y="14"/>
                      <a:pt x="47" y="10"/>
                      <a:pt x="47" y="7"/>
                    </a:cubicBezTo>
                    <a:cubicBezTo>
                      <a:pt x="47" y="5"/>
                      <a:pt x="47" y="3"/>
                      <a:pt x="46"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7" name="Freeform 466"/>
              <p:cNvSpPr>
                <a:spLocks/>
              </p:cNvSpPr>
              <p:nvPr/>
            </p:nvSpPr>
            <p:spPr bwMode="auto">
              <a:xfrm>
                <a:off x="3731" y="1250"/>
                <a:ext cx="90" cy="34"/>
              </a:xfrm>
              <a:custGeom>
                <a:avLst/>
                <a:gdLst>
                  <a:gd name="T0" fmla="*/ 46 w 47"/>
                  <a:gd name="T1" fmla="*/ 0 h 18"/>
                  <a:gd name="T2" fmla="*/ 5 w 47"/>
                  <a:gd name="T3" fmla="*/ 0 h 18"/>
                  <a:gd name="T4" fmla="*/ 0 w 47"/>
                  <a:gd name="T5" fmla="*/ 18 h 18"/>
                  <a:gd name="T6" fmla="*/ 46 w 47"/>
                  <a:gd name="T7" fmla="*/ 18 h 18"/>
                  <a:gd name="T8" fmla="*/ 47 w 47"/>
                  <a:gd name="T9" fmla="*/ 6 h 18"/>
                  <a:gd name="T10" fmla="*/ 46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6" y="0"/>
                    </a:moveTo>
                    <a:cubicBezTo>
                      <a:pt x="5" y="0"/>
                      <a:pt x="5" y="0"/>
                      <a:pt x="5" y="0"/>
                    </a:cubicBezTo>
                    <a:cubicBezTo>
                      <a:pt x="3" y="3"/>
                      <a:pt x="1" y="11"/>
                      <a:pt x="0" y="18"/>
                    </a:cubicBezTo>
                    <a:cubicBezTo>
                      <a:pt x="46" y="18"/>
                      <a:pt x="46" y="18"/>
                      <a:pt x="46" y="18"/>
                    </a:cubicBezTo>
                    <a:cubicBezTo>
                      <a:pt x="46" y="14"/>
                      <a:pt x="47" y="9"/>
                      <a:pt x="47" y="6"/>
                    </a:cubicBezTo>
                    <a:cubicBezTo>
                      <a:pt x="47" y="4"/>
                      <a:pt x="47" y="2"/>
                      <a:pt x="46" y="0"/>
                    </a:cubicBez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8" name="Freeform 467"/>
              <p:cNvSpPr>
                <a:spLocks/>
              </p:cNvSpPr>
              <p:nvPr/>
            </p:nvSpPr>
            <p:spPr bwMode="auto">
              <a:xfrm>
                <a:off x="3731" y="1251"/>
                <a:ext cx="90" cy="35"/>
              </a:xfrm>
              <a:custGeom>
                <a:avLst/>
                <a:gdLst>
                  <a:gd name="T0" fmla="*/ 47 w 47"/>
                  <a:gd name="T1" fmla="*/ 0 h 18"/>
                  <a:gd name="T2" fmla="*/ 4 w 47"/>
                  <a:gd name="T3" fmla="*/ 0 h 18"/>
                  <a:gd name="T4" fmla="*/ 0 w 47"/>
                  <a:gd name="T5" fmla="*/ 18 h 18"/>
                  <a:gd name="T6" fmla="*/ 46 w 47"/>
                  <a:gd name="T7" fmla="*/ 18 h 18"/>
                  <a:gd name="T8" fmla="*/ 47 w 47"/>
                  <a:gd name="T9" fmla="*/ 5 h 18"/>
                  <a:gd name="T10" fmla="*/ 47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7" y="0"/>
                    </a:moveTo>
                    <a:cubicBezTo>
                      <a:pt x="4" y="0"/>
                      <a:pt x="4" y="0"/>
                      <a:pt x="4" y="0"/>
                    </a:cubicBezTo>
                    <a:cubicBezTo>
                      <a:pt x="3" y="4"/>
                      <a:pt x="1" y="12"/>
                      <a:pt x="0" y="18"/>
                    </a:cubicBezTo>
                    <a:cubicBezTo>
                      <a:pt x="46" y="18"/>
                      <a:pt x="46" y="18"/>
                      <a:pt x="46" y="18"/>
                    </a:cubicBezTo>
                    <a:cubicBezTo>
                      <a:pt x="46" y="13"/>
                      <a:pt x="47" y="9"/>
                      <a:pt x="47" y="5"/>
                    </a:cubicBezTo>
                    <a:cubicBezTo>
                      <a:pt x="47" y="4"/>
                      <a:pt x="47" y="2"/>
                      <a:pt x="47"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9" name="Freeform 468"/>
              <p:cNvSpPr>
                <a:spLocks/>
              </p:cNvSpPr>
              <p:nvPr/>
            </p:nvSpPr>
            <p:spPr bwMode="auto">
              <a:xfrm>
                <a:off x="3731" y="1253"/>
                <a:ext cx="90" cy="37"/>
              </a:xfrm>
              <a:custGeom>
                <a:avLst/>
                <a:gdLst>
                  <a:gd name="T0" fmla="*/ 47 w 47"/>
                  <a:gd name="T1" fmla="*/ 0 h 19"/>
                  <a:gd name="T2" fmla="*/ 4 w 47"/>
                  <a:gd name="T3" fmla="*/ 0 h 19"/>
                  <a:gd name="T4" fmla="*/ 0 w 47"/>
                  <a:gd name="T5" fmla="*/ 19 h 19"/>
                  <a:gd name="T6" fmla="*/ 45 w 47"/>
                  <a:gd name="T7" fmla="*/ 19 h 19"/>
                  <a:gd name="T8" fmla="*/ 47 w 47"/>
                  <a:gd name="T9" fmla="*/ 4 h 19"/>
                  <a:gd name="T10" fmla="*/ 47 w 47"/>
                  <a:gd name="T11" fmla="*/ 0 h 19"/>
                </a:gdLst>
                <a:ahLst/>
                <a:cxnLst>
                  <a:cxn ang="0">
                    <a:pos x="T0" y="T1"/>
                  </a:cxn>
                  <a:cxn ang="0">
                    <a:pos x="T2" y="T3"/>
                  </a:cxn>
                  <a:cxn ang="0">
                    <a:pos x="T4" y="T5"/>
                  </a:cxn>
                  <a:cxn ang="0">
                    <a:pos x="T6" y="T7"/>
                  </a:cxn>
                  <a:cxn ang="0">
                    <a:pos x="T8" y="T9"/>
                  </a:cxn>
                  <a:cxn ang="0">
                    <a:pos x="T10" y="T11"/>
                  </a:cxn>
                </a:cxnLst>
                <a:rect l="0" t="0" r="r" b="b"/>
                <a:pathLst>
                  <a:path w="47" h="19">
                    <a:moveTo>
                      <a:pt x="47" y="0"/>
                    </a:moveTo>
                    <a:cubicBezTo>
                      <a:pt x="4" y="0"/>
                      <a:pt x="4" y="0"/>
                      <a:pt x="4" y="0"/>
                    </a:cubicBezTo>
                    <a:cubicBezTo>
                      <a:pt x="2" y="5"/>
                      <a:pt x="1" y="12"/>
                      <a:pt x="0" y="19"/>
                    </a:cubicBezTo>
                    <a:cubicBezTo>
                      <a:pt x="45" y="19"/>
                      <a:pt x="45" y="19"/>
                      <a:pt x="45" y="19"/>
                    </a:cubicBezTo>
                    <a:cubicBezTo>
                      <a:pt x="46" y="13"/>
                      <a:pt x="47" y="8"/>
                      <a:pt x="47" y="4"/>
                    </a:cubicBezTo>
                    <a:cubicBezTo>
                      <a:pt x="47" y="3"/>
                      <a:pt x="47" y="2"/>
                      <a:pt x="47" y="0"/>
                    </a:cubicBezTo>
                    <a:close/>
                  </a:path>
                </a:pathLst>
              </a:custGeom>
              <a:solidFill>
                <a:srgbClr val="F8F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0" name="Freeform 469"/>
              <p:cNvSpPr>
                <a:spLocks/>
              </p:cNvSpPr>
              <p:nvPr/>
            </p:nvSpPr>
            <p:spPr bwMode="auto">
              <a:xfrm>
                <a:off x="3731" y="1257"/>
                <a:ext cx="90" cy="35"/>
              </a:xfrm>
              <a:custGeom>
                <a:avLst/>
                <a:gdLst>
                  <a:gd name="T0" fmla="*/ 47 w 47"/>
                  <a:gd name="T1" fmla="*/ 0 h 18"/>
                  <a:gd name="T2" fmla="*/ 3 w 47"/>
                  <a:gd name="T3" fmla="*/ 0 h 18"/>
                  <a:gd name="T4" fmla="*/ 0 w 47"/>
                  <a:gd name="T5" fmla="*/ 18 h 18"/>
                  <a:gd name="T6" fmla="*/ 45 w 47"/>
                  <a:gd name="T7" fmla="*/ 18 h 18"/>
                  <a:gd name="T8" fmla="*/ 47 w 47"/>
                  <a:gd name="T9" fmla="*/ 2 h 18"/>
                  <a:gd name="T10" fmla="*/ 47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7" y="0"/>
                    </a:moveTo>
                    <a:cubicBezTo>
                      <a:pt x="3" y="0"/>
                      <a:pt x="3" y="0"/>
                      <a:pt x="3" y="0"/>
                    </a:cubicBezTo>
                    <a:cubicBezTo>
                      <a:pt x="2" y="5"/>
                      <a:pt x="0" y="12"/>
                      <a:pt x="0" y="18"/>
                    </a:cubicBezTo>
                    <a:cubicBezTo>
                      <a:pt x="45" y="18"/>
                      <a:pt x="45" y="18"/>
                      <a:pt x="45" y="18"/>
                    </a:cubicBezTo>
                    <a:cubicBezTo>
                      <a:pt x="46" y="12"/>
                      <a:pt x="47" y="6"/>
                      <a:pt x="47" y="2"/>
                    </a:cubicBezTo>
                    <a:cubicBezTo>
                      <a:pt x="47" y="1"/>
                      <a:pt x="47" y="0"/>
                      <a:pt x="47" y="0"/>
                    </a:cubicBezTo>
                    <a:close/>
                  </a:path>
                </a:pathLst>
              </a:custGeom>
              <a:solidFill>
                <a:srgbClr val="F9F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1" name="Freeform 470"/>
              <p:cNvSpPr>
                <a:spLocks/>
              </p:cNvSpPr>
              <p:nvPr/>
            </p:nvSpPr>
            <p:spPr bwMode="auto">
              <a:xfrm>
                <a:off x="3731" y="1259"/>
                <a:ext cx="90" cy="35"/>
              </a:xfrm>
              <a:custGeom>
                <a:avLst/>
                <a:gdLst>
                  <a:gd name="T0" fmla="*/ 47 w 47"/>
                  <a:gd name="T1" fmla="*/ 0 h 18"/>
                  <a:gd name="T2" fmla="*/ 3 w 47"/>
                  <a:gd name="T3" fmla="*/ 0 h 18"/>
                  <a:gd name="T4" fmla="*/ 0 w 47"/>
                  <a:gd name="T5" fmla="*/ 18 h 18"/>
                  <a:gd name="T6" fmla="*/ 45 w 47"/>
                  <a:gd name="T7" fmla="*/ 18 h 18"/>
                  <a:gd name="T8" fmla="*/ 47 w 47"/>
                  <a:gd name="T9" fmla="*/ 1 h 18"/>
                  <a:gd name="T10" fmla="*/ 47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7" y="0"/>
                    </a:moveTo>
                    <a:cubicBezTo>
                      <a:pt x="3" y="0"/>
                      <a:pt x="3" y="0"/>
                      <a:pt x="3" y="0"/>
                    </a:cubicBezTo>
                    <a:cubicBezTo>
                      <a:pt x="2" y="5"/>
                      <a:pt x="0" y="13"/>
                      <a:pt x="0" y="18"/>
                    </a:cubicBezTo>
                    <a:cubicBezTo>
                      <a:pt x="45" y="18"/>
                      <a:pt x="45" y="18"/>
                      <a:pt x="45" y="18"/>
                    </a:cubicBezTo>
                    <a:cubicBezTo>
                      <a:pt x="46" y="12"/>
                      <a:pt x="47" y="6"/>
                      <a:pt x="47" y="1"/>
                    </a:cubicBezTo>
                    <a:lnTo>
                      <a:pt x="47" y="0"/>
                    </a:ln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2" name="Freeform 471"/>
              <p:cNvSpPr>
                <a:spLocks/>
              </p:cNvSpPr>
              <p:nvPr/>
            </p:nvSpPr>
            <p:spPr bwMode="auto">
              <a:xfrm>
                <a:off x="3729" y="1261"/>
                <a:ext cx="92" cy="34"/>
              </a:xfrm>
              <a:custGeom>
                <a:avLst/>
                <a:gdLst>
                  <a:gd name="T0" fmla="*/ 48 w 48"/>
                  <a:gd name="T1" fmla="*/ 0 h 18"/>
                  <a:gd name="T2" fmla="*/ 4 w 48"/>
                  <a:gd name="T3" fmla="*/ 0 h 18"/>
                  <a:gd name="T4" fmla="*/ 0 w 48"/>
                  <a:gd name="T5" fmla="*/ 18 h 18"/>
                  <a:gd name="T6" fmla="*/ 46 w 48"/>
                  <a:gd name="T7" fmla="*/ 18 h 18"/>
                  <a:gd name="T8" fmla="*/ 48 w 48"/>
                  <a:gd name="T9" fmla="*/ 0 h 18"/>
                </a:gdLst>
                <a:ahLst/>
                <a:cxnLst>
                  <a:cxn ang="0">
                    <a:pos x="T0" y="T1"/>
                  </a:cxn>
                  <a:cxn ang="0">
                    <a:pos x="T2" y="T3"/>
                  </a:cxn>
                  <a:cxn ang="0">
                    <a:pos x="T4" y="T5"/>
                  </a:cxn>
                  <a:cxn ang="0">
                    <a:pos x="T6" y="T7"/>
                  </a:cxn>
                  <a:cxn ang="0">
                    <a:pos x="T8" y="T9"/>
                  </a:cxn>
                </a:cxnLst>
                <a:rect l="0" t="0" r="r" b="b"/>
                <a:pathLst>
                  <a:path w="48" h="18">
                    <a:moveTo>
                      <a:pt x="48" y="0"/>
                    </a:moveTo>
                    <a:cubicBezTo>
                      <a:pt x="4" y="0"/>
                      <a:pt x="4" y="0"/>
                      <a:pt x="4" y="0"/>
                    </a:cubicBezTo>
                    <a:cubicBezTo>
                      <a:pt x="2" y="6"/>
                      <a:pt x="1" y="13"/>
                      <a:pt x="0" y="18"/>
                    </a:cubicBezTo>
                    <a:cubicBezTo>
                      <a:pt x="46" y="18"/>
                      <a:pt x="46" y="18"/>
                      <a:pt x="46" y="18"/>
                    </a:cubicBezTo>
                    <a:cubicBezTo>
                      <a:pt x="47" y="12"/>
                      <a:pt x="48" y="5"/>
                      <a:pt x="48"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3" name="Freeform 472"/>
              <p:cNvSpPr>
                <a:spLocks/>
              </p:cNvSpPr>
              <p:nvPr/>
            </p:nvSpPr>
            <p:spPr bwMode="auto">
              <a:xfrm>
                <a:off x="3729" y="1263"/>
                <a:ext cx="92" cy="36"/>
              </a:xfrm>
              <a:custGeom>
                <a:avLst/>
                <a:gdLst>
                  <a:gd name="T0" fmla="*/ 48 w 48"/>
                  <a:gd name="T1" fmla="*/ 0 h 19"/>
                  <a:gd name="T2" fmla="*/ 3 w 48"/>
                  <a:gd name="T3" fmla="*/ 0 h 19"/>
                  <a:gd name="T4" fmla="*/ 0 w 48"/>
                  <a:gd name="T5" fmla="*/ 19 h 19"/>
                  <a:gd name="T6" fmla="*/ 46 w 48"/>
                  <a:gd name="T7" fmla="*/ 19 h 19"/>
                  <a:gd name="T8" fmla="*/ 48 w 48"/>
                  <a:gd name="T9" fmla="*/ 0 h 19"/>
                </a:gdLst>
                <a:ahLst/>
                <a:cxnLst>
                  <a:cxn ang="0">
                    <a:pos x="T0" y="T1"/>
                  </a:cxn>
                  <a:cxn ang="0">
                    <a:pos x="T2" y="T3"/>
                  </a:cxn>
                  <a:cxn ang="0">
                    <a:pos x="T4" y="T5"/>
                  </a:cxn>
                  <a:cxn ang="0">
                    <a:pos x="T6" y="T7"/>
                  </a:cxn>
                  <a:cxn ang="0">
                    <a:pos x="T8" y="T9"/>
                  </a:cxn>
                </a:cxnLst>
                <a:rect l="0" t="0" r="r" b="b"/>
                <a:pathLst>
                  <a:path w="48" h="19">
                    <a:moveTo>
                      <a:pt x="48" y="0"/>
                    </a:moveTo>
                    <a:cubicBezTo>
                      <a:pt x="3" y="0"/>
                      <a:pt x="3" y="0"/>
                      <a:pt x="3" y="0"/>
                    </a:cubicBezTo>
                    <a:cubicBezTo>
                      <a:pt x="2" y="6"/>
                      <a:pt x="1" y="14"/>
                      <a:pt x="0" y="19"/>
                    </a:cubicBezTo>
                    <a:cubicBezTo>
                      <a:pt x="46" y="19"/>
                      <a:pt x="46" y="19"/>
                      <a:pt x="46" y="19"/>
                    </a:cubicBezTo>
                    <a:cubicBezTo>
                      <a:pt x="47" y="12"/>
                      <a:pt x="48" y="6"/>
                      <a:pt x="48" y="0"/>
                    </a:cubicBezTo>
                    <a:close/>
                  </a:path>
                </a:pathLst>
              </a:custGeom>
              <a:solidFill>
                <a:srgbClr val="FD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4" name="Freeform 473"/>
              <p:cNvSpPr>
                <a:spLocks/>
              </p:cNvSpPr>
              <p:nvPr/>
            </p:nvSpPr>
            <p:spPr bwMode="auto">
              <a:xfrm>
                <a:off x="3729" y="1267"/>
                <a:ext cx="92" cy="34"/>
              </a:xfrm>
              <a:custGeom>
                <a:avLst/>
                <a:gdLst>
                  <a:gd name="T0" fmla="*/ 48 w 48"/>
                  <a:gd name="T1" fmla="*/ 0 h 18"/>
                  <a:gd name="T2" fmla="*/ 3 w 48"/>
                  <a:gd name="T3" fmla="*/ 0 h 18"/>
                  <a:gd name="T4" fmla="*/ 0 w 48"/>
                  <a:gd name="T5" fmla="*/ 18 h 18"/>
                  <a:gd name="T6" fmla="*/ 45 w 48"/>
                  <a:gd name="T7" fmla="*/ 18 h 18"/>
                  <a:gd name="T8" fmla="*/ 48 w 48"/>
                  <a:gd name="T9" fmla="*/ 0 h 18"/>
                </a:gdLst>
                <a:ahLst/>
                <a:cxnLst>
                  <a:cxn ang="0">
                    <a:pos x="T0" y="T1"/>
                  </a:cxn>
                  <a:cxn ang="0">
                    <a:pos x="T2" y="T3"/>
                  </a:cxn>
                  <a:cxn ang="0">
                    <a:pos x="T4" y="T5"/>
                  </a:cxn>
                  <a:cxn ang="0">
                    <a:pos x="T6" y="T7"/>
                  </a:cxn>
                  <a:cxn ang="0">
                    <a:pos x="T8" y="T9"/>
                  </a:cxn>
                </a:cxnLst>
                <a:rect l="0" t="0" r="r" b="b"/>
                <a:pathLst>
                  <a:path w="48" h="18">
                    <a:moveTo>
                      <a:pt x="48" y="0"/>
                    </a:moveTo>
                    <a:cubicBezTo>
                      <a:pt x="3" y="0"/>
                      <a:pt x="3" y="0"/>
                      <a:pt x="3" y="0"/>
                    </a:cubicBezTo>
                    <a:cubicBezTo>
                      <a:pt x="2" y="6"/>
                      <a:pt x="0" y="13"/>
                      <a:pt x="0" y="18"/>
                    </a:cubicBezTo>
                    <a:cubicBezTo>
                      <a:pt x="45" y="18"/>
                      <a:pt x="45" y="18"/>
                      <a:pt x="45" y="18"/>
                    </a:cubicBezTo>
                    <a:cubicBezTo>
                      <a:pt x="46" y="12"/>
                      <a:pt x="47" y="5"/>
                      <a:pt x="48"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5" name="Freeform 474"/>
              <p:cNvSpPr>
                <a:spLocks/>
              </p:cNvSpPr>
              <p:nvPr/>
            </p:nvSpPr>
            <p:spPr bwMode="auto">
              <a:xfrm>
                <a:off x="3729" y="1269"/>
                <a:ext cx="92" cy="34"/>
              </a:xfrm>
              <a:custGeom>
                <a:avLst/>
                <a:gdLst>
                  <a:gd name="T0" fmla="*/ 48 w 48"/>
                  <a:gd name="T1" fmla="*/ 0 h 18"/>
                  <a:gd name="T2" fmla="*/ 3 w 48"/>
                  <a:gd name="T3" fmla="*/ 0 h 18"/>
                  <a:gd name="T4" fmla="*/ 0 w 48"/>
                  <a:gd name="T5" fmla="*/ 17 h 18"/>
                  <a:gd name="T6" fmla="*/ 0 w 48"/>
                  <a:gd name="T7" fmla="*/ 18 h 18"/>
                  <a:gd name="T8" fmla="*/ 45 w 48"/>
                  <a:gd name="T9" fmla="*/ 18 h 18"/>
                  <a:gd name="T10" fmla="*/ 48 w 48"/>
                  <a:gd name="T11" fmla="*/ 0 h 18"/>
                </a:gdLst>
                <a:ahLst/>
                <a:cxnLst>
                  <a:cxn ang="0">
                    <a:pos x="T0" y="T1"/>
                  </a:cxn>
                  <a:cxn ang="0">
                    <a:pos x="T2" y="T3"/>
                  </a:cxn>
                  <a:cxn ang="0">
                    <a:pos x="T4" y="T5"/>
                  </a:cxn>
                  <a:cxn ang="0">
                    <a:pos x="T6" y="T7"/>
                  </a:cxn>
                  <a:cxn ang="0">
                    <a:pos x="T8" y="T9"/>
                  </a:cxn>
                  <a:cxn ang="0">
                    <a:pos x="T10" y="T11"/>
                  </a:cxn>
                </a:cxnLst>
                <a:rect l="0" t="0" r="r" b="b"/>
                <a:pathLst>
                  <a:path w="48" h="18">
                    <a:moveTo>
                      <a:pt x="48" y="0"/>
                    </a:moveTo>
                    <a:cubicBezTo>
                      <a:pt x="3" y="0"/>
                      <a:pt x="3" y="0"/>
                      <a:pt x="3" y="0"/>
                    </a:cubicBezTo>
                    <a:cubicBezTo>
                      <a:pt x="1" y="6"/>
                      <a:pt x="0" y="13"/>
                      <a:pt x="0" y="17"/>
                    </a:cubicBezTo>
                    <a:cubicBezTo>
                      <a:pt x="0" y="18"/>
                      <a:pt x="0" y="18"/>
                      <a:pt x="0" y="18"/>
                    </a:cubicBezTo>
                    <a:cubicBezTo>
                      <a:pt x="45" y="18"/>
                      <a:pt x="45" y="18"/>
                      <a:pt x="45" y="18"/>
                    </a:cubicBezTo>
                    <a:cubicBezTo>
                      <a:pt x="46" y="12"/>
                      <a:pt x="47" y="5"/>
                      <a:pt x="4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6" name="Freeform 475"/>
              <p:cNvSpPr>
                <a:spLocks noEditPoints="1"/>
              </p:cNvSpPr>
              <p:nvPr/>
            </p:nvSpPr>
            <p:spPr bwMode="auto">
              <a:xfrm>
                <a:off x="3976" y="1163"/>
                <a:ext cx="134" cy="16"/>
              </a:xfrm>
              <a:custGeom>
                <a:avLst/>
                <a:gdLst>
                  <a:gd name="T0" fmla="*/ 0 w 70"/>
                  <a:gd name="T1" fmla="*/ 8 h 8"/>
                  <a:gd name="T2" fmla="*/ 17 w 70"/>
                  <a:gd name="T3" fmla="*/ 8 h 8"/>
                  <a:gd name="T4" fmla="*/ 17 w 70"/>
                  <a:gd name="T5" fmla="*/ 6 h 8"/>
                  <a:gd name="T6" fmla="*/ 6 w 70"/>
                  <a:gd name="T7" fmla="*/ 6 h 8"/>
                  <a:gd name="T8" fmla="*/ 0 w 70"/>
                  <a:gd name="T9" fmla="*/ 8 h 8"/>
                  <a:gd name="T10" fmla="*/ 60 w 70"/>
                  <a:gd name="T11" fmla="*/ 8 h 8"/>
                  <a:gd name="T12" fmla="*/ 70 w 70"/>
                  <a:gd name="T13" fmla="*/ 8 h 8"/>
                  <a:gd name="T14" fmla="*/ 68 w 70"/>
                  <a:gd name="T15" fmla="*/ 7 h 8"/>
                  <a:gd name="T16" fmla="*/ 60 w 70"/>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8">
                    <a:moveTo>
                      <a:pt x="0" y="8"/>
                    </a:moveTo>
                    <a:cubicBezTo>
                      <a:pt x="17" y="8"/>
                      <a:pt x="17" y="8"/>
                      <a:pt x="17" y="8"/>
                    </a:cubicBezTo>
                    <a:cubicBezTo>
                      <a:pt x="17" y="6"/>
                      <a:pt x="17" y="6"/>
                      <a:pt x="17" y="6"/>
                    </a:cubicBezTo>
                    <a:cubicBezTo>
                      <a:pt x="17" y="0"/>
                      <a:pt x="13" y="6"/>
                      <a:pt x="6" y="6"/>
                    </a:cubicBezTo>
                    <a:cubicBezTo>
                      <a:pt x="3" y="6"/>
                      <a:pt x="1" y="7"/>
                      <a:pt x="0" y="8"/>
                    </a:cubicBezTo>
                    <a:close/>
                    <a:moveTo>
                      <a:pt x="60" y="8"/>
                    </a:moveTo>
                    <a:cubicBezTo>
                      <a:pt x="70" y="8"/>
                      <a:pt x="70" y="8"/>
                      <a:pt x="70" y="8"/>
                    </a:cubicBezTo>
                    <a:cubicBezTo>
                      <a:pt x="69" y="8"/>
                      <a:pt x="69" y="8"/>
                      <a:pt x="68" y="7"/>
                    </a:cubicBezTo>
                    <a:cubicBezTo>
                      <a:pt x="65" y="6"/>
                      <a:pt x="62" y="7"/>
                      <a:pt x="60" y="8"/>
                    </a:cubicBezTo>
                    <a:close/>
                  </a:path>
                </a:pathLst>
              </a:custGeom>
              <a:solidFill>
                <a:srgbClr val="D2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7" name="Freeform 476"/>
              <p:cNvSpPr>
                <a:spLocks noEditPoints="1"/>
              </p:cNvSpPr>
              <p:nvPr/>
            </p:nvSpPr>
            <p:spPr bwMode="auto">
              <a:xfrm>
                <a:off x="3974" y="1163"/>
                <a:ext cx="138" cy="18"/>
              </a:xfrm>
              <a:custGeom>
                <a:avLst/>
                <a:gdLst>
                  <a:gd name="T0" fmla="*/ 0 w 72"/>
                  <a:gd name="T1" fmla="*/ 9 h 9"/>
                  <a:gd name="T2" fmla="*/ 18 w 72"/>
                  <a:gd name="T3" fmla="*/ 9 h 9"/>
                  <a:gd name="T4" fmla="*/ 18 w 72"/>
                  <a:gd name="T5" fmla="*/ 6 h 9"/>
                  <a:gd name="T6" fmla="*/ 7 w 72"/>
                  <a:gd name="T7" fmla="*/ 6 h 9"/>
                  <a:gd name="T8" fmla="*/ 0 w 72"/>
                  <a:gd name="T9" fmla="*/ 9 h 9"/>
                  <a:gd name="T10" fmla="*/ 59 w 72"/>
                  <a:gd name="T11" fmla="*/ 9 h 9"/>
                  <a:gd name="T12" fmla="*/ 72 w 72"/>
                  <a:gd name="T13" fmla="*/ 9 h 9"/>
                  <a:gd name="T14" fmla="*/ 69 w 72"/>
                  <a:gd name="T15" fmla="*/ 7 h 9"/>
                  <a:gd name="T16" fmla="*/ 59 w 72"/>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9">
                    <a:moveTo>
                      <a:pt x="0" y="9"/>
                    </a:moveTo>
                    <a:cubicBezTo>
                      <a:pt x="18" y="9"/>
                      <a:pt x="18" y="9"/>
                      <a:pt x="18" y="9"/>
                    </a:cubicBezTo>
                    <a:cubicBezTo>
                      <a:pt x="18" y="8"/>
                      <a:pt x="18" y="7"/>
                      <a:pt x="18" y="6"/>
                    </a:cubicBezTo>
                    <a:cubicBezTo>
                      <a:pt x="18" y="0"/>
                      <a:pt x="14" y="6"/>
                      <a:pt x="7" y="6"/>
                    </a:cubicBezTo>
                    <a:cubicBezTo>
                      <a:pt x="3" y="6"/>
                      <a:pt x="1" y="7"/>
                      <a:pt x="0" y="9"/>
                    </a:cubicBezTo>
                    <a:close/>
                    <a:moveTo>
                      <a:pt x="59" y="9"/>
                    </a:moveTo>
                    <a:cubicBezTo>
                      <a:pt x="72" y="9"/>
                      <a:pt x="72" y="9"/>
                      <a:pt x="72" y="9"/>
                    </a:cubicBezTo>
                    <a:cubicBezTo>
                      <a:pt x="71" y="8"/>
                      <a:pt x="70" y="8"/>
                      <a:pt x="69" y="7"/>
                    </a:cubicBezTo>
                    <a:cubicBezTo>
                      <a:pt x="65" y="6"/>
                      <a:pt x="61" y="7"/>
                      <a:pt x="59" y="9"/>
                    </a:cubicBezTo>
                    <a:close/>
                  </a:path>
                </a:pathLst>
              </a:custGeom>
              <a:solidFill>
                <a:srgbClr val="D3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8" name="Freeform 477"/>
              <p:cNvSpPr>
                <a:spLocks noEditPoints="1"/>
              </p:cNvSpPr>
              <p:nvPr/>
            </p:nvSpPr>
            <p:spPr bwMode="auto">
              <a:xfrm>
                <a:off x="3974" y="1163"/>
                <a:ext cx="139" cy="21"/>
              </a:xfrm>
              <a:custGeom>
                <a:avLst/>
                <a:gdLst>
                  <a:gd name="T0" fmla="*/ 0 w 73"/>
                  <a:gd name="T1" fmla="*/ 11 h 11"/>
                  <a:gd name="T2" fmla="*/ 18 w 73"/>
                  <a:gd name="T3" fmla="*/ 11 h 11"/>
                  <a:gd name="T4" fmla="*/ 18 w 73"/>
                  <a:gd name="T5" fmla="*/ 6 h 11"/>
                  <a:gd name="T6" fmla="*/ 7 w 73"/>
                  <a:gd name="T7" fmla="*/ 6 h 11"/>
                  <a:gd name="T8" fmla="*/ 0 w 73"/>
                  <a:gd name="T9" fmla="*/ 11 h 11"/>
                  <a:gd name="T10" fmla="*/ 57 w 73"/>
                  <a:gd name="T11" fmla="*/ 11 h 11"/>
                  <a:gd name="T12" fmla="*/ 73 w 73"/>
                  <a:gd name="T13" fmla="*/ 11 h 11"/>
                  <a:gd name="T14" fmla="*/ 69 w 73"/>
                  <a:gd name="T15" fmla="*/ 7 h 11"/>
                  <a:gd name="T16" fmla="*/ 57 w 73"/>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11">
                    <a:moveTo>
                      <a:pt x="0" y="11"/>
                    </a:moveTo>
                    <a:cubicBezTo>
                      <a:pt x="18" y="11"/>
                      <a:pt x="18" y="11"/>
                      <a:pt x="18" y="11"/>
                    </a:cubicBezTo>
                    <a:cubicBezTo>
                      <a:pt x="18" y="9"/>
                      <a:pt x="18" y="7"/>
                      <a:pt x="18" y="6"/>
                    </a:cubicBezTo>
                    <a:cubicBezTo>
                      <a:pt x="18" y="0"/>
                      <a:pt x="14" y="6"/>
                      <a:pt x="7" y="6"/>
                    </a:cubicBezTo>
                    <a:cubicBezTo>
                      <a:pt x="2" y="6"/>
                      <a:pt x="1" y="8"/>
                      <a:pt x="0" y="11"/>
                    </a:cubicBezTo>
                    <a:close/>
                    <a:moveTo>
                      <a:pt x="57" y="11"/>
                    </a:moveTo>
                    <a:cubicBezTo>
                      <a:pt x="73" y="11"/>
                      <a:pt x="73" y="11"/>
                      <a:pt x="73" y="11"/>
                    </a:cubicBezTo>
                    <a:cubicBezTo>
                      <a:pt x="72" y="9"/>
                      <a:pt x="71" y="8"/>
                      <a:pt x="69" y="7"/>
                    </a:cubicBezTo>
                    <a:cubicBezTo>
                      <a:pt x="64" y="6"/>
                      <a:pt x="60" y="8"/>
                      <a:pt x="57" y="11"/>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9" name="Freeform 478"/>
              <p:cNvSpPr>
                <a:spLocks noEditPoints="1"/>
              </p:cNvSpPr>
              <p:nvPr/>
            </p:nvSpPr>
            <p:spPr bwMode="auto">
              <a:xfrm>
                <a:off x="3974" y="1163"/>
                <a:ext cx="139" cy="23"/>
              </a:xfrm>
              <a:custGeom>
                <a:avLst/>
                <a:gdLst>
                  <a:gd name="T0" fmla="*/ 0 w 73"/>
                  <a:gd name="T1" fmla="*/ 12 h 12"/>
                  <a:gd name="T2" fmla="*/ 18 w 73"/>
                  <a:gd name="T3" fmla="*/ 12 h 12"/>
                  <a:gd name="T4" fmla="*/ 18 w 73"/>
                  <a:gd name="T5" fmla="*/ 6 h 12"/>
                  <a:gd name="T6" fmla="*/ 7 w 73"/>
                  <a:gd name="T7" fmla="*/ 6 h 12"/>
                  <a:gd name="T8" fmla="*/ 0 w 73"/>
                  <a:gd name="T9" fmla="*/ 12 h 12"/>
                  <a:gd name="T10" fmla="*/ 56 w 73"/>
                  <a:gd name="T11" fmla="*/ 12 h 12"/>
                  <a:gd name="T12" fmla="*/ 73 w 73"/>
                  <a:gd name="T13" fmla="*/ 12 h 12"/>
                  <a:gd name="T14" fmla="*/ 69 w 73"/>
                  <a:gd name="T15" fmla="*/ 7 h 12"/>
                  <a:gd name="T16" fmla="*/ 57 w 73"/>
                  <a:gd name="T17" fmla="*/ 11 h 12"/>
                  <a:gd name="T18" fmla="*/ 56 w 73"/>
                  <a:gd name="T1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12">
                    <a:moveTo>
                      <a:pt x="0" y="12"/>
                    </a:moveTo>
                    <a:cubicBezTo>
                      <a:pt x="18" y="12"/>
                      <a:pt x="18" y="12"/>
                      <a:pt x="18" y="12"/>
                    </a:cubicBezTo>
                    <a:cubicBezTo>
                      <a:pt x="18" y="9"/>
                      <a:pt x="18" y="7"/>
                      <a:pt x="18" y="6"/>
                    </a:cubicBezTo>
                    <a:cubicBezTo>
                      <a:pt x="18" y="0"/>
                      <a:pt x="14" y="6"/>
                      <a:pt x="7" y="6"/>
                    </a:cubicBezTo>
                    <a:cubicBezTo>
                      <a:pt x="1" y="6"/>
                      <a:pt x="0" y="9"/>
                      <a:pt x="0" y="12"/>
                    </a:cubicBezTo>
                    <a:close/>
                    <a:moveTo>
                      <a:pt x="56" y="12"/>
                    </a:moveTo>
                    <a:cubicBezTo>
                      <a:pt x="73" y="12"/>
                      <a:pt x="73" y="12"/>
                      <a:pt x="73" y="12"/>
                    </a:cubicBezTo>
                    <a:cubicBezTo>
                      <a:pt x="73" y="10"/>
                      <a:pt x="71" y="8"/>
                      <a:pt x="69" y="7"/>
                    </a:cubicBezTo>
                    <a:cubicBezTo>
                      <a:pt x="64" y="6"/>
                      <a:pt x="59" y="8"/>
                      <a:pt x="57" y="11"/>
                    </a:cubicBezTo>
                    <a:cubicBezTo>
                      <a:pt x="56" y="12"/>
                      <a:pt x="56" y="12"/>
                      <a:pt x="56" y="12"/>
                    </a:cubicBezTo>
                    <a:close/>
                  </a:path>
                </a:pathLst>
              </a:custGeom>
              <a:solidFill>
                <a:srgbClr val="D4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0" name="Freeform 479"/>
              <p:cNvSpPr>
                <a:spLocks noEditPoints="1"/>
              </p:cNvSpPr>
              <p:nvPr/>
            </p:nvSpPr>
            <p:spPr bwMode="auto">
              <a:xfrm>
                <a:off x="3974" y="1163"/>
                <a:ext cx="139" cy="25"/>
              </a:xfrm>
              <a:custGeom>
                <a:avLst/>
                <a:gdLst>
                  <a:gd name="T0" fmla="*/ 0 w 73"/>
                  <a:gd name="T1" fmla="*/ 13 h 13"/>
                  <a:gd name="T2" fmla="*/ 18 w 73"/>
                  <a:gd name="T3" fmla="*/ 13 h 13"/>
                  <a:gd name="T4" fmla="*/ 18 w 73"/>
                  <a:gd name="T5" fmla="*/ 6 h 13"/>
                  <a:gd name="T6" fmla="*/ 7 w 73"/>
                  <a:gd name="T7" fmla="*/ 6 h 13"/>
                  <a:gd name="T8" fmla="*/ 0 w 73"/>
                  <a:gd name="T9" fmla="*/ 13 h 13"/>
                  <a:gd name="T10" fmla="*/ 0 w 73"/>
                  <a:gd name="T11" fmla="*/ 13 h 13"/>
                  <a:gd name="T12" fmla="*/ 56 w 73"/>
                  <a:gd name="T13" fmla="*/ 13 h 13"/>
                  <a:gd name="T14" fmla="*/ 73 w 73"/>
                  <a:gd name="T15" fmla="*/ 13 h 13"/>
                  <a:gd name="T16" fmla="*/ 69 w 73"/>
                  <a:gd name="T17" fmla="*/ 7 h 13"/>
                  <a:gd name="T18" fmla="*/ 57 w 73"/>
                  <a:gd name="T19" fmla="*/ 11 h 13"/>
                  <a:gd name="T20" fmla="*/ 56 w 73"/>
                  <a:gd name="T2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3">
                    <a:moveTo>
                      <a:pt x="0" y="13"/>
                    </a:moveTo>
                    <a:cubicBezTo>
                      <a:pt x="18" y="13"/>
                      <a:pt x="18" y="13"/>
                      <a:pt x="18" y="13"/>
                    </a:cubicBezTo>
                    <a:cubicBezTo>
                      <a:pt x="18" y="10"/>
                      <a:pt x="18" y="7"/>
                      <a:pt x="18" y="6"/>
                    </a:cubicBezTo>
                    <a:cubicBezTo>
                      <a:pt x="18" y="0"/>
                      <a:pt x="14" y="6"/>
                      <a:pt x="7" y="6"/>
                    </a:cubicBezTo>
                    <a:cubicBezTo>
                      <a:pt x="1" y="6"/>
                      <a:pt x="0" y="9"/>
                      <a:pt x="0" y="13"/>
                    </a:cubicBezTo>
                    <a:cubicBezTo>
                      <a:pt x="0" y="13"/>
                      <a:pt x="0" y="13"/>
                      <a:pt x="0" y="13"/>
                    </a:cubicBezTo>
                    <a:close/>
                    <a:moveTo>
                      <a:pt x="56" y="13"/>
                    </a:moveTo>
                    <a:cubicBezTo>
                      <a:pt x="73" y="13"/>
                      <a:pt x="73" y="13"/>
                      <a:pt x="73" y="13"/>
                    </a:cubicBezTo>
                    <a:cubicBezTo>
                      <a:pt x="73" y="10"/>
                      <a:pt x="72" y="8"/>
                      <a:pt x="69" y="7"/>
                    </a:cubicBezTo>
                    <a:cubicBezTo>
                      <a:pt x="64" y="6"/>
                      <a:pt x="59" y="8"/>
                      <a:pt x="57" y="11"/>
                    </a:cubicBezTo>
                    <a:cubicBezTo>
                      <a:pt x="56" y="12"/>
                      <a:pt x="56" y="13"/>
                      <a:pt x="56" y="13"/>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1" name="Freeform 480"/>
              <p:cNvSpPr>
                <a:spLocks noEditPoints="1"/>
              </p:cNvSpPr>
              <p:nvPr/>
            </p:nvSpPr>
            <p:spPr bwMode="auto">
              <a:xfrm>
                <a:off x="3974" y="1163"/>
                <a:ext cx="139" cy="29"/>
              </a:xfrm>
              <a:custGeom>
                <a:avLst/>
                <a:gdLst>
                  <a:gd name="T0" fmla="*/ 0 w 73"/>
                  <a:gd name="T1" fmla="*/ 15 h 15"/>
                  <a:gd name="T2" fmla="*/ 18 w 73"/>
                  <a:gd name="T3" fmla="*/ 15 h 15"/>
                  <a:gd name="T4" fmla="*/ 18 w 73"/>
                  <a:gd name="T5" fmla="*/ 6 h 15"/>
                  <a:gd name="T6" fmla="*/ 7 w 73"/>
                  <a:gd name="T7" fmla="*/ 6 h 15"/>
                  <a:gd name="T8" fmla="*/ 0 w 73"/>
                  <a:gd name="T9" fmla="*/ 13 h 15"/>
                  <a:gd name="T10" fmla="*/ 0 w 73"/>
                  <a:gd name="T11" fmla="*/ 15 h 15"/>
                  <a:gd name="T12" fmla="*/ 55 w 73"/>
                  <a:gd name="T13" fmla="*/ 15 h 15"/>
                  <a:gd name="T14" fmla="*/ 73 w 73"/>
                  <a:gd name="T15" fmla="*/ 15 h 15"/>
                  <a:gd name="T16" fmla="*/ 69 w 73"/>
                  <a:gd name="T17" fmla="*/ 7 h 15"/>
                  <a:gd name="T18" fmla="*/ 57 w 73"/>
                  <a:gd name="T19" fmla="*/ 11 h 15"/>
                  <a:gd name="T20" fmla="*/ 55 w 73"/>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5">
                    <a:moveTo>
                      <a:pt x="0" y="15"/>
                    </a:moveTo>
                    <a:cubicBezTo>
                      <a:pt x="18" y="15"/>
                      <a:pt x="18" y="15"/>
                      <a:pt x="18" y="15"/>
                    </a:cubicBezTo>
                    <a:cubicBezTo>
                      <a:pt x="18" y="11"/>
                      <a:pt x="18" y="8"/>
                      <a:pt x="18" y="6"/>
                    </a:cubicBezTo>
                    <a:cubicBezTo>
                      <a:pt x="18" y="0"/>
                      <a:pt x="14" y="6"/>
                      <a:pt x="7" y="6"/>
                    </a:cubicBezTo>
                    <a:cubicBezTo>
                      <a:pt x="1" y="6"/>
                      <a:pt x="0" y="9"/>
                      <a:pt x="0" y="13"/>
                    </a:cubicBezTo>
                    <a:cubicBezTo>
                      <a:pt x="0" y="13"/>
                      <a:pt x="0" y="14"/>
                      <a:pt x="0" y="15"/>
                    </a:cubicBezTo>
                    <a:close/>
                    <a:moveTo>
                      <a:pt x="55" y="15"/>
                    </a:moveTo>
                    <a:cubicBezTo>
                      <a:pt x="73" y="15"/>
                      <a:pt x="73" y="15"/>
                      <a:pt x="73" y="15"/>
                    </a:cubicBezTo>
                    <a:cubicBezTo>
                      <a:pt x="73" y="11"/>
                      <a:pt x="72" y="8"/>
                      <a:pt x="69" y="7"/>
                    </a:cubicBezTo>
                    <a:cubicBezTo>
                      <a:pt x="64" y="6"/>
                      <a:pt x="59" y="8"/>
                      <a:pt x="57" y="11"/>
                    </a:cubicBezTo>
                    <a:cubicBezTo>
                      <a:pt x="56" y="12"/>
                      <a:pt x="55" y="13"/>
                      <a:pt x="55" y="15"/>
                    </a:cubicBezTo>
                    <a:close/>
                  </a:path>
                </a:pathLst>
              </a:custGeom>
              <a:solidFill>
                <a:srgbClr val="D5D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2" name="Freeform 481"/>
              <p:cNvSpPr>
                <a:spLocks noEditPoints="1"/>
              </p:cNvSpPr>
              <p:nvPr/>
            </p:nvSpPr>
            <p:spPr bwMode="auto">
              <a:xfrm>
                <a:off x="3974" y="1163"/>
                <a:ext cx="141" cy="31"/>
              </a:xfrm>
              <a:custGeom>
                <a:avLst/>
                <a:gdLst>
                  <a:gd name="T0" fmla="*/ 0 w 74"/>
                  <a:gd name="T1" fmla="*/ 16 h 16"/>
                  <a:gd name="T2" fmla="*/ 18 w 74"/>
                  <a:gd name="T3" fmla="*/ 16 h 16"/>
                  <a:gd name="T4" fmla="*/ 18 w 74"/>
                  <a:gd name="T5" fmla="*/ 6 h 16"/>
                  <a:gd name="T6" fmla="*/ 7 w 74"/>
                  <a:gd name="T7" fmla="*/ 6 h 16"/>
                  <a:gd name="T8" fmla="*/ 0 w 74"/>
                  <a:gd name="T9" fmla="*/ 13 h 16"/>
                  <a:gd name="T10" fmla="*/ 0 w 74"/>
                  <a:gd name="T11" fmla="*/ 16 h 16"/>
                  <a:gd name="T12" fmla="*/ 55 w 74"/>
                  <a:gd name="T13" fmla="*/ 16 h 16"/>
                  <a:gd name="T14" fmla="*/ 73 w 74"/>
                  <a:gd name="T15" fmla="*/ 16 h 16"/>
                  <a:gd name="T16" fmla="*/ 69 w 74"/>
                  <a:gd name="T17" fmla="*/ 7 h 16"/>
                  <a:gd name="T18" fmla="*/ 57 w 74"/>
                  <a:gd name="T19" fmla="*/ 11 h 16"/>
                  <a:gd name="T20" fmla="*/ 55 w 74"/>
                  <a:gd name="T21"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16">
                    <a:moveTo>
                      <a:pt x="0" y="16"/>
                    </a:moveTo>
                    <a:cubicBezTo>
                      <a:pt x="18" y="16"/>
                      <a:pt x="18" y="16"/>
                      <a:pt x="18" y="16"/>
                    </a:cubicBezTo>
                    <a:cubicBezTo>
                      <a:pt x="18" y="12"/>
                      <a:pt x="18" y="8"/>
                      <a:pt x="18" y="6"/>
                    </a:cubicBezTo>
                    <a:cubicBezTo>
                      <a:pt x="18" y="0"/>
                      <a:pt x="14" y="6"/>
                      <a:pt x="7" y="6"/>
                    </a:cubicBezTo>
                    <a:cubicBezTo>
                      <a:pt x="1" y="6"/>
                      <a:pt x="0" y="9"/>
                      <a:pt x="0" y="13"/>
                    </a:cubicBezTo>
                    <a:cubicBezTo>
                      <a:pt x="0" y="13"/>
                      <a:pt x="0" y="14"/>
                      <a:pt x="0" y="16"/>
                    </a:cubicBezTo>
                    <a:close/>
                    <a:moveTo>
                      <a:pt x="55" y="16"/>
                    </a:moveTo>
                    <a:cubicBezTo>
                      <a:pt x="73" y="16"/>
                      <a:pt x="73" y="16"/>
                      <a:pt x="73" y="16"/>
                    </a:cubicBezTo>
                    <a:cubicBezTo>
                      <a:pt x="74" y="12"/>
                      <a:pt x="72" y="8"/>
                      <a:pt x="69" y="7"/>
                    </a:cubicBezTo>
                    <a:cubicBezTo>
                      <a:pt x="64" y="6"/>
                      <a:pt x="59" y="8"/>
                      <a:pt x="57" y="11"/>
                    </a:cubicBezTo>
                    <a:cubicBezTo>
                      <a:pt x="56" y="12"/>
                      <a:pt x="55" y="14"/>
                      <a:pt x="55" y="16"/>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3" name="Freeform 482"/>
              <p:cNvSpPr>
                <a:spLocks noEditPoints="1"/>
              </p:cNvSpPr>
              <p:nvPr/>
            </p:nvSpPr>
            <p:spPr bwMode="auto">
              <a:xfrm>
                <a:off x="3974" y="1163"/>
                <a:ext cx="141" cy="33"/>
              </a:xfrm>
              <a:custGeom>
                <a:avLst/>
                <a:gdLst>
                  <a:gd name="T0" fmla="*/ 0 w 74"/>
                  <a:gd name="T1" fmla="*/ 17 h 17"/>
                  <a:gd name="T2" fmla="*/ 18 w 74"/>
                  <a:gd name="T3" fmla="*/ 17 h 17"/>
                  <a:gd name="T4" fmla="*/ 18 w 74"/>
                  <a:gd name="T5" fmla="*/ 6 h 17"/>
                  <a:gd name="T6" fmla="*/ 7 w 74"/>
                  <a:gd name="T7" fmla="*/ 6 h 17"/>
                  <a:gd name="T8" fmla="*/ 0 w 74"/>
                  <a:gd name="T9" fmla="*/ 13 h 17"/>
                  <a:gd name="T10" fmla="*/ 0 w 74"/>
                  <a:gd name="T11" fmla="*/ 17 h 17"/>
                  <a:gd name="T12" fmla="*/ 54 w 74"/>
                  <a:gd name="T13" fmla="*/ 17 h 17"/>
                  <a:gd name="T14" fmla="*/ 73 w 74"/>
                  <a:gd name="T15" fmla="*/ 17 h 17"/>
                  <a:gd name="T16" fmla="*/ 69 w 74"/>
                  <a:gd name="T17" fmla="*/ 7 h 17"/>
                  <a:gd name="T18" fmla="*/ 57 w 74"/>
                  <a:gd name="T19" fmla="*/ 11 h 17"/>
                  <a:gd name="T20" fmla="*/ 54 w 74"/>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17">
                    <a:moveTo>
                      <a:pt x="0" y="17"/>
                    </a:moveTo>
                    <a:cubicBezTo>
                      <a:pt x="18" y="17"/>
                      <a:pt x="18" y="17"/>
                      <a:pt x="18" y="17"/>
                    </a:cubicBezTo>
                    <a:cubicBezTo>
                      <a:pt x="18" y="13"/>
                      <a:pt x="18" y="8"/>
                      <a:pt x="18" y="6"/>
                    </a:cubicBezTo>
                    <a:cubicBezTo>
                      <a:pt x="18" y="0"/>
                      <a:pt x="14" y="6"/>
                      <a:pt x="7" y="6"/>
                    </a:cubicBezTo>
                    <a:cubicBezTo>
                      <a:pt x="1" y="6"/>
                      <a:pt x="0" y="9"/>
                      <a:pt x="0" y="13"/>
                    </a:cubicBezTo>
                    <a:cubicBezTo>
                      <a:pt x="0" y="14"/>
                      <a:pt x="0" y="15"/>
                      <a:pt x="0" y="17"/>
                    </a:cubicBezTo>
                    <a:close/>
                    <a:moveTo>
                      <a:pt x="54" y="17"/>
                    </a:moveTo>
                    <a:cubicBezTo>
                      <a:pt x="73" y="17"/>
                      <a:pt x="73" y="17"/>
                      <a:pt x="73" y="17"/>
                    </a:cubicBezTo>
                    <a:cubicBezTo>
                      <a:pt x="74" y="12"/>
                      <a:pt x="73" y="8"/>
                      <a:pt x="69" y="7"/>
                    </a:cubicBezTo>
                    <a:cubicBezTo>
                      <a:pt x="64" y="6"/>
                      <a:pt x="59" y="8"/>
                      <a:pt x="57" y="11"/>
                    </a:cubicBezTo>
                    <a:cubicBezTo>
                      <a:pt x="56" y="13"/>
                      <a:pt x="55" y="15"/>
                      <a:pt x="54" y="17"/>
                    </a:cubicBezTo>
                    <a:close/>
                  </a:path>
                </a:pathLst>
              </a:custGeom>
              <a:solidFill>
                <a:srgbClr val="D7D5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4" name="Freeform 483"/>
              <p:cNvSpPr>
                <a:spLocks noEditPoints="1"/>
              </p:cNvSpPr>
              <p:nvPr/>
            </p:nvSpPr>
            <p:spPr bwMode="auto">
              <a:xfrm>
                <a:off x="3974" y="1163"/>
                <a:ext cx="141" cy="35"/>
              </a:xfrm>
              <a:custGeom>
                <a:avLst/>
                <a:gdLst>
                  <a:gd name="T0" fmla="*/ 1 w 74"/>
                  <a:gd name="T1" fmla="*/ 18 h 18"/>
                  <a:gd name="T2" fmla="*/ 18 w 74"/>
                  <a:gd name="T3" fmla="*/ 18 h 18"/>
                  <a:gd name="T4" fmla="*/ 18 w 74"/>
                  <a:gd name="T5" fmla="*/ 6 h 18"/>
                  <a:gd name="T6" fmla="*/ 7 w 74"/>
                  <a:gd name="T7" fmla="*/ 6 h 18"/>
                  <a:gd name="T8" fmla="*/ 0 w 74"/>
                  <a:gd name="T9" fmla="*/ 13 h 18"/>
                  <a:gd name="T10" fmla="*/ 1 w 74"/>
                  <a:gd name="T11" fmla="*/ 18 h 18"/>
                  <a:gd name="T12" fmla="*/ 54 w 74"/>
                  <a:gd name="T13" fmla="*/ 18 h 18"/>
                  <a:gd name="T14" fmla="*/ 73 w 74"/>
                  <a:gd name="T15" fmla="*/ 18 h 18"/>
                  <a:gd name="T16" fmla="*/ 69 w 74"/>
                  <a:gd name="T17" fmla="*/ 7 h 18"/>
                  <a:gd name="T18" fmla="*/ 57 w 74"/>
                  <a:gd name="T19" fmla="*/ 11 h 18"/>
                  <a:gd name="T20" fmla="*/ 54 w 74"/>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18">
                    <a:moveTo>
                      <a:pt x="1" y="18"/>
                    </a:moveTo>
                    <a:cubicBezTo>
                      <a:pt x="18" y="18"/>
                      <a:pt x="18" y="18"/>
                      <a:pt x="18" y="18"/>
                    </a:cubicBezTo>
                    <a:cubicBezTo>
                      <a:pt x="18" y="14"/>
                      <a:pt x="18" y="8"/>
                      <a:pt x="18" y="6"/>
                    </a:cubicBezTo>
                    <a:cubicBezTo>
                      <a:pt x="18" y="0"/>
                      <a:pt x="14" y="6"/>
                      <a:pt x="7" y="6"/>
                    </a:cubicBezTo>
                    <a:cubicBezTo>
                      <a:pt x="1" y="6"/>
                      <a:pt x="0" y="9"/>
                      <a:pt x="0" y="13"/>
                    </a:cubicBezTo>
                    <a:cubicBezTo>
                      <a:pt x="0" y="14"/>
                      <a:pt x="0" y="16"/>
                      <a:pt x="1" y="18"/>
                    </a:cubicBezTo>
                    <a:close/>
                    <a:moveTo>
                      <a:pt x="54" y="18"/>
                    </a:moveTo>
                    <a:cubicBezTo>
                      <a:pt x="73" y="18"/>
                      <a:pt x="73" y="18"/>
                      <a:pt x="73" y="18"/>
                    </a:cubicBezTo>
                    <a:cubicBezTo>
                      <a:pt x="74" y="13"/>
                      <a:pt x="73" y="9"/>
                      <a:pt x="69" y="7"/>
                    </a:cubicBezTo>
                    <a:cubicBezTo>
                      <a:pt x="64" y="6"/>
                      <a:pt x="59" y="8"/>
                      <a:pt x="57" y="11"/>
                    </a:cubicBezTo>
                    <a:cubicBezTo>
                      <a:pt x="55" y="13"/>
                      <a:pt x="55" y="16"/>
                      <a:pt x="54" y="18"/>
                    </a:cubicBezTo>
                    <a:close/>
                  </a:path>
                </a:pathLst>
              </a:custGeom>
              <a:solidFill>
                <a:srgbClr val="D8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5" name="Freeform 484"/>
              <p:cNvSpPr>
                <a:spLocks noEditPoints="1"/>
              </p:cNvSpPr>
              <p:nvPr/>
            </p:nvSpPr>
            <p:spPr bwMode="auto">
              <a:xfrm>
                <a:off x="3974" y="1163"/>
                <a:ext cx="141" cy="39"/>
              </a:xfrm>
              <a:custGeom>
                <a:avLst/>
                <a:gdLst>
                  <a:gd name="T0" fmla="*/ 1 w 74"/>
                  <a:gd name="T1" fmla="*/ 20 h 20"/>
                  <a:gd name="T2" fmla="*/ 18 w 74"/>
                  <a:gd name="T3" fmla="*/ 20 h 20"/>
                  <a:gd name="T4" fmla="*/ 18 w 74"/>
                  <a:gd name="T5" fmla="*/ 6 h 20"/>
                  <a:gd name="T6" fmla="*/ 7 w 74"/>
                  <a:gd name="T7" fmla="*/ 6 h 20"/>
                  <a:gd name="T8" fmla="*/ 0 w 74"/>
                  <a:gd name="T9" fmla="*/ 13 h 20"/>
                  <a:gd name="T10" fmla="*/ 1 w 74"/>
                  <a:gd name="T11" fmla="*/ 20 h 20"/>
                  <a:gd name="T12" fmla="*/ 54 w 74"/>
                  <a:gd name="T13" fmla="*/ 20 h 20"/>
                  <a:gd name="T14" fmla="*/ 73 w 74"/>
                  <a:gd name="T15" fmla="*/ 20 h 20"/>
                  <a:gd name="T16" fmla="*/ 69 w 74"/>
                  <a:gd name="T17" fmla="*/ 7 h 20"/>
                  <a:gd name="T18" fmla="*/ 57 w 74"/>
                  <a:gd name="T19" fmla="*/ 11 h 20"/>
                  <a:gd name="T20" fmla="*/ 54 w 74"/>
                  <a:gd name="T2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20">
                    <a:moveTo>
                      <a:pt x="1" y="20"/>
                    </a:moveTo>
                    <a:cubicBezTo>
                      <a:pt x="18" y="20"/>
                      <a:pt x="18" y="20"/>
                      <a:pt x="18" y="20"/>
                    </a:cubicBezTo>
                    <a:cubicBezTo>
                      <a:pt x="18" y="15"/>
                      <a:pt x="18" y="9"/>
                      <a:pt x="18" y="6"/>
                    </a:cubicBezTo>
                    <a:cubicBezTo>
                      <a:pt x="18" y="0"/>
                      <a:pt x="14" y="6"/>
                      <a:pt x="7" y="6"/>
                    </a:cubicBezTo>
                    <a:cubicBezTo>
                      <a:pt x="1" y="6"/>
                      <a:pt x="0" y="9"/>
                      <a:pt x="0" y="13"/>
                    </a:cubicBezTo>
                    <a:cubicBezTo>
                      <a:pt x="0" y="14"/>
                      <a:pt x="0" y="16"/>
                      <a:pt x="1" y="20"/>
                    </a:cubicBezTo>
                    <a:close/>
                    <a:moveTo>
                      <a:pt x="54" y="20"/>
                    </a:moveTo>
                    <a:cubicBezTo>
                      <a:pt x="73" y="20"/>
                      <a:pt x="73" y="20"/>
                      <a:pt x="73" y="20"/>
                    </a:cubicBezTo>
                    <a:cubicBezTo>
                      <a:pt x="74" y="14"/>
                      <a:pt x="73" y="9"/>
                      <a:pt x="69" y="7"/>
                    </a:cubicBezTo>
                    <a:cubicBezTo>
                      <a:pt x="64" y="6"/>
                      <a:pt x="59" y="8"/>
                      <a:pt x="57" y="11"/>
                    </a:cubicBezTo>
                    <a:cubicBezTo>
                      <a:pt x="55" y="13"/>
                      <a:pt x="55" y="17"/>
                      <a:pt x="54" y="20"/>
                    </a:cubicBezTo>
                    <a:close/>
                  </a:path>
                </a:pathLst>
              </a:custGeom>
              <a:solidFill>
                <a:srgbClr val="D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6" name="Freeform 485"/>
              <p:cNvSpPr>
                <a:spLocks noEditPoints="1"/>
              </p:cNvSpPr>
              <p:nvPr/>
            </p:nvSpPr>
            <p:spPr bwMode="auto">
              <a:xfrm>
                <a:off x="3974" y="1163"/>
                <a:ext cx="141" cy="41"/>
              </a:xfrm>
              <a:custGeom>
                <a:avLst/>
                <a:gdLst>
                  <a:gd name="T0" fmla="*/ 1 w 74"/>
                  <a:gd name="T1" fmla="*/ 21 h 21"/>
                  <a:gd name="T2" fmla="*/ 18 w 74"/>
                  <a:gd name="T3" fmla="*/ 21 h 21"/>
                  <a:gd name="T4" fmla="*/ 18 w 74"/>
                  <a:gd name="T5" fmla="*/ 6 h 21"/>
                  <a:gd name="T6" fmla="*/ 7 w 74"/>
                  <a:gd name="T7" fmla="*/ 6 h 21"/>
                  <a:gd name="T8" fmla="*/ 0 w 74"/>
                  <a:gd name="T9" fmla="*/ 13 h 21"/>
                  <a:gd name="T10" fmla="*/ 1 w 74"/>
                  <a:gd name="T11" fmla="*/ 21 h 21"/>
                  <a:gd name="T12" fmla="*/ 54 w 74"/>
                  <a:gd name="T13" fmla="*/ 21 h 21"/>
                  <a:gd name="T14" fmla="*/ 72 w 74"/>
                  <a:gd name="T15" fmla="*/ 21 h 21"/>
                  <a:gd name="T16" fmla="*/ 69 w 74"/>
                  <a:gd name="T17" fmla="*/ 7 h 21"/>
                  <a:gd name="T18" fmla="*/ 57 w 74"/>
                  <a:gd name="T19" fmla="*/ 11 h 21"/>
                  <a:gd name="T20" fmla="*/ 54 w 74"/>
                  <a:gd name="T2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21">
                    <a:moveTo>
                      <a:pt x="1" y="21"/>
                    </a:moveTo>
                    <a:cubicBezTo>
                      <a:pt x="18" y="21"/>
                      <a:pt x="18" y="21"/>
                      <a:pt x="18" y="21"/>
                    </a:cubicBezTo>
                    <a:cubicBezTo>
                      <a:pt x="18" y="16"/>
                      <a:pt x="18" y="9"/>
                      <a:pt x="18" y="6"/>
                    </a:cubicBezTo>
                    <a:cubicBezTo>
                      <a:pt x="18" y="0"/>
                      <a:pt x="14" y="6"/>
                      <a:pt x="7" y="6"/>
                    </a:cubicBezTo>
                    <a:cubicBezTo>
                      <a:pt x="1" y="6"/>
                      <a:pt x="0" y="9"/>
                      <a:pt x="0" y="13"/>
                    </a:cubicBezTo>
                    <a:cubicBezTo>
                      <a:pt x="0" y="14"/>
                      <a:pt x="0" y="17"/>
                      <a:pt x="1" y="21"/>
                    </a:cubicBezTo>
                    <a:close/>
                    <a:moveTo>
                      <a:pt x="54" y="21"/>
                    </a:moveTo>
                    <a:cubicBezTo>
                      <a:pt x="72" y="21"/>
                      <a:pt x="72" y="21"/>
                      <a:pt x="72" y="21"/>
                    </a:cubicBezTo>
                    <a:cubicBezTo>
                      <a:pt x="74" y="15"/>
                      <a:pt x="74" y="9"/>
                      <a:pt x="69" y="7"/>
                    </a:cubicBezTo>
                    <a:cubicBezTo>
                      <a:pt x="64" y="6"/>
                      <a:pt x="59" y="8"/>
                      <a:pt x="57" y="11"/>
                    </a:cubicBezTo>
                    <a:cubicBezTo>
                      <a:pt x="55" y="13"/>
                      <a:pt x="54" y="18"/>
                      <a:pt x="54" y="21"/>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7" name="Freeform 486"/>
              <p:cNvSpPr>
                <a:spLocks noEditPoints="1"/>
              </p:cNvSpPr>
              <p:nvPr/>
            </p:nvSpPr>
            <p:spPr bwMode="auto">
              <a:xfrm>
                <a:off x="3974" y="1171"/>
                <a:ext cx="141" cy="35"/>
              </a:xfrm>
              <a:custGeom>
                <a:avLst/>
                <a:gdLst>
                  <a:gd name="T0" fmla="*/ 17 w 74"/>
                  <a:gd name="T1" fmla="*/ 0 h 18"/>
                  <a:gd name="T2" fmla="*/ 15 w 74"/>
                  <a:gd name="T3" fmla="*/ 0 h 18"/>
                  <a:gd name="T4" fmla="*/ 7 w 74"/>
                  <a:gd name="T5" fmla="*/ 2 h 18"/>
                  <a:gd name="T6" fmla="*/ 0 w 74"/>
                  <a:gd name="T7" fmla="*/ 9 h 18"/>
                  <a:gd name="T8" fmla="*/ 2 w 74"/>
                  <a:gd name="T9" fmla="*/ 18 h 18"/>
                  <a:gd name="T10" fmla="*/ 18 w 74"/>
                  <a:gd name="T11" fmla="*/ 18 h 18"/>
                  <a:gd name="T12" fmla="*/ 18 w 74"/>
                  <a:gd name="T13" fmla="*/ 2 h 18"/>
                  <a:gd name="T14" fmla="*/ 17 w 74"/>
                  <a:gd name="T15" fmla="*/ 0 h 18"/>
                  <a:gd name="T16" fmla="*/ 53 w 74"/>
                  <a:gd name="T17" fmla="*/ 18 h 18"/>
                  <a:gd name="T18" fmla="*/ 72 w 74"/>
                  <a:gd name="T19" fmla="*/ 18 h 18"/>
                  <a:gd name="T20" fmla="*/ 69 w 74"/>
                  <a:gd name="T21" fmla="*/ 3 h 18"/>
                  <a:gd name="T22" fmla="*/ 57 w 74"/>
                  <a:gd name="T23" fmla="*/ 7 h 18"/>
                  <a:gd name="T24" fmla="*/ 53 w 74"/>
                  <a:gd name="T25"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4" h="18">
                    <a:moveTo>
                      <a:pt x="17" y="0"/>
                    </a:moveTo>
                    <a:cubicBezTo>
                      <a:pt x="15" y="0"/>
                      <a:pt x="15" y="0"/>
                      <a:pt x="15" y="0"/>
                    </a:cubicBezTo>
                    <a:cubicBezTo>
                      <a:pt x="13" y="1"/>
                      <a:pt x="11" y="2"/>
                      <a:pt x="7" y="2"/>
                    </a:cubicBezTo>
                    <a:cubicBezTo>
                      <a:pt x="1" y="2"/>
                      <a:pt x="0" y="5"/>
                      <a:pt x="0" y="9"/>
                    </a:cubicBezTo>
                    <a:cubicBezTo>
                      <a:pt x="0" y="10"/>
                      <a:pt x="1" y="14"/>
                      <a:pt x="2" y="18"/>
                    </a:cubicBezTo>
                    <a:cubicBezTo>
                      <a:pt x="18" y="18"/>
                      <a:pt x="18" y="18"/>
                      <a:pt x="18" y="18"/>
                    </a:cubicBezTo>
                    <a:cubicBezTo>
                      <a:pt x="18" y="13"/>
                      <a:pt x="18" y="5"/>
                      <a:pt x="18" y="2"/>
                    </a:cubicBezTo>
                    <a:cubicBezTo>
                      <a:pt x="18" y="1"/>
                      <a:pt x="18" y="0"/>
                      <a:pt x="17" y="0"/>
                    </a:cubicBezTo>
                    <a:close/>
                    <a:moveTo>
                      <a:pt x="53" y="18"/>
                    </a:moveTo>
                    <a:cubicBezTo>
                      <a:pt x="72" y="18"/>
                      <a:pt x="72" y="18"/>
                      <a:pt x="72" y="18"/>
                    </a:cubicBezTo>
                    <a:cubicBezTo>
                      <a:pt x="74" y="12"/>
                      <a:pt x="74" y="5"/>
                      <a:pt x="69" y="3"/>
                    </a:cubicBezTo>
                    <a:cubicBezTo>
                      <a:pt x="64" y="2"/>
                      <a:pt x="59" y="4"/>
                      <a:pt x="57" y="7"/>
                    </a:cubicBezTo>
                    <a:cubicBezTo>
                      <a:pt x="55" y="10"/>
                      <a:pt x="54" y="15"/>
                      <a:pt x="53" y="18"/>
                    </a:cubicBezTo>
                    <a:close/>
                  </a:path>
                </a:pathLst>
              </a:custGeom>
              <a:solidFill>
                <a:srgbClr val="DB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8" name="Freeform 487"/>
              <p:cNvSpPr>
                <a:spLocks noEditPoints="1"/>
              </p:cNvSpPr>
              <p:nvPr/>
            </p:nvSpPr>
            <p:spPr bwMode="auto">
              <a:xfrm>
                <a:off x="3974" y="1173"/>
                <a:ext cx="141" cy="34"/>
              </a:xfrm>
              <a:custGeom>
                <a:avLst/>
                <a:gdLst>
                  <a:gd name="T0" fmla="*/ 18 w 74"/>
                  <a:gd name="T1" fmla="*/ 0 h 18"/>
                  <a:gd name="T2" fmla="*/ 12 w 74"/>
                  <a:gd name="T3" fmla="*/ 0 h 18"/>
                  <a:gd name="T4" fmla="*/ 7 w 74"/>
                  <a:gd name="T5" fmla="*/ 1 h 18"/>
                  <a:gd name="T6" fmla="*/ 0 w 74"/>
                  <a:gd name="T7" fmla="*/ 8 h 18"/>
                  <a:gd name="T8" fmla="*/ 2 w 74"/>
                  <a:gd name="T9" fmla="*/ 18 h 18"/>
                  <a:gd name="T10" fmla="*/ 18 w 74"/>
                  <a:gd name="T11" fmla="*/ 18 h 18"/>
                  <a:gd name="T12" fmla="*/ 18 w 74"/>
                  <a:gd name="T13" fmla="*/ 1 h 18"/>
                  <a:gd name="T14" fmla="*/ 18 w 74"/>
                  <a:gd name="T15" fmla="*/ 0 h 18"/>
                  <a:gd name="T16" fmla="*/ 53 w 74"/>
                  <a:gd name="T17" fmla="*/ 18 h 18"/>
                  <a:gd name="T18" fmla="*/ 71 w 74"/>
                  <a:gd name="T19" fmla="*/ 18 h 18"/>
                  <a:gd name="T20" fmla="*/ 72 w 74"/>
                  <a:gd name="T21" fmla="*/ 18 h 18"/>
                  <a:gd name="T22" fmla="*/ 69 w 74"/>
                  <a:gd name="T23" fmla="*/ 2 h 18"/>
                  <a:gd name="T24" fmla="*/ 57 w 74"/>
                  <a:gd name="T25" fmla="*/ 6 h 18"/>
                  <a:gd name="T26" fmla="*/ 53 w 74"/>
                  <a:gd name="T2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8">
                    <a:moveTo>
                      <a:pt x="18" y="0"/>
                    </a:moveTo>
                    <a:cubicBezTo>
                      <a:pt x="12" y="0"/>
                      <a:pt x="12" y="0"/>
                      <a:pt x="12" y="0"/>
                    </a:cubicBezTo>
                    <a:cubicBezTo>
                      <a:pt x="11" y="1"/>
                      <a:pt x="9" y="1"/>
                      <a:pt x="7" y="1"/>
                    </a:cubicBezTo>
                    <a:cubicBezTo>
                      <a:pt x="1" y="1"/>
                      <a:pt x="0" y="4"/>
                      <a:pt x="0" y="8"/>
                    </a:cubicBezTo>
                    <a:cubicBezTo>
                      <a:pt x="0" y="9"/>
                      <a:pt x="1" y="14"/>
                      <a:pt x="2" y="18"/>
                    </a:cubicBezTo>
                    <a:cubicBezTo>
                      <a:pt x="18" y="18"/>
                      <a:pt x="18" y="18"/>
                      <a:pt x="18" y="18"/>
                    </a:cubicBezTo>
                    <a:cubicBezTo>
                      <a:pt x="18" y="14"/>
                      <a:pt x="18" y="5"/>
                      <a:pt x="18" y="1"/>
                    </a:cubicBezTo>
                    <a:cubicBezTo>
                      <a:pt x="18" y="0"/>
                      <a:pt x="18" y="0"/>
                      <a:pt x="18" y="0"/>
                    </a:cubicBezTo>
                    <a:close/>
                    <a:moveTo>
                      <a:pt x="53" y="18"/>
                    </a:moveTo>
                    <a:cubicBezTo>
                      <a:pt x="71" y="18"/>
                      <a:pt x="71" y="18"/>
                      <a:pt x="71" y="18"/>
                    </a:cubicBezTo>
                    <a:cubicBezTo>
                      <a:pt x="72" y="18"/>
                      <a:pt x="72" y="18"/>
                      <a:pt x="72" y="18"/>
                    </a:cubicBezTo>
                    <a:cubicBezTo>
                      <a:pt x="74" y="11"/>
                      <a:pt x="74" y="4"/>
                      <a:pt x="69" y="2"/>
                    </a:cubicBezTo>
                    <a:cubicBezTo>
                      <a:pt x="64" y="1"/>
                      <a:pt x="59" y="3"/>
                      <a:pt x="57" y="6"/>
                    </a:cubicBezTo>
                    <a:cubicBezTo>
                      <a:pt x="54" y="9"/>
                      <a:pt x="54" y="16"/>
                      <a:pt x="53" y="18"/>
                    </a:cubicBezTo>
                    <a:close/>
                  </a:path>
                </a:pathLst>
              </a:custGeom>
              <a:solidFill>
                <a:srgbClr val="DCD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9" name="Freeform 488"/>
              <p:cNvSpPr>
                <a:spLocks noEditPoints="1"/>
              </p:cNvSpPr>
              <p:nvPr/>
            </p:nvSpPr>
            <p:spPr bwMode="auto">
              <a:xfrm>
                <a:off x="3974" y="1175"/>
                <a:ext cx="141" cy="36"/>
              </a:xfrm>
              <a:custGeom>
                <a:avLst/>
                <a:gdLst>
                  <a:gd name="T0" fmla="*/ 18 w 74"/>
                  <a:gd name="T1" fmla="*/ 0 h 19"/>
                  <a:gd name="T2" fmla="*/ 4 w 74"/>
                  <a:gd name="T3" fmla="*/ 0 h 19"/>
                  <a:gd name="T4" fmla="*/ 0 w 74"/>
                  <a:gd name="T5" fmla="*/ 7 h 19"/>
                  <a:gd name="T6" fmla="*/ 2 w 74"/>
                  <a:gd name="T7" fmla="*/ 19 h 19"/>
                  <a:gd name="T8" fmla="*/ 19 w 74"/>
                  <a:gd name="T9" fmla="*/ 19 h 19"/>
                  <a:gd name="T10" fmla="*/ 18 w 74"/>
                  <a:gd name="T11" fmla="*/ 0 h 19"/>
                  <a:gd name="T12" fmla="*/ 52 w 74"/>
                  <a:gd name="T13" fmla="*/ 19 h 19"/>
                  <a:gd name="T14" fmla="*/ 71 w 74"/>
                  <a:gd name="T15" fmla="*/ 19 h 19"/>
                  <a:gd name="T16" fmla="*/ 72 w 74"/>
                  <a:gd name="T17" fmla="*/ 17 h 19"/>
                  <a:gd name="T18" fmla="*/ 69 w 74"/>
                  <a:gd name="T19" fmla="*/ 1 h 19"/>
                  <a:gd name="T20" fmla="*/ 57 w 74"/>
                  <a:gd name="T21" fmla="*/ 5 h 19"/>
                  <a:gd name="T22" fmla="*/ 52 w 74"/>
                  <a:gd name="T23" fmla="*/ 18 h 19"/>
                  <a:gd name="T24" fmla="*/ 52 w 74"/>
                  <a:gd name="T25"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4" h="19">
                    <a:moveTo>
                      <a:pt x="18" y="0"/>
                    </a:moveTo>
                    <a:cubicBezTo>
                      <a:pt x="4" y="0"/>
                      <a:pt x="4" y="0"/>
                      <a:pt x="4" y="0"/>
                    </a:cubicBezTo>
                    <a:cubicBezTo>
                      <a:pt x="1" y="1"/>
                      <a:pt x="0" y="4"/>
                      <a:pt x="0" y="7"/>
                    </a:cubicBezTo>
                    <a:cubicBezTo>
                      <a:pt x="0" y="8"/>
                      <a:pt x="1" y="13"/>
                      <a:pt x="2" y="19"/>
                    </a:cubicBezTo>
                    <a:cubicBezTo>
                      <a:pt x="19" y="19"/>
                      <a:pt x="19" y="19"/>
                      <a:pt x="19" y="19"/>
                    </a:cubicBezTo>
                    <a:cubicBezTo>
                      <a:pt x="18" y="15"/>
                      <a:pt x="18" y="5"/>
                      <a:pt x="18" y="0"/>
                    </a:cubicBezTo>
                    <a:close/>
                    <a:moveTo>
                      <a:pt x="52" y="19"/>
                    </a:moveTo>
                    <a:cubicBezTo>
                      <a:pt x="71" y="19"/>
                      <a:pt x="71" y="19"/>
                      <a:pt x="71" y="19"/>
                    </a:cubicBezTo>
                    <a:cubicBezTo>
                      <a:pt x="71" y="18"/>
                      <a:pt x="71" y="17"/>
                      <a:pt x="72" y="17"/>
                    </a:cubicBezTo>
                    <a:cubicBezTo>
                      <a:pt x="74" y="10"/>
                      <a:pt x="74" y="3"/>
                      <a:pt x="69" y="1"/>
                    </a:cubicBezTo>
                    <a:cubicBezTo>
                      <a:pt x="64" y="0"/>
                      <a:pt x="59" y="2"/>
                      <a:pt x="57" y="5"/>
                    </a:cubicBezTo>
                    <a:cubicBezTo>
                      <a:pt x="54" y="8"/>
                      <a:pt x="54" y="17"/>
                      <a:pt x="52" y="18"/>
                    </a:cubicBezTo>
                    <a:cubicBezTo>
                      <a:pt x="52" y="18"/>
                      <a:pt x="52" y="19"/>
                      <a:pt x="52" y="19"/>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0" name="Freeform 489"/>
              <p:cNvSpPr>
                <a:spLocks noEditPoints="1"/>
              </p:cNvSpPr>
              <p:nvPr/>
            </p:nvSpPr>
            <p:spPr bwMode="auto">
              <a:xfrm>
                <a:off x="3974" y="1179"/>
                <a:ext cx="141" cy="34"/>
              </a:xfrm>
              <a:custGeom>
                <a:avLst/>
                <a:gdLst>
                  <a:gd name="T0" fmla="*/ 70 w 74"/>
                  <a:gd name="T1" fmla="*/ 0 h 18"/>
                  <a:gd name="T2" fmla="*/ 62 w 74"/>
                  <a:gd name="T3" fmla="*/ 0 h 18"/>
                  <a:gd name="T4" fmla="*/ 57 w 74"/>
                  <a:gd name="T5" fmla="*/ 3 h 18"/>
                  <a:gd name="T6" fmla="*/ 52 w 74"/>
                  <a:gd name="T7" fmla="*/ 16 h 18"/>
                  <a:gd name="T8" fmla="*/ 51 w 74"/>
                  <a:gd name="T9" fmla="*/ 18 h 18"/>
                  <a:gd name="T10" fmla="*/ 70 w 74"/>
                  <a:gd name="T11" fmla="*/ 18 h 18"/>
                  <a:gd name="T12" fmla="*/ 72 w 74"/>
                  <a:gd name="T13" fmla="*/ 15 h 18"/>
                  <a:gd name="T14" fmla="*/ 70 w 74"/>
                  <a:gd name="T15" fmla="*/ 0 h 18"/>
                  <a:gd name="T16" fmla="*/ 18 w 74"/>
                  <a:gd name="T17" fmla="*/ 0 h 18"/>
                  <a:gd name="T18" fmla="*/ 2 w 74"/>
                  <a:gd name="T19" fmla="*/ 0 h 18"/>
                  <a:gd name="T20" fmla="*/ 0 w 74"/>
                  <a:gd name="T21" fmla="*/ 5 h 18"/>
                  <a:gd name="T22" fmla="*/ 2 w 74"/>
                  <a:gd name="T23" fmla="*/ 18 h 18"/>
                  <a:gd name="T24" fmla="*/ 19 w 74"/>
                  <a:gd name="T25" fmla="*/ 18 h 18"/>
                  <a:gd name="T26" fmla="*/ 18 w 74"/>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8">
                    <a:moveTo>
                      <a:pt x="70" y="0"/>
                    </a:moveTo>
                    <a:cubicBezTo>
                      <a:pt x="62" y="0"/>
                      <a:pt x="62" y="0"/>
                      <a:pt x="62" y="0"/>
                    </a:cubicBezTo>
                    <a:cubicBezTo>
                      <a:pt x="60" y="1"/>
                      <a:pt x="58" y="2"/>
                      <a:pt x="57" y="3"/>
                    </a:cubicBezTo>
                    <a:cubicBezTo>
                      <a:pt x="54" y="6"/>
                      <a:pt x="54" y="15"/>
                      <a:pt x="52" y="16"/>
                    </a:cubicBezTo>
                    <a:cubicBezTo>
                      <a:pt x="52" y="17"/>
                      <a:pt x="51" y="17"/>
                      <a:pt x="51" y="18"/>
                    </a:cubicBezTo>
                    <a:cubicBezTo>
                      <a:pt x="70" y="18"/>
                      <a:pt x="70" y="18"/>
                      <a:pt x="70" y="18"/>
                    </a:cubicBezTo>
                    <a:cubicBezTo>
                      <a:pt x="71" y="17"/>
                      <a:pt x="71" y="16"/>
                      <a:pt x="72" y="15"/>
                    </a:cubicBezTo>
                    <a:cubicBezTo>
                      <a:pt x="74" y="8"/>
                      <a:pt x="74" y="2"/>
                      <a:pt x="70" y="0"/>
                    </a:cubicBezTo>
                    <a:close/>
                    <a:moveTo>
                      <a:pt x="18" y="0"/>
                    </a:moveTo>
                    <a:cubicBezTo>
                      <a:pt x="2" y="0"/>
                      <a:pt x="2" y="0"/>
                      <a:pt x="2" y="0"/>
                    </a:cubicBezTo>
                    <a:cubicBezTo>
                      <a:pt x="0" y="1"/>
                      <a:pt x="0" y="3"/>
                      <a:pt x="0" y="5"/>
                    </a:cubicBezTo>
                    <a:cubicBezTo>
                      <a:pt x="0" y="7"/>
                      <a:pt x="1" y="12"/>
                      <a:pt x="2" y="18"/>
                    </a:cubicBezTo>
                    <a:cubicBezTo>
                      <a:pt x="19" y="18"/>
                      <a:pt x="19" y="18"/>
                      <a:pt x="19" y="18"/>
                    </a:cubicBezTo>
                    <a:cubicBezTo>
                      <a:pt x="18" y="15"/>
                      <a:pt x="18" y="5"/>
                      <a:pt x="18"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1" name="Freeform 490"/>
              <p:cNvSpPr>
                <a:spLocks noEditPoints="1"/>
              </p:cNvSpPr>
              <p:nvPr/>
            </p:nvSpPr>
            <p:spPr bwMode="auto">
              <a:xfrm>
                <a:off x="3974" y="1181"/>
                <a:ext cx="141" cy="34"/>
              </a:xfrm>
              <a:custGeom>
                <a:avLst/>
                <a:gdLst>
                  <a:gd name="T0" fmla="*/ 72 w 74"/>
                  <a:gd name="T1" fmla="*/ 0 h 18"/>
                  <a:gd name="T2" fmla="*/ 59 w 74"/>
                  <a:gd name="T3" fmla="*/ 0 h 18"/>
                  <a:gd name="T4" fmla="*/ 57 w 74"/>
                  <a:gd name="T5" fmla="*/ 2 h 18"/>
                  <a:gd name="T6" fmla="*/ 52 w 74"/>
                  <a:gd name="T7" fmla="*/ 15 h 18"/>
                  <a:gd name="T8" fmla="*/ 50 w 74"/>
                  <a:gd name="T9" fmla="*/ 18 h 18"/>
                  <a:gd name="T10" fmla="*/ 69 w 74"/>
                  <a:gd name="T11" fmla="*/ 18 h 18"/>
                  <a:gd name="T12" fmla="*/ 72 w 74"/>
                  <a:gd name="T13" fmla="*/ 14 h 18"/>
                  <a:gd name="T14" fmla="*/ 72 w 74"/>
                  <a:gd name="T15" fmla="*/ 0 h 18"/>
                  <a:gd name="T16" fmla="*/ 18 w 74"/>
                  <a:gd name="T17" fmla="*/ 0 h 18"/>
                  <a:gd name="T18" fmla="*/ 1 w 74"/>
                  <a:gd name="T19" fmla="*/ 0 h 18"/>
                  <a:gd name="T20" fmla="*/ 0 w 74"/>
                  <a:gd name="T21" fmla="*/ 4 h 18"/>
                  <a:gd name="T22" fmla="*/ 3 w 74"/>
                  <a:gd name="T23" fmla="*/ 18 h 18"/>
                  <a:gd name="T24" fmla="*/ 20 w 74"/>
                  <a:gd name="T25" fmla="*/ 18 h 18"/>
                  <a:gd name="T26" fmla="*/ 20 w 74"/>
                  <a:gd name="T27" fmla="*/ 18 h 18"/>
                  <a:gd name="T28" fmla="*/ 18 w 7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4" h="18">
                    <a:moveTo>
                      <a:pt x="72" y="0"/>
                    </a:moveTo>
                    <a:cubicBezTo>
                      <a:pt x="59" y="0"/>
                      <a:pt x="59" y="0"/>
                      <a:pt x="59" y="0"/>
                    </a:cubicBezTo>
                    <a:cubicBezTo>
                      <a:pt x="58" y="1"/>
                      <a:pt x="57" y="2"/>
                      <a:pt x="57" y="2"/>
                    </a:cubicBezTo>
                    <a:cubicBezTo>
                      <a:pt x="54" y="5"/>
                      <a:pt x="54" y="14"/>
                      <a:pt x="52" y="15"/>
                    </a:cubicBezTo>
                    <a:cubicBezTo>
                      <a:pt x="51" y="16"/>
                      <a:pt x="51" y="17"/>
                      <a:pt x="50" y="18"/>
                    </a:cubicBezTo>
                    <a:cubicBezTo>
                      <a:pt x="69" y="18"/>
                      <a:pt x="69" y="18"/>
                      <a:pt x="69" y="18"/>
                    </a:cubicBezTo>
                    <a:cubicBezTo>
                      <a:pt x="70" y="17"/>
                      <a:pt x="71" y="15"/>
                      <a:pt x="72" y="14"/>
                    </a:cubicBezTo>
                    <a:cubicBezTo>
                      <a:pt x="74" y="8"/>
                      <a:pt x="74" y="3"/>
                      <a:pt x="72" y="0"/>
                    </a:cubicBezTo>
                    <a:close/>
                    <a:moveTo>
                      <a:pt x="18" y="0"/>
                    </a:moveTo>
                    <a:cubicBezTo>
                      <a:pt x="1" y="0"/>
                      <a:pt x="1" y="0"/>
                      <a:pt x="1" y="0"/>
                    </a:cubicBezTo>
                    <a:cubicBezTo>
                      <a:pt x="0" y="1"/>
                      <a:pt x="0" y="2"/>
                      <a:pt x="0" y="4"/>
                    </a:cubicBezTo>
                    <a:cubicBezTo>
                      <a:pt x="0" y="6"/>
                      <a:pt x="1" y="12"/>
                      <a:pt x="3" y="18"/>
                    </a:cubicBezTo>
                    <a:cubicBezTo>
                      <a:pt x="20" y="18"/>
                      <a:pt x="20" y="18"/>
                      <a:pt x="20" y="18"/>
                    </a:cubicBezTo>
                    <a:cubicBezTo>
                      <a:pt x="20" y="18"/>
                      <a:pt x="20" y="18"/>
                      <a:pt x="20" y="18"/>
                    </a:cubicBezTo>
                    <a:cubicBezTo>
                      <a:pt x="18" y="16"/>
                      <a:pt x="18" y="6"/>
                      <a:pt x="18"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2" name="Freeform 491"/>
              <p:cNvSpPr>
                <a:spLocks noEditPoints="1"/>
              </p:cNvSpPr>
              <p:nvPr/>
            </p:nvSpPr>
            <p:spPr bwMode="auto">
              <a:xfrm>
                <a:off x="3974" y="1183"/>
                <a:ext cx="141" cy="36"/>
              </a:xfrm>
              <a:custGeom>
                <a:avLst/>
                <a:gdLst>
                  <a:gd name="T0" fmla="*/ 72 w 74"/>
                  <a:gd name="T1" fmla="*/ 0 h 19"/>
                  <a:gd name="T2" fmla="*/ 58 w 74"/>
                  <a:gd name="T3" fmla="*/ 0 h 19"/>
                  <a:gd name="T4" fmla="*/ 57 w 74"/>
                  <a:gd name="T5" fmla="*/ 1 h 19"/>
                  <a:gd name="T6" fmla="*/ 52 w 74"/>
                  <a:gd name="T7" fmla="*/ 14 h 19"/>
                  <a:gd name="T8" fmla="*/ 50 w 74"/>
                  <a:gd name="T9" fmla="*/ 19 h 19"/>
                  <a:gd name="T10" fmla="*/ 69 w 74"/>
                  <a:gd name="T11" fmla="*/ 19 h 19"/>
                  <a:gd name="T12" fmla="*/ 72 w 74"/>
                  <a:gd name="T13" fmla="*/ 13 h 19"/>
                  <a:gd name="T14" fmla="*/ 72 w 74"/>
                  <a:gd name="T15" fmla="*/ 0 h 19"/>
                  <a:gd name="T16" fmla="*/ 18 w 74"/>
                  <a:gd name="T17" fmla="*/ 0 h 19"/>
                  <a:gd name="T18" fmla="*/ 0 w 74"/>
                  <a:gd name="T19" fmla="*/ 0 h 19"/>
                  <a:gd name="T20" fmla="*/ 0 w 74"/>
                  <a:gd name="T21" fmla="*/ 3 h 19"/>
                  <a:gd name="T22" fmla="*/ 3 w 74"/>
                  <a:gd name="T23" fmla="*/ 19 h 19"/>
                  <a:gd name="T24" fmla="*/ 20 w 74"/>
                  <a:gd name="T25" fmla="*/ 19 h 19"/>
                  <a:gd name="T26" fmla="*/ 20 w 74"/>
                  <a:gd name="T27" fmla="*/ 17 h 19"/>
                  <a:gd name="T28" fmla="*/ 18 w 74"/>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4" h="19">
                    <a:moveTo>
                      <a:pt x="72" y="0"/>
                    </a:moveTo>
                    <a:cubicBezTo>
                      <a:pt x="58" y="0"/>
                      <a:pt x="58" y="0"/>
                      <a:pt x="58" y="0"/>
                    </a:cubicBezTo>
                    <a:cubicBezTo>
                      <a:pt x="57" y="1"/>
                      <a:pt x="57" y="1"/>
                      <a:pt x="57" y="1"/>
                    </a:cubicBezTo>
                    <a:cubicBezTo>
                      <a:pt x="54" y="4"/>
                      <a:pt x="54" y="13"/>
                      <a:pt x="52" y="14"/>
                    </a:cubicBezTo>
                    <a:cubicBezTo>
                      <a:pt x="51" y="15"/>
                      <a:pt x="50" y="16"/>
                      <a:pt x="50" y="19"/>
                    </a:cubicBezTo>
                    <a:cubicBezTo>
                      <a:pt x="69" y="19"/>
                      <a:pt x="69" y="19"/>
                      <a:pt x="69" y="19"/>
                    </a:cubicBezTo>
                    <a:cubicBezTo>
                      <a:pt x="70" y="17"/>
                      <a:pt x="71" y="15"/>
                      <a:pt x="72" y="13"/>
                    </a:cubicBezTo>
                    <a:cubicBezTo>
                      <a:pt x="73" y="8"/>
                      <a:pt x="74" y="3"/>
                      <a:pt x="72" y="0"/>
                    </a:cubicBezTo>
                    <a:close/>
                    <a:moveTo>
                      <a:pt x="18" y="0"/>
                    </a:moveTo>
                    <a:cubicBezTo>
                      <a:pt x="0" y="0"/>
                      <a:pt x="0" y="0"/>
                      <a:pt x="0" y="0"/>
                    </a:cubicBezTo>
                    <a:cubicBezTo>
                      <a:pt x="0" y="1"/>
                      <a:pt x="0" y="2"/>
                      <a:pt x="0" y="3"/>
                    </a:cubicBezTo>
                    <a:cubicBezTo>
                      <a:pt x="0" y="5"/>
                      <a:pt x="1" y="12"/>
                      <a:pt x="3" y="19"/>
                    </a:cubicBezTo>
                    <a:cubicBezTo>
                      <a:pt x="20" y="19"/>
                      <a:pt x="20" y="19"/>
                      <a:pt x="20" y="19"/>
                    </a:cubicBezTo>
                    <a:cubicBezTo>
                      <a:pt x="20" y="18"/>
                      <a:pt x="20" y="17"/>
                      <a:pt x="20" y="17"/>
                    </a:cubicBezTo>
                    <a:cubicBezTo>
                      <a:pt x="18" y="15"/>
                      <a:pt x="18" y="7"/>
                      <a:pt x="18" y="0"/>
                    </a:cubicBezTo>
                    <a:close/>
                  </a:path>
                </a:pathLst>
              </a:custGeom>
              <a:solidFill>
                <a:srgbClr val="DFDE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3" name="Freeform 492"/>
              <p:cNvSpPr>
                <a:spLocks noEditPoints="1"/>
              </p:cNvSpPr>
              <p:nvPr/>
            </p:nvSpPr>
            <p:spPr bwMode="auto">
              <a:xfrm>
                <a:off x="3974" y="1186"/>
                <a:ext cx="141" cy="35"/>
              </a:xfrm>
              <a:custGeom>
                <a:avLst/>
                <a:gdLst>
                  <a:gd name="T0" fmla="*/ 73 w 74"/>
                  <a:gd name="T1" fmla="*/ 0 h 18"/>
                  <a:gd name="T2" fmla="*/ 56 w 74"/>
                  <a:gd name="T3" fmla="*/ 0 h 18"/>
                  <a:gd name="T4" fmla="*/ 52 w 74"/>
                  <a:gd name="T5" fmla="*/ 12 h 18"/>
                  <a:gd name="T6" fmla="*/ 50 w 74"/>
                  <a:gd name="T7" fmla="*/ 18 h 18"/>
                  <a:gd name="T8" fmla="*/ 68 w 74"/>
                  <a:gd name="T9" fmla="*/ 18 h 18"/>
                  <a:gd name="T10" fmla="*/ 72 w 74"/>
                  <a:gd name="T11" fmla="*/ 11 h 18"/>
                  <a:gd name="T12" fmla="*/ 73 w 74"/>
                  <a:gd name="T13" fmla="*/ 0 h 18"/>
                  <a:gd name="T14" fmla="*/ 18 w 74"/>
                  <a:gd name="T15" fmla="*/ 0 h 18"/>
                  <a:gd name="T16" fmla="*/ 0 w 74"/>
                  <a:gd name="T17" fmla="*/ 0 h 18"/>
                  <a:gd name="T18" fmla="*/ 0 w 74"/>
                  <a:gd name="T19" fmla="*/ 1 h 18"/>
                  <a:gd name="T20" fmla="*/ 3 w 74"/>
                  <a:gd name="T21" fmla="*/ 18 h 18"/>
                  <a:gd name="T22" fmla="*/ 20 w 74"/>
                  <a:gd name="T23" fmla="*/ 18 h 18"/>
                  <a:gd name="T24" fmla="*/ 20 w 74"/>
                  <a:gd name="T25" fmla="*/ 15 h 18"/>
                  <a:gd name="T26" fmla="*/ 18 w 74"/>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8">
                    <a:moveTo>
                      <a:pt x="73" y="0"/>
                    </a:moveTo>
                    <a:cubicBezTo>
                      <a:pt x="56" y="0"/>
                      <a:pt x="56" y="0"/>
                      <a:pt x="56" y="0"/>
                    </a:cubicBezTo>
                    <a:cubicBezTo>
                      <a:pt x="54" y="3"/>
                      <a:pt x="54" y="11"/>
                      <a:pt x="52" y="12"/>
                    </a:cubicBezTo>
                    <a:cubicBezTo>
                      <a:pt x="51" y="13"/>
                      <a:pt x="50" y="15"/>
                      <a:pt x="50" y="18"/>
                    </a:cubicBezTo>
                    <a:cubicBezTo>
                      <a:pt x="68" y="18"/>
                      <a:pt x="68" y="18"/>
                      <a:pt x="68" y="18"/>
                    </a:cubicBezTo>
                    <a:cubicBezTo>
                      <a:pt x="69" y="16"/>
                      <a:pt x="70" y="13"/>
                      <a:pt x="72" y="11"/>
                    </a:cubicBezTo>
                    <a:cubicBezTo>
                      <a:pt x="73" y="7"/>
                      <a:pt x="74" y="3"/>
                      <a:pt x="73" y="0"/>
                    </a:cubicBezTo>
                    <a:close/>
                    <a:moveTo>
                      <a:pt x="18" y="0"/>
                    </a:moveTo>
                    <a:cubicBezTo>
                      <a:pt x="0" y="0"/>
                      <a:pt x="0" y="0"/>
                      <a:pt x="0" y="0"/>
                    </a:cubicBezTo>
                    <a:cubicBezTo>
                      <a:pt x="0" y="0"/>
                      <a:pt x="0" y="0"/>
                      <a:pt x="0" y="1"/>
                    </a:cubicBezTo>
                    <a:cubicBezTo>
                      <a:pt x="0" y="3"/>
                      <a:pt x="2" y="11"/>
                      <a:pt x="3" y="18"/>
                    </a:cubicBezTo>
                    <a:cubicBezTo>
                      <a:pt x="20" y="18"/>
                      <a:pt x="20" y="18"/>
                      <a:pt x="20" y="18"/>
                    </a:cubicBezTo>
                    <a:cubicBezTo>
                      <a:pt x="20" y="16"/>
                      <a:pt x="20" y="15"/>
                      <a:pt x="20" y="15"/>
                    </a:cubicBezTo>
                    <a:cubicBezTo>
                      <a:pt x="18" y="13"/>
                      <a:pt x="18" y="6"/>
                      <a:pt x="18"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4" name="Freeform 493"/>
              <p:cNvSpPr>
                <a:spLocks noEditPoints="1"/>
              </p:cNvSpPr>
              <p:nvPr/>
            </p:nvSpPr>
            <p:spPr bwMode="auto">
              <a:xfrm>
                <a:off x="3974" y="1188"/>
                <a:ext cx="141" cy="35"/>
              </a:xfrm>
              <a:custGeom>
                <a:avLst/>
                <a:gdLst>
                  <a:gd name="T0" fmla="*/ 73 w 74"/>
                  <a:gd name="T1" fmla="*/ 0 h 18"/>
                  <a:gd name="T2" fmla="*/ 56 w 74"/>
                  <a:gd name="T3" fmla="*/ 0 h 18"/>
                  <a:gd name="T4" fmla="*/ 52 w 74"/>
                  <a:gd name="T5" fmla="*/ 11 h 18"/>
                  <a:gd name="T6" fmla="*/ 50 w 74"/>
                  <a:gd name="T7" fmla="*/ 18 h 18"/>
                  <a:gd name="T8" fmla="*/ 68 w 74"/>
                  <a:gd name="T9" fmla="*/ 18 h 18"/>
                  <a:gd name="T10" fmla="*/ 72 w 74"/>
                  <a:gd name="T11" fmla="*/ 10 h 18"/>
                  <a:gd name="T12" fmla="*/ 73 w 74"/>
                  <a:gd name="T13" fmla="*/ 0 h 18"/>
                  <a:gd name="T14" fmla="*/ 18 w 74"/>
                  <a:gd name="T15" fmla="*/ 0 h 18"/>
                  <a:gd name="T16" fmla="*/ 0 w 74"/>
                  <a:gd name="T17" fmla="*/ 0 h 18"/>
                  <a:gd name="T18" fmla="*/ 4 w 74"/>
                  <a:gd name="T19" fmla="*/ 18 h 18"/>
                  <a:gd name="T20" fmla="*/ 20 w 74"/>
                  <a:gd name="T21" fmla="*/ 18 h 18"/>
                  <a:gd name="T22" fmla="*/ 20 w 74"/>
                  <a:gd name="T23" fmla="*/ 14 h 18"/>
                  <a:gd name="T24" fmla="*/ 18 w 74"/>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4" h="18">
                    <a:moveTo>
                      <a:pt x="73" y="0"/>
                    </a:moveTo>
                    <a:cubicBezTo>
                      <a:pt x="56" y="0"/>
                      <a:pt x="56" y="0"/>
                      <a:pt x="56" y="0"/>
                    </a:cubicBezTo>
                    <a:cubicBezTo>
                      <a:pt x="54" y="4"/>
                      <a:pt x="54" y="10"/>
                      <a:pt x="52" y="11"/>
                    </a:cubicBezTo>
                    <a:cubicBezTo>
                      <a:pt x="51" y="12"/>
                      <a:pt x="50" y="15"/>
                      <a:pt x="50" y="18"/>
                    </a:cubicBezTo>
                    <a:cubicBezTo>
                      <a:pt x="68" y="18"/>
                      <a:pt x="68" y="18"/>
                      <a:pt x="68" y="18"/>
                    </a:cubicBezTo>
                    <a:cubicBezTo>
                      <a:pt x="69" y="16"/>
                      <a:pt x="70" y="13"/>
                      <a:pt x="72" y="10"/>
                    </a:cubicBezTo>
                    <a:cubicBezTo>
                      <a:pt x="73" y="6"/>
                      <a:pt x="74" y="3"/>
                      <a:pt x="73" y="0"/>
                    </a:cubicBezTo>
                    <a:close/>
                    <a:moveTo>
                      <a:pt x="18" y="0"/>
                    </a:moveTo>
                    <a:cubicBezTo>
                      <a:pt x="0" y="0"/>
                      <a:pt x="0" y="0"/>
                      <a:pt x="0" y="0"/>
                    </a:cubicBezTo>
                    <a:cubicBezTo>
                      <a:pt x="0" y="2"/>
                      <a:pt x="2" y="11"/>
                      <a:pt x="4" y="18"/>
                    </a:cubicBezTo>
                    <a:cubicBezTo>
                      <a:pt x="20" y="18"/>
                      <a:pt x="20" y="18"/>
                      <a:pt x="20" y="18"/>
                    </a:cubicBezTo>
                    <a:cubicBezTo>
                      <a:pt x="20" y="16"/>
                      <a:pt x="20" y="14"/>
                      <a:pt x="20" y="14"/>
                    </a:cubicBezTo>
                    <a:cubicBezTo>
                      <a:pt x="18" y="12"/>
                      <a:pt x="18" y="6"/>
                      <a:pt x="18"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5" name="Freeform 494"/>
              <p:cNvSpPr>
                <a:spLocks noEditPoints="1"/>
              </p:cNvSpPr>
              <p:nvPr/>
            </p:nvSpPr>
            <p:spPr bwMode="auto">
              <a:xfrm>
                <a:off x="3974" y="1190"/>
                <a:ext cx="139" cy="35"/>
              </a:xfrm>
              <a:custGeom>
                <a:avLst/>
                <a:gdLst>
                  <a:gd name="T0" fmla="*/ 73 w 73"/>
                  <a:gd name="T1" fmla="*/ 0 h 18"/>
                  <a:gd name="T2" fmla="*/ 55 w 73"/>
                  <a:gd name="T3" fmla="*/ 0 h 18"/>
                  <a:gd name="T4" fmla="*/ 52 w 73"/>
                  <a:gd name="T5" fmla="*/ 10 h 18"/>
                  <a:gd name="T6" fmla="*/ 50 w 73"/>
                  <a:gd name="T7" fmla="*/ 18 h 18"/>
                  <a:gd name="T8" fmla="*/ 67 w 73"/>
                  <a:gd name="T9" fmla="*/ 18 h 18"/>
                  <a:gd name="T10" fmla="*/ 72 w 73"/>
                  <a:gd name="T11" fmla="*/ 9 h 18"/>
                  <a:gd name="T12" fmla="*/ 73 w 73"/>
                  <a:gd name="T13" fmla="*/ 0 h 18"/>
                  <a:gd name="T14" fmla="*/ 18 w 73"/>
                  <a:gd name="T15" fmla="*/ 0 h 18"/>
                  <a:gd name="T16" fmla="*/ 0 w 73"/>
                  <a:gd name="T17" fmla="*/ 0 h 18"/>
                  <a:gd name="T18" fmla="*/ 4 w 73"/>
                  <a:gd name="T19" fmla="*/ 18 h 18"/>
                  <a:gd name="T20" fmla="*/ 20 w 73"/>
                  <a:gd name="T21" fmla="*/ 18 h 18"/>
                  <a:gd name="T22" fmla="*/ 20 w 73"/>
                  <a:gd name="T23" fmla="*/ 13 h 18"/>
                  <a:gd name="T24" fmla="*/ 18 w 73"/>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3" h="18">
                    <a:moveTo>
                      <a:pt x="73" y="0"/>
                    </a:moveTo>
                    <a:cubicBezTo>
                      <a:pt x="55" y="0"/>
                      <a:pt x="55" y="0"/>
                      <a:pt x="55" y="0"/>
                    </a:cubicBezTo>
                    <a:cubicBezTo>
                      <a:pt x="54" y="4"/>
                      <a:pt x="54" y="9"/>
                      <a:pt x="52" y="10"/>
                    </a:cubicBezTo>
                    <a:cubicBezTo>
                      <a:pt x="50" y="11"/>
                      <a:pt x="50" y="14"/>
                      <a:pt x="50" y="18"/>
                    </a:cubicBezTo>
                    <a:cubicBezTo>
                      <a:pt x="67" y="18"/>
                      <a:pt x="67" y="18"/>
                      <a:pt x="67" y="18"/>
                    </a:cubicBezTo>
                    <a:cubicBezTo>
                      <a:pt x="68" y="16"/>
                      <a:pt x="70" y="13"/>
                      <a:pt x="72" y="9"/>
                    </a:cubicBezTo>
                    <a:cubicBezTo>
                      <a:pt x="73" y="6"/>
                      <a:pt x="73" y="3"/>
                      <a:pt x="73" y="0"/>
                    </a:cubicBezTo>
                    <a:close/>
                    <a:moveTo>
                      <a:pt x="18" y="0"/>
                    </a:moveTo>
                    <a:cubicBezTo>
                      <a:pt x="0" y="0"/>
                      <a:pt x="0" y="0"/>
                      <a:pt x="0" y="0"/>
                    </a:cubicBezTo>
                    <a:cubicBezTo>
                      <a:pt x="0" y="4"/>
                      <a:pt x="2" y="12"/>
                      <a:pt x="4" y="18"/>
                    </a:cubicBezTo>
                    <a:cubicBezTo>
                      <a:pt x="20" y="18"/>
                      <a:pt x="20" y="18"/>
                      <a:pt x="20" y="18"/>
                    </a:cubicBezTo>
                    <a:cubicBezTo>
                      <a:pt x="20" y="16"/>
                      <a:pt x="21" y="14"/>
                      <a:pt x="20" y="13"/>
                    </a:cubicBezTo>
                    <a:cubicBezTo>
                      <a:pt x="18" y="12"/>
                      <a:pt x="18" y="6"/>
                      <a:pt x="18"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6" name="Freeform 495"/>
              <p:cNvSpPr>
                <a:spLocks noEditPoints="1"/>
              </p:cNvSpPr>
              <p:nvPr/>
            </p:nvSpPr>
            <p:spPr bwMode="auto">
              <a:xfrm>
                <a:off x="3974" y="1192"/>
                <a:ext cx="139" cy="36"/>
              </a:xfrm>
              <a:custGeom>
                <a:avLst/>
                <a:gdLst>
                  <a:gd name="T0" fmla="*/ 73 w 73"/>
                  <a:gd name="T1" fmla="*/ 0 h 19"/>
                  <a:gd name="T2" fmla="*/ 55 w 73"/>
                  <a:gd name="T3" fmla="*/ 0 h 19"/>
                  <a:gd name="T4" fmla="*/ 52 w 73"/>
                  <a:gd name="T5" fmla="*/ 9 h 19"/>
                  <a:gd name="T6" fmla="*/ 50 w 73"/>
                  <a:gd name="T7" fmla="*/ 19 h 19"/>
                  <a:gd name="T8" fmla="*/ 67 w 73"/>
                  <a:gd name="T9" fmla="*/ 19 h 19"/>
                  <a:gd name="T10" fmla="*/ 72 w 73"/>
                  <a:gd name="T11" fmla="*/ 8 h 19"/>
                  <a:gd name="T12" fmla="*/ 73 w 73"/>
                  <a:gd name="T13" fmla="*/ 0 h 19"/>
                  <a:gd name="T14" fmla="*/ 18 w 73"/>
                  <a:gd name="T15" fmla="*/ 0 h 19"/>
                  <a:gd name="T16" fmla="*/ 0 w 73"/>
                  <a:gd name="T17" fmla="*/ 0 h 19"/>
                  <a:gd name="T18" fmla="*/ 4 w 73"/>
                  <a:gd name="T19" fmla="*/ 19 h 19"/>
                  <a:gd name="T20" fmla="*/ 20 w 73"/>
                  <a:gd name="T21" fmla="*/ 19 h 19"/>
                  <a:gd name="T22" fmla="*/ 20 w 73"/>
                  <a:gd name="T23" fmla="*/ 12 h 19"/>
                  <a:gd name="T24" fmla="*/ 18 w 73"/>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3" h="19">
                    <a:moveTo>
                      <a:pt x="73" y="0"/>
                    </a:moveTo>
                    <a:cubicBezTo>
                      <a:pt x="55" y="0"/>
                      <a:pt x="55" y="0"/>
                      <a:pt x="55" y="0"/>
                    </a:cubicBezTo>
                    <a:cubicBezTo>
                      <a:pt x="54" y="4"/>
                      <a:pt x="54" y="8"/>
                      <a:pt x="52" y="9"/>
                    </a:cubicBezTo>
                    <a:cubicBezTo>
                      <a:pt x="50" y="10"/>
                      <a:pt x="50" y="14"/>
                      <a:pt x="50" y="19"/>
                    </a:cubicBezTo>
                    <a:cubicBezTo>
                      <a:pt x="67" y="19"/>
                      <a:pt x="67" y="19"/>
                      <a:pt x="67" y="19"/>
                    </a:cubicBezTo>
                    <a:cubicBezTo>
                      <a:pt x="67" y="16"/>
                      <a:pt x="70" y="12"/>
                      <a:pt x="72" y="8"/>
                    </a:cubicBezTo>
                    <a:cubicBezTo>
                      <a:pt x="73" y="5"/>
                      <a:pt x="73" y="3"/>
                      <a:pt x="73" y="0"/>
                    </a:cubicBezTo>
                    <a:close/>
                    <a:moveTo>
                      <a:pt x="18" y="0"/>
                    </a:moveTo>
                    <a:cubicBezTo>
                      <a:pt x="0" y="0"/>
                      <a:pt x="0" y="0"/>
                      <a:pt x="0" y="0"/>
                    </a:cubicBezTo>
                    <a:cubicBezTo>
                      <a:pt x="1" y="5"/>
                      <a:pt x="3" y="13"/>
                      <a:pt x="4" y="19"/>
                    </a:cubicBezTo>
                    <a:cubicBezTo>
                      <a:pt x="20" y="19"/>
                      <a:pt x="20" y="19"/>
                      <a:pt x="20" y="19"/>
                    </a:cubicBezTo>
                    <a:cubicBezTo>
                      <a:pt x="20" y="16"/>
                      <a:pt x="21" y="13"/>
                      <a:pt x="20" y="12"/>
                    </a:cubicBezTo>
                    <a:cubicBezTo>
                      <a:pt x="18" y="11"/>
                      <a:pt x="18" y="6"/>
                      <a:pt x="18" y="0"/>
                    </a:cubicBezTo>
                    <a:close/>
                  </a:path>
                </a:pathLst>
              </a:custGeom>
              <a:solidFill>
                <a:srgbClr val="E3E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7" name="Freeform 496"/>
              <p:cNvSpPr>
                <a:spLocks noEditPoints="1"/>
              </p:cNvSpPr>
              <p:nvPr/>
            </p:nvSpPr>
            <p:spPr bwMode="auto">
              <a:xfrm>
                <a:off x="3974" y="1196"/>
                <a:ext cx="139" cy="34"/>
              </a:xfrm>
              <a:custGeom>
                <a:avLst/>
                <a:gdLst>
                  <a:gd name="T0" fmla="*/ 73 w 73"/>
                  <a:gd name="T1" fmla="*/ 0 h 18"/>
                  <a:gd name="T2" fmla="*/ 55 w 73"/>
                  <a:gd name="T3" fmla="*/ 0 h 18"/>
                  <a:gd name="T4" fmla="*/ 52 w 73"/>
                  <a:gd name="T5" fmla="*/ 7 h 18"/>
                  <a:gd name="T6" fmla="*/ 50 w 73"/>
                  <a:gd name="T7" fmla="*/ 18 h 18"/>
                  <a:gd name="T8" fmla="*/ 50 w 73"/>
                  <a:gd name="T9" fmla="*/ 18 h 18"/>
                  <a:gd name="T10" fmla="*/ 67 w 73"/>
                  <a:gd name="T11" fmla="*/ 18 h 18"/>
                  <a:gd name="T12" fmla="*/ 72 w 73"/>
                  <a:gd name="T13" fmla="*/ 6 h 18"/>
                  <a:gd name="T14" fmla="*/ 73 w 73"/>
                  <a:gd name="T15" fmla="*/ 0 h 18"/>
                  <a:gd name="T16" fmla="*/ 18 w 73"/>
                  <a:gd name="T17" fmla="*/ 0 h 18"/>
                  <a:gd name="T18" fmla="*/ 0 w 73"/>
                  <a:gd name="T19" fmla="*/ 0 h 18"/>
                  <a:gd name="T20" fmla="*/ 5 w 73"/>
                  <a:gd name="T21" fmla="*/ 18 h 18"/>
                  <a:gd name="T22" fmla="*/ 20 w 73"/>
                  <a:gd name="T23" fmla="*/ 18 h 18"/>
                  <a:gd name="T24" fmla="*/ 20 w 73"/>
                  <a:gd name="T25" fmla="*/ 10 h 18"/>
                  <a:gd name="T26" fmla="*/ 18 w 73"/>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18">
                    <a:moveTo>
                      <a:pt x="73" y="0"/>
                    </a:moveTo>
                    <a:cubicBezTo>
                      <a:pt x="55" y="0"/>
                      <a:pt x="55" y="0"/>
                      <a:pt x="55" y="0"/>
                    </a:cubicBezTo>
                    <a:cubicBezTo>
                      <a:pt x="54" y="3"/>
                      <a:pt x="54" y="7"/>
                      <a:pt x="52" y="7"/>
                    </a:cubicBezTo>
                    <a:cubicBezTo>
                      <a:pt x="50" y="8"/>
                      <a:pt x="50" y="13"/>
                      <a:pt x="50" y="18"/>
                    </a:cubicBezTo>
                    <a:cubicBezTo>
                      <a:pt x="50" y="18"/>
                      <a:pt x="50" y="18"/>
                      <a:pt x="50" y="18"/>
                    </a:cubicBezTo>
                    <a:cubicBezTo>
                      <a:pt x="67" y="18"/>
                      <a:pt x="67" y="18"/>
                      <a:pt x="67" y="18"/>
                    </a:cubicBezTo>
                    <a:cubicBezTo>
                      <a:pt x="67" y="15"/>
                      <a:pt x="69" y="11"/>
                      <a:pt x="72" y="6"/>
                    </a:cubicBezTo>
                    <a:cubicBezTo>
                      <a:pt x="72" y="4"/>
                      <a:pt x="73" y="2"/>
                      <a:pt x="73" y="0"/>
                    </a:cubicBezTo>
                    <a:close/>
                    <a:moveTo>
                      <a:pt x="18" y="0"/>
                    </a:moveTo>
                    <a:cubicBezTo>
                      <a:pt x="0" y="0"/>
                      <a:pt x="0" y="0"/>
                      <a:pt x="0" y="0"/>
                    </a:cubicBezTo>
                    <a:cubicBezTo>
                      <a:pt x="1" y="5"/>
                      <a:pt x="3" y="12"/>
                      <a:pt x="5" y="18"/>
                    </a:cubicBezTo>
                    <a:cubicBezTo>
                      <a:pt x="20" y="18"/>
                      <a:pt x="20" y="18"/>
                      <a:pt x="20" y="18"/>
                    </a:cubicBezTo>
                    <a:cubicBezTo>
                      <a:pt x="20" y="14"/>
                      <a:pt x="21" y="11"/>
                      <a:pt x="20" y="10"/>
                    </a:cubicBezTo>
                    <a:cubicBezTo>
                      <a:pt x="18" y="9"/>
                      <a:pt x="18" y="4"/>
                      <a:pt x="18" y="0"/>
                    </a:cubicBezTo>
                    <a:close/>
                  </a:path>
                </a:pathLst>
              </a:custGeom>
              <a:solidFill>
                <a:srgbClr val="E4E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8" name="Freeform 497"/>
              <p:cNvSpPr>
                <a:spLocks noEditPoints="1"/>
              </p:cNvSpPr>
              <p:nvPr/>
            </p:nvSpPr>
            <p:spPr bwMode="auto">
              <a:xfrm>
                <a:off x="3976" y="1198"/>
                <a:ext cx="137" cy="34"/>
              </a:xfrm>
              <a:custGeom>
                <a:avLst/>
                <a:gdLst>
                  <a:gd name="T0" fmla="*/ 72 w 72"/>
                  <a:gd name="T1" fmla="*/ 0 h 18"/>
                  <a:gd name="T2" fmla="*/ 53 w 72"/>
                  <a:gd name="T3" fmla="*/ 0 h 18"/>
                  <a:gd name="T4" fmla="*/ 51 w 72"/>
                  <a:gd name="T5" fmla="*/ 6 h 18"/>
                  <a:gd name="T6" fmla="*/ 49 w 72"/>
                  <a:gd name="T7" fmla="*/ 17 h 18"/>
                  <a:gd name="T8" fmla="*/ 49 w 72"/>
                  <a:gd name="T9" fmla="*/ 18 h 18"/>
                  <a:gd name="T10" fmla="*/ 66 w 72"/>
                  <a:gd name="T11" fmla="*/ 18 h 18"/>
                  <a:gd name="T12" fmla="*/ 71 w 72"/>
                  <a:gd name="T13" fmla="*/ 5 h 18"/>
                  <a:gd name="T14" fmla="*/ 72 w 72"/>
                  <a:gd name="T15" fmla="*/ 0 h 18"/>
                  <a:gd name="T16" fmla="*/ 17 w 72"/>
                  <a:gd name="T17" fmla="*/ 0 h 18"/>
                  <a:gd name="T18" fmla="*/ 0 w 72"/>
                  <a:gd name="T19" fmla="*/ 0 h 18"/>
                  <a:gd name="T20" fmla="*/ 4 w 72"/>
                  <a:gd name="T21" fmla="*/ 18 h 18"/>
                  <a:gd name="T22" fmla="*/ 19 w 72"/>
                  <a:gd name="T23" fmla="*/ 18 h 18"/>
                  <a:gd name="T24" fmla="*/ 19 w 72"/>
                  <a:gd name="T25" fmla="*/ 9 h 18"/>
                  <a:gd name="T26" fmla="*/ 17 w 72"/>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18">
                    <a:moveTo>
                      <a:pt x="72" y="0"/>
                    </a:moveTo>
                    <a:cubicBezTo>
                      <a:pt x="53" y="0"/>
                      <a:pt x="53" y="0"/>
                      <a:pt x="53" y="0"/>
                    </a:cubicBezTo>
                    <a:cubicBezTo>
                      <a:pt x="53" y="3"/>
                      <a:pt x="52" y="6"/>
                      <a:pt x="51" y="6"/>
                    </a:cubicBezTo>
                    <a:cubicBezTo>
                      <a:pt x="49" y="7"/>
                      <a:pt x="49" y="12"/>
                      <a:pt x="49" y="17"/>
                    </a:cubicBezTo>
                    <a:cubicBezTo>
                      <a:pt x="49" y="17"/>
                      <a:pt x="49" y="18"/>
                      <a:pt x="49" y="18"/>
                    </a:cubicBezTo>
                    <a:cubicBezTo>
                      <a:pt x="66" y="18"/>
                      <a:pt x="66" y="18"/>
                      <a:pt x="66" y="18"/>
                    </a:cubicBezTo>
                    <a:cubicBezTo>
                      <a:pt x="65" y="16"/>
                      <a:pt x="68" y="11"/>
                      <a:pt x="71" y="5"/>
                    </a:cubicBezTo>
                    <a:cubicBezTo>
                      <a:pt x="71" y="3"/>
                      <a:pt x="72" y="1"/>
                      <a:pt x="72" y="0"/>
                    </a:cubicBezTo>
                    <a:close/>
                    <a:moveTo>
                      <a:pt x="17" y="0"/>
                    </a:moveTo>
                    <a:cubicBezTo>
                      <a:pt x="0" y="0"/>
                      <a:pt x="0" y="0"/>
                      <a:pt x="0" y="0"/>
                    </a:cubicBezTo>
                    <a:cubicBezTo>
                      <a:pt x="1" y="5"/>
                      <a:pt x="3" y="13"/>
                      <a:pt x="4" y="18"/>
                    </a:cubicBezTo>
                    <a:cubicBezTo>
                      <a:pt x="19" y="18"/>
                      <a:pt x="19" y="18"/>
                      <a:pt x="19" y="18"/>
                    </a:cubicBezTo>
                    <a:cubicBezTo>
                      <a:pt x="19" y="14"/>
                      <a:pt x="20" y="10"/>
                      <a:pt x="19" y="9"/>
                    </a:cubicBezTo>
                    <a:cubicBezTo>
                      <a:pt x="18" y="8"/>
                      <a:pt x="17" y="4"/>
                      <a:pt x="17" y="0"/>
                    </a:cubicBezTo>
                    <a:close/>
                  </a:path>
                </a:pathLst>
              </a:custGeom>
              <a:solidFill>
                <a:srgbClr val="E4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9" name="Freeform 498"/>
              <p:cNvSpPr>
                <a:spLocks noEditPoints="1"/>
              </p:cNvSpPr>
              <p:nvPr/>
            </p:nvSpPr>
            <p:spPr bwMode="auto">
              <a:xfrm>
                <a:off x="3976" y="1200"/>
                <a:ext cx="137" cy="36"/>
              </a:xfrm>
              <a:custGeom>
                <a:avLst/>
                <a:gdLst>
                  <a:gd name="T0" fmla="*/ 72 w 72"/>
                  <a:gd name="T1" fmla="*/ 0 h 19"/>
                  <a:gd name="T2" fmla="*/ 53 w 72"/>
                  <a:gd name="T3" fmla="*/ 0 h 19"/>
                  <a:gd name="T4" fmla="*/ 51 w 72"/>
                  <a:gd name="T5" fmla="*/ 5 h 19"/>
                  <a:gd name="T6" fmla="*/ 49 w 72"/>
                  <a:gd name="T7" fmla="*/ 16 h 19"/>
                  <a:gd name="T8" fmla="*/ 49 w 72"/>
                  <a:gd name="T9" fmla="*/ 19 h 19"/>
                  <a:gd name="T10" fmla="*/ 66 w 72"/>
                  <a:gd name="T11" fmla="*/ 19 h 19"/>
                  <a:gd name="T12" fmla="*/ 66 w 72"/>
                  <a:gd name="T13" fmla="*/ 17 h 19"/>
                  <a:gd name="T14" fmla="*/ 71 w 72"/>
                  <a:gd name="T15" fmla="*/ 4 h 19"/>
                  <a:gd name="T16" fmla="*/ 72 w 72"/>
                  <a:gd name="T17" fmla="*/ 0 h 19"/>
                  <a:gd name="T18" fmla="*/ 17 w 72"/>
                  <a:gd name="T19" fmla="*/ 0 h 19"/>
                  <a:gd name="T20" fmla="*/ 0 w 72"/>
                  <a:gd name="T21" fmla="*/ 0 h 19"/>
                  <a:gd name="T22" fmla="*/ 4 w 72"/>
                  <a:gd name="T23" fmla="*/ 19 h 19"/>
                  <a:gd name="T24" fmla="*/ 19 w 72"/>
                  <a:gd name="T25" fmla="*/ 19 h 19"/>
                  <a:gd name="T26" fmla="*/ 19 w 72"/>
                  <a:gd name="T27" fmla="*/ 8 h 19"/>
                  <a:gd name="T28" fmla="*/ 17 w 72"/>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9">
                    <a:moveTo>
                      <a:pt x="72" y="0"/>
                    </a:moveTo>
                    <a:cubicBezTo>
                      <a:pt x="53" y="0"/>
                      <a:pt x="53" y="0"/>
                      <a:pt x="53" y="0"/>
                    </a:cubicBezTo>
                    <a:cubicBezTo>
                      <a:pt x="53" y="3"/>
                      <a:pt x="52" y="5"/>
                      <a:pt x="51" y="5"/>
                    </a:cubicBezTo>
                    <a:cubicBezTo>
                      <a:pt x="49" y="6"/>
                      <a:pt x="49" y="11"/>
                      <a:pt x="49" y="16"/>
                    </a:cubicBezTo>
                    <a:cubicBezTo>
                      <a:pt x="49" y="17"/>
                      <a:pt x="49" y="18"/>
                      <a:pt x="49" y="19"/>
                    </a:cubicBezTo>
                    <a:cubicBezTo>
                      <a:pt x="66" y="19"/>
                      <a:pt x="66" y="19"/>
                      <a:pt x="66" y="19"/>
                    </a:cubicBezTo>
                    <a:cubicBezTo>
                      <a:pt x="66" y="18"/>
                      <a:pt x="66" y="18"/>
                      <a:pt x="66" y="17"/>
                    </a:cubicBezTo>
                    <a:cubicBezTo>
                      <a:pt x="65" y="15"/>
                      <a:pt x="68" y="10"/>
                      <a:pt x="71" y="4"/>
                    </a:cubicBezTo>
                    <a:cubicBezTo>
                      <a:pt x="71" y="2"/>
                      <a:pt x="71" y="1"/>
                      <a:pt x="72" y="0"/>
                    </a:cubicBezTo>
                    <a:close/>
                    <a:moveTo>
                      <a:pt x="17" y="0"/>
                    </a:moveTo>
                    <a:cubicBezTo>
                      <a:pt x="0" y="0"/>
                      <a:pt x="0" y="0"/>
                      <a:pt x="0" y="0"/>
                    </a:cubicBezTo>
                    <a:cubicBezTo>
                      <a:pt x="1" y="6"/>
                      <a:pt x="3" y="14"/>
                      <a:pt x="4" y="19"/>
                    </a:cubicBezTo>
                    <a:cubicBezTo>
                      <a:pt x="19" y="19"/>
                      <a:pt x="19" y="19"/>
                      <a:pt x="19" y="19"/>
                    </a:cubicBezTo>
                    <a:cubicBezTo>
                      <a:pt x="19" y="14"/>
                      <a:pt x="20" y="9"/>
                      <a:pt x="19" y="8"/>
                    </a:cubicBezTo>
                    <a:cubicBezTo>
                      <a:pt x="18" y="7"/>
                      <a:pt x="17" y="4"/>
                      <a:pt x="17"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0" name="Freeform 499"/>
              <p:cNvSpPr>
                <a:spLocks noEditPoints="1"/>
              </p:cNvSpPr>
              <p:nvPr/>
            </p:nvSpPr>
            <p:spPr bwMode="auto">
              <a:xfrm>
                <a:off x="3976" y="1204"/>
                <a:ext cx="136" cy="34"/>
              </a:xfrm>
              <a:custGeom>
                <a:avLst/>
                <a:gdLst>
                  <a:gd name="T0" fmla="*/ 71 w 71"/>
                  <a:gd name="T1" fmla="*/ 0 h 18"/>
                  <a:gd name="T2" fmla="*/ 53 w 71"/>
                  <a:gd name="T3" fmla="*/ 0 h 18"/>
                  <a:gd name="T4" fmla="*/ 51 w 71"/>
                  <a:gd name="T5" fmla="*/ 3 h 18"/>
                  <a:gd name="T6" fmla="*/ 49 w 71"/>
                  <a:gd name="T7" fmla="*/ 14 h 18"/>
                  <a:gd name="T8" fmla="*/ 48 w 71"/>
                  <a:gd name="T9" fmla="*/ 18 h 18"/>
                  <a:gd name="T10" fmla="*/ 66 w 71"/>
                  <a:gd name="T11" fmla="*/ 18 h 18"/>
                  <a:gd name="T12" fmla="*/ 66 w 71"/>
                  <a:gd name="T13" fmla="*/ 15 h 18"/>
                  <a:gd name="T14" fmla="*/ 71 w 71"/>
                  <a:gd name="T15" fmla="*/ 2 h 18"/>
                  <a:gd name="T16" fmla="*/ 71 w 71"/>
                  <a:gd name="T17" fmla="*/ 0 h 18"/>
                  <a:gd name="T18" fmla="*/ 17 w 71"/>
                  <a:gd name="T19" fmla="*/ 0 h 18"/>
                  <a:gd name="T20" fmla="*/ 0 w 71"/>
                  <a:gd name="T21" fmla="*/ 0 h 18"/>
                  <a:gd name="T22" fmla="*/ 4 w 71"/>
                  <a:gd name="T23" fmla="*/ 18 h 18"/>
                  <a:gd name="T24" fmla="*/ 20 w 71"/>
                  <a:gd name="T25" fmla="*/ 18 h 18"/>
                  <a:gd name="T26" fmla="*/ 19 w 71"/>
                  <a:gd name="T27" fmla="*/ 6 h 18"/>
                  <a:gd name="T28" fmla="*/ 17 w 71"/>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8">
                    <a:moveTo>
                      <a:pt x="71" y="0"/>
                    </a:moveTo>
                    <a:cubicBezTo>
                      <a:pt x="53" y="0"/>
                      <a:pt x="53" y="0"/>
                      <a:pt x="53" y="0"/>
                    </a:cubicBezTo>
                    <a:cubicBezTo>
                      <a:pt x="52" y="1"/>
                      <a:pt x="52" y="3"/>
                      <a:pt x="51" y="3"/>
                    </a:cubicBezTo>
                    <a:cubicBezTo>
                      <a:pt x="49" y="4"/>
                      <a:pt x="49" y="9"/>
                      <a:pt x="49" y="14"/>
                    </a:cubicBezTo>
                    <a:cubicBezTo>
                      <a:pt x="49" y="15"/>
                      <a:pt x="49" y="17"/>
                      <a:pt x="48" y="18"/>
                    </a:cubicBezTo>
                    <a:cubicBezTo>
                      <a:pt x="66" y="18"/>
                      <a:pt x="66" y="18"/>
                      <a:pt x="66" y="18"/>
                    </a:cubicBezTo>
                    <a:cubicBezTo>
                      <a:pt x="66" y="17"/>
                      <a:pt x="66" y="16"/>
                      <a:pt x="66" y="15"/>
                    </a:cubicBezTo>
                    <a:cubicBezTo>
                      <a:pt x="65" y="13"/>
                      <a:pt x="68" y="8"/>
                      <a:pt x="71" y="2"/>
                    </a:cubicBezTo>
                    <a:cubicBezTo>
                      <a:pt x="71" y="1"/>
                      <a:pt x="71" y="0"/>
                      <a:pt x="71" y="0"/>
                    </a:cubicBezTo>
                    <a:close/>
                    <a:moveTo>
                      <a:pt x="17" y="0"/>
                    </a:moveTo>
                    <a:cubicBezTo>
                      <a:pt x="0" y="0"/>
                      <a:pt x="0" y="0"/>
                      <a:pt x="0" y="0"/>
                    </a:cubicBezTo>
                    <a:cubicBezTo>
                      <a:pt x="2" y="6"/>
                      <a:pt x="4" y="13"/>
                      <a:pt x="4" y="18"/>
                    </a:cubicBezTo>
                    <a:cubicBezTo>
                      <a:pt x="20" y="18"/>
                      <a:pt x="20" y="18"/>
                      <a:pt x="20" y="18"/>
                    </a:cubicBezTo>
                    <a:cubicBezTo>
                      <a:pt x="19" y="13"/>
                      <a:pt x="20" y="7"/>
                      <a:pt x="19" y="6"/>
                    </a:cubicBezTo>
                    <a:cubicBezTo>
                      <a:pt x="18" y="5"/>
                      <a:pt x="17" y="3"/>
                      <a:pt x="17"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1" name="Freeform 500"/>
              <p:cNvSpPr>
                <a:spLocks noEditPoints="1"/>
              </p:cNvSpPr>
              <p:nvPr/>
            </p:nvSpPr>
            <p:spPr bwMode="auto">
              <a:xfrm>
                <a:off x="3976" y="1206"/>
                <a:ext cx="136" cy="34"/>
              </a:xfrm>
              <a:custGeom>
                <a:avLst/>
                <a:gdLst>
                  <a:gd name="T0" fmla="*/ 71 w 71"/>
                  <a:gd name="T1" fmla="*/ 0 h 18"/>
                  <a:gd name="T2" fmla="*/ 53 w 71"/>
                  <a:gd name="T3" fmla="*/ 0 h 18"/>
                  <a:gd name="T4" fmla="*/ 51 w 71"/>
                  <a:gd name="T5" fmla="*/ 2 h 18"/>
                  <a:gd name="T6" fmla="*/ 49 w 71"/>
                  <a:gd name="T7" fmla="*/ 13 h 18"/>
                  <a:gd name="T8" fmla="*/ 48 w 71"/>
                  <a:gd name="T9" fmla="*/ 18 h 18"/>
                  <a:gd name="T10" fmla="*/ 67 w 71"/>
                  <a:gd name="T11" fmla="*/ 18 h 18"/>
                  <a:gd name="T12" fmla="*/ 66 w 71"/>
                  <a:gd name="T13" fmla="*/ 14 h 18"/>
                  <a:gd name="T14" fmla="*/ 71 w 71"/>
                  <a:gd name="T15" fmla="*/ 1 h 18"/>
                  <a:gd name="T16" fmla="*/ 71 w 71"/>
                  <a:gd name="T17" fmla="*/ 0 h 18"/>
                  <a:gd name="T18" fmla="*/ 17 w 71"/>
                  <a:gd name="T19" fmla="*/ 0 h 18"/>
                  <a:gd name="T20" fmla="*/ 0 w 71"/>
                  <a:gd name="T21" fmla="*/ 0 h 18"/>
                  <a:gd name="T22" fmla="*/ 5 w 71"/>
                  <a:gd name="T23" fmla="*/ 18 h 18"/>
                  <a:gd name="T24" fmla="*/ 20 w 71"/>
                  <a:gd name="T25" fmla="*/ 18 h 18"/>
                  <a:gd name="T26" fmla="*/ 19 w 71"/>
                  <a:gd name="T27" fmla="*/ 5 h 18"/>
                  <a:gd name="T28" fmla="*/ 17 w 71"/>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8">
                    <a:moveTo>
                      <a:pt x="71" y="0"/>
                    </a:moveTo>
                    <a:cubicBezTo>
                      <a:pt x="53" y="0"/>
                      <a:pt x="53" y="0"/>
                      <a:pt x="53" y="0"/>
                    </a:cubicBezTo>
                    <a:cubicBezTo>
                      <a:pt x="52" y="1"/>
                      <a:pt x="52" y="2"/>
                      <a:pt x="51" y="2"/>
                    </a:cubicBezTo>
                    <a:cubicBezTo>
                      <a:pt x="49" y="3"/>
                      <a:pt x="49" y="8"/>
                      <a:pt x="49" y="13"/>
                    </a:cubicBezTo>
                    <a:cubicBezTo>
                      <a:pt x="49" y="15"/>
                      <a:pt x="48" y="17"/>
                      <a:pt x="48" y="18"/>
                    </a:cubicBezTo>
                    <a:cubicBezTo>
                      <a:pt x="67" y="18"/>
                      <a:pt x="67" y="18"/>
                      <a:pt x="67" y="18"/>
                    </a:cubicBezTo>
                    <a:cubicBezTo>
                      <a:pt x="66" y="17"/>
                      <a:pt x="66" y="15"/>
                      <a:pt x="66" y="14"/>
                    </a:cubicBezTo>
                    <a:cubicBezTo>
                      <a:pt x="65" y="12"/>
                      <a:pt x="68" y="7"/>
                      <a:pt x="71" y="1"/>
                    </a:cubicBezTo>
                    <a:cubicBezTo>
                      <a:pt x="71" y="0"/>
                      <a:pt x="71" y="0"/>
                      <a:pt x="71" y="0"/>
                    </a:cubicBezTo>
                    <a:close/>
                    <a:moveTo>
                      <a:pt x="17" y="0"/>
                    </a:moveTo>
                    <a:cubicBezTo>
                      <a:pt x="0" y="0"/>
                      <a:pt x="0" y="0"/>
                      <a:pt x="0" y="0"/>
                    </a:cubicBezTo>
                    <a:cubicBezTo>
                      <a:pt x="2" y="6"/>
                      <a:pt x="4" y="14"/>
                      <a:pt x="5" y="18"/>
                    </a:cubicBezTo>
                    <a:cubicBezTo>
                      <a:pt x="20" y="18"/>
                      <a:pt x="20" y="18"/>
                      <a:pt x="20" y="18"/>
                    </a:cubicBezTo>
                    <a:cubicBezTo>
                      <a:pt x="18" y="13"/>
                      <a:pt x="20" y="6"/>
                      <a:pt x="19" y="5"/>
                    </a:cubicBezTo>
                    <a:cubicBezTo>
                      <a:pt x="18" y="4"/>
                      <a:pt x="17" y="2"/>
                      <a:pt x="17"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2" name="Freeform 501"/>
              <p:cNvSpPr>
                <a:spLocks noEditPoints="1"/>
              </p:cNvSpPr>
              <p:nvPr/>
            </p:nvSpPr>
            <p:spPr bwMode="auto">
              <a:xfrm>
                <a:off x="3978" y="1207"/>
                <a:ext cx="132" cy="35"/>
              </a:xfrm>
              <a:custGeom>
                <a:avLst/>
                <a:gdLst>
                  <a:gd name="T0" fmla="*/ 69 w 69"/>
                  <a:gd name="T1" fmla="*/ 0 h 18"/>
                  <a:gd name="T2" fmla="*/ 51 w 69"/>
                  <a:gd name="T3" fmla="*/ 0 h 18"/>
                  <a:gd name="T4" fmla="*/ 50 w 69"/>
                  <a:gd name="T5" fmla="*/ 1 h 18"/>
                  <a:gd name="T6" fmla="*/ 48 w 69"/>
                  <a:gd name="T7" fmla="*/ 12 h 18"/>
                  <a:gd name="T8" fmla="*/ 46 w 69"/>
                  <a:gd name="T9" fmla="*/ 18 h 18"/>
                  <a:gd name="T10" fmla="*/ 66 w 69"/>
                  <a:gd name="T11" fmla="*/ 18 h 18"/>
                  <a:gd name="T12" fmla="*/ 65 w 69"/>
                  <a:gd name="T13" fmla="*/ 13 h 18"/>
                  <a:gd name="T14" fmla="*/ 69 w 69"/>
                  <a:gd name="T15" fmla="*/ 0 h 18"/>
                  <a:gd name="T16" fmla="*/ 16 w 69"/>
                  <a:gd name="T17" fmla="*/ 0 h 18"/>
                  <a:gd name="T18" fmla="*/ 0 w 69"/>
                  <a:gd name="T19" fmla="*/ 0 h 18"/>
                  <a:gd name="T20" fmla="*/ 4 w 69"/>
                  <a:gd name="T21" fmla="*/ 18 h 18"/>
                  <a:gd name="T22" fmla="*/ 19 w 69"/>
                  <a:gd name="T23" fmla="*/ 18 h 18"/>
                  <a:gd name="T24" fmla="*/ 18 w 69"/>
                  <a:gd name="T25" fmla="*/ 4 h 18"/>
                  <a:gd name="T26" fmla="*/ 16 w 6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18">
                    <a:moveTo>
                      <a:pt x="69" y="0"/>
                    </a:moveTo>
                    <a:cubicBezTo>
                      <a:pt x="51" y="0"/>
                      <a:pt x="51" y="0"/>
                      <a:pt x="51" y="0"/>
                    </a:cubicBezTo>
                    <a:cubicBezTo>
                      <a:pt x="51" y="1"/>
                      <a:pt x="51" y="1"/>
                      <a:pt x="50" y="1"/>
                    </a:cubicBezTo>
                    <a:cubicBezTo>
                      <a:pt x="48" y="2"/>
                      <a:pt x="48" y="7"/>
                      <a:pt x="48" y="12"/>
                    </a:cubicBezTo>
                    <a:cubicBezTo>
                      <a:pt x="48" y="14"/>
                      <a:pt x="47" y="16"/>
                      <a:pt x="46" y="18"/>
                    </a:cubicBezTo>
                    <a:cubicBezTo>
                      <a:pt x="66" y="18"/>
                      <a:pt x="66" y="18"/>
                      <a:pt x="66" y="18"/>
                    </a:cubicBezTo>
                    <a:cubicBezTo>
                      <a:pt x="66" y="17"/>
                      <a:pt x="65" y="15"/>
                      <a:pt x="65" y="13"/>
                    </a:cubicBezTo>
                    <a:cubicBezTo>
                      <a:pt x="64" y="11"/>
                      <a:pt x="67" y="6"/>
                      <a:pt x="69" y="0"/>
                    </a:cubicBezTo>
                    <a:close/>
                    <a:moveTo>
                      <a:pt x="16" y="0"/>
                    </a:moveTo>
                    <a:cubicBezTo>
                      <a:pt x="0" y="0"/>
                      <a:pt x="0" y="0"/>
                      <a:pt x="0" y="0"/>
                    </a:cubicBezTo>
                    <a:cubicBezTo>
                      <a:pt x="1" y="7"/>
                      <a:pt x="4" y="16"/>
                      <a:pt x="4" y="18"/>
                    </a:cubicBezTo>
                    <a:cubicBezTo>
                      <a:pt x="19" y="18"/>
                      <a:pt x="19" y="18"/>
                      <a:pt x="19" y="18"/>
                    </a:cubicBezTo>
                    <a:cubicBezTo>
                      <a:pt x="17" y="13"/>
                      <a:pt x="20" y="5"/>
                      <a:pt x="18" y="4"/>
                    </a:cubicBezTo>
                    <a:cubicBezTo>
                      <a:pt x="17" y="3"/>
                      <a:pt x="17" y="2"/>
                      <a:pt x="16"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3" name="Freeform 502"/>
              <p:cNvSpPr>
                <a:spLocks noEditPoints="1"/>
              </p:cNvSpPr>
              <p:nvPr/>
            </p:nvSpPr>
            <p:spPr bwMode="auto">
              <a:xfrm>
                <a:off x="3978" y="1209"/>
                <a:ext cx="132" cy="37"/>
              </a:xfrm>
              <a:custGeom>
                <a:avLst/>
                <a:gdLst>
                  <a:gd name="T0" fmla="*/ 69 w 69"/>
                  <a:gd name="T1" fmla="*/ 0 h 19"/>
                  <a:gd name="T2" fmla="*/ 50 w 69"/>
                  <a:gd name="T3" fmla="*/ 0 h 19"/>
                  <a:gd name="T4" fmla="*/ 48 w 69"/>
                  <a:gd name="T5" fmla="*/ 11 h 19"/>
                  <a:gd name="T6" fmla="*/ 46 w 69"/>
                  <a:gd name="T7" fmla="*/ 19 h 19"/>
                  <a:gd name="T8" fmla="*/ 66 w 69"/>
                  <a:gd name="T9" fmla="*/ 19 h 19"/>
                  <a:gd name="T10" fmla="*/ 65 w 69"/>
                  <a:gd name="T11" fmla="*/ 12 h 19"/>
                  <a:gd name="T12" fmla="*/ 69 w 69"/>
                  <a:gd name="T13" fmla="*/ 0 h 19"/>
                  <a:gd name="T14" fmla="*/ 17 w 69"/>
                  <a:gd name="T15" fmla="*/ 0 h 19"/>
                  <a:gd name="T16" fmla="*/ 0 w 69"/>
                  <a:gd name="T17" fmla="*/ 0 h 19"/>
                  <a:gd name="T18" fmla="*/ 4 w 69"/>
                  <a:gd name="T19" fmla="*/ 18 h 19"/>
                  <a:gd name="T20" fmla="*/ 4 w 69"/>
                  <a:gd name="T21" fmla="*/ 19 h 19"/>
                  <a:gd name="T22" fmla="*/ 20 w 69"/>
                  <a:gd name="T23" fmla="*/ 19 h 19"/>
                  <a:gd name="T24" fmla="*/ 20 w 69"/>
                  <a:gd name="T25" fmla="*/ 18 h 19"/>
                  <a:gd name="T26" fmla="*/ 18 w 69"/>
                  <a:gd name="T27" fmla="*/ 3 h 19"/>
                  <a:gd name="T28" fmla="*/ 17 w 69"/>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19">
                    <a:moveTo>
                      <a:pt x="69" y="0"/>
                    </a:moveTo>
                    <a:cubicBezTo>
                      <a:pt x="50" y="0"/>
                      <a:pt x="50" y="0"/>
                      <a:pt x="50" y="0"/>
                    </a:cubicBezTo>
                    <a:cubicBezTo>
                      <a:pt x="48" y="2"/>
                      <a:pt x="48" y="6"/>
                      <a:pt x="48" y="11"/>
                    </a:cubicBezTo>
                    <a:cubicBezTo>
                      <a:pt x="48" y="14"/>
                      <a:pt x="47" y="16"/>
                      <a:pt x="46" y="19"/>
                    </a:cubicBezTo>
                    <a:cubicBezTo>
                      <a:pt x="66" y="19"/>
                      <a:pt x="66" y="19"/>
                      <a:pt x="66" y="19"/>
                    </a:cubicBezTo>
                    <a:cubicBezTo>
                      <a:pt x="66" y="16"/>
                      <a:pt x="65" y="14"/>
                      <a:pt x="65" y="12"/>
                    </a:cubicBezTo>
                    <a:cubicBezTo>
                      <a:pt x="64" y="10"/>
                      <a:pt x="66" y="6"/>
                      <a:pt x="69" y="0"/>
                    </a:cubicBezTo>
                    <a:close/>
                    <a:moveTo>
                      <a:pt x="17" y="0"/>
                    </a:moveTo>
                    <a:cubicBezTo>
                      <a:pt x="0" y="0"/>
                      <a:pt x="0" y="0"/>
                      <a:pt x="0" y="0"/>
                    </a:cubicBezTo>
                    <a:cubicBezTo>
                      <a:pt x="2" y="7"/>
                      <a:pt x="4" y="15"/>
                      <a:pt x="4" y="18"/>
                    </a:cubicBezTo>
                    <a:cubicBezTo>
                      <a:pt x="4" y="18"/>
                      <a:pt x="4" y="18"/>
                      <a:pt x="4" y="19"/>
                    </a:cubicBezTo>
                    <a:cubicBezTo>
                      <a:pt x="20" y="19"/>
                      <a:pt x="20" y="19"/>
                      <a:pt x="20" y="19"/>
                    </a:cubicBezTo>
                    <a:cubicBezTo>
                      <a:pt x="20" y="18"/>
                      <a:pt x="20" y="18"/>
                      <a:pt x="20" y="18"/>
                    </a:cubicBezTo>
                    <a:cubicBezTo>
                      <a:pt x="16" y="13"/>
                      <a:pt x="20" y="5"/>
                      <a:pt x="18" y="3"/>
                    </a:cubicBezTo>
                    <a:cubicBezTo>
                      <a:pt x="17" y="2"/>
                      <a:pt x="17" y="1"/>
                      <a:pt x="17" y="0"/>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4" name="Freeform 503"/>
              <p:cNvSpPr>
                <a:spLocks noEditPoints="1"/>
              </p:cNvSpPr>
              <p:nvPr/>
            </p:nvSpPr>
            <p:spPr bwMode="auto">
              <a:xfrm>
                <a:off x="3978" y="1213"/>
                <a:ext cx="130" cy="35"/>
              </a:xfrm>
              <a:custGeom>
                <a:avLst/>
                <a:gdLst>
                  <a:gd name="T0" fmla="*/ 68 w 68"/>
                  <a:gd name="T1" fmla="*/ 0 h 18"/>
                  <a:gd name="T2" fmla="*/ 49 w 68"/>
                  <a:gd name="T3" fmla="*/ 0 h 18"/>
                  <a:gd name="T4" fmla="*/ 48 w 68"/>
                  <a:gd name="T5" fmla="*/ 9 h 18"/>
                  <a:gd name="T6" fmla="*/ 45 w 68"/>
                  <a:gd name="T7" fmla="*/ 18 h 18"/>
                  <a:gd name="T8" fmla="*/ 65 w 68"/>
                  <a:gd name="T9" fmla="*/ 18 h 18"/>
                  <a:gd name="T10" fmla="*/ 65 w 68"/>
                  <a:gd name="T11" fmla="*/ 10 h 18"/>
                  <a:gd name="T12" fmla="*/ 68 w 68"/>
                  <a:gd name="T13" fmla="*/ 0 h 18"/>
                  <a:gd name="T14" fmla="*/ 17 w 68"/>
                  <a:gd name="T15" fmla="*/ 0 h 18"/>
                  <a:gd name="T16" fmla="*/ 0 w 68"/>
                  <a:gd name="T17" fmla="*/ 0 h 18"/>
                  <a:gd name="T18" fmla="*/ 4 w 68"/>
                  <a:gd name="T19" fmla="*/ 16 h 18"/>
                  <a:gd name="T20" fmla="*/ 4 w 68"/>
                  <a:gd name="T21" fmla="*/ 18 h 18"/>
                  <a:gd name="T22" fmla="*/ 21 w 68"/>
                  <a:gd name="T23" fmla="*/ 18 h 18"/>
                  <a:gd name="T24" fmla="*/ 20 w 68"/>
                  <a:gd name="T25" fmla="*/ 16 h 18"/>
                  <a:gd name="T26" fmla="*/ 18 w 68"/>
                  <a:gd name="T27" fmla="*/ 1 h 18"/>
                  <a:gd name="T28" fmla="*/ 17 w 68"/>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 h="18">
                    <a:moveTo>
                      <a:pt x="68" y="0"/>
                    </a:moveTo>
                    <a:cubicBezTo>
                      <a:pt x="49" y="0"/>
                      <a:pt x="49" y="0"/>
                      <a:pt x="49" y="0"/>
                    </a:cubicBezTo>
                    <a:cubicBezTo>
                      <a:pt x="48" y="2"/>
                      <a:pt x="48" y="5"/>
                      <a:pt x="48" y="9"/>
                    </a:cubicBezTo>
                    <a:cubicBezTo>
                      <a:pt x="48" y="13"/>
                      <a:pt x="46" y="15"/>
                      <a:pt x="45" y="18"/>
                    </a:cubicBezTo>
                    <a:cubicBezTo>
                      <a:pt x="65" y="18"/>
                      <a:pt x="65" y="18"/>
                      <a:pt x="65" y="18"/>
                    </a:cubicBezTo>
                    <a:cubicBezTo>
                      <a:pt x="66" y="15"/>
                      <a:pt x="65" y="13"/>
                      <a:pt x="65" y="10"/>
                    </a:cubicBezTo>
                    <a:cubicBezTo>
                      <a:pt x="64" y="8"/>
                      <a:pt x="66" y="5"/>
                      <a:pt x="68" y="0"/>
                    </a:cubicBezTo>
                    <a:close/>
                    <a:moveTo>
                      <a:pt x="17" y="0"/>
                    </a:moveTo>
                    <a:cubicBezTo>
                      <a:pt x="0" y="0"/>
                      <a:pt x="0" y="0"/>
                      <a:pt x="0" y="0"/>
                    </a:cubicBezTo>
                    <a:cubicBezTo>
                      <a:pt x="2" y="6"/>
                      <a:pt x="4" y="13"/>
                      <a:pt x="4" y="16"/>
                    </a:cubicBezTo>
                    <a:cubicBezTo>
                      <a:pt x="4" y="16"/>
                      <a:pt x="4" y="17"/>
                      <a:pt x="4" y="18"/>
                    </a:cubicBezTo>
                    <a:cubicBezTo>
                      <a:pt x="21" y="18"/>
                      <a:pt x="21" y="18"/>
                      <a:pt x="21" y="18"/>
                    </a:cubicBezTo>
                    <a:cubicBezTo>
                      <a:pt x="21" y="17"/>
                      <a:pt x="20" y="17"/>
                      <a:pt x="20" y="16"/>
                    </a:cubicBezTo>
                    <a:cubicBezTo>
                      <a:pt x="16" y="11"/>
                      <a:pt x="20" y="3"/>
                      <a:pt x="18" y="1"/>
                    </a:cubicBezTo>
                    <a:cubicBezTo>
                      <a:pt x="17" y="0"/>
                      <a:pt x="17" y="0"/>
                      <a:pt x="17" y="0"/>
                    </a:cubicBezTo>
                    <a:close/>
                  </a:path>
                </a:pathLst>
              </a:custGeom>
              <a:solidFill>
                <a:srgbClr val="EA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5" name="Freeform 504"/>
              <p:cNvSpPr>
                <a:spLocks noEditPoints="1"/>
              </p:cNvSpPr>
              <p:nvPr/>
            </p:nvSpPr>
            <p:spPr bwMode="auto">
              <a:xfrm>
                <a:off x="3980" y="1215"/>
                <a:ext cx="128" cy="35"/>
              </a:xfrm>
              <a:custGeom>
                <a:avLst/>
                <a:gdLst>
                  <a:gd name="T0" fmla="*/ 67 w 67"/>
                  <a:gd name="T1" fmla="*/ 0 h 18"/>
                  <a:gd name="T2" fmla="*/ 47 w 67"/>
                  <a:gd name="T3" fmla="*/ 0 h 18"/>
                  <a:gd name="T4" fmla="*/ 47 w 67"/>
                  <a:gd name="T5" fmla="*/ 8 h 18"/>
                  <a:gd name="T6" fmla="*/ 44 w 67"/>
                  <a:gd name="T7" fmla="*/ 18 h 18"/>
                  <a:gd name="T8" fmla="*/ 63 w 67"/>
                  <a:gd name="T9" fmla="*/ 18 h 18"/>
                  <a:gd name="T10" fmla="*/ 64 w 67"/>
                  <a:gd name="T11" fmla="*/ 9 h 18"/>
                  <a:gd name="T12" fmla="*/ 67 w 67"/>
                  <a:gd name="T13" fmla="*/ 0 h 18"/>
                  <a:gd name="T14" fmla="*/ 17 w 67"/>
                  <a:gd name="T15" fmla="*/ 0 h 18"/>
                  <a:gd name="T16" fmla="*/ 0 w 67"/>
                  <a:gd name="T17" fmla="*/ 0 h 18"/>
                  <a:gd name="T18" fmla="*/ 3 w 67"/>
                  <a:gd name="T19" fmla="*/ 15 h 18"/>
                  <a:gd name="T20" fmla="*/ 3 w 67"/>
                  <a:gd name="T21" fmla="*/ 18 h 18"/>
                  <a:gd name="T22" fmla="*/ 21 w 67"/>
                  <a:gd name="T23" fmla="*/ 18 h 18"/>
                  <a:gd name="T24" fmla="*/ 19 w 67"/>
                  <a:gd name="T25" fmla="*/ 15 h 18"/>
                  <a:gd name="T26" fmla="*/ 17 w 67"/>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 h="18">
                    <a:moveTo>
                      <a:pt x="67" y="0"/>
                    </a:moveTo>
                    <a:cubicBezTo>
                      <a:pt x="47" y="0"/>
                      <a:pt x="47" y="0"/>
                      <a:pt x="47" y="0"/>
                    </a:cubicBezTo>
                    <a:cubicBezTo>
                      <a:pt x="47" y="2"/>
                      <a:pt x="47" y="5"/>
                      <a:pt x="47" y="8"/>
                    </a:cubicBezTo>
                    <a:cubicBezTo>
                      <a:pt x="47" y="12"/>
                      <a:pt x="44" y="15"/>
                      <a:pt x="44" y="18"/>
                    </a:cubicBezTo>
                    <a:cubicBezTo>
                      <a:pt x="63" y="18"/>
                      <a:pt x="63" y="18"/>
                      <a:pt x="63" y="18"/>
                    </a:cubicBezTo>
                    <a:cubicBezTo>
                      <a:pt x="65" y="16"/>
                      <a:pt x="65" y="12"/>
                      <a:pt x="64" y="9"/>
                    </a:cubicBezTo>
                    <a:cubicBezTo>
                      <a:pt x="63" y="7"/>
                      <a:pt x="65" y="4"/>
                      <a:pt x="67" y="0"/>
                    </a:cubicBezTo>
                    <a:close/>
                    <a:moveTo>
                      <a:pt x="17" y="0"/>
                    </a:moveTo>
                    <a:cubicBezTo>
                      <a:pt x="0" y="0"/>
                      <a:pt x="0" y="0"/>
                      <a:pt x="0" y="0"/>
                    </a:cubicBezTo>
                    <a:cubicBezTo>
                      <a:pt x="1" y="6"/>
                      <a:pt x="3" y="12"/>
                      <a:pt x="3" y="15"/>
                    </a:cubicBezTo>
                    <a:cubicBezTo>
                      <a:pt x="3" y="16"/>
                      <a:pt x="3" y="17"/>
                      <a:pt x="3" y="18"/>
                    </a:cubicBezTo>
                    <a:cubicBezTo>
                      <a:pt x="21" y="18"/>
                      <a:pt x="21" y="18"/>
                      <a:pt x="21" y="18"/>
                    </a:cubicBezTo>
                    <a:cubicBezTo>
                      <a:pt x="20" y="17"/>
                      <a:pt x="20" y="16"/>
                      <a:pt x="19" y="15"/>
                    </a:cubicBezTo>
                    <a:cubicBezTo>
                      <a:pt x="16" y="11"/>
                      <a:pt x="18" y="2"/>
                      <a:pt x="17"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6" name="Freeform 505"/>
              <p:cNvSpPr>
                <a:spLocks noEditPoints="1"/>
              </p:cNvSpPr>
              <p:nvPr/>
            </p:nvSpPr>
            <p:spPr bwMode="auto">
              <a:xfrm>
                <a:off x="3980" y="1217"/>
                <a:ext cx="126" cy="34"/>
              </a:xfrm>
              <a:custGeom>
                <a:avLst/>
                <a:gdLst>
                  <a:gd name="T0" fmla="*/ 66 w 66"/>
                  <a:gd name="T1" fmla="*/ 0 h 18"/>
                  <a:gd name="T2" fmla="*/ 47 w 66"/>
                  <a:gd name="T3" fmla="*/ 0 h 18"/>
                  <a:gd name="T4" fmla="*/ 47 w 66"/>
                  <a:gd name="T5" fmla="*/ 7 h 18"/>
                  <a:gd name="T6" fmla="*/ 43 w 66"/>
                  <a:gd name="T7" fmla="*/ 18 h 18"/>
                  <a:gd name="T8" fmla="*/ 62 w 66"/>
                  <a:gd name="T9" fmla="*/ 18 h 18"/>
                  <a:gd name="T10" fmla="*/ 63 w 66"/>
                  <a:gd name="T11" fmla="*/ 18 h 18"/>
                  <a:gd name="T12" fmla="*/ 64 w 66"/>
                  <a:gd name="T13" fmla="*/ 8 h 18"/>
                  <a:gd name="T14" fmla="*/ 66 w 66"/>
                  <a:gd name="T15" fmla="*/ 0 h 18"/>
                  <a:gd name="T16" fmla="*/ 17 w 66"/>
                  <a:gd name="T17" fmla="*/ 0 h 18"/>
                  <a:gd name="T18" fmla="*/ 0 w 66"/>
                  <a:gd name="T19" fmla="*/ 0 h 18"/>
                  <a:gd name="T20" fmla="*/ 3 w 66"/>
                  <a:gd name="T21" fmla="*/ 14 h 18"/>
                  <a:gd name="T22" fmla="*/ 2 w 66"/>
                  <a:gd name="T23" fmla="*/ 18 h 18"/>
                  <a:gd name="T24" fmla="*/ 21 w 66"/>
                  <a:gd name="T25" fmla="*/ 18 h 18"/>
                  <a:gd name="T26" fmla="*/ 19 w 66"/>
                  <a:gd name="T27" fmla="*/ 14 h 18"/>
                  <a:gd name="T28" fmla="*/ 17 w 66"/>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18">
                    <a:moveTo>
                      <a:pt x="66" y="0"/>
                    </a:moveTo>
                    <a:cubicBezTo>
                      <a:pt x="47" y="0"/>
                      <a:pt x="47" y="0"/>
                      <a:pt x="47" y="0"/>
                    </a:cubicBezTo>
                    <a:cubicBezTo>
                      <a:pt x="47" y="2"/>
                      <a:pt x="47" y="4"/>
                      <a:pt x="47" y="7"/>
                    </a:cubicBezTo>
                    <a:cubicBezTo>
                      <a:pt x="47" y="12"/>
                      <a:pt x="44" y="15"/>
                      <a:pt x="43" y="18"/>
                    </a:cubicBezTo>
                    <a:cubicBezTo>
                      <a:pt x="62" y="18"/>
                      <a:pt x="62" y="18"/>
                      <a:pt x="62" y="18"/>
                    </a:cubicBezTo>
                    <a:cubicBezTo>
                      <a:pt x="62" y="18"/>
                      <a:pt x="63" y="18"/>
                      <a:pt x="63" y="18"/>
                    </a:cubicBezTo>
                    <a:cubicBezTo>
                      <a:pt x="66" y="15"/>
                      <a:pt x="65" y="11"/>
                      <a:pt x="64" y="8"/>
                    </a:cubicBezTo>
                    <a:cubicBezTo>
                      <a:pt x="63" y="7"/>
                      <a:pt x="64" y="4"/>
                      <a:pt x="66" y="0"/>
                    </a:cubicBezTo>
                    <a:close/>
                    <a:moveTo>
                      <a:pt x="17" y="0"/>
                    </a:moveTo>
                    <a:cubicBezTo>
                      <a:pt x="0" y="0"/>
                      <a:pt x="0" y="0"/>
                      <a:pt x="0" y="0"/>
                    </a:cubicBezTo>
                    <a:cubicBezTo>
                      <a:pt x="1" y="6"/>
                      <a:pt x="3" y="12"/>
                      <a:pt x="3" y="14"/>
                    </a:cubicBezTo>
                    <a:cubicBezTo>
                      <a:pt x="3" y="16"/>
                      <a:pt x="3" y="17"/>
                      <a:pt x="2" y="18"/>
                    </a:cubicBezTo>
                    <a:cubicBezTo>
                      <a:pt x="21" y="18"/>
                      <a:pt x="21" y="18"/>
                      <a:pt x="21" y="18"/>
                    </a:cubicBezTo>
                    <a:cubicBezTo>
                      <a:pt x="21" y="17"/>
                      <a:pt x="20" y="16"/>
                      <a:pt x="19" y="14"/>
                    </a:cubicBezTo>
                    <a:cubicBezTo>
                      <a:pt x="16" y="10"/>
                      <a:pt x="18" y="3"/>
                      <a:pt x="17" y="0"/>
                    </a:cubicBez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7" name="Freeform 506"/>
              <p:cNvSpPr>
                <a:spLocks noEditPoints="1"/>
              </p:cNvSpPr>
              <p:nvPr/>
            </p:nvSpPr>
            <p:spPr bwMode="auto">
              <a:xfrm>
                <a:off x="3980" y="1219"/>
                <a:ext cx="126" cy="36"/>
              </a:xfrm>
              <a:custGeom>
                <a:avLst/>
                <a:gdLst>
                  <a:gd name="T0" fmla="*/ 65 w 66"/>
                  <a:gd name="T1" fmla="*/ 0 h 19"/>
                  <a:gd name="T2" fmla="*/ 47 w 66"/>
                  <a:gd name="T3" fmla="*/ 0 h 19"/>
                  <a:gd name="T4" fmla="*/ 47 w 66"/>
                  <a:gd name="T5" fmla="*/ 6 h 19"/>
                  <a:gd name="T6" fmla="*/ 43 w 66"/>
                  <a:gd name="T7" fmla="*/ 18 h 19"/>
                  <a:gd name="T8" fmla="*/ 43 w 66"/>
                  <a:gd name="T9" fmla="*/ 19 h 19"/>
                  <a:gd name="T10" fmla="*/ 62 w 66"/>
                  <a:gd name="T11" fmla="*/ 19 h 19"/>
                  <a:gd name="T12" fmla="*/ 63 w 66"/>
                  <a:gd name="T13" fmla="*/ 17 h 19"/>
                  <a:gd name="T14" fmla="*/ 64 w 66"/>
                  <a:gd name="T15" fmla="*/ 7 h 19"/>
                  <a:gd name="T16" fmla="*/ 65 w 66"/>
                  <a:gd name="T17" fmla="*/ 0 h 19"/>
                  <a:gd name="T18" fmla="*/ 17 w 66"/>
                  <a:gd name="T19" fmla="*/ 0 h 19"/>
                  <a:gd name="T20" fmla="*/ 0 w 66"/>
                  <a:gd name="T21" fmla="*/ 0 h 19"/>
                  <a:gd name="T22" fmla="*/ 3 w 66"/>
                  <a:gd name="T23" fmla="*/ 13 h 19"/>
                  <a:gd name="T24" fmla="*/ 2 w 66"/>
                  <a:gd name="T25" fmla="*/ 19 h 19"/>
                  <a:gd name="T26" fmla="*/ 20 w 66"/>
                  <a:gd name="T27" fmla="*/ 19 h 19"/>
                  <a:gd name="T28" fmla="*/ 19 w 66"/>
                  <a:gd name="T29" fmla="*/ 13 h 19"/>
                  <a:gd name="T30" fmla="*/ 17 w 66"/>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6" h="19">
                    <a:moveTo>
                      <a:pt x="65" y="0"/>
                    </a:moveTo>
                    <a:cubicBezTo>
                      <a:pt x="47" y="0"/>
                      <a:pt x="47" y="0"/>
                      <a:pt x="47" y="0"/>
                    </a:cubicBezTo>
                    <a:cubicBezTo>
                      <a:pt x="47" y="2"/>
                      <a:pt x="47" y="4"/>
                      <a:pt x="47" y="6"/>
                    </a:cubicBezTo>
                    <a:cubicBezTo>
                      <a:pt x="47" y="11"/>
                      <a:pt x="43" y="14"/>
                      <a:pt x="43" y="18"/>
                    </a:cubicBezTo>
                    <a:cubicBezTo>
                      <a:pt x="43" y="18"/>
                      <a:pt x="43" y="19"/>
                      <a:pt x="43" y="19"/>
                    </a:cubicBezTo>
                    <a:cubicBezTo>
                      <a:pt x="62" y="19"/>
                      <a:pt x="62" y="19"/>
                      <a:pt x="62" y="19"/>
                    </a:cubicBezTo>
                    <a:cubicBezTo>
                      <a:pt x="62" y="18"/>
                      <a:pt x="62" y="17"/>
                      <a:pt x="63" y="17"/>
                    </a:cubicBezTo>
                    <a:cubicBezTo>
                      <a:pt x="66" y="14"/>
                      <a:pt x="65" y="10"/>
                      <a:pt x="64" y="7"/>
                    </a:cubicBezTo>
                    <a:cubicBezTo>
                      <a:pt x="63" y="6"/>
                      <a:pt x="64" y="3"/>
                      <a:pt x="65" y="0"/>
                    </a:cubicBezTo>
                    <a:close/>
                    <a:moveTo>
                      <a:pt x="17" y="0"/>
                    </a:moveTo>
                    <a:cubicBezTo>
                      <a:pt x="0" y="0"/>
                      <a:pt x="0" y="0"/>
                      <a:pt x="0" y="0"/>
                    </a:cubicBezTo>
                    <a:cubicBezTo>
                      <a:pt x="2" y="6"/>
                      <a:pt x="3" y="11"/>
                      <a:pt x="3" y="13"/>
                    </a:cubicBezTo>
                    <a:cubicBezTo>
                      <a:pt x="3" y="15"/>
                      <a:pt x="3" y="17"/>
                      <a:pt x="2" y="19"/>
                    </a:cubicBezTo>
                    <a:cubicBezTo>
                      <a:pt x="20" y="19"/>
                      <a:pt x="20" y="19"/>
                      <a:pt x="20" y="19"/>
                    </a:cubicBezTo>
                    <a:cubicBezTo>
                      <a:pt x="21" y="17"/>
                      <a:pt x="21" y="16"/>
                      <a:pt x="19" y="13"/>
                    </a:cubicBezTo>
                    <a:cubicBezTo>
                      <a:pt x="16" y="10"/>
                      <a:pt x="17" y="4"/>
                      <a:pt x="17" y="0"/>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8" name="Freeform 507"/>
              <p:cNvSpPr>
                <a:spLocks noEditPoints="1"/>
              </p:cNvSpPr>
              <p:nvPr/>
            </p:nvSpPr>
            <p:spPr bwMode="auto">
              <a:xfrm>
                <a:off x="3981" y="1223"/>
                <a:ext cx="125" cy="34"/>
              </a:xfrm>
              <a:custGeom>
                <a:avLst/>
                <a:gdLst>
                  <a:gd name="T0" fmla="*/ 64 w 65"/>
                  <a:gd name="T1" fmla="*/ 0 h 18"/>
                  <a:gd name="T2" fmla="*/ 46 w 65"/>
                  <a:gd name="T3" fmla="*/ 0 h 18"/>
                  <a:gd name="T4" fmla="*/ 46 w 65"/>
                  <a:gd name="T5" fmla="*/ 4 h 18"/>
                  <a:gd name="T6" fmla="*/ 42 w 65"/>
                  <a:gd name="T7" fmla="*/ 16 h 18"/>
                  <a:gd name="T8" fmla="*/ 43 w 65"/>
                  <a:gd name="T9" fmla="*/ 18 h 18"/>
                  <a:gd name="T10" fmla="*/ 61 w 65"/>
                  <a:gd name="T11" fmla="*/ 18 h 18"/>
                  <a:gd name="T12" fmla="*/ 62 w 65"/>
                  <a:gd name="T13" fmla="*/ 15 h 18"/>
                  <a:gd name="T14" fmla="*/ 63 w 65"/>
                  <a:gd name="T15" fmla="*/ 5 h 18"/>
                  <a:gd name="T16" fmla="*/ 64 w 65"/>
                  <a:gd name="T17" fmla="*/ 0 h 18"/>
                  <a:gd name="T18" fmla="*/ 16 w 65"/>
                  <a:gd name="T19" fmla="*/ 0 h 18"/>
                  <a:gd name="T20" fmla="*/ 0 w 65"/>
                  <a:gd name="T21" fmla="*/ 0 h 18"/>
                  <a:gd name="T22" fmla="*/ 2 w 65"/>
                  <a:gd name="T23" fmla="*/ 11 h 18"/>
                  <a:gd name="T24" fmla="*/ 0 w 65"/>
                  <a:gd name="T25" fmla="*/ 18 h 18"/>
                  <a:gd name="T26" fmla="*/ 19 w 65"/>
                  <a:gd name="T27" fmla="*/ 18 h 18"/>
                  <a:gd name="T28" fmla="*/ 18 w 65"/>
                  <a:gd name="T29" fmla="*/ 11 h 18"/>
                  <a:gd name="T30" fmla="*/ 16 w 65"/>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5" h="18">
                    <a:moveTo>
                      <a:pt x="64" y="0"/>
                    </a:moveTo>
                    <a:cubicBezTo>
                      <a:pt x="46" y="0"/>
                      <a:pt x="46" y="0"/>
                      <a:pt x="46" y="0"/>
                    </a:cubicBezTo>
                    <a:cubicBezTo>
                      <a:pt x="46" y="1"/>
                      <a:pt x="46" y="2"/>
                      <a:pt x="46" y="4"/>
                    </a:cubicBezTo>
                    <a:cubicBezTo>
                      <a:pt x="46" y="9"/>
                      <a:pt x="42" y="12"/>
                      <a:pt x="42" y="16"/>
                    </a:cubicBezTo>
                    <a:cubicBezTo>
                      <a:pt x="42" y="17"/>
                      <a:pt x="42" y="17"/>
                      <a:pt x="43" y="18"/>
                    </a:cubicBezTo>
                    <a:cubicBezTo>
                      <a:pt x="61" y="18"/>
                      <a:pt x="61" y="18"/>
                      <a:pt x="61" y="18"/>
                    </a:cubicBezTo>
                    <a:cubicBezTo>
                      <a:pt x="61" y="17"/>
                      <a:pt x="61" y="16"/>
                      <a:pt x="62" y="15"/>
                    </a:cubicBezTo>
                    <a:cubicBezTo>
                      <a:pt x="65" y="12"/>
                      <a:pt x="64" y="8"/>
                      <a:pt x="63" y="5"/>
                    </a:cubicBezTo>
                    <a:cubicBezTo>
                      <a:pt x="62" y="4"/>
                      <a:pt x="63" y="2"/>
                      <a:pt x="64" y="0"/>
                    </a:cubicBezTo>
                    <a:close/>
                    <a:moveTo>
                      <a:pt x="16" y="0"/>
                    </a:moveTo>
                    <a:cubicBezTo>
                      <a:pt x="0" y="0"/>
                      <a:pt x="0" y="0"/>
                      <a:pt x="0" y="0"/>
                    </a:cubicBezTo>
                    <a:cubicBezTo>
                      <a:pt x="1" y="5"/>
                      <a:pt x="2" y="9"/>
                      <a:pt x="2" y="11"/>
                    </a:cubicBezTo>
                    <a:cubicBezTo>
                      <a:pt x="2" y="14"/>
                      <a:pt x="2" y="15"/>
                      <a:pt x="0" y="18"/>
                    </a:cubicBezTo>
                    <a:cubicBezTo>
                      <a:pt x="19" y="18"/>
                      <a:pt x="19" y="18"/>
                      <a:pt x="19" y="18"/>
                    </a:cubicBezTo>
                    <a:cubicBezTo>
                      <a:pt x="19" y="16"/>
                      <a:pt x="21" y="15"/>
                      <a:pt x="18" y="11"/>
                    </a:cubicBezTo>
                    <a:cubicBezTo>
                      <a:pt x="16" y="8"/>
                      <a:pt x="16" y="3"/>
                      <a:pt x="16"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9" name="Freeform 508"/>
              <p:cNvSpPr>
                <a:spLocks noEditPoints="1"/>
              </p:cNvSpPr>
              <p:nvPr/>
            </p:nvSpPr>
            <p:spPr bwMode="auto">
              <a:xfrm>
                <a:off x="3980" y="1225"/>
                <a:ext cx="126" cy="34"/>
              </a:xfrm>
              <a:custGeom>
                <a:avLst/>
                <a:gdLst>
                  <a:gd name="T0" fmla="*/ 64 w 66"/>
                  <a:gd name="T1" fmla="*/ 0 h 18"/>
                  <a:gd name="T2" fmla="*/ 47 w 66"/>
                  <a:gd name="T3" fmla="*/ 0 h 18"/>
                  <a:gd name="T4" fmla="*/ 47 w 66"/>
                  <a:gd name="T5" fmla="*/ 3 h 18"/>
                  <a:gd name="T6" fmla="*/ 43 w 66"/>
                  <a:gd name="T7" fmla="*/ 15 h 18"/>
                  <a:gd name="T8" fmla="*/ 44 w 66"/>
                  <a:gd name="T9" fmla="*/ 18 h 18"/>
                  <a:gd name="T10" fmla="*/ 62 w 66"/>
                  <a:gd name="T11" fmla="*/ 18 h 18"/>
                  <a:gd name="T12" fmla="*/ 63 w 66"/>
                  <a:gd name="T13" fmla="*/ 14 h 18"/>
                  <a:gd name="T14" fmla="*/ 64 w 66"/>
                  <a:gd name="T15" fmla="*/ 4 h 18"/>
                  <a:gd name="T16" fmla="*/ 64 w 66"/>
                  <a:gd name="T17" fmla="*/ 0 h 18"/>
                  <a:gd name="T18" fmla="*/ 17 w 66"/>
                  <a:gd name="T19" fmla="*/ 0 h 18"/>
                  <a:gd name="T20" fmla="*/ 1 w 66"/>
                  <a:gd name="T21" fmla="*/ 0 h 18"/>
                  <a:gd name="T22" fmla="*/ 3 w 66"/>
                  <a:gd name="T23" fmla="*/ 10 h 18"/>
                  <a:gd name="T24" fmla="*/ 0 w 66"/>
                  <a:gd name="T25" fmla="*/ 18 h 18"/>
                  <a:gd name="T26" fmla="*/ 20 w 66"/>
                  <a:gd name="T27" fmla="*/ 18 h 18"/>
                  <a:gd name="T28" fmla="*/ 19 w 66"/>
                  <a:gd name="T29" fmla="*/ 10 h 18"/>
                  <a:gd name="T30" fmla="*/ 17 w 66"/>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6" h="18">
                    <a:moveTo>
                      <a:pt x="64" y="0"/>
                    </a:moveTo>
                    <a:cubicBezTo>
                      <a:pt x="47" y="0"/>
                      <a:pt x="47" y="0"/>
                      <a:pt x="47" y="0"/>
                    </a:cubicBezTo>
                    <a:cubicBezTo>
                      <a:pt x="47" y="1"/>
                      <a:pt x="47" y="2"/>
                      <a:pt x="47" y="3"/>
                    </a:cubicBezTo>
                    <a:cubicBezTo>
                      <a:pt x="47" y="8"/>
                      <a:pt x="43" y="11"/>
                      <a:pt x="43" y="15"/>
                    </a:cubicBezTo>
                    <a:cubicBezTo>
                      <a:pt x="43" y="16"/>
                      <a:pt x="44" y="17"/>
                      <a:pt x="44" y="18"/>
                    </a:cubicBezTo>
                    <a:cubicBezTo>
                      <a:pt x="62" y="18"/>
                      <a:pt x="62" y="18"/>
                      <a:pt x="62" y="18"/>
                    </a:cubicBezTo>
                    <a:cubicBezTo>
                      <a:pt x="62" y="17"/>
                      <a:pt x="61" y="15"/>
                      <a:pt x="63" y="14"/>
                    </a:cubicBezTo>
                    <a:cubicBezTo>
                      <a:pt x="66" y="11"/>
                      <a:pt x="65" y="7"/>
                      <a:pt x="64" y="4"/>
                    </a:cubicBezTo>
                    <a:cubicBezTo>
                      <a:pt x="63" y="3"/>
                      <a:pt x="64" y="2"/>
                      <a:pt x="64" y="0"/>
                    </a:cubicBezTo>
                    <a:close/>
                    <a:moveTo>
                      <a:pt x="17" y="0"/>
                    </a:moveTo>
                    <a:cubicBezTo>
                      <a:pt x="1" y="0"/>
                      <a:pt x="1" y="0"/>
                      <a:pt x="1" y="0"/>
                    </a:cubicBezTo>
                    <a:cubicBezTo>
                      <a:pt x="2" y="4"/>
                      <a:pt x="3" y="8"/>
                      <a:pt x="3" y="10"/>
                    </a:cubicBezTo>
                    <a:cubicBezTo>
                      <a:pt x="3" y="13"/>
                      <a:pt x="2" y="15"/>
                      <a:pt x="0" y="18"/>
                    </a:cubicBezTo>
                    <a:cubicBezTo>
                      <a:pt x="20" y="18"/>
                      <a:pt x="20" y="18"/>
                      <a:pt x="20" y="18"/>
                    </a:cubicBezTo>
                    <a:cubicBezTo>
                      <a:pt x="20" y="15"/>
                      <a:pt x="22" y="14"/>
                      <a:pt x="19" y="10"/>
                    </a:cubicBezTo>
                    <a:cubicBezTo>
                      <a:pt x="17" y="7"/>
                      <a:pt x="17" y="3"/>
                      <a:pt x="17"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0" name="Freeform 509"/>
              <p:cNvSpPr>
                <a:spLocks noEditPoints="1"/>
              </p:cNvSpPr>
              <p:nvPr/>
            </p:nvSpPr>
            <p:spPr bwMode="auto">
              <a:xfrm>
                <a:off x="3980" y="1227"/>
                <a:ext cx="126" cy="36"/>
              </a:xfrm>
              <a:custGeom>
                <a:avLst/>
                <a:gdLst>
                  <a:gd name="T0" fmla="*/ 64 w 66"/>
                  <a:gd name="T1" fmla="*/ 0 h 19"/>
                  <a:gd name="T2" fmla="*/ 47 w 66"/>
                  <a:gd name="T3" fmla="*/ 0 h 19"/>
                  <a:gd name="T4" fmla="*/ 47 w 66"/>
                  <a:gd name="T5" fmla="*/ 2 h 19"/>
                  <a:gd name="T6" fmla="*/ 43 w 66"/>
                  <a:gd name="T7" fmla="*/ 14 h 19"/>
                  <a:gd name="T8" fmla="*/ 45 w 66"/>
                  <a:gd name="T9" fmla="*/ 19 h 19"/>
                  <a:gd name="T10" fmla="*/ 63 w 66"/>
                  <a:gd name="T11" fmla="*/ 19 h 19"/>
                  <a:gd name="T12" fmla="*/ 63 w 66"/>
                  <a:gd name="T13" fmla="*/ 13 h 19"/>
                  <a:gd name="T14" fmla="*/ 64 w 66"/>
                  <a:gd name="T15" fmla="*/ 3 h 19"/>
                  <a:gd name="T16" fmla="*/ 64 w 66"/>
                  <a:gd name="T17" fmla="*/ 0 h 19"/>
                  <a:gd name="T18" fmla="*/ 17 w 66"/>
                  <a:gd name="T19" fmla="*/ 0 h 19"/>
                  <a:gd name="T20" fmla="*/ 1 w 66"/>
                  <a:gd name="T21" fmla="*/ 0 h 19"/>
                  <a:gd name="T22" fmla="*/ 3 w 66"/>
                  <a:gd name="T23" fmla="*/ 9 h 19"/>
                  <a:gd name="T24" fmla="*/ 0 w 66"/>
                  <a:gd name="T25" fmla="*/ 19 h 19"/>
                  <a:gd name="T26" fmla="*/ 20 w 66"/>
                  <a:gd name="T27" fmla="*/ 19 h 19"/>
                  <a:gd name="T28" fmla="*/ 19 w 66"/>
                  <a:gd name="T29" fmla="*/ 9 h 19"/>
                  <a:gd name="T30" fmla="*/ 17 w 66"/>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6" h="19">
                    <a:moveTo>
                      <a:pt x="64" y="0"/>
                    </a:moveTo>
                    <a:cubicBezTo>
                      <a:pt x="47" y="0"/>
                      <a:pt x="47" y="0"/>
                      <a:pt x="47" y="0"/>
                    </a:cubicBezTo>
                    <a:cubicBezTo>
                      <a:pt x="47" y="1"/>
                      <a:pt x="47" y="1"/>
                      <a:pt x="47" y="2"/>
                    </a:cubicBezTo>
                    <a:cubicBezTo>
                      <a:pt x="47" y="7"/>
                      <a:pt x="43" y="10"/>
                      <a:pt x="43" y="14"/>
                    </a:cubicBezTo>
                    <a:cubicBezTo>
                      <a:pt x="43" y="16"/>
                      <a:pt x="44" y="17"/>
                      <a:pt x="45" y="19"/>
                    </a:cubicBezTo>
                    <a:cubicBezTo>
                      <a:pt x="63" y="19"/>
                      <a:pt x="63" y="19"/>
                      <a:pt x="63" y="19"/>
                    </a:cubicBezTo>
                    <a:cubicBezTo>
                      <a:pt x="62" y="17"/>
                      <a:pt x="61" y="15"/>
                      <a:pt x="63" y="13"/>
                    </a:cubicBezTo>
                    <a:cubicBezTo>
                      <a:pt x="66" y="10"/>
                      <a:pt x="65" y="6"/>
                      <a:pt x="64" y="3"/>
                    </a:cubicBezTo>
                    <a:cubicBezTo>
                      <a:pt x="63" y="3"/>
                      <a:pt x="63" y="2"/>
                      <a:pt x="64" y="0"/>
                    </a:cubicBezTo>
                    <a:close/>
                    <a:moveTo>
                      <a:pt x="17" y="0"/>
                    </a:moveTo>
                    <a:cubicBezTo>
                      <a:pt x="1" y="0"/>
                      <a:pt x="1" y="0"/>
                      <a:pt x="1" y="0"/>
                    </a:cubicBezTo>
                    <a:cubicBezTo>
                      <a:pt x="2" y="4"/>
                      <a:pt x="3" y="7"/>
                      <a:pt x="3" y="9"/>
                    </a:cubicBezTo>
                    <a:cubicBezTo>
                      <a:pt x="3" y="13"/>
                      <a:pt x="2" y="14"/>
                      <a:pt x="0" y="19"/>
                    </a:cubicBezTo>
                    <a:cubicBezTo>
                      <a:pt x="20" y="19"/>
                      <a:pt x="20" y="19"/>
                      <a:pt x="20" y="19"/>
                    </a:cubicBezTo>
                    <a:cubicBezTo>
                      <a:pt x="19" y="15"/>
                      <a:pt x="22" y="14"/>
                      <a:pt x="19" y="9"/>
                    </a:cubicBezTo>
                    <a:cubicBezTo>
                      <a:pt x="17" y="7"/>
                      <a:pt x="17" y="3"/>
                      <a:pt x="17" y="0"/>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1" name="Freeform 510"/>
              <p:cNvSpPr>
                <a:spLocks noEditPoints="1"/>
              </p:cNvSpPr>
              <p:nvPr/>
            </p:nvSpPr>
            <p:spPr bwMode="auto">
              <a:xfrm>
                <a:off x="3978" y="1230"/>
                <a:ext cx="128" cy="35"/>
              </a:xfrm>
              <a:custGeom>
                <a:avLst/>
                <a:gdLst>
                  <a:gd name="T0" fmla="*/ 65 w 67"/>
                  <a:gd name="T1" fmla="*/ 0 h 18"/>
                  <a:gd name="T2" fmla="*/ 48 w 67"/>
                  <a:gd name="T3" fmla="*/ 0 h 18"/>
                  <a:gd name="T4" fmla="*/ 48 w 67"/>
                  <a:gd name="T5" fmla="*/ 0 h 18"/>
                  <a:gd name="T6" fmla="*/ 44 w 67"/>
                  <a:gd name="T7" fmla="*/ 12 h 18"/>
                  <a:gd name="T8" fmla="*/ 48 w 67"/>
                  <a:gd name="T9" fmla="*/ 18 h 18"/>
                  <a:gd name="T10" fmla="*/ 65 w 67"/>
                  <a:gd name="T11" fmla="*/ 18 h 18"/>
                  <a:gd name="T12" fmla="*/ 64 w 67"/>
                  <a:gd name="T13" fmla="*/ 11 h 18"/>
                  <a:gd name="T14" fmla="*/ 65 w 67"/>
                  <a:gd name="T15" fmla="*/ 1 h 18"/>
                  <a:gd name="T16" fmla="*/ 65 w 67"/>
                  <a:gd name="T17" fmla="*/ 0 h 18"/>
                  <a:gd name="T18" fmla="*/ 18 w 67"/>
                  <a:gd name="T19" fmla="*/ 0 h 18"/>
                  <a:gd name="T20" fmla="*/ 3 w 67"/>
                  <a:gd name="T21" fmla="*/ 0 h 18"/>
                  <a:gd name="T22" fmla="*/ 4 w 67"/>
                  <a:gd name="T23" fmla="*/ 7 h 18"/>
                  <a:gd name="T24" fmla="*/ 1 w 67"/>
                  <a:gd name="T25" fmla="*/ 17 h 18"/>
                  <a:gd name="T26" fmla="*/ 0 w 67"/>
                  <a:gd name="T27" fmla="*/ 18 h 18"/>
                  <a:gd name="T28" fmla="*/ 21 w 67"/>
                  <a:gd name="T29" fmla="*/ 18 h 18"/>
                  <a:gd name="T30" fmla="*/ 21 w 67"/>
                  <a:gd name="T31" fmla="*/ 17 h 18"/>
                  <a:gd name="T32" fmla="*/ 20 w 67"/>
                  <a:gd name="T33" fmla="*/ 7 h 18"/>
                  <a:gd name="T34" fmla="*/ 18 w 67"/>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7" h="18">
                    <a:moveTo>
                      <a:pt x="65" y="0"/>
                    </a:moveTo>
                    <a:cubicBezTo>
                      <a:pt x="48" y="0"/>
                      <a:pt x="48" y="0"/>
                      <a:pt x="48" y="0"/>
                    </a:cubicBezTo>
                    <a:cubicBezTo>
                      <a:pt x="48" y="0"/>
                      <a:pt x="48" y="0"/>
                      <a:pt x="48" y="0"/>
                    </a:cubicBezTo>
                    <a:cubicBezTo>
                      <a:pt x="48" y="5"/>
                      <a:pt x="44" y="8"/>
                      <a:pt x="44" y="12"/>
                    </a:cubicBezTo>
                    <a:cubicBezTo>
                      <a:pt x="44" y="15"/>
                      <a:pt x="46" y="17"/>
                      <a:pt x="48" y="18"/>
                    </a:cubicBezTo>
                    <a:cubicBezTo>
                      <a:pt x="65" y="18"/>
                      <a:pt x="65" y="18"/>
                      <a:pt x="65" y="18"/>
                    </a:cubicBezTo>
                    <a:cubicBezTo>
                      <a:pt x="64" y="16"/>
                      <a:pt x="61" y="13"/>
                      <a:pt x="64" y="11"/>
                    </a:cubicBezTo>
                    <a:cubicBezTo>
                      <a:pt x="67" y="8"/>
                      <a:pt x="66" y="4"/>
                      <a:pt x="65" y="1"/>
                    </a:cubicBezTo>
                    <a:cubicBezTo>
                      <a:pt x="64" y="1"/>
                      <a:pt x="64" y="0"/>
                      <a:pt x="65" y="0"/>
                    </a:cubicBezTo>
                    <a:close/>
                    <a:moveTo>
                      <a:pt x="18" y="0"/>
                    </a:moveTo>
                    <a:cubicBezTo>
                      <a:pt x="3" y="0"/>
                      <a:pt x="3" y="0"/>
                      <a:pt x="3" y="0"/>
                    </a:cubicBezTo>
                    <a:cubicBezTo>
                      <a:pt x="3" y="3"/>
                      <a:pt x="4" y="5"/>
                      <a:pt x="4" y="7"/>
                    </a:cubicBezTo>
                    <a:cubicBezTo>
                      <a:pt x="4" y="11"/>
                      <a:pt x="3" y="12"/>
                      <a:pt x="1" y="17"/>
                    </a:cubicBezTo>
                    <a:cubicBezTo>
                      <a:pt x="0" y="17"/>
                      <a:pt x="0" y="18"/>
                      <a:pt x="0" y="18"/>
                    </a:cubicBezTo>
                    <a:cubicBezTo>
                      <a:pt x="21" y="18"/>
                      <a:pt x="21" y="18"/>
                      <a:pt x="21" y="18"/>
                    </a:cubicBezTo>
                    <a:cubicBezTo>
                      <a:pt x="21" y="18"/>
                      <a:pt x="21" y="18"/>
                      <a:pt x="21" y="17"/>
                    </a:cubicBezTo>
                    <a:cubicBezTo>
                      <a:pt x="20" y="13"/>
                      <a:pt x="24" y="12"/>
                      <a:pt x="20" y="7"/>
                    </a:cubicBezTo>
                    <a:cubicBezTo>
                      <a:pt x="18" y="5"/>
                      <a:pt x="18" y="2"/>
                      <a:pt x="18" y="0"/>
                    </a:cubicBez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2" name="Freeform 511"/>
              <p:cNvSpPr>
                <a:spLocks noEditPoints="1"/>
              </p:cNvSpPr>
              <p:nvPr/>
            </p:nvSpPr>
            <p:spPr bwMode="auto">
              <a:xfrm>
                <a:off x="3976" y="1232"/>
                <a:ext cx="130" cy="35"/>
              </a:xfrm>
              <a:custGeom>
                <a:avLst/>
                <a:gdLst>
                  <a:gd name="T0" fmla="*/ 66 w 68"/>
                  <a:gd name="T1" fmla="*/ 0 h 18"/>
                  <a:gd name="T2" fmla="*/ 49 w 68"/>
                  <a:gd name="T3" fmla="*/ 0 h 18"/>
                  <a:gd name="T4" fmla="*/ 45 w 68"/>
                  <a:gd name="T5" fmla="*/ 11 h 18"/>
                  <a:gd name="T6" fmla="*/ 50 w 68"/>
                  <a:gd name="T7" fmla="*/ 18 h 18"/>
                  <a:gd name="T8" fmla="*/ 50 w 68"/>
                  <a:gd name="T9" fmla="*/ 18 h 18"/>
                  <a:gd name="T10" fmla="*/ 67 w 68"/>
                  <a:gd name="T11" fmla="*/ 18 h 18"/>
                  <a:gd name="T12" fmla="*/ 67 w 68"/>
                  <a:gd name="T13" fmla="*/ 17 h 18"/>
                  <a:gd name="T14" fmla="*/ 65 w 68"/>
                  <a:gd name="T15" fmla="*/ 10 h 18"/>
                  <a:gd name="T16" fmla="*/ 66 w 68"/>
                  <a:gd name="T17" fmla="*/ 0 h 18"/>
                  <a:gd name="T18" fmla="*/ 66 w 68"/>
                  <a:gd name="T19" fmla="*/ 0 h 18"/>
                  <a:gd name="T20" fmla="*/ 19 w 68"/>
                  <a:gd name="T21" fmla="*/ 0 h 18"/>
                  <a:gd name="T22" fmla="*/ 4 w 68"/>
                  <a:gd name="T23" fmla="*/ 0 h 18"/>
                  <a:gd name="T24" fmla="*/ 5 w 68"/>
                  <a:gd name="T25" fmla="*/ 6 h 18"/>
                  <a:gd name="T26" fmla="*/ 2 w 68"/>
                  <a:gd name="T27" fmla="*/ 16 h 18"/>
                  <a:gd name="T28" fmla="*/ 0 w 68"/>
                  <a:gd name="T29" fmla="*/ 18 h 18"/>
                  <a:gd name="T30" fmla="*/ 22 w 68"/>
                  <a:gd name="T31" fmla="*/ 18 h 18"/>
                  <a:gd name="T32" fmla="*/ 22 w 68"/>
                  <a:gd name="T33" fmla="*/ 16 h 18"/>
                  <a:gd name="T34" fmla="*/ 21 w 68"/>
                  <a:gd name="T35" fmla="*/ 6 h 18"/>
                  <a:gd name="T36" fmla="*/ 19 w 68"/>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8" h="18">
                    <a:moveTo>
                      <a:pt x="66" y="0"/>
                    </a:moveTo>
                    <a:cubicBezTo>
                      <a:pt x="49" y="0"/>
                      <a:pt x="49" y="0"/>
                      <a:pt x="49" y="0"/>
                    </a:cubicBezTo>
                    <a:cubicBezTo>
                      <a:pt x="49" y="4"/>
                      <a:pt x="45" y="7"/>
                      <a:pt x="45" y="11"/>
                    </a:cubicBezTo>
                    <a:cubicBezTo>
                      <a:pt x="45" y="15"/>
                      <a:pt x="50" y="18"/>
                      <a:pt x="50" y="18"/>
                    </a:cubicBezTo>
                    <a:cubicBezTo>
                      <a:pt x="50" y="18"/>
                      <a:pt x="50" y="18"/>
                      <a:pt x="50" y="18"/>
                    </a:cubicBezTo>
                    <a:cubicBezTo>
                      <a:pt x="67" y="18"/>
                      <a:pt x="67" y="18"/>
                      <a:pt x="67" y="18"/>
                    </a:cubicBezTo>
                    <a:cubicBezTo>
                      <a:pt x="67" y="18"/>
                      <a:pt x="67" y="18"/>
                      <a:pt x="67" y="17"/>
                    </a:cubicBezTo>
                    <a:cubicBezTo>
                      <a:pt x="65" y="15"/>
                      <a:pt x="62" y="12"/>
                      <a:pt x="65" y="10"/>
                    </a:cubicBezTo>
                    <a:cubicBezTo>
                      <a:pt x="68" y="7"/>
                      <a:pt x="67" y="3"/>
                      <a:pt x="66" y="0"/>
                    </a:cubicBezTo>
                    <a:cubicBezTo>
                      <a:pt x="66" y="0"/>
                      <a:pt x="66" y="0"/>
                      <a:pt x="66" y="0"/>
                    </a:cubicBezTo>
                    <a:close/>
                    <a:moveTo>
                      <a:pt x="19" y="0"/>
                    </a:moveTo>
                    <a:cubicBezTo>
                      <a:pt x="4" y="0"/>
                      <a:pt x="4" y="0"/>
                      <a:pt x="4" y="0"/>
                    </a:cubicBezTo>
                    <a:cubicBezTo>
                      <a:pt x="4" y="2"/>
                      <a:pt x="5" y="4"/>
                      <a:pt x="5" y="6"/>
                    </a:cubicBezTo>
                    <a:cubicBezTo>
                      <a:pt x="5" y="10"/>
                      <a:pt x="4" y="11"/>
                      <a:pt x="2" y="16"/>
                    </a:cubicBezTo>
                    <a:cubicBezTo>
                      <a:pt x="1" y="17"/>
                      <a:pt x="1" y="17"/>
                      <a:pt x="0" y="18"/>
                    </a:cubicBezTo>
                    <a:cubicBezTo>
                      <a:pt x="22" y="18"/>
                      <a:pt x="22" y="18"/>
                      <a:pt x="22" y="18"/>
                    </a:cubicBezTo>
                    <a:cubicBezTo>
                      <a:pt x="22" y="17"/>
                      <a:pt x="22" y="17"/>
                      <a:pt x="22" y="16"/>
                    </a:cubicBezTo>
                    <a:cubicBezTo>
                      <a:pt x="21" y="12"/>
                      <a:pt x="25" y="11"/>
                      <a:pt x="21" y="6"/>
                    </a:cubicBezTo>
                    <a:cubicBezTo>
                      <a:pt x="20" y="4"/>
                      <a:pt x="19" y="2"/>
                      <a:pt x="19" y="0"/>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3" name="Freeform 512"/>
              <p:cNvSpPr>
                <a:spLocks noEditPoints="1"/>
              </p:cNvSpPr>
              <p:nvPr/>
            </p:nvSpPr>
            <p:spPr bwMode="auto">
              <a:xfrm>
                <a:off x="3976" y="1234"/>
                <a:ext cx="130" cy="35"/>
              </a:xfrm>
              <a:custGeom>
                <a:avLst/>
                <a:gdLst>
                  <a:gd name="T0" fmla="*/ 66 w 68"/>
                  <a:gd name="T1" fmla="*/ 0 h 18"/>
                  <a:gd name="T2" fmla="*/ 49 w 68"/>
                  <a:gd name="T3" fmla="*/ 0 h 18"/>
                  <a:gd name="T4" fmla="*/ 45 w 68"/>
                  <a:gd name="T5" fmla="*/ 10 h 18"/>
                  <a:gd name="T6" fmla="*/ 50 w 68"/>
                  <a:gd name="T7" fmla="*/ 17 h 18"/>
                  <a:gd name="T8" fmla="*/ 50 w 68"/>
                  <a:gd name="T9" fmla="*/ 18 h 18"/>
                  <a:gd name="T10" fmla="*/ 68 w 68"/>
                  <a:gd name="T11" fmla="*/ 18 h 18"/>
                  <a:gd name="T12" fmla="*/ 67 w 68"/>
                  <a:gd name="T13" fmla="*/ 16 h 18"/>
                  <a:gd name="T14" fmla="*/ 65 w 68"/>
                  <a:gd name="T15" fmla="*/ 9 h 18"/>
                  <a:gd name="T16" fmla="*/ 66 w 68"/>
                  <a:gd name="T17" fmla="*/ 0 h 18"/>
                  <a:gd name="T18" fmla="*/ 19 w 68"/>
                  <a:gd name="T19" fmla="*/ 0 h 18"/>
                  <a:gd name="T20" fmla="*/ 4 w 68"/>
                  <a:gd name="T21" fmla="*/ 0 h 18"/>
                  <a:gd name="T22" fmla="*/ 5 w 68"/>
                  <a:gd name="T23" fmla="*/ 5 h 18"/>
                  <a:gd name="T24" fmla="*/ 2 w 68"/>
                  <a:gd name="T25" fmla="*/ 15 h 18"/>
                  <a:gd name="T26" fmla="*/ 0 w 68"/>
                  <a:gd name="T27" fmla="*/ 18 h 18"/>
                  <a:gd name="T28" fmla="*/ 22 w 68"/>
                  <a:gd name="T29" fmla="*/ 18 h 18"/>
                  <a:gd name="T30" fmla="*/ 22 w 68"/>
                  <a:gd name="T31" fmla="*/ 15 h 18"/>
                  <a:gd name="T32" fmla="*/ 21 w 68"/>
                  <a:gd name="T33" fmla="*/ 5 h 18"/>
                  <a:gd name="T34" fmla="*/ 19 w 68"/>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18">
                    <a:moveTo>
                      <a:pt x="66" y="0"/>
                    </a:moveTo>
                    <a:cubicBezTo>
                      <a:pt x="49" y="0"/>
                      <a:pt x="49" y="0"/>
                      <a:pt x="49" y="0"/>
                    </a:cubicBezTo>
                    <a:cubicBezTo>
                      <a:pt x="48" y="4"/>
                      <a:pt x="45" y="7"/>
                      <a:pt x="45" y="10"/>
                    </a:cubicBezTo>
                    <a:cubicBezTo>
                      <a:pt x="45" y="14"/>
                      <a:pt x="50" y="17"/>
                      <a:pt x="50" y="17"/>
                    </a:cubicBezTo>
                    <a:cubicBezTo>
                      <a:pt x="50" y="17"/>
                      <a:pt x="50" y="18"/>
                      <a:pt x="50" y="18"/>
                    </a:cubicBezTo>
                    <a:cubicBezTo>
                      <a:pt x="68" y="18"/>
                      <a:pt x="68" y="18"/>
                      <a:pt x="68" y="18"/>
                    </a:cubicBezTo>
                    <a:cubicBezTo>
                      <a:pt x="67" y="18"/>
                      <a:pt x="67" y="17"/>
                      <a:pt x="67" y="16"/>
                    </a:cubicBezTo>
                    <a:cubicBezTo>
                      <a:pt x="65" y="14"/>
                      <a:pt x="62" y="11"/>
                      <a:pt x="65" y="9"/>
                    </a:cubicBezTo>
                    <a:cubicBezTo>
                      <a:pt x="67" y="6"/>
                      <a:pt x="67" y="3"/>
                      <a:pt x="66" y="0"/>
                    </a:cubicBezTo>
                    <a:close/>
                    <a:moveTo>
                      <a:pt x="19" y="0"/>
                    </a:moveTo>
                    <a:cubicBezTo>
                      <a:pt x="4" y="0"/>
                      <a:pt x="4" y="0"/>
                      <a:pt x="4" y="0"/>
                    </a:cubicBezTo>
                    <a:cubicBezTo>
                      <a:pt x="4" y="2"/>
                      <a:pt x="5" y="4"/>
                      <a:pt x="5" y="5"/>
                    </a:cubicBezTo>
                    <a:cubicBezTo>
                      <a:pt x="5" y="9"/>
                      <a:pt x="4" y="10"/>
                      <a:pt x="2" y="15"/>
                    </a:cubicBezTo>
                    <a:cubicBezTo>
                      <a:pt x="1" y="16"/>
                      <a:pt x="0" y="17"/>
                      <a:pt x="0" y="18"/>
                    </a:cubicBezTo>
                    <a:cubicBezTo>
                      <a:pt x="22" y="18"/>
                      <a:pt x="22" y="18"/>
                      <a:pt x="22" y="18"/>
                    </a:cubicBezTo>
                    <a:cubicBezTo>
                      <a:pt x="22" y="17"/>
                      <a:pt x="22" y="16"/>
                      <a:pt x="22" y="15"/>
                    </a:cubicBezTo>
                    <a:cubicBezTo>
                      <a:pt x="21" y="11"/>
                      <a:pt x="25" y="10"/>
                      <a:pt x="21" y="5"/>
                    </a:cubicBezTo>
                    <a:cubicBezTo>
                      <a:pt x="20" y="4"/>
                      <a:pt x="20" y="2"/>
                      <a:pt x="19"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4" name="Freeform 513"/>
              <p:cNvSpPr>
                <a:spLocks noEditPoints="1"/>
              </p:cNvSpPr>
              <p:nvPr/>
            </p:nvSpPr>
            <p:spPr bwMode="auto">
              <a:xfrm>
                <a:off x="3976" y="1236"/>
                <a:ext cx="130" cy="37"/>
              </a:xfrm>
              <a:custGeom>
                <a:avLst/>
                <a:gdLst>
                  <a:gd name="T0" fmla="*/ 66 w 68"/>
                  <a:gd name="T1" fmla="*/ 0 h 19"/>
                  <a:gd name="T2" fmla="*/ 48 w 68"/>
                  <a:gd name="T3" fmla="*/ 0 h 19"/>
                  <a:gd name="T4" fmla="*/ 45 w 68"/>
                  <a:gd name="T5" fmla="*/ 9 h 19"/>
                  <a:gd name="T6" fmla="*/ 50 w 68"/>
                  <a:gd name="T7" fmla="*/ 16 h 19"/>
                  <a:gd name="T8" fmla="*/ 49 w 68"/>
                  <a:gd name="T9" fmla="*/ 19 h 19"/>
                  <a:gd name="T10" fmla="*/ 68 w 68"/>
                  <a:gd name="T11" fmla="*/ 19 h 19"/>
                  <a:gd name="T12" fmla="*/ 67 w 68"/>
                  <a:gd name="T13" fmla="*/ 15 h 19"/>
                  <a:gd name="T14" fmla="*/ 65 w 68"/>
                  <a:gd name="T15" fmla="*/ 8 h 19"/>
                  <a:gd name="T16" fmla="*/ 66 w 68"/>
                  <a:gd name="T17" fmla="*/ 0 h 19"/>
                  <a:gd name="T18" fmla="*/ 19 w 68"/>
                  <a:gd name="T19" fmla="*/ 0 h 19"/>
                  <a:gd name="T20" fmla="*/ 4 w 68"/>
                  <a:gd name="T21" fmla="*/ 0 h 19"/>
                  <a:gd name="T22" fmla="*/ 5 w 68"/>
                  <a:gd name="T23" fmla="*/ 4 h 19"/>
                  <a:gd name="T24" fmla="*/ 2 w 68"/>
                  <a:gd name="T25" fmla="*/ 14 h 19"/>
                  <a:gd name="T26" fmla="*/ 0 w 68"/>
                  <a:gd name="T27" fmla="*/ 19 h 19"/>
                  <a:gd name="T28" fmla="*/ 22 w 68"/>
                  <a:gd name="T29" fmla="*/ 19 h 19"/>
                  <a:gd name="T30" fmla="*/ 22 w 68"/>
                  <a:gd name="T31" fmla="*/ 14 h 19"/>
                  <a:gd name="T32" fmla="*/ 21 w 68"/>
                  <a:gd name="T33" fmla="*/ 4 h 19"/>
                  <a:gd name="T34" fmla="*/ 19 w 68"/>
                  <a:gd name="T3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19">
                    <a:moveTo>
                      <a:pt x="66" y="0"/>
                    </a:moveTo>
                    <a:cubicBezTo>
                      <a:pt x="48" y="0"/>
                      <a:pt x="48" y="0"/>
                      <a:pt x="48" y="0"/>
                    </a:cubicBezTo>
                    <a:cubicBezTo>
                      <a:pt x="47" y="4"/>
                      <a:pt x="45" y="6"/>
                      <a:pt x="45" y="9"/>
                    </a:cubicBezTo>
                    <a:cubicBezTo>
                      <a:pt x="45" y="13"/>
                      <a:pt x="50" y="16"/>
                      <a:pt x="50" y="16"/>
                    </a:cubicBezTo>
                    <a:cubicBezTo>
                      <a:pt x="50" y="16"/>
                      <a:pt x="50" y="17"/>
                      <a:pt x="49" y="19"/>
                    </a:cubicBezTo>
                    <a:cubicBezTo>
                      <a:pt x="68" y="19"/>
                      <a:pt x="68" y="19"/>
                      <a:pt x="68" y="19"/>
                    </a:cubicBezTo>
                    <a:cubicBezTo>
                      <a:pt x="68" y="17"/>
                      <a:pt x="67" y="16"/>
                      <a:pt x="67" y="15"/>
                    </a:cubicBezTo>
                    <a:cubicBezTo>
                      <a:pt x="65" y="13"/>
                      <a:pt x="62" y="10"/>
                      <a:pt x="65" y="8"/>
                    </a:cubicBezTo>
                    <a:cubicBezTo>
                      <a:pt x="67" y="6"/>
                      <a:pt x="67" y="3"/>
                      <a:pt x="66" y="0"/>
                    </a:cubicBezTo>
                    <a:close/>
                    <a:moveTo>
                      <a:pt x="19" y="0"/>
                    </a:moveTo>
                    <a:cubicBezTo>
                      <a:pt x="4" y="0"/>
                      <a:pt x="4" y="0"/>
                      <a:pt x="4" y="0"/>
                    </a:cubicBezTo>
                    <a:cubicBezTo>
                      <a:pt x="5" y="2"/>
                      <a:pt x="5" y="3"/>
                      <a:pt x="5" y="4"/>
                    </a:cubicBezTo>
                    <a:cubicBezTo>
                      <a:pt x="5" y="8"/>
                      <a:pt x="4" y="9"/>
                      <a:pt x="2" y="14"/>
                    </a:cubicBezTo>
                    <a:cubicBezTo>
                      <a:pt x="1" y="15"/>
                      <a:pt x="0" y="17"/>
                      <a:pt x="0" y="19"/>
                    </a:cubicBezTo>
                    <a:cubicBezTo>
                      <a:pt x="22" y="19"/>
                      <a:pt x="22" y="19"/>
                      <a:pt x="22" y="19"/>
                    </a:cubicBezTo>
                    <a:cubicBezTo>
                      <a:pt x="22" y="17"/>
                      <a:pt x="22" y="15"/>
                      <a:pt x="22" y="14"/>
                    </a:cubicBezTo>
                    <a:cubicBezTo>
                      <a:pt x="21" y="10"/>
                      <a:pt x="25" y="9"/>
                      <a:pt x="21" y="4"/>
                    </a:cubicBezTo>
                    <a:cubicBezTo>
                      <a:pt x="20" y="3"/>
                      <a:pt x="20" y="2"/>
                      <a:pt x="19" y="0"/>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5" name="Freeform 514"/>
              <p:cNvSpPr>
                <a:spLocks noEditPoints="1"/>
              </p:cNvSpPr>
              <p:nvPr/>
            </p:nvSpPr>
            <p:spPr bwMode="auto">
              <a:xfrm>
                <a:off x="3974" y="1240"/>
                <a:ext cx="132" cy="34"/>
              </a:xfrm>
              <a:custGeom>
                <a:avLst/>
                <a:gdLst>
                  <a:gd name="T0" fmla="*/ 68 w 69"/>
                  <a:gd name="T1" fmla="*/ 0 h 18"/>
                  <a:gd name="T2" fmla="*/ 49 w 69"/>
                  <a:gd name="T3" fmla="*/ 0 h 18"/>
                  <a:gd name="T4" fmla="*/ 46 w 69"/>
                  <a:gd name="T5" fmla="*/ 7 h 18"/>
                  <a:gd name="T6" fmla="*/ 51 w 69"/>
                  <a:gd name="T7" fmla="*/ 14 h 18"/>
                  <a:gd name="T8" fmla="*/ 50 w 69"/>
                  <a:gd name="T9" fmla="*/ 18 h 18"/>
                  <a:gd name="T10" fmla="*/ 69 w 69"/>
                  <a:gd name="T11" fmla="*/ 18 h 18"/>
                  <a:gd name="T12" fmla="*/ 68 w 69"/>
                  <a:gd name="T13" fmla="*/ 13 h 18"/>
                  <a:gd name="T14" fmla="*/ 66 w 69"/>
                  <a:gd name="T15" fmla="*/ 6 h 18"/>
                  <a:gd name="T16" fmla="*/ 68 w 69"/>
                  <a:gd name="T17" fmla="*/ 0 h 18"/>
                  <a:gd name="T18" fmla="*/ 21 w 69"/>
                  <a:gd name="T19" fmla="*/ 0 h 18"/>
                  <a:gd name="T20" fmla="*/ 6 w 69"/>
                  <a:gd name="T21" fmla="*/ 0 h 18"/>
                  <a:gd name="T22" fmla="*/ 6 w 69"/>
                  <a:gd name="T23" fmla="*/ 2 h 18"/>
                  <a:gd name="T24" fmla="*/ 3 w 69"/>
                  <a:gd name="T25" fmla="*/ 12 h 18"/>
                  <a:gd name="T26" fmla="*/ 0 w 69"/>
                  <a:gd name="T27" fmla="*/ 18 h 18"/>
                  <a:gd name="T28" fmla="*/ 23 w 69"/>
                  <a:gd name="T29" fmla="*/ 18 h 18"/>
                  <a:gd name="T30" fmla="*/ 23 w 69"/>
                  <a:gd name="T31" fmla="*/ 12 h 18"/>
                  <a:gd name="T32" fmla="*/ 22 w 69"/>
                  <a:gd name="T33" fmla="*/ 2 h 18"/>
                  <a:gd name="T34" fmla="*/ 21 w 69"/>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18">
                    <a:moveTo>
                      <a:pt x="68" y="0"/>
                    </a:moveTo>
                    <a:cubicBezTo>
                      <a:pt x="49" y="0"/>
                      <a:pt x="49" y="0"/>
                      <a:pt x="49" y="0"/>
                    </a:cubicBezTo>
                    <a:cubicBezTo>
                      <a:pt x="48" y="2"/>
                      <a:pt x="46" y="5"/>
                      <a:pt x="46" y="7"/>
                    </a:cubicBezTo>
                    <a:cubicBezTo>
                      <a:pt x="46" y="11"/>
                      <a:pt x="51" y="14"/>
                      <a:pt x="51" y="14"/>
                    </a:cubicBezTo>
                    <a:cubicBezTo>
                      <a:pt x="51" y="14"/>
                      <a:pt x="51" y="16"/>
                      <a:pt x="50" y="18"/>
                    </a:cubicBezTo>
                    <a:cubicBezTo>
                      <a:pt x="69" y="18"/>
                      <a:pt x="69" y="18"/>
                      <a:pt x="69" y="18"/>
                    </a:cubicBezTo>
                    <a:cubicBezTo>
                      <a:pt x="69" y="16"/>
                      <a:pt x="68" y="14"/>
                      <a:pt x="68" y="13"/>
                    </a:cubicBezTo>
                    <a:cubicBezTo>
                      <a:pt x="66" y="11"/>
                      <a:pt x="63" y="8"/>
                      <a:pt x="66" y="6"/>
                    </a:cubicBezTo>
                    <a:cubicBezTo>
                      <a:pt x="68" y="4"/>
                      <a:pt x="68" y="2"/>
                      <a:pt x="68" y="0"/>
                    </a:cubicBezTo>
                    <a:close/>
                    <a:moveTo>
                      <a:pt x="21" y="0"/>
                    </a:moveTo>
                    <a:cubicBezTo>
                      <a:pt x="6" y="0"/>
                      <a:pt x="6" y="0"/>
                      <a:pt x="6" y="0"/>
                    </a:cubicBezTo>
                    <a:cubicBezTo>
                      <a:pt x="6" y="0"/>
                      <a:pt x="6" y="1"/>
                      <a:pt x="6" y="2"/>
                    </a:cubicBezTo>
                    <a:cubicBezTo>
                      <a:pt x="6" y="6"/>
                      <a:pt x="5" y="7"/>
                      <a:pt x="3" y="12"/>
                    </a:cubicBezTo>
                    <a:cubicBezTo>
                      <a:pt x="2" y="14"/>
                      <a:pt x="1" y="16"/>
                      <a:pt x="0" y="18"/>
                    </a:cubicBezTo>
                    <a:cubicBezTo>
                      <a:pt x="23" y="18"/>
                      <a:pt x="23" y="18"/>
                      <a:pt x="23" y="18"/>
                    </a:cubicBezTo>
                    <a:cubicBezTo>
                      <a:pt x="23" y="16"/>
                      <a:pt x="23" y="14"/>
                      <a:pt x="23" y="12"/>
                    </a:cubicBezTo>
                    <a:cubicBezTo>
                      <a:pt x="22" y="8"/>
                      <a:pt x="26" y="7"/>
                      <a:pt x="22" y="2"/>
                    </a:cubicBezTo>
                    <a:cubicBezTo>
                      <a:pt x="21" y="2"/>
                      <a:pt x="21" y="1"/>
                      <a:pt x="21"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6" name="Freeform 515"/>
              <p:cNvSpPr>
                <a:spLocks noEditPoints="1"/>
              </p:cNvSpPr>
              <p:nvPr/>
            </p:nvSpPr>
            <p:spPr bwMode="auto">
              <a:xfrm>
                <a:off x="3974" y="1242"/>
                <a:ext cx="132" cy="34"/>
              </a:xfrm>
              <a:custGeom>
                <a:avLst/>
                <a:gdLst>
                  <a:gd name="T0" fmla="*/ 68 w 69"/>
                  <a:gd name="T1" fmla="*/ 0 h 18"/>
                  <a:gd name="T2" fmla="*/ 48 w 69"/>
                  <a:gd name="T3" fmla="*/ 0 h 18"/>
                  <a:gd name="T4" fmla="*/ 46 w 69"/>
                  <a:gd name="T5" fmla="*/ 6 h 18"/>
                  <a:gd name="T6" fmla="*/ 51 w 69"/>
                  <a:gd name="T7" fmla="*/ 13 h 18"/>
                  <a:gd name="T8" fmla="*/ 49 w 69"/>
                  <a:gd name="T9" fmla="*/ 18 h 18"/>
                  <a:gd name="T10" fmla="*/ 69 w 69"/>
                  <a:gd name="T11" fmla="*/ 18 h 18"/>
                  <a:gd name="T12" fmla="*/ 68 w 69"/>
                  <a:gd name="T13" fmla="*/ 12 h 18"/>
                  <a:gd name="T14" fmla="*/ 66 w 69"/>
                  <a:gd name="T15" fmla="*/ 5 h 18"/>
                  <a:gd name="T16" fmla="*/ 68 w 69"/>
                  <a:gd name="T17" fmla="*/ 0 h 18"/>
                  <a:gd name="T18" fmla="*/ 21 w 69"/>
                  <a:gd name="T19" fmla="*/ 0 h 18"/>
                  <a:gd name="T20" fmla="*/ 6 w 69"/>
                  <a:gd name="T21" fmla="*/ 0 h 18"/>
                  <a:gd name="T22" fmla="*/ 6 w 69"/>
                  <a:gd name="T23" fmla="*/ 1 h 18"/>
                  <a:gd name="T24" fmla="*/ 3 w 69"/>
                  <a:gd name="T25" fmla="*/ 11 h 18"/>
                  <a:gd name="T26" fmla="*/ 0 w 69"/>
                  <a:gd name="T27" fmla="*/ 18 h 18"/>
                  <a:gd name="T28" fmla="*/ 23 w 69"/>
                  <a:gd name="T29" fmla="*/ 18 h 18"/>
                  <a:gd name="T30" fmla="*/ 23 w 69"/>
                  <a:gd name="T31" fmla="*/ 11 h 18"/>
                  <a:gd name="T32" fmla="*/ 22 w 69"/>
                  <a:gd name="T33" fmla="*/ 1 h 18"/>
                  <a:gd name="T34" fmla="*/ 21 w 69"/>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18">
                    <a:moveTo>
                      <a:pt x="68" y="0"/>
                    </a:moveTo>
                    <a:cubicBezTo>
                      <a:pt x="48" y="0"/>
                      <a:pt x="48" y="0"/>
                      <a:pt x="48" y="0"/>
                    </a:cubicBezTo>
                    <a:cubicBezTo>
                      <a:pt x="47" y="2"/>
                      <a:pt x="46" y="4"/>
                      <a:pt x="46" y="6"/>
                    </a:cubicBezTo>
                    <a:cubicBezTo>
                      <a:pt x="46" y="10"/>
                      <a:pt x="51" y="13"/>
                      <a:pt x="51" y="13"/>
                    </a:cubicBezTo>
                    <a:cubicBezTo>
                      <a:pt x="51" y="13"/>
                      <a:pt x="51" y="16"/>
                      <a:pt x="49" y="18"/>
                    </a:cubicBezTo>
                    <a:cubicBezTo>
                      <a:pt x="69" y="18"/>
                      <a:pt x="69" y="18"/>
                      <a:pt x="69" y="18"/>
                    </a:cubicBezTo>
                    <a:cubicBezTo>
                      <a:pt x="69" y="16"/>
                      <a:pt x="68" y="13"/>
                      <a:pt x="68" y="12"/>
                    </a:cubicBezTo>
                    <a:cubicBezTo>
                      <a:pt x="66" y="10"/>
                      <a:pt x="63" y="7"/>
                      <a:pt x="66" y="5"/>
                    </a:cubicBezTo>
                    <a:cubicBezTo>
                      <a:pt x="67" y="3"/>
                      <a:pt x="68" y="2"/>
                      <a:pt x="68" y="0"/>
                    </a:cubicBezTo>
                    <a:close/>
                    <a:moveTo>
                      <a:pt x="21" y="0"/>
                    </a:moveTo>
                    <a:cubicBezTo>
                      <a:pt x="6" y="0"/>
                      <a:pt x="6" y="0"/>
                      <a:pt x="6" y="0"/>
                    </a:cubicBezTo>
                    <a:cubicBezTo>
                      <a:pt x="6" y="0"/>
                      <a:pt x="6" y="0"/>
                      <a:pt x="6" y="1"/>
                    </a:cubicBezTo>
                    <a:cubicBezTo>
                      <a:pt x="6" y="5"/>
                      <a:pt x="5" y="6"/>
                      <a:pt x="3" y="11"/>
                    </a:cubicBezTo>
                    <a:cubicBezTo>
                      <a:pt x="1" y="13"/>
                      <a:pt x="1" y="15"/>
                      <a:pt x="0" y="18"/>
                    </a:cubicBezTo>
                    <a:cubicBezTo>
                      <a:pt x="23" y="18"/>
                      <a:pt x="23" y="18"/>
                      <a:pt x="23" y="18"/>
                    </a:cubicBezTo>
                    <a:cubicBezTo>
                      <a:pt x="23" y="15"/>
                      <a:pt x="23" y="13"/>
                      <a:pt x="23" y="11"/>
                    </a:cubicBezTo>
                    <a:cubicBezTo>
                      <a:pt x="22" y="7"/>
                      <a:pt x="26" y="6"/>
                      <a:pt x="22" y="1"/>
                    </a:cubicBezTo>
                    <a:cubicBezTo>
                      <a:pt x="22" y="1"/>
                      <a:pt x="21" y="0"/>
                      <a:pt x="21"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7" name="Freeform 516"/>
              <p:cNvSpPr>
                <a:spLocks noEditPoints="1"/>
              </p:cNvSpPr>
              <p:nvPr/>
            </p:nvSpPr>
            <p:spPr bwMode="auto">
              <a:xfrm>
                <a:off x="3974" y="1244"/>
                <a:ext cx="132" cy="36"/>
              </a:xfrm>
              <a:custGeom>
                <a:avLst/>
                <a:gdLst>
                  <a:gd name="T0" fmla="*/ 68 w 69"/>
                  <a:gd name="T1" fmla="*/ 0 h 19"/>
                  <a:gd name="T2" fmla="*/ 48 w 69"/>
                  <a:gd name="T3" fmla="*/ 0 h 19"/>
                  <a:gd name="T4" fmla="*/ 46 w 69"/>
                  <a:gd name="T5" fmla="*/ 5 h 19"/>
                  <a:gd name="T6" fmla="*/ 51 w 69"/>
                  <a:gd name="T7" fmla="*/ 12 h 19"/>
                  <a:gd name="T8" fmla="*/ 48 w 69"/>
                  <a:gd name="T9" fmla="*/ 18 h 19"/>
                  <a:gd name="T10" fmla="*/ 48 w 69"/>
                  <a:gd name="T11" fmla="*/ 19 h 19"/>
                  <a:gd name="T12" fmla="*/ 69 w 69"/>
                  <a:gd name="T13" fmla="*/ 19 h 19"/>
                  <a:gd name="T14" fmla="*/ 68 w 69"/>
                  <a:gd name="T15" fmla="*/ 11 h 19"/>
                  <a:gd name="T16" fmla="*/ 66 w 69"/>
                  <a:gd name="T17" fmla="*/ 4 h 19"/>
                  <a:gd name="T18" fmla="*/ 68 w 69"/>
                  <a:gd name="T19" fmla="*/ 0 h 19"/>
                  <a:gd name="T20" fmla="*/ 22 w 69"/>
                  <a:gd name="T21" fmla="*/ 0 h 19"/>
                  <a:gd name="T22" fmla="*/ 6 w 69"/>
                  <a:gd name="T23" fmla="*/ 0 h 19"/>
                  <a:gd name="T24" fmla="*/ 3 w 69"/>
                  <a:gd name="T25" fmla="*/ 10 h 19"/>
                  <a:gd name="T26" fmla="*/ 0 w 69"/>
                  <a:gd name="T27" fmla="*/ 19 h 19"/>
                  <a:gd name="T28" fmla="*/ 23 w 69"/>
                  <a:gd name="T29" fmla="*/ 19 h 19"/>
                  <a:gd name="T30" fmla="*/ 23 w 69"/>
                  <a:gd name="T31" fmla="*/ 10 h 19"/>
                  <a:gd name="T32" fmla="*/ 22 w 6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 h="19">
                    <a:moveTo>
                      <a:pt x="68" y="0"/>
                    </a:moveTo>
                    <a:cubicBezTo>
                      <a:pt x="48" y="0"/>
                      <a:pt x="48" y="0"/>
                      <a:pt x="48" y="0"/>
                    </a:cubicBezTo>
                    <a:cubicBezTo>
                      <a:pt x="47" y="2"/>
                      <a:pt x="46" y="3"/>
                      <a:pt x="46" y="5"/>
                    </a:cubicBezTo>
                    <a:cubicBezTo>
                      <a:pt x="46" y="9"/>
                      <a:pt x="51" y="12"/>
                      <a:pt x="51" y="12"/>
                    </a:cubicBezTo>
                    <a:cubicBezTo>
                      <a:pt x="51" y="12"/>
                      <a:pt x="50" y="15"/>
                      <a:pt x="48" y="18"/>
                    </a:cubicBezTo>
                    <a:cubicBezTo>
                      <a:pt x="48" y="18"/>
                      <a:pt x="48" y="18"/>
                      <a:pt x="48" y="19"/>
                    </a:cubicBezTo>
                    <a:cubicBezTo>
                      <a:pt x="69" y="19"/>
                      <a:pt x="69" y="19"/>
                      <a:pt x="69" y="19"/>
                    </a:cubicBezTo>
                    <a:cubicBezTo>
                      <a:pt x="69" y="15"/>
                      <a:pt x="69" y="13"/>
                      <a:pt x="68" y="11"/>
                    </a:cubicBezTo>
                    <a:cubicBezTo>
                      <a:pt x="66" y="9"/>
                      <a:pt x="63" y="6"/>
                      <a:pt x="66" y="4"/>
                    </a:cubicBezTo>
                    <a:cubicBezTo>
                      <a:pt x="67" y="3"/>
                      <a:pt x="67" y="1"/>
                      <a:pt x="68" y="0"/>
                    </a:cubicBezTo>
                    <a:close/>
                    <a:moveTo>
                      <a:pt x="22" y="0"/>
                    </a:moveTo>
                    <a:cubicBezTo>
                      <a:pt x="6" y="0"/>
                      <a:pt x="6" y="0"/>
                      <a:pt x="6" y="0"/>
                    </a:cubicBezTo>
                    <a:cubicBezTo>
                      <a:pt x="6" y="4"/>
                      <a:pt x="5" y="6"/>
                      <a:pt x="3" y="10"/>
                    </a:cubicBezTo>
                    <a:cubicBezTo>
                      <a:pt x="1" y="12"/>
                      <a:pt x="0" y="15"/>
                      <a:pt x="0" y="19"/>
                    </a:cubicBezTo>
                    <a:cubicBezTo>
                      <a:pt x="23" y="19"/>
                      <a:pt x="23" y="19"/>
                      <a:pt x="23" y="19"/>
                    </a:cubicBezTo>
                    <a:cubicBezTo>
                      <a:pt x="23" y="15"/>
                      <a:pt x="23" y="12"/>
                      <a:pt x="23" y="10"/>
                    </a:cubicBezTo>
                    <a:cubicBezTo>
                      <a:pt x="22" y="6"/>
                      <a:pt x="26" y="5"/>
                      <a:pt x="22"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8" name="Freeform 517"/>
              <p:cNvSpPr>
                <a:spLocks noEditPoints="1"/>
              </p:cNvSpPr>
              <p:nvPr/>
            </p:nvSpPr>
            <p:spPr bwMode="auto">
              <a:xfrm>
                <a:off x="3974" y="1248"/>
                <a:ext cx="132" cy="34"/>
              </a:xfrm>
              <a:custGeom>
                <a:avLst/>
                <a:gdLst>
                  <a:gd name="T0" fmla="*/ 67 w 69"/>
                  <a:gd name="T1" fmla="*/ 0 h 18"/>
                  <a:gd name="T2" fmla="*/ 47 w 69"/>
                  <a:gd name="T3" fmla="*/ 0 h 18"/>
                  <a:gd name="T4" fmla="*/ 46 w 69"/>
                  <a:gd name="T5" fmla="*/ 3 h 18"/>
                  <a:gd name="T6" fmla="*/ 51 w 69"/>
                  <a:gd name="T7" fmla="*/ 10 h 18"/>
                  <a:gd name="T8" fmla="*/ 48 w 69"/>
                  <a:gd name="T9" fmla="*/ 16 h 18"/>
                  <a:gd name="T10" fmla="*/ 48 w 69"/>
                  <a:gd name="T11" fmla="*/ 18 h 18"/>
                  <a:gd name="T12" fmla="*/ 69 w 69"/>
                  <a:gd name="T13" fmla="*/ 18 h 18"/>
                  <a:gd name="T14" fmla="*/ 68 w 69"/>
                  <a:gd name="T15" fmla="*/ 9 h 18"/>
                  <a:gd name="T16" fmla="*/ 66 w 69"/>
                  <a:gd name="T17" fmla="*/ 2 h 18"/>
                  <a:gd name="T18" fmla="*/ 67 w 69"/>
                  <a:gd name="T19" fmla="*/ 0 h 18"/>
                  <a:gd name="T20" fmla="*/ 23 w 69"/>
                  <a:gd name="T21" fmla="*/ 0 h 18"/>
                  <a:gd name="T22" fmla="*/ 6 w 69"/>
                  <a:gd name="T23" fmla="*/ 0 h 18"/>
                  <a:gd name="T24" fmla="*/ 3 w 69"/>
                  <a:gd name="T25" fmla="*/ 8 h 18"/>
                  <a:gd name="T26" fmla="*/ 0 w 69"/>
                  <a:gd name="T27" fmla="*/ 18 h 18"/>
                  <a:gd name="T28" fmla="*/ 23 w 69"/>
                  <a:gd name="T29" fmla="*/ 18 h 18"/>
                  <a:gd name="T30" fmla="*/ 23 w 69"/>
                  <a:gd name="T31" fmla="*/ 8 h 18"/>
                  <a:gd name="T32" fmla="*/ 23 w 6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 h="18">
                    <a:moveTo>
                      <a:pt x="67" y="0"/>
                    </a:moveTo>
                    <a:cubicBezTo>
                      <a:pt x="47" y="0"/>
                      <a:pt x="47" y="0"/>
                      <a:pt x="47" y="0"/>
                    </a:cubicBezTo>
                    <a:cubicBezTo>
                      <a:pt x="47" y="1"/>
                      <a:pt x="46" y="2"/>
                      <a:pt x="46" y="3"/>
                    </a:cubicBezTo>
                    <a:cubicBezTo>
                      <a:pt x="46" y="7"/>
                      <a:pt x="51" y="10"/>
                      <a:pt x="51" y="10"/>
                    </a:cubicBezTo>
                    <a:cubicBezTo>
                      <a:pt x="51" y="10"/>
                      <a:pt x="50" y="13"/>
                      <a:pt x="48" y="16"/>
                    </a:cubicBezTo>
                    <a:cubicBezTo>
                      <a:pt x="48" y="16"/>
                      <a:pt x="48" y="17"/>
                      <a:pt x="48" y="18"/>
                    </a:cubicBezTo>
                    <a:cubicBezTo>
                      <a:pt x="69" y="18"/>
                      <a:pt x="69" y="18"/>
                      <a:pt x="69" y="18"/>
                    </a:cubicBezTo>
                    <a:cubicBezTo>
                      <a:pt x="69" y="14"/>
                      <a:pt x="69" y="11"/>
                      <a:pt x="68" y="9"/>
                    </a:cubicBezTo>
                    <a:cubicBezTo>
                      <a:pt x="66" y="7"/>
                      <a:pt x="63" y="4"/>
                      <a:pt x="66" y="2"/>
                    </a:cubicBezTo>
                    <a:cubicBezTo>
                      <a:pt x="67" y="1"/>
                      <a:pt x="67" y="0"/>
                      <a:pt x="67" y="0"/>
                    </a:cubicBezTo>
                    <a:close/>
                    <a:moveTo>
                      <a:pt x="23" y="0"/>
                    </a:moveTo>
                    <a:cubicBezTo>
                      <a:pt x="6" y="0"/>
                      <a:pt x="6" y="0"/>
                      <a:pt x="6" y="0"/>
                    </a:cubicBezTo>
                    <a:cubicBezTo>
                      <a:pt x="6" y="2"/>
                      <a:pt x="5" y="4"/>
                      <a:pt x="3" y="8"/>
                    </a:cubicBezTo>
                    <a:cubicBezTo>
                      <a:pt x="1" y="10"/>
                      <a:pt x="0" y="14"/>
                      <a:pt x="0" y="18"/>
                    </a:cubicBezTo>
                    <a:cubicBezTo>
                      <a:pt x="23" y="18"/>
                      <a:pt x="23" y="18"/>
                      <a:pt x="23" y="18"/>
                    </a:cubicBezTo>
                    <a:cubicBezTo>
                      <a:pt x="23" y="14"/>
                      <a:pt x="23" y="10"/>
                      <a:pt x="23" y="8"/>
                    </a:cubicBezTo>
                    <a:cubicBezTo>
                      <a:pt x="22" y="4"/>
                      <a:pt x="25" y="3"/>
                      <a:pt x="23"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9" name="Freeform 518"/>
              <p:cNvSpPr>
                <a:spLocks noEditPoints="1"/>
              </p:cNvSpPr>
              <p:nvPr/>
            </p:nvSpPr>
            <p:spPr bwMode="auto">
              <a:xfrm>
                <a:off x="3974" y="1250"/>
                <a:ext cx="132" cy="34"/>
              </a:xfrm>
              <a:custGeom>
                <a:avLst/>
                <a:gdLst>
                  <a:gd name="T0" fmla="*/ 67 w 69"/>
                  <a:gd name="T1" fmla="*/ 0 h 18"/>
                  <a:gd name="T2" fmla="*/ 47 w 69"/>
                  <a:gd name="T3" fmla="*/ 0 h 18"/>
                  <a:gd name="T4" fmla="*/ 46 w 69"/>
                  <a:gd name="T5" fmla="*/ 2 h 18"/>
                  <a:gd name="T6" fmla="*/ 51 w 69"/>
                  <a:gd name="T7" fmla="*/ 9 h 18"/>
                  <a:gd name="T8" fmla="*/ 48 w 69"/>
                  <a:gd name="T9" fmla="*/ 15 h 18"/>
                  <a:gd name="T10" fmla="*/ 48 w 69"/>
                  <a:gd name="T11" fmla="*/ 18 h 18"/>
                  <a:gd name="T12" fmla="*/ 69 w 69"/>
                  <a:gd name="T13" fmla="*/ 18 h 18"/>
                  <a:gd name="T14" fmla="*/ 68 w 69"/>
                  <a:gd name="T15" fmla="*/ 8 h 18"/>
                  <a:gd name="T16" fmla="*/ 66 w 69"/>
                  <a:gd name="T17" fmla="*/ 1 h 18"/>
                  <a:gd name="T18" fmla="*/ 67 w 69"/>
                  <a:gd name="T19" fmla="*/ 0 h 18"/>
                  <a:gd name="T20" fmla="*/ 23 w 69"/>
                  <a:gd name="T21" fmla="*/ 0 h 18"/>
                  <a:gd name="T22" fmla="*/ 6 w 69"/>
                  <a:gd name="T23" fmla="*/ 0 h 18"/>
                  <a:gd name="T24" fmla="*/ 3 w 69"/>
                  <a:gd name="T25" fmla="*/ 7 h 18"/>
                  <a:gd name="T26" fmla="*/ 0 w 69"/>
                  <a:gd name="T27" fmla="*/ 18 h 18"/>
                  <a:gd name="T28" fmla="*/ 23 w 69"/>
                  <a:gd name="T29" fmla="*/ 18 h 18"/>
                  <a:gd name="T30" fmla="*/ 23 w 69"/>
                  <a:gd name="T31" fmla="*/ 7 h 18"/>
                  <a:gd name="T32" fmla="*/ 23 w 6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 h="18">
                    <a:moveTo>
                      <a:pt x="67" y="0"/>
                    </a:moveTo>
                    <a:cubicBezTo>
                      <a:pt x="47" y="0"/>
                      <a:pt x="47" y="0"/>
                      <a:pt x="47" y="0"/>
                    </a:cubicBezTo>
                    <a:cubicBezTo>
                      <a:pt x="47" y="1"/>
                      <a:pt x="46" y="1"/>
                      <a:pt x="46" y="2"/>
                    </a:cubicBezTo>
                    <a:cubicBezTo>
                      <a:pt x="46" y="6"/>
                      <a:pt x="51" y="9"/>
                      <a:pt x="51" y="9"/>
                    </a:cubicBezTo>
                    <a:cubicBezTo>
                      <a:pt x="51" y="9"/>
                      <a:pt x="50" y="12"/>
                      <a:pt x="48" y="15"/>
                    </a:cubicBezTo>
                    <a:cubicBezTo>
                      <a:pt x="48" y="15"/>
                      <a:pt x="48" y="17"/>
                      <a:pt x="48" y="18"/>
                    </a:cubicBezTo>
                    <a:cubicBezTo>
                      <a:pt x="69" y="18"/>
                      <a:pt x="69" y="18"/>
                      <a:pt x="69" y="18"/>
                    </a:cubicBezTo>
                    <a:cubicBezTo>
                      <a:pt x="69" y="14"/>
                      <a:pt x="69" y="10"/>
                      <a:pt x="68" y="8"/>
                    </a:cubicBezTo>
                    <a:cubicBezTo>
                      <a:pt x="66" y="6"/>
                      <a:pt x="63" y="3"/>
                      <a:pt x="66" y="1"/>
                    </a:cubicBezTo>
                    <a:cubicBezTo>
                      <a:pt x="66" y="0"/>
                      <a:pt x="66" y="0"/>
                      <a:pt x="67" y="0"/>
                    </a:cubicBezTo>
                    <a:close/>
                    <a:moveTo>
                      <a:pt x="23" y="0"/>
                    </a:moveTo>
                    <a:cubicBezTo>
                      <a:pt x="6" y="0"/>
                      <a:pt x="6" y="0"/>
                      <a:pt x="6" y="0"/>
                    </a:cubicBezTo>
                    <a:cubicBezTo>
                      <a:pt x="5" y="2"/>
                      <a:pt x="4" y="4"/>
                      <a:pt x="3" y="7"/>
                    </a:cubicBezTo>
                    <a:cubicBezTo>
                      <a:pt x="1" y="10"/>
                      <a:pt x="0" y="14"/>
                      <a:pt x="0" y="18"/>
                    </a:cubicBezTo>
                    <a:cubicBezTo>
                      <a:pt x="23" y="18"/>
                      <a:pt x="23" y="18"/>
                      <a:pt x="23" y="18"/>
                    </a:cubicBezTo>
                    <a:cubicBezTo>
                      <a:pt x="23" y="14"/>
                      <a:pt x="23" y="9"/>
                      <a:pt x="23" y="7"/>
                    </a:cubicBezTo>
                    <a:cubicBezTo>
                      <a:pt x="22" y="4"/>
                      <a:pt x="24" y="3"/>
                      <a:pt x="23" y="0"/>
                    </a:cubicBez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0" name="Freeform 519"/>
              <p:cNvSpPr>
                <a:spLocks noEditPoints="1"/>
              </p:cNvSpPr>
              <p:nvPr/>
            </p:nvSpPr>
            <p:spPr bwMode="auto">
              <a:xfrm>
                <a:off x="3972" y="1251"/>
                <a:ext cx="134" cy="35"/>
              </a:xfrm>
              <a:custGeom>
                <a:avLst/>
                <a:gdLst>
                  <a:gd name="T0" fmla="*/ 67 w 70"/>
                  <a:gd name="T1" fmla="*/ 0 h 18"/>
                  <a:gd name="T2" fmla="*/ 47 w 70"/>
                  <a:gd name="T3" fmla="*/ 0 h 18"/>
                  <a:gd name="T4" fmla="*/ 47 w 70"/>
                  <a:gd name="T5" fmla="*/ 1 h 18"/>
                  <a:gd name="T6" fmla="*/ 52 w 70"/>
                  <a:gd name="T7" fmla="*/ 8 h 18"/>
                  <a:gd name="T8" fmla="*/ 49 w 70"/>
                  <a:gd name="T9" fmla="*/ 14 h 18"/>
                  <a:gd name="T10" fmla="*/ 48 w 70"/>
                  <a:gd name="T11" fmla="*/ 18 h 18"/>
                  <a:gd name="T12" fmla="*/ 70 w 70"/>
                  <a:gd name="T13" fmla="*/ 18 h 18"/>
                  <a:gd name="T14" fmla="*/ 69 w 70"/>
                  <a:gd name="T15" fmla="*/ 7 h 18"/>
                  <a:gd name="T16" fmla="*/ 67 w 70"/>
                  <a:gd name="T17" fmla="*/ 0 h 18"/>
                  <a:gd name="T18" fmla="*/ 25 w 70"/>
                  <a:gd name="T19" fmla="*/ 0 h 18"/>
                  <a:gd name="T20" fmla="*/ 6 w 70"/>
                  <a:gd name="T21" fmla="*/ 0 h 18"/>
                  <a:gd name="T22" fmla="*/ 4 w 70"/>
                  <a:gd name="T23" fmla="*/ 6 h 18"/>
                  <a:gd name="T24" fmla="*/ 0 w 70"/>
                  <a:gd name="T25" fmla="*/ 18 h 18"/>
                  <a:gd name="T26" fmla="*/ 24 w 70"/>
                  <a:gd name="T27" fmla="*/ 18 h 18"/>
                  <a:gd name="T28" fmla="*/ 24 w 70"/>
                  <a:gd name="T29" fmla="*/ 6 h 18"/>
                  <a:gd name="T30" fmla="*/ 25 w 70"/>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 h="18">
                    <a:moveTo>
                      <a:pt x="67" y="0"/>
                    </a:moveTo>
                    <a:cubicBezTo>
                      <a:pt x="47" y="0"/>
                      <a:pt x="47" y="0"/>
                      <a:pt x="47" y="0"/>
                    </a:cubicBezTo>
                    <a:cubicBezTo>
                      <a:pt x="47" y="0"/>
                      <a:pt x="47" y="1"/>
                      <a:pt x="47" y="1"/>
                    </a:cubicBezTo>
                    <a:cubicBezTo>
                      <a:pt x="47" y="5"/>
                      <a:pt x="52" y="8"/>
                      <a:pt x="52" y="8"/>
                    </a:cubicBezTo>
                    <a:cubicBezTo>
                      <a:pt x="52" y="8"/>
                      <a:pt x="51" y="11"/>
                      <a:pt x="49" y="14"/>
                    </a:cubicBezTo>
                    <a:cubicBezTo>
                      <a:pt x="49" y="15"/>
                      <a:pt x="49" y="16"/>
                      <a:pt x="48" y="18"/>
                    </a:cubicBezTo>
                    <a:cubicBezTo>
                      <a:pt x="70" y="18"/>
                      <a:pt x="70" y="18"/>
                      <a:pt x="70" y="18"/>
                    </a:cubicBezTo>
                    <a:cubicBezTo>
                      <a:pt x="70" y="14"/>
                      <a:pt x="70" y="9"/>
                      <a:pt x="69" y="7"/>
                    </a:cubicBezTo>
                    <a:cubicBezTo>
                      <a:pt x="67" y="5"/>
                      <a:pt x="64" y="3"/>
                      <a:pt x="67" y="0"/>
                    </a:cubicBezTo>
                    <a:close/>
                    <a:moveTo>
                      <a:pt x="25" y="0"/>
                    </a:moveTo>
                    <a:cubicBezTo>
                      <a:pt x="6" y="0"/>
                      <a:pt x="6" y="0"/>
                      <a:pt x="6" y="0"/>
                    </a:cubicBezTo>
                    <a:cubicBezTo>
                      <a:pt x="6" y="2"/>
                      <a:pt x="5" y="3"/>
                      <a:pt x="4" y="6"/>
                    </a:cubicBezTo>
                    <a:cubicBezTo>
                      <a:pt x="2" y="9"/>
                      <a:pt x="1" y="14"/>
                      <a:pt x="0" y="18"/>
                    </a:cubicBezTo>
                    <a:cubicBezTo>
                      <a:pt x="24" y="18"/>
                      <a:pt x="24" y="18"/>
                      <a:pt x="24" y="18"/>
                    </a:cubicBezTo>
                    <a:cubicBezTo>
                      <a:pt x="24" y="13"/>
                      <a:pt x="24" y="9"/>
                      <a:pt x="24" y="6"/>
                    </a:cubicBezTo>
                    <a:cubicBezTo>
                      <a:pt x="23" y="3"/>
                      <a:pt x="25" y="2"/>
                      <a:pt x="25"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1" name="Freeform 520"/>
              <p:cNvSpPr>
                <a:spLocks noEditPoints="1"/>
              </p:cNvSpPr>
              <p:nvPr/>
            </p:nvSpPr>
            <p:spPr bwMode="auto">
              <a:xfrm>
                <a:off x="3972" y="1253"/>
                <a:ext cx="134" cy="37"/>
              </a:xfrm>
              <a:custGeom>
                <a:avLst/>
                <a:gdLst>
                  <a:gd name="T0" fmla="*/ 66 w 70"/>
                  <a:gd name="T1" fmla="*/ 0 h 19"/>
                  <a:gd name="T2" fmla="*/ 47 w 70"/>
                  <a:gd name="T3" fmla="*/ 0 h 19"/>
                  <a:gd name="T4" fmla="*/ 52 w 70"/>
                  <a:gd name="T5" fmla="*/ 7 h 19"/>
                  <a:gd name="T6" fmla="*/ 49 w 70"/>
                  <a:gd name="T7" fmla="*/ 13 h 19"/>
                  <a:gd name="T8" fmla="*/ 48 w 70"/>
                  <a:gd name="T9" fmla="*/ 19 h 19"/>
                  <a:gd name="T10" fmla="*/ 70 w 70"/>
                  <a:gd name="T11" fmla="*/ 19 h 19"/>
                  <a:gd name="T12" fmla="*/ 69 w 70"/>
                  <a:gd name="T13" fmla="*/ 6 h 19"/>
                  <a:gd name="T14" fmla="*/ 66 w 70"/>
                  <a:gd name="T15" fmla="*/ 0 h 19"/>
                  <a:gd name="T16" fmla="*/ 24 w 70"/>
                  <a:gd name="T17" fmla="*/ 0 h 19"/>
                  <a:gd name="T18" fmla="*/ 6 w 70"/>
                  <a:gd name="T19" fmla="*/ 0 h 19"/>
                  <a:gd name="T20" fmla="*/ 4 w 70"/>
                  <a:gd name="T21" fmla="*/ 5 h 19"/>
                  <a:gd name="T22" fmla="*/ 0 w 70"/>
                  <a:gd name="T23" fmla="*/ 19 h 19"/>
                  <a:gd name="T24" fmla="*/ 23 w 70"/>
                  <a:gd name="T25" fmla="*/ 19 h 19"/>
                  <a:gd name="T26" fmla="*/ 24 w 70"/>
                  <a:gd name="T27" fmla="*/ 5 h 19"/>
                  <a:gd name="T28" fmla="*/ 24 w 70"/>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19">
                    <a:moveTo>
                      <a:pt x="66" y="0"/>
                    </a:moveTo>
                    <a:cubicBezTo>
                      <a:pt x="47" y="0"/>
                      <a:pt x="47" y="0"/>
                      <a:pt x="47" y="0"/>
                    </a:cubicBezTo>
                    <a:cubicBezTo>
                      <a:pt x="47" y="4"/>
                      <a:pt x="52" y="7"/>
                      <a:pt x="52" y="7"/>
                    </a:cubicBezTo>
                    <a:cubicBezTo>
                      <a:pt x="52" y="7"/>
                      <a:pt x="51" y="10"/>
                      <a:pt x="49" y="13"/>
                    </a:cubicBezTo>
                    <a:cubicBezTo>
                      <a:pt x="49" y="14"/>
                      <a:pt x="49" y="16"/>
                      <a:pt x="48" y="19"/>
                    </a:cubicBezTo>
                    <a:cubicBezTo>
                      <a:pt x="70" y="19"/>
                      <a:pt x="70" y="19"/>
                      <a:pt x="70" y="19"/>
                    </a:cubicBezTo>
                    <a:cubicBezTo>
                      <a:pt x="70" y="14"/>
                      <a:pt x="70" y="8"/>
                      <a:pt x="69" y="6"/>
                    </a:cubicBezTo>
                    <a:cubicBezTo>
                      <a:pt x="67" y="5"/>
                      <a:pt x="65" y="2"/>
                      <a:pt x="66" y="0"/>
                    </a:cubicBezTo>
                    <a:close/>
                    <a:moveTo>
                      <a:pt x="24" y="0"/>
                    </a:moveTo>
                    <a:cubicBezTo>
                      <a:pt x="6" y="0"/>
                      <a:pt x="6" y="0"/>
                      <a:pt x="6" y="0"/>
                    </a:cubicBezTo>
                    <a:cubicBezTo>
                      <a:pt x="5" y="2"/>
                      <a:pt x="5" y="3"/>
                      <a:pt x="4" y="5"/>
                    </a:cubicBezTo>
                    <a:cubicBezTo>
                      <a:pt x="2" y="8"/>
                      <a:pt x="1" y="13"/>
                      <a:pt x="0" y="19"/>
                    </a:cubicBezTo>
                    <a:cubicBezTo>
                      <a:pt x="23" y="19"/>
                      <a:pt x="23" y="19"/>
                      <a:pt x="23" y="19"/>
                    </a:cubicBezTo>
                    <a:cubicBezTo>
                      <a:pt x="24" y="13"/>
                      <a:pt x="24" y="8"/>
                      <a:pt x="24" y="5"/>
                    </a:cubicBezTo>
                    <a:cubicBezTo>
                      <a:pt x="23" y="3"/>
                      <a:pt x="24" y="2"/>
                      <a:pt x="24" y="0"/>
                    </a:cubicBezTo>
                    <a:close/>
                  </a:path>
                </a:pathLst>
              </a:custGeom>
              <a:solidFill>
                <a:srgbClr val="F8F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2" name="Freeform 521"/>
              <p:cNvSpPr>
                <a:spLocks noEditPoints="1"/>
              </p:cNvSpPr>
              <p:nvPr/>
            </p:nvSpPr>
            <p:spPr bwMode="auto">
              <a:xfrm>
                <a:off x="3972" y="1257"/>
                <a:ext cx="134" cy="35"/>
              </a:xfrm>
              <a:custGeom>
                <a:avLst/>
                <a:gdLst>
                  <a:gd name="T0" fmla="*/ 66 w 70"/>
                  <a:gd name="T1" fmla="*/ 0 h 18"/>
                  <a:gd name="T2" fmla="*/ 48 w 70"/>
                  <a:gd name="T3" fmla="*/ 0 h 18"/>
                  <a:gd name="T4" fmla="*/ 52 w 70"/>
                  <a:gd name="T5" fmla="*/ 5 h 18"/>
                  <a:gd name="T6" fmla="*/ 49 w 70"/>
                  <a:gd name="T7" fmla="*/ 11 h 18"/>
                  <a:gd name="T8" fmla="*/ 48 w 70"/>
                  <a:gd name="T9" fmla="*/ 18 h 18"/>
                  <a:gd name="T10" fmla="*/ 70 w 70"/>
                  <a:gd name="T11" fmla="*/ 18 h 18"/>
                  <a:gd name="T12" fmla="*/ 69 w 70"/>
                  <a:gd name="T13" fmla="*/ 4 h 18"/>
                  <a:gd name="T14" fmla="*/ 66 w 70"/>
                  <a:gd name="T15" fmla="*/ 0 h 18"/>
                  <a:gd name="T16" fmla="*/ 24 w 70"/>
                  <a:gd name="T17" fmla="*/ 0 h 18"/>
                  <a:gd name="T18" fmla="*/ 5 w 70"/>
                  <a:gd name="T19" fmla="*/ 0 h 18"/>
                  <a:gd name="T20" fmla="*/ 4 w 70"/>
                  <a:gd name="T21" fmla="*/ 3 h 18"/>
                  <a:gd name="T22" fmla="*/ 0 w 70"/>
                  <a:gd name="T23" fmla="*/ 18 h 18"/>
                  <a:gd name="T24" fmla="*/ 23 w 70"/>
                  <a:gd name="T25" fmla="*/ 18 h 18"/>
                  <a:gd name="T26" fmla="*/ 24 w 70"/>
                  <a:gd name="T27" fmla="*/ 3 h 18"/>
                  <a:gd name="T28" fmla="*/ 24 w 70"/>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18">
                    <a:moveTo>
                      <a:pt x="66" y="0"/>
                    </a:moveTo>
                    <a:cubicBezTo>
                      <a:pt x="48" y="0"/>
                      <a:pt x="48" y="0"/>
                      <a:pt x="48" y="0"/>
                    </a:cubicBezTo>
                    <a:cubicBezTo>
                      <a:pt x="48" y="3"/>
                      <a:pt x="52" y="5"/>
                      <a:pt x="52" y="5"/>
                    </a:cubicBezTo>
                    <a:cubicBezTo>
                      <a:pt x="52" y="5"/>
                      <a:pt x="51" y="8"/>
                      <a:pt x="49" y="11"/>
                    </a:cubicBezTo>
                    <a:cubicBezTo>
                      <a:pt x="49" y="12"/>
                      <a:pt x="49" y="14"/>
                      <a:pt x="48" y="18"/>
                    </a:cubicBezTo>
                    <a:cubicBezTo>
                      <a:pt x="70" y="18"/>
                      <a:pt x="70" y="18"/>
                      <a:pt x="70" y="18"/>
                    </a:cubicBezTo>
                    <a:cubicBezTo>
                      <a:pt x="70" y="12"/>
                      <a:pt x="70" y="6"/>
                      <a:pt x="69" y="4"/>
                    </a:cubicBezTo>
                    <a:cubicBezTo>
                      <a:pt x="68" y="3"/>
                      <a:pt x="66" y="1"/>
                      <a:pt x="66" y="0"/>
                    </a:cubicBezTo>
                    <a:close/>
                    <a:moveTo>
                      <a:pt x="24" y="0"/>
                    </a:moveTo>
                    <a:cubicBezTo>
                      <a:pt x="5" y="0"/>
                      <a:pt x="5" y="0"/>
                      <a:pt x="5" y="0"/>
                    </a:cubicBezTo>
                    <a:cubicBezTo>
                      <a:pt x="5" y="1"/>
                      <a:pt x="4" y="2"/>
                      <a:pt x="4" y="3"/>
                    </a:cubicBezTo>
                    <a:cubicBezTo>
                      <a:pt x="2" y="6"/>
                      <a:pt x="1" y="12"/>
                      <a:pt x="0" y="18"/>
                    </a:cubicBezTo>
                    <a:cubicBezTo>
                      <a:pt x="23" y="18"/>
                      <a:pt x="23" y="18"/>
                      <a:pt x="23" y="18"/>
                    </a:cubicBezTo>
                    <a:cubicBezTo>
                      <a:pt x="24" y="12"/>
                      <a:pt x="24" y="6"/>
                      <a:pt x="24" y="3"/>
                    </a:cubicBezTo>
                    <a:cubicBezTo>
                      <a:pt x="23" y="2"/>
                      <a:pt x="24" y="1"/>
                      <a:pt x="24" y="0"/>
                    </a:cubicBezTo>
                    <a:close/>
                  </a:path>
                </a:pathLst>
              </a:custGeom>
              <a:solidFill>
                <a:srgbClr val="F9F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3" name="Freeform 522"/>
              <p:cNvSpPr>
                <a:spLocks noEditPoints="1"/>
              </p:cNvSpPr>
              <p:nvPr/>
            </p:nvSpPr>
            <p:spPr bwMode="auto">
              <a:xfrm>
                <a:off x="3972" y="1259"/>
                <a:ext cx="134" cy="35"/>
              </a:xfrm>
              <a:custGeom>
                <a:avLst/>
                <a:gdLst>
                  <a:gd name="T0" fmla="*/ 66 w 70"/>
                  <a:gd name="T1" fmla="*/ 0 h 18"/>
                  <a:gd name="T2" fmla="*/ 48 w 70"/>
                  <a:gd name="T3" fmla="*/ 0 h 18"/>
                  <a:gd name="T4" fmla="*/ 52 w 70"/>
                  <a:gd name="T5" fmla="*/ 4 h 18"/>
                  <a:gd name="T6" fmla="*/ 49 w 70"/>
                  <a:gd name="T7" fmla="*/ 10 h 18"/>
                  <a:gd name="T8" fmla="*/ 48 w 70"/>
                  <a:gd name="T9" fmla="*/ 18 h 18"/>
                  <a:gd name="T10" fmla="*/ 70 w 70"/>
                  <a:gd name="T11" fmla="*/ 18 h 18"/>
                  <a:gd name="T12" fmla="*/ 69 w 70"/>
                  <a:gd name="T13" fmla="*/ 3 h 18"/>
                  <a:gd name="T14" fmla="*/ 66 w 70"/>
                  <a:gd name="T15" fmla="*/ 0 h 18"/>
                  <a:gd name="T16" fmla="*/ 24 w 70"/>
                  <a:gd name="T17" fmla="*/ 0 h 18"/>
                  <a:gd name="T18" fmla="*/ 5 w 70"/>
                  <a:gd name="T19" fmla="*/ 0 h 18"/>
                  <a:gd name="T20" fmla="*/ 4 w 70"/>
                  <a:gd name="T21" fmla="*/ 2 h 18"/>
                  <a:gd name="T22" fmla="*/ 0 w 70"/>
                  <a:gd name="T23" fmla="*/ 18 h 18"/>
                  <a:gd name="T24" fmla="*/ 23 w 70"/>
                  <a:gd name="T25" fmla="*/ 18 h 18"/>
                  <a:gd name="T26" fmla="*/ 24 w 70"/>
                  <a:gd name="T27" fmla="*/ 2 h 18"/>
                  <a:gd name="T28" fmla="*/ 24 w 70"/>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18">
                    <a:moveTo>
                      <a:pt x="66" y="0"/>
                    </a:moveTo>
                    <a:cubicBezTo>
                      <a:pt x="48" y="0"/>
                      <a:pt x="48" y="0"/>
                      <a:pt x="48" y="0"/>
                    </a:cubicBezTo>
                    <a:cubicBezTo>
                      <a:pt x="49" y="2"/>
                      <a:pt x="52" y="4"/>
                      <a:pt x="52" y="4"/>
                    </a:cubicBezTo>
                    <a:cubicBezTo>
                      <a:pt x="52" y="4"/>
                      <a:pt x="51" y="7"/>
                      <a:pt x="49" y="10"/>
                    </a:cubicBezTo>
                    <a:cubicBezTo>
                      <a:pt x="49" y="11"/>
                      <a:pt x="48" y="14"/>
                      <a:pt x="48" y="18"/>
                    </a:cubicBezTo>
                    <a:cubicBezTo>
                      <a:pt x="70" y="18"/>
                      <a:pt x="70" y="18"/>
                      <a:pt x="70" y="18"/>
                    </a:cubicBezTo>
                    <a:cubicBezTo>
                      <a:pt x="70" y="12"/>
                      <a:pt x="70" y="5"/>
                      <a:pt x="69" y="3"/>
                    </a:cubicBezTo>
                    <a:cubicBezTo>
                      <a:pt x="68" y="2"/>
                      <a:pt x="67" y="1"/>
                      <a:pt x="66" y="0"/>
                    </a:cubicBezTo>
                    <a:close/>
                    <a:moveTo>
                      <a:pt x="24" y="0"/>
                    </a:moveTo>
                    <a:cubicBezTo>
                      <a:pt x="5" y="0"/>
                      <a:pt x="5" y="0"/>
                      <a:pt x="5" y="0"/>
                    </a:cubicBezTo>
                    <a:cubicBezTo>
                      <a:pt x="4" y="1"/>
                      <a:pt x="4" y="1"/>
                      <a:pt x="4" y="2"/>
                    </a:cubicBezTo>
                    <a:cubicBezTo>
                      <a:pt x="1" y="6"/>
                      <a:pt x="0" y="12"/>
                      <a:pt x="0" y="18"/>
                    </a:cubicBezTo>
                    <a:cubicBezTo>
                      <a:pt x="23" y="18"/>
                      <a:pt x="23" y="18"/>
                      <a:pt x="23" y="18"/>
                    </a:cubicBezTo>
                    <a:cubicBezTo>
                      <a:pt x="24" y="12"/>
                      <a:pt x="24" y="5"/>
                      <a:pt x="24" y="2"/>
                    </a:cubicBezTo>
                    <a:cubicBezTo>
                      <a:pt x="23" y="1"/>
                      <a:pt x="23" y="1"/>
                      <a:pt x="24"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4" name="Freeform 523"/>
              <p:cNvSpPr>
                <a:spLocks noEditPoints="1"/>
              </p:cNvSpPr>
              <p:nvPr/>
            </p:nvSpPr>
            <p:spPr bwMode="auto">
              <a:xfrm>
                <a:off x="3972" y="1261"/>
                <a:ext cx="134" cy="34"/>
              </a:xfrm>
              <a:custGeom>
                <a:avLst/>
                <a:gdLst>
                  <a:gd name="T0" fmla="*/ 67 w 70"/>
                  <a:gd name="T1" fmla="*/ 0 h 18"/>
                  <a:gd name="T2" fmla="*/ 49 w 70"/>
                  <a:gd name="T3" fmla="*/ 0 h 18"/>
                  <a:gd name="T4" fmla="*/ 52 w 70"/>
                  <a:gd name="T5" fmla="*/ 3 h 18"/>
                  <a:gd name="T6" fmla="*/ 49 w 70"/>
                  <a:gd name="T7" fmla="*/ 9 h 18"/>
                  <a:gd name="T8" fmla="*/ 48 w 70"/>
                  <a:gd name="T9" fmla="*/ 18 h 18"/>
                  <a:gd name="T10" fmla="*/ 70 w 70"/>
                  <a:gd name="T11" fmla="*/ 18 h 18"/>
                  <a:gd name="T12" fmla="*/ 69 w 70"/>
                  <a:gd name="T13" fmla="*/ 2 h 18"/>
                  <a:gd name="T14" fmla="*/ 67 w 70"/>
                  <a:gd name="T15" fmla="*/ 0 h 18"/>
                  <a:gd name="T16" fmla="*/ 23 w 70"/>
                  <a:gd name="T17" fmla="*/ 0 h 18"/>
                  <a:gd name="T18" fmla="*/ 4 w 70"/>
                  <a:gd name="T19" fmla="*/ 0 h 18"/>
                  <a:gd name="T20" fmla="*/ 4 w 70"/>
                  <a:gd name="T21" fmla="*/ 1 h 18"/>
                  <a:gd name="T22" fmla="*/ 0 w 70"/>
                  <a:gd name="T23" fmla="*/ 18 h 18"/>
                  <a:gd name="T24" fmla="*/ 23 w 70"/>
                  <a:gd name="T25" fmla="*/ 18 h 18"/>
                  <a:gd name="T26" fmla="*/ 24 w 70"/>
                  <a:gd name="T27" fmla="*/ 1 h 18"/>
                  <a:gd name="T28" fmla="*/ 23 w 70"/>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18">
                    <a:moveTo>
                      <a:pt x="67" y="0"/>
                    </a:moveTo>
                    <a:cubicBezTo>
                      <a:pt x="49" y="0"/>
                      <a:pt x="49" y="0"/>
                      <a:pt x="49" y="0"/>
                    </a:cubicBezTo>
                    <a:cubicBezTo>
                      <a:pt x="50" y="2"/>
                      <a:pt x="52" y="3"/>
                      <a:pt x="52" y="3"/>
                    </a:cubicBezTo>
                    <a:cubicBezTo>
                      <a:pt x="52" y="3"/>
                      <a:pt x="51" y="6"/>
                      <a:pt x="49" y="9"/>
                    </a:cubicBezTo>
                    <a:cubicBezTo>
                      <a:pt x="49" y="10"/>
                      <a:pt x="48" y="14"/>
                      <a:pt x="48" y="18"/>
                    </a:cubicBezTo>
                    <a:cubicBezTo>
                      <a:pt x="70" y="18"/>
                      <a:pt x="70" y="18"/>
                      <a:pt x="70" y="18"/>
                    </a:cubicBezTo>
                    <a:cubicBezTo>
                      <a:pt x="70" y="13"/>
                      <a:pt x="70" y="4"/>
                      <a:pt x="69" y="2"/>
                    </a:cubicBezTo>
                    <a:cubicBezTo>
                      <a:pt x="68" y="2"/>
                      <a:pt x="68" y="1"/>
                      <a:pt x="67" y="0"/>
                    </a:cubicBezTo>
                    <a:close/>
                    <a:moveTo>
                      <a:pt x="23" y="0"/>
                    </a:moveTo>
                    <a:cubicBezTo>
                      <a:pt x="4" y="0"/>
                      <a:pt x="4" y="0"/>
                      <a:pt x="4" y="0"/>
                    </a:cubicBezTo>
                    <a:cubicBezTo>
                      <a:pt x="4" y="1"/>
                      <a:pt x="4" y="1"/>
                      <a:pt x="4" y="1"/>
                    </a:cubicBezTo>
                    <a:cubicBezTo>
                      <a:pt x="1" y="5"/>
                      <a:pt x="0" y="12"/>
                      <a:pt x="0" y="18"/>
                    </a:cubicBezTo>
                    <a:cubicBezTo>
                      <a:pt x="23" y="18"/>
                      <a:pt x="23" y="18"/>
                      <a:pt x="23" y="18"/>
                    </a:cubicBezTo>
                    <a:cubicBezTo>
                      <a:pt x="24" y="12"/>
                      <a:pt x="24" y="5"/>
                      <a:pt x="24" y="1"/>
                    </a:cubicBezTo>
                    <a:cubicBezTo>
                      <a:pt x="24" y="1"/>
                      <a:pt x="23" y="1"/>
                      <a:pt x="23"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5" name="Freeform 524"/>
              <p:cNvSpPr>
                <a:spLocks noEditPoints="1"/>
              </p:cNvSpPr>
              <p:nvPr/>
            </p:nvSpPr>
            <p:spPr bwMode="auto">
              <a:xfrm>
                <a:off x="3972" y="1263"/>
                <a:ext cx="134" cy="36"/>
              </a:xfrm>
              <a:custGeom>
                <a:avLst/>
                <a:gdLst>
                  <a:gd name="T0" fmla="*/ 68 w 70"/>
                  <a:gd name="T1" fmla="*/ 0 h 19"/>
                  <a:gd name="T2" fmla="*/ 50 w 70"/>
                  <a:gd name="T3" fmla="*/ 0 h 19"/>
                  <a:gd name="T4" fmla="*/ 52 w 70"/>
                  <a:gd name="T5" fmla="*/ 2 h 19"/>
                  <a:gd name="T6" fmla="*/ 49 w 70"/>
                  <a:gd name="T7" fmla="*/ 8 h 19"/>
                  <a:gd name="T8" fmla="*/ 48 w 70"/>
                  <a:gd name="T9" fmla="*/ 19 h 19"/>
                  <a:gd name="T10" fmla="*/ 70 w 70"/>
                  <a:gd name="T11" fmla="*/ 19 h 19"/>
                  <a:gd name="T12" fmla="*/ 69 w 70"/>
                  <a:gd name="T13" fmla="*/ 1 h 19"/>
                  <a:gd name="T14" fmla="*/ 68 w 70"/>
                  <a:gd name="T15" fmla="*/ 0 h 19"/>
                  <a:gd name="T16" fmla="*/ 24 w 70"/>
                  <a:gd name="T17" fmla="*/ 0 h 19"/>
                  <a:gd name="T18" fmla="*/ 3 w 70"/>
                  <a:gd name="T19" fmla="*/ 0 h 19"/>
                  <a:gd name="T20" fmla="*/ 0 w 70"/>
                  <a:gd name="T21" fmla="*/ 19 h 19"/>
                  <a:gd name="T22" fmla="*/ 23 w 70"/>
                  <a:gd name="T23" fmla="*/ 19 h 19"/>
                  <a:gd name="T24" fmla="*/ 24 w 70"/>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19">
                    <a:moveTo>
                      <a:pt x="68" y="0"/>
                    </a:moveTo>
                    <a:cubicBezTo>
                      <a:pt x="50" y="0"/>
                      <a:pt x="50" y="0"/>
                      <a:pt x="50" y="0"/>
                    </a:cubicBezTo>
                    <a:cubicBezTo>
                      <a:pt x="51" y="1"/>
                      <a:pt x="52" y="2"/>
                      <a:pt x="52" y="2"/>
                    </a:cubicBezTo>
                    <a:cubicBezTo>
                      <a:pt x="52" y="2"/>
                      <a:pt x="51" y="5"/>
                      <a:pt x="49" y="8"/>
                    </a:cubicBezTo>
                    <a:cubicBezTo>
                      <a:pt x="49" y="9"/>
                      <a:pt x="48" y="13"/>
                      <a:pt x="48" y="19"/>
                    </a:cubicBezTo>
                    <a:cubicBezTo>
                      <a:pt x="70" y="19"/>
                      <a:pt x="70" y="19"/>
                      <a:pt x="70" y="19"/>
                    </a:cubicBezTo>
                    <a:cubicBezTo>
                      <a:pt x="70" y="13"/>
                      <a:pt x="70" y="4"/>
                      <a:pt x="69" y="1"/>
                    </a:cubicBezTo>
                    <a:cubicBezTo>
                      <a:pt x="69" y="1"/>
                      <a:pt x="68" y="1"/>
                      <a:pt x="68" y="0"/>
                    </a:cubicBezTo>
                    <a:close/>
                    <a:moveTo>
                      <a:pt x="24" y="0"/>
                    </a:moveTo>
                    <a:cubicBezTo>
                      <a:pt x="3" y="0"/>
                      <a:pt x="3" y="0"/>
                      <a:pt x="3" y="0"/>
                    </a:cubicBezTo>
                    <a:cubicBezTo>
                      <a:pt x="1" y="5"/>
                      <a:pt x="0" y="13"/>
                      <a:pt x="0" y="19"/>
                    </a:cubicBezTo>
                    <a:cubicBezTo>
                      <a:pt x="23" y="19"/>
                      <a:pt x="23" y="19"/>
                      <a:pt x="23" y="19"/>
                    </a:cubicBezTo>
                    <a:cubicBezTo>
                      <a:pt x="24" y="12"/>
                      <a:pt x="24" y="4"/>
                      <a:pt x="24" y="0"/>
                    </a:cubicBezTo>
                    <a:close/>
                  </a:path>
                </a:pathLst>
              </a:custGeom>
              <a:solidFill>
                <a:srgbClr val="FD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6" name="Freeform 525"/>
              <p:cNvSpPr>
                <a:spLocks noEditPoints="1"/>
              </p:cNvSpPr>
              <p:nvPr/>
            </p:nvSpPr>
            <p:spPr bwMode="auto">
              <a:xfrm>
                <a:off x="3972" y="1267"/>
                <a:ext cx="134" cy="34"/>
              </a:xfrm>
              <a:custGeom>
                <a:avLst/>
                <a:gdLst>
                  <a:gd name="T0" fmla="*/ 69 w 70"/>
                  <a:gd name="T1" fmla="*/ 0 h 18"/>
                  <a:gd name="T2" fmla="*/ 52 w 70"/>
                  <a:gd name="T3" fmla="*/ 0 h 18"/>
                  <a:gd name="T4" fmla="*/ 52 w 70"/>
                  <a:gd name="T5" fmla="*/ 0 h 18"/>
                  <a:gd name="T6" fmla="*/ 49 w 70"/>
                  <a:gd name="T7" fmla="*/ 6 h 18"/>
                  <a:gd name="T8" fmla="*/ 48 w 70"/>
                  <a:gd name="T9" fmla="*/ 18 h 18"/>
                  <a:gd name="T10" fmla="*/ 70 w 70"/>
                  <a:gd name="T11" fmla="*/ 18 h 18"/>
                  <a:gd name="T12" fmla="*/ 69 w 70"/>
                  <a:gd name="T13" fmla="*/ 0 h 18"/>
                  <a:gd name="T14" fmla="*/ 24 w 70"/>
                  <a:gd name="T15" fmla="*/ 0 h 18"/>
                  <a:gd name="T16" fmla="*/ 3 w 70"/>
                  <a:gd name="T17" fmla="*/ 0 h 18"/>
                  <a:gd name="T18" fmla="*/ 0 w 70"/>
                  <a:gd name="T19" fmla="*/ 18 h 18"/>
                  <a:gd name="T20" fmla="*/ 23 w 70"/>
                  <a:gd name="T21" fmla="*/ 18 h 18"/>
                  <a:gd name="T22" fmla="*/ 24 w 70"/>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18">
                    <a:moveTo>
                      <a:pt x="69" y="0"/>
                    </a:moveTo>
                    <a:cubicBezTo>
                      <a:pt x="52" y="0"/>
                      <a:pt x="52" y="0"/>
                      <a:pt x="52" y="0"/>
                    </a:cubicBezTo>
                    <a:cubicBezTo>
                      <a:pt x="52" y="0"/>
                      <a:pt x="52" y="0"/>
                      <a:pt x="52" y="0"/>
                    </a:cubicBezTo>
                    <a:cubicBezTo>
                      <a:pt x="52" y="0"/>
                      <a:pt x="51" y="3"/>
                      <a:pt x="49" y="6"/>
                    </a:cubicBezTo>
                    <a:cubicBezTo>
                      <a:pt x="49" y="7"/>
                      <a:pt x="48" y="12"/>
                      <a:pt x="48" y="18"/>
                    </a:cubicBezTo>
                    <a:cubicBezTo>
                      <a:pt x="70" y="18"/>
                      <a:pt x="70" y="18"/>
                      <a:pt x="70" y="18"/>
                    </a:cubicBezTo>
                    <a:cubicBezTo>
                      <a:pt x="70" y="12"/>
                      <a:pt x="70" y="2"/>
                      <a:pt x="69" y="0"/>
                    </a:cubicBezTo>
                    <a:close/>
                    <a:moveTo>
                      <a:pt x="24" y="0"/>
                    </a:moveTo>
                    <a:cubicBezTo>
                      <a:pt x="3" y="0"/>
                      <a:pt x="3" y="0"/>
                      <a:pt x="3" y="0"/>
                    </a:cubicBezTo>
                    <a:cubicBezTo>
                      <a:pt x="1" y="5"/>
                      <a:pt x="0" y="12"/>
                      <a:pt x="0" y="18"/>
                    </a:cubicBezTo>
                    <a:cubicBezTo>
                      <a:pt x="23" y="18"/>
                      <a:pt x="23" y="18"/>
                      <a:pt x="23" y="18"/>
                    </a:cubicBezTo>
                    <a:cubicBezTo>
                      <a:pt x="23" y="12"/>
                      <a:pt x="24" y="4"/>
                      <a:pt x="24"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7" name="Freeform 526"/>
              <p:cNvSpPr>
                <a:spLocks noEditPoints="1"/>
              </p:cNvSpPr>
              <p:nvPr/>
            </p:nvSpPr>
            <p:spPr bwMode="auto">
              <a:xfrm>
                <a:off x="3972" y="1269"/>
                <a:ext cx="134" cy="34"/>
              </a:xfrm>
              <a:custGeom>
                <a:avLst/>
                <a:gdLst>
                  <a:gd name="T0" fmla="*/ 69 w 70"/>
                  <a:gd name="T1" fmla="*/ 0 h 18"/>
                  <a:gd name="T2" fmla="*/ 52 w 70"/>
                  <a:gd name="T3" fmla="*/ 0 h 18"/>
                  <a:gd name="T4" fmla="*/ 49 w 70"/>
                  <a:gd name="T5" fmla="*/ 5 h 18"/>
                  <a:gd name="T6" fmla="*/ 48 w 70"/>
                  <a:gd name="T7" fmla="*/ 18 h 18"/>
                  <a:gd name="T8" fmla="*/ 70 w 70"/>
                  <a:gd name="T9" fmla="*/ 18 h 18"/>
                  <a:gd name="T10" fmla="*/ 70 w 70"/>
                  <a:gd name="T11" fmla="*/ 17 h 18"/>
                  <a:gd name="T12" fmla="*/ 69 w 70"/>
                  <a:gd name="T13" fmla="*/ 0 h 18"/>
                  <a:gd name="T14" fmla="*/ 24 w 70"/>
                  <a:gd name="T15" fmla="*/ 0 h 18"/>
                  <a:gd name="T16" fmla="*/ 2 w 70"/>
                  <a:gd name="T17" fmla="*/ 0 h 18"/>
                  <a:gd name="T18" fmla="*/ 0 w 70"/>
                  <a:gd name="T19" fmla="*/ 18 h 18"/>
                  <a:gd name="T20" fmla="*/ 23 w 70"/>
                  <a:gd name="T21" fmla="*/ 18 h 18"/>
                  <a:gd name="T22" fmla="*/ 24 w 70"/>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18">
                    <a:moveTo>
                      <a:pt x="69" y="0"/>
                    </a:moveTo>
                    <a:cubicBezTo>
                      <a:pt x="52" y="0"/>
                      <a:pt x="52" y="0"/>
                      <a:pt x="52" y="0"/>
                    </a:cubicBezTo>
                    <a:cubicBezTo>
                      <a:pt x="52" y="1"/>
                      <a:pt x="51" y="3"/>
                      <a:pt x="49" y="5"/>
                    </a:cubicBezTo>
                    <a:cubicBezTo>
                      <a:pt x="49" y="6"/>
                      <a:pt x="48" y="12"/>
                      <a:pt x="48" y="18"/>
                    </a:cubicBezTo>
                    <a:cubicBezTo>
                      <a:pt x="70" y="18"/>
                      <a:pt x="70" y="18"/>
                      <a:pt x="70" y="18"/>
                    </a:cubicBezTo>
                    <a:cubicBezTo>
                      <a:pt x="70" y="18"/>
                      <a:pt x="70" y="17"/>
                      <a:pt x="70" y="17"/>
                    </a:cubicBezTo>
                    <a:cubicBezTo>
                      <a:pt x="70" y="12"/>
                      <a:pt x="70" y="4"/>
                      <a:pt x="69" y="0"/>
                    </a:cubicBezTo>
                    <a:close/>
                    <a:moveTo>
                      <a:pt x="24" y="0"/>
                    </a:moveTo>
                    <a:cubicBezTo>
                      <a:pt x="2" y="0"/>
                      <a:pt x="2" y="0"/>
                      <a:pt x="2" y="0"/>
                    </a:cubicBezTo>
                    <a:cubicBezTo>
                      <a:pt x="0" y="5"/>
                      <a:pt x="0" y="13"/>
                      <a:pt x="0" y="18"/>
                    </a:cubicBezTo>
                    <a:cubicBezTo>
                      <a:pt x="23" y="18"/>
                      <a:pt x="23" y="18"/>
                      <a:pt x="23" y="18"/>
                    </a:cubicBezTo>
                    <a:cubicBezTo>
                      <a:pt x="23" y="13"/>
                      <a:pt x="24" y="5"/>
                      <a:pt x="2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8" name="Freeform 527"/>
              <p:cNvSpPr>
                <a:spLocks noEditPoints="1"/>
              </p:cNvSpPr>
              <p:nvPr/>
            </p:nvSpPr>
            <p:spPr bwMode="auto">
              <a:xfrm>
                <a:off x="5486" y="1144"/>
                <a:ext cx="194" cy="35"/>
              </a:xfrm>
              <a:custGeom>
                <a:avLst/>
                <a:gdLst>
                  <a:gd name="T0" fmla="*/ 9 w 101"/>
                  <a:gd name="T1" fmla="*/ 0 h 18"/>
                  <a:gd name="T2" fmla="*/ 8 w 101"/>
                  <a:gd name="T3" fmla="*/ 0 h 18"/>
                  <a:gd name="T4" fmla="*/ 7 w 101"/>
                  <a:gd name="T5" fmla="*/ 0 h 18"/>
                  <a:gd name="T6" fmla="*/ 2 w 101"/>
                  <a:gd name="T7" fmla="*/ 6 h 18"/>
                  <a:gd name="T8" fmla="*/ 0 w 101"/>
                  <a:gd name="T9" fmla="*/ 12 h 18"/>
                  <a:gd name="T10" fmla="*/ 1 w 101"/>
                  <a:gd name="T11" fmla="*/ 16 h 18"/>
                  <a:gd name="T12" fmla="*/ 1 w 101"/>
                  <a:gd name="T13" fmla="*/ 18 h 18"/>
                  <a:gd name="T14" fmla="*/ 27 w 101"/>
                  <a:gd name="T15" fmla="*/ 18 h 18"/>
                  <a:gd name="T16" fmla="*/ 23 w 101"/>
                  <a:gd name="T17" fmla="*/ 15 h 18"/>
                  <a:gd name="T18" fmla="*/ 9 w 101"/>
                  <a:gd name="T19" fmla="*/ 0 h 18"/>
                  <a:gd name="T20" fmla="*/ 51 w 101"/>
                  <a:gd name="T21" fmla="*/ 18 h 18"/>
                  <a:gd name="T22" fmla="*/ 86 w 101"/>
                  <a:gd name="T23" fmla="*/ 18 h 18"/>
                  <a:gd name="T24" fmla="*/ 91 w 101"/>
                  <a:gd name="T25" fmla="*/ 17 h 18"/>
                  <a:gd name="T26" fmla="*/ 101 w 101"/>
                  <a:gd name="T27" fmla="*/ 12 h 18"/>
                  <a:gd name="T28" fmla="*/ 82 w 101"/>
                  <a:gd name="T29" fmla="*/ 10 h 18"/>
                  <a:gd name="T30" fmla="*/ 71 w 101"/>
                  <a:gd name="T31" fmla="*/ 9 h 18"/>
                  <a:gd name="T32" fmla="*/ 67 w 101"/>
                  <a:gd name="T33" fmla="*/ 1 h 18"/>
                  <a:gd name="T34" fmla="*/ 57 w 101"/>
                  <a:gd name="T35" fmla="*/ 1 h 18"/>
                  <a:gd name="T36" fmla="*/ 50 w 101"/>
                  <a:gd name="T37" fmla="*/ 4 h 18"/>
                  <a:gd name="T38" fmla="*/ 50 w 101"/>
                  <a:gd name="T39" fmla="*/ 8 h 18"/>
                  <a:gd name="T40" fmla="*/ 51 w 101"/>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18">
                    <a:moveTo>
                      <a:pt x="9" y="0"/>
                    </a:moveTo>
                    <a:cubicBezTo>
                      <a:pt x="8" y="0"/>
                      <a:pt x="8" y="0"/>
                      <a:pt x="8" y="0"/>
                    </a:cubicBezTo>
                    <a:cubicBezTo>
                      <a:pt x="8" y="0"/>
                      <a:pt x="8" y="0"/>
                      <a:pt x="7" y="0"/>
                    </a:cubicBezTo>
                    <a:cubicBezTo>
                      <a:pt x="4" y="3"/>
                      <a:pt x="4" y="5"/>
                      <a:pt x="2" y="6"/>
                    </a:cubicBezTo>
                    <a:cubicBezTo>
                      <a:pt x="0" y="7"/>
                      <a:pt x="0" y="9"/>
                      <a:pt x="0" y="12"/>
                    </a:cubicBezTo>
                    <a:cubicBezTo>
                      <a:pt x="1" y="15"/>
                      <a:pt x="1" y="16"/>
                      <a:pt x="1" y="16"/>
                    </a:cubicBezTo>
                    <a:cubicBezTo>
                      <a:pt x="1" y="16"/>
                      <a:pt x="1" y="16"/>
                      <a:pt x="1" y="18"/>
                    </a:cubicBezTo>
                    <a:cubicBezTo>
                      <a:pt x="27" y="18"/>
                      <a:pt x="27" y="18"/>
                      <a:pt x="27" y="18"/>
                    </a:cubicBezTo>
                    <a:cubicBezTo>
                      <a:pt x="27" y="16"/>
                      <a:pt x="26" y="15"/>
                      <a:pt x="23" y="15"/>
                    </a:cubicBezTo>
                    <a:cubicBezTo>
                      <a:pt x="19" y="14"/>
                      <a:pt x="13" y="1"/>
                      <a:pt x="9" y="0"/>
                    </a:cubicBezTo>
                    <a:close/>
                    <a:moveTo>
                      <a:pt x="51" y="18"/>
                    </a:moveTo>
                    <a:cubicBezTo>
                      <a:pt x="86" y="18"/>
                      <a:pt x="86" y="18"/>
                      <a:pt x="86" y="18"/>
                    </a:cubicBezTo>
                    <a:cubicBezTo>
                      <a:pt x="88" y="17"/>
                      <a:pt x="89" y="17"/>
                      <a:pt x="91" y="17"/>
                    </a:cubicBezTo>
                    <a:cubicBezTo>
                      <a:pt x="95" y="17"/>
                      <a:pt x="101" y="15"/>
                      <a:pt x="101" y="12"/>
                    </a:cubicBezTo>
                    <a:cubicBezTo>
                      <a:pt x="101" y="8"/>
                      <a:pt x="87" y="10"/>
                      <a:pt x="82" y="10"/>
                    </a:cubicBezTo>
                    <a:cubicBezTo>
                      <a:pt x="77" y="10"/>
                      <a:pt x="74" y="8"/>
                      <a:pt x="71" y="9"/>
                    </a:cubicBezTo>
                    <a:cubicBezTo>
                      <a:pt x="69" y="10"/>
                      <a:pt x="67" y="1"/>
                      <a:pt x="67" y="1"/>
                    </a:cubicBezTo>
                    <a:cubicBezTo>
                      <a:pt x="67" y="1"/>
                      <a:pt x="61" y="1"/>
                      <a:pt x="57" y="1"/>
                    </a:cubicBezTo>
                    <a:cubicBezTo>
                      <a:pt x="52" y="2"/>
                      <a:pt x="50" y="2"/>
                      <a:pt x="50" y="4"/>
                    </a:cubicBezTo>
                    <a:cubicBezTo>
                      <a:pt x="50" y="7"/>
                      <a:pt x="50" y="8"/>
                      <a:pt x="50" y="8"/>
                    </a:cubicBezTo>
                    <a:cubicBezTo>
                      <a:pt x="50" y="8"/>
                      <a:pt x="50" y="12"/>
                      <a:pt x="51" y="18"/>
                    </a:cubicBezTo>
                    <a:close/>
                  </a:path>
                </a:pathLst>
              </a:custGeom>
              <a:solidFill>
                <a:srgbClr val="D2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9" name="Freeform 528"/>
              <p:cNvSpPr>
                <a:spLocks noEditPoints="1"/>
              </p:cNvSpPr>
              <p:nvPr/>
            </p:nvSpPr>
            <p:spPr bwMode="auto">
              <a:xfrm>
                <a:off x="5486" y="1146"/>
                <a:ext cx="194" cy="35"/>
              </a:xfrm>
              <a:custGeom>
                <a:avLst/>
                <a:gdLst>
                  <a:gd name="T0" fmla="*/ 67 w 101"/>
                  <a:gd name="T1" fmla="*/ 0 h 18"/>
                  <a:gd name="T2" fmla="*/ 59 w 101"/>
                  <a:gd name="T3" fmla="*/ 0 h 18"/>
                  <a:gd name="T4" fmla="*/ 57 w 101"/>
                  <a:gd name="T5" fmla="*/ 0 h 18"/>
                  <a:gd name="T6" fmla="*/ 50 w 101"/>
                  <a:gd name="T7" fmla="*/ 3 h 18"/>
                  <a:gd name="T8" fmla="*/ 50 w 101"/>
                  <a:gd name="T9" fmla="*/ 7 h 18"/>
                  <a:gd name="T10" fmla="*/ 51 w 101"/>
                  <a:gd name="T11" fmla="*/ 18 h 18"/>
                  <a:gd name="T12" fmla="*/ 85 w 101"/>
                  <a:gd name="T13" fmla="*/ 18 h 18"/>
                  <a:gd name="T14" fmla="*/ 91 w 101"/>
                  <a:gd name="T15" fmla="*/ 16 h 18"/>
                  <a:gd name="T16" fmla="*/ 101 w 101"/>
                  <a:gd name="T17" fmla="*/ 11 h 18"/>
                  <a:gd name="T18" fmla="*/ 82 w 101"/>
                  <a:gd name="T19" fmla="*/ 9 h 18"/>
                  <a:gd name="T20" fmla="*/ 71 w 101"/>
                  <a:gd name="T21" fmla="*/ 8 h 18"/>
                  <a:gd name="T22" fmla="*/ 67 w 101"/>
                  <a:gd name="T23" fmla="*/ 0 h 18"/>
                  <a:gd name="T24" fmla="*/ 11 w 101"/>
                  <a:gd name="T25" fmla="*/ 0 h 18"/>
                  <a:gd name="T26" fmla="*/ 6 w 101"/>
                  <a:gd name="T27" fmla="*/ 0 h 18"/>
                  <a:gd name="T28" fmla="*/ 2 w 101"/>
                  <a:gd name="T29" fmla="*/ 5 h 18"/>
                  <a:gd name="T30" fmla="*/ 0 w 101"/>
                  <a:gd name="T31" fmla="*/ 11 h 18"/>
                  <a:gd name="T32" fmla="*/ 1 w 101"/>
                  <a:gd name="T33" fmla="*/ 15 h 18"/>
                  <a:gd name="T34" fmla="*/ 1 w 101"/>
                  <a:gd name="T35" fmla="*/ 18 h 18"/>
                  <a:gd name="T36" fmla="*/ 27 w 101"/>
                  <a:gd name="T37" fmla="*/ 18 h 18"/>
                  <a:gd name="T38" fmla="*/ 23 w 101"/>
                  <a:gd name="T39" fmla="*/ 14 h 18"/>
                  <a:gd name="T40" fmla="*/ 11 w 101"/>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18">
                    <a:moveTo>
                      <a:pt x="67" y="0"/>
                    </a:moveTo>
                    <a:cubicBezTo>
                      <a:pt x="59" y="0"/>
                      <a:pt x="59" y="0"/>
                      <a:pt x="59" y="0"/>
                    </a:cubicBezTo>
                    <a:cubicBezTo>
                      <a:pt x="58" y="0"/>
                      <a:pt x="57" y="0"/>
                      <a:pt x="57" y="0"/>
                    </a:cubicBezTo>
                    <a:cubicBezTo>
                      <a:pt x="52" y="1"/>
                      <a:pt x="50" y="1"/>
                      <a:pt x="50" y="3"/>
                    </a:cubicBezTo>
                    <a:cubicBezTo>
                      <a:pt x="50" y="6"/>
                      <a:pt x="50" y="7"/>
                      <a:pt x="50" y="7"/>
                    </a:cubicBezTo>
                    <a:cubicBezTo>
                      <a:pt x="50" y="7"/>
                      <a:pt x="50" y="12"/>
                      <a:pt x="51" y="18"/>
                    </a:cubicBezTo>
                    <a:cubicBezTo>
                      <a:pt x="85" y="18"/>
                      <a:pt x="85" y="18"/>
                      <a:pt x="85" y="18"/>
                    </a:cubicBezTo>
                    <a:cubicBezTo>
                      <a:pt x="87" y="17"/>
                      <a:pt x="89" y="16"/>
                      <a:pt x="91" y="16"/>
                    </a:cubicBezTo>
                    <a:cubicBezTo>
                      <a:pt x="95" y="16"/>
                      <a:pt x="101" y="14"/>
                      <a:pt x="101" y="11"/>
                    </a:cubicBezTo>
                    <a:cubicBezTo>
                      <a:pt x="101" y="7"/>
                      <a:pt x="87" y="9"/>
                      <a:pt x="82" y="9"/>
                    </a:cubicBezTo>
                    <a:cubicBezTo>
                      <a:pt x="77" y="9"/>
                      <a:pt x="74" y="7"/>
                      <a:pt x="71" y="8"/>
                    </a:cubicBezTo>
                    <a:cubicBezTo>
                      <a:pt x="69" y="9"/>
                      <a:pt x="68" y="1"/>
                      <a:pt x="67" y="0"/>
                    </a:cubicBezTo>
                    <a:close/>
                    <a:moveTo>
                      <a:pt x="11" y="0"/>
                    </a:moveTo>
                    <a:cubicBezTo>
                      <a:pt x="6" y="0"/>
                      <a:pt x="6" y="0"/>
                      <a:pt x="6" y="0"/>
                    </a:cubicBezTo>
                    <a:cubicBezTo>
                      <a:pt x="4" y="2"/>
                      <a:pt x="4" y="4"/>
                      <a:pt x="2" y="5"/>
                    </a:cubicBezTo>
                    <a:cubicBezTo>
                      <a:pt x="0" y="6"/>
                      <a:pt x="0" y="8"/>
                      <a:pt x="0" y="11"/>
                    </a:cubicBezTo>
                    <a:cubicBezTo>
                      <a:pt x="1" y="14"/>
                      <a:pt x="1" y="15"/>
                      <a:pt x="1" y="15"/>
                    </a:cubicBezTo>
                    <a:cubicBezTo>
                      <a:pt x="1" y="15"/>
                      <a:pt x="1" y="15"/>
                      <a:pt x="1" y="18"/>
                    </a:cubicBezTo>
                    <a:cubicBezTo>
                      <a:pt x="27" y="18"/>
                      <a:pt x="27" y="18"/>
                      <a:pt x="27" y="18"/>
                    </a:cubicBezTo>
                    <a:cubicBezTo>
                      <a:pt x="27" y="16"/>
                      <a:pt x="26" y="14"/>
                      <a:pt x="23" y="14"/>
                    </a:cubicBezTo>
                    <a:cubicBezTo>
                      <a:pt x="20" y="13"/>
                      <a:pt x="14" y="4"/>
                      <a:pt x="11" y="0"/>
                    </a:cubicBezTo>
                    <a:close/>
                  </a:path>
                </a:pathLst>
              </a:custGeom>
              <a:solidFill>
                <a:srgbClr val="D3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0" name="Freeform 529"/>
              <p:cNvSpPr>
                <a:spLocks noEditPoints="1"/>
              </p:cNvSpPr>
              <p:nvPr/>
            </p:nvSpPr>
            <p:spPr bwMode="auto">
              <a:xfrm>
                <a:off x="5486" y="1148"/>
                <a:ext cx="194" cy="36"/>
              </a:xfrm>
              <a:custGeom>
                <a:avLst/>
                <a:gdLst>
                  <a:gd name="T0" fmla="*/ 68 w 101"/>
                  <a:gd name="T1" fmla="*/ 0 h 19"/>
                  <a:gd name="T2" fmla="*/ 51 w 101"/>
                  <a:gd name="T3" fmla="*/ 0 h 19"/>
                  <a:gd name="T4" fmla="*/ 50 w 101"/>
                  <a:gd name="T5" fmla="*/ 2 h 19"/>
                  <a:gd name="T6" fmla="*/ 50 w 101"/>
                  <a:gd name="T7" fmla="*/ 6 h 19"/>
                  <a:gd name="T8" fmla="*/ 51 w 101"/>
                  <a:gd name="T9" fmla="*/ 19 h 19"/>
                  <a:gd name="T10" fmla="*/ 83 w 101"/>
                  <a:gd name="T11" fmla="*/ 19 h 19"/>
                  <a:gd name="T12" fmla="*/ 91 w 101"/>
                  <a:gd name="T13" fmla="*/ 15 h 19"/>
                  <a:gd name="T14" fmla="*/ 101 w 101"/>
                  <a:gd name="T15" fmla="*/ 10 h 19"/>
                  <a:gd name="T16" fmla="*/ 82 w 101"/>
                  <a:gd name="T17" fmla="*/ 8 h 19"/>
                  <a:gd name="T18" fmla="*/ 71 w 101"/>
                  <a:gd name="T19" fmla="*/ 7 h 19"/>
                  <a:gd name="T20" fmla="*/ 68 w 101"/>
                  <a:gd name="T21" fmla="*/ 0 h 19"/>
                  <a:gd name="T22" fmla="*/ 12 w 101"/>
                  <a:gd name="T23" fmla="*/ 0 h 19"/>
                  <a:gd name="T24" fmla="*/ 5 w 101"/>
                  <a:gd name="T25" fmla="*/ 0 h 19"/>
                  <a:gd name="T26" fmla="*/ 2 w 101"/>
                  <a:gd name="T27" fmla="*/ 4 h 19"/>
                  <a:gd name="T28" fmla="*/ 0 w 101"/>
                  <a:gd name="T29" fmla="*/ 10 h 19"/>
                  <a:gd name="T30" fmla="*/ 1 w 101"/>
                  <a:gd name="T31" fmla="*/ 14 h 19"/>
                  <a:gd name="T32" fmla="*/ 1 w 101"/>
                  <a:gd name="T33" fmla="*/ 19 h 19"/>
                  <a:gd name="T34" fmla="*/ 27 w 101"/>
                  <a:gd name="T35" fmla="*/ 19 h 19"/>
                  <a:gd name="T36" fmla="*/ 23 w 101"/>
                  <a:gd name="T37" fmla="*/ 13 h 19"/>
                  <a:gd name="T38" fmla="*/ 12 w 101"/>
                  <a:gd name="T3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1" h="19">
                    <a:moveTo>
                      <a:pt x="68" y="0"/>
                    </a:moveTo>
                    <a:cubicBezTo>
                      <a:pt x="51" y="0"/>
                      <a:pt x="51" y="0"/>
                      <a:pt x="51" y="0"/>
                    </a:cubicBezTo>
                    <a:cubicBezTo>
                      <a:pt x="51" y="1"/>
                      <a:pt x="50" y="1"/>
                      <a:pt x="50" y="2"/>
                    </a:cubicBezTo>
                    <a:cubicBezTo>
                      <a:pt x="50" y="5"/>
                      <a:pt x="50" y="6"/>
                      <a:pt x="50" y="6"/>
                    </a:cubicBezTo>
                    <a:cubicBezTo>
                      <a:pt x="50" y="6"/>
                      <a:pt x="50" y="12"/>
                      <a:pt x="51" y="19"/>
                    </a:cubicBezTo>
                    <a:cubicBezTo>
                      <a:pt x="83" y="19"/>
                      <a:pt x="83" y="19"/>
                      <a:pt x="83" y="19"/>
                    </a:cubicBezTo>
                    <a:cubicBezTo>
                      <a:pt x="85" y="17"/>
                      <a:pt x="88" y="15"/>
                      <a:pt x="91" y="15"/>
                    </a:cubicBezTo>
                    <a:cubicBezTo>
                      <a:pt x="95" y="15"/>
                      <a:pt x="101" y="13"/>
                      <a:pt x="101" y="10"/>
                    </a:cubicBezTo>
                    <a:cubicBezTo>
                      <a:pt x="101" y="6"/>
                      <a:pt x="87" y="8"/>
                      <a:pt x="82" y="8"/>
                    </a:cubicBezTo>
                    <a:cubicBezTo>
                      <a:pt x="77" y="8"/>
                      <a:pt x="74" y="6"/>
                      <a:pt x="71" y="7"/>
                    </a:cubicBezTo>
                    <a:cubicBezTo>
                      <a:pt x="69" y="8"/>
                      <a:pt x="68" y="3"/>
                      <a:pt x="68" y="0"/>
                    </a:cubicBezTo>
                    <a:close/>
                    <a:moveTo>
                      <a:pt x="12" y="0"/>
                    </a:moveTo>
                    <a:cubicBezTo>
                      <a:pt x="5" y="0"/>
                      <a:pt x="5" y="0"/>
                      <a:pt x="5" y="0"/>
                    </a:cubicBezTo>
                    <a:cubicBezTo>
                      <a:pt x="4" y="2"/>
                      <a:pt x="3" y="3"/>
                      <a:pt x="2" y="4"/>
                    </a:cubicBezTo>
                    <a:cubicBezTo>
                      <a:pt x="0" y="5"/>
                      <a:pt x="0" y="7"/>
                      <a:pt x="0" y="10"/>
                    </a:cubicBezTo>
                    <a:cubicBezTo>
                      <a:pt x="1" y="13"/>
                      <a:pt x="1" y="14"/>
                      <a:pt x="1" y="14"/>
                    </a:cubicBezTo>
                    <a:cubicBezTo>
                      <a:pt x="1" y="14"/>
                      <a:pt x="0" y="14"/>
                      <a:pt x="1" y="19"/>
                    </a:cubicBezTo>
                    <a:cubicBezTo>
                      <a:pt x="27" y="19"/>
                      <a:pt x="27" y="19"/>
                      <a:pt x="27" y="19"/>
                    </a:cubicBezTo>
                    <a:cubicBezTo>
                      <a:pt x="27" y="15"/>
                      <a:pt x="27" y="13"/>
                      <a:pt x="23" y="13"/>
                    </a:cubicBezTo>
                    <a:cubicBezTo>
                      <a:pt x="20" y="12"/>
                      <a:pt x="16" y="5"/>
                      <a:pt x="12" y="0"/>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1" name="Freeform 530"/>
              <p:cNvSpPr>
                <a:spLocks noEditPoints="1"/>
              </p:cNvSpPr>
              <p:nvPr/>
            </p:nvSpPr>
            <p:spPr bwMode="auto">
              <a:xfrm>
                <a:off x="5486" y="1152"/>
                <a:ext cx="194" cy="34"/>
              </a:xfrm>
              <a:custGeom>
                <a:avLst/>
                <a:gdLst>
                  <a:gd name="T0" fmla="*/ 68 w 101"/>
                  <a:gd name="T1" fmla="*/ 0 h 18"/>
                  <a:gd name="T2" fmla="*/ 50 w 101"/>
                  <a:gd name="T3" fmla="*/ 0 h 18"/>
                  <a:gd name="T4" fmla="*/ 50 w 101"/>
                  <a:gd name="T5" fmla="*/ 0 h 18"/>
                  <a:gd name="T6" fmla="*/ 50 w 101"/>
                  <a:gd name="T7" fmla="*/ 4 h 18"/>
                  <a:gd name="T8" fmla="*/ 51 w 101"/>
                  <a:gd name="T9" fmla="*/ 18 h 18"/>
                  <a:gd name="T10" fmla="*/ 82 w 101"/>
                  <a:gd name="T11" fmla="*/ 18 h 18"/>
                  <a:gd name="T12" fmla="*/ 91 w 101"/>
                  <a:gd name="T13" fmla="*/ 13 h 18"/>
                  <a:gd name="T14" fmla="*/ 101 w 101"/>
                  <a:gd name="T15" fmla="*/ 8 h 18"/>
                  <a:gd name="T16" fmla="*/ 82 w 101"/>
                  <a:gd name="T17" fmla="*/ 6 h 18"/>
                  <a:gd name="T18" fmla="*/ 71 w 101"/>
                  <a:gd name="T19" fmla="*/ 5 h 18"/>
                  <a:gd name="T20" fmla="*/ 68 w 101"/>
                  <a:gd name="T21" fmla="*/ 0 h 18"/>
                  <a:gd name="T22" fmla="*/ 13 w 101"/>
                  <a:gd name="T23" fmla="*/ 0 h 18"/>
                  <a:gd name="T24" fmla="*/ 4 w 101"/>
                  <a:gd name="T25" fmla="*/ 0 h 18"/>
                  <a:gd name="T26" fmla="*/ 2 w 101"/>
                  <a:gd name="T27" fmla="*/ 2 h 18"/>
                  <a:gd name="T28" fmla="*/ 0 w 101"/>
                  <a:gd name="T29" fmla="*/ 8 h 18"/>
                  <a:gd name="T30" fmla="*/ 1 w 101"/>
                  <a:gd name="T31" fmla="*/ 12 h 18"/>
                  <a:gd name="T32" fmla="*/ 1 w 101"/>
                  <a:gd name="T33" fmla="*/ 18 h 18"/>
                  <a:gd name="T34" fmla="*/ 27 w 101"/>
                  <a:gd name="T35" fmla="*/ 18 h 18"/>
                  <a:gd name="T36" fmla="*/ 27 w 101"/>
                  <a:gd name="T37" fmla="*/ 18 h 18"/>
                  <a:gd name="T38" fmla="*/ 23 w 101"/>
                  <a:gd name="T39" fmla="*/ 11 h 18"/>
                  <a:gd name="T40" fmla="*/ 13 w 101"/>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18">
                    <a:moveTo>
                      <a:pt x="68" y="0"/>
                    </a:moveTo>
                    <a:cubicBezTo>
                      <a:pt x="50" y="0"/>
                      <a:pt x="50" y="0"/>
                      <a:pt x="50" y="0"/>
                    </a:cubicBezTo>
                    <a:cubicBezTo>
                      <a:pt x="50" y="0"/>
                      <a:pt x="50" y="0"/>
                      <a:pt x="50" y="0"/>
                    </a:cubicBezTo>
                    <a:cubicBezTo>
                      <a:pt x="50" y="3"/>
                      <a:pt x="50" y="4"/>
                      <a:pt x="50" y="4"/>
                    </a:cubicBezTo>
                    <a:cubicBezTo>
                      <a:pt x="50" y="4"/>
                      <a:pt x="50" y="11"/>
                      <a:pt x="51" y="18"/>
                    </a:cubicBezTo>
                    <a:cubicBezTo>
                      <a:pt x="82" y="18"/>
                      <a:pt x="82" y="18"/>
                      <a:pt x="82" y="18"/>
                    </a:cubicBezTo>
                    <a:cubicBezTo>
                      <a:pt x="84" y="16"/>
                      <a:pt x="88" y="13"/>
                      <a:pt x="91" y="13"/>
                    </a:cubicBezTo>
                    <a:cubicBezTo>
                      <a:pt x="95" y="13"/>
                      <a:pt x="101" y="11"/>
                      <a:pt x="101" y="8"/>
                    </a:cubicBezTo>
                    <a:cubicBezTo>
                      <a:pt x="101" y="4"/>
                      <a:pt x="87" y="6"/>
                      <a:pt x="82" y="6"/>
                    </a:cubicBezTo>
                    <a:cubicBezTo>
                      <a:pt x="77" y="6"/>
                      <a:pt x="74" y="4"/>
                      <a:pt x="71" y="5"/>
                    </a:cubicBezTo>
                    <a:cubicBezTo>
                      <a:pt x="70" y="6"/>
                      <a:pt x="68" y="2"/>
                      <a:pt x="68" y="0"/>
                    </a:cubicBezTo>
                    <a:close/>
                    <a:moveTo>
                      <a:pt x="13" y="0"/>
                    </a:moveTo>
                    <a:cubicBezTo>
                      <a:pt x="4" y="0"/>
                      <a:pt x="4" y="0"/>
                      <a:pt x="4" y="0"/>
                    </a:cubicBezTo>
                    <a:cubicBezTo>
                      <a:pt x="3" y="1"/>
                      <a:pt x="3" y="2"/>
                      <a:pt x="2" y="2"/>
                    </a:cubicBezTo>
                    <a:cubicBezTo>
                      <a:pt x="0" y="3"/>
                      <a:pt x="0" y="5"/>
                      <a:pt x="0" y="8"/>
                    </a:cubicBezTo>
                    <a:cubicBezTo>
                      <a:pt x="1" y="11"/>
                      <a:pt x="1" y="12"/>
                      <a:pt x="1" y="12"/>
                    </a:cubicBezTo>
                    <a:cubicBezTo>
                      <a:pt x="1" y="12"/>
                      <a:pt x="0" y="12"/>
                      <a:pt x="1" y="18"/>
                    </a:cubicBezTo>
                    <a:cubicBezTo>
                      <a:pt x="27" y="18"/>
                      <a:pt x="27" y="18"/>
                      <a:pt x="27" y="18"/>
                    </a:cubicBezTo>
                    <a:cubicBezTo>
                      <a:pt x="27" y="18"/>
                      <a:pt x="27" y="18"/>
                      <a:pt x="27" y="18"/>
                    </a:cubicBezTo>
                    <a:cubicBezTo>
                      <a:pt x="27" y="14"/>
                      <a:pt x="27" y="11"/>
                      <a:pt x="23" y="11"/>
                    </a:cubicBezTo>
                    <a:cubicBezTo>
                      <a:pt x="20" y="10"/>
                      <a:pt x="16" y="4"/>
                      <a:pt x="13" y="0"/>
                    </a:cubicBezTo>
                    <a:close/>
                  </a:path>
                </a:pathLst>
              </a:custGeom>
              <a:solidFill>
                <a:srgbClr val="D4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2" name="Freeform 531"/>
              <p:cNvSpPr>
                <a:spLocks noEditPoints="1"/>
              </p:cNvSpPr>
              <p:nvPr/>
            </p:nvSpPr>
            <p:spPr bwMode="auto">
              <a:xfrm>
                <a:off x="5486" y="1154"/>
                <a:ext cx="194" cy="34"/>
              </a:xfrm>
              <a:custGeom>
                <a:avLst/>
                <a:gdLst>
                  <a:gd name="T0" fmla="*/ 68 w 101"/>
                  <a:gd name="T1" fmla="*/ 0 h 18"/>
                  <a:gd name="T2" fmla="*/ 50 w 101"/>
                  <a:gd name="T3" fmla="*/ 0 h 18"/>
                  <a:gd name="T4" fmla="*/ 50 w 101"/>
                  <a:gd name="T5" fmla="*/ 3 h 18"/>
                  <a:gd name="T6" fmla="*/ 51 w 101"/>
                  <a:gd name="T7" fmla="*/ 18 h 18"/>
                  <a:gd name="T8" fmla="*/ 51 w 101"/>
                  <a:gd name="T9" fmla="*/ 18 h 18"/>
                  <a:gd name="T10" fmla="*/ 81 w 101"/>
                  <a:gd name="T11" fmla="*/ 18 h 18"/>
                  <a:gd name="T12" fmla="*/ 91 w 101"/>
                  <a:gd name="T13" fmla="*/ 12 h 18"/>
                  <a:gd name="T14" fmla="*/ 101 w 101"/>
                  <a:gd name="T15" fmla="*/ 7 h 18"/>
                  <a:gd name="T16" fmla="*/ 82 w 101"/>
                  <a:gd name="T17" fmla="*/ 5 h 18"/>
                  <a:gd name="T18" fmla="*/ 71 w 101"/>
                  <a:gd name="T19" fmla="*/ 4 h 18"/>
                  <a:gd name="T20" fmla="*/ 68 w 101"/>
                  <a:gd name="T21" fmla="*/ 0 h 18"/>
                  <a:gd name="T22" fmla="*/ 14 w 101"/>
                  <a:gd name="T23" fmla="*/ 0 h 18"/>
                  <a:gd name="T24" fmla="*/ 3 w 101"/>
                  <a:gd name="T25" fmla="*/ 0 h 18"/>
                  <a:gd name="T26" fmla="*/ 2 w 101"/>
                  <a:gd name="T27" fmla="*/ 1 h 18"/>
                  <a:gd name="T28" fmla="*/ 0 w 101"/>
                  <a:gd name="T29" fmla="*/ 7 h 18"/>
                  <a:gd name="T30" fmla="*/ 1 w 101"/>
                  <a:gd name="T31" fmla="*/ 11 h 18"/>
                  <a:gd name="T32" fmla="*/ 1 w 101"/>
                  <a:gd name="T33" fmla="*/ 18 h 18"/>
                  <a:gd name="T34" fmla="*/ 27 w 101"/>
                  <a:gd name="T35" fmla="*/ 18 h 18"/>
                  <a:gd name="T36" fmla="*/ 27 w 101"/>
                  <a:gd name="T37" fmla="*/ 17 h 18"/>
                  <a:gd name="T38" fmla="*/ 23 w 101"/>
                  <a:gd name="T39" fmla="*/ 10 h 18"/>
                  <a:gd name="T40" fmla="*/ 14 w 101"/>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18">
                    <a:moveTo>
                      <a:pt x="68" y="0"/>
                    </a:moveTo>
                    <a:cubicBezTo>
                      <a:pt x="50" y="0"/>
                      <a:pt x="50" y="0"/>
                      <a:pt x="50" y="0"/>
                    </a:cubicBezTo>
                    <a:cubicBezTo>
                      <a:pt x="50" y="3"/>
                      <a:pt x="50" y="3"/>
                      <a:pt x="50" y="3"/>
                    </a:cubicBezTo>
                    <a:cubicBezTo>
                      <a:pt x="50" y="3"/>
                      <a:pt x="50" y="10"/>
                      <a:pt x="51" y="18"/>
                    </a:cubicBezTo>
                    <a:cubicBezTo>
                      <a:pt x="51" y="18"/>
                      <a:pt x="51" y="18"/>
                      <a:pt x="51" y="18"/>
                    </a:cubicBezTo>
                    <a:cubicBezTo>
                      <a:pt x="81" y="18"/>
                      <a:pt x="81" y="18"/>
                      <a:pt x="81" y="18"/>
                    </a:cubicBezTo>
                    <a:cubicBezTo>
                      <a:pt x="83" y="16"/>
                      <a:pt x="87" y="12"/>
                      <a:pt x="91" y="12"/>
                    </a:cubicBezTo>
                    <a:cubicBezTo>
                      <a:pt x="95" y="12"/>
                      <a:pt x="101" y="10"/>
                      <a:pt x="101" y="7"/>
                    </a:cubicBezTo>
                    <a:cubicBezTo>
                      <a:pt x="101" y="3"/>
                      <a:pt x="87" y="5"/>
                      <a:pt x="82" y="5"/>
                    </a:cubicBezTo>
                    <a:cubicBezTo>
                      <a:pt x="77" y="5"/>
                      <a:pt x="74" y="3"/>
                      <a:pt x="71" y="4"/>
                    </a:cubicBezTo>
                    <a:cubicBezTo>
                      <a:pt x="70" y="5"/>
                      <a:pt x="69" y="2"/>
                      <a:pt x="68" y="0"/>
                    </a:cubicBezTo>
                    <a:close/>
                    <a:moveTo>
                      <a:pt x="14" y="0"/>
                    </a:moveTo>
                    <a:cubicBezTo>
                      <a:pt x="3" y="0"/>
                      <a:pt x="3" y="0"/>
                      <a:pt x="3" y="0"/>
                    </a:cubicBezTo>
                    <a:cubicBezTo>
                      <a:pt x="3" y="0"/>
                      <a:pt x="3" y="1"/>
                      <a:pt x="2" y="1"/>
                    </a:cubicBezTo>
                    <a:cubicBezTo>
                      <a:pt x="0" y="2"/>
                      <a:pt x="0" y="4"/>
                      <a:pt x="0" y="7"/>
                    </a:cubicBezTo>
                    <a:cubicBezTo>
                      <a:pt x="1" y="10"/>
                      <a:pt x="1" y="11"/>
                      <a:pt x="1" y="11"/>
                    </a:cubicBezTo>
                    <a:cubicBezTo>
                      <a:pt x="1" y="11"/>
                      <a:pt x="0" y="11"/>
                      <a:pt x="1" y="18"/>
                    </a:cubicBezTo>
                    <a:cubicBezTo>
                      <a:pt x="27" y="18"/>
                      <a:pt x="27" y="18"/>
                      <a:pt x="27" y="18"/>
                    </a:cubicBezTo>
                    <a:cubicBezTo>
                      <a:pt x="27" y="18"/>
                      <a:pt x="27" y="17"/>
                      <a:pt x="27" y="17"/>
                    </a:cubicBezTo>
                    <a:cubicBezTo>
                      <a:pt x="27" y="13"/>
                      <a:pt x="27" y="10"/>
                      <a:pt x="23" y="10"/>
                    </a:cubicBezTo>
                    <a:cubicBezTo>
                      <a:pt x="21" y="9"/>
                      <a:pt x="17" y="4"/>
                      <a:pt x="14" y="0"/>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3" name="Freeform 532"/>
              <p:cNvSpPr>
                <a:spLocks noEditPoints="1"/>
              </p:cNvSpPr>
              <p:nvPr/>
            </p:nvSpPr>
            <p:spPr bwMode="auto">
              <a:xfrm>
                <a:off x="5486" y="1156"/>
                <a:ext cx="194" cy="36"/>
              </a:xfrm>
              <a:custGeom>
                <a:avLst/>
                <a:gdLst>
                  <a:gd name="T0" fmla="*/ 69 w 101"/>
                  <a:gd name="T1" fmla="*/ 0 h 19"/>
                  <a:gd name="T2" fmla="*/ 50 w 101"/>
                  <a:gd name="T3" fmla="*/ 0 h 19"/>
                  <a:gd name="T4" fmla="*/ 50 w 101"/>
                  <a:gd name="T5" fmla="*/ 2 h 19"/>
                  <a:gd name="T6" fmla="*/ 51 w 101"/>
                  <a:gd name="T7" fmla="*/ 17 h 19"/>
                  <a:gd name="T8" fmla="*/ 52 w 101"/>
                  <a:gd name="T9" fmla="*/ 19 h 19"/>
                  <a:gd name="T10" fmla="*/ 81 w 101"/>
                  <a:gd name="T11" fmla="*/ 19 h 19"/>
                  <a:gd name="T12" fmla="*/ 80 w 101"/>
                  <a:gd name="T13" fmla="*/ 18 h 19"/>
                  <a:gd name="T14" fmla="*/ 91 w 101"/>
                  <a:gd name="T15" fmla="*/ 11 h 19"/>
                  <a:gd name="T16" fmla="*/ 101 w 101"/>
                  <a:gd name="T17" fmla="*/ 6 h 19"/>
                  <a:gd name="T18" fmla="*/ 82 w 101"/>
                  <a:gd name="T19" fmla="*/ 4 h 19"/>
                  <a:gd name="T20" fmla="*/ 71 w 101"/>
                  <a:gd name="T21" fmla="*/ 3 h 19"/>
                  <a:gd name="T22" fmla="*/ 69 w 101"/>
                  <a:gd name="T23" fmla="*/ 0 h 19"/>
                  <a:gd name="T24" fmla="*/ 15 w 101"/>
                  <a:gd name="T25" fmla="*/ 0 h 19"/>
                  <a:gd name="T26" fmla="*/ 2 w 101"/>
                  <a:gd name="T27" fmla="*/ 0 h 19"/>
                  <a:gd name="T28" fmla="*/ 0 w 101"/>
                  <a:gd name="T29" fmla="*/ 6 h 19"/>
                  <a:gd name="T30" fmla="*/ 1 w 101"/>
                  <a:gd name="T31" fmla="*/ 10 h 19"/>
                  <a:gd name="T32" fmla="*/ 1 w 101"/>
                  <a:gd name="T33" fmla="*/ 19 h 19"/>
                  <a:gd name="T34" fmla="*/ 26 w 101"/>
                  <a:gd name="T35" fmla="*/ 19 h 19"/>
                  <a:gd name="T36" fmla="*/ 27 w 101"/>
                  <a:gd name="T37" fmla="*/ 16 h 19"/>
                  <a:gd name="T38" fmla="*/ 23 w 101"/>
                  <a:gd name="T39" fmla="*/ 9 h 19"/>
                  <a:gd name="T40" fmla="*/ 15 w 101"/>
                  <a:gd name="T4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19">
                    <a:moveTo>
                      <a:pt x="69" y="0"/>
                    </a:moveTo>
                    <a:cubicBezTo>
                      <a:pt x="50" y="0"/>
                      <a:pt x="50" y="0"/>
                      <a:pt x="50" y="0"/>
                    </a:cubicBezTo>
                    <a:cubicBezTo>
                      <a:pt x="50" y="2"/>
                      <a:pt x="50" y="2"/>
                      <a:pt x="50" y="2"/>
                    </a:cubicBezTo>
                    <a:cubicBezTo>
                      <a:pt x="50" y="2"/>
                      <a:pt x="50" y="9"/>
                      <a:pt x="51" y="17"/>
                    </a:cubicBezTo>
                    <a:cubicBezTo>
                      <a:pt x="52" y="17"/>
                      <a:pt x="52" y="18"/>
                      <a:pt x="52" y="19"/>
                    </a:cubicBezTo>
                    <a:cubicBezTo>
                      <a:pt x="81" y="19"/>
                      <a:pt x="81" y="19"/>
                      <a:pt x="81" y="19"/>
                    </a:cubicBezTo>
                    <a:cubicBezTo>
                      <a:pt x="80" y="18"/>
                      <a:pt x="80" y="18"/>
                      <a:pt x="80" y="18"/>
                    </a:cubicBezTo>
                    <a:cubicBezTo>
                      <a:pt x="80" y="18"/>
                      <a:pt x="86" y="11"/>
                      <a:pt x="91" y="11"/>
                    </a:cubicBezTo>
                    <a:cubicBezTo>
                      <a:pt x="95" y="11"/>
                      <a:pt x="101" y="9"/>
                      <a:pt x="101" y="6"/>
                    </a:cubicBezTo>
                    <a:cubicBezTo>
                      <a:pt x="101" y="2"/>
                      <a:pt x="87" y="4"/>
                      <a:pt x="82" y="4"/>
                    </a:cubicBezTo>
                    <a:cubicBezTo>
                      <a:pt x="77" y="4"/>
                      <a:pt x="74" y="2"/>
                      <a:pt x="71" y="3"/>
                    </a:cubicBezTo>
                    <a:cubicBezTo>
                      <a:pt x="70" y="4"/>
                      <a:pt x="69" y="2"/>
                      <a:pt x="69" y="0"/>
                    </a:cubicBezTo>
                    <a:close/>
                    <a:moveTo>
                      <a:pt x="15" y="0"/>
                    </a:moveTo>
                    <a:cubicBezTo>
                      <a:pt x="2" y="0"/>
                      <a:pt x="2" y="0"/>
                      <a:pt x="2" y="0"/>
                    </a:cubicBezTo>
                    <a:cubicBezTo>
                      <a:pt x="0" y="1"/>
                      <a:pt x="0" y="3"/>
                      <a:pt x="0" y="6"/>
                    </a:cubicBezTo>
                    <a:cubicBezTo>
                      <a:pt x="1" y="9"/>
                      <a:pt x="1" y="10"/>
                      <a:pt x="1" y="10"/>
                    </a:cubicBezTo>
                    <a:cubicBezTo>
                      <a:pt x="1" y="10"/>
                      <a:pt x="0" y="10"/>
                      <a:pt x="1" y="19"/>
                    </a:cubicBezTo>
                    <a:cubicBezTo>
                      <a:pt x="26" y="19"/>
                      <a:pt x="26" y="19"/>
                      <a:pt x="26" y="19"/>
                    </a:cubicBezTo>
                    <a:cubicBezTo>
                      <a:pt x="27" y="18"/>
                      <a:pt x="27" y="17"/>
                      <a:pt x="27" y="16"/>
                    </a:cubicBezTo>
                    <a:cubicBezTo>
                      <a:pt x="27" y="12"/>
                      <a:pt x="27" y="9"/>
                      <a:pt x="23" y="9"/>
                    </a:cubicBezTo>
                    <a:cubicBezTo>
                      <a:pt x="21" y="8"/>
                      <a:pt x="18" y="4"/>
                      <a:pt x="15" y="0"/>
                    </a:cubicBezTo>
                    <a:close/>
                  </a:path>
                </a:pathLst>
              </a:custGeom>
              <a:solidFill>
                <a:srgbClr val="D5D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4" name="Freeform 533"/>
              <p:cNvSpPr>
                <a:spLocks noEditPoints="1"/>
              </p:cNvSpPr>
              <p:nvPr/>
            </p:nvSpPr>
            <p:spPr bwMode="auto">
              <a:xfrm>
                <a:off x="5486" y="1160"/>
                <a:ext cx="194" cy="34"/>
              </a:xfrm>
              <a:custGeom>
                <a:avLst/>
                <a:gdLst>
                  <a:gd name="T0" fmla="*/ 69 w 101"/>
                  <a:gd name="T1" fmla="*/ 0 h 18"/>
                  <a:gd name="T2" fmla="*/ 50 w 101"/>
                  <a:gd name="T3" fmla="*/ 0 h 18"/>
                  <a:gd name="T4" fmla="*/ 50 w 101"/>
                  <a:gd name="T5" fmla="*/ 0 h 18"/>
                  <a:gd name="T6" fmla="*/ 51 w 101"/>
                  <a:gd name="T7" fmla="*/ 15 h 18"/>
                  <a:gd name="T8" fmla="*/ 52 w 101"/>
                  <a:gd name="T9" fmla="*/ 18 h 18"/>
                  <a:gd name="T10" fmla="*/ 82 w 101"/>
                  <a:gd name="T11" fmla="*/ 18 h 18"/>
                  <a:gd name="T12" fmla="*/ 82 w 101"/>
                  <a:gd name="T13" fmla="*/ 17 h 18"/>
                  <a:gd name="T14" fmla="*/ 80 w 101"/>
                  <a:gd name="T15" fmla="*/ 16 h 18"/>
                  <a:gd name="T16" fmla="*/ 91 w 101"/>
                  <a:gd name="T17" fmla="*/ 9 h 18"/>
                  <a:gd name="T18" fmla="*/ 101 w 101"/>
                  <a:gd name="T19" fmla="*/ 4 h 18"/>
                  <a:gd name="T20" fmla="*/ 82 w 101"/>
                  <a:gd name="T21" fmla="*/ 2 h 18"/>
                  <a:gd name="T22" fmla="*/ 71 w 101"/>
                  <a:gd name="T23" fmla="*/ 1 h 18"/>
                  <a:gd name="T24" fmla="*/ 69 w 101"/>
                  <a:gd name="T25" fmla="*/ 0 h 18"/>
                  <a:gd name="T26" fmla="*/ 16 w 101"/>
                  <a:gd name="T27" fmla="*/ 0 h 18"/>
                  <a:gd name="T28" fmla="*/ 1 w 101"/>
                  <a:gd name="T29" fmla="*/ 0 h 18"/>
                  <a:gd name="T30" fmla="*/ 0 w 101"/>
                  <a:gd name="T31" fmla="*/ 4 h 18"/>
                  <a:gd name="T32" fmla="*/ 1 w 101"/>
                  <a:gd name="T33" fmla="*/ 8 h 18"/>
                  <a:gd name="T34" fmla="*/ 1 w 101"/>
                  <a:gd name="T35" fmla="*/ 18 h 18"/>
                  <a:gd name="T36" fmla="*/ 26 w 101"/>
                  <a:gd name="T37" fmla="*/ 18 h 18"/>
                  <a:gd name="T38" fmla="*/ 27 w 101"/>
                  <a:gd name="T39" fmla="*/ 14 h 18"/>
                  <a:gd name="T40" fmla="*/ 23 w 101"/>
                  <a:gd name="T41" fmla="*/ 7 h 18"/>
                  <a:gd name="T42" fmla="*/ 16 w 101"/>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18">
                    <a:moveTo>
                      <a:pt x="69" y="0"/>
                    </a:moveTo>
                    <a:cubicBezTo>
                      <a:pt x="50" y="0"/>
                      <a:pt x="50" y="0"/>
                      <a:pt x="50" y="0"/>
                    </a:cubicBezTo>
                    <a:cubicBezTo>
                      <a:pt x="50" y="0"/>
                      <a:pt x="50" y="0"/>
                      <a:pt x="50" y="0"/>
                    </a:cubicBezTo>
                    <a:cubicBezTo>
                      <a:pt x="50" y="0"/>
                      <a:pt x="50" y="7"/>
                      <a:pt x="51" y="15"/>
                    </a:cubicBezTo>
                    <a:cubicBezTo>
                      <a:pt x="52" y="16"/>
                      <a:pt x="52" y="17"/>
                      <a:pt x="52" y="18"/>
                    </a:cubicBezTo>
                    <a:cubicBezTo>
                      <a:pt x="82" y="18"/>
                      <a:pt x="82" y="18"/>
                      <a:pt x="82" y="18"/>
                    </a:cubicBezTo>
                    <a:cubicBezTo>
                      <a:pt x="82" y="17"/>
                      <a:pt x="82" y="17"/>
                      <a:pt x="82" y="17"/>
                    </a:cubicBezTo>
                    <a:cubicBezTo>
                      <a:pt x="80" y="16"/>
                      <a:pt x="80" y="16"/>
                      <a:pt x="80" y="16"/>
                    </a:cubicBezTo>
                    <a:cubicBezTo>
                      <a:pt x="80" y="16"/>
                      <a:pt x="86" y="9"/>
                      <a:pt x="91" y="9"/>
                    </a:cubicBezTo>
                    <a:cubicBezTo>
                      <a:pt x="95" y="9"/>
                      <a:pt x="101" y="7"/>
                      <a:pt x="101" y="4"/>
                    </a:cubicBezTo>
                    <a:cubicBezTo>
                      <a:pt x="101" y="0"/>
                      <a:pt x="87" y="2"/>
                      <a:pt x="82" y="2"/>
                    </a:cubicBezTo>
                    <a:cubicBezTo>
                      <a:pt x="77" y="2"/>
                      <a:pt x="74" y="0"/>
                      <a:pt x="71" y="1"/>
                    </a:cubicBezTo>
                    <a:cubicBezTo>
                      <a:pt x="70" y="2"/>
                      <a:pt x="70" y="1"/>
                      <a:pt x="69" y="0"/>
                    </a:cubicBezTo>
                    <a:close/>
                    <a:moveTo>
                      <a:pt x="16" y="0"/>
                    </a:moveTo>
                    <a:cubicBezTo>
                      <a:pt x="1" y="0"/>
                      <a:pt x="1" y="0"/>
                      <a:pt x="1" y="0"/>
                    </a:cubicBezTo>
                    <a:cubicBezTo>
                      <a:pt x="0" y="1"/>
                      <a:pt x="0" y="2"/>
                      <a:pt x="0" y="4"/>
                    </a:cubicBezTo>
                    <a:cubicBezTo>
                      <a:pt x="1" y="7"/>
                      <a:pt x="1" y="8"/>
                      <a:pt x="1" y="8"/>
                    </a:cubicBezTo>
                    <a:cubicBezTo>
                      <a:pt x="1" y="8"/>
                      <a:pt x="0" y="8"/>
                      <a:pt x="1" y="18"/>
                    </a:cubicBezTo>
                    <a:cubicBezTo>
                      <a:pt x="26" y="18"/>
                      <a:pt x="26" y="18"/>
                      <a:pt x="26" y="18"/>
                    </a:cubicBezTo>
                    <a:cubicBezTo>
                      <a:pt x="26" y="17"/>
                      <a:pt x="27" y="15"/>
                      <a:pt x="27" y="14"/>
                    </a:cubicBezTo>
                    <a:cubicBezTo>
                      <a:pt x="27" y="10"/>
                      <a:pt x="27" y="7"/>
                      <a:pt x="23" y="7"/>
                    </a:cubicBezTo>
                    <a:cubicBezTo>
                      <a:pt x="21" y="6"/>
                      <a:pt x="18" y="3"/>
                      <a:pt x="16" y="0"/>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5" name="Freeform 534"/>
              <p:cNvSpPr>
                <a:spLocks noEditPoints="1"/>
              </p:cNvSpPr>
              <p:nvPr/>
            </p:nvSpPr>
            <p:spPr bwMode="auto">
              <a:xfrm>
                <a:off x="5486" y="1160"/>
                <a:ext cx="194" cy="36"/>
              </a:xfrm>
              <a:custGeom>
                <a:avLst/>
                <a:gdLst>
                  <a:gd name="T0" fmla="*/ 70 w 101"/>
                  <a:gd name="T1" fmla="*/ 1 h 19"/>
                  <a:gd name="T2" fmla="*/ 50 w 101"/>
                  <a:gd name="T3" fmla="*/ 1 h 19"/>
                  <a:gd name="T4" fmla="*/ 51 w 101"/>
                  <a:gd name="T5" fmla="*/ 15 h 19"/>
                  <a:gd name="T6" fmla="*/ 52 w 101"/>
                  <a:gd name="T7" fmla="*/ 19 h 19"/>
                  <a:gd name="T8" fmla="*/ 81 w 101"/>
                  <a:gd name="T9" fmla="*/ 19 h 19"/>
                  <a:gd name="T10" fmla="*/ 82 w 101"/>
                  <a:gd name="T11" fmla="*/ 17 h 19"/>
                  <a:gd name="T12" fmla="*/ 80 w 101"/>
                  <a:gd name="T13" fmla="*/ 16 h 19"/>
                  <a:gd name="T14" fmla="*/ 91 w 101"/>
                  <a:gd name="T15" fmla="*/ 9 h 19"/>
                  <a:gd name="T16" fmla="*/ 101 w 101"/>
                  <a:gd name="T17" fmla="*/ 4 h 19"/>
                  <a:gd name="T18" fmla="*/ 82 w 101"/>
                  <a:gd name="T19" fmla="*/ 2 h 19"/>
                  <a:gd name="T20" fmla="*/ 71 w 101"/>
                  <a:gd name="T21" fmla="*/ 1 h 19"/>
                  <a:gd name="T22" fmla="*/ 70 w 101"/>
                  <a:gd name="T23" fmla="*/ 1 h 19"/>
                  <a:gd name="T24" fmla="*/ 17 w 101"/>
                  <a:gd name="T25" fmla="*/ 1 h 19"/>
                  <a:gd name="T26" fmla="*/ 0 w 101"/>
                  <a:gd name="T27" fmla="*/ 1 h 19"/>
                  <a:gd name="T28" fmla="*/ 0 w 101"/>
                  <a:gd name="T29" fmla="*/ 4 h 19"/>
                  <a:gd name="T30" fmla="*/ 1 w 101"/>
                  <a:gd name="T31" fmla="*/ 8 h 19"/>
                  <a:gd name="T32" fmla="*/ 2 w 101"/>
                  <a:gd name="T33" fmla="*/ 18 h 19"/>
                  <a:gd name="T34" fmla="*/ 2 w 101"/>
                  <a:gd name="T35" fmla="*/ 19 h 19"/>
                  <a:gd name="T36" fmla="*/ 25 w 101"/>
                  <a:gd name="T37" fmla="*/ 19 h 19"/>
                  <a:gd name="T38" fmla="*/ 27 w 101"/>
                  <a:gd name="T39" fmla="*/ 14 h 19"/>
                  <a:gd name="T40" fmla="*/ 23 w 101"/>
                  <a:gd name="T41" fmla="*/ 7 h 19"/>
                  <a:gd name="T42" fmla="*/ 17 w 101"/>
                  <a:gd name="T43"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19">
                    <a:moveTo>
                      <a:pt x="70" y="1"/>
                    </a:moveTo>
                    <a:cubicBezTo>
                      <a:pt x="50" y="1"/>
                      <a:pt x="50" y="1"/>
                      <a:pt x="50" y="1"/>
                    </a:cubicBezTo>
                    <a:cubicBezTo>
                      <a:pt x="50" y="3"/>
                      <a:pt x="51" y="9"/>
                      <a:pt x="51" y="15"/>
                    </a:cubicBezTo>
                    <a:cubicBezTo>
                      <a:pt x="52" y="16"/>
                      <a:pt x="52" y="17"/>
                      <a:pt x="52" y="19"/>
                    </a:cubicBezTo>
                    <a:cubicBezTo>
                      <a:pt x="81" y="19"/>
                      <a:pt x="81" y="19"/>
                      <a:pt x="81" y="19"/>
                    </a:cubicBezTo>
                    <a:cubicBezTo>
                      <a:pt x="82" y="18"/>
                      <a:pt x="82" y="17"/>
                      <a:pt x="82" y="17"/>
                    </a:cubicBezTo>
                    <a:cubicBezTo>
                      <a:pt x="80" y="16"/>
                      <a:pt x="80" y="16"/>
                      <a:pt x="80" y="16"/>
                    </a:cubicBezTo>
                    <a:cubicBezTo>
                      <a:pt x="80" y="16"/>
                      <a:pt x="86" y="9"/>
                      <a:pt x="91" y="9"/>
                    </a:cubicBezTo>
                    <a:cubicBezTo>
                      <a:pt x="95" y="9"/>
                      <a:pt x="101" y="7"/>
                      <a:pt x="101" y="4"/>
                    </a:cubicBezTo>
                    <a:cubicBezTo>
                      <a:pt x="101" y="0"/>
                      <a:pt x="87" y="2"/>
                      <a:pt x="82" y="2"/>
                    </a:cubicBezTo>
                    <a:cubicBezTo>
                      <a:pt x="77" y="2"/>
                      <a:pt x="74" y="0"/>
                      <a:pt x="71" y="1"/>
                    </a:cubicBezTo>
                    <a:cubicBezTo>
                      <a:pt x="71" y="2"/>
                      <a:pt x="70" y="1"/>
                      <a:pt x="70" y="1"/>
                    </a:cubicBezTo>
                    <a:close/>
                    <a:moveTo>
                      <a:pt x="17" y="1"/>
                    </a:moveTo>
                    <a:cubicBezTo>
                      <a:pt x="0" y="1"/>
                      <a:pt x="0" y="1"/>
                      <a:pt x="0" y="1"/>
                    </a:cubicBezTo>
                    <a:cubicBezTo>
                      <a:pt x="0" y="2"/>
                      <a:pt x="0" y="3"/>
                      <a:pt x="0" y="4"/>
                    </a:cubicBezTo>
                    <a:cubicBezTo>
                      <a:pt x="1" y="7"/>
                      <a:pt x="1" y="8"/>
                      <a:pt x="1" y="8"/>
                    </a:cubicBezTo>
                    <a:cubicBezTo>
                      <a:pt x="1" y="8"/>
                      <a:pt x="0" y="9"/>
                      <a:pt x="2" y="18"/>
                    </a:cubicBezTo>
                    <a:cubicBezTo>
                      <a:pt x="2" y="19"/>
                      <a:pt x="2" y="19"/>
                      <a:pt x="2" y="19"/>
                    </a:cubicBezTo>
                    <a:cubicBezTo>
                      <a:pt x="25" y="19"/>
                      <a:pt x="25" y="19"/>
                      <a:pt x="25" y="19"/>
                    </a:cubicBezTo>
                    <a:cubicBezTo>
                      <a:pt x="26" y="18"/>
                      <a:pt x="27" y="16"/>
                      <a:pt x="27" y="14"/>
                    </a:cubicBezTo>
                    <a:cubicBezTo>
                      <a:pt x="27" y="10"/>
                      <a:pt x="27" y="7"/>
                      <a:pt x="23" y="7"/>
                    </a:cubicBezTo>
                    <a:cubicBezTo>
                      <a:pt x="21" y="6"/>
                      <a:pt x="19" y="4"/>
                      <a:pt x="17" y="1"/>
                    </a:cubicBezTo>
                    <a:close/>
                  </a:path>
                </a:pathLst>
              </a:custGeom>
              <a:solidFill>
                <a:srgbClr val="D7D5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6" name="Freeform 535"/>
              <p:cNvSpPr>
                <a:spLocks noEditPoints="1"/>
              </p:cNvSpPr>
              <p:nvPr/>
            </p:nvSpPr>
            <p:spPr bwMode="auto">
              <a:xfrm>
                <a:off x="5486" y="1163"/>
                <a:ext cx="194" cy="35"/>
              </a:xfrm>
              <a:custGeom>
                <a:avLst/>
                <a:gdLst>
                  <a:gd name="T0" fmla="*/ 100 w 101"/>
                  <a:gd name="T1" fmla="*/ 0 h 18"/>
                  <a:gd name="T2" fmla="*/ 84 w 101"/>
                  <a:gd name="T3" fmla="*/ 0 h 18"/>
                  <a:gd name="T4" fmla="*/ 82 w 101"/>
                  <a:gd name="T5" fmla="*/ 0 h 18"/>
                  <a:gd name="T6" fmla="*/ 80 w 101"/>
                  <a:gd name="T7" fmla="*/ 0 h 18"/>
                  <a:gd name="T8" fmla="*/ 50 w 101"/>
                  <a:gd name="T9" fmla="*/ 0 h 18"/>
                  <a:gd name="T10" fmla="*/ 51 w 101"/>
                  <a:gd name="T11" fmla="*/ 13 h 18"/>
                  <a:gd name="T12" fmla="*/ 52 w 101"/>
                  <a:gd name="T13" fmla="*/ 18 h 18"/>
                  <a:gd name="T14" fmla="*/ 80 w 101"/>
                  <a:gd name="T15" fmla="*/ 18 h 18"/>
                  <a:gd name="T16" fmla="*/ 82 w 101"/>
                  <a:gd name="T17" fmla="*/ 15 h 18"/>
                  <a:gd name="T18" fmla="*/ 80 w 101"/>
                  <a:gd name="T19" fmla="*/ 14 h 18"/>
                  <a:gd name="T20" fmla="*/ 91 w 101"/>
                  <a:gd name="T21" fmla="*/ 7 h 18"/>
                  <a:gd name="T22" fmla="*/ 101 w 101"/>
                  <a:gd name="T23" fmla="*/ 2 h 18"/>
                  <a:gd name="T24" fmla="*/ 100 w 101"/>
                  <a:gd name="T25" fmla="*/ 0 h 18"/>
                  <a:gd name="T26" fmla="*/ 18 w 101"/>
                  <a:gd name="T27" fmla="*/ 0 h 18"/>
                  <a:gd name="T28" fmla="*/ 0 w 101"/>
                  <a:gd name="T29" fmla="*/ 0 h 18"/>
                  <a:gd name="T30" fmla="*/ 0 w 101"/>
                  <a:gd name="T31" fmla="*/ 2 h 18"/>
                  <a:gd name="T32" fmla="*/ 1 w 101"/>
                  <a:gd name="T33" fmla="*/ 6 h 18"/>
                  <a:gd name="T34" fmla="*/ 2 w 101"/>
                  <a:gd name="T35" fmla="*/ 16 h 18"/>
                  <a:gd name="T36" fmla="*/ 2 w 101"/>
                  <a:gd name="T37" fmla="*/ 18 h 18"/>
                  <a:gd name="T38" fmla="*/ 25 w 101"/>
                  <a:gd name="T39" fmla="*/ 18 h 18"/>
                  <a:gd name="T40" fmla="*/ 27 w 101"/>
                  <a:gd name="T41" fmla="*/ 12 h 18"/>
                  <a:gd name="T42" fmla="*/ 23 w 101"/>
                  <a:gd name="T43" fmla="*/ 5 h 18"/>
                  <a:gd name="T44" fmla="*/ 18 w 101"/>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18">
                    <a:moveTo>
                      <a:pt x="100" y="0"/>
                    </a:moveTo>
                    <a:cubicBezTo>
                      <a:pt x="84" y="0"/>
                      <a:pt x="84" y="0"/>
                      <a:pt x="84" y="0"/>
                    </a:cubicBezTo>
                    <a:cubicBezTo>
                      <a:pt x="83" y="0"/>
                      <a:pt x="83" y="0"/>
                      <a:pt x="82" y="0"/>
                    </a:cubicBezTo>
                    <a:cubicBezTo>
                      <a:pt x="81" y="0"/>
                      <a:pt x="81" y="0"/>
                      <a:pt x="80" y="0"/>
                    </a:cubicBezTo>
                    <a:cubicBezTo>
                      <a:pt x="50" y="0"/>
                      <a:pt x="50" y="0"/>
                      <a:pt x="50" y="0"/>
                    </a:cubicBezTo>
                    <a:cubicBezTo>
                      <a:pt x="50" y="3"/>
                      <a:pt x="51" y="8"/>
                      <a:pt x="51" y="13"/>
                    </a:cubicBezTo>
                    <a:cubicBezTo>
                      <a:pt x="52" y="14"/>
                      <a:pt x="52" y="16"/>
                      <a:pt x="52" y="18"/>
                    </a:cubicBezTo>
                    <a:cubicBezTo>
                      <a:pt x="80" y="18"/>
                      <a:pt x="80" y="18"/>
                      <a:pt x="80" y="18"/>
                    </a:cubicBezTo>
                    <a:cubicBezTo>
                      <a:pt x="81" y="17"/>
                      <a:pt x="82" y="15"/>
                      <a:pt x="82" y="15"/>
                    </a:cubicBezTo>
                    <a:cubicBezTo>
                      <a:pt x="80" y="14"/>
                      <a:pt x="80" y="14"/>
                      <a:pt x="80" y="14"/>
                    </a:cubicBezTo>
                    <a:cubicBezTo>
                      <a:pt x="80" y="14"/>
                      <a:pt x="86" y="7"/>
                      <a:pt x="91" y="7"/>
                    </a:cubicBezTo>
                    <a:cubicBezTo>
                      <a:pt x="95" y="7"/>
                      <a:pt x="101" y="5"/>
                      <a:pt x="101" y="2"/>
                    </a:cubicBezTo>
                    <a:cubicBezTo>
                      <a:pt x="101" y="1"/>
                      <a:pt x="101" y="0"/>
                      <a:pt x="100" y="0"/>
                    </a:cubicBezTo>
                    <a:close/>
                    <a:moveTo>
                      <a:pt x="18" y="0"/>
                    </a:moveTo>
                    <a:cubicBezTo>
                      <a:pt x="0" y="0"/>
                      <a:pt x="0" y="0"/>
                      <a:pt x="0" y="0"/>
                    </a:cubicBezTo>
                    <a:cubicBezTo>
                      <a:pt x="0" y="1"/>
                      <a:pt x="0" y="1"/>
                      <a:pt x="0" y="2"/>
                    </a:cubicBezTo>
                    <a:cubicBezTo>
                      <a:pt x="1" y="5"/>
                      <a:pt x="1" y="6"/>
                      <a:pt x="1" y="6"/>
                    </a:cubicBezTo>
                    <a:cubicBezTo>
                      <a:pt x="1" y="6"/>
                      <a:pt x="0" y="7"/>
                      <a:pt x="2" y="16"/>
                    </a:cubicBezTo>
                    <a:cubicBezTo>
                      <a:pt x="2" y="18"/>
                      <a:pt x="2" y="18"/>
                      <a:pt x="2" y="18"/>
                    </a:cubicBezTo>
                    <a:cubicBezTo>
                      <a:pt x="25" y="18"/>
                      <a:pt x="25" y="18"/>
                      <a:pt x="25" y="18"/>
                    </a:cubicBezTo>
                    <a:cubicBezTo>
                      <a:pt x="26" y="17"/>
                      <a:pt x="27" y="14"/>
                      <a:pt x="27" y="12"/>
                    </a:cubicBezTo>
                    <a:cubicBezTo>
                      <a:pt x="27" y="8"/>
                      <a:pt x="27" y="5"/>
                      <a:pt x="23" y="5"/>
                    </a:cubicBezTo>
                    <a:cubicBezTo>
                      <a:pt x="21" y="4"/>
                      <a:pt x="20" y="3"/>
                      <a:pt x="18" y="0"/>
                    </a:cubicBezTo>
                    <a:close/>
                  </a:path>
                </a:pathLst>
              </a:custGeom>
              <a:solidFill>
                <a:srgbClr val="D8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7" name="Freeform 536"/>
              <p:cNvSpPr>
                <a:spLocks noEditPoints="1"/>
              </p:cNvSpPr>
              <p:nvPr/>
            </p:nvSpPr>
            <p:spPr bwMode="auto">
              <a:xfrm>
                <a:off x="5486" y="1165"/>
                <a:ext cx="194" cy="37"/>
              </a:xfrm>
              <a:custGeom>
                <a:avLst/>
                <a:gdLst>
                  <a:gd name="T0" fmla="*/ 101 w 101"/>
                  <a:gd name="T1" fmla="*/ 0 h 19"/>
                  <a:gd name="T2" fmla="*/ 50 w 101"/>
                  <a:gd name="T3" fmla="*/ 0 h 19"/>
                  <a:gd name="T4" fmla="*/ 51 w 101"/>
                  <a:gd name="T5" fmla="*/ 12 h 19"/>
                  <a:gd name="T6" fmla="*/ 52 w 101"/>
                  <a:gd name="T7" fmla="*/ 19 h 19"/>
                  <a:gd name="T8" fmla="*/ 78 w 101"/>
                  <a:gd name="T9" fmla="*/ 19 h 19"/>
                  <a:gd name="T10" fmla="*/ 82 w 101"/>
                  <a:gd name="T11" fmla="*/ 14 h 19"/>
                  <a:gd name="T12" fmla="*/ 80 w 101"/>
                  <a:gd name="T13" fmla="*/ 13 h 19"/>
                  <a:gd name="T14" fmla="*/ 91 w 101"/>
                  <a:gd name="T15" fmla="*/ 6 h 19"/>
                  <a:gd name="T16" fmla="*/ 101 w 101"/>
                  <a:gd name="T17" fmla="*/ 1 h 19"/>
                  <a:gd name="T18" fmla="*/ 101 w 101"/>
                  <a:gd name="T19" fmla="*/ 0 h 19"/>
                  <a:gd name="T20" fmla="*/ 19 w 101"/>
                  <a:gd name="T21" fmla="*/ 0 h 19"/>
                  <a:gd name="T22" fmla="*/ 0 w 101"/>
                  <a:gd name="T23" fmla="*/ 0 h 19"/>
                  <a:gd name="T24" fmla="*/ 0 w 101"/>
                  <a:gd name="T25" fmla="*/ 1 h 19"/>
                  <a:gd name="T26" fmla="*/ 1 w 101"/>
                  <a:gd name="T27" fmla="*/ 5 h 19"/>
                  <a:gd name="T28" fmla="*/ 2 w 101"/>
                  <a:gd name="T29" fmla="*/ 15 h 19"/>
                  <a:gd name="T30" fmla="*/ 2 w 101"/>
                  <a:gd name="T31" fmla="*/ 19 h 19"/>
                  <a:gd name="T32" fmla="*/ 24 w 101"/>
                  <a:gd name="T33" fmla="*/ 19 h 19"/>
                  <a:gd name="T34" fmla="*/ 27 w 101"/>
                  <a:gd name="T35" fmla="*/ 11 h 19"/>
                  <a:gd name="T36" fmla="*/ 23 w 101"/>
                  <a:gd name="T37" fmla="*/ 4 h 19"/>
                  <a:gd name="T38" fmla="*/ 19 w 101"/>
                  <a:gd name="T3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1" h="19">
                    <a:moveTo>
                      <a:pt x="101" y="0"/>
                    </a:moveTo>
                    <a:cubicBezTo>
                      <a:pt x="50" y="0"/>
                      <a:pt x="50" y="0"/>
                      <a:pt x="50" y="0"/>
                    </a:cubicBezTo>
                    <a:cubicBezTo>
                      <a:pt x="51" y="3"/>
                      <a:pt x="51" y="7"/>
                      <a:pt x="51" y="12"/>
                    </a:cubicBezTo>
                    <a:cubicBezTo>
                      <a:pt x="52" y="13"/>
                      <a:pt x="52" y="16"/>
                      <a:pt x="52" y="19"/>
                    </a:cubicBezTo>
                    <a:cubicBezTo>
                      <a:pt x="78" y="19"/>
                      <a:pt x="78" y="19"/>
                      <a:pt x="78" y="19"/>
                    </a:cubicBezTo>
                    <a:cubicBezTo>
                      <a:pt x="80" y="16"/>
                      <a:pt x="82" y="14"/>
                      <a:pt x="82" y="14"/>
                    </a:cubicBezTo>
                    <a:cubicBezTo>
                      <a:pt x="80" y="13"/>
                      <a:pt x="80" y="13"/>
                      <a:pt x="80" y="13"/>
                    </a:cubicBezTo>
                    <a:cubicBezTo>
                      <a:pt x="80" y="13"/>
                      <a:pt x="86" y="6"/>
                      <a:pt x="91" y="6"/>
                    </a:cubicBezTo>
                    <a:cubicBezTo>
                      <a:pt x="95" y="6"/>
                      <a:pt x="101" y="4"/>
                      <a:pt x="101" y="1"/>
                    </a:cubicBezTo>
                    <a:cubicBezTo>
                      <a:pt x="101" y="0"/>
                      <a:pt x="101" y="0"/>
                      <a:pt x="101" y="0"/>
                    </a:cubicBezTo>
                    <a:close/>
                    <a:moveTo>
                      <a:pt x="19" y="0"/>
                    </a:moveTo>
                    <a:cubicBezTo>
                      <a:pt x="0" y="0"/>
                      <a:pt x="0" y="0"/>
                      <a:pt x="0" y="0"/>
                    </a:cubicBezTo>
                    <a:cubicBezTo>
                      <a:pt x="0" y="1"/>
                      <a:pt x="0" y="1"/>
                      <a:pt x="0" y="1"/>
                    </a:cubicBezTo>
                    <a:cubicBezTo>
                      <a:pt x="1" y="4"/>
                      <a:pt x="1" y="5"/>
                      <a:pt x="1" y="5"/>
                    </a:cubicBezTo>
                    <a:cubicBezTo>
                      <a:pt x="1" y="5"/>
                      <a:pt x="0" y="6"/>
                      <a:pt x="2" y="15"/>
                    </a:cubicBezTo>
                    <a:cubicBezTo>
                      <a:pt x="2" y="16"/>
                      <a:pt x="2" y="17"/>
                      <a:pt x="2" y="19"/>
                    </a:cubicBezTo>
                    <a:cubicBezTo>
                      <a:pt x="24" y="19"/>
                      <a:pt x="24" y="19"/>
                      <a:pt x="24" y="19"/>
                    </a:cubicBezTo>
                    <a:cubicBezTo>
                      <a:pt x="25" y="17"/>
                      <a:pt x="27" y="14"/>
                      <a:pt x="27" y="11"/>
                    </a:cubicBezTo>
                    <a:cubicBezTo>
                      <a:pt x="27" y="7"/>
                      <a:pt x="27" y="4"/>
                      <a:pt x="23" y="4"/>
                    </a:cubicBezTo>
                    <a:cubicBezTo>
                      <a:pt x="22" y="4"/>
                      <a:pt x="20" y="2"/>
                      <a:pt x="19" y="0"/>
                    </a:cubicBezTo>
                    <a:close/>
                  </a:path>
                </a:pathLst>
              </a:custGeom>
              <a:solidFill>
                <a:srgbClr val="D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8" name="Freeform 537"/>
              <p:cNvSpPr>
                <a:spLocks noEditPoints="1"/>
              </p:cNvSpPr>
              <p:nvPr/>
            </p:nvSpPr>
            <p:spPr bwMode="auto">
              <a:xfrm>
                <a:off x="5486" y="1169"/>
                <a:ext cx="194" cy="35"/>
              </a:xfrm>
              <a:custGeom>
                <a:avLst/>
                <a:gdLst>
                  <a:gd name="T0" fmla="*/ 101 w 101"/>
                  <a:gd name="T1" fmla="*/ 0 h 18"/>
                  <a:gd name="T2" fmla="*/ 50 w 101"/>
                  <a:gd name="T3" fmla="*/ 0 h 18"/>
                  <a:gd name="T4" fmla="*/ 51 w 101"/>
                  <a:gd name="T5" fmla="*/ 10 h 18"/>
                  <a:gd name="T6" fmla="*/ 52 w 101"/>
                  <a:gd name="T7" fmla="*/ 18 h 18"/>
                  <a:gd name="T8" fmla="*/ 77 w 101"/>
                  <a:gd name="T9" fmla="*/ 18 h 18"/>
                  <a:gd name="T10" fmla="*/ 82 w 101"/>
                  <a:gd name="T11" fmla="*/ 12 h 18"/>
                  <a:gd name="T12" fmla="*/ 80 w 101"/>
                  <a:gd name="T13" fmla="*/ 11 h 18"/>
                  <a:gd name="T14" fmla="*/ 91 w 101"/>
                  <a:gd name="T15" fmla="*/ 4 h 18"/>
                  <a:gd name="T16" fmla="*/ 101 w 101"/>
                  <a:gd name="T17" fmla="*/ 0 h 18"/>
                  <a:gd name="T18" fmla="*/ 20 w 101"/>
                  <a:gd name="T19" fmla="*/ 0 h 18"/>
                  <a:gd name="T20" fmla="*/ 1 w 101"/>
                  <a:gd name="T21" fmla="*/ 0 h 18"/>
                  <a:gd name="T22" fmla="*/ 1 w 101"/>
                  <a:gd name="T23" fmla="*/ 3 h 18"/>
                  <a:gd name="T24" fmla="*/ 2 w 101"/>
                  <a:gd name="T25" fmla="*/ 13 h 18"/>
                  <a:gd name="T26" fmla="*/ 2 w 101"/>
                  <a:gd name="T27" fmla="*/ 18 h 18"/>
                  <a:gd name="T28" fmla="*/ 23 w 101"/>
                  <a:gd name="T29" fmla="*/ 18 h 18"/>
                  <a:gd name="T30" fmla="*/ 23 w 101"/>
                  <a:gd name="T31" fmla="*/ 17 h 18"/>
                  <a:gd name="T32" fmla="*/ 27 w 101"/>
                  <a:gd name="T33" fmla="*/ 9 h 18"/>
                  <a:gd name="T34" fmla="*/ 23 w 101"/>
                  <a:gd name="T35" fmla="*/ 2 h 18"/>
                  <a:gd name="T36" fmla="*/ 20 w 101"/>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1" h="18">
                    <a:moveTo>
                      <a:pt x="101" y="0"/>
                    </a:moveTo>
                    <a:cubicBezTo>
                      <a:pt x="50" y="0"/>
                      <a:pt x="50" y="0"/>
                      <a:pt x="50" y="0"/>
                    </a:cubicBezTo>
                    <a:cubicBezTo>
                      <a:pt x="51" y="2"/>
                      <a:pt x="51" y="6"/>
                      <a:pt x="51" y="10"/>
                    </a:cubicBezTo>
                    <a:cubicBezTo>
                      <a:pt x="52" y="11"/>
                      <a:pt x="52" y="14"/>
                      <a:pt x="52" y="18"/>
                    </a:cubicBezTo>
                    <a:cubicBezTo>
                      <a:pt x="77" y="18"/>
                      <a:pt x="77" y="18"/>
                      <a:pt x="77" y="18"/>
                    </a:cubicBezTo>
                    <a:cubicBezTo>
                      <a:pt x="80" y="15"/>
                      <a:pt x="83" y="13"/>
                      <a:pt x="82" y="12"/>
                    </a:cubicBezTo>
                    <a:cubicBezTo>
                      <a:pt x="80" y="11"/>
                      <a:pt x="80" y="11"/>
                      <a:pt x="80" y="11"/>
                    </a:cubicBezTo>
                    <a:cubicBezTo>
                      <a:pt x="80" y="11"/>
                      <a:pt x="86" y="4"/>
                      <a:pt x="91" y="4"/>
                    </a:cubicBezTo>
                    <a:cubicBezTo>
                      <a:pt x="95" y="4"/>
                      <a:pt x="100" y="2"/>
                      <a:pt x="101" y="0"/>
                    </a:cubicBezTo>
                    <a:close/>
                    <a:moveTo>
                      <a:pt x="20" y="0"/>
                    </a:moveTo>
                    <a:cubicBezTo>
                      <a:pt x="1" y="0"/>
                      <a:pt x="1" y="0"/>
                      <a:pt x="1" y="0"/>
                    </a:cubicBezTo>
                    <a:cubicBezTo>
                      <a:pt x="1" y="2"/>
                      <a:pt x="1" y="3"/>
                      <a:pt x="1" y="3"/>
                    </a:cubicBezTo>
                    <a:cubicBezTo>
                      <a:pt x="1" y="3"/>
                      <a:pt x="0" y="4"/>
                      <a:pt x="2" y="13"/>
                    </a:cubicBezTo>
                    <a:cubicBezTo>
                      <a:pt x="2" y="14"/>
                      <a:pt x="2" y="16"/>
                      <a:pt x="2" y="18"/>
                    </a:cubicBezTo>
                    <a:cubicBezTo>
                      <a:pt x="23" y="18"/>
                      <a:pt x="23" y="18"/>
                      <a:pt x="23" y="18"/>
                    </a:cubicBezTo>
                    <a:cubicBezTo>
                      <a:pt x="23" y="18"/>
                      <a:pt x="23" y="17"/>
                      <a:pt x="23" y="17"/>
                    </a:cubicBezTo>
                    <a:cubicBezTo>
                      <a:pt x="23" y="17"/>
                      <a:pt x="26" y="13"/>
                      <a:pt x="27" y="9"/>
                    </a:cubicBezTo>
                    <a:cubicBezTo>
                      <a:pt x="27" y="5"/>
                      <a:pt x="27" y="2"/>
                      <a:pt x="23" y="2"/>
                    </a:cubicBezTo>
                    <a:cubicBezTo>
                      <a:pt x="22" y="2"/>
                      <a:pt x="21" y="1"/>
                      <a:pt x="20" y="0"/>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9" name="Freeform 538"/>
              <p:cNvSpPr>
                <a:spLocks noEditPoints="1"/>
              </p:cNvSpPr>
              <p:nvPr/>
            </p:nvSpPr>
            <p:spPr bwMode="auto">
              <a:xfrm>
                <a:off x="5486" y="1171"/>
                <a:ext cx="192" cy="35"/>
              </a:xfrm>
              <a:custGeom>
                <a:avLst/>
                <a:gdLst>
                  <a:gd name="T0" fmla="*/ 100 w 100"/>
                  <a:gd name="T1" fmla="*/ 0 h 18"/>
                  <a:gd name="T2" fmla="*/ 51 w 100"/>
                  <a:gd name="T3" fmla="*/ 0 h 18"/>
                  <a:gd name="T4" fmla="*/ 51 w 100"/>
                  <a:gd name="T5" fmla="*/ 9 h 18"/>
                  <a:gd name="T6" fmla="*/ 52 w 100"/>
                  <a:gd name="T7" fmla="*/ 18 h 18"/>
                  <a:gd name="T8" fmla="*/ 76 w 100"/>
                  <a:gd name="T9" fmla="*/ 18 h 18"/>
                  <a:gd name="T10" fmla="*/ 82 w 100"/>
                  <a:gd name="T11" fmla="*/ 11 h 18"/>
                  <a:gd name="T12" fmla="*/ 80 w 100"/>
                  <a:gd name="T13" fmla="*/ 10 h 18"/>
                  <a:gd name="T14" fmla="*/ 91 w 100"/>
                  <a:gd name="T15" fmla="*/ 3 h 18"/>
                  <a:gd name="T16" fmla="*/ 100 w 100"/>
                  <a:gd name="T17" fmla="*/ 0 h 18"/>
                  <a:gd name="T18" fmla="*/ 21 w 100"/>
                  <a:gd name="T19" fmla="*/ 0 h 18"/>
                  <a:gd name="T20" fmla="*/ 1 w 100"/>
                  <a:gd name="T21" fmla="*/ 0 h 18"/>
                  <a:gd name="T22" fmla="*/ 1 w 100"/>
                  <a:gd name="T23" fmla="*/ 2 h 18"/>
                  <a:gd name="T24" fmla="*/ 2 w 100"/>
                  <a:gd name="T25" fmla="*/ 12 h 18"/>
                  <a:gd name="T26" fmla="*/ 3 w 100"/>
                  <a:gd name="T27" fmla="*/ 18 h 18"/>
                  <a:gd name="T28" fmla="*/ 24 w 100"/>
                  <a:gd name="T29" fmla="*/ 18 h 18"/>
                  <a:gd name="T30" fmla="*/ 23 w 100"/>
                  <a:gd name="T31" fmla="*/ 16 h 18"/>
                  <a:gd name="T32" fmla="*/ 27 w 100"/>
                  <a:gd name="T33" fmla="*/ 8 h 18"/>
                  <a:gd name="T34" fmla="*/ 23 w 100"/>
                  <a:gd name="T35" fmla="*/ 1 h 18"/>
                  <a:gd name="T36" fmla="*/ 21 w 100"/>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0" h="18">
                    <a:moveTo>
                      <a:pt x="100" y="0"/>
                    </a:moveTo>
                    <a:cubicBezTo>
                      <a:pt x="51" y="0"/>
                      <a:pt x="51" y="0"/>
                      <a:pt x="51" y="0"/>
                    </a:cubicBezTo>
                    <a:cubicBezTo>
                      <a:pt x="51" y="2"/>
                      <a:pt x="51" y="6"/>
                      <a:pt x="51" y="9"/>
                    </a:cubicBezTo>
                    <a:cubicBezTo>
                      <a:pt x="52" y="11"/>
                      <a:pt x="52" y="14"/>
                      <a:pt x="52" y="18"/>
                    </a:cubicBezTo>
                    <a:cubicBezTo>
                      <a:pt x="76" y="18"/>
                      <a:pt x="76" y="18"/>
                      <a:pt x="76" y="18"/>
                    </a:cubicBezTo>
                    <a:cubicBezTo>
                      <a:pt x="78" y="15"/>
                      <a:pt x="83" y="12"/>
                      <a:pt x="82" y="11"/>
                    </a:cubicBezTo>
                    <a:cubicBezTo>
                      <a:pt x="80" y="10"/>
                      <a:pt x="80" y="10"/>
                      <a:pt x="80" y="10"/>
                    </a:cubicBezTo>
                    <a:cubicBezTo>
                      <a:pt x="80" y="10"/>
                      <a:pt x="86" y="3"/>
                      <a:pt x="91" y="3"/>
                    </a:cubicBezTo>
                    <a:cubicBezTo>
                      <a:pt x="94" y="3"/>
                      <a:pt x="98" y="2"/>
                      <a:pt x="100" y="0"/>
                    </a:cubicBezTo>
                    <a:close/>
                    <a:moveTo>
                      <a:pt x="21" y="0"/>
                    </a:moveTo>
                    <a:cubicBezTo>
                      <a:pt x="1" y="0"/>
                      <a:pt x="1" y="0"/>
                      <a:pt x="1" y="0"/>
                    </a:cubicBezTo>
                    <a:cubicBezTo>
                      <a:pt x="1" y="1"/>
                      <a:pt x="1" y="2"/>
                      <a:pt x="1" y="2"/>
                    </a:cubicBezTo>
                    <a:cubicBezTo>
                      <a:pt x="1" y="2"/>
                      <a:pt x="0" y="3"/>
                      <a:pt x="2" y="12"/>
                    </a:cubicBezTo>
                    <a:cubicBezTo>
                      <a:pt x="2" y="14"/>
                      <a:pt x="2" y="16"/>
                      <a:pt x="3" y="18"/>
                    </a:cubicBezTo>
                    <a:cubicBezTo>
                      <a:pt x="24" y="18"/>
                      <a:pt x="24" y="18"/>
                      <a:pt x="24" y="18"/>
                    </a:cubicBezTo>
                    <a:cubicBezTo>
                      <a:pt x="23" y="17"/>
                      <a:pt x="23" y="16"/>
                      <a:pt x="23" y="16"/>
                    </a:cubicBezTo>
                    <a:cubicBezTo>
                      <a:pt x="23" y="16"/>
                      <a:pt x="26" y="12"/>
                      <a:pt x="27" y="8"/>
                    </a:cubicBezTo>
                    <a:cubicBezTo>
                      <a:pt x="27" y="4"/>
                      <a:pt x="27" y="1"/>
                      <a:pt x="23" y="1"/>
                    </a:cubicBezTo>
                    <a:cubicBezTo>
                      <a:pt x="22" y="1"/>
                      <a:pt x="22" y="0"/>
                      <a:pt x="21" y="0"/>
                    </a:cubicBezTo>
                    <a:close/>
                  </a:path>
                </a:pathLst>
              </a:custGeom>
              <a:solidFill>
                <a:srgbClr val="DB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0" name="Freeform 539"/>
              <p:cNvSpPr>
                <a:spLocks noEditPoints="1"/>
              </p:cNvSpPr>
              <p:nvPr/>
            </p:nvSpPr>
            <p:spPr bwMode="auto">
              <a:xfrm>
                <a:off x="5486" y="1173"/>
                <a:ext cx="188" cy="34"/>
              </a:xfrm>
              <a:custGeom>
                <a:avLst/>
                <a:gdLst>
                  <a:gd name="T0" fmla="*/ 98 w 98"/>
                  <a:gd name="T1" fmla="*/ 0 h 18"/>
                  <a:gd name="T2" fmla="*/ 51 w 98"/>
                  <a:gd name="T3" fmla="*/ 0 h 18"/>
                  <a:gd name="T4" fmla="*/ 51 w 98"/>
                  <a:gd name="T5" fmla="*/ 8 h 18"/>
                  <a:gd name="T6" fmla="*/ 52 w 98"/>
                  <a:gd name="T7" fmla="*/ 18 h 18"/>
                  <a:gd name="T8" fmla="*/ 75 w 98"/>
                  <a:gd name="T9" fmla="*/ 18 h 18"/>
                  <a:gd name="T10" fmla="*/ 82 w 98"/>
                  <a:gd name="T11" fmla="*/ 10 h 18"/>
                  <a:gd name="T12" fmla="*/ 80 w 98"/>
                  <a:gd name="T13" fmla="*/ 9 h 18"/>
                  <a:gd name="T14" fmla="*/ 91 w 98"/>
                  <a:gd name="T15" fmla="*/ 2 h 18"/>
                  <a:gd name="T16" fmla="*/ 98 w 98"/>
                  <a:gd name="T17" fmla="*/ 0 h 18"/>
                  <a:gd name="T18" fmla="*/ 25 w 98"/>
                  <a:gd name="T19" fmla="*/ 0 h 18"/>
                  <a:gd name="T20" fmla="*/ 1 w 98"/>
                  <a:gd name="T21" fmla="*/ 0 h 18"/>
                  <a:gd name="T22" fmla="*/ 1 w 98"/>
                  <a:gd name="T23" fmla="*/ 1 h 18"/>
                  <a:gd name="T24" fmla="*/ 2 w 98"/>
                  <a:gd name="T25" fmla="*/ 11 h 18"/>
                  <a:gd name="T26" fmla="*/ 3 w 98"/>
                  <a:gd name="T27" fmla="*/ 18 h 18"/>
                  <a:gd name="T28" fmla="*/ 25 w 98"/>
                  <a:gd name="T29" fmla="*/ 18 h 18"/>
                  <a:gd name="T30" fmla="*/ 25 w 98"/>
                  <a:gd name="T31" fmla="*/ 17 h 18"/>
                  <a:gd name="T32" fmla="*/ 23 w 98"/>
                  <a:gd name="T33" fmla="*/ 15 h 18"/>
                  <a:gd name="T34" fmla="*/ 27 w 98"/>
                  <a:gd name="T35" fmla="*/ 7 h 18"/>
                  <a:gd name="T36" fmla="*/ 25 w 98"/>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8" h="18">
                    <a:moveTo>
                      <a:pt x="98" y="0"/>
                    </a:moveTo>
                    <a:cubicBezTo>
                      <a:pt x="51" y="0"/>
                      <a:pt x="51" y="0"/>
                      <a:pt x="51" y="0"/>
                    </a:cubicBezTo>
                    <a:cubicBezTo>
                      <a:pt x="51" y="2"/>
                      <a:pt x="51" y="5"/>
                      <a:pt x="51" y="8"/>
                    </a:cubicBezTo>
                    <a:cubicBezTo>
                      <a:pt x="52" y="10"/>
                      <a:pt x="52" y="14"/>
                      <a:pt x="52" y="18"/>
                    </a:cubicBezTo>
                    <a:cubicBezTo>
                      <a:pt x="75" y="18"/>
                      <a:pt x="75" y="18"/>
                      <a:pt x="75" y="18"/>
                    </a:cubicBezTo>
                    <a:cubicBezTo>
                      <a:pt x="77" y="15"/>
                      <a:pt x="83" y="11"/>
                      <a:pt x="82" y="10"/>
                    </a:cubicBezTo>
                    <a:cubicBezTo>
                      <a:pt x="80" y="9"/>
                      <a:pt x="80" y="9"/>
                      <a:pt x="80" y="9"/>
                    </a:cubicBezTo>
                    <a:cubicBezTo>
                      <a:pt x="80" y="9"/>
                      <a:pt x="86" y="2"/>
                      <a:pt x="91" y="2"/>
                    </a:cubicBezTo>
                    <a:cubicBezTo>
                      <a:pt x="93" y="2"/>
                      <a:pt x="96" y="1"/>
                      <a:pt x="98" y="0"/>
                    </a:cubicBezTo>
                    <a:close/>
                    <a:moveTo>
                      <a:pt x="25" y="0"/>
                    </a:moveTo>
                    <a:cubicBezTo>
                      <a:pt x="1" y="0"/>
                      <a:pt x="1" y="0"/>
                      <a:pt x="1" y="0"/>
                    </a:cubicBezTo>
                    <a:cubicBezTo>
                      <a:pt x="1" y="1"/>
                      <a:pt x="1" y="1"/>
                      <a:pt x="1" y="1"/>
                    </a:cubicBezTo>
                    <a:cubicBezTo>
                      <a:pt x="1" y="1"/>
                      <a:pt x="0" y="2"/>
                      <a:pt x="2" y="11"/>
                    </a:cubicBezTo>
                    <a:cubicBezTo>
                      <a:pt x="2" y="13"/>
                      <a:pt x="2" y="15"/>
                      <a:pt x="3" y="18"/>
                    </a:cubicBezTo>
                    <a:cubicBezTo>
                      <a:pt x="25" y="18"/>
                      <a:pt x="25" y="18"/>
                      <a:pt x="25" y="18"/>
                    </a:cubicBezTo>
                    <a:cubicBezTo>
                      <a:pt x="25" y="18"/>
                      <a:pt x="25" y="18"/>
                      <a:pt x="25" y="17"/>
                    </a:cubicBezTo>
                    <a:cubicBezTo>
                      <a:pt x="23" y="17"/>
                      <a:pt x="23" y="15"/>
                      <a:pt x="23" y="15"/>
                    </a:cubicBezTo>
                    <a:cubicBezTo>
                      <a:pt x="23" y="15"/>
                      <a:pt x="26" y="11"/>
                      <a:pt x="27" y="7"/>
                    </a:cubicBezTo>
                    <a:cubicBezTo>
                      <a:pt x="27" y="4"/>
                      <a:pt x="27" y="1"/>
                      <a:pt x="25" y="0"/>
                    </a:cubicBezTo>
                    <a:close/>
                  </a:path>
                </a:pathLst>
              </a:custGeom>
              <a:solidFill>
                <a:srgbClr val="DCD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1" name="Freeform 540"/>
              <p:cNvSpPr>
                <a:spLocks noEditPoints="1"/>
              </p:cNvSpPr>
              <p:nvPr/>
            </p:nvSpPr>
            <p:spPr bwMode="auto">
              <a:xfrm>
                <a:off x="5488" y="1175"/>
                <a:ext cx="176" cy="36"/>
              </a:xfrm>
              <a:custGeom>
                <a:avLst/>
                <a:gdLst>
                  <a:gd name="T0" fmla="*/ 92 w 92"/>
                  <a:gd name="T1" fmla="*/ 0 h 19"/>
                  <a:gd name="T2" fmla="*/ 50 w 92"/>
                  <a:gd name="T3" fmla="*/ 0 h 19"/>
                  <a:gd name="T4" fmla="*/ 50 w 92"/>
                  <a:gd name="T5" fmla="*/ 7 h 19"/>
                  <a:gd name="T6" fmla="*/ 51 w 92"/>
                  <a:gd name="T7" fmla="*/ 19 h 19"/>
                  <a:gd name="T8" fmla="*/ 73 w 92"/>
                  <a:gd name="T9" fmla="*/ 19 h 19"/>
                  <a:gd name="T10" fmla="*/ 73 w 92"/>
                  <a:gd name="T11" fmla="*/ 19 h 19"/>
                  <a:gd name="T12" fmla="*/ 81 w 92"/>
                  <a:gd name="T13" fmla="*/ 9 h 19"/>
                  <a:gd name="T14" fmla="*/ 79 w 92"/>
                  <a:gd name="T15" fmla="*/ 8 h 19"/>
                  <a:gd name="T16" fmla="*/ 90 w 92"/>
                  <a:gd name="T17" fmla="*/ 1 h 19"/>
                  <a:gd name="T18" fmla="*/ 92 w 92"/>
                  <a:gd name="T19" fmla="*/ 0 h 19"/>
                  <a:gd name="T20" fmla="*/ 25 w 92"/>
                  <a:gd name="T21" fmla="*/ 0 h 19"/>
                  <a:gd name="T22" fmla="*/ 0 w 92"/>
                  <a:gd name="T23" fmla="*/ 0 h 19"/>
                  <a:gd name="T24" fmla="*/ 1 w 92"/>
                  <a:gd name="T25" fmla="*/ 10 h 19"/>
                  <a:gd name="T26" fmla="*/ 2 w 92"/>
                  <a:gd name="T27" fmla="*/ 19 h 19"/>
                  <a:gd name="T28" fmla="*/ 25 w 92"/>
                  <a:gd name="T29" fmla="*/ 19 h 19"/>
                  <a:gd name="T30" fmla="*/ 24 w 92"/>
                  <a:gd name="T31" fmla="*/ 16 h 19"/>
                  <a:gd name="T32" fmla="*/ 22 w 92"/>
                  <a:gd name="T33" fmla="*/ 14 h 19"/>
                  <a:gd name="T34" fmla="*/ 26 w 92"/>
                  <a:gd name="T35" fmla="*/ 6 h 19"/>
                  <a:gd name="T36" fmla="*/ 25 w 92"/>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 h="19">
                    <a:moveTo>
                      <a:pt x="92" y="0"/>
                    </a:moveTo>
                    <a:cubicBezTo>
                      <a:pt x="50" y="0"/>
                      <a:pt x="50" y="0"/>
                      <a:pt x="50" y="0"/>
                    </a:cubicBezTo>
                    <a:cubicBezTo>
                      <a:pt x="50" y="2"/>
                      <a:pt x="50" y="5"/>
                      <a:pt x="50" y="7"/>
                    </a:cubicBezTo>
                    <a:cubicBezTo>
                      <a:pt x="51" y="9"/>
                      <a:pt x="51" y="13"/>
                      <a:pt x="51" y="19"/>
                    </a:cubicBezTo>
                    <a:cubicBezTo>
                      <a:pt x="73" y="19"/>
                      <a:pt x="73" y="19"/>
                      <a:pt x="73" y="19"/>
                    </a:cubicBezTo>
                    <a:cubicBezTo>
                      <a:pt x="73" y="19"/>
                      <a:pt x="73" y="19"/>
                      <a:pt x="73" y="19"/>
                    </a:cubicBezTo>
                    <a:cubicBezTo>
                      <a:pt x="74" y="16"/>
                      <a:pt x="82" y="10"/>
                      <a:pt x="81" y="9"/>
                    </a:cubicBezTo>
                    <a:cubicBezTo>
                      <a:pt x="79" y="8"/>
                      <a:pt x="79" y="8"/>
                      <a:pt x="79" y="8"/>
                    </a:cubicBezTo>
                    <a:cubicBezTo>
                      <a:pt x="79" y="8"/>
                      <a:pt x="85" y="1"/>
                      <a:pt x="90" y="1"/>
                    </a:cubicBezTo>
                    <a:cubicBezTo>
                      <a:pt x="91" y="1"/>
                      <a:pt x="92" y="1"/>
                      <a:pt x="92" y="0"/>
                    </a:cubicBezTo>
                    <a:close/>
                    <a:moveTo>
                      <a:pt x="25" y="0"/>
                    </a:moveTo>
                    <a:cubicBezTo>
                      <a:pt x="0" y="0"/>
                      <a:pt x="0" y="0"/>
                      <a:pt x="0" y="0"/>
                    </a:cubicBezTo>
                    <a:cubicBezTo>
                      <a:pt x="0" y="2"/>
                      <a:pt x="0" y="4"/>
                      <a:pt x="1" y="10"/>
                    </a:cubicBezTo>
                    <a:cubicBezTo>
                      <a:pt x="1" y="12"/>
                      <a:pt x="1" y="15"/>
                      <a:pt x="2" y="19"/>
                    </a:cubicBezTo>
                    <a:cubicBezTo>
                      <a:pt x="25" y="19"/>
                      <a:pt x="25" y="19"/>
                      <a:pt x="25" y="19"/>
                    </a:cubicBezTo>
                    <a:cubicBezTo>
                      <a:pt x="24" y="17"/>
                      <a:pt x="24" y="17"/>
                      <a:pt x="24" y="16"/>
                    </a:cubicBezTo>
                    <a:cubicBezTo>
                      <a:pt x="22" y="16"/>
                      <a:pt x="22" y="14"/>
                      <a:pt x="22" y="14"/>
                    </a:cubicBezTo>
                    <a:cubicBezTo>
                      <a:pt x="22" y="14"/>
                      <a:pt x="25" y="10"/>
                      <a:pt x="26" y="6"/>
                    </a:cubicBezTo>
                    <a:cubicBezTo>
                      <a:pt x="26" y="4"/>
                      <a:pt x="26" y="2"/>
                      <a:pt x="25"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2" name="Freeform 541"/>
              <p:cNvSpPr>
                <a:spLocks noEditPoints="1"/>
              </p:cNvSpPr>
              <p:nvPr/>
            </p:nvSpPr>
            <p:spPr bwMode="auto">
              <a:xfrm>
                <a:off x="5488" y="1179"/>
                <a:ext cx="165" cy="34"/>
              </a:xfrm>
              <a:custGeom>
                <a:avLst/>
                <a:gdLst>
                  <a:gd name="T0" fmla="*/ 86 w 86"/>
                  <a:gd name="T1" fmla="*/ 0 h 18"/>
                  <a:gd name="T2" fmla="*/ 50 w 86"/>
                  <a:gd name="T3" fmla="*/ 0 h 18"/>
                  <a:gd name="T4" fmla="*/ 50 w 86"/>
                  <a:gd name="T5" fmla="*/ 5 h 18"/>
                  <a:gd name="T6" fmla="*/ 51 w 86"/>
                  <a:gd name="T7" fmla="*/ 18 h 18"/>
                  <a:gd name="T8" fmla="*/ 73 w 86"/>
                  <a:gd name="T9" fmla="*/ 18 h 18"/>
                  <a:gd name="T10" fmla="*/ 73 w 86"/>
                  <a:gd name="T11" fmla="*/ 17 h 18"/>
                  <a:gd name="T12" fmla="*/ 81 w 86"/>
                  <a:gd name="T13" fmla="*/ 7 h 18"/>
                  <a:gd name="T14" fmla="*/ 79 w 86"/>
                  <a:gd name="T15" fmla="*/ 6 h 18"/>
                  <a:gd name="T16" fmla="*/ 86 w 86"/>
                  <a:gd name="T17" fmla="*/ 0 h 18"/>
                  <a:gd name="T18" fmla="*/ 26 w 86"/>
                  <a:gd name="T19" fmla="*/ 0 h 18"/>
                  <a:gd name="T20" fmla="*/ 0 w 86"/>
                  <a:gd name="T21" fmla="*/ 0 h 18"/>
                  <a:gd name="T22" fmla="*/ 1 w 86"/>
                  <a:gd name="T23" fmla="*/ 8 h 18"/>
                  <a:gd name="T24" fmla="*/ 2 w 86"/>
                  <a:gd name="T25" fmla="*/ 18 h 18"/>
                  <a:gd name="T26" fmla="*/ 26 w 86"/>
                  <a:gd name="T27" fmla="*/ 18 h 18"/>
                  <a:gd name="T28" fmla="*/ 24 w 86"/>
                  <a:gd name="T29" fmla="*/ 14 h 18"/>
                  <a:gd name="T30" fmla="*/ 22 w 86"/>
                  <a:gd name="T31" fmla="*/ 12 h 18"/>
                  <a:gd name="T32" fmla="*/ 26 w 86"/>
                  <a:gd name="T33" fmla="*/ 4 h 18"/>
                  <a:gd name="T34" fmla="*/ 26 w 86"/>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18">
                    <a:moveTo>
                      <a:pt x="86" y="0"/>
                    </a:moveTo>
                    <a:cubicBezTo>
                      <a:pt x="50" y="0"/>
                      <a:pt x="50" y="0"/>
                      <a:pt x="50" y="0"/>
                    </a:cubicBezTo>
                    <a:cubicBezTo>
                      <a:pt x="50" y="1"/>
                      <a:pt x="50" y="3"/>
                      <a:pt x="50" y="5"/>
                    </a:cubicBezTo>
                    <a:cubicBezTo>
                      <a:pt x="51" y="7"/>
                      <a:pt x="51" y="12"/>
                      <a:pt x="51" y="18"/>
                    </a:cubicBezTo>
                    <a:cubicBezTo>
                      <a:pt x="73" y="18"/>
                      <a:pt x="73" y="18"/>
                      <a:pt x="73" y="18"/>
                    </a:cubicBezTo>
                    <a:cubicBezTo>
                      <a:pt x="73" y="18"/>
                      <a:pt x="73" y="17"/>
                      <a:pt x="73" y="17"/>
                    </a:cubicBezTo>
                    <a:cubicBezTo>
                      <a:pt x="74" y="14"/>
                      <a:pt x="82" y="8"/>
                      <a:pt x="81" y="7"/>
                    </a:cubicBezTo>
                    <a:cubicBezTo>
                      <a:pt x="79" y="6"/>
                      <a:pt x="79" y="6"/>
                      <a:pt x="79" y="6"/>
                    </a:cubicBezTo>
                    <a:cubicBezTo>
                      <a:pt x="79" y="6"/>
                      <a:pt x="83" y="2"/>
                      <a:pt x="86" y="0"/>
                    </a:cubicBezTo>
                    <a:close/>
                    <a:moveTo>
                      <a:pt x="26" y="0"/>
                    </a:moveTo>
                    <a:cubicBezTo>
                      <a:pt x="0" y="0"/>
                      <a:pt x="0" y="0"/>
                      <a:pt x="0" y="0"/>
                    </a:cubicBezTo>
                    <a:cubicBezTo>
                      <a:pt x="0" y="1"/>
                      <a:pt x="0" y="4"/>
                      <a:pt x="1" y="8"/>
                    </a:cubicBezTo>
                    <a:cubicBezTo>
                      <a:pt x="1" y="10"/>
                      <a:pt x="1" y="14"/>
                      <a:pt x="2" y="18"/>
                    </a:cubicBezTo>
                    <a:cubicBezTo>
                      <a:pt x="26" y="18"/>
                      <a:pt x="26" y="18"/>
                      <a:pt x="26" y="18"/>
                    </a:cubicBezTo>
                    <a:cubicBezTo>
                      <a:pt x="25" y="16"/>
                      <a:pt x="24" y="15"/>
                      <a:pt x="24" y="14"/>
                    </a:cubicBezTo>
                    <a:cubicBezTo>
                      <a:pt x="22" y="14"/>
                      <a:pt x="22" y="12"/>
                      <a:pt x="22" y="12"/>
                    </a:cubicBezTo>
                    <a:cubicBezTo>
                      <a:pt x="22" y="12"/>
                      <a:pt x="25" y="8"/>
                      <a:pt x="26" y="4"/>
                    </a:cubicBezTo>
                    <a:cubicBezTo>
                      <a:pt x="26" y="2"/>
                      <a:pt x="26" y="1"/>
                      <a:pt x="26"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3" name="Freeform 542"/>
              <p:cNvSpPr>
                <a:spLocks noEditPoints="1"/>
              </p:cNvSpPr>
              <p:nvPr/>
            </p:nvSpPr>
            <p:spPr bwMode="auto">
              <a:xfrm>
                <a:off x="5488" y="1181"/>
                <a:ext cx="161" cy="34"/>
              </a:xfrm>
              <a:custGeom>
                <a:avLst/>
                <a:gdLst>
                  <a:gd name="T0" fmla="*/ 84 w 84"/>
                  <a:gd name="T1" fmla="*/ 0 h 18"/>
                  <a:gd name="T2" fmla="*/ 50 w 84"/>
                  <a:gd name="T3" fmla="*/ 0 h 18"/>
                  <a:gd name="T4" fmla="*/ 50 w 84"/>
                  <a:gd name="T5" fmla="*/ 4 h 18"/>
                  <a:gd name="T6" fmla="*/ 51 w 84"/>
                  <a:gd name="T7" fmla="*/ 18 h 18"/>
                  <a:gd name="T8" fmla="*/ 72 w 84"/>
                  <a:gd name="T9" fmla="*/ 18 h 18"/>
                  <a:gd name="T10" fmla="*/ 73 w 84"/>
                  <a:gd name="T11" fmla="*/ 16 h 18"/>
                  <a:gd name="T12" fmla="*/ 81 w 84"/>
                  <a:gd name="T13" fmla="*/ 6 h 18"/>
                  <a:gd name="T14" fmla="*/ 79 w 84"/>
                  <a:gd name="T15" fmla="*/ 5 h 18"/>
                  <a:gd name="T16" fmla="*/ 84 w 84"/>
                  <a:gd name="T17" fmla="*/ 0 h 18"/>
                  <a:gd name="T18" fmla="*/ 26 w 84"/>
                  <a:gd name="T19" fmla="*/ 0 h 18"/>
                  <a:gd name="T20" fmla="*/ 0 w 84"/>
                  <a:gd name="T21" fmla="*/ 0 h 18"/>
                  <a:gd name="T22" fmla="*/ 1 w 84"/>
                  <a:gd name="T23" fmla="*/ 7 h 18"/>
                  <a:gd name="T24" fmla="*/ 2 w 84"/>
                  <a:gd name="T25" fmla="*/ 18 h 18"/>
                  <a:gd name="T26" fmla="*/ 26 w 84"/>
                  <a:gd name="T27" fmla="*/ 18 h 18"/>
                  <a:gd name="T28" fmla="*/ 24 w 84"/>
                  <a:gd name="T29" fmla="*/ 13 h 18"/>
                  <a:gd name="T30" fmla="*/ 22 w 84"/>
                  <a:gd name="T31" fmla="*/ 11 h 18"/>
                  <a:gd name="T32" fmla="*/ 26 w 84"/>
                  <a:gd name="T33" fmla="*/ 3 h 18"/>
                  <a:gd name="T34" fmla="*/ 26 w 84"/>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4" h="18">
                    <a:moveTo>
                      <a:pt x="84" y="0"/>
                    </a:moveTo>
                    <a:cubicBezTo>
                      <a:pt x="50" y="0"/>
                      <a:pt x="50" y="0"/>
                      <a:pt x="50" y="0"/>
                    </a:cubicBezTo>
                    <a:cubicBezTo>
                      <a:pt x="50" y="1"/>
                      <a:pt x="50" y="3"/>
                      <a:pt x="50" y="4"/>
                    </a:cubicBezTo>
                    <a:cubicBezTo>
                      <a:pt x="51" y="6"/>
                      <a:pt x="51" y="12"/>
                      <a:pt x="51" y="18"/>
                    </a:cubicBezTo>
                    <a:cubicBezTo>
                      <a:pt x="72" y="18"/>
                      <a:pt x="72" y="18"/>
                      <a:pt x="72" y="18"/>
                    </a:cubicBezTo>
                    <a:cubicBezTo>
                      <a:pt x="72" y="17"/>
                      <a:pt x="73" y="17"/>
                      <a:pt x="73" y="16"/>
                    </a:cubicBezTo>
                    <a:cubicBezTo>
                      <a:pt x="74" y="13"/>
                      <a:pt x="82" y="7"/>
                      <a:pt x="81" y="6"/>
                    </a:cubicBezTo>
                    <a:cubicBezTo>
                      <a:pt x="79" y="5"/>
                      <a:pt x="79" y="5"/>
                      <a:pt x="79" y="5"/>
                    </a:cubicBezTo>
                    <a:cubicBezTo>
                      <a:pt x="79" y="5"/>
                      <a:pt x="81" y="2"/>
                      <a:pt x="84" y="0"/>
                    </a:cubicBezTo>
                    <a:close/>
                    <a:moveTo>
                      <a:pt x="26" y="0"/>
                    </a:moveTo>
                    <a:cubicBezTo>
                      <a:pt x="0" y="0"/>
                      <a:pt x="0" y="0"/>
                      <a:pt x="0" y="0"/>
                    </a:cubicBezTo>
                    <a:cubicBezTo>
                      <a:pt x="0" y="2"/>
                      <a:pt x="0" y="4"/>
                      <a:pt x="1" y="7"/>
                    </a:cubicBezTo>
                    <a:cubicBezTo>
                      <a:pt x="1" y="9"/>
                      <a:pt x="2" y="13"/>
                      <a:pt x="2" y="18"/>
                    </a:cubicBezTo>
                    <a:cubicBezTo>
                      <a:pt x="26" y="18"/>
                      <a:pt x="26" y="18"/>
                      <a:pt x="26" y="18"/>
                    </a:cubicBezTo>
                    <a:cubicBezTo>
                      <a:pt x="25" y="15"/>
                      <a:pt x="24" y="14"/>
                      <a:pt x="24" y="13"/>
                    </a:cubicBezTo>
                    <a:cubicBezTo>
                      <a:pt x="22" y="13"/>
                      <a:pt x="22" y="11"/>
                      <a:pt x="22" y="11"/>
                    </a:cubicBezTo>
                    <a:cubicBezTo>
                      <a:pt x="22" y="11"/>
                      <a:pt x="25" y="7"/>
                      <a:pt x="26" y="3"/>
                    </a:cubicBezTo>
                    <a:cubicBezTo>
                      <a:pt x="26" y="2"/>
                      <a:pt x="26" y="1"/>
                      <a:pt x="26"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4" name="Freeform 543"/>
              <p:cNvSpPr>
                <a:spLocks noEditPoints="1"/>
              </p:cNvSpPr>
              <p:nvPr/>
            </p:nvSpPr>
            <p:spPr bwMode="auto">
              <a:xfrm>
                <a:off x="5488" y="1183"/>
                <a:ext cx="159" cy="36"/>
              </a:xfrm>
              <a:custGeom>
                <a:avLst/>
                <a:gdLst>
                  <a:gd name="T0" fmla="*/ 83 w 83"/>
                  <a:gd name="T1" fmla="*/ 0 h 19"/>
                  <a:gd name="T2" fmla="*/ 50 w 83"/>
                  <a:gd name="T3" fmla="*/ 0 h 19"/>
                  <a:gd name="T4" fmla="*/ 50 w 83"/>
                  <a:gd name="T5" fmla="*/ 3 h 19"/>
                  <a:gd name="T6" fmla="*/ 51 w 83"/>
                  <a:gd name="T7" fmla="*/ 19 h 19"/>
                  <a:gd name="T8" fmla="*/ 72 w 83"/>
                  <a:gd name="T9" fmla="*/ 19 h 19"/>
                  <a:gd name="T10" fmla="*/ 73 w 83"/>
                  <a:gd name="T11" fmla="*/ 15 h 19"/>
                  <a:gd name="T12" fmla="*/ 81 w 83"/>
                  <a:gd name="T13" fmla="*/ 5 h 19"/>
                  <a:gd name="T14" fmla="*/ 79 w 83"/>
                  <a:gd name="T15" fmla="*/ 4 h 19"/>
                  <a:gd name="T16" fmla="*/ 83 w 83"/>
                  <a:gd name="T17" fmla="*/ 0 h 19"/>
                  <a:gd name="T18" fmla="*/ 26 w 83"/>
                  <a:gd name="T19" fmla="*/ 0 h 19"/>
                  <a:gd name="T20" fmla="*/ 0 w 83"/>
                  <a:gd name="T21" fmla="*/ 0 h 19"/>
                  <a:gd name="T22" fmla="*/ 1 w 83"/>
                  <a:gd name="T23" fmla="*/ 6 h 19"/>
                  <a:gd name="T24" fmla="*/ 3 w 83"/>
                  <a:gd name="T25" fmla="*/ 19 h 19"/>
                  <a:gd name="T26" fmla="*/ 27 w 83"/>
                  <a:gd name="T27" fmla="*/ 19 h 19"/>
                  <a:gd name="T28" fmla="*/ 24 w 83"/>
                  <a:gd name="T29" fmla="*/ 12 h 19"/>
                  <a:gd name="T30" fmla="*/ 22 w 83"/>
                  <a:gd name="T31" fmla="*/ 10 h 19"/>
                  <a:gd name="T32" fmla="*/ 26 w 83"/>
                  <a:gd name="T33" fmla="*/ 2 h 19"/>
                  <a:gd name="T34" fmla="*/ 26 w 83"/>
                  <a:gd name="T3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3" h="19">
                    <a:moveTo>
                      <a:pt x="83" y="0"/>
                    </a:moveTo>
                    <a:cubicBezTo>
                      <a:pt x="50" y="0"/>
                      <a:pt x="50" y="0"/>
                      <a:pt x="50" y="0"/>
                    </a:cubicBezTo>
                    <a:cubicBezTo>
                      <a:pt x="50" y="1"/>
                      <a:pt x="50" y="2"/>
                      <a:pt x="50" y="3"/>
                    </a:cubicBezTo>
                    <a:cubicBezTo>
                      <a:pt x="51" y="5"/>
                      <a:pt x="51" y="11"/>
                      <a:pt x="51" y="19"/>
                    </a:cubicBezTo>
                    <a:cubicBezTo>
                      <a:pt x="72" y="19"/>
                      <a:pt x="72" y="19"/>
                      <a:pt x="72" y="19"/>
                    </a:cubicBezTo>
                    <a:cubicBezTo>
                      <a:pt x="72" y="17"/>
                      <a:pt x="73" y="16"/>
                      <a:pt x="73" y="15"/>
                    </a:cubicBezTo>
                    <a:cubicBezTo>
                      <a:pt x="74" y="12"/>
                      <a:pt x="82" y="6"/>
                      <a:pt x="81" y="5"/>
                    </a:cubicBezTo>
                    <a:cubicBezTo>
                      <a:pt x="79" y="4"/>
                      <a:pt x="79" y="4"/>
                      <a:pt x="79" y="4"/>
                    </a:cubicBezTo>
                    <a:cubicBezTo>
                      <a:pt x="79" y="4"/>
                      <a:pt x="81" y="2"/>
                      <a:pt x="83" y="0"/>
                    </a:cubicBezTo>
                    <a:close/>
                    <a:moveTo>
                      <a:pt x="26" y="0"/>
                    </a:moveTo>
                    <a:cubicBezTo>
                      <a:pt x="0" y="0"/>
                      <a:pt x="0" y="0"/>
                      <a:pt x="0" y="0"/>
                    </a:cubicBezTo>
                    <a:cubicBezTo>
                      <a:pt x="0" y="2"/>
                      <a:pt x="0" y="4"/>
                      <a:pt x="1" y="6"/>
                    </a:cubicBezTo>
                    <a:cubicBezTo>
                      <a:pt x="1" y="9"/>
                      <a:pt x="2" y="13"/>
                      <a:pt x="3" y="19"/>
                    </a:cubicBezTo>
                    <a:cubicBezTo>
                      <a:pt x="27" y="19"/>
                      <a:pt x="27" y="19"/>
                      <a:pt x="27" y="19"/>
                    </a:cubicBezTo>
                    <a:cubicBezTo>
                      <a:pt x="25" y="15"/>
                      <a:pt x="24" y="13"/>
                      <a:pt x="24" y="12"/>
                    </a:cubicBezTo>
                    <a:cubicBezTo>
                      <a:pt x="22" y="12"/>
                      <a:pt x="22" y="10"/>
                      <a:pt x="22" y="10"/>
                    </a:cubicBezTo>
                    <a:cubicBezTo>
                      <a:pt x="22" y="10"/>
                      <a:pt x="25" y="6"/>
                      <a:pt x="26" y="2"/>
                    </a:cubicBezTo>
                    <a:cubicBezTo>
                      <a:pt x="26" y="1"/>
                      <a:pt x="26" y="1"/>
                      <a:pt x="26" y="0"/>
                    </a:cubicBezTo>
                    <a:close/>
                  </a:path>
                </a:pathLst>
              </a:custGeom>
              <a:solidFill>
                <a:srgbClr val="DFDE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5" name="Freeform 544"/>
              <p:cNvSpPr>
                <a:spLocks noEditPoints="1"/>
              </p:cNvSpPr>
              <p:nvPr/>
            </p:nvSpPr>
            <p:spPr bwMode="auto">
              <a:xfrm>
                <a:off x="5488" y="1186"/>
                <a:ext cx="157" cy="35"/>
              </a:xfrm>
              <a:custGeom>
                <a:avLst/>
                <a:gdLst>
                  <a:gd name="T0" fmla="*/ 82 w 82"/>
                  <a:gd name="T1" fmla="*/ 0 h 18"/>
                  <a:gd name="T2" fmla="*/ 50 w 82"/>
                  <a:gd name="T3" fmla="*/ 0 h 18"/>
                  <a:gd name="T4" fmla="*/ 50 w 82"/>
                  <a:gd name="T5" fmla="*/ 1 h 18"/>
                  <a:gd name="T6" fmla="*/ 51 w 82"/>
                  <a:gd name="T7" fmla="*/ 18 h 18"/>
                  <a:gd name="T8" fmla="*/ 73 w 82"/>
                  <a:gd name="T9" fmla="*/ 18 h 18"/>
                  <a:gd name="T10" fmla="*/ 73 w 82"/>
                  <a:gd name="T11" fmla="*/ 13 h 18"/>
                  <a:gd name="T12" fmla="*/ 81 w 82"/>
                  <a:gd name="T13" fmla="*/ 3 h 18"/>
                  <a:gd name="T14" fmla="*/ 79 w 82"/>
                  <a:gd name="T15" fmla="*/ 2 h 18"/>
                  <a:gd name="T16" fmla="*/ 82 w 82"/>
                  <a:gd name="T17" fmla="*/ 0 h 18"/>
                  <a:gd name="T18" fmla="*/ 26 w 82"/>
                  <a:gd name="T19" fmla="*/ 0 h 18"/>
                  <a:gd name="T20" fmla="*/ 0 w 82"/>
                  <a:gd name="T21" fmla="*/ 0 h 18"/>
                  <a:gd name="T22" fmla="*/ 1 w 82"/>
                  <a:gd name="T23" fmla="*/ 4 h 18"/>
                  <a:gd name="T24" fmla="*/ 3 w 82"/>
                  <a:gd name="T25" fmla="*/ 18 h 18"/>
                  <a:gd name="T26" fmla="*/ 28 w 82"/>
                  <a:gd name="T27" fmla="*/ 18 h 18"/>
                  <a:gd name="T28" fmla="*/ 24 w 82"/>
                  <a:gd name="T29" fmla="*/ 10 h 18"/>
                  <a:gd name="T30" fmla="*/ 22 w 82"/>
                  <a:gd name="T31" fmla="*/ 8 h 18"/>
                  <a:gd name="T32" fmla="*/ 26 w 82"/>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18">
                    <a:moveTo>
                      <a:pt x="82" y="0"/>
                    </a:moveTo>
                    <a:cubicBezTo>
                      <a:pt x="50" y="0"/>
                      <a:pt x="50" y="0"/>
                      <a:pt x="50" y="0"/>
                    </a:cubicBezTo>
                    <a:cubicBezTo>
                      <a:pt x="50" y="1"/>
                      <a:pt x="50" y="1"/>
                      <a:pt x="50" y="1"/>
                    </a:cubicBezTo>
                    <a:cubicBezTo>
                      <a:pt x="51" y="4"/>
                      <a:pt x="51" y="10"/>
                      <a:pt x="51" y="18"/>
                    </a:cubicBezTo>
                    <a:cubicBezTo>
                      <a:pt x="73" y="18"/>
                      <a:pt x="73" y="18"/>
                      <a:pt x="73" y="18"/>
                    </a:cubicBezTo>
                    <a:cubicBezTo>
                      <a:pt x="72" y="15"/>
                      <a:pt x="72" y="14"/>
                      <a:pt x="73" y="13"/>
                    </a:cubicBezTo>
                    <a:cubicBezTo>
                      <a:pt x="74" y="10"/>
                      <a:pt x="82" y="4"/>
                      <a:pt x="81" y="3"/>
                    </a:cubicBezTo>
                    <a:cubicBezTo>
                      <a:pt x="79" y="2"/>
                      <a:pt x="79" y="2"/>
                      <a:pt x="79" y="2"/>
                    </a:cubicBezTo>
                    <a:cubicBezTo>
                      <a:pt x="79" y="2"/>
                      <a:pt x="80" y="1"/>
                      <a:pt x="82" y="0"/>
                    </a:cubicBezTo>
                    <a:close/>
                    <a:moveTo>
                      <a:pt x="26" y="0"/>
                    </a:moveTo>
                    <a:cubicBezTo>
                      <a:pt x="0" y="0"/>
                      <a:pt x="0" y="0"/>
                      <a:pt x="0" y="0"/>
                    </a:cubicBezTo>
                    <a:cubicBezTo>
                      <a:pt x="0" y="1"/>
                      <a:pt x="0" y="2"/>
                      <a:pt x="1" y="4"/>
                    </a:cubicBezTo>
                    <a:cubicBezTo>
                      <a:pt x="1" y="7"/>
                      <a:pt x="2" y="12"/>
                      <a:pt x="3" y="18"/>
                    </a:cubicBezTo>
                    <a:cubicBezTo>
                      <a:pt x="28" y="18"/>
                      <a:pt x="28" y="18"/>
                      <a:pt x="28" y="18"/>
                    </a:cubicBezTo>
                    <a:cubicBezTo>
                      <a:pt x="26" y="13"/>
                      <a:pt x="24" y="11"/>
                      <a:pt x="24" y="10"/>
                    </a:cubicBezTo>
                    <a:cubicBezTo>
                      <a:pt x="22" y="10"/>
                      <a:pt x="22" y="8"/>
                      <a:pt x="22" y="8"/>
                    </a:cubicBezTo>
                    <a:cubicBezTo>
                      <a:pt x="22" y="8"/>
                      <a:pt x="25" y="4"/>
                      <a:pt x="26"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6" name="Freeform 545"/>
              <p:cNvSpPr>
                <a:spLocks noEditPoints="1"/>
              </p:cNvSpPr>
              <p:nvPr/>
            </p:nvSpPr>
            <p:spPr bwMode="auto">
              <a:xfrm>
                <a:off x="5488" y="1188"/>
                <a:ext cx="157" cy="35"/>
              </a:xfrm>
              <a:custGeom>
                <a:avLst/>
                <a:gdLst>
                  <a:gd name="T0" fmla="*/ 80 w 82"/>
                  <a:gd name="T1" fmla="*/ 0 h 18"/>
                  <a:gd name="T2" fmla="*/ 50 w 82"/>
                  <a:gd name="T3" fmla="*/ 0 h 18"/>
                  <a:gd name="T4" fmla="*/ 50 w 82"/>
                  <a:gd name="T5" fmla="*/ 0 h 18"/>
                  <a:gd name="T6" fmla="*/ 51 w 82"/>
                  <a:gd name="T7" fmla="*/ 18 h 18"/>
                  <a:gd name="T8" fmla="*/ 73 w 82"/>
                  <a:gd name="T9" fmla="*/ 18 h 18"/>
                  <a:gd name="T10" fmla="*/ 73 w 82"/>
                  <a:gd name="T11" fmla="*/ 12 h 18"/>
                  <a:gd name="T12" fmla="*/ 81 w 82"/>
                  <a:gd name="T13" fmla="*/ 2 h 18"/>
                  <a:gd name="T14" fmla="*/ 79 w 82"/>
                  <a:gd name="T15" fmla="*/ 1 h 18"/>
                  <a:gd name="T16" fmla="*/ 80 w 82"/>
                  <a:gd name="T17" fmla="*/ 0 h 18"/>
                  <a:gd name="T18" fmla="*/ 26 w 82"/>
                  <a:gd name="T19" fmla="*/ 0 h 18"/>
                  <a:gd name="T20" fmla="*/ 0 w 82"/>
                  <a:gd name="T21" fmla="*/ 0 h 18"/>
                  <a:gd name="T22" fmla="*/ 1 w 82"/>
                  <a:gd name="T23" fmla="*/ 3 h 18"/>
                  <a:gd name="T24" fmla="*/ 3 w 82"/>
                  <a:gd name="T25" fmla="*/ 18 h 18"/>
                  <a:gd name="T26" fmla="*/ 28 w 82"/>
                  <a:gd name="T27" fmla="*/ 18 h 18"/>
                  <a:gd name="T28" fmla="*/ 24 w 82"/>
                  <a:gd name="T29" fmla="*/ 9 h 18"/>
                  <a:gd name="T30" fmla="*/ 22 w 82"/>
                  <a:gd name="T31" fmla="*/ 7 h 18"/>
                  <a:gd name="T32" fmla="*/ 26 w 82"/>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18">
                    <a:moveTo>
                      <a:pt x="80" y="0"/>
                    </a:moveTo>
                    <a:cubicBezTo>
                      <a:pt x="50" y="0"/>
                      <a:pt x="50" y="0"/>
                      <a:pt x="50" y="0"/>
                    </a:cubicBezTo>
                    <a:cubicBezTo>
                      <a:pt x="50" y="0"/>
                      <a:pt x="50" y="0"/>
                      <a:pt x="50" y="0"/>
                    </a:cubicBezTo>
                    <a:cubicBezTo>
                      <a:pt x="51" y="3"/>
                      <a:pt x="51" y="10"/>
                      <a:pt x="51" y="18"/>
                    </a:cubicBezTo>
                    <a:cubicBezTo>
                      <a:pt x="73" y="18"/>
                      <a:pt x="73" y="18"/>
                      <a:pt x="73" y="18"/>
                    </a:cubicBezTo>
                    <a:cubicBezTo>
                      <a:pt x="72" y="15"/>
                      <a:pt x="72" y="14"/>
                      <a:pt x="73" y="12"/>
                    </a:cubicBezTo>
                    <a:cubicBezTo>
                      <a:pt x="74" y="9"/>
                      <a:pt x="82" y="3"/>
                      <a:pt x="81" y="2"/>
                    </a:cubicBezTo>
                    <a:cubicBezTo>
                      <a:pt x="79" y="1"/>
                      <a:pt x="79" y="1"/>
                      <a:pt x="79" y="1"/>
                    </a:cubicBezTo>
                    <a:cubicBezTo>
                      <a:pt x="79" y="1"/>
                      <a:pt x="80" y="1"/>
                      <a:pt x="80" y="0"/>
                    </a:cubicBezTo>
                    <a:close/>
                    <a:moveTo>
                      <a:pt x="26" y="0"/>
                    </a:moveTo>
                    <a:cubicBezTo>
                      <a:pt x="0" y="0"/>
                      <a:pt x="0" y="0"/>
                      <a:pt x="0" y="0"/>
                    </a:cubicBezTo>
                    <a:cubicBezTo>
                      <a:pt x="0" y="1"/>
                      <a:pt x="0" y="2"/>
                      <a:pt x="1" y="3"/>
                    </a:cubicBezTo>
                    <a:cubicBezTo>
                      <a:pt x="1" y="6"/>
                      <a:pt x="2" y="11"/>
                      <a:pt x="3" y="18"/>
                    </a:cubicBezTo>
                    <a:cubicBezTo>
                      <a:pt x="28" y="18"/>
                      <a:pt x="28" y="18"/>
                      <a:pt x="28" y="18"/>
                    </a:cubicBezTo>
                    <a:cubicBezTo>
                      <a:pt x="26" y="13"/>
                      <a:pt x="24" y="10"/>
                      <a:pt x="24" y="9"/>
                    </a:cubicBezTo>
                    <a:cubicBezTo>
                      <a:pt x="22" y="9"/>
                      <a:pt x="22" y="7"/>
                      <a:pt x="22" y="7"/>
                    </a:cubicBezTo>
                    <a:cubicBezTo>
                      <a:pt x="22" y="7"/>
                      <a:pt x="25" y="4"/>
                      <a:pt x="26"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7" name="Freeform 546"/>
              <p:cNvSpPr>
                <a:spLocks noEditPoints="1"/>
              </p:cNvSpPr>
              <p:nvPr/>
            </p:nvSpPr>
            <p:spPr bwMode="auto">
              <a:xfrm>
                <a:off x="5488" y="1190"/>
                <a:ext cx="157" cy="35"/>
              </a:xfrm>
              <a:custGeom>
                <a:avLst/>
                <a:gdLst>
                  <a:gd name="T0" fmla="*/ 79 w 82"/>
                  <a:gd name="T1" fmla="*/ 0 h 18"/>
                  <a:gd name="T2" fmla="*/ 51 w 82"/>
                  <a:gd name="T3" fmla="*/ 0 h 18"/>
                  <a:gd name="T4" fmla="*/ 51 w 82"/>
                  <a:gd name="T5" fmla="*/ 18 h 18"/>
                  <a:gd name="T6" fmla="*/ 73 w 82"/>
                  <a:gd name="T7" fmla="*/ 18 h 18"/>
                  <a:gd name="T8" fmla="*/ 73 w 82"/>
                  <a:gd name="T9" fmla="*/ 11 h 18"/>
                  <a:gd name="T10" fmla="*/ 81 w 82"/>
                  <a:gd name="T11" fmla="*/ 1 h 18"/>
                  <a:gd name="T12" fmla="*/ 79 w 82"/>
                  <a:gd name="T13" fmla="*/ 0 h 18"/>
                  <a:gd name="T14" fmla="*/ 79 w 82"/>
                  <a:gd name="T15" fmla="*/ 0 h 18"/>
                  <a:gd name="T16" fmla="*/ 25 w 82"/>
                  <a:gd name="T17" fmla="*/ 0 h 18"/>
                  <a:gd name="T18" fmla="*/ 0 w 82"/>
                  <a:gd name="T19" fmla="*/ 0 h 18"/>
                  <a:gd name="T20" fmla="*/ 1 w 82"/>
                  <a:gd name="T21" fmla="*/ 2 h 18"/>
                  <a:gd name="T22" fmla="*/ 3 w 82"/>
                  <a:gd name="T23" fmla="*/ 18 h 18"/>
                  <a:gd name="T24" fmla="*/ 29 w 82"/>
                  <a:gd name="T25" fmla="*/ 18 h 18"/>
                  <a:gd name="T26" fmla="*/ 24 w 82"/>
                  <a:gd name="T27" fmla="*/ 8 h 18"/>
                  <a:gd name="T28" fmla="*/ 22 w 82"/>
                  <a:gd name="T29" fmla="*/ 6 h 18"/>
                  <a:gd name="T30" fmla="*/ 25 w 82"/>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2" h="18">
                    <a:moveTo>
                      <a:pt x="79" y="0"/>
                    </a:moveTo>
                    <a:cubicBezTo>
                      <a:pt x="51" y="0"/>
                      <a:pt x="51" y="0"/>
                      <a:pt x="51" y="0"/>
                    </a:cubicBezTo>
                    <a:cubicBezTo>
                      <a:pt x="51" y="4"/>
                      <a:pt x="51" y="11"/>
                      <a:pt x="51" y="18"/>
                    </a:cubicBezTo>
                    <a:cubicBezTo>
                      <a:pt x="73" y="18"/>
                      <a:pt x="73" y="18"/>
                      <a:pt x="73" y="18"/>
                    </a:cubicBezTo>
                    <a:cubicBezTo>
                      <a:pt x="72" y="14"/>
                      <a:pt x="72" y="13"/>
                      <a:pt x="73" y="11"/>
                    </a:cubicBezTo>
                    <a:cubicBezTo>
                      <a:pt x="74" y="8"/>
                      <a:pt x="82" y="2"/>
                      <a:pt x="81" y="1"/>
                    </a:cubicBezTo>
                    <a:cubicBezTo>
                      <a:pt x="79" y="0"/>
                      <a:pt x="79" y="0"/>
                      <a:pt x="79" y="0"/>
                    </a:cubicBezTo>
                    <a:cubicBezTo>
                      <a:pt x="79" y="0"/>
                      <a:pt x="79" y="0"/>
                      <a:pt x="79" y="0"/>
                    </a:cubicBezTo>
                    <a:close/>
                    <a:moveTo>
                      <a:pt x="25" y="0"/>
                    </a:moveTo>
                    <a:cubicBezTo>
                      <a:pt x="0" y="0"/>
                      <a:pt x="0" y="0"/>
                      <a:pt x="0" y="0"/>
                    </a:cubicBezTo>
                    <a:cubicBezTo>
                      <a:pt x="0" y="1"/>
                      <a:pt x="0" y="2"/>
                      <a:pt x="1" y="2"/>
                    </a:cubicBezTo>
                    <a:cubicBezTo>
                      <a:pt x="1" y="5"/>
                      <a:pt x="2" y="11"/>
                      <a:pt x="3" y="18"/>
                    </a:cubicBezTo>
                    <a:cubicBezTo>
                      <a:pt x="29" y="18"/>
                      <a:pt x="29" y="18"/>
                      <a:pt x="29" y="18"/>
                    </a:cubicBezTo>
                    <a:cubicBezTo>
                      <a:pt x="26" y="13"/>
                      <a:pt x="24" y="9"/>
                      <a:pt x="24" y="8"/>
                    </a:cubicBezTo>
                    <a:cubicBezTo>
                      <a:pt x="22" y="8"/>
                      <a:pt x="22" y="6"/>
                      <a:pt x="22" y="6"/>
                    </a:cubicBezTo>
                    <a:cubicBezTo>
                      <a:pt x="22" y="6"/>
                      <a:pt x="25" y="4"/>
                      <a:pt x="25"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8" name="Freeform 547"/>
              <p:cNvSpPr>
                <a:spLocks noEditPoints="1"/>
              </p:cNvSpPr>
              <p:nvPr/>
            </p:nvSpPr>
            <p:spPr bwMode="auto">
              <a:xfrm>
                <a:off x="5488" y="1192"/>
                <a:ext cx="155" cy="36"/>
              </a:xfrm>
              <a:custGeom>
                <a:avLst/>
                <a:gdLst>
                  <a:gd name="T0" fmla="*/ 81 w 81"/>
                  <a:gd name="T1" fmla="*/ 0 h 19"/>
                  <a:gd name="T2" fmla="*/ 51 w 81"/>
                  <a:gd name="T3" fmla="*/ 0 h 19"/>
                  <a:gd name="T4" fmla="*/ 51 w 81"/>
                  <a:gd name="T5" fmla="*/ 19 h 19"/>
                  <a:gd name="T6" fmla="*/ 73 w 81"/>
                  <a:gd name="T7" fmla="*/ 19 h 19"/>
                  <a:gd name="T8" fmla="*/ 73 w 81"/>
                  <a:gd name="T9" fmla="*/ 10 h 19"/>
                  <a:gd name="T10" fmla="*/ 81 w 81"/>
                  <a:gd name="T11" fmla="*/ 0 h 19"/>
                  <a:gd name="T12" fmla="*/ 25 w 81"/>
                  <a:gd name="T13" fmla="*/ 0 h 19"/>
                  <a:gd name="T14" fmla="*/ 0 w 81"/>
                  <a:gd name="T15" fmla="*/ 0 h 19"/>
                  <a:gd name="T16" fmla="*/ 1 w 81"/>
                  <a:gd name="T17" fmla="*/ 1 h 19"/>
                  <a:gd name="T18" fmla="*/ 3 w 81"/>
                  <a:gd name="T19" fmla="*/ 19 h 19"/>
                  <a:gd name="T20" fmla="*/ 29 w 81"/>
                  <a:gd name="T21" fmla="*/ 19 h 19"/>
                  <a:gd name="T22" fmla="*/ 24 w 81"/>
                  <a:gd name="T23" fmla="*/ 7 h 19"/>
                  <a:gd name="T24" fmla="*/ 22 w 81"/>
                  <a:gd name="T25" fmla="*/ 5 h 19"/>
                  <a:gd name="T26" fmla="*/ 25 w 81"/>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19">
                    <a:moveTo>
                      <a:pt x="81" y="0"/>
                    </a:moveTo>
                    <a:cubicBezTo>
                      <a:pt x="51" y="0"/>
                      <a:pt x="51" y="0"/>
                      <a:pt x="51" y="0"/>
                    </a:cubicBezTo>
                    <a:cubicBezTo>
                      <a:pt x="51" y="4"/>
                      <a:pt x="51" y="11"/>
                      <a:pt x="51" y="19"/>
                    </a:cubicBezTo>
                    <a:cubicBezTo>
                      <a:pt x="73" y="19"/>
                      <a:pt x="73" y="19"/>
                      <a:pt x="73" y="19"/>
                    </a:cubicBezTo>
                    <a:cubicBezTo>
                      <a:pt x="72" y="13"/>
                      <a:pt x="72" y="12"/>
                      <a:pt x="73" y="10"/>
                    </a:cubicBezTo>
                    <a:cubicBezTo>
                      <a:pt x="74" y="7"/>
                      <a:pt x="81" y="2"/>
                      <a:pt x="81" y="0"/>
                    </a:cubicBezTo>
                    <a:close/>
                    <a:moveTo>
                      <a:pt x="25" y="0"/>
                    </a:moveTo>
                    <a:cubicBezTo>
                      <a:pt x="0" y="0"/>
                      <a:pt x="0" y="0"/>
                      <a:pt x="0" y="0"/>
                    </a:cubicBezTo>
                    <a:cubicBezTo>
                      <a:pt x="1" y="1"/>
                      <a:pt x="1" y="1"/>
                      <a:pt x="1" y="1"/>
                    </a:cubicBezTo>
                    <a:cubicBezTo>
                      <a:pt x="1" y="4"/>
                      <a:pt x="2" y="11"/>
                      <a:pt x="3" y="19"/>
                    </a:cubicBezTo>
                    <a:cubicBezTo>
                      <a:pt x="29" y="19"/>
                      <a:pt x="29" y="19"/>
                      <a:pt x="29" y="19"/>
                    </a:cubicBezTo>
                    <a:cubicBezTo>
                      <a:pt x="27" y="12"/>
                      <a:pt x="24" y="8"/>
                      <a:pt x="24" y="7"/>
                    </a:cubicBezTo>
                    <a:cubicBezTo>
                      <a:pt x="22" y="7"/>
                      <a:pt x="22" y="5"/>
                      <a:pt x="22" y="5"/>
                    </a:cubicBezTo>
                    <a:cubicBezTo>
                      <a:pt x="22" y="5"/>
                      <a:pt x="24" y="3"/>
                      <a:pt x="25" y="0"/>
                    </a:cubicBezTo>
                    <a:close/>
                  </a:path>
                </a:pathLst>
              </a:custGeom>
              <a:solidFill>
                <a:srgbClr val="E3E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9" name="Freeform 548"/>
              <p:cNvSpPr>
                <a:spLocks noEditPoints="1"/>
              </p:cNvSpPr>
              <p:nvPr/>
            </p:nvSpPr>
            <p:spPr bwMode="auto">
              <a:xfrm>
                <a:off x="5490" y="1196"/>
                <a:ext cx="151" cy="34"/>
              </a:xfrm>
              <a:custGeom>
                <a:avLst/>
                <a:gdLst>
                  <a:gd name="T0" fmla="*/ 79 w 79"/>
                  <a:gd name="T1" fmla="*/ 0 h 18"/>
                  <a:gd name="T2" fmla="*/ 50 w 79"/>
                  <a:gd name="T3" fmla="*/ 0 h 18"/>
                  <a:gd name="T4" fmla="*/ 50 w 79"/>
                  <a:gd name="T5" fmla="*/ 18 h 18"/>
                  <a:gd name="T6" fmla="*/ 72 w 79"/>
                  <a:gd name="T7" fmla="*/ 18 h 18"/>
                  <a:gd name="T8" fmla="*/ 72 w 79"/>
                  <a:gd name="T9" fmla="*/ 18 h 18"/>
                  <a:gd name="T10" fmla="*/ 72 w 79"/>
                  <a:gd name="T11" fmla="*/ 8 h 18"/>
                  <a:gd name="T12" fmla="*/ 79 w 79"/>
                  <a:gd name="T13" fmla="*/ 0 h 18"/>
                  <a:gd name="T14" fmla="*/ 24 w 79"/>
                  <a:gd name="T15" fmla="*/ 0 h 18"/>
                  <a:gd name="T16" fmla="*/ 0 w 79"/>
                  <a:gd name="T17" fmla="*/ 0 h 18"/>
                  <a:gd name="T18" fmla="*/ 2 w 79"/>
                  <a:gd name="T19" fmla="*/ 18 h 18"/>
                  <a:gd name="T20" fmla="*/ 29 w 79"/>
                  <a:gd name="T21" fmla="*/ 18 h 18"/>
                  <a:gd name="T22" fmla="*/ 23 w 79"/>
                  <a:gd name="T23" fmla="*/ 5 h 18"/>
                  <a:gd name="T24" fmla="*/ 21 w 79"/>
                  <a:gd name="T25" fmla="*/ 3 h 18"/>
                  <a:gd name="T26" fmla="*/ 24 w 7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8">
                    <a:moveTo>
                      <a:pt x="79" y="0"/>
                    </a:moveTo>
                    <a:cubicBezTo>
                      <a:pt x="50" y="0"/>
                      <a:pt x="50" y="0"/>
                      <a:pt x="50" y="0"/>
                    </a:cubicBezTo>
                    <a:cubicBezTo>
                      <a:pt x="50" y="4"/>
                      <a:pt x="50" y="11"/>
                      <a:pt x="50" y="18"/>
                    </a:cubicBezTo>
                    <a:cubicBezTo>
                      <a:pt x="72" y="18"/>
                      <a:pt x="72" y="18"/>
                      <a:pt x="72" y="18"/>
                    </a:cubicBezTo>
                    <a:cubicBezTo>
                      <a:pt x="72" y="18"/>
                      <a:pt x="72" y="18"/>
                      <a:pt x="72" y="18"/>
                    </a:cubicBezTo>
                    <a:cubicBezTo>
                      <a:pt x="71" y="11"/>
                      <a:pt x="71" y="10"/>
                      <a:pt x="72" y="8"/>
                    </a:cubicBezTo>
                    <a:cubicBezTo>
                      <a:pt x="73" y="6"/>
                      <a:pt x="77" y="2"/>
                      <a:pt x="79" y="0"/>
                    </a:cubicBezTo>
                    <a:close/>
                    <a:moveTo>
                      <a:pt x="24" y="0"/>
                    </a:moveTo>
                    <a:cubicBezTo>
                      <a:pt x="0" y="0"/>
                      <a:pt x="0" y="0"/>
                      <a:pt x="0" y="0"/>
                    </a:cubicBezTo>
                    <a:cubicBezTo>
                      <a:pt x="0" y="3"/>
                      <a:pt x="1" y="10"/>
                      <a:pt x="2" y="18"/>
                    </a:cubicBezTo>
                    <a:cubicBezTo>
                      <a:pt x="29" y="18"/>
                      <a:pt x="29" y="18"/>
                      <a:pt x="29" y="18"/>
                    </a:cubicBezTo>
                    <a:cubicBezTo>
                      <a:pt x="26" y="11"/>
                      <a:pt x="23" y="6"/>
                      <a:pt x="23" y="5"/>
                    </a:cubicBezTo>
                    <a:cubicBezTo>
                      <a:pt x="21" y="5"/>
                      <a:pt x="21" y="3"/>
                      <a:pt x="21" y="3"/>
                    </a:cubicBezTo>
                    <a:cubicBezTo>
                      <a:pt x="21" y="3"/>
                      <a:pt x="23" y="2"/>
                      <a:pt x="24" y="0"/>
                    </a:cubicBezTo>
                    <a:close/>
                  </a:path>
                </a:pathLst>
              </a:custGeom>
              <a:solidFill>
                <a:srgbClr val="E4E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0" name="Freeform 549"/>
              <p:cNvSpPr>
                <a:spLocks noEditPoints="1"/>
              </p:cNvSpPr>
              <p:nvPr/>
            </p:nvSpPr>
            <p:spPr bwMode="auto">
              <a:xfrm>
                <a:off x="5490" y="1198"/>
                <a:ext cx="149" cy="34"/>
              </a:xfrm>
              <a:custGeom>
                <a:avLst/>
                <a:gdLst>
                  <a:gd name="T0" fmla="*/ 78 w 78"/>
                  <a:gd name="T1" fmla="*/ 0 h 18"/>
                  <a:gd name="T2" fmla="*/ 50 w 78"/>
                  <a:gd name="T3" fmla="*/ 0 h 18"/>
                  <a:gd name="T4" fmla="*/ 50 w 78"/>
                  <a:gd name="T5" fmla="*/ 18 h 18"/>
                  <a:gd name="T6" fmla="*/ 72 w 78"/>
                  <a:gd name="T7" fmla="*/ 18 h 18"/>
                  <a:gd name="T8" fmla="*/ 72 w 78"/>
                  <a:gd name="T9" fmla="*/ 17 h 18"/>
                  <a:gd name="T10" fmla="*/ 72 w 78"/>
                  <a:gd name="T11" fmla="*/ 7 h 18"/>
                  <a:gd name="T12" fmla="*/ 78 w 78"/>
                  <a:gd name="T13" fmla="*/ 0 h 18"/>
                  <a:gd name="T14" fmla="*/ 23 w 78"/>
                  <a:gd name="T15" fmla="*/ 0 h 18"/>
                  <a:gd name="T16" fmla="*/ 0 w 78"/>
                  <a:gd name="T17" fmla="*/ 0 h 18"/>
                  <a:gd name="T18" fmla="*/ 3 w 78"/>
                  <a:gd name="T19" fmla="*/ 18 h 18"/>
                  <a:gd name="T20" fmla="*/ 29 w 78"/>
                  <a:gd name="T21" fmla="*/ 18 h 18"/>
                  <a:gd name="T22" fmla="*/ 23 w 78"/>
                  <a:gd name="T23" fmla="*/ 4 h 18"/>
                  <a:gd name="T24" fmla="*/ 21 w 78"/>
                  <a:gd name="T25" fmla="*/ 2 h 18"/>
                  <a:gd name="T26" fmla="*/ 23 w 7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8" h="18">
                    <a:moveTo>
                      <a:pt x="78" y="0"/>
                    </a:moveTo>
                    <a:cubicBezTo>
                      <a:pt x="50" y="0"/>
                      <a:pt x="50" y="0"/>
                      <a:pt x="50" y="0"/>
                    </a:cubicBezTo>
                    <a:cubicBezTo>
                      <a:pt x="50" y="5"/>
                      <a:pt x="50" y="11"/>
                      <a:pt x="50" y="18"/>
                    </a:cubicBezTo>
                    <a:cubicBezTo>
                      <a:pt x="72" y="18"/>
                      <a:pt x="72" y="18"/>
                      <a:pt x="72" y="18"/>
                    </a:cubicBezTo>
                    <a:cubicBezTo>
                      <a:pt x="72" y="17"/>
                      <a:pt x="72" y="17"/>
                      <a:pt x="72" y="17"/>
                    </a:cubicBezTo>
                    <a:cubicBezTo>
                      <a:pt x="71" y="10"/>
                      <a:pt x="71" y="9"/>
                      <a:pt x="72" y="7"/>
                    </a:cubicBezTo>
                    <a:cubicBezTo>
                      <a:pt x="73" y="5"/>
                      <a:pt x="76" y="2"/>
                      <a:pt x="78" y="0"/>
                    </a:cubicBezTo>
                    <a:close/>
                    <a:moveTo>
                      <a:pt x="23" y="0"/>
                    </a:moveTo>
                    <a:cubicBezTo>
                      <a:pt x="0" y="0"/>
                      <a:pt x="0" y="0"/>
                      <a:pt x="0" y="0"/>
                    </a:cubicBezTo>
                    <a:cubicBezTo>
                      <a:pt x="0" y="4"/>
                      <a:pt x="1" y="10"/>
                      <a:pt x="3" y="18"/>
                    </a:cubicBezTo>
                    <a:cubicBezTo>
                      <a:pt x="29" y="18"/>
                      <a:pt x="29" y="18"/>
                      <a:pt x="29" y="18"/>
                    </a:cubicBezTo>
                    <a:cubicBezTo>
                      <a:pt x="26" y="10"/>
                      <a:pt x="23" y="5"/>
                      <a:pt x="23" y="4"/>
                    </a:cubicBezTo>
                    <a:cubicBezTo>
                      <a:pt x="21" y="4"/>
                      <a:pt x="21" y="2"/>
                      <a:pt x="21" y="2"/>
                    </a:cubicBezTo>
                    <a:cubicBezTo>
                      <a:pt x="21" y="2"/>
                      <a:pt x="22" y="1"/>
                      <a:pt x="23" y="0"/>
                    </a:cubicBezTo>
                    <a:close/>
                  </a:path>
                </a:pathLst>
              </a:custGeom>
              <a:solidFill>
                <a:srgbClr val="E4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1" name="Freeform 550"/>
              <p:cNvSpPr>
                <a:spLocks noEditPoints="1"/>
              </p:cNvSpPr>
              <p:nvPr/>
            </p:nvSpPr>
            <p:spPr bwMode="auto">
              <a:xfrm>
                <a:off x="5490" y="1200"/>
                <a:ext cx="148" cy="36"/>
              </a:xfrm>
              <a:custGeom>
                <a:avLst/>
                <a:gdLst>
                  <a:gd name="T0" fmla="*/ 77 w 77"/>
                  <a:gd name="T1" fmla="*/ 0 h 19"/>
                  <a:gd name="T2" fmla="*/ 50 w 77"/>
                  <a:gd name="T3" fmla="*/ 0 h 19"/>
                  <a:gd name="T4" fmla="*/ 50 w 77"/>
                  <a:gd name="T5" fmla="*/ 19 h 19"/>
                  <a:gd name="T6" fmla="*/ 72 w 77"/>
                  <a:gd name="T7" fmla="*/ 19 h 19"/>
                  <a:gd name="T8" fmla="*/ 72 w 77"/>
                  <a:gd name="T9" fmla="*/ 16 h 19"/>
                  <a:gd name="T10" fmla="*/ 72 w 77"/>
                  <a:gd name="T11" fmla="*/ 6 h 19"/>
                  <a:gd name="T12" fmla="*/ 77 w 77"/>
                  <a:gd name="T13" fmla="*/ 0 h 19"/>
                  <a:gd name="T14" fmla="*/ 22 w 77"/>
                  <a:gd name="T15" fmla="*/ 0 h 19"/>
                  <a:gd name="T16" fmla="*/ 0 w 77"/>
                  <a:gd name="T17" fmla="*/ 0 h 19"/>
                  <a:gd name="T18" fmla="*/ 3 w 77"/>
                  <a:gd name="T19" fmla="*/ 19 h 19"/>
                  <a:gd name="T20" fmla="*/ 30 w 77"/>
                  <a:gd name="T21" fmla="*/ 19 h 19"/>
                  <a:gd name="T22" fmla="*/ 23 w 77"/>
                  <a:gd name="T23" fmla="*/ 3 h 19"/>
                  <a:gd name="T24" fmla="*/ 21 w 77"/>
                  <a:gd name="T25" fmla="*/ 1 h 19"/>
                  <a:gd name="T26" fmla="*/ 22 w 77"/>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9">
                    <a:moveTo>
                      <a:pt x="77" y="0"/>
                    </a:moveTo>
                    <a:cubicBezTo>
                      <a:pt x="50" y="0"/>
                      <a:pt x="50" y="0"/>
                      <a:pt x="50" y="0"/>
                    </a:cubicBezTo>
                    <a:cubicBezTo>
                      <a:pt x="50" y="5"/>
                      <a:pt x="50" y="12"/>
                      <a:pt x="50" y="19"/>
                    </a:cubicBezTo>
                    <a:cubicBezTo>
                      <a:pt x="72" y="19"/>
                      <a:pt x="72" y="19"/>
                      <a:pt x="72" y="19"/>
                    </a:cubicBezTo>
                    <a:cubicBezTo>
                      <a:pt x="72" y="17"/>
                      <a:pt x="72" y="16"/>
                      <a:pt x="72" y="16"/>
                    </a:cubicBezTo>
                    <a:cubicBezTo>
                      <a:pt x="71" y="9"/>
                      <a:pt x="71" y="8"/>
                      <a:pt x="72" y="6"/>
                    </a:cubicBezTo>
                    <a:cubicBezTo>
                      <a:pt x="73" y="4"/>
                      <a:pt x="75" y="2"/>
                      <a:pt x="77" y="0"/>
                    </a:cubicBezTo>
                    <a:close/>
                    <a:moveTo>
                      <a:pt x="22" y="0"/>
                    </a:moveTo>
                    <a:cubicBezTo>
                      <a:pt x="0" y="0"/>
                      <a:pt x="0" y="0"/>
                      <a:pt x="0" y="0"/>
                    </a:cubicBezTo>
                    <a:cubicBezTo>
                      <a:pt x="1" y="4"/>
                      <a:pt x="2" y="11"/>
                      <a:pt x="3" y="19"/>
                    </a:cubicBezTo>
                    <a:cubicBezTo>
                      <a:pt x="30" y="19"/>
                      <a:pt x="30" y="19"/>
                      <a:pt x="30" y="19"/>
                    </a:cubicBezTo>
                    <a:cubicBezTo>
                      <a:pt x="26" y="10"/>
                      <a:pt x="23" y="4"/>
                      <a:pt x="23" y="3"/>
                    </a:cubicBezTo>
                    <a:cubicBezTo>
                      <a:pt x="21" y="3"/>
                      <a:pt x="21" y="1"/>
                      <a:pt x="21" y="1"/>
                    </a:cubicBezTo>
                    <a:cubicBezTo>
                      <a:pt x="21" y="1"/>
                      <a:pt x="22" y="1"/>
                      <a:pt x="22"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2" name="Freeform 551"/>
              <p:cNvSpPr>
                <a:spLocks noEditPoints="1"/>
              </p:cNvSpPr>
              <p:nvPr/>
            </p:nvSpPr>
            <p:spPr bwMode="auto">
              <a:xfrm>
                <a:off x="5490" y="1204"/>
                <a:ext cx="144" cy="34"/>
              </a:xfrm>
              <a:custGeom>
                <a:avLst/>
                <a:gdLst>
                  <a:gd name="T0" fmla="*/ 75 w 75"/>
                  <a:gd name="T1" fmla="*/ 0 h 18"/>
                  <a:gd name="T2" fmla="*/ 50 w 75"/>
                  <a:gd name="T3" fmla="*/ 0 h 18"/>
                  <a:gd name="T4" fmla="*/ 50 w 75"/>
                  <a:gd name="T5" fmla="*/ 18 h 18"/>
                  <a:gd name="T6" fmla="*/ 73 w 75"/>
                  <a:gd name="T7" fmla="*/ 18 h 18"/>
                  <a:gd name="T8" fmla="*/ 72 w 75"/>
                  <a:gd name="T9" fmla="*/ 14 h 18"/>
                  <a:gd name="T10" fmla="*/ 72 w 75"/>
                  <a:gd name="T11" fmla="*/ 4 h 18"/>
                  <a:gd name="T12" fmla="*/ 75 w 75"/>
                  <a:gd name="T13" fmla="*/ 0 h 18"/>
                  <a:gd name="T14" fmla="*/ 21 w 75"/>
                  <a:gd name="T15" fmla="*/ 0 h 18"/>
                  <a:gd name="T16" fmla="*/ 0 w 75"/>
                  <a:gd name="T17" fmla="*/ 0 h 18"/>
                  <a:gd name="T18" fmla="*/ 3 w 75"/>
                  <a:gd name="T19" fmla="*/ 18 h 18"/>
                  <a:gd name="T20" fmla="*/ 30 w 75"/>
                  <a:gd name="T21" fmla="*/ 18 h 18"/>
                  <a:gd name="T22" fmla="*/ 23 w 75"/>
                  <a:gd name="T23" fmla="*/ 1 h 18"/>
                  <a:gd name="T24" fmla="*/ 21 w 75"/>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18">
                    <a:moveTo>
                      <a:pt x="75" y="0"/>
                    </a:moveTo>
                    <a:cubicBezTo>
                      <a:pt x="50" y="0"/>
                      <a:pt x="50" y="0"/>
                      <a:pt x="50" y="0"/>
                    </a:cubicBezTo>
                    <a:cubicBezTo>
                      <a:pt x="50" y="4"/>
                      <a:pt x="50" y="11"/>
                      <a:pt x="50" y="18"/>
                    </a:cubicBezTo>
                    <a:cubicBezTo>
                      <a:pt x="73" y="18"/>
                      <a:pt x="73" y="18"/>
                      <a:pt x="73" y="18"/>
                    </a:cubicBezTo>
                    <a:cubicBezTo>
                      <a:pt x="72" y="16"/>
                      <a:pt x="72" y="15"/>
                      <a:pt x="72" y="14"/>
                    </a:cubicBezTo>
                    <a:cubicBezTo>
                      <a:pt x="71" y="7"/>
                      <a:pt x="71" y="6"/>
                      <a:pt x="72" y="4"/>
                    </a:cubicBezTo>
                    <a:cubicBezTo>
                      <a:pt x="73" y="2"/>
                      <a:pt x="74" y="1"/>
                      <a:pt x="75" y="0"/>
                    </a:cubicBezTo>
                    <a:close/>
                    <a:moveTo>
                      <a:pt x="21" y="0"/>
                    </a:moveTo>
                    <a:cubicBezTo>
                      <a:pt x="0" y="0"/>
                      <a:pt x="0" y="0"/>
                      <a:pt x="0" y="0"/>
                    </a:cubicBezTo>
                    <a:cubicBezTo>
                      <a:pt x="1" y="4"/>
                      <a:pt x="2" y="10"/>
                      <a:pt x="3" y="18"/>
                    </a:cubicBezTo>
                    <a:cubicBezTo>
                      <a:pt x="30" y="18"/>
                      <a:pt x="30" y="18"/>
                      <a:pt x="30" y="18"/>
                    </a:cubicBezTo>
                    <a:cubicBezTo>
                      <a:pt x="27" y="8"/>
                      <a:pt x="23" y="2"/>
                      <a:pt x="23" y="1"/>
                    </a:cubicBezTo>
                    <a:cubicBezTo>
                      <a:pt x="21" y="1"/>
                      <a:pt x="21" y="0"/>
                      <a:pt x="21"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3" name="Freeform 552"/>
              <p:cNvSpPr>
                <a:spLocks noEditPoints="1"/>
              </p:cNvSpPr>
              <p:nvPr/>
            </p:nvSpPr>
            <p:spPr bwMode="auto">
              <a:xfrm>
                <a:off x="5490" y="1206"/>
                <a:ext cx="142" cy="34"/>
              </a:xfrm>
              <a:custGeom>
                <a:avLst/>
                <a:gdLst>
                  <a:gd name="T0" fmla="*/ 74 w 74"/>
                  <a:gd name="T1" fmla="*/ 0 h 18"/>
                  <a:gd name="T2" fmla="*/ 50 w 74"/>
                  <a:gd name="T3" fmla="*/ 0 h 18"/>
                  <a:gd name="T4" fmla="*/ 50 w 74"/>
                  <a:gd name="T5" fmla="*/ 18 h 18"/>
                  <a:gd name="T6" fmla="*/ 73 w 74"/>
                  <a:gd name="T7" fmla="*/ 18 h 18"/>
                  <a:gd name="T8" fmla="*/ 72 w 74"/>
                  <a:gd name="T9" fmla="*/ 13 h 18"/>
                  <a:gd name="T10" fmla="*/ 72 w 74"/>
                  <a:gd name="T11" fmla="*/ 3 h 18"/>
                  <a:gd name="T12" fmla="*/ 74 w 74"/>
                  <a:gd name="T13" fmla="*/ 0 h 18"/>
                  <a:gd name="T14" fmla="*/ 22 w 74"/>
                  <a:gd name="T15" fmla="*/ 0 h 18"/>
                  <a:gd name="T16" fmla="*/ 0 w 74"/>
                  <a:gd name="T17" fmla="*/ 0 h 18"/>
                  <a:gd name="T18" fmla="*/ 3 w 74"/>
                  <a:gd name="T19" fmla="*/ 18 h 18"/>
                  <a:gd name="T20" fmla="*/ 31 w 74"/>
                  <a:gd name="T21" fmla="*/ 18 h 18"/>
                  <a:gd name="T22" fmla="*/ 23 w 74"/>
                  <a:gd name="T23" fmla="*/ 0 h 18"/>
                  <a:gd name="T24" fmla="*/ 22 w 74"/>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4" h="18">
                    <a:moveTo>
                      <a:pt x="74" y="0"/>
                    </a:moveTo>
                    <a:cubicBezTo>
                      <a:pt x="50" y="0"/>
                      <a:pt x="50" y="0"/>
                      <a:pt x="50" y="0"/>
                    </a:cubicBezTo>
                    <a:cubicBezTo>
                      <a:pt x="50" y="5"/>
                      <a:pt x="50" y="11"/>
                      <a:pt x="50" y="18"/>
                    </a:cubicBezTo>
                    <a:cubicBezTo>
                      <a:pt x="73" y="18"/>
                      <a:pt x="73" y="18"/>
                      <a:pt x="73" y="18"/>
                    </a:cubicBezTo>
                    <a:cubicBezTo>
                      <a:pt x="73" y="16"/>
                      <a:pt x="72" y="14"/>
                      <a:pt x="72" y="13"/>
                    </a:cubicBezTo>
                    <a:cubicBezTo>
                      <a:pt x="71" y="6"/>
                      <a:pt x="71" y="5"/>
                      <a:pt x="72" y="3"/>
                    </a:cubicBezTo>
                    <a:cubicBezTo>
                      <a:pt x="72" y="2"/>
                      <a:pt x="73" y="1"/>
                      <a:pt x="74" y="0"/>
                    </a:cubicBezTo>
                    <a:close/>
                    <a:moveTo>
                      <a:pt x="22" y="0"/>
                    </a:moveTo>
                    <a:cubicBezTo>
                      <a:pt x="0" y="0"/>
                      <a:pt x="0" y="0"/>
                      <a:pt x="0" y="0"/>
                    </a:cubicBezTo>
                    <a:cubicBezTo>
                      <a:pt x="1" y="4"/>
                      <a:pt x="2" y="11"/>
                      <a:pt x="3" y="18"/>
                    </a:cubicBezTo>
                    <a:cubicBezTo>
                      <a:pt x="31" y="18"/>
                      <a:pt x="31" y="18"/>
                      <a:pt x="31" y="18"/>
                    </a:cubicBezTo>
                    <a:cubicBezTo>
                      <a:pt x="27" y="8"/>
                      <a:pt x="24" y="1"/>
                      <a:pt x="23" y="0"/>
                    </a:cubicBezTo>
                    <a:cubicBezTo>
                      <a:pt x="22" y="0"/>
                      <a:pt x="22" y="0"/>
                      <a:pt x="22"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4" name="Freeform 553"/>
              <p:cNvSpPr>
                <a:spLocks noEditPoints="1"/>
              </p:cNvSpPr>
              <p:nvPr/>
            </p:nvSpPr>
            <p:spPr bwMode="auto">
              <a:xfrm>
                <a:off x="5492" y="1207"/>
                <a:ext cx="138" cy="35"/>
              </a:xfrm>
              <a:custGeom>
                <a:avLst/>
                <a:gdLst>
                  <a:gd name="T0" fmla="*/ 72 w 72"/>
                  <a:gd name="T1" fmla="*/ 0 h 18"/>
                  <a:gd name="T2" fmla="*/ 49 w 72"/>
                  <a:gd name="T3" fmla="*/ 0 h 18"/>
                  <a:gd name="T4" fmla="*/ 49 w 72"/>
                  <a:gd name="T5" fmla="*/ 18 h 18"/>
                  <a:gd name="T6" fmla="*/ 72 w 72"/>
                  <a:gd name="T7" fmla="*/ 18 h 18"/>
                  <a:gd name="T8" fmla="*/ 71 w 72"/>
                  <a:gd name="T9" fmla="*/ 12 h 18"/>
                  <a:gd name="T10" fmla="*/ 71 w 72"/>
                  <a:gd name="T11" fmla="*/ 2 h 18"/>
                  <a:gd name="T12" fmla="*/ 72 w 72"/>
                  <a:gd name="T13" fmla="*/ 0 h 18"/>
                  <a:gd name="T14" fmla="*/ 22 w 72"/>
                  <a:gd name="T15" fmla="*/ 0 h 18"/>
                  <a:gd name="T16" fmla="*/ 0 w 72"/>
                  <a:gd name="T17" fmla="*/ 0 h 18"/>
                  <a:gd name="T18" fmla="*/ 2 w 72"/>
                  <a:gd name="T19" fmla="*/ 18 h 18"/>
                  <a:gd name="T20" fmla="*/ 30 w 72"/>
                  <a:gd name="T21" fmla="*/ 18 h 18"/>
                  <a:gd name="T22" fmla="*/ 22 w 72"/>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18">
                    <a:moveTo>
                      <a:pt x="72" y="0"/>
                    </a:moveTo>
                    <a:cubicBezTo>
                      <a:pt x="49" y="0"/>
                      <a:pt x="49" y="0"/>
                      <a:pt x="49" y="0"/>
                    </a:cubicBezTo>
                    <a:cubicBezTo>
                      <a:pt x="49" y="5"/>
                      <a:pt x="49" y="12"/>
                      <a:pt x="49" y="18"/>
                    </a:cubicBezTo>
                    <a:cubicBezTo>
                      <a:pt x="72" y="18"/>
                      <a:pt x="72" y="18"/>
                      <a:pt x="72" y="18"/>
                    </a:cubicBezTo>
                    <a:cubicBezTo>
                      <a:pt x="72" y="16"/>
                      <a:pt x="71" y="13"/>
                      <a:pt x="71" y="12"/>
                    </a:cubicBezTo>
                    <a:cubicBezTo>
                      <a:pt x="70" y="5"/>
                      <a:pt x="70" y="4"/>
                      <a:pt x="71" y="2"/>
                    </a:cubicBezTo>
                    <a:cubicBezTo>
                      <a:pt x="71" y="1"/>
                      <a:pt x="72" y="1"/>
                      <a:pt x="72" y="0"/>
                    </a:cubicBezTo>
                    <a:close/>
                    <a:moveTo>
                      <a:pt x="22" y="0"/>
                    </a:moveTo>
                    <a:cubicBezTo>
                      <a:pt x="0" y="0"/>
                      <a:pt x="0" y="0"/>
                      <a:pt x="0" y="0"/>
                    </a:cubicBezTo>
                    <a:cubicBezTo>
                      <a:pt x="0" y="5"/>
                      <a:pt x="1" y="11"/>
                      <a:pt x="2" y="18"/>
                    </a:cubicBezTo>
                    <a:cubicBezTo>
                      <a:pt x="30" y="18"/>
                      <a:pt x="30" y="18"/>
                      <a:pt x="30" y="18"/>
                    </a:cubicBezTo>
                    <a:cubicBezTo>
                      <a:pt x="27" y="9"/>
                      <a:pt x="24" y="2"/>
                      <a:pt x="22"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5" name="Freeform 554"/>
              <p:cNvSpPr>
                <a:spLocks noEditPoints="1"/>
              </p:cNvSpPr>
              <p:nvPr/>
            </p:nvSpPr>
            <p:spPr bwMode="auto">
              <a:xfrm>
                <a:off x="5492" y="1209"/>
                <a:ext cx="138" cy="37"/>
              </a:xfrm>
              <a:custGeom>
                <a:avLst/>
                <a:gdLst>
                  <a:gd name="T0" fmla="*/ 71 w 72"/>
                  <a:gd name="T1" fmla="*/ 0 h 19"/>
                  <a:gd name="T2" fmla="*/ 49 w 72"/>
                  <a:gd name="T3" fmla="*/ 0 h 19"/>
                  <a:gd name="T4" fmla="*/ 49 w 72"/>
                  <a:gd name="T5" fmla="*/ 19 h 19"/>
                  <a:gd name="T6" fmla="*/ 72 w 72"/>
                  <a:gd name="T7" fmla="*/ 19 h 19"/>
                  <a:gd name="T8" fmla="*/ 71 w 72"/>
                  <a:gd name="T9" fmla="*/ 11 h 19"/>
                  <a:gd name="T10" fmla="*/ 71 w 72"/>
                  <a:gd name="T11" fmla="*/ 1 h 19"/>
                  <a:gd name="T12" fmla="*/ 71 w 72"/>
                  <a:gd name="T13" fmla="*/ 0 h 19"/>
                  <a:gd name="T14" fmla="*/ 23 w 72"/>
                  <a:gd name="T15" fmla="*/ 0 h 19"/>
                  <a:gd name="T16" fmla="*/ 0 w 72"/>
                  <a:gd name="T17" fmla="*/ 0 h 19"/>
                  <a:gd name="T18" fmla="*/ 3 w 72"/>
                  <a:gd name="T19" fmla="*/ 19 h 19"/>
                  <a:gd name="T20" fmla="*/ 31 w 72"/>
                  <a:gd name="T21" fmla="*/ 19 h 19"/>
                  <a:gd name="T22" fmla="*/ 23 w 72"/>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19">
                    <a:moveTo>
                      <a:pt x="71" y="0"/>
                    </a:moveTo>
                    <a:cubicBezTo>
                      <a:pt x="49" y="0"/>
                      <a:pt x="49" y="0"/>
                      <a:pt x="49" y="0"/>
                    </a:cubicBezTo>
                    <a:cubicBezTo>
                      <a:pt x="49" y="6"/>
                      <a:pt x="49" y="12"/>
                      <a:pt x="49" y="19"/>
                    </a:cubicBezTo>
                    <a:cubicBezTo>
                      <a:pt x="72" y="19"/>
                      <a:pt x="72" y="19"/>
                      <a:pt x="72" y="19"/>
                    </a:cubicBezTo>
                    <a:cubicBezTo>
                      <a:pt x="72" y="15"/>
                      <a:pt x="71" y="12"/>
                      <a:pt x="71" y="11"/>
                    </a:cubicBezTo>
                    <a:cubicBezTo>
                      <a:pt x="70" y="4"/>
                      <a:pt x="70" y="3"/>
                      <a:pt x="71" y="1"/>
                    </a:cubicBezTo>
                    <a:cubicBezTo>
                      <a:pt x="71" y="0"/>
                      <a:pt x="71" y="0"/>
                      <a:pt x="71" y="0"/>
                    </a:cubicBezTo>
                    <a:close/>
                    <a:moveTo>
                      <a:pt x="23" y="0"/>
                    </a:moveTo>
                    <a:cubicBezTo>
                      <a:pt x="0" y="0"/>
                      <a:pt x="0" y="0"/>
                      <a:pt x="0" y="0"/>
                    </a:cubicBezTo>
                    <a:cubicBezTo>
                      <a:pt x="1" y="5"/>
                      <a:pt x="2" y="12"/>
                      <a:pt x="3" y="19"/>
                    </a:cubicBezTo>
                    <a:cubicBezTo>
                      <a:pt x="31" y="19"/>
                      <a:pt x="31" y="19"/>
                      <a:pt x="31" y="19"/>
                    </a:cubicBezTo>
                    <a:cubicBezTo>
                      <a:pt x="28" y="10"/>
                      <a:pt x="25" y="3"/>
                      <a:pt x="23" y="0"/>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6" name="Freeform 555"/>
              <p:cNvSpPr>
                <a:spLocks noEditPoints="1"/>
              </p:cNvSpPr>
              <p:nvPr/>
            </p:nvSpPr>
            <p:spPr bwMode="auto">
              <a:xfrm>
                <a:off x="5492" y="1213"/>
                <a:ext cx="138" cy="35"/>
              </a:xfrm>
              <a:custGeom>
                <a:avLst/>
                <a:gdLst>
                  <a:gd name="T0" fmla="*/ 71 w 72"/>
                  <a:gd name="T1" fmla="*/ 0 h 18"/>
                  <a:gd name="T2" fmla="*/ 49 w 72"/>
                  <a:gd name="T3" fmla="*/ 0 h 18"/>
                  <a:gd name="T4" fmla="*/ 49 w 72"/>
                  <a:gd name="T5" fmla="*/ 18 h 18"/>
                  <a:gd name="T6" fmla="*/ 72 w 72"/>
                  <a:gd name="T7" fmla="*/ 18 h 18"/>
                  <a:gd name="T8" fmla="*/ 71 w 72"/>
                  <a:gd name="T9" fmla="*/ 9 h 18"/>
                  <a:gd name="T10" fmla="*/ 71 w 72"/>
                  <a:gd name="T11" fmla="*/ 0 h 18"/>
                  <a:gd name="T12" fmla="*/ 24 w 72"/>
                  <a:gd name="T13" fmla="*/ 0 h 18"/>
                  <a:gd name="T14" fmla="*/ 0 w 72"/>
                  <a:gd name="T15" fmla="*/ 0 h 18"/>
                  <a:gd name="T16" fmla="*/ 3 w 72"/>
                  <a:gd name="T17" fmla="*/ 18 h 18"/>
                  <a:gd name="T18" fmla="*/ 31 w 72"/>
                  <a:gd name="T19" fmla="*/ 18 h 18"/>
                  <a:gd name="T20" fmla="*/ 24 w 7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8">
                    <a:moveTo>
                      <a:pt x="71" y="0"/>
                    </a:moveTo>
                    <a:cubicBezTo>
                      <a:pt x="49" y="0"/>
                      <a:pt x="49" y="0"/>
                      <a:pt x="49" y="0"/>
                    </a:cubicBezTo>
                    <a:cubicBezTo>
                      <a:pt x="49" y="5"/>
                      <a:pt x="49" y="12"/>
                      <a:pt x="49" y="18"/>
                    </a:cubicBezTo>
                    <a:cubicBezTo>
                      <a:pt x="72" y="18"/>
                      <a:pt x="72" y="18"/>
                      <a:pt x="72" y="18"/>
                    </a:cubicBezTo>
                    <a:cubicBezTo>
                      <a:pt x="72" y="14"/>
                      <a:pt x="71" y="11"/>
                      <a:pt x="71" y="9"/>
                    </a:cubicBezTo>
                    <a:cubicBezTo>
                      <a:pt x="70" y="3"/>
                      <a:pt x="70" y="2"/>
                      <a:pt x="71" y="0"/>
                    </a:cubicBezTo>
                    <a:close/>
                    <a:moveTo>
                      <a:pt x="24" y="0"/>
                    </a:moveTo>
                    <a:cubicBezTo>
                      <a:pt x="0" y="0"/>
                      <a:pt x="0" y="0"/>
                      <a:pt x="0" y="0"/>
                    </a:cubicBezTo>
                    <a:cubicBezTo>
                      <a:pt x="1" y="5"/>
                      <a:pt x="2" y="11"/>
                      <a:pt x="3" y="18"/>
                    </a:cubicBezTo>
                    <a:cubicBezTo>
                      <a:pt x="31" y="18"/>
                      <a:pt x="31" y="18"/>
                      <a:pt x="31" y="18"/>
                    </a:cubicBezTo>
                    <a:cubicBezTo>
                      <a:pt x="28" y="10"/>
                      <a:pt x="25" y="3"/>
                      <a:pt x="24" y="0"/>
                    </a:cubicBezTo>
                    <a:close/>
                  </a:path>
                </a:pathLst>
              </a:custGeom>
              <a:solidFill>
                <a:srgbClr val="EA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7" name="Freeform 556"/>
              <p:cNvSpPr>
                <a:spLocks noEditPoints="1"/>
              </p:cNvSpPr>
              <p:nvPr/>
            </p:nvSpPr>
            <p:spPr bwMode="auto">
              <a:xfrm>
                <a:off x="5492" y="1215"/>
                <a:ext cx="138" cy="35"/>
              </a:xfrm>
              <a:custGeom>
                <a:avLst/>
                <a:gdLst>
                  <a:gd name="T0" fmla="*/ 70 w 72"/>
                  <a:gd name="T1" fmla="*/ 0 h 18"/>
                  <a:gd name="T2" fmla="*/ 49 w 72"/>
                  <a:gd name="T3" fmla="*/ 0 h 18"/>
                  <a:gd name="T4" fmla="*/ 49 w 72"/>
                  <a:gd name="T5" fmla="*/ 18 h 18"/>
                  <a:gd name="T6" fmla="*/ 72 w 72"/>
                  <a:gd name="T7" fmla="*/ 18 h 18"/>
                  <a:gd name="T8" fmla="*/ 71 w 72"/>
                  <a:gd name="T9" fmla="*/ 8 h 18"/>
                  <a:gd name="T10" fmla="*/ 70 w 72"/>
                  <a:gd name="T11" fmla="*/ 0 h 18"/>
                  <a:gd name="T12" fmla="*/ 24 w 72"/>
                  <a:gd name="T13" fmla="*/ 0 h 18"/>
                  <a:gd name="T14" fmla="*/ 0 w 72"/>
                  <a:gd name="T15" fmla="*/ 0 h 18"/>
                  <a:gd name="T16" fmla="*/ 3 w 72"/>
                  <a:gd name="T17" fmla="*/ 18 h 18"/>
                  <a:gd name="T18" fmla="*/ 32 w 72"/>
                  <a:gd name="T19" fmla="*/ 18 h 18"/>
                  <a:gd name="T20" fmla="*/ 24 w 7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8">
                    <a:moveTo>
                      <a:pt x="70" y="0"/>
                    </a:moveTo>
                    <a:cubicBezTo>
                      <a:pt x="49" y="0"/>
                      <a:pt x="49" y="0"/>
                      <a:pt x="49" y="0"/>
                    </a:cubicBezTo>
                    <a:cubicBezTo>
                      <a:pt x="49" y="5"/>
                      <a:pt x="49" y="12"/>
                      <a:pt x="49" y="18"/>
                    </a:cubicBezTo>
                    <a:cubicBezTo>
                      <a:pt x="72" y="18"/>
                      <a:pt x="72" y="18"/>
                      <a:pt x="72" y="18"/>
                    </a:cubicBezTo>
                    <a:cubicBezTo>
                      <a:pt x="72" y="14"/>
                      <a:pt x="71" y="10"/>
                      <a:pt x="71" y="8"/>
                    </a:cubicBezTo>
                    <a:cubicBezTo>
                      <a:pt x="71" y="3"/>
                      <a:pt x="70" y="1"/>
                      <a:pt x="70" y="0"/>
                    </a:cubicBezTo>
                    <a:close/>
                    <a:moveTo>
                      <a:pt x="24" y="0"/>
                    </a:moveTo>
                    <a:cubicBezTo>
                      <a:pt x="0" y="0"/>
                      <a:pt x="0" y="0"/>
                      <a:pt x="0" y="0"/>
                    </a:cubicBezTo>
                    <a:cubicBezTo>
                      <a:pt x="1" y="5"/>
                      <a:pt x="2" y="11"/>
                      <a:pt x="3" y="18"/>
                    </a:cubicBezTo>
                    <a:cubicBezTo>
                      <a:pt x="32" y="18"/>
                      <a:pt x="32" y="18"/>
                      <a:pt x="32" y="18"/>
                    </a:cubicBezTo>
                    <a:cubicBezTo>
                      <a:pt x="29" y="10"/>
                      <a:pt x="26" y="4"/>
                      <a:pt x="24"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8" name="Freeform 557"/>
              <p:cNvSpPr>
                <a:spLocks noEditPoints="1"/>
              </p:cNvSpPr>
              <p:nvPr/>
            </p:nvSpPr>
            <p:spPr bwMode="auto">
              <a:xfrm>
                <a:off x="5492" y="1217"/>
                <a:ext cx="138" cy="34"/>
              </a:xfrm>
              <a:custGeom>
                <a:avLst/>
                <a:gdLst>
                  <a:gd name="T0" fmla="*/ 70 w 72"/>
                  <a:gd name="T1" fmla="*/ 0 h 18"/>
                  <a:gd name="T2" fmla="*/ 49 w 72"/>
                  <a:gd name="T3" fmla="*/ 0 h 18"/>
                  <a:gd name="T4" fmla="*/ 49 w 72"/>
                  <a:gd name="T5" fmla="*/ 18 h 18"/>
                  <a:gd name="T6" fmla="*/ 72 w 72"/>
                  <a:gd name="T7" fmla="*/ 18 h 18"/>
                  <a:gd name="T8" fmla="*/ 71 w 72"/>
                  <a:gd name="T9" fmla="*/ 7 h 18"/>
                  <a:gd name="T10" fmla="*/ 70 w 72"/>
                  <a:gd name="T11" fmla="*/ 0 h 18"/>
                  <a:gd name="T12" fmla="*/ 25 w 72"/>
                  <a:gd name="T13" fmla="*/ 0 h 18"/>
                  <a:gd name="T14" fmla="*/ 0 w 72"/>
                  <a:gd name="T15" fmla="*/ 0 h 18"/>
                  <a:gd name="T16" fmla="*/ 3 w 72"/>
                  <a:gd name="T17" fmla="*/ 18 h 18"/>
                  <a:gd name="T18" fmla="*/ 32 w 72"/>
                  <a:gd name="T19" fmla="*/ 18 h 18"/>
                  <a:gd name="T20" fmla="*/ 25 w 7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8">
                    <a:moveTo>
                      <a:pt x="70" y="0"/>
                    </a:moveTo>
                    <a:cubicBezTo>
                      <a:pt x="49" y="0"/>
                      <a:pt x="49" y="0"/>
                      <a:pt x="49" y="0"/>
                    </a:cubicBezTo>
                    <a:cubicBezTo>
                      <a:pt x="49" y="6"/>
                      <a:pt x="49" y="12"/>
                      <a:pt x="49" y="18"/>
                    </a:cubicBezTo>
                    <a:cubicBezTo>
                      <a:pt x="72" y="18"/>
                      <a:pt x="72" y="18"/>
                      <a:pt x="72" y="18"/>
                    </a:cubicBezTo>
                    <a:cubicBezTo>
                      <a:pt x="72" y="13"/>
                      <a:pt x="71" y="9"/>
                      <a:pt x="71" y="7"/>
                    </a:cubicBezTo>
                    <a:cubicBezTo>
                      <a:pt x="71" y="3"/>
                      <a:pt x="70" y="2"/>
                      <a:pt x="70" y="0"/>
                    </a:cubicBezTo>
                    <a:close/>
                    <a:moveTo>
                      <a:pt x="25" y="0"/>
                    </a:moveTo>
                    <a:cubicBezTo>
                      <a:pt x="0" y="0"/>
                      <a:pt x="0" y="0"/>
                      <a:pt x="0" y="0"/>
                    </a:cubicBezTo>
                    <a:cubicBezTo>
                      <a:pt x="1" y="5"/>
                      <a:pt x="2" y="12"/>
                      <a:pt x="3" y="18"/>
                    </a:cubicBezTo>
                    <a:cubicBezTo>
                      <a:pt x="32" y="18"/>
                      <a:pt x="32" y="18"/>
                      <a:pt x="32" y="18"/>
                    </a:cubicBezTo>
                    <a:cubicBezTo>
                      <a:pt x="29" y="11"/>
                      <a:pt x="27" y="4"/>
                      <a:pt x="25" y="0"/>
                    </a:cubicBez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9" name="Freeform 558"/>
              <p:cNvSpPr>
                <a:spLocks noEditPoints="1"/>
              </p:cNvSpPr>
              <p:nvPr/>
            </p:nvSpPr>
            <p:spPr bwMode="auto">
              <a:xfrm>
                <a:off x="5494" y="1219"/>
                <a:ext cx="138" cy="36"/>
              </a:xfrm>
              <a:custGeom>
                <a:avLst/>
                <a:gdLst>
                  <a:gd name="T0" fmla="*/ 70 w 72"/>
                  <a:gd name="T1" fmla="*/ 0 h 19"/>
                  <a:gd name="T2" fmla="*/ 48 w 72"/>
                  <a:gd name="T3" fmla="*/ 0 h 19"/>
                  <a:gd name="T4" fmla="*/ 48 w 72"/>
                  <a:gd name="T5" fmla="*/ 19 h 19"/>
                  <a:gd name="T6" fmla="*/ 72 w 72"/>
                  <a:gd name="T7" fmla="*/ 19 h 19"/>
                  <a:gd name="T8" fmla="*/ 70 w 72"/>
                  <a:gd name="T9" fmla="*/ 6 h 19"/>
                  <a:gd name="T10" fmla="*/ 70 w 72"/>
                  <a:gd name="T11" fmla="*/ 0 h 19"/>
                  <a:gd name="T12" fmla="*/ 24 w 72"/>
                  <a:gd name="T13" fmla="*/ 0 h 19"/>
                  <a:gd name="T14" fmla="*/ 0 w 72"/>
                  <a:gd name="T15" fmla="*/ 0 h 19"/>
                  <a:gd name="T16" fmla="*/ 3 w 72"/>
                  <a:gd name="T17" fmla="*/ 19 h 19"/>
                  <a:gd name="T18" fmla="*/ 31 w 72"/>
                  <a:gd name="T19" fmla="*/ 19 h 19"/>
                  <a:gd name="T20" fmla="*/ 24 w 72"/>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9">
                    <a:moveTo>
                      <a:pt x="70" y="0"/>
                    </a:moveTo>
                    <a:cubicBezTo>
                      <a:pt x="48" y="0"/>
                      <a:pt x="48" y="0"/>
                      <a:pt x="48" y="0"/>
                    </a:cubicBezTo>
                    <a:cubicBezTo>
                      <a:pt x="48" y="6"/>
                      <a:pt x="48" y="13"/>
                      <a:pt x="48" y="19"/>
                    </a:cubicBezTo>
                    <a:cubicBezTo>
                      <a:pt x="72" y="19"/>
                      <a:pt x="72" y="19"/>
                      <a:pt x="72" y="19"/>
                    </a:cubicBezTo>
                    <a:cubicBezTo>
                      <a:pt x="71" y="13"/>
                      <a:pt x="70" y="8"/>
                      <a:pt x="70" y="6"/>
                    </a:cubicBezTo>
                    <a:cubicBezTo>
                      <a:pt x="70" y="3"/>
                      <a:pt x="70" y="2"/>
                      <a:pt x="70" y="0"/>
                    </a:cubicBezTo>
                    <a:close/>
                    <a:moveTo>
                      <a:pt x="24" y="0"/>
                    </a:moveTo>
                    <a:cubicBezTo>
                      <a:pt x="0" y="0"/>
                      <a:pt x="0" y="0"/>
                      <a:pt x="0" y="0"/>
                    </a:cubicBezTo>
                    <a:cubicBezTo>
                      <a:pt x="0" y="6"/>
                      <a:pt x="1" y="12"/>
                      <a:pt x="3" y="19"/>
                    </a:cubicBezTo>
                    <a:cubicBezTo>
                      <a:pt x="31" y="19"/>
                      <a:pt x="31" y="19"/>
                      <a:pt x="31" y="19"/>
                    </a:cubicBezTo>
                    <a:cubicBezTo>
                      <a:pt x="29" y="11"/>
                      <a:pt x="26" y="5"/>
                      <a:pt x="24" y="0"/>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0" name="Freeform 559"/>
              <p:cNvSpPr>
                <a:spLocks noEditPoints="1"/>
              </p:cNvSpPr>
              <p:nvPr/>
            </p:nvSpPr>
            <p:spPr bwMode="auto">
              <a:xfrm>
                <a:off x="5494" y="1223"/>
                <a:ext cx="138" cy="34"/>
              </a:xfrm>
              <a:custGeom>
                <a:avLst/>
                <a:gdLst>
                  <a:gd name="T0" fmla="*/ 70 w 72"/>
                  <a:gd name="T1" fmla="*/ 0 h 18"/>
                  <a:gd name="T2" fmla="*/ 48 w 72"/>
                  <a:gd name="T3" fmla="*/ 0 h 18"/>
                  <a:gd name="T4" fmla="*/ 48 w 72"/>
                  <a:gd name="T5" fmla="*/ 18 h 18"/>
                  <a:gd name="T6" fmla="*/ 72 w 72"/>
                  <a:gd name="T7" fmla="*/ 18 h 18"/>
                  <a:gd name="T8" fmla="*/ 70 w 72"/>
                  <a:gd name="T9" fmla="*/ 4 h 18"/>
                  <a:gd name="T10" fmla="*/ 70 w 72"/>
                  <a:gd name="T11" fmla="*/ 0 h 18"/>
                  <a:gd name="T12" fmla="*/ 25 w 72"/>
                  <a:gd name="T13" fmla="*/ 0 h 18"/>
                  <a:gd name="T14" fmla="*/ 0 w 72"/>
                  <a:gd name="T15" fmla="*/ 0 h 18"/>
                  <a:gd name="T16" fmla="*/ 3 w 72"/>
                  <a:gd name="T17" fmla="*/ 18 h 18"/>
                  <a:gd name="T18" fmla="*/ 32 w 72"/>
                  <a:gd name="T19" fmla="*/ 18 h 18"/>
                  <a:gd name="T20" fmla="*/ 25 w 7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8">
                    <a:moveTo>
                      <a:pt x="70" y="0"/>
                    </a:moveTo>
                    <a:cubicBezTo>
                      <a:pt x="48" y="0"/>
                      <a:pt x="48" y="0"/>
                      <a:pt x="48" y="0"/>
                    </a:cubicBezTo>
                    <a:cubicBezTo>
                      <a:pt x="48" y="6"/>
                      <a:pt x="48" y="12"/>
                      <a:pt x="48" y="18"/>
                    </a:cubicBezTo>
                    <a:cubicBezTo>
                      <a:pt x="72" y="18"/>
                      <a:pt x="72" y="18"/>
                      <a:pt x="72" y="18"/>
                    </a:cubicBezTo>
                    <a:cubicBezTo>
                      <a:pt x="71" y="12"/>
                      <a:pt x="70" y="6"/>
                      <a:pt x="70" y="4"/>
                    </a:cubicBezTo>
                    <a:cubicBezTo>
                      <a:pt x="70" y="2"/>
                      <a:pt x="70" y="1"/>
                      <a:pt x="70" y="0"/>
                    </a:cubicBezTo>
                    <a:close/>
                    <a:moveTo>
                      <a:pt x="25" y="0"/>
                    </a:moveTo>
                    <a:cubicBezTo>
                      <a:pt x="0" y="0"/>
                      <a:pt x="0" y="0"/>
                      <a:pt x="0" y="0"/>
                    </a:cubicBezTo>
                    <a:cubicBezTo>
                      <a:pt x="1" y="5"/>
                      <a:pt x="2" y="11"/>
                      <a:pt x="3" y="18"/>
                    </a:cubicBezTo>
                    <a:cubicBezTo>
                      <a:pt x="32" y="18"/>
                      <a:pt x="32" y="18"/>
                      <a:pt x="32" y="18"/>
                    </a:cubicBezTo>
                    <a:cubicBezTo>
                      <a:pt x="29" y="11"/>
                      <a:pt x="27" y="4"/>
                      <a:pt x="25"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1" name="Freeform 560"/>
              <p:cNvSpPr>
                <a:spLocks noEditPoints="1"/>
              </p:cNvSpPr>
              <p:nvPr/>
            </p:nvSpPr>
            <p:spPr bwMode="auto">
              <a:xfrm>
                <a:off x="5494" y="1225"/>
                <a:ext cx="138" cy="34"/>
              </a:xfrm>
              <a:custGeom>
                <a:avLst/>
                <a:gdLst>
                  <a:gd name="T0" fmla="*/ 70 w 72"/>
                  <a:gd name="T1" fmla="*/ 0 h 18"/>
                  <a:gd name="T2" fmla="*/ 48 w 72"/>
                  <a:gd name="T3" fmla="*/ 0 h 18"/>
                  <a:gd name="T4" fmla="*/ 48 w 72"/>
                  <a:gd name="T5" fmla="*/ 18 h 18"/>
                  <a:gd name="T6" fmla="*/ 72 w 72"/>
                  <a:gd name="T7" fmla="*/ 18 h 18"/>
                  <a:gd name="T8" fmla="*/ 70 w 72"/>
                  <a:gd name="T9" fmla="*/ 3 h 18"/>
                  <a:gd name="T10" fmla="*/ 70 w 72"/>
                  <a:gd name="T11" fmla="*/ 0 h 18"/>
                  <a:gd name="T12" fmla="*/ 26 w 72"/>
                  <a:gd name="T13" fmla="*/ 0 h 18"/>
                  <a:gd name="T14" fmla="*/ 0 w 72"/>
                  <a:gd name="T15" fmla="*/ 0 h 18"/>
                  <a:gd name="T16" fmla="*/ 3 w 72"/>
                  <a:gd name="T17" fmla="*/ 18 h 18"/>
                  <a:gd name="T18" fmla="*/ 32 w 72"/>
                  <a:gd name="T19" fmla="*/ 18 h 18"/>
                  <a:gd name="T20" fmla="*/ 26 w 7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8">
                    <a:moveTo>
                      <a:pt x="70" y="0"/>
                    </a:moveTo>
                    <a:cubicBezTo>
                      <a:pt x="48" y="0"/>
                      <a:pt x="48" y="0"/>
                      <a:pt x="48" y="0"/>
                    </a:cubicBezTo>
                    <a:cubicBezTo>
                      <a:pt x="48" y="6"/>
                      <a:pt x="48" y="12"/>
                      <a:pt x="48" y="18"/>
                    </a:cubicBezTo>
                    <a:cubicBezTo>
                      <a:pt x="72" y="18"/>
                      <a:pt x="72" y="18"/>
                      <a:pt x="72" y="18"/>
                    </a:cubicBezTo>
                    <a:cubicBezTo>
                      <a:pt x="71" y="11"/>
                      <a:pt x="71" y="6"/>
                      <a:pt x="70" y="3"/>
                    </a:cubicBezTo>
                    <a:cubicBezTo>
                      <a:pt x="70" y="0"/>
                      <a:pt x="70" y="0"/>
                      <a:pt x="70" y="0"/>
                    </a:cubicBezTo>
                    <a:close/>
                    <a:moveTo>
                      <a:pt x="26" y="0"/>
                    </a:moveTo>
                    <a:cubicBezTo>
                      <a:pt x="0" y="0"/>
                      <a:pt x="0" y="0"/>
                      <a:pt x="0" y="0"/>
                    </a:cubicBezTo>
                    <a:cubicBezTo>
                      <a:pt x="1" y="5"/>
                      <a:pt x="2" y="12"/>
                      <a:pt x="3" y="18"/>
                    </a:cubicBezTo>
                    <a:cubicBezTo>
                      <a:pt x="32" y="18"/>
                      <a:pt x="32" y="18"/>
                      <a:pt x="32" y="18"/>
                    </a:cubicBezTo>
                    <a:cubicBezTo>
                      <a:pt x="30" y="11"/>
                      <a:pt x="28" y="5"/>
                      <a:pt x="26"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2" name="Freeform 561"/>
              <p:cNvSpPr>
                <a:spLocks noEditPoints="1"/>
              </p:cNvSpPr>
              <p:nvPr/>
            </p:nvSpPr>
            <p:spPr bwMode="auto">
              <a:xfrm>
                <a:off x="5494" y="1227"/>
                <a:ext cx="138" cy="36"/>
              </a:xfrm>
              <a:custGeom>
                <a:avLst/>
                <a:gdLst>
                  <a:gd name="T0" fmla="*/ 70 w 72"/>
                  <a:gd name="T1" fmla="*/ 0 h 19"/>
                  <a:gd name="T2" fmla="*/ 48 w 72"/>
                  <a:gd name="T3" fmla="*/ 0 h 19"/>
                  <a:gd name="T4" fmla="*/ 48 w 72"/>
                  <a:gd name="T5" fmla="*/ 19 h 19"/>
                  <a:gd name="T6" fmla="*/ 72 w 72"/>
                  <a:gd name="T7" fmla="*/ 19 h 19"/>
                  <a:gd name="T8" fmla="*/ 70 w 72"/>
                  <a:gd name="T9" fmla="*/ 2 h 19"/>
                  <a:gd name="T10" fmla="*/ 70 w 72"/>
                  <a:gd name="T11" fmla="*/ 0 h 19"/>
                  <a:gd name="T12" fmla="*/ 26 w 72"/>
                  <a:gd name="T13" fmla="*/ 0 h 19"/>
                  <a:gd name="T14" fmla="*/ 0 w 72"/>
                  <a:gd name="T15" fmla="*/ 0 h 19"/>
                  <a:gd name="T16" fmla="*/ 3 w 72"/>
                  <a:gd name="T17" fmla="*/ 19 h 19"/>
                  <a:gd name="T18" fmla="*/ 33 w 72"/>
                  <a:gd name="T19" fmla="*/ 19 h 19"/>
                  <a:gd name="T20" fmla="*/ 26 w 72"/>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9">
                    <a:moveTo>
                      <a:pt x="70" y="0"/>
                    </a:moveTo>
                    <a:cubicBezTo>
                      <a:pt x="48" y="0"/>
                      <a:pt x="48" y="0"/>
                      <a:pt x="48" y="0"/>
                    </a:cubicBezTo>
                    <a:cubicBezTo>
                      <a:pt x="48" y="6"/>
                      <a:pt x="48" y="13"/>
                      <a:pt x="48" y="19"/>
                    </a:cubicBezTo>
                    <a:cubicBezTo>
                      <a:pt x="72" y="19"/>
                      <a:pt x="72" y="19"/>
                      <a:pt x="72" y="19"/>
                    </a:cubicBezTo>
                    <a:cubicBezTo>
                      <a:pt x="71" y="11"/>
                      <a:pt x="71" y="5"/>
                      <a:pt x="70" y="2"/>
                    </a:cubicBezTo>
                    <a:cubicBezTo>
                      <a:pt x="70" y="0"/>
                      <a:pt x="70" y="0"/>
                      <a:pt x="70" y="0"/>
                    </a:cubicBezTo>
                    <a:close/>
                    <a:moveTo>
                      <a:pt x="26" y="0"/>
                    </a:moveTo>
                    <a:cubicBezTo>
                      <a:pt x="0" y="0"/>
                      <a:pt x="0" y="0"/>
                      <a:pt x="0" y="0"/>
                    </a:cubicBezTo>
                    <a:cubicBezTo>
                      <a:pt x="1" y="6"/>
                      <a:pt x="2" y="12"/>
                      <a:pt x="3" y="19"/>
                    </a:cubicBezTo>
                    <a:cubicBezTo>
                      <a:pt x="33" y="19"/>
                      <a:pt x="33" y="19"/>
                      <a:pt x="33" y="19"/>
                    </a:cubicBezTo>
                    <a:cubicBezTo>
                      <a:pt x="30" y="12"/>
                      <a:pt x="28" y="5"/>
                      <a:pt x="26" y="0"/>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3" name="Freeform 562"/>
              <p:cNvSpPr>
                <a:spLocks noEditPoints="1"/>
              </p:cNvSpPr>
              <p:nvPr/>
            </p:nvSpPr>
            <p:spPr bwMode="auto">
              <a:xfrm>
                <a:off x="5494" y="1230"/>
                <a:ext cx="138" cy="35"/>
              </a:xfrm>
              <a:custGeom>
                <a:avLst/>
                <a:gdLst>
                  <a:gd name="T0" fmla="*/ 70 w 72"/>
                  <a:gd name="T1" fmla="*/ 0 h 18"/>
                  <a:gd name="T2" fmla="*/ 48 w 72"/>
                  <a:gd name="T3" fmla="*/ 0 h 18"/>
                  <a:gd name="T4" fmla="*/ 48 w 72"/>
                  <a:gd name="T5" fmla="*/ 18 h 18"/>
                  <a:gd name="T6" fmla="*/ 72 w 72"/>
                  <a:gd name="T7" fmla="*/ 18 h 18"/>
                  <a:gd name="T8" fmla="*/ 70 w 72"/>
                  <a:gd name="T9" fmla="*/ 0 h 18"/>
                  <a:gd name="T10" fmla="*/ 70 w 72"/>
                  <a:gd name="T11" fmla="*/ 0 h 18"/>
                  <a:gd name="T12" fmla="*/ 27 w 72"/>
                  <a:gd name="T13" fmla="*/ 0 h 18"/>
                  <a:gd name="T14" fmla="*/ 0 w 72"/>
                  <a:gd name="T15" fmla="*/ 0 h 18"/>
                  <a:gd name="T16" fmla="*/ 3 w 72"/>
                  <a:gd name="T17" fmla="*/ 18 h 18"/>
                  <a:gd name="T18" fmla="*/ 33 w 72"/>
                  <a:gd name="T19" fmla="*/ 18 h 18"/>
                  <a:gd name="T20" fmla="*/ 27 w 7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8">
                    <a:moveTo>
                      <a:pt x="70" y="0"/>
                    </a:moveTo>
                    <a:cubicBezTo>
                      <a:pt x="48" y="0"/>
                      <a:pt x="48" y="0"/>
                      <a:pt x="48" y="0"/>
                    </a:cubicBezTo>
                    <a:cubicBezTo>
                      <a:pt x="48" y="6"/>
                      <a:pt x="48" y="12"/>
                      <a:pt x="48" y="18"/>
                    </a:cubicBezTo>
                    <a:cubicBezTo>
                      <a:pt x="72" y="18"/>
                      <a:pt x="72" y="18"/>
                      <a:pt x="72" y="18"/>
                    </a:cubicBezTo>
                    <a:cubicBezTo>
                      <a:pt x="71" y="10"/>
                      <a:pt x="71" y="3"/>
                      <a:pt x="70" y="0"/>
                    </a:cubicBezTo>
                    <a:cubicBezTo>
                      <a:pt x="70" y="0"/>
                      <a:pt x="70" y="0"/>
                      <a:pt x="70" y="0"/>
                    </a:cubicBezTo>
                    <a:close/>
                    <a:moveTo>
                      <a:pt x="27" y="0"/>
                    </a:moveTo>
                    <a:cubicBezTo>
                      <a:pt x="0" y="0"/>
                      <a:pt x="0" y="0"/>
                      <a:pt x="0" y="0"/>
                    </a:cubicBezTo>
                    <a:cubicBezTo>
                      <a:pt x="1" y="5"/>
                      <a:pt x="2" y="11"/>
                      <a:pt x="3" y="18"/>
                    </a:cubicBezTo>
                    <a:cubicBezTo>
                      <a:pt x="33" y="18"/>
                      <a:pt x="33" y="18"/>
                      <a:pt x="33" y="18"/>
                    </a:cubicBezTo>
                    <a:cubicBezTo>
                      <a:pt x="31" y="11"/>
                      <a:pt x="29" y="5"/>
                      <a:pt x="27" y="0"/>
                    </a:cubicBez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4" name="Freeform 563"/>
              <p:cNvSpPr>
                <a:spLocks noEditPoints="1"/>
              </p:cNvSpPr>
              <p:nvPr/>
            </p:nvSpPr>
            <p:spPr bwMode="auto">
              <a:xfrm>
                <a:off x="5496" y="1232"/>
                <a:ext cx="136" cy="35"/>
              </a:xfrm>
              <a:custGeom>
                <a:avLst/>
                <a:gdLst>
                  <a:gd name="T0" fmla="*/ 69 w 71"/>
                  <a:gd name="T1" fmla="*/ 0 h 18"/>
                  <a:gd name="T2" fmla="*/ 47 w 71"/>
                  <a:gd name="T3" fmla="*/ 0 h 18"/>
                  <a:gd name="T4" fmla="*/ 47 w 71"/>
                  <a:gd name="T5" fmla="*/ 18 h 18"/>
                  <a:gd name="T6" fmla="*/ 71 w 71"/>
                  <a:gd name="T7" fmla="*/ 18 h 18"/>
                  <a:gd name="T8" fmla="*/ 69 w 71"/>
                  <a:gd name="T9" fmla="*/ 0 h 18"/>
                  <a:gd name="T10" fmla="*/ 26 w 71"/>
                  <a:gd name="T11" fmla="*/ 0 h 18"/>
                  <a:gd name="T12" fmla="*/ 0 w 71"/>
                  <a:gd name="T13" fmla="*/ 0 h 18"/>
                  <a:gd name="T14" fmla="*/ 3 w 71"/>
                  <a:gd name="T15" fmla="*/ 18 h 18"/>
                  <a:gd name="T16" fmla="*/ 32 w 71"/>
                  <a:gd name="T17" fmla="*/ 18 h 18"/>
                  <a:gd name="T18" fmla="*/ 26 w 71"/>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18">
                    <a:moveTo>
                      <a:pt x="69" y="0"/>
                    </a:moveTo>
                    <a:cubicBezTo>
                      <a:pt x="47" y="0"/>
                      <a:pt x="47" y="0"/>
                      <a:pt x="47" y="0"/>
                    </a:cubicBezTo>
                    <a:cubicBezTo>
                      <a:pt x="47" y="6"/>
                      <a:pt x="47" y="12"/>
                      <a:pt x="47" y="18"/>
                    </a:cubicBezTo>
                    <a:cubicBezTo>
                      <a:pt x="71" y="18"/>
                      <a:pt x="71" y="18"/>
                      <a:pt x="71" y="18"/>
                    </a:cubicBezTo>
                    <a:cubicBezTo>
                      <a:pt x="70" y="11"/>
                      <a:pt x="70" y="4"/>
                      <a:pt x="69" y="0"/>
                    </a:cubicBezTo>
                    <a:close/>
                    <a:moveTo>
                      <a:pt x="26" y="0"/>
                    </a:moveTo>
                    <a:cubicBezTo>
                      <a:pt x="0" y="0"/>
                      <a:pt x="0" y="0"/>
                      <a:pt x="0" y="0"/>
                    </a:cubicBezTo>
                    <a:cubicBezTo>
                      <a:pt x="0" y="5"/>
                      <a:pt x="1" y="12"/>
                      <a:pt x="3" y="18"/>
                    </a:cubicBezTo>
                    <a:cubicBezTo>
                      <a:pt x="32" y="18"/>
                      <a:pt x="32" y="18"/>
                      <a:pt x="32" y="18"/>
                    </a:cubicBezTo>
                    <a:cubicBezTo>
                      <a:pt x="30" y="11"/>
                      <a:pt x="28" y="5"/>
                      <a:pt x="26" y="0"/>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5" name="Freeform 564"/>
              <p:cNvSpPr>
                <a:spLocks noEditPoints="1"/>
              </p:cNvSpPr>
              <p:nvPr/>
            </p:nvSpPr>
            <p:spPr bwMode="auto">
              <a:xfrm>
                <a:off x="5496" y="1234"/>
                <a:ext cx="136" cy="35"/>
              </a:xfrm>
              <a:custGeom>
                <a:avLst/>
                <a:gdLst>
                  <a:gd name="T0" fmla="*/ 69 w 71"/>
                  <a:gd name="T1" fmla="*/ 0 h 18"/>
                  <a:gd name="T2" fmla="*/ 47 w 71"/>
                  <a:gd name="T3" fmla="*/ 0 h 18"/>
                  <a:gd name="T4" fmla="*/ 47 w 71"/>
                  <a:gd name="T5" fmla="*/ 18 h 18"/>
                  <a:gd name="T6" fmla="*/ 71 w 71"/>
                  <a:gd name="T7" fmla="*/ 18 h 18"/>
                  <a:gd name="T8" fmla="*/ 69 w 71"/>
                  <a:gd name="T9" fmla="*/ 0 h 18"/>
                  <a:gd name="T10" fmla="*/ 27 w 71"/>
                  <a:gd name="T11" fmla="*/ 0 h 18"/>
                  <a:gd name="T12" fmla="*/ 0 w 71"/>
                  <a:gd name="T13" fmla="*/ 0 h 18"/>
                  <a:gd name="T14" fmla="*/ 3 w 71"/>
                  <a:gd name="T15" fmla="*/ 18 h 18"/>
                  <a:gd name="T16" fmla="*/ 33 w 71"/>
                  <a:gd name="T17" fmla="*/ 18 h 18"/>
                  <a:gd name="T18" fmla="*/ 33 w 71"/>
                  <a:gd name="T19" fmla="*/ 18 h 18"/>
                  <a:gd name="T20" fmla="*/ 27 w 7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
                    <a:moveTo>
                      <a:pt x="69" y="0"/>
                    </a:moveTo>
                    <a:cubicBezTo>
                      <a:pt x="47" y="0"/>
                      <a:pt x="47" y="0"/>
                      <a:pt x="47" y="0"/>
                    </a:cubicBezTo>
                    <a:cubicBezTo>
                      <a:pt x="47" y="6"/>
                      <a:pt x="47" y="13"/>
                      <a:pt x="47" y="18"/>
                    </a:cubicBezTo>
                    <a:cubicBezTo>
                      <a:pt x="71" y="18"/>
                      <a:pt x="71" y="18"/>
                      <a:pt x="71" y="18"/>
                    </a:cubicBezTo>
                    <a:cubicBezTo>
                      <a:pt x="71" y="11"/>
                      <a:pt x="70" y="4"/>
                      <a:pt x="69" y="0"/>
                    </a:cubicBezTo>
                    <a:close/>
                    <a:moveTo>
                      <a:pt x="27" y="0"/>
                    </a:moveTo>
                    <a:cubicBezTo>
                      <a:pt x="0" y="0"/>
                      <a:pt x="0" y="0"/>
                      <a:pt x="0" y="0"/>
                    </a:cubicBezTo>
                    <a:cubicBezTo>
                      <a:pt x="1" y="6"/>
                      <a:pt x="2" y="12"/>
                      <a:pt x="3" y="18"/>
                    </a:cubicBezTo>
                    <a:cubicBezTo>
                      <a:pt x="33" y="18"/>
                      <a:pt x="33" y="18"/>
                      <a:pt x="33" y="18"/>
                    </a:cubicBezTo>
                    <a:cubicBezTo>
                      <a:pt x="33" y="18"/>
                      <a:pt x="33" y="18"/>
                      <a:pt x="33" y="18"/>
                    </a:cubicBezTo>
                    <a:cubicBezTo>
                      <a:pt x="31" y="11"/>
                      <a:pt x="29" y="5"/>
                      <a:pt x="27"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6" name="Freeform 565"/>
              <p:cNvSpPr>
                <a:spLocks noEditPoints="1"/>
              </p:cNvSpPr>
              <p:nvPr/>
            </p:nvSpPr>
            <p:spPr bwMode="auto">
              <a:xfrm>
                <a:off x="5496" y="1236"/>
                <a:ext cx="138" cy="37"/>
              </a:xfrm>
              <a:custGeom>
                <a:avLst/>
                <a:gdLst>
                  <a:gd name="T0" fmla="*/ 70 w 72"/>
                  <a:gd name="T1" fmla="*/ 0 h 19"/>
                  <a:gd name="T2" fmla="*/ 47 w 72"/>
                  <a:gd name="T3" fmla="*/ 0 h 19"/>
                  <a:gd name="T4" fmla="*/ 47 w 72"/>
                  <a:gd name="T5" fmla="*/ 19 h 19"/>
                  <a:gd name="T6" fmla="*/ 72 w 72"/>
                  <a:gd name="T7" fmla="*/ 19 h 19"/>
                  <a:gd name="T8" fmla="*/ 70 w 72"/>
                  <a:gd name="T9" fmla="*/ 0 h 19"/>
                  <a:gd name="T10" fmla="*/ 27 w 72"/>
                  <a:gd name="T11" fmla="*/ 0 h 19"/>
                  <a:gd name="T12" fmla="*/ 0 w 72"/>
                  <a:gd name="T13" fmla="*/ 0 h 19"/>
                  <a:gd name="T14" fmla="*/ 3 w 72"/>
                  <a:gd name="T15" fmla="*/ 19 h 19"/>
                  <a:gd name="T16" fmla="*/ 33 w 72"/>
                  <a:gd name="T17" fmla="*/ 19 h 19"/>
                  <a:gd name="T18" fmla="*/ 33 w 72"/>
                  <a:gd name="T19" fmla="*/ 17 h 19"/>
                  <a:gd name="T20" fmla="*/ 27 w 72"/>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9">
                    <a:moveTo>
                      <a:pt x="70" y="0"/>
                    </a:moveTo>
                    <a:cubicBezTo>
                      <a:pt x="47" y="0"/>
                      <a:pt x="47" y="0"/>
                      <a:pt x="47" y="0"/>
                    </a:cubicBezTo>
                    <a:cubicBezTo>
                      <a:pt x="47" y="7"/>
                      <a:pt x="47" y="13"/>
                      <a:pt x="47" y="19"/>
                    </a:cubicBezTo>
                    <a:cubicBezTo>
                      <a:pt x="72" y="19"/>
                      <a:pt x="72" y="19"/>
                      <a:pt x="72" y="19"/>
                    </a:cubicBezTo>
                    <a:cubicBezTo>
                      <a:pt x="71" y="12"/>
                      <a:pt x="70" y="5"/>
                      <a:pt x="70" y="0"/>
                    </a:cubicBezTo>
                    <a:close/>
                    <a:moveTo>
                      <a:pt x="27" y="0"/>
                    </a:moveTo>
                    <a:cubicBezTo>
                      <a:pt x="0" y="0"/>
                      <a:pt x="0" y="0"/>
                      <a:pt x="0" y="0"/>
                    </a:cubicBezTo>
                    <a:cubicBezTo>
                      <a:pt x="1" y="6"/>
                      <a:pt x="2" y="12"/>
                      <a:pt x="3" y="19"/>
                    </a:cubicBezTo>
                    <a:cubicBezTo>
                      <a:pt x="33" y="19"/>
                      <a:pt x="33" y="19"/>
                      <a:pt x="33" y="19"/>
                    </a:cubicBezTo>
                    <a:cubicBezTo>
                      <a:pt x="33" y="17"/>
                      <a:pt x="33" y="17"/>
                      <a:pt x="33" y="17"/>
                    </a:cubicBezTo>
                    <a:cubicBezTo>
                      <a:pt x="31" y="11"/>
                      <a:pt x="29" y="5"/>
                      <a:pt x="27" y="0"/>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7" name="Freeform 566"/>
              <p:cNvSpPr>
                <a:spLocks noEditPoints="1"/>
              </p:cNvSpPr>
              <p:nvPr/>
            </p:nvSpPr>
            <p:spPr bwMode="auto">
              <a:xfrm>
                <a:off x="5496" y="1240"/>
                <a:ext cx="138" cy="34"/>
              </a:xfrm>
              <a:custGeom>
                <a:avLst/>
                <a:gdLst>
                  <a:gd name="T0" fmla="*/ 70 w 72"/>
                  <a:gd name="T1" fmla="*/ 0 h 18"/>
                  <a:gd name="T2" fmla="*/ 47 w 72"/>
                  <a:gd name="T3" fmla="*/ 0 h 18"/>
                  <a:gd name="T4" fmla="*/ 47 w 72"/>
                  <a:gd name="T5" fmla="*/ 18 h 18"/>
                  <a:gd name="T6" fmla="*/ 72 w 72"/>
                  <a:gd name="T7" fmla="*/ 18 h 18"/>
                  <a:gd name="T8" fmla="*/ 70 w 72"/>
                  <a:gd name="T9" fmla="*/ 0 h 18"/>
                  <a:gd name="T10" fmla="*/ 28 w 72"/>
                  <a:gd name="T11" fmla="*/ 0 h 18"/>
                  <a:gd name="T12" fmla="*/ 0 w 72"/>
                  <a:gd name="T13" fmla="*/ 0 h 18"/>
                  <a:gd name="T14" fmla="*/ 3 w 72"/>
                  <a:gd name="T15" fmla="*/ 18 h 18"/>
                  <a:gd name="T16" fmla="*/ 33 w 72"/>
                  <a:gd name="T17" fmla="*/ 18 h 18"/>
                  <a:gd name="T18" fmla="*/ 33 w 72"/>
                  <a:gd name="T19" fmla="*/ 15 h 18"/>
                  <a:gd name="T20" fmla="*/ 28 w 7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8">
                    <a:moveTo>
                      <a:pt x="70" y="0"/>
                    </a:moveTo>
                    <a:cubicBezTo>
                      <a:pt x="47" y="0"/>
                      <a:pt x="47" y="0"/>
                      <a:pt x="47" y="0"/>
                    </a:cubicBezTo>
                    <a:cubicBezTo>
                      <a:pt x="47" y="6"/>
                      <a:pt x="47" y="12"/>
                      <a:pt x="47" y="18"/>
                    </a:cubicBezTo>
                    <a:cubicBezTo>
                      <a:pt x="72" y="18"/>
                      <a:pt x="72" y="18"/>
                      <a:pt x="72" y="18"/>
                    </a:cubicBezTo>
                    <a:cubicBezTo>
                      <a:pt x="71" y="11"/>
                      <a:pt x="70" y="4"/>
                      <a:pt x="70" y="0"/>
                    </a:cubicBezTo>
                    <a:close/>
                    <a:moveTo>
                      <a:pt x="28" y="0"/>
                    </a:moveTo>
                    <a:cubicBezTo>
                      <a:pt x="0" y="0"/>
                      <a:pt x="0" y="0"/>
                      <a:pt x="0" y="0"/>
                    </a:cubicBezTo>
                    <a:cubicBezTo>
                      <a:pt x="1" y="5"/>
                      <a:pt x="2" y="12"/>
                      <a:pt x="3" y="18"/>
                    </a:cubicBezTo>
                    <a:cubicBezTo>
                      <a:pt x="33" y="18"/>
                      <a:pt x="33" y="18"/>
                      <a:pt x="33" y="18"/>
                    </a:cubicBezTo>
                    <a:cubicBezTo>
                      <a:pt x="33" y="17"/>
                      <a:pt x="33" y="16"/>
                      <a:pt x="33" y="15"/>
                    </a:cubicBezTo>
                    <a:cubicBezTo>
                      <a:pt x="31" y="9"/>
                      <a:pt x="29" y="4"/>
                      <a:pt x="28"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8" name="Freeform 567"/>
              <p:cNvSpPr>
                <a:spLocks noEditPoints="1"/>
              </p:cNvSpPr>
              <p:nvPr/>
            </p:nvSpPr>
            <p:spPr bwMode="auto">
              <a:xfrm>
                <a:off x="5496" y="1242"/>
                <a:ext cx="138" cy="34"/>
              </a:xfrm>
              <a:custGeom>
                <a:avLst/>
                <a:gdLst>
                  <a:gd name="T0" fmla="*/ 70 w 72"/>
                  <a:gd name="T1" fmla="*/ 0 h 18"/>
                  <a:gd name="T2" fmla="*/ 47 w 72"/>
                  <a:gd name="T3" fmla="*/ 0 h 18"/>
                  <a:gd name="T4" fmla="*/ 47 w 72"/>
                  <a:gd name="T5" fmla="*/ 18 h 18"/>
                  <a:gd name="T6" fmla="*/ 72 w 72"/>
                  <a:gd name="T7" fmla="*/ 18 h 18"/>
                  <a:gd name="T8" fmla="*/ 70 w 72"/>
                  <a:gd name="T9" fmla="*/ 0 h 18"/>
                  <a:gd name="T10" fmla="*/ 28 w 72"/>
                  <a:gd name="T11" fmla="*/ 0 h 18"/>
                  <a:gd name="T12" fmla="*/ 0 w 72"/>
                  <a:gd name="T13" fmla="*/ 0 h 18"/>
                  <a:gd name="T14" fmla="*/ 3 w 72"/>
                  <a:gd name="T15" fmla="*/ 18 h 18"/>
                  <a:gd name="T16" fmla="*/ 34 w 72"/>
                  <a:gd name="T17" fmla="*/ 18 h 18"/>
                  <a:gd name="T18" fmla="*/ 33 w 72"/>
                  <a:gd name="T19" fmla="*/ 14 h 18"/>
                  <a:gd name="T20" fmla="*/ 28 w 7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8">
                    <a:moveTo>
                      <a:pt x="70" y="0"/>
                    </a:moveTo>
                    <a:cubicBezTo>
                      <a:pt x="47" y="0"/>
                      <a:pt x="47" y="0"/>
                      <a:pt x="47" y="0"/>
                    </a:cubicBezTo>
                    <a:cubicBezTo>
                      <a:pt x="47" y="6"/>
                      <a:pt x="47" y="13"/>
                      <a:pt x="47" y="18"/>
                    </a:cubicBezTo>
                    <a:cubicBezTo>
                      <a:pt x="72" y="18"/>
                      <a:pt x="72" y="18"/>
                      <a:pt x="72" y="18"/>
                    </a:cubicBezTo>
                    <a:cubicBezTo>
                      <a:pt x="71" y="12"/>
                      <a:pt x="70" y="5"/>
                      <a:pt x="70" y="0"/>
                    </a:cubicBezTo>
                    <a:close/>
                    <a:moveTo>
                      <a:pt x="28" y="0"/>
                    </a:moveTo>
                    <a:cubicBezTo>
                      <a:pt x="0" y="0"/>
                      <a:pt x="0" y="0"/>
                      <a:pt x="0" y="0"/>
                    </a:cubicBezTo>
                    <a:cubicBezTo>
                      <a:pt x="1" y="6"/>
                      <a:pt x="2" y="12"/>
                      <a:pt x="3" y="18"/>
                    </a:cubicBezTo>
                    <a:cubicBezTo>
                      <a:pt x="34" y="18"/>
                      <a:pt x="34" y="18"/>
                      <a:pt x="34" y="18"/>
                    </a:cubicBezTo>
                    <a:cubicBezTo>
                      <a:pt x="33" y="17"/>
                      <a:pt x="33" y="15"/>
                      <a:pt x="33" y="14"/>
                    </a:cubicBezTo>
                    <a:cubicBezTo>
                      <a:pt x="31" y="9"/>
                      <a:pt x="30" y="4"/>
                      <a:pt x="28"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9" name="Freeform 568"/>
              <p:cNvSpPr>
                <a:spLocks noEditPoints="1"/>
              </p:cNvSpPr>
              <p:nvPr/>
            </p:nvSpPr>
            <p:spPr bwMode="auto">
              <a:xfrm>
                <a:off x="5498" y="1244"/>
                <a:ext cx="136" cy="36"/>
              </a:xfrm>
              <a:custGeom>
                <a:avLst/>
                <a:gdLst>
                  <a:gd name="T0" fmla="*/ 69 w 71"/>
                  <a:gd name="T1" fmla="*/ 0 h 19"/>
                  <a:gd name="T2" fmla="*/ 46 w 71"/>
                  <a:gd name="T3" fmla="*/ 0 h 19"/>
                  <a:gd name="T4" fmla="*/ 46 w 71"/>
                  <a:gd name="T5" fmla="*/ 19 h 19"/>
                  <a:gd name="T6" fmla="*/ 71 w 71"/>
                  <a:gd name="T7" fmla="*/ 19 h 19"/>
                  <a:gd name="T8" fmla="*/ 69 w 71"/>
                  <a:gd name="T9" fmla="*/ 0 h 19"/>
                  <a:gd name="T10" fmla="*/ 28 w 71"/>
                  <a:gd name="T11" fmla="*/ 0 h 19"/>
                  <a:gd name="T12" fmla="*/ 0 w 71"/>
                  <a:gd name="T13" fmla="*/ 0 h 19"/>
                  <a:gd name="T14" fmla="*/ 3 w 71"/>
                  <a:gd name="T15" fmla="*/ 19 h 19"/>
                  <a:gd name="T16" fmla="*/ 33 w 71"/>
                  <a:gd name="T17" fmla="*/ 19 h 19"/>
                  <a:gd name="T18" fmla="*/ 32 w 71"/>
                  <a:gd name="T19" fmla="*/ 13 h 19"/>
                  <a:gd name="T20" fmla="*/ 28 w 71"/>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9">
                    <a:moveTo>
                      <a:pt x="69" y="0"/>
                    </a:moveTo>
                    <a:cubicBezTo>
                      <a:pt x="46" y="0"/>
                      <a:pt x="46" y="0"/>
                      <a:pt x="46" y="0"/>
                    </a:cubicBezTo>
                    <a:cubicBezTo>
                      <a:pt x="46" y="7"/>
                      <a:pt x="46" y="13"/>
                      <a:pt x="46" y="19"/>
                    </a:cubicBezTo>
                    <a:cubicBezTo>
                      <a:pt x="71" y="19"/>
                      <a:pt x="71" y="19"/>
                      <a:pt x="71" y="19"/>
                    </a:cubicBezTo>
                    <a:cubicBezTo>
                      <a:pt x="70" y="12"/>
                      <a:pt x="70" y="5"/>
                      <a:pt x="69" y="0"/>
                    </a:cubicBezTo>
                    <a:close/>
                    <a:moveTo>
                      <a:pt x="28" y="0"/>
                    </a:moveTo>
                    <a:cubicBezTo>
                      <a:pt x="0" y="0"/>
                      <a:pt x="0" y="0"/>
                      <a:pt x="0" y="0"/>
                    </a:cubicBezTo>
                    <a:cubicBezTo>
                      <a:pt x="1" y="6"/>
                      <a:pt x="2" y="12"/>
                      <a:pt x="3" y="19"/>
                    </a:cubicBezTo>
                    <a:cubicBezTo>
                      <a:pt x="33" y="19"/>
                      <a:pt x="33" y="19"/>
                      <a:pt x="33" y="19"/>
                    </a:cubicBezTo>
                    <a:cubicBezTo>
                      <a:pt x="33" y="17"/>
                      <a:pt x="32" y="15"/>
                      <a:pt x="32" y="13"/>
                    </a:cubicBezTo>
                    <a:cubicBezTo>
                      <a:pt x="30" y="9"/>
                      <a:pt x="29" y="4"/>
                      <a:pt x="28"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0" name="Freeform 569"/>
              <p:cNvSpPr>
                <a:spLocks noEditPoints="1"/>
              </p:cNvSpPr>
              <p:nvPr/>
            </p:nvSpPr>
            <p:spPr bwMode="auto">
              <a:xfrm>
                <a:off x="5498" y="1248"/>
                <a:ext cx="136" cy="34"/>
              </a:xfrm>
              <a:custGeom>
                <a:avLst/>
                <a:gdLst>
                  <a:gd name="T0" fmla="*/ 69 w 71"/>
                  <a:gd name="T1" fmla="*/ 0 h 18"/>
                  <a:gd name="T2" fmla="*/ 46 w 71"/>
                  <a:gd name="T3" fmla="*/ 0 h 18"/>
                  <a:gd name="T4" fmla="*/ 46 w 71"/>
                  <a:gd name="T5" fmla="*/ 18 h 18"/>
                  <a:gd name="T6" fmla="*/ 71 w 71"/>
                  <a:gd name="T7" fmla="*/ 18 h 18"/>
                  <a:gd name="T8" fmla="*/ 69 w 71"/>
                  <a:gd name="T9" fmla="*/ 0 h 18"/>
                  <a:gd name="T10" fmla="*/ 28 w 71"/>
                  <a:gd name="T11" fmla="*/ 0 h 18"/>
                  <a:gd name="T12" fmla="*/ 0 w 71"/>
                  <a:gd name="T13" fmla="*/ 0 h 18"/>
                  <a:gd name="T14" fmla="*/ 3 w 71"/>
                  <a:gd name="T15" fmla="*/ 18 h 18"/>
                  <a:gd name="T16" fmla="*/ 34 w 71"/>
                  <a:gd name="T17" fmla="*/ 18 h 18"/>
                  <a:gd name="T18" fmla="*/ 32 w 71"/>
                  <a:gd name="T19" fmla="*/ 11 h 18"/>
                  <a:gd name="T20" fmla="*/ 28 w 7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
                    <a:moveTo>
                      <a:pt x="69" y="0"/>
                    </a:moveTo>
                    <a:cubicBezTo>
                      <a:pt x="46" y="0"/>
                      <a:pt x="46" y="0"/>
                      <a:pt x="46" y="0"/>
                    </a:cubicBezTo>
                    <a:cubicBezTo>
                      <a:pt x="46" y="6"/>
                      <a:pt x="46" y="13"/>
                      <a:pt x="46" y="18"/>
                    </a:cubicBezTo>
                    <a:cubicBezTo>
                      <a:pt x="71" y="18"/>
                      <a:pt x="71" y="18"/>
                      <a:pt x="71" y="18"/>
                    </a:cubicBezTo>
                    <a:cubicBezTo>
                      <a:pt x="70" y="11"/>
                      <a:pt x="70" y="5"/>
                      <a:pt x="69" y="0"/>
                    </a:cubicBezTo>
                    <a:close/>
                    <a:moveTo>
                      <a:pt x="28" y="0"/>
                    </a:moveTo>
                    <a:cubicBezTo>
                      <a:pt x="0" y="0"/>
                      <a:pt x="0" y="0"/>
                      <a:pt x="0" y="0"/>
                    </a:cubicBezTo>
                    <a:cubicBezTo>
                      <a:pt x="1" y="5"/>
                      <a:pt x="2" y="12"/>
                      <a:pt x="3" y="18"/>
                    </a:cubicBezTo>
                    <a:cubicBezTo>
                      <a:pt x="34" y="18"/>
                      <a:pt x="34" y="18"/>
                      <a:pt x="34" y="18"/>
                    </a:cubicBezTo>
                    <a:cubicBezTo>
                      <a:pt x="33" y="16"/>
                      <a:pt x="32" y="13"/>
                      <a:pt x="32" y="11"/>
                    </a:cubicBezTo>
                    <a:cubicBezTo>
                      <a:pt x="30" y="7"/>
                      <a:pt x="29" y="3"/>
                      <a:pt x="28"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1" name="Freeform 570"/>
              <p:cNvSpPr>
                <a:spLocks noEditPoints="1"/>
              </p:cNvSpPr>
              <p:nvPr/>
            </p:nvSpPr>
            <p:spPr bwMode="auto">
              <a:xfrm>
                <a:off x="5498" y="1250"/>
                <a:ext cx="136" cy="34"/>
              </a:xfrm>
              <a:custGeom>
                <a:avLst/>
                <a:gdLst>
                  <a:gd name="T0" fmla="*/ 69 w 71"/>
                  <a:gd name="T1" fmla="*/ 0 h 18"/>
                  <a:gd name="T2" fmla="*/ 46 w 71"/>
                  <a:gd name="T3" fmla="*/ 0 h 18"/>
                  <a:gd name="T4" fmla="*/ 46 w 71"/>
                  <a:gd name="T5" fmla="*/ 18 h 18"/>
                  <a:gd name="T6" fmla="*/ 71 w 71"/>
                  <a:gd name="T7" fmla="*/ 18 h 18"/>
                  <a:gd name="T8" fmla="*/ 69 w 71"/>
                  <a:gd name="T9" fmla="*/ 0 h 18"/>
                  <a:gd name="T10" fmla="*/ 28 w 71"/>
                  <a:gd name="T11" fmla="*/ 0 h 18"/>
                  <a:gd name="T12" fmla="*/ 0 w 71"/>
                  <a:gd name="T13" fmla="*/ 0 h 18"/>
                  <a:gd name="T14" fmla="*/ 3 w 71"/>
                  <a:gd name="T15" fmla="*/ 18 h 18"/>
                  <a:gd name="T16" fmla="*/ 34 w 71"/>
                  <a:gd name="T17" fmla="*/ 18 h 18"/>
                  <a:gd name="T18" fmla="*/ 32 w 71"/>
                  <a:gd name="T19" fmla="*/ 10 h 18"/>
                  <a:gd name="T20" fmla="*/ 28 w 7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
                    <a:moveTo>
                      <a:pt x="69" y="0"/>
                    </a:moveTo>
                    <a:cubicBezTo>
                      <a:pt x="46" y="0"/>
                      <a:pt x="46" y="0"/>
                      <a:pt x="46" y="0"/>
                    </a:cubicBezTo>
                    <a:cubicBezTo>
                      <a:pt x="46" y="6"/>
                      <a:pt x="46" y="13"/>
                      <a:pt x="46" y="18"/>
                    </a:cubicBezTo>
                    <a:cubicBezTo>
                      <a:pt x="71" y="18"/>
                      <a:pt x="71" y="18"/>
                      <a:pt x="71" y="18"/>
                    </a:cubicBezTo>
                    <a:cubicBezTo>
                      <a:pt x="71" y="12"/>
                      <a:pt x="70" y="5"/>
                      <a:pt x="69" y="0"/>
                    </a:cubicBezTo>
                    <a:close/>
                    <a:moveTo>
                      <a:pt x="28" y="0"/>
                    </a:moveTo>
                    <a:cubicBezTo>
                      <a:pt x="0" y="0"/>
                      <a:pt x="0" y="0"/>
                      <a:pt x="0" y="0"/>
                    </a:cubicBezTo>
                    <a:cubicBezTo>
                      <a:pt x="1" y="6"/>
                      <a:pt x="2" y="12"/>
                      <a:pt x="3" y="18"/>
                    </a:cubicBezTo>
                    <a:cubicBezTo>
                      <a:pt x="34" y="18"/>
                      <a:pt x="34" y="18"/>
                      <a:pt x="34" y="18"/>
                    </a:cubicBezTo>
                    <a:cubicBezTo>
                      <a:pt x="33" y="15"/>
                      <a:pt x="32" y="13"/>
                      <a:pt x="32" y="10"/>
                    </a:cubicBezTo>
                    <a:cubicBezTo>
                      <a:pt x="31" y="6"/>
                      <a:pt x="30" y="3"/>
                      <a:pt x="28" y="0"/>
                    </a:cubicBez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2" name="Freeform 571"/>
              <p:cNvSpPr>
                <a:spLocks noEditPoints="1"/>
              </p:cNvSpPr>
              <p:nvPr/>
            </p:nvSpPr>
            <p:spPr bwMode="auto">
              <a:xfrm>
                <a:off x="5498" y="1251"/>
                <a:ext cx="136" cy="35"/>
              </a:xfrm>
              <a:custGeom>
                <a:avLst/>
                <a:gdLst>
                  <a:gd name="T0" fmla="*/ 69 w 71"/>
                  <a:gd name="T1" fmla="*/ 0 h 18"/>
                  <a:gd name="T2" fmla="*/ 46 w 71"/>
                  <a:gd name="T3" fmla="*/ 0 h 18"/>
                  <a:gd name="T4" fmla="*/ 46 w 71"/>
                  <a:gd name="T5" fmla="*/ 18 h 18"/>
                  <a:gd name="T6" fmla="*/ 71 w 71"/>
                  <a:gd name="T7" fmla="*/ 18 h 18"/>
                  <a:gd name="T8" fmla="*/ 69 w 71"/>
                  <a:gd name="T9" fmla="*/ 0 h 18"/>
                  <a:gd name="T10" fmla="*/ 29 w 71"/>
                  <a:gd name="T11" fmla="*/ 0 h 18"/>
                  <a:gd name="T12" fmla="*/ 0 w 71"/>
                  <a:gd name="T13" fmla="*/ 0 h 18"/>
                  <a:gd name="T14" fmla="*/ 3 w 71"/>
                  <a:gd name="T15" fmla="*/ 18 h 18"/>
                  <a:gd name="T16" fmla="*/ 34 w 71"/>
                  <a:gd name="T17" fmla="*/ 18 h 18"/>
                  <a:gd name="T18" fmla="*/ 32 w 71"/>
                  <a:gd name="T19" fmla="*/ 9 h 18"/>
                  <a:gd name="T20" fmla="*/ 29 w 7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
                    <a:moveTo>
                      <a:pt x="69" y="0"/>
                    </a:moveTo>
                    <a:cubicBezTo>
                      <a:pt x="46" y="0"/>
                      <a:pt x="46" y="0"/>
                      <a:pt x="46" y="0"/>
                    </a:cubicBezTo>
                    <a:cubicBezTo>
                      <a:pt x="46" y="7"/>
                      <a:pt x="46" y="13"/>
                      <a:pt x="46" y="18"/>
                    </a:cubicBezTo>
                    <a:cubicBezTo>
                      <a:pt x="71" y="18"/>
                      <a:pt x="71" y="18"/>
                      <a:pt x="71" y="18"/>
                    </a:cubicBezTo>
                    <a:cubicBezTo>
                      <a:pt x="71" y="12"/>
                      <a:pt x="70" y="6"/>
                      <a:pt x="69" y="0"/>
                    </a:cubicBezTo>
                    <a:close/>
                    <a:moveTo>
                      <a:pt x="29" y="0"/>
                    </a:moveTo>
                    <a:cubicBezTo>
                      <a:pt x="0" y="0"/>
                      <a:pt x="0" y="0"/>
                      <a:pt x="0" y="0"/>
                    </a:cubicBezTo>
                    <a:cubicBezTo>
                      <a:pt x="1" y="6"/>
                      <a:pt x="2" y="12"/>
                      <a:pt x="3" y="18"/>
                    </a:cubicBezTo>
                    <a:cubicBezTo>
                      <a:pt x="34" y="18"/>
                      <a:pt x="34" y="18"/>
                      <a:pt x="34" y="18"/>
                    </a:cubicBezTo>
                    <a:cubicBezTo>
                      <a:pt x="33" y="15"/>
                      <a:pt x="33" y="12"/>
                      <a:pt x="32" y="9"/>
                    </a:cubicBezTo>
                    <a:cubicBezTo>
                      <a:pt x="31" y="6"/>
                      <a:pt x="30" y="3"/>
                      <a:pt x="29"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3" name="Freeform 572"/>
              <p:cNvSpPr>
                <a:spLocks noEditPoints="1"/>
              </p:cNvSpPr>
              <p:nvPr/>
            </p:nvSpPr>
            <p:spPr bwMode="auto">
              <a:xfrm>
                <a:off x="5498" y="1253"/>
                <a:ext cx="138" cy="37"/>
              </a:xfrm>
              <a:custGeom>
                <a:avLst/>
                <a:gdLst>
                  <a:gd name="T0" fmla="*/ 70 w 72"/>
                  <a:gd name="T1" fmla="*/ 0 h 19"/>
                  <a:gd name="T2" fmla="*/ 46 w 72"/>
                  <a:gd name="T3" fmla="*/ 0 h 19"/>
                  <a:gd name="T4" fmla="*/ 46 w 72"/>
                  <a:gd name="T5" fmla="*/ 19 h 19"/>
                  <a:gd name="T6" fmla="*/ 72 w 72"/>
                  <a:gd name="T7" fmla="*/ 19 h 19"/>
                  <a:gd name="T8" fmla="*/ 70 w 72"/>
                  <a:gd name="T9" fmla="*/ 0 h 19"/>
                  <a:gd name="T10" fmla="*/ 29 w 72"/>
                  <a:gd name="T11" fmla="*/ 0 h 19"/>
                  <a:gd name="T12" fmla="*/ 0 w 72"/>
                  <a:gd name="T13" fmla="*/ 0 h 19"/>
                  <a:gd name="T14" fmla="*/ 3 w 72"/>
                  <a:gd name="T15" fmla="*/ 19 h 19"/>
                  <a:gd name="T16" fmla="*/ 35 w 72"/>
                  <a:gd name="T17" fmla="*/ 19 h 19"/>
                  <a:gd name="T18" fmla="*/ 32 w 72"/>
                  <a:gd name="T19" fmla="*/ 8 h 19"/>
                  <a:gd name="T20" fmla="*/ 29 w 72"/>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9">
                    <a:moveTo>
                      <a:pt x="70" y="0"/>
                    </a:moveTo>
                    <a:cubicBezTo>
                      <a:pt x="46" y="0"/>
                      <a:pt x="46" y="0"/>
                      <a:pt x="46" y="0"/>
                    </a:cubicBezTo>
                    <a:cubicBezTo>
                      <a:pt x="46" y="7"/>
                      <a:pt x="46" y="14"/>
                      <a:pt x="46" y="19"/>
                    </a:cubicBezTo>
                    <a:cubicBezTo>
                      <a:pt x="72" y="19"/>
                      <a:pt x="72" y="19"/>
                      <a:pt x="72" y="19"/>
                    </a:cubicBezTo>
                    <a:cubicBezTo>
                      <a:pt x="71" y="12"/>
                      <a:pt x="70" y="6"/>
                      <a:pt x="70" y="0"/>
                    </a:cubicBezTo>
                    <a:close/>
                    <a:moveTo>
                      <a:pt x="29" y="0"/>
                    </a:moveTo>
                    <a:cubicBezTo>
                      <a:pt x="0" y="0"/>
                      <a:pt x="0" y="0"/>
                      <a:pt x="0" y="0"/>
                    </a:cubicBezTo>
                    <a:cubicBezTo>
                      <a:pt x="1" y="6"/>
                      <a:pt x="2" y="12"/>
                      <a:pt x="3" y="19"/>
                    </a:cubicBezTo>
                    <a:cubicBezTo>
                      <a:pt x="35" y="19"/>
                      <a:pt x="35" y="19"/>
                      <a:pt x="35" y="19"/>
                    </a:cubicBezTo>
                    <a:cubicBezTo>
                      <a:pt x="34" y="15"/>
                      <a:pt x="33" y="12"/>
                      <a:pt x="32" y="8"/>
                    </a:cubicBezTo>
                    <a:cubicBezTo>
                      <a:pt x="31" y="5"/>
                      <a:pt x="30" y="3"/>
                      <a:pt x="29" y="0"/>
                    </a:cubicBezTo>
                    <a:close/>
                  </a:path>
                </a:pathLst>
              </a:custGeom>
              <a:solidFill>
                <a:srgbClr val="F8F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4" name="Freeform 573"/>
              <p:cNvSpPr>
                <a:spLocks noEditPoints="1"/>
              </p:cNvSpPr>
              <p:nvPr/>
            </p:nvSpPr>
            <p:spPr bwMode="auto">
              <a:xfrm>
                <a:off x="5500" y="1257"/>
                <a:ext cx="136" cy="35"/>
              </a:xfrm>
              <a:custGeom>
                <a:avLst/>
                <a:gdLst>
                  <a:gd name="T0" fmla="*/ 69 w 71"/>
                  <a:gd name="T1" fmla="*/ 0 h 18"/>
                  <a:gd name="T2" fmla="*/ 45 w 71"/>
                  <a:gd name="T3" fmla="*/ 0 h 18"/>
                  <a:gd name="T4" fmla="*/ 45 w 71"/>
                  <a:gd name="T5" fmla="*/ 18 h 18"/>
                  <a:gd name="T6" fmla="*/ 71 w 71"/>
                  <a:gd name="T7" fmla="*/ 18 h 18"/>
                  <a:gd name="T8" fmla="*/ 69 w 71"/>
                  <a:gd name="T9" fmla="*/ 0 h 18"/>
                  <a:gd name="T10" fmla="*/ 29 w 71"/>
                  <a:gd name="T11" fmla="*/ 0 h 18"/>
                  <a:gd name="T12" fmla="*/ 0 w 71"/>
                  <a:gd name="T13" fmla="*/ 0 h 18"/>
                  <a:gd name="T14" fmla="*/ 3 w 71"/>
                  <a:gd name="T15" fmla="*/ 18 h 18"/>
                  <a:gd name="T16" fmla="*/ 34 w 71"/>
                  <a:gd name="T17" fmla="*/ 18 h 18"/>
                  <a:gd name="T18" fmla="*/ 31 w 71"/>
                  <a:gd name="T19" fmla="*/ 6 h 18"/>
                  <a:gd name="T20" fmla="*/ 29 w 7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
                    <a:moveTo>
                      <a:pt x="69" y="0"/>
                    </a:moveTo>
                    <a:cubicBezTo>
                      <a:pt x="45" y="0"/>
                      <a:pt x="45" y="0"/>
                      <a:pt x="45" y="0"/>
                    </a:cubicBezTo>
                    <a:cubicBezTo>
                      <a:pt x="45" y="7"/>
                      <a:pt x="45" y="13"/>
                      <a:pt x="45" y="18"/>
                    </a:cubicBezTo>
                    <a:cubicBezTo>
                      <a:pt x="71" y="18"/>
                      <a:pt x="71" y="18"/>
                      <a:pt x="71" y="18"/>
                    </a:cubicBezTo>
                    <a:cubicBezTo>
                      <a:pt x="70" y="12"/>
                      <a:pt x="69" y="5"/>
                      <a:pt x="69" y="0"/>
                    </a:cubicBezTo>
                    <a:close/>
                    <a:moveTo>
                      <a:pt x="29" y="0"/>
                    </a:moveTo>
                    <a:cubicBezTo>
                      <a:pt x="0" y="0"/>
                      <a:pt x="0" y="0"/>
                      <a:pt x="0" y="0"/>
                    </a:cubicBezTo>
                    <a:cubicBezTo>
                      <a:pt x="1" y="6"/>
                      <a:pt x="2" y="12"/>
                      <a:pt x="3" y="18"/>
                    </a:cubicBezTo>
                    <a:cubicBezTo>
                      <a:pt x="34" y="18"/>
                      <a:pt x="34" y="18"/>
                      <a:pt x="34" y="18"/>
                    </a:cubicBezTo>
                    <a:cubicBezTo>
                      <a:pt x="33" y="14"/>
                      <a:pt x="32" y="10"/>
                      <a:pt x="31" y="6"/>
                    </a:cubicBezTo>
                    <a:cubicBezTo>
                      <a:pt x="30" y="4"/>
                      <a:pt x="29" y="2"/>
                      <a:pt x="29" y="0"/>
                    </a:cubicBezTo>
                    <a:close/>
                  </a:path>
                </a:pathLst>
              </a:custGeom>
              <a:solidFill>
                <a:srgbClr val="F9F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5" name="Freeform 574"/>
              <p:cNvSpPr>
                <a:spLocks noEditPoints="1"/>
              </p:cNvSpPr>
              <p:nvPr/>
            </p:nvSpPr>
            <p:spPr bwMode="auto">
              <a:xfrm>
                <a:off x="5500" y="1259"/>
                <a:ext cx="136" cy="35"/>
              </a:xfrm>
              <a:custGeom>
                <a:avLst/>
                <a:gdLst>
                  <a:gd name="T0" fmla="*/ 69 w 71"/>
                  <a:gd name="T1" fmla="*/ 0 h 18"/>
                  <a:gd name="T2" fmla="*/ 45 w 71"/>
                  <a:gd name="T3" fmla="*/ 0 h 18"/>
                  <a:gd name="T4" fmla="*/ 45 w 71"/>
                  <a:gd name="T5" fmla="*/ 18 h 18"/>
                  <a:gd name="T6" fmla="*/ 71 w 71"/>
                  <a:gd name="T7" fmla="*/ 18 h 18"/>
                  <a:gd name="T8" fmla="*/ 69 w 71"/>
                  <a:gd name="T9" fmla="*/ 0 h 18"/>
                  <a:gd name="T10" fmla="*/ 29 w 71"/>
                  <a:gd name="T11" fmla="*/ 0 h 18"/>
                  <a:gd name="T12" fmla="*/ 0 w 71"/>
                  <a:gd name="T13" fmla="*/ 0 h 18"/>
                  <a:gd name="T14" fmla="*/ 3 w 71"/>
                  <a:gd name="T15" fmla="*/ 18 h 18"/>
                  <a:gd name="T16" fmla="*/ 35 w 71"/>
                  <a:gd name="T17" fmla="*/ 18 h 18"/>
                  <a:gd name="T18" fmla="*/ 31 w 71"/>
                  <a:gd name="T19" fmla="*/ 5 h 18"/>
                  <a:gd name="T20" fmla="*/ 29 w 7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
                    <a:moveTo>
                      <a:pt x="69" y="0"/>
                    </a:moveTo>
                    <a:cubicBezTo>
                      <a:pt x="45" y="0"/>
                      <a:pt x="45" y="0"/>
                      <a:pt x="45" y="0"/>
                    </a:cubicBezTo>
                    <a:cubicBezTo>
                      <a:pt x="45" y="7"/>
                      <a:pt x="45" y="14"/>
                      <a:pt x="45" y="18"/>
                    </a:cubicBezTo>
                    <a:cubicBezTo>
                      <a:pt x="71" y="18"/>
                      <a:pt x="71" y="18"/>
                      <a:pt x="71" y="18"/>
                    </a:cubicBezTo>
                    <a:cubicBezTo>
                      <a:pt x="70" y="12"/>
                      <a:pt x="69" y="6"/>
                      <a:pt x="69" y="0"/>
                    </a:cubicBezTo>
                    <a:close/>
                    <a:moveTo>
                      <a:pt x="29" y="0"/>
                    </a:moveTo>
                    <a:cubicBezTo>
                      <a:pt x="0" y="0"/>
                      <a:pt x="0" y="0"/>
                      <a:pt x="0" y="0"/>
                    </a:cubicBezTo>
                    <a:cubicBezTo>
                      <a:pt x="1" y="6"/>
                      <a:pt x="2" y="12"/>
                      <a:pt x="3" y="18"/>
                    </a:cubicBezTo>
                    <a:cubicBezTo>
                      <a:pt x="35" y="18"/>
                      <a:pt x="35" y="18"/>
                      <a:pt x="35" y="18"/>
                    </a:cubicBezTo>
                    <a:cubicBezTo>
                      <a:pt x="33" y="14"/>
                      <a:pt x="32" y="10"/>
                      <a:pt x="31" y="5"/>
                    </a:cubicBezTo>
                    <a:cubicBezTo>
                      <a:pt x="30" y="3"/>
                      <a:pt x="30" y="2"/>
                      <a:pt x="29"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6" name="Freeform 575"/>
              <p:cNvSpPr>
                <a:spLocks noEditPoints="1"/>
              </p:cNvSpPr>
              <p:nvPr/>
            </p:nvSpPr>
            <p:spPr bwMode="auto">
              <a:xfrm>
                <a:off x="5500" y="1261"/>
                <a:ext cx="136" cy="34"/>
              </a:xfrm>
              <a:custGeom>
                <a:avLst/>
                <a:gdLst>
                  <a:gd name="T0" fmla="*/ 69 w 71"/>
                  <a:gd name="T1" fmla="*/ 0 h 18"/>
                  <a:gd name="T2" fmla="*/ 45 w 71"/>
                  <a:gd name="T3" fmla="*/ 0 h 18"/>
                  <a:gd name="T4" fmla="*/ 45 w 71"/>
                  <a:gd name="T5" fmla="*/ 18 h 18"/>
                  <a:gd name="T6" fmla="*/ 71 w 71"/>
                  <a:gd name="T7" fmla="*/ 18 h 18"/>
                  <a:gd name="T8" fmla="*/ 69 w 71"/>
                  <a:gd name="T9" fmla="*/ 0 h 18"/>
                  <a:gd name="T10" fmla="*/ 29 w 71"/>
                  <a:gd name="T11" fmla="*/ 0 h 18"/>
                  <a:gd name="T12" fmla="*/ 0 w 71"/>
                  <a:gd name="T13" fmla="*/ 0 h 18"/>
                  <a:gd name="T14" fmla="*/ 3 w 71"/>
                  <a:gd name="T15" fmla="*/ 18 h 18"/>
                  <a:gd name="T16" fmla="*/ 35 w 71"/>
                  <a:gd name="T17" fmla="*/ 18 h 18"/>
                  <a:gd name="T18" fmla="*/ 31 w 71"/>
                  <a:gd name="T19" fmla="*/ 4 h 18"/>
                  <a:gd name="T20" fmla="*/ 29 w 7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
                    <a:moveTo>
                      <a:pt x="69" y="0"/>
                    </a:moveTo>
                    <a:cubicBezTo>
                      <a:pt x="45" y="0"/>
                      <a:pt x="45" y="0"/>
                      <a:pt x="45" y="0"/>
                    </a:cubicBezTo>
                    <a:cubicBezTo>
                      <a:pt x="45" y="8"/>
                      <a:pt x="45" y="14"/>
                      <a:pt x="45" y="18"/>
                    </a:cubicBezTo>
                    <a:cubicBezTo>
                      <a:pt x="71" y="18"/>
                      <a:pt x="71" y="18"/>
                      <a:pt x="71" y="18"/>
                    </a:cubicBezTo>
                    <a:cubicBezTo>
                      <a:pt x="70" y="13"/>
                      <a:pt x="70" y="6"/>
                      <a:pt x="69" y="0"/>
                    </a:cubicBezTo>
                    <a:close/>
                    <a:moveTo>
                      <a:pt x="29" y="0"/>
                    </a:moveTo>
                    <a:cubicBezTo>
                      <a:pt x="0" y="0"/>
                      <a:pt x="0" y="0"/>
                      <a:pt x="0" y="0"/>
                    </a:cubicBezTo>
                    <a:cubicBezTo>
                      <a:pt x="1" y="6"/>
                      <a:pt x="2" y="12"/>
                      <a:pt x="3" y="18"/>
                    </a:cubicBezTo>
                    <a:cubicBezTo>
                      <a:pt x="35" y="18"/>
                      <a:pt x="35" y="18"/>
                      <a:pt x="35" y="18"/>
                    </a:cubicBezTo>
                    <a:cubicBezTo>
                      <a:pt x="34" y="14"/>
                      <a:pt x="32" y="9"/>
                      <a:pt x="31" y="4"/>
                    </a:cubicBezTo>
                    <a:cubicBezTo>
                      <a:pt x="30" y="3"/>
                      <a:pt x="30" y="1"/>
                      <a:pt x="29"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7" name="Freeform 576"/>
              <p:cNvSpPr>
                <a:spLocks noEditPoints="1"/>
              </p:cNvSpPr>
              <p:nvPr/>
            </p:nvSpPr>
            <p:spPr bwMode="auto">
              <a:xfrm>
                <a:off x="5500" y="1263"/>
                <a:ext cx="136" cy="36"/>
              </a:xfrm>
              <a:custGeom>
                <a:avLst/>
                <a:gdLst>
                  <a:gd name="T0" fmla="*/ 69 w 71"/>
                  <a:gd name="T1" fmla="*/ 0 h 19"/>
                  <a:gd name="T2" fmla="*/ 45 w 71"/>
                  <a:gd name="T3" fmla="*/ 0 h 19"/>
                  <a:gd name="T4" fmla="*/ 45 w 71"/>
                  <a:gd name="T5" fmla="*/ 19 h 19"/>
                  <a:gd name="T6" fmla="*/ 71 w 71"/>
                  <a:gd name="T7" fmla="*/ 19 h 19"/>
                  <a:gd name="T8" fmla="*/ 69 w 71"/>
                  <a:gd name="T9" fmla="*/ 0 h 19"/>
                  <a:gd name="T10" fmla="*/ 30 w 71"/>
                  <a:gd name="T11" fmla="*/ 0 h 19"/>
                  <a:gd name="T12" fmla="*/ 0 w 71"/>
                  <a:gd name="T13" fmla="*/ 0 h 19"/>
                  <a:gd name="T14" fmla="*/ 3 w 71"/>
                  <a:gd name="T15" fmla="*/ 19 h 19"/>
                  <a:gd name="T16" fmla="*/ 36 w 71"/>
                  <a:gd name="T17" fmla="*/ 19 h 19"/>
                  <a:gd name="T18" fmla="*/ 31 w 71"/>
                  <a:gd name="T19" fmla="*/ 3 h 19"/>
                  <a:gd name="T20" fmla="*/ 30 w 71"/>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9">
                    <a:moveTo>
                      <a:pt x="69" y="0"/>
                    </a:moveTo>
                    <a:cubicBezTo>
                      <a:pt x="45" y="0"/>
                      <a:pt x="45" y="0"/>
                      <a:pt x="45" y="0"/>
                    </a:cubicBezTo>
                    <a:cubicBezTo>
                      <a:pt x="45" y="8"/>
                      <a:pt x="45" y="15"/>
                      <a:pt x="45" y="19"/>
                    </a:cubicBezTo>
                    <a:cubicBezTo>
                      <a:pt x="71" y="19"/>
                      <a:pt x="71" y="19"/>
                      <a:pt x="71" y="19"/>
                    </a:cubicBezTo>
                    <a:cubicBezTo>
                      <a:pt x="70" y="13"/>
                      <a:pt x="70" y="6"/>
                      <a:pt x="69" y="0"/>
                    </a:cubicBezTo>
                    <a:close/>
                    <a:moveTo>
                      <a:pt x="30" y="0"/>
                    </a:moveTo>
                    <a:cubicBezTo>
                      <a:pt x="0" y="0"/>
                      <a:pt x="0" y="0"/>
                      <a:pt x="0" y="0"/>
                    </a:cubicBezTo>
                    <a:cubicBezTo>
                      <a:pt x="1" y="6"/>
                      <a:pt x="2" y="13"/>
                      <a:pt x="3" y="19"/>
                    </a:cubicBezTo>
                    <a:cubicBezTo>
                      <a:pt x="36" y="19"/>
                      <a:pt x="36" y="19"/>
                      <a:pt x="36" y="19"/>
                    </a:cubicBezTo>
                    <a:cubicBezTo>
                      <a:pt x="34" y="14"/>
                      <a:pt x="32" y="8"/>
                      <a:pt x="31" y="3"/>
                    </a:cubicBezTo>
                    <a:cubicBezTo>
                      <a:pt x="30" y="2"/>
                      <a:pt x="30" y="1"/>
                      <a:pt x="30" y="0"/>
                    </a:cubicBezTo>
                    <a:close/>
                  </a:path>
                </a:pathLst>
              </a:custGeom>
              <a:solidFill>
                <a:srgbClr val="FD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8" name="Freeform 577"/>
              <p:cNvSpPr>
                <a:spLocks noEditPoints="1"/>
              </p:cNvSpPr>
              <p:nvPr/>
            </p:nvSpPr>
            <p:spPr bwMode="auto">
              <a:xfrm>
                <a:off x="5500" y="1267"/>
                <a:ext cx="136" cy="34"/>
              </a:xfrm>
              <a:custGeom>
                <a:avLst/>
                <a:gdLst>
                  <a:gd name="T0" fmla="*/ 69 w 71"/>
                  <a:gd name="T1" fmla="*/ 0 h 18"/>
                  <a:gd name="T2" fmla="*/ 45 w 71"/>
                  <a:gd name="T3" fmla="*/ 0 h 18"/>
                  <a:gd name="T4" fmla="*/ 44 w 71"/>
                  <a:gd name="T5" fmla="*/ 18 h 18"/>
                  <a:gd name="T6" fmla="*/ 44 w 71"/>
                  <a:gd name="T7" fmla="*/ 18 h 18"/>
                  <a:gd name="T8" fmla="*/ 71 w 71"/>
                  <a:gd name="T9" fmla="*/ 18 h 18"/>
                  <a:gd name="T10" fmla="*/ 69 w 71"/>
                  <a:gd name="T11" fmla="*/ 0 h 18"/>
                  <a:gd name="T12" fmla="*/ 30 w 71"/>
                  <a:gd name="T13" fmla="*/ 0 h 18"/>
                  <a:gd name="T14" fmla="*/ 0 w 71"/>
                  <a:gd name="T15" fmla="*/ 0 h 18"/>
                  <a:gd name="T16" fmla="*/ 3 w 71"/>
                  <a:gd name="T17" fmla="*/ 18 h 18"/>
                  <a:gd name="T18" fmla="*/ 36 w 71"/>
                  <a:gd name="T19" fmla="*/ 18 h 18"/>
                  <a:gd name="T20" fmla="*/ 31 w 71"/>
                  <a:gd name="T21" fmla="*/ 1 h 18"/>
                  <a:gd name="T22" fmla="*/ 30 w 71"/>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18">
                    <a:moveTo>
                      <a:pt x="69" y="0"/>
                    </a:moveTo>
                    <a:cubicBezTo>
                      <a:pt x="45" y="0"/>
                      <a:pt x="45" y="0"/>
                      <a:pt x="45" y="0"/>
                    </a:cubicBezTo>
                    <a:cubicBezTo>
                      <a:pt x="45" y="8"/>
                      <a:pt x="45" y="15"/>
                      <a:pt x="44" y="18"/>
                    </a:cubicBezTo>
                    <a:cubicBezTo>
                      <a:pt x="44" y="18"/>
                      <a:pt x="44" y="18"/>
                      <a:pt x="44" y="18"/>
                    </a:cubicBezTo>
                    <a:cubicBezTo>
                      <a:pt x="71" y="18"/>
                      <a:pt x="71" y="18"/>
                      <a:pt x="71" y="18"/>
                    </a:cubicBezTo>
                    <a:cubicBezTo>
                      <a:pt x="71" y="12"/>
                      <a:pt x="70" y="6"/>
                      <a:pt x="69" y="0"/>
                    </a:cubicBezTo>
                    <a:close/>
                    <a:moveTo>
                      <a:pt x="30" y="0"/>
                    </a:moveTo>
                    <a:cubicBezTo>
                      <a:pt x="0" y="0"/>
                      <a:pt x="0" y="0"/>
                      <a:pt x="0" y="0"/>
                    </a:cubicBezTo>
                    <a:cubicBezTo>
                      <a:pt x="1" y="6"/>
                      <a:pt x="2" y="12"/>
                      <a:pt x="3" y="18"/>
                    </a:cubicBezTo>
                    <a:cubicBezTo>
                      <a:pt x="36" y="18"/>
                      <a:pt x="36" y="18"/>
                      <a:pt x="36" y="18"/>
                    </a:cubicBezTo>
                    <a:cubicBezTo>
                      <a:pt x="34" y="13"/>
                      <a:pt x="32" y="7"/>
                      <a:pt x="31" y="1"/>
                    </a:cubicBezTo>
                    <a:lnTo>
                      <a:pt x="30" y="0"/>
                    </a:ln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9" name="Freeform 578"/>
              <p:cNvSpPr>
                <a:spLocks noEditPoints="1"/>
              </p:cNvSpPr>
              <p:nvPr/>
            </p:nvSpPr>
            <p:spPr bwMode="auto">
              <a:xfrm>
                <a:off x="5502" y="1269"/>
                <a:ext cx="136" cy="34"/>
              </a:xfrm>
              <a:custGeom>
                <a:avLst/>
                <a:gdLst>
                  <a:gd name="T0" fmla="*/ 68 w 71"/>
                  <a:gd name="T1" fmla="*/ 0 h 18"/>
                  <a:gd name="T2" fmla="*/ 44 w 71"/>
                  <a:gd name="T3" fmla="*/ 0 h 18"/>
                  <a:gd name="T4" fmla="*/ 43 w 71"/>
                  <a:gd name="T5" fmla="*/ 17 h 18"/>
                  <a:gd name="T6" fmla="*/ 43 w 71"/>
                  <a:gd name="T7" fmla="*/ 18 h 18"/>
                  <a:gd name="T8" fmla="*/ 71 w 71"/>
                  <a:gd name="T9" fmla="*/ 18 h 18"/>
                  <a:gd name="T10" fmla="*/ 68 w 71"/>
                  <a:gd name="T11" fmla="*/ 0 h 18"/>
                  <a:gd name="T12" fmla="*/ 30 w 71"/>
                  <a:gd name="T13" fmla="*/ 0 h 18"/>
                  <a:gd name="T14" fmla="*/ 0 w 71"/>
                  <a:gd name="T15" fmla="*/ 0 h 18"/>
                  <a:gd name="T16" fmla="*/ 3 w 71"/>
                  <a:gd name="T17" fmla="*/ 18 h 18"/>
                  <a:gd name="T18" fmla="*/ 36 w 71"/>
                  <a:gd name="T19" fmla="*/ 18 h 18"/>
                  <a:gd name="T20" fmla="*/ 30 w 7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
                    <a:moveTo>
                      <a:pt x="68" y="0"/>
                    </a:moveTo>
                    <a:cubicBezTo>
                      <a:pt x="44" y="0"/>
                      <a:pt x="44" y="0"/>
                      <a:pt x="44" y="0"/>
                    </a:cubicBezTo>
                    <a:cubicBezTo>
                      <a:pt x="44" y="8"/>
                      <a:pt x="44" y="14"/>
                      <a:pt x="43" y="17"/>
                    </a:cubicBezTo>
                    <a:cubicBezTo>
                      <a:pt x="43" y="18"/>
                      <a:pt x="43" y="18"/>
                      <a:pt x="43" y="18"/>
                    </a:cubicBezTo>
                    <a:cubicBezTo>
                      <a:pt x="71" y="18"/>
                      <a:pt x="71" y="18"/>
                      <a:pt x="71" y="18"/>
                    </a:cubicBezTo>
                    <a:cubicBezTo>
                      <a:pt x="70" y="13"/>
                      <a:pt x="69" y="6"/>
                      <a:pt x="68" y="0"/>
                    </a:cubicBezTo>
                    <a:close/>
                    <a:moveTo>
                      <a:pt x="30" y="0"/>
                    </a:moveTo>
                    <a:cubicBezTo>
                      <a:pt x="0" y="0"/>
                      <a:pt x="0" y="0"/>
                      <a:pt x="0" y="0"/>
                    </a:cubicBezTo>
                    <a:cubicBezTo>
                      <a:pt x="1" y="6"/>
                      <a:pt x="2" y="12"/>
                      <a:pt x="3" y="18"/>
                    </a:cubicBezTo>
                    <a:cubicBezTo>
                      <a:pt x="36" y="18"/>
                      <a:pt x="36" y="18"/>
                      <a:pt x="36" y="18"/>
                    </a:cubicBezTo>
                    <a:cubicBezTo>
                      <a:pt x="34" y="13"/>
                      <a:pt x="31" y="6"/>
                      <a:pt x="3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0" name="Freeform 579"/>
              <p:cNvSpPr>
                <a:spLocks/>
              </p:cNvSpPr>
              <p:nvPr/>
            </p:nvSpPr>
            <p:spPr bwMode="auto">
              <a:xfrm>
                <a:off x="3306" y="1694"/>
                <a:ext cx="75" cy="36"/>
              </a:xfrm>
              <a:custGeom>
                <a:avLst/>
                <a:gdLst>
                  <a:gd name="T0" fmla="*/ 1 w 39"/>
                  <a:gd name="T1" fmla="*/ 0 h 19"/>
                  <a:gd name="T2" fmla="*/ 39 w 39"/>
                  <a:gd name="T3" fmla="*/ 0 h 19"/>
                  <a:gd name="T4" fmla="*/ 36 w 39"/>
                  <a:gd name="T5" fmla="*/ 19 h 19"/>
                  <a:gd name="T6" fmla="*/ 0 w 39"/>
                  <a:gd name="T7" fmla="*/ 19 h 19"/>
                  <a:gd name="T8" fmla="*/ 1 w 39"/>
                  <a:gd name="T9" fmla="*/ 0 h 19"/>
                </a:gdLst>
                <a:ahLst/>
                <a:cxnLst>
                  <a:cxn ang="0">
                    <a:pos x="T0" y="T1"/>
                  </a:cxn>
                  <a:cxn ang="0">
                    <a:pos x="T2" y="T3"/>
                  </a:cxn>
                  <a:cxn ang="0">
                    <a:pos x="T4" y="T5"/>
                  </a:cxn>
                  <a:cxn ang="0">
                    <a:pos x="T6" y="T7"/>
                  </a:cxn>
                  <a:cxn ang="0">
                    <a:pos x="T8" y="T9"/>
                  </a:cxn>
                </a:cxnLst>
                <a:rect l="0" t="0" r="r" b="b"/>
                <a:pathLst>
                  <a:path w="39" h="19">
                    <a:moveTo>
                      <a:pt x="1" y="0"/>
                    </a:moveTo>
                    <a:cubicBezTo>
                      <a:pt x="39" y="0"/>
                      <a:pt x="39" y="0"/>
                      <a:pt x="39" y="0"/>
                    </a:cubicBezTo>
                    <a:cubicBezTo>
                      <a:pt x="38" y="6"/>
                      <a:pt x="37" y="13"/>
                      <a:pt x="36" y="19"/>
                    </a:cubicBezTo>
                    <a:cubicBezTo>
                      <a:pt x="0" y="19"/>
                      <a:pt x="0" y="19"/>
                      <a:pt x="0" y="19"/>
                    </a:cubicBezTo>
                    <a:cubicBezTo>
                      <a:pt x="0" y="13"/>
                      <a:pt x="0" y="6"/>
                      <a:pt x="1" y="0"/>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1" name="Freeform 580"/>
              <p:cNvSpPr>
                <a:spLocks/>
              </p:cNvSpPr>
              <p:nvPr/>
            </p:nvSpPr>
            <p:spPr bwMode="auto">
              <a:xfrm>
                <a:off x="3306" y="1697"/>
                <a:ext cx="73" cy="35"/>
              </a:xfrm>
              <a:custGeom>
                <a:avLst/>
                <a:gdLst>
                  <a:gd name="T0" fmla="*/ 0 w 38"/>
                  <a:gd name="T1" fmla="*/ 0 h 18"/>
                  <a:gd name="T2" fmla="*/ 38 w 38"/>
                  <a:gd name="T3" fmla="*/ 0 h 18"/>
                  <a:gd name="T4" fmla="*/ 35 w 38"/>
                  <a:gd name="T5" fmla="*/ 18 h 18"/>
                  <a:gd name="T6" fmla="*/ 1 w 38"/>
                  <a:gd name="T7" fmla="*/ 18 h 18"/>
                  <a:gd name="T8" fmla="*/ 0 w 38"/>
                  <a:gd name="T9" fmla="*/ 0 h 18"/>
                </a:gdLst>
                <a:ahLst/>
                <a:cxnLst>
                  <a:cxn ang="0">
                    <a:pos x="T0" y="T1"/>
                  </a:cxn>
                  <a:cxn ang="0">
                    <a:pos x="T2" y="T3"/>
                  </a:cxn>
                  <a:cxn ang="0">
                    <a:pos x="T4" y="T5"/>
                  </a:cxn>
                  <a:cxn ang="0">
                    <a:pos x="T6" y="T7"/>
                  </a:cxn>
                  <a:cxn ang="0">
                    <a:pos x="T8" y="T9"/>
                  </a:cxn>
                </a:cxnLst>
                <a:rect l="0" t="0" r="r" b="b"/>
                <a:pathLst>
                  <a:path w="38" h="18">
                    <a:moveTo>
                      <a:pt x="0" y="0"/>
                    </a:moveTo>
                    <a:cubicBezTo>
                      <a:pt x="38" y="0"/>
                      <a:pt x="38" y="0"/>
                      <a:pt x="38" y="0"/>
                    </a:cubicBezTo>
                    <a:cubicBezTo>
                      <a:pt x="38" y="6"/>
                      <a:pt x="36" y="12"/>
                      <a:pt x="35" y="18"/>
                    </a:cubicBezTo>
                    <a:cubicBezTo>
                      <a:pt x="1" y="18"/>
                      <a:pt x="1" y="18"/>
                      <a:pt x="1" y="18"/>
                    </a:cubicBezTo>
                    <a:cubicBezTo>
                      <a:pt x="0" y="12"/>
                      <a:pt x="0" y="5"/>
                      <a:pt x="0" y="0"/>
                    </a:cubicBezTo>
                    <a:close/>
                  </a:path>
                </a:pathLst>
              </a:custGeom>
              <a:solidFill>
                <a:srgbClr val="C1BF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2" name="Freeform 581"/>
              <p:cNvSpPr>
                <a:spLocks/>
              </p:cNvSpPr>
              <p:nvPr/>
            </p:nvSpPr>
            <p:spPr bwMode="auto">
              <a:xfrm>
                <a:off x="3306" y="1699"/>
                <a:ext cx="73" cy="35"/>
              </a:xfrm>
              <a:custGeom>
                <a:avLst/>
                <a:gdLst>
                  <a:gd name="T0" fmla="*/ 0 w 38"/>
                  <a:gd name="T1" fmla="*/ 0 h 18"/>
                  <a:gd name="T2" fmla="*/ 38 w 38"/>
                  <a:gd name="T3" fmla="*/ 0 h 18"/>
                  <a:gd name="T4" fmla="*/ 35 w 38"/>
                  <a:gd name="T5" fmla="*/ 18 h 18"/>
                  <a:gd name="T6" fmla="*/ 1 w 38"/>
                  <a:gd name="T7" fmla="*/ 18 h 18"/>
                  <a:gd name="T8" fmla="*/ 0 w 38"/>
                  <a:gd name="T9" fmla="*/ 0 h 18"/>
                </a:gdLst>
                <a:ahLst/>
                <a:cxnLst>
                  <a:cxn ang="0">
                    <a:pos x="T0" y="T1"/>
                  </a:cxn>
                  <a:cxn ang="0">
                    <a:pos x="T2" y="T3"/>
                  </a:cxn>
                  <a:cxn ang="0">
                    <a:pos x="T4" y="T5"/>
                  </a:cxn>
                  <a:cxn ang="0">
                    <a:pos x="T6" y="T7"/>
                  </a:cxn>
                  <a:cxn ang="0">
                    <a:pos x="T8" y="T9"/>
                  </a:cxn>
                </a:cxnLst>
                <a:rect l="0" t="0" r="r" b="b"/>
                <a:pathLst>
                  <a:path w="38" h="18">
                    <a:moveTo>
                      <a:pt x="0" y="0"/>
                    </a:moveTo>
                    <a:cubicBezTo>
                      <a:pt x="38" y="0"/>
                      <a:pt x="38" y="0"/>
                      <a:pt x="38" y="0"/>
                    </a:cubicBezTo>
                    <a:cubicBezTo>
                      <a:pt x="37" y="6"/>
                      <a:pt x="36" y="13"/>
                      <a:pt x="35" y="18"/>
                    </a:cubicBezTo>
                    <a:cubicBezTo>
                      <a:pt x="1" y="18"/>
                      <a:pt x="1" y="18"/>
                      <a:pt x="1" y="18"/>
                    </a:cubicBezTo>
                    <a:cubicBezTo>
                      <a:pt x="0" y="13"/>
                      <a:pt x="0" y="6"/>
                      <a:pt x="0" y="0"/>
                    </a:cubicBezTo>
                    <a:close/>
                  </a:path>
                </a:pathLst>
              </a:custGeom>
              <a:solidFill>
                <a:srgbClr val="C2C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3" name="Freeform 582"/>
              <p:cNvSpPr>
                <a:spLocks/>
              </p:cNvSpPr>
              <p:nvPr/>
            </p:nvSpPr>
            <p:spPr bwMode="auto">
              <a:xfrm>
                <a:off x="3306" y="1701"/>
                <a:ext cx="73" cy="35"/>
              </a:xfrm>
              <a:custGeom>
                <a:avLst/>
                <a:gdLst>
                  <a:gd name="T0" fmla="*/ 0 w 38"/>
                  <a:gd name="T1" fmla="*/ 0 h 18"/>
                  <a:gd name="T2" fmla="*/ 38 w 38"/>
                  <a:gd name="T3" fmla="*/ 0 h 18"/>
                  <a:gd name="T4" fmla="*/ 35 w 38"/>
                  <a:gd name="T5" fmla="*/ 18 h 18"/>
                  <a:gd name="T6" fmla="*/ 1 w 38"/>
                  <a:gd name="T7" fmla="*/ 18 h 18"/>
                  <a:gd name="T8" fmla="*/ 0 w 38"/>
                  <a:gd name="T9" fmla="*/ 0 h 18"/>
                </a:gdLst>
                <a:ahLst/>
                <a:cxnLst>
                  <a:cxn ang="0">
                    <a:pos x="T0" y="T1"/>
                  </a:cxn>
                  <a:cxn ang="0">
                    <a:pos x="T2" y="T3"/>
                  </a:cxn>
                  <a:cxn ang="0">
                    <a:pos x="T4" y="T5"/>
                  </a:cxn>
                  <a:cxn ang="0">
                    <a:pos x="T6" y="T7"/>
                  </a:cxn>
                  <a:cxn ang="0">
                    <a:pos x="T8" y="T9"/>
                  </a:cxn>
                </a:cxnLst>
                <a:rect l="0" t="0" r="r" b="b"/>
                <a:pathLst>
                  <a:path w="38" h="18">
                    <a:moveTo>
                      <a:pt x="0" y="0"/>
                    </a:moveTo>
                    <a:cubicBezTo>
                      <a:pt x="38" y="0"/>
                      <a:pt x="38" y="0"/>
                      <a:pt x="38" y="0"/>
                    </a:cubicBezTo>
                    <a:cubicBezTo>
                      <a:pt x="37" y="7"/>
                      <a:pt x="36" y="13"/>
                      <a:pt x="35" y="18"/>
                    </a:cubicBezTo>
                    <a:cubicBezTo>
                      <a:pt x="1" y="18"/>
                      <a:pt x="1" y="18"/>
                      <a:pt x="1" y="18"/>
                    </a:cubicBezTo>
                    <a:cubicBezTo>
                      <a:pt x="0" y="13"/>
                      <a:pt x="0" y="6"/>
                      <a:pt x="0" y="0"/>
                    </a:cubicBezTo>
                    <a:close/>
                  </a:path>
                </a:pathLst>
              </a:custGeom>
              <a:solidFill>
                <a:srgbClr val="C4C2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4" name="Freeform 583"/>
              <p:cNvSpPr>
                <a:spLocks/>
              </p:cNvSpPr>
              <p:nvPr/>
            </p:nvSpPr>
            <p:spPr bwMode="auto">
              <a:xfrm>
                <a:off x="3306" y="1703"/>
                <a:ext cx="73" cy="37"/>
              </a:xfrm>
              <a:custGeom>
                <a:avLst/>
                <a:gdLst>
                  <a:gd name="T0" fmla="*/ 0 w 38"/>
                  <a:gd name="T1" fmla="*/ 0 h 19"/>
                  <a:gd name="T2" fmla="*/ 38 w 38"/>
                  <a:gd name="T3" fmla="*/ 0 h 19"/>
                  <a:gd name="T4" fmla="*/ 35 w 38"/>
                  <a:gd name="T5" fmla="*/ 19 h 19"/>
                  <a:gd name="T6" fmla="*/ 1 w 38"/>
                  <a:gd name="T7" fmla="*/ 19 h 19"/>
                  <a:gd name="T8" fmla="*/ 0 w 38"/>
                  <a:gd name="T9" fmla="*/ 0 h 19"/>
                </a:gdLst>
                <a:ahLst/>
                <a:cxnLst>
                  <a:cxn ang="0">
                    <a:pos x="T0" y="T1"/>
                  </a:cxn>
                  <a:cxn ang="0">
                    <a:pos x="T2" y="T3"/>
                  </a:cxn>
                  <a:cxn ang="0">
                    <a:pos x="T4" y="T5"/>
                  </a:cxn>
                  <a:cxn ang="0">
                    <a:pos x="T6" y="T7"/>
                  </a:cxn>
                  <a:cxn ang="0">
                    <a:pos x="T8" y="T9"/>
                  </a:cxn>
                </a:cxnLst>
                <a:rect l="0" t="0" r="r" b="b"/>
                <a:pathLst>
                  <a:path w="38" h="19">
                    <a:moveTo>
                      <a:pt x="0" y="0"/>
                    </a:moveTo>
                    <a:cubicBezTo>
                      <a:pt x="38" y="0"/>
                      <a:pt x="38" y="0"/>
                      <a:pt x="38" y="0"/>
                    </a:cubicBezTo>
                    <a:cubicBezTo>
                      <a:pt x="37" y="7"/>
                      <a:pt x="36" y="13"/>
                      <a:pt x="35" y="19"/>
                    </a:cubicBezTo>
                    <a:cubicBezTo>
                      <a:pt x="1" y="19"/>
                      <a:pt x="1" y="19"/>
                      <a:pt x="1" y="19"/>
                    </a:cubicBezTo>
                    <a:cubicBezTo>
                      <a:pt x="0" y="13"/>
                      <a:pt x="0" y="7"/>
                      <a:pt x="0" y="0"/>
                    </a:cubicBezTo>
                    <a:close/>
                  </a:path>
                </a:pathLst>
              </a:custGeom>
              <a:solidFill>
                <a:srgbClr val="C5C3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5" name="Freeform 584"/>
              <p:cNvSpPr>
                <a:spLocks/>
              </p:cNvSpPr>
              <p:nvPr/>
            </p:nvSpPr>
            <p:spPr bwMode="auto">
              <a:xfrm>
                <a:off x="3306" y="1707"/>
                <a:ext cx="73" cy="34"/>
              </a:xfrm>
              <a:custGeom>
                <a:avLst/>
                <a:gdLst>
                  <a:gd name="T0" fmla="*/ 0 w 38"/>
                  <a:gd name="T1" fmla="*/ 0 h 18"/>
                  <a:gd name="T2" fmla="*/ 38 w 38"/>
                  <a:gd name="T3" fmla="*/ 0 h 18"/>
                  <a:gd name="T4" fmla="*/ 35 w 38"/>
                  <a:gd name="T5" fmla="*/ 18 h 18"/>
                  <a:gd name="T6" fmla="*/ 1 w 38"/>
                  <a:gd name="T7" fmla="*/ 18 h 18"/>
                  <a:gd name="T8" fmla="*/ 0 w 38"/>
                  <a:gd name="T9" fmla="*/ 0 h 18"/>
                </a:gdLst>
                <a:ahLst/>
                <a:cxnLst>
                  <a:cxn ang="0">
                    <a:pos x="T0" y="T1"/>
                  </a:cxn>
                  <a:cxn ang="0">
                    <a:pos x="T2" y="T3"/>
                  </a:cxn>
                  <a:cxn ang="0">
                    <a:pos x="T4" y="T5"/>
                  </a:cxn>
                  <a:cxn ang="0">
                    <a:pos x="T6" y="T7"/>
                  </a:cxn>
                  <a:cxn ang="0">
                    <a:pos x="T8" y="T9"/>
                  </a:cxn>
                </a:cxnLst>
                <a:rect l="0" t="0" r="r" b="b"/>
                <a:pathLst>
                  <a:path w="38" h="18">
                    <a:moveTo>
                      <a:pt x="0" y="0"/>
                    </a:moveTo>
                    <a:cubicBezTo>
                      <a:pt x="38" y="0"/>
                      <a:pt x="38" y="0"/>
                      <a:pt x="38" y="0"/>
                    </a:cubicBezTo>
                    <a:cubicBezTo>
                      <a:pt x="37" y="6"/>
                      <a:pt x="35" y="13"/>
                      <a:pt x="35" y="18"/>
                    </a:cubicBezTo>
                    <a:cubicBezTo>
                      <a:pt x="1" y="18"/>
                      <a:pt x="1" y="18"/>
                      <a:pt x="1" y="18"/>
                    </a:cubicBezTo>
                    <a:cubicBezTo>
                      <a:pt x="0" y="13"/>
                      <a:pt x="0" y="6"/>
                      <a:pt x="0" y="0"/>
                    </a:cubicBezTo>
                    <a:close/>
                  </a:path>
                </a:pathLst>
              </a:custGeom>
              <a:solidFill>
                <a:srgbClr val="C6C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6" name="Freeform 585"/>
              <p:cNvSpPr>
                <a:spLocks/>
              </p:cNvSpPr>
              <p:nvPr/>
            </p:nvSpPr>
            <p:spPr bwMode="auto">
              <a:xfrm>
                <a:off x="3306" y="1709"/>
                <a:ext cx="71" cy="34"/>
              </a:xfrm>
              <a:custGeom>
                <a:avLst/>
                <a:gdLst>
                  <a:gd name="T0" fmla="*/ 0 w 37"/>
                  <a:gd name="T1" fmla="*/ 0 h 18"/>
                  <a:gd name="T2" fmla="*/ 37 w 37"/>
                  <a:gd name="T3" fmla="*/ 0 h 18"/>
                  <a:gd name="T4" fmla="*/ 35 w 37"/>
                  <a:gd name="T5" fmla="*/ 18 h 18"/>
                  <a:gd name="T6" fmla="*/ 2 w 37"/>
                  <a:gd name="T7" fmla="*/ 18 h 18"/>
                  <a:gd name="T8" fmla="*/ 0 w 37"/>
                  <a:gd name="T9" fmla="*/ 0 h 18"/>
                </a:gdLst>
                <a:ahLst/>
                <a:cxnLst>
                  <a:cxn ang="0">
                    <a:pos x="T0" y="T1"/>
                  </a:cxn>
                  <a:cxn ang="0">
                    <a:pos x="T2" y="T3"/>
                  </a:cxn>
                  <a:cxn ang="0">
                    <a:pos x="T4" y="T5"/>
                  </a:cxn>
                  <a:cxn ang="0">
                    <a:pos x="T6" y="T7"/>
                  </a:cxn>
                  <a:cxn ang="0">
                    <a:pos x="T8" y="T9"/>
                  </a:cxn>
                </a:cxnLst>
                <a:rect l="0" t="0" r="r" b="b"/>
                <a:pathLst>
                  <a:path w="37" h="18">
                    <a:moveTo>
                      <a:pt x="0" y="0"/>
                    </a:moveTo>
                    <a:cubicBezTo>
                      <a:pt x="37" y="0"/>
                      <a:pt x="37" y="0"/>
                      <a:pt x="37" y="0"/>
                    </a:cubicBezTo>
                    <a:cubicBezTo>
                      <a:pt x="36" y="7"/>
                      <a:pt x="35" y="13"/>
                      <a:pt x="35" y="18"/>
                    </a:cubicBezTo>
                    <a:cubicBezTo>
                      <a:pt x="2" y="18"/>
                      <a:pt x="2" y="18"/>
                      <a:pt x="2" y="18"/>
                    </a:cubicBezTo>
                    <a:cubicBezTo>
                      <a:pt x="1" y="13"/>
                      <a:pt x="0" y="6"/>
                      <a:pt x="0" y="0"/>
                    </a:cubicBezTo>
                    <a:close/>
                  </a:path>
                </a:pathLst>
              </a:custGeom>
              <a:solidFill>
                <a:srgbClr val="C7C6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7" name="Freeform 586"/>
              <p:cNvSpPr>
                <a:spLocks/>
              </p:cNvSpPr>
              <p:nvPr/>
            </p:nvSpPr>
            <p:spPr bwMode="auto">
              <a:xfrm>
                <a:off x="3306" y="1711"/>
                <a:ext cx="71" cy="36"/>
              </a:xfrm>
              <a:custGeom>
                <a:avLst/>
                <a:gdLst>
                  <a:gd name="T0" fmla="*/ 0 w 37"/>
                  <a:gd name="T1" fmla="*/ 0 h 19"/>
                  <a:gd name="T2" fmla="*/ 37 w 37"/>
                  <a:gd name="T3" fmla="*/ 0 h 19"/>
                  <a:gd name="T4" fmla="*/ 35 w 37"/>
                  <a:gd name="T5" fmla="*/ 19 h 19"/>
                  <a:gd name="T6" fmla="*/ 2 w 37"/>
                  <a:gd name="T7" fmla="*/ 19 h 19"/>
                  <a:gd name="T8" fmla="*/ 0 w 37"/>
                  <a:gd name="T9" fmla="*/ 0 h 19"/>
                </a:gdLst>
                <a:ahLst/>
                <a:cxnLst>
                  <a:cxn ang="0">
                    <a:pos x="T0" y="T1"/>
                  </a:cxn>
                  <a:cxn ang="0">
                    <a:pos x="T2" y="T3"/>
                  </a:cxn>
                  <a:cxn ang="0">
                    <a:pos x="T4" y="T5"/>
                  </a:cxn>
                  <a:cxn ang="0">
                    <a:pos x="T6" y="T7"/>
                  </a:cxn>
                  <a:cxn ang="0">
                    <a:pos x="T8" y="T9"/>
                  </a:cxn>
                </a:cxnLst>
                <a:rect l="0" t="0" r="r" b="b"/>
                <a:pathLst>
                  <a:path w="37" h="19">
                    <a:moveTo>
                      <a:pt x="0" y="0"/>
                    </a:moveTo>
                    <a:cubicBezTo>
                      <a:pt x="37" y="0"/>
                      <a:pt x="37" y="0"/>
                      <a:pt x="37" y="0"/>
                    </a:cubicBezTo>
                    <a:cubicBezTo>
                      <a:pt x="36" y="7"/>
                      <a:pt x="35" y="14"/>
                      <a:pt x="35" y="19"/>
                    </a:cubicBezTo>
                    <a:cubicBezTo>
                      <a:pt x="2" y="19"/>
                      <a:pt x="2" y="19"/>
                      <a:pt x="2" y="19"/>
                    </a:cubicBezTo>
                    <a:cubicBezTo>
                      <a:pt x="1" y="14"/>
                      <a:pt x="0" y="7"/>
                      <a:pt x="0" y="0"/>
                    </a:cubicBezTo>
                    <a:close/>
                  </a:path>
                </a:pathLst>
              </a:custGeom>
              <a:solidFill>
                <a:srgbClr val="C9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8" name="Freeform 587"/>
              <p:cNvSpPr>
                <a:spLocks/>
              </p:cNvSpPr>
              <p:nvPr/>
            </p:nvSpPr>
            <p:spPr bwMode="auto">
              <a:xfrm>
                <a:off x="3306" y="1715"/>
                <a:ext cx="71" cy="34"/>
              </a:xfrm>
              <a:custGeom>
                <a:avLst/>
                <a:gdLst>
                  <a:gd name="T0" fmla="*/ 0 w 37"/>
                  <a:gd name="T1" fmla="*/ 0 h 18"/>
                  <a:gd name="T2" fmla="*/ 37 w 37"/>
                  <a:gd name="T3" fmla="*/ 0 h 18"/>
                  <a:gd name="T4" fmla="*/ 35 w 37"/>
                  <a:gd name="T5" fmla="*/ 18 h 18"/>
                  <a:gd name="T6" fmla="*/ 2 w 37"/>
                  <a:gd name="T7" fmla="*/ 18 h 18"/>
                  <a:gd name="T8" fmla="*/ 2 w 37"/>
                  <a:gd name="T9" fmla="*/ 17 h 18"/>
                  <a:gd name="T10" fmla="*/ 0 w 37"/>
                  <a:gd name="T11" fmla="*/ 0 h 18"/>
                </a:gdLst>
                <a:ahLst/>
                <a:cxnLst>
                  <a:cxn ang="0">
                    <a:pos x="T0" y="T1"/>
                  </a:cxn>
                  <a:cxn ang="0">
                    <a:pos x="T2" y="T3"/>
                  </a:cxn>
                  <a:cxn ang="0">
                    <a:pos x="T4" y="T5"/>
                  </a:cxn>
                  <a:cxn ang="0">
                    <a:pos x="T6" y="T7"/>
                  </a:cxn>
                  <a:cxn ang="0">
                    <a:pos x="T8" y="T9"/>
                  </a:cxn>
                  <a:cxn ang="0">
                    <a:pos x="T10" y="T11"/>
                  </a:cxn>
                </a:cxnLst>
                <a:rect l="0" t="0" r="r" b="b"/>
                <a:pathLst>
                  <a:path w="37" h="18">
                    <a:moveTo>
                      <a:pt x="0" y="0"/>
                    </a:moveTo>
                    <a:cubicBezTo>
                      <a:pt x="37" y="0"/>
                      <a:pt x="37" y="0"/>
                      <a:pt x="37" y="0"/>
                    </a:cubicBezTo>
                    <a:cubicBezTo>
                      <a:pt x="36" y="7"/>
                      <a:pt x="35" y="13"/>
                      <a:pt x="35" y="18"/>
                    </a:cubicBezTo>
                    <a:cubicBezTo>
                      <a:pt x="2" y="18"/>
                      <a:pt x="2" y="18"/>
                      <a:pt x="2" y="18"/>
                    </a:cubicBezTo>
                    <a:cubicBezTo>
                      <a:pt x="2" y="17"/>
                      <a:pt x="2" y="17"/>
                      <a:pt x="2" y="17"/>
                    </a:cubicBezTo>
                    <a:cubicBezTo>
                      <a:pt x="1" y="13"/>
                      <a:pt x="0" y="6"/>
                      <a:pt x="0" y="0"/>
                    </a:cubicBezTo>
                    <a:close/>
                  </a:path>
                </a:pathLst>
              </a:custGeom>
              <a:solidFill>
                <a:srgbClr val="CAC8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9" name="Freeform 588"/>
              <p:cNvSpPr>
                <a:spLocks/>
              </p:cNvSpPr>
              <p:nvPr/>
            </p:nvSpPr>
            <p:spPr bwMode="auto">
              <a:xfrm>
                <a:off x="3306" y="1717"/>
                <a:ext cx="71" cy="34"/>
              </a:xfrm>
              <a:custGeom>
                <a:avLst/>
                <a:gdLst>
                  <a:gd name="T0" fmla="*/ 0 w 37"/>
                  <a:gd name="T1" fmla="*/ 0 h 18"/>
                  <a:gd name="T2" fmla="*/ 37 w 37"/>
                  <a:gd name="T3" fmla="*/ 0 h 18"/>
                  <a:gd name="T4" fmla="*/ 35 w 37"/>
                  <a:gd name="T5" fmla="*/ 18 h 18"/>
                  <a:gd name="T6" fmla="*/ 3 w 37"/>
                  <a:gd name="T7" fmla="*/ 18 h 18"/>
                  <a:gd name="T8" fmla="*/ 2 w 37"/>
                  <a:gd name="T9" fmla="*/ 16 h 18"/>
                  <a:gd name="T10" fmla="*/ 0 w 37"/>
                  <a:gd name="T11" fmla="*/ 0 h 18"/>
                </a:gdLst>
                <a:ahLst/>
                <a:cxnLst>
                  <a:cxn ang="0">
                    <a:pos x="T0" y="T1"/>
                  </a:cxn>
                  <a:cxn ang="0">
                    <a:pos x="T2" y="T3"/>
                  </a:cxn>
                  <a:cxn ang="0">
                    <a:pos x="T4" y="T5"/>
                  </a:cxn>
                  <a:cxn ang="0">
                    <a:pos x="T6" y="T7"/>
                  </a:cxn>
                  <a:cxn ang="0">
                    <a:pos x="T8" y="T9"/>
                  </a:cxn>
                  <a:cxn ang="0">
                    <a:pos x="T10" y="T11"/>
                  </a:cxn>
                </a:cxnLst>
                <a:rect l="0" t="0" r="r" b="b"/>
                <a:pathLst>
                  <a:path w="37" h="18">
                    <a:moveTo>
                      <a:pt x="0" y="0"/>
                    </a:moveTo>
                    <a:cubicBezTo>
                      <a:pt x="37" y="0"/>
                      <a:pt x="37" y="0"/>
                      <a:pt x="37" y="0"/>
                    </a:cubicBezTo>
                    <a:cubicBezTo>
                      <a:pt x="36" y="7"/>
                      <a:pt x="34" y="14"/>
                      <a:pt x="35" y="18"/>
                    </a:cubicBezTo>
                    <a:cubicBezTo>
                      <a:pt x="3" y="18"/>
                      <a:pt x="3" y="18"/>
                      <a:pt x="3" y="18"/>
                    </a:cubicBezTo>
                    <a:cubicBezTo>
                      <a:pt x="2" y="18"/>
                      <a:pt x="2" y="17"/>
                      <a:pt x="2" y="16"/>
                    </a:cubicBezTo>
                    <a:cubicBezTo>
                      <a:pt x="1" y="12"/>
                      <a:pt x="0" y="6"/>
                      <a:pt x="0" y="0"/>
                    </a:cubicBezTo>
                    <a:close/>
                  </a:path>
                </a:pathLst>
              </a:custGeom>
              <a:solidFill>
                <a:srgbClr val="CBC9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0" name="Freeform 589"/>
              <p:cNvSpPr>
                <a:spLocks/>
              </p:cNvSpPr>
              <p:nvPr/>
            </p:nvSpPr>
            <p:spPr bwMode="auto">
              <a:xfrm>
                <a:off x="3306" y="1719"/>
                <a:ext cx="71" cy="34"/>
              </a:xfrm>
              <a:custGeom>
                <a:avLst/>
                <a:gdLst>
                  <a:gd name="T0" fmla="*/ 0 w 37"/>
                  <a:gd name="T1" fmla="*/ 0 h 18"/>
                  <a:gd name="T2" fmla="*/ 37 w 37"/>
                  <a:gd name="T3" fmla="*/ 0 h 18"/>
                  <a:gd name="T4" fmla="*/ 35 w 37"/>
                  <a:gd name="T5" fmla="*/ 18 h 18"/>
                  <a:gd name="T6" fmla="*/ 3 w 37"/>
                  <a:gd name="T7" fmla="*/ 18 h 18"/>
                  <a:gd name="T8" fmla="*/ 2 w 37"/>
                  <a:gd name="T9" fmla="*/ 15 h 18"/>
                  <a:gd name="T10" fmla="*/ 0 w 37"/>
                  <a:gd name="T11" fmla="*/ 0 h 18"/>
                </a:gdLst>
                <a:ahLst/>
                <a:cxnLst>
                  <a:cxn ang="0">
                    <a:pos x="T0" y="T1"/>
                  </a:cxn>
                  <a:cxn ang="0">
                    <a:pos x="T2" y="T3"/>
                  </a:cxn>
                  <a:cxn ang="0">
                    <a:pos x="T4" y="T5"/>
                  </a:cxn>
                  <a:cxn ang="0">
                    <a:pos x="T6" y="T7"/>
                  </a:cxn>
                  <a:cxn ang="0">
                    <a:pos x="T8" y="T9"/>
                  </a:cxn>
                  <a:cxn ang="0">
                    <a:pos x="T10" y="T11"/>
                  </a:cxn>
                </a:cxnLst>
                <a:rect l="0" t="0" r="r" b="b"/>
                <a:pathLst>
                  <a:path w="37" h="18">
                    <a:moveTo>
                      <a:pt x="0" y="0"/>
                    </a:moveTo>
                    <a:cubicBezTo>
                      <a:pt x="37" y="0"/>
                      <a:pt x="37" y="0"/>
                      <a:pt x="37" y="0"/>
                    </a:cubicBezTo>
                    <a:cubicBezTo>
                      <a:pt x="35" y="7"/>
                      <a:pt x="34" y="14"/>
                      <a:pt x="35" y="18"/>
                    </a:cubicBezTo>
                    <a:cubicBezTo>
                      <a:pt x="3" y="18"/>
                      <a:pt x="3" y="18"/>
                      <a:pt x="3" y="18"/>
                    </a:cubicBezTo>
                    <a:cubicBezTo>
                      <a:pt x="3" y="17"/>
                      <a:pt x="2" y="16"/>
                      <a:pt x="2" y="15"/>
                    </a:cubicBezTo>
                    <a:cubicBezTo>
                      <a:pt x="1" y="11"/>
                      <a:pt x="0" y="6"/>
                      <a:pt x="0" y="0"/>
                    </a:cubicBezTo>
                    <a:close/>
                  </a:path>
                </a:pathLst>
              </a:custGeom>
              <a:solidFill>
                <a:srgbClr val="CC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1" name="Freeform 590"/>
              <p:cNvSpPr>
                <a:spLocks/>
              </p:cNvSpPr>
              <p:nvPr/>
            </p:nvSpPr>
            <p:spPr bwMode="auto">
              <a:xfrm>
                <a:off x="3306" y="1720"/>
                <a:ext cx="69" cy="37"/>
              </a:xfrm>
              <a:custGeom>
                <a:avLst/>
                <a:gdLst>
                  <a:gd name="T0" fmla="*/ 0 w 36"/>
                  <a:gd name="T1" fmla="*/ 0 h 19"/>
                  <a:gd name="T2" fmla="*/ 36 w 36"/>
                  <a:gd name="T3" fmla="*/ 0 h 19"/>
                  <a:gd name="T4" fmla="*/ 35 w 36"/>
                  <a:gd name="T5" fmla="*/ 19 h 19"/>
                  <a:gd name="T6" fmla="*/ 3 w 36"/>
                  <a:gd name="T7" fmla="*/ 19 h 19"/>
                  <a:gd name="T8" fmla="*/ 2 w 36"/>
                  <a:gd name="T9" fmla="*/ 14 h 19"/>
                  <a:gd name="T10" fmla="*/ 0 w 36"/>
                  <a:gd name="T11" fmla="*/ 0 h 19"/>
                </a:gdLst>
                <a:ahLst/>
                <a:cxnLst>
                  <a:cxn ang="0">
                    <a:pos x="T0" y="T1"/>
                  </a:cxn>
                  <a:cxn ang="0">
                    <a:pos x="T2" y="T3"/>
                  </a:cxn>
                  <a:cxn ang="0">
                    <a:pos x="T4" y="T5"/>
                  </a:cxn>
                  <a:cxn ang="0">
                    <a:pos x="T6" y="T7"/>
                  </a:cxn>
                  <a:cxn ang="0">
                    <a:pos x="T8" y="T9"/>
                  </a:cxn>
                  <a:cxn ang="0">
                    <a:pos x="T10" y="T11"/>
                  </a:cxn>
                </a:cxnLst>
                <a:rect l="0" t="0" r="r" b="b"/>
                <a:pathLst>
                  <a:path w="36" h="19">
                    <a:moveTo>
                      <a:pt x="0" y="0"/>
                    </a:moveTo>
                    <a:cubicBezTo>
                      <a:pt x="36" y="0"/>
                      <a:pt x="36" y="0"/>
                      <a:pt x="36" y="0"/>
                    </a:cubicBezTo>
                    <a:cubicBezTo>
                      <a:pt x="35" y="8"/>
                      <a:pt x="34" y="15"/>
                      <a:pt x="35" y="19"/>
                    </a:cubicBezTo>
                    <a:cubicBezTo>
                      <a:pt x="3" y="19"/>
                      <a:pt x="3" y="19"/>
                      <a:pt x="3" y="19"/>
                    </a:cubicBezTo>
                    <a:cubicBezTo>
                      <a:pt x="3" y="17"/>
                      <a:pt x="3" y="16"/>
                      <a:pt x="2" y="14"/>
                    </a:cubicBezTo>
                    <a:cubicBezTo>
                      <a:pt x="1" y="11"/>
                      <a:pt x="0" y="6"/>
                      <a:pt x="0" y="0"/>
                    </a:cubicBezTo>
                    <a:close/>
                  </a:path>
                </a:pathLst>
              </a:custGeom>
              <a:solidFill>
                <a:srgbClr val="CD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2" name="Freeform 591"/>
              <p:cNvSpPr>
                <a:spLocks/>
              </p:cNvSpPr>
              <p:nvPr/>
            </p:nvSpPr>
            <p:spPr bwMode="auto">
              <a:xfrm>
                <a:off x="3306" y="1724"/>
                <a:ext cx="69" cy="35"/>
              </a:xfrm>
              <a:custGeom>
                <a:avLst/>
                <a:gdLst>
                  <a:gd name="T0" fmla="*/ 0 w 36"/>
                  <a:gd name="T1" fmla="*/ 0 h 18"/>
                  <a:gd name="T2" fmla="*/ 36 w 36"/>
                  <a:gd name="T3" fmla="*/ 0 h 18"/>
                  <a:gd name="T4" fmla="*/ 35 w 36"/>
                  <a:gd name="T5" fmla="*/ 18 h 18"/>
                  <a:gd name="T6" fmla="*/ 4 w 36"/>
                  <a:gd name="T7" fmla="*/ 18 h 18"/>
                  <a:gd name="T8" fmla="*/ 2 w 36"/>
                  <a:gd name="T9" fmla="*/ 12 h 18"/>
                  <a:gd name="T10" fmla="*/ 0 w 36"/>
                  <a:gd name="T11" fmla="*/ 0 h 18"/>
                </a:gdLst>
                <a:ahLst/>
                <a:cxnLst>
                  <a:cxn ang="0">
                    <a:pos x="T0" y="T1"/>
                  </a:cxn>
                  <a:cxn ang="0">
                    <a:pos x="T2" y="T3"/>
                  </a:cxn>
                  <a:cxn ang="0">
                    <a:pos x="T4" y="T5"/>
                  </a:cxn>
                  <a:cxn ang="0">
                    <a:pos x="T6" y="T7"/>
                  </a:cxn>
                  <a:cxn ang="0">
                    <a:pos x="T8" y="T9"/>
                  </a:cxn>
                  <a:cxn ang="0">
                    <a:pos x="T10" y="T11"/>
                  </a:cxn>
                </a:cxnLst>
                <a:rect l="0" t="0" r="r" b="b"/>
                <a:pathLst>
                  <a:path w="36" h="18">
                    <a:moveTo>
                      <a:pt x="0" y="0"/>
                    </a:moveTo>
                    <a:cubicBezTo>
                      <a:pt x="36" y="0"/>
                      <a:pt x="36" y="0"/>
                      <a:pt x="36" y="0"/>
                    </a:cubicBezTo>
                    <a:cubicBezTo>
                      <a:pt x="35" y="8"/>
                      <a:pt x="34" y="15"/>
                      <a:pt x="35" y="18"/>
                    </a:cubicBezTo>
                    <a:cubicBezTo>
                      <a:pt x="4" y="18"/>
                      <a:pt x="4" y="18"/>
                      <a:pt x="4" y="18"/>
                    </a:cubicBezTo>
                    <a:cubicBezTo>
                      <a:pt x="3" y="17"/>
                      <a:pt x="3" y="15"/>
                      <a:pt x="2" y="12"/>
                    </a:cubicBezTo>
                    <a:cubicBezTo>
                      <a:pt x="1" y="9"/>
                      <a:pt x="1" y="4"/>
                      <a:pt x="0" y="0"/>
                    </a:cubicBezTo>
                    <a:close/>
                  </a:path>
                </a:pathLst>
              </a:custGeom>
              <a:solidFill>
                <a:srgbClr val="CFCD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3" name="Freeform 592"/>
              <p:cNvSpPr>
                <a:spLocks/>
              </p:cNvSpPr>
              <p:nvPr/>
            </p:nvSpPr>
            <p:spPr bwMode="auto">
              <a:xfrm>
                <a:off x="3306" y="1726"/>
                <a:ext cx="69" cy="35"/>
              </a:xfrm>
              <a:custGeom>
                <a:avLst/>
                <a:gdLst>
                  <a:gd name="T0" fmla="*/ 0 w 36"/>
                  <a:gd name="T1" fmla="*/ 0 h 18"/>
                  <a:gd name="T2" fmla="*/ 36 w 36"/>
                  <a:gd name="T3" fmla="*/ 0 h 18"/>
                  <a:gd name="T4" fmla="*/ 36 w 36"/>
                  <a:gd name="T5" fmla="*/ 18 h 18"/>
                  <a:gd name="T6" fmla="*/ 36 w 36"/>
                  <a:gd name="T7" fmla="*/ 18 h 18"/>
                  <a:gd name="T8" fmla="*/ 4 w 36"/>
                  <a:gd name="T9" fmla="*/ 18 h 18"/>
                  <a:gd name="T10" fmla="*/ 2 w 36"/>
                  <a:gd name="T11" fmla="*/ 11 h 18"/>
                  <a:gd name="T12" fmla="*/ 0 w 36"/>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6" h="18">
                    <a:moveTo>
                      <a:pt x="0" y="0"/>
                    </a:moveTo>
                    <a:cubicBezTo>
                      <a:pt x="36" y="0"/>
                      <a:pt x="36" y="0"/>
                      <a:pt x="36" y="0"/>
                    </a:cubicBezTo>
                    <a:cubicBezTo>
                      <a:pt x="35" y="8"/>
                      <a:pt x="34" y="15"/>
                      <a:pt x="36" y="18"/>
                    </a:cubicBezTo>
                    <a:cubicBezTo>
                      <a:pt x="36" y="18"/>
                      <a:pt x="36" y="18"/>
                      <a:pt x="36" y="18"/>
                    </a:cubicBezTo>
                    <a:cubicBezTo>
                      <a:pt x="4" y="18"/>
                      <a:pt x="4" y="18"/>
                      <a:pt x="4" y="18"/>
                    </a:cubicBezTo>
                    <a:cubicBezTo>
                      <a:pt x="4" y="17"/>
                      <a:pt x="3" y="14"/>
                      <a:pt x="2" y="11"/>
                    </a:cubicBezTo>
                    <a:cubicBezTo>
                      <a:pt x="1" y="8"/>
                      <a:pt x="1" y="4"/>
                      <a:pt x="0" y="0"/>
                    </a:cubicBezTo>
                    <a:close/>
                  </a:path>
                </a:pathLst>
              </a:custGeom>
              <a:solidFill>
                <a:srgbClr val="D0CE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4" name="Freeform 593"/>
              <p:cNvSpPr>
                <a:spLocks/>
              </p:cNvSpPr>
              <p:nvPr/>
            </p:nvSpPr>
            <p:spPr bwMode="auto">
              <a:xfrm>
                <a:off x="3306" y="1728"/>
                <a:ext cx="71" cy="36"/>
              </a:xfrm>
              <a:custGeom>
                <a:avLst/>
                <a:gdLst>
                  <a:gd name="T0" fmla="*/ 0 w 37"/>
                  <a:gd name="T1" fmla="*/ 0 h 19"/>
                  <a:gd name="T2" fmla="*/ 36 w 37"/>
                  <a:gd name="T3" fmla="*/ 0 h 19"/>
                  <a:gd name="T4" fmla="*/ 36 w 37"/>
                  <a:gd name="T5" fmla="*/ 17 h 19"/>
                  <a:gd name="T6" fmla="*/ 37 w 37"/>
                  <a:gd name="T7" fmla="*/ 19 h 19"/>
                  <a:gd name="T8" fmla="*/ 5 w 37"/>
                  <a:gd name="T9" fmla="*/ 19 h 19"/>
                  <a:gd name="T10" fmla="*/ 2 w 37"/>
                  <a:gd name="T11" fmla="*/ 10 h 19"/>
                  <a:gd name="T12" fmla="*/ 0 w 3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7" h="19">
                    <a:moveTo>
                      <a:pt x="0" y="0"/>
                    </a:moveTo>
                    <a:cubicBezTo>
                      <a:pt x="36" y="0"/>
                      <a:pt x="36" y="0"/>
                      <a:pt x="36" y="0"/>
                    </a:cubicBezTo>
                    <a:cubicBezTo>
                      <a:pt x="35" y="8"/>
                      <a:pt x="34" y="14"/>
                      <a:pt x="36" y="17"/>
                    </a:cubicBezTo>
                    <a:cubicBezTo>
                      <a:pt x="36" y="17"/>
                      <a:pt x="37" y="18"/>
                      <a:pt x="37" y="19"/>
                    </a:cubicBezTo>
                    <a:cubicBezTo>
                      <a:pt x="5" y="19"/>
                      <a:pt x="5" y="19"/>
                      <a:pt x="5" y="19"/>
                    </a:cubicBezTo>
                    <a:cubicBezTo>
                      <a:pt x="4" y="17"/>
                      <a:pt x="3" y="15"/>
                      <a:pt x="2" y="10"/>
                    </a:cubicBezTo>
                    <a:cubicBezTo>
                      <a:pt x="2" y="8"/>
                      <a:pt x="1" y="4"/>
                      <a:pt x="0" y="0"/>
                    </a:cubicBezTo>
                    <a:close/>
                  </a:path>
                </a:pathLst>
              </a:custGeom>
              <a:solidFill>
                <a:srgbClr val="D2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5" name="Freeform 594"/>
              <p:cNvSpPr>
                <a:spLocks/>
              </p:cNvSpPr>
              <p:nvPr/>
            </p:nvSpPr>
            <p:spPr bwMode="auto">
              <a:xfrm>
                <a:off x="3308" y="1732"/>
                <a:ext cx="71" cy="34"/>
              </a:xfrm>
              <a:custGeom>
                <a:avLst/>
                <a:gdLst>
                  <a:gd name="T0" fmla="*/ 0 w 37"/>
                  <a:gd name="T1" fmla="*/ 0 h 18"/>
                  <a:gd name="T2" fmla="*/ 35 w 37"/>
                  <a:gd name="T3" fmla="*/ 0 h 18"/>
                  <a:gd name="T4" fmla="*/ 35 w 37"/>
                  <a:gd name="T5" fmla="*/ 15 h 18"/>
                  <a:gd name="T6" fmla="*/ 37 w 37"/>
                  <a:gd name="T7" fmla="*/ 18 h 18"/>
                  <a:gd name="T8" fmla="*/ 4 w 37"/>
                  <a:gd name="T9" fmla="*/ 18 h 18"/>
                  <a:gd name="T10" fmla="*/ 1 w 37"/>
                  <a:gd name="T11" fmla="*/ 8 h 18"/>
                  <a:gd name="T12" fmla="*/ 0 w 3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7" h="18">
                    <a:moveTo>
                      <a:pt x="0" y="0"/>
                    </a:moveTo>
                    <a:cubicBezTo>
                      <a:pt x="35" y="0"/>
                      <a:pt x="35" y="0"/>
                      <a:pt x="35" y="0"/>
                    </a:cubicBezTo>
                    <a:cubicBezTo>
                      <a:pt x="34" y="6"/>
                      <a:pt x="33" y="12"/>
                      <a:pt x="35" y="15"/>
                    </a:cubicBezTo>
                    <a:cubicBezTo>
                      <a:pt x="36" y="16"/>
                      <a:pt x="36" y="17"/>
                      <a:pt x="37" y="18"/>
                    </a:cubicBezTo>
                    <a:cubicBezTo>
                      <a:pt x="4" y="18"/>
                      <a:pt x="4" y="18"/>
                      <a:pt x="4" y="18"/>
                    </a:cubicBezTo>
                    <a:cubicBezTo>
                      <a:pt x="4" y="17"/>
                      <a:pt x="2" y="14"/>
                      <a:pt x="1" y="8"/>
                    </a:cubicBezTo>
                    <a:cubicBezTo>
                      <a:pt x="1" y="6"/>
                      <a:pt x="0" y="3"/>
                      <a:pt x="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6" name="Freeform 595"/>
              <p:cNvSpPr>
                <a:spLocks/>
              </p:cNvSpPr>
              <p:nvPr/>
            </p:nvSpPr>
            <p:spPr bwMode="auto">
              <a:xfrm>
                <a:off x="3308" y="1734"/>
                <a:ext cx="71" cy="34"/>
              </a:xfrm>
              <a:custGeom>
                <a:avLst/>
                <a:gdLst>
                  <a:gd name="T0" fmla="*/ 0 w 37"/>
                  <a:gd name="T1" fmla="*/ 0 h 18"/>
                  <a:gd name="T2" fmla="*/ 34 w 37"/>
                  <a:gd name="T3" fmla="*/ 0 h 18"/>
                  <a:gd name="T4" fmla="*/ 35 w 37"/>
                  <a:gd name="T5" fmla="*/ 14 h 18"/>
                  <a:gd name="T6" fmla="*/ 37 w 37"/>
                  <a:gd name="T7" fmla="*/ 18 h 18"/>
                  <a:gd name="T8" fmla="*/ 0 w 37"/>
                  <a:gd name="T9" fmla="*/ 18 h 18"/>
                  <a:gd name="T10" fmla="*/ 2 w 37"/>
                  <a:gd name="T11" fmla="*/ 18 h 18"/>
                  <a:gd name="T12" fmla="*/ 1 w 37"/>
                  <a:gd name="T13" fmla="*/ 7 h 18"/>
                  <a:gd name="T14" fmla="*/ 0 w 3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18">
                    <a:moveTo>
                      <a:pt x="0" y="0"/>
                    </a:moveTo>
                    <a:cubicBezTo>
                      <a:pt x="34" y="0"/>
                      <a:pt x="34" y="0"/>
                      <a:pt x="34" y="0"/>
                    </a:cubicBezTo>
                    <a:cubicBezTo>
                      <a:pt x="33" y="6"/>
                      <a:pt x="33" y="11"/>
                      <a:pt x="35" y="14"/>
                    </a:cubicBezTo>
                    <a:cubicBezTo>
                      <a:pt x="36" y="15"/>
                      <a:pt x="37" y="17"/>
                      <a:pt x="37" y="18"/>
                    </a:cubicBezTo>
                    <a:cubicBezTo>
                      <a:pt x="0" y="18"/>
                      <a:pt x="0" y="18"/>
                      <a:pt x="0" y="18"/>
                    </a:cubicBezTo>
                    <a:cubicBezTo>
                      <a:pt x="0" y="18"/>
                      <a:pt x="1" y="18"/>
                      <a:pt x="2" y="18"/>
                    </a:cubicBezTo>
                    <a:cubicBezTo>
                      <a:pt x="6" y="18"/>
                      <a:pt x="4" y="18"/>
                      <a:pt x="1" y="7"/>
                    </a:cubicBezTo>
                    <a:cubicBezTo>
                      <a:pt x="1" y="5"/>
                      <a:pt x="0" y="3"/>
                      <a:pt x="0" y="0"/>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7" name="Freeform 596"/>
              <p:cNvSpPr>
                <a:spLocks/>
              </p:cNvSpPr>
              <p:nvPr/>
            </p:nvSpPr>
            <p:spPr bwMode="auto">
              <a:xfrm>
                <a:off x="3306" y="1736"/>
                <a:ext cx="75" cy="34"/>
              </a:xfrm>
              <a:custGeom>
                <a:avLst/>
                <a:gdLst>
                  <a:gd name="T0" fmla="*/ 1 w 39"/>
                  <a:gd name="T1" fmla="*/ 0 h 18"/>
                  <a:gd name="T2" fmla="*/ 35 w 39"/>
                  <a:gd name="T3" fmla="*/ 0 h 18"/>
                  <a:gd name="T4" fmla="*/ 36 w 39"/>
                  <a:gd name="T5" fmla="*/ 13 h 18"/>
                  <a:gd name="T6" fmla="*/ 39 w 39"/>
                  <a:gd name="T7" fmla="*/ 18 h 18"/>
                  <a:gd name="T8" fmla="*/ 0 w 39"/>
                  <a:gd name="T9" fmla="*/ 18 h 18"/>
                  <a:gd name="T10" fmla="*/ 3 w 39"/>
                  <a:gd name="T11" fmla="*/ 17 h 18"/>
                  <a:gd name="T12" fmla="*/ 2 w 39"/>
                  <a:gd name="T13" fmla="*/ 6 h 18"/>
                  <a:gd name="T14" fmla="*/ 1 w 39"/>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18">
                    <a:moveTo>
                      <a:pt x="1" y="0"/>
                    </a:moveTo>
                    <a:cubicBezTo>
                      <a:pt x="35" y="0"/>
                      <a:pt x="35" y="0"/>
                      <a:pt x="35" y="0"/>
                    </a:cubicBezTo>
                    <a:cubicBezTo>
                      <a:pt x="34" y="6"/>
                      <a:pt x="34" y="10"/>
                      <a:pt x="36" y="13"/>
                    </a:cubicBezTo>
                    <a:cubicBezTo>
                      <a:pt x="37" y="14"/>
                      <a:pt x="38" y="16"/>
                      <a:pt x="39" y="18"/>
                    </a:cubicBezTo>
                    <a:cubicBezTo>
                      <a:pt x="0" y="18"/>
                      <a:pt x="0" y="18"/>
                      <a:pt x="0" y="18"/>
                    </a:cubicBezTo>
                    <a:cubicBezTo>
                      <a:pt x="1" y="17"/>
                      <a:pt x="2" y="17"/>
                      <a:pt x="3" y="17"/>
                    </a:cubicBezTo>
                    <a:cubicBezTo>
                      <a:pt x="7" y="17"/>
                      <a:pt x="5" y="17"/>
                      <a:pt x="2" y="6"/>
                    </a:cubicBezTo>
                    <a:cubicBezTo>
                      <a:pt x="2" y="4"/>
                      <a:pt x="1" y="2"/>
                      <a:pt x="1" y="0"/>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8" name="Freeform 597"/>
              <p:cNvSpPr>
                <a:spLocks/>
              </p:cNvSpPr>
              <p:nvPr/>
            </p:nvSpPr>
            <p:spPr bwMode="auto">
              <a:xfrm>
                <a:off x="3306" y="1738"/>
                <a:ext cx="75" cy="36"/>
              </a:xfrm>
              <a:custGeom>
                <a:avLst/>
                <a:gdLst>
                  <a:gd name="T0" fmla="*/ 1 w 39"/>
                  <a:gd name="T1" fmla="*/ 0 h 19"/>
                  <a:gd name="T2" fmla="*/ 35 w 39"/>
                  <a:gd name="T3" fmla="*/ 0 h 19"/>
                  <a:gd name="T4" fmla="*/ 36 w 39"/>
                  <a:gd name="T5" fmla="*/ 12 h 19"/>
                  <a:gd name="T6" fmla="*/ 39 w 39"/>
                  <a:gd name="T7" fmla="*/ 19 h 19"/>
                  <a:gd name="T8" fmla="*/ 0 w 39"/>
                  <a:gd name="T9" fmla="*/ 19 h 19"/>
                  <a:gd name="T10" fmla="*/ 3 w 39"/>
                  <a:gd name="T11" fmla="*/ 16 h 19"/>
                  <a:gd name="T12" fmla="*/ 2 w 39"/>
                  <a:gd name="T13" fmla="*/ 5 h 19"/>
                  <a:gd name="T14" fmla="*/ 1 w 3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19">
                    <a:moveTo>
                      <a:pt x="1" y="0"/>
                    </a:moveTo>
                    <a:cubicBezTo>
                      <a:pt x="35" y="0"/>
                      <a:pt x="35" y="0"/>
                      <a:pt x="35" y="0"/>
                    </a:cubicBezTo>
                    <a:cubicBezTo>
                      <a:pt x="34" y="5"/>
                      <a:pt x="34" y="9"/>
                      <a:pt x="36" y="12"/>
                    </a:cubicBezTo>
                    <a:cubicBezTo>
                      <a:pt x="37" y="14"/>
                      <a:pt x="38" y="16"/>
                      <a:pt x="39" y="19"/>
                    </a:cubicBezTo>
                    <a:cubicBezTo>
                      <a:pt x="0" y="19"/>
                      <a:pt x="0" y="19"/>
                      <a:pt x="0" y="19"/>
                    </a:cubicBezTo>
                    <a:cubicBezTo>
                      <a:pt x="0" y="16"/>
                      <a:pt x="1" y="16"/>
                      <a:pt x="3" y="16"/>
                    </a:cubicBezTo>
                    <a:cubicBezTo>
                      <a:pt x="7" y="16"/>
                      <a:pt x="5" y="16"/>
                      <a:pt x="2" y="5"/>
                    </a:cubicBezTo>
                    <a:cubicBezTo>
                      <a:pt x="2" y="4"/>
                      <a:pt x="1" y="2"/>
                      <a:pt x="1" y="0"/>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9" name="Freeform 598"/>
              <p:cNvSpPr>
                <a:spLocks/>
              </p:cNvSpPr>
              <p:nvPr/>
            </p:nvSpPr>
            <p:spPr bwMode="auto">
              <a:xfrm>
                <a:off x="3306" y="1741"/>
                <a:ext cx="77" cy="35"/>
              </a:xfrm>
              <a:custGeom>
                <a:avLst/>
                <a:gdLst>
                  <a:gd name="T0" fmla="*/ 1 w 40"/>
                  <a:gd name="T1" fmla="*/ 0 h 18"/>
                  <a:gd name="T2" fmla="*/ 35 w 40"/>
                  <a:gd name="T3" fmla="*/ 0 h 18"/>
                  <a:gd name="T4" fmla="*/ 36 w 40"/>
                  <a:gd name="T5" fmla="*/ 10 h 18"/>
                  <a:gd name="T6" fmla="*/ 40 w 40"/>
                  <a:gd name="T7" fmla="*/ 18 h 18"/>
                  <a:gd name="T8" fmla="*/ 0 w 40"/>
                  <a:gd name="T9" fmla="*/ 18 h 18"/>
                  <a:gd name="T10" fmla="*/ 3 w 40"/>
                  <a:gd name="T11" fmla="*/ 14 h 18"/>
                  <a:gd name="T12" fmla="*/ 2 w 40"/>
                  <a:gd name="T13" fmla="*/ 3 h 18"/>
                  <a:gd name="T14" fmla="*/ 1 w 40"/>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18">
                    <a:moveTo>
                      <a:pt x="1" y="0"/>
                    </a:moveTo>
                    <a:cubicBezTo>
                      <a:pt x="35" y="0"/>
                      <a:pt x="35" y="0"/>
                      <a:pt x="35" y="0"/>
                    </a:cubicBezTo>
                    <a:cubicBezTo>
                      <a:pt x="34" y="4"/>
                      <a:pt x="35" y="8"/>
                      <a:pt x="36" y="10"/>
                    </a:cubicBezTo>
                    <a:cubicBezTo>
                      <a:pt x="38" y="12"/>
                      <a:pt x="39" y="15"/>
                      <a:pt x="40" y="18"/>
                    </a:cubicBezTo>
                    <a:cubicBezTo>
                      <a:pt x="0" y="18"/>
                      <a:pt x="0" y="18"/>
                      <a:pt x="0" y="18"/>
                    </a:cubicBezTo>
                    <a:cubicBezTo>
                      <a:pt x="0" y="14"/>
                      <a:pt x="1" y="14"/>
                      <a:pt x="3" y="14"/>
                    </a:cubicBezTo>
                    <a:cubicBezTo>
                      <a:pt x="7" y="14"/>
                      <a:pt x="5" y="14"/>
                      <a:pt x="2" y="3"/>
                    </a:cubicBezTo>
                    <a:cubicBezTo>
                      <a:pt x="2" y="2"/>
                      <a:pt x="2" y="1"/>
                      <a:pt x="1" y="0"/>
                    </a:cubicBezTo>
                    <a:close/>
                  </a:path>
                </a:pathLst>
              </a:custGeom>
              <a:solidFill>
                <a:srgbClr val="D7D6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0" name="Freeform 599"/>
              <p:cNvSpPr>
                <a:spLocks/>
              </p:cNvSpPr>
              <p:nvPr/>
            </p:nvSpPr>
            <p:spPr bwMode="auto">
              <a:xfrm>
                <a:off x="3306" y="1743"/>
                <a:ext cx="77" cy="35"/>
              </a:xfrm>
              <a:custGeom>
                <a:avLst/>
                <a:gdLst>
                  <a:gd name="T0" fmla="*/ 2 w 40"/>
                  <a:gd name="T1" fmla="*/ 0 h 18"/>
                  <a:gd name="T2" fmla="*/ 35 w 40"/>
                  <a:gd name="T3" fmla="*/ 0 h 18"/>
                  <a:gd name="T4" fmla="*/ 36 w 40"/>
                  <a:gd name="T5" fmla="*/ 9 h 18"/>
                  <a:gd name="T6" fmla="*/ 40 w 40"/>
                  <a:gd name="T7" fmla="*/ 18 h 18"/>
                  <a:gd name="T8" fmla="*/ 0 w 40"/>
                  <a:gd name="T9" fmla="*/ 18 h 18"/>
                  <a:gd name="T10" fmla="*/ 3 w 40"/>
                  <a:gd name="T11" fmla="*/ 13 h 18"/>
                  <a:gd name="T12" fmla="*/ 2 w 40"/>
                  <a:gd name="T13" fmla="*/ 2 h 18"/>
                  <a:gd name="T14" fmla="*/ 2 w 40"/>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18">
                    <a:moveTo>
                      <a:pt x="2" y="0"/>
                    </a:moveTo>
                    <a:cubicBezTo>
                      <a:pt x="35" y="0"/>
                      <a:pt x="35" y="0"/>
                      <a:pt x="35" y="0"/>
                    </a:cubicBezTo>
                    <a:cubicBezTo>
                      <a:pt x="34" y="4"/>
                      <a:pt x="35" y="7"/>
                      <a:pt x="36" y="9"/>
                    </a:cubicBezTo>
                    <a:cubicBezTo>
                      <a:pt x="38" y="12"/>
                      <a:pt x="39" y="15"/>
                      <a:pt x="40" y="18"/>
                    </a:cubicBezTo>
                    <a:cubicBezTo>
                      <a:pt x="0" y="18"/>
                      <a:pt x="0" y="18"/>
                      <a:pt x="0" y="18"/>
                    </a:cubicBezTo>
                    <a:cubicBezTo>
                      <a:pt x="0" y="13"/>
                      <a:pt x="1" y="13"/>
                      <a:pt x="3" y="13"/>
                    </a:cubicBezTo>
                    <a:cubicBezTo>
                      <a:pt x="7" y="13"/>
                      <a:pt x="5" y="13"/>
                      <a:pt x="2" y="2"/>
                    </a:cubicBezTo>
                    <a:cubicBezTo>
                      <a:pt x="2" y="1"/>
                      <a:pt x="2" y="1"/>
                      <a:pt x="2" y="0"/>
                    </a:cubicBezTo>
                    <a:close/>
                  </a:path>
                </a:pathLst>
              </a:custGeom>
              <a:solidFill>
                <a:srgbClr val="D8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1" name="Freeform 600"/>
              <p:cNvSpPr>
                <a:spLocks/>
              </p:cNvSpPr>
              <p:nvPr/>
            </p:nvSpPr>
            <p:spPr bwMode="auto">
              <a:xfrm>
                <a:off x="3306" y="1745"/>
                <a:ext cx="77" cy="35"/>
              </a:xfrm>
              <a:custGeom>
                <a:avLst/>
                <a:gdLst>
                  <a:gd name="T0" fmla="*/ 2 w 40"/>
                  <a:gd name="T1" fmla="*/ 0 h 18"/>
                  <a:gd name="T2" fmla="*/ 35 w 40"/>
                  <a:gd name="T3" fmla="*/ 0 h 18"/>
                  <a:gd name="T4" fmla="*/ 36 w 40"/>
                  <a:gd name="T5" fmla="*/ 8 h 18"/>
                  <a:gd name="T6" fmla="*/ 40 w 40"/>
                  <a:gd name="T7" fmla="*/ 18 h 18"/>
                  <a:gd name="T8" fmla="*/ 0 w 40"/>
                  <a:gd name="T9" fmla="*/ 18 h 18"/>
                  <a:gd name="T10" fmla="*/ 3 w 40"/>
                  <a:gd name="T11" fmla="*/ 12 h 18"/>
                  <a:gd name="T12" fmla="*/ 2 w 40"/>
                  <a:gd name="T13" fmla="*/ 1 h 18"/>
                  <a:gd name="T14" fmla="*/ 2 w 40"/>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18">
                    <a:moveTo>
                      <a:pt x="2" y="0"/>
                    </a:moveTo>
                    <a:cubicBezTo>
                      <a:pt x="35" y="0"/>
                      <a:pt x="35" y="0"/>
                      <a:pt x="35" y="0"/>
                    </a:cubicBezTo>
                    <a:cubicBezTo>
                      <a:pt x="35" y="3"/>
                      <a:pt x="35" y="6"/>
                      <a:pt x="36" y="8"/>
                    </a:cubicBezTo>
                    <a:cubicBezTo>
                      <a:pt x="38" y="11"/>
                      <a:pt x="39" y="15"/>
                      <a:pt x="40" y="18"/>
                    </a:cubicBezTo>
                    <a:cubicBezTo>
                      <a:pt x="0" y="18"/>
                      <a:pt x="0" y="18"/>
                      <a:pt x="0" y="18"/>
                    </a:cubicBezTo>
                    <a:cubicBezTo>
                      <a:pt x="0" y="12"/>
                      <a:pt x="0" y="12"/>
                      <a:pt x="3" y="12"/>
                    </a:cubicBezTo>
                    <a:cubicBezTo>
                      <a:pt x="7" y="12"/>
                      <a:pt x="5" y="12"/>
                      <a:pt x="2" y="1"/>
                    </a:cubicBezTo>
                    <a:lnTo>
                      <a:pt x="2" y="0"/>
                    </a:ln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2" name="Freeform 601"/>
              <p:cNvSpPr>
                <a:spLocks/>
              </p:cNvSpPr>
              <p:nvPr/>
            </p:nvSpPr>
            <p:spPr bwMode="auto">
              <a:xfrm>
                <a:off x="3306" y="1747"/>
                <a:ext cx="77" cy="37"/>
              </a:xfrm>
              <a:custGeom>
                <a:avLst/>
                <a:gdLst>
                  <a:gd name="T0" fmla="*/ 2 w 40"/>
                  <a:gd name="T1" fmla="*/ 0 h 19"/>
                  <a:gd name="T2" fmla="*/ 35 w 40"/>
                  <a:gd name="T3" fmla="*/ 0 h 19"/>
                  <a:gd name="T4" fmla="*/ 36 w 40"/>
                  <a:gd name="T5" fmla="*/ 7 h 19"/>
                  <a:gd name="T6" fmla="*/ 40 w 40"/>
                  <a:gd name="T7" fmla="*/ 19 h 19"/>
                  <a:gd name="T8" fmla="*/ 0 w 40"/>
                  <a:gd name="T9" fmla="*/ 19 h 19"/>
                  <a:gd name="T10" fmla="*/ 3 w 40"/>
                  <a:gd name="T11" fmla="*/ 11 h 19"/>
                  <a:gd name="T12" fmla="*/ 2 w 4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0" h="19">
                    <a:moveTo>
                      <a:pt x="2" y="0"/>
                    </a:moveTo>
                    <a:cubicBezTo>
                      <a:pt x="35" y="0"/>
                      <a:pt x="35" y="0"/>
                      <a:pt x="35" y="0"/>
                    </a:cubicBezTo>
                    <a:cubicBezTo>
                      <a:pt x="35" y="3"/>
                      <a:pt x="35" y="5"/>
                      <a:pt x="36" y="7"/>
                    </a:cubicBezTo>
                    <a:cubicBezTo>
                      <a:pt x="38" y="10"/>
                      <a:pt x="40" y="14"/>
                      <a:pt x="40" y="19"/>
                    </a:cubicBezTo>
                    <a:cubicBezTo>
                      <a:pt x="0" y="19"/>
                      <a:pt x="0" y="19"/>
                      <a:pt x="0" y="19"/>
                    </a:cubicBezTo>
                    <a:cubicBezTo>
                      <a:pt x="0" y="11"/>
                      <a:pt x="0" y="11"/>
                      <a:pt x="3" y="11"/>
                    </a:cubicBezTo>
                    <a:cubicBezTo>
                      <a:pt x="7" y="11"/>
                      <a:pt x="5" y="11"/>
                      <a:pt x="2" y="0"/>
                    </a:cubicBezTo>
                    <a:close/>
                  </a:path>
                </a:pathLst>
              </a:custGeom>
              <a:solidFill>
                <a:srgbClr val="DBDA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3" name="Freeform 602"/>
              <p:cNvSpPr>
                <a:spLocks/>
              </p:cNvSpPr>
              <p:nvPr/>
            </p:nvSpPr>
            <p:spPr bwMode="auto">
              <a:xfrm>
                <a:off x="3306" y="1751"/>
                <a:ext cx="79" cy="35"/>
              </a:xfrm>
              <a:custGeom>
                <a:avLst/>
                <a:gdLst>
                  <a:gd name="T0" fmla="*/ 2 w 41"/>
                  <a:gd name="T1" fmla="*/ 0 h 18"/>
                  <a:gd name="T2" fmla="*/ 35 w 41"/>
                  <a:gd name="T3" fmla="*/ 0 h 18"/>
                  <a:gd name="T4" fmla="*/ 36 w 41"/>
                  <a:gd name="T5" fmla="*/ 5 h 18"/>
                  <a:gd name="T6" fmla="*/ 41 w 41"/>
                  <a:gd name="T7" fmla="*/ 18 h 18"/>
                  <a:gd name="T8" fmla="*/ 0 w 41"/>
                  <a:gd name="T9" fmla="*/ 18 h 18"/>
                  <a:gd name="T10" fmla="*/ 3 w 41"/>
                  <a:gd name="T11" fmla="*/ 9 h 18"/>
                  <a:gd name="T12" fmla="*/ 2 w 41"/>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1" h="18">
                    <a:moveTo>
                      <a:pt x="2" y="0"/>
                    </a:moveTo>
                    <a:cubicBezTo>
                      <a:pt x="35" y="0"/>
                      <a:pt x="35" y="0"/>
                      <a:pt x="35" y="0"/>
                    </a:cubicBezTo>
                    <a:cubicBezTo>
                      <a:pt x="35" y="2"/>
                      <a:pt x="35" y="3"/>
                      <a:pt x="36" y="5"/>
                    </a:cubicBezTo>
                    <a:cubicBezTo>
                      <a:pt x="39" y="9"/>
                      <a:pt x="40" y="13"/>
                      <a:pt x="41" y="18"/>
                    </a:cubicBezTo>
                    <a:cubicBezTo>
                      <a:pt x="0" y="18"/>
                      <a:pt x="0" y="18"/>
                      <a:pt x="0" y="18"/>
                    </a:cubicBezTo>
                    <a:cubicBezTo>
                      <a:pt x="0" y="9"/>
                      <a:pt x="0" y="9"/>
                      <a:pt x="3" y="9"/>
                    </a:cubicBezTo>
                    <a:cubicBezTo>
                      <a:pt x="7" y="9"/>
                      <a:pt x="5" y="9"/>
                      <a:pt x="2"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4" name="Freeform 603"/>
              <p:cNvSpPr>
                <a:spLocks/>
              </p:cNvSpPr>
              <p:nvPr/>
            </p:nvSpPr>
            <p:spPr bwMode="auto">
              <a:xfrm>
                <a:off x="3306" y="1753"/>
                <a:ext cx="79" cy="34"/>
              </a:xfrm>
              <a:custGeom>
                <a:avLst/>
                <a:gdLst>
                  <a:gd name="T0" fmla="*/ 3 w 41"/>
                  <a:gd name="T1" fmla="*/ 0 h 18"/>
                  <a:gd name="T2" fmla="*/ 35 w 41"/>
                  <a:gd name="T3" fmla="*/ 0 h 18"/>
                  <a:gd name="T4" fmla="*/ 36 w 41"/>
                  <a:gd name="T5" fmla="*/ 4 h 18"/>
                  <a:gd name="T6" fmla="*/ 41 w 41"/>
                  <a:gd name="T7" fmla="*/ 18 h 18"/>
                  <a:gd name="T8" fmla="*/ 0 w 41"/>
                  <a:gd name="T9" fmla="*/ 18 h 18"/>
                  <a:gd name="T10" fmla="*/ 3 w 41"/>
                  <a:gd name="T11" fmla="*/ 8 h 18"/>
                  <a:gd name="T12" fmla="*/ 3 w 41"/>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1" h="18">
                    <a:moveTo>
                      <a:pt x="3" y="0"/>
                    </a:moveTo>
                    <a:cubicBezTo>
                      <a:pt x="35" y="0"/>
                      <a:pt x="35" y="0"/>
                      <a:pt x="35" y="0"/>
                    </a:cubicBezTo>
                    <a:cubicBezTo>
                      <a:pt x="35" y="1"/>
                      <a:pt x="35" y="3"/>
                      <a:pt x="36" y="4"/>
                    </a:cubicBezTo>
                    <a:cubicBezTo>
                      <a:pt x="39" y="8"/>
                      <a:pt x="40" y="13"/>
                      <a:pt x="41" y="18"/>
                    </a:cubicBezTo>
                    <a:cubicBezTo>
                      <a:pt x="0" y="18"/>
                      <a:pt x="0" y="18"/>
                      <a:pt x="0" y="18"/>
                    </a:cubicBezTo>
                    <a:cubicBezTo>
                      <a:pt x="0" y="8"/>
                      <a:pt x="0" y="8"/>
                      <a:pt x="3" y="8"/>
                    </a:cubicBezTo>
                    <a:cubicBezTo>
                      <a:pt x="6" y="8"/>
                      <a:pt x="5" y="8"/>
                      <a:pt x="3"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5" name="Freeform 604"/>
              <p:cNvSpPr>
                <a:spLocks/>
              </p:cNvSpPr>
              <p:nvPr/>
            </p:nvSpPr>
            <p:spPr bwMode="auto">
              <a:xfrm>
                <a:off x="3306" y="1755"/>
                <a:ext cx="79" cy="36"/>
              </a:xfrm>
              <a:custGeom>
                <a:avLst/>
                <a:gdLst>
                  <a:gd name="T0" fmla="*/ 3 w 41"/>
                  <a:gd name="T1" fmla="*/ 0 h 19"/>
                  <a:gd name="T2" fmla="*/ 35 w 41"/>
                  <a:gd name="T3" fmla="*/ 0 h 19"/>
                  <a:gd name="T4" fmla="*/ 36 w 41"/>
                  <a:gd name="T5" fmla="*/ 3 h 19"/>
                  <a:gd name="T6" fmla="*/ 41 w 41"/>
                  <a:gd name="T7" fmla="*/ 19 h 19"/>
                  <a:gd name="T8" fmla="*/ 0 w 41"/>
                  <a:gd name="T9" fmla="*/ 19 h 19"/>
                  <a:gd name="T10" fmla="*/ 3 w 41"/>
                  <a:gd name="T11" fmla="*/ 7 h 19"/>
                  <a:gd name="T12" fmla="*/ 3 w 4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1" h="19">
                    <a:moveTo>
                      <a:pt x="3" y="0"/>
                    </a:moveTo>
                    <a:cubicBezTo>
                      <a:pt x="35" y="0"/>
                      <a:pt x="35" y="0"/>
                      <a:pt x="35" y="0"/>
                    </a:cubicBezTo>
                    <a:cubicBezTo>
                      <a:pt x="35" y="1"/>
                      <a:pt x="35" y="2"/>
                      <a:pt x="36" y="3"/>
                    </a:cubicBezTo>
                    <a:cubicBezTo>
                      <a:pt x="39" y="7"/>
                      <a:pt x="40" y="13"/>
                      <a:pt x="41" y="19"/>
                    </a:cubicBezTo>
                    <a:cubicBezTo>
                      <a:pt x="0" y="19"/>
                      <a:pt x="0" y="19"/>
                      <a:pt x="0" y="19"/>
                    </a:cubicBezTo>
                    <a:cubicBezTo>
                      <a:pt x="0" y="7"/>
                      <a:pt x="0" y="7"/>
                      <a:pt x="3" y="7"/>
                    </a:cubicBezTo>
                    <a:cubicBezTo>
                      <a:pt x="6" y="7"/>
                      <a:pt x="5" y="7"/>
                      <a:pt x="3"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6" name="Freeform 605"/>
              <p:cNvSpPr>
                <a:spLocks/>
              </p:cNvSpPr>
              <p:nvPr/>
            </p:nvSpPr>
            <p:spPr bwMode="auto">
              <a:xfrm>
                <a:off x="3306" y="1759"/>
                <a:ext cx="79" cy="34"/>
              </a:xfrm>
              <a:custGeom>
                <a:avLst/>
                <a:gdLst>
                  <a:gd name="T0" fmla="*/ 4 w 41"/>
                  <a:gd name="T1" fmla="*/ 0 h 18"/>
                  <a:gd name="T2" fmla="*/ 35 w 41"/>
                  <a:gd name="T3" fmla="*/ 0 h 18"/>
                  <a:gd name="T4" fmla="*/ 36 w 41"/>
                  <a:gd name="T5" fmla="*/ 1 h 18"/>
                  <a:gd name="T6" fmla="*/ 41 w 41"/>
                  <a:gd name="T7" fmla="*/ 18 h 18"/>
                  <a:gd name="T8" fmla="*/ 0 w 41"/>
                  <a:gd name="T9" fmla="*/ 18 h 18"/>
                  <a:gd name="T10" fmla="*/ 3 w 41"/>
                  <a:gd name="T11" fmla="*/ 5 h 18"/>
                  <a:gd name="T12" fmla="*/ 4 w 41"/>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1" h="18">
                    <a:moveTo>
                      <a:pt x="4" y="0"/>
                    </a:moveTo>
                    <a:cubicBezTo>
                      <a:pt x="35" y="0"/>
                      <a:pt x="35" y="0"/>
                      <a:pt x="35" y="0"/>
                    </a:cubicBezTo>
                    <a:cubicBezTo>
                      <a:pt x="35" y="0"/>
                      <a:pt x="36" y="0"/>
                      <a:pt x="36" y="1"/>
                    </a:cubicBezTo>
                    <a:cubicBezTo>
                      <a:pt x="39" y="6"/>
                      <a:pt x="41" y="11"/>
                      <a:pt x="41" y="18"/>
                    </a:cubicBezTo>
                    <a:cubicBezTo>
                      <a:pt x="0" y="18"/>
                      <a:pt x="0" y="18"/>
                      <a:pt x="0" y="18"/>
                    </a:cubicBezTo>
                    <a:cubicBezTo>
                      <a:pt x="0" y="6"/>
                      <a:pt x="0" y="5"/>
                      <a:pt x="3" y="5"/>
                    </a:cubicBezTo>
                    <a:cubicBezTo>
                      <a:pt x="6" y="5"/>
                      <a:pt x="5" y="5"/>
                      <a:pt x="4"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7" name="Freeform 606"/>
              <p:cNvSpPr>
                <a:spLocks/>
              </p:cNvSpPr>
              <p:nvPr/>
            </p:nvSpPr>
            <p:spPr bwMode="auto">
              <a:xfrm>
                <a:off x="3305" y="1761"/>
                <a:ext cx="80" cy="34"/>
              </a:xfrm>
              <a:custGeom>
                <a:avLst/>
                <a:gdLst>
                  <a:gd name="T0" fmla="*/ 5 w 42"/>
                  <a:gd name="T1" fmla="*/ 0 h 18"/>
                  <a:gd name="T2" fmla="*/ 37 w 42"/>
                  <a:gd name="T3" fmla="*/ 0 h 18"/>
                  <a:gd name="T4" fmla="*/ 42 w 42"/>
                  <a:gd name="T5" fmla="*/ 18 h 18"/>
                  <a:gd name="T6" fmla="*/ 0 w 42"/>
                  <a:gd name="T7" fmla="*/ 18 h 18"/>
                  <a:gd name="T8" fmla="*/ 1 w 42"/>
                  <a:gd name="T9" fmla="*/ 17 h 18"/>
                  <a:gd name="T10" fmla="*/ 4 w 42"/>
                  <a:gd name="T11" fmla="*/ 4 h 18"/>
                  <a:gd name="T12" fmla="*/ 5 w 42"/>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2" h="18">
                    <a:moveTo>
                      <a:pt x="5" y="0"/>
                    </a:moveTo>
                    <a:cubicBezTo>
                      <a:pt x="37" y="0"/>
                      <a:pt x="37" y="0"/>
                      <a:pt x="37" y="0"/>
                    </a:cubicBezTo>
                    <a:cubicBezTo>
                      <a:pt x="41" y="5"/>
                      <a:pt x="42" y="11"/>
                      <a:pt x="42" y="18"/>
                    </a:cubicBezTo>
                    <a:cubicBezTo>
                      <a:pt x="0" y="18"/>
                      <a:pt x="0" y="18"/>
                      <a:pt x="0" y="18"/>
                    </a:cubicBezTo>
                    <a:cubicBezTo>
                      <a:pt x="0" y="18"/>
                      <a:pt x="1" y="17"/>
                      <a:pt x="1" y="17"/>
                    </a:cubicBezTo>
                    <a:cubicBezTo>
                      <a:pt x="1" y="5"/>
                      <a:pt x="1" y="4"/>
                      <a:pt x="4" y="4"/>
                    </a:cubicBezTo>
                    <a:cubicBezTo>
                      <a:pt x="7" y="4"/>
                      <a:pt x="6" y="4"/>
                      <a:pt x="5"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grpSp>
        <p:sp>
          <p:nvSpPr>
            <p:cNvPr id="750" name="Freeform 608"/>
            <p:cNvSpPr>
              <a:spLocks/>
            </p:cNvSpPr>
            <p:nvPr/>
          </p:nvSpPr>
          <p:spPr bwMode="auto">
            <a:xfrm>
              <a:off x="3305" y="1763"/>
              <a:ext cx="80" cy="34"/>
            </a:xfrm>
            <a:custGeom>
              <a:avLst/>
              <a:gdLst>
                <a:gd name="T0" fmla="*/ 5 w 42"/>
                <a:gd name="T1" fmla="*/ 0 h 18"/>
                <a:gd name="T2" fmla="*/ 38 w 42"/>
                <a:gd name="T3" fmla="*/ 0 h 18"/>
                <a:gd name="T4" fmla="*/ 42 w 42"/>
                <a:gd name="T5" fmla="*/ 18 h 18"/>
                <a:gd name="T6" fmla="*/ 0 w 42"/>
                <a:gd name="T7" fmla="*/ 18 h 18"/>
                <a:gd name="T8" fmla="*/ 1 w 42"/>
                <a:gd name="T9" fmla="*/ 16 h 18"/>
                <a:gd name="T10" fmla="*/ 4 w 42"/>
                <a:gd name="T11" fmla="*/ 3 h 18"/>
                <a:gd name="T12" fmla="*/ 5 w 42"/>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2" h="18">
                  <a:moveTo>
                    <a:pt x="5" y="0"/>
                  </a:moveTo>
                  <a:cubicBezTo>
                    <a:pt x="38" y="0"/>
                    <a:pt x="38" y="0"/>
                    <a:pt x="38" y="0"/>
                  </a:cubicBezTo>
                  <a:cubicBezTo>
                    <a:pt x="41" y="6"/>
                    <a:pt x="42" y="11"/>
                    <a:pt x="42" y="18"/>
                  </a:cubicBezTo>
                  <a:cubicBezTo>
                    <a:pt x="0" y="18"/>
                    <a:pt x="0" y="18"/>
                    <a:pt x="0" y="18"/>
                  </a:cubicBezTo>
                  <a:cubicBezTo>
                    <a:pt x="0" y="18"/>
                    <a:pt x="0" y="17"/>
                    <a:pt x="1" y="16"/>
                  </a:cubicBezTo>
                  <a:cubicBezTo>
                    <a:pt x="1" y="4"/>
                    <a:pt x="1" y="3"/>
                    <a:pt x="4" y="3"/>
                  </a:cubicBezTo>
                  <a:cubicBezTo>
                    <a:pt x="6" y="3"/>
                    <a:pt x="6" y="3"/>
                    <a:pt x="5"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1" name="Freeform 609"/>
            <p:cNvSpPr>
              <a:spLocks/>
            </p:cNvSpPr>
            <p:nvPr/>
          </p:nvSpPr>
          <p:spPr bwMode="auto">
            <a:xfrm>
              <a:off x="3305" y="1764"/>
              <a:ext cx="80" cy="37"/>
            </a:xfrm>
            <a:custGeom>
              <a:avLst/>
              <a:gdLst>
                <a:gd name="T0" fmla="*/ 6 w 42"/>
                <a:gd name="T1" fmla="*/ 0 h 19"/>
                <a:gd name="T2" fmla="*/ 38 w 42"/>
                <a:gd name="T3" fmla="*/ 0 h 19"/>
                <a:gd name="T4" fmla="*/ 42 w 42"/>
                <a:gd name="T5" fmla="*/ 18 h 19"/>
                <a:gd name="T6" fmla="*/ 42 w 42"/>
                <a:gd name="T7" fmla="*/ 19 h 19"/>
                <a:gd name="T8" fmla="*/ 0 w 42"/>
                <a:gd name="T9" fmla="*/ 19 h 19"/>
                <a:gd name="T10" fmla="*/ 1 w 42"/>
                <a:gd name="T11" fmla="*/ 15 h 19"/>
                <a:gd name="T12" fmla="*/ 4 w 42"/>
                <a:gd name="T13" fmla="*/ 2 h 19"/>
                <a:gd name="T14" fmla="*/ 6 w 42"/>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19">
                  <a:moveTo>
                    <a:pt x="6" y="0"/>
                  </a:moveTo>
                  <a:cubicBezTo>
                    <a:pt x="38" y="0"/>
                    <a:pt x="38" y="0"/>
                    <a:pt x="38" y="0"/>
                  </a:cubicBezTo>
                  <a:cubicBezTo>
                    <a:pt x="41" y="6"/>
                    <a:pt x="42" y="11"/>
                    <a:pt x="42" y="18"/>
                  </a:cubicBezTo>
                  <a:cubicBezTo>
                    <a:pt x="42" y="18"/>
                    <a:pt x="42" y="18"/>
                    <a:pt x="42" y="19"/>
                  </a:cubicBezTo>
                  <a:cubicBezTo>
                    <a:pt x="0" y="19"/>
                    <a:pt x="0" y="19"/>
                    <a:pt x="0" y="19"/>
                  </a:cubicBezTo>
                  <a:cubicBezTo>
                    <a:pt x="0" y="18"/>
                    <a:pt x="0" y="16"/>
                    <a:pt x="1" y="15"/>
                  </a:cubicBezTo>
                  <a:cubicBezTo>
                    <a:pt x="1" y="3"/>
                    <a:pt x="1" y="2"/>
                    <a:pt x="4" y="2"/>
                  </a:cubicBezTo>
                  <a:cubicBezTo>
                    <a:pt x="6" y="2"/>
                    <a:pt x="6" y="2"/>
                    <a:pt x="6" y="0"/>
                  </a:cubicBezTo>
                  <a:close/>
                </a:path>
              </a:pathLst>
            </a:custGeom>
            <a:solidFill>
              <a:srgbClr val="E3E2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2" name="Freeform 610"/>
            <p:cNvSpPr>
              <a:spLocks/>
            </p:cNvSpPr>
            <p:nvPr/>
          </p:nvSpPr>
          <p:spPr bwMode="auto">
            <a:xfrm>
              <a:off x="3305" y="1768"/>
              <a:ext cx="80" cy="35"/>
            </a:xfrm>
            <a:custGeom>
              <a:avLst/>
              <a:gdLst>
                <a:gd name="T0" fmla="*/ 3 w 42"/>
                <a:gd name="T1" fmla="*/ 0 h 18"/>
                <a:gd name="T2" fmla="*/ 39 w 42"/>
                <a:gd name="T3" fmla="*/ 0 h 18"/>
                <a:gd name="T4" fmla="*/ 42 w 42"/>
                <a:gd name="T5" fmla="*/ 16 h 18"/>
                <a:gd name="T6" fmla="*/ 42 w 42"/>
                <a:gd name="T7" fmla="*/ 18 h 18"/>
                <a:gd name="T8" fmla="*/ 0 w 42"/>
                <a:gd name="T9" fmla="*/ 18 h 18"/>
                <a:gd name="T10" fmla="*/ 1 w 42"/>
                <a:gd name="T11" fmla="*/ 13 h 18"/>
                <a:gd name="T12" fmla="*/ 3 w 42"/>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2" h="18">
                  <a:moveTo>
                    <a:pt x="3" y="0"/>
                  </a:moveTo>
                  <a:cubicBezTo>
                    <a:pt x="39" y="0"/>
                    <a:pt x="39" y="0"/>
                    <a:pt x="39" y="0"/>
                  </a:cubicBezTo>
                  <a:cubicBezTo>
                    <a:pt x="41" y="5"/>
                    <a:pt x="42" y="10"/>
                    <a:pt x="42" y="16"/>
                  </a:cubicBezTo>
                  <a:cubicBezTo>
                    <a:pt x="42" y="17"/>
                    <a:pt x="42" y="17"/>
                    <a:pt x="42" y="18"/>
                  </a:cubicBezTo>
                  <a:cubicBezTo>
                    <a:pt x="0" y="18"/>
                    <a:pt x="0" y="18"/>
                    <a:pt x="0" y="18"/>
                  </a:cubicBezTo>
                  <a:cubicBezTo>
                    <a:pt x="0" y="16"/>
                    <a:pt x="0" y="15"/>
                    <a:pt x="1" y="13"/>
                  </a:cubicBezTo>
                  <a:cubicBezTo>
                    <a:pt x="1" y="3"/>
                    <a:pt x="1" y="0"/>
                    <a:pt x="3" y="0"/>
                  </a:cubicBezTo>
                  <a:close/>
                </a:path>
              </a:pathLst>
            </a:custGeom>
            <a:solidFill>
              <a:srgbClr val="E4E4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3" name="Freeform 611"/>
            <p:cNvSpPr>
              <a:spLocks/>
            </p:cNvSpPr>
            <p:nvPr/>
          </p:nvSpPr>
          <p:spPr bwMode="auto">
            <a:xfrm>
              <a:off x="3305" y="1770"/>
              <a:ext cx="80" cy="35"/>
            </a:xfrm>
            <a:custGeom>
              <a:avLst/>
              <a:gdLst>
                <a:gd name="T0" fmla="*/ 1 w 42"/>
                <a:gd name="T1" fmla="*/ 0 h 18"/>
                <a:gd name="T2" fmla="*/ 40 w 42"/>
                <a:gd name="T3" fmla="*/ 0 h 18"/>
                <a:gd name="T4" fmla="*/ 42 w 42"/>
                <a:gd name="T5" fmla="*/ 15 h 18"/>
                <a:gd name="T6" fmla="*/ 42 w 42"/>
                <a:gd name="T7" fmla="*/ 18 h 18"/>
                <a:gd name="T8" fmla="*/ 0 w 42"/>
                <a:gd name="T9" fmla="*/ 18 h 18"/>
                <a:gd name="T10" fmla="*/ 1 w 42"/>
                <a:gd name="T11" fmla="*/ 12 h 18"/>
                <a:gd name="T12" fmla="*/ 1 w 42"/>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2" h="18">
                  <a:moveTo>
                    <a:pt x="1" y="0"/>
                  </a:moveTo>
                  <a:cubicBezTo>
                    <a:pt x="40" y="0"/>
                    <a:pt x="40" y="0"/>
                    <a:pt x="40" y="0"/>
                  </a:cubicBezTo>
                  <a:cubicBezTo>
                    <a:pt x="41" y="4"/>
                    <a:pt x="42" y="9"/>
                    <a:pt x="42" y="15"/>
                  </a:cubicBezTo>
                  <a:cubicBezTo>
                    <a:pt x="42" y="16"/>
                    <a:pt x="42" y="17"/>
                    <a:pt x="42" y="18"/>
                  </a:cubicBezTo>
                  <a:cubicBezTo>
                    <a:pt x="0" y="18"/>
                    <a:pt x="0" y="18"/>
                    <a:pt x="0" y="18"/>
                  </a:cubicBezTo>
                  <a:cubicBezTo>
                    <a:pt x="0" y="16"/>
                    <a:pt x="0" y="14"/>
                    <a:pt x="1" y="12"/>
                  </a:cubicBezTo>
                  <a:cubicBezTo>
                    <a:pt x="1" y="5"/>
                    <a:pt x="1" y="2"/>
                    <a:pt x="1"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4" name="Freeform 612"/>
            <p:cNvSpPr>
              <a:spLocks/>
            </p:cNvSpPr>
            <p:nvPr/>
          </p:nvSpPr>
          <p:spPr bwMode="auto">
            <a:xfrm>
              <a:off x="3303" y="1772"/>
              <a:ext cx="82" cy="36"/>
            </a:xfrm>
            <a:custGeom>
              <a:avLst/>
              <a:gdLst>
                <a:gd name="T0" fmla="*/ 2 w 43"/>
                <a:gd name="T1" fmla="*/ 0 h 19"/>
                <a:gd name="T2" fmla="*/ 41 w 43"/>
                <a:gd name="T3" fmla="*/ 0 h 19"/>
                <a:gd name="T4" fmla="*/ 43 w 43"/>
                <a:gd name="T5" fmla="*/ 14 h 19"/>
                <a:gd name="T6" fmla="*/ 43 w 43"/>
                <a:gd name="T7" fmla="*/ 19 h 19"/>
                <a:gd name="T8" fmla="*/ 0 w 43"/>
                <a:gd name="T9" fmla="*/ 19 h 19"/>
                <a:gd name="T10" fmla="*/ 2 w 43"/>
                <a:gd name="T11" fmla="*/ 11 h 19"/>
                <a:gd name="T12" fmla="*/ 2 w 43"/>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3" h="19">
                  <a:moveTo>
                    <a:pt x="2" y="0"/>
                  </a:moveTo>
                  <a:cubicBezTo>
                    <a:pt x="41" y="0"/>
                    <a:pt x="41" y="0"/>
                    <a:pt x="41" y="0"/>
                  </a:cubicBezTo>
                  <a:cubicBezTo>
                    <a:pt x="43" y="4"/>
                    <a:pt x="43" y="9"/>
                    <a:pt x="43" y="14"/>
                  </a:cubicBezTo>
                  <a:cubicBezTo>
                    <a:pt x="42" y="16"/>
                    <a:pt x="43" y="17"/>
                    <a:pt x="43" y="19"/>
                  </a:cubicBezTo>
                  <a:cubicBezTo>
                    <a:pt x="0" y="19"/>
                    <a:pt x="0" y="19"/>
                    <a:pt x="0" y="19"/>
                  </a:cubicBezTo>
                  <a:cubicBezTo>
                    <a:pt x="1" y="16"/>
                    <a:pt x="1" y="14"/>
                    <a:pt x="2" y="11"/>
                  </a:cubicBezTo>
                  <a:cubicBezTo>
                    <a:pt x="2" y="5"/>
                    <a:pt x="2" y="2"/>
                    <a:pt x="2"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5" name="Freeform 613"/>
            <p:cNvSpPr>
              <a:spLocks/>
            </p:cNvSpPr>
            <p:nvPr/>
          </p:nvSpPr>
          <p:spPr bwMode="auto">
            <a:xfrm>
              <a:off x="3303" y="1774"/>
              <a:ext cx="84" cy="36"/>
            </a:xfrm>
            <a:custGeom>
              <a:avLst/>
              <a:gdLst>
                <a:gd name="T0" fmla="*/ 2 w 44"/>
                <a:gd name="T1" fmla="*/ 0 h 19"/>
                <a:gd name="T2" fmla="*/ 41 w 44"/>
                <a:gd name="T3" fmla="*/ 0 h 19"/>
                <a:gd name="T4" fmla="*/ 43 w 44"/>
                <a:gd name="T5" fmla="*/ 13 h 19"/>
                <a:gd name="T6" fmla="*/ 44 w 44"/>
                <a:gd name="T7" fmla="*/ 19 h 19"/>
                <a:gd name="T8" fmla="*/ 0 w 44"/>
                <a:gd name="T9" fmla="*/ 19 h 19"/>
                <a:gd name="T10" fmla="*/ 2 w 44"/>
                <a:gd name="T11" fmla="*/ 10 h 19"/>
                <a:gd name="T12" fmla="*/ 2 w 44"/>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4" h="19">
                  <a:moveTo>
                    <a:pt x="2" y="0"/>
                  </a:moveTo>
                  <a:cubicBezTo>
                    <a:pt x="41" y="0"/>
                    <a:pt x="41" y="0"/>
                    <a:pt x="41" y="0"/>
                  </a:cubicBezTo>
                  <a:cubicBezTo>
                    <a:pt x="43" y="4"/>
                    <a:pt x="43" y="8"/>
                    <a:pt x="43" y="13"/>
                  </a:cubicBezTo>
                  <a:cubicBezTo>
                    <a:pt x="42" y="16"/>
                    <a:pt x="43" y="17"/>
                    <a:pt x="44" y="19"/>
                  </a:cubicBezTo>
                  <a:cubicBezTo>
                    <a:pt x="0" y="19"/>
                    <a:pt x="0" y="19"/>
                    <a:pt x="0" y="19"/>
                  </a:cubicBezTo>
                  <a:cubicBezTo>
                    <a:pt x="1" y="16"/>
                    <a:pt x="1" y="14"/>
                    <a:pt x="2" y="10"/>
                  </a:cubicBezTo>
                  <a:cubicBezTo>
                    <a:pt x="2" y="6"/>
                    <a:pt x="2" y="3"/>
                    <a:pt x="2"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6" name="Freeform 614"/>
            <p:cNvSpPr>
              <a:spLocks/>
            </p:cNvSpPr>
            <p:nvPr/>
          </p:nvSpPr>
          <p:spPr bwMode="auto">
            <a:xfrm>
              <a:off x="3301" y="1778"/>
              <a:ext cx="86" cy="34"/>
            </a:xfrm>
            <a:custGeom>
              <a:avLst/>
              <a:gdLst>
                <a:gd name="T0" fmla="*/ 3 w 45"/>
                <a:gd name="T1" fmla="*/ 0 h 18"/>
                <a:gd name="T2" fmla="*/ 43 w 45"/>
                <a:gd name="T3" fmla="*/ 0 h 18"/>
                <a:gd name="T4" fmla="*/ 44 w 45"/>
                <a:gd name="T5" fmla="*/ 11 h 18"/>
                <a:gd name="T6" fmla="*/ 45 w 45"/>
                <a:gd name="T7" fmla="*/ 18 h 18"/>
                <a:gd name="T8" fmla="*/ 0 w 45"/>
                <a:gd name="T9" fmla="*/ 18 h 18"/>
                <a:gd name="T10" fmla="*/ 3 w 45"/>
                <a:gd name="T11" fmla="*/ 8 h 18"/>
                <a:gd name="T12" fmla="*/ 3 w 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5" h="18">
                  <a:moveTo>
                    <a:pt x="3" y="0"/>
                  </a:moveTo>
                  <a:cubicBezTo>
                    <a:pt x="43" y="0"/>
                    <a:pt x="43" y="0"/>
                    <a:pt x="43" y="0"/>
                  </a:cubicBezTo>
                  <a:cubicBezTo>
                    <a:pt x="44" y="3"/>
                    <a:pt x="44" y="7"/>
                    <a:pt x="44" y="11"/>
                  </a:cubicBezTo>
                  <a:cubicBezTo>
                    <a:pt x="43" y="15"/>
                    <a:pt x="44" y="16"/>
                    <a:pt x="45" y="18"/>
                  </a:cubicBezTo>
                  <a:cubicBezTo>
                    <a:pt x="0" y="18"/>
                    <a:pt x="0" y="18"/>
                    <a:pt x="0" y="18"/>
                  </a:cubicBezTo>
                  <a:cubicBezTo>
                    <a:pt x="1" y="15"/>
                    <a:pt x="2" y="12"/>
                    <a:pt x="3" y="8"/>
                  </a:cubicBezTo>
                  <a:cubicBezTo>
                    <a:pt x="3" y="4"/>
                    <a:pt x="3" y="2"/>
                    <a:pt x="3" y="0"/>
                  </a:cubicBezTo>
                  <a:close/>
                </a:path>
              </a:pathLst>
            </a:custGeom>
            <a:solidFill>
              <a:srgbClr val="E9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7" name="Freeform 615"/>
            <p:cNvSpPr>
              <a:spLocks/>
            </p:cNvSpPr>
            <p:nvPr/>
          </p:nvSpPr>
          <p:spPr bwMode="auto">
            <a:xfrm>
              <a:off x="3299" y="1780"/>
              <a:ext cx="90" cy="34"/>
            </a:xfrm>
            <a:custGeom>
              <a:avLst/>
              <a:gdLst>
                <a:gd name="T0" fmla="*/ 4 w 47"/>
                <a:gd name="T1" fmla="*/ 0 h 18"/>
                <a:gd name="T2" fmla="*/ 44 w 47"/>
                <a:gd name="T3" fmla="*/ 0 h 18"/>
                <a:gd name="T4" fmla="*/ 45 w 47"/>
                <a:gd name="T5" fmla="*/ 10 h 18"/>
                <a:gd name="T6" fmla="*/ 47 w 47"/>
                <a:gd name="T7" fmla="*/ 18 h 18"/>
                <a:gd name="T8" fmla="*/ 0 w 47"/>
                <a:gd name="T9" fmla="*/ 18 h 18"/>
                <a:gd name="T10" fmla="*/ 4 w 47"/>
                <a:gd name="T11" fmla="*/ 7 h 18"/>
                <a:gd name="T12" fmla="*/ 4 w 4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7" h="18">
                  <a:moveTo>
                    <a:pt x="4" y="0"/>
                  </a:moveTo>
                  <a:cubicBezTo>
                    <a:pt x="44" y="0"/>
                    <a:pt x="44" y="0"/>
                    <a:pt x="44" y="0"/>
                  </a:cubicBezTo>
                  <a:cubicBezTo>
                    <a:pt x="45" y="3"/>
                    <a:pt x="45" y="6"/>
                    <a:pt x="45" y="10"/>
                  </a:cubicBezTo>
                  <a:cubicBezTo>
                    <a:pt x="44" y="14"/>
                    <a:pt x="46" y="16"/>
                    <a:pt x="47" y="18"/>
                  </a:cubicBezTo>
                  <a:cubicBezTo>
                    <a:pt x="0" y="18"/>
                    <a:pt x="0" y="18"/>
                    <a:pt x="0" y="18"/>
                  </a:cubicBezTo>
                  <a:cubicBezTo>
                    <a:pt x="2" y="15"/>
                    <a:pt x="3" y="12"/>
                    <a:pt x="4" y="7"/>
                  </a:cubicBezTo>
                  <a:cubicBezTo>
                    <a:pt x="4" y="4"/>
                    <a:pt x="4" y="2"/>
                    <a:pt x="4"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8" name="Freeform 616"/>
            <p:cNvSpPr>
              <a:spLocks/>
            </p:cNvSpPr>
            <p:nvPr/>
          </p:nvSpPr>
          <p:spPr bwMode="auto">
            <a:xfrm>
              <a:off x="3299" y="1782"/>
              <a:ext cx="90" cy="36"/>
            </a:xfrm>
            <a:custGeom>
              <a:avLst/>
              <a:gdLst>
                <a:gd name="T0" fmla="*/ 4 w 47"/>
                <a:gd name="T1" fmla="*/ 0 h 19"/>
                <a:gd name="T2" fmla="*/ 44 w 47"/>
                <a:gd name="T3" fmla="*/ 0 h 19"/>
                <a:gd name="T4" fmla="*/ 45 w 47"/>
                <a:gd name="T5" fmla="*/ 9 h 19"/>
                <a:gd name="T6" fmla="*/ 47 w 47"/>
                <a:gd name="T7" fmla="*/ 19 h 19"/>
                <a:gd name="T8" fmla="*/ 0 w 47"/>
                <a:gd name="T9" fmla="*/ 19 h 19"/>
                <a:gd name="T10" fmla="*/ 4 w 47"/>
                <a:gd name="T11" fmla="*/ 6 h 19"/>
                <a:gd name="T12" fmla="*/ 4 w 4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7" h="19">
                  <a:moveTo>
                    <a:pt x="4" y="0"/>
                  </a:moveTo>
                  <a:cubicBezTo>
                    <a:pt x="44" y="0"/>
                    <a:pt x="44" y="0"/>
                    <a:pt x="44" y="0"/>
                  </a:cubicBezTo>
                  <a:cubicBezTo>
                    <a:pt x="45" y="3"/>
                    <a:pt x="45" y="6"/>
                    <a:pt x="45" y="9"/>
                  </a:cubicBezTo>
                  <a:cubicBezTo>
                    <a:pt x="44" y="14"/>
                    <a:pt x="46" y="15"/>
                    <a:pt x="47" y="19"/>
                  </a:cubicBezTo>
                  <a:cubicBezTo>
                    <a:pt x="0" y="19"/>
                    <a:pt x="0" y="19"/>
                    <a:pt x="0" y="19"/>
                  </a:cubicBezTo>
                  <a:cubicBezTo>
                    <a:pt x="2" y="15"/>
                    <a:pt x="3" y="12"/>
                    <a:pt x="4" y="6"/>
                  </a:cubicBezTo>
                  <a:cubicBezTo>
                    <a:pt x="4" y="4"/>
                    <a:pt x="4" y="2"/>
                    <a:pt x="4" y="0"/>
                  </a:cubicBezTo>
                  <a:close/>
                </a:path>
              </a:pathLst>
            </a:custGeom>
            <a:solidFill>
              <a:srgbClr val="ECEB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9" name="Freeform 617"/>
            <p:cNvSpPr>
              <a:spLocks/>
            </p:cNvSpPr>
            <p:nvPr/>
          </p:nvSpPr>
          <p:spPr bwMode="auto">
            <a:xfrm>
              <a:off x="3297" y="1786"/>
              <a:ext cx="92" cy="34"/>
            </a:xfrm>
            <a:custGeom>
              <a:avLst/>
              <a:gdLst>
                <a:gd name="T0" fmla="*/ 5 w 48"/>
                <a:gd name="T1" fmla="*/ 0 h 18"/>
                <a:gd name="T2" fmla="*/ 45 w 48"/>
                <a:gd name="T3" fmla="*/ 0 h 18"/>
                <a:gd name="T4" fmla="*/ 46 w 48"/>
                <a:gd name="T5" fmla="*/ 7 h 18"/>
                <a:gd name="T6" fmla="*/ 48 w 48"/>
                <a:gd name="T7" fmla="*/ 18 h 18"/>
                <a:gd name="T8" fmla="*/ 0 w 48"/>
                <a:gd name="T9" fmla="*/ 18 h 18"/>
                <a:gd name="T10" fmla="*/ 5 w 48"/>
                <a:gd name="T11" fmla="*/ 4 h 18"/>
                <a:gd name="T12" fmla="*/ 5 w 4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8" h="18">
                  <a:moveTo>
                    <a:pt x="5" y="0"/>
                  </a:moveTo>
                  <a:cubicBezTo>
                    <a:pt x="45" y="0"/>
                    <a:pt x="45" y="0"/>
                    <a:pt x="45" y="0"/>
                  </a:cubicBezTo>
                  <a:cubicBezTo>
                    <a:pt x="46" y="2"/>
                    <a:pt x="46" y="4"/>
                    <a:pt x="46" y="7"/>
                  </a:cubicBezTo>
                  <a:cubicBezTo>
                    <a:pt x="45" y="12"/>
                    <a:pt x="47" y="13"/>
                    <a:pt x="48" y="18"/>
                  </a:cubicBezTo>
                  <a:cubicBezTo>
                    <a:pt x="0" y="18"/>
                    <a:pt x="0" y="18"/>
                    <a:pt x="0" y="18"/>
                  </a:cubicBezTo>
                  <a:cubicBezTo>
                    <a:pt x="2" y="14"/>
                    <a:pt x="4" y="10"/>
                    <a:pt x="5" y="4"/>
                  </a:cubicBezTo>
                  <a:lnTo>
                    <a:pt x="5" y="0"/>
                  </a:ln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0" name="Freeform 618"/>
            <p:cNvSpPr>
              <a:spLocks/>
            </p:cNvSpPr>
            <p:nvPr/>
          </p:nvSpPr>
          <p:spPr bwMode="auto">
            <a:xfrm>
              <a:off x="3297" y="1787"/>
              <a:ext cx="92" cy="35"/>
            </a:xfrm>
            <a:custGeom>
              <a:avLst/>
              <a:gdLst>
                <a:gd name="T0" fmla="*/ 5 w 48"/>
                <a:gd name="T1" fmla="*/ 0 h 18"/>
                <a:gd name="T2" fmla="*/ 46 w 48"/>
                <a:gd name="T3" fmla="*/ 0 h 18"/>
                <a:gd name="T4" fmla="*/ 46 w 48"/>
                <a:gd name="T5" fmla="*/ 6 h 18"/>
                <a:gd name="T6" fmla="*/ 48 w 48"/>
                <a:gd name="T7" fmla="*/ 18 h 18"/>
                <a:gd name="T8" fmla="*/ 0 w 48"/>
                <a:gd name="T9" fmla="*/ 18 h 18"/>
                <a:gd name="T10" fmla="*/ 5 w 48"/>
                <a:gd name="T11" fmla="*/ 3 h 18"/>
                <a:gd name="T12" fmla="*/ 5 w 4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8" h="18">
                  <a:moveTo>
                    <a:pt x="5" y="0"/>
                  </a:moveTo>
                  <a:cubicBezTo>
                    <a:pt x="46" y="0"/>
                    <a:pt x="46" y="0"/>
                    <a:pt x="46" y="0"/>
                  </a:cubicBezTo>
                  <a:cubicBezTo>
                    <a:pt x="46" y="2"/>
                    <a:pt x="46" y="4"/>
                    <a:pt x="46" y="6"/>
                  </a:cubicBezTo>
                  <a:cubicBezTo>
                    <a:pt x="45" y="12"/>
                    <a:pt x="48" y="12"/>
                    <a:pt x="48" y="18"/>
                  </a:cubicBezTo>
                  <a:cubicBezTo>
                    <a:pt x="0" y="18"/>
                    <a:pt x="0" y="18"/>
                    <a:pt x="0" y="18"/>
                  </a:cubicBezTo>
                  <a:cubicBezTo>
                    <a:pt x="2" y="14"/>
                    <a:pt x="4" y="10"/>
                    <a:pt x="5" y="3"/>
                  </a:cubicBezTo>
                  <a:lnTo>
                    <a:pt x="5" y="0"/>
                  </a:ln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1" name="Freeform 619"/>
            <p:cNvSpPr>
              <a:spLocks/>
            </p:cNvSpPr>
            <p:nvPr/>
          </p:nvSpPr>
          <p:spPr bwMode="auto">
            <a:xfrm>
              <a:off x="3295" y="1789"/>
              <a:ext cx="94" cy="35"/>
            </a:xfrm>
            <a:custGeom>
              <a:avLst/>
              <a:gdLst>
                <a:gd name="T0" fmla="*/ 6 w 49"/>
                <a:gd name="T1" fmla="*/ 0 h 18"/>
                <a:gd name="T2" fmla="*/ 47 w 49"/>
                <a:gd name="T3" fmla="*/ 0 h 18"/>
                <a:gd name="T4" fmla="*/ 47 w 49"/>
                <a:gd name="T5" fmla="*/ 5 h 18"/>
                <a:gd name="T6" fmla="*/ 49 w 49"/>
                <a:gd name="T7" fmla="*/ 18 h 18"/>
                <a:gd name="T8" fmla="*/ 0 w 49"/>
                <a:gd name="T9" fmla="*/ 18 h 18"/>
                <a:gd name="T10" fmla="*/ 6 w 49"/>
                <a:gd name="T11" fmla="*/ 2 h 18"/>
                <a:gd name="T12" fmla="*/ 6 w 4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9" h="18">
                  <a:moveTo>
                    <a:pt x="6" y="0"/>
                  </a:moveTo>
                  <a:cubicBezTo>
                    <a:pt x="47" y="0"/>
                    <a:pt x="47" y="0"/>
                    <a:pt x="47" y="0"/>
                  </a:cubicBezTo>
                  <a:cubicBezTo>
                    <a:pt x="47" y="2"/>
                    <a:pt x="47" y="3"/>
                    <a:pt x="47" y="5"/>
                  </a:cubicBezTo>
                  <a:cubicBezTo>
                    <a:pt x="46" y="11"/>
                    <a:pt x="49" y="11"/>
                    <a:pt x="49" y="18"/>
                  </a:cubicBezTo>
                  <a:cubicBezTo>
                    <a:pt x="0" y="18"/>
                    <a:pt x="0" y="18"/>
                    <a:pt x="0" y="18"/>
                  </a:cubicBezTo>
                  <a:cubicBezTo>
                    <a:pt x="2" y="13"/>
                    <a:pt x="5" y="10"/>
                    <a:pt x="6" y="2"/>
                  </a:cubicBezTo>
                  <a:lnTo>
                    <a:pt x="6" y="0"/>
                  </a:lnTo>
                  <a:close/>
                </a:path>
              </a:pathLst>
            </a:cu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2" name="Freeform 620"/>
            <p:cNvSpPr>
              <a:spLocks/>
            </p:cNvSpPr>
            <p:nvPr/>
          </p:nvSpPr>
          <p:spPr bwMode="auto">
            <a:xfrm>
              <a:off x="3293" y="1791"/>
              <a:ext cx="98" cy="37"/>
            </a:xfrm>
            <a:custGeom>
              <a:avLst/>
              <a:gdLst>
                <a:gd name="T0" fmla="*/ 7 w 51"/>
                <a:gd name="T1" fmla="*/ 0 h 19"/>
                <a:gd name="T2" fmla="*/ 48 w 51"/>
                <a:gd name="T3" fmla="*/ 0 h 19"/>
                <a:gd name="T4" fmla="*/ 48 w 51"/>
                <a:gd name="T5" fmla="*/ 4 h 19"/>
                <a:gd name="T6" fmla="*/ 51 w 51"/>
                <a:gd name="T7" fmla="*/ 19 h 19"/>
                <a:gd name="T8" fmla="*/ 0 w 51"/>
                <a:gd name="T9" fmla="*/ 19 h 19"/>
                <a:gd name="T10" fmla="*/ 7 w 51"/>
                <a:gd name="T11" fmla="*/ 1 h 19"/>
                <a:gd name="T12" fmla="*/ 7 w 5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51" h="19">
                  <a:moveTo>
                    <a:pt x="7" y="0"/>
                  </a:moveTo>
                  <a:cubicBezTo>
                    <a:pt x="48" y="0"/>
                    <a:pt x="48" y="0"/>
                    <a:pt x="48" y="0"/>
                  </a:cubicBezTo>
                  <a:cubicBezTo>
                    <a:pt x="48" y="2"/>
                    <a:pt x="48" y="3"/>
                    <a:pt x="48" y="4"/>
                  </a:cubicBezTo>
                  <a:cubicBezTo>
                    <a:pt x="47" y="11"/>
                    <a:pt x="50" y="10"/>
                    <a:pt x="51" y="19"/>
                  </a:cubicBezTo>
                  <a:cubicBezTo>
                    <a:pt x="0" y="19"/>
                    <a:pt x="0" y="19"/>
                    <a:pt x="0" y="19"/>
                  </a:cubicBezTo>
                  <a:cubicBezTo>
                    <a:pt x="3" y="13"/>
                    <a:pt x="6" y="9"/>
                    <a:pt x="7" y="1"/>
                  </a:cubicBezTo>
                  <a:lnTo>
                    <a:pt x="7" y="0"/>
                  </a:ln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3" name="Freeform 621"/>
            <p:cNvSpPr>
              <a:spLocks/>
            </p:cNvSpPr>
            <p:nvPr/>
          </p:nvSpPr>
          <p:spPr bwMode="auto">
            <a:xfrm>
              <a:off x="3293" y="1795"/>
              <a:ext cx="98" cy="35"/>
            </a:xfrm>
            <a:custGeom>
              <a:avLst/>
              <a:gdLst>
                <a:gd name="T0" fmla="*/ 6 w 51"/>
                <a:gd name="T1" fmla="*/ 0 h 18"/>
                <a:gd name="T2" fmla="*/ 48 w 51"/>
                <a:gd name="T3" fmla="*/ 0 h 18"/>
                <a:gd name="T4" fmla="*/ 48 w 51"/>
                <a:gd name="T5" fmla="*/ 2 h 18"/>
                <a:gd name="T6" fmla="*/ 51 w 51"/>
                <a:gd name="T7" fmla="*/ 18 h 18"/>
                <a:gd name="T8" fmla="*/ 0 w 51"/>
                <a:gd name="T9" fmla="*/ 18 h 18"/>
                <a:gd name="T10" fmla="*/ 6 w 51"/>
                <a:gd name="T11" fmla="*/ 0 h 18"/>
              </a:gdLst>
              <a:ahLst/>
              <a:cxnLst>
                <a:cxn ang="0">
                  <a:pos x="T0" y="T1"/>
                </a:cxn>
                <a:cxn ang="0">
                  <a:pos x="T2" y="T3"/>
                </a:cxn>
                <a:cxn ang="0">
                  <a:pos x="T4" y="T5"/>
                </a:cxn>
                <a:cxn ang="0">
                  <a:pos x="T6" y="T7"/>
                </a:cxn>
                <a:cxn ang="0">
                  <a:pos x="T8" y="T9"/>
                </a:cxn>
                <a:cxn ang="0">
                  <a:pos x="T10" y="T11"/>
                </a:cxn>
              </a:cxnLst>
              <a:rect l="0" t="0" r="r" b="b"/>
              <a:pathLst>
                <a:path w="51" h="18">
                  <a:moveTo>
                    <a:pt x="6" y="0"/>
                  </a:moveTo>
                  <a:cubicBezTo>
                    <a:pt x="48" y="0"/>
                    <a:pt x="48" y="0"/>
                    <a:pt x="48" y="0"/>
                  </a:cubicBezTo>
                  <a:cubicBezTo>
                    <a:pt x="48" y="0"/>
                    <a:pt x="48" y="1"/>
                    <a:pt x="48" y="2"/>
                  </a:cubicBezTo>
                  <a:cubicBezTo>
                    <a:pt x="47" y="9"/>
                    <a:pt x="51" y="8"/>
                    <a:pt x="51" y="18"/>
                  </a:cubicBezTo>
                  <a:cubicBezTo>
                    <a:pt x="0" y="18"/>
                    <a:pt x="0" y="18"/>
                    <a:pt x="0" y="18"/>
                  </a:cubicBezTo>
                  <a:cubicBezTo>
                    <a:pt x="2" y="12"/>
                    <a:pt x="6" y="8"/>
                    <a:pt x="6"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4" name="Freeform 622"/>
            <p:cNvSpPr>
              <a:spLocks/>
            </p:cNvSpPr>
            <p:nvPr/>
          </p:nvSpPr>
          <p:spPr bwMode="auto">
            <a:xfrm>
              <a:off x="3291" y="1797"/>
              <a:ext cx="100" cy="34"/>
            </a:xfrm>
            <a:custGeom>
              <a:avLst/>
              <a:gdLst>
                <a:gd name="T0" fmla="*/ 7 w 52"/>
                <a:gd name="T1" fmla="*/ 0 h 18"/>
                <a:gd name="T2" fmla="*/ 49 w 52"/>
                <a:gd name="T3" fmla="*/ 0 h 18"/>
                <a:gd name="T4" fmla="*/ 49 w 52"/>
                <a:gd name="T5" fmla="*/ 1 h 18"/>
                <a:gd name="T6" fmla="*/ 51 w 52"/>
                <a:gd name="T7" fmla="*/ 18 h 18"/>
                <a:gd name="T8" fmla="*/ 0 w 52"/>
                <a:gd name="T9" fmla="*/ 18 h 18"/>
                <a:gd name="T10" fmla="*/ 7 w 52"/>
                <a:gd name="T11" fmla="*/ 0 h 18"/>
              </a:gdLst>
              <a:ahLst/>
              <a:cxnLst>
                <a:cxn ang="0">
                  <a:pos x="T0" y="T1"/>
                </a:cxn>
                <a:cxn ang="0">
                  <a:pos x="T2" y="T3"/>
                </a:cxn>
                <a:cxn ang="0">
                  <a:pos x="T4" y="T5"/>
                </a:cxn>
                <a:cxn ang="0">
                  <a:pos x="T6" y="T7"/>
                </a:cxn>
                <a:cxn ang="0">
                  <a:pos x="T8" y="T9"/>
                </a:cxn>
                <a:cxn ang="0">
                  <a:pos x="T10" y="T11"/>
                </a:cxn>
              </a:cxnLst>
              <a:rect l="0" t="0" r="r" b="b"/>
              <a:pathLst>
                <a:path w="52" h="18">
                  <a:moveTo>
                    <a:pt x="7" y="0"/>
                  </a:moveTo>
                  <a:cubicBezTo>
                    <a:pt x="49" y="0"/>
                    <a:pt x="49" y="0"/>
                    <a:pt x="49" y="0"/>
                  </a:cubicBezTo>
                  <a:cubicBezTo>
                    <a:pt x="49" y="0"/>
                    <a:pt x="49" y="1"/>
                    <a:pt x="49" y="1"/>
                  </a:cubicBezTo>
                  <a:cubicBezTo>
                    <a:pt x="48" y="8"/>
                    <a:pt x="52" y="7"/>
                    <a:pt x="51" y="18"/>
                  </a:cubicBezTo>
                  <a:cubicBezTo>
                    <a:pt x="0" y="18"/>
                    <a:pt x="0" y="18"/>
                    <a:pt x="0" y="18"/>
                  </a:cubicBezTo>
                  <a:cubicBezTo>
                    <a:pt x="2" y="12"/>
                    <a:pt x="7" y="8"/>
                    <a:pt x="7"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5" name="Freeform 623"/>
            <p:cNvSpPr>
              <a:spLocks/>
            </p:cNvSpPr>
            <p:nvPr/>
          </p:nvSpPr>
          <p:spPr bwMode="auto">
            <a:xfrm>
              <a:off x="3291" y="1799"/>
              <a:ext cx="100" cy="36"/>
            </a:xfrm>
            <a:custGeom>
              <a:avLst/>
              <a:gdLst>
                <a:gd name="T0" fmla="*/ 7 w 52"/>
                <a:gd name="T1" fmla="*/ 0 h 19"/>
                <a:gd name="T2" fmla="*/ 49 w 52"/>
                <a:gd name="T3" fmla="*/ 0 h 19"/>
                <a:gd name="T4" fmla="*/ 51 w 52"/>
                <a:gd name="T5" fmla="*/ 19 h 19"/>
                <a:gd name="T6" fmla="*/ 0 w 52"/>
                <a:gd name="T7" fmla="*/ 19 h 19"/>
                <a:gd name="T8" fmla="*/ 7 w 52"/>
                <a:gd name="T9" fmla="*/ 0 h 19"/>
              </a:gdLst>
              <a:ahLst/>
              <a:cxnLst>
                <a:cxn ang="0">
                  <a:pos x="T0" y="T1"/>
                </a:cxn>
                <a:cxn ang="0">
                  <a:pos x="T2" y="T3"/>
                </a:cxn>
                <a:cxn ang="0">
                  <a:pos x="T4" y="T5"/>
                </a:cxn>
                <a:cxn ang="0">
                  <a:pos x="T6" y="T7"/>
                </a:cxn>
                <a:cxn ang="0">
                  <a:pos x="T8" y="T9"/>
                </a:cxn>
              </a:cxnLst>
              <a:rect l="0" t="0" r="r" b="b"/>
              <a:pathLst>
                <a:path w="52" h="19">
                  <a:moveTo>
                    <a:pt x="7" y="0"/>
                  </a:moveTo>
                  <a:cubicBezTo>
                    <a:pt x="49" y="0"/>
                    <a:pt x="49" y="0"/>
                    <a:pt x="49" y="0"/>
                  </a:cubicBezTo>
                  <a:cubicBezTo>
                    <a:pt x="48" y="7"/>
                    <a:pt x="52" y="6"/>
                    <a:pt x="51" y="19"/>
                  </a:cubicBezTo>
                  <a:cubicBezTo>
                    <a:pt x="0" y="19"/>
                    <a:pt x="0" y="19"/>
                    <a:pt x="0" y="19"/>
                  </a:cubicBezTo>
                  <a:cubicBezTo>
                    <a:pt x="2" y="12"/>
                    <a:pt x="6" y="8"/>
                    <a:pt x="7"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6" name="Freeform 624"/>
            <p:cNvSpPr>
              <a:spLocks/>
            </p:cNvSpPr>
            <p:nvPr/>
          </p:nvSpPr>
          <p:spPr bwMode="auto">
            <a:xfrm>
              <a:off x="3291" y="1803"/>
              <a:ext cx="100" cy="34"/>
            </a:xfrm>
            <a:custGeom>
              <a:avLst/>
              <a:gdLst>
                <a:gd name="T0" fmla="*/ 7 w 52"/>
                <a:gd name="T1" fmla="*/ 0 h 18"/>
                <a:gd name="T2" fmla="*/ 49 w 52"/>
                <a:gd name="T3" fmla="*/ 0 h 18"/>
                <a:gd name="T4" fmla="*/ 51 w 52"/>
                <a:gd name="T5" fmla="*/ 18 h 18"/>
                <a:gd name="T6" fmla="*/ 0 w 52"/>
                <a:gd name="T7" fmla="*/ 18 h 18"/>
                <a:gd name="T8" fmla="*/ 7 w 52"/>
                <a:gd name="T9" fmla="*/ 0 h 18"/>
              </a:gdLst>
              <a:ahLst/>
              <a:cxnLst>
                <a:cxn ang="0">
                  <a:pos x="T0" y="T1"/>
                </a:cxn>
                <a:cxn ang="0">
                  <a:pos x="T2" y="T3"/>
                </a:cxn>
                <a:cxn ang="0">
                  <a:pos x="T4" y="T5"/>
                </a:cxn>
                <a:cxn ang="0">
                  <a:pos x="T6" y="T7"/>
                </a:cxn>
                <a:cxn ang="0">
                  <a:pos x="T8" y="T9"/>
                </a:cxn>
              </a:cxnLst>
              <a:rect l="0" t="0" r="r" b="b"/>
              <a:pathLst>
                <a:path w="52" h="18">
                  <a:moveTo>
                    <a:pt x="7" y="0"/>
                  </a:moveTo>
                  <a:cubicBezTo>
                    <a:pt x="49" y="0"/>
                    <a:pt x="49" y="0"/>
                    <a:pt x="49" y="0"/>
                  </a:cubicBezTo>
                  <a:cubicBezTo>
                    <a:pt x="49" y="5"/>
                    <a:pt x="52" y="5"/>
                    <a:pt x="51" y="18"/>
                  </a:cubicBezTo>
                  <a:cubicBezTo>
                    <a:pt x="0" y="18"/>
                    <a:pt x="0" y="18"/>
                    <a:pt x="0" y="18"/>
                  </a:cubicBezTo>
                  <a:cubicBezTo>
                    <a:pt x="1" y="10"/>
                    <a:pt x="5" y="7"/>
                    <a:pt x="7"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7" name="Freeform 625"/>
            <p:cNvSpPr>
              <a:spLocks/>
            </p:cNvSpPr>
            <p:nvPr/>
          </p:nvSpPr>
          <p:spPr bwMode="auto">
            <a:xfrm>
              <a:off x="3289" y="1805"/>
              <a:ext cx="104" cy="34"/>
            </a:xfrm>
            <a:custGeom>
              <a:avLst/>
              <a:gdLst>
                <a:gd name="T0" fmla="*/ 8 w 54"/>
                <a:gd name="T1" fmla="*/ 0 h 18"/>
                <a:gd name="T2" fmla="*/ 50 w 54"/>
                <a:gd name="T3" fmla="*/ 0 h 18"/>
                <a:gd name="T4" fmla="*/ 52 w 54"/>
                <a:gd name="T5" fmla="*/ 18 h 18"/>
                <a:gd name="T6" fmla="*/ 0 w 54"/>
                <a:gd name="T7" fmla="*/ 18 h 18"/>
                <a:gd name="T8" fmla="*/ 8 w 54"/>
                <a:gd name="T9" fmla="*/ 0 h 18"/>
              </a:gdLst>
              <a:ahLst/>
              <a:cxnLst>
                <a:cxn ang="0">
                  <a:pos x="T0" y="T1"/>
                </a:cxn>
                <a:cxn ang="0">
                  <a:pos x="T2" y="T3"/>
                </a:cxn>
                <a:cxn ang="0">
                  <a:pos x="T4" y="T5"/>
                </a:cxn>
                <a:cxn ang="0">
                  <a:pos x="T6" y="T7"/>
                </a:cxn>
                <a:cxn ang="0">
                  <a:pos x="T8" y="T9"/>
                </a:cxn>
              </a:cxnLst>
              <a:rect l="0" t="0" r="r" b="b"/>
              <a:pathLst>
                <a:path w="54" h="18">
                  <a:moveTo>
                    <a:pt x="8" y="0"/>
                  </a:moveTo>
                  <a:cubicBezTo>
                    <a:pt x="50" y="0"/>
                    <a:pt x="50" y="0"/>
                    <a:pt x="50" y="0"/>
                  </a:cubicBezTo>
                  <a:cubicBezTo>
                    <a:pt x="50" y="5"/>
                    <a:pt x="54" y="5"/>
                    <a:pt x="52" y="18"/>
                  </a:cubicBezTo>
                  <a:cubicBezTo>
                    <a:pt x="0" y="18"/>
                    <a:pt x="0" y="18"/>
                    <a:pt x="0" y="18"/>
                  </a:cubicBezTo>
                  <a:cubicBezTo>
                    <a:pt x="2" y="10"/>
                    <a:pt x="6" y="7"/>
                    <a:pt x="8" y="0"/>
                  </a:cubicBezTo>
                  <a:close/>
                </a:path>
              </a:pathLst>
            </a:custGeom>
            <a:solidFill>
              <a:srgbClr val="F7F6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8" name="Freeform 626"/>
            <p:cNvSpPr>
              <a:spLocks/>
            </p:cNvSpPr>
            <p:nvPr/>
          </p:nvSpPr>
          <p:spPr bwMode="auto">
            <a:xfrm>
              <a:off x="3289" y="1807"/>
              <a:ext cx="104" cy="34"/>
            </a:xfrm>
            <a:custGeom>
              <a:avLst/>
              <a:gdLst>
                <a:gd name="T0" fmla="*/ 7 w 54"/>
                <a:gd name="T1" fmla="*/ 0 h 18"/>
                <a:gd name="T2" fmla="*/ 50 w 54"/>
                <a:gd name="T3" fmla="*/ 0 h 18"/>
                <a:gd name="T4" fmla="*/ 52 w 54"/>
                <a:gd name="T5" fmla="*/ 18 h 18"/>
                <a:gd name="T6" fmla="*/ 52 w 54"/>
                <a:gd name="T7" fmla="*/ 18 h 18"/>
                <a:gd name="T8" fmla="*/ 0 w 54"/>
                <a:gd name="T9" fmla="*/ 18 h 18"/>
                <a:gd name="T10" fmla="*/ 7 w 54"/>
                <a:gd name="T11" fmla="*/ 0 h 18"/>
              </a:gdLst>
              <a:ahLst/>
              <a:cxnLst>
                <a:cxn ang="0">
                  <a:pos x="T0" y="T1"/>
                </a:cxn>
                <a:cxn ang="0">
                  <a:pos x="T2" y="T3"/>
                </a:cxn>
                <a:cxn ang="0">
                  <a:pos x="T4" y="T5"/>
                </a:cxn>
                <a:cxn ang="0">
                  <a:pos x="T6" y="T7"/>
                </a:cxn>
                <a:cxn ang="0">
                  <a:pos x="T8" y="T9"/>
                </a:cxn>
                <a:cxn ang="0">
                  <a:pos x="T10" y="T11"/>
                </a:cxn>
              </a:cxnLst>
              <a:rect l="0" t="0" r="r" b="b"/>
              <a:pathLst>
                <a:path w="54" h="18">
                  <a:moveTo>
                    <a:pt x="7" y="0"/>
                  </a:moveTo>
                  <a:cubicBezTo>
                    <a:pt x="50" y="0"/>
                    <a:pt x="50" y="0"/>
                    <a:pt x="50" y="0"/>
                  </a:cubicBezTo>
                  <a:cubicBezTo>
                    <a:pt x="51" y="4"/>
                    <a:pt x="54" y="5"/>
                    <a:pt x="52" y="18"/>
                  </a:cubicBezTo>
                  <a:cubicBezTo>
                    <a:pt x="52" y="18"/>
                    <a:pt x="52" y="18"/>
                    <a:pt x="52" y="18"/>
                  </a:cubicBezTo>
                  <a:cubicBezTo>
                    <a:pt x="0" y="18"/>
                    <a:pt x="0" y="18"/>
                    <a:pt x="0" y="18"/>
                  </a:cubicBezTo>
                  <a:cubicBezTo>
                    <a:pt x="1" y="10"/>
                    <a:pt x="5" y="6"/>
                    <a:pt x="7"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9" name="Freeform 627"/>
            <p:cNvSpPr>
              <a:spLocks/>
            </p:cNvSpPr>
            <p:nvPr/>
          </p:nvSpPr>
          <p:spPr bwMode="auto">
            <a:xfrm>
              <a:off x="3289" y="1808"/>
              <a:ext cx="102" cy="37"/>
            </a:xfrm>
            <a:custGeom>
              <a:avLst/>
              <a:gdLst>
                <a:gd name="T0" fmla="*/ 7 w 53"/>
                <a:gd name="T1" fmla="*/ 0 h 19"/>
                <a:gd name="T2" fmla="*/ 50 w 53"/>
                <a:gd name="T3" fmla="*/ 0 h 19"/>
                <a:gd name="T4" fmla="*/ 52 w 53"/>
                <a:gd name="T5" fmla="*/ 17 h 19"/>
                <a:gd name="T6" fmla="*/ 52 w 53"/>
                <a:gd name="T7" fmla="*/ 19 h 19"/>
                <a:gd name="T8" fmla="*/ 0 w 53"/>
                <a:gd name="T9" fmla="*/ 19 h 19"/>
                <a:gd name="T10" fmla="*/ 7 w 53"/>
                <a:gd name="T11" fmla="*/ 0 h 19"/>
              </a:gdLst>
              <a:ahLst/>
              <a:cxnLst>
                <a:cxn ang="0">
                  <a:pos x="T0" y="T1"/>
                </a:cxn>
                <a:cxn ang="0">
                  <a:pos x="T2" y="T3"/>
                </a:cxn>
                <a:cxn ang="0">
                  <a:pos x="T4" y="T5"/>
                </a:cxn>
                <a:cxn ang="0">
                  <a:pos x="T6" y="T7"/>
                </a:cxn>
                <a:cxn ang="0">
                  <a:pos x="T8" y="T9"/>
                </a:cxn>
                <a:cxn ang="0">
                  <a:pos x="T10" y="T11"/>
                </a:cxn>
              </a:cxnLst>
              <a:rect l="0" t="0" r="r" b="b"/>
              <a:pathLst>
                <a:path w="53" h="19">
                  <a:moveTo>
                    <a:pt x="7" y="0"/>
                  </a:moveTo>
                  <a:cubicBezTo>
                    <a:pt x="50" y="0"/>
                    <a:pt x="50" y="0"/>
                    <a:pt x="50" y="0"/>
                  </a:cubicBezTo>
                  <a:cubicBezTo>
                    <a:pt x="52" y="3"/>
                    <a:pt x="53" y="6"/>
                    <a:pt x="52" y="17"/>
                  </a:cubicBezTo>
                  <a:cubicBezTo>
                    <a:pt x="52" y="19"/>
                    <a:pt x="52" y="19"/>
                    <a:pt x="52" y="19"/>
                  </a:cubicBezTo>
                  <a:cubicBezTo>
                    <a:pt x="0" y="19"/>
                    <a:pt x="0" y="19"/>
                    <a:pt x="0" y="19"/>
                  </a:cubicBezTo>
                  <a:cubicBezTo>
                    <a:pt x="1" y="10"/>
                    <a:pt x="5" y="6"/>
                    <a:pt x="7" y="0"/>
                  </a:cubicBezTo>
                  <a:close/>
                </a:path>
              </a:pathLst>
            </a:custGeom>
            <a:solidFill>
              <a:srgbClr val="F9F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0" name="Freeform 628"/>
            <p:cNvSpPr>
              <a:spLocks/>
            </p:cNvSpPr>
            <p:nvPr/>
          </p:nvSpPr>
          <p:spPr bwMode="auto">
            <a:xfrm>
              <a:off x="3289" y="1812"/>
              <a:ext cx="102" cy="35"/>
            </a:xfrm>
            <a:custGeom>
              <a:avLst/>
              <a:gdLst>
                <a:gd name="T0" fmla="*/ 6 w 53"/>
                <a:gd name="T1" fmla="*/ 0 h 18"/>
                <a:gd name="T2" fmla="*/ 51 w 53"/>
                <a:gd name="T3" fmla="*/ 0 h 18"/>
                <a:gd name="T4" fmla="*/ 52 w 53"/>
                <a:gd name="T5" fmla="*/ 15 h 18"/>
                <a:gd name="T6" fmla="*/ 52 w 53"/>
                <a:gd name="T7" fmla="*/ 18 h 18"/>
                <a:gd name="T8" fmla="*/ 0 w 53"/>
                <a:gd name="T9" fmla="*/ 18 h 18"/>
                <a:gd name="T10" fmla="*/ 6 w 53"/>
                <a:gd name="T11" fmla="*/ 0 h 18"/>
              </a:gdLst>
              <a:ahLst/>
              <a:cxnLst>
                <a:cxn ang="0">
                  <a:pos x="T0" y="T1"/>
                </a:cxn>
                <a:cxn ang="0">
                  <a:pos x="T2" y="T3"/>
                </a:cxn>
                <a:cxn ang="0">
                  <a:pos x="T4" y="T5"/>
                </a:cxn>
                <a:cxn ang="0">
                  <a:pos x="T6" y="T7"/>
                </a:cxn>
                <a:cxn ang="0">
                  <a:pos x="T8" y="T9"/>
                </a:cxn>
                <a:cxn ang="0">
                  <a:pos x="T10" y="T11"/>
                </a:cxn>
              </a:cxnLst>
              <a:rect l="0" t="0" r="r" b="b"/>
              <a:pathLst>
                <a:path w="53" h="18">
                  <a:moveTo>
                    <a:pt x="6" y="0"/>
                  </a:moveTo>
                  <a:cubicBezTo>
                    <a:pt x="51" y="0"/>
                    <a:pt x="51" y="0"/>
                    <a:pt x="51" y="0"/>
                  </a:cubicBezTo>
                  <a:cubicBezTo>
                    <a:pt x="52" y="2"/>
                    <a:pt x="53" y="5"/>
                    <a:pt x="52" y="15"/>
                  </a:cubicBezTo>
                  <a:cubicBezTo>
                    <a:pt x="52" y="18"/>
                    <a:pt x="52" y="18"/>
                    <a:pt x="52" y="18"/>
                  </a:cubicBezTo>
                  <a:cubicBezTo>
                    <a:pt x="0" y="18"/>
                    <a:pt x="0" y="18"/>
                    <a:pt x="0" y="18"/>
                  </a:cubicBezTo>
                  <a:cubicBezTo>
                    <a:pt x="0" y="9"/>
                    <a:pt x="4" y="5"/>
                    <a:pt x="6"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1" name="Freeform 629"/>
            <p:cNvSpPr>
              <a:spLocks/>
            </p:cNvSpPr>
            <p:nvPr/>
          </p:nvSpPr>
          <p:spPr bwMode="auto">
            <a:xfrm>
              <a:off x="3289" y="1814"/>
              <a:ext cx="102" cy="35"/>
            </a:xfrm>
            <a:custGeom>
              <a:avLst/>
              <a:gdLst>
                <a:gd name="T0" fmla="*/ 6 w 53"/>
                <a:gd name="T1" fmla="*/ 0 h 18"/>
                <a:gd name="T2" fmla="*/ 51 w 53"/>
                <a:gd name="T3" fmla="*/ 0 h 18"/>
                <a:gd name="T4" fmla="*/ 52 w 53"/>
                <a:gd name="T5" fmla="*/ 14 h 18"/>
                <a:gd name="T6" fmla="*/ 52 w 53"/>
                <a:gd name="T7" fmla="*/ 18 h 18"/>
                <a:gd name="T8" fmla="*/ 0 w 53"/>
                <a:gd name="T9" fmla="*/ 18 h 18"/>
                <a:gd name="T10" fmla="*/ 6 w 53"/>
                <a:gd name="T11" fmla="*/ 0 h 18"/>
              </a:gdLst>
              <a:ahLst/>
              <a:cxnLst>
                <a:cxn ang="0">
                  <a:pos x="T0" y="T1"/>
                </a:cxn>
                <a:cxn ang="0">
                  <a:pos x="T2" y="T3"/>
                </a:cxn>
                <a:cxn ang="0">
                  <a:pos x="T4" y="T5"/>
                </a:cxn>
                <a:cxn ang="0">
                  <a:pos x="T6" y="T7"/>
                </a:cxn>
                <a:cxn ang="0">
                  <a:pos x="T8" y="T9"/>
                </a:cxn>
                <a:cxn ang="0">
                  <a:pos x="T10" y="T11"/>
                </a:cxn>
              </a:cxnLst>
              <a:rect l="0" t="0" r="r" b="b"/>
              <a:pathLst>
                <a:path w="53" h="18">
                  <a:moveTo>
                    <a:pt x="6" y="0"/>
                  </a:moveTo>
                  <a:cubicBezTo>
                    <a:pt x="51" y="0"/>
                    <a:pt x="51" y="0"/>
                    <a:pt x="51" y="0"/>
                  </a:cubicBezTo>
                  <a:cubicBezTo>
                    <a:pt x="52" y="2"/>
                    <a:pt x="53" y="6"/>
                    <a:pt x="52" y="14"/>
                  </a:cubicBezTo>
                  <a:cubicBezTo>
                    <a:pt x="52" y="18"/>
                    <a:pt x="52" y="18"/>
                    <a:pt x="52" y="18"/>
                  </a:cubicBezTo>
                  <a:cubicBezTo>
                    <a:pt x="0" y="18"/>
                    <a:pt x="0" y="18"/>
                    <a:pt x="0" y="18"/>
                  </a:cubicBezTo>
                  <a:cubicBezTo>
                    <a:pt x="0" y="9"/>
                    <a:pt x="3" y="5"/>
                    <a:pt x="6" y="0"/>
                  </a:cubicBezTo>
                  <a:close/>
                </a:path>
              </a:pathLst>
            </a:custGeom>
            <a:solidFill>
              <a:srgbClr val="FCFC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2" name="Freeform 630"/>
            <p:cNvSpPr>
              <a:spLocks/>
            </p:cNvSpPr>
            <p:nvPr/>
          </p:nvSpPr>
          <p:spPr bwMode="auto">
            <a:xfrm>
              <a:off x="3289" y="1816"/>
              <a:ext cx="102" cy="37"/>
            </a:xfrm>
            <a:custGeom>
              <a:avLst/>
              <a:gdLst>
                <a:gd name="T0" fmla="*/ 5 w 53"/>
                <a:gd name="T1" fmla="*/ 0 h 19"/>
                <a:gd name="T2" fmla="*/ 52 w 53"/>
                <a:gd name="T3" fmla="*/ 0 h 19"/>
                <a:gd name="T4" fmla="*/ 52 w 53"/>
                <a:gd name="T5" fmla="*/ 13 h 19"/>
                <a:gd name="T6" fmla="*/ 51 w 53"/>
                <a:gd name="T7" fmla="*/ 19 h 19"/>
                <a:gd name="T8" fmla="*/ 0 w 53"/>
                <a:gd name="T9" fmla="*/ 19 h 19"/>
                <a:gd name="T10" fmla="*/ 0 w 53"/>
                <a:gd name="T11" fmla="*/ 17 h 19"/>
                <a:gd name="T12" fmla="*/ 5 w 53"/>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53" h="19">
                  <a:moveTo>
                    <a:pt x="5" y="0"/>
                  </a:moveTo>
                  <a:cubicBezTo>
                    <a:pt x="52" y="0"/>
                    <a:pt x="52" y="0"/>
                    <a:pt x="52" y="0"/>
                  </a:cubicBezTo>
                  <a:cubicBezTo>
                    <a:pt x="53" y="3"/>
                    <a:pt x="53" y="6"/>
                    <a:pt x="52" y="13"/>
                  </a:cubicBezTo>
                  <a:cubicBezTo>
                    <a:pt x="51" y="19"/>
                    <a:pt x="51" y="19"/>
                    <a:pt x="51" y="19"/>
                  </a:cubicBezTo>
                  <a:cubicBezTo>
                    <a:pt x="0" y="19"/>
                    <a:pt x="0" y="19"/>
                    <a:pt x="0" y="19"/>
                  </a:cubicBezTo>
                  <a:cubicBezTo>
                    <a:pt x="0" y="17"/>
                    <a:pt x="0" y="17"/>
                    <a:pt x="0" y="17"/>
                  </a:cubicBezTo>
                  <a:cubicBezTo>
                    <a:pt x="0" y="9"/>
                    <a:pt x="3" y="5"/>
                    <a:pt x="5"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3" name="Freeform 631"/>
            <p:cNvSpPr>
              <a:spLocks/>
            </p:cNvSpPr>
            <p:nvPr/>
          </p:nvSpPr>
          <p:spPr bwMode="auto">
            <a:xfrm>
              <a:off x="3289" y="1818"/>
              <a:ext cx="102" cy="36"/>
            </a:xfrm>
            <a:custGeom>
              <a:avLst/>
              <a:gdLst>
                <a:gd name="T0" fmla="*/ 4 w 53"/>
                <a:gd name="T1" fmla="*/ 0 h 19"/>
                <a:gd name="T2" fmla="*/ 52 w 53"/>
                <a:gd name="T3" fmla="*/ 0 h 19"/>
                <a:gd name="T4" fmla="*/ 52 w 53"/>
                <a:gd name="T5" fmla="*/ 12 h 19"/>
                <a:gd name="T6" fmla="*/ 51 w 53"/>
                <a:gd name="T7" fmla="*/ 19 h 19"/>
                <a:gd name="T8" fmla="*/ 0 w 53"/>
                <a:gd name="T9" fmla="*/ 19 h 19"/>
                <a:gd name="T10" fmla="*/ 0 w 53"/>
                <a:gd name="T11" fmla="*/ 16 h 19"/>
                <a:gd name="T12" fmla="*/ 4 w 53"/>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53" h="19">
                  <a:moveTo>
                    <a:pt x="4" y="0"/>
                  </a:moveTo>
                  <a:cubicBezTo>
                    <a:pt x="52" y="0"/>
                    <a:pt x="52" y="0"/>
                    <a:pt x="52" y="0"/>
                  </a:cubicBezTo>
                  <a:cubicBezTo>
                    <a:pt x="53" y="3"/>
                    <a:pt x="53" y="6"/>
                    <a:pt x="52" y="12"/>
                  </a:cubicBezTo>
                  <a:cubicBezTo>
                    <a:pt x="51" y="19"/>
                    <a:pt x="51" y="19"/>
                    <a:pt x="51" y="19"/>
                  </a:cubicBezTo>
                  <a:cubicBezTo>
                    <a:pt x="0" y="19"/>
                    <a:pt x="0" y="19"/>
                    <a:pt x="0" y="19"/>
                  </a:cubicBezTo>
                  <a:cubicBezTo>
                    <a:pt x="0" y="18"/>
                    <a:pt x="0" y="17"/>
                    <a:pt x="0" y="16"/>
                  </a:cubicBezTo>
                  <a:cubicBezTo>
                    <a:pt x="0" y="9"/>
                    <a:pt x="2" y="5"/>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4" name="Freeform 632"/>
            <p:cNvSpPr>
              <a:spLocks/>
            </p:cNvSpPr>
            <p:nvPr/>
          </p:nvSpPr>
          <p:spPr bwMode="auto">
            <a:xfrm>
              <a:off x="4349" y="545"/>
              <a:ext cx="162" cy="636"/>
            </a:xfrm>
            <a:custGeom>
              <a:avLst/>
              <a:gdLst>
                <a:gd name="T0" fmla="*/ 7 w 85"/>
                <a:gd name="T1" fmla="*/ 8 h 332"/>
                <a:gd name="T2" fmla="*/ 10 w 85"/>
                <a:gd name="T3" fmla="*/ 5 h 332"/>
                <a:gd name="T4" fmla="*/ 15 w 85"/>
                <a:gd name="T5" fmla="*/ 3 h 332"/>
                <a:gd name="T6" fmla="*/ 30 w 85"/>
                <a:gd name="T7" fmla="*/ 2 h 332"/>
                <a:gd name="T8" fmla="*/ 41 w 85"/>
                <a:gd name="T9" fmla="*/ 12 h 332"/>
                <a:gd name="T10" fmla="*/ 43 w 85"/>
                <a:gd name="T11" fmla="*/ 28 h 332"/>
                <a:gd name="T12" fmla="*/ 39 w 85"/>
                <a:gd name="T13" fmla="*/ 39 h 332"/>
                <a:gd name="T14" fmla="*/ 44 w 85"/>
                <a:gd name="T15" fmla="*/ 44 h 332"/>
                <a:gd name="T16" fmla="*/ 64 w 85"/>
                <a:gd name="T17" fmla="*/ 56 h 332"/>
                <a:gd name="T18" fmla="*/ 73 w 85"/>
                <a:gd name="T19" fmla="*/ 80 h 332"/>
                <a:gd name="T20" fmla="*/ 76 w 85"/>
                <a:gd name="T21" fmla="*/ 105 h 332"/>
                <a:gd name="T22" fmla="*/ 75 w 85"/>
                <a:gd name="T23" fmla="*/ 120 h 332"/>
                <a:gd name="T24" fmla="*/ 84 w 85"/>
                <a:gd name="T25" fmla="*/ 171 h 332"/>
                <a:gd name="T26" fmla="*/ 75 w 85"/>
                <a:gd name="T27" fmla="*/ 177 h 332"/>
                <a:gd name="T28" fmla="*/ 65 w 85"/>
                <a:gd name="T29" fmla="*/ 181 h 332"/>
                <a:gd name="T30" fmla="*/ 64 w 85"/>
                <a:gd name="T31" fmla="*/ 198 h 332"/>
                <a:gd name="T32" fmla="*/ 63 w 85"/>
                <a:gd name="T33" fmla="*/ 217 h 332"/>
                <a:gd name="T34" fmla="*/ 70 w 85"/>
                <a:gd name="T35" fmla="*/ 261 h 332"/>
                <a:gd name="T36" fmla="*/ 67 w 85"/>
                <a:gd name="T37" fmla="*/ 319 h 332"/>
                <a:gd name="T38" fmla="*/ 67 w 85"/>
                <a:gd name="T39" fmla="*/ 328 h 332"/>
                <a:gd name="T40" fmla="*/ 59 w 85"/>
                <a:gd name="T41" fmla="*/ 329 h 332"/>
                <a:gd name="T42" fmla="*/ 59 w 85"/>
                <a:gd name="T43" fmla="*/ 326 h 332"/>
                <a:gd name="T44" fmla="*/ 43 w 85"/>
                <a:gd name="T45" fmla="*/ 332 h 332"/>
                <a:gd name="T46" fmla="*/ 23 w 85"/>
                <a:gd name="T47" fmla="*/ 328 h 332"/>
                <a:gd name="T48" fmla="*/ 26 w 85"/>
                <a:gd name="T49" fmla="*/ 323 h 332"/>
                <a:gd name="T50" fmla="*/ 33 w 85"/>
                <a:gd name="T51" fmla="*/ 321 h 332"/>
                <a:gd name="T52" fmla="*/ 32 w 85"/>
                <a:gd name="T53" fmla="*/ 318 h 332"/>
                <a:gd name="T54" fmla="*/ 15 w 85"/>
                <a:gd name="T55" fmla="*/ 320 h 332"/>
                <a:gd name="T56" fmla="*/ 0 w 85"/>
                <a:gd name="T57" fmla="*/ 316 h 332"/>
                <a:gd name="T58" fmla="*/ 5 w 85"/>
                <a:gd name="T59" fmla="*/ 311 h 332"/>
                <a:gd name="T60" fmla="*/ 16 w 85"/>
                <a:gd name="T61" fmla="*/ 310 h 332"/>
                <a:gd name="T62" fmla="*/ 21 w 85"/>
                <a:gd name="T63" fmla="*/ 307 h 332"/>
                <a:gd name="T64" fmla="*/ 25 w 85"/>
                <a:gd name="T65" fmla="*/ 285 h 332"/>
                <a:gd name="T66" fmla="*/ 29 w 85"/>
                <a:gd name="T67" fmla="*/ 268 h 332"/>
                <a:gd name="T68" fmla="*/ 22 w 85"/>
                <a:gd name="T69" fmla="*/ 240 h 332"/>
                <a:gd name="T70" fmla="*/ 20 w 85"/>
                <a:gd name="T71" fmla="*/ 216 h 332"/>
                <a:gd name="T72" fmla="*/ 13 w 85"/>
                <a:gd name="T73" fmla="*/ 166 h 332"/>
                <a:gd name="T74" fmla="*/ 12 w 85"/>
                <a:gd name="T75" fmla="*/ 143 h 332"/>
                <a:gd name="T76" fmla="*/ 12 w 85"/>
                <a:gd name="T77" fmla="*/ 136 h 332"/>
                <a:gd name="T78" fmla="*/ 11 w 85"/>
                <a:gd name="T79" fmla="*/ 133 h 332"/>
                <a:gd name="T80" fmla="*/ 8 w 85"/>
                <a:gd name="T81" fmla="*/ 149 h 332"/>
                <a:gd name="T82" fmla="*/ 7 w 85"/>
                <a:gd name="T83" fmla="*/ 137 h 332"/>
                <a:gd name="T84" fmla="*/ 9 w 85"/>
                <a:gd name="T85" fmla="*/ 119 h 332"/>
                <a:gd name="T86" fmla="*/ 12 w 85"/>
                <a:gd name="T87" fmla="*/ 91 h 332"/>
                <a:gd name="T88" fmla="*/ 16 w 85"/>
                <a:gd name="T89" fmla="*/ 79 h 332"/>
                <a:gd name="T90" fmla="*/ 18 w 85"/>
                <a:gd name="T91" fmla="*/ 65 h 332"/>
                <a:gd name="T92" fmla="*/ 19 w 85"/>
                <a:gd name="T93" fmla="*/ 56 h 332"/>
                <a:gd name="T94" fmla="*/ 18 w 85"/>
                <a:gd name="T95" fmla="*/ 51 h 332"/>
                <a:gd name="T96" fmla="*/ 11 w 85"/>
                <a:gd name="T97" fmla="*/ 46 h 332"/>
                <a:gd name="T98" fmla="*/ 4 w 85"/>
                <a:gd name="T99" fmla="*/ 43 h 332"/>
                <a:gd name="T100" fmla="*/ 5 w 85"/>
                <a:gd name="T101" fmla="*/ 38 h 332"/>
                <a:gd name="T102" fmla="*/ 6 w 85"/>
                <a:gd name="T103" fmla="*/ 37 h 332"/>
                <a:gd name="T104" fmla="*/ 4 w 85"/>
                <a:gd name="T105" fmla="*/ 35 h 332"/>
                <a:gd name="T106" fmla="*/ 1 w 85"/>
                <a:gd name="T107" fmla="*/ 33 h 332"/>
                <a:gd name="T108" fmla="*/ 3 w 85"/>
                <a:gd name="T109" fmla="*/ 27 h 332"/>
                <a:gd name="T110" fmla="*/ 5 w 85"/>
                <a:gd name="T111" fmla="*/ 22 h 332"/>
                <a:gd name="T112" fmla="*/ 7 w 85"/>
                <a:gd name="T113" fmla="*/ 15 h 332"/>
                <a:gd name="T114" fmla="*/ 7 w 85"/>
                <a:gd name="T115" fmla="*/ 8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332">
                  <a:moveTo>
                    <a:pt x="7" y="8"/>
                  </a:moveTo>
                  <a:cubicBezTo>
                    <a:pt x="5" y="7"/>
                    <a:pt x="7" y="5"/>
                    <a:pt x="10" y="5"/>
                  </a:cubicBezTo>
                  <a:cubicBezTo>
                    <a:pt x="12" y="5"/>
                    <a:pt x="11" y="3"/>
                    <a:pt x="15" y="3"/>
                  </a:cubicBezTo>
                  <a:cubicBezTo>
                    <a:pt x="19" y="3"/>
                    <a:pt x="25" y="0"/>
                    <a:pt x="30" y="2"/>
                  </a:cubicBezTo>
                  <a:cubicBezTo>
                    <a:pt x="34" y="3"/>
                    <a:pt x="38" y="7"/>
                    <a:pt x="41" y="12"/>
                  </a:cubicBezTo>
                  <a:cubicBezTo>
                    <a:pt x="44" y="18"/>
                    <a:pt x="45" y="23"/>
                    <a:pt x="43" y="28"/>
                  </a:cubicBezTo>
                  <a:cubicBezTo>
                    <a:pt x="41" y="32"/>
                    <a:pt x="39" y="39"/>
                    <a:pt x="39" y="39"/>
                  </a:cubicBezTo>
                  <a:cubicBezTo>
                    <a:pt x="39" y="39"/>
                    <a:pt x="40" y="41"/>
                    <a:pt x="44" y="44"/>
                  </a:cubicBezTo>
                  <a:cubicBezTo>
                    <a:pt x="47" y="47"/>
                    <a:pt x="58" y="49"/>
                    <a:pt x="64" y="56"/>
                  </a:cubicBezTo>
                  <a:cubicBezTo>
                    <a:pt x="70" y="63"/>
                    <a:pt x="70" y="76"/>
                    <a:pt x="73" y="80"/>
                  </a:cubicBezTo>
                  <a:cubicBezTo>
                    <a:pt x="76" y="85"/>
                    <a:pt x="74" y="98"/>
                    <a:pt x="76" y="105"/>
                  </a:cubicBezTo>
                  <a:cubicBezTo>
                    <a:pt x="79" y="111"/>
                    <a:pt x="75" y="118"/>
                    <a:pt x="75" y="120"/>
                  </a:cubicBezTo>
                  <a:cubicBezTo>
                    <a:pt x="75" y="122"/>
                    <a:pt x="83" y="168"/>
                    <a:pt x="84" y="171"/>
                  </a:cubicBezTo>
                  <a:cubicBezTo>
                    <a:pt x="85" y="174"/>
                    <a:pt x="82" y="175"/>
                    <a:pt x="75" y="177"/>
                  </a:cubicBezTo>
                  <a:cubicBezTo>
                    <a:pt x="68" y="178"/>
                    <a:pt x="66" y="179"/>
                    <a:pt x="65" y="181"/>
                  </a:cubicBezTo>
                  <a:cubicBezTo>
                    <a:pt x="64" y="183"/>
                    <a:pt x="64" y="193"/>
                    <a:pt x="64" y="198"/>
                  </a:cubicBezTo>
                  <a:cubicBezTo>
                    <a:pt x="64" y="203"/>
                    <a:pt x="63" y="210"/>
                    <a:pt x="63" y="217"/>
                  </a:cubicBezTo>
                  <a:cubicBezTo>
                    <a:pt x="64" y="225"/>
                    <a:pt x="70" y="248"/>
                    <a:pt x="70" y="261"/>
                  </a:cubicBezTo>
                  <a:cubicBezTo>
                    <a:pt x="69" y="273"/>
                    <a:pt x="67" y="314"/>
                    <a:pt x="67" y="319"/>
                  </a:cubicBezTo>
                  <a:cubicBezTo>
                    <a:pt x="67" y="323"/>
                    <a:pt x="67" y="328"/>
                    <a:pt x="67" y="328"/>
                  </a:cubicBezTo>
                  <a:cubicBezTo>
                    <a:pt x="59" y="329"/>
                    <a:pt x="59" y="329"/>
                    <a:pt x="59" y="329"/>
                  </a:cubicBezTo>
                  <a:cubicBezTo>
                    <a:pt x="59" y="326"/>
                    <a:pt x="59" y="326"/>
                    <a:pt x="59" y="326"/>
                  </a:cubicBezTo>
                  <a:cubicBezTo>
                    <a:pt x="59" y="326"/>
                    <a:pt x="54" y="331"/>
                    <a:pt x="43" y="332"/>
                  </a:cubicBezTo>
                  <a:cubicBezTo>
                    <a:pt x="31" y="332"/>
                    <a:pt x="25" y="330"/>
                    <a:pt x="23" y="328"/>
                  </a:cubicBezTo>
                  <a:cubicBezTo>
                    <a:pt x="22" y="327"/>
                    <a:pt x="23" y="323"/>
                    <a:pt x="26" y="323"/>
                  </a:cubicBezTo>
                  <a:cubicBezTo>
                    <a:pt x="30" y="323"/>
                    <a:pt x="32" y="322"/>
                    <a:pt x="33" y="321"/>
                  </a:cubicBezTo>
                  <a:cubicBezTo>
                    <a:pt x="34" y="320"/>
                    <a:pt x="32" y="318"/>
                    <a:pt x="32" y="318"/>
                  </a:cubicBezTo>
                  <a:cubicBezTo>
                    <a:pt x="32" y="318"/>
                    <a:pt x="23" y="321"/>
                    <a:pt x="15" y="320"/>
                  </a:cubicBezTo>
                  <a:cubicBezTo>
                    <a:pt x="6" y="319"/>
                    <a:pt x="1" y="318"/>
                    <a:pt x="0" y="316"/>
                  </a:cubicBezTo>
                  <a:cubicBezTo>
                    <a:pt x="0" y="315"/>
                    <a:pt x="1" y="311"/>
                    <a:pt x="5" y="311"/>
                  </a:cubicBezTo>
                  <a:cubicBezTo>
                    <a:pt x="10" y="311"/>
                    <a:pt x="13" y="311"/>
                    <a:pt x="16" y="310"/>
                  </a:cubicBezTo>
                  <a:cubicBezTo>
                    <a:pt x="19" y="308"/>
                    <a:pt x="21" y="307"/>
                    <a:pt x="21" y="307"/>
                  </a:cubicBezTo>
                  <a:cubicBezTo>
                    <a:pt x="21" y="307"/>
                    <a:pt x="23" y="293"/>
                    <a:pt x="25" y="285"/>
                  </a:cubicBezTo>
                  <a:cubicBezTo>
                    <a:pt x="28" y="276"/>
                    <a:pt x="31" y="271"/>
                    <a:pt x="29" y="268"/>
                  </a:cubicBezTo>
                  <a:cubicBezTo>
                    <a:pt x="27" y="266"/>
                    <a:pt x="22" y="248"/>
                    <a:pt x="22" y="240"/>
                  </a:cubicBezTo>
                  <a:cubicBezTo>
                    <a:pt x="23" y="231"/>
                    <a:pt x="23" y="224"/>
                    <a:pt x="20" y="216"/>
                  </a:cubicBezTo>
                  <a:cubicBezTo>
                    <a:pt x="18" y="208"/>
                    <a:pt x="12" y="181"/>
                    <a:pt x="13" y="166"/>
                  </a:cubicBezTo>
                  <a:cubicBezTo>
                    <a:pt x="13" y="151"/>
                    <a:pt x="12" y="147"/>
                    <a:pt x="12" y="143"/>
                  </a:cubicBezTo>
                  <a:cubicBezTo>
                    <a:pt x="12" y="139"/>
                    <a:pt x="12" y="136"/>
                    <a:pt x="12" y="136"/>
                  </a:cubicBezTo>
                  <a:cubicBezTo>
                    <a:pt x="11" y="135"/>
                    <a:pt x="11" y="134"/>
                    <a:pt x="11" y="133"/>
                  </a:cubicBezTo>
                  <a:cubicBezTo>
                    <a:pt x="9" y="136"/>
                    <a:pt x="8" y="142"/>
                    <a:pt x="8" y="149"/>
                  </a:cubicBezTo>
                  <a:cubicBezTo>
                    <a:pt x="7" y="155"/>
                    <a:pt x="6" y="145"/>
                    <a:pt x="7" y="137"/>
                  </a:cubicBezTo>
                  <a:cubicBezTo>
                    <a:pt x="8" y="129"/>
                    <a:pt x="10" y="125"/>
                    <a:pt x="9" y="119"/>
                  </a:cubicBezTo>
                  <a:cubicBezTo>
                    <a:pt x="9" y="113"/>
                    <a:pt x="8" y="102"/>
                    <a:pt x="12" y="91"/>
                  </a:cubicBezTo>
                  <a:cubicBezTo>
                    <a:pt x="16" y="80"/>
                    <a:pt x="15" y="85"/>
                    <a:pt x="16" y="79"/>
                  </a:cubicBezTo>
                  <a:cubicBezTo>
                    <a:pt x="17" y="73"/>
                    <a:pt x="18" y="68"/>
                    <a:pt x="18" y="65"/>
                  </a:cubicBezTo>
                  <a:cubicBezTo>
                    <a:pt x="18" y="62"/>
                    <a:pt x="19" y="56"/>
                    <a:pt x="19" y="56"/>
                  </a:cubicBezTo>
                  <a:cubicBezTo>
                    <a:pt x="19" y="56"/>
                    <a:pt x="20" y="55"/>
                    <a:pt x="18" y="51"/>
                  </a:cubicBezTo>
                  <a:cubicBezTo>
                    <a:pt x="16" y="47"/>
                    <a:pt x="15" y="46"/>
                    <a:pt x="11" y="46"/>
                  </a:cubicBezTo>
                  <a:cubicBezTo>
                    <a:pt x="6" y="46"/>
                    <a:pt x="3" y="46"/>
                    <a:pt x="4" y="43"/>
                  </a:cubicBezTo>
                  <a:cubicBezTo>
                    <a:pt x="5" y="40"/>
                    <a:pt x="4" y="39"/>
                    <a:pt x="5" y="38"/>
                  </a:cubicBezTo>
                  <a:cubicBezTo>
                    <a:pt x="6" y="38"/>
                    <a:pt x="6" y="37"/>
                    <a:pt x="6" y="37"/>
                  </a:cubicBezTo>
                  <a:cubicBezTo>
                    <a:pt x="5" y="36"/>
                    <a:pt x="4" y="36"/>
                    <a:pt x="4" y="35"/>
                  </a:cubicBezTo>
                  <a:cubicBezTo>
                    <a:pt x="4" y="33"/>
                    <a:pt x="2" y="34"/>
                    <a:pt x="1" y="33"/>
                  </a:cubicBezTo>
                  <a:cubicBezTo>
                    <a:pt x="0" y="32"/>
                    <a:pt x="2" y="29"/>
                    <a:pt x="3" y="27"/>
                  </a:cubicBezTo>
                  <a:cubicBezTo>
                    <a:pt x="5" y="25"/>
                    <a:pt x="6" y="24"/>
                    <a:pt x="5" y="22"/>
                  </a:cubicBezTo>
                  <a:cubicBezTo>
                    <a:pt x="4" y="20"/>
                    <a:pt x="5" y="18"/>
                    <a:pt x="7" y="15"/>
                  </a:cubicBezTo>
                  <a:cubicBezTo>
                    <a:pt x="8" y="12"/>
                    <a:pt x="9" y="11"/>
                    <a:pt x="7" y="8"/>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5" name="Freeform 633"/>
            <p:cNvSpPr>
              <a:spLocks/>
            </p:cNvSpPr>
            <p:nvPr/>
          </p:nvSpPr>
          <p:spPr bwMode="auto">
            <a:xfrm>
              <a:off x="4370" y="618"/>
              <a:ext cx="57" cy="189"/>
            </a:xfrm>
            <a:custGeom>
              <a:avLst/>
              <a:gdLst>
                <a:gd name="T0" fmla="*/ 29 w 30"/>
                <a:gd name="T1" fmla="*/ 0 h 99"/>
                <a:gd name="T2" fmla="*/ 28 w 30"/>
                <a:gd name="T3" fmla="*/ 1 h 99"/>
                <a:gd name="T4" fmla="*/ 30 w 30"/>
                <a:gd name="T5" fmla="*/ 4 h 99"/>
                <a:gd name="T6" fmla="*/ 12 w 30"/>
                <a:gd name="T7" fmla="*/ 35 h 99"/>
                <a:gd name="T8" fmla="*/ 7 w 30"/>
                <a:gd name="T9" fmla="*/ 67 h 99"/>
                <a:gd name="T10" fmla="*/ 11 w 30"/>
                <a:gd name="T11" fmla="*/ 87 h 99"/>
                <a:gd name="T12" fmla="*/ 17 w 30"/>
                <a:gd name="T13" fmla="*/ 98 h 99"/>
                <a:gd name="T14" fmla="*/ 9 w 30"/>
                <a:gd name="T15" fmla="*/ 99 h 99"/>
                <a:gd name="T16" fmla="*/ 1 w 30"/>
                <a:gd name="T17" fmla="*/ 99 h 99"/>
                <a:gd name="T18" fmla="*/ 0 w 30"/>
                <a:gd name="T19" fmla="*/ 95 h 99"/>
                <a:gd name="T20" fmla="*/ 0 w 30"/>
                <a:gd name="T21" fmla="*/ 95 h 99"/>
                <a:gd name="T22" fmla="*/ 0 w 30"/>
                <a:gd name="T23" fmla="*/ 95 h 99"/>
                <a:gd name="T24" fmla="*/ 2 w 30"/>
                <a:gd name="T25" fmla="*/ 83 h 99"/>
                <a:gd name="T26" fmla="*/ 6 w 30"/>
                <a:gd name="T27" fmla="*/ 65 h 99"/>
                <a:gd name="T28" fmla="*/ 6 w 30"/>
                <a:gd name="T29" fmla="*/ 51 h 99"/>
                <a:gd name="T30" fmla="*/ 10 w 30"/>
                <a:gd name="T31" fmla="*/ 25 h 99"/>
                <a:gd name="T32" fmla="*/ 8 w 30"/>
                <a:gd name="T33" fmla="*/ 21 h 99"/>
                <a:gd name="T34" fmla="*/ 8 w 30"/>
                <a:gd name="T35" fmla="*/ 18 h 99"/>
                <a:gd name="T36" fmla="*/ 8 w 30"/>
                <a:gd name="T37" fmla="*/ 17 h 99"/>
                <a:gd name="T38" fmla="*/ 29 w 30"/>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 h="99">
                  <a:moveTo>
                    <a:pt x="29" y="0"/>
                  </a:moveTo>
                  <a:cubicBezTo>
                    <a:pt x="28" y="1"/>
                    <a:pt x="28" y="1"/>
                    <a:pt x="28" y="1"/>
                  </a:cubicBezTo>
                  <a:cubicBezTo>
                    <a:pt x="28" y="1"/>
                    <a:pt x="28" y="2"/>
                    <a:pt x="30" y="4"/>
                  </a:cubicBezTo>
                  <a:cubicBezTo>
                    <a:pt x="23" y="11"/>
                    <a:pt x="15" y="25"/>
                    <a:pt x="12" y="35"/>
                  </a:cubicBezTo>
                  <a:cubicBezTo>
                    <a:pt x="9" y="45"/>
                    <a:pt x="8" y="58"/>
                    <a:pt x="7" y="67"/>
                  </a:cubicBezTo>
                  <a:cubicBezTo>
                    <a:pt x="6" y="76"/>
                    <a:pt x="8" y="80"/>
                    <a:pt x="11" y="87"/>
                  </a:cubicBezTo>
                  <a:cubicBezTo>
                    <a:pt x="14" y="93"/>
                    <a:pt x="17" y="98"/>
                    <a:pt x="17" y="98"/>
                  </a:cubicBezTo>
                  <a:cubicBezTo>
                    <a:pt x="17" y="98"/>
                    <a:pt x="14" y="98"/>
                    <a:pt x="9" y="99"/>
                  </a:cubicBezTo>
                  <a:cubicBezTo>
                    <a:pt x="5" y="99"/>
                    <a:pt x="1" y="99"/>
                    <a:pt x="1" y="99"/>
                  </a:cubicBezTo>
                  <a:cubicBezTo>
                    <a:pt x="1" y="99"/>
                    <a:pt x="1" y="98"/>
                    <a:pt x="0" y="95"/>
                  </a:cubicBezTo>
                  <a:cubicBezTo>
                    <a:pt x="0" y="95"/>
                    <a:pt x="0" y="95"/>
                    <a:pt x="0" y="95"/>
                  </a:cubicBezTo>
                  <a:cubicBezTo>
                    <a:pt x="0" y="95"/>
                    <a:pt x="0" y="95"/>
                    <a:pt x="0" y="95"/>
                  </a:cubicBezTo>
                  <a:cubicBezTo>
                    <a:pt x="0" y="91"/>
                    <a:pt x="1" y="86"/>
                    <a:pt x="2" y="83"/>
                  </a:cubicBezTo>
                  <a:cubicBezTo>
                    <a:pt x="3" y="81"/>
                    <a:pt x="5" y="69"/>
                    <a:pt x="6" y="65"/>
                  </a:cubicBezTo>
                  <a:cubicBezTo>
                    <a:pt x="6" y="62"/>
                    <a:pt x="6" y="57"/>
                    <a:pt x="6" y="51"/>
                  </a:cubicBezTo>
                  <a:cubicBezTo>
                    <a:pt x="6" y="44"/>
                    <a:pt x="12" y="27"/>
                    <a:pt x="10" y="25"/>
                  </a:cubicBezTo>
                  <a:cubicBezTo>
                    <a:pt x="9" y="24"/>
                    <a:pt x="8" y="22"/>
                    <a:pt x="8" y="21"/>
                  </a:cubicBezTo>
                  <a:cubicBezTo>
                    <a:pt x="8" y="19"/>
                    <a:pt x="8" y="18"/>
                    <a:pt x="8" y="18"/>
                  </a:cubicBezTo>
                  <a:cubicBezTo>
                    <a:pt x="8" y="18"/>
                    <a:pt x="8" y="18"/>
                    <a:pt x="8" y="17"/>
                  </a:cubicBezTo>
                  <a:cubicBezTo>
                    <a:pt x="14" y="9"/>
                    <a:pt x="22" y="3"/>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6" name="Freeform 634"/>
            <p:cNvSpPr>
              <a:spLocks/>
            </p:cNvSpPr>
            <p:nvPr/>
          </p:nvSpPr>
          <p:spPr bwMode="auto">
            <a:xfrm>
              <a:off x="2455" y="545"/>
              <a:ext cx="165" cy="636"/>
            </a:xfrm>
            <a:custGeom>
              <a:avLst/>
              <a:gdLst>
                <a:gd name="T0" fmla="*/ 78 w 86"/>
                <a:gd name="T1" fmla="*/ 8 h 332"/>
                <a:gd name="T2" fmla="*/ 75 w 86"/>
                <a:gd name="T3" fmla="*/ 5 h 332"/>
                <a:gd name="T4" fmla="*/ 71 w 86"/>
                <a:gd name="T5" fmla="*/ 3 h 332"/>
                <a:gd name="T6" fmla="*/ 56 w 86"/>
                <a:gd name="T7" fmla="*/ 2 h 332"/>
                <a:gd name="T8" fmla="*/ 44 w 86"/>
                <a:gd name="T9" fmla="*/ 12 h 332"/>
                <a:gd name="T10" fmla="*/ 42 w 86"/>
                <a:gd name="T11" fmla="*/ 28 h 332"/>
                <a:gd name="T12" fmla="*/ 46 w 86"/>
                <a:gd name="T13" fmla="*/ 39 h 332"/>
                <a:gd name="T14" fmla="*/ 42 w 86"/>
                <a:gd name="T15" fmla="*/ 44 h 332"/>
                <a:gd name="T16" fmla="*/ 21 w 86"/>
                <a:gd name="T17" fmla="*/ 56 h 332"/>
                <a:gd name="T18" fmla="*/ 12 w 86"/>
                <a:gd name="T19" fmla="*/ 80 h 332"/>
                <a:gd name="T20" fmla="*/ 9 w 86"/>
                <a:gd name="T21" fmla="*/ 105 h 332"/>
                <a:gd name="T22" fmla="*/ 10 w 86"/>
                <a:gd name="T23" fmla="*/ 120 h 332"/>
                <a:gd name="T24" fmla="*/ 1 w 86"/>
                <a:gd name="T25" fmla="*/ 171 h 332"/>
                <a:gd name="T26" fmla="*/ 10 w 86"/>
                <a:gd name="T27" fmla="*/ 177 h 332"/>
                <a:gd name="T28" fmla="*/ 20 w 86"/>
                <a:gd name="T29" fmla="*/ 181 h 332"/>
                <a:gd name="T30" fmla="*/ 21 w 86"/>
                <a:gd name="T31" fmla="*/ 198 h 332"/>
                <a:gd name="T32" fmla="*/ 22 w 86"/>
                <a:gd name="T33" fmla="*/ 217 h 332"/>
                <a:gd name="T34" fmla="*/ 15 w 86"/>
                <a:gd name="T35" fmla="*/ 261 h 332"/>
                <a:gd name="T36" fmla="*/ 18 w 86"/>
                <a:gd name="T37" fmla="*/ 319 h 332"/>
                <a:gd name="T38" fmla="*/ 18 w 86"/>
                <a:gd name="T39" fmla="*/ 328 h 332"/>
                <a:gd name="T40" fmla="*/ 26 w 86"/>
                <a:gd name="T41" fmla="*/ 329 h 332"/>
                <a:gd name="T42" fmla="*/ 26 w 86"/>
                <a:gd name="T43" fmla="*/ 326 h 332"/>
                <a:gd name="T44" fmla="*/ 43 w 86"/>
                <a:gd name="T45" fmla="*/ 332 h 332"/>
                <a:gd name="T46" fmla="*/ 62 w 86"/>
                <a:gd name="T47" fmla="*/ 328 h 332"/>
                <a:gd name="T48" fmla="*/ 59 w 86"/>
                <a:gd name="T49" fmla="*/ 323 h 332"/>
                <a:gd name="T50" fmla="*/ 52 w 86"/>
                <a:gd name="T51" fmla="*/ 321 h 332"/>
                <a:gd name="T52" fmla="*/ 53 w 86"/>
                <a:gd name="T53" fmla="*/ 318 h 332"/>
                <a:gd name="T54" fmla="*/ 70 w 86"/>
                <a:gd name="T55" fmla="*/ 320 h 332"/>
                <a:gd name="T56" fmla="*/ 85 w 86"/>
                <a:gd name="T57" fmla="*/ 316 h 332"/>
                <a:gd name="T58" fmla="*/ 80 w 86"/>
                <a:gd name="T59" fmla="*/ 311 h 332"/>
                <a:gd name="T60" fmla="*/ 69 w 86"/>
                <a:gd name="T61" fmla="*/ 310 h 332"/>
                <a:gd name="T62" fmla="*/ 64 w 86"/>
                <a:gd name="T63" fmla="*/ 307 h 332"/>
                <a:gd name="T64" fmla="*/ 60 w 86"/>
                <a:gd name="T65" fmla="*/ 285 h 332"/>
                <a:gd name="T66" fmla="*/ 57 w 86"/>
                <a:gd name="T67" fmla="*/ 268 h 332"/>
                <a:gd name="T68" fmla="*/ 63 w 86"/>
                <a:gd name="T69" fmla="*/ 240 h 332"/>
                <a:gd name="T70" fmla="*/ 65 w 86"/>
                <a:gd name="T71" fmla="*/ 216 h 332"/>
                <a:gd name="T72" fmla="*/ 73 w 86"/>
                <a:gd name="T73" fmla="*/ 166 h 332"/>
                <a:gd name="T74" fmla="*/ 73 w 86"/>
                <a:gd name="T75" fmla="*/ 143 h 332"/>
                <a:gd name="T76" fmla="*/ 74 w 86"/>
                <a:gd name="T77" fmla="*/ 136 h 332"/>
                <a:gd name="T78" fmla="*/ 74 w 86"/>
                <a:gd name="T79" fmla="*/ 133 h 332"/>
                <a:gd name="T80" fmla="*/ 77 w 86"/>
                <a:gd name="T81" fmla="*/ 149 h 332"/>
                <a:gd name="T82" fmla="*/ 78 w 86"/>
                <a:gd name="T83" fmla="*/ 137 h 332"/>
                <a:gd name="T84" fmla="*/ 76 w 86"/>
                <a:gd name="T85" fmla="*/ 119 h 332"/>
                <a:gd name="T86" fmla="*/ 73 w 86"/>
                <a:gd name="T87" fmla="*/ 91 h 332"/>
                <a:gd name="T88" fmla="*/ 69 w 86"/>
                <a:gd name="T89" fmla="*/ 79 h 332"/>
                <a:gd name="T90" fmla="*/ 67 w 86"/>
                <a:gd name="T91" fmla="*/ 65 h 332"/>
                <a:gd name="T92" fmla="*/ 66 w 86"/>
                <a:gd name="T93" fmla="*/ 56 h 332"/>
                <a:gd name="T94" fmla="*/ 67 w 86"/>
                <a:gd name="T95" fmla="*/ 51 h 332"/>
                <a:gd name="T96" fmla="*/ 74 w 86"/>
                <a:gd name="T97" fmla="*/ 46 h 332"/>
                <a:gd name="T98" fmla="*/ 81 w 86"/>
                <a:gd name="T99" fmla="*/ 43 h 332"/>
                <a:gd name="T100" fmla="*/ 80 w 86"/>
                <a:gd name="T101" fmla="*/ 38 h 332"/>
                <a:gd name="T102" fmla="*/ 80 w 86"/>
                <a:gd name="T103" fmla="*/ 37 h 332"/>
                <a:gd name="T104" fmla="*/ 81 w 86"/>
                <a:gd name="T105" fmla="*/ 35 h 332"/>
                <a:gd name="T106" fmla="*/ 84 w 86"/>
                <a:gd name="T107" fmla="*/ 33 h 332"/>
                <a:gd name="T108" fmla="*/ 82 w 86"/>
                <a:gd name="T109" fmla="*/ 27 h 332"/>
                <a:gd name="T110" fmla="*/ 80 w 86"/>
                <a:gd name="T111" fmla="*/ 22 h 332"/>
                <a:gd name="T112" fmla="*/ 78 w 86"/>
                <a:gd name="T113" fmla="*/ 15 h 332"/>
                <a:gd name="T114" fmla="*/ 78 w 86"/>
                <a:gd name="T115" fmla="*/ 8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6" h="332">
                  <a:moveTo>
                    <a:pt x="78" y="8"/>
                  </a:moveTo>
                  <a:cubicBezTo>
                    <a:pt x="80" y="7"/>
                    <a:pt x="78" y="5"/>
                    <a:pt x="75" y="5"/>
                  </a:cubicBezTo>
                  <a:cubicBezTo>
                    <a:pt x="73" y="5"/>
                    <a:pt x="75" y="3"/>
                    <a:pt x="71" y="3"/>
                  </a:cubicBezTo>
                  <a:cubicBezTo>
                    <a:pt x="67" y="3"/>
                    <a:pt x="60" y="0"/>
                    <a:pt x="56" y="2"/>
                  </a:cubicBezTo>
                  <a:cubicBezTo>
                    <a:pt x="51" y="3"/>
                    <a:pt x="47" y="7"/>
                    <a:pt x="44" y="12"/>
                  </a:cubicBezTo>
                  <a:cubicBezTo>
                    <a:pt x="41" y="18"/>
                    <a:pt x="41" y="23"/>
                    <a:pt x="42" y="28"/>
                  </a:cubicBezTo>
                  <a:cubicBezTo>
                    <a:pt x="44" y="32"/>
                    <a:pt x="46" y="39"/>
                    <a:pt x="46" y="39"/>
                  </a:cubicBezTo>
                  <a:cubicBezTo>
                    <a:pt x="46" y="39"/>
                    <a:pt x="45" y="41"/>
                    <a:pt x="42" y="44"/>
                  </a:cubicBezTo>
                  <a:cubicBezTo>
                    <a:pt x="38" y="47"/>
                    <a:pt x="27" y="49"/>
                    <a:pt x="21" y="56"/>
                  </a:cubicBezTo>
                  <a:cubicBezTo>
                    <a:pt x="15" y="63"/>
                    <a:pt x="15" y="76"/>
                    <a:pt x="12" y="80"/>
                  </a:cubicBezTo>
                  <a:cubicBezTo>
                    <a:pt x="9" y="85"/>
                    <a:pt x="11" y="98"/>
                    <a:pt x="9" y="105"/>
                  </a:cubicBezTo>
                  <a:cubicBezTo>
                    <a:pt x="7" y="111"/>
                    <a:pt x="10" y="118"/>
                    <a:pt x="10" y="120"/>
                  </a:cubicBezTo>
                  <a:cubicBezTo>
                    <a:pt x="10" y="122"/>
                    <a:pt x="2" y="168"/>
                    <a:pt x="1" y="171"/>
                  </a:cubicBezTo>
                  <a:cubicBezTo>
                    <a:pt x="0" y="174"/>
                    <a:pt x="3" y="175"/>
                    <a:pt x="10" y="177"/>
                  </a:cubicBezTo>
                  <a:cubicBezTo>
                    <a:pt x="17" y="178"/>
                    <a:pt x="19" y="179"/>
                    <a:pt x="20" y="181"/>
                  </a:cubicBezTo>
                  <a:cubicBezTo>
                    <a:pt x="21" y="183"/>
                    <a:pt x="21" y="193"/>
                    <a:pt x="21" y="198"/>
                  </a:cubicBezTo>
                  <a:cubicBezTo>
                    <a:pt x="21" y="203"/>
                    <a:pt x="23" y="210"/>
                    <a:pt x="22" y="217"/>
                  </a:cubicBezTo>
                  <a:cubicBezTo>
                    <a:pt x="21" y="225"/>
                    <a:pt x="15" y="248"/>
                    <a:pt x="15" y="261"/>
                  </a:cubicBezTo>
                  <a:cubicBezTo>
                    <a:pt x="16" y="273"/>
                    <a:pt x="19" y="314"/>
                    <a:pt x="18" y="319"/>
                  </a:cubicBezTo>
                  <a:cubicBezTo>
                    <a:pt x="18" y="323"/>
                    <a:pt x="18" y="328"/>
                    <a:pt x="18" y="328"/>
                  </a:cubicBezTo>
                  <a:cubicBezTo>
                    <a:pt x="26" y="329"/>
                    <a:pt x="26" y="329"/>
                    <a:pt x="26" y="329"/>
                  </a:cubicBezTo>
                  <a:cubicBezTo>
                    <a:pt x="26" y="326"/>
                    <a:pt x="26" y="326"/>
                    <a:pt x="26" y="326"/>
                  </a:cubicBezTo>
                  <a:cubicBezTo>
                    <a:pt x="26" y="326"/>
                    <a:pt x="31" y="331"/>
                    <a:pt x="43" y="332"/>
                  </a:cubicBezTo>
                  <a:cubicBezTo>
                    <a:pt x="54" y="332"/>
                    <a:pt x="60" y="330"/>
                    <a:pt x="62" y="328"/>
                  </a:cubicBezTo>
                  <a:cubicBezTo>
                    <a:pt x="63" y="327"/>
                    <a:pt x="62" y="323"/>
                    <a:pt x="59" y="323"/>
                  </a:cubicBezTo>
                  <a:cubicBezTo>
                    <a:pt x="55" y="323"/>
                    <a:pt x="54" y="322"/>
                    <a:pt x="52" y="321"/>
                  </a:cubicBezTo>
                  <a:cubicBezTo>
                    <a:pt x="51" y="320"/>
                    <a:pt x="53" y="318"/>
                    <a:pt x="53" y="318"/>
                  </a:cubicBezTo>
                  <a:cubicBezTo>
                    <a:pt x="53" y="318"/>
                    <a:pt x="62" y="321"/>
                    <a:pt x="70" y="320"/>
                  </a:cubicBezTo>
                  <a:cubicBezTo>
                    <a:pt x="79" y="319"/>
                    <a:pt x="85" y="318"/>
                    <a:pt x="85" y="316"/>
                  </a:cubicBezTo>
                  <a:cubicBezTo>
                    <a:pt x="86" y="315"/>
                    <a:pt x="84" y="311"/>
                    <a:pt x="80" y="311"/>
                  </a:cubicBezTo>
                  <a:cubicBezTo>
                    <a:pt x="75" y="311"/>
                    <a:pt x="72" y="311"/>
                    <a:pt x="69" y="310"/>
                  </a:cubicBezTo>
                  <a:cubicBezTo>
                    <a:pt x="66" y="308"/>
                    <a:pt x="64" y="307"/>
                    <a:pt x="64" y="307"/>
                  </a:cubicBezTo>
                  <a:cubicBezTo>
                    <a:pt x="64" y="307"/>
                    <a:pt x="62" y="293"/>
                    <a:pt x="60" y="285"/>
                  </a:cubicBezTo>
                  <a:cubicBezTo>
                    <a:pt x="57" y="276"/>
                    <a:pt x="55" y="271"/>
                    <a:pt x="57" y="268"/>
                  </a:cubicBezTo>
                  <a:cubicBezTo>
                    <a:pt x="59" y="266"/>
                    <a:pt x="63" y="248"/>
                    <a:pt x="63" y="240"/>
                  </a:cubicBezTo>
                  <a:cubicBezTo>
                    <a:pt x="62" y="231"/>
                    <a:pt x="62" y="224"/>
                    <a:pt x="65" y="216"/>
                  </a:cubicBezTo>
                  <a:cubicBezTo>
                    <a:pt x="68" y="208"/>
                    <a:pt x="73" y="181"/>
                    <a:pt x="73" y="166"/>
                  </a:cubicBezTo>
                  <a:cubicBezTo>
                    <a:pt x="72" y="151"/>
                    <a:pt x="73" y="147"/>
                    <a:pt x="73" y="143"/>
                  </a:cubicBezTo>
                  <a:cubicBezTo>
                    <a:pt x="74" y="139"/>
                    <a:pt x="74" y="136"/>
                    <a:pt x="74" y="136"/>
                  </a:cubicBezTo>
                  <a:cubicBezTo>
                    <a:pt x="74" y="135"/>
                    <a:pt x="74" y="134"/>
                    <a:pt x="74" y="133"/>
                  </a:cubicBezTo>
                  <a:cubicBezTo>
                    <a:pt x="76" y="136"/>
                    <a:pt x="77" y="142"/>
                    <a:pt x="77" y="149"/>
                  </a:cubicBezTo>
                  <a:cubicBezTo>
                    <a:pt x="78" y="155"/>
                    <a:pt x="80" y="145"/>
                    <a:pt x="78" y="137"/>
                  </a:cubicBezTo>
                  <a:cubicBezTo>
                    <a:pt x="77" y="129"/>
                    <a:pt x="75" y="125"/>
                    <a:pt x="76" y="119"/>
                  </a:cubicBezTo>
                  <a:cubicBezTo>
                    <a:pt x="76" y="113"/>
                    <a:pt x="77" y="102"/>
                    <a:pt x="73" y="91"/>
                  </a:cubicBezTo>
                  <a:cubicBezTo>
                    <a:pt x="69" y="80"/>
                    <a:pt x="70" y="85"/>
                    <a:pt x="69" y="79"/>
                  </a:cubicBezTo>
                  <a:cubicBezTo>
                    <a:pt x="69" y="73"/>
                    <a:pt x="67" y="68"/>
                    <a:pt x="67" y="65"/>
                  </a:cubicBezTo>
                  <a:cubicBezTo>
                    <a:pt x="67" y="62"/>
                    <a:pt x="66" y="56"/>
                    <a:pt x="66" y="56"/>
                  </a:cubicBezTo>
                  <a:cubicBezTo>
                    <a:pt x="66" y="56"/>
                    <a:pt x="65" y="55"/>
                    <a:pt x="67" y="51"/>
                  </a:cubicBezTo>
                  <a:cubicBezTo>
                    <a:pt x="69" y="47"/>
                    <a:pt x="70" y="46"/>
                    <a:pt x="74" y="46"/>
                  </a:cubicBezTo>
                  <a:cubicBezTo>
                    <a:pt x="79" y="46"/>
                    <a:pt x="82" y="46"/>
                    <a:pt x="81" y="43"/>
                  </a:cubicBezTo>
                  <a:cubicBezTo>
                    <a:pt x="80" y="40"/>
                    <a:pt x="81" y="39"/>
                    <a:pt x="80" y="38"/>
                  </a:cubicBezTo>
                  <a:cubicBezTo>
                    <a:pt x="80" y="38"/>
                    <a:pt x="79" y="37"/>
                    <a:pt x="80" y="37"/>
                  </a:cubicBezTo>
                  <a:cubicBezTo>
                    <a:pt x="81" y="36"/>
                    <a:pt x="81" y="36"/>
                    <a:pt x="81" y="35"/>
                  </a:cubicBezTo>
                  <a:cubicBezTo>
                    <a:pt x="81" y="33"/>
                    <a:pt x="83" y="34"/>
                    <a:pt x="84" y="33"/>
                  </a:cubicBezTo>
                  <a:cubicBezTo>
                    <a:pt x="85" y="32"/>
                    <a:pt x="84" y="29"/>
                    <a:pt x="82" y="27"/>
                  </a:cubicBezTo>
                  <a:cubicBezTo>
                    <a:pt x="81" y="25"/>
                    <a:pt x="80" y="24"/>
                    <a:pt x="80" y="22"/>
                  </a:cubicBezTo>
                  <a:cubicBezTo>
                    <a:pt x="81" y="20"/>
                    <a:pt x="80" y="18"/>
                    <a:pt x="78" y="15"/>
                  </a:cubicBezTo>
                  <a:cubicBezTo>
                    <a:pt x="77" y="12"/>
                    <a:pt x="76" y="11"/>
                    <a:pt x="78" y="8"/>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7" name="Freeform 635"/>
            <p:cNvSpPr>
              <a:spLocks/>
            </p:cNvSpPr>
            <p:nvPr/>
          </p:nvSpPr>
          <p:spPr bwMode="auto">
            <a:xfrm>
              <a:off x="2540" y="618"/>
              <a:ext cx="57" cy="189"/>
            </a:xfrm>
            <a:custGeom>
              <a:avLst/>
              <a:gdLst>
                <a:gd name="T0" fmla="*/ 2 w 30"/>
                <a:gd name="T1" fmla="*/ 0 h 99"/>
                <a:gd name="T2" fmla="*/ 2 w 30"/>
                <a:gd name="T3" fmla="*/ 1 h 99"/>
                <a:gd name="T4" fmla="*/ 0 w 30"/>
                <a:gd name="T5" fmla="*/ 4 h 99"/>
                <a:gd name="T6" fmla="*/ 18 w 30"/>
                <a:gd name="T7" fmla="*/ 35 h 99"/>
                <a:gd name="T8" fmla="*/ 24 w 30"/>
                <a:gd name="T9" fmla="*/ 67 h 99"/>
                <a:gd name="T10" fmla="*/ 19 w 30"/>
                <a:gd name="T11" fmla="*/ 87 h 99"/>
                <a:gd name="T12" fmla="*/ 13 w 30"/>
                <a:gd name="T13" fmla="*/ 98 h 99"/>
                <a:gd name="T14" fmla="*/ 21 w 30"/>
                <a:gd name="T15" fmla="*/ 99 h 99"/>
                <a:gd name="T16" fmla="*/ 29 w 30"/>
                <a:gd name="T17" fmla="*/ 99 h 99"/>
                <a:gd name="T18" fmla="*/ 30 w 30"/>
                <a:gd name="T19" fmla="*/ 95 h 99"/>
                <a:gd name="T20" fmla="*/ 30 w 30"/>
                <a:gd name="T21" fmla="*/ 95 h 99"/>
                <a:gd name="T22" fmla="*/ 30 w 30"/>
                <a:gd name="T23" fmla="*/ 95 h 99"/>
                <a:gd name="T24" fmla="*/ 28 w 30"/>
                <a:gd name="T25" fmla="*/ 83 h 99"/>
                <a:gd name="T26" fmla="*/ 25 w 30"/>
                <a:gd name="T27" fmla="*/ 65 h 99"/>
                <a:gd name="T28" fmla="*/ 24 w 30"/>
                <a:gd name="T29" fmla="*/ 51 h 99"/>
                <a:gd name="T30" fmla="*/ 20 w 30"/>
                <a:gd name="T31" fmla="*/ 25 h 99"/>
                <a:gd name="T32" fmla="*/ 23 w 30"/>
                <a:gd name="T33" fmla="*/ 21 h 99"/>
                <a:gd name="T34" fmla="*/ 22 w 30"/>
                <a:gd name="T35" fmla="*/ 18 h 99"/>
                <a:gd name="T36" fmla="*/ 22 w 30"/>
                <a:gd name="T37" fmla="*/ 17 h 99"/>
                <a:gd name="T38" fmla="*/ 2 w 30"/>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 h="99">
                  <a:moveTo>
                    <a:pt x="2" y="0"/>
                  </a:moveTo>
                  <a:cubicBezTo>
                    <a:pt x="2" y="1"/>
                    <a:pt x="2" y="1"/>
                    <a:pt x="2" y="1"/>
                  </a:cubicBezTo>
                  <a:cubicBezTo>
                    <a:pt x="2" y="1"/>
                    <a:pt x="2" y="2"/>
                    <a:pt x="0" y="4"/>
                  </a:cubicBezTo>
                  <a:cubicBezTo>
                    <a:pt x="7" y="11"/>
                    <a:pt x="15" y="25"/>
                    <a:pt x="18" y="35"/>
                  </a:cubicBezTo>
                  <a:cubicBezTo>
                    <a:pt x="21" y="45"/>
                    <a:pt x="23" y="58"/>
                    <a:pt x="24" y="67"/>
                  </a:cubicBezTo>
                  <a:cubicBezTo>
                    <a:pt x="24" y="76"/>
                    <a:pt x="22" y="80"/>
                    <a:pt x="19" y="87"/>
                  </a:cubicBezTo>
                  <a:cubicBezTo>
                    <a:pt x="16" y="93"/>
                    <a:pt x="13" y="98"/>
                    <a:pt x="13" y="98"/>
                  </a:cubicBezTo>
                  <a:cubicBezTo>
                    <a:pt x="13" y="98"/>
                    <a:pt x="17" y="98"/>
                    <a:pt x="21" y="99"/>
                  </a:cubicBezTo>
                  <a:cubicBezTo>
                    <a:pt x="25" y="99"/>
                    <a:pt x="29" y="99"/>
                    <a:pt x="29" y="99"/>
                  </a:cubicBezTo>
                  <a:cubicBezTo>
                    <a:pt x="29" y="99"/>
                    <a:pt x="30" y="98"/>
                    <a:pt x="30" y="95"/>
                  </a:cubicBezTo>
                  <a:cubicBezTo>
                    <a:pt x="30" y="95"/>
                    <a:pt x="30" y="95"/>
                    <a:pt x="30" y="95"/>
                  </a:cubicBezTo>
                  <a:cubicBezTo>
                    <a:pt x="30" y="95"/>
                    <a:pt x="30" y="95"/>
                    <a:pt x="30" y="95"/>
                  </a:cubicBezTo>
                  <a:cubicBezTo>
                    <a:pt x="30" y="91"/>
                    <a:pt x="29" y="86"/>
                    <a:pt x="28" y="83"/>
                  </a:cubicBezTo>
                  <a:cubicBezTo>
                    <a:pt x="27" y="81"/>
                    <a:pt x="25" y="69"/>
                    <a:pt x="25" y="65"/>
                  </a:cubicBezTo>
                  <a:cubicBezTo>
                    <a:pt x="24" y="62"/>
                    <a:pt x="24" y="57"/>
                    <a:pt x="24" y="51"/>
                  </a:cubicBezTo>
                  <a:cubicBezTo>
                    <a:pt x="24" y="44"/>
                    <a:pt x="18" y="27"/>
                    <a:pt x="20" y="25"/>
                  </a:cubicBezTo>
                  <a:cubicBezTo>
                    <a:pt x="21" y="24"/>
                    <a:pt x="22" y="22"/>
                    <a:pt x="23" y="21"/>
                  </a:cubicBezTo>
                  <a:cubicBezTo>
                    <a:pt x="22" y="19"/>
                    <a:pt x="22" y="18"/>
                    <a:pt x="22" y="18"/>
                  </a:cubicBezTo>
                  <a:cubicBezTo>
                    <a:pt x="22" y="18"/>
                    <a:pt x="22" y="18"/>
                    <a:pt x="22" y="17"/>
                  </a:cubicBezTo>
                  <a:cubicBezTo>
                    <a:pt x="16" y="9"/>
                    <a:pt x="8" y="3"/>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8" name="Freeform 636"/>
            <p:cNvSpPr>
              <a:spLocks noEditPoints="1"/>
            </p:cNvSpPr>
            <p:nvPr/>
          </p:nvSpPr>
          <p:spPr bwMode="auto">
            <a:xfrm>
              <a:off x="1501" y="528"/>
              <a:ext cx="216" cy="674"/>
            </a:xfrm>
            <a:custGeom>
              <a:avLst/>
              <a:gdLst>
                <a:gd name="T0" fmla="*/ 94 w 113"/>
                <a:gd name="T1" fmla="*/ 71 h 352"/>
                <a:gd name="T2" fmla="*/ 101 w 113"/>
                <a:gd name="T3" fmla="*/ 150 h 352"/>
                <a:gd name="T4" fmla="*/ 101 w 113"/>
                <a:gd name="T5" fmla="*/ 180 h 352"/>
                <a:gd name="T6" fmla="*/ 99 w 113"/>
                <a:gd name="T7" fmla="*/ 193 h 352"/>
                <a:gd name="T8" fmla="*/ 112 w 113"/>
                <a:gd name="T9" fmla="*/ 247 h 352"/>
                <a:gd name="T10" fmla="*/ 84 w 113"/>
                <a:gd name="T11" fmla="*/ 261 h 352"/>
                <a:gd name="T12" fmla="*/ 86 w 113"/>
                <a:gd name="T13" fmla="*/ 194 h 352"/>
                <a:gd name="T14" fmla="*/ 86 w 113"/>
                <a:gd name="T15" fmla="*/ 180 h 352"/>
                <a:gd name="T16" fmla="*/ 84 w 113"/>
                <a:gd name="T17" fmla="*/ 60 h 352"/>
                <a:gd name="T18" fmla="*/ 67 w 113"/>
                <a:gd name="T19" fmla="*/ 11 h 352"/>
                <a:gd name="T20" fmla="*/ 68 w 113"/>
                <a:gd name="T21" fmla="*/ 34 h 352"/>
                <a:gd name="T22" fmla="*/ 61 w 113"/>
                <a:gd name="T23" fmla="*/ 45 h 352"/>
                <a:gd name="T24" fmla="*/ 81 w 113"/>
                <a:gd name="T25" fmla="*/ 60 h 352"/>
                <a:gd name="T26" fmla="*/ 84 w 113"/>
                <a:gd name="T27" fmla="*/ 183 h 352"/>
                <a:gd name="T28" fmla="*/ 80 w 113"/>
                <a:gd name="T29" fmla="*/ 183 h 352"/>
                <a:gd name="T30" fmla="*/ 81 w 113"/>
                <a:gd name="T31" fmla="*/ 195 h 352"/>
                <a:gd name="T32" fmla="*/ 84 w 113"/>
                <a:gd name="T33" fmla="*/ 261 h 352"/>
                <a:gd name="T34" fmla="*/ 78 w 113"/>
                <a:gd name="T35" fmla="*/ 262 h 352"/>
                <a:gd name="T36" fmla="*/ 76 w 113"/>
                <a:gd name="T37" fmla="*/ 306 h 352"/>
                <a:gd name="T38" fmla="*/ 78 w 113"/>
                <a:gd name="T39" fmla="*/ 335 h 352"/>
                <a:gd name="T40" fmla="*/ 60 w 113"/>
                <a:gd name="T41" fmla="*/ 337 h 352"/>
                <a:gd name="T42" fmla="*/ 56 w 113"/>
                <a:gd name="T43" fmla="*/ 316 h 352"/>
                <a:gd name="T44" fmla="*/ 57 w 113"/>
                <a:gd name="T45" fmla="*/ 282 h 352"/>
                <a:gd name="T46" fmla="*/ 48 w 113"/>
                <a:gd name="T47" fmla="*/ 207 h 352"/>
                <a:gd name="T48" fmla="*/ 39 w 113"/>
                <a:gd name="T49" fmla="*/ 223 h 352"/>
                <a:gd name="T50" fmla="*/ 30 w 113"/>
                <a:gd name="T51" fmla="*/ 298 h 352"/>
                <a:gd name="T52" fmla="*/ 32 w 113"/>
                <a:gd name="T53" fmla="*/ 311 h 352"/>
                <a:gd name="T54" fmla="*/ 26 w 113"/>
                <a:gd name="T55" fmla="*/ 334 h 352"/>
                <a:gd name="T56" fmla="*/ 9 w 113"/>
                <a:gd name="T57" fmla="*/ 350 h 352"/>
                <a:gd name="T58" fmla="*/ 12 w 113"/>
                <a:gd name="T59" fmla="*/ 321 h 352"/>
                <a:gd name="T60" fmla="*/ 10 w 113"/>
                <a:gd name="T61" fmla="*/ 304 h 352"/>
                <a:gd name="T62" fmla="*/ 9 w 113"/>
                <a:gd name="T63" fmla="*/ 241 h 352"/>
                <a:gd name="T64" fmla="*/ 9 w 113"/>
                <a:gd name="T65" fmla="*/ 175 h 352"/>
                <a:gd name="T66" fmla="*/ 6 w 113"/>
                <a:gd name="T67" fmla="*/ 164 h 352"/>
                <a:gd name="T68" fmla="*/ 2 w 113"/>
                <a:gd name="T69" fmla="*/ 135 h 352"/>
                <a:gd name="T70" fmla="*/ 7 w 113"/>
                <a:gd name="T71" fmla="*/ 78 h 352"/>
                <a:gd name="T72" fmla="*/ 38 w 113"/>
                <a:gd name="T73" fmla="*/ 53 h 352"/>
                <a:gd name="T74" fmla="*/ 39 w 113"/>
                <a:gd name="T75" fmla="*/ 36 h 352"/>
                <a:gd name="T76" fmla="*/ 34 w 113"/>
                <a:gd name="T77" fmla="*/ 25 h 352"/>
                <a:gd name="T78" fmla="*/ 36 w 113"/>
                <a:gd name="T79" fmla="*/ 1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3" h="352">
                  <a:moveTo>
                    <a:pt x="84" y="60"/>
                  </a:moveTo>
                  <a:cubicBezTo>
                    <a:pt x="89" y="62"/>
                    <a:pt x="94" y="64"/>
                    <a:pt x="94" y="71"/>
                  </a:cubicBezTo>
                  <a:cubicBezTo>
                    <a:pt x="94" y="80"/>
                    <a:pt x="95" y="97"/>
                    <a:pt x="96" y="108"/>
                  </a:cubicBezTo>
                  <a:cubicBezTo>
                    <a:pt x="97" y="119"/>
                    <a:pt x="101" y="143"/>
                    <a:pt x="101" y="150"/>
                  </a:cubicBezTo>
                  <a:cubicBezTo>
                    <a:pt x="101" y="158"/>
                    <a:pt x="102" y="174"/>
                    <a:pt x="101" y="176"/>
                  </a:cubicBezTo>
                  <a:cubicBezTo>
                    <a:pt x="101" y="178"/>
                    <a:pt x="100" y="177"/>
                    <a:pt x="101" y="180"/>
                  </a:cubicBezTo>
                  <a:cubicBezTo>
                    <a:pt x="101" y="183"/>
                    <a:pt x="101" y="186"/>
                    <a:pt x="100" y="188"/>
                  </a:cubicBezTo>
                  <a:cubicBezTo>
                    <a:pt x="98" y="190"/>
                    <a:pt x="99" y="193"/>
                    <a:pt x="99" y="193"/>
                  </a:cubicBezTo>
                  <a:cubicBezTo>
                    <a:pt x="113" y="192"/>
                    <a:pt x="113" y="192"/>
                    <a:pt x="113" y="192"/>
                  </a:cubicBezTo>
                  <a:cubicBezTo>
                    <a:pt x="112" y="247"/>
                    <a:pt x="112" y="247"/>
                    <a:pt x="112" y="247"/>
                  </a:cubicBezTo>
                  <a:cubicBezTo>
                    <a:pt x="90" y="264"/>
                    <a:pt x="90" y="264"/>
                    <a:pt x="90" y="264"/>
                  </a:cubicBezTo>
                  <a:cubicBezTo>
                    <a:pt x="90" y="264"/>
                    <a:pt x="87" y="262"/>
                    <a:pt x="84" y="261"/>
                  </a:cubicBezTo>
                  <a:cubicBezTo>
                    <a:pt x="84" y="194"/>
                    <a:pt x="84" y="194"/>
                    <a:pt x="84" y="194"/>
                  </a:cubicBezTo>
                  <a:cubicBezTo>
                    <a:pt x="86" y="194"/>
                    <a:pt x="86" y="194"/>
                    <a:pt x="86" y="194"/>
                  </a:cubicBezTo>
                  <a:cubicBezTo>
                    <a:pt x="86" y="194"/>
                    <a:pt x="86" y="190"/>
                    <a:pt x="86" y="188"/>
                  </a:cubicBezTo>
                  <a:cubicBezTo>
                    <a:pt x="87" y="185"/>
                    <a:pt x="87" y="183"/>
                    <a:pt x="86" y="180"/>
                  </a:cubicBezTo>
                  <a:cubicBezTo>
                    <a:pt x="86" y="180"/>
                    <a:pt x="85" y="182"/>
                    <a:pt x="84" y="183"/>
                  </a:cubicBezTo>
                  <a:lnTo>
                    <a:pt x="84" y="60"/>
                  </a:lnTo>
                  <a:close/>
                  <a:moveTo>
                    <a:pt x="53" y="0"/>
                  </a:moveTo>
                  <a:cubicBezTo>
                    <a:pt x="59" y="0"/>
                    <a:pt x="66" y="5"/>
                    <a:pt x="67" y="11"/>
                  </a:cubicBezTo>
                  <a:cubicBezTo>
                    <a:pt x="68" y="18"/>
                    <a:pt x="67" y="27"/>
                    <a:pt x="67" y="27"/>
                  </a:cubicBezTo>
                  <a:cubicBezTo>
                    <a:pt x="67" y="27"/>
                    <a:pt x="69" y="31"/>
                    <a:pt x="68" y="34"/>
                  </a:cubicBezTo>
                  <a:cubicBezTo>
                    <a:pt x="66" y="38"/>
                    <a:pt x="62" y="37"/>
                    <a:pt x="62" y="37"/>
                  </a:cubicBezTo>
                  <a:cubicBezTo>
                    <a:pt x="62" y="37"/>
                    <a:pt x="61" y="42"/>
                    <a:pt x="61" y="45"/>
                  </a:cubicBezTo>
                  <a:cubicBezTo>
                    <a:pt x="61" y="48"/>
                    <a:pt x="61" y="50"/>
                    <a:pt x="63" y="52"/>
                  </a:cubicBezTo>
                  <a:cubicBezTo>
                    <a:pt x="66" y="54"/>
                    <a:pt x="75" y="58"/>
                    <a:pt x="81" y="60"/>
                  </a:cubicBezTo>
                  <a:cubicBezTo>
                    <a:pt x="82" y="60"/>
                    <a:pt x="83" y="60"/>
                    <a:pt x="84" y="60"/>
                  </a:cubicBezTo>
                  <a:cubicBezTo>
                    <a:pt x="84" y="183"/>
                    <a:pt x="84" y="183"/>
                    <a:pt x="84" y="183"/>
                  </a:cubicBezTo>
                  <a:cubicBezTo>
                    <a:pt x="83" y="183"/>
                    <a:pt x="83" y="183"/>
                    <a:pt x="83" y="183"/>
                  </a:cubicBezTo>
                  <a:cubicBezTo>
                    <a:pt x="81" y="183"/>
                    <a:pt x="80" y="183"/>
                    <a:pt x="80" y="183"/>
                  </a:cubicBezTo>
                  <a:cubicBezTo>
                    <a:pt x="80" y="183"/>
                    <a:pt x="81" y="186"/>
                    <a:pt x="81" y="189"/>
                  </a:cubicBezTo>
                  <a:cubicBezTo>
                    <a:pt x="81" y="192"/>
                    <a:pt x="81" y="195"/>
                    <a:pt x="81" y="195"/>
                  </a:cubicBezTo>
                  <a:cubicBezTo>
                    <a:pt x="84" y="194"/>
                    <a:pt x="84" y="194"/>
                    <a:pt x="84" y="194"/>
                  </a:cubicBezTo>
                  <a:cubicBezTo>
                    <a:pt x="84" y="261"/>
                    <a:pt x="84" y="261"/>
                    <a:pt x="84" y="261"/>
                  </a:cubicBezTo>
                  <a:cubicBezTo>
                    <a:pt x="83" y="261"/>
                    <a:pt x="83" y="261"/>
                    <a:pt x="83" y="261"/>
                  </a:cubicBezTo>
                  <a:cubicBezTo>
                    <a:pt x="80" y="261"/>
                    <a:pt x="78" y="262"/>
                    <a:pt x="78" y="262"/>
                  </a:cubicBezTo>
                  <a:cubicBezTo>
                    <a:pt x="78" y="262"/>
                    <a:pt x="79" y="278"/>
                    <a:pt x="79" y="284"/>
                  </a:cubicBezTo>
                  <a:cubicBezTo>
                    <a:pt x="79" y="291"/>
                    <a:pt x="79" y="301"/>
                    <a:pt x="76" y="306"/>
                  </a:cubicBezTo>
                  <a:cubicBezTo>
                    <a:pt x="73" y="311"/>
                    <a:pt x="72" y="312"/>
                    <a:pt x="72" y="316"/>
                  </a:cubicBezTo>
                  <a:cubicBezTo>
                    <a:pt x="72" y="320"/>
                    <a:pt x="79" y="332"/>
                    <a:pt x="78" y="335"/>
                  </a:cubicBezTo>
                  <a:cubicBezTo>
                    <a:pt x="78" y="339"/>
                    <a:pt x="77" y="345"/>
                    <a:pt x="71" y="345"/>
                  </a:cubicBezTo>
                  <a:cubicBezTo>
                    <a:pt x="65" y="345"/>
                    <a:pt x="60" y="342"/>
                    <a:pt x="60" y="337"/>
                  </a:cubicBezTo>
                  <a:cubicBezTo>
                    <a:pt x="60" y="332"/>
                    <a:pt x="61" y="329"/>
                    <a:pt x="59" y="327"/>
                  </a:cubicBezTo>
                  <a:cubicBezTo>
                    <a:pt x="57" y="325"/>
                    <a:pt x="60" y="320"/>
                    <a:pt x="56" y="316"/>
                  </a:cubicBezTo>
                  <a:cubicBezTo>
                    <a:pt x="53" y="311"/>
                    <a:pt x="57" y="310"/>
                    <a:pt x="56" y="305"/>
                  </a:cubicBezTo>
                  <a:cubicBezTo>
                    <a:pt x="55" y="301"/>
                    <a:pt x="56" y="287"/>
                    <a:pt x="57" y="282"/>
                  </a:cubicBezTo>
                  <a:cubicBezTo>
                    <a:pt x="57" y="276"/>
                    <a:pt x="56" y="270"/>
                    <a:pt x="53" y="246"/>
                  </a:cubicBezTo>
                  <a:cubicBezTo>
                    <a:pt x="50" y="223"/>
                    <a:pt x="49" y="212"/>
                    <a:pt x="48" y="207"/>
                  </a:cubicBezTo>
                  <a:cubicBezTo>
                    <a:pt x="47" y="202"/>
                    <a:pt x="46" y="196"/>
                    <a:pt x="46" y="196"/>
                  </a:cubicBezTo>
                  <a:cubicBezTo>
                    <a:pt x="46" y="196"/>
                    <a:pt x="42" y="218"/>
                    <a:pt x="39" y="223"/>
                  </a:cubicBezTo>
                  <a:cubicBezTo>
                    <a:pt x="36" y="229"/>
                    <a:pt x="33" y="256"/>
                    <a:pt x="32" y="264"/>
                  </a:cubicBezTo>
                  <a:cubicBezTo>
                    <a:pt x="31" y="272"/>
                    <a:pt x="32" y="295"/>
                    <a:pt x="30" y="298"/>
                  </a:cubicBezTo>
                  <a:cubicBezTo>
                    <a:pt x="28" y="300"/>
                    <a:pt x="27" y="304"/>
                    <a:pt x="27" y="304"/>
                  </a:cubicBezTo>
                  <a:cubicBezTo>
                    <a:pt x="27" y="304"/>
                    <a:pt x="32" y="307"/>
                    <a:pt x="32" y="311"/>
                  </a:cubicBezTo>
                  <a:cubicBezTo>
                    <a:pt x="32" y="315"/>
                    <a:pt x="28" y="318"/>
                    <a:pt x="28" y="323"/>
                  </a:cubicBezTo>
                  <a:cubicBezTo>
                    <a:pt x="29" y="328"/>
                    <a:pt x="28" y="332"/>
                    <a:pt x="26" y="334"/>
                  </a:cubicBezTo>
                  <a:cubicBezTo>
                    <a:pt x="24" y="335"/>
                    <a:pt x="24" y="343"/>
                    <a:pt x="22" y="346"/>
                  </a:cubicBezTo>
                  <a:cubicBezTo>
                    <a:pt x="19" y="350"/>
                    <a:pt x="15" y="352"/>
                    <a:pt x="9" y="350"/>
                  </a:cubicBezTo>
                  <a:cubicBezTo>
                    <a:pt x="4" y="349"/>
                    <a:pt x="4" y="342"/>
                    <a:pt x="7" y="335"/>
                  </a:cubicBezTo>
                  <a:cubicBezTo>
                    <a:pt x="9" y="329"/>
                    <a:pt x="12" y="324"/>
                    <a:pt x="12" y="321"/>
                  </a:cubicBezTo>
                  <a:cubicBezTo>
                    <a:pt x="11" y="319"/>
                    <a:pt x="10" y="315"/>
                    <a:pt x="12" y="312"/>
                  </a:cubicBezTo>
                  <a:cubicBezTo>
                    <a:pt x="15" y="309"/>
                    <a:pt x="12" y="307"/>
                    <a:pt x="10" y="304"/>
                  </a:cubicBezTo>
                  <a:cubicBezTo>
                    <a:pt x="9" y="302"/>
                    <a:pt x="9" y="291"/>
                    <a:pt x="9" y="286"/>
                  </a:cubicBezTo>
                  <a:cubicBezTo>
                    <a:pt x="9" y="280"/>
                    <a:pt x="9" y="252"/>
                    <a:pt x="9" y="241"/>
                  </a:cubicBezTo>
                  <a:cubicBezTo>
                    <a:pt x="9" y="231"/>
                    <a:pt x="8" y="199"/>
                    <a:pt x="9" y="191"/>
                  </a:cubicBezTo>
                  <a:cubicBezTo>
                    <a:pt x="11" y="182"/>
                    <a:pt x="9" y="175"/>
                    <a:pt x="9" y="175"/>
                  </a:cubicBezTo>
                  <a:cubicBezTo>
                    <a:pt x="9" y="175"/>
                    <a:pt x="6" y="177"/>
                    <a:pt x="6" y="174"/>
                  </a:cubicBezTo>
                  <a:cubicBezTo>
                    <a:pt x="6" y="171"/>
                    <a:pt x="7" y="170"/>
                    <a:pt x="6" y="164"/>
                  </a:cubicBezTo>
                  <a:cubicBezTo>
                    <a:pt x="4" y="159"/>
                    <a:pt x="4" y="153"/>
                    <a:pt x="2" y="149"/>
                  </a:cubicBezTo>
                  <a:cubicBezTo>
                    <a:pt x="1" y="145"/>
                    <a:pt x="0" y="137"/>
                    <a:pt x="2" y="135"/>
                  </a:cubicBezTo>
                  <a:cubicBezTo>
                    <a:pt x="4" y="133"/>
                    <a:pt x="1" y="120"/>
                    <a:pt x="3" y="111"/>
                  </a:cubicBezTo>
                  <a:cubicBezTo>
                    <a:pt x="5" y="101"/>
                    <a:pt x="6" y="86"/>
                    <a:pt x="7" y="78"/>
                  </a:cubicBezTo>
                  <a:cubicBezTo>
                    <a:pt x="7" y="70"/>
                    <a:pt x="7" y="64"/>
                    <a:pt x="18" y="61"/>
                  </a:cubicBezTo>
                  <a:cubicBezTo>
                    <a:pt x="28" y="59"/>
                    <a:pt x="36" y="55"/>
                    <a:pt x="38" y="53"/>
                  </a:cubicBezTo>
                  <a:cubicBezTo>
                    <a:pt x="39" y="51"/>
                    <a:pt x="40" y="45"/>
                    <a:pt x="39" y="42"/>
                  </a:cubicBezTo>
                  <a:cubicBezTo>
                    <a:pt x="39" y="40"/>
                    <a:pt x="39" y="38"/>
                    <a:pt x="39" y="36"/>
                  </a:cubicBezTo>
                  <a:cubicBezTo>
                    <a:pt x="39" y="35"/>
                    <a:pt x="36" y="37"/>
                    <a:pt x="35" y="34"/>
                  </a:cubicBezTo>
                  <a:cubicBezTo>
                    <a:pt x="34" y="31"/>
                    <a:pt x="34" y="25"/>
                    <a:pt x="34" y="25"/>
                  </a:cubicBezTo>
                  <a:cubicBezTo>
                    <a:pt x="35" y="24"/>
                    <a:pt x="35" y="24"/>
                    <a:pt x="36" y="24"/>
                  </a:cubicBezTo>
                  <a:cubicBezTo>
                    <a:pt x="36" y="23"/>
                    <a:pt x="36" y="17"/>
                    <a:pt x="36" y="11"/>
                  </a:cubicBezTo>
                  <a:cubicBezTo>
                    <a:pt x="36" y="6"/>
                    <a:pt x="42" y="1"/>
                    <a:pt x="53"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9" name="Freeform 637"/>
            <p:cNvSpPr>
              <a:spLocks/>
            </p:cNvSpPr>
            <p:nvPr/>
          </p:nvSpPr>
          <p:spPr bwMode="auto">
            <a:xfrm>
              <a:off x="1511" y="832"/>
              <a:ext cx="23" cy="21"/>
            </a:xfrm>
            <a:custGeom>
              <a:avLst/>
              <a:gdLst>
                <a:gd name="T0" fmla="*/ 3 w 12"/>
                <a:gd name="T1" fmla="*/ 11 h 11"/>
                <a:gd name="T2" fmla="*/ 3 w 12"/>
                <a:gd name="T3" fmla="*/ 3 h 11"/>
                <a:gd name="T4" fmla="*/ 12 w 12"/>
                <a:gd name="T5" fmla="*/ 2 h 11"/>
                <a:gd name="T6" fmla="*/ 5 w 12"/>
                <a:gd name="T7" fmla="*/ 4 h 11"/>
                <a:gd name="T8" fmla="*/ 3 w 12"/>
                <a:gd name="T9" fmla="*/ 11 h 11"/>
              </a:gdLst>
              <a:ahLst/>
              <a:cxnLst>
                <a:cxn ang="0">
                  <a:pos x="T0" y="T1"/>
                </a:cxn>
                <a:cxn ang="0">
                  <a:pos x="T2" y="T3"/>
                </a:cxn>
                <a:cxn ang="0">
                  <a:pos x="T4" y="T5"/>
                </a:cxn>
                <a:cxn ang="0">
                  <a:pos x="T6" y="T7"/>
                </a:cxn>
                <a:cxn ang="0">
                  <a:pos x="T8" y="T9"/>
                </a:cxn>
              </a:cxnLst>
              <a:rect l="0" t="0" r="r" b="b"/>
              <a:pathLst>
                <a:path w="12" h="11">
                  <a:moveTo>
                    <a:pt x="3" y="11"/>
                  </a:moveTo>
                  <a:cubicBezTo>
                    <a:pt x="3" y="11"/>
                    <a:pt x="0" y="7"/>
                    <a:pt x="3" y="3"/>
                  </a:cubicBezTo>
                  <a:cubicBezTo>
                    <a:pt x="6" y="0"/>
                    <a:pt x="12" y="2"/>
                    <a:pt x="12" y="2"/>
                  </a:cubicBezTo>
                  <a:cubicBezTo>
                    <a:pt x="12" y="2"/>
                    <a:pt x="8" y="2"/>
                    <a:pt x="5" y="4"/>
                  </a:cubicBezTo>
                  <a:cubicBezTo>
                    <a:pt x="3" y="6"/>
                    <a:pt x="4" y="8"/>
                    <a:pt x="3"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0" name="Freeform 638"/>
            <p:cNvSpPr>
              <a:spLocks/>
            </p:cNvSpPr>
            <p:nvPr/>
          </p:nvSpPr>
          <p:spPr bwMode="auto">
            <a:xfrm>
              <a:off x="1666" y="861"/>
              <a:ext cx="26" cy="10"/>
            </a:xfrm>
            <a:custGeom>
              <a:avLst/>
              <a:gdLst>
                <a:gd name="T0" fmla="*/ 0 w 14"/>
                <a:gd name="T1" fmla="*/ 5 h 5"/>
                <a:gd name="T2" fmla="*/ 7 w 14"/>
                <a:gd name="T3" fmla="*/ 0 h 5"/>
                <a:gd name="T4" fmla="*/ 14 w 14"/>
                <a:gd name="T5" fmla="*/ 5 h 5"/>
                <a:gd name="T6" fmla="*/ 7 w 14"/>
                <a:gd name="T7" fmla="*/ 3 h 5"/>
                <a:gd name="T8" fmla="*/ 0 w 14"/>
                <a:gd name="T9" fmla="*/ 5 h 5"/>
              </a:gdLst>
              <a:ahLst/>
              <a:cxnLst>
                <a:cxn ang="0">
                  <a:pos x="T0" y="T1"/>
                </a:cxn>
                <a:cxn ang="0">
                  <a:pos x="T2" y="T3"/>
                </a:cxn>
                <a:cxn ang="0">
                  <a:pos x="T4" y="T5"/>
                </a:cxn>
                <a:cxn ang="0">
                  <a:pos x="T6" y="T7"/>
                </a:cxn>
                <a:cxn ang="0">
                  <a:pos x="T8" y="T9"/>
                </a:cxn>
              </a:cxnLst>
              <a:rect l="0" t="0" r="r" b="b"/>
              <a:pathLst>
                <a:path w="14" h="5">
                  <a:moveTo>
                    <a:pt x="0" y="5"/>
                  </a:moveTo>
                  <a:cubicBezTo>
                    <a:pt x="0" y="5"/>
                    <a:pt x="0" y="0"/>
                    <a:pt x="7" y="0"/>
                  </a:cubicBezTo>
                  <a:cubicBezTo>
                    <a:pt x="13" y="0"/>
                    <a:pt x="14" y="5"/>
                    <a:pt x="14" y="5"/>
                  </a:cubicBezTo>
                  <a:cubicBezTo>
                    <a:pt x="14" y="5"/>
                    <a:pt x="11" y="2"/>
                    <a:pt x="7" y="3"/>
                  </a:cubicBezTo>
                  <a:cubicBezTo>
                    <a:pt x="2" y="3"/>
                    <a:pt x="2" y="3"/>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1" name="Freeform 639"/>
            <p:cNvSpPr>
              <a:spLocks/>
            </p:cNvSpPr>
            <p:nvPr/>
          </p:nvSpPr>
          <p:spPr bwMode="auto">
            <a:xfrm>
              <a:off x="1549" y="622"/>
              <a:ext cx="73" cy="187"/>
            </a:xfrm>
            <a:custGeom>
              <a:avLst/>
              <a:gdLst>
                <a:gd name="T0" fmla="*/ 36 w 38"/>
                <a:gd name="T1" fmla="*/ 0 h 98"/>
                <a:gd name="T2" fmla="*/ 38 w 38"/>
                <a:gd name="T3" fmla="*/ 2 h 98"/>
                <a:gd name="T4" fmla="*/ 32 w 38"/>
                <a:gd name="T5" fmla="*/ 46 h 98"/>
                <a:gd name="T6" fmla="*/ 34 w 38"/>
                <a:gd name="T7" fmla="*/ 98 h 98"/>
                <a:gd name="T8" fmla="*/ 24 w 38"/>
                <a:gd name="T9" fmla="*/ 98 h 98"/>
                <a:gd name="T10" fmla="*/ 0 w 38"/>
                <a:gd name="T11" fmla="*/ 93 h 98"/>
                <a:gd name="T12" fmla="*/ 5 w 38"/>
                <a:gd name="T13" fmla="*/ 82 h 98"/>
                <a:gd name="T14" fmla="*/ 12 w 38"/>
                <a:gd name="T15" fmla="*/ 26 h 98"/>
                <a:gd name="T16" fmla="*/ 12 w 38"/>
                <a:gd name="T17" fmla="*/ 5 h 98"/>
                <a:gd name="T18" fmla="*/ 13 w 38"/>
                <a:gd name="T19" fmla="*/ 4 h 98"/>
                <a:gd name="T20" fmla="*/ 14 w 38"/>
                <a:gd name="T21" fmla="*/ 1 h 98"/>
                <a:gd name="T22" fmla="*/ 26 w 38"/>
                <a:gd name="T23" fmla="*/ 11 h 98"/>
                <a:gd name="T24" fmla="*/ 36 w 38"/>
                <a:gd name="T2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98">
                  <a:moveTo>
                    <a:pt x="36" y="0"/>
                  </a:moveTo>
                  <a:cubicBezTo>
                    <a:pt x="36" y="1"/>
                    <a:pt x="37" y="2"/>
                    <a:pt x="38" y="2"/>
                  </a:cubicBezTo>
                  <a:cubicBezTo>
                    <a:pt x="36" y="9"/>
                    <a:pt x="33" y="30"/>
                    <a:pt x="32" y="46"/>
                  </a:cubicBezTo>
                  <a:cubicBezTo>
                    <a:pt x="31" y="64"/>
                    <a:pt x="34" y="98"/>
                    <a:pt x="34" y="98"/>
                  </a:cubicBezTo>
                  <a:cubicBezTo>
                    <a:pt x="34" y="98"/>
                    <a:pt x="32" y="98"/>
                    <a:pt x="24" y="98"/>
                  </a:cubicBezTo>
                  <a:cubicBezTo>
                    <a:pt x="16" y="98"/>
                    <a:pt x="0" y="93"/>
                    <a:pt x="0" y="93"/>
                  </a:cubicBezTo>
                  <a:cubicBezTo>
                    <a:pt x="0" y="93"/>
                    <a:pt x="3" y="88"/>
                    <a:pt x="5" y="82"/>
                  </a:cubicBezTo>
                  <a:cubicBezTo>
                    <a:pt x="7" y="76"/>
                    <a:pt x="11" y="49"/>
                    <a:pt x="12" y="26"/>
                  </a:cubicBezTo>
                  <a:cubicBezTo>
                    <a:pt x="13" y="14"/>
                    <a:pt x="13" y="8"/>
                    <a:pt x="12" y="5"/>
                  </a:cubicBezTo>
                  <a:cubicBezTo>
                    <a:pt x="12" y="5"/>
                    <a:pt x="13" y="4"/>
                    <a:pt x="13" y="4"/>
                  </a:cubicBezTo>
                  <a:cubicBezTo>
                    <a:pt x="13" y="3"/>
                    <a:pt x="14" y="2"/>
                    <a:pt x="14" y="1"/>
                  </a:cubicBezTo>
                  <a:cubicBezTo>
                    <a:pt x="16" y="6"/>
                    <a:pt x="22" y="11"/>
                    <a:pt x="26" y="11"/>
                  </a:cubicBezTo>
                  <a:cubicBezTo>
                    <a:pt x="29" y="11"/>
                    <a:pt x="34" y="4"/>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2" name="Freeform 640"/>
            <p:cNvSpPr>
              <a:spLocks/>
            </p:cNvSpPr>
            <p:nvPr/>
          </p:nvSpPr>
          <p:spPr bwMode="auto">
            <a:xfrm>
              <a:off x="1582" y="645"/>
              <a:ext cx="30" cy="183"/>
            </a:xfrm>
            <a:custGeom>
              <a:avLst/>
              <a:gdLst>
                <a:gd name="T0" fmla="*/ 0 w 16"/>
                <a:gd name="T1" fmla="*/ 4 h 96"/>
                <a:gd name="T2" fmla="*/ 8 w 16"/>
                <a:gd name="T3" fmla="*/ 0 h 96"/>
                <a:gd name="T4" fmla="*/ 16 w 16"/>
                <a:gd name="T5" fmla="*/ 4 h 96"/>
                <a:gd name="T6" fmla="*/ 11 w 16"/>
                <a:gd name="T7" fmla="*/ 6 h 96"/>
                <a:gd name="T8" fmla="*/ 13 w 16"/>
                <a:gd name="T9" fmla="*/ 40 h 96"/>
                <a:gd name="T10" fmla="*/ 12 w 16"/>
                <a:gd name="T11" fmla="*/ 88 h 96"/>
                <a:gd name="T12" fmla="*/ 6 w 16"/>
                <a:gd name="T13" fmla="*/ 89 h 96"/>
                <a:gd name="T14" fmla="*/ 6 w 16"/>
                <a:gd name="T15" fmla="*/ 33 h 96"/>
                <a:gd name="T16" fmla="*/ 6 w 16"/>
                <a:gd name="T17" fmla="*/ 7 h 96"/>
                <a:gd name="T18" fmla="*/ 0 w 16"/>
                <a:gd name="T19" fmla="*/ 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96">
                  <a:moveTo>
                    <a:pt x="0" y="4"/>
                  </a:moveTo>
                  <a:cubicBezTo>
                    <a:pt x="0" y="4"/>
                    <a:pt x="3" y="0"/>
                    <a:pt x="8" y="0"/>
                  </a:cubicBezTo>
                  <a:cubicBezTo>
                    <a:pt x="13" y="0"/>
                    <a:pt x="16" y="4"/>
                    <a:pt x="16" y="4"/>
                  </a:cubicBezTo>
                  <a:cubicBezTo>
                    <a:pt x="16" y="4"/>
                    <a:pt x="11" y="3"/>
                    <a:pt x="11" y="6"/>
                  </a:cubicBezTo>
                  <a:cubicBezTo>
                    <a:pt x="11" y="10"/>
                    <a:pt x="13" y="28"/>
                    <a:pt x="13" y="40"/>
                  </a:cubicBezTo>
                  <a:cubicBezTo>
                    <a:pt x="13" y="52"/>
                    <a:pt x="14" y="83"/>
                    <a:pt x="12" y="88"/>
                  </a:cubicBezTo>
                  <a:cubicBezTo>
                    <a:pt x="11" y="94"/>
                    <a:pt x="7" y="96"/>
                    <a:pt x="6" y="89"/>
                  </a:cubicBezTo>
                  <a:cubicBezTo>
                    <a:pt x="5" y="81"/>
                    <a:pt x="5" y="41"/>
                    <a:pt x="6" y="33"/>
                  </a:cubicBezTo>
                  <a:cubicBezTo>
                    <a:pt x="6" y="25"/>
                    <a:pt x="7" y="9"/>
                    <a:pt x="6" y="7"/>
                  </a:cubicBezTo>
                  <a:cubicBezTo>
                    <a:pt x="5" y="4"/>
                    <a:pt x="3" y="3"/>
                    <a:pt x="0" y="4"/>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3" name="Freeform 641"/>
            <p:cNvSpPr>
              <a:spLocks noEditPoints="1"/>
            </p:cNvSpPr>
            <p:nvPr/>
          </p:nvSpPr>
          <p:spPr bwMode="auto">
            <a:xfrm>
              <a:off x="3264" y="528"/>
              <a:ext cx="215" cy="674"/>
            </a:xfrm>
            <a:custGeom>
              <a:avLst/>
              <a:gdLst>
                <a:gd name="T0" fmla="*/ 93 w 112"/>
                <a:gd name="T1" fmla="*/ 71 h 352"/>
                <a:gd name="T2" fmla="*/ 100 w 112"/>
                <a:gd name="T3" fmla="*/ 150 h 352"/>
                <a:gd name="T4" fmla="*/ 100 w 112"/>
                <a:gd name="T5" fmla="*/ 180 h 352"/>
                <a:gd name="T6" fmla="*/ 98 w 112"/>
                <a:gd name="T7" fmla="*/ 193 h 352"/>
                <a:gd name="T8" fmla="*/ 111 w 112"/>
                <a:gd name="T9" fmla="*/ 247 h 352"/>
                <a:gd name="T10" fmla="*/ 83 w 112"/>
                <a:gd name="T11" fmla="*/ 261 h 352"/>
                <a:gd name="T12" fmla="*/ 86 w 112"/>
                <a:gd name="T13" fmla="*/ 194 h 352"/>
                <a:gd name="T14" fmla="*/ 86 w 112"/>
                <a:gd name="T15" fmla="*/ 180 h 352"/>
                <a:gd name="T16" fmla="*/ 83 w 112"/>
                <a:gd name="T17" fmla="*/ 60 h 352"/>
                <a:gd name="T18" fmla="*/ 67 w 112"/>
                <a:gd name="T19" fmla="*/ 11 h 352"/>
                <a:gd name="T20" fmla="*/ 67 w 112"/>
                <a:gd name="T21" fmla="*/ 34 h 352"/>
                <a:gd name="T22" fmla="*/ 61 w 112"/>
                <a:gd name="T23" fmla="*/ 45 h 352"/>
                <a:gd name="T24" fmla="*/ 81 w 112"/>
                <a:gd name="T25" fmla="*/ 60 h 352"/>
                <a:gd name="T26" fmla="*/ 83 w 112"/>
                <a:gd name="T27" fmla="*/ 183 h 352"/>
                <a:gd name="T28" fmla="*/ 80 w 112"/>
                <a:gd name="T29" fmla="*/ 183 h 352"/>
                <a:gd name="T30" fmla="*/ 80 w 112"/>
                <a:gd name="T31" fmla="*/ 195 h 352"/>
                <a:gd name="T32" fmla="*/ 83 w 112"/>
                <a:gd name="T33" fmla="*/ 261 h 352"/>
                <a:gd name="T34" fmla="*/ 78 w 112"/>
                <a:gd name="T35" fmla="*/ 262 h 352"/>
                <a:gd name="T36" fmla="*/ 75 w 112"/>
                <a:gd name="T37" fmla="*/ 306 h 352"/>
                <a:gd name="T38" fmla="*/ 78 w 112"/>
                <a:gd name="T39" fmla="*/ 335 h 352"/>
                <a:gd name="T40" fmla="*/ 60 w 112"/>
                <a:gd name="T41" fmla="*/ 337 h 352"/>
                <a:gd name="T42" fmla="*/ 56 w 112"/>
                <a:gd name="T43" fmla="*/ 316 h 352"/>
                <a:gd name="T44" fmla="*/ 56 w 112"/>
                <a:gd name="T45" fmla="*/ 282 h 352"/>
                <a:gd name="T46" fmla="*/ 48 w 112"/>
                <a:gd name="T47" fmla="*/ 207 h 352"/>
                <a:gd name="T48" fmla="*/ 39 w 112"/>
                <a:gd name="T49" fmla="*/ 223 h 352"/>
                <a:gd name="T50" fmla="*/ 29 w 112"/>
                <a:gd name="T51" fmla="*/ 298 h 352"/>
                <a:gd name="T52" fmla="*/ 31 w 112"/>
                <a:gd name="T53" fmla="*/ 311 h 352"/>
                <a:gd name="T54" fmla="*/ 26 w 112"/>
                <a:gd name="T55" fmla="*/ 334 h 352"/>
                <a:gd name="T56" fmla="*/ 9 w 112"/>
                <a:gd name="T57" fmla="*/ 350 h 352"/>
                <a:gd name="T58" fmla="*/ 11 w 112"/>
                <a:gd name="T59" fmla="*/ 321 h 352"/>
                <a:gd name="T60" fmla="*/ 10 w 112"/>
                <a:gd name="T61" fmla="*/ 304 h 352"/>
                <a:gd name="T62" fmla="*/ 9 w 112"/>
                <a:gd name="T63" fmla="*/ 241 h 352"/>
                <a:gd name="T64" fmla="*/ 9 w 112"/>
                <a:gd name="T65" fmla="*/ 175 h 352"/>
                <a:gd name="T66" fmla="*/ 5 w 112"/>
                <a:gd name="T67" fmla="*/ 164 h 352"/>
                <a:gd name="T68" fmla="*/ 2 w 112"/>
                <a:gd name="T69" fmla="*/ 135 h 352"/>
                <a:gd name="T70" fmla="*/ 6 w 112"/>
                <a:gd name="T71" fmla="*/ 78 h 352"/>
                <a:gd name="T72" fmla="*/ 37 w 112"/>
                <a:gd name="T73" fmla="*/ 53 h 352"/>
                <a:gd name="T74" fmla="*/ 38 w 112"/>
                <a:gd name="T75" fmla="*/ 36 h 352"/>
                <a:gd name="T76" fmla="*/ 34 w 112"/>
                <a:gd name="T77" fmla="*/ 25 h 352"/>
                <a:gd name="T78" fmla="*/ 36 w 112"/>
                <a:gd name="T79" fmla="*/ 1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2" h="352">
                  <a:moveTo>
                    <a:pt x="83" y="60"/>
                  </a:moveTo>
                  <a:cubicBezTo>
                    <a:pt x="89" y="62"/>
                    <a:pt x="93" y="64"/>
                    <a:pt x="93" y="71"/>
                  </a:cubicBezTo>
                  <a:cubicBezTo>
                    <a:pt x="94" y="80"/>
                    <a:pt x="94" y="97"/>
                    <a:pt x="96" y="108"/>
                  </a:cubicBezTo>
                  <a:cubicBezTo>
                    <a:pt x="97" y="119"/>
                    <a:pt x="100" y="143"/>
                    <a:pt x="100" y="150"/>
                  </a:cubicBezTo>
                  <a:cubicBezTo>
                    <a:pt x="101" y="158"/>
                    <a:pt x="101" y="174"/>
                    <a:pt x="101" y="176"/>
                  </a:cubicBezTo>
                  <a:cubicBezTo>
                    <a:pt x="101" y="178"/>
                    <a:pt x="100" y="177"/>
                    <a:pt x="100" y="180"/>
                  </a:cubicBezTo>
                  <a:cubicBezTo>
                    <a:pt x="101" y="183"/>
                    <a:pt x="101" y="186"/>
                    <a:pt x="99" y="188"/>
                  </a:cubicBezTo>
                  <a:cubicBezTo>
                    <a:pt x="98" y="190"/>
                    <a:pt x="98" y="193"/>
                    <a:pt x="98" y="193"/>
                  </a:cubicBezTo>
                  <a:cubicBezTo>
                    <a:pt x="112" y="192"/>
                    <a:pt x="112" y="192"/>
                    <a:pt x="112" y="192"/>
                  </a:cubicBezTo>
                  <a:cubicBezTo>
                    <a:pt x="111" y="247"/>
                    <a:pt x="111" y="247"/>
                    <a:pt x="111" y="247"/>
                  </a:cubicBezTo>
                  <a:cubicBezTo>
                    <a:pt x="89" y="264"/>
                    <a:pt x="89" y="264"/>
                    <a:pt x="89" y="264"/>
                  </a:cubicBezTo>
                  <a:cubicBezTo>
                    <a:pt x="89" y="264"/>
                    <a:pt x="86" y="262"/>
                    <a:pt x="83" y="261"/>
                  </a:cubicBezTo>
                  <a:cubicBezTo>
                    <a:pt x="83" y="194"/>
                    <a:pt x="83" y="194"/>
                    <a:pt x="83" y="194"/>
                  </a:cubicBezTo>
                  <a:cubicBezTo>
                    <a:pt x="86" y="194"/>
                    <a:pt x="86" y="194"/>
                    <a:pt x="86" y="194"/>
                  </a:cubicBezTo>
                  <a:cubicBezTo>
                    <a:pt x="86" y="194"/>
                    <a:pt x="85" y="190"/>
                    <a:pt x="86" y="188"/>
                  </a:cubicBezTo>
                  <a:cubicBezTo>
                    <a:pt x="87" y="185"/>
                    <a:pt x="86" y="183"/>
                    <a:pt x="86" y="180"/>
                  </a:cubicBezTo>
                  <a:cubicBezTo>
                    <a:pt x="86" y="180"/>
                    <a:pt x="85" y="182"/>
                    <a:pt x="83" y="183"/>
                  </a:cubicBezTo>
                  <a:lnTo>
                    <a:pt x="83" y="60"/>
                  </a:lnTo>
                  <a:close/>
                  <a:moveTo>
                    <a:pt x="52" y="0"/>
                  </a:moveTo>
                  <a:cubicBezTo>
                    <a:pt x="59" y="0"/>
                    <a:pt x="66" y="5"/>
                    <a:pt x="67" y="11"/>
                  </a:cubicBezTo>
                  <a:cubicBezTo>
                    <a:pt x="67" y="18"/>
                    <a:pt x="67" y="27"/>
                    <a:pt x="67" y="27"/>
                  </a:cubicBezTo>
                  <a:cubicBezTo>
                    <a:pt x="67" y="27"/>
                    <a:pt x="69" y="31"/>
                    <a:pt x="67" y="34"/>
                  </a:cubicBezTo>
                  <a:cubicBezTo>
                    <a:pt x="66" y="38"/>
                    <a:pt x="62" y="37"/>
                    <a:pt x="62" y="37"/>
                  </a:cubicBezTo>
                  <a:cubicBezTo>
                    <a:pt x="62" y="37"/>
                    <a:pt x="61" y="42"/>
                    <a:pt x="61" y="45"/>
                  </a:cubicBezTo>
                  <a:cubicBezTo>
                    <a:pt x="61" y="48"/>
                    <a:pt x="61" y="50"/>
                    <a:pt x="63" y="52"/>
                  </a:cubicBezTo>
                  <a:cubicBezTo>
                    <a:pt x="65" y="54"/>
                    <a:pt x="74" y="58"/>
                    <a:pt x="81" y="60"/>
                  </a:cubicBezTo>
                  <a:cubicBezTo>
                    <a:pt x="82" y="60"/>
                    <a:pt x="82" y="60"/>
                    <a:pt x="83" y="60"/>
                  </a:cubicBezTo>
                  <a:cubicBezTo>
                    <a:pt x="83" y="183"/>
                    <a:pt x="83" y="183"/>
                    <a:pt x="83" y="183"/>
                  </a:cubicBezTo>
                  <a:cubicBezTo>
                    <a:pt x="83" y="183"/>
                    <a:pt x="83" y="183"/>
                    <a:pt x="83" y="183"/>
                  </a:cubicBezTo>
                  <a:cubicBezTo>
                    <a:pt x="81" y="183"/>
                    <a:pt x="80" y="183"/>
                    <a:pt x="80" y="183"/>
                  </a:cubicBezTo>
                  <a:cubicBezTo>
                    <a:pt x="80" y="183"/>
                    <a:pt x="81" y="186"/>
                    <a:pt x="81" y="189"/>
                  </a:cubicBezTo>
                  <a:cubicBezTo>
                    <a:pt x="81" y="192"/>
                    <a:pt x="80" y="195"/>
                    <a:pt x="80" y="195"/>
                  </a:cubicBezTo>
                  <a:cubicBezTo>
                    <a:pt x="83" y="194"/>
                    <a:pt x="83" y="194"/>
                    <a:pt x="83" y="194"/>
                  </a:cubicBezTo>
                  <a:cubicBezTo>
                    <a:pt x="83" y="261"/>
                    <a:pt x="83" y="261"/>
                    <a:pt x="83" y="261"/>
                  </a:cubicBezTo>
                  <a:cubicBezTo>
                    <a:pt x="83" y="261"/>
                    <a:pt x="83" y="261"/>
                    <a:pt x="83" y="261"/>
                  </a:cubicBezTo>
                  <a:cubicBezTo>
                    <a:pt x="79" y="261"/>
                    <a:pt x="78" y="262"/>
                    <a:pt x="78" y="262"/>
                  </a:cubicBezTo>
                  <a:cubicBezTo>
                    <a:pt x="78" y="262"/>
                    <a:pt x="79" y="278"/>
                    <a:pt x="79" y="284"/>
                  </a:cubicBezTo>
                  <a:cubicBezTo>
                    <a:pt x="79" y="291"/>
                    <a:pt x="78" y="301"/>
                    <a:pt x="75" y="306"/>
                  </a:cubicBezTo>
                  <a:cubicBezTo>
                    <a:pt x="72" y="311"/>
                    <a:pt x="72" y="312"/>
                    <a:pt x="72" y="316"/>
                  </a:cubicBezTo>
                  <a:cubicBezTo>
                    <a:pt x="72" y="320"/>
                    <a:pt x="78" y="332"/>
                    <a:pt x="78" y="335"/>
                  </a:cubicBezTo>
                  <a:cubicBezTo>
                    <a:pt x="78" y="339"/>
                    <a:pt x="77" y="345"/>
                    <a:pt x="71" y="345"/>
                  </a:cubicBezTo>
                  <a:cubicBezTo>
                    <a:pt x="64" y="345"/>
                    <a:pt x="60" y="342"/>
                    <a:pt x="60" y="337"/>
                  </a:cubicBezTo>
                  <a:cubicBezTo>
                    <a:pt x="60" y="332"/>
                    <a:pt x="60" y="329"/>
                    <a:pt x="58" y="327"/>
                  </a:cubicBezTo>
                  <a:cubicBezTo>
                    <a:pt x="56" y="325"/>
                    <a:pt x="59" y="320"/>
                    <a:pt x="56" y="316"/>
                  </a:cubicBezTo>
                  <a:cubicBezTo>
                    <a:pt x="52" y="311"/>
                    <a:pt x="56" y="310"/>
                    <a:pt x="55" y="305"/>
                  </a:cubicBezTo>
                  <a:cubicBezTo>
                    <a:pt x="54" y="301"/>
                    <a:pt x="56" y="287"/>
                    <a:pt x="56" y="282"/>
                  </a:cubicBezTo>
                  <a:cubicBezTo>
                    <a:pt x="57" y="276"/>
                    <a:pt x="56" y="270"/>
                    <a:pt x="53" y="246"/>
                  </a:cubicBezTo>
                  <a:cubicBezTo>
                    <a:pt x="50" y="223"/>
                    <a:pt x="48" y="212"/>
                    <a:pt x="48" y="207"/>
                  </a:cubicBezTo>
                  <a:cubicBezTo>
                    <a:pt x="47" y="202"/>
                    <a:pt x="45" y="196"/>
                    <a:pt x="45" y="196"/>
                  </a:cubicBezTo>
                  <a:cubicBezTo>
                    <a:pt x="45" y="196"/>
                    <a:pt x="42" y="218"/>
                    <a:pt x="39" y="223"/>
                  </a:cubicBezTo>
                  <a:cubicBezTo>
                    <a:pt x="36" y="229"/>
                    <a:pt x="33" y="256"/>
                    <a:pt x="32" y="264"/>
                  </a:cubicBezTo>
                  <a:cubicBezTo>
                    <a:pt x="31" y="272"/>
                    <a:pt x="31" y="295"/>
                    <a:pt x="29" y="298"/>
                  </a:cubicBezTo>
                  <a:cubicBezTo>
                    <a:pt x="27" y="300"/>
                    <a:pt x="27" y="304"/>
                    <a:pt x="27" y="304"/>
                  </a:cubicBezTo>
                  <a:cubicBezTo>
                    <a:pt x="27" y="304"/>
                    <a:pt x="31" y="307"/>
                    <a:pt x="31" y="311"/>
                  </a:cubicBezTo>
                  <a:cubicBezTo>
                    <a:pt x="31" y="315"/>
                    <a:pt x="28" y="318"/>
                    <a:pt x="28" y="323"/>
                  </a:cubicBezTo>
                  <a:cubicBezTo>
                    <a:pt x="28" y="328"/>
                    <a:pt x="28" y="332"/>
                    <a:pt x="26" y="334"/>
                  </a:cubicBezTo>
                  <a:cubicBezTo>
                    <a:pt x="23" y="335"/>
                    <a:pt x="24" y="343"/>
                    <a:pt x="21" y="346"/>
                  </a:cubicBezTo>
                  <a:cubicBezTo>
                    <a:pt x="19" y="350"/>
                    <a:pt x="14" y="352"/>
                    <a:pt x="9" y="350"/>
                  </a:cubicBezTo>
                  <a:cubicBezTo>
                    <a:pt x="4" y="349"/>
                    <a:pt x="4" y="342"/>
                    <a:pt x="6" y="335"/>
                  </a:cubicBezTo>
                  <a:cubicBezTo>
                    <a:pt x="9" y="329"/>
                    <a:pt x="12" y="324"/>
                    <a:pt x="11" y="321"/>
                  </a:cubicBezTo>
                  <a:cubicBezTo>
                    <a:pt x="10" y="319"/>
                    <a:pt x="9" y="315"/>
                    <a:pt x="12" y="312"/>
                  </a:cubicBezTo>
                  <a:cubicBezTo>
                    <a:pt x="15" y="309"/>
                    <a:pt x="12" y="307"/>
                    <a:pt x="10" y="304"/>
                  </a:cubicBezTo>
                  <a:cubicBezTo>
                    <a:pt x="8" y="302"/>
                    <a:pt x="9" y="291"/>
                    <a:pt x="8" y="286"/>
                  </a:cubicBezTo>
                  <a:cubicBezTo>
                    <a:pt x="8" y="280"/>
                    <a:pt x="9" y="252"/>
                    <a:pt x="9" y="241"/>
                  </a:cubicBezTo>
                  <a:cubicBezTo>
                    <a:pt x="8" y="231"/>
                    <a:pt x="7" y="199"/>
                    <a:pt x="9" y="191"/>
                  </a:cubicBezTo>
                  <a:cubicBezTo>
                    <a:pt x="10" y="182"/>
                    <a:pt x="9" y="175"/>
                    <a:pt x="9" y="175"/>
                  </a:cubicBezTo>
                  <a:cubicBezTo>
                    <a:pt x="9" y="175"/>
                    <a:pt x="6" y="177"/>
                    <a:pt x="6" y="174"/>
                  </a:cubicBezTo>
                  <a:cubicBezTo>
                    <a:pt x="6" y="171"/>
                    <a:pt x="7" y="170"/>
                    <a:pt x="5" y="164"/>
                  </a:cubicBezTo>
                  <a:cubicBezTo>
                    <a:pt x="4" y="159"/>
                    <a:pt x="4" y="153"/>
                    <a:pt x="2" y="149"/>
                  </a:cubicBezTo>
                  <a:cubicBezTo>
                    <a:pt x="0" y="145"/>
                    <a:pt x="0" y="137"/>
                    <a:pt x="2" y="135"/>
                  </a:cubicBezTo>
                  <a:cubicBezTo>
                    <a:pt x="4" y="133"/>
                    <a:pt x="1" y="120"/>
                    <a:pt x="3" y="111"/>
                  </a:cubicBezTo>
                  <a:cubicBezTo>
                    <a:pt x="5" y="101"/>
                    <a:pt x="6" y="86"/>
                    <a:pt x="6" y="78"/>
                  </a:cubicBezTo>
                  <a:cubicBezTo>
                    <a:pt x="6" y="70"/>
                    <a:pt x="7" y="64"/>
                    <a:pt x="17" y="61"/>
                  </a:cubicBezTo>
                  <a:cubicBezTo>
                    <a:pt x="28" y="59"/>
                    <a:pt x="36" y="55"/>
                    <a:pt x="37" y="53"/>
                  </a:cubicBezTo>
                  <a:cubicBezTo>
                    <a:pt x="39" y="51"/>
                    <a:pt x="39" y="45"/>
                    <a:pt x="39" y="42"/>
                  </a:cubicBezTo>
                  <a:cubicBezTo>
                    <a:pt x="39" y="40"/>
                    <a:pt x="38" y="38"/>
                    <a:pt x="38" y="36"/>
                  </a:cubicBezTo>
                  <a:cubicBezTo>
                    <a:pt x="38" y="35"/>
                    <a:pt x="35" y="37"/>
                    <a:pt x="35" y="34"/>
                  </a:cubicBezTo>
                  <a:cubicBezTo>
                    <a:pt x="34" y="31"/>
                    <a:pt x="33" y="25"/>
                    <a:pt x="34" y="25"/>
                  </a:cubicBezTo>
                  <a:cubicBezTo>
                    <a:pt x="35" y="24"/>
                    <a:pt x="35" y="24"/>
                    <a:pt x="36" y="24"/>
                  </a:cubicBezTo>
                  <a:cubicBezTo>
                    <a:pt x="36" y="23"/>
                    <a:pt x="35" y="17"/>
                    <a:pt x="36" y="11"/>
                  </a:cubicBezTo>
                  <a:cubicBezTo>
                    <a:pt x="36" y="6"/>
                    <a:pt x="42" y="1"/>
                    <a:pt x="52"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4" name="Freeform 642"/>
            <p:cNvSpPr>
              <a:spLocks/>
            </p:cNvSpPr>
            <p:nvPr/>
          </p:nvSpPr>
          <p:spPr bwMode="auto">
            <a:xfrm>
              <a:off x="3274" y="832"/>
              <a:ext cx="23" cy="21"/>
            </a:xfrm>
            <a:custGeom>
              <a:avLst/>
              <a:gdLst>
                <a:gd name="T0" fmla="*/ 3 w 12"/>
                <a:gd name="T1" fmla="*/ 11 h 11"/>
                <a:gd name="T2" fmla="*/ 3 w 12"/>
                <a:gd name="T3" fmla="*/ 3 h 11"/>
                <a:gd name="T4" fmla="*/ 12 w 12"/>
                <a:gd name="T5" fmla="*/ 2 h 11"/>
                <a:gd name="T6" fmla="*/ 5 w 12"/>
                <a:gd name="T7" fmla="*/ 4 h 11"/>
                <a:gd name="T8" fmla="*/ 3 w 12"/>
                <a:gd name="T9" fmla="*/ 11 h 11"/>
              </a:gdLst>
              <a:ahLst/>
              <a:cxnLst>
                <a:cxn ang="0">
                  <a:pos x="T0" y="T1"/>
                </a:cxn>
                <a:cxn ang="0">
                  <a:pos x="T2" y="T3"/>
                </a:cxn>
                <a:cxn ang="0">
                  <a:pos x="T4" y="T5"/>
                </a:cxn>
                <a:cxn ang="0">
                  <a:pos x="T6" y="T7"/>
                </a:cxn>
                <a:cxn ang="0">
                  <a:pos x="T8" y="T9"/>
                </a:cxn>
              </a:cxnLst>
              <a:rect l="0" t="0" r="r" b="b"/>
              <a:pathLst>
                <a:path w="12" h="11">
                  <a:moveTo>
                    <a:pt x="3" y="11"/>
                  </a:moveTo>
                  <a:cubicBezTo>
                    <a:pt x="3" y="11"/>
                    <a:pt x="0" y="7"/>
                    <a:pt x="3" y="3"/>
                  </a:cubicBezTo>
                  <a:cubicBezTo>
                    <a:pt x="5" y="0"/>
                    <a:pt x="12" y="2"/>
                    <a:pt x="12" y="2"/>
                  </a:cubicBezTo>
                  <a:cubicBezTo>
                    <a:pt x="12" y="2"/>
                    <a:pt x="7" y="2"/>
                    <a:pt x="5" y="4"/>
                  </a:cubicBezTo>
                  <a:cubicBezTo>
                    <a:pt x="2" y="6"/>
                    <a:pt x="3" y="8"/>
                    <a:pt x="3"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5" name="Freeform 643"/>
            <p:cNvSpPr>
              <a:spLocks/>
            </p:cNvSpPr>
            <p:nvPr/>
          </p:nvSpPr>
          <p:spPr bwMode="auto">
            <a:xfrm>
              <a:off x="3429" y="861"/>
              <a:ext cx="27" cy="10"/>
            </a:xfrm>
            <a:custGeom>
              <a:avLst/>
              <a:gdLst>
                <a:gd name="T0" fmla="*/ 0 w 14"/>
                <a:gd name="T1" fmla="*/ 5 h 5"/>
                <a:gd name="T2" fmla="*/ 6 w 14"/>
                <a:gd name="T3" fmla="*/ 0 h 5"/>
                <a:gd name="T4" fmla="*/ 14 w 14"/>
                <a:gd name="T5" fmla="*/ 5 h 5"/>
                <a:gd name="T6" fmla="*/ 6 w 14"/>
                <a:gd name="T7" fmla="*/ 3 h 5"/>
                <a:gd name="T8" fmla="*/ 0 w 14"/>
                <a:gd name="T9" fmla="*/ 5 h 5"/>
              </a:gdLst>
              <a:ahLst/>
              <a:cxnLst>
                <a:cxn ang="0">
                  <a:pos x="T0" y="T1"/>
                </a:cxn>
                <a:cxn ang="0">
                  <a:pos x="T2" y="T3"/>
                </a:cxn>
                <a:cxn ang="0">
                  <a:pos x="T4" y="T5"/>
                </a:cxn>
                <a:cxn ang="0">
                  <a:pos x="T6" y="T7"/>
                </a:cxn>
                <a:cxn ang="0">
                  <a:pos x="T8" y="T9"/>
                </a:cxn>
              </a:cxnLst>
              <a:rect l="0" t="0" r="r" b="b"/>
              <a:pathLst>
                <a:path w="14" h="5">
                  <a:moveTo>
                    <a:pt x="0" y="5"/>
                  </a:moveTo>
                  <a:cubicBezTo>
                    <a:pt x="0" y="5"/>
                    <a:pt x="0" y="0"/>
                    <a:pt x="6" y="0"/>
                  </a:cubicBezTo>
                  <a:cubicBezTo>
                    <a:pt x="13" y="0"/>
                    <a:pt x="14" y="5"/>
                    <a:pt x="14" y="5"/>
                  </a:cubicBezTo>
                  <a:cubicBezTo>
                    <a:pt x="14" y="5"/>
                    <a:pt x="11" y="2"/>
                    <a:pt x="6" y="3"/>
                  </a:cubicBezTo>
                  <a:cubicBezTo>
                    <a:pt x="2" y="3"/>
                    <a:pt x="2" y="3"/>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6" name="Freeform 644"/>
            <p:cNvSpPr>
              <a:spLocks/>
            </p:cNvSpPr>
            <p:nvPr/>
          </p:nvSpPr>
          <p:spPr bwMode="auto">
            <a:xfrm>
              <a:off x="3312" y="622"/>
              <a:ext cx="71" cy="187"/>
            </a:xfrm>
            <a:custGeom>
              <a:avLst/>
              <a:gdLst>
                <a:gd name="T0" fmla="*/ 36 w 37"/>
                <a:gd name="T1" fmla="*/ 0 h 98"/>
                <a:gd name="T2" fmla="*/ 37 w 37"/>
                <a:gd name="T3" fmla="*/ 2 h 98"/>
                <a:gd name="T4" fmla="*/ 32 w 37"/>
                <a:gd name="T5" fmla="*/ 46 h 98"/>
                <a:gd name="T6" fmla="*/ 34 w 37"/>
                <a:gd name="T7" fmla="*/ 98 h 98"/>
                <a:gd name="T8" fmla="*/ 23 w 37"/>
                <a:gd name="T9" fmla="*/ 98 h 98"/>
                <a:gd name="T10" fmla="*/ 0 w 37"/>
                <a:gd name="T11" fmla="*/ 93 h 98"/>
                <a:gd name="T12" fmla="*/ 4 w 37"/>
                <a:gd name="T13" fmla="*/ 82 h 98"/>
                <a:gd name="T14" fmla="*/ 12 w 37"/>
                <a:gd name="T15" fmla="*/ 26 h 98"/>
                <a:gd name="T16" fmla="*/ 12 w 37"/>
                <a:gd name="T17" fmla="*/ 5 h 98"/>
                <a:gd name="T18" fmla="*/ 12 w 37"/>
                <a:gd name="T19" fmla="*/ 4 h 98"/>
                <a:gd name="T20" fmla="*/ 14 w 37"/>
                <a:gd name="T21" fmla="*/ 1 h 98"/>
                <a:gd name="T22" fmla="*/ 25 w 37"/>
                <a:gd name="T23" fmla="*/ 11 h 98"/>
                <a:gd name="T24" fmla="*/ 36 w 37"/>
                <a:gd name="T2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98">
                  <a:moveTo>
                    <a:pt x="36" y="0"/>
                  </a:moveTo>
                  <a:cubicBezTo>
                    <a:pt x="36" y="1"/>
                    <a:pt x="37" y="2"/>
                    <a:pt x="37" y="2"/>
                  </a:cubicBezTo>
                  <a:cubicBezTo>
                    <a:pt x="36" y="9"/>
                    <a:pt x="33" y="30"/>
                    <a:pt x="32" y="46"/>
                  </a:cubicBezTo>
                  <a:cubicBezTo>
                    <a:pt x="31" y="64"/>
                    <a:pt x="34" y="98"/>
                    <a:pt x="34" y="98"/>
                  </a:cubicBezTo>
                  <a:cubicBezTo>
                    <a:pt x="34" y="98"/>
                    <a:pt x="31" y="98"/>
                    <a:pt x="23" y="98"/>
                  </a:cubicBezTo>
                  <a:cubicBezTo>
                    <a:pt x="16" y="98"/>
                    <a:pt x="0" y="93"/>
                    <a:pt x="0" y="93"/>
                  </a:cubicBezTo>
                  <a:cubicBezTo>
                    <a:pt x="0" y="93"/>
                    <a:pt x="2" y="88"/>
                    <a:pt x="4" y="82"/>
                  </a:cubicBezTo>
                  <a:cubicBezTo>
                    <a:pt x="7" y="76"/>
                    <a:pt x="11" y="49"/>
                    <a:pt x="12" y="26"/>
                  </a:cubicBezTo>
                  <a:cubicBezTo>
                    <a:pt x="12" y="14"/>
                    <a:pt x="12" y="8"/>
                    <a:pt x="12" y="5"/>
                  </a:cubicBezTo>
                  <a:cubicBezTo>
                    <a:pt x="12" y="5"/>
                    <a:pt x="12" y="4"/>
                    <a:pt x="12" y="4"/>
                  </a:cubicBezTo>
                  <a:cubicBezTo>
                    <a:pt x="13" y="3"/>
                    <a:pt x="13" y="2"/>
                    <a:pt x="14" y="1"/>
                  </a:cubicBezTo>
                  <a:cubicBezTo>
                    <a:pt x="16" y="6"/>
                    <a:pt x="22" y="11"/>
                    <a:pt x="25" y="11"/>
                  </a:cubicBezTo>
                  <a:cubicBezTo>
                    <a:pt x="29" y="11"/>
                    <a:pt x="34" y="4"/>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7" name="Freeform 645"/>
            <p:cNvSpPr>
              <a:spLocks/>
            </p:cNvSpPr>
            <p:nvPr/>
          </p:nvSpPr>
          <p:spPr bwMode="auto">
            <a:xfrm>
              <a:off x="3345" y="645"/>
              <a:ext cx="28" cy="183"/>
            </a:xfrm>
            <a:custGeom>
              <a:avLst/>
              <a:gdLst>
                <a:gd name="T0" fmla="*/ 0 w 15"/>
                <a:gd name="T1" fmla="*/ 4 h 96"/>
                <a:gd name="T2" fmla="*/ 8 w 15"/>
                <a:gd name="T3" fmla="*/ 0 h 96"/>
                <a:gd name="T4" fmla="*/ 15 w 15"/>
                <a:gd name="T5" fmla="*/ 4 h 96"/>
                <a:gd name="T6" fmla="*/ 10 w 15"/>
                <a:gd name="T7" fmla="*/ 6 h 96"/>
                <a:gd name="T8" fmla="*/ 12 w 15"/>
                <a:gd name="T9" fmla="*/ 40 h 96"/>
                <a:gd name="T10" fmla="*/ 12 w 15"/>
                <a:gd name="T11" fmla="*/ 88 h 96"/>
                <a:gd name="T12" fmla="*/ 6 w 15"/>
                <a:gd name="T13" fmla="*/ 89 h 96"/>
                <a:gd name="T14" fmla="*/ 5 w 15"/>
                <a:gd name="T15" fmla="*/ 33 h 96"/>
                <a:gd name="T16" fmla="*/ 6 w 15"/>
                <a:gd name="T17" fmla="*/ 7 h 96"/>
                <a:gd name="T18" fmla="*/ 0 w 15"/>
                <a:gd name="T19" fmla="*/ 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96">
                  <a:moveTo>
                    <a:pt x="0" y="4"/>
                  </a:moveTo>
                  <a:cubicBezTo>
                    <a:pt x="0" y="4"/>
                    <a:pt x="3" y="0"/>
                    <a:pt x="8" y="0"/>
                  </a:cubicBezTo>
                  <a:cubicBezTo>
                    <a:pt x="12" y="0"/>
                    <a:pt x="15" y="4"/>
                    <a:pt x="15" y="4"/>
                  </a:cubicBezTo>
                  <a:cubicBezTo>
                    <a:pt x="15" y="4"/>
                    <a:pt x="10" y="3"/>
                    <a:pt x="10" y="6"/>
                  </a:cubicBezTo>
                  <a:cubicBezTo>
                    <a:pt x="11" y="10"/>
                    <a:pt x="12" y="28"/>
                    <a:pt x="12" y="40"/>
                  </a:cubicBezTo>
                  <a:cubicBezTo>
                    <a:pt x="12" y="52"/>
                    <a:pt x="13" y="83"/>
                    <a:pt x="12" y="88"/>
                  </a:cubicBezTo>
                  <a:cubicBezTo>
                    <a:pt x="11" y="94"/>
                    <a:pt x="6" y="96"/>
                    <a:pt x="6" y="89"/>
                  </a:cubicBezTo>
                  <a:cubicBezTo>
                    <a:pt x="5" y="81"/>
                    <a:pt x="5" y="41"/>
                    <a:pt x="5" y="33"/>
                  </a:cubicBezTo>
                  <a:cubicBezTo>
                    <a:pt x="5" y="25"/>
                    <a:pt x="7" y="9"/>
                    <a:pt x="6" y="7"/>
                  </a:cubicBezTo>
                  <a:cubicBezTo>
                    <a:pt x="5" y="4"/>
                    <a:pt x="3" y="3"/>
                    <a:pt x="0" y="4"/>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8" name="Freeform 646"/>
            <p:cNvSpPr>
              <a:spLocks noEditPoints="1"/>
            </p:cNvSpPr>
            <p:nvPr/>
          </p:nvSpPr>
          <p:spPr bwMode="auto">
            <a:xfrm>
              <a:off x="4846" y="528"/>
              <a:ext cx="216" cy="674"/>
            </a:xfrm>
            <a:custGeom>
              <a:avLst/>
              <a:gdLst>
                <a:gd name="T0" fmla="*/ 46 w 113"/>
                <a:gd name="T1" fmla="*/ 11 h 352"/>
                <a:gd name="T2" fmla="*/ 45 w 113"/>
                <a:gd name="T3" fmla="*/ 34 h 352"/>
                <a:gd name="T4" fmla="*/ 52 w 113"/>
                <a:gd name="T5" fmla="*/ 45 h 352"/>
                <a:gd name="T6" fmla="*/ 32 w 113"/>
                <a:gd name="T7" fmla="*/ 60 h 352"/>
                <a:gd name="T8" fmla="*/ 29 w 113"/>
                <a:gd name="T9" fmla="*/ 183 h 352"/>
                <a:gd name="T10" fmla="*/ 33 w 113"/>
                <a:gd name="T11" fmla="*/ 183 h 352"/>
                <a:gd name="T12" fmla="*/ 32 w 113"/>
                <a:gd name="T13" fmla="*/ 195 h 352"/>
                <a:gd name="T14" fmla="*/ 29 w 113"/>
                <a:gd name="T15" fmla="*/ 261 h 352"/>
                <a:gd name="T16" fmla="*/ 35 w 113"/>
                <a:gd name="T17" fmla="*/ 262 h 352"/>
                <a:gd name="T18" fmla="*/ 37 w 113"/>
                <a:gd name="T19" fmla="*/ 306 h 352"/>
                <a:gd name="T20" fmla="*/ 35 w 113"/>
                <a:gd name="T21" fmla="*/ 335 h 352"/>
                <a:gd name="T22" fmla="*/ 53 w 113"/>
                <a:gd name="T23" fmla="*/ 337 h 352"/>
                <a:gd name="T24" fmla="*/ 57 w 113"/>
                <a:gd name="T25" fmla="*/ 316 h 352"/>
                <a:gd name="T26" fmla="*/ 56 w 113"/>
                <a:gd name="T27" fmla="*/ 282 h 352"/>
                <a:gd name="T28" fmla="*/ 65 w 113"/>
                <a:gd name="T29" fmla="*/ 207 h 352"/>
                <a:gd name="T30" fmla="*/ 74 w 113"/>
                <a:gd name="T31" fmla="*/ 223 h 352"/>
                <a:gd name="T32" fmla="*/ 83 w 113"/>
                <a:gd name="T33" fmla="*/ 298 h 352"/>
                <a:gd name="T34" fmla="*/ 81 w 113"/>
                <a:gd name="T35" fmla="*/ 311 h 352"/>
                <a:gd name="T36" fmla="*/ 87 w 113"/>
                <a:gd name="T37" fmla="*/ 334 h 352"/>
                <a:gd name="T38" fmla="*/ 104 w 113"/>
                <a:gd name="T39" fmla="*/ 350 h 352"/>
                <a:gd name="T40" fmla="*/ 102 w 113"/>
                <a:gd name="T41" fmla="*/ 321 h 352"/>
                <a:gd name="T42" fmla="*/ 103 w 113"/>
                <a:gd name="T43" fmla="*/ 304 h 352"/>
                <a:gd name="T44" fmla="*/ 104 w 113"/>
                <a:gd name="T45" fmla="*/ 241 h 352"/>
                <a:gd name="T46" fmla="*/ 104 w 113"/>
                <a:gd name="T47" fmla="*/ 175 h 352"/>
                <a:gd name="T48" fmla="*/ 107 w 113"/>
                <a:gd name="T49" fmla="*/ 164 h 352"/>
                <a:gd name="T50" fmla="*/ 111 w 113"/>
                <a:gd name="T51" fmla="*/ 135 h 352"/>
                <a:gd name="T52" fmla="*/ 106 w 113"/>
                <a:gd name="T53" fmla="*/ 78 h 352"/>
                <a:gd name="T54" fmla="*/ 75 w 113"/>
                <a:gd name="T55" fmla="*/ 53 h 352"/>
                <a:gd name="T56" fmla="*/ 74 w 113"/>
                <a:gd name="T57" fmla="*/ 36 h 352"/>
                <a:gd name="T58" fmla="*/ 79 w 113"/>
                <a:gd name="T59" fmla="*/ 25 h 352"/>
                <a:gd name="T60" fmla="*/ 77 w 113"/>
                <a:gd name="T61" fmla="*/ 11 h 352"/>
                <a:gd name="T62" fmla="*/ 29 w 113"/>
                <a:gd name="T63" fmla="*/ 60 h 352"/>
                <a:gd name="T64" fmla="*/ 17 w 113"/>
                <a:gd name="T65" fmla="*/ 108 h 352"/>
                <a:gd name="T66" fmla="*/ 12 w 113"/>
                <a:gd name="T67" fmla="*/ 176 h 352"/>
                <a:gd name="T68" fmla="*/ 14 w 113"/>
                <a:gd name="T69" fmla="*/ 188 h 352"/>
                <a:gd name="T70" fmla="*/ 0 w 113"/>
                <a:gd name="T71" fmla="*/ 192 h 352"/>
                <a:gd name="T72" fmla="*/ 23 w 113"/>
                <a:gd name="T73" fmla="*/ 264 h 352"/>
                <a:gd name="T74" fmla="*/ 29 w 113"/>
                <a:gd name="T75" fmla="*/ 194 h 352"/>
                <a:gd name="T76" fmla="*/ 27 w 113"/>
                <a:gd name="T77" fmla="*/ 188 h 352"/>
                <a:gd name="T78" fmla="*/ 29 w 113"/>
                <a:gd name="T79" fmla="*/ 183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3" h="352">
                  <a:moveTo>
                    <a:pt x="60" y="0"/>
                  </a:moveTo>
                  <a:cubicBezTo>
                    <a:pt x="54" y="0"/>
                    <a:pt x="47" y="5"/>
                    <a:pt x="46" y="11"/>
                  </a:cubicBezTo>
                  <a:cubicBezTo>
                    <a:pt x="45" y="18"/>
                    <a:pt x="46" y="27"/>
                    <a:pt x="46" y="27"/>
                  </a:cubicBezTo>
                  <a:cubicBezTo>
                    <a:pt x="46" y="27"/>
                    <a:pt x="44" y="31"/>
                    <a:pt x="45" y="34"/>
                  </a:cubicBezTo>
                  <a:cubicBezTo>
                    <a:pt x="47" y="38"/>
                    <a:pt x="51" y="37"/>
                    <a:pt x="51" y="37"/>
                  </a:cubicBezTo>
                  <a:cubicBezTo>
                    <a:pt x="51" y="37"/>
                    <a:pt x="52" y="42"/>
                    <a:pt x="52" y="45"/>
                  </a:cubicBezTo>
                  <a:cubicBezTo>
                    <a:pt x="52" y="48"/>
                    <a:pt x="52" y="50"/>
                    <a:pt x="50" y="52"/>
                  </a:cubicBezTo>
                  <a:cubicBezTo>
                    <a:pt x="47" y="54"/>
                    <a:pt x="38" y="58"/>
                    <a:pt x="32" y="60"/>
                  </a:cubicBezTo>
                  <a:cubicBezTo>
                    <a:pt x="31" y="60"/>
                    <a:pt x="30" y="60"/>
                    <a:pt x="29" y="60"/>
                  </a:cubicBezTo>
                  <a:cubicBezTo>
                    <a:pt x="29" y="183"/>
                    <a:pt x="29" y="183"/>
                    <a:pt x="29" y="183"/>
                  </a:cubicBezTo>
                  <a:cubicBezTo>
                    <a:pt x="30" y="183"/>
                    <a:pt x="30" y="183"/>
                    <a:pt x="30" y="183"/>
                  </a:cubicBezTo>
                  <a:cubicBezTo>
                    <a:pt x="32" y="183"/>
                    <a:pt x="33" y="183"/>
                    <a:pt x="33" y="183"/>
                  </a:cubicBezTo>
                  <a:cubicBezTo>
                    <a:pt x="33" y="183"/>
                    <a:pt x="32" y="186"/>
                    <a:pt x="32" y="189"/>
                  </a:cubicBezTo>
                  <a:cubicBezTo>
                    <a:pt x="32" y="192"/>
                    <a:pt x="32" y="195"/>
                    <a:pt x="32" y="195"/>
                  </a:cubicBezTo>
                  <a:cubicBezTo>
                    <a:pt x="29" y="194"/>
                    <a:pt x="29" y="194"/>
                    <a:pt x="29" y="194"/>
                  </a:cubicBezTo>
                  <a:cubicBezTo>
                    <a:pt x="29" y="261"/>
                    <a:pt x="29" y="261"/>
                    <a:pt x="29" y="261"/>
                  </a:cubicBezTo>
                  <a:cubicBezTo>
                    <a:pt x="30" y="261"/>
                    <a:pt x="30" y="261"/>
                    <a:pt x="30" y="261"/>
                  </a:cubicBezTo>
                  <a:cubicBezTo>
                    <a:pt x="33" y="261"/>
                    <a:pt x="35" y="262"/>
                    <a:pt x="35" y="262"/>
                  </a:cubicBezTo>
                  <a:cubicBezTo>
                    <a:pt x="35" y="262"/>
                    <a:pt x="34" y="278"/>
                    <a:pt x="34" y="284"/>
                  </a:cubicBezTo>
                  <a:cubicBezTo>
                    <a:pt x="34" y="291"/>
                    <a:pt x="35" y="301"/>
                    <a:pt x="37" y="306"/>
                  </a:cubicBezTo>
                  <a:cubicBezTo>
                    <a:pt x="40" y="311"/>
                    <a:pt x="41" y="312"/>
                    <a:pt x="41" y="316"/>
                  </a:cubicBezTo>
                  <a:cubicBezTo>
                    <a:pt x="41" y="320"/>
                    <a:pt x="35" y="332"/>
                    <a:pt x="35" y="335"/>
                  </a:cubicBezTo>
                  <a:cubicBezTo>
                    <a:pt x="35" y="339"/>
                    <a:pt x="36" y="345"/>
                    <a:pt x="42" y="345"/>
                  </a:cubicBezTo>
                  <a:cubicBezTo>
                    <a:pt x="48" y="345"/>
                    <a:pt x="53" y="342"/>
                    <a:pt x="53" y="337"/>
                  </a:cubicBezTo>
                  <a:cubicBezTo>
                    <a:pt x="53" y="332"/>
                    <a:pt x="52" y="329"/>
                    <a:pt x="54" y="327"/>
                  </a:cubicBezTo>
                  <a:cubicBezTo>
                    <a:pt x="57" y="325"/>
                    <a:pt x="53" y="320"/>
                    <a:pt x="57" y="316"/>
                  </a:cubicBezTo>
                  <a:cubicBezTo>
                    <a:pt x="61" y="311"/>
                    <a:pt x="57" y="310"/>
                    <a:pt x="57" y="305"/>
                  </a:cubicBezTo>
                  <a:cubicBezTo>
                    <a:pt x="58" y="301"/>
                    <a:pt x="57" y="287"/>
                    <a:pt x="56" y="282"/>
                  </a:cubicBezTo>
                  <a:cubicBezTo>
                    <a:pt x="56" y="276"/>
                    <a:pt x="57" y="270"/>
                    <a:pt x="60" y="246"/>
                  </a:cubicBezTo>
                  <a:cubicBezTo>
                    <a:pt x="63" y="223"/>
                    <a:pt x="64" y="212"/>
                    <a:pt x="65" y="207"/>
                  </a:cubicBezTo>
                  <a:cubicBezTo>
                    <a:pt x="66" y="202"/>
                    <a:pt x="67" y="196"/>
                    <a:pt x="67" y="196"/>
                  </a:cubicBezTo>
                  <a:cubicBezTo>
                    <a:pt x="67" y="196"/>
                    <a:pt x="71" y="218"/>
                    <a:pt x="74" y="223"/>
                  </a:cubicBezTo>
                  <a:cubicBezTo>
                    <a:pt x="77" y="229"/>
                    <a:pt x="80" y="256"/>
                    <a:pt x="81" y="264"/>
                  </a:cubicBezTo>
                  <a:cubicBezTo>
                    <a:pt x="82" y="272"/>
                    <a:pt x="81" y="295"/>
                    <a:pt x="83" y="298"/>
                  </a:cubicBezTo>
                  <a:cubicBezTo>
                    <a:pt x="85" y="300"/>
                    <a:pt x="86" y="304"/>
                    <a:pt x="86" y="304"/>
                  </a:cubicBezTo>
                  <a:cubicBezTo>
                    <a:pt x="86" y="304"/>
                    <a:pt x="81" y="307"/>
                    <a:pt x="81" y="311"/>
                  </a:cubicBezTo>
                  <a:cubicBezTo>
                    <a:pt x="81" y="315"/>
                    <a:pt x="85" y="318"/>
                    <a:pt x="85" y="323"/>
                  </a:cubicBezTo>
                  <a:cubicBezTo>
                    <a:pt x="84" y="328"/>
                    <a:pt x="85" y="332"/>
                    <a:pt x="87" y="334"/>
                  </a:cubicBezTo>
                  <a:cubicBezTo>
                    <a:pt x="89" y="335"/>
                    <a:pt x="89" y="343"/>
                    <a:pt x="91" y="346"/>
                  </a:cubicBezTo>
                  <a:cubicBezTo>
                    <a:pt x="94" y="350"/>
                    <a:pt x="98" y="352"/>
                    <a:pt x="104" y="350"/>
                  </a:cubicBezTo>
                  <a:cubicBezTo>
                    <a:pt x="109" y="349"/>
                    <a:pt x="109" y="342"/>
                    <a:pt x="106" y="335"/>
                  </a:cubicBezTo>
                  <a:cubicBezTo>
                    <a:pt x="104" y="329"/>
                    <a:pt x="101" y="324"/>
                    <a:pt x="102" y="321"/>
                  </a:cubicBezTo>
                  <a:cubicBezTo>
                    <a:pt x="102" y="319"/>
                    <a:pt x="103" y="315"/>
                    <a:pt x="101" y="312"/>
                  </a:cubicBezTo>
                  <a:cubicBezTo>
                    <a:pt x="98" y="309"/>
                    <a:pt x="101" y="307"/>
                    <a:pt x="103" y="304"/>
                  </a:cubicBezTo>
                  <a:cubicBezTo>
                    <a:pt x="104" y="302"/>
                    <a:pt x="104" y="291"/>
                    <a:pt x="104" y="286"/>
                  </a:cubicBezTo>
                  <a:cubicBezTo>
                    <a:pt x="104" y="280"/>
                    <a:pt x="104" y="252"/>
                    <a:pt x="104" y="241"/>
                  </a:cubicBezTo>
                  <a:cubicBezTo>
                    <a:pt x="104" y="231"/>
                    <a:pt x="105" y="199"/>
                    <a:pt x="104" y="191"/>
                  </a:cubicBezTo>
                  <a:cubicBezTo>
                    <a:pt x="102" y="182"/>
                    <a:pt x="104" y="175"/>
                    <a:pt x="104" y="175"/>
                  </a:cubicBezTo>
                  <a:cubicBezTo>
                    <a:pt x="104" y="175"/>
                    <a:pt x="107" y="177"/>
                    <a:pt x="107" y="174"/>
                  </a:cubicBezTo>
                  <a:cubicBezTo>
                    <a:pt x="107" y="171"/>
                    <a:pt x="106" y="170"/>
                    <a:pt x="107" y="164"/>
                  </a:cubicBezTo>
                  <a:cubicBezTo>
                    <a:pt x="109" y="159"/>
                    <a:pt x="109" y="153"/>
                    <a:pt x="111" y="149"/>
                  </a:cubicBezTo>
                  <a:cubicBezTo>
                    <a:pt x="113" y="145"/>
                    <a:pt x="113" y="137"/>
                    <a:pt x="111" y="135"/>
                  </a:cubicBezTo>
                  <a:cubicBezTo>
                    <a:pt x="109" y="133"/>
                    <a:pt x="112" y="120"/>
                    <a:pt x="110" y="111"/>
                  </a:cubicBezTo>
                  <a:cubicBezTo>
                    <a:pt x="108" y="101"/>
                    <a:pt x="107" y="86"/>
                    <a:pt x="106" y="78"/>
                  </a:cubicBezTo>
                  <a:cubicBezTo>
                    <a:pt x="106" y="70"/>
                    <a:pt x="106" y="64"/>
                    <a:pt x="95" y="61"/>
                  </a:cubicBezTo>
                  <a:cubicBezTo>
                    <a:pt x="85" y="59"/>
                    <a:pt x="77" y="55"/>
                    <a:pt x="75" y="53"/>
                  </a:cubicBezTo>
                  <a:cubicBezTo>
                    <a:pt x="74" y="51"/>
                    <a:pt x="73" y="45"/>
                    <a:pt x="74" y="42"/>
                  </a:cubicBezTo>
                  <a:cubicBezTo>
                    <a:pt x="74" y="40"/>
                    <a:pt x="74" y="38"/>
                    <a:pt x="74" y="36"/>
                  </a:cubicBezTo>
                  <a:cubicBezTo>
                    <a:pt x="74" y="35"/>
                    <a:pt x="77" y="37"/>
                    <a:pt x="78" y="34"/>
                  </a:cubicBezTo>
                  <a:cubicBezTo>
                    <a:pt x="79" y="31"/>
                    <a:pt x="79" y="25"/>
                    <a:pt x="79" y="25"/>
                  </a:cubicBezTo>
                  <a:cubicBezTo>
                    <a:pt x="78" y="24"/>
                    <a:pt x="78" y="24"/>
                    <a:pt x="77" y="24"/>
                  </a:cubicBezTo>
                  <a:cubicBezTo>
                    <a:pt x="77" y="23"/>
                    <a:pt x="77" y="17"/>
                    <a:pt x="77" y="11"/>
                  </a:cubicBezTo>
                  <a:cubicBezTo>
                    <a:pt x="77" y="6"/>
                    <a:pt x="71" y="1"/>
                    <a:pt x="60" y="0"/>
                  </a:cubicBezTo>
                  <a:close/>
                  <a:moveTo>
                    <a:pt x="29" y="60"/>
                  </a:moveTo>
                  <a:cubicBezTo>
                    <a:pt x="24" y="62"/>
                    <a:pt x="19" y="64"/>
                    <a:pt x="19" y="71"/>
                  </a:cubicBezTo>
                  <a:cubicBezTo>
                    <a:pt x="19" y="80"/>
                    <a:pt x="18" y="97"/>
                    <a:pt x="17" y="108"/>
                  </a:cubicBezTo>
                  <a:cubicBezTo>
                    <a:pt x="16" y="119"/>
                    <a:pt x="13" y="143"/>
                    <a:pt x="12" y="150"/>
                  </a:cubicBezTo>
                  <a:cubicBezTo>
                    <a:pt x="12" y="158"/>
                    <a:pt x="11" y="174"/>
                    <a:pt x="12" y="176"/>
                  </a:cubicBezTo>
                  <a:cubicBezTo>
                    <a:pt x="12" y="178"/>
                    <a:pt x="13" y="177"/>
                    <a:pt x="13" y="180"/>
                  </a:cubicBezTo>
                  <a:cubicBezTo>
                    <a:pt x="12" y="183"/>
                    <a:pt x="12" y="186"/>
                    <a:pt x="14" y="188"/>
                  </a:cubicBezTo>
                  <a:cubicBezTo>
                    <a:pt x="15" y="190"/>
                    <a:pt x="14" y="193"/>
                    <a:pt x="14" y="193"/>
                  </a:cubicBezTo>
                  <a:cubicBezTo>
                    <a:pt x="0" y="192"/>
                    <a:pt x="0" y="192"/>
                    <a:pt x="0" y="192"/>
                  </a:cubicBezTo>
                  <a:cubicBezTo>
                    <a:pt x="1" y="247"/>
                    <a:pt x="1" y="247"/>
                    <a:pt x="1" y="247"/>
                  </a:cubicBezTo>
                  <a:cubicBezTo>
                    <a:pt x="23" y="264"/>
                    <a:pt x="23" y="264"/>
                    <a:pt x="23" y="264"/>
                  </a:cubicBezTo>
                  <a:cubicBezTo>
                    <a:pt x="23" y="264"/>
                    <a:pt x="26" y="262"/>
                    <a:pt x="29" y="261"/>
                  </a:cubicBezTo>
                  <a:cubicBezTo>
                    <a:pt x="29" y="194"/>
                    <a:pt x="29" y="194"/>
                    <a:pt x="29" y="194"/>
                  </a:cubicBezTo>
                  <a:cubicBezTo>
                    <a:pt x="27" y="194"/>
                    <a:pt x="27" y="194"/>
                    <a:pt x="27" y="194"/>
                  </a:cubicBezTo>
                  <a:cubicBezTo>
                    <a:pt x="27" y="194"/>
                    <a:pt x="27" y="190"/>
                    <a:pt x="27" y="188"/>
                  </a:cubicBezTo>
                  <a:cubicBezTo>
                    <a:pt x="26" y="185"/>
                    <a:pt x="26" y="183"/>
                    <a:pt x="27" y="180"/>
                  </a:cubicBezTo>
                  <a:cubicBezTo>
                    <a:pt x="27" y="180"/>
                    <a:pt x="28" y="182"/>
                    <a:pt x="29" y="183"/>
                  </a:cubicBezTo>
                  <a:lnTo>
                    <a:pt x="29" y="60"/>
                  </a:ln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9" name="Freeform 647"/>
            <p:cNvSpPr>
              <a:spLocks/>
            </p:cNvSpPr>
            <p:nvPr/>
          </p:nvSpPr>
          <p:spPr bwMode="auto">
            <a:xfrm>
              <a:off x="5029" y="832"/>
              <a:ext cx="23" cy="21"/>
            </a:xfrm>
            <a:custGeom>
              <a:avLst/>
              <a:gdLst>
                <a:gd name="T0" fmla="*/ 9 w 12"/>
                <a:gd name="T1" fmla="*/ 11 h 11"/>
                <a:gd name="T2" fmla="*/ 9 w 12"/>
                <a:gd name="T3" fmla="*/ 3 h 11"/>
                <a:gd name="T4" fmla="*/ 0 w 12"/>
                <a:gd name="T5" fmla="*/ 2 h 11"/>
                <a:gd name="T6" fmla="*/ 7 w 12"/>
                <a:gd name="T7" fmla="*/ 4 h 11"/>
                <a:gd name="T8" fmla="*/ 9 w 12"/>
                <a:gd name="T9" fmla="*/ 11 h 11"/>
              </a:gdLst>
              <a:ahLst/>
              <a:cxnLst>
                <a:cxn ang="0">
                  <a:pos x="T0" y="T1"/>
                </a:cxn>
                <a:cxn ang="0">
                  <a:pos x="T2" y="T3"/>
                </a:cxn>
                <a:cxn ang="0">
                  <a:pos x="T4" y="T5"/>
                </a:cxn>
                <a:cxn ang="0">
                  <a:pos x="T6" y="T7"/>
                </a:cxn>
                <a:cxn ang="0">
                  <a:pos x="T8" y="T9"/>
                </a:cxn>
              </a:cxnLst>
              <a:rect l="0" t="0" r="r" b="b"/>
              <a:pathLst>
                <a:path w="12" h="11">
                  <a:moveTo>
                    <a:pt x="9" y="11"/>
                  </a:moveTo>
                  <a:cubicBezTo>
                    <a:pt x="9" y="11"/>
                    <a:pt x="12" y="7"/>
                    <a:pt x="9" y="3"/>
                  </a:cubicBezTo>
                  <a:cubicBezTo>
                    <a:pt x="6" y="0"/>
                    <a:pt x="0" y="2"/>
                    <a:pt x="0" y="2"/>
                  </a:cubicBezTo>
                  <a:cubicBezTo>
                    <a:pt x="0" y="2"/>
                    <a:pt x="4" y="2"/>
                    <a:pt x="7" y="4"/>
                  </a:cubicBezTo>
                  <a:cubicBezTo>
                    <a:pt x="9" y="6"/>
                    <a:pt x="9" y="8"/>
                    <a:pt x="9"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0" name="Freeform 648"/>
            <p:cNvSpPr>
              <a:spLocks/>
            </p:cNvSpPr>
            <p:nvPr/>
          </p:nvSpPr>
          <p:spPr bwMode="auto">
            <a:xfrm>
              <a:off x="4871" y="861"/>
              <a:ext cx="26" cy="10"/>
            </a:xfrm>
            <a:custGeom>
              <a:avLst/>
              <a:gdLst>
                <a:gd name="T0" fmla="*/ 14 w 14"/>
                <a:gd name="T1" fmla="*/ 5 h 5"/>
                <a:gd name="T2" fmla="*/ 7 w 14"/>
                <a:gd name="T3" fmla="*/ 0 h 5"/>
                <a:gd name="T4" fmla="*/ 0 w 14"/>
                <a:gd name="T5" fmla="*/ 5 h 5"/>
                <a:gd name="T6" fmla="*/ 7 w 14"/>
                <a:gd name="T7" fmla="*/ 3 h 5"/>
                <a:gd name="T8" fmla="*/ 14 w 14"/>
                <a:gd name="T9" fmla="*/ 5 h 5"/>
              </a:gdLst>
              <a:ahLst/>
              <a:cxnLst>
                <a:cxn ang="0">
                  <a:pos x="T0" y="T1"/>
                </a:cxn>
                <a:cxn ang="0">
                  <a:pos x="T2" y="T3"/>
                </a:cxn>
                <a:cxn ang="0">
                  <a:pos x="T4" y="T5"/>
                </a:cxn>
                <a:cxn ang="0">
                  <a:pos x="T6" y="T7"/>
                </a:cxn>
                <a:cxn ang="0">
                  <a:pos x="T8" y="T9"/>
                </a:cxn>
              </a:cxnLst>
              <a:rect l="0" t="0" r="r" b="b"/>
              <a:pathLst>
                <a:path w="14" h="5">
                  <a:moveTo>
                    <a:pt x="14" y="5"/>
                  </a:moveTo>
                  <a:cubicBezTo>
                    <a:pt x="14" y="5"/>
                    <a:pt x="14" y="0"/>
                    <a:pt x="7" y="0"/>
                  </a:cubicBezTo>
                  <a:cubicBezTo>
                    <a:pt x="1" y="0"/>
                    <a:pt x="0" y="5"/>
                    <a:pt x="0" y="5"/>
                  </a:cubicBezTo>
                  <a:cubicBezTo>
                    <a:pt x="0" y="5"/>
                    <a:pt x="3" y="2"/>
                    <a:pt x="7" y="3"/>
                  </a:cubicBezTo>
                  <a:cubicBezTo>
                    <a:pt x="12" y="3"/>
                    <a:pt x="12" y="3"/>
                    <a:pt x="14"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1" name="Freeform 649"/>
            <p:cNvSpPr>
              <a:spLocks/>
            </p:cNvSpPr>
            <p:nvPr/>
          </p:nvSpPr>
          <p:spPr bwMode="auto">
            <a:xfrm>
              <a:off x="4941" y="622"/>
              <a:ext cx="73" cy="187"/>
            </a:xfrm>
            <a:custGeom>
              <a:avLst/>
              <a:gdLst>
                <a:gd name="T0" fmla="*/ 2 w 38"/>
                <a:gd name="T1" fmla="*/ 0 h 98"/>
                <a:gd name="T2" fmla="*/ 0 w 38"/>
                <a:gd name="T3" fmla="*/ 2 h 98"/>
                <a:gd name="T4" fmla="*/ 6 w 38"/>
                <a:gd name="T5" fmla="*/ 46 h 98"/>
                <a:gd name="T6" fmla="*/ 4 w 38"/>
                <a:gd name="T7" fmla="*/ 98 h 98"/>
                <a:gd name="T8" fmla="*/ 14 w 38"/>
                <a:gd name="T9" fmla="*/ 98 h 98"/>
                <a:gd name="T10" fmla="*/ 38 w 38"/>
                <a:gd name="T11" fmla="*/ 93 h 98"/>
                <a:gd name="T12" fmla="*/ 33 w 38"/>
                <a:gd name="T13" fmla="*/ 82 h 98"/>
                <a:gd name="T14" fmla="*/ 26 w 38"/>
                <a:gd name="T15" fmla="*/ 26 h 98"/>
                <a:gd name="T16" fmla="*/ 26 w 38"/>
                <a:gd name="T17" fmla="*/ 5 h 98"/>
                <a:gd name="T18" fmla="*/ 25 w 38"/>
                <a:gd name="T19" fmla="*/ 4 h 98"/>
                <a:gd name="T20" fmla="*/ 24 w 38"/>
                <a:gd name="T21" fmla="*/ 1 h 98"/>
                <a:gd name="T22" fmla="*/ 12 w 38"/>
                <a:gd name="T23" fmla="*/ 11 h 98"/>
                <a:gd name="T24" fmla="*/ 2 w 38"/>
                <a:gd name="T2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98">
                  <a:moveTo>
                    <a:pt x="2" y="0"/>
                  </a:moveTo>
                  <a:cubicBezTo>
                    <a:pt x="2" y="1"/>
                    <a:pt x="1" y="2"/>
                    <a:pt x="0" y="2"/>
                  </a:cubicBezTo>
                  <a:cubicBezTo>
                    <a:pt x="2" y="9"/>
                    <a:pt x="5" y="30"/>
                    <a:pt x="6" y="46"/>
                  </a:cubicBezTo>
                  <a:cubicBezTo>
                    <a:pt x="7" y="64"/>
                    <a:pt x="4" y="98"/>
                    <a:pt x="4" y="98"/>
                  </a:cubicBezTo>
                  <a:cubicBezTo>
                    <a:pt x="4" y="98"/>
                    <a:pt x="6" y="98"/>
                    <a:pt x="14" y="98"/>
                  </a:cubicBezTo>
                  <a:cubicBezTo>
                    <a:pt x="22" y="98"/>
                    <a:pt x="38" y="93"/>
                    <a:pt x="38" y="93"/>
                  </a:cubicBezTo>
                  <a:cubicBezTo>
                    <a:pt x="38" y="93"/>
                    <a:pt x="35" y="88"/>
                    <a:pt x="33" y="82"/>
                  </a:cubicBezTo>
                  <a:cubicBezTo>
                    <a:pt x="31" y="76"/>
                    <a:pt x="27" y="49"/>
                    <a:pt x="26" y="26"/>
                  </a:cubicBezTo>
                  <a:cubicBezTo>
                    <a:pt x="25" y="14"/>
                    <a:pt x="25" y="8"/>
                    <a:pt x="26" y="5"/>
                  </a:cubicBezTo>
                  <a:cubicBezTo>
                    <a:pt x="26" y="5"/>
                    <a:pt x="26" y="4"/>
                    <a:pt x="25" y="4"/>
                  </a:cubicBezTo>
                  <a:cubicBezTo>
                    <a:pt x="25" y="3"/>
                    <a:pt x="24" y="2"/>
                    <a:pt x="24" y="1"/>
                  </a:cubicBezTo>
                  <a:cubicBezTo>
                    <a:pt x="22" y="6"/>
                    <a:pt x="16" y="11"/>
                    <a:pt x="12" y="11"/>
                  </a:cubicBezTo>
                  <a:cubicBezTo>
                    <a:pt x="9" y="11"/>
                    <a:pt x="4" y="4"/>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2" name="Freeform 650"/>
            <p:cNvSpPr>
              <a:spLocks/>
            </p:cNvSpPr>
            <p:nvPr/>
          </p:nvSpPr>
          <p:spPr bwMode="auto">
            <a:xfrm>
              <a:off x="4951" y="645"/>
              <a:ext cx="31" cy="183"/>
            </a:xfrm>
            <a:custGeom>
              <a:avLst/>
              <a:gdLst>
                <a:gd name="T0" fmla="*/ 16 w 16"/>
                <a:gd name="T1" fmla="*/ 4 h 96"/>
                <a:gd name="T2" fmla="*/ 8 w 16"/>
                <a:gd name="T3" fmla="*/ 0 h 96"/>
                <a:gd name="T4" fmla="*/ 0 w 16"/>
                <a:gd name="T5" fmla="*/ 4 h 96"/>
                <a:gd name="T6" fmla="*/ 5 w 16"/>
                <a:gd name="T7" fmla="*/ 6 h 96"/>
                <a:gd name="T8" fmla="*/ 3 w 16"/>
                <a:gd name="T9" fmla="*/ 40 h 96"/>
                <a:gd name="T10" fmla="*/ 4 w 16"/>
                <a:gd name="T11" fmla="*/ 88 h 96"/>
                <a:gd name="T12" fmla="*/ 10 w 16"/>
                <a:gd name="T13" fmla="*/ 89 h 96"/>
                <a:gd name="T14" fmla="*/ 10 w 16"/>
                <a:gd name="T15" fmla="*/ 33 h 96"/>
                <a:gd name="T16" fmla="*/ 10 w 16"/>
                <a:gd name="T17" fmla="*/ 7 h 96"/>
                <a:gd name="T18" fmla="*/ 16 w 16"/>
                <a:gd name="T19" fmla="*/ 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96">
                  <a:moveTo>
                    <a:pt x="16" y="4"/>
                  </a:moveTo>
                  <a:cubicBezTo>
                    <a:pt x="16" y="4"/>
                    <a:pt x="13" y="0"/>
                    <a:pt x="8" y="0"/>
                  </a:cubicBezTo>
                  <a:cubicBezTo>
                    <a:pt x="3" y="0"/>
                    <a:pt x="0" y="4"/>
                    <a:pt x="0" y="4"/>
                  </a:cubicBezTo>
                  <a:cubicBezTo>
                    <a:pt x="0" y="4"/>
                    <a:pt x="5" y="3"/>
                    <a:pt x="5" y="6"/>
                  </a:cubicBezTo>
                  <a:cubicBezTo>
                    <a:pt x="5" y="10"/>
                    <a:pt x="3" y="28"/>
                    <a:pt x="3" y="40"/>
                  </a:cubicBezTo>
                  <a:cubicBezTo>
                    <a:pt x="3" y="52"/>
                    <a:pt x="2" y="83"/>
                    <a:pt x="4" y="88"/>
                  </a:cubicBezTo>
                  <a:cubicBezTo>
                    <a:pt x="5" y="94"/>
                    <a:pt x="9" y="96"/>
                    <a:pt x="10" y="89"/>
                  </a:cubicBezTo>
                  <a:cubicBezTo>
                    <a:pt x="11" y="81"/>
                    <a:pt x="11" y="41"/>
                    <a:pt x="10" y="33"/>
                  </a:cubicBezTo>
                  <a:cubicBezTo>
                    <a:pt x="10" y="25"/>
                    <a:pt x="9" y="9"/>
                    <a:pt x="10" y="7"/>
                  </a:cubicBezTo>
                  <a:cubicBezTo>
                    <a:pt x="11" y="4"/>
                    <a:pt x="13" y="3"/>
                    <a:pt x="16" y="4"/>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3" name="Freeform 651"/>
            <p:cNvSpPr>
              <a:spLocks noEditPoints="1"/>
            </p:cNvSpPr>
            <p:nvPr/>
          </p:nvSpPr>
          <p:spPr bwMode="auto">
            <a:xfrm>
              <a:off x="5370" y="528"/>
              <a:ext cx="216" cy="674"/>
            </a:xfrm>
            <a:custGeom>
              <a:avLst/>
              <a:gdLst>
                <a:gd name="T0" fmla="*/ 46 w 113"/>
                <a:gd name="T1" fmla="*/ 11 h 352"/>
                <a:gd name="T2" fmla="*/ 45 w 113"/>
                <a:gd name="T3" fmla="*/ 34 h 352"/>
                <a:gd name="T4" fmla="*/ 52 w 113"/>
                <a:gd name="T5" fmla="*/ 45 h 352"/>
                <a:gd name="T6" fmla="*/ 31 w 113"/>
                <a:gd name="T7" fmla="*/ 60 h 352"/>
                <a:gd name="T8" fmla="*/ 29 w 113"/>
                <a:gd name="T9" fmla="*/ 183 h 352"/>
                <a:gd name="T10" fmla="*/ 32 w 113"/>
                <a:gd name="T11" fmla="*/ 183 h 352"/>
                <a:gd name="T12" fmla="*/ 32 w 113"/>
                <a:gd name="T13" fmla="*/ 195 h 352"/>
                <a:gd name="T14" fmla="*/ 29 w 113"/>
                <a:gd name="T15" fmla="*/ 261 h 352"/>
                <a:gd name="T16" fmla="*/ 34 w 113"/>
                <a:gd name="T17" fmla="*/ 262 h 352"/>
                <a:gd name="T18" fmla="*/ 37 w 113"/>
                <a:gd name="T19" fmla="*/ 306 h 352"/>
                <a:gd name="T20" fmla="*/ 34 w 113"/>
                <a:gd name="T21" fmla="*/ 335 h 352"/>
                <a:gd name="T22" fmla="*/ 53 w 113"/>
                <a:gd name="T23" fmla="*/ 337 h 352"/>
                <a:gd name="T24" fmla="*/ 57 w 113"/>
                <a:gd name="T25" fmla="*/ 316 h 352"/>
                <a:gd name="T26" fmla="*/ 56 w 113"/>
                <a:gd name="T27" fmla="*/ 282 h 352"/>
                <a:gd name="T28" fmla="*/ 65 w 113"/>
                <a:gd name="T29" fmla="*/ 207 h 352"/>
                <a:gd name="T30" fmla="*/ 73 w 113"/>
                <a:gd name="T31" fmla="*/ 223 h 352"/>
                <a:gd name="T32" fmla="*/ 83 w 113"/>
                <a:gd name="T33" fmla="*/ 298 h 352"/>
                <a:gd name="T34" fmla="*/ 81 w 113"/>
                <a:gd name="T35" fmla="*/ 311 h 352"/>
                <a:gd name="T36" fmla="*/ 87 w 113"/>
                <a:gd name="T37" fmla="*/ 334 h 352"/>
                <a:gd name="T38" fmla="*/ 103 w 113"/>
                <a:gd name="T39" fmla="*/ 350 h 352"/>
                <a:gd name="T40" fmla="*/ 101 w 113"/>
                <a:gd name="T41" fmla="*/ 321 h 352"/>
                <a:gd name="T42" fmla="*/ 102 w 113"/>
                <a:gd name="T43" fmla="*/ 304 h 352"/>
                <a:gd name="T44" fmla="*/ 104 w 113"/>
                <a:gd name="T45" fmla="*/ 241 h 352"/>
                <a:gd name="T46" fmla="*/ 103 w 113"/>
                <a:gd name="T47" fmla="*/ 175 h 352"/>
                <a:gd name="T48" fmla="*/ 107 w 113"/>
                <a:gd name="T49" fmla="*/ 164 h 352"/>
                <a:gd name="T50" fmla="*/ 110 w 113"/>
                <a:gd name="T51" fmla="*/ 135 h 352"/>
                <a:gd name="T52" fmla="*/ 106 w 113"/>
                <a:gd name="T53" fmla="*/ 78 h 352"/>
                <a:gd name="T54" fmla="*/ 75 w 113"/>
                <a:gd name="T55" fmla="*/ 53 h 352"/>
                <a:gd name="T56" fmla="*/ 74 w 113"/>
                <a:gd name="T57" fmla="*/ 36 h 352"/>
                <a:gd name="T58" fmla="*/ 78 w 113"/>
                <a:gd name="T59" fmla="*/ 25 h 352"/>
                <a:gd name="T60" fmla="*/ 77 w 113"/>
                <a:gd name="T61" fmla="*/ 11 h 352"/>
                <a:gd name="T62" fmla="*/ 29 w 113"/>
                <a:gd name="T63" fmla="*/ 60 h 352"/>
                <a:gd name="T64" fmla="*/ 17 w 113"/>
                <a:gd name="T65" fmla="*/ 108 h 352"/>
                <a:gd name="T66" fmla="*/ 11 w 113"/>
                <a:gd name="T67" fmla="*/ 176 h 352"/>
                <a:gd name="T68" fmla="*/ 13 w 113"/>
                <a:gd name="T69" fmla="*/ 188 h 352"/>
                <a:gd name="T70" fmla="*/ 0 w 113"/>
                <a:gd name="T71" fmla="*/ 192 h 352"/>
                <a:gd name="T72" fmla="*/ 23 w 113"/>
                <a:gd name="T73" fmla="*/ 264 h 352"/>
                <a:gd name="T74" fmla="*/ 29 w 113"/>
                <a:gd name="T75" fmla="*/ 194 h 352"/>
                <a:gd name="T76" fmla="*/ 26 w 113"/>
                <a:gd name="T77" fmla="*/ 188 h 352"/>
                <a:gd name="T78" fmla="*/ 29 w 113"/>
                <a:gd name="T79" fmla="*/ 183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3" h="352">
                  <a:moveTo>
                    <a:pt x="60" y="0"/>
                  </a:moveTo>
                  <a:cubicBezTo>
                    <a:pt x="54" y="0"/>
                    <a:pt x="47" y="5"/>
                    <a:pt x="46" y="11"/>
                  </a:cubicBezTo>
                  <a:cubicBezTo>
                    <a:pt x="45" y="18"/>
                    <a:pt x="45" y="27"/>
                    <a:pt x="45" y="27"/>
                  </a:cubicBezTo>
                  <a:cubicBezTo>
                    <a:pt x="45" y="27"/>
                    <a:pt x="43" y="31"/>
                    <a:pt x="45" y="34"/>
                  </a:cubicBezTo>
                  <a:cubicBezTo>
                    <a:pt x="47" y="38"/>
                    <a:pt x="51" y="37"/>
                    <a:pt x="51" y="37"/>
                  </a:cubicBezTo>
                  <a:cubicBezTo>
                    <a:pt x="51" y="37"/>
                    <a:pt x="52" y="42"/>
                    <a:pt x="52" y="45"/>
                  </a:cubicBezTo>
                  <a:cubicBezTo>
                    <a:pt x="52" y="48"/>
                    <a:pt x="52" y="50"/>
                    <a:pt x="49" y="52"/>
                  </a:cubicBezTo>
                  <a:cubicBezTo>
                    <a:pt x="47" y="54"/>
                    <a:pt x="38" y="58"/>
                    <a:pt x="31" y="60"/>
                  </a:cubicBezTo>
                  <a:cubicBezTo>
                    <a:pt x="31" y="60"/>
                    <a:pt x="30" y="60"/>
                    <a:pt x="29" y="60"/>
                  </a:cubicBezTo>
                  <a:cubicBezTo>
                    <a:pt x="29" y="183"/>
                    <a:pt x="29" y="183"/>
                    <a:pt x="29" y="183"/>
                  </a:cubicBezTo>
                  <a:cubicBezTo>
                    <a:pt x="29" y="183"/>
                    <a:pt x="29" y="183"/>
                    <a:pt x="29" y="183"/>
                  </a:cubicBezTo>
                  <a:cubicBezTo>
                    <a:pt x="32" y="183"/>
                    <a:pt x="32" y="183"/>
                    <a:pt x="32" y="183"/>
                  </a:cubicBezTo>
                  <a:cubicBezTo>
                    <a:pt x="32" y="183"/>
                    <a:pt x="32" y="186"/>
                    <a:pt x="32" y="189"/>
                  </a:cubicBezTo>
                  <a:cubicBezTo>
                    <a:pt x="32" y="192"/>
                    <a:pt x="32" y="195"/>
                    <a:pt x="32" y="195"/>
                  </a:cubicBezTo>
                  <a:cubicBezTo>
                    <a:pt x="29" y="194"/>
                    <a:pt x="29" y="194"/>
                    <a:pt x="29" y="194"/>
                  </a:cubicBezTo>
                  <a:cubicBezTo>
                    <a:pt x="29" y="261"/>
                    <a:pt x="29" y="261"/>
                    <a:pt x="29" y="261"/>
                  </a:cubicBezTo>
                  <a:cubicBezTo>
                    <a:pt x="29" y="261"/>
                    <a:pt x="29" y="261"/>
                    <a:pt x="30" y="261"/>
                  </a:cubicBezTo>
                  <a:cubicBezTo>
                    <a:pt x="33" y="261"/>
                    <a:pt x="34" y="262"/>
                    <a:pt x="34" y="262"/>
                  </a:cubicBezTo>
                  <a:cubicBezTo>
                    <a:pt x="34" y="262"/>
                    <a:pt x="34" y="278"/>
                    <a:pt x="34" y="284"/>
                  </a:cubicBezTo>
                  <a:cubicBezTo>
                    <a:pt x="34" y="291"/>
                    <a:pt x="34" y="301"/>
                    <a:pt x="37" y="306"/>
                  </a:cubicBezTo>
                  <a:cubicBezTo>
                    <a:pt x="40" y="311"/>
                    <a:pt x="40" y="312"/>
                    <a:pt x="40" y="316"/>
                  </a:cubicBezTo>
                  <a:cubicBezTo>
                    <a:pt x="40" y="320"/>
                    <a:pt x="34" y="332"/>
                    <a:pt x="34" y="335"/>
                  </a:cubicBezTo>
                  <a:cubicBezTo>
                    <a:pt x="34" y="339"/>
                    <a:pt x="35" y="345"/>
                    <a:pt x="42" y="345"/>
                  </a:cubicBezTo>
                  <a:cubicBezTo>
                    <a:pt x="48" y="345"/>
                    <a:pt x="53" y="342"/>
                    <a:pt x="53" y="337"/>
                  </a:cubicBezTo>
                  <a:cubicBezTo>
                    <a:pt x="53" y="332"/>
                    <a:pt x="52" y="329"/>
                    <a:pt x="54" y="327"/>
                  </a:cubicBezTo>
                  <a:cubicBezTo>
                    <a:pt x="56" y="325"/>
                    <a:pt x="53" y="320"/>
                    <a:pt x="57" y="316"/>
                  </a:cubicBezTo>
                  <a:cubicBezTo>
                    <a:pt x="60" y="311"/>
                    <a:pt x="56" y="310"/>
                    <a:pt x="57" y="305"/>
                  </a:cubicBezTo>
                  <a:cubicBezTo>
                    <a:pt x="58" y="301"/>
                    <a:pt x="56" y="287"/>
                    <a:pt x="56" y="282"/>
                  </a:cubicBezTo>
                  <a:cubicBezTo>
                    <a:pt x="56" y="276"/>
                    <a:pt x="57" y="270"/>
                    <a:pt x="59" y="246"/>
                  </a:cubicBezTo>
                  <a:cubicBezTo>
                    <a:pt x="62" y="223"/>
                    <a:pt x="64" y="212"/>
                    <a:pt x="65" y="207"/>
                  </a:cubicBezTo>
                  <a:cubicBezTo>
                    <a:pt x="65" y="202"/>
                    <a:pt x="67" y="196"/>
                    <a:pt x="67" y="196"/>
                  </a:cubicBezTo>
                  <a:cubicBezTo>
                    <a:pt x="67" y="196"/>
                    <a:pt x="70" y="218"/>
                    <a:pt x="73" y="223"/>
                  </a:cubicBezTo>
                  <a:cubicBezTo>
                    <a:pt x="76" y="229"/>
                    <a:pt x="80" y="256"/>
                    <a:pt x="81" y="264"/>
                  </a:cubicBezTo>
                  <a:cubicBezTo>
                    <a:pt x="82" y="272"/>
                    <a:pt x="81" y="295"/>
                    <a:pt x="83" y="298"/>
                  </a:cubicBezTo>
                  <a:cubicBezTo>
                    <a:pt x="85" y="300"/>
                    <a:pt x="86" y="304"/>
                    <a:pt x="86" y="304"/>
                  </a:cubicBezTo>
                  <a:cubicBezTo>
                    <a:pt x="86" y="304"/>
                    <a:pt x="81" y="307"/>
                    <a:pt x="81" y="311"/>
                  </a:cubicBezTo>
                  <a:cubicBezTo>
                    <a:pt x="81" y="315"/>
                    <a:pt x="84" y="318"/>
                    <a:pt x="84" y="323"/>
                  </a:cubicBezTo>
                  <a:cubicBezTo>
                    <a:pt x="84" y="328"/>
                    <a:pt x="85" y="332"/>
                    <a:pt x="87" y="334"/>
                  </a:cubicBezTo>
                  <a:cubicBezTo>
                    <a:pt x="89" y="335"/>
                    <a:pt x="88" y="343"/>
                    <a:pt x="91" y="346"/>
                  </a:cubicBezTo>
                  <a:cubicBezTo>
                    <a:pt x="94" y="350"/>
                    <a:pt x="98" y="352"/>
                    <a:pt x="103" y="350"/>
                  </a:cubicBezTo>
                  <a:cubicBezTo>
                    <a:pt x="109" y="349"/>
                    <a:pt x="109" y="342"/>
                    <a:pt x="106" y="335"/>
                  </a:cubicBezTo>
                  <a:cubicBezTo>
                    <a:pt x="103" y="329"/>
                    <a:pt x="100" y="324"/>
                    <a:pt x="101" y="321"/>
                  </a:cubicBezTo>
                  <a:cubicBezTo>
                    <a:pt x="102" y="319"/>
                    <a:pt x="103" y="315"/>
                    <a:pt x="100" y="312"/>
                  </a:cubicBezTo>
                  <a:cubicBezTo>
                    <a:pt x="98" y="309"/>
                    <a:pt x="101" y="307"/>
                    <a:pt x="102" y="304"/>
                  </a:cubicBezTo>
                  <a:cubicBezTo>
                    <a:pt x="104" y="302"/>
                    <a:pt x="104" y="291"/>
                    <a:pt x="104" y="286"/>
                  </a:cubicBezTo>
                  <a:cubicBezTo>
                    <a:pt x="104" y="280"/>
                    <a:pt x="103" y="252"/>
                    <a:pt x="104" y="241"/>
                  </a:cubicBezTo>
                  <a:cubicBezTo>
                    <a:pt x="104" y="231"/>
                    <a:pt x="105" y="199"/>
                    <a:pt x="103" y="191"/>
                  </a:cubicBezTo>
                  <a:cubicBezTo>
                    <a:pt x="102" y="182"/>
                    <a:pt x="103" y="175"/>
                    <a:pt x="103" y="175"/>
                  </a:cubicBezTo>
                  <a:cubicBezTo>
                    <a:pt x="103" y="175"/>
                    <a:pt x="107" y="177"/>
                    <a:pt x="107" y="174"/>
                  </a:cubicBezTo>
                  <a:cubicBezTo>
                    <a:pt x="107" y="171"/>
                    <a:pt x="105" y="170"/>
                    <a:pt x="107" y="164"/>
                  </a:cubicBezTo>
                  <a:cubicBezTo>
                    <a:pt x="108" y="159"/>
                    <a:pt x="109" y="153"/>
                    <a:pt x="110" y="149"/>
                  </a:cubicBezTo>
                  <a:cubicBezTo>
                    <a:pt x="112" y="145"/>
                    <a:pt x="113" y="137"/>
                    <a:pt x="110" y="135"/>
                  </a:cubicBezTo>
                  <a:cubicBezTo>
                    <a:pt x="108" y="133"/>
                    <a:pt x="111" y="120"/>
                    <a:pt x="109" y="111"/>
                  </a:cubicBezTo>
                  <a:cubicBezTo>
                    <a:pt x="108" y="101"/>
                    <a:pt x="106" y="86"/>
                    <a:pt x="106" y="78"/>
                  </a:cubicBezTo>
                  <a:cubicBezTo>
                    <a:pt x="106" y="70"/>
                    <a:pt x="105" y="64"/>
                    <a:pt x="95" y="61"/>
                  </a:cubicBezTo>
                  <a:cubicBezTo>
                    <a:pt x="84" y="59"/>
                    <a:pt x="76" y="55"/>
                    <a:pt x="75" y="53"/>
                  </a:cubicBezTo>
                  <a:cubicBezTo>
                    <a:pt x="73" y="51"/>
                    <a:pt x="73" y="45"/>
                    <a:pt x="73" y="42"/>
                  </a:cubicBezTo>
                  <a:cubicBezTo>
                    <a:pt x="74" y="40"/>
                    <a:pt x="74" y="38"/>
                    <a:pt x="74" y="36"/>
                  </a:cubicBezTo>
                  <a:cubicBezTo>
                    <a:pt x="74" y="35"/>
                    <a:pt x="77" y="37"/>
                    <a:pt x="78" y="34"/>
                  </a:cubicBezTo>
                  <a:cubicBezTo>
                    <a:pt x="78" y="31"/>
                    <a:pt x="79" y="25"/>
                    <a:pt x="78" y="25"/>
                  </a:cubicBezTo>
                  <a:cubicBezTo>
                    <a:pt x="78" y="24"/>
                    <a:pt x="77" y="24"/>
                    <a:pt x="77" y="24"/>
                  </a:cubicBezTo>
                  <a:cubicBezTo>
                    <a:pt x="77" y="23"/>
                    <a:pt x="77" y="17"/>
                    <a:pt x="77" y="11"/>
                  </a:cubicBezTo>
                  <a:cubicBezTo>
                    <a:pt x="76" y="6"/>
                    <a:pt x="70" y="1"/>
                    <a:pt x="60" y="0"/>
                  </a:cubicBezTo>
                  <a:close/>
                  <a:moveTo>
                    <a:pt x="29" y="60"/>
                  </a:moveTo>
                  <a:cubicBezTo>
                    <a:pt x="23" y="62"/>
                    <a:pt x="19" y="64"/>
                    <a:pt x="19" y="71"/>
                  </a:cubicBezTo>
                  <a:cubicBezTo>
                    <a:pt x="19" y="80"/>
                    <a:pt x="18" y="97"/>
                    <a:pt x="17" y="108"/>
                  </a:cubicBezTo>
                  <a:cubicBezTo>
                    <a:pt x="15" y="119"/>
                    <a:pt x="12" y="143"/>
                    <a:pt x="12" y="150"/>
                  </a:cubicBezTo>
                  <a:cubicBezTo>
                    <a:pt x="12" y="158"/>
                    <a:pt x="11" y="174"/>
                    <a:pt x="11" y="176"/>
                  </a:cubicBezTo>
                  <a:cubicBezTo>
                    <a:pt x="11" y="178"/>
                    <a:pt x="13" y="177"/>
                    <a:pt x="12" y="180"/>
                  </a:cubicBezTo>
                  <a:cubicBezTo>
                    <a:pt x="12" y="183"/>
                    <a:pt x="12" y="186"/>
                    <a:pt x="13" y="188"/>
                  </a:cubicBezTo>
                  <a:cubicBezTo>
                    <a:pt x="15" y="190"/>
                    <a:pt x="14" y="193"/>
                    <a:pt x="14" y="193"/>
                  </a:cubicBezTo>
                  <a:cubicBezTo>
                    <a:pt x="0" y="192"/>
                    <a:pt x="0" y="192"/>
                    <a:pt x="0" y="192"/>
                  </a:cubicBezTo>
                  <a:cubicBezTo>
                    <a:pt x="1" y="247"/>
                    <a:pt x="1" y="247"/>
                    <a:pt x="1" y="247"/>
                  </a:cubicBezTo>
                  <a:cubicBezTo>
                    <a:pt x="23" y="264"/>
                    <a:pt x="23" y="264"/>
                    <a:pt x="23" y="264"/>
                  </a:cubicBezTo>
                  <a:cubicBezTo>
                    <a:pt x="23" y="264"/>
                    <a:pt x="26" y="262"/>
                    <a:pt x="29" y="261"/>
                  </a:cubicBezTo>
                  <a:cubicBezTo>
                    <a:pt x="29" y="194"/>
                    <a:pt x="29" y="194"/>
                    <a:pt x="29" y="194"/>
                  </a:cubicBezTo>
                  <a:cubicBezTo>
                    <a:pt x="27" y="194"/>
                    <a:pt x="27" y="194"/>
                    <a:pt x="27" y="194"/>
                  </a:cubicBezTo>
                  <a:cubicBezTo>
                    <a:pt x="27" y="194"/>
                    <a:pt x="27" y="190"/>
                    <a:pt x="26" y="188"/>
                  </a:cubicBezTo>
                  <a:cubicBezTo>
                    <a:pt x="26" y="185"/>
                    <a:pt x="26" y="183"/>
                    <a:pt x="26" y="180"/>
                  </a:cubicBezTo>
                  <a:cubicBezTo>
                    <a:pt x="26" y="180"/>
                    <a:pt x="27" y="182"/>
                    <a:pt x="29" y="183"/>
                  </a:cubicBezTo>
                  <a:lnTo>
                    <a:pt x="29" y="60"/>
                  </a:ln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4" name="Freeform 652"/>
            <p:cNvSpPr>
              <a:spLocks/>
            </p:cNvSpPr>
            <p:nvPr/>
          </p:nvSpPr>
          <p:spPr bwMode="auto">
            <a:xfrm>
              <a:off x="5551" y="832"/>
              <a:ext cx="25" cy="21"/>
            </a:xfrm>
            <a:custGeom>
              <a:avLst/>
              <a:gdLst>
                <a:gd name="T0" fmla="*/ 10 w 13"/>
                <a:gd name="T1" fmla="*/ 11 h 11"/>
                <a:gd name="T2" fmla="*/ 10 w 13"/>
                <a:gd name="T3" fmla="*/ 3 h 11"/>
                <a:gd name="T4" fmla="*/ 0 w 13"/>
                <a:gd name="T5" fmla="*/ 2 h 11"/>
                <a:gd name="T6" fmla="*/ 7 w 13"/>
                <a:gd name="T7" fmla="*/ 4 h 11"/>
                <a:gd name="T8" fmla="*/ 10 w 13"/>
                <a:gd name="T9" fmla="*/ 11 h 11"/>
              </a:gdLst>
              <a:ahLst/>
              <a:cxnLst>
                <a:cxn ang="0">
                  <a:pos x="T0" y="T1"/>
                </a:cxn>
                <a:cxn ang="0">
                  <a:pos x="T2" y="T3"/>
                </a:cxn>
                <a:cxn ang="0">
                  <a:pos x="T4" y="T5"/>
                </a:cxn>
                <a:cxn ang="0">
                  <a:pos x="T6" y="T7"/>
                </a:cxn>
                <a:cxn ang="0">
                  <a:pos x="T8" y="T9"/>
                </a:cxn>
              </a:cxnLst>
              <a:rect l="0" t="0" r="r" b="b"/>
              <a:pathLst>
                <a:path w="13" h="11">
                  <a:moveTo>
                    <a:pt x="10" y="11"/>
                  </a:moveTo>
                  <a:cubicBezTo>
                    <a:pt x="10" y="11"/>
                    <a:pt x="13" y="7"/>
                    <a:pt x="10" y="3"/>
                  </a:cubicBezTo>
                  <a:cubicBezTo>
                    <a:pt x="7" y="0"/>
                    <a:pt x="0" y="2"/>
                    <a:pt x="0" y="2"/>
                  </a:cubicBezTo>
                  <a:cubicBezTo>
                    <a:pt x="0" y="2"/>
                    <a:pt x="5" y="2"/>
                    <a:pt x="7" y="4"/>
                  </a:cubicBezTo>
                  <a:cubicBezTo>
                    <a:pt x="10" y="6"/>
                    <a:pt x="9" y="8"/>
                    <a:pt x="10"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5" name="Freeform 653"/>
            <p:cNvSpPr>
              <a:spLocks/>
            </p:cNvSpPr>
            <p:nvPr/>
          </p:nvSpPr>
          <p:spPr bwMode="auto">
            <a:xfrm>
              <a:off x="5393" y="861"/>
              <a:ext cx="27" cy="10"/>
            </a:xfrm>
            <a:custGeom>
              <a:avLst/>
              <a:gdLst>
                <a:gd name="T0" fmla="*/ 14 w 14"/>
                <a:gd name="T1" fmla="*/ 5 h 5"/>
                <a:gd name="T2" fmla="*/ 8 w 14"/>
                <a:gd name="T3" fmla="*/ 0 h 5"/>
                <a:gd name="T4" fmla="*/ 0 w 14"/>
                <a:gd name="T5" fmla="*/ 5 h 5"/>
                <a:gd name="T6" fmla="*/ 8 w 14"/>
                <a:gd name="T7" fmla="*/ 3 h 5"/>
                <a:gd name="T8" fmla="*/ 14 w 14"/>
                <a:gd name="T9" fmla="*/ 5 h 5"/>
              </a:gdLst>
              <a:ahLst/>
              <a:cxnLst>
                <a:cxn ang="0">
                  <a:pos x="T0" y="T1"/>
                </a:cxn>
                <a:cxn ang="0">
                  <a:pos x="T2" y="T3"/>
                </a:cxn>
                <a:cxn ang="0">
                  <a:pos x="T4" y="T5"/>
                </a:cxn>
                <a:cxn ang="0">
                  <a:pos x="T6" y="T7"/>
                </a:cxn>
                <a:cxn ang="0">
                  <a:pos x="T8" y="T9"/>
                </a:cxn>
              </a:cxnLst>
              <a:rect l="0" t="0" r="r" b="b"/>
              <a:pathLst>
                <a:path w="14" h="5">
                  <a:moveTo>
                    <a:pt x="14" y="5"/>
                  </a:moveTo>
                  <a:cubicBezTo>
                    <a:pt x="14" y="5"/>
                    <a:pt x="14" y="0"/>
                    <a:pt x="8" y="0"/>
                  </a:cubicBezTo>
                  <a:cubicBezTo>
                    <a:pt x="1" y="0"/>
                    <a:pt x="0" y="5"/>
                    <a:pt x="0" y="5"/>
                  </a:cubicBezTo>
                  <a:cubicBezTo>
                    <a:pt x="0" y="5"/>
                    <a:pt x="4" y="2"/>
                    <a:pt x="8" y="3"/>
                  </a:cubicBezTo>
                  <a:cubicBezTo>
                    <a:pt x="12" y="3"/>
                    <a:pt x="12" y="3"/>
                    <a:pt x="14"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6" name="Freeform 654"/>
            <p:cNvSpPr>
              <a:spLocks/>
            </p:cNvSpPr>
            <p:nvPr/>
          </p:nvSpPr>
          <p:spPr bwMode="auto">
            <a:xfrm>
              <a:off x="5465" y="622"/>
              <a:ext cx="73" cy="187"/>
            </a:xfrm>
            <a:custGeom>
              <a:avLst/>
              <a:gdLst>
                <a:gd name="T0" fmla="*/ 1 w 38"/>
                <a:gd name="T1" fmla="*/ 0 h 98"/>
                <a:gd name="T2" fmla="*/ 0 w 38"/>
                <a:gd name="T3" fmla="*/ 2 h 98"/>
                <a:gd name="T4" fmla="*/ 5 w 38"/>
                <a:gd name="T5" fmla="*/ 46 h 98"/>
                <a:gd name="T6" fmla="*/ 3 w 38"/>
                <a:gd name="T7" fmla="*/ 98 h 98"/>
                <a:gd name="T8" fmla="*/ 14 w 38"/>
                <a:gd name="T9" fmla="*/ 98 h 98"/>
                <a:gd name="T10" fmla="*/ 38 w 38"/>
                <a:gd name="T11" fmla="*/ 93 h 98"/>
                <a:gd name="T12" fmla="*/ 33 w 38"/>
                <a:gd name="T13" fmla="*/ 82 h 98"/>
                <a:gd name="T14" fmla="*/ 26 w 38"/>
                <a:gd name="T15" fmla="*/ 26 h 98"/>
                <a:gd name="T16" fmla="*/ 26 w 38"/>
                <a:gd name="T17" fmla="*/ 5 h 98"/>
                <a:gd name="T18" fmla="*/ 25 w 38"/>
                <a:gd name="T19" fmla="*/ 4 h 98"/>
                <a:gd name="T20" fmla="*/ 24 w 38"/>
                <a:gd name="T21" fmla="*/ 1 h 98"/>
                <a:gd name="T22" fmla="*/ 12 w 38"/>
                <a:gd name="T23" fmla="*/ 11 h 98"/>
                <a:gd name="T24" fmla="*/ 1 w 38"/>
                <a:gd name="T2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98">
                  <a:moveTo>
                    <a:pt x="1" y="0"/>
                  </a:moveTo>
                  <a:cubicBezTo>
                    <a:pt x="1" y="1"/>
                    <a:pt x="1" y="2"/>
                    <a:pt x="0" y="2"/>
                  </a:cubicBezTo>
                  <a:cubicBezTo>
                    <a:pt x="1" y="9"/>
                    <a:pt x="4" y="30"/>
                    <a:pt x="5" y="46"/>
                  </a:cubicBezTo>
                  <a:cubicBezTo>
                    <a:pt x="7" y="64"/>
                    <a:pt x="3" y="98"/>
                    <a:pt x="3" y="98"/>
                  </a:cubicBezTo>
                  <a:cubicBezTo>
                    <a:pt x="3" y="98"/>
                    <a:pt x="6" y="98"/>
                    <a:pt x="14" y="98"/>
                  </a:cubicBezTo>
                  <a:cubicBezTo>
                    <a:pt x="22" y="98"/>
                    <a:pt x="38" y="93"/>
                    <a:pt x="38" y="93"/>
                  </a:cubicBezTo>
                  <a:cubicBezTo>
                    <a:pt x="38" y="93"/>
                    <a:pt x="35" y="88"/>
                    <a:pt x="33" y="82"/>
                  </a:cubicBezTo>
                  <a:cubicBezTo>
                    <a:pt x="31" y="76"/>
                    <a:pt x="27" y="49"/>
                    <a:pt x="26" y="26"/>
                  </a:cubicBezTo>
                  <a:cubicBezTo>
                    <a:pt x="25" y="14"/>
                    <a:pt x="25" y="8"/>
                    <a:pt x="26" y="5"/>
                  </a:cubicBezTo>
                  <a:cubicBezTo>
                    <a:pt x="25" y="5"/>
                    <a:pt x="25" y="4"/>
                    <a:pt x="25" y="4"/>
                  </a:cubicBezTo>
                  <a:cubicBezTo>
                    <a:pt x="24" y="3"/>
                    <a:pt x="24" y="2"/>
                    <a:pt x="24" y="1"/>
                  </a:cubicBezTo>
                  <a:cubicBezTo>
                    <a:pt x="21" y="6"/>
                    <a:pt x="15" y="11"/>
                    <a:pt x="12" y="11"/>
                  </a:cubicBezTo>
                  <a:cubicBezTo>
                    <a:pt x="8" y="11"/>
                    <a:pt x="4" y="4"/>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7" name="Freeform 655"/>
            <p:cNvSpPr>
              <a:spLocks/>
            </p:cNvSpPr>
            <p:nvPr/>
          </p:nvSpPr>
          <p:spPr bwMode="auto">
            <a:xfrm>
              <a:off x="5475" y="645"/>
              <a:ext cx="29" cy="183"/>
            </a:xfrm>
            <a:custGeom>
              <a:avLst/>
              <a:gdLst>
                <a:gd name="T0" fmla="*/ 15 w 15"/>
                <a:gd name="T1" fmla="*/ 4 h 96"/>
                <a:gd name="T2" fmla="*/ 8 w 15"/>
                <a:gd name="T3" fmla="*/ 0 h 96"/>
                <a:gd name="T4" fmla="*/ 0 w 15"/>
                <a:gd name="T5" fmla="*/ 4 h 96"/>
                <a:gd name="T6" fmla="*/ 5 w 15"/>
                <a:gd name="T7" fmla="*/ 6 h 96"/>
                <a:gd name="T8" fmla="*/ 3 w 15"/>
                <a:gd name="T9" fmla="*/ 40 h 96"/>
                <a:gd name="T10" fmla="*/ 3 w 15"/>
                <a:gd name="T11" fmla="*/ 88 h 96"/>
                <a:gd name="T12" fmla="*/ 10 w 15"/>
                <a:gd name="T13" fmla="*/ 89 h 96"/>
                <a:gd name="T14" fmla="*/ 10 w 15"/>
                <a:gd name="T15" fmla="*/ 33 h 96"/>
                <a:gd name="T16" fmla="*/ 9 w 15"/>
                <a:gd name="T17" fmla="*/ 7 h 96"/>
                <a:gd name="T18" fmla="*/ 15 w 15"/>
                <a:gd name="T19" fmla="*/ 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96">
                  <a:moveTo>
                    <a:pt x="15" y="4"/>
                  </a:moveTo>
                  <a:cubicBezTo>
                    <a:pt x="15" y="4"/>
                    <a:pt x="12" y="0"/>
                    <a:pt x="8" y="0"/>
                  </a:cubicBezTo>
                  <a:cubicBezTo>
                    <a:pt x="3" y="0"/>
                    <a:pt x="0" y="4"/>
                    <a:pt x="0" y="4"/>
                  </a:cubicBezTo>
                  <a:cubicBezTo>
                    <a:pt x="0" y="4"/>
                    <a:pt x="5" y="3"/>
                    <a:pt x="5" y="6"/>
                  </a:cubicBezTo>
                  <a:cubicBezTo>
                    <a:pt x="5" y="10"/>
                    <a:pt x="3" y="28"/>
                    <a:pt x="3" y="40"/>
                  </a:cubicBezTo>
                  <a:cubicBezTo>
                    <a:pt x="3" y="52"/>
                    <a:pt x="2" y="83"/>
                    <a:pt x="3" y="88"/>
                  </a:cubicBezTo>
                  <a:cubicBezTo>
                    <a:pt x="5" y="94"/>
                    <a:pt x="9" y="96"/>
                    <a:pt x="10" y="89"/>
                  </a:cubicBezTo>
                  <a:cubicBezTo>
                    <a:pt x="10" y="81"/>
                    <a:pt x="10" y="41"/>
                    <a:pt x="10" y="33"/>
                  </a:cubicBezTo>
                  <a:cubicBezTo>
                    <a:pt x="10" y="25"/>
                    <a:pt x="9" y="9"/>
                    <a:pt x="9" y="7"/>
                  </a:cubicBezTo>
                  <a:cubicBezTo>
                    <a:pt x="10" y="4"/>
                    <a:pt x="13" y="3"/>
                    <a:pt x="15" y="4"/>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8" name="Freeform 656"/>
            <p:cNvSpPr>
              <a:spLocks/>
            </p:cNvSpPr>
            <p:nvPr/>
          </p:nvSpPr>
          <p:spPr bwMode="auto">
            <a:xfrm>
              <a:off x="2207" y="606"/>
              <a:ext cx="52" cy="77"/>
            </a:xfrm>
            <a:custGeom>
              <a:avLst/>
              <a:gdLst>
                <a:gd name="T0" fmla="*/ 2 w 27"/>
                <a:gd name="T1" fmla="*/ 11 h 40"/>
                <a:gd name="T2" fmla="*/ 3 w 27"/>
                <a:gd name="T3" fmla="*/ 23 h 40"/>
                <a:gd name="T4" fmla="*/ 2 w 27"/>
                <a:gd name="T5" fmla="*/ 35 h 40"/>
                <a:gd name="T6" fmla="*/ 21 w 27"/>
                <a:gd name="T7" fmla="*/ 39 h 40"/>
                <a:gd name="T8" fmla="*/ 2 w 27"/>
                <a:gd name="T9" fmla="*/ 11 h 40"/>
              </a:gdLst>
              <a:ahLst/>
              <a:cxnLst>
                <a:cxn ang="0">
                  <a:pos x="T0" y="T1"/>
                </a:cxn>
                <a:cxn ang="0">
                  <a:pos x="T2" y="T3"/>
                </a:cxn>
                <a:cxn ang="0">
                  <a:pos x="T4" y="T5"/>
                </a:cxn>
                <a:cxn ang="0">
                  <a:pos x="T6" y="T7"/>
                </a:cxn>
                <a:cxn ang="0">
                  <a:pos x="T8" y="T9"/>
                </a:cxn>
              </a:cxnLst>
              <a:rect l="0" t="0" r="r" b="b"/>
              <a:pathLst>
                <a:path w="27" h="40">
                  <a:moveTo>
                    <a:pt x="2" y="11"/>
                  </a:moveTo>
                  <a:cubicBezTo>
                    <a:pt x="10" y="15"/>
                    <a:pt x="1" y="19"/>
                    <a:pt x="3" y="23"/>
                  </a:cubicBezTo>
                  <a:cubicBezTo>
                    <a:pt x="6" y="27"/>
                    <a:pt x="0" y="30"/>
                    <a:pt x="2" y="35"/>
                  </a:cubicBezTo>
                  <a:cubicBezTo>
                    <a:pt x="3" y="40"/>
                    <a:pt x="15" y="40"/>
                    <a:pt x="21" y="39"/>
                  </a:cubicBezTo>
                  <a:cubicBezTo>
                    <a:pt x="27" y="39"/>
                    <a:pt x="19" y="0"/>
                    <a:pt x="2" y="11"/>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9" name="Freeform 657"/>
            <p:cNvSpPr>
              <a:spLocks/>
            </p:cNvSpPr>
            <p:nvPr/>
          </p:nvSpPr>
          <p:spPr bwMode="auto">
            <a:xfrm>
              <a:off x="2184" y="536"/>
              <a:ext cx="109" cy="149"/>
            </a:xfrm>
            <a:custGeom>
              <a:avLst/>
              <a:gdLst>
                <a:gd name="T0" fmla="*/ 5 w 57"/>
                <a:gd name="T1" fmla="*/ 14 h 78"/>
                <a:gd name="T2" fmla="*/ 40 w 57"/>
                <a:gd name="T3" fmla="*/ 23 h 78"/>
                <a:gd name="T4" fmla="*/ 47 w 57"/>
                <a:gd name="T5" fmla="*/ 38 h 78"/>
                <a:gd name="T6" fmla="*/ 50 w 57"/>
                <a:gd name="T7" fmla="*/ 53 h 78"/>
                <a:gd name="T8" fmla="*/ 45 w 57"/>
                <a:gd name="T9" fmla="*/ 70 h 78"/>
                <a:gd name="T10" fmla="*/ 28 w 57"/>
                <a:gd name="T11" fmla="*/ 76 h 78"/>
                <a:gd name="T12" fmla="*/ 11 w 57"/>
                <a:gd name="T13" fmla="*/ 33 h 78"/>
                <a:gd name="T14" fmla="*/ 5 w 57"/>
                <a:gd name="T15" fmla="*/ 14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78">
                  <a:moveTo>
                    <a:pt x="5" y="14"/>
                  </a:moveTo>
                  <a:cubicBezTo>
                    <a:pt x="15" y="0"/>
                    <a:pt x="40" y="6"/>
                    <a:pt x="40" y="23"/>
                  </a:cubicBezTo>
                  <a:cubicBezTo>
                    <a:pt x="40" y="40"/>
                    <a:pt x="50" y="29"/>
                    <a:pt x="47" y="38"/>
                  </a:cubicBezTo>
                  <a:cubicBezTo>
                    <a:pt x="43" y="47"/>
                    <a:pt x="54" y="46"/>
                    <a:pt x="50" y="53"/>
                  </a:cubicBezTo>
                  <a:cubicBezTo>
                    <a:pt x="45" y="60"/>
                    <a:pt x="57" y="62"/>
                    <a:pt x="45" y="70"/>
                  </a:cubicBezTo>
                  <a:cubicBezTo>
                    <a:pt x="34" y="78"/>
                    <a:pt x="28" y="76"/>
                    <a:pt x="28" y="76"/>
                  </a:cubicBezTo>
                  <a:cubicBezTo>
                    <a:pt x="28" y="76"/>
                    <a:pt x="31" y="27"/>
                    <a:pt x="11" y="33"/>
                  </a:cubicBezTo>
                  <a:cubicBezTo>
                    <a:pt x="5" y="35"/>
                    <a:pt x="0" y="20"/>
                    <a:pt x="5" y="14"/>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0" name="Freeform 658"/>
            <p:cNvSpPr>
              <a:spLocks/>
            </p:cNvSpPr>
            <p:nvPr/>
          </p:nvSpPr>
          <p:spPr bwMode="auto">
            <a:xfrm>
              <a:off x="2138" y="547"/>
              <a:ext cx="186" cy="637"/>
            </a:xfrm>
            <a:custGeom>
              <a:avLst/>
              <a:gdLst>
                <a:gd name="T0" fmla="*/ 59 w 97"/>
                <a:gd name="T1" fmla="*/ 11 h 333"/>
                <a:gd name="T2" fmla="*/ 66 w 97"/>
                <a:gd name="T3" fmla="*/ 49 h 333"/>
                <a:gd name="T4" fmla="*/ 74 w 97"/>
                <a:gd name="T5" fmla="*/ 71 h 333"/>
                <a:gd name="T6" fmla="*/ 76 w 97"/>
                <a:gd name="T7" fmla="*/ 118 h 333"/>
                <a:gd name="T8" fmla="*/ 71 w 97"/>
                <a:gd name="T9" fmla="*/ 141 h 333"/>
                <a:gd name="T10" fmla="*/ 70 w 97"/>
                <a:gd name="T11" fmla="*/ 166 h 333"/>
                <a:gd name="T12" fmla="*/ 67 w 97"/>
                <a:gd name="T13" fmla="*/ 213 h 333"/>
                <a:gd name="T14" fmla="*/ 67 w 97"/>
                <a:gd name="T15" fmla="*/ 228 h 333"/>
                <a:gd name="T16" fmla="*/ 87 w 97"/>
                <a:gd name="T17" fmla="*/ 290 h 333"/>
                <a:gd name="T18" fmla="*/ 95 w 97"/>
                <a:gd name="T19" fmla="*/ 316 h 333"/>
                <a:gd name="T20" fmla="*/ 93 w 97"/>
                <a:gd name="T21" fmla="*/ 324 h 333"/>
                <a:gd name="T22" fmla="*/ 89 w 97"/>
                <a:gd name="T23" fmla="*/ 309 h 333"/>
                <a:gd name="T24" fmla="*/ 67 w 97"/>
                <a:gd name="T25" fmla="*/ 326 h 333"/>
                <a:gd name="T26" fmla="*/ 71 w 97"/>
                <a:gd name="T27" fmla="*/ 314 h 333"/>
                <a:gd name="T28" fmla="*/ 62 w 97"/>
                <a:gd name="T29" fmla="*/ 263 h 333"/>
                <a:gd name="T30" fmla="*/ 54 w 97"/>
                <a:gd name="T31" fmla="*/ 264 h 333"/>
                <a:gd name="T32" fmla="*/ 47 w 97"/>
                <a:gd name="T33" fmla="*/ 301 h 333"/>
                <a:gd name="T34" fmla="*/ 44 w 97"/>
                <a:gd name="T35" fmla="*/ 324 h 333"/>
                <a:gd name="T36" fmla="*/ 41 w 97"/>
                <a:gd name="T37" fmla="*/ 330 h 333"/>
                <a:gd name="T38" fmla="*/ 41 w 97"/>
                <a:gd name="T39" fmla="*/ 314 h 333"/>
                <a:gd name="T40" fmla="*/ 19 w 97"/>
                <a:gd name="T41" fmla="*/ 330 h 333"/>
                <a:gd name="T42" fmla="*/ 16 w 97"/>
                <a:gd name="T43" fmla="*/ 319 h 333"/>
                <a:gd name="T44" fmla="*/ 34 w 97"/>
                <a:gd name="T45" fmla="*/ 265 h 333"/>
                <a:gd name="T46" fmla="*/ 37 w 97"/>
                <a:gd name="T47" fmla="*/ 237 h 333"/>
                <a:gd name="T48" fmla="*/ 32 w 97"/>
                <a:gd name="T49" fmla="*/ 213 h 333"/>
                <a:gd name="T50" fmla="*/ 28 w 97"/>
                <a:gd name="T51" fmla="*/ 189 h 333"/>
                <a:gd name="T52" fmla="*/ 25 w 97"/>
                <a:gd name="T53" fmla="*/ 189 h 333"/>
                <a:gd name="T54" fmla="*/ 19 w 97"/>
                <a:gd name="T55" fmla="*/ 187 h 333"/>
                <a:gd name="T56" fmla="*/ 21 w 97"/>
                <a:gd name="T57" fmla="*/ 169 h 333"/>
                <a:gd name="T58" fmla="*/ 2 w 97"/>
                <a:gd name="T59" fmla="*/ 125 h 333"/>
                <a:gd name="T60" fmla="*/ 24 w 97"/>
                <a:gd name="T61" fmla="*/ 105 h 333"/>
                <a:gd name="T62" fmla="*/ 41 w 97"/>
                <a:gd name="T63" fmla="*/ 64 h 333"/>
                <a:gd name="T64" fmla="*/ 41 w 97"/>
                <a:gd name="T65" fmla="*/ 46 h 333"/>
                <a:gd name="T66" fmla="*/ 30 w 97"/>
                <a:gd name="T67" fmla="*/ 28 h 333"/>
                <a:gd name="T68" fmla="*/ 30 w 97"/>
                <a:gd name="T69" fmla="*/ 1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7" h="333">
                  <a:moveTo>
                    <a:pt x="43" y="0"/>
                  </a:moveTo>
                  <a:cubicBezTo>
                    <a:pt x="50" y="0"/>
                    <a:pt x="56" y="4"/>
                    <a:pt x="59" y="11"/>
                  </a:cubicBezTo>
                  <a:cubicBezTo>
                    <a:pt x="62" y="18"/>
                    <a:pt x="63" y="27"/>
                    <a:pt x="62" y="31"/>
                  </a:cubicBezTo>
                  <a:cubicBezTo>
                    <a:pt x="61" y="35"/>
                    <a:pt x="64" y="45"/>
                    <a:pt x="66" y="49"/>
                  </a:cubicBezTo>
                  <a:cubicBezTo>
                    <a:pt x="68" y="54"/>
                    <a:pt x="71" y="60"/>
                    <a:pt x="71" y="60"/>
                  </a:cubicBezTo>
                  <a:cubicBezTo>
                    <a:pt x="71" y="60"/>
                    <a:pt x="74" y="65"/>
                    <a:pt x="74" y="71"/>
                  </a:cubicBezTo>
                  <a:cubicBezTo>
                    <a:pt x="74" y="77"/>
                    <a:pt x="73" y="87"/>
                    <a:pt x="76" y="98"/>
                  </a:cubicBezTo>
                  <a:cubicBezTo>
                    <a:pt x="78" y="110"/>
                    <a:pt x="78" y="113"/>
                    <a:pt x="76" y="118"/>
                  </a:cubicBezTo>
                  <a:cubicBezTo>
                    <a:pt x="74" y="124"/>
                    <a:pt x="67" y="135"/>
                    <a:pt x="67" y="135"/>
                  </a:cubicBezTo>
                  <a:cubicBezTo>
                    <a:pt x="67" y="135"/>
                    <a:pt x="73" y="139"/>
                    <a:pt x="71" y="141"/>
                  </a:cubicBezTo>
                  <a:cubicBezTo>
                    <a:pt x="69" y="144"/>
                    <a:pt x="67" y="145"/>
                    <a:pt x="67" y="145"/>
                  </a:cubicBezTo>
                  <a:cubicBezTo>
                    <a:pt x="67" y="145"/>
                    <a:pt x="74" y="155"/>
                    <a:pt x="70" y="166"/>
                  </a:cubicBezTo>
                  <a:cubicBezTo>
                    <a:pt x="67" y="177"/>
                    <a:pt x="66" y="184"/>
                    <a:pt x="66" y="194"/>
                  </a:cubicBezTo>
                  <a:cubicBezTo>
                    <a:pt x="67" y="204"/>
                    <a:pt x="67" y="213"/>
                    <a:pt x="67" y="213"/>
                  </a:cubicBezTo>
                  <a:cubicBezTo>
                    <a:pt x="63" y="213"/>
                    <a:pt x="63" y="213"/>
                    <a:pt x="63" y="213"/>
                  </a:cubicBezTo>
                  <a:cubicBezTo>
                    <a:pt x="63" y="213"/>
                    <a:pt x="63" y="222"/>
                    <a:pt x="67" y="228"/>
                  </a:cubicBezTo>
                  <a:cubicBezTo>
                    <a:pt x="71" y="234"/>
                    <a:pt x="77" y="243"/>
                    <a:pt x="79" y="258"/>
                  </a:cubicBezTo>
                  <a:cubicBezTo>
                    <a:pt x="80" y="274"/>
                    <a:pt x="83" y="287"/>
                    <a:pt x="87" y="290"/>
                  </a:cubicBezTo>
                  <a:cubicBezTo>
                    <a:pt x="92" y="294"/>
                    <a:pt x="97" y="294"/>
                    <a:pt x="97" y="300"/>
                  </a:cubicBezTo>
                  <a:cubicBezTo>
                    <a:pt x="97" y="306"/>
                    <a:pt x="95" y="313"/>
                    <a:pt x="95" y="316"/>
                  </a:cubicBezTo>
                  <a:cubicBezTo>
                    <a:pt x="95" y="319"/>
                    <a:pt x="95" y="324"/>
                    <a:pt x="95" y="324"/>
                  </a:cubicBezTo>
                  <a:cubicBezTo>
                    <a:pt x="93" y="324"/>
                    <a:pt x="93" y="324"/>
                    <a:pt x="93" y="324"/>
                  </a:cubicBezTo>
                  <a:cubicBezTo>
                    <a:pt x="93" y="324"/>
                    <a:pt x="94" y="320"/>
                    <a:pt x="93" y="316"/>
                  </a:cubicBezTo>
                  <a:cubicBezTo>
                    <a:pt x="93" y="312"/>
                    <a:pt x="92" y="307"/>
                    <a:pt x="89" y="309"/>
                  </a:cubicBezTo>
                  <a:cubicBezTo>
                    <a:pt x="87" y="310"/>
                    <a:pt x="83" y="318"/>
                    <a:pt x="81" y="321"/>
                  </a:cubicBezTo>
                  <a:cubicBezTo>
                    <a:pt x="79" y="325"/>
                    <a:pt x="75" y="328"/>
                    <a:pt x="67" y="326"/>
                  </a:cubicBezTo>
                  <a:cubicBezTo>
                    <a:pt x="60" y="324"/>
                    <a:pt x="57" y="319"/>
                    <a:pt x="61" y="318"/>
                  </a:cubicBezTo>
                  <a:cubicBezTo>
                    <a:pt x="65" y="317"/>
                    <a:pt x="70" y="319"/>
                    <a:pt x="71" y="314"/>
                  </a:cubicBezTo>
                  <a:cubicBezTo>
                    <a:pt x="72" y="310"/>
                    <a:pt x="74" y="299"/>
                    <a:pt x="72" y="293"/>
                  </a:cubicBezTo>
                  <a:cubicBezTo>
                    <a:pt x="70" y="288"/>
                    <a:pt x="64" y="270"/>
                    <a:pt x="62" y="263"/>
                  </a:cubicBezTo>
                  <a:cubicBezTo>
                    <a:pt x="60" y="256"/>
                    <a:pt x="56" y="249"/>
                    <a:pt x="56" y="249"/>
                  </a:cubicBezTo>
                  <a:cubicBezTo>
                    <a:pt x="56" y="249"/>
                    <a:pt x="57" y="259"/>
                    <a:pt x="54" y="264"/>
                  </a:cubicBezTo>
                  <a:cubicBezTo>
                    <a:pt x="52" y="269"/>
                    <a:pt x="45" y="288"/>
                    <a:pt x="43" y="292"/>
                  </a:cubicBezTo>
                  <a:cubicBezTo>
                    <a:pt x="42" y="296"/>
                    <a:pt x="45" y="299"/>
                    <a:pt x="47" y="301"/>
                  </a:cubicBezTo>
                  <a:cubicBezTo>
                    <a:pt x="49" y="303"/>
                    <a:pt x="48" y="309"/>
                    <a:pt x="46" y="313"/>
                  </a:cubicBezTo>
                  <a:cubicBezTo>
                    <a:pt x="44" y="317"/>
                    <a:pt x="44" y="322"/>
                    <a:pt x="44" y="324"/>
                  </a:cubicBezTo>
                  <a:cubicBezTo>
                    <a:pt x="44" y="326"/>
                    <a:pt x="44" y="330"/>
                    <a:pt x="44" y="330"/>
                  </a:cubicBezTo>
                  <a:cubicBezTo>
                    <a:pt x="41" y="330"/>
                    <a:pt x="41" y="330"/>
                    <a:pt x="41" y="330"/>
                  </a:cubicBezTo>
                  <a:cubicBezTo>
                    <a:pt x="41" y="330"/>
                    <a:pt x="42" y="325"/>
                    <a:pt x="42" y="321"/>
                  </a:cubicBezTo>
                  <a:cubicBezTo>
                    <a:pt x="42" y="317"/>
                    <a:pt x="42" y="315"/>
                    <a:pt x="41" y="314"/>
                  </a:cubicBezTo>
                  <a:cubicBezTo>
                    <a:pt x="39" y="313"/>
                    <a:pt x="33" y="319"/>
                    <a:pt x="30" y="323"/>
                  </a:cubicBezTo>
                  <a:cubicBezTo>
                    <a:pt x="28" y="327"/>
                    <a:pt x="27" y="333"/>
                    <a:pt x="19" y="330"/>
                  </a:cubicBezTo>
                  <a:cubicBezTo>
                    <a:pt x="10" y="328"/>
                    <a:pt x="4" y="324"/>
                    <a:pt x="7" y="321"/>
                  </a:cubicBezTo>
                  <a:cubicBezTo>
                    <a:pt x="9" y="319"/>
                    <a:pt x="13" y="321"/>
                    <a:pt x="16" y="319"/>
                  </a:cubicBezTo>
                  <a:cubicBezTo>
                    <a:pt x="18" y="318"/>
                    <a:pt x="23" y="305"/>
                    <a:pt x="26" y="298"/>
                  </a:cubicBezTo>
                  <a:cubicBezTo>
                    <a:pt x="29" y="290"/>
                    <a:pt x="33" y="274"/>
                    <a:pt x="34" y="265"/>
                  </a:cubicBezTo>
                  <a:cubicBezTo>
                    <a:pt x="35" y="256"/>
                    <a:pt x="36" y="249"/>
                    <a:pt x="37" y="245"/>
                  </a:cubicBezTo>
                  <a:cubicBezTo>
                    <a:pt x="37" y="242"/>
                    <a:pt x="37" y="237"/>
                    <a:pt x="37" y="237"/>
                  </a:cubicBezTo>
                  <a:cubicBezTo>
                    <a:pt x="37" y="237"/>
                    <a:pt x="34" y="226"/>
                    <a:pt x="33" y="221"/>
                  </a:cubicBezTo>
                  <a:cubicBezTo>
                    <a:pt x="32" y="217"/>
                    <a:pt x="32" y="213"/>
                    <a:pt x="32" y="213"/>
                  </a:cubicBezTo>
                  <a:cubicBezTo>
                    <a:pt x="32" y="213"/>
                    <a:pt x="27" y="214"/>
                    <a:pt x="27" y="211"/>
                  </a:cubicBezTo>
                  <a:cubicBezTo>
                    <a:pt x="27" y="208"/>
                    <a:pt x="29" y="195"/>
                    <a:pt x="28" y="189"/>
                  </a:cubicBezTo>
                  <a:cubicBezTo>
                    <a:pt x="28" y="183"/>
                    <a:pt x="26" y="183"/>
                    <a:pt x="26" y="183"/>
                  </a:cubicBezTo>
                  <a:cubicBezTo>
                    <a:pt x="26" y="183"/>
                    <a:pt x="25" y="187"/>
                    <a:pt x="25" y="189"/>
                  </a:cubicBezTo>
                  <a:cubicBezTo>
                    <a:pt x="25" y="192"/>
                    <a:pt x="23" y="191"/>
                    <a:pt x="22" y="189"/>
                  </a:cubicBezTo>
                  <a:cubicBezTo>
                    <a:pt x="22" y="187"/>
                    <a:pt x="19" y="189"/>
                    <a:pt x="19" y="187"/>
                  </a:cubicBezTo>
                  <a:cubicBezTo>
                    <a:pt x="19" y="185"/>
                    <a:pt x="18" y="181"/>
                    <a:pt x="18" y="178"/>
                  </a:cubicBezTo>
                  <a:cubicBezTo>
                    <a:pt x="19" y="175"/>
                    <a:pt x="21" y="169"/>
                    <a:pt x="21" y="169"/>
                  </a:cubicBezTo>
                  <a:cubicBezTo>
                    <a:pt x="0" y="169"/>
                    <a:pt x="0" y="169"/>
                    <a:pt x="0" y="169"/>
                  </a:cubicBezTo>
                  <a:cubicBezTo>
                    <a:pt x="2" y="125"/>
                    <a:pt x="2" y="125"/>
                    <a:pt x="2" y="125"/>
                  </a:cubicBezTo>
                  <a:cubicBezTo>
                    <a:pt x="22" y="125"/>
                    <a:pt x="22" y="125"/>
                    <a:pt x="22" y="125"/>
                  </a:cubicBezTo>
                  <a:cubicBezTo>
                    <a:pt x="22" y="125"/>
                    <a:pt x="24" y="112"/>
                    <a:pt x="24" y="105"/>
                  </a:cubicBezTo>
                  <a:cubicBezTo>
                    <a:pt x="24" y="99"/>
                    <a:pt x="23" y="90"/>
                    <a:pt x="27" y="83"/>
                  </a:cubicBezTo>
                  <a:cubicBezTo>
                    <a:pt x="32" y="75"/>
                    <a:pt x="37" y="69"/>
                    <a:pt x="41" y="64"/>
                  </a:cubicBezTo>
                  <a:cubicBezTo>
                    <a:pt x="45" y="60"/>
                    <a:pt x="45" y="59"/>
                    <a:pt x="44" y="55"/>
                  </a:cubicBezTo>
                  <a:cubicBezTo>
                    <a:pt x="43" y="51"/>
                    <a:pt x="43" y="46"/>
                    <a:pt x="41" y="46"/>
                  </a:cubicBezTo>
                  <a:cubicBezTo>
                    <a:pt x="38" y="46"/>
                    <a:pt x="36" y="46"/>
                    <a:pt x="34" y="43"/>
                  </a:cubicBezTo>
                  <a:cubicBezTo>
                    <a:pt x="33" y="39"/>
                    <a:pt x="30" y="33"/>
                    <a:pt x="30" y="28"/>
                  </a:cubicBezTo>
                  <a:cubicBezTo>
                    <a:pt x="29" y="24"/>
                    <a:pt x="30" y="23"/>
                    <a:pt x="30" y="22"/>
                  </a:cubicBezTo>
                  <a:cubicBezTo>
                    <a:pt x="29" y="20"/>
                    <a:pt x="30" y="16"/>
                    <a:pt x="30" y="12"/>
                  </a:cubicBezTo>
                  <a:cubicBezTo>
                    <a:pt x="30" y="9"/>
                    <a:pt x="35" y="0"/>
                    <a:pt x="43"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1" name="Freeform 659"/>
            <p:cNvSpPr>
              <a:spLocks/>
            </p:cNvSpPr>
            <p:nvPr/>
          </p:nvSpPr>
          <p:spPr bwMode="auto">
            <a:xfrm>
              <a:off x="2224" y="629"/>
              <a:ext cx="38" cy="31"/>
            </a:xfrm>
            <a:custGeom>
              <a:avLst/>
              <a:gdLst>
                <a:gd name="T0" fmla="*/ 19 w 20"/>
                <a:gd name="T1" fmla="*/ 0 h 16"/>
                <a:gd name="T2" fmla="*/ 20 w 20"/>
                <a:gd name="T3" fmla="*/ 3 h 16"/>
                <a:gd name="T4" fmla="*/ 0 w 20"/>
                <a:gd name="T5" fmla="*/ 16 h 16"/>
                <a:gd name="T6" fmla="*/ 1 w 20"/>
                <a:gd name="T7" fmla="*/ 8 h 16"/>
                <a:gd name="T8" fmla="*/ 10 w 20"/>
                <a:gd name="T9" fmla="*/ 1 h 16"/>
                <a:gd name="T10" fmla="*/ 19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19" y="0"/>
                  </a:moveTo>
                  <a:cubicBezTo>
                    <a:pt x="19" y="1"/>
                    <a:pt x="19" y="2"/>
                    <a:pt x="20" y="3"/>
                  </a:cubicBezTo>
                  <a:cubicBezTo>
                    <a:pt x="9" y="3"/>
                    <a:pt x="4" y="10"/>
                    <a:pt x="0" y="16"/>
                  </a:cubicBezTo>
                  <a:cubicBezTo>
                    <a:pt x="1" y="14"/>
                    <a:pt x="1" y="10"/>
                    <a:pt x="1" y="8"/>
                  </a:cubicBezTo>
                  <a:cubicBezTo>
                    <a:pt x="3" y="5"/>
                    <a:pt x="7" y="3"/>
                    <a:pt x="10" y="1"/>
                  </a:cubicBezTo>
                  <a:cubicBezTo>
                    <a:pt x="13" y="0"/>
                    <a:pt x="17"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2" name="Freeform 660"/>
            <p:cNvSpPr>
              <a:spLocks/>
            </p:cNvSpPr>
            <p:nvPr/>
          </p:nvSpPr>
          <p:spPr bwMode="auto">
            <a:xfrm>
              <a:off x="633" y="551"/>
              <a:ext cx="155" cy="630"/>
            </a:xfrm>
            <a:custGeom>
              <a:avLst/>
              <a:gdLst>
                <a:gd name="T0" fmla="*/ 30 w 81"/>
                <a:gd name="T1" fmla="*/ 7 h 329"/>
                <a:gd name="T2" fmla="*/ 21 w 81"/>
                <a:gd name="T3" fmla="*/ 39 h 329"/>
                <a:gd name="T4" fmla="*/ 11 w 81"/>
                <a:gd name="T5" fmla="*/ 54 h 329"/>
                <a:gd name="T6" fmla="*/ 2 w 81"/>
                <a:gd name="T7" fmla="*/ 77 h 329"/>
                <a:gd name="T8" fmla="*/ 12 w 81"/>
                <a:gd name="T9" fmla="*/ 110 h 329"/>
                <a:gd name="T10" fmla="*/ 8 w 81"/>
                <a:gd name="T11" fmla="*/ 127 h 329"/>
                <a:gd name="T12" fmla="*/ 6 w 81"/>
                <a:gd name="T13" fmla="*/ 152 h 329"/>
                <a:gd name="T14" fmla="*/ 10 w 81"/>
                <a:gd name="T15" fmla="*/ 204 h 329"/>
                <a:gd name="T16" fmla="*/ 15 w 81"/>
                <a:gd name="T17" fmla="*/ 242 h 329"/>
                <a:gd name="T18" fmla="*/ 24 w 81"/>
                <a:gd name="T19" fmla="*/ 296 h 329"/>
                <a:gd name="T20" fmla="*/ 23 w 81"/>
                <a:gd name="T21" fmla="*/ 313 h 329"/>
                <a:gd name="T22" fmla="*/ 39 w 81"/>
                <a:gd name="T23" fmla="*/ 328 h 329"/>
                <a:gd name="T24" fmla="*/ 37 w 81"/>
                <a:gd name="T25" fmla="*/ 311 h 329"/>
                <a:gd name="T26" fmla="*/ 33 w 81"/>
                <a:gd name="T27" fmla="*/ 277 h 329"/>
                <a:gd name="T28" fmla="*/ 34 w 81"/>
                <a:gd name="T29" fmla="*/ 241 h 329"/>
                <a:gd name="T30" fmla="*/ 48 w 81"/>
                <a:gd name="T31" fmla="*/ 251 h 329"/>
                <a:gd name="T32" fmla="*/ 48 w 81"/>
                <a:gd name="T33" fmla="*/ 298 h 329"/>
                <a:gd name="T34" fmla="*/ 47 w 81"/>
                <a:gd name="T35" fmla="*/ 321 h 329"/>
                <a:gd name="T36" fmla="*/ 51 w 81"/>
                <a:gd name="T37" fmla="*/ 323 h 329"/>
                <a:gd name="T38" fmla="*/ 50 w 81"/>
                <a:gd name="T39" fmla="*/ 314 h 329"/>
                <a:gd name="T40" fmla="*/ 61 w 81"/>
                <a:gd name="T41" fmla="*/ 327 h 329"/>
                <a:gd name="T42" fmla="*/ 69 w 81"/>
                <a:gd name="T43" fmla="*/ 320 h 329"/>
                <a:gd name="T44" fmla="*/ 60 w 81"/>
                <a:gd name="T45" fmla="*/ 294 h 329"/>
                <a:gd name="T46" fmla="*/ 68 w 81"/>
                <a:gd name="T47" fmla="*/ 239 h 329"/>
                <a:gd name="T48" fmla="*/ 73 w 81"/>
                <a:gd name="T49" fmla="*/ 215 h 329"/>
                <a:gd name="T50" fmla="*/ 71 w 81"/>
                <a:gd name="T51" fmla="*/ 155 h 329"/>
                <a:gd name="T52" fmla="*/ 70 w 81"/>
                <a:gd name="T53" fmla="*/ 132 h 329"/>
                <a:gd name="T54" fmla="*/ 79 w 81"/>
                <a:gd name="T55" fmla="*/ 117 h 329"/>
                <a:gd name="T56" fmla="*/ 80 w 81"/>
                <a:gd name="T57" fmla="*/ 104 h 329"/>
                <a:gd name="T58" fmla="*/ 70 w 81"/>
                <a:gd name="T59" fmla="*/ 67 h 329"/>
                <a:gd name="T60" fmla="*/ 60 w 81"/>
                <a:gd name="T61" fmla="*/ 54 h 329"/>
                <a:gd name="T62" fmla="*/ 58 w 81"/>
                <a:gd name="T63" fmla="*/ 1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329">
                  <a:moveTo>
                    <a:pt x="38" y="5"/>
                  </a:moveTo>
                  <a:cubicBezTo>
                    <a:pt x="38" y="5"/>
                    <a:pt x="33" y="3"/>
                    <a:pt x="30" y="7"/>
                  </a:cubicBezTo>
                  <a:cubicBezTo>
                    <a:pt x="27" y="10"/>
                    <a:pt x="25" y="18"/>
                    <a:pt x="24" y="22"/>
                  </a:cubicBezTo>
                  <a:cubicBezTo>
                    <a:pt x="23" y="26"/>
                    <a:pt x="24" y="37"/>
                    <a:pt x="21" y="39"/>
                  </a:cubicBezTo>
                  <a:cubicBezTo>
                    <a:pt x="16" y="41"/>
                    <a:pt x="21" y="47"/>
                    <a:pt x="17" y="48"/>
                  </a:cubicBezTo>
                  <a:cubicBezTo>
                    <a:pt x="13" y="49"/>
                    <a:pt x="11" y="54"/>
                    <a:pt x="11" y="54"/>
                  </a:cubicBezTo>
                  <a:cubicBezTo>
                    <a:pt x="11" y="54"/>
                    <a:pt x="3" y="52"/>
                    <a:pt x="1" y="57"/>
                  </a:cubicBezTo>
                  <a:cubicBezTo>
                    <a:pt x="0" y="61"/>
                    <a:pt x="1" y="73"/>
                    <a:pt x="2" y="77"/>
                  </a:cubicBezTo>
                  <a:cubicBezTo>
                    <a:pt x="2" y="81"/>
                    <a:pt x="8" y="100"/>
                    <a:pt x="8" y="104"/>
                  </a:cubicBezTo>
                  <a:cubicBezTo>
                    <a:pt x="9" y="107"/>
                    <a:pt x="12" y="110"/>
                    <a:pt x="12" y="110"/>
                  </a:cubicBezTo>
                  <a:cubicBezTo>
                    <a:pt x="12" y="110"/>
                    <a:pt x="12" y="115"/>
                    <a:pt x="10" y="120"/>
                  </a:cubicBezTo>
                  <a:cubicBezTo>
                    <a:pt x="8" y="126"/>
                    <a:pt x="8" y="127"/>
                    <a:pt x="8" y="127"/>
                  </a:cubicBezTo>
                  <a:cubicBezTo>
                    <a:pt x="8" y="127"/>
                    <a:pt x="6" y="140"/>
                    <a:pt x="4" y="145"/>
                  </a:cubicBezTo>
                  <a:cubicBezTo>
                    <a:pt x="3" y="150"/>
                    <a:pt x="3" y="150"/>
                    <a:pt x="6" y="152"/>
                  </a:cubicBezTo>
                  <a:cubicBezTo>
                    <a:pt x="9" y="153"/>
                    <a:pt x="11" y="155"/>
                    <a:pt x="11" y="161"/>
                  </a:cubicBezTo>
                  <a:cubicBezTo>
                    <a:pt x="11" y="166"/>
                    <a:pt x="8" y="185"/>
                    <a:pt x="10" y="204"/>
                  </a:cubicBezTo>
                  <a:cubicBezTo>
                    <a:pt x="12" y="223"/>
                    <a:pt x="12" y="242"/>
                    <a:pt x="12" y="242"/>
                  </a:cubicBezTo>
                  <a:cubicBezTo>
                    <a:pt x="15" y="242"/>
                    <a:pt x="15" y="242"/>
                    <a:pt x="15" y="242"/>
                  </a:cubicBezTo>
                  <a:cubicBezTo>
                    <a:pt x="15" y="242"/>
                    <a:pt x="14" y="256"/>
                    <a:pt x="17" y="268"/>
                  </a:cubicBezTo>
                  <a:cubicBezTo>
                    <a:pt x="21" y="281"/>
                    <a:pt x="24" y="292"/>
                    <a:pt x="24" y="296"/>
                  </a:cubicBezTo>
                  <a:cubicBezTo>
                    <a:pt x="24" y="299"/>
                    <a:pt x="24" y="301"/>
                    <a:pt x="23" y="303"/>
                  </a:cubicBezTo>
                  <a:cubicBezTo>
                    <a:pt x="23" y="305"/>
                    <a:pt x="21" y="308"/>
                    <a:pt x="23" y="313"/>
                  </a:cubicBezTo>
                  <a:cubicBezTo>
                    <a:pt x="25" y="317"/>
                    <a:pt x="26" y="321"/>
                    <a:pt x="26" y="323"/>
                  </a:cubicBezTo>
                  <a:cubicBezTo>
                    <a:pt x="26" y="326"/>
                    <a:pt x="33" y="329"/>
                    <a:pt x="39" y="328"/>
                  </a:cubicBezTo>
                  <a:cubicBezTo>
                    <a:pt x="45" y="328"/>
                    <a:pt x="45" y="324"/>
                    <a:pt x="43" y="321"/>
                  </a:cubicBezTo>
                  <a:cubicBezTo>
                    <a:pt x="41" y="319"/>
                    <a:pt x="39" y="315"/>
                    <a:pt x="37" y="311"/>
                  </a:cubicBezTo>
                  <a:cubicBezTo>
                    <a:pt x="36" y="306"/>
                    <a:pt x="37" y="303"/>
                    <a:pt x="36" y="298"/>
                  </a:cubicBezTo>
                  <a:cubicBezTo>
                    <a:pt x="34" y="293"/>
                    <a:pt x="33" y="289"/>
                    <a:pt x="33" y="277"/>
                  </a:cubicBezTo>
                  <a:cubicBezTo>
                    <a:pt x="33" y="265"/>
                    <a:pt x="33" y="260"/>
                    <a:pt x="33" y="252"/>
                  </a:cubicBezTo>
                  <a:cubicBezTo>
                    <a:pt x="33" y="245"/>
                    <a:pt x="34" y="241"/>
                    <a:pt x="34" y="241"/>
                  </a:cubicBezTo>
                  <a:cubicBezTo>
                    <a:pt x="51" y="240"/>
                    <a:pt x="51" y="240"/>
                    <a:pt x="51" y="240"/>
                  </a:cubicBezTo>
                  <a:cubicBezTo>
                    <a:pt x="51" y="240"/>
                    <a:pt x="49" y="246"/>
                    <a:pt x="48" y="251"/>
                  </a:cubicBezTo>
                  <a:cubicBezTo>
                    <a:pt x="47" y="256"/>
                    <a:pt x="48" y="266"/>
                    <a:pt x="48" y="276"/>
                  </a:cubicBezTo>
                  <a:cubicBezTo>
                    <a:pt x="49" y="286"/>
                    <a:pt x="49" y="296"/>
                    <a:pt x="48" y="298"/>
                  </a:cubicBezTo>
                  <a:cubicBezTo>
                    <a:pt x="46" y="299"/>
                    <a:pt x="44" y="305"/>
                    <a:pt x="45" y="309"/>
                  </a:cubicBezTo>
                  <a:cubicBezTo>
                    <a:pt x="46" y="314"/>
                    <a:pt x="48" y="318"/>
                    <a:pt x="47" y="321"/>
                  </a:cubicBezTo>
                  <a:cubicBezTo>
                    <a:pt x="47" y="323"/>
                    <a:pt x="48" y="323"/>
                    <a:pt x="48" y="323"/>
                  </a:cubicBezTo>
                  <a:cubicBezTo>
                    <a:pt x="51" y="323"/>
                    <a:pt x="51" y="323"/>
                    <a:pt x="51" y="323"/>
                  </a:cubicBezTo>
                  <a:cubicBezTo>
                    <a:pt x="51" y="323"/>
                    <a:pt x="50" y="319"/>
                    <a:pt x="50" y="317"/>
                  </a:cubicBezTo>
                  <a:cubicBezTo>
                    <a:pt x="50" y="315"/>
                    <a:pt x="50" y="314"/>
                    <a:pt x="50" y="314"/>
                  </a:cubicBezTo>
                  <a:cubicBezTo>
                    <a:pt x="50" y="314"/>
                    <a:pt x="54" y="319"/>
                    <a:pt x="54" y="321"/>
                  </a:cubicBezTo>
                  <a:cubicBezTo>
                    <a:pt x="55" y="323"/>
                    <a:pt x="54" y="327"/>
                    <a:pt x="61" y="327"/>
                  </a:cubicBezTo>
                  <a:cubicBezTo>
                    <a:pt x="68" y="328"/>
                    <a:pt x="73" y="328"/>
                    <a:pt x="73" y="326"/>
                  </a:cubicBezTo>
                  <a:cubicBezTo>
                    <a:pt x="74" y="323"/>
                    <a:pt x="72" y="322"/>
                    <a:pt x="69" y="320"/>
                  </a:cubicBezTo>
                  <a:cubicBezTo>
                    <a:pt x="65" y="317"/>
                    <a:pt x="63" y="312"/>
                    <a:pt x="61" y="309"/>
                  </a:cubicBezTo>
                  <a:cubicBezTo>
                    <a:pt x="59" y="306"/>
                    <a:pt x="59" y="300"/>
                    <a:pt x="60" y="294"/>
                  </a:cubicBezTo>
                  <a:cubicBezTo>
                    <a:pt x="61" y="288"/>
                    <a:pt x="68" y="262"/>
                    <a:pt x="68" y="254"/>
                  </a:cubicBezTo>
                  <a:cubicBezTo>
                    <a:pt x="68" y="246"/>
                    <a:pt x="68" y="239"/>
                    <a:pt x="68" y="239"/>
                  </a:cubicBezTo>
                  <a:cubicBezTo>
                    <a:pt x="68" y="239"/>
                    <a:pt x="72" y="239"/>
                    <a:pt x="73" y="239"/>
                  </a:cubicBezTo>
                  <a:cubicBezTo>
                    <a:pt x="75" y="239"/>
                    <a:pt x="73" y="225"/>
                    <a:pt x="73" y="215"/>
                  </a:cubicBezTo>
                  <a:cubicBezTo>
                    <a:pt x="73" y="205"/>
                    <a:pt x="73" y="169"/>
                    <a:pt x="72" y="164"/>
                  </a:cubicBezTo>
                  <a:cubicBezTo>
                    <a:pt x="71" y="158"/>
                    <a:pt x="71" y="155"/>
                    <a:pt x="71" y="155"/>
                  </a:cubicBezTo>
                  <a:cubicBezTo>
                    <a:pt x="71" y="155"/>
                    <a:pt x="74" y="156"/>
                    <a:pt x="73" y="153"/>
                  </a:cubicBezTo>
                  <a:cubicBezTo>
                    <a:pt x="73" y="149"/>
                    <a:pt x="70" y="137"/>
                    <a:pt x="70" y="132"/>
                  </a:cubicBezTo>
                  <a:cubicBezTo>
                    <a:pt x="70" y="128"/>
                    <a:pt x="70" y="123"/>
                    <a:pt x="70" y="123"/>
                  </a:cubicBezTo>
                  <a:cubicBezTo>
                    <a:pt x="70" y="123"/>
                    <a:pt x="79" y="122"/>
                    <a:pt x="79" y="117"/>
                  </a:cubicBezTo>
                  <a:cubicBezTo>
                    <a:pt x="79" y="112"/>
                    <a:pt x="79" y="112"/>
                    <a:pt x="80" y="110"/>
                  </a:cubicBezTo>
                  <a:cubicBezTo>
                    <a:pt x="80" y="109"/>
                    <a:pt x="81" y="107"/>
                    <a:pt x="80" y="104"/>
                  </a:cubicBezTo>
                  <a:cubicBezTo>
                    <a:pt x="79" y="101"/>
                    <a:pt x="77" y="98"/>
                    <a:pt x="75" y="89"/>
                  </a:cubicBezTo>
                  <a:cubicBezTo>
                    <a:pt x="73" y="81"/>
                    <a:pt x="70" y="71"/>
                    <a:pt x="70" y="67"/>
                  </a:cubicBezTo>
                  <a:cubicBezTo>
                    <a:pt x="70" y="64"/>
                    <a:pt x="68" y="63"/>
                    <a:pt x="64" y="61"/>
                  </a:cubicBezTo>
                  <a:cubicBezTo>
                    <a:pt x="60" y="59"/>
                    <a:pt x="64" y="58"/>
                    <a:pt x="60" y="54"/>
                  </a:cubicBezTo>
                  <a:cubicBezTo>
                    <a:pt x="55" y="50"/>
                    <a:pt x="62" y="47"/>
                    <a:pt x="59" y="40"/>
                  </a:cubicBezTo>
                  <a:cubicBezTo>
                    <a:pt x="56" y="33"/>
                    <a:pt x="59" y="22"/>
                    <a:pt x="58" y="16"/>
                  </a:cubicBezTo>
                  <a:cubicBezTo>
                    <a:pt x="57" y="11"/>
                    <a:pt x="50" y="0"/>
                    <a:pt x="38" y="5"/>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3" name="Freeform 661"/>
            <p:cNvSpPr>
              <a:spLocks/>
            </p:cNvSpPr>
            <p:nvPr/>
          </p:nvSpPr>
          <p:spPr bwMode="auto">
            <a:xfrm>
              <a:off x="687" y="641"/>
              <a:ext cx="46" cy="97"/>
            </a:xfrm>
            <a:custGeom>
              <a:avLst/>
              <a:gdLst>
                <a:gd name="T0" fmla="*/ 18 w 24"/>
                <a:gd name="T1" fmla="*/ 3 h 51"/>
                <a:gd name="T2" fmla="*/ 24 w 24"/>
                <a:gd name="T3" fmla="*/ 11 h 51"/>
                <a:gd name="T4" fmla="*/ 21 w 24"/>
                <a:gd name="T5" fmla="*/ 15 h 51"/>
                <a:gd name="T6" fmla="*/ 21 w 24"/>
                <a:gd name="T7" fmla="*/ 26 h 51"/>
                <a:gd name="T8" fmla="*/ 20 w 24"/>
                <a:gd name="T9" fmla="*/ 46 h 51"/>
                <a:gd name="T10" fmla="*/ 20 w 24"/>
                <a:gd name="T11" fmla="*/ 51 h 51"/>
                <a:gd name="T12" fmla="*/ 15 w 24"/>
                <a:gd name="T13" fmla="*/ 34 h 51"/>
                <a:gd name="T14" fmla="*/ 6 w 24"/>
                <a:gd name="T15" fmla="*/ 14 h 51"/>
                <a:gd name="T16" fmla="*/ 0 w 24"/>
                <a:gd name="T17" fmla="*/ 3 h 51"/>
                <a:gd name="T18" fmla="*/ 2 w 24"/>
                <a:gd name="T19" fmla="*/ 0 h 51"/>
                <a:gd name="T20" fmla="*/ 8 w 24"/>
                <a:gd name="T21" fmla="*/ 5 h 51"/>
                <a:gd name="T22" fmla="*/ 14 w 24"/>
                <a:gd name="T23" fmla="*/ 9 h 51"/>
                <a:gd name="T24" fmla="*/ 10 w 24"/>
                <a:gd name="T25" fmla="*/ 16 h 51"/>
                <a:gd name="T26" fmla="*/ 15 w 24"/>
                <a:gd name="T27" fmla="*/ 25 h 51"/>
                <a:gd name="T28" fmla="*/ 15 w 24"/>
                <a:gd name="T29" fmla="*/ 16 h 51"/>
                <a:gd name="T30" fmla="*/ 18 w 24"/>
                <a:gd name="T31"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51">
                  <a:moveTo>
                    <a:pt x="18" y="3"/>
                  </a:moveTo>
                  <a:cubicBezTo>
                    <a:pt x="24" y="11"/>
                    <a:pt x="24" y="11"/>
                    <a:pt x="24" y="11"/>
                  </a:cubicBezTo>
                  <a:cubicBezTo>
                    <a:pt x="24" y="11"/>
                    <a:pt x="22" y="15"/>
                    <a:pt x="21" y="15"/>
                  </a:cubicBezTo>
                  <a:cubicBezTo>
                    <a:pt x="20" y="16"/>
                    <a:pt x="21" y="20"/>
                    <a:pt x="21" y="26"/>
                  </a:cubicBezTo>
                  <a:cubicBezTo>
                    <a:pt x="21" y="32"/>
                    <a:pt x="21" y="44"/>
                    <a:pt x="20" y="46"/>
                  </a:cubicBezTo>
                  <a:cubicBezTo>
                    <a:pt x="20" y="49"/>
                    <a:pt x="20" y="51"/>
                    <a:pt x="20" y="51"/>
                  </a:cubicBezTo>
                  <a:cubicBezTo>
                    <a:pt x="20" y="51"/>
                    <a:pt x="17" y="41"/>
                    <a:pt x="15" y="34"/>
                  </a:cubicBezTo>
                  <a:cubicBezTo>
                    <a:pt x="13" y="27"/>
                    <a:pt x="8" y="18"/>
                    <a:pt x="6" y="14"/>
                  </a:cubicBezTo>
                  <a:cubicBezTo>
                    <a:pt x="3" y="9"/>
                    <a:pt x="0" y="3"/>
                    <a:pt x="0" y="3"/>
                  </a:cubicBezTo>
                  <a:cubicBezTo>
                    <a:pt x="2" y="0"/>
                    <a:pt x="2" y="0"/>
                    <a:pt x="2" y="0"/>
                  </a:cubicBezTo>
                  <a:cubicBezTo>
                    <a:pt x="2" y="0"/>
                    <a:pt x="5" y="3"/>
                    <a:pt x="8" y="5"/>
                  </a:cubicBezTo>
                  <a:cubicBezTo>
                    <a:pt x="11" y="8"/>
                    <a:pt x="14" y="9"/>
                    <a:pt x="14" y="9"/>
                  </a:cubicBezTo>
                  <a:cubicBezTo>
                    <a:pt x="14" y="9"/>
                    <a:pt x="8" y="12"/>
                    <a:pt x="10" y="16"/>
                  </a:cubicBezTo>
                  <a:cubicBezTo>
                    <a:pt x="12" y="20"/>
                    <a:pt x="14" y="21"/>
                    <a:pt x="15" y="25"/>
                  </a:cubicBezTo>
                  <a:cubicBezTo>
                    <a:pt x="15" y="29"/>
                    <a:pt x="14" y="20"/>
                    <a:pt x="15" y="16"/>
                  </a:cubicBezTo>
                  <a:cubicBezTo>
                    <a:pt x="17" y="13"/>
                    <a:pt x="20" y="15"/>
                    <a:pt x="18"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4" name="Freeform 662"/>
            <p:cNvSpPr>
              <a:spLocks/>
            </p:cNvSpPr>
            <p:nvPr/>
          </p:nvSpPr>
          <p:spPr bwMode="auto">
            <a:xfrm>
              <a:off x="727" y="786"/>
              <a:ext cx="6" cy="10"/>
            </a:xfrm>
            <a:custGeom>
              <a:avLst/>
              <a:gdLst>
                <a:gd name="T0" fmla="*/ 2 w 6"/>
                <a:gd name="T1" fmla="*/ 0 h 10"/>
                <a:gd name="T2" fmla="*/ 6 w 6"/>
                <a:gd name="T3" fmla="*/ 10 h 10"/>
                <a:gd name="T4" fmla="*/ 0 w 6"/>
                <a:gd name="T5" fmla="*/ 10 h 10"/>
                <a:gd name="T6" fmla="*/ 2 w 6"/>
                <a:gd name="T7" fmla="*/ 0 h 10"/>
              </a:gdLst>
              <a:ahLst/>
              <a:cxnLst>
                <a:cxn ang="0">
                  <a:pos x="T0" y="T1"/>
                </a:cxn>
                <a:cxn ang="0">
                  <a:pos x="T2" y="T3"/>
                </a:cxn>
                <a:cxn ang="0">
                  <a:pos x="T4" y="T5"/>
                </a:cxn>
                <a:cxn ang="0">
                  <a:pos x="T6" y="T7"/>
                </a:cxn>
              </a:cxnLst>
              <a:rect l="0" t="0" r="r" b="b"/>
              <a:pathLst>
                <a:path w="6" h="10">
                  <a:moveTo>
                    <a:pt x="2" y="0"/>
                  </a:moveTo>
                  <a:lnTo>
                    <a:pt x="6" y="10"/>
                  </a:lnTo>
                  <a:lnTo>
                    <a:pt x="0" y="1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5" name="Freeform 663"/>
            <p:cNvSpPr>
              <a:spLocks/>
            </p:cNvSpPr>
            <p:nvPr/>
          </p:nvSpPr>
          <p:spPr bwMode="auto">
            <a:xfrm>
              <a:off x="2643" y="551"/>
              <a:ext cx="155" cy="630"/>
            </a:xfrm>
            <a:custGeom>
              <a:avLst/>
              <a:gdLst>
                <a:gd name="T0" fmla="*/ 30 w 81"/>
                <a:gd name="T1" fmla="*/ 7 h 329"/>
                <a:gd name="T2" fmla="*/ 21 w 81"/>
                <a:gd name="T3" fmla="*/ 39 h 329"/>
                <a:gd name="T4" fmla="*/ 11 w 81"/>
                <a:gd name="T5" fmla="*/ 54 h 329"/>
                <a:gd name="T6" fmla="*/ 2 w 81"/>
                <a:gd name="T7" fmla="*/ 77 h 329"/>
                <a:gd name="T8" fmla="*/ 12 w 81"/>
                <a:gd name="T9" fmla="*/ 110 h 329"/>
                <a:gd name="T10" fmla="*/ 8 w 81"/>
                <a:gd name="T11" fmla="*/ 127 h 329"/>
                <a:gd name="T12" fmla="*/ 6 w 81"/>
                <a:gd name="T13" fmla="*/ 152 h 329"/>
                <a:gd name="T14" fmla="*/ 10 w 81"/>
                <a:gd name="T15" fmla="*/ 204 h 329"/>
                <a:gd name="T16" fmla="*/ 15 w 81"/>
                <a:gd name="T17" fmla="*/ 242 h 329"/>
                <a:gd name="T18" fmla="*/ 24 w 81"/>
                <a:gd name="T19" fmla="*/ 296 h 329"/>
                <a:gd name="T20" fmla="*/ 23 w 81"/>
                <a:gd name="T21" fmla="*/ 313 h 329"/>
                <a:gd name="T22" fmla="*/ 39 w 81"/>
                <a:gd name="T23" fmla="*/ 328 h 329"/>
                <a:gd name="T24" fmla="*/ 37 w 81"/>
                <a:gd name="T25" fmla="*/ 311 h 329"/>
                <a:gd name="T26" fmla="*/ 33 w 81"/>
                <a:gd name="T27" fmla="*/ 277 h 329"/>
                <a:gd name="T28" fmla="*/ 34 w 81"/>
                <a:gd name="T29" fmla="*/ 241 h 329"/>
                <a:gd name="T30" fmla="*/ 48 w 81"/>
                <a:gd name="T31" fmla="*/ 251 h 329"/>
                <a:gd name="T32" fmla="*/ 48 w 81"/>
                <a:gd name="T33" fmla="*/ 298 h 329"/>
                <a:gd name="T34" fmla="*/ 47 w 81"/>
                <a:gd name="T35" fmla="*/ 321 h 329"/>
                <a:gd name="T36" fmla="*/ 51 w 81"/>
                <a:gd name="T37" fmla="*/ 323 h 329"/>
                <a:gd name="T38" fmla="*/ 50 w 81"/>
                <a:gd name="T39" fmla="*/ 314 h 329"/>
                <a:gd name="T40" fmla="*/ 61 w 81"/>
                <a:gd name="T41" fmla="*/ 327 h 329"/>
                <a:gd name="T42" fmla="*/ 69 w 81"/>
                <a:gd name="T43" fmla="*/ 320 h 329"/>
                <a:gd name="T44" fmla="*/ 60 w 81"/>
                <a:gd name="T45" fmla="*/ 294 h 329"/>
                <a:gd name="T46" fmla="*/ 68 w 81"/>
                <a:gd name="T47" fmla="*/ 239 h 329"/>
                <a:gd name="T48" fmla="*/ 73 w 81"/>
                <a:gd name="T49" fmla="*/ 215 h 329"/>
                <a:gd name="T50" fmla="*/ 71 w 81"/>
                <a:gd name="T51" fmla="*/ 155 h 329"/>
                <a:gd name="T52" fmla="*/ 70 w 81"/>
                <a:gd name="T53" fmla="*/ 132 h 329"/>
                <a:gd name="T54" fmla="*/ 79 w 81"/>
                <a:gd name="T55" fmla="*/ 117 h 329"/>
                <a:gd name="T56" fmla="*/ 80 w 81"/>
                <a:gd name="T57" fmla="*/ 104 h 329"/>
                <a:gd name="T58" fmla="*/ 70 w 81"/>
                <a:gd name="T59" fmla="*/ 67 h 329"/>
                <a:gd name="T60" fmla="*/ 60 w 81"/>
                <a:gd name="T61" fmla="*/ 54 h 329"/>
                <a:gd name="T62" fmla="*/ 58 w 81"/>
                <a:gd name="T63" fmla="*/ 1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329">
                  <a:moveTo>
                    <a:pt x="38" y="5"/>
                  </a:moveTo>
                  <a:cubicBezTo>
                    <a:pt x="38" y="5"/>
                    <a:pt x="33" y="3"/>
                    <a:pt x="30" y="7"/>
                  </a:cubicBezTo>
                  <a:cubicBezTo>
                    <a:pt x="27" y="10"/>
                    <a:pt x="25" y="18"/>
                    <a:pt x="24" y="22"/>
                  </a:cubicBezTo>
                  <a:cubicBezTo>
                    <a:pt x="23" y="26"/>
                    <a:pt x="24" y="37"/>
                    <a:pt x="21" y="39"/>
                  </a:cubicBezTo>
                  <a:cubicBezTo>
                    <a:pt x="16" y="41"/>
                    <a:pt x="21" y="47"/>
                    <a:pt x="17" y="48"/>
                  </a:cubicBezTo>
                  <a:cubicBezTo>
                    <a:pt x="13" y="49"/>
                    <a:pt x="11" y="54"/>
                    <a:pt x="11" y="54"/>
                  </a:cubicBezTo>
                  <a:cubicBezTo>
                    <a:pt x="11" y="54"/>
                    <a:pt x="3" y="52"/>
                    <a:pt x="1" y="57"/>
                  </a:cubicBezTo>
                  <a:cubicBezTo>
                    <a:pt x="0" y="61"/>
                    <a:pt x="1" y="73"/>
                    <a:pt x="2" y="77"/>
                  </a:cubicBezTo>
                  <a:cubicBezTo>
                    <a:pt x="2" y="81"/>
                    <a:pt x="8" y="100"/>
                    <a:pt x="8" y="104"/>
                  </a:cubicBezTo>
                  <a:cubicBezTo>
                    <a:pt x="9" y="107"/>
                    <a:pt x="12" y="110"/>
                    <a:pt x="12" y="110"/>
                  </a:cubicBezTo>
                  <a:cubicBezTo>
                    <a:pt x="12" y="110"/>
                    <a:pt x="12" y="115"/>
                    <a:pt x="10" y="120"/>
                  </a:cubicBezTo>
                  <a:cubicBezTo>
                    <a:pt x="8" y="126"/>
                    <a:pt x="8" y="127"/>
                    <a:pt x="8" y="127"/>
                  </a:cubicBezTo>
                  <a:cubicBezTo>
                    <a:pt x="8" y="127"/>
                    <a:pt x="6" y="140"/>
                    <a:pt x="4" y="145"/>
                  </a:cubicBezTo>
                  <a:cubicBezTo>
                    <a:pt x="3" y="150"/>
                    <a:pt x="3" y="150"/>
                    <a:pt x="6" y="152"/>
                  </a:cubicBezTo>
                  <a:cubicBezTo>
                    <a:pt x="9" y="153"/>
                    <a:pt x="11" y="155"/>
                    <a:pt x="11" y="161"/>
                  </a:cubicBezTo>
                  <a:cubicBezTo>
                    <a:pt x="11" y="166"/>
                    <a:pt x="8" y="185"/>
                    <a:pt x="10" y="204"/>
                  </a:cubicBezTo>
                  <a:cubicBezTo>
                    <a:pt x="12" y="223"/>
                    <a:pt x="12" y="242"/>
                    <a:pt x="12" y="242"/>
                  </a:cubicBezTo>
                  <a:cubicBezTo>
                    <a:pt x="15" y="242"/>
                    <a:pt x="15" y="242"/>
                    <a:pt x="15" y="242"/>
                  </a:cubicBezTo>
                  <a:cubicBezTo>
                    <a:pt x="15" y="242"/>
                    <a:pt x="14" y="256"/>
                    <a:pt x="17" y="268"/>
                  </a:cubicBezTo>
                  <a:cubicBezTo>
                    <a:pt x="21" y="281"/>
                    <a:pt x="24" y="292"/>
                    <a:pt x="24" y="296"/>
                  </a:cubicBezTo>
                  <a:cubicBezTo>
                    <a:pt x="24" y="299"/>
                    <a:pt x="24" y="301"/>
                    <a:pt x="23" y="303"/>
                  </a:cubicBezTo>
                  <a:cubicBezTo>
                    <a:pt x="23" y="305"/>
                    <a:pt x="21" y="308"/>
                    <a:pt x="23" y="313"/>
                  </a:cubicBezTo>
                  <a:cubicBezTo>
                    <a:pt x="25" y="317"/>
                    <a:pt x="25" y="321"/>
                    <a:pt x="25" y="323"/>
                  </a:cubicBezTo>
                  <a:cubicBezTo>
                    <a:pt x="25" y="326"/>
                    <a:pt x="33" y="329"/>
                    <a:pt x="39" y="328"/>
                  </a:cubicBezTo>
                  <a:cubicBezTo>
                    <a:pt x="45" y="328"/>
                    <a:pt x="44" y="324"/>
                    <a:pt x="43" y="321"/>
                  </a:cubicBezTo>
                  <a:cubicBezTo>
                    <a:pt x="41" y="319"/>
                    <a:pt x="39" y="315"/>
                    <a:pt x="37" y="311"/>
                  </a:cubicBezTo>
                  <a:cubicBezTo>
                    <a:pt x="36" y="306"/>
                    <a:pt x="37" y="303"/>
                    <a:pt x="36" y="298"/>
                  </a:cubicBezTo>
                  <a:cubicBezTo>
                    <a:pt x="34" y="293"/>
                    <a:pt x="33" y="289"/>
                    <a:pt x="33" y="277"/>
                  </a:cubicBezTo>
                  <a:cubicBezTo>
                    <a:pt x="33" y="265"/>
                    <a:pt x="33" y="260"/>
                    <a:pt x="33" y="252"/>
                  </a:cubicBezTo>
                  <a:cubicBezTo>
                    <a:pt x="33" y="245"/>
                    <a:pt x="34" y="241"/>
                    <a:pt x="34" y="241"/>
                  </a:cubicBezTo>
                  <a:cubicBezTo>
                    <a:pt x="51" y="240"/>
                    <a:pt x="51" y="240"/>
                    <a:pt x="51" y="240"/>
                  </a:cubicBezTo>
                  <a:cubicBezTo>
                    <a:pt x="51" y="240"/>
                    <a:pt x="49" y="246"/>
                    <a:pt x="48" y="251"/>
                  </a:cubicBezTo>
                  <a:cubicBezTo>
                    <a:pt x="47" y="256"/>
                    <a:pt x="48" y="266"/>
                    <a:pt x="48" y="276"/>
                  </a:cubicBezTo>
                  <a:cubicBezTo>
                    <a:pt x="49" y="286"/>
                    <a:pt x="49" y="296"/>
                    <a:pt x="48" y="298"/>
                  </a:cubicBezTo>
                  <a:cubicBezTo>
                    <a:pt x="46" y="299"/>
                    <a:pt x="44" y="305"/>
                    <a:pt x="45" y="309"/>
                  </a:cubicBezTo>
                  <a:cubicBezTo>
                    <a:pt x="46" y="314"/>
                    <a:pt x="48" y="318"/>
                    <a:pt x="47" y="321"/>
                  </a:cubicBezTo>
                  <a:cubicBezTo>
                    <a:pt x="47" y="323"/>
                    <a:pt x="48" y="323"/>
                    <a:pt x="48" y="323"/>
                  </a:cubicBezTo>
                  <a:cubicBezTo>
                    <a:pt x="51" y="323"/>
                    <a:pt x="51" y="323"/>
                    <a:pt x="51" y="323"/>
                  </a:cubicBezTo>
                  <a:cubicBezTo>
                    <a:pt x="51" y="323"/>
                    <a:pt x="50" y="319"/>
                    <a:pt x="50" y="317"/>
                  </a:cubicBezTo>
                  <a:cubicBezTo>
                    <a:pt x="50" y="315"/>
                    <a:pt x="50" y="314"/>
                    <a:pt x="50" y="314"/>
                  </a:cubicBezTo>
                  <a:cubicBezTo>
                    <a:pt x="50" y="314"/>
                    <a:pt x="54" y="319"/>
                    <a:pt x="54" y="321"/>
                  </a:cubicBezTo>
                  <a:cubicBezTo>
                    <a:pt x="55" y="323"/>
                    <a:pt x="54" y="327"/>
                    <a:pt x="61" y="327"/>
                  </a:cubicBezTo>
                  <a:cubicBezTo>
                    <a:pt x="68" y="328"/>
                    <a:pt x="73" y="328"/>
                    <a:pt x="73" y="326"/>
                  </a:cubicBezTo>
                  <a:cubicBezTo>
                    <a:pt x="74" y="323"/>
                    <a:pt x="72" y="322"/>
                    <a:pt x="69" y="320"/>
                  </a:cubicBezTo>
                  <a:cubicBezTo>
                    <a:pt x="65" y="317"/>
                    <a:pt x="63" y="312"/>
                    <a:pt x="61" y="309"/>
                  </a:cubicBezTo>
                  <a:cubicBezTo>
                    <a:pt x="59" y="306"/>
                    <a:pt x="59" y="300"/>
                    <a:pt x="60" y="294"/>
                  </a:cubicBezTo>
                  <a:cubicBezTo>
                    <a:pt x="61" y="288"/>
                    <a:pt x="68" y="262"/>
                    <a:pt x="68" y="254"/>
                  </a:cubicBezTo>
                  <a:cubicBezTo>
                    <a:pt x="68" y="246"/>
                    <a:pt x="68" y="239"/>
                    <a:pt x="68" y="239"/>
                  </a:cubicBezTo>
                  <a:cubicBezTo>
                    <a:pt x="68" y="239"/>
                    <a:pt x="72" y="239"/>
                    <a:pt x="73" y="239"/>
                  </a:cubicBezTo>
                  <a:cubicBezTo>
                    <a:pt x="75" y="239"/>
                    <a:pt x="73" y="225"/>
                    <a:pt x="73" y="215"/>
                  </a:cubicBezTo>
                  <a:cubicBezTo>
                    <a:pt x="73" y="205"/>
                    <a:pt x="73" y="169"/>
                    <a:pt x="72" y="164"/>
                  </a:cubicBezTo>
                  <a:cubicBezTo>
                    <a:pt x="71" y="158"/>
                    <a:pt x="71" y="155"/>
                    <a:pt x="71" y="155"/>
                  </a:cubicBezTo>
                  <a:cubicBezTo>
                    <a:pt x="71" y="155"/>
                    <a:pt x="74" y="156"/>
                    <a:pt x="73" y="153"/>
                  </a:cubicBezTo>
                  <a:cubicBezTo>
                    <a:pt x="73" y="149"/>
                    <a:pt x="70" y="137"/>
                    <a:pt x="70" y="132"/>
                  </a:cubicBezTo>
                  <a:cubicBezTo>
                    <a:pt x="70" y="128"/>
                    <a:pt x="70" y="123"/>
                    <a:pt x="70" y="123"/>
                  </a:cubicBezTo>
                  <a:cubicBezTo>
                    <a:pt x="70" y="123"/>
                    <a:pt x="79" y="122"/>
                    <a:pt x="79" y="117"/>
                  </a:cubicBezTo>
                  <a:cubicBezTo>
                    <a:pt x="79" y="112"/>
                    <a:pt x="79" y="112"/>
                    <a:pt x="80" y="110"/>
                  </a:cubicBezTo>
                  <a:cubicBezTo>
                    <a:pt x="80" y="109"/>
                    <a:pt x="81" y="107"/>
                    <a:pt x="80" y="104"/>
                  </a:cubicBezTo>
                  <a:cubicBezTo>
                    <a:pt x="79" y="101"/>
                    <a:pt x="77" y="98"/>
                    <a:pt x="75" y="89"/>
                  </a:cubicBezTo>
                  <a:cubicBezTo>
                    <a:pt x="73" y="81"/>
                    <a:pt x="70" y="71"/>
                    <a:pt x="70" y="67"/>
                  </a:cubicBezTo>
                  <a:cubicBezTo>
                    <a:pt x="70" y="64"/>
                    <a:pt x="68" y="63"/>
                    <a:pt x="64" y="61"/>
                  </a:cubicBezTo>
                  <a:cubicBezTo>
                    <a:pt x="60" y="59"/>
                    <a:pt x="64" y="58"/>
                    <a:pt x="60" y="54"/>
                  </a:cubicBezTo>
                  <a:cubicBezTo>
                    <a:pt x="55" y="50"/>
                    <a:pt x="62" y="47"/>
                    <a:pt x="59" y="40"/>
                  </a:cubicBezTo>
                  <a:cubicBezTo>
                    <a:pt x="56" y="33"/>
                    <a:pt x="59" y="22"/>
                    <a:pt x="58" y="16"/>
                  </a:cubicBezTo>
                  <a:cubicBezTo>
                    <a:pt x="57" y="11"/>
                    <a:pt x="50" y="0"/>
                    <a:pt x="38" y="5"/>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6" name="Freeform 664"/>
            <p:cNvSpPr>
              <a:spLocks/>
            </p:cNvSpPr>
            <p:nvPr/>
          </p:nvSpPr>
          <p:spPr bwMode="auto">
            <a:xfrm>
              <a:off x="2696" y="641"/>
              <a:ext cx="46" cy="97"/>
            </a:xfrm>
            <a:custGeom>
              <a:avLst/>
              <a:gdLst>
                <a:gd name="T0" fmla="*/ 18 w 24"/>
                <a:gd name="T1" fmla="*/ 3 h 51"/>
                <a:gd name="T2" fmla="*/ 24 w 24"/>
                <a:gd name="T3" fmla="*/ 11 h 51"/>
                <a:gd name="T4" fmla="*/ 21 w 24"/>
                <a:gd name="T5" fmla="*/ 15 h 51"/>
                <a:gd name="T6" fmla="*/ 21 w 24"/>
                <a:gd name="T7" fmla="*/ 26 h 51"/>
                <a:gd name="T8" fmla="*/ 20 w 24"/>
                <a:gd name="T9" fmla="*/ 46 h 51"/>
                <a:gd name="T10" fmla="*/ 20 w 24"/>
                <a:gd name="T11" fmla="*/ 51 h 51"/>
                <a:gd name="T12" fmla="*/ 15 w 24"/>
                <a:gd name="T13" fmla="*/ 34 h 51"/>
                <a:gd name="T14" fmla="*/ 6 w 24"/>
                <a:gd name="T15" fmla="*/ 14 h 51"/>
                <a:gd name="T16" fmla="*/ 0 w 24"/>
                <a:gd name="T17" fmla="*/ 3 h 51"/>
                <a:gd name="T18" fmla="*/ 2 w 24"/>
                <a:gd name="T19" fmla="*/ 0 h 51"/>
                <a:gd name="T20" fmla="*/ 8 w 24"/>
                <a:gd name="T21" fmla="*/ 5 h 51"/>
                <a:gd name="T22" fmla="*/ 14 w 24"/>
                <a:gd name="T23" fmla="*/ 9 h 51"/>
                <a:gd name="T24" fmla="*/ 10 w 24"/>
                <a:gd name="T25" fmla="*/ 16 h 51"/>
                <a:gd name="T26" fmla="*/ 15 w 24"/>
                <a:gd name="T27" fmla="*/ 25 h 51"/>
                <a:gd name="T28" fmla="*/ 15 w 24"/>
                <a:gd name="T29" fmla="*/ 16 h 51"/>
                <a:gd name="T30" fmla="*/ 18 w 24"/>
                <a:gd name="T31"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51">
                  <a:moveTo>
                    <a:pt x="18" y="3"/>
                  </a:moveTo>
                  <a:cubicBezTo>
                    <a:pt x="24" y="11"/>
                    <a:pt x="24" y="11"/>
                    <a:pt x="24" y="11"/>
                  </a:cubicBezTo>
                  <a:cubicBezTo>
                    <a:pt x="24" y="11"/>
                    <a:pt x="22" y="15"/>
                    <a:pt x="21" y="15"/>
                  </a:cubicBezTo>
                  <a:cubicBezTo>
                    <a:pt x="20" y="16"/>
                    <a:pt x="21" y="20"/>
                    <a:pt x="21" y="26"/>
                  </a:cubicBezTo>
                  <a:cubicBezTo>
                    <a:pt x="21" y="32"/>
                    <a:pt x="21" y="44"/>
                    <a:pt x="20" y="46"/>
                  </a:cubicBezTo>
                  <a:cubicBezTo>
                    <a:pt x="20" y="49"/>
                    <a:pt x="20" y="51"/>
                    <a:pt x="20" y="51"/>
                  </a:cubicBezTo>
                  <a:cubicBezTo>
                    <a:pt x="20" y="51"/>
                    <a:pt x="17" y="41"/>
                    <a:pt x="15" y="34"/>
                  </a:cubicBezTo>
                  <a:cubicBezTo>
                    <a:pt x="13" y="27"/>
                    <a:pt x="8" y="18"/>
                    <a:pt x="6" y="14"/>
                  </a:cubicBezTo>
                  <a:cubicBezTo>
                    <a:pt x="3" y="9"/>
                    <a:pt x="0" y="3"/>
                    <a:pt x="0" y="3"/>
                  </a:cubicBezTo>
                  <a:cubicBezTo>
                    <a:pt x="2" y="0"/>
                    <a:pt x="2" y="0"/>
                    <a:pt x="2" y="0"/>
                  </a:cubicBezTo>
                  <a:cubicBezTo>
                    <a:pt x="2" y="0"/>
                    <a:pt x="5" y="3"/>
                    <a:pt x="8" y="5"/>
                  </a:cubicBezTo>
                  <a:cubicBezTo>
                    <a:pt x="10" y="8"/>
                    <a:pt x="14" y="9"/>
                    <a:pt x="14" y="9"/>
                  </a:cubicBezTo>
                  <a:cubicBezTo>
                    <a:pt x="14" y="9"/>
                    <a:pt x="8" y="12"/>
                    <a:pt x="10" y="16"/>
                  </a:cubicBezTo>
                  <a:cubicBezTo>
                    <a:pt x="12" y="20"/>
                    <a:pt x="14" y="21"/>
                    <a:pt x="15" y="25"/>
                  </a:cubicBezTo>
                  <a:cubicBezTo>
                    <a:pt x="15" y="29"/>
                    <a:pt x="14" y="20"/>
                    <a:pt x="15" y="16"/>
                  </a:cubicBezTo>
                  <a:cubicBezTo>
                    <a:pt x="16" y="13"/>
                    <a:pt x="20" y="15"/>
                    <a:pt x="18"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7" name="Freeform 665"/>
            <p:cNvSpPr>
              <a:spLocks/>
            </p:cNvSpPr>
            <p:nvPr/>
          </p:nvSpPr>
          <p:spPr bwMode="auto">
            <a:xfrm>
              <a:off x="2737" y="786"/>
              <a:ext cx="5" cy="10"/>
            </a:xfrm>
            <a:custGeom>
              <a:avLst/>
              <a:gdLst>
                <a:gd name="T0" fmla="*/ 1 w 5"/>
                <a:gd name="T1" fmla="*/ 0 h 10"/>
                <a:gd name="T2" fmla="*/ 5 w 5"/>
                <a:gd name="T3" fmla="*/ 10 h 10"/>
                <a:gd name="T4" fmla="*/ 0 w 5"/>
                <a:gd name="T5" fmla="*/ 10 h 10"/>
                <a:gd name="T6" fmla="*/ 1 w 5"/>
                <a:gd name="T7" fmla="*/ 0 h 10"/>
              </a:gdLst>
              <a:ahLst/>
              <a:cxnLst>
                <a:cxn ang="0">
                  <a:pos x="T0" y="T1"/>
                </a:cxn>
                <a:cxn ang="0">
                  <a:pos x="T2" y="T3"/>
                </a:cxn>
                <a:cxn ang="0">
                  <a:pos x="T4" y="T5"/>
                </a:cxn>
                <a:cxn ang="0">
                  <a:pos x="T6" y="T7"/>
                </a:cxn>
              </a:cxnLst>
              <a:rect l="0" t="0" r="r" b="b"/>
              <a:pathLst>
                <a:path w="5" h="10">
                  <a:moveTo>
                    <a:pt x="1" y="0"/>
                  </a:moveTo>
                  <a:lnTo>
                    <a:pt x="5" y="10"/>
                  </a:lnTo>
                  <a:lnTo>
                    <a:pt x="0" y="1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8" name="Freeform 666"/>
            <p:cNvSpPr>
              <a:spLocks/>
            </p:cNvSpPr>
            <p:nvPr/>
          </p:nvSpPr>
          <p:spPr bwMode="auto">
            <a:xfrm>
              <a:off x="4701" y="551"/>
              <a:ext cx="154" cy="630"/>
            </a:xfrm>
            <a:custGeom>
              <a:avLst/>
              <a:gdLst>
                <a:gd name="T0" fmla="*/ 51 w 81"/>
                <a:gd name="T1" fmla="*/ 7 h 329"/>
                <a:gd name="T2" fmla="*/ 60 w 81"/>
                <a:gd name="T3" fmla="*/ 39 h 329"/>
                <a:gd name="T4" fmla="*/ 69 w 81"/>
                <a:gd name="T5" fmla="*/ 54 h 329"/>
                <a:gd name="T6" fmla="*/ 79 w 81"/>
                <a:gd name="T7" fmla="*/ 77 h 329"/>
                <a:gd name="T8" fmla="*/ 69 w 81"/>
                <a:gd name="T9" fmla="*/ 110 h 329"/>
                <a:gd name="T10" fmla="*/ 72 w 81"/>
                <a:gd name="T11" fmla="*/ 127 h 329"/>
                <a:gd name="T12" fmla="*/ 75 w 81"/>
                <a:gd name="T13" fmla="*/ 152 h 329"/>
                <a:gd name="T14" fmla="*/ 71 w 81"/>
                <a:gd name="T15" fmla="*/ 204 h 329"/>
                <a:gd name="T16" fmla="*/ 66 w 81"/>
                <a:gd name="T17" fmla="*/ 242 h 329"/>
                <a:gd name="T18" fmla="*/ 57 w 81"/>
                <a:gd name="T19" fmla="*/ 296 h 329"/>
                <a:gd name="T20" fmla="*/ 58 w 81"/>
                <a:gd name="T21" fmla="*/ 313 h 329"/>
                <a:gd name="T22" fmla="*/ 42 w 81"/>
                <a:gd name="T23" fmla="*/ 328 h 329"/>
                <a:gd name="T24" fmla="*/ 43 w 81"/>
                <a:gd name="T25" fmla="*/ 311 h 329"/>
                <a:gd name="T26" fmla="*/ 47 w 81"/>
                <a:gd name="T27" fmla="*/ 277 h 329"/>
                <a:gd name="T28" fmla="*/ 47 w 81"/>
                <a:gd name="T29" fmla="*/ 241 h 329"/>
                <a:gd name="T30" fmla="*/ 32 w 81"/>
                <a:gd name="T31" fmla="*/ 251 h 329"/>
                <a:gd name="T32" fmla="*/ 33 w 81"/>
                <a:gd name="T33" fmla="*/ 298 h 329"/>
                <a:gd name="T34" fmla="*/ 33 w 81"/>
                <a:gd name="T35" fmla="*/ 321 h 329"/>
                <a:gd name="T36" fmla="*/ 30 w 81"/>
                <a:gd name="T37" fmla="*/ 323 h 329"/>
                <a:gd name="T38" fmla="*/ 30 w 81"/>
                <a:gd name="T39" fmla="*/ 314 h 329"/>
                <a:gd name="T40" fmla="*/ 19 w 81"/>
                <a:gd name="T41" fmla="*/ 327 h 329"/>
                <a:gd name="T42" fmla="*/ 12 w 81"/>
                <a:gd name="T43" fmla="*/ 320 h 329"/>
                <a:gd name="T44" fmla="*/ 21 w 81"/>
                <a:gd name="T45" fmla="*/ 294 h 329"/>
                <a:gd name="T46" fmla="*/ 13 w 81"/>
                <a:gd name="T47" fmla="*/ 239 h 329"/>
                <a:gd name="T48" fmla="*/ 7 w 81"/>
                <a:gd name="T49" fmla="*/ 215 h 329"/>
                <a:gd name="T50" fmla="*/ 10 w 81"/>
                <a:gd name="T51" fmla="*/ 155 h 329"/>
                <a:gd name="T52" fmla="*/ 11 w 81"/>
                <a:gd name="T53" fmla="*/ 132 h 329"/>
                <a:gd name="T54" fmla="*/ 2 w 81"/>
                <a:gd name="T55" fmla="*/ 117 h 329"/>
                <a:gd name="T56" fmla="*/ 1 w 81"/>
                <a:gd name="T57" fmla="*/ 104 h 329"/>
                <a:gd name="T58" fmla="*/ 11 w 81"/>
                <a:gd name="T59" fmla="*/ 67 h 329"/>
                <a:gd name="T60" fmla="*/ 21 w 81"/>
                <a:gd name="T61" fmla="*/ 54 h 329"/>
                <a:gd name="T62" fmla="*/ 23 w 81"/>
                <a:gd name="T63" fmla="*/ 1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329">
                  <a:moveTo>
                    <a:pt x="42" y="5"/>
                  </a:moveTo>
                  <a:cubicBezTo>
                    <a:pt x="42" y="5"/>
                    <a:pt x="48" y="3"/>
                    <a:pt x="51" y="7"/>
                  </a:cubicBezTo>
                  <a:cubicBezTo>
                    <a:pt x="53" y="10"/>
                    <a:pt x="56" y="18"/>
                    <a:pt x="57" y="22"/>
                  </a:cubicBezTo>
                  <a:cubicBezTo>
                    <a:pt x="58" y="26"/>
                    <a:pt x="57" y="37"/>
                    <a:pt x="60" y="39"/>
                  </a:cubicBezTo>
                  <a:cubicBezTo>
                    <a:pt x="65" y="41"/>
                    <a:pt x="59" y="47"/>
                    <a:pt x="63" y="48"/>
                  </a:cubicBezTo>
                  <a:cubicBezTo>
                    <a:pt x="67" y="49"/>
                    <a:pt x="69" y="54"/>
                    <a:pt x="69" y="54"/>
                  </a:cubicBezTo>
                  <a:cubicBezTo>
                    <a:pt x="69" y="54"/>
                    <a:pt x="78" y="52"/>
                    <a:pt x="79" y="57"/>
                  </a:cubicBezTo>
                  <a:cubicBezTo>
                    <a:pt x="81" y="61"/>
                    <a:pt x="79" y="73"/>
                    <a:pt x="79" y="77"/>
                  </a:cubicBezTo>
                  <a:cubicBezTo>
                    <a:pt x="79" y="81"/>
                    <a:pt x="72" y="100"/>
                    <a:pt x="72" y="104"/>
                  </a:cubicBezTo>
                  <a:cubicBezTo>
                    <a:pt x="72" y="107"/>
                    <a:pt x="69" y="110"/>
                    <a:pt x="69" y="110"/>
                  </a:cubicBezTo>
                  <a:cubicBezTo>
                    <a:pt x="69" y="110"/>
                    <a:pt x="69" y="115"/>
                    <a:pt x="70" y="120"/>
                  </a:cubicBezTo>
                  <a:cubicBezTo>
                    <a:pt x="72" y="126"/>
                    <a:pt x="72" y="127"/>
                    <a:pt x="72" y="127"/>
                  </a:cubicBezTo>
                  <a:cubicBezTo>
                    <a:pt x="72" y="127"/>
                    <a:pt x="75" y="140"/>
                    <a:pt x="76" y="145"/>
                  </a:cubicBezTo>
                  <a:cubicBezTo>
                    <a:pt x="78" y="150"/>
                    <a:pt x="78" y="150"/>
                    <a:pt x="75" y="152"/>
                  </a:cubicBezTo>
                  <a:cubicBezTo>
                    <a:pt x="72" y="153"/>
                    <a:pt x="70" y="155"/>
                    <a:pt x="70" y="161"/>
                  </a:cubicBezTo>
                  <a:cubicBezTo>
                    <a:pt x="70" y="166"/>
                    <a:pt x="73" y="185"/>
                    <a:pt x="71" y="204"/>
                  </a:cubicBezTo>
                  <a:cubicBezTo>
                    <a:pt x="69" y="223"/>
                    <a:pt x="68" y="242"/>
                    <a:pt x="68" y="242"/>
                  </a:cubicBezTo>
                  <a:cubicBezTo>
                    <a:pt x="66" y="242"/>
                    <a:pt x="66" y="242"/>
                    <a:pt x="66" y="242"/>
                  </a:cubicBezTo>
                  <a:cubicBezTo>
                    <a:pt x="66" y="242"/>
                    <a:pt x="67" y="256"/>
                    <a:pt x="63" y="268"/>
                  </a:cubicBezTo>
                  <a:cubicBezTo>
                    <a:pt x="60" y="281"/>
                    <a:pt x="57" y="292"/>
                    <a:pt x="57" y="296"/>
                  </a:cubicBezTo>
                  <a:cubicBezTo>
                    <a:pt x="57" y="299"/>
                    <a:pt x="56" y="301"/>
                    <a:pt x="57" y="303"/>
                  </a:cubicBezTo>
                  <a:cubicBezTo>
                    <a:pt x="58" y="305"/>
                    <a:pt x="60" y="308"/>
                    <a:pt x="58" y="313"/>
                  </a:cubicBezTo>
                  <a:cubicBezTo>
                    <a:pt x="56" y="317"/>
                    <a:pt x="55" y="321"/>
                    <a:pt x="55" y="323"/>
                  </a:cubicBezTo>
                  <a:cubicBezTo>
                    <a:pt x="55" y="326"/>
                    <a:pt x="48" y="329"/>
                    <a:pt x="42" y="328"/>
                  </a:cubicBezTo>
                  <a:cubicBezTo>
                    <a:pt x="36" y="328"/>
                    <a:pt x="36" y="324"/>
                    <a:pt x="38" y="321"/>
                  </a:cubicBezTo>
                  <a:cubicBezTo>
                    <a:pt x="39" y="319"/>
                    <a:pt x="42" y="315"/>
                    <a:pt x="43" y="311"/>
                  </a:cubicBezTo>
                  <a:cubicBezTo>
                    <a:pt x="44" y="306"/>
                    <a:pt x="44" y="303"/>
                    <a:pt x="45" y="298"/>
                  </a:cubicBezTo>
                  <a:cubicBezTo>
                    <a:pt x="46" y="293"/>
                    <a:pt x="47" y="289"/>
                    <a:pt x="47" y="277"/>
                  </a:cubicBezTo>
                  <a:cubicBezTo>
                    <a:pt x="47" y="265"/>
                    <a:pt x="47" y="260"/>
                    <a:pt x="47" y="252"/>
                  </a:cubicBezTo>
                  <a:cubicBezTo>
                    <a:pt x="47" y="245"/>
                    <a:pt x="47" y="241"/>
                    <a:pt x="47" y="241"/>
                  </a:cubicBezTo>
                  <a:cubicBezTo>
                    <a:pt x="30" y="240"/>
                    <a:pt x="30" y="240"/>
                    <a:pt x="30" y="240"/>
                  </a:cubicBezTo>
                  <a:cubicBezTo>
                    <a:pt x="30" y="240"/>
                    <a:pt x="31" y="246"/>
                    <a:pt x="32" y="251"/>
                  </a:cubicBezTo>
                  <a:cubicBezTo>
                    <a:pt x="33" y="256"/>
                    <a:pt x="33" y="266"/>
                    <a:pt x="32" y="276"/>
                  </a:cubicBezTo>
                  <a:cubicBezTo>
                    <a:pt x="32" y="286"/>
                    <a:pt x="31" y="296"/>
                    <a:pt x="33" y="298"/>
                  </a:cubicBezTo>
                  <a:cubicBezTo>
                    <a:pt x="34" y="299"/>
                    <a:pt x="37" y="305"/>
                    <a:pt x="36" y="309"/>
                  </a:cubicBezTo>
                  <a:cubicBezTo>
                    <a:pt x="34" y="314"/>
                    <a:pt x="33" y="318"/>
                    <a:pt x="33" y="321"/>
                  </a:cubicBezTo>
                  <a:cubicBezTo>
                    <a:pt x="34" y="323"/>
                    <a:pt x="33" y="323"/>
                    <a:pt x="33" y="323"/>
                  </a:cubicBezTo>
                  <a:cubicBezTo>
                    <a:pt x="30" y="323"/>
                    <a:pt x="30" y="323"/>
                    <a:pt x="30" y="323"/>
                  </a:cubicBezTo>
                  <a:cubicBezTo>
                    <a:pt x="30" y="323"/>
                    <a:pt x="31" y="319"/>
                    <a:pt x="31" y="317"/>
                  </a:cubicBezTo>
                  <a:cubicBezTo>
                    <a:pt x="31" y="315"/>
                    <a:pt x="30" y="314"/>
                    <a:pt x="30" y="314"/>
                  </a:cubicBezTo>
                  <a:cubicBezTo>
                    <a:pt x="30" y="314"/>
                    <a:pt x="27" y="319"/>
                    <a:pt x="26" y="321"/>
                  </a:cubicBezTo>
                  <a:cubicBezTo>
                    <a:pt x="25" y="323"/>
                    <a:pt x="26" y="327"/>
                    <a:pt x="19" y="327"/>
                  </a:cubicBezTo>
                  <a:cubicBezTo>
                    <a:pt x="13" y="328"/>
                    <a:pt x="8" y="328"/>
                    <a:pt x="7" y="326"/>
                  </a:cubicBezTo>
                  <a:cubicBezTo>
                    <a:pt x="7" y="323"/>
                    <a:pt x="8" y="322"/>
                    <a:pt x="12" y="320"/>
                  </a:cubicBezTo>
                  <a:cubicBezTo>
                    <a:pt x="16" y="317"/>
                    <a:pt x="17" y="312"/>
                    <a:pt x="19" y="309"/>
                  </a:cubicBezTo>
                  <a:cubicBezTo>
                    <a:pt x="22" y="306"/>
                    <a:pt x="22" y="300"/>
                    <a:pt x="21" y="294"/>
                  </a:cubicBezTo>
                  <a:cubicBezTo>
                    <a:pt x="19" y="288"/>
                    <a:pt x="13" y="262"/>
                    <a:pt x="13" y="254"/>
                  </a:cubicBezTo>
                  <a:cubicBezTo>
                    <a:pt x="12" y="246"/>
                    <a:pt x="13" y="239"/>
                    <a:pt x="13" y="239"/>
                  </a:cubicBezTo>
                  <a:cubicBezTo>
                    <a:pt x="13" y="239"/>
                    <a:pt x="9" y="239"/>
                    <a:pt x="7" y="239"/>
                  </a:cubicBezTo>
                  <a:cubicBezTo>
                    <a:pt x="6" y="239"/>
                    <a:pt x="7" y="225"/>
                    <a:pt x="7" y="215"/>
                  </a:cubicBezTo>
                  <a:cubicBezTo>
                    <a:pt x="7" y="205"/>
                    <a:pt x="8" y="169"/>
                    <a:pt x="9" y="164"/>
                  </a:cubicBezTo>
                  <a:cubicBezTo>
                    <a:pt x="10" y="158"/>
                    <a:pt x="10" y="155"/>
                    <a:pt x="10" y="155"/>
                  </a:cubicBezTo>
                  <a:cubicBezTo>
                    <a:pt x="10" y="155"/>
                    <a:pt x="7" y="156"/>
                    <a:pt x="7" y="153"/>
                  </a:cubicBezTo>
                  <a:cubicBezTo>
                    <a:pt x="8" y="149"/>
                    <a:pt x="11" y="137"/>
                    <a:pt x="11" y="132"/>
                  </a:cubicBezTo>
                  <a:cubicBezTo>
                    <a:pt x="11" y="128"/>
                    <a:pt x="10" y="123"/>
                    <a:pt x="10" y="123"/>
                  </a:cubicBezTo>
                  <a:cubicBezTo>
                    <a:pt x="10" y="123"/>
                    <a:pt x="2" y="122"/>
                    <a:pt x="2" y="117"/>
                  </a:cubicBezTo>
                  <a:cubicBezTo>
                    <a:pt x="2" y="112"/>
                    <a:pt x="1" y="112"/>
                    <a:pt x="1" y="110"/>
                  </a:cubicBezTo>
                  <a:cubicBezTo>
                    <a:pt x="0" y="109"/>
                    <a:pt x="0" y="107"/>
                    <a:pt x="1" y="104"/>
                  </a:cubicBezTo>
                  <a:cubicBezTo>
                    <a:pt x="2" y="101"/>
                    <a:pt x="4" y="98"/>
                    <a:pt x="6" y="89"/>
                  </a:cubicBezTo>
                  <a:cubicBezTo>
                    <a:pt x="7" y="81"/>
                    <a:pt x="11" y="71"/>
                    <a:pt x="11" y="67"/>
                  </a:cubicBezTo>
                  <a:cubicBezTo>
                    <a:pt x="11" y="64"/>
                    <a:pt x="12" y="63"/>
                    <a:pt x="16" y="61"/>
                  </a:cubicBezTo>
                  <a:cubicBezTo>
                    <a:pt x="21" y="59"/>
                    <a:pt x="17" y="58"/>
                    <a:pt x="21" y="54"/>
                  </a:cubicBezTo>
                  <a:cubicBezTo>
                    <a:pt x="25" y="50"/>
                    <a:pt x="18" y="47"/>
                    <a:pt x="21" y="40"/>
                  </a:cubicBezTo>
                  <a:cubicBezTo>
                    <a:pt x="25" y="33"/>
                    <a:pt x="22" y="22"/>
                    <a:pt x="23" y="16"/>
                  </a:cubicBezTo>
                  <a:cubicBezTo>
                    <a:pt x="24" y="11"/>
                    <a:pt x="30" y="0"/>
                    <a:pt x="42" y="5"/>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9" name="Freeform 667"/>
            <p:cNvSpPr>
              <a:spLocks/>
            </p:cNvSpPr>
            <p:nvPr/>
          </p:nvSpPr>
          <p:spPr bwMode="auto">
            <a:xfrm>
              <a:off x="4754" y="641"/>
              <a:ext cx="48" cy="97"/>
            </a:xfrm>
            <a:custGeom>
              <a:avLst/>
              <a:gdLst>
                <a:gd name="T0" fmla="*/ 7 w 25"/>
                <a:gd name="T1" fmla="*/ 3 h 51"/>
                <a:gd name="T2" fmla="*/ 0 w 25"/>
                <a:gd name="T3" fmla="*/ 11 h 51"/>
                <a:gd name="T4" fmla="*/ 3 w 25"/>
                <a:gd name="T5" fmla="*/ 15 h 51"/>
                <a:gd name="T6" fmla="*/ 4 w 25"/>
                <a:gd name="T7" fmla="*/ 26 h 51"/>
                <a:gd name="T8" fmla="*/ 4 w 25"/>
                <a:gd name="T9" fmla="*/ 46 h 51"/>
                <a:gd name="T10" fmla="*/ 5 w 25"/>
                <a:gd name="T11" fmla="*/ 51 h 51"/>
                <a:gd name="T12" fmla="*/ 10 w 25"/>
                <a:gd name="T13" fmla="*/ 34 h 51"/>
                <a:gd name="T14" fmla="*/ 19 w 25"/>
                <a:gd name="T15" fmla="*/ 14 h 51"/>
                <a:gd name="T16" fmla="*/ 25 w 25"/>
                <a:gd name="T17" fmla="*/ 3 h 51"/>
                <a:gd name="T18" fmla="*/ 23 w 25"/>
                <a:gd name="T19" fmla="*/ 0 h 51"/>
                <a:gd name="T20" fmla="*/ 17 w 25"/>
                <a:gd name="T21" fmla="*/ 5 h 51"/>
                <a:gd name="T22" fmla="*/ 11 w 25"/>
                <a:gd name="T23" fmla="*/ 9 h 51"/>
                <a:gd name="T24" fmla="*/ 15 w 25"/>
                <a:gd name="T25" fmla="*/ 16 h 51"/>
                <a:gd name="T26" fmla="*/ 10 w 25"/>
                <a:gd name="T27" fmla="*/ 25 h 51"/>
                <a:gd name="T28" fmla="*/ 9 w 25"/>
                <a:gd name="T29" fmla="*/ 16 h 51"/>
                <a:gd name="T30" fmla="*/ 7 w 25"/>
                <a:gd name="T31"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51">
                  <a:moveTo>
                    <a:pt x="7" y="3"/>
                  </a:moveTo>
                  <a:cubicBezTo>
                    <a:pt x="0" y="11"/>
                    <a:pt x="0" y="11"/>
                    <a:pt x="0" y="11"/>
                  </a:cubicBezTo>
                  <a:cubicBezTo>
                    <a:pt x="0" y="11"/>
                    <a:pt x="2" y="15"/>
                    <a:pt x="3" y="15"/>
                  </a:cubicBezTo>
                  <a:cubicBezTo>
                    <a:pt x="4" y="16"/>
                    <a:pt x="4" y="20"/>
                    <a:pt x="4" y="26"/>
                  </a:cubicBezTo>
                  <a:cubicBezTo>
                    <a:pt x="4" y="32"/>
                    <a:pt x="4" y="44"/>
                    <a:pt x="4" y="46"/>
                  </a:cubicBezTo>
                  <a:cubicBezTo>
                    <a:pt x="4" y="49"/>
                    <a:pt x="5" y="51"/>
                    <a:pt x="5" y="51"/>
                  </a:cubicBezTo>
                  <a:cubicBezTo>
                    <a:pt x="5" y="51"/>
                    <a:pt x="8" y="41"/>
                    <a:pt x="10" y="34"/>
                  </a:cubicBezTo>
                  <a:cubicBezTo>
                    <a:pt x="11" y="27"/>
                    <a:pt x="16" y="18"/>
                    <a:pt x="19" y="14"/>
                  </a:cubicBezTo>
                  <a:cubicBezTo>
                    <a:pt x="22" y="9"/>
                    <a:pt x="25" y="3"/>
                    <a:pt x="25" y="3"/>
                  </a:cubicBezTo>
                  <a:cubicBezTo>
                    <a:pt x="23" y="0"/>
                    <a:pt x="23" y="0"/>
                    <a:pt x="23" y="0"/>
                  </a:cubicBezTo>
                  <a:cubicBezTo>
                    <a:pt x="23" y="0"/>
                    <a:pt x="19" y="3"/>
                    <a:pt x="17" y="5"/>
                  </a:cubicBezTo>
                  <a:cubicBezTo>
                    <a:pt x="14" y="8"/>
                    <a:pt x="11" y="9"/>
                    <a:pt x="11" y="9"/>
                  </a:cubicBezTo>
                  <a:cubicBezTo>
                    <a:pt x="11" y="9"/>
                    <a:pt x="16" y="12"/>
                    <a:pt x="15" y="16"/>
                  </a:cubicBezTo>
                  <a:cubicBezTo>
                    <a:pt x="13" y="20"/>
                    <a:pt x="11" y="21"/>
                    <a:pt x="10" y="25"/>
                  </a:cubicBezTo>
                  <a:cubicBezTo>
                    <a:pt x="9" y="29"/>
                    <a:pt x="11" y="20"/>
                    <a:pt x="9" y="16"/>
                  </a:cubicBezTo>
                  <a:cubicBezTo>
                    <a:pt x="8" y="13"/>
                    <a:pt x="5" y="15"/>
                    <a:pt x="7"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0" name="Freeform 668"/>
            <p:cNvSpPr>
              <a:spLocks/>
            </p:cNvSpPr>
            <p:nvPr/>
          </p:nvSpPr>
          <p:spPr bwMode="auto">
            <a:xfrm>
              <a:off x="4754" y="786"/>
              <a:ext cx="8" cy="10"/>
            </a:xfrm>
            <a:custGeom>
              <a:avLst/>
              <a:gdLst>
                <a:gd name="T0" fmla="*/ 6 w 8"/>
                <a:gd name="T1" fmla="*/ 0 h 10"/>
                <a:gd name="T2" fmla="*/ 0 w 8"/>
                <a:gd name="T3" fmla="*/ 10 h 10"/>
                <a:gd name="T4" fmla="*/ 8 w 8"/>
                <a:gd name="T5" fmla="*/ 10 h 10"/>
                <a:gd name="T6" fmla="*/ 6 w 8"/>
                <a:gd name="T7" fmla="*/ 0 h 10"/>
              </a:gdLst>
              <a:ahLst/>
              <a:cxnLst>
                <a:cxn ang="0">
                  <a:pos x="T0" y="T1"/>
                </a:cxn>
                <a:cxn ang="0">
                  <a:pos x="T2" y="T3"/>
                </a:cxn>
                <a:cxn ang="0">
                  <a:pos x="T4" y="T5"/>
                </a:cxn>
                <a:cxn ang="0">
                  <a:pos x="T6" y="T7"/>
                </a:cxn>
              </a:cxnLst>
              <a:rect l="0" t="0" r="r" b="b"/>
              <a:pathLst>
                <a:path w="8" h="10">
                  <a:moveTo>
                    <a:pt x="6" y="0"/>
                  </a:moveTo>
                  <a:lnTo>
                    <a:pt x="0" y="10"/>
                  </a:lnTo>
                  <a:lnTo>
                    <a:pt x="8" y="10"/>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1" name="Freeform 669"/>
            <p:cNvSpPr>
              <a:spLocks/>
            </p:cNvSpPr>
            <p:nvPr/>
          </p:nvSpPr>
          <p:spPr bwMode="auto">
            <a:xfrm>
              <a:off x="69" y="606"/>
              <a:ext cx="52" cy="77"/>
            </a:xfrm>
            <a:custGeom>
              <a:avLst/>
              <a:gdLst>
                <a:gd name="T0" fmla="*/ 1 w 27"/>
                <a:gd name="T1" fmla="*/ 11 h 40"/>
                <a:gd name="T2" fmla="*/ 3 w 27"/>
                <a:gd name="T3" fmla="*/ 23 h 40"/>
                <a:gd name="T4" fmla="*/ 1 w 27"/>
                <a:gd name="T5" fmla="*/ 35 h 40"/>
                <a:gd name="T6" fmla="*/ 21 w 27"/>
                <a:gd name="T7" fmla="*/ 39 h 40"/>
                <a:gd name="T8" fmla="*/ 1 w 27"/>
                <a:gd name="T9" fmla="*/ 11 h 40"/>
              </a:gdLst>
              <a:ahLst/>
              <a:cxnLst>
                <a:cxn ang="0">
                  <a:pos x="T0" y="T1"/>
                </a:cxn>
                <a:cxn ang="0">
                  <a:pos x="T2" y="T3"/>
                </a:cxn>
                <a:cxn ang="0">
                  <a:pos x="T4" y="T5"/>
                </a:cxn>
                <a:cxn ang="0">
                  <a:pos x="T6" y="T7"/>
                </a:cxn>
                <a:cxn ang="0">
                  <a:pos x="T8" y="T9"/>
                </a:cxn>
              </a:cxnLst>
              <a:rect l="0" t="0" r="r" b="b"/>
              <a:pathLst>
                <a:path w="27" h="40">
                  <a:moveTo>
                    <a:pt x="1" y="11"/>
                  </a:moveTo>
                  <a:cubicBezTo>
                    <a:pt x="9" y="15"/>
                    <a:pt x="1" y="19"/>
                    <a:pt x="3" y="23"/>
                  </a:cubicBezTo>
                  <a:cubicBezTo>
                    <a:pt x="6" y="27"/>
                    <a:pt x="0" y="30"/>
                    <a:pt x="1" y="35"/>
                  </a:cubicBezTo>
                  <a:cubicBezTo>
                    <a:pt x="3" y="40"/>
                    <a:pt x="15" y="40"/>
                    <a:pt x="21" y="39"/>
                  </a:cubicBezTo>
                  <a:cubicBezTo>
                    <a:pt x="27" y="39"/>
                    <a:pt x="18" y="0"/>
                    <a:pt x="1" y="11"/>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2" name="Freeform 670"/>
            <p:cNvSpPr>
              <a:spLocks/>
            </p:cNvSpPr>
            <p:nvPr/>
          </p:nvSpPr>
          <p:spPr bwMode="auto">
            <a:xfrm>
              <a:off x="46" y="536"/>
              <a:ext cx="107" cy="149"/>
            </a:xfrm>
            <a:custGeom>
              <a:avLst/>
              <a:gdLst>
                <a:gd name="T0" fmla="*/ 5 w 56"/>
                <a:gd name="T1" fmla="*/ 14 h 78"/>
                <a:gd name="T2" fmla="*/ 39 w 56"/>
                <a:gd name="T3" fmla="*/ 23 h 78"/>
                <a:gd name="T4" fmla="*/ 46 w 56"/>
                <a:gd name="T5" fmla="*/ 38 h 78"/>
                <a:gd name="T6" fmla="*/ 49 w 56"/>
                <a:gd name="T7" fmla="*/ 53 h 78"/>
                <a:gd name="T8" fmla="*/ 45 w 56"/>
                <a:gd name="T9" fmla="*/ 70 h 78"/>
                <a:gd name="T10" fmla="*/ 28 w 56"/>
                <a:gd name="T11" fmla="*/ 76 h 78"/>
                <a:gd name="T12" fmla="*/ 11 w 56"/>
                <a:gd name="T13" fmla="*/ 33 h 78"/>
                <a:gd name="T14" fmla="*/ 5 w 56"/>
                <a:gd name="T15" fmla="*/ 14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78">
                  <a:moveTo>
                    <a:pt x="5" y="14"/>
                  </a:moveTo>
                  <a:cubicBezTo>
                    <a:pt x="14" y="0"/>
                    <a:pt x="40" y="6"/>
                    <a:pt x="39" y="23"/>
                  </a:cubicBezTo>
                  <a:cubicBezTo>
                    <a:pt x="39" y="40"/>
                    <a:pt x="50" y="29"/>
                    <a:pt x="46" y="38"/>
                  </a:cubicBezTo>
                  <a:cubicBezTo>
                    <a:pt x="43" y="47"/>
                    <a:pt x="54" y="46"/>
                    <a:pt x="49" y="53"/>
                  </a:cubicBezTo>
                  <a:cubicBezTo>
                    <a:pt x="45" y="60"/>
                    <a:pt x="56" y="62"/>
                    <a:pt x="45" y="70"/>
                  </a:cubicBezTo>
                  <a:cubicBezTo>
                    <a:pt x="34" y="78"/>
                    <a:pt x="28" y="76"/>
                    <a:pt x="28" y="76"/>
                  </a:cubicBezTo>
                  <a:cubicBezTo>
                    <a:pt x="28" y="76"/>
                    <a:pt x="31" y="27"/>
                    <a:pt x="11" y="33"/>
                  </a:cubicBezTo>
                  <a:cubicBezTo>
                    <a:pt x="5" y="35"/>
                    <a:pt x="0" y="20"/>
                    <a:pt x="5" y="14"/>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3" name="Freeform 671"/>
            <p:cNvSpPr>
              <a:spLocks/>
            </p:cNvSpPr>
            <p:nvPr/>
          </p:nvSpPr>
          <p:spPr bwMode="auto">
            <a:xfrm>
              <a:off x="-2" y="547"/>
              <a:ext cx="186" cy="637"/>
            </a:xfrm>
            <a:custGeom>
              <a:avLst/>
              <a:gdLst>
                <a:gd name="T0" fmla="*/ 60 w 97"/>
                <a:gd name="T1" fmla="*/ 11 h 333"/>
                <a:gd name="T2" fmla="*/ 67 w 97"/>
                <a:gd name="T3" fmla="*/ 49 h 333"/>
                <a:gd name="T4" fmla="*/ 74 w 97"/>
                <a:gd name="T5" fmla="*/ 71 h 333"/>
                <a:gd name="T6" fmla="*/ 76 w 97"/>
                <a:gd name="T7" fmla="*/ 118 h 333"/>
                <a:gd name="T8" fmla="*/ 72 w 97"/>
                <a:gd name="T9" fmla="*/ 141 h 333"/>
                <a:gd name="T10" fmla="*/ 71 w 97"/>
                <a:gd name="T11" fmla="*/ 166 h 333"/>
                <a:gd name="T12" fmla="*/ 67 w 97"/>
                <a:gd name="T13" fmla="*/ 213 h 333"/>
                <a:gd name="T14" fmla="*/ 67 w 97"/>
                <a:gd name="T15" fmla="*/ 228 h 333"/>
                <a:gd name="T16" fmla="*/ 88 w 97"/>
                <a:gd name="T17" fmla="*/ 290 h 333"/>
                <a:gd name="T18" fmla="*/ 96 w 97"/>
                <a:gd name="T19" fmla="*/ 316 h 333"/>
                <a:gd name="T20" fmla="*/ 94 w 97"/>
                <a:gd name="T21" fmla="*/ 324 h 333"/>
                <a:gd name="T22" fmla="*/ 90 w 97"/>
                <a:gd name="T23" fmla="*/ 309 h 333"/>
                <a:gd name="T24" fmla="*/ 68 w 97"/>
                <a:gd name="T25" fmla="*/ 326 h 333"/>
                <a:gd name="T26" fmla="*/ 72 w 97"/>
                <a:gd name="T27" fmla="*/ 314 h 333"/>
                <a:gd name="T28" fmla="*/ 63 w 97"/>
                <a:gd name="T29" fmla="*/ 263 h 333"/>
                <a:gd name="T30" fmla="*/ 55 w 97"/>
                <a:gd name="T31" fmla="*/ 264 h 333"/>
                <a:gd name="T32" fmla="*/ 48 w 97"/>
                <a:gd name="T33" fmla="*/ 301 h 333"/>
                <a:gd name="T34" fmla="*/ 44 w 97"/>
                <a:gd name="T35" fmla="*/ 324 h 333"/>
                <a:gd name="T36" fmla="*/ 41 w 97"/>
                <a:gd name="T37" fmla="*/ 330 h 333"/>
                <a:gd name="T38" fmla="*/ 42 w 97"/>
                <a:gd name="T39" fmla="*/ 314 h 333"/>
                <a:gd name="T40" fmla="*/ 19 w 97"/>
                <a:gd name="T41" fmla="*/ 330 h 333"/>
                <a:gd name="T42" fmla="*/ 16 w 97"/>
                <a:gd name="T43" fmla="*/ 319 h 333"/>
                <a:gd name="T44" fmla="*/ 35 w 97"/>
                <a:gd name="T45" fmla="*/ 265 h 333"/>
                <a:gd name="T46" fmla="*/ 37 w 97"/>
                <a:gd name="T47" fmla="*/ 237 h 333"/>
                <a:gd name="T48" fmla="*/ 33 w 97"/>
                <a:gd name="T49" fmla="*/ 213 h 333"/>
                <a:gd name="T50" fmla="*/ 29 w 97"/>
                <a:gd name="T51" fmla="*/ 189 h 333"/>
                <a:gd name="T52" fmla="*/ 26 w 97"/>
                <a:gd name="T53" fmla="*/ 189 h 333"/>
                <a:gd name="T54" fmla="*/ 20 w 97"/>
                <a:gd name="T55" fmla="*/ 187 h 333"/>
                <a:gd name="T56" fmla="*/ 22 w 97"/>
                <a:gd name="T57" fmla="*/ 169 h 333"/>
                <a:gd name="T58" fmla="*/ 3 w 97"/>
                <a:gd name="T59" fmla="*/ 125 h 333"/>
                <a:gd name="T60" fmla="*/ 24 w 97"/>
                <a:gd name="T61" fmla="*/ 105 h 333"/>
                <a:gd name="T62" fmla="*/ 42 w 97"/>
                <a:gd name="T63" fmla="*/ 64 h 333"/>
                <a:gd name="T64" fmla="*/ 41 w 97"/>
                <a:gd name="T65" fmla="*/ 46 h 333"/>
                <a:gd name="T66" fmla="*/ 30 w 97"/>
                <a:gd name="T67" fmla="*/ 28 h 333"/>
                <a:gd name="T68" fmla="*/ 31 w 97"/>
                <a:gd name="T69" fmla="*/ 1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7" h="333">
                  <a:moveTo>
                    <a:pt x="44" y="0"/>
                  </a:moveTo>
                  <a:cubicBezTo>
                    <a:pt x="51" y="0"/>
                    <a:pt x="57" y="4"/>
                    <a:pt x="60" y="11"/>
                  </a:cubicBezTo>
                  <a:cubicBezTo>
                    <a:pt x="63" y="18"/>
                    <a:pt x="64" y="27"/>
                    <a:pt x="63" y="31"/>
                  </a:cubicBezTo>
                  <a:cubicBezTo>
                    <a:pt x="62" y="35"/>
                    <a:pt x="65" y="45"/>
                    <a:pt x="67" y="49"/>
                  </a:cubicBezTo>
                  <a:cubicBezTo>
                    <a:pt x="68" y="54"/>
                    <a:pt x="71" y="60"/>
                    <a:pt x="71" y="60"/>
                  </a:cubicBezTo>
                  <a:cubicBezTo>
                    <a:pt x="71" y="60"/>
                    <a:pt x="74" y="65"/>
                    <a:pt x="74" y="71"/>
                  </a:cubicBezTo>
                  <a:cubicBezTo>
                    <a:pt x="74" y="77"/>
                    <a:pt x="74" y="87"/>
                    <a:pt x="76" y="98"/>
                  </a:cubicBezTo>
                  <a:cubicBezTo>
                    <a:pt x="79" y="110"/>
                    <a:pt x="78" y="113"/>
                    <a:pt x="76" y="118"/>
                  </a:cubicBezTo>
                  <a:cubicBezTo>
                    <a:pt x="74" y="124"/>
                    <a:pt x="68" y="135"/>
                    <a:pt x="68" y="135"/>
                  </a:cubicBezTo>
                  <a:cubicBezTo>
                    <a:pt x="68" y="135"/>
                    <a:pt x="74" y="139"/>
                    <a:pt x="72" y="141"/>
                  </a:cubicBezTo>
                  <a:cubicBezTo>
                    <a:pt x="70" y="144"/>
                    <a:pt x="67" y="145"/>
                    <a:pt x="67" y="145"/>
                  </a:cubicBezTo>
                  <a:cubicBezTo>
                    <a:pt x="67" y="145"/>
                    <a:pt x="74" y="155"/>
                    <a:pt x="71" y="166"/>
                  </a:cubicBezTo>
                  <a:cubicBezTo>
                    <a:pt x="67" y="177"/>
                    <a:pt x="67" y="184"/>
                    <a:pt x="67" y="194"/>
                  </a:cubicBezTo>
                  <a:cubicBezTo>
                    <a:pt x="67" y="204"/>
                    <a:pt x="67" y="213"/>
                    <a:pt x="67" y="213"/>
                  </a:cubicBezTo>
                  <a:cubicBezTo>
                    <a:pt x="63" y="213"/>
                    <a:pt x="63" y="213"/>
                    <a:pt x="63" y="213"/>
                  </a:cubicBezTo>
                  <a:cubicBezTo>
                    <a:pt x="63" y="213"/>
                    <a:pt x="63" y="222"/>
                    <a:pt x="67" y="228"/>
                  </a:cubicBezTo>
                  <a:cubicBezTo>
                    <a:pt x="71" y="234"/>
                    <a:pt x="78" y="243"/>
                    <a:pt x="79" y="258"/>
                  </a:cubicBezTo>
                  <a:cubicBezTo>
                    <a:pt x="80" y="274"/>
                    <a:pt x="84" y="287"/>
                    <a:pt x="88" y="290"/>
                  </a:cubicBezTo>
                  <a:cubicBezTo>
                    <a:pt x="93" y="294"/>
                    <a:pt x="97" y="294"/>
                    <a:pt x="97" y="300"/>
                  </a:cubicBezTo>
                  <a:cubicBezTo>
                    <a:pt x="97" y="306"/>
                    <a:pt x="96" y="313"/>
                    <a:pt x="96" y="316"/>
                  </a:cubicBezTo>
                  <a:cubicBezTo>
                    <a:pt x="96" y="319"/>
                    <a:pt x="96" y="324"/>
                    <a:pt x="96" y="324"/>
                  </a:cubicBezTo>
                  <a:cubicBezTo>
                    <a:pt x="94" y="324"/>
                    <a:pt x="94" y="324"/>
                    <a:pt x="94" y="324"/>
                  </a:cubicBezTo>
                  <a:cubicBezTo>
                    <a:pt x="94" y="324"/>
                    <a:pt x="95" y="320"/>
                    <a:pt x="94" y="316"/>
                  </a:cubicBezTo>
                  <a:cubicBezTo>
                    <a:pt x="94" y="312"/>
                    <a:pt x="93" y="307"/>
                    <a:pt x="90" y="309"/>
                  </a:cubicBezTo>
                  <a:cubicBezTo>
                    <a:pt x="87" y="310"/>
                    <a:pt x="83" y="318"/>
                    <a:pt x="81" y="321"/>
                  </a:cubicBezTo>
                  <a:cubicBezTo>
                    <a:pt x="79" y="325"/>
                    <a:pt x="76" y="328"/>
                    <a:pt x="68" y="326"/>
                  </a:cubicBezTo>
                  <a:cubicBezTo>
                    <a:pt x="60" y="324"/>
                    <a:pt x="58" y="319"/>
                    <a:pt x="62" y="318"/>
                  </a:cubicBezTo>
                  <a:cubicBezTo>
                    <a:pt x="66" y="317"/>
                    <a:pt x="71" y="319"/>
                    <a:pt x="72" y="314"/>
                  </a:cubicBezTo>
                  <a:cubicBezTo>
                    <a:pt x="73" y="310"/>
                    <a:pt x="74" y="299"/>
                    <a:pt x="73" y="293"/>
                  </a:cubicBezTo>
                  <a:cubicBezTo>
                    <a:pt x="71" y="288"/>
                    <a:pt x="65" y="270"/>
                    <a:pt x="63" y="263"/>
                  </a:cubicBezTo>
                  <a:cubicBezTo>
                    <a:pt x="60" y="256"/>
                    <a:pt x="57" y="249"/>
                    <a:pt x="57" y="249"/>
                  </a:cubicBezTo>
                  <a:cubicBezTo>
                    <a:pt x="57" y="249"/>
                    <a:pt x="57" y="259"/>
                    <a:pt x="55" y="264"/>
                  </a:cubicBezTo>
                  <a:cubicBezTo>
                    <a:pt x="53" y="269"/>
                    <a:pt x="46" y="288"/>
                    <a:pt x="44" y="292"/>
                  </a:cubicBezTo>
                  <a:cubicBezTo>
                    <a:pt x="43" y="296"/>
                    <a:pt x="45" y="299"/>
                    <a:pt x="48" y="301"/>
                  </a:cubicBezTo>
                  <a:cubicBezTo>
                    <a:pt x="50" y="303"/>
                    <a:pt x="48" y="309"/>
                    <a:pt x="47" y="313"/>
                  </a:cubicBezTo>
                  <a:cubicBezTo>
                    <a:pt x="45" y="317"/>
                    <a:pt x="44" y="322"/>
                    <a:pt x="44" y="324"/>
                  </a:cubicBezTo>
                  <a:cubicBezTo>
                    <a:pt x="44" y="326"/>
                    <a:pt x="44" y="330"/>
                    <a:pt x="44" y="330"/>
                  </a:cubicBezTo>
                  <a:cubicBezTo>
                    <a:pt x="41" y="330"/>
                    <a:pt x="41" y="330"/>
                    <a:pt x="41" y="330"/>
                  </a:cubicBezTo>
                  <a:cubicBezTo>
                    <a:pt x="41" y="330"/>
                    <a:pt x="42" y="325"/>
                    <a:pt x="42" y="321"/>
                  </a:cubicBezTo>
                  <a:cubicBezTo>
                    <a:pt x="42" y="317"/>
                    <a:pt x="43" y="315"/>
                    <a:pt x="42" y="314"/>
                  </a:cubicBezTo>
                  <a:cubicBezTo>
                    <a:pt x="40" y="313"/>
                    <a:pt x="34" y="319"/>
                    <a:pt x="31" y="323"/>
                  </a:cubicBezTo>
                  <a:cubicBezTo>
                    <a:pt x="28" y="327"/>
                    <a:pt x="28" y="333"/>
                    <a:pt x="19" y="330"/>
                  </a:cubicBezTo>
                  <a:cubicBezTo>
                    <a:pt x="11" y="328"/>
                    <a:pt x="5" y="324"/>
                    <a:pt x="7" y="321"/>
                  </a:cubicBezTo>
                  <a:cubicBezTo>
                    <a:pt x="9" y="319"/>
                    <a:pt x="14" y="321"/>
                    <a:pt x="16" y="319"/>
                  </a:cubicBezTo>
                  <a:cubicBezTo>
                    <a:pt x="19" y="318"/>
                    <a:pt x="24" y="305"/>
                    <a:pt x="27" y="298"/>
                  </a:cubicBezTo>
                  <a:cubicBezTo>
                    <a:pt x="30" y="290"/>
                    <a:pt x="34" y="274"/>
                    <a:pt x="35" y="265"/>
                  </a:cubicBezTo>
                  <a:cubicBezTo>
                    <a:pt x="36" y="256"/>
                    <a:pt x="37" y="249"/>
                    <a:pt x="37" y="245"/>
                  </a:cubicBezTo>
                  <a:cubicBezTo>
                    <a:pt x="37" y="242"/>
                    <a:pt x="37" y="237"/>
                    <a:pt x="37" y="237"/>
                  </a:cubicBezTo>
                  <a:cubicBezTo>
                    <a:pt x="37" y="237"/>
                    <a:pt x="35" y="226"/>
                    <a:pt x="34" y="221"/>
                  </a:cubicBezTo>
                  <a:cubicBezTo>
                    <a:pt x="33" y="217"/>
                    <a:pt x="33" y="213"/>
                    <a:pt x="33" y="213"/>
                  </a:cubicBezTo>
                  <a:cubicBezTo>
                    <a:pt x="33" y="213"/>
                    <a:pt x="28" y="214"/>
                    <a:pt x="28" y="211"/>
                  </a:cubicBezTo>
                  <a:cubicBezTo>
                    <a:pt x="28" y="208"/>
                    <a:pt x="29" y="195"/>
                    <a:pt x="29" y="189"/>
                  </a:cubicBezTo>
                  <a:cubicBezTo>
                    <a:pt x="28" y="183"/>
                    <a:pt x="26" y="183"/>
                    <a:pt x="26" y="183"/>
                  </a:cubicBezTo>
                  <a:cubicBezTo>
                    <a:pt x="26" y="183"/>
                    <a:pt x="26" y="187"/>
                    <a:pt x="26" y="189"/>
                  </a:cubicBezTo>
                  <a:cubicBezTo>
                    <a:pt x="26" y="192"/>
                    <a:pt x="24" y="191"/>
                    <a:pt x="23" y="189"/>
                  </a:cubicBezTo>
                  <a:cubicBezTo>
                    <a:pt x="22" y="187"/>
                    <a:pt x="20" y="189"/>
                    <a:pt x="20" y="187"/>
                  </a:cubicBezTo>
                  <a:cubicBezTo>
                    <a:pt x="20" y="185"/>
                    <a:pt x="19" y="181"/>
                    <a:pt x="19" y="178"/>
                  </a:cubicBezTo>
                  <a:cubicBezTo>
                    <a:pt x="20" y="175"/>
                    <a:pt x="22" y="169"/>
                    <a:pt x="22" y="169"/>
                  </a:cubicBezTo>
                  <a:cubicBezTo>
                    <a:pt x="0" y="169"/>
                    <a:pt x="0" y="169"/>
                    <a:pt x="0" y="169"/>
                  </a:cubicBezTo>
                  <a:cubicBezTo>
                    <a:pt x="3" y="125"/>
                    <a:pt x="3" y="125"/>
                    <a:pt x="3" y="125"/>
                  </a:cubicBezTo>
                  <a:cubicBezTo>
                    <a:pt x="23" y="125"/>
                    <a:pt x="23" y="125"/>
                    <a:pt x="23" y="125"/>
                  </a:cubicBezTo>
                  <a:cubicBezTo>
                    <a:pt x="23" y="125"/>
                    <a:pt x="24" y="112"/>
                    <a:pt x="24" y="105"/>
                  </a:cubicBezTo>
                  <a:cubicBezTo>
                    <a:pt x="24" y="99"/>
                    <a:pt x="23" y="90"/>
                    <a:pt x="28" y="83"/>
                  </a:cubicBezTo>
                  <a:cubicBezTo>
                    <a:pt x="32" y="75"/>
                    <a:pt x="38" y="69"/>
                    <a:pt x="42" y="64"/>
                  </a:cubicBezTo>
                  <a:cubicBezTo>
                    <a:pt x="46" y="60"/>
                    <a:pt x="46" y="59"/>
                    <a:pt x="45" y="55"/>
                  </a:cubicBezTo>
                  <a:cubicBezTo>
                    <a:pt x="44" y="51"/>
                    <a:pt x="44" y="46"/>
                    <a:pt x="41" y="46"/>
                  </a:cubicBezTo>
                  <a:cubicBezTo>
                    <a:pt x="39" y="46"/>
                    <a:pt x="36" y="46"/>
                    <a:pt x="35" y="43"/>
                  </a:cubicBezTo>
                  <a:cubicBezTo>
                    <a:pt x="34" y="39"/>
                    <a:pt x="31" y="33"/>
                    <a:pt x="30" y="28"/>
                  </a:cubicBezTo>
                  <a:cubicBezTo>
                    <a:pt x="30" y="24"/>
                    <a:pt x="31" y="23"/>
                    <a:pt x="30" y="22"/>
                  </a:cubicBezTo>
                  <a:cubicBezTo>
                    <a:pt x="30" y="20"/>
                    <a:pt x="31" y="16"/>
                    <a:pt x="31" y="12"/>
                  </a:cubicBezTo>
                  <a:cubicBezTo>
                    <a:pt x="31" y="9"/>
                    <a:pt x="36" y="0"/>
                    <a:pt x="44"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4" name="Freeform 672"/>
            <p:cNvSpPr>
              <a:spLocks/>
            </p:cNvSpPr>
            <p:nvPr/>
          </p:nvSpPr>
          <p:spPr bwMode="auto">
            <a:xfrm>
              <a:off x="84" y="629"/>
              <a:ext cx="39" cy="31"/>
            </a:xfrm>
            <a:custGeom>
              <a:avLst/>
              <a:gdLst>
                <a:gd name="T0" fmla="*/ 19 w 20"/>
                <a:gd name="T1" fmla="*/ 0 h 16"/>
                <a:gd name="T2" fmla="*/ 20 w 20"/>
                <a:gd name="T3" fmla="*/ 3 h 16"/>
                <a:gd name="T4" fmla="*/ 0 w 20"/>
                <a:gd name="T5" fmla="*/ 16 h 16"/>
                <a:gd name="T6" fmla="*/ 2 w 20"/>
                <a:gd name="T7" fmla="*/ 8 h 16"/>
                <a:gd name="T8" fmla="*/ 11 w 20"/>
                <a:gd name="T9" fmla="*/ 1 h 16"/>
                <a:gd name="T10" fmla="*/ 19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19" y="0"/>
                  </a:moveTo>
                  <a:cubicBezTo>
                    <a:pt x="20" y="1"/>
                    <a:pt x="20" y="2"/>
                    <a:pt x="20" y="3"/>
                  </a:cubicBezTo>
                  <a:cubicBezTo>
                    <a:pt x="10" y="3"/>
                    <a:pt x="5" y="10"/>
                    <a:pt x="0" y="16"/>
                  </a:cubicBezTo>
                  <a:cubicBezTo>
                    <a:pt x="2" y="14"/>
                    <a:pt x="2" y="10"/>
                    <a:pt x="2" y="8"/>
                  </a:cubicBezTo>
                  <a:cubicBezTo>
                    <a:pt x="4" y="5"/>
                    <a:pt x="8" y="3"/>
                    <a:pt x="11" y="1"/>
                  </a:cubicBezTo>
                  <a:cubicBezTo>
                    <a:pt x="14" y="0"/>
                    <a:pt x="17"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5" name="Freeform 673"/>
            <p:cNvSpPr>
              <a:spLocks/>
            </p:cNvSpPr>
            <p:nvPr/>
          </p:nvSpPr>
          <p:spPr bwMode="auto">
            <a:xfrm>
              <a:off x="4131" y="606"/>
              <a:ext cx="51" cy="77"/>
            </a:xfrm>
            <a:custGeom>
              <a:avLst/>
              <a:gdLst>
                <a:gd name="T0" fmla="*/ 1 w 27"/>
                <a:gd name="T1" fmla="*/ 11 h 40"/>
                <a:gd name="T2" fmla="*/ 3 w 27"/>
                <a:gd name="T3" fmla="*/ 23 h 40"/>
                <a:gd name="T4" fmla="*/ 1 w 27"/>
                <a:gd name="T5" fmla="*/ 35 h 40"/>
                <a:gd name="T6" fmla="*/ 21 w 27"/>
                <a:gd name="T7" fmla="*/ 39 h 40"/>
                <a:gd name="T8" fmla="*/ 1 w 27"/>
                <a:gd name="T9" fmla="*/ 11 h 40"/>
              </a:gdLst>
              <a:ahLst/>
              <a:cxnLst>
                <a:cxn ang="0">
                  <a:pos x="T0" y="T1"/>
                </a:cxn>
                <a:cxn ang="0">
                  <a:pos x="T2" y="T3"/>
                </a:cxn>
                <a:cxn ang="0">
                  <a:pos x="T4" y="T5"/>
                </a:cxn>
                <a:cxn ang="0">
                  <a:pos x="T6" y="T7"/>
                </a:cxn>
                <a:cxn ang="0">
                  <a:pos x="T8" y="T9"/>
                </a:cxn>
              </a:cxnLst>
              <a:rect l="0" t="0" r="r" b="b"/>
              <a:pathLst>
                <a:path w="27" h="40">
                  <a:moveTo>
                    <a:pt x="1" y="11"/>
                  </a:moveTo>
                  <a:cubicBezTo>
                    <a:pt x="9" y="15"/>
                    <a:pt x="1" y="19"/>
                    <a:pt x="3" y="23"/>
                  </a:cubicBezTo>
                  <a:cubicBezTo>
                    <a:pt x="6" y="27"/>
                    <a:pt x="0" y="30"/>
                    <a:pt x="1" y="35"/>
                  </a:cubicBezTo>
                  <a:cubicBezTo>
                    <a:pt x="3" y="40"/>
                    <a:pt x="15" y="40"/>
                    <a:pt x="21" y="39"/>
                  </a:cubicBezTo>
                  <a:cubicBezTo>
                    <a:pt x="27" y="39"/>
                    <a:pt x="18" y="0"/>
                    <a:pt x="1" y="11"/>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6" name="Freeform 674"/>
            <p:cNvSpPr>
              <a:spLocks/>
            </p:cNvSpPr>
            <p:nvPr/>
          </p:nvSpPr>
          <p:spPr bwMode="auto">
            <a:xfrm>
              <a:off x="4108" y="536"/>
              <a:ext cx="107" cy="149"/>
            </a:xfrm>
            <a:custGeom>
              <a:avLst/>
              <a:gdLst>
                <a:gd name="T0" fmla="*/ 5 w 56"/>
                <a:gd name="T1" fmla="*/ 14 h 78"/>
                <a:gd name="T2" fmla="*/ 39 w 56"/>
                <a:gd name="T3" fmla="*/ 23 h 78"/>
                <a:gd name="T4" fmla="*/ 46 w 56"/>
                <a:gd name="T5" fmla="*/ 38 h 78"/>
                <a:gd name="T6" fmla="*/ 49 w 56"/>
                <a:gd name="T7" fmla="*/ 53 h 78"/>
                <a:gd name="T8" fmla="*/ 45 w 56"/>
                <a:gd name="T9" fmla="*/ 70 h 78"/>
                <a:gd name="T10" fmla="*/ 28 w 56"/>
                <a:gd name="T11" fmla="*/ 76 h 78"/>
                <a:gd name="T12" fmla="*/ 11 w 56"/>
                <a:gd name="T13" fmla="*/ 33 h 78"/>
                <a:gd name="T14" fmla="*/ 5 w 56"/>
                <a:gd name="T15" fmla="*/ 14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78">
                  <a:moveTo>
                    <a:pt x="5" y="14"/>
                  </a:moveTo>
                  <a:cubicBezTo>
                    <a:pt x="14" y="0"/>
                    <a:pt x="40" y="6"/>
                    <a:pt x="39" y="23"/>
                  </a:cubicBezTo>
                  <a:cubicBezTo>
                    <a:pt x="39" y="40"/>
                    <a:pt x="50" y="29"/>
                    <a:pt x="46" y="38"/>
                  </a:cubicBezTo>
                  <a:cubicBezTo>
                    <a:pt x="43" y="47"/>
                    <a:pt x="54" y="46"/>
                    <a:pt x="49" y="53"/>
                  </a:cubicBezTo>
                  <a:cubicBezTo>
                    <a:pt x="45" y="60"/>
                    <a:pt x="56" y="62"/>
                    <a:pt x="45" y="70"/>
                  </a:cubicBezTo>
                  <a:cubicBezTo>
                    <a:pt x="34" y="78"/>
                    <a:pt x="28" y="76"/>
                    <a:pt x="28" y="76"/>
                  </a:cubicBezTo>
                  <a:cubicBezTo>
                    <a:pt x="28" y="76"/>
                    <a:pt x="31" y="27"/>
                    <a:pt x="11" y="33"/>
                  </a:cubicBezTo>
                  <a:cubicBezTo>
                    <a:pt x="5" y="35"/>
                    <a:pt x="0" y="20"/>
                    <a:pt x="5" y="14"/>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7" name="Freeform 675"/>
            <p:cNvSpPr>
              <a:spLocks/>
            </p:cNvSpPr>
            <p:nvPr/>
          </p:nvSpPr>
          <p:spPr bwMode="auto">
            <a:xfrm>
              <a:off x="4060" y="547"/>
              <a:ext cx="185" cy="637"/>
            </a:xfrm>
            <a:custGeom>
              <a:avLst/>
              <a:gdLst>
                <a:gd name="T0" fmla="*/ 60 w 97"/>
                <a:gd name="T1" fmla="*/ 11 h 333"/>
                <a:gd name="T2" fmla="*/ 67 w 97"/>
                <a:gd name="T3" fmla="*/ 49 h 333"/>
                <a:gd name="T4" fmla="*/ 74 w 97"/>
                <a:gd name="T5" fmla="*/ 71 h 333"/>
                <a:gd name="T6" fmla="*/ 76 w 97"/>
                <a:gd name="T7" fmla="*/ 118 h 333"/>
                <a:gd name="T8" fmla="*/ 72 w 97"/>
                <a:gd name="T9" fmla="*/ 141 h 333"/>
                <a:gd name="T10" fmla="*/ 71 w 97"/>
                <a:gd name="T11" fmla="*/ 166 h 333"/>
                <a:gd name="T12" fmla="*/ 67 w 97"/>
                <a:gd name="T13" fmla="*/ 213 h 333"/>
                <a:gd name="T14" fmla="*/ 67 w 97"/>
                <a:gd name="T15" fmla="*/ 228 h 333"/>
                <a:gd name="T16" fmla="*/ 88 w 97"/>
                <a:gd name="T17" fmla="*/ 290 h 333"/>
                <a:gd name="T18" fmla="*/ 96 w 97"/>
                <a:gd name="T19" fmla="*/ 316 h 333"/>
                <a:gd name="T20" fmla="*/ 94 w 97"/>
                <a:gd name="T21" fmla="*/ 324 h 333"/>
                <a:gd name="T22" fmla="*/ 90 w 97"/>
                <a:gd name="T23" fmla="*/ 309 h 333"/>
                <a:gd name="T24" fmla="*/ 68 w 97"/>
                <a:gd name="T25" fmla="*/ 326 h 333"/>
                <a:gd name="T26" fmla="*/ 72 w 97"/>
                <a:gd name="T27" fmla="*/ 314 h 333"/>
                <a:gd name="T28" fmla="*/ 63 w 97"/>
                <a:gd name="T29" fmla="*/ 263 h 333"/>
                <a:gd name="T30" fmla="*/ 55 w 97"/>
                <a:gd name="T31" fmla="*/ 264 h 333"/>
                <a:gd name="T32" fmla="*/ 48 w 97"/>
                <a:gd name="T33" fmla="*/ 301 h 333"/>
                <a:gd name="T34" fmla="*/ 44 w 97"/>
                <a:gd name="T35" fmla="*/ 324 h 333"/>
                <a:gd name="T36" fmla="*/ 41 w 97"/>
                <a:gd name="T37" fmla="*/ 330 h 333"/>
                <a:gd name="T38" fmla="*/ 42 w 97"/>
                <a:gd name="T39" fmla="*/ 314 h 333"/>
                <a:gd name="T40" fmla="*/ 19 w 97"/>
                <a:gd name="T41" fmla="*/ 330 h 333"/>
                <a:gd name="T42" fmla="*/ 16 w 97"/>
                <a:gd name="T43" fmla="*/ 319 h 333"/>
                <a:gd name="T44" fmla="*/ 35 w 97"/>
                <a:gd name="T45" fmla="*/ 265 h 333"/>
                <a:gd name="T46" fmla="*/ 38 w 97"/>
                <a:gd name="T47" fmla="*/ 237 h 333"/>
                <a:gd name="T48" fmla="*/ 33 w 97"/>
                <a:gd name="T49" fmla="*/ 213 h 333"/>
                <a:gd name="T50" fmla="*/ 29 w 97"/>
                <a:gd name="T51" fmla="*/ 189 h 333"/>
                <a:gd name="T52" fmla="*/ 26 w 97"/>
                <a:gd name="T53" fmla="*/ 189 h 333"/>
                <a:gd name="T54" fmla="*/ 20 w 97"/>
                <a:gd name="T55" fmla="*/ 187 h 333"/>
                <a:gd name="T56" fmla="*/ 22 w 97"/>
                <a:gd name="T57" fmla="*/ 169 h 333"/>
                <a:gd name="T58" fmla="*/ 3 w 97"/>
                <a:gd name="T59" fmla="*/ 125 h 333"/>
                <a:gd name="T60" fmla="*/ 24 w 97"/>
                <a:gd name="T61" fmla="*/ 105 h 333"/>
                <a:gd name="T62" fmla="*/ 42 w 97"/>
                <a:gd name="T63" fmla="*/ 64 h 333"/>
                <a:gd name="T64" fmla="*/ 41 w 97"/>
                <a:gd name="T65" fmla="*/ 46 h 333"/>
                <a:gd name="T66" fmla="*/ 30 w 97"/>
                <a:gd name="T67" fmla="*/ 28 h 333"/>
                <a:gd name="T68" fmla="*/ 31 w 97"/>
                <a:gd name="T69" fmla="*/ 1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7" h="333">
                  <a:moveTo>
                    <a:pt x="44" y="0"/>
                  </a:moveTo>
                  <a:cubicBezTo>
                    <a:pt x="51" y="0"/>
                    <a:pt x="57" y="4"/>
                    <a:pt x="60" y="11"/>
                  </a:cubicBezTo>
                  <a:cubicBezTo>
                    <a:pt x="63" y="18"/>
                    <a:pt x="64" y="27"/>
                    <a:pt x="63" y="31"/>
                  </a:cubicBezTo>
                  <a:cubicBezTo>
                    <a:pt x="62" y="35"/>
                    <a:pt x="65" y="45"/>
                    <a:pt x="67" y="49"/>
                  </a:cubicBezTo>
                  <a:cubicBezTo>
                    <a:pt x="68" y="54"/>
                    <a:pt x="71" y="60"/>
                    <a:pt x="71" y="60"/>
                  </a:cubicBezTo>
                  <a:cubicBezTo>
                    <a:pt x="71" y="60"/>
                    <a:pt x="74" y="65"/>
                    <a:pt x="74" y="71"/>
                  </a:cubicBezTo>
                  <a:cubicBezTo>
                    <a:pt x="74" y="77"/>
                    <a:pt x="74" y="87"/>
                    <a:pt x="76" y="98"/>
                  </a:cubicBezTo>
                  <a:cubicBezTo>
                    <a:pt x="79" y="110"/>
                    <a:pt x="78" y="113"/>
                    <a:pt x="76" y="118"/>
                  </a:cubicBezTo>
                  <a:cubicBezTo>
                    <a:pt x="74" y="124"/>
                    <a:pt x="68" y="135"/>
                    <a:pt x="68" y="135"/>
                  </a:cubicBezTo>
                  <a:cubicBezTo>
                    <a:pt x="68" y="135"/>
                    <a:pt x="74" y="139"/>
                    <a:pt x="72" y="141"/>
                  </a:cubicBezTo>
                  <a:cubicBezTo>
                    <a:pt x="70" y="144"/>
                    <a:pt x="67" y="145"/>
                    <a:pt x="67" y="145"/>
                  </a:cubicBezTo>
                  <a:cubicBezTo>
                    <a:pt x="67" y="145"/>
                    <a:pt x="74" y="155"/>
                    <a:pt x="71" y="166"/>
                  </a:cubicBezTo>
                  <a:cubicBezTo>
                    <a:pt x="67" y="177"/>
                    <a:pt x="67" y="184"/>
                    <a:pt x="67" y="194"/>
                  </a:cubicBezTo>
                  <a:cubicBezTo>
                    <a:pt x="67" y="204"/>
                    <a:pt x="67" y="213"/>
                    <a:pt x="67" y="213"/>
                  </a:cubicBezTo>
                  <a:cubicBezTo>
                    <a:pt x="63" y="213"/>
                    <a:pt x="63" y="213"/>
                    <a:pt x="63" y="213"/>
                  </a:cubicBezTo>
                  <a:cubicBezTo>
                    <a:pt x="63" y="213"/>
                    <a:pt x="63" y="222"/>
                    <a:pt x="67" y="228"/>
                  </a:cubicBezTo>
                  <a:cubicBezTo>
                    <a:pt x="71" y="234"/>
                    <a:pt x="78" y="243"/>
                    <a:pt x="79" y="258"/>
                  </a:cubicBezTo>
                  <a:cubicBezTo>
                    <a:pt x="80" y="274"/>
                    <a:pt x="84" y="287"/>
                    <a:pt x="88" y="290"/>
                  </a:cubicBezTo>
                  <a:cubicBezTo>
                    <a:pt x="93" y="294"/>
                    <a:pt x="97" y="294"/>
                    <a:pt x="97" y="300"/>
                  </a:cubicBezTo>
                  <a:cubicBezTo>
                    <a:pt x="97" y="306"/>
                    <a:pt x="96" y="313"/>
                    <a:pt x="96" y="316"/>
                  </a:cubicBezTo>
                  <a:cubicBezTo>
                    <a:pt x="96" y="319"/>
                    <a:pt x="96" y="324"/>
                    <a:pt x="96" y="324"/>
                  </a:cubicBezTo>
                  <a:cubicBezTo>
                    <a:pt x="94" y="324"/>
                    <a:pt x="94" y="324"/>
                    <a:pt x="94" y="324"/>
                  </a:cubicBezTo>
                  <a:cubicBezTo>
                    <a:pt x="94" y="324"/>
                    <a:pt x="95" y="320"/>
                    <a:pt x="94" y="316"/>
                  </a:cubicBezTo>
                  <a:cubicBezTo>
                    <a:pt x="94" y="312"/>
                    <a:pt x="93" y="307"/>
                    <a:pt x="90" y="309"/>
                  </a:cubicBezTo>
                  <a:cubicBezTo>
                    <a:pt x="87" y="310"/>
                    <a:pt x="83" y="318"/>
                    <a:pt x="81" y="321"/>
                  </a:cubicBezTo>
                  <a:cubicBezTo>
                    <a:pt x="79" y="325"/>
                    <a:pt x="76" y="328"/>
                    <a:pt x="68" y="326"/>
                  </a:cubicBezTo>
                  <a:cubicBezTo>
                    <a:pt x="60" y="324"/>
                    <a:pt x="58" y="319"/>
                    <a:pt x="62" y="318"/>
                  </a:cubicBezTo>
                  <a:cubicBezTo>
                    <a:pt x="66" y="317"/>
                    <a:pt x="71" y="319"/>
                    <a:pt x="72" y="314"/>
                  </a:cubicBezTo>
                  <a:cubicBezTo>
                    <a:pt x="73" y="310"/>
                    <a:pt x="74" y="299"/>
                    <a:pt x="73" y="293"/>
                  </a:cubicBezTo>
                  <a:cubicBezTo>
                    <a:pt x="71" y="288"/>
                    <a:pt x="65" y="270"/>
                    <a:pt x="63" y="263"/>
                  </a:cubicBezTo>
                  <a:cubicBezTo>
                    <a:pt x="60" y="256"/>
                    <a:pt x="57" y="249"/>
                    <a:pt x="57" y="249"/>
                  </a:cubicBezTo>
                  <a:cubicBezTo>
                    <a:pt x="57" y="249"/>
                    <a:pt x="57" y="259"/>
                    <a:pt x="55" y="264"/>
                  </a:cubicBezTo>
                  <a:cubicBezTo>
                    <a:pt x="53" y="269"/>
                    <a:pt x="46" y="288"/>
                    <a:pt x="44" y="292"/>
                  </a:cubicBezTo>
                  <a:cubicBezTo>
                    <a:pt x="43" y="296"/>
                    <a:pt x="45" y="299"/>
                    <a:pt x="48" y="301"/>
                  </a:cubicBezTo>
                  <a:cubicBezTo>
                    <a:pt x="50" y="303"/>
                    <a:pt x="48" y="309"/>
                    <a:pt x="47" y="313"/>
                  </a:cubicBezTo>
                  <a:cubicBezTo>
                    <a:pt x="45" y="317"/>
                    <a:pt x="44" y="322"/>
                    <a:pt x="44" y="324"/>
                  </a:cubicBezTo>
                  <a:cubicBezTo>
                    <a:pt x="44" y="326"/>
                    <a:pt x="44" y="330"/>
                    <a:pt x="44" y="330"/>
                  </a:cubicBezTo>
                  <a:cubicBezTo>
                    <a:pt x="41" y="330"/>
                    <a:pt x="41" y="330"/>
                    <a:pt x="41" y="330"/>
                  </a:cubicBezTo>
                  <a:cubicBezTo>
                    <a:pt x="41" y="330"/>
                    <a:pt x="42" y="325"/>
                    <a:pt x="42" y="321"/>
                  </a:cubicBezTo>
                  <a:cubicBezTo>
                    <a:pt x="42" y="317"/>
                    <a:pt x="43" y="315"/>
                    <a:pt x="42" y="314"/>
                  </a:cubicBezTo>
                  <a:cubicBezTo>
                    <a:pt x="40" y="313"/>
                    <a:pt x="34" y="319"/>
                    <a:pt x="31" y="323"/>
                  </a:cubicBezTo>
                  <a:cubicBezTo>
                    <a:pt x="28" y="327"/>
                    <a:pt x="28" y="333"/>
                    <a:pt x="19" y="330"/>
                  </a:cubicBezTo>
                  <a:cubicBezTo>
                    <a:pt x="11" y="328"/>
                    <a:pt x="5" y="324"/>
                    <a:pt x="7" y="321"/>
                  </a:cubicBezTo>
                  <a:cubicBezTo>
                    <a:pt x="9" y="319"/>
                    <a:pt x="14" y="321"/>
                    <a:pt x="16" y="319"/>
                  </a:cubicBezTo>
                  <a:cubicBezTo>
                    <a:pt x="19" y="318"/>
                    <a:pt x="24" y="305"/>
                    <a:pt x="27" y="298"/>
                  </a:cubicBezTo>
                  <a:cubicBezTo>
                    <a:pt x="30" y="290"/>
                    <a:pt x="34" y="274"/>
                    <a:pt x="35" y="265"/>
                  </a:cubicBezTo>
                  <a:cubicBezTo>
                    <a:pt x="36" y="256"/>
                    <a:pt x="37" y="249"/>
                    <a:pt x="37" y="245"/>
                  </a:cubicBezTo>
                  <a:cubicBezTo>
                    <a:pt x="38" y="242"/>
                    <a:pt x="38" y="237"/>
                    <a:pt x="38" y="237"/>
                  </a:cubicBezTo>
                  <a:cubicBezTo>
                    <a:pt x="38" y="237"/>
                    <a:pt x="35" y="226"/>
                    <a:pt x="34" y="221"/>
                  </a:cubicBezTo>
                  <a:cubicBezTo>
                    <a:pt x="33" y="217"/>
                    <a:pt x="33" y="213"/>
                    <a:pt x="33" y="213"/>
                  </a:cubicBezTo>
                  <a:cubicBezTo>
                    <a:pt x="33" y="213"/>
                    <a:pt x="28" y="214"/>
                    <a:pt x="28" y="211"/>
                  </a:cubicBezTo>
                  <a:cubicBezTo>
                    <a:pt x="28" y="208"/>
                    <a:pt x="29" y="195"/>
                    <a:pt x="29" y="189"/>
                  </a:cubicBezTo>
                  <a:cubicBezTo>
                    <a:pt x="28" y="183"/>
                    <a:pt x="26" y="183"/>
                    <a:pt x="26" y="183"/>
                  </a:cubicBezTo>
                  <a:cubicBezTo>
                    <a:pt x="26" y="183"/>
                    <a:pt x="26" y="187"/>
                    <a:pt x="26" y="189"/>
                  </a:cubicBezTo>
                  <a:cubicBezTo>
                    <a:pt x="26" y="192"/>
                    <a:pt x="24" y="191"/>
                    <a:pt x="23" y="189"/>
                  </a:cubicBezTo>
                  <a:cubicBezTo>
                    <a:pt x="22" y="187"/>
                    <a:pt x="20" y="189"/>
                    <a:pt x="20" y="187"/>
                  </a:cubicBezTo>
                  <a:cubicBezTo>
                    <a:pt x="20" y="185"/>
                    <a:pt x="19" y="181"/>
                    <a:pt x="19" y="178"/>
                  </a:cubicBezTo>
                  <a:cubicBezTo>
                    <a:pt x="20" y="175"/>
                    <a:pt x="22" y="169"/>
                    <a:pt x="22" y="169"/>
                  </a:cubicBezTo>
                  <a:cubicBezTo>
                    <a:pt x="0" y="169"/>
                    <a:pt x="0" y="169"/>
                    <a:pt x="0" y="169"/>
                  </a:cubicBezTo>
                  <a:cubicBezTo>
                    <a:pt x="3" y="125"/>
                    <a:pt x="3" y="125"/>
                    <a:pt x="3" y="125"/>
                  </a:cubicBezTo>
                  <a:cubicBezTo>
                    <a:pt x="23" y="125"/>
                    <a:pt x="23" y="125"/>
                    <a:pt x="23" y="125"/>
                  </a:cubicBezTo>
                  <a:cubicBezTo>
                    <a:pt x="23" y="125"/>
                    <a:pt x="24" y="112"/>
                    <a:pt x="24" y="105"/>
                  </a:cubicBezTo>
                  <a:cubicBezTo>
                    <a:pt x="24" y="99"/>
                    <a:pt x="23" y="90"/>
                    <a:pt x="28" y="83"/>
                  </a:cubicBezTo>
                  <a:cubicBezTo>
                    <a:pt x="32" y="75"/>
                    <a:pt x="38" y="69"/>
                    <a:pt x="42" y="64"/>
                  </a:cubicBezTo>
                  <a:cubicBezTo>
                    <a:pt x="46" y="60"/>
                    <a:pt x="46" y="59"/>
                    <a:pt x="45" y="55"/>
                  </a:cubicBezTo>
                  <a:cubicBezTo>
                    <a:pt x="44" y="51"/>
                    <a:pt x="44" y="46"/>
                    <a:pt x="41" y="46"/>
                  </a:cubicBezTo>
                  <a:cubicBezTo>
                    <a:pt x="39" y="46"/>
                    <a:pt x="36" y="46"/>
                    <a:pt x="35" y="43"/>
                  </a:cubicBezTo>
                  <a:cubicBezTo>
                    <a:pt x="34" y="39"/>
                    <a:pt x="31" y="33"/>
                    <a:pt x="30" y="28"/>
                  </a:cubicBezTo>
                  <a:cubicBezTo>
                    <a:pt x="30" y="24"/>
                    <a:pt x="31" y="23"/>
                    <a:pt x="30" y="22"/>
                  </a:cubicBezTo>
                  <a:cubicBezTo>
                    <a:pt x="30" y="20"/>
                    <a:pt x="31" y="16"/>
                    <a:pt x="31" y="12"/>
                  </a:cubicBezTo>
                  <a:cubicBezTo>
                    <a:pt x="31" y="9"/>
                    <a:pt x="36" y="0"/>
                    <a:pt x="44"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8" name="Freeform 676"/>
            <p:cNvSpPr>
              <a:spLocks/>
            </p:cNvSpPr>
            <p:nvPr/>
          </p:nvSpPr>
          <p:spPr bwMode="auto">
            <a:xfrm>
              <a:off x="4146" y="629"/>
              <a:ext cx="38" cy="31"/>
            </a:xfrm>
            <a:custGeom>
              <a:avLst/>
              <a:gdLst>
                <a:gd name="T0" fmla="*/ 19 w 20"/>
                <a:gd name="T1" fmla="*/ 0 h 16"/>
                <a:gd name="T2" fmla="*/ 20 w 20"/>
                <a:gd name="T3" fmla="*/ 3 h 16"/>
                <a:gd name="T4" fmla="*/ 0 w 20"/>
                <a:gd name="T5" fmla="*/ 16 h 16"/>
                <a:gd name="T6" fmla="*/ 2 w 20"/>
                <a:gd name="T7" fmla="*/ 8 h 16"/>
                <a:gd name="T8" fmla="*/ 11 w 20"/>
                <a:gd name="T9" fmla="*/ 1 h 16"/>
                <a:gd name="T10" fmla="*/ 19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19" y="0"/>
                  </a:moveTo>
                  <a:cubicBezTo>
                    <a:pt x="20" y="1"/>
                    <a:pt x="20" y="2"/>
                    <a:pt x="20" y="3"/>
                  </a:cubicBezTo>
                  <a:cubicBezTo>
                    <a:pt x="10" y="3"/>
                    <a:pt x="5" y="10"/>
                    <a:pt x="0" y="16"/>
                  </a:cubicBezTo>
                  <a:cubicBezTo>
                    <a:pt x="2" y="14"/>
                    <a:pt x="2" y="10"/>
                    <a:pt x="2" y="8"/>
                  </a:cubicBezTo>
                  <a:cubicBezTo>
                    <a:pt x="4" y="5"/>
                    <a:pt x="8" y="3"/>
                    <a:pt x="11" y="1"/>
                  </a:cubicBezTo>
                  <a:cubicBezTo>
                    <a:pt x="14" y="0"/>
                    <a:pt x="17"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9" name="Freeform 677"/>
            <p:cNvSpPr>
              <a:spLocks/>
            </p:cNvSpPr>
            <p:nvPr/>
          </p:nvSpPr>
          <p:spPr bwMode="auto">
            <a:xfrm>
              <a:off x="1178" y="541"/>
              <a:ext cx="163" cy="645"/>
            </a:xfrm>
            <a:custGeom>
              <a:avLst/>
              <a:gdLst>
                <a:gd name="T0" fmla="*/ 48 w 85"/>
                <a:gd name="T1" fmla="*/ 0 h 337"/>
                <a:gd name="T2" fmla="*/ 34 w 85"/>
                <a:gd name="T3" fmla="*/ 19 h 337"/>
                <a:gd name="T4" fmla="*/ 36 w 85"/>
                <a:gd name="T5" fmla="*/ 31 h 337"/>
                <a:gd name="T6" fmla="*/ 39 w 85"/>
                <a:gd name="T7" fmla="*/ 38 h 337"/>
                <a:gd name="T8" fmla="*/ 40 w 85"/>
                <a:gd name="T9" fmla="*/ 43 h 337"/>
                <a:gd name="T10" fmla="*/ 39 w 85"/>
                <a:gd name="T11" fmla="*/ 46 h 337"/>
                <a:gd name="T12" fmla="*/ 34 w 85"/>
                <a:gd name="T13" fmla="*/ 50 h 337"/>
                <a:gd name="T14" fmla="*/ 25 w 85"/>
                <a:gd name="T15" fmla="*/ 54 h 337"/>
                <a:gd name="T16" fmla="*/ 12 w 85"/>
                <a:gd name="T17" fmla="*/ 60 h 337"/>
                <a:gd name="T18" fmla="*/ 11 w 85"/>
                <a:gd name="T19" fmla="*/ 70 h 337"/>
                <a:gd name="T20" fmla="*/ 8 w 85"/>
                <a:gd name="T21" fmla="*/ 81 h 337"/>
                <a:gd name="T22" fmla="*/ 4 w 85"/>
                <a:gd name="T23" fmla="*/ 111 h 337"/>
                <a:gd name="T24" fmla="*/ 19 w 85"/>
                <a:gd name="T25" fmla="*/ 117 h 337"/>
                <a:gd name="T26" fmla="*/ 18 w 85"/>
                <a:gd name="T27" fmla="*/ 128 h 337"/>
                <a:gd name="T28" fmla="*/ 17 w 85"/>
                <a:gd name="T29" fmla="*/ 141 h 337"/>
                <a:gd name="T30" fmla="*/ 17 w 85"/>
                <a:gd name="T31" fmla="*/ 179 h 337"/>
                <a:gd name="T32" fmla="*/ 17 w 85"/>
                <a:gd name="T33" fmla="*/ 218 h 337"/>
                <a:gd name="T34" fmla="*/ 28 w 85"/>
                <a:gd name="T35" fmla="*/ 220 h 337"/>
                <a:gd name="T36" fmla="*/ 33 w 85"/>
                <a:gd name="T37" fmla="*/ 220 h 337"/>
                <a:gd name="T38" fmla="*/ 33 w 85"/>
                <a:gd name="T39" fmla="*/ 233 h 337"/>
                <a:gd name="T40" fmla="*/ 35 w 85"/>
                <a:gd name="T41" fmla="*/ 270 h 337"/>
                <a:gd name="T42" fmla="*/ 37 w 85"/>
                <a:gd name="T43" fmla="*/ 300 h 337"/>
                <a:gd name="T44" fmla="*/ 32 w 85"/>
                <a:gd name="T45" fmla="*/ 322 h 337"/>
                <a:gd name="T46" fmla="*/ 26 w 85"/>
                <a:gd name="T47" fmla="*/ 330 h 337"/>
                <a:gd name="T48" fmla="*/ 25 w 85"/>
                <a:gd name="T49" fmla="*/ 334 h 337"/>
                <a:gd name="T50" fmla="*/ 42 w 85"/>
                <a:gd name="T51" fmla="*/ 333 h 337"/>
                <a:gd name="T52" fmla="*/ 44 w 85"/>
                <a:gd name="T53" fmla="*/ 324 h 337"/>
                <a:gd name="T54" fmla="*/ 48 w 85"/>
                <a:gd name="T55" fmla="*/ 318 h 337"/>
                <a:gd name="T56" fmla="*/ 48 w 85"/>
                <a:gd name="T57" fmla="*/ 321 h 337"/>
                <a:gd name="T58" fmla="*/ 44 w 85"/>
                <a:gd name="T59" fmla="*/ 331 h 337"/>
                <a:gd name="T60" fmla="*/ 48 w 85"/>
                <a:gd name="T61" fmla="*/ 337 h 337"/>
                <a:gd name="T62" fmla="*/ 62 w 85"/>
                <a:gd name="T63" fmla="*/ 332 h 337"/>
                <a:gd name="T64" fmla="*/ 63 w 85"/>
                <a:gd name="T65" fmla="*/ 317 h 337"/>
                <a:gd name="T66" fmla="*/ 63 w 85"/>
                <a:gd name="T67" fmla="*/ 304 h 337"/>
                <a:gd name="T68" fmla="*/ 67 w 85"/>
                <a:gd name="T69" fmla="*/ 275 h 337"/>
                <a:gd name="T70" fmla="*/ 71 w 85"/>
                <a:gd name="T71" fmla="*/ 239 h 337"/>
                <a:gd name="T72" fmla="*/ 70 w 85"/>
                <a:gd name="T73" fmla="*/ 222 h 337"/>
                <a:gd name="T74" fmla="*/ 70 w 85"/>
                <a:gd name="T75" fmla="*/ 217 h 337"/>
                <a:gd name="T76" fmla="*/ 80 w 85"/>
                <a:gd name="T77" fmla="*/ 215 h 337"/>
                <a:gd name="T78" fmla="*/ 79 w 85"/>
                <a:gd name="T79" fmla="*/ 183 h 337"/>
                <a:gd name="T80" fmla="*/ 78 w 85"/>
                <a:gd name="T81" fmla="*/ 153 h 337"/>
                <a:gd name="T82" fmla="*/ 77 w 85"/>
                <a:gd name="T83" fmla="*/ 142 h 337"/>
                <a:gd name="T84" fmla="*/ 77 w 85"/>
                <a:gd name="T85" fmla="*/ 135 h 337"/>
                <a:gd name="T86" fmla="*/ 75 w 85"/>
                <a:gd name="T87" fmla="*/ 125 h 337"/>
                <a:gd name="T88" fmla="*/ 83 w 85"/>
                <a:gd name="T89" fmla="*/ 119 h 337"/>
                <a:gd name="T90" fmla="*/ 85 w 85"/>
                <a:gd name="T91" fmla="*/ 89 h 337"/>
                <a:gd name="T92" fmla="*/ 83 w 85"/>
                <a:gd name="T93" fmla="*/ 64 h 337"/>
                <a:gd name="T94" fmla="*/ 79 w 85"/>
                <a:gd name="T95" fmla="*/ 58 h 337"/>
                <a:gd name="T96" fmla="*/ 67 w 85"/>
                <a:gd name="T97" fmla="*/ 55 h 337"/>
                <a:gd name="T98" fmla="*/ 60 w 85"/>
                <a:gd name="T99" fmla="*/ 47 h 337"/>
                <a:gd name="T100" fmla="*/ 57 w 85"/>
                <a:gd name="T101" fmla="*/ 41 h 337"/>
                <a:gd name="T102" fmla="*/ 60 w 85"/>
                <a:gd name="T103" fmla="*/ 32 h 337"/>
                <a:gd name="T104" fmla="*/ 63 w 85"/>
                <a:gd name="T105" fmla="*/ 19 h 337"/>
                <a:gd name="T106" fmla="*/ 48 w 85"/>
                <a:gd name="T10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5" h="337">
                  <a:moveTo>
                    <a:pt x="48" y="0"/>
                  </a:moveTo>
                  <a:cubicBezTo>
                    <a:pt x="37" y="0"/>
                    <a:pt x="34" y="9"/>
                    <a:pt x="34" y="19"/>
                  </a:cubicBezTo>
                  <a:cubicBezTo>
                    <a:pt x="32" y="19"/>
                    <a:pt x="33" y="31"/>
                    <a:pt x="36" y="31"/>
                  </a:cubicBezTo>
                  <a:cubicBezTo>
                    <a:pt x="36" y="32"/>
                    <a:pt x="37" y="37"/>
                    <a:pt x="39" y="38"/>
                  </a:cubicBezTo>
                  <a:cubicBezTo>
                    <a:pt x="40" y="39"/>
                    <a:pt x="40" y="40"/>
                    <a:pt x="40" y="43"/>
                  </a:cubicBezTo>
                  <a:cubicBezTo>
                    <a:pt x="40" y="45"/>
                    <a:pt x="39" y="46"/>
                    <a:pt x="39" y="46"/>
                  </a:cubicBezTo>
                  <a:cubicBezTo>
                    <a:pt x="39" y="46"/>
                    <a:pt x="34" y="47"/>
                    <a:pt x="34" y="50"/>
                  </a:cubicBezTo>
                  <a:cubicBezTo>
                    <a:pt x="33" y="52"/>
                    <a:pt x="29" y="54"/>
                    <a:pt x="25" y="54"/>
                  </a:cubicBezTo>
                  <a:cubicBezTo>
                    <a:pt x="20" y="54"/>
                    <a:pt x="12" y="57"/>
                    <a:pt x="12" y="60"/>
                  </a:cubicBezTo>
                  <a:cubicBezTo>
                    <a:pt x="12" y="63"/>
                    <a:pt x="12" y="70"/>
                    <a:pt x="11" y="70"/>
                  </a:cubicBezTo>
                  <a:cubicBezTo>
                    <a:pt x="9" y="69"/>
                    <a:pt x="9" y="75"/>
                    <a:pt x="8" y="81"/>
                  </a:cubicBezTo>
                  <a:cubicBezTo>
                    <a:pt x="7" y="87"/>
                    <a:pt x="0" y="106"/>
                    <a:pt x="4" y="111"/>
                  </a:cubicBezTo>
                  <a:cubicBezTo>
                    <a:pt x="9" y="117"/>
                    <a:pt x="19" y="117"/>
                    <a:pt x="19" y="117"/>
                  </a:cubicBezTo>
                  <a:cubicBezTo>
                    <a:pt x="19" y="117"/>
                    <a:pt x="19" y="120"/>
                    <a:pt x="18" y="128"/>
                  </a:cubicBezTo>
                  <a:cubicBezTo>
                    <a:pt x="17" y="135"/>
                    <a:pt x="15" y="141"/>
                    <a:pt x="17" y="141"/>
                  </a:cubicBezTo>
                  <a:cubicBezTo>
                    <a:pt x="18" y="141"/>
                    <a:pt x="17" y="166"/>
                    <a:pt x="17" y="179"/>
                  </a:cubicBezTo>
                  <a:cubicBezTo>
                    <a:pt x="17" y="192"/>
                    <a:pt x="17" y="215"/>
                    <a:pt x="17" y="218"/>
                  </a:cubicBezTo>
                  <a:cubicBezTo>
                    <a:pt x="17" y="220"/>
                    <a:pt x="25" y="220"/>
                    <a:pt x="28" y="220"/>
                  </a:cubicBezTo>
                  <a:cubicBezTo>
                    <a:pt x="30" y="220"/>
                    <a:pt x="33" y="220"/>
                    <a:pt x="33" y="220"/>
                  </a:cubicBezTo>
                  <a:cubicBezTo>
                    <a:pt x="33" y="220"/>
                    <a:pt x="33" y="227"/>
                    <a:pt x="33" y="233"/>
                  </a:cubicBezTo>
                  <a:cubicBezTo>
                    <a:pt x="34" y="238"/>
                    <a:pt x="34" y="264"/>
                    <a:pt x="35" y="270"/>
                  </a:cubicBezTo>
                  <a:cubicBezTo>
                    <a:pt x="35" y="276"/>
                    <a:pt x="38" y="291"/>
                    <a:pt x="37" y="300"/>
                  </a:cubicBezTo>
                  <a:cubicBezTo>
                    <a:pt x="37" y="308"/>
                    <a:pt x="35" y="317"/>
                    <a:pt x="32" y="322"/>
                  </a:cubicBezTo>
                  <a:cubicBezTo>
                    <a:pt x="29" y="326"/>
                    <a:pt x="28" y="328"/>
                    <a:pt x="26" y="330"/>
                  </a:cubicBezTo>
                  <a:cubicBezTo>
                    <a:pt x="25" y="332"/>
                    <a:pt x="21" y="334"/>
                    <a:pt x="25" y="334"/>
                  </a:cubicBezTo>
                  <a:cubicBezTo>
                    <a:pt x="30" y="334"/>
                    <a:pt x="40" y="335"/>
                    <a:pt x="42" y="333"/>
                  </a:cubicBezTo>
                  <a:cubicBezTo>
                    <a:pt x="44" y="331"/>
                    <a:pt x="42" y="326"/>
                    <a:pt x="44" y="324"/>
                  </a:cubicBezTo>
                  <a:cubicBezTo>
                    <a:pt x="45" y="321"/>
                    <a:pt x="48" y="318"/>
                    <a:pt x="48" y="318"/>
                  </a:cubicBezTo>
                  <a:cubicBezTo>
                    <a:pt x="48" y="321"/>
                    <a:pt x="48" y="321"/>
                    <a:pt x="48" y="321"/>
                  </a:cubicBezTo>
                  <a:cubicBezTo>
                    <a:pt x="48" y="321"/>
                    <a:pt x="44" y="329"/>
                    <a:pt x="44" y="331"/>
                  </a:cubicBezTo>
                  <a:cubicBezTo>
                    <a:pt x="45" y="333"/>
                    <a:pt x="45" y="337"/>
                    <a:pt x="48" y="337"/>
                  </a:cubicBezTo>
                  <a:cubicBezTo>
                    <a:pt x="51" y="337"/>
                    <a:pt x="61" y="335"/>
                    <a:pt x="62" y="332"/>
                  </a:cubicBezTo>
                  <a:cubicBezTo>
                    <a:pt x="63" y="328"/>
                    <a:pt x="62" y="320"/>
                    <a:pt x="63" y="317"/>
                  </a:cubicBezTo>
                  <a:cubicBezTo>
                    <a:pt x="64" y="314"/>
                    <a:pt x="64" y="309"/>
                    <a:pt x="63" y="304"/>
                  </a:cubicBezTo>
                  <a:cubicBezTo>
                    <a:pt x="62" y="300"/>
                    <a:pt x="64" y="284"/>
                    <a:pt x="67" y="275"/>
                  </a:cubicBezTo>
                  <a:cubicBezTo>
                    <a:pt x="71" y="266"/>
                    <a:pt x="71" y="247"/>
                    <a:pt x="71" y="239"/>
                  </a:cubicBezTo>
                  <a:cubicBezTo>
                    <a:pt x="71" y="231"/>
                    <a:pt x="70" y="225"/>
                    <a:pt x="70" y="222"/>
                  </a:cubicBezTo>
                  <a:cubicBezTo>
                    <a:pt x="70" y="218"/>
                    <a:pt x="70" y="217"/>
                    <a:pt x="70" y="217"/>
                  </a:cubicBezTo>
                  <a:cubicBezTo>
                    <a:pt x="70" y="217"/>
                    <a:pt x="80" y="217"/>
                    <a:pt x="80" y="215"/>
                  </a:cubicBezTo>
                  <a:cubicBezTo>
                    <a:pt x="80" y="213"/>
                    <a:pt x="79" y="192"/>
                    <a:pt x="79" y="183"/>
                  </a:cubicBezTo>
                  <a:cubicBezTo>
                    <a:pt x="79" y="174"/>
                    <a:pt x="78" y="161"/>
                    <a:pt x="78" y="153"/>
                  </a:cubicBezTo>
                  <a:cubicBezTo>
                    <a:pt x="77" y="145"/>
                    <a:pt x="77" y="142"/>
                    <a:pt x="77" y="142"/>
                  </a:cubicBezTo>
                  <a:cubicBezTo>
                    <a:pt x="77" y="142"/>
                    <a:pt x="78" y="141"/>
                    <a:pt x="77" y="135"/>
                  </a:cubicBezTo>
                  <a:cubicBezTo>
                    <a:pt x="76" y="130"/>
                    <a:pt x="75" y="125"/>
                    <a:pt x="75" y="125"/>
                  </a:cubicBezTo>
                  <a:cubicBezTo>
                    <a:pt x="75" y="125"/>
                    <a:pt x="81" y="125"/>
                    <a:pt x="83" y="119"/>
                  </a:cubicBezTo>
                  <a:cubicBezTo>
                    <a:pt x="84" y="112"/>
                    <a:pt x="85" y="102"/>
                    <a:pt x="85" y="89"/>
                  </a:cubicBezTo>
                  <a:cubicBezTo>
                    <a:pt x="84" y="77"/>
                    <a:pt x="83" y="67"/>
                    <a:pt x="83" y="64"/>
                  </a:cubicBezTo>
                  <a:cubicBezTo>
                    <a:pt x="83" y="61"/>
                    <a:pt x="84" y="60"/>
                    <a:pt x="79" y="58"/>
                  </a:cubicBezTo>
                  <a:cubicBezTo>
                    <a:pt x="74" y="57"/>
                    <a:pt x="71" y="58"/>
                    <a:pt x="67" y="55"/>
                  </a:cubicBezTo>
                  <a:cubicBezTo>
                    <a:pt x="63" y="52"/>
                    <a:pt x="62" y="48"/>
                    <a:pt x="60" y="47"/>
                  </a:cubicBezTo>
                  <a:cubicBezTo>
                    <a:pt x="58" y="45"/>
                    <a:pt x="55" y="43"/>
                    <a:pt x="57" y="41"/>
                  </a:cubicBezTo>
                  <a:cubicBezTo>
                    <a:pt x="58" y="39"/>
                    <a:pt x="60" y="36"/>
                    <a:pt x="60" y="32"/>
                  </a:cubicBezTo>
                  <a:cubicBezTo>
                    <a:pt x="64" y="32"/>
                    <a:pt x="65" y="19"/>
                    <a:pt x="63" y="19"/>
                  </a:cubicBezTo>
                  <a:cubicBezTo>
                    <a:pt x="62" y="10"/>
                    <a:pt x="61" y="0"/>
                    <a:pt x="48"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0" name="Freeform 678"/>
            <p:cNvSpPr>
              <a:spLocks/>
            </p:cNvSpPr>
            <p:nvPr/>
          </p:nvSpPr>
          <p:spPr bwMode="auto">
            <a:xfrm>
              <a:off x="1245" y="627"/>
              <a:ext cx="48" cy="100"/>
            </a:xfrm>
            <a:custGeom>
              <a:avLst/>
              <a:gdLst>
                <a:gd name="T0" fmla="*/ 4 w 25"/>
                <a:gd name="T1" fmla="*/ 1 h 52"/>
                <a:gd name="T2" fmla="*/ 4 w 25"/>
                <a:gd name="T3" fmla="*/ 1 h 52"/>
                <a:gd name="T4" fmla="*/ 2 w 25"/>
                <a:gd name="T5" fmla="*/ 2 h 52"/>
                <a:gd name="T6" fmla="*/ 0 w 25"/>
                <a:gd name="T7" fmla="*/ 24 h 52"/>
                <a:gd name="T8" fmla="*/ 5 w 25"/>
                <a:gd name="T9" fmla="*/ 43 h 52"/>
                <a:gd name="T10" fmla="*/ 6 w 25"/>
                <a:gd name="T11" fmla="*/ 52 h 52"/>
                <a:gd name="T12" fmla="*/ 11 w 25"/>
                <a:gd name="T13" fmla="*/ 38 h 52"/>
                <a:gd name="T14" fmla="*/ 21 w 25"/>
                <a:gd name="T15" fmla="*/ 16 h 52"/>
                <a:gd name="T16" fmla="*/ 25 w 25"/>
                <a:gd name="T17" fmla="*/ 2 h 52"/>
                <a:gd name="T18" fmla="*/ 25 w 25"/>
                <a:gd name="T19" fmla="*/ 2 h 52"/>
                <a:gd name="T20" fmla="*/ 23 w 25"/>
                <a:gd name="T21" fmla="*/ 0 h 52"/>
                <a:gd name="T22" fmla="*/ 20 w 25"/>
                <a:gd name="T23" fmla="*/ 8 h 52"/>
                <a:gd name="T24" fmla="*/ 14 w 25"/>
                <a:gd name="T25" fmla="*/ 14 h 52"/>
                <a:gd name="T26" fmla="*/ 14 w 25"/>
                <a:gd name="T27" fmla="*/ 19 h 52"/>
                <a:gd name="T28" fmla="*/ 11 w 25"/>
                <a:gd name="T29" fmla="*/ 23 h 52"/>
                <a:gd name="T30" fmla="*/ 11 w 25"/>
                <a:gd name="T31" fmla="*/ 18 h 52"/>
                <a:gd name="T32" fmla="*/ 7 w 25"/>
                <a:gd name="T33" fmla="*/ 15 h 52"/>
                <a:gd name="T34" fmla="*/ 4 w 25"/>
                <a:gd name="T35"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52">
                  <a:moveTo>
                    <a:pt x="4" y="1"/>
                  </a:moveTo>
                  <a:cubicBezTo>
                    <a:pt x="4" y="1"/>
                    <a:pt x="4" y="1"/>
                    <a:pt x="4" y="1"/>
                  </a:cubicBezTo>
                  <a:cubicBezTo>
                    <a:pt x="4" y="1"/>
                    <a:pt x="3" y="1"/>
                    <a:pt x="2" y="2"/>
                  </a:cubicBezTo>
                  <a:cubicBezTo>
                    <a:pt x="1" y="5"/>
                    <a:pt x="0" y="19"/>
                    <a:pt x="0" y="24"/>
                  </a:cubicBezTo>
                  <a:cubicBezTo>
                    <a:pt x="0" y="29"/>
                    <a:pt x="3" y="38"/>
                    <a:pt x="5" y="43"/>
                  </a:cubicBezTo>
                  <a:cubicBezTo>
                    <a:pt x="6" y="48"/>
                    <a:pt x="6" y="52"/>
                    <a:pt x="6" y="52"/>
                  </a:cubicBezTo>
                  <a:cubicBezTo>
                    <a:pt x="6" y="52"/>
                    <a:pt x="8" y="44"/>
                    <a:pt x="11" y="38"/>
                  </a:cubicBezTo>
                  <a:cubicBezTo>
                    <a:pt x="13" y="31"/>
                    <a:pt x="18" y="23"/>
                    <a:pt x="21" y="16"/>
                  </a:cubicBezTo>
                  <a:cubicBezTo>
                    <a:pt x="24" y="11"/>
                    <a:pt x="25" y="6"/>
                    <a:pt x="25" y="2"/>
                  </a:cubicBezTo>
                  <a:cubicBezTo>
                    <a:pt x="25" y="2"/>
                    <a:pt x="25" y="2"/>
                    <a:pt x="25" y="2"/>
                  </a:cubicBezTo>
                  <a:cubicBezTo>
                    <a:pt x="24" y="2"/>
                    <a:pt x="23" y="1"/>
                    <a:pt x="23" y="0"/>
                  </a:cubicBezTo>
                  <a:cubicBezTo>
                    <a:pt x="22" y="3"/>
                    <a:pt x="21" y="6"/>
                    <a:pt x="20" y="8"/>
                  </a:cubicBezTo>
                  <a:cubicBezTo>
                    <a:pt x="19" y="11"/>
                    <a:pt x="15" y="12"/>
                    <a:pt x="14" y="14"/>
                  </a:cubicBezTo>
                  <a:cubicBezTo>
                    <a:pt x="12" y="15"/>
                    <a:pt x="15" y="17"/>
                    <a:pt x="14" y="19"/>
                  </a:cubicBezTo>
                  <a:cubicBezTo>
                    <a:pt x="12" y="22"/>
                    <a:pt x="11" y="23"/>
                    <a:pt x="11" y="23"/>
                  </a:cubicBezTo>
                  <a:cubicBezTo>
                    <a:pt x="11" y="23"/>
                    <a:pt x="12" y="21"/>
                    <a:pt x="11" y="18"/>
                  </a:cubicBezTo>
                  <a:cubicBezTo>
                    <a:pt x="10" y="16"/>
                    <a:pt x="9" y="18"/>
                    <a:pt x="7" y="15"/>
                  </a:cubicBezTo>
                  <a:cubicBezTo>
                    <a:pt x="6" y="12"/>
                    <a:pt x="5" y="5"/>
                    <a:pt x="4"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1" name="Freeform 679"/>
            <p:cNvSpPr>
              <a:spLocks/>
            </p:cNvSpPr>
            <p:nvPr/>
          </p:nvSpPr>
          <p:spPr bwMode="auto">
            <a:xfrm>
              <a:off x="1228" y="782"/>
              <a:ext cx="71" cy="33"/>
            </a:xfrm>
            <a:custGeom>
              <a:avLst/>
              <a:gdLst>
                <a:gd name="T0" fmla="*/ 20 w 37"/>
                <a:gd name="T1" fmla="*/ 0 h 17"/>
                <a:gd name="T2" fmla="*/ 17 w 37"/>
                <a:gd name="T3" fmla="*/ 0 h 17"/>
                <a:gd name="T4" fmla="*/ 11 w 37"/>
                <a:gd name="T5" fmla="*/ 9 h 17"/>
                <a:gd name="T6" fmla="*/ 0 w 37"/>
                <a:gd name="T7" fmla="*/ 11 h 17"/>
                <a:gd name="T8" fmla="*/ 8 w 37"/>
                <a:gd name="T9" fmla="*/ 14 h 17"/>
                <a:gd name="T10" fmla="*/ 15 w 37"/>
                <a:gd name="T11" fmla="*/ 12 h 17"/>
                <a:gd name="T12" fmla="*/ 28 w 37"/>
                <a:gd name="T13" fmla="*/ 16 h 17"/>
                <a:gd name="T14" fmla="*/ 37 w 37"/>
                <a:gd name="T15" fmla="*/ 13 h 17"/>
                <a:gd name="T16" fmla="*/ 24 w 37"/>
                <a:gd name="T17" fmla="*/ 11 h 17"/>
                <a:gd name="T18" fmla="*/ 20 w 37"/>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7">
                  <a:moveTo>
                    <a:pt x="20" y="0"/>
                  </a:moveTo>
                  <a:cubicBezTo>
                    <a:pt x="17" y="0"/>
                    <a:pt x="17" y="0"/>
                    <a:pt x="17" y="0"/>
                  </a:cubicBezTo>
                  <a:cubicBezTo>
                    <a:pt x="17" y="0"/>
                    <a:pt x="15" y="8"/>
                    <a:pt x="11" y="9"/>
                  </a:cubicBezTo>
                  <a:cubicBezTo>
                    <a:pt x="7" y="11"/>
                    <a:pt x="0" y="11"/>
                    <a:pt x="0" y="11"/>
                  </a:cubicBezTo>
                  <a:cubicBezTo>
                    <a:pt x="0" y="11"/>
                    <a:pt x="3" y="14"/>
                    <a:pt x="8" y="14"/>
                  </a:cubicBezTo>
                  <a:cubicBezTo>
                    <a:pt x="13" y="14"/>
                    <a:pt x="15" y="12"/>
                    <a:pt x="15" y="12"/>
                  </a:cubicBezTo>
                  <a:cubicBezTo>
                    <a:pt x="15" y="12"/>
                    <a:pt x="22" y="17"/>
                    <a:pt x="28" y="16"/>
                  </a:cubicBezTo>
                  <a:cubicBezTo>
                    <a:pt x="35" y="15"/>
                    <a:pt x="37" y="13"/>
                    <a:pt x="37" y="13"/>
                  </a:cubicBezTo>
                  <a:cubicBezTo>
                    <a:pt x="37" y="13"/>
                    <a:pt x="28" y="14"/>
                    <a:pt x="24" y="11"/>
                  </a:cubicBezTo>
                  <a:cubicBezTo>
                    <a:pt x="20" y="8"/>
                    <a:pt x="20" y="5"/>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2" name="Freeform 680"/>
            <p:cNvSpPr>
              <a:spLocks/>
            </p:cNvSpPr>
            <p:nvPr/>
          </p:nvSpPr>
          <p:spPr bwMode="auto">
            <a:xfrm>
              <a:off x="5595" y="541"/>
              <a:ext cx="163" cy="645"/>
            </a:xfrm>
            <a:custGeom>
              <a:avLst/>
              <a:gdLst>
                <a:gd name="T0" fmla="*/ 48 w 85"/>
                <a:gd name="T1" fmla="*/ 0 h 337"/>
                <a:gd name="T2" fmla="*/ 35 w 85"/>
                <a:gd name="T3" fmla="*/ 19 h 337"/>
                <a:gd name="T4" fmla="*/ 37 w 85"/>
                <a:gd name="T5" fmla="*/ 31 h 337"/>
                <a:gd name="T6" fmla="*/ 39 w 85"/>
                <a:gd name="T7" fmla="*/ 38 h 337"/>
                <a:gd name="T8" fmla="*/ 41 w 85"/>
                <a:gd name="T9" fmla="*/ 43 h 337"/>
                <a:gd name="T10" fmla="*/ 39 w 85"/>
                <a:gd name="T11" fmla="*/ 46 h 337"/>
                <a:gd name="T12" fmla="*/ 34 w 85"/>
                <a:gd name="T13" fmla="*/ 50 h 337"/>
                <a:gd name="T14" fmla="*/ 25 w 85"/>
                <a:gd name="T15" fmla="*/ 54 h 337"/>
                <a:gd name="T16" fmla="*/ 13 w 85"/>
                <a:gd name="T17" fmla="*/ 60 h 337"/>
                <a:gd name="T18" fmla="*/ 11 w 85"/>
                <a:gd name="T19" fmla="*/ 70 h 337"/>
                <a:gd name="T20" fmla="*/ 8 w 85"/>
                <a:gd name="T21" fmla="*/ 81 h 337"/>
                <a:gd name="T22" fmla="*/ 4 w 85"/>
                <a:gd name="T23" fmla="*/ 111 h 337"/>
                <a:gd name="T24" fmla="*/ 19 w 85"/>
                <a:gd name="T25" fmla="*/ 117 h 337"/>
                <a:gd name="T26" fmla="*/ 18 w 85"/>
                <a:gd name="T27" fmla="*/ 128 h 337"/>
                <a:gd name="T28" fmla="*/ 17 w 85"/>
                <a:gd name="T29" fmla="*/ 141 h 337"/>
                <a:gd name="T30" fmla="*/ 17 w 85"/>
                <a:gd name="T31" fmla="*/ 179 h 337"/>
                <a:gd name="T32" fmla="*/ 17 w 85"/>
                <a:gd name="T33" fmla="*/ 218 h 337"/>
                <a:gd name="T34" fmla="*/ 28 w 85"/>
                <a:gd name="T35" fmla="*/ 220 h 337"/>
                <a:gd name="T36" fmla="*/ 33 w 85"/>
                <a:gd name="T37" fmla="*/ 220 h 337"/>
                <a:gd name="T38" fmla="*/ 34 w 85"/>
                <a:gd name="T39" fmla="*/ 233 h 337"/>
                <a:gd name="T40" fmla="*/ 35 w 85"/>
                <a:gd name="T41" fmla="*/ 270 h 337"/>
                <a:gd name="T42" fmla="*/ 38 w 85"/>
                <a:gd name="T43" fmla="*/ 300 h 337"/>
                <a:gd name="T44" fmla="*/ 32 w 85"/>
                <a:gd name="T45" fmla="*/ 322 h 337"/>
                <a:gd name="T46" fmla="*/ 27 w 85"/>
                <a:gd name="T47" fmla="*/ 330 h 337"/>
                <a:gd name="T48" fmla="*/ 25 w 85"/>
                <a:gd name="T49" fmla="*/ 334 h 337"/>
                <a:gd name="T50" fmla="*/ 42 w 85"/>
                <a:gd name="T51" fmla="*/ 333 h 337"/>
                <a:gd name="T52" fmla="*/ 44 w 85"/>
                <a:gd name="T53" fmla="*/ 324 h 337"/>
                <a:gd name="T54" fmla="*/ 48 w 85"/>
                <a:gd name="T55" fmla="*/ 318 h 337"/>
                <a:gd name="T56" fmla="*/ 48 w 85"/>
                <a:gd name="T57" fmla="*/ 321 h 337"/>
                <a:gd name="T58" fmla="*/ 45 w 85"/>
                <a:gd name="T59" fmla="*/ 331 h 337"/>
                <a:gd name="T60" fmla="*/ 48 w 85"/>
                <a:gd name="T61" fmla="*/ 337 h 337"/>
                <a:gd name="T62" fmla="*/ 62 w 85"/>
                <a:gd name="T63" fmla="*/ 332 h 337"/>
                <a:gd name="T64" fmla="*/ 63 w 85"/>
                <a:gd name="T65" fmla="*/ 317 h 337"/>
                <a:gd name="T66" fmla="*/ 63 w 85"/>
                <a:gd name="T67" fmla="*/ 304 h 337"/>
                <a:gd name="T68" fmla="*/ 67 w 85"/>
                <a:gd name="T69" fmla="*/ 275 h 337"/>
                <a:gd name="T70" fmla="*/ 71 w 85"/>
                <a:gd name="T71" fmla="*/ 239 h 337"/>
                <a:gd name="T72" fmla="*/ 70 w 85"/>
                <a:gd name="T73" fmla="*/ 222 h 337"/>
                <a:gd name="T74" fmla="*/ 70 w 85"/>
                <a:gd name="T75" fmla="*/ 217 h 337"/>
                <a:gd name="T76" fmla="*/ 80 w 85"/>
                <a:gd name="T77" fmla="*/ 215 h 337"/>
                <a:gd name="T78" fmla="*/ 79 w 85"/>
                <a:gd name="T79" fmla="*/ 183 h 337"/>
                <a:gd name="T80" fmla="*/ 78 w 85"/>
                <a:gd name="T81" fmla="*/ 153 h 337"/>
                <a:gd name="T82" fmla="*/ 77 w 85"/>
                <a:gd name="T83" fmla="*/ 142 h 337"/>
                <a:gd name="T84" fmla="*/ 77 w 85"/>
                <a:gd name="T85" fmla="*/ 135 h 337"/>
                <a:gd name="T86" fmla="*/ 76 w 85"/>
                <a:gd name="T87" fmla="*/ 125 h 337"/>
                <a:gd name="T88" fmla="*/ 83 w 85"/>
                <a:gd name="T89" fmla="*/ 119 h 337"/>
                <a:gd name="T90" fmla="*/ 85 w 85"/>
                <a:gd name="T91" fmla="*/ 89 h 337"/>
                <a:gd name="T92" fmla="*/ 83 w 85"/>
                <a:gd name="T93" fmla="*/ 64 h 337"/>
                <a:gd name="T94" fmla="*/ 79 w 85"/>
                <a:gd name="T95" fmla="*/ 58 h 337"/>
                <a:gd name="T96" fmla="*/ 67 w 85"/>
                <a:gd name="T97" fmla="*/ 55 h 337"/>
                <a:gd name="T98" fmla="*/ 60 w 85"/>
                <a:gd name="T99" fmla="*/ 47 h 337"/>
                <a:gd name="T100" fmla="*/ 57 w 85"/>
                <a:gd name="T101" fmla="*/ 41 h 337"/>
                <a:gd name="T102" fmla="*/ 60 w 85"/>
                <a:gd name="T103" fmla="*/ 32 h 337"/>
                <a:gd name="T104" fmla="*/ 63 w 85"/>
                <a:gd name="T105" fmla="*/ 19 h 337"/>
                <a:gd name="T106" fmla="*/ 48 w 85"/>
                <a:gd name="T10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5" h="337">
                  <a:moveTo>
                    <a:pt x="48" y="0"/>
                  </a:moveTo>
                  <a:cubicBezTo>
                    <a:pt x="37" y="0"/>
                    <a:pt x="35" y="9"/>
                    <a:pt x="35" y="19"/>
                  </a:cubicBezTo>
                  <a:cubicBezTo>
                    <a:pt x="32" y="19"/>
                    <a:pt x="34" y="31"/>
                    <a:pt x="37" y="31"/>
                  </a:cubicBezTo>
                  <a:cubicBezTo>
                    <a:pt x="36" y="32"/>
                    <a:pt x="38" y="37"/>
                    <a:pt x="39" y="38"/>
                  </a:cubicBezTo>
                  <a:cubicBezTo>
                    <a:pt x="40" y="39"/>
                    <a:pt x="41" y="40"/>
                    <a:pt x="41" y="43"/>
                  </a:cubicBezTo>
                  <a:cubicBezTo>
                    <a:pt x="41" y="45"/>
                    <a:pt x="39" y="46"/>
                    <a:pt x="39" y="46"/>
                  </a:cubicBezTo>
                  <a:cubicBezTo>
                    <a:pt x="39" y="46"/>
                    <a:pt x="34" y="47"/>
                    <a:pt x="34" y="50"/>
                  </a:cubicBezTo>
                  <a:cubicBezTo>
                    <a:pt x="34" y="52"/>
                    <a:pt x="29" y="54"/>
                    <a:pt x="25" y="54"/>
                  </a:cubicBezTo>
                  <a:cubicBezTo>
                    <a:pt x="21" y="54"/>
                    <a:pt x="13" y="57"/>
                    <a:pt x="13" y="60"/>
                  </a:cubicBezTo>
                  <a:cubicBezTo>
                    <a:pt x="13" y="63"/>
                    <a:pt x="12" y="70"/>
                    <a:pt x="11" y="70"/>
                  </a:cubicBezTo>
                  <a:cubicBezTo>
                    <a:pt x="9" y="69"/>
                    <a:pt x="9" y="75"/>
                    <a:pt x="8" y="81"/>
                  </a:cubicBezTo>
                  <a:cubicBezTo>
                    <a:pt x="7" y="87"/>
                    <a:pt x="0" y="106"/>
                    <a:pt x="4" y="111"/>
                  </a:cubicBezTo>
                  <a:cubicBezTo>
                    <a:pt x="9" y="117"/>
                    <a:pt x="19" y="117"/>
                    <a:pt x="19" y="117"/>
                  </a:cubicBezTo>
                  <a:cubicBezTo>
                    <a:pt x="19" y="117"/>
                    <a:pt x="19" y="120"/>
                    <a:pt x="18" y="128"/>
                  </a:cubicBezTo>
                  <a:cubicBezTo>
                    <a:pt x="17" y="135"/>
                    <a:pt x="16" y="141"/>
                    <a:pt x="17" y="141"/>
                  </a:cubicBezTo>
                  <a:cubicBezTo>
                    <a:pt x="18" y="141"/>
                    <a:pt x="17" y="166"/>
                    <a:pt x="17" y="179"/>
                  </a:cubicBezTo>
                  <a:cubicBezTo>
                    <a:pt x="17" y="192"/>
                    <a:pt x="17" y="215"/>
                    <a:pt x="17" y="218"/>
                  </a:cubicBezTo>
                  <a:cubicBezTo>
                    <a:pt x="17" y="220"/>
                    <a:pt x="25" y="220"/>
                    <a:pt x="28" y="220"/>
                  </a:cubicBezTo>
                  <a:cubicBezTo>
                    <a:pt x="31" y="220"/>
                    <a:pt x="33" y="220"/>
                    <a:pt x="33" y="220"/>
                  </a:cubicBezTo>
                  <a:cubicBezTo>
                    <a:pt x="33" y="220"/>
                    <a:pt x="33" y="227"/>
                    <a:pt x="34" y="233"/>
                  </a:cubicBezTo>
                  <a:cubicBezTo>
                    <a:pt x="34" y="238"/>
                    <a:pt x="34" y="264"/>
                    <a:pt x="35" y="270"/>
                  </a:cubicBezTo>
                  <a:cubicBezTo>
                    <a:pt x="36" y="276"/>
                    <a:pt x="38" y="291"/>
                    <a:pt x="38" y="300"/>
                  </a:cubicBezTo>
                  <a:cubicBezTo>
                    <a:pt x="38" y="308"/>
                    <a:pt x="35" y="317"/>
                    <a:pt x="32" y="322"/>
                  </a:cubicBezTo>
                  <a:cubicBezTo>
                    <a:pt x="29" y="326"/>
                    <a:pt x="29" y="328"/>
                    <a:pt x="27" y="330"/>
                  </a:cubicBezTo>
                  <a:cubicBezTo>
                    <a:pt x="25" y="332"/>
                    <a:pt x="21" y="334"/>
                    <a:pt x="25" y="334"/>
                  </a:cubicBezTo>
                  <a:cubicBezTo>
                    <a:pt x="30" y="334"/>
                    <a:pt x="40" y="335"/>
                    <a:pt x="42" y="333"/>
                  </a:cubicBezTo>
                  <a:cubicBezTo>
                    <a:pt x="44" y="331"/>
                    <a:pt x="42" y="326"/>
                    <a:pt x="44" y="324"/>
                  </a:cubicBezTo>
                  <a:cubicBezTo>
                    <a:pt x="46" y="321"/>
                    <a:pt x="48" y="318"/>
                    <a:pt x="48" y="318"/>
                  </a:cubicBezTo>
                  <a:cubicBezTo>
                    <a:pt x="48" y="321"/>
                    <a:pt x="48" y="321"/>
                    <a:pt x="48" y="321"/>
                  </a:cubicBezTo>
                  <a:cubicBezTo>
                    <a:pt x="48" y="321"/>
                    <a:pt x="44" y="329"/>
                    <a:pt x="45" y="331"/>
                  </a:cubicBezTo>
                  <a:cubicBezTo>
                    <a:pt x="45" y="333"/>
                    <a:pt x="45" y="337"/>
                    <a:pt x="48" y="337"/>
                  </a:cubicBezTo>
                  <a:cubicBezTo>
                    <a:pt x="52" y="337"/>
                    <a:pt x="61" y="335"/>
                    <a:pt x="62" y="332"/>
                  </a:cubicBezTo>
                  <a:cubicBezTo>
                    <a:pt x="63" y="328"/>
                    <a:pt x="62" y="320"/>
                    <a:pt x="63" y="317"/>
                  </a:cubicBezTo>
                  <a:cubicBezTo>
                    <a:pt x="65" y="314"/>
                    <a:pt x="64" y="309"/>
                    <a:pt x="63" y="304"/>
                  </a:cubicBezTo>
                  <a:cubicBezTo>
                    <a:pt x="62" y="300"/>
                    <a:pt x="64" y="284"/>
                    <a:pt x="67" y="275"/>
                  </a:cubicBezTo>
                  <a:cubicBezTo>
                    <a:pt x="71" y="266"/>
                    <a:pt x="72" y="247"/>
                    <a:pt x="71" y="239"/>
                  </a:cubicBezTo>
                  <a:cubicBezTo>
                    <a:pt x="71" y="231"/>
                    <a:pt x="70" y="225"/>
                    <a:pt x="70" y="222"/>
                  </a:cubicBezTo>
                  <a:cubicBezTo>
                    <a:pt x="70" y="218"/>
                    <a:pt x="70" y="217"/>
                    <a:pt x="70" y="217"/>
                  </a:cubicBezTo>
                  <a:cubicBezTo>
                    <a:pt x="70" y="217"/>
                    <a:pt x="81" y="217"/>
                    <a:pt x="80" y="215"/>
                  </a:cubicBezTo>
                  <a:cubicBezTo>
                    <a:pt x="80" y="213"/>
                    <a:pt x="79" y="192"/>
                    <a:pt x="79" y="183"/>
                  </a:cubicBezTo>
                  <a:cubicBezTo>
                    <a:pt x="79" y="174"/>
                    <a:pt x="79" y="161"/>
                    <a:pt x="78" y="153"/>
                  </a:cubicBezTo>
                  <a:cubicBezTo>
                    <a:pt x="77" y="145"/>
                    <a:pt x="77" y="142"/>
                    <a:pt x="77" y="142"/>
                  </a:cubicBezTo>
                  <a:cubicBezTo>
                    <a:pt x="77" y="142"/>
                    <a:pt x="78" y="141"/>
                    <a:pt x="77" y="135"/>
                  </a:cubicBezTo>
                  <a:cubicBezTo>
                    <a:pt x="76" y="130"/>
                    <a:pt x="76" y="125"/>
                    <a:pt x="76" y="125"/>
                  </a:cubicBezTo>
                  <a:cubicBezTo>
                    <a:pt x="76" y="125"/>
                    <a:pt x="81" y="125"/>
                    <a:pt x="83" y="119"/>
                  </a:cubicBezTo>
                  <a:cubicBezTo>
                    <a:pt x="85" y="112"/>
                    <a:pt x="85" y="102"/>
                    <a:pt x="85" y="89"/>
                  </a:cubicBezTo>
                  <a:cubicBezTo>
                    <a:pt x="85" y="77"/>
                    <a:pt x="83" y="67"/>
                    <a:pt x="83" y="64"/>
                  </a:cubicBezTo>
                  <a:cubicBezTo>
                    <a:pt x="83" y="61"/>
                    <a:pt x="84" y="60"/>
                    <a:pt x="79" y="58"/>
                  </a:cubicBezTo>
                  <a:cubicBezTo>
                    <a:pt x="75" y="57"/>
                    <a:pt x="72" y="58"/>
                    <a:pt x="67" y="55"/>
                  </a:cubicBezTo>
                  <a:cubicBezTo>
                    <a:pt x="63" y="52"/>
                    <a:pt x="62" y="48"/>
                    <a:pt x="60" y="47"/>
                  </a:cubicBezTo>
                  <a:cubicBezTo>
                    <a:pt x="58" y="45"/>
                    <a:pt x="56" y="43"/>
                    <a:pt x="57" y="41"/>
                  </a:cubicBezTo>
                  <a:cubicBezTo>
                    <a:pt x="58" y="39"/>
                    <a:pt x="61" y="36"/>
                    <a:pt x="60" y="32"/>
                  </a:cubicBezTo>
                  <a:cubicBezTo>
                    <a:pt x="64" y="32"/>
                    <a:pt x="65" y="19"/>
                    <a:pt x="63" y="19"/>
                  </a:cubicBezTo>
                  <a:cubicBezTo>
                    <a:pt x="62" y="10"/>
                    <a:pt x="61" y="0"/>
                    <a:pt x="48"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3" name="Freeform 681"/>
            <p:cNvSpPr>
              <a:spLocks/>
            </p:cNvSpPr>
            <p:nvPr/>
          </p:nvSpPr>
          <p:spPr bwMode="auto">
            <a:xfrm>
              <a:off x="5662" y="627"/>
              <a:ext cx="48" cy="100"/>
            </a:xfrm>
            <a:custGeom>
              <a:avLst/>
              <a:gdLst>
                <a:gd name="T0" fmla="*/ 5 w 25"/>
                <a:gd name="T1" fmla="*/ 1 h 52"/>
                <a:gd name="T2" fmla="*/ 4 w 25"/>
                <a:gd name="T3" fmla="*/ 1 h 52"/>
                <a:gd name="T4" fmla="*/ 3 w 25"/>
                <a:gd name="T5" fmla="*/ 2 h 52"/>
                <a:gd name="T6" fmla="*/ 0 w 25"/>
                <a:gd name="T7" fmla="*/ 24 h 52"/>
                <a:gd name="T8" fmla="*/ 5 w 25"/>
                <a:gd name="T9" fmla="*/ 43 h 52"/>
                <a:gd name="T10" fmla="*/ 7 w 25"/>
                <a:gd name="T11" fmla="*/ 52 h 52"/>
                <a:gd name="T12" fmla="*/ 11 w 25"/>
                <a:gd name="T13" fmla="*/ 38 h 52"/>
                <a:gd name="T14" fmla="*/ 21 w 25"/>
                <a:gd name="T15" fmla="*/ 16 h 52"/>
                <a:gd name="T16" fmla="*/ 25 w 25"/>
                <a:gd name="T17" fmla="*/ 2 h 52"/>
                <a:gd name="T18" fmla="*/ 25 w 25"/>
                <a:gd name="T19" fmla="*/ 2 h 52"/>
                <a:gd name="T20" fmla="*/ 23 w 25"/>
                <a:gd name="T21" fmla="*/ 0 h 52"/>
                <a:gd name="T22" fmla="*/ 20 w 25"/>
                <a:gd name="T23" fmla="*/ 8 h 52"/>
                <a:gd name="T24" fmla="*/ 14 w 25"/>
                <a:gd name="T25" fmla="*/ 14 h 52"/>
                <a:gd name="T26" fmla="*/ 14 w 25"/>
                <a:gd name="T27" fmla="*/ 19 h 52"/>
                <a:gd name="T28" fmla="*/ 11 w 25"/>
                <a:gd name="T29" fmla="*/ 23 h 52"/>
                <a:gd name="T30" fmla="*/ 11 w 25"/>
                <a:gd name="T31" fmla="*/ 18 h 52"/>
                <a:gd name="T32" fmla="*/ 8 w 25"/>
                <a:gd name="T33" fmla="*/ 15 h 52"/>
                <a:gd name="T34" fmla="*/ 5 w 25"/>
                <a:gd name="T35"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52">
                  <a:moveTo>
                    <a:pt x="5" y="1"/>
                  </a:moveTo>
                  <a:cubicBezTo>
                    <a:pt x="4" y="1"/>
                    <a:pt x="4" y="1"/>
                    <a:pt x="4" y="1"/>
                  </a:cubicBezTo>
                  <a:cubicBezTo>
                    <a:pt x="4" y="1"/>
                    <a:pt x="3" y="1"/>
                    <a:pt x="3" y="2"/>
                  </a:cubicBezTo>
                  <a:cubicBezTo>
                    <a:pt x="1" y="5"/>
                    <a:pt x="0" y="19"/>
                    <a:pt x="0" y="24"/>
                  </a:cubicBezTo>
                  <a:cubicBezTo>
                    <a:pt x="0" y="29"/>
                    <a:pt x="3" y="38"/>
                    <a:pt x="5" y="43"/>
                  </a:cubicBezTo>
                  <a:cubicBezTo>
                    <a:pt x="7" y="48"/>
                    <a:pt x="7" y="52"/>
                    <a:pt x="7" y="52"/>
                  </a:cubicBezTo>
                  <a:cubicBezTo>
                    <a:pt x="7" y="52"/>
                    <a:pt x="9" y="44"/>
                    <a:pt x="11" y="38"/>
                  </a:cubicBezTo>
                  <a:cubicBezTo>
                    <a:pt x="13" y="31"/>
                    <a:pt x="18" y="23"/>
                    <a:pt x="21" y="16"/>
                  </a:cubicBezTo>
                  <a:cubicBezTo>
                    <a:pt x="24" y="11"/>
                    <a:pt x="25" y="6"/>
                    <a:pt x="25" y="2"/>
                  </a:cubicBezTo>
                  <a:cubicBezTo>
                    <a:pt x="25" y="2"/>
                    <a:pt x="25" y="2"/>
                    <a:pt x="25" y="2"/>
                  </a:cubicBezTo>
                  <a:cubicBezTo>
                    <a:pt x="24" y="2"/>
                    <a:pt x="24" y="1"/>
                    <a:pt x="23" y="0"/>
                  </a:cubicBezTo>
                  <a:cubicBezTo>
                    <a:pt x="23" y="3"/>
                    <a:pt x="21" y="6"/>
                    <a:pt x="20" y="8"/>
                  </a:cubicBezTo>
                  <a:cubicBezTo>
                    <a:pt x="19" y="11"/>
                    <a:pt x="15" y="12"/>
                    <a:pt x="14" y="14"/>
                  </a:cubicBezTo>
                  <a:cubicBezTo>
                    <a:pt x="13" y="15"/>
                    <a:pt x="15" y="17"/>
                    <a:pt x="14" y="19"/>
                  </a:cubicBezTo>
                  <a:cubicBezTo>
                    <a:pt x="13" y="22"/>
                    <a:pt x="11" y="23"/>
                    <a:pt x="11" y="23"/>
                  </a:cubicBezTo>
                  <a:cubicBezTo>
                    <a:pt x="11" y="23"/>
                    <a:pt x="12" y="21"/>
                    <a:pt x="11" y="18"/>
                  </a:cubicBezTo>
                  <a:cubicBezTo>
                    <a:pt x="11" y="16"/>
                    <a:pt x="9" y="18"/>
                    <a:pt x="8" y="15"/>
                  </a:cubicBezTo>
                  <a:cubicBezTo>
                    <a:pt x="6" y="12"/>
                    <a:pt x="5" y="5"/>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4" name="Freeform 682"/>
            <p:cNvSpPr>
              <a:spLocks/>
            </p:cNvSpPr>
            <p:nvPr/>
          </p:nvSpPr>
          <p:spPr bwMode="auto">
            <a:xfrm>
              <a:off x="5645" y="782"/>
              <a:ext cx="71" cy="33"/>
            </a:xfrm>
            <a:custGeom>
              <a:avLst/>
              <a:gdLst>
                <a:gd name="T0" fmla="*/ 20 w 37"/>
                <a:gd name="T1" fmla="*/ 0 h 17"/>
                <a:gd name="T2" fmla="*/ 18 w 37"/>
                <a:gd name="T3" fmla="*/ 0 h 17"/>
                <a:gd name="T4" fmla="*/ 11 w 37"/>
                <a:gd name="T5" fmla="*/ 9 h 17"/>
                <a:gd name="T6" fmla="*/ 0 w 37"/>
                <a:gd name="T7" fmla="*/ 11 h 17"/>
                <a:gd name="T8" fmla="*/ 8 w 37"/>
                <a:gd name="T9" fmla="*/ 14 h 17"/>
                <a:gd name="T10" fmla="*/ 15 w 37"/>
                <a:gd name="T11" fmla="*/ 12 h 17"/>
                <a:gd name="T12" fmla="*/ 29 w 37"/>
                <a:gd name="T13" fmla="*/ 16 h 17"/>
                <a:gd name="T14" fmla="*/ 37 w 37"/>
                <a:gd name="T15" fmla="*/ 13 h 17"/>
                <a:gd name="T16" fmla="*/ 24 w 37"/>
                <a:gd name="T17" fmla="*/ 11 h 17"/>
                <a:gd name="T18" fmla="*/ 20 w 37"/>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7">
                  <a:moveTo>
                    <a:pt x="20" y="0"/>
                  </a:moveTo>
                  <a:cubicBezTo>
                    <a:pt x="18" y="0"/>
                    <a:pt x="18" y="0"/>
                    <a:pt x="18" y="0"/>
                  </a:cubicBezTo>
                  <a:cubicBezTo>
                    <a:pt x="18" y="0"/>
                    <a:pt x="15" y="8"/>
                    <a:pt x="11" y="9"/>
                  </a:cubicBezTo>
                  <a:cubicBezTo>
                    <a:pt x="7" y="11"/>
                    <a:pt x="0" y="11"/>
                    <a:pt x="0" y="11"/>
                  </a:cubicBezTo>
                  <a:cubicBezTo>
                    <a:pt x="0" y="11"/>
                    <a:pt x="4" y="14"/>
                    <a:pt x="8" y="14"/>
                  </a:cubicBezTo>
                  <a:cubicBezTo>
                    <a:pt x="13" y="14"/>
                    <a:pt x="15" y="12"/>
                    <a:pt x="15" y="12"/>
                  </a:cubicBezTo>
                  <a:cubicBezTo>
                    <a:pt x="15" y="12"/>
                    <a:pt x="22" y="17"/>
                    <a:pt x="29" y="16"/>
                  </a:cubicBezTo>
                  <a:cubicBezTo>
                    <a:pt x="35" y="15"/>
                    <a:pt x="37" y="13"/>
                    <a:pt x="37" y="13"/>
                  </a:cubicBezTo>
                  <a:cubicBezTo>
                    <a:pt x="37" y="13"/>
                    <a:pt x="28" y="14"/>
                    <a:pt x="24" y="11"/>
                  </a:cubicBezTo>
                  <a:cubicBezTo>
                    <a:pt x="21" y="8"/>
                    <a:pt x="20" y="5"/>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5" name="Freeform 683"/>
            <p:cNvSpPr>
              <a:spLocks noEditPoints="1"/>
            </p:cNvSpPr>
            <p:nvPr/>
          </p:nvSpPr>
          <p:spPr bwMode="auto">
            <a:xfrm>
              <a:off x="3909" y="528"/>
              <a:ext cx="214" cy="674"/>
            </a:xfrm>
            <a:custGeom>
              <a:avLst/>
              <a:gdLst>
                <a:gd name="T0" fmla="*/ 45 w 112"/>
                <a:gd name="T1" fmla="*/ 11 h 352"/>
                <a:gd name="T2" fmla="*/ 44 w 112"/>
                <a:gd name="T3" fmla="*/ 34 h 352"/>
                <a:gd name="T4" fmla="*/ 51 w 112"/>
                <a:gd name="T5" fmla="*/ 45 h 352"/>
                <a:gd name="T6" fmla="*/ 31 w 112"/>
                <a:gd name="T7" fmla="*/ 60 h 352"/>
                <a:gd name="T8" fmla="*/ 29 w 112"/>
                <a:gd name="T9" fmla="*/ 183 h 352"/>
                <a:gd name="T10" fmla="*/ 32 w 112"/>
                <a:gd name="T11" fmla="*/ 183 h 352"/>
                <a:gd name="T12" fmla="*/ 31 w 112"/>
                <a:gd name="T13" fmla="*/ 195 h 352"/>
                <a:gd name="T14" fmla="*/ 29 w 112"/>
                <a:gd name="T15" fmla="*/ 261 h 352"/>
                <a:gd name="T16" fmla="*/ 34 w 112"/>
                <a:gd name="T17" fmla="*/ 262 h 352"/>
                <a:gd name="T18" fmla="*/ 37 w 112"/>
                <a:gd name="T19" fmla="*/ 306 h 352"/>
                <a:gd name="T20" fmla="*/ 34 w 112"/>
                <a:gd name="T21" fmla="*/ 335 h 352"/>
                <a:gd name="T22" fmla="*/ 52 w 112"/>
                <a:gd name="T23" fmla="*/ 337 h 352"/>
                <a:gd name="T24" fmla="*/ 56 w 112"/>
                <a:gd name="T25" fmla="*/ 316 h 352"/>
                <a:gd name="T26" fmla="*/ 55 w 112"/>
                <a:gd name="T27" fmla="*/ 282 h 352"/>
                <a:gd name="T28" fmla="*/ 64 w 112"/>
                <a:gd name="T29" fmla="*/ 207 h 352"/>
                <a:gd name="T30" fmla="*/ 73 w 112"/>
                <a:gd name="T31" fmla="*/ 223 h 352"/>
                <a:gd name="T32" fmla="*/ 82 w 112"/>
                <a:gd name="T33" fmla="*/ 298 h 352"/>
                <a:gd name="T34" fmla="*/ 80 w 112"/>
                <a:gd name="T35" fmla="*/ 311 h 352"/>
                <a:gd name="T36" fmla="*/ 86 w 112"/>
                <a:gd name="T37" fmla="*/ 334 h 352"/>
                <a:gd name="T38" fmla="*/ 103 w 112"/>
                <a:gd name="T39" fmla="*/ 350 h 352"/>
                <a:gd name="T40" fmla="*/ 101 w 112"/>
                <a:gd name="T41" fmla="*/ 321 h 352"/>
                <a:gd name="T42" fmla="*/ 102 w 112"/>
                <a:gd name="T43" fmla="*/ 304 h 352"/>
                <a:gd name="T44" fmla="*/ 103 w 112"/>
                <a:gd name="T45" fmla="*/ 241 h 352"/>
                <a:gd name="T46" fmla="*/ 103 w 112"/>
                <a:gd name="T47" fmla="*/ 175 h 352"/>
                <a:gd name="T48" fmla="*/ 106 w 112"/>
                <a:gd name="T49" fmla="*/ 164 h 352"/>
                <a:gd name="T50" fmla="*/ 110 w 112"/>
                <a:gd name="T51" fmla="*/ 135 h 352"/>
                <a:gd name="T52" fmla="*/ 106 w 112"/>
                <a:gd name="T53" fmla="*/ 78 h 352"/>
                <a:gd name="T54" fmla="*/ 74 w 112"/>
                <a:gd name="T55" fmla="*/ 53 h 352"/>
                <a:gd name="T56" fmla="*/ 73 w 112"/>
                <a:gd name="T57" fmla="*/ 36 h 352"/>
                <a:gd name="T58" fmla="*/ 78 w 112"/>
                <a:gd name="T59" fmla="*/ 25 h 352"/>
                <a:gd name="T60" fmla="*/ 76 w 112"/>
                <a:gd name="T61" fmla="*/ 11 h 352"/>
                <a:gd name="T62" fmla="*/ 29 w 112"/>
                <a:gd name="T63" fmla="*/ 60 h 352"/>
                <a:gd name="T64" fmla="*/ 16 w 112"/>
                <a:gd name="T65" fmla="*/ 108 h 352"/>
                <a:gd name="T66" fmla="*/ 11 w 112"/>
                <a:gd name="T67" fmla="*/ 176 h 352"/>
                <a:gd name="T68" fmla="*/ 13 w 112"/>
                <a:gd name="T69" fmla="*/ 188 h 352"/>
                <a:gd name="T70" fmla="*/ 0 w 112"/>
                <a:gd name="T71" fmla="*/ 192 h 352"/>
                <a:gd name="T72" fmla="*/ 22 w 112"/>
                <a:gd name="T73" fmla="*/ 264 h 352"/>
                <a:gd name="T74" fmla="*/ 29 w 112"/>
                <a:gd name="T75" fmla="*/ 194 h 352"/>
                <a:gd name="T76" fmla="*/ 26 w 112"/>
                <a:gd name="T77" fmla="*/ 188 h 352"/>
                <a:gd name="T78" fmla="*/ 29 w 112"/>
                <a:gd name="T79" fmla="*/ 183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2" h="352">
                  <a:moveTo>
                    <a:pt x="59" y="0"/>
                  </a:moveTo>
                  <a:cubicBezTo>
                    <a:pt x="53" y="0"/>
                    <a:pt x="46" y="5"/>
                    <a:pt x="45" y="11"/>
                  </a:cubicBezTo>
                  <a:cubicBezTo>
                    <a:pt x="44" y="18"/>
                    <a:pt x="45" y="27"/>
                    <a:pt x="45" y="27"/>
                  </a:cubicBezTo>
                  <a:cubicBezTo>
                    <a:pt x="45" y="27"/>
                    <a:pt x="43" y="31"/>
                    <a:pt x="44" y="34"/>
                  </a:cubicBezTo>
                  <a:cubicBezTo>
                    <a:pt x="46" y="38"/>
                    <a:pt x="50" y="37"/>
                    <a:pt x="50" y="37"/>
                  </a:cubicBezTo>
                  <a:cubicBezTo>
                    <a:pt x="50" y="37"/>
                    <a:pt x="51" y="42"/>
                    <a:pt x="51" y="45"/>
                  </a:cubicBezTo>
                  <a:cubicBezTo>
                    <a:pt x="51" y="48"/>
                    <a:pt x="51" y="50"/>
                    <a:pt x="49" y="52"/>
                  </a:cubicBezTo>
                  <a:cubicBezTo>
                    <a:pt x="46" y="54"/>
                    <a:pt x="38" y="58"/>
                    <a:pt x="31" y="60"/>
                  </a:cubicBezTo>
                  <a:cubicBezTo>
                    <a:pt x="30" y="60"/>
                    <a:pt x="29" y="60"/>
                    <a:pt x="29" y="60"/>
                  </a:cubicBezTo>
                  <a:cubicBezTo>
                    <a:pt x="29" y="183"/>
                    <a:pt x="29" y="183"/>
                    <a:pt x="29" y="183"/>
                  </a:cubicBezTo>
                  <a:cubicBezTo>
                    <a:pt x="29" y="183"/>
                    <a:pt x="29" y="183"/>
                    <a:pt x="29" y="183"/>
                  </a:cubicBezTo>
                  <a:cubicBezTo>
                    <a:pt x="31" y="183"/>
                    <a:pt x="32" y="183"/>
                    <a:pt x="32" y="183"/>
                  </a:cubicBezTo>
                  <a:cubicBezTo>
                    <a:pt x="32" y="183"/>
                    <a:pt x="31" y="186"/>
                    <a:pt x="31" y="189"/>
                  </a:cubicBezTo>
                  <a:cubicBezTo>
                    <a:pt x="31" y="192"/>
                    <a:pt x="31" y="195"/>
                    <a:pt x="31" y="195"/>
                  </a:cubicBezTo>
                  <a:cubicBezTo>
                    <a:pt x="29" y="194"/>
                    <a:pt x="29" y="194"/>
                    <a:pt x="29" y="194"/>
                  </a:cubicBezTo>
                  <a:cubicBezTo>
                    <a:pt x="29" y="261"/>
                    <a:pt x="29" y="261"/>
                    <a:pt x="29" y="261"/>
                  </a:cubicBezTo>
                  <a:cubicBezTo>
                    <a:pt x="29" y="261"/>
                    <a:pt x="29" y="261"/>
                    <a:pt x="29" y="261"/>
                  </a:cubicBezTo>
                  <a:cubicBezTo>
                    <a:pt x="32" y="261"/>
                    <a:pt x="34" y="262"/>
                    <a:pt x="34" y="262"/>
                  </a:cubicBezTo>
                  <a:cubicBezTo>
                    <a:pt x="34" y="262"/>
                    <a:pt x="33" y="278"/>
                    <a:pt x="33" y="284"/>
                  </a:cubicBezTo>
                  <a:cubicBezTo>
                    <a:pt x="33" y="291"/>
                    <a:pt x="34" y="301"/>
                    <a:pt x="37" y="306"/>
                  </a:cubicBezTo>
                  <a:cubicBezTo>
                    <a:pt x="39" y="311"/>
                    <a:pt x="40" y="312"/>
                    <a:pt x="40" y="316"/>
                  </a:cubicBezTo>
                  <a:cubicBezTo>
                    <a:pt x="40" y="320"/>
                    <a:pt x="34" y="332"/>
                    <a:pt x="34" y="335"/>
                  </a:cubicBezTo>
                  <a:cubicBezTo>
                    <a:pt x="34" y="339"/>
                    <a:pt x="35" y="345"/>
                    <a:pt x="41" y="345"/>
                  </a:cubicBezTo>
                  <a:cubicBezTo>
                    <a:pt x="48" y="345"/>
                    <a:pt x="52" y="342"/>
                    <a:pt x="52" y="337"/>
                  </a:cubicBezTo>
                  <a:cubicBezTo>
                    <a:pt x="52" y="332"/>
                    <a:pt x="51" y="329"/>
                    <a:pt x="54" y="327"/>
                  </a:cubicBezTo>
                  <a:cubicBezTo>
                    <a:pt x="56" y="325"/>
                    <a:pt x="52" y="320"/>
                    <a:pt x="56" y="316"/>
                  </a:cubicBezTo>
                  <a:cubicBezTo>
                    <a:pt x="60" y="311"/>
                    <a:pt x="56" y="310"/>
                    <a:pt x="57" y="305"/>
                  </a:cubicBezTo>
                  <a:cubicBezTo>
                    <a:pt x="58" y="301"/>
                    <a:pt x="56" y="287"/>
                    <a:pt x="55" y="282"/>
                  </a:cubicBezTo>
                  <a:cubicBezTo>
                    <a:pt x="55" y="276"/>
                    <a:pt x="56" y="270"/>
                    <a:pt x="59" y="246"/>
                  </a:cubicBezTo>
                  <a:cubicBezTo>
                    <a:pt x="62" y="223"/>
                    <a:pt x="63" y="212"/>
                    <a:pt x="64" y="207"/>
                  </a:cubicBezTo>
                  <a:cubicBezTo>
                    <a:pt x="65" y="202"/>
                    <a:pt x="66" y="196"/>
                    <a:pt x="66" y="196"/>
                  </a:cubicBezTo>
                  <a:cubicBezTo>
                    <a:pt x="66" y="196"/>
                    <a:pt x="70" y="218"/>
                    <a:pt x="73" y="223"/>
                  </a:cubicBezTo>
                  <a:cubicBezTo>
                    <a:pt x="76" y="229"/>
                    <a:pt x="79" y="256"/>
                    <a:pt x="80" y="264"/>
                  </a:cubicBezTo>
                  <a:cubicBezTo>
                    <a:pt x="81" y="272"/>
                    <a:pt x="81" y="295"/>
                    <a:pt x="82" y="298"/>
                  </a:cubicBezTo>
                  <a:cubicBezTo>
                    <a:pt x="84" y="300"/>
                    <a:pt x="85" y="304"/>
                    <a:pt x="85" y="304"/>
                  </a:cubicBezTo>
                  <a:cubicBezTo>
                    <a:pt x="85" y="304"/>
                    <a:pt x="80" y="307"/>
                    <a:pt x="80" y="311"/>
                  </a:cubicBezTo>
                  <a:cubicBezTo>
                    <a:pt x="80" y="315"/>
                    <a:pt x="84" y="318"/>
                    <a:pt x="84" y="323"/>
                  </a:cubicBezTo>
                  <a:cubicBezTo>
                    <a:pt x="84" y="328"/>
                    <a:pt x="84" y="332"/>
                    <a:pt x="86" y="334"/>
                  </a:cubicBezTo>
                  <a:cubicBezTo>
                    <a:pt x="88" y="335"/>
                    <a:pt x="88" y="343"/>
                    <a:pt x="91" y="346"/>
                  </a:cubicBezTo>
                  <a:cubicBezTo>
                    <a:pt x="93" y="350"/>
                    <a:pt x="98" y="352"/>
                    <a:pt x="103" y="350"/>
                  </a:cubicBezTo>
                  <a:cubicBezTo>
                    <a:pt x="108" y="349"/>
                    <a:pt x="108" y="342"/>
                    <a:pt x="106" y="335"/>
                  </a:cubicBezTo>
                  <a:cubicBezTo>
                    <a:pt x="103" y="329"/>
                    <a:pt x="100" y="324"/>
                    <a:pt x="101" y="321"/>
                  </a:cubicBezTo>
                  <a:cubicBezTo>
                    <a:pt x="102" y="319"/>
                    <a:pt x="103" y="315"/>
                    <a:pt x="100" y="312"/>
                  </a:cubicBezTo>
                  <a:cubicBezTo>
                    <a:pt x="97" y="309"/>
                    <a:pt x="100" y="307"/>
                    <a:pt x="102" y="304"/>
                  </a:cubicBezTo>
                  <a:cubicBezTo>
                    <a:pt x="104" y="302"/>
                    <a:pt x="103" y="291"/>
                    <a:pt x="103" y="286"/>
                  </a:cubicBezTo>
                  <a:cubicBezTo>
                    <a:pt x="104" y="280"/>
                    <a:pt x="103" y="252"/>
                    <a:pt x="103" y="241"/>
                  </a:cubicBezTo>
                  <a:cubicBezTo>
                    <a:pt x="104" y="231"/>
                    <a:pt x="104" y="199"/>
                    <a:pt x="103" y="191"/>
                  </a:cubicBezTo>
                  <a:cubicBezTo>
                    <a:pt x="101" y="182"/>
                    <a:pt x="103" y="175"/>
                    <a:pt x="103" y="175"/>
                  </a:cubicBezTo>
                  <a:cubicBezTo>
                    <a:pt x="103" y="175"/>
                    <a:pt x="106" y="177"/>
                    <a:pt x="106" y="174"/>
                  </a:cubicBezTo>
                  <a:cubicBezTo>
                    <a:pt x="106" y="171"/>
                    <a:pt x="105" y="170"/>
                    <a:pt x="106" y="164"/>
                  </a:cubicBezTo>
                  <a:cubicBezTo>
                    <a:pt x="108" y="159"/>
                    <a:pt x="108" y="153"/>
                    <a:pt x="110" y="149"/>
                  </a:cubicBezTo>
                  <a:cubicBezTo>
                    <a:pt x="112" y="145"/>
                    <a:pt x="112" y="137"/>
                    <a:pt x="110" y="135"/>
                  </a:cubicBezTo>
                  <a:cubicBezTo>
                    <a:pt x="108" y="133"/>
                    <a:pt x="111" y="120"/>
                    <a:pt x="109" y="111"/>
                  </a:cubicBezTo>
                  <a:cubicBezTo>
                    <a:pt x="107" y="101"/>
                    <a:pt x="106" y="86"/>
                    <a:pt x="106" y="78"/>
                  </a:cubicBezTo>
                  <a:cubicBezTo>
                    <a:pt x="105" y="70"/>
                    <a:pt x="105" y="64"/>
                    <a:pt x="94" y="61"/>
                  </a:cubicBezTo>
                  <a:cubicBezTo>
                    <a:pt x="84" y="59"/>
                    <a:pt x="76" y="55"/>
                    <a:pt x="74" y="53"/>
                  </a:cubicBezTo>
                  <a:cubicBezTo>
                    <a:pt x="73" y="51"/>
                    <a:pt x="72" y="45"/>
                    <a:pt x="73" y="42"/>
                  </a:cubicBezTo>
                  <a:cubicBezTo>
                    <a:pt x="73" y="40"/>
                    <a:pt x="73" y="38"/>
                    <a:pt x="73" y="36"/>
                  </a:cubicBezTo>
                  <a:cubicBezTo>
                    <a:pt x="73" y="35"/>
                    <a:pt x="76" y="37"/>
                    <a:pt x="77" y="34"/>
                  </a:cubicBezTo>
                  <a:cubicBezTo>
                    <a:pt x="78" y="31"/>
                    <a:pt x="78" y="25"/>
                    <a:pt x="78" y="25"/>
                  </a:cubicBezTo>
                  <a:cubicBezTo>
                    <a:pt x="77" y="24"/>
                    <a:pt x="77" y="24"/>
                    <a:pt x="76" y="24"/>
                  </a:cubicBezTo>
                  <a:cubicBezTo>
                    <a:pt x="76" y="23"/>
                    <a:pt x="77" y="17"/>
                    <a:pt x="76" y="11"/>
                  </a:cubicBezTo>
                  <a:cubicBezTo>
                    <a:pt x="76" y="6"/>
                    <a:pt x="70" y="1"/>
                    <a:pt x="59" y="0"/>
                  </a:cubicBezTo>
                  <a:close/>
                  <a:moveTo>
                    <a:pt x="29" y="60"/>
                  </a:moveTo>
                  <a:cubicBezTo>
                    <a:pt x="23" y="62"/>
                    <a:pt x="19" y="64"/>
                    <a:pt x="18" y="71"/>
                  </a:cubicBezTo>
                  <a:cubicBezTo>
                    <a:pt x="18" y="80"/>
                    <a:pt x="17" y="97"/>
                    <a:pt x="16" y="108"/>
                  </a:cubicBezTo>
                  <a:cubicBezTo>
                    <a:pt x="15" y="119"/>
                    <a:pt x="12" y="143"/>
                    <a:pt x="11" y="150"/>
                  </a:cubicBezTo>
                  <a:cubicBezTo>
                    <a:pt x="11" y="158"/>
                    <a:pt x="11" y="174"/>
                    <a:pt x="11" y="176"/>
                  </a:cubicBezTo>
                  <a:cubicBezTo>
                    <a:pt x="11" y="178"/>
                    <a:pt x="12" y="177"/>
                    <a:pt x="12" y="180"/>
                  </a:cubicBezTo>
                  <a:cubicBezTo>
                    <a:pt x="11" y="183"/>
                    <a:pt x="11" y="186"/>
                    <a:pt x="13" y="188"/>
                  </a:cubicBezTo>
                  <a:cubicBezTo>
                    <a:pt x="14" y="190"/>
                    <a:pt x="13" y="193"/>
                    <a:pt x="13" y="193"/>
                  </a:cubicBezTo>
                  <a:cubicBezTo>
                    <a:pt x="0" y="192"/>
                    <a:pt x="0" y="192"/>
                    <a:pt x="0" y="192"/>
                  </a:cubicBezTo>
                  <a:cubicBezTo>
                    <a:pt x="1" y="247"/>
                    <a:pt x="1" y="247"/>
                    <a:pt x="1" y="247"/>
                  </a:cubicBezTo>
                  <a:cubicBezTo>
                    <a:pt x="22" y="264"/>
                    <a:pt x="22" y="264"/>
                    <a:pt x="22" y="264"/>
                  </a:cubicBezTo>
                  <a:cubicBezTo>
                    <a:pt x="22" y="264"/>
                    <a:pt x="26" y="262"/>
                    <a:pt x="29" y="261"/>
                  </a:cubicBezTo>
                  <a:cubicBezTo>
                    <a:pt x="29" y="194"/>
                    <a:pt x="29" y="194"/>
                    <a:pt x="29" y="194"/>
                  </a:cubicBezTo>
                  <a:cubicBezTo>
                    <a:pt x="26" y="194"/>
                    <a:pt x="26" y="194"/>
                    <a:pt x="26" y="194"/>
                  </a:cubicBezTo>
                  <a:cubicBezTo>
                    <a:pt x="26" y="194"/>
                    <a:pt x="27" y="190"/>
                    <a:pt x="26" y="188"/>
                  </a:cubicBezTo>
                  <a:cubicBezTo>
                    <a:pt x="25" y="185"/>
                    <a:pt x="25" y="183"/>
                    <a:pt x="26" y="180"/>
                  </a:cubicBezTo>
                  <a:cubicBezTo>
                    <a:pt x="26" y="180"/>
                    <a:pt x="27" y="182"/>
                    <a:pt x="29" y="183"/>
                  </a:cubicBezTo>
                  <a:lnTo>
                    <a:pt x="29" y="60"/>
                  </a:ln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6" name="Freeform 684"/>
            <p:cNvSpPr>
              <a:spLocks/>
            </p:cNvSpPr>
            <p:nvPr/>
          </p:nvSpPr>
          <p:spPr bwMode="auto">
            <a:xfrm>
              <a:off x="4090" y="832"/>
              <a:ext cx="23" cy="21"/>
            </a:xfrm>
            <a:custGeom>
              <a:avLst/>
              <a:gdLst>
                <a:gd name="T0" fmla="*/ 9 w 12"/>
                <a:gd name="T1" fmla="*/ 11 h 11"/>
                <a:gd name="T2" fmla="*/ 9 w 12"/>
                <a:gd name="T3" fmla="*/ 3 h 11"/>
                <a:gd name="T4" fmla="*/ 0 w 12"/>
                <a:gd name="T5" fmla="*/ 2 h 11"/>
                <a:gd name="T6" fmla="*/ 7 w 12"/>
                <a:gd name="T7" fmla="*/ 4 h 11"/>
                <a:gd name="T8" fmla="*/ 9 w 12"/>
                <a:gd name="T9" fmla="*/ 11 h 11"/>
              </a:gdLst>
              <a:ahLst/>
              <a:cxnLst>
                <a:cxn ang="0">
                  <a:pos x="T0" y="T1"/>
                </a:cxn>
                <a:cxn ang="0">
                  <a:pos x="T2" y="T3"/>
                </a:cxn>
                <a:cxn ang="0">
                  <a:pos x="T4" y="T5"/>
                </a:cxn>
                <a:cxn ang="0">
                  <a:pos x="T6" y="T7"/>
                </a:cxn>
                <a:cxn ang="0">
                  <a:pos x="T8" y="T9"/>
                </a:cxn>
              </a:cxnLst>
              <a:rect l="0" t="0" r="r" b="b"/>
              <a:pathLst>
                <a:path w="12" h="11">
                  <a:moveTo>
                    <a:pt x="9" y="11"/>
                  </a:moveTo>
                  <a:cubicBezTo>
                    <a:pt x="9" y="11"/>
                    <a:pt x="12" y="7"/>
                    <a:pt x="9" y="3"/>
                  </a:cubicBezTo>
                  <a:cubicBezTo>
                    <a:pt x="6" y="0"/>
                    <a:pt x="0" y="2"/>
                    <a:pt x="0" y="2"/>
                  </a:cubicBezTo>
                  <a:cubicBezTo>
                    <a:pt x="0" y="2"/>
                    <a:pt x="4" y="2"/>
                    <a:pt x="7" y="4"/>
                  </a:cubicBezTo>
                  <a:cubicBezTo>
                    <a:pt x="10" y="6"/>
                    <a:pt x="9" y="8"/>
                    <a:pt x="9"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7" name="Freeform 685"/>
            <p:cNvSpPr>
              <a:spLocks/>
            </p:cNvSpPr>
            <p:nvPr/>
          </p:nvSpPr>
          <p:spPr bwMode="auto">
            <a:xfrm>
              <a:off x="3932" y="861"/>
              <a:ext cx="27" cy="10"/>
            </a:xfrm>
            <a:custGeom>
              <a:avLst/>
              <a:gdLst>
                <a:gd name="T0" fmla="*/ 14 w 14"/>
                <a:gd name="T1" fmla="*/ 5 h 5"/>
                <a:gd name="T2" fmla="*/ 7 w 14"/>
                <a:gd name="T3" fmla="*/ 0 h 5"/>
                <a:gd name="T4" fmla="*/ 0 w 14"/>
                <a:gd name="T5" fmla="*/ 5 h 5"/>
                <a:gd name="T6" fmla="*/ 8 w 14"/>
                <a:gd name="T7" fmla="*/ 3 h 5"/>
                <a:gd name="T8" fmla="*/ 14 w 14"/>
                <a:gd name="T9" fmla="*/ 5 h 5"/>
              </a:gdLst>
              <a:ahLst/>
              <a:cxnLst>
                <a:cxn ang="0">
                  <a:pos x="T0" y="T1"/>
                </a:cxn>
                <a:cxn ang="0">
                  <a:pos x="T2" y="T3"/>
                </a:cxn>
                <a:cxn ang="0">
                  <a:pos x="T4" y="T5"/>
                </a:cxn>
                <a:cxn ang="0">
                  <a:pos x="T6" y="T7"/>
                </a:cxn>
                <a:cxn ang="0">
                  <a:pos x="T8" y="T9"/>
                </a:cxn>
              </a:cxnLst>
              <a:rect l="0" t="0" r="r" b="b"/>
              <a:pathLst>
                <a:path w="14" h="5">
                  <a:moveTo>
                    <a:pt x="14" y="5"/>
                  </a:moveTo>
                  <a:cubicBezTo>
                    <a:pt x="14" y="5"/>
                    <a:pt x="14" y="0"/>
                    <a:pt x="7" y="0"/>
                  </a:cubicBezTo>
                  <a:cubicBezTo>
                    <a:pt x="1" y="0"/>
                    <a:pt x="0" y="5"/>
                    <a:pt x="0" y="5"/>
                  </a:cubicBezTo>
                  <a:cubicBezTo>
                    <a:pt x="0" y="5"/>
                    <a:pt x="3" y="2"/>
                    <a:pt x="8" y="3"/>
                  </a:cubicBezTo>
                  <a:cubicBezTo>
                    <a:pt x="12" y="3"/>
                    <a:pt x="12" y="3"/>
                    <a:pt x="14"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8" name="Freeform 686"/>
            <p:cNvSpPr>
              <a:spLocks/>
            </p:cNvSpPr>
            <p:nvPr/>
          </p:nvSpPr>
          <p:spPr bwMode="auto">
            <a:xfrm>
              <a:off x="4003" y="622"/>
              <a:ext cx="72" cy="187"/>
            </a:xfrm>
            <a:custGeom>
              <a:avLst/>
              <a:gdLst>
                <a:gd name="T0" fmla="*/ 2 w 38"/>
                <a:gd name="T1" fmla="*/ 0 h 98"/>
                <a:gd name="T2" fmla="*/ 0 w 38"/>
                <a:gd name="T3" fmla="*/ 2 h 98"/>
                <a:gd name="T4" fmla="*/ 6 w 38"/>
                <a:gd name="T5" fmla="*/ 46 h 98"/>
                <a:gd name="T6" fmla="*/ 4 w 38"/>
                <a:gd name="T7" fmla="*/ 98 h 98"/>
                <a:gd name="T8" fmla="*/ 14 w 38"/>
                <a:gd name="T9" fmla="*/ 98 h 98"/>
                <a:gd name="T10" fmla="*/ 38 w 38"/>
                <a:gd name="T11" fmla="*/ 93 h 98"/>
                <a:gd name="T12" fmla="*/ 33 w 38"/>
                <a:gd name="T13" fmla="*/ 82 h 98"/>
                <a:gd name="T14" fmla="*/ 26 w 38"/>
                <a:gd name="T15" fmla="*/ 26 h 98"/>
                <a:gd name="T16" fmla="*/ 26 w 38"/>
                <a:gd name="T17" fmla="*/ 5 h 98"/>
                <a:gd name="T18" fmla="*/ 25 w 38"/>
                <a:gd name="T19" fmla="*/ 4 h 98"/>
                <a:gd name="T20" fmla="*/ 24 w 38"/>
                <a:gd name="T21" fmla="*/ 1 h 98"/>
                <a:gd name="T22" fmla="*/ 12 w 38"/>
                <a:gd name="T23" fmla="*/ 11 h 98"/>
                <a:gd name="T24" fmla="*/ 2 w 38"/>
                <a:gd name="T2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98">
                  <a:moveTo>
                    <a:pt x="2" y="0"/>
                  </a:moveTo>
                  <a:cubicBezTo>
                    <a:pt x="2" y="1"/>
                    <a:pt x="1" y="2"/>
                    <a:pt x="0" y="2"/>
                  </a:cubicBezTo>
                  <a:cubicBezTo>
                    <a:pt x="2" y="9"/>
                    <a:pt x="5" y="30"/>
                    <a:pt x="6" y="46"/>
                  </a:cubicBezTo>
                  <a:cubicBezTo>
                    <a:pt x="7" y="64"/>
                    <a:pt x="4" y="98"/>
                    <a:pt x="4" y="98"/>
                  </a:cubicBezTo>
                  <a:cubicBezTo>
                    <a:pt x="4" y="98"/>
                    <a:pt x="6" y="98"/>
                    <a:pt x="14" y="98"/>
                  </a:cubicBezTo>
                  <a:cubicBezTo>
                    <a:pt x="22" y="98"/>
                    <a:pt x="38" y="93"/>
                    <a:pt x="38" y="93"/>
                  </a:cubicBezTo>
                  <a:cubicBezTo>
                    <a:pt x="38" y="93"/>
                    <a:pt x="35" y="88"/>
                    <a:pt x="33" y="82"/>
                  </a:cubicBezTo>
                  <a:cubicBezTo>
                    <a:pt x="31" y="76"/>
                    <a:pt x="27" y="49"/>
                    <a:pt x="26" y="26"/>
                  </a:cubicBezTo>
                  <a:cubicBezTo>
                    <a:pt x="26" y="14"/>
                    <a:pt x="26" y="8"/>
                    <a:pt x="26" y="5"/>
                  </a:cubicBezTo>
                  <a:cubicBezTo>
                    <a:pt x="26" y="5"/>
                    <a:pt x="26" y="4"/>
                    <a:pt x="25" y="4"/>
                  </a:cubicBezTo>
                  <a:cubicBezTo>
                    <a:pt x="25" y="3"/>
                    <a:pt x="25" y="2"/>
                    <a:pt x="24" y="1"/>
                  </a:cubicBezTo>
                  <a:cubicBezTo>
                    <a:pt x="22" y="6"/>
                    <a:pt x="16" y="11"/>
                    <a:pt x="12" y="11"/>
                  </a:cubicBezTo>
                  <a:cubicBezTo>
                    <a:pt x="9" y="11"/>
                    <a:pt x="4" y="4"/>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9" name="Freeform 687"/>
            <p:cNvSpPr>
              <a:spLocks/>
            </p:cNvSpPr>
            <p:nvPr/>
          </p:nvSpPr>
          <p:spPr bwMode="auto">
            <a:xfrm>
              <a:off x="4012" y="645"/>
              <a:ext cx="31" cy="183"/>
            </a:xfrm>
            <a:custGeom>
              <a:avLst/>
              <a:gdLst>
                <a:gd name="T0" fmla="*/ 16 w 16"/>
                <a:gd name="T1" fmla="*/ 4 h 96"/>
                <a:gd name="T2" fmla="*/ 8 w 16"/>
                <a:gd name="T3" fmla="*/ 0 h 96"/>
                <a:gd name="T4" fmla="*/ 0 w 16"/>
                <a:gd name="T5" fmla="*/ 4 h 96"/>
                <a:gd name="T6" fmla="*/ 5 w 16"/>
                <a:gd name="T7" fmla="*/ 6 h 96"/>
                <a:gd name="T8" fmla="*/ 3 w 16"/>
                <a:gd name="T9" fmla="*/ 40 h 96"/>
                <a:gd name="T10" fmla="*/ 4 w 16"/>
                <a:gd name="T11" fmla="*/ 88 h 96"/>
                <a:gd name="T12" fmla="*/ 10 w 16"/>
                <a:gd name="T13" fmla="*/ 89 h 96"/>
                <a:gd name="T14" fmla="*/ 11 w 16"/>
                <a:gd name="T15" fmla="*/ 33 h 96"/>
                <a:gd name="T16" fmla="*/ 10 w 16"/>
                <a:gd name="T17" fmla="*/ 7 h 96"/>
                <a:gd name="T18" fmla="*/ 16 w 16"/>
                <a:gd name="T19" fmla="*/ 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96">
                  <a:moveTo>
                    <a:pt x="16" y="4"/>
                  </a:moveTo>
                  <a:cubicBezTo>
                    <a:pt x="16" y="4"/>
                    <a:pt x="13" y="0"/>
                    <a:pt x="8" y="0"/>
                  </a:cubicBezTo>
                  <a:cubicBezTo>
                    <a:pt x="3" y="0"/>
                    <a:pt x="0" y="4"/>
                    <a:pt x="0" y="4"/>
                  </a:cubicBezTo>
                  <a:cubicBezTo>
                    <a:pt x="0" y="4"/>
                    <a:pt x="6" y="3"/>
                    <a:pt x="5" y="6"/>
                  </a:cubicBezTo>
                  <a:cubicBezTo>
                    <a:pt x="5" y="10"/>
                    <a:pt x="3" y="28"/>
                    <a:pt x="3" y="40"/>
                  </a:cubicBezTo>
                  <a:cubicBezTo>
                    <a:pt x="3" y="52"/>
                    <a:pt x="3" y="83"/>
                    <a:pt x="4" y="88"/>
                  </a:cubicBezTo>
                  <a:cubicBezTo>
                    <a:pt x="5" y="94"/>
                    <a:pt x="9" y="96"/>
                    <a:pt x="10" y="89"/>
                  </a:cubicBezTo>
                  <a:cubicBezTo>
                    <a:pt x="11" y="81"/>
                    <a:pt x="11" y="41"/>
                    <a:pt x="11" y="33"/>
                  </a:cubicBezTo>
                  <a:cubicBezTo>
                    <a:pt x="10" y="25"/>
                    <a:pt x="9" y="9"/>
                    <a:pt x="10" y="7"/>
                  </a:cubicBezTo>
                  <a:cubicBezTo>
                    <a:pt x="11" y="4"/>
                    <a:pt x="13" y="3"/>
                    <a:pt x="16" y="4"/>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0" name="Freeform 688"/>
            <p:cNvSpPr>
              <a:spLocks noEditPoints="1"/>
            </p:cNvSpPr>
            <p:nvPr/>
          </p:nvSpPr>
          <p:spPr bwMode="auto">
            <a:xfrm>
              <a:off x="3960" y="421"/>
              <a:ext cx="1033" cy="2479"/>
            </a:xfrm>
            <a:custGeom>
              <a:avLst/>
              <a:gdLst>
                <a:gd name="T0" fmla="*/ 471 w 540"/>
                <a:gd name="T1" fmla="*/ 272 h 1295"/>
                <a:gd name="T2" fmla="*/ 525 w 540"/>
                <a:gd name="T3" fmla="*/ 521 h 1295"/>
                <a:gd name="T4" fmla="*/ 452 w 540"/>
                <a:gd name="T5" fmla="*/ 623 h 1295"/>
                <a:gd name="T6" fmla="*/ 451 w 540"/>
                <a:gd name="T7" fmla="*/ 492 h 1295"/>
                <a:gd name="T8" fmla="*/ 451 w 540"/>
                <a:gd name="T9" fmla="*/ 449 h 1295"/>
                <a:gd name="T10" fmla="*/ 330 w 540"/>
                <a:gd name="T11" fmla="*/ 10 h 1295"/>
                <a:gd name="T12" fmla="*/ 364 w 540"/>
                <a:gd name="T13" fmla="*/ 38 h 1295"/>
                <a:gd name="T14" fmla="*/ 374 w 540"/>
                <a:gd name="T15" fmla="*/ 112 h 1295"/>
                <a:gd name="T16" fmla="*/ 358 w 540"/>
                <a:gd name="T17" fmla="*/ 142 h 1295"/>
                <a:gd name="T18" fmla="*/ 355 w 540"/>
                <a:gd name="T19" fmla="*/ 188 h 1295"/>
                <a:gd name="T20" fmla="*/ 425 w 540"/>
                <a:gd name="T21" fmla="*/ 230 h 1295"/>
                <a:gd name="T22" fmla="*/ 451 w 540"/>
                <a:gd name="T23" fmla="*/ 449 h 1295"/>
                <a:gd name="T24" fmla="*/ 441 w 540"/>
                <a:gd name="T25" fmla="*/ 520 h 1295"/>
                <a:gd name="T26" fmla="*/ 451 w 540"/>
                <a:gd name="T27" fmla="*/ 622 h 1295"/>
                <a:gd name="T28" fmla="*/ 429 w 540"/>
                <a:gd name="T29" fmla="*/ 642 h 1295"/>
                <a:gd name="T30" fmla="*/ 400 w 540"/>
                <a:gd name="T31" fmla="*/ 721 h 1295"/>
                <a:gd name="T32" fmla="*/ 360 w 540"/>
                <a:gd name="T33" fmla="*/ 1005 h 1295"/>
                <a:gd name="T34" fmla="*/ 332 w 540"/>
                <a:gd name="T35" fmla="*/ 1162 h 1295"/>
                <a:gd name="T36" fmla="*/ 345 w 540"/>
                <a:gd name="T37" fmla="*/ 1231 h 1295"/>
                <a:gd name="T38" fmla="*/ 333 w 540"/>
                <a:gd name="T39" fmla="*/ 1279 h 1295"/>
                <a:gd name="T40" fmla="*/ 273 w 540"/>
                <a:gd name="T41" fmla="*/ 1260 h 1295"/>
                <a:gd name="T42" fmla="*/ 277 w 540"/>
                <a:gd name="T43" fmla="*/ 1209 h 1295"/>
                <a:gd name="T44" fmla="*/ 272 w 540"/>
                <a:gd name="T45" fmla="*/ 1152 h 1295"/>
                <a:gd name="T46" fmla="*/ 274 w 540"/>
                <a:gd name="T47" fmla="*/ 1050 h 1295"/>
                <a:gd name="T48" fmla="*/ 284 w 540"/>
                <a:gd name="T49" fmla="*/ 961 h 1295"/>
                <a:gd name="T50" fmla="*/ 278 w 540"/>
                <a:gd name="T51" fmla="*/ 836 h 1295"/>
                <a:gd name="T52" fmla="*/ 250 w 540"/>
                <a:gd name="T53" fmla="*/ 789 h 1295"/>
                <a:gd name="T54" fmla="*/ 158 w 540"/>
                <a:gd name="T55" fmla="*/ 1136 h 1295"/>
                <a:gd name="T56" fmla="*/ 163 w 540"/>
                <a:gd name="T57" fmla="*/ 469 h 1295"/>
                <a:gd name="T58" fmla="*/ 158 w 540"/>
                <a:gd name="T59" fmla="*/ 437 h 1295"/>
                <a:gd name="T60" fmla="*/ 190 w 540"/>
                <a:gd name="T61" fmla="*/ 217 h 1295"/>
                <a:gd name="T62" fmla="*/ 272 w 540"/>
                <a:gd name="T63" fmla="*/ 185 h 1295"/>
                <a:gd name="T64" fmla="*/ 260 w 540"/>
                <a:gd name="T65" fmla="*/ 132 h 1295"/>
                <a:gd name="T66" fmla="*/ 265 w 540"/>
                <a:gd name="T67" fmla="*/ 69 h 1295"/>
                <a:gd name="T68" fmla="*/ 290 w 540"/>
                <a:gd name="T69" fmla="*/ 21 h 1295"/>
                <a:gd name="T70" fmla="*/ 330 w 540"/>
                <a:gd name="T71" fmla="*/ 10 h 1295"/>
                <a:gd name="T72" fmla="*/ 155 w 540"/>
                <a:gd name="T73" fmla="*/ 1151 h 1295"/>
                <a:gd name="T74" fmla="*/ 131 w 540"/>
                <a:gd name="T75" fmla="*/ 1241 h 1295"/>
                <a:gd name="T76" fmla="*/ 100 w 540"/>
                <a:gd name="T77" fmla="*/ 1255 h 1295"/>
                <a:gd name="T78" fmla="*/ 0 w 540"/>
                <a:gd name="T79" fmla="*/ 1285 h 1295"/>
                <a:gd name="T80" fmla="*/ 51 w 540"/>
                <a:gd name="T81" fmla="*/ 1218 h 1295"/>
                <a:gd name="T82" fmla="*/ 76 w 540"/>
                <a:gd name="T83" fmla="*/ 1101 h 1295"/>
                <a:gd name="T84" fmla="*/ 135 w 540"/>
                <a:gd name="T85" fmla="*/ 784 h 1295"/>
                <a:gd name="T86" fmla="*/ 154 w 540"/>
                <a:gd name="T87" fmla="*/ 662 h 1295"/>
                <a:gd name="T88" fmla="*/ 132 w 540"/>
                <a:gd name="T89" fmla="*/ 648 h 1295"/>
                <a:gd name="T90" fmla="*/ 126 w 540"/>
                <a:gd name="T91" fmla="*/ 610 h 1295"/>
                <a:gd name="T92" fmla="*/ 83 w 540"/>
                <a:gd name="T93" fmla="*/ 489 h 1295"/>
                <a:gd name="T94" fmla="*/ 114 w 540"/>
                <a:gd name="T95" fmla="*/ 341 h 1295"/>
                <a:gd name="T96" fmla="*/ 147 w 540"/>
                <a:gd name="T97" fmla="*/ 238 h 1295"/>
                <a:gd name="T98" fmla="*/ 158 w 540"/>
                <a:gd name="T99" fmla="*/ 437 h 1295"/>
                <a:gd name="T100" fmla="*/ 150 w 540"/>
                <a:gd name="T101" fmla="*/ 466 h 1295"/>
                <a:gd name="T102" fmla="*/ 158 w 540"/>
                <a:gd name="T103" fmla="*/ 509 h 1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0" h="1295">
                  <a:moveTo>
                    <a:pt x="451" y="240"/>
                  </a:moveTo>
                  <a:cubicBezTo>
                    <a:pt x="460" y="246"/>
                    <a:pt x="468" y="256"/>
                    <a:pt x="471" y="272"/>
                  </a:cubicBezTo>
                  <a:cubicBezTo>
                    <a:pt x="476" y="302"/>
                    <a:pt x="507" y="404"/>
                    <a:pt x="523" y="432"/>
                  </a:cubicBezTo>
                  <a:cubicBezTo>
                    <a:pt x="538" y="460"/>
                    <a:pt x="540" y="497"/>
                    <a:pt x="525" y="521"/>
                  </a:cubicBezTo>
                  <a:cubicBezTo>
                    <a:pt x="509" y="544"/>
                    <a:pt x="473" y="601"/>
                    <a:pt x="467" y="610"/>
                  </a:cubicBezTo>
                  <a:cubicBezTo>
                    <a:pt x="462" y="618"/>
                    <a:pt x="460" y="623"/>
                    <a:pt x="452" y="623"/>
                  </a:cubicBezTo>
                  <a:cubicBezTo>
                    <a:pt x="452" y="622"/>
                    <a:pt x="451" y="622"/>
                    <a:pt x="451" y="622"/>
                  </a:cubicBezTo>
                  <a:cubicBezTo>
                    <a:pt x="451" y="492"/>
                    <a:pt x="451" y="492"/>
                    <a:pt x="451" y="492"/>
                  </a:cubicBezTo>
                  <a:cubicBezTo>
                    <a:pt x="458" y="480"/>
                    <a:pt x="466" y="471"/>
                    <a:pt x="463" y="465"/>
                  </a:cubicBezTo>
                  <a:cubicBezTo>
                    <a:pt x="458" y="457"/>
                    <a:pt x="455" y="456"/>
                    <a:pt x="451" y="449"/>
                  </a:cubicBezTo>
                  <a:lnTo>
                    <a:pt x="451" y="240"/>
                  </a:lnTo>
                  <a:close/>
                  <a:moveTo>
                    <a:pt x="330" y="10"/>
                  </a:moveTo>
                  <a:cubicBezTo>
                    <a:pt x="337" y="16"/>
                    <a:pt x="345" y="27"/>
                    <a:pt x="352" y="23"/>
                  </a:cubicBezTo>
                  <a:cubicBezTo>
                    <a:pt x="358" y="20"/>
                    <a:pt x="357" y="38"/>
                    <a:pt x="364" y="38"/>
                  </a:cubicBezTo>
                  <a:cubicBezTo>
                    <a:pt x="372" y="38"/>
                    <a:pt x="380" y="64"/>
                    <a:pt x="379" y="78"/>
                  </a:cubicBezTo>
                  <a:cubicBezTo>
                    <a:pt x="378" y="92"/>
                    <a:pt x="375" y="106"/>
                    <a:pt x="374" y="112"/>
                  </a:cubicBezTo>
                  <a:cubicBezTo>
                    <a:pt x="373" y="118"/>
                    <a:pt x="370" y="141"/>
                    <a:pt x="365" y="141"/>
                  </a:cubicBezTo>
                  <a:cubicBezTo>
                    <a:pt x="360" y="141"/>
                    <a:pt x="358" y="142"/>
                    <a:pt x="358" y="142"/>
                  </a:cubicBezTo>
                  <a:cubicBezTo>
                    <a:pt x="358" y="142"/>
                    <a:pt x="353" y="160"/>
                    <a:pt x="353" y="174"/>
                  </a:cubicBezTo>
                  <a:cubicBezTo>
                    <a:pt x="353" y="188"/>
                    <a:pt x="355" y="188"/>
                    <a:pt x="355" y="188"/>
                  </a:cubicBezTo>
                  <a:cubicBezTo>
                    <a:pt x="363" y="202"/>
                    <a:pt x="363" y="202"/>
                    <a:pt x="363" y="202"/>
                  </a:cubicBezTo>
                  <a:cubicBezTo>
                    <a:pt x="363" y="202"/>
                    <a:pt x="406" y="224"/>
                    <a:pt x="425" y="230"/>
                  </a:cubicBezTo>
                  <a:cubicBezTo>
                    <a:pt x="434" y="232"/>
                    <a:pt x="443" y="235"/>
                    <a:pt x="451" y="240"/>
                  </a:cubicBezTo>
                  <a:cubicBezTo>
                    <a:pt x="451" y="449"/>
                    <a:pt x="451" y="449"/>
                    <a:pt x="451" y="449"/>
                  </a:cubicBezTo>
                  <a:cubicBezTo>
                    <a:pt x="448" y="445"/>
                    <a:pt x="446" y="439"/>
                    <a:pt x="443" y="426"/>
                  </a:cubicBezTo>
                  <a:cubicBezTo>
                    <a:pt x="443" y="453"/>
                    <a:pt x="434" y="493"/>
                    <a:pt x="441" y="520"/>
                  </a:cubicBezTo>
                  <a:cubicBezTo>
                    <a:pt x="440" y="510"/>
                    <a:pt x="445" y="500"/>
                    <a:pt x="451" y="492"/>
                  </a:cubicBezTo>
                  <a:cubicBezTo>
                    <a:pt x="451" y="622"/>
                    <a:pt x="451" y="622"/>
                    <a:pt x="451" y="622"/>
                  </a:cubicBezTo>
                  <a:cubicBezTo>
                    <a:pt x="444" y="622"/>
                    <a:pt x="439" y="623"/>
                    <a:pt x="439" y="623"/>
                  </a:cubicBezTo>
                  <a:cubicBezTo>
                    <a:pt x="439" y="623"/>
                    <a:pt x="435" y="638"/>
                    <a:pt x="429" y="642"/>
                  </a:cubicBezTo>
                  <a:cubicBezTo>
                    <a:pt x="423" y="647"/>
                    <a:pt x="415" y="662"/>
                    <a:pt x="413" y="657"/>
                  </a:cubicBezTo>
                  <a:cubicBezTo>
                    <a:pt x="411" y="651"/>
                    <a:pt x="406" y="696"/>
                    <a:pt x="400" y="721"/>
                  </a:cubicBezTo>
                  <a:cubicBezTo>
                    <a:pt x="395" y="745"/>
                    <a:pt x="369" y="915"/>
                    <a:pt x="369" y="939"/>
                  </a:cubicBezTo>
                  <a:cubicBezTo>
                    <a:pt x="369" y="963"/>
                    <a:pt x="359" y="988"/>
                    <a:pt x="360" y="1005"/>
                  </a:cubicBezTo>
                  <a:cubicBezTo>
                    <a:pt x="361" y="1022"/>
                    <a:pt x="357" y="1068"/>
                    <a:pt x="356" y="1093"/>
                  </a:cubicBezTo>
                  <a:cubicBezTo>
                    <a:pt x="355" y="1118"/>
                    <a:pt x="332" y="1144"/>
                    <a:pt x="332" y="1162"/>
                  </a:cubicBezTo>
                  <a:cubicBezTo>
                    <a:pt x="332" y="1181"/>
                    <a:pt x="338" y="1189"/>
                    <a:pt x="335" y="1200"/>
                  </a:cubicBezTo>
                  <a:cubicBezTo>
                    <a:pt x="332" y="1210"/>
                    <a:pt x="333" y="1218"/>
                    <a:pt x="345" y="1231"/>
                  </a:cubicBezTo>
                  <a:cubicBezTo>
                    <a:pt x="356" y="1243"/>
                    <a:pt x="361" y="1255"/>
                    <a:pt x="360" y="1264"/>
                  </a:cubicBezTo>
                  <a:cubicBezTo>
                    <a:pt x="359" y="1274"/>
                    <a:pt x="356" y="1278"/>
                    <a:pt x="333" y="1279"/>
                  </a:cubicBezTo>
                  <a:cubicBezTo>
                    <a:pt x="310" y="1280"/>
                    <a:pt x="288" y="1273"/>
                    <a:pt x="288" y="1267"/>
                  </a:cubicBezTo>
                  <a:cubicBezTo>
                    <a:pt x="288" y="1262"/>
                    <a:pt x="280" y="1260"/>
                    <a:pt x="273" y="1260"/>
                  </a:cubicBezTo>
                  <a:cubicBezTo>
                    <a:pt x="266" y="1260"/>
                    <a:pt x="267" y="1253"/>
                    <a:pt x="270" y="1239"/>
                  </a:cubicBezTo>
                  <a:cubicBezTo>
                    <a:pt x="273" y="1226"/>
                    <a:pt x="283" y="1208"/>
                    <a:pt x="277" y="1209"/>
                  </a:cubicBezTo>
                  <a:cubicBezTo>
                    <a:pt x="271" y="1211"/>
                    <a:pt x="266" y="1208"/>
                    <a:pt x="266" y="1188"/>
                  </a:cubicBezTo>
                  <a:cubicBezTo>
                    <a:pt x="266" y="1169"/>
                    <a:pt x="264" y="1163"/>
                    <a:pt x="272" y="1152"/>
                  </a:cubicBezTo>
                  <a:cubicBezTo>
                    <a:pt x="281" y="1140"/>
                    <a:pt x="279" y="1119"/>
                    <a:pt x="277" y="1102"/>
                  </a:cubicBezTo>
                  <a:cubicBezTo>
                    <a:pt x="275" y="1084"/>
                    <a:pt x="269" y="1072"/>
                    <a:pt x="274" y="1050"/>
                  </a:cubicBezTo>
                  <a:cubicBezTo>
                    <a:pt x="279" y="1029"/>
                    <a:pt x="280" y="1003"/>
                    <a:pt x="277" y="993"/>
                  </a:cubicBezTo>
                  <a:cubicBezTo>
                    <a:pt x="274" y="982"/>
                    <a:pt x="276" y="969"/>
                    <a:pt x="284" y="961"/>
                  </a:cubicBezTo>
                  <a:cubicBezTo>
                    <a:pt x="292" y="952"/>
                    <a:pt x="280" y="937"/>
                    <a:pt x="280" y="927"/>
                  </a:cubicBezTo>
                  <a:cubicBezTo>
                    <a:pt x="280" y="917"/>
                    <a:pt x="283" y="877"/>
                    <a:pt x="278" y="836"/>
                  </a:cubicBezTo>
                  <a:cubicBezTo>
                    <a:pt x="273" y="796"/>
                    <a:pt x="272" y="765"/>
                    <a:pt x="271" y="754"/>
                  </a:cubicBezTo>
                  <a:cubicBezTo>
                    <a:pt x="270" y="744"/>
                    <a:pt x="265" y="749"/>
                    <a:pt x="250" y="789"/>
                  </a:cubicBezTo>
                  <a:cubicBezTo>
                    <a:pt x="236" y="830"/>
                    <a:pt x="199" y="956"/>
                    <a:pt x="192" y="984"/>
                  </a:cubicBezTo>
                  <a:cubicBezTo>
                    <a:pt x="186" y="1008"/>
                    <a:pt x="166" y="1096"/>
                    <a:pt x="158" y="1136"/>
                  </a:cubicBezTo>
                  <a:cubicBezTo>
                    <a:pt x="158" y="509"/>
                    <a:pt x="158" y="509"/>
                    <a:pt x="158" y="509"/>
                  </a:cubicBezTo>
                  <a:cubicBezTo>
                    <a:pt x="160" y="506"/>
                    <a:pt x="158" y="485"/>
                    <a:pt x="163" y="469"/>
                  </a:cubicBezTo>
                  <a:cubicBezTo>
                    <a:pt x="169" y="451"/>
                    <a:pt x="171" y="426"/>
                    <a:pt x="172" y="396"/>
                  </a:cubicBezTo>
                  <a:cubicBezTo>
                    <a:pt x="172" y="396"/>
                    <a:pt x="165" y="421"/>
                    <a:pt x="158" y="437"/>
                  </a:cubicBezTo>
                  <a:cubicBezTo>
                    <a:pt x="158" y="224"/>
                    <a:pt x="158" y="224"/>
                    <a:pt x="158" y="224"/>
                  </a:cubicBezTo>
                  <a:cubicBezTo>
                    <a:pt x="164" y="221"/>
                    <a:pt x="175" y="219"/>
                    <a:pt x="190" y="217"/>
                  </a:cubicBezTo>
                  <a:cubicBezTo>
                    <a:pt x="226" y="212"/>
                    <a:pt x="252" y="202"/>
                    <a:pt x="261" y="195"/>
                  </a:cubicBezTo>
                  <a:cubicBezTo>
                    <a:pt x="266" y="191"/>
                    <a:pt x="269" y="188"/>
                    <a:pt x="272" y="185"/>
                  </a:cubicBezTo>
                  <a:cubicBezTo>
                    <a:pt x="274" y="182"/>
                    <a:pt x="279" y="177"/>
                    <a:pt x="275" y="177"/>
                  </a:cubicBezTo>
                  <a:cubicBezTo>
                    <a:pt x="266" y="176"/>
                    <a:pt x="264" y="142"/>
                    <a:pt x="260" y="132"/>
                  </a:cubicBezTo>
                  <a:cubicBezTo>
                    <a:pt x="255" y="122"/>
                    <a:pt x="257" y="115"/>
                    <a:pt x="260" y="106"/>
                  </a:cubicBezTo>
                  <a:cubicBezTo>
                    <a:pt x="263" y="97"/>
                    <a:pt x="257" y="83"/>
                    <a:pt x="265" y="69"/>
                  </a:cubicBezTo>
                  <a:cubicBezTo>
                    <a:pt x="272" y="55"/>
                    <a:pt x="262" y="37"/>
                    <a:pt x="272" y="35"/>
                  </a:cubicBezTo>
                  <a:cubicBezTo>
                    <a:pt x="283" y="33"/>
                    <a:pt x="279" y="21"/>
                    <a:pt x="290" y="21"/>
                  </a:cubicBezTo>
                  <a:cubicBezTo>
                    <a:pt x="300" y="21"/>
                    <a:pt x="301" y="6"/>
                    <a:pt x="312" y="11"/>
                  </a:cubicBezTo>
                  <a:cubicBezTo>
                    <a:pt x="322" y="16"/>
                    <a:pt x="322" y="0"/>
                    <a:pt x="330" y="10"/>
                  </a:cubicBezTo>
                  <a:close/>
                  <a:moveTo>
                    <a:pt x="158" y="1136"/>
                  </a:moveTo>
                  <a:cubicBezTo>
                    <a:pt x="156" y="1142"/>
                    <a:pt x="155" y="1147"/>
                    <a:pt x="155" y="1151"/>
                  </a:cubicBezTo>
                  <a:cubicBezTo>
                    <a:pt x="150" y="1175"/>
                    <a:pt x="144" y="1223"/>
                    <a:pt x="137" y="1223"/>
                  </a:cubicBezTo>
                  <a:cubicBezTo>
                    <a:pt x="131" y="1223"/>
                    <a:pt x="132" y="1228"/>
                    <a:pt x="131" y="1241"/>
                  </a:cubicBezTo>
                  <a:cubicBezTo>
                    <a:pt x="131" y="1255"/>
                    <a:pt x="117" y="1257"/>
                    <a:pt x="109" y="1260"/>
                  </a:cubicBezTo>
                  <a:cubicBezTo>
                    <a:pt x="102" y="1263"/>
                    <a:pt x="100" y="1255"/>
                    <a:pt x="100" y="1255"/>
                  </a:cubicBezTo>
                  <a:cubicBezTo>
                    <a:pt x="100" y="1255"/>
                    <a:pt x="87" y="1281"/>
                    <a:pt x="65" y="1284"/>
                  </a:cubicBezTo>
                  <a:cubicBezTo>
                    <a:pt x="43" y="1287"/>
                    <a:pt x="0" y="1295"/>
                    <a:pt x="0" y="1285"/>
                  </a:cubicBezTo>
                  <a:cubicBezTo>
                    <a:pt x="0" y="1274"/>
                    <a:pt x="5" y="1264"/>
                    <a:pt x="20" y="1256"/>
                  </a:cubicBezTo>
                  <a:cubicBezTo>
                    <a:pt x="34" y="1247"/>
                    <a:pt x="45" y="1224"/>
                    <a:pt x="51" y="1218"/>
                  </a:cubicBezTo>
                  <a:cubicBezTo>
                    <a:pt x="56" y="1212"/>
                    <a:pt x="49" y="1214"/>
                    <a:pt x="53" y="1203"/>
                  </a:cubicBezTo>
                  <a:cubicBezTo>
                    <a:pt x="58" y="1191"/>
                    <a:pt x="73" y="1123"/>
                    <a:pt x="76" y="1101"/>
                  </a:cubicBezTo>
                  <a:cubicBezTo>
                    <a:pt x="78" y="1078"/>
                    <a:pt x="77" y="1002"/>
                    <a:pt x="87" y="967"/>
                  </a:cubicBezTo>
                  <a:cubicBezTo>
                    <a:pt x="98" y="931"/>
                    <a:pt x="131" y="816"/>
                    <a:pt x="135" y="784"/>
                  </a:cubicBezTo>
                  <a:cubicBezTo>
                    <a:pt x="140" y="753"/>
                    <a:pt x="147" y="721"/>
                    <a:pt x="147" y="703"/>
                  </a:cubicBezTo>
                  <a:cubicBezTo>
                    <a:pt x="147" y="686"/>
                    <a:pt x="149" y="674"/>
                    <a:pt x="154" y="662"/>
                  </a:cubicBezTo>
                  <a:cubicBezTo>
                    <a:pt x="158" y="649"/>
                    <a:pt x="153" y="632"/>
                    <a:pt x="153" y="632"/>
                  </a:cubicBezTo>
                  <a:cubicBezTo>
                    <a:pt x="153" y="632"/>
                    <a:pt x="140" y="642"/>
                    <a:pt x="132" y="648"/>
                  </a:cubicBezTo>
                  <a:cubicBezTo>
                    <a:pt x="125" y="655"/>
                    <a:pt x="125" y="645"/>
                    <a:pt x="129" y="629"/>
                  </a:cubicBezTo>
                  <a:cubicBezTo>
                    <a:pt x="132" y="614"/>
                    <a:pt x="130" y="605"/>
                    <a:pt x="126" y="610"/>
                  </a:cubicBezTo>
                  <a:cubicBezTo>
                    <a:pt x="122" y="615"/>
                    <a:pt x="119" y="585"/>
                    <a:pt x="109" y="566"/>
                  </a:cubicBezTo>
                  <a:cubicBezTo>
                    <a:pt x="100" y="548"/>
                    <a:pt x="78" y="511"/>
                    <a:pt x="83" y="489"/>
                  </a:cubicBezTo>
                  <a:cubicBezTo>
                    <a:pt x="88" y="468"/>
                    <a:pt x="90" y="431"/>
                    <a:pt x="96" y="412"/>
                  </a:cubicBezTo>
                  <a:cubicBezTo>
                    <a:pt x="102" y="394"/>
                    <a:pt x="107" y="361"/>
                    <a:pt x="114" y="341"/>
                  </a:cubicBezTo>
                  <a:cubicBezTo>
                    <a:pt x="121" y="321"/>
                    <a:pt x="120" y="311"/>
                    <a:pt x="129" y="291"/>
                  </a:cubicBezTo>
                  <a:cubicBezTo>
                    <a:pt x="137" y="271"/>
                    <a:pt x="147" y="247"/>
                    <a:pt x="147" y="238"/>
                  </a:cubicBezTo>
                  <a:cubicBezTo>
                    <a:pt x="147" y="232"/>
                    <a:pt x="149" y="228"/>
                    <a:pt x="158" y="224"/>
                  </a:cubicBezTo>
                  <a:cubicBezTo>
                    <a:pt x="158" y="437"/>
                    <a:pt x="158" y="437"/>
                    <a:pt x="158" y="437"/>
                  </a:cubicBezTo>
                  <a:cubicBezTo>
                    <a:pt x="155" y="443"/>
                    <a:pt x="152" y="448"/>
                    <a:pt x="150" y="449"/>
                  </a:cubicBezTo>
                  <a:cubicBezTo>
                    <a:pt x="142" y="451"/>
                    <a:pt x="141" y="461"/>
                    <a:pt x="150" y="466"/>
                  </a:cubicBezTo>
                  <a:cubicBezTo>
                    <a:pt x="158" y="471"/>
                    <a:pt x="153" y="504"/>
                    <a:pt x="157" y="509"/>
                  </a:cubicBezTo>
                  <a:cubicBezTo>
                    <a:pt x="157" y="509"/>
                    <a:pt x="157" y="509"/>
                    <a:pt x="158" y="509"/>
                  </a:cubicBezTo>
                  <a:lnTo>
                    <a:pt x="158" y="1136"/>
                  </a:lnTo>
                  <a:close/>
                </a:path>
              </a:pathLst>
            </a:custGeom>
            <a:solidFill>
              <a:srgbClr val="19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1" name="Freeform 689"/>
            <p:cNvSpPr>
              <a:spLocks/>
            </p:cNvSpPr>
            <p:nvPr/>
          </p:nvSpPr>
          <p:spPr bwMode="auto">
            <a:xfrm>
              <a:off x="4343" y="775"/>
              <a:ext cx="365" cy="714"/>
            </a:xfrm>
            <a:custGeom>
              <a:avLst/>
              <a:gdLst>
                <a:gd name="T0" fmla="*/ 153 w 191"/>
                <a:gd name="T1" fmla="*/ 0 h 373"/>
                <a:gd name="T2" fmla="*/ 155 w 191"/>
                <a:gd name="T3" fmla="*/ 3 h 373"/>
                <a:gd name="T4" fmla="*/ 162 w 191"/>
                <a:gd name="T5" fmla="*/ 15 h 373"/>
                <a:gd name="T6" fmla="*/ 162 w 191"/>
                <a:gd name="T7" fmla="*/ 17 h 373"/>
                <a:gd name="T8" fmla="*/ 156 w 191"/>
                <a:gd name="T9" fmla="*/ 149 h 373"/>
                <a:gd name="T10" fmla="*/ 157 w 191"/>
                <a:gd name="T11" fmla="*/ 255 h 373"/>
                <a:gd name="T12" fmla="*/ 175 w 191"/>
                <a:gd name="T13" fmla="*/ 334 h 373"/>
                <a:gd name="T14" fmla="*/ 191 w 191"/>
                <a:gd name="T15" fmla="*/ 372 h 373"/>
                <a:gd name="T16" fmla="*/ 126 w 191"/>
                <a:gd name="T17" fmla="*/ 368 h 373"/>
                <a:gd name="T18" fmla="*/ 20 w 191"/>
                <a:gd name="T19" fmla="*/ 369 h 373"/>
                <a:gd name="T20" fmla="*/ 0 w 191"/>
                <a:gd name="T21" fmla="*/ 361 h 373"/>
                <a:gd name="T22" fmla="*/ 24 w 191"/>
                <a:gd name="T23" fmla="*/ 291 h 373"/>
                <a:gd name="T24" fmla="*/ 44 w 191"/>
                <a:gd name="T25" fmla="*/ 155 h 373"/>
                <a:gd name="T26" fmla="*/ 52 w 191"/>
                <a:gd name="T27" fmla="*/ 32 h 373"/>
                <a:gd name="T28" fmla="*/ 60 w 191"/>
                <a:gd name="T29" fmla="*/ 11 h 373"/>
                <a:gd name="T30" fmla="*/ 61 w 191"/>
                <a:gd name="T31" fmla="*/ 10 h 373"/>
                <a:gd name="T32" fmla="*/ 72 w 191"/>
                <a:gd name="T33" fmla="*/ 0 h 373"/>
                <a:gd name="T34" fmla="*/ 91 w 191"/>
                <a:gd name="T35" fmla="*/ 23 h 373"/>
                <a:gd name="T36" fmla="*/ 121 w 191"/>
                <a:gd name="T37" fmla="*/ 33 h 373"/>
                <a:gd name="T38" fmla="*/ 153 w 191"/>
                <a:gd name="T3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1" h="373">
                  <a:moveTo>
                    <a:pt x="153" y="0"/>
                  </a:moveTo>
                  <a:cubicBezTo>
                    <a:pt x="154" y="3"/>
                    <a:pt x="155" y="3"/>
                    <a:pt x="155" y="3"/>
                  </a:cubicBezTo>
                  <a:cubicBezTo>
                    <a:pt x="162" y="15"/>
                    <a:pt x="162" y="15"/>
                    <a:pt x="162" y="15"/>
                  </a:cubicBezTo>
                  <a:cubicBezTo>
                    <a:pt x="162" y="16"/>
                    <a:pt x="162" y="16"/>
                    <a:pt x="162" y="17"/>
                  </a:cubicBezTo>
                  <a:cubicBezTo>
                    <a:pt x="159" y="37"/>
                    <a:pt x="156" y="104"/>
                    <a:pt x="156" y="149"/>
                  </a:cubicBezTo>
                  <a:cubicBezTo>
                    <a:pt x="156" y="194"/>
                    <a:pt x="150" y="218"/>
                    <a:pt x="157" y="255"/>
                  </a:cubicBezTo>
                  <a:cubicBezTo>
                    <a:pt x="164" y="291"/>
                    <a:pt x="165" y="312"/>
                    <a:pt x="175" y="334"/>
                  </a:cubicBezTo>
                  <a:cubicBezTo>
                    <a:pt x="185" y="356"/>
                    <a:pt x="191" y="372"/>
                    <a:pt x="191" y="372"/>
                  </a:cubicBezTo>
                  <a:cubicBezTo>
                    <a:pt x="191" y="372"/>
                    <a:pt x="159" y="368"/>
                    <a:pt x="126" y="368"/>
                  </a:cubicBezTo>
                  <a:cubicBezTo>
                    <a:pt x="93" y="368"/>
                    <a:pt x="33" y="373"/>
                    <a:pt x="20" y="369"/>
                  </a:cubicBezTo>
                  <a:cubicBezTo>
                    <a:pt x="8" y="366"/>
                    <a:pt x="0" y="361"/>
                    <a:pt x="0" y="361"/>
                  </a:cubicBezTo>
                  <a:cubicBezTo>
                    <a:pt x="0" y="361"/>
                    <a:pt x="14" y="328"/>
                    <a:pt x="24" y="291"/>
                  </a:cubicBezTo>
                  <a:cubicBezTo>
                    <a:pt x="34" y="255"/>
                    <a:pt x="44" y="205"/>
                    <a:pt x="44" y="155"/>
                  </a:cubicBezTo>
                  <a:cubicBezTo>
                    <a:pt x="44" y="105"/>
                    <a:pt x="42" y="57"/>
                    <a:pt x="52" y="32"/>
                  </a:cubicBezTo>
                  <a:cubicBezTo>
                    <a:pt x="56" y="23"/>
                    <a:pt x="58" y="16"/>
                    <a:pt x="60" y="11"/>
                  </a:cubicBezTo>
                  <a:cubicBezTo>
                    <a:pt x="60" y="11"/>
                    <a:pt x="58" y="12"/>
                    <a:pt x="61" y="10"/>
                  </a:cubicBezTo>
                  <a:cubicBezTo>
                    <a:pt x="63" y="8"/>
                    <a:pt x="69" y="3"/>
                    <a:pt x="72" y="0"/>
                  </a:cubicBezTo>
                  <a:cubicBezTo>
                    <a:pt x="77" y="6"/>
                    <a:pt x="80" y="10"/>
                    <a:pt x="91" y="23"/>
                  </a:cubicBezTo>
                  <a:cubicBezTo>
                    <a:pt x="102" y="36"/>
                    <a:pt x="103" y="45"/>
                    <a:pt x="121" y="33"/>
                  </a:cubicBezTo>
                  <a:cubicBezTo>
                    <a:pt x="135" y="24"/>
                    <a:pt x="144" y="11"/>
                    <a:pt x="15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2" name="Freeform 690"/>
            <p:cNvSpPr>
              <a:spLocks/>
            </p:cNvSpPr>
            <p:nvPr/>
          </p:nvSpPr>
          <p:spPr bwMode="auto">
            <a:xfrm>
              <a:off x="4400" y="857"/>
              <a:ext cx="176" cy="706"/>
            </a:xfrm>
            <a:custGeom>
              <a:avLst/>
              <a:gdLst>
                <a:gd name="T0" fmla="*/ 77 w 92"/>
                <a:gd name="T1" fmla="*/ 0 h 369"/>
                <a:gd name="T2" fmla="*/ 59 w 92"/>
                <a:gd name="T3" fmla="*/ 18 h 369"/>
                <a:gd name="T4" fmla="*/ 65 w 92"/>
                <a:gd name="T5" fmla="*/ 29 h 369"/>
                <a:gd name="T6" fmla="*/ 37 w 92"/>
                <a:gd name="T7" fmla="*/ 139 h 369"/>
                <a:gd name="T8" fmla="*/ 4 w 92"/>
                <a:gd name="T9" fmla="*/ 314 h 369"/>
                <a:gd name="T10" fmla="*/ 15 w 92"/>
                <a:gd name="T11" fmla="*/ 354 h 369"/>
                <a:gd name="T12" fmla="*/ 35 w 92"/>
                <a:gd name="T13" fmla="*/ 356 h 369"/>
                <a:gd name="T14" fmla="*/ 59 w 92"/>
                <a:gd name="T15" fmla="*/ 311 h 369"/>
                <a:gd name="T16" fmla="*/ 80 w 92"/>
                <a:gd name="T17" fmla="*/ 168 h 369"/>
                <a:gd name="T18" fmla="*/ 87 w 92"/>
                <a:gd name="T19" fmla="*/ 57 h 369"/>
                <a:gd name="T20" fmla="*/ 81 w 92"/>
                <a:gd name="T21" fmla="*/ 29 h 369"/>
                <a:gd name="T22" fmla="*/ 92 w 92"/>
                <a:gd name="T23" fmla="*/ 17 h 369"/>
                <a:gd name="T24" fmla="*/ 77 w 92"/>
                <a:gd name="T25"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369">
                  <a:moveTo>
                    <a:pt x="77" y="0"/>
                  </a:moveTo>
                  <a:cubicBezTo>
                    <a:pt x="59" y="18"/>
                    <a:pt x="59" y="18"/>
                    <a:pt x="59" y="18"/>
                  </a:cubicBezTo>
                  <a:cubicBezTo>
                    <a:pt x="59" y="18"/>
                    <a:pt x="68" y="21"/>
                    <a:pt x="65" y="29"/>
                  </a:cubicBezTo>
                  <a:cubicBezTo>
                    <a:pt x="62" y="37"/>
                    <a:pt x="49" y="81"/>
                    <a:pt x="37" y="139"/>
                  </a:cubicBezTo>
                  <a:cubicBezTo>
                    <a:pt x="24" y="198"/>
                    <a:pt x="7" y="300"/>
                    <a:pt x="4" y="314"/>
                  </a:cubicBezTo>
                  <a:cubicBezTo>
                    <a:pt x="0" y="329"/>
                    <a:pt x="5" y="339"/>
                    <a:pt x="15" y="354"/>
                  </a:cubicBezTo>
                  <a:cubicBezTo>
                    <a:pt x="24" y="369"/>
                    <a:pt x="25" y="369"/>
                    <a:pt x="35" y="356"/>
                  </a:cubicBezTo>
                  <a:cubicBezTo>
                    <a:pt x="45" y="343"/>
                    <a:pt x="52" y="348"/>
                    <a:pt x="59" y="311"/>
                  </a:cubicBezTo>
                  <a:cubicBezTo>
                    <a:pt x="65" y="274"/>
                    <a:pt x="75" y="200"/>
                    <a:pt x="80" y="168"/>
                  </a:cubicBezTo>
                  <a:cubicBezTo>
                    <a:pt x="85" y="135"/>
                    <a:pt x="91" y="72"/>
                    <a:pt x="87" y="57"/>
                  </a:cubicBezTo>
                  <a:cubicBezTo>
                    <a:pt x="83" y="43"/>
                    <a:pt x="80" y="35"/>
                    <a:pt x="81" y="29"/>
                  </a:cubicBezTo>
                  <a:cubicBezTo>
                    <a:pt x="83" y="23"/>
                    <a:pt x="92" y="17"/>
                    <a:pt x="92" y="17"/>
                  </a:cubicBezTo>
                  <a:cubicBezTo>
                    <a:pt x="92" y="17"/>
                    <a:pt x="85" y="4"/>
                    <a:pt x="77" y="0"/>
                  </a:cubicBezTo>
                  <a:close/>
                </a:path>
              </a:pathLst>
            </a:custGeom>
            <a:solidFill>
              <a:srgbClr val="19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3" name="Freeform 691"/>
            <p:cNvSpPr>
              <a:spLocks/>
            </p:cNvSpPr>
            <p:nvPr/>
          </p:nvSpPr>
          <p:spPr bwMode="auto">
            <a:xfrm>
              <a:off x="3050" y="434"/>
              <a:ext cx="379" cy="1296"/>
            </a:xfrm>
            <a:custGeom>
              <a:avLst/>
              <a:gdLst>
                <a:gd name="T0" fmla="*/ 116 w 198"/>
                <a:gd name="T1" fmla="*/ 0 h 677"/>
                <a:gd name="T2" fmla="*/ 82 w 198"/>
                <a:gd name="T3" fmla="*/ 33 h 677"/>
                <a:gd name="T4" fmla="*/ 85 w 198"/>
                <a:gd name="T5" fmla="*/ 69 h 677"/>
                <a:gd name="T6" fmla="*/ 89 w 198"/>
                <a:gd name="T7" fmla="*/ 74 h 677"/>
                <a:gd name="T8" fmla="*/ 93 w 198"/>
                <a:gd name="T9" fmla="*/ 91 h 677"/>
                <a:gd name="T10" fmla="*/ 98 w 198"/>
                <a:gd name="T11" fmla="*/ 100 h 677"/>
                <a:gd name="T12" fmla="*/ 92 w 198"/>
                <a:gd name="T13" fmla="*/ 112 h 677"/>
                <a:gd name="T14" fmla="*/ 63 w 198"/>
                <a:gd name="T15" fmla="*/ 124 h 677"/>
                <a:gd name="T16" fmla="*/ 42 w 198"/>
                <a:gd name="T17" fmla="*/ 144 h 677"/>
                <a:gd name="T18" fmla="*/ 21 w 198"/>
                <a:gd name="T19" fmla="*/ 177 h 677"/>
                <a:gd name="T20" fmla="*/ 4 w 198"/>
                <a:gd name="T21" fmla="*/ 215 h 677"/>
                <a:gd name="T22" fmla="*/ 37 w 198"/>
                <a:gd name="T23" fmla="*/ 234 h 677"/>
                <a:gd name="T24" fmla="*/ 53 w 198"/>
                <a:gd name="T25" fmla="*/ 228 h 677"/>
                <a:gd name="T26" fmla="*/ 42 w 198"/>
                <a:gd name="T27" fmla="*/ 290 h 677"/>
                <a:gd name="T28" fmla="*/ 35 w 198"/>
                <a:gd name="T29" fmla="*/ 354 h 677"/>
                <a:gd name="T30" fmla="*/ 47 w 198"/>
                <a:gd name="T31" fmla="*/ 360 h 677"/>
                <a:gd name="T32" fmla="*/ 56 w 198"/>
                <a:gd name="T33" fmla="*/ 441 h 677"/>
                <a:gd name="T34" fmla="*/ 68 w 198"/>
                <a:gd name="T35" fmla="*/ 519 h 677"/>
                <a:gd name="T36" fmla="*/ 70 w 198"/>
                <a:gd name="T37" fmla="*/ 567 h 677"/>
                <a:gd name="T38" fmla="*/ 47 w 198"/>
                <a:gd name="T39" fmla="*/ 599 h 677"/>
                <a:gd name="T40" fmla="*/ 20 w 198"/>
                <a:gd name="T41" fmla="*/ 605 h 677"/>
                <a:gd name="T42" fmla="*/ 23 w 198"/>
                <a:gd name="T43" fmla="*/ 617 h 677"/>
                <a:gd name="T44" fmla="*/ 66 w 198"/>
                <a:gd name="T45" fmla="*/ 613 h 677"/>
                <a:gd name="T46" fmla="*/ 81 w 198"/>
                <a:gd name="T47" fmla="*/ 607 h 677"/>
                <a:gd name="T48" fmla="*/ 92 w 198"/>
                <a:gd name="T49" fmla="*/ 614 h 677"/>
                <a:gd name="T50" fmla="*/ 108 w 198"/>
                <a:gd name="T51" fmla="*/ 605 h 677"/>
                <a:gd name="T52" fmla="*/ 110 w 198"/>
                <a:gd name="T53" fmla="*/ 578 h 677"/>
                <a:gd name="T54" fmla="*/ 107 w 198"/>
                <a:gd name="T55" fmla="*/ 548 h 677"/>
                <a:gd name="T56" fmla="*/ 113 w 198"/>
                <a:gd name="T57" fmla="*/ 505 h 677"/>
                <a:gd name="T58" fmla="*/ 113 w 198"/>
                <a:gd name="T59" fmla="*/ 470 h 677"/>
                <a:gd name="T60" fmla="*/ 109 w 198"/>
                <a:gd name="T61" fmla="*/ 437 h 677"/>
                <a:gd name="T62" fmla="*/ 110 w 198"/>
                <a:gd name="T63" fmla="*/ 415 h 677"/>
                <a:gd name="T64" fmla="*/ 122 w 198"/>
                <a:gd name="T65" fmla="*/ 477 h 677"/>
                <a:gd name="T66" fmla="*/ 128 w 198"/>
                <a:gd name="T67" fmla="*/ 550 h 677"/>
                <a:gd name="T68" fmla="*/ 139 w 198"/>
                <a:gd name="T69" fmla="*/ 596 h 677"/>
                <a:gd name="T70" fmla="*/ 144 w 198"/>
                <a:gd name="T71" fmla="*/ 616 h 677"/>
                <a:gd name="T72" fmla="*/ 138 w 198"/>
                <a:gd name="T73" fmla="*/ 641 h 677"/>
                <a:gd name="T74" fmla="*/ 142 w 198"/>
                <a:gd name="T75" fmla="*/ 677 h 677"/>
                <a:gd name="T76" fmla="*/ 174 w 198"/>
                <a:gd name="T77" fmla="*/ 655 h 677"/>
                <a:gd name="T78" fmla="*/ 176 w 198"/>
                <a:gd name="T79" fmla="*/ 620 h 677"/>
                <a:gd name="T80" fmla="*/ 180 w 198"/>
                <a:gd name="T81" fmla="*/ 593 h 677"/>
                <a:gd name="T82" fmla="*/ 180 w 198"/>
                <a:gd name="T83" fmla="*/ 554 h 677"/>
                <a:gd name="T84" fmla="*/ 174 w 198"/>
                <a:gd name="T85" fmla="*/ 487 h 677"/>
                <a:gd name="T86" fmla="*/ 167 w 198"/>
                <a:gd name="T87" fmla="*/ 407 h 677"/>
                <a:gd name="T88" fmla="*/ 166 w 198"/>
                <a:gd name="T89" fmla="*/ 363 h 677"/>
                <a:gd name="T90" fmla="*/ 188 w 198"/>
                <a:gd name="T91" fmla="*/ 355 h 677"/>
                <a:gd name="T92" fmla="*/ 180 w 198"/>
                <a:gd name="T93" fmla="*/ 304 h 677"/>
                <a:gd name="T94" fmla="*/ 168 w 198"/>
                <a:gd name="T95" fmla="*/ 252 h 677"/>
                <a:gd name="T96" fmla="*/ 172 w 198"/>
                <a:gd name="T97" fmla="*/ 217 h 677"/>
                <a:gd name="T98" fmla="*/ 190 w 198"/>
                <a:gd name="T99" fmla="*/ 172 h 677"/>
                <a:gd name="T100" fmla="*/ 191 w 198"/>
                <a:gd name="T101" fmla="*/ 122 h 677"/>
                <a:gd name="T102" fmla="*/ 160 w 198"/>
                <a:gd name="T103" fmla="*/ 111 h 677"/>
                <a:gd name="T104" fmla="*/ 144 w 198"/>
                <a:gd name="T105" fmla="*/ 93 h 677"/>
                <a:gd name="T106" fmla="*/ 139 w 198"/>
                <a:gd name="T107" fmla="*/ 86 h 677"/>
                <a:gd name="T108" fmla="*/ 140 w 198"/>
                <a:gd name="T109" fmla="*/ 75 h 677"/>
                <a:gd name="T110" fmla="*/ 149 w 198"/>
                <a:gd name="T111" fmla="*/ 63 h 677"/>
                <a:gd name="T112" fmla="*/ 150 w 198"/>
                <a:gd name="T113" fmla="*/ 27 h 677"/>
                <a:gd name="T114" fmla="*/ 116 w 198"/>
                <a:gd name="T115" fmla="*/ 0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 h="677">
                  <a:moveTo>
                    <a:pt x="116" y="0"/>
                  </a:moveTo>
                  <a:cubicBezTo>
                    <a:pt x="103" y="0"/>
                    <a:pt x="82" y="13"/>
                    <a:pt x="82" y="33"/>
                  </a:cubicBezTo>
                  <a:cubicBezTo>
                    <a:pt x="82" y="53"/>
                    <a:pt x="84" y="62"/>
                    <a:pt x="85" y="69"/>
                  </a:cubicBezTo>
                  <a:cubicBezTo>
                    <a:pt x="87" y="75"/>
                    <a:pt x="89" y="74"/>
                    <a:pt x="89" y="74"/>
                  </a:cubicBezTo>
                  <a:cubicBezTo>
                    <a:pt x="89" y="74"/>
                    <a:pt x="89" y="88"/>
                    <a:pt x="93" y="91"/>
                  </a:cubicBezTo>
                  <a:cubicBezTo>
                    <a:pt x="97" y="94"/>
                    <a:pt x="98" y="95"/>
                    <a:pt x="98" y="100"/>
                  </a:cubicBezTo>
                  <a:cubicBezTo>
                    <a:pt x="98" y="104"/>
                    <a:pt x="96" y="107"/>
                    <a:pt x="92" y="112"/>
                  </a:cubicBezTo>
                  <a:cubicBezTo>
                    <a:pt x="88" y="116"/>
                    <a:pt x="72" y="121"/>
                    <a:pt x="63" y="124"/>
                  </a:cubicBezTo>
                  <a:cubicBezTo>
                    <a:pt x="54" y="127"/>
                    <a:pt x="47" y="133"/>
                    <a:pt x="42" y="144"/>
                  </a:cubicBezTo>
                  <a:cubicBezTo>
                    <a:pt x="37" y="155"/>
                    <a:pt x="30" y="168"/>
                    <a:pt x="21" y="177"/>
                  </a:cubicBezTo>
                  <a:cubicBezTo>
                    <a:pt x="12" y="187"/>
                    <a:pt x="0" y="201"/>
                    <a:pt x="4" y="215"/>
                  </a:cubicBezTo>
                  <a:cubicBezTo>
                    <a:pt x="7" y="230"/>
                    <a:pt x="27" y="240"/>
                    <a:pt x="37" y="234"/>
                  </a:cubicBezTo>
                  <a:cubicBezTo>
                    <a:pt x="48" y="229"/>
                    <a:pt x="53" y="228"/>
                    <a:pt x="53" y="228"/>
                  </a:cubicBezTo>
                  <a:cubicBezTo>
                    <a:pt x="53" y="228"/>
                    <a:pt x="46" y="259"/>
                    <a:pt x="42" y="290"/>
                  </a:cubicBezTo>
                  <a:cubicBezTo>
                    <a:pt x="39" y="321"/>
                    <a:pt x="30" y="351"/>
                    <a:pt x="35" y="354"/>
                  </a:cubicBezTo>
                  <a:cubicBezTo>
                    <a:pt x="40" y="356"/>
                    <a:pt x="47" y="360"/>
                    <a:pt x="47" y="360"/>
                  </a:cubicBezTo>
                  <a:cubicBezTo>
                    <a:pt x="47" y="360"/>
                    <a:pt x="49" y="403"/>
                    <a:pt x="56" y="441"/>
                  </a:cubicBezTo>
                  <a:cubicBezTo>
                    <a:pt x="64" y="479"/>
                    <a:pt x="67" y="496"/>
                    <a:pt x="68" y="519"/>
                  </a:cubicBezTo>
                  <a:cubicBezTo>
                    <a:pt x="69" y="541"/>
                    <a:pt x="72" y="558"/>
                    <a:pt x="70" y="567"/>
                  </a:cubicBezTo>
                  <a:cubicBezTo>
                    <a:pt x="68" y="577"/>
                    <a:pt x="55" y="595"/>
                    <a:pt x="47" y="599"/>
                  </a:cubicBezTo>
                  <a:cubicBezTo>
                    <a:pt x="40" y="602"/>
                    <a:pt x="26" y="602"/>
                    <a:pt x="20" y="605"/>
                  </a:cubicBezTo>
                  <a:cubicBezTo>
                    <a:pt x="15" y="608"/>
                    <a:pt x="11" y="615"/>
                    <a:pt x="23" y="617"/>
                  </a:cubicBezTo>
                  <a:cubicBezTo>
                    <a:pt x="36" y="619"/>
                    <a:pt x="60" y="615"/>
                    <a:pt x="66" y="613"/>
                  </a:cubicBezTo>
                  <a:cubicBezTo>
                    <a:pt x="72" y="611"/>
                    <a:pt x="81" y="607"/>
                    <a:pt x="81" y="607"/>
                  </a:cubicBezTo>
                  <a:cubicBezTo>
                    <a:pt x="81" y="607"/>
                    <a:pt x="78" y="614"/>
                    <a:pt x="92" y="614"/>
                  </a:cubicBezTo>
                  <a:cubicBezTo>
                    <a:pt x="105" y="614"/>
                    <a:pt x="108" y="613"/>
                    <a:pt x="108" y="605"/>
                  </a:cubicBezTo>
                  <a:cubicBezTo>
                    <a:pt x="109" y="596"/>
                    <a:pt x="108" y="584"/>
                    <a:pt x="110" y="578"/>
                  </a:cubicBezTo>
                  <a:cubicBezTo>
                    <a:pt x="112" y="572"/>
                    <a:pt x="102" y="557"/>
                    <a:pt x="107" y="548"/>
                  </a:cubicBezTo>
                  <a:cubicBezTo>
                    <a:pt x="112" y="540"/>
                    <a:pt x="117" y="518"/>
                    <a:pt x="113" y="505"/>
                  </a:cubicBezTo>
                  <a:cubicBezTo>
                    <a:pt x="108" y="492"/>
                    <a:pt x="114" y="479"/>
                    <a:pt x="113" y="470"/>
                  </a:cubicBezTo>
                  <a:cubicBezTo>
                    <a:pt x="111" y="462"/>
                    <a:pt x="109" y="450"/>
                    <a:pt x="109" y="437"/>
                  </a:cubicBezTo>
                  <a:cubicBezTo>
                    <a:pt x="109" y="424"/>
                    <a:pt x="110" y="415"/>
                    <a:pt x="110" y="415"/>
                  </a:cubicBezTo>
                  <a:cubicBezTo>
                    <a:pt x="110" y="415"/>
                    <a:pt x="119" y="464"/>
                    <a:pt x="122" y="477"/>
                  </a:cubicBezTo>
                  <a:cubicBezTo>
                    <a:pt x="124" y="490"/>
                    <a:pt x="128" y="536"/>
                    <a:pt x="128" y="550"/>
                  </a:cubicBezTo>
                  <a:cubicBezTo>
                    <a:pt x="128" y="564"/>
                    <a:pt x="139" y="583"/>
                    <a:pt x="139" y="596"/>
                  </a:cubicBezTo>
                  <a:cubicBezTo>
                    <a:pt x="140" y="609"/>
                    <a:pt x="140" y="616"/>
                    <a:pt x="144" y="616"/>
                  </a:cubicBezTo>
                  <a:cubicBezTo>
                    <a:pt x="147" y="616"/>
                    <a:pt x="140" y="630"/>
                    <a:pt x="138" y="641"/>
                  </a:cubicBezTo>
                  <a:cubicBezTo>
                    <a:pt x="135" y="652"/>
                    <a:pt x="128" y="677"/>
                    <a:pt x="142" y="677"/>
                  </a:cubicBezTo>
                  <a:cubicBezTo>
                    <a:pt x="157" y="677"/>
                    <a:pt x="173" y="671"/>
                    <a:pt x="174" y="655"/>
                  </a:cubicBezTo>
                  <a:cubicBezTo>
                    <a:pt x="174" y="640"/>
                    <a:pt x="172" y="626"/>
                    <a:pt x="176" y="620"/>
                  </a:cubicBezTo>
                  <a:cubicBezTo>
                    <a:pt x="180" y="614"/>
                    <a:pt x="181" y="601"/>
                    <a:pt x="180" y="593"/>
                  </a:cubicBezTo>
                  <a:cubicBezTo>
                    <a:pt x="180" y="585"/>
                    <a:pt x="182" y="571"/>
                    <a:pt x="180" y="554"/>
                  </a:cubicBezTo>
                  <a:cubicBezTo>
                    <a:pt x="178" y="537"/>
                    <a:pt x="178" y="509"/>
                    <a:pt x="174" y="487"/>
                  </a:cubicBezTo>
                  <a:cubicBezTo>
                    <a:pt x="170" y="466"/>
                    <a:pt x="169" y="433"/>
                    <a:pt x="167" y="407"/>
                  </a:cubicBezTo>
                  <a:cubicBezTo>
                    <a:pt x="165" y="381"/>
                    <a:pt x="164" y="368"/>
                    <a:pt x="166" y="363"/>
                  </a:cubicBezTo>
                  <a:cubicBezTo>
                    <a:pt x="169" y="359"/>
                    <a:pt x="184" y="356"/>
                    <a:pt x="188" y="355"/>
                  </a:cubicBezTo>
                  <a:cubicBezTo>
                    <a:pt x="192" y="354"/>
                    <a:pt x="183" y="327"/>
                    <a:pt x="180" y="304"/>
                  </a:cubicBezTo>
                  <a:cubicBezTo>
                    <a:pt x="177" y="282"/>
                    <a:pt x="171" y="268"/>
                    <a:pt x="168" y="252"/>
                  </a:cubicBezTo>
                  <a:cubicBezTo>
                    <a:pt x="165" y="236"/>
                    <a:pt x="165" y="229"/>
                    <a:pt x="172" y="217"/>
                  </a:cubicBezTo>
                  <a:cubicBezTo>
                    <a:pt x="178" y="206"/>
                    <a:pt x="186" y="198"/>
                    <a:pt x="190" y="172"/>
                  </a:cubicBezTo>
                  <a:cubicBezTo>
                    <a:pt x="193" y="146"/>
                    <a:pt x="198" y="129"/>
                    <a:pt x="191" y="122"/>
                  </a:cubicBezTo>
                  <a:cubicBezTo>
                    <a:pt x="184" y="116"/>
                    <a:pt x="170" y="119"/>
                    <a:pt x="160" y="111"/>
                  </a:cubicBezTo>
                  <a:cubicBezTo>
                    <a:pt x="150" y="103"/>
                    <a:pt x="149" y="94"/>
                    <a:pt x="144" y="93"/>
                  </a:cubicBezTo>
                  <a:cubicBezTo>
                    <a:pt x="140" y="92"/>
                    <a:pt x="139" y="91"/>
                    <a:pt x="139" y="86"/>
                  </a:cubicBezTo>
                  <a:cubicBezTo>
                    <a:pt x="139" y="80"/>
                    <a:pt x="140" y="75"/>
                    <a:pt x="140" y="75"/>
                  </a:cubicBezTo>
                  <a:cubicBezTo>
                    <a:pt x="140" y="75"/>
                    <a:pt x="147" y="70"/>
                    <a:pt x="149" y="63"/>
                  </a:cubicBezTo>
                  <a:cubicBezTo>
                    <a:pt x="150" y="56"/>
                    <a:pt x="152" y="39"/>
                    <a:pt x="150" y="27"/>
                  </a:cubicBezTo>
                  <a:cubicBezTo>
                    <a:pt x="148" y="15"/>
                    <a:pt x="137" y="0"/>
                    <a:pt x="116" y="0"/>
                  </a:cubicBezTo>
                  <a:close/>
                </a:path>
              </a:pathLst>
            </a:custGeom>
            <a:solidFill>
              <a:srgbClr val="73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4" name="Freeform 692"/>
            <p:cNvSpPr>
              <a:spLocks/>
            </p:cNvSpPr>
            <p:nvPr/>
          </p:nvSpPr>
          <p:spPr bwMode="auto">
            <a:xfrm>
              <a:off x="3230" y="603"/>
              <a:ext cx="94" cy="72"/>
            </a:xfrm>
            <a:custGeom>
              <a:avLst/>
              <a:gdLst>
                <a:gd name="T0" fmla="*/ 3 w 49"/>
                <a:gd name="T1" fmla="*/ 17 h 38"/>
                <a:gd name="T2" fmla="*/ 0 w 49"/>
                <a:gd name="T3" fmla="*/ 22 h 38"/>
                <a:gd name="T4" fmla="*/ 2 w 49"/>
                <a:gd name="T5" fmla="*/ 38 h 38"/>
                <a:gd name="T6" fmla="*/ 12 w 49"/>
                <a:gd name="T7" fmla="*/ 21 h 38"/>
                <a:gd name="T8" fmla="*/ 20 w 49"/>
                <a:gd name="T9" fmla="*/ 28 h 38"/>
                <a:gd name="T10" fmla="*/ 22 w 49"/>
                <a:gd name="T11" fmla="*/ 35 h 38"/>
                <a:gd name="T12" fmla="*/ 49 w 49"/>
                <a:gd name="T13" fmla="*/ 5 h 38"/>
                <a:gd name="T14" fmla="*/ 45 w 49"/>
                <a:gd name="T15" fmla="*/ 0 h 38"/>
                <a:gd name="T16" fmla="*/ 13 w 49"/>
                <a:gd name="T17" fmla="*/ 20 h 38"/>
                <a:gd name="T18" fmla="*/ 3 w 49"/>
                <a:gd name="T19" fmla="*/ 1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38">
                  <a:moveTo>
                    <a:pt x="3" y="17"/>
                  </a:moveTo>
                  <a:cubicBezTo>
                    <a:pt x="2" y="18"/>
                    <a:pt x="1" y="20"/>
                    <a:pt x="0" y="22"/>
                  </a:cubicBezTo>
                  <a:cubicBezTo>
                    <a:pt x="1" y="27"/>
                    <a:pt x="2" y="33"/>
                    <a:pt x="2" y="38"/>
                  </a:cubicBezTo>
                  <a:cubicBezTo>
                    <a:pt x="9" y="33"/>
                    <a:pt x="6" y="22"/>
                    <a:pt x="12" y="21"/>
                  </a:cubicBezTo>
                  <a:cubicBezTo>
                    <a:pt x="18" y="21"/>
                    <a:pt x="19" y="24"/>
                    <a:pt x="20" y="28"/>
                  </a:cubicBezTo>
                  <a:cubicBezTo>
                    <a:pt x="21" y="32"/>
                    <a:pt x="22" y="35"/>
                    <a:pt x="22" y="35"/>
                  </a:cubicBezTo>
                  <a:cubicBezTo>
                    <a:pt x="22" y="35"/>
                    <a:pt x="43" y="13"/>
                    <a:pt x="49" y="5"/>
                  </a:cubicBezTo>
                  <a:cubicBezTo>
                    <a:pt x="46" y="4"/>
                    <a:pt x="45" y="3"/>
                    <a:pt x="45" y="0"/>
                  </a:cubicBezTo>
                  <a:cubicBezTo>
                    <a:pt x="38" y="7"/>
                    <a:pt x="21" y="20"/>
                    <a:pt x="13" y="20"/>
                  </a:cubicBezTo>
                  <a:cubicBezTo>
                    <a:pt x="9" y="20"/>
                    <a:pt x="6" y="19"/>
                    <a:pt x="3"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5" name="Freeform 693"/>
            <p:cNvSpPr>
              <a:spLocks/>
            </p:cNvSpPr>
            <p:nvPr/>
          </p:nvSpPr>
          <p:spPr bwMode="auto">
            <a:xfrm>
              <a:off x="3184" y="796"/>
              <a:ext cx="42" cy="53"/>
            </a:xfrm>
            <a:custGeom>
              <a:avLst/>
              <a:gdLst>
                <a:gd name="T0" fmla="*/ 10 w 22"/>
                <a:gd name="T1" fmla="*/ 0 h 28"/>
                <a:gd name="T2" fmla="*/ 22 w 22"/>
                <a:gd name="T3" fmla="*/ 0 h 28"/>
                <a:gd name="T4" fmla="*/ 11 w 22"/>
                <a:gd name="T5" fmla="*/ 15 h 28"/>
                <a:gd name="T6" fmla="*/ 12 w 22"/>
                <a:gd name="T7" fmla="*/ 26 h 28"/>
                <a:gd name="T8" fmla="*/ 2 w 22"/>
                <a:gd name="T9" fmla="*/ 28 h 28"/>
                <a:gd name="T10" fmla="*/ 2 w 22"/>
                <a:gd name="T11" fmla="*/ 13 h 28"/>
                <a:gd name="T12" fmla="*/ 10 w 22"/>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2" h="28">
                  <a:moveTo>
                    <a:pt x="10" y="0"/>
                  </a:moveTo>
                  <a:cubicBezTo>
                    <a:pt x="22" y="0"/>
                    <a:pt x="22" y="0"/>
                    <a:pt x="22" y="0"/>
                  </a:cubicBezTo>
                  <a:cubicBezTo>
                    <a:pt x="22" y="0"/>
                    <a:pt x="11" y="7"/>
                    <a:pt x="11" y="15"/>
                  </a:cubicBezTo>
                  <a:cubicBezTo>
                    <a:pt x="11" y="23"/>
                    <a:pt x="12" y="26"/>
                    <a:pt x="12" y="26"/>
                  </a:cubicBezTo>
                  <a:cubicBezTo>
                    <a:pt x="2" y="28"/>
                    <a:pt x="2" y="28"/>
                    <a:pt x="2" y="28"/>
                  </a:cubicBezTo>
                  <a:cubicBezTo>
                    <a:pt x="2" y="28"/>
                    <a:pt x="0" y="20"/>
                    <a:pt x="2" y="13"/>
                  </a:cubicBezTo>
                  <a:cubicBezTo>
                    <a:pt x="5" y="5"/>
                    <a:pt x="8" y="3"/>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6" name="Freeform 694"/>
            <p:cNvSpPr>
              <a:spLocks/>
            </p:cNvSpPr>
            <p:nvPr/>
          </p:nvSpPr>
          <p:spPr bwMode="auto">
            <a:xfrm>
              <a:off x="3184" y="926"/>
              <a:ext cx="17" cy="48"/>
            </a:xfrm>
            <a:custGeom>
              <a:avLst/>
              <a:gdLst>
                <a:gd name="T0" fmla="*/ 7 w 9"/>
                <a:gd name="T1" fmla="*/ 0 h 25"/>
                <a:gd name="T2" fmla="*/ 9 w 9"/>
                <a:gd name="T3" fmla="*/ 19 h 25"/>
                <a:gd name="T4" fmla="*/ 9 w 9"/>
                <a:gd name="T5" fmla="*/ 25 h 25"/>
                <a:gd name="T6" fmla="*/ 0 w 9"/>
                <a:gd name="T7" fmla="*/ 23 h 25"/>
                <a:gd name="T8" fmla="*/ 7 w 9"/>
                <a:gd name="T9" fmla="*/ 0 h 25"/>
              </a:gdLst>
              <a:ahLst/>
              <a:cxnLst>
                <a:cxn ang="0">
                  <a:pos x="T0" y="T1"/>
                </a:cxn>
                <a:cxn ang="0">
                  <a:pos x="T2" y="T3"/>
                </a:cxn>
                <a:cxn ang="0">
                  <a:pos x="T4" y="T5"/>
                </a:cxn>
                <a:cxn ang="0">
                  <a:pos x="T6" y="T7"/>
                </a:cxn>
                <a:cxn ang="0">
                  <a:pos x="T8" y="T9"/>
                </a:cxn>
              </a:cxnLst>
              <a:rect l="0" t="0" r="r" b="b"/>
              <a:pathLst>
                <a:path w="9" h="25">
                  <a:moveTo>
                    <a:pt x="7" y="0"/>
                  </a:moveTo>
                  <a:cubicBezTo>
                    <a:pt x="7" y="0"/>
                    <a:pt x="8" y="14"/>
                    <a:pt x="9" y="19"/>
                  </a:cubicBezTo>
                  <a:cubicBezTo>
                    <a:pt x="9" y="23"/>
                    <a:pt x="9" y="25"/>
                    <a:pt x="9" y="25"/>
                  </a:cubicBezTo>
                  <a:cubicBezTo>
                    <a:pt x="0" y="23"/>
                    <a:pt x="0" y="23"/>
                    <a:pt x="0" y="23"/>
                  </a:cubicBezTo>
                  <a:cubicBezTo>
                    <a:pt x="0" y="23"/>
                    <a:pt x="2" y="12"/>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7" name="Freeform 695"/>
            <p:cNvSpPr>
              <a:spLocks/>
            </p:cNvSpPr>
            <p:nvPr/>
          </p:nvSpPr>
          <p:spPr bwMode="auto">
            <a:xfrm>
              <a:off x="2794" y="549"/>
              <a:ext cx="159" cy="239"/>
            </a:xfrm>
            <a:custGeom>
              <a:avLst/>
              <a:gdLst>
                <a:gd name="T0" fmla="*/ 4 w 83"/>
                <a:gd name="T1" fmla="*/ 34 h 125"/>
                <a:gd name="T2" fmla="*/ 9 w 83"/>
                <a:gd name="T3" fmla="*/ 70 h 125"/>
                <a:gd name="T4" fmla="*/ 4 w 83"/>
                <a:gd name="T5" fmla="*/ 108 h 125"/>
                <a:gd name="T6" fmla="*/ 65 w 83"/>
                <a:gd name="T7" fmla="*/ 122 h 125"/>
                <a:gd name="T8" fmla="*/ 4 w 83"/>
                <a:gd name="T9" fmla="*/ 34 h 125"/>
              </a:gdLst>
              <a:ahLst/>
              <a:cxnLst>
                <a:cxn ang="0">
                  <a:pos x="T0" y="T1"/>
                </a:cxn>
                <a:cxn ang="0">
                  <a:pos x="T2" y="T3"/>
                </a:cxn>
                <a:cxn ang="0">
                  <a:pos x="T4" y="T5"/>
                </a:cxn>
                <a:cxn ang="0">
                  <a:pos x="T6" y="T7"/>
                </a:cxn>
                <a:cxn ang="0">
                  <a:pos x="T8" y="T9"/>
                </a:cxn>
              </a:cxnLst>
              <a:rect l="0" t="0" r="r" b="b"/>
              <a:pathLst>
                <a:path w="83" h="125">
                  <a:moveTo>
                    <a:pt x="4" y="34"/>
                  </a:moveTo>
                  <a:cubicBezTo>
                    <a:pt x="29" y="45"/>
                    <a:pt x="1" y="58"/>
                    <a:pt x="9" y="70"/>
                  </a:cubicBezTo>
                  <a:cubicBezTo>
                    <a:pt x="17" y="83"/>
                    <a:pt x="0" y="92"/>
                    <a:pt x="4" y="108"/>
                  </a:cubicBezTo>
                  <a:cubicBezTo>
                    <a:pt x="8" y="125"/>
                    <a:pt x="46" y="124"/>
                    <a:pt x="65" y="122"/>
                  </a:cubicBezTo>
                  <a:cubicBezTo>
                    <a:pt x="83" y="121"/>
                    <a:pt x="57" y="0"/>
                    <a:pt x="4" y="34"/>
                  </a:cubicBezTo>
                  <a:close/>
                </a:path>
              </a:pathLst>
            </a:custGeom>
            <a:solidFill>
              <a:srgbClr val="19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8" name="Freeform 696"/>
            <p:cNvSpPr>
              <a:spLocks/>
            </p:cNvSpPr>
            <p:nvPr/>
          </p:nvSpPr>
          <p:spPr bwMode="auto">
            <a:xfrm>
              <a:off x="2721" y="329"/>
              <a:ext cx="337" cy="465"/>
            </a:xfrm>
            <a:custGeom>
              <a:avLst/>
              <a:gdLst>
                <a:gd name="T0" fmla="*/ 15 w 176"/>
                <a:gd name="T1" fmla="*/ 42 h 243"/>
                <a:gd name="T2" fmla="*/ 123 w 176"/>
                <a:gd name="T3" fmla="*/ 71 h 243"/>
                <a:gd name="T4" fmla="*/ 145 w 176"/>
                <a:gd name="T5" fmla="*/ 118 h 243"/>
                <a:gd name="T6" fmla="*/ 155 w 176"/>
                <a:gd name="T7" fmla="*/ 164 h 243"/>
                <a:gd name="T8" fmla="*/ 141 w 176"/>
                <a:gd name="T9" fmla="*/ 217 h 243"/>
                <a:gd name="T10" fmla="*/ 87 w 176"/>
                <a:gd name="T11" fmla="*/ 235 h 243"/>
                <a:gd name="T12" fmla="*/ 35 w 176"/>
                <a:gd name="T13" fmla="*/ 101 h 243"/>
                <a:gd name="T14" fmla="*/ 15 w 176"/>
                <a:gd name="T15" fmla="*/ 42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43">
                  <a:moveTo>
                    <a:pt x="15" y="42"/>
                  </a:moveTo>
                  <a:cubicBezTo>
                    <a:pt x="45" y="0"/>
                    <a:pt x="124" y="17"/>
                    <a:pt x="123" y="71"/>
                  </a:cubicBezTo>
                  <a:cubicBezTo>
                    <a:pt x="123" y="125"/>
                    <a:pt x="156" y="91"/>
                    <a:pt x="145" y="118"/>
                  </a:cubicBezTo>
                  <a:cubicBezTo>
                    <a:pt x="134" y="145"/>
                    <a:pt x="169" y="142"/>
                    <a:pt x="155" y="164"/>
                  </a:cubicBezTo>
                  <a:cubicBezTo>
                    <a:pt x="140" y="187"/>
                    <a:pt x="176" y="192"/>
                    <a:pt x="141" y="217"/>
                  </a:cubicBezTo>
                  <a:cubicBezTo>
                    <a:pt x="107" y="243"/>
                    <a:pt x="87" y="235"/>
                    <a:pt x="87" y="235"/>
                  </a:cubicBezTo>
                  <a:cubicBezTo>
                    <a:pt x="87" y="235"/>
                    <a:pt x="97" y="84"/>
                    <a:pt x="35" y="101"/>
                  </a:cubicBezTo>
                  <a:cubicBezTo>
                    <a:pt x="16" y="107"/>
                    <a:pt x="0" y="62"/>
                    <a:pt x="15" y="42"/>
                  </a:cubicBezTo>
                  <a:close/>
                </a:path>
              </a:pathLst>
            </a:custGeom>
            <a:solidFill>
              <a:srgbClr val="19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9" name="Freeform 697"/>
            <p:cNvSpPr>
              <a:spLocks/>
            </p:cNvSpPr>
            <p:nvPr/>
          </p:nvSpPr>
          <p:spPr bwMode="auto">
            <a:xfrm>
              <a:off x="2574" y="363"/>
              <a:ext cx="579" cy="1989"/>
            </a:xfrm>
            <a:custGeom>
              <a:avLst/>
              <a:gdLst>
                <a:gd name="T0" fmla="*/ 187 w 303"/>
                <a:gd name="T1" fmla="*/ 34 h 1039"/>
                <a:gd name="T2" fmla="*/ 207 w 303"/>
                <a:gd name="T3" fmla="*/ 153 h 1039"/>
                <a:gd name="T4" fmla="*/ 231 w 303"/>
                <a:gd name="T5" fmla="*/ 221 h 1039"/>
                <a:gd name="T6" fmla="*/ 238 w 303"/>
                <a:gd name="T7" fmla="*/ 369 h 1039"/>
                <a:gd name="T8" fmla="*/ 223 w 303"/>
                <a:gd name="T9" fmla="*/ 441 h 1039"/>
                <a:gd name="T10" fmla="*/ 220 w 303"/>
                <a:gd name="T11" fmla="*/ 518 h 1039"/>
                <a:gd name="T12" fmla="*/ 210 w 303"/>
                <a:gd name="T13" fmla="*/ 664 h 1039"/>
                <a:gd name="T14" fmla="*/ 210 w 303"/>
                <a:gd name="T15" fmla="*/ 712 h 1039"/>
                <a:gd name="T16" fmla="*/ 275 w 303"/>
                <a:gd name="T17" fmla="*/ 907 h 1039"/>
                <a:gd name="T18" fmla="*/ 299 w 303"/>
                <a:gd name="T19" fmla="*/ 988 h 1039"/>
                <a:gd name="T20" fmla="*/ 293 w 303"/>
                <a:gd name="T21" fmla="*/ 1012 h 1039"/>
                <a:gd name="T22" fmla="*/ 280 w 303"/>
                <a:gd name="T23" fmla="*/ 964 h 1039"/>
                <a:gd name="T24" fmla="*/ 211 w 303"/>
                <a:gd name="T25" fmla="*/ 1019 h 1039"/>
                <a:gd name="T26" fmla="*/ 223 w 303"/>
                <a:gd name="T27" fmla="*/ 982 h 1039"/>
                <a:gd name="T28" fmla="*/ 195 w 303"/>
                <a:gd name="T29" fmla="*/ 822 h 1039"/>
                <a:gd name="T30" fmla="*/ 171 w 303"/>
                <a:gd name="T31" fmla="*/ 825 h 1039"/>
                <a:gd name="T32" fmla="*/ 147 w 303"/>
                <a:gd name="T33" fmla="*/ 941 h 1039"/>
                <a:gd name="T34" fmla="*/ 138 w 303"/>
                <a:gd name="T35" fmla="*/ 1011 h 1039"/>
                <a:gd name="T36" fmla="*/ 128 w 303"/>
                <a:gd name="T37" fmla="*/ 1032 h 1039"/>
                <a:gd name="T38" fmla="*/ 129 w 303"/>
                <a:gd name="T39" fmla="*/ 980 h 1039"/>
                <a:gd name="T40" fmla="*/ 60 w 303"/>
                <a:gd name="T41" fmla="*/ 1032 h 1039"/>
                <a:gd name="T42" fmla="*/ 50 w 303"/>
                <a:gd name="T43" fmla="*/ 997 h 1039"/>
                <a:gd name="T44" fmla="*/ 107 w 303"/>
                <a:gd name="T45" fmla="*/ 827 h 1039"/>
                <a:gd name="T46" fmla="*/ 116 w 303"/>
                <a:gd name="T47" fmla="*/ 739 h 1039"/>
                <a:gd name="T48" fmla="*/ 101 w 303"/>
                <a:gd name="T49" fmla="*/ 667 h 1039"/>
                <a:gd name="T50" fmla="*/ 89 w 303"/>
                <a:gd name="T51" fmla="*/ 590 h 1039"/>
                <a:gd name="T52" fmla="*/ 80 w 303"/>
                <a:gd name="T53" fmla="*/ 591 h 1039"/>
                <a:gd name="T54" fmla="*/ 61 w 303"/>
                <a:gd name="T55" fmla="*/ 585 h 1039"/>
                <a:gd name="T56" fmla="*/ 67 w 303"/>
                <a:gd name="T57" fmla="*/ 529 h 1039"/>
                <a:gd name="T58" fmla="*/ 9 w 303"/>
                <a:gd name="T59" fmla="*/ 391 h 1039"/>
                <a:gd name="T60" fmla="*/ 75 w 303"/>
                <a:gd name="T61" fmla="*/ 328 h 1039"/>
                <a:gd name="T62" fmla="*/ 130 w 303"/>
                <a:gd name="T63" fmla="*/ 201 h 1039"/>
                <a:gd name="T64" fmla="*/ 128 w 303"/>
                <a:gd name="T65" fmla="*/ 143 h 1039"/>
                <a:gd name="T66" fmla="*/ 94 w 303"/>
                <a:gd name="T67" fmla="*/ 88 h 1039"/>
                <a:gd name="T68" fmla="*/ 95 w 303"/>
                <a:gd name="T69" fmla="*/ 38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3" h="1039">
                  <a:moveTo>
                    <a:pt x="137" y="0"/>
                  </a:moveTo>
                  <a:cubicBezTo>
                    <a:pt x="158" y="0"/>
                    <a:pt x="177" y="11"/>
                    <a:pt x="187" y="34"/>
                  </a:cubicBezTo>
                  <a:cubicBezTo>
                    <a:pt x="196" y="57"/>
                    <a:pt x="198" y="83"/>
                    <a:pt x="195" y="97"/>
                  </a:cubicBezTo>
                  <a:cubicBezTo>
                    <a:pt x="192" y="108"/>
                    <a:pt x="202" y="141"/>
                    <a:pt x="207" y="153"/>
                  </a:cubicBezTo>
                  <a:cubicBezTo>
                    <a:pt x="213" y="167"/>
                    <a:pt x="222" y="187"/>
                    <a:pt x="222" y="187"/>
                  </a:cubicBezTo>
                  <a:cubicBezTo>
                    <a:pt x="222" y="187"/>
                    <a:pt x="231" y="201"/>
                    <a:pt x="231" y="221"/>
                  </a:cubicBezTo>
                  <a:cubicBezTo>
                    <a:pt x="231" y="241"/>
                    <a:pt x="231" y="270"/>
                    <a:pt x="238" y="306"/>
                  </a:cubicBezTo>
                  <a:cubicBezTo>
                    <a:pt x="245" y="343"/>
                    <a:pt x="244" y="351"/>
                    <a:pt x="238" y="369"/>
                  </a:cubicBezTo>
                  <a:cubicBezTo>
                    <a:pt x="231" y="388"/>
                    <a:pt x="211" y="423"/>
                    <a:pt x="211" y="423"/>
                  </a:cubicBezTo>
                  <a:cubicBezTo>
                    <a:pt x="211" y="423"/>
                    <a:pt x="231" y="432"/>
                    <a:pt x="223" y="441"/>
                  </a:cubicBezTo>
                  <a:cubicBezTo>
                    <a:pt x="216" y="450"/>
                    <a:pt x="210" y="453"/>
                    <a:pt x="210" y="453"/>
                  </a:cubicBezTo>
                  <a:cubicBezTo>
                    <a:pt x="210" y="453"/>
                    <a:pt x="231" y="484"/>
                    <a:pt x="220" y="518"/>
                  </a:cubicBezTo>
                  <a:cubicBezTo>
                    <a:pt x="209" y="551"/>
                    <a:pt x="207" y="576"/>
                    <a:pt x="208" y="606"/>
                  </a:cubicBezTo>
                  <a:cubicBezTo>
                    <a:pt x="210" y="637"/>
                    <a:pt x="210" y="664"/>
                    <a:pt x="210" y="664"/>
                  </a:cubicBezTo>
                  <a:cubicBezTo>
                    <a:pt x="197" y="666"/>
                    <a:pt x="197" y="666"/>
                    <a:pt x="197" y="666"/>
                  </a:cubicBezTo>
                  <a:cubicBezTo>
                    <a:pt x="197" y="666"/>
                    <a:pt x="197" y="695"/>
                    <a:pt x="210" y="712"/>
                  </a:cubicBezTo>
                  <a:cubicBezTo>
                    <a:pt x="222" y="730"/>
                    <a:pt x="243" y="760"/>
                    <a:pt x="247" y="807"/>
                  </a:cubicBezTo>
                  <a:cubicBezTo>
                    <a:pt x="250" y="854"/>
                    <a:pt x="261" y="895"/>
                    <a:pt x="275" y="907"/>
                  </a:cubicBezTo>
                  <a:cubicBezTo>
                    <a:pt x="289" y="918"/>
                    <a:pt x="303" y="917"/>
                    <a:pt x="303" y="936"/>
                  </a:cubicBezTo>
                  <a:cubicBezTo>
                    <a:pt x="303" y="956"/>
                    <a:pt x="299" y="978"/>
                    <a:pt x="299" y="988"/>
                  </a:cubicBezTo>
                  <a:cubicBezTo>
                    <a:pt x="299" y="997"/>
                    <a:pt x="299" y="1011"/>
                    <a:pt x="299" y="1011"/>
                  </a:cubicBezTo>
                  <a:cubicBezTo>
                    <a:pt x="293" y="1012"/>
                    <a:pt x="293" y="1012"/>
                    <a:pt x="293" y="1012"/>
                  </a:cubicBezTo>
                  <a:cubicBezTo>
                    <a:pt x="293" y="1012"/>
                    <a:pt x="295" y="1001"/>
                    <a:pt x="293" y="988"/>
                  </a:cubicBezTo>
                  <a:cubicBezTo>
                    <a:pt x="292" y="976"/>
                    <a:pt x="288" y="959"/>
                    <a:pt x="280" y="964"/>
                  </a:cubicBezTo>
                  <a:cubicBezTo>
                    <a:pt x="272" y="969"/>
                    <a:pt x="259" y="993"/>
                    <a:pt x="253" y="1004"/>
                  </a:cubicBezTo>
                  <a:cubicBezTo>
                    <a:pt x="247" y="1015"/>
                    <a:pt x="235" y="1026"/>
                    <a:pt x="211" y="1019"/>
                  </a:cubicBezTo>
                  <a:cubicBezTo>
                    <a:pt x="188" y="1012"/>
                    <a:pt x="179" y="997"/>
                    <a:pt x="192" y="993"/>
                  </a:cubicBezTo>
                  <a:cubicBezTo>
                    <a:pt x="205" y="989"/>
                    <a:pt x="220" y="995"/>
                    <a:pt x="223" y="982"/>
                  </a:cubicBezTo>
                  <a:cubicBezTo>
                    <a:pt x="226" y="968"/>
                    <a:pt x="232" y="934"/>
                    <a:pt x="226" y="916"/>
                  </a:cubicBezTo>
                  <a:cubicBezTo>
                    <a:pt x="221" y="898"/>
                    <a:pt x="203" y="842"/>
                    <a:pt x="195" y="822"/>
                  </a:cubicBezTo>
                  <a:cubicBezTo>
                    <a:pt x="188" y="801"/>
                    <a:pt x="177" y="776"/>
                    <a:pt x="177" y="776"/>
                  </a:cubicBezTo>
                  <a:cubicBezTo>
                    <a:pt x="177" y="776"/>
                    <a:pt x="178" y="809"/>
                    <a:pt x="171" y="825"/>
                  </a:cubicBezTo>
                  <a:cubicBezTo>
                    <a:pt x="165" y="840"/>
                    <a:pt x="141" y="900"/>
                    <a:pt x="137" y="913"/>
                  </a:cubicBezTo>
                  <a:cubicBezTo>
                    <a:pt x="133" y="926"/>
                    <a:pt x="141" y="934"/>
                    <a:pt x="147" y="941"/>
                  </a:cubicBezTo>
                  <a:cubicBezTo>
                    <a:pt x="154" y="947"/>
                    <a:pt x="150" y="964"/>
                    <a:pt x="145" y="976"/>
                  </a:cubicBezTo>
                  <a:cubicBezTo>
                    <a:pt x="140" y="989"/>
                    <a:pt x="138" y="1005"/>
                    <a:pt x="138" y="1011"/>
                  </a:cubicBezTo>
                  <a:cubicBezTo>
                    <a:pt x="138" y="1018"/>
                    <a:pt x="138" y="1032"/>
                    <a:pt x="138" y="1032"/>
                  </a:cubicBezTo>
                  <a:cubicBezTo>
                    <a:pt x="128" y="1032"/>
                    <a:pt x="128" y="1032"/>
                    <a:pt x="128" y="1032"/>
                  </a:cubicBezTo>
                  <a:cubicBezTo>
                    <a:pt x="128" y="1032"/>
                    <a:pt x="131" y="1017"/>
                    <a:pt x="131" y="1004"/>
                  </a:cubicBezTo>
                  <a:cubicBezTo>
                    <a:pt x="131" y="991"/>
                    <a:pt x="133" y="982"/>
                    <a:pt x="129" y="980"/>
                  </a:cubicBezTo>
                  <a:cubicBezTo>
                    <a:pt x="124" y="978"/>
                    <a:pt x="104" y="996"/>
                    <a:pt x="96" y="1008"/>
                  </a:cubicBezTo>
                  <a:cubicBezTo>
                    <a:pt x="88" y="1021"/>
                    <a:pt x="86" y="1039"/>
                    <a:pt x="60" y="1032"/>
                  </a:cubicBezTo>
                  <a:cubicBezTo>
                    <a:pt x="33" y="1026"/>
                    <a:pt x="15" y="1011"/>
                    <a:pt x="22" y="1003"/>
                  </a:cubicBezTo>
                  <a:cubicBezTo>
                    <a:pt x="28" y="995"/>
                    <a:pt x="42" y="1002"/>
                    <a:pt x="50" y="997"/>
                  </a:cubicBezTo>
                  <a:cubicBezTo>
                    <a:pt x="58" y="993"/>
                    <a:pt x="74" y="953"/>
                    <a:pt x="83" y="929"/>
                  </a:cubicBezTo>
                  <a:cubicBezTo>
                    <a:pt x="93" y="906"/>
                    <a:pt x="104" y="857"/>
                    <a:pt x="107" y="827"/>
                  </a:cubicBezTo>
                  <a:cubicBezTo>
                    <a:pt x="110" y="798"/>
                    <a:pt x="115" y="776"/>
                    <a:pt x="115" y="766"/>
                  </a:cubicBezTo>
                  <a:cubicBezTo>
                    <a:pt x="116" y="757"/>
                    <a:pt x="116" y="739"/>
                    <a:pt x="116" y="739"/>
                  </a:cubicBezTo>
                  <a:cubicBezTo>
                    <a:pt x="116" y="739"/>
                    <a:pt x="107" y="705"/>
                    <a:pt x="104" y="691"/>
                  </a:cubicBezTo>
                  <a:cubicBezTo>
                    <a:pt x="101" y="677"/>
                    <a:pt x="101" y="667"/>
                    <a:pt x="101" y="667"/>
                  </a:cubicBezTo>
                  <a:cubicBezTo>
                    <a:pt x="101" y="667"/>
                    <a:pt x="86" y="670"/>
                    <a:pt x="86" y="660"/>
                  </a:cubicBezTo>
                  <a:cubicBezTo>
                    <a:pt x="86" y="650"/>
                    <a:pt x="91" y="609"/>
                    <a:pt x="89" y="590"/>
                  </a:cubicBezTo>
                  <a:cubicBezTo>
                    <a:pt x="88" y="571"/>
                    <a:pt x="81" y="572"/>
                    <a:pt x="81" y="572"/>
                  </a:cubicBezTo>
                  <a:cubicBezTo>
                    <a:pt x="81" y="572"/>
                    <a:pt x="80" y="582"/>
                    <a:pt x="80" y="591"/>
                  </a:cubicBezTo>
                  <a:cubicBezTo>
                    <a:pt x="80" y="599"/>
                    <a:pt x="74" y="597"/>
                    <a:pt x="71" y="591"/>
                  </a:cubicBezTo>
                  <a:cubicBezTo>
                    <a:pt x="69" y="585"/>
                    <a:pt x="61" y="591"/>
                    <a:pt x="61" y="585"/>
                  </a:cubicBezTo>
                  <a:cubicBezTo>
                    <a:pt x="61" y="579"/>
                    <a:pt x="57" y="566"/>
                    <a:pt x="59" y="556"/>
                  </a:cubicBezTo>
                  <a:cubicBezTo>
                    <a:pt x="60" y="547"/>
                    <a:pt x="67" y="529"/>
                    <a:pt x="67" y="529"/>
                  </a:cubicBezTo>
                  <a:cubicBezTo>
                    <a:pt x="0" y="527"/>
                    <a:pt x="0" y="527"/>
                    <a:pt x="0" y="527"/>
                  </a:cubicBezTo>
                  <a:cubicBezTo>
                    <a:pt x="9" y="391"/>
                    <a:pt x="9" y="391"/>
                    <a:pt x="9" y="391"/>
                  </a:cubicBezTo>
                  <a:cubicBezTo>
                    <a:pt x="71" y="391"/>
                    <a:pt x="71" y="391"/>
                    <a:pt x="71" y="391"/>
                  </a:cubicBezTo>
                  <a:cubicBezTo>
                    <a:pt x="71" y="391"/>
                    <a:pt x="75" y="349"/>
                    <a:pt x="75" y="328"/>
                  </a:cubicBezTo>
                  <a:cubicBezTo>
                    <a:pt x="75" y="308"/>
                    <a:pt x="72" y="280"/>
                    <a:pt x="86" y="257"/>
                  </a:cubicBezTo>
                  <a:cubicBezTo>
                    <a:pt x="100" y="234"/>
                    <a:pt x="118" y="215"/>
                    <a:pt x="130" y="201"/>
                  </a:cubicBezTo>
                  <a:cubicBezTo>
                    <a:pt x="141" y="186"/>
                    <a:pt x="143" y="185"/>
                    <a:pt x="140" y="172"/>
                  </a:cubicBezTo>
                  <a:cubicBezTo>
                    <a:pt x="136" y="159"/>
                    <a:pt x="136" y="142"/>
                    <a:pt x="128" y="143"/>
                  </a:cubicBezTo>
                  <a:cubicBezTo>
                    <a:pt x="120" y="144"/>
                    <a:pt x="113" y="143"/>
                    <a:pt x="108" y="132"/>
                  </a:cubicBezTo>
                  <a:cubicBezTo>
                    <a:pt x="104" y="122"/>
                    <a:pt x="94" y="102"/>
                    <a:pt x="94" y="88"/>
                  </a:cubicBezTo>
                  <a:cubicBezTo>
                    <a:pt x="93" y="74"/>
                    <a:pt x="96" y="72"/>
                    <a:pt x="94" y="67"/>
                  </a:cubicBezTo>
                  <a:cubicBezTo>
                    <a:pt x="92" y="63"/>
                    <a:pt x="95" y="49"/>
                    <a:pt x="95" y="38"/>
                  </a:cubicBezTo>
                  <a:cubicBezTo>
                    <a:pt x="96" y="27"/>
                    <a:pt x="110" y="0"/>
                    <a:pt x="137" y="0"/>
                  </a:cubicBezTo>
                  <a:close/>
                </a:path>
              </a:pathLst>
            </a:custGeom>
            <a:solidFill>
              <a:srgbClr val="19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0" name="Freeform 698"/>
            <p:cNvSpPr>
              <a:spLocks/>
            </p:cNvSpPr>
            <p:nvPr/>
          </p:nvSpPr>
          <p:spPr bwMode="auto">
            <a:xfrm>
              <a:off x="2844" y="618"/>
              <a:ext cx="120" cy="99"/>
            </a:xfrm>
            <a:custGeom>
              <a:avLst/>
              <a:gdLst>
                <a:gd name="T0" fmla="*/ 59 w 63"/>
                <a:gd name="T1" fmla="*/ 0 h 52"/>
                <a:gd name="T2" fmla="*/ 63 w 63"/>
                <a:gd name="T3" fmla="*/ 11 h 52"/>
                <a:gd name="T4" fmla="*/ 0 w 63"/>
                <a:gd name="T5" fmla="*/ 52 h 52"/>
                <a:gd name="T6" fmla="*/ 4 w 63"/>
                <a:gd name="T7" fmla="*/ 25 h 52"/>
                <a:gd name="T8" fmla="*/ 34 w 63"/>
                <a:gd name="T9" fmla="*/ 5 h 52"/>
                <a:gd name="T10" fmla="*/ 59 w 63"/>
                <a:gd name="T11" fmla="*/ 0 h 52"/>
              </a:gdLst>
              <a:ahLst/>
              <a:cxnLst>
                <a:cxn ang="0">
                  <a:pos x="T0" y="T1"/>
                </a:cxn>
                <a:cxn ang="0">
                  <a:pos x="T2" y="T3"/>
                </a:cxn>
                <a:cxn ang="0">
                  <a:pos x="T4" y="T5"/>
                </a:cxn>
                <a:cxn ang="0">
                  <a:pos x="T6" y="T7"/>
                </a:cxn>
                <a:cxn ang="0">
                  <a:pos x="T8" y="T9"/>
                </a:cxn>
                <a:cxn ang="0">
                  <a:pos x="T10" y="T11"/>
                </a:cxn>
              </a:cxnLst>
              <a:rect l="0" t="0" r="r" b="b"/>
              <a:pathLst>
                <a:path w="63" h="52">
                  <a:moveTo>
                    <a:pt x="59" y="0"/>
                  </a:moveTo>
                  <a:cubicBezTo>
                    <a:pt x="60" y="4"/>
                    <a:pt x="62" y="7"/>
                    <a:pt x="63" y="11"/>
                  </a:cubicBezTo>
                  <a:cubicBezTo>
                    <a:pt x="31" y="9"/>
                    <a:pt x="13" y="33"/>
                    <a:pt x="0" y="52"/>
                  </a:cubicBezTo>
                  <a:cubicBezTo>
                    <a:pt x="5" y="44"/>
                    <a:pt x="4" y="31"/>
                    <a:pt x="4" y="25"/>
                  </a:cubicBezTo>
                  <a:cubicBezTo>
                    <a:pt x="11" y="17"/>
                    <a:pt x="23" y="9"/>
                    <a:pt x="34" y="5"/>
                  </a:cubicBezTo>
                  <a:cubicBezTo>
                    <a:pt x="42" y="2"/>
                    <a:pt x="53" y="0"/>
                    <a:pt x="5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1" name="Freeform 699"/>
            <p:cNvSpPr>
              <a:spLocks/>
            </p:cNvSpPr>
            <p:nvPr/>
          </p:nvSpPr>
          <p:spPr bwMode="auto">
            <a:xfrm>
              <a:off x="604" y="333"/>
              <a:ext cx="654" cy="2063"/>
            </a:xfrm>
            <a:custGeom>
              <a:avLst/>
              <a:gdLst>
                <a:gd name="T0" fmla="*/ 230 w 342"/>
                <a:gd name="T1" fmla="*/ 37 h 1078"/>
                <a:gd name="T2" fmla="*/ 223 w 342"/>
                <a:gd name="T3" fmla="*/ 116 h 1078"/>
                <a:gd name="T4" fmla="*/ 203 w 342"/>
                <a:gd name="T5" fmla="*/ 159 h 1078"/>
                <a:gd name="T6" fmla="*/ 238 w 342"/>
                <a:gd name="T7" fmla="*/ 185 h 1078"/>
                <a:gd name="T8" fmla="*/ 304 w 342"/>
                <a:gd name="T9" fmla="*/ 272 h 1078"/>
                <a:gd name="T10" fmla="*/ 329 w 342"/>
                <a:gd name="T11" fmla="*/ 358 h 1078"/>
                <a:gd name="T12" fmla="*/ 278 w 342"/>
                <a:gd name="T13" fmla="*/ 377 h 1078"/>
                <a:gd name="T14" fmla="*/ 278 w 342"/>
                <a:gd name="T15" fmla="*/ 450 h 1078"/>
                <a:gd name="T16" fmla="*/ 286 w 342"/>
                <a:gd name="T17" fmla="*/ 572 h 1078"/>
                <a:gd name="T18" fmla="*/ 269 w 342"/>
                <a:gd name="T19" fmla="*/ 671 h 1078"/>
                <a:gd name="T20" fmla="*/ 233 w 342"/>
                <a:gd name="T21" fmla="*/ 921 h 1078"/>
                <a:gd name="T22" fmla="*/ 256 w 342"/>
                <a:gd name="T23" fmla="*/ 982 h 1078"/>
                <a:gd name="T24" fmla="*/ 284 w 342"/>
                <a:gd name="T25" fmla="*/ 1008 h 1078"/>
                <a:gd name="T26" fmla="*/ 257 w 342"/>
                <a:gd name="T27" fmla="*/ 1028 h 1078"/>
                <a:gd name="T28" fmla="*/ 212 w 342"/>
                <a:gd name="T29" fmla="*/ 1021 h 1078"/>
                <a:gd name="T30" fmla="*/ 158 w 342"/>
                <a:gd name="T31" fmla="*/ 1010 h 1078"/>
                <a:gd name="T32" fmla="*/ 162 w 342"/>
                <a:gd name="T33" fmla="*/ 952 h 1078"/>
                <a:gd name="T34" fmla="*/ 157 w 342"/>
                <a:gd name="T35" fmla="*/ 746 h 1078"/>
                <a:gd name="T36" fmla="*/ 74 w 342"/>
                <a:gd name="T37" fmla="*/ 1019 h 1078"/>
                <a:gd name="T38" fmla="*/ 88 w 342"/>
                <a:gd name="T39" fmla="*/ 1057 h 1078"/>
                <a:gd name="T40" fmla="*/ 24 w 342"/>
                <a:gd name="T41" fmla="*/ 1063 h 1078"/>
                <a:gd name="T42" fmla="*/ 2 w 342"/>
                <a:gd name="T43" fmla="*/ 1025 h 1078"/>
                <a:gd name="T44" fmla="*/ 6 w 342"/>
                <a:gd name="T45" fmla="*/ 980 h 1078"/>
                <a:gd name="T46" fmla="*/ 71 w 342"/>
                <a:gd name="T47" fmla="*/ 568 h 1078"/>
                <a:gd name="T48" fmla="*/ 70 w 342"/>
                <a:gd name="T49" fmla="*/ 492 h 1078"/>
                <a:gd name="T50" fmla="*/ 80 w 342"/>
                <a:gd name="T51" fmla="*/ 408 h 1078"/>
                <a:gd name="T52" fmla="*/ 56 w 342"/>
                <a:gd name="T53" fmla="*/ 284 h 1078"/>
                <a:gd name="T54" fmla="*/ 89 w 342"/>
                <a:gd name="T55" fmla="*/ 178 h 1078"/>
                <a:gd name="T56" fmla="*/ 134 w 342"/>
                <a:gd name="T57" fmla="*/ 138 h 1078"/>
                <a:gd name="T58" fmla="*/ 137 w 342"/>
                <a:gd name="T59" fmla="*/ 122 h 1078"/>
                <a:gd name="T60" fmla="*/ 126 w 342"/>
                <a:gd name="T61" fmla="*/ 88 h 1078"/>
                <a:gd name="T62" fmla="*/ 142 w 342"/>
                <a:gd name="T63" fmla="*/ 22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2" h="1078">
                  <a:moveTo>
                    <a:pt x="206" y="13"/>
                  </a:moveTo>
                  <a:cubicBezTo>
                    <a:pt x="214" y="14"/>
                    <a:pt x="223" y="19"/>
                    <a:pt x="230" y="37"/>
                  </a:cubicBezTo>
                  <a:cubicBezTo>
                    <a:pt x="236" y="55"/>
                    <a:pt x="237" y="68"/>
                    <a:pt x="231" y="81"/>
                  </a:cubicBezTo>
                  <a:cubicBezTo>
                    <a:pt x="225" y="94"/>
                    <a:pt x="225" y="104"/>
                    <a:pt x="223" y="116"/>
                  </a:cubicBezTo>
                  <a:cubicBezTo>
                    <a:pt x="220" y="128"/>
                    <a:pt x="212" y="147"/>
                    <a:pt x="206" y="149"/>
                  </a:cubicBezTo>
                  <a:cubicBezTo>
                    <a:pt x="201" y="150"/>
                    <a:pt x="203" y="154"/>
                    <a:pt x="203" y="159"/>
                  </a:cubicBezTo>
                  <a:cubicBezTo>
                    <a:pt x="203" y="165"/>
                    <a:pt x="206" y="172"/>
                    <a:pt x="206" y="172"/>
                  </a:cubicBezTo>
                  <a:cubicBezTo>
                    <a:pt x="206" y="172"/>
                    <a:pt x="222" y="181"/>
                    <a:pt x="238" y="185"/>
                  </a:cubicBezTo>
                  <a:cubicBezTo>
                    <a:pt x="253" y="189"/>
                    <a:pt x="277" y="206"/>
                    <a:pt x="279" y="228"/>
                  </a:cubicBezTo>
                  <a:cubicBezTo>
                    <a:pt x="281" y="250"/>
                    <a:pt x="291" y="260"/>
                    <a:pt x="304" y="272"/>
                  </a:cubicBezTo>
                  <a:cubicBezTo>
                    <a:pt x="317" y="283"/>
                    <a:pt x="331" y="283"/>
                    <a:pt x="335" y="303"/>
                  </a:cubicBezTo>
                  <a:cubicBezTo>
                    <a:pt x="339" y="324"/>
                    <a:pt x="342" y="352"/>
                    <a:pt x="329" y="358"/>
                  </a:cubicBezTo>
                  <a:cubicBezTo>
                    <a:pt x="316" y="364"/>
                    <a:pt x="284" y="361"/>
                    <a:pt x="284" y="361"/>
                  </a:cubicBezTo>
                  <a:cubicBezTo>
                    <a:pt x="284" y="361"/>
                    <a:pt x="283" y="372"/>
                    <a:pt x="278" y="377"/>
                  </a:cubicBezTo>
                  <a:cubicBezTo>
                    <a:pt x="273" y="383"/>
                    <a:pt x="265" y="386"/>
                    <a:pt x="265" y="386"/>
                  </a:cubicBezTo>
                  <a:cubicBezTo>
                    <a:pt x="265" y="386"/>
                    <a:pt x="275" y="424"/>
                    <a:pt x="278" y="450"/>
                  </a:cubicBezTo>
                  <a:cubicBezTo>
                    <a:pt x="280" y="476"/>
                    <a:pt x="284" y="530"/>
                    <a:pt x="286" y="543"/>
                  </a:cubicBezTo>
                  <a:cubicBezTo>
                    <a:pt x="289" y="556"/>
                    <a:pt x="291" y="567"/>
                    <a:pt x="286" y="572"/>
                  </a:cubicBezTo>
                  <a:cubicBezTo>
                    <a:pt x="280" y="576"/>
                    <a:pt x="277" y="577"/>
                    <a:pt x="277" y="577"/>
                  </a:cubicBezTo>
                  <a:cubicBezTo>
                    <a:pt x="277" y="577"/>
                    <a:pt x="275" y="635"/>
                    <a:pt x="269" y="671"/>
                  </a:cubicBezTo>
                  <a:cubicBezTo>
                    <a:pt x="264" y="707"/>
                    <a:pt x="255" y="747"/>
                    <a:pt x="248" y="789"/>
                  </a:cubicBezTo>
                  <a:cubicBezTo>
                    <a:pt x="241" y="831"/>
                    <a:pt x="235" y="900"/>
                    <a:pt x="233" y="921"/>
                  </a:cubicBezTo>
                  <a:cubicBezTo>
                    <a:pt x="230" y="942"/>
                    <a:pt x="229" y="943"/>
                    <a:pt x="233" y="952"/>
                  </a:cubicBezTo>
                  <a:cubicBezTo>
                    <a:pt x="236" y="961"/>
                    <a:pt x="261" y="979"/>
                    <a:pt x="256" y="982"/>
                  </a:cubicBezTo>
                  <a:cubicBezTo>
                    <a:pt x="252" y="985"/>
                    <a:pt x="252" y="985"/>
                    <a:pt x="252" y="985"/>
                  </a:cubicBezTo>
                  <a:cubicBezTo>
                    <a:pt x="252" y="985"/>
                    <a:pt x="269" y="1008"/>
                    <a:pt x="284" y="1008"/>
                  </a:cubicBezTo>
                  <a:cubicBezTo>
                    <a:pt x="299" y="1008"/>
                    <a:pt x="317" y="1013"/>
                    <a:pt x="317" y="1024"/>
                  </a:cubicBezTo>
                  <a:cubicBezTo>
                    <a:pt x="317" y="1035"/>
                    <a:pt x="272" y="1028"/>
                    <a:pt x="257" y="1028"/>
                  </a:cubicBezTo>
                  <a:cubicBezTo>
                    <a:pt x="242" y="1028"/>
                    <a:pt x="226" y="1021"/>
                    <a:pt x="219" y="1017"/>
                  </a:cubicBezTo>
                  <a:cubicBezTo>
                    <a:pt x="211" y="1014"/>
                    <a:pt x="212" y="1021"/>
                    <a:pt x="212" y="1021"/>
                  </a:cubicBezTo>
                  <a:cubicBezTo>
                    <a:pt x="212" y="1021"/>
                    <a:pt x="192" y="1021"/>
                    <a:pt x="178" y="1020"/>
                  </a:cubicBezTo>
                  <a:cubicBezTo>
                    <a:pt x="164" y="1018"/>
                    <a:pt x="158" y="1018"/>
                    <a:pt x="158" y="1010"/>
                  </a:cubicBezTo>
                  <a:cubicBezTo>
                    <a:pt x="158" y="1002"/>
                    <a:pt x="158" y="999"/>
                    <a:pt x="158" y="999"/>
                  </a:cubicBezTo>
                  <a:cubicBezTo>
                    <a:pt x="158" y="999"/>
                    <a:pt x="158" y="977"/>
                    <a:pt x="162" y="952"/>
                  </a:cubicBezTo>
                  <a:cubicBezTo>
                    <a:pt x="165" y="928"/>
                    <a:pt x="163" y="833"/>
                    <a:pt x="162" y="804"/>
                  </a:cubicBezTo>
                  <a:cubicBezTo>
                    <a:pt x="160" y="775"/>
                    <a:pt x="157" y="746"/>
                    <a:pt x="157" y="746"/>
                  </a:cubicBezTo>
                  <a:cubicBezTo>
                    <a:pt x="157" y="746"/>
                    <a:pt x="128" y="846"/>
                    <a:pt x="113" y="901"/>
                  </a:cubicBezTo>
                  <a:cubicBezTo>
                    <a:pt x="97" y="957"/>
                    <a:pt x="78" y="1016"/>
                    <a:pt x="74" y="1019"/>
                  </a:cubicBezTo>
                  <a:cubicBezTo>
                    <a:pt x="70" y="1021"/>
                    <a:pt x="71" y="1025"/>
                    <a:pt x="71" y="1025"/>
                  </a:cubicBezTo>
                  <a:cubicBezTo>
                    <a:pt x="71" y="1025"/>
                    <a:pt x="87" y="1044"/>
                    <a:pt x="88" y="1057"/>
                  </a:cubicBezTo>
                  <a:cubicBezTo>
                    <a:pt x="89" y="1070"/>
                    <a:pt x="92" y="1075"/>
                    <a:pt x="79" y="1077"/>
                  </a:cubicBezTo>
                  <a:cubicBezTo>
                    <a:pt x="66" y="1078"/>
                    <a:pt x="35" y="1070"/>
                    <a:pt x="24" y="1063"/>
                  </a:cubicBezTo>
                  <a:cubicBezTo>
                    <a:pt x="14" y="1055"/>
                    <a:pt x="13" y="1047"/>
                    <a:pt x="8" y="1043"/>
                  </a:cubicBezTo>
                  <a:cubicBezTo>
                    <a:pt x="2" y="1040"/>
                    <a:pt x="0" y="1034"/>
                    <a:pt x="2" y="1025"/>
                  </a:cubicBezTo>
                  <a:cubicBezTo>
                    <a:pt x="5" y="1016"/>
                    <a:pt x="5" y="1014"/>
                    <a:pt x="5" y="1014"/>
                  </a:cubicBezTo>
                  <a:cubicBezTo>
                    <a:pt x="5" y="1014"/>
                    <a:pt x="1" y="1011"/>
                    <a:pt x="6" y="980"/>
                  </a:cubicBezTo>
                  <a:cubicBezTo>
                    <a:pt x="11" y="950"/>
                    <a:pt x="35" y="786"/>
                    <a:pt x="50" y="712"/>
                  </a:cubicBezTo>
                  <a:cubicBezTo>
                    <a:pt x="66" y="639"/>
                    <a:pt x="71" y="577"/>
                    <a:pt x="71" y="568"/>
                  </a:cubicBezTo>
                  <a:cubicBezTo>
                    <a:pt x="71" y="558"/>
                    <a:pt x="68" y="559"/>
                    <a:pt x="62" y="556"/>
                  </a:cubicBezTo>
                  <a:cubicBezTo>
                    <a:pt x="56" y="552"/>
                    <a:pt x="68" y="513"/>
                    <a:pt x="70" y="492"/>
                  </a:cubicBezTo>
                  <a:cubicBezTo>
                    <a:pt x="71" y="471"/>
                    <a:pt x="73" y="456"/>
                    <a:pt x="73" y="442"/>
                  </a:cubicBezTo>
                  <a:cubicBezTo>
                    <a:pt x="72" y="428"/>
                    <a:pt x="78" y="419"/>
                    <a:pt x="80" y="408"/>
                  </a:cubicBezTo>
                  <a:cubicBezTo>
                    <a:pt x="81" y="397"/>
                    <a:pt x="85" y="368"/>
                    <a:pt x="77" y="344"/>
                  </a:cubicBezTo>
                  <a:cubicBezTo>
                    <a:pt x="68" y="319"/>
                    <a:pt x="60" y="289"/>
                    <a:pt x="56" y="284"/>
                  </a:cubicBezTo>
                  <a:cubicBezTo>
                    <a:pt x="52" y="279"/>
                    <a:pt x="56" y="261"/>
                    <a:pt x="58" y="238"/>
                  </a:cubicBezTo>
                  <a:cubicBezTo>
                    <a:pt x="60" y="214"/>
                    <a:pt x="66" y="190"/>
                    <a:pt x="89" y="178"/>
                  </a:cubicBezTo>
                  <a:cubicBezTo>
                    <a:pt x="112" y="165"/>
                    <a:pt x="122" y="162"/>
                    <a:pt x="128" y="152"/>
                  </a:cubicBezTo>
                  <a:cubicBezTo>
                    <a:pt x="135" y="141"/>
                    <a:pt x="131" y="140"/>
                    <a:pt x="134" y="138"/>
                  </a:cubicBezTo>
                  <a:cubicBezTo>
                    <a:pt x="137" y="136"/>
                    <a:pt x="138" y="135"/>
                    <a:pt x="138" y="135"/>
                  </a:cubicBezTo>
                  <a:cubicBezTo>
                    <a:pt x="138" y="135"/>
                    <a:pt x="138" y="126"/>
                    <a:pt x="137" y="122"/>
                  </a:cubicBezTo>
                  <a:cubicBezTo>
                    <a:pt x="136" y="118"/>
                    <a:pt x="132" y="118"/>
                    <a:pt x="131" y="113"/>
                  </a:cubicBezTo>
                  <a:cubicBezTo>
                    <a:pt x="129" y="109"/>
                    <a:pt x="125" y="96"/>
                    <a:pt x="126" y="88"/>
                  </a:cubicBezTo>
                  <a:cubicBezTo>
                    <a:pt x="127" y="80"/>
                    <a:pt x="129" y="79"/>
                    <a:pt x="129" y="79"/>
                  </a:cubicBezTo>
                  <a:cubicBezTo>
                    <a:pt x="129" y="79"/>
                    <a:pt x="125" y="35"/>
                    <a:pt x="142" y="22"/>
                  </a:cubicBezTo>
                  <a:cubicBezTo>
                    <a:pt x="159" y="10"/>
                    <a:pt x="189" y="0"/>
                    <a:pt x="206" y="13"/>
                  </a:cubicBezTo>
                  <a:close/>
                </a:path>
              </a:pathLst>
            </a:custGeom>
            <a:solidFill>
              <a:srgbClr val="19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2" name="Freeform 700"/>
            <p:cNvSpPr>
              <a:spLocks/>
            </p:cNvSpPr>
            <p:nvPr/>
          </p:nvSpPr>
          <p:spPr bwMode="auto">
            <a:xfrm>
              <a:off x="859" y="593"/>
              <a:ext cx="147" cy="126"/>
            </a:xfrm>
            <a:custGeom>
              <a:avLst/>
              <a:gdLst>
                <a:gd name="T0" fmla="*/ 70 w 77"/>
                <a:gd name="T1" fmla="*/ 26 h 66"/>
                <a:gd name="T2" fmla="*/ 73 w 77"/>
                <a:gd name="T3" fmla="*/ 36 h 66"/>
                <a:gd name="T4" fmla="*/ 74 w 77"/>
                <a:gd name="T5" fmla="*/ 37 h 66"/>
                <a:gd name="T6" fmla="*/ 77 w 77"/>
                <a:gd name="T7" fmla="*/ 66 h 66"/>
                <a:gd name="T8" fmla="*/ 74 w 77"/>
                <a:gd name="T9" fmla="*/ 63 h 66"/>
                <a:gd name="T10" fmla="*/ 63 w 77"/>
                <a:gd name="T11" fmla="*/ 48 h 66"/>
                <a:gd name="T12" fmla="*/ 56 w 77"/>
                <a:gd name="T13" fmla="*/ 63 h 66"/>
                <a:gd name="T14" fmla="*/ 0 w 77"/>
                <a:gd name="T15" fmla="*/ 4 h 66"/>
                <a:gd name="T16" fmla="*/ 1 w 77"/>
                <a:gd name="T17" fmla="*/ 2 h 66"/>
                <a:gd name="T18" fmla="*/ 5 w 77"/>
                <a:gd name="T19" fmla="*/ 0 h 66"/>
                <a:gd name="T20" fmla="*/ 27 w 77"/>
                <a:gd name="T21" fmla="*/ 25 h 66"/>
                <a:gd name="T22" fmla="*/ 63 w 77"/>
                <a:gd name="T23" fmla="*/ 45 h 66"/>
                <a:gd name="T24" fmla="*/ 70 w 77"/>
                <a:gd name="T25" fmla="*/ 2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66">
                  <a:moveTo>
                    <a:pt x="70" y="26"/>
                  </a:moveTo>
                  <a:cubicBezTo>
                    <a:pt x="71" y="31"/>
                    <a:pt x="73" y="36"/>
                    <a:pt x="73" y="36"/>
                  </a:cubicBezTo>
                  <a:cubicBezTo>
                    <a:pt x="73" y="36"/>
                    <a:pt x="74" y="37"/>
                    <a:pt x="74" y="37"/>
                  </a:cubicBezTo>
                  <a:cubicBezTo>
                    <a:pt x="74" y="43"/>
                    <a:pt x="76" y="56"/>
                    <a:pt x="77" y="66"/>
                  </a:cubicBezTo>
                  <a:cubicBezTo>
                    <a:pt x="76" y="66"/>
                    <a:pt x="75" y="65"/>
                    <a:pt x="74" y="63"/>
                  </a:cubicBezTo>
                  <a:cubicBezTo>
                    <a:pt x="69" y="52"/>
                    <a:pt x="67" y="46"/>
                    <a:pt x="63" y="48"/>
                  </a:cubicBezTo>
                  <a:cubicBezTo>
                    <a:pt x="61" y="50"/>
                    <a:pt x="58" y="57"/>
                    <a:pt x="56" y="63"/>
                  </a:cubicBezTo>
                  <a:cubicBezTo>
                    <a:pt x="43" y="48"/>
                    <a:pt x="12" y="14"/>
                    <a:pt x="0" y="4"/>
                  </a:cubicBezTo>
                  <a:cubicBezTo>
                    <a:pt x="0" y="3"/>
                    <a:pt x="0" y="3"/>
                    <a:pt x="1" y="2"/>
                  </a:cubicBezTo>
                  <a:cubicBezTo>
                    <a:pt x="3" y="1"/>
                    <a:pt x="4" y="0"/>
                    <a:pt x="5" y="0"/>
                  </a:cubicBezTo>
                  <a:cubicBezTo>
                    <a:pt x="8" y="6"/>
                    <a:pt x="17" y="19"/>
                    <a:pt x="27" y="25"/>
                  </a:cubicBezTo>
                  <a:cubicBezTo>
                    <a:pt x="38" y="31"/>
                    <a:pt x="63" y="45"/>
                    <a:pt x="63" y="45"/>
                  </a:cubicBezTo>
                  <a:cubicBezTo>
                    <a:pt x="63" y="45"/>
                    <a:pt x="68" y="33"/>
                    <a:pt x="70"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3" name="Freeform 701"/>
            <p:cNvSpPr>
              <a:spLocks/>
            </p:cNvSpPr>
            <p:nvPr/>
          </p:nvSpPr>
          <p:spPr bwMode="auto">
            <a:xfrm>
              <a:off x="1029" y="882"/>
              <a:ext cx="74" cy="105"/>
            </a:xfrm>
            <a:custGeom>
              <a:avLst/>
              <a:gdLst>
                <a:gd name="T0" fmla="*/ 7 w 39"/>
                <a:gd name="T1" fmla="*/ 43 h 55"/>
                <a:gd name="T2" fmla="*/ 21 w 39"/>
                <a:gd name="T3" fmla="*/ 27 h 55"/>
                <a:gd name="T4" fmla="*/ 5 w 39"/>
                <a:gd name="T5" fmla="*/ 8 h 55"/>
                <a:gd name="T6" fmla="*/ 19 w 39"/>
                <a:gd name="T7" fmla="*/ 8 h 55"/>
                <a:gd name="T8" fmla="*/ 39 w 39"/>
                <a:gd name="T9" fmla="*/ 55 h 55"/>
                <a:gd name="T10" fmla="*/ 7 w 39"/>
                <a:gd name="T11" fmla="*/ 43 h 55"/>
              </a:gdLst>
              <a:ahLst/>
              <a:cxnLst>
                <a:cxn ang="0">
                  <a:pos x="T0" y="T1"/>
                </a:cxn>
                <a:cxn ang="0">
                  <a:pos x="T2" y="T3"/>
                </a:cxn>
                <a:cxn ang="0">
                  <a:pos x="T4" y="T5"/>
                </a:cxn>
                <a:cxn ang="0">
                  <a:pos x="T6" y="T7"/>
                </a:cxn>
                <a:cxn ang="0">
                  <a:pos x="T8" y="T9"/>
                </a:cxn>
                <a:cxn ang="0">
                  <a:pos x="T10" y="T11"/>
                </a:cxn>
              </a:cxnLst>
              <a:rect l="0" t="0" r="r" b="b"/>
              <a:pathLst>
                <a:path w="39" h="55">
                  <a:moveTo>
                    <a:pt x="7" y="43"/>
                  </a:moveTo>
                  <a:cubicBezTo>
                    <a:pt x="7" y="43"/>
                    <a:pt x="21" y="38"/>
                    <a:pt x="21" y="27"/>
                  </a:cubicBezTo>
                  <a:cubicBezTo>
                    <a:pt x="21" y="16"/>
                    <a:pt x="11" y="8"/>
                    <a:pt x="5" y="8"/>
                  </a:cubicBezTo>
                  <a:cubicBezTo>
                    <a:pt x="0" y="7"/>
                    <a:pt x="8" y="0"/>
                    <a:pt x="19" y="8"/>
                  </a:cubicBezTo>
                  <a:cubicBezTo>
                    <a:pt x="30" y="17"/>
                    <a:pt x="39" y="55"/>
                    <a:pt x="39" y="55"/>
                  </a:cubicBezTo>
                  <a:cubicBezTo>
                    <a:pt x="39" y="55"/>
                    <a:pt x="16" y="47"/>
                    <a:pt x="7"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4" name="Freeform 702"/>
            <p:cNvSpPr>
              <a:spLocks/>
            </p:cNvSpPr>
            <p:nvPr/>
          </p:nvSpPr>
          <p:spPr bwMode="auto">
            <a:xfrm>
              <a:off x="1098" y="1001"/>
              <a:ext cx="17" cy="80"/>
            </a:xfrm>
            <a:custGeom>
              <a:avLst/>
              <a:gdLst>
                <a:gd name="T0" fmla="*/ 3 w 9"/>
                <a:gd name="T1" fmla="*/ 0 h 42"/>
                <a:gd name="T2" fmla="*/ 9 w 9"/>
                <a:gd name="T3" fmla="*/ 35 h 42"/>
                <a:gd name="T4" fmla="*/ 0 w 9"/>
                <a:gd name="T5" fmla="*/ 42 h 42"/>
                <a:gd name="T6" fmla="*/ 3 w 9"/>
                <a:gd name="T7" fmla="*/ 0 h 42"/>
              </a:gdLst>
              <a:ahLst/>
              <a:cxnLst>
                <a:cxn ang="0">
                  <a:pos x="T0" y="T1"/>
                </a:cxn>
                <a:cxn ang="0">
                  <a:pos x="T2" y="T3"/>
                </a:cxn>
                <a:cxn ang="0">
                  <a:pos x="T4" y="T5"/>
                </a:cxn>
                <a:cxn ang="0">
                  <a:pos x="T6" y="T7"/>
                </a:cxn>
              </a:cxnLst>
              <a:rect l="0" t="0" r="r" b="b"/>
              <a:pathLst>
                <a:path w="9" h="42">
                  <a:moveTo>
                    <a:pt x="3" y="0"/>
                  </a:moveTo>
                  <a:cubicBezTo>
                    <a:pt x="9" y="35"/>
                    <a:pt x="9" y="35"/>
                    <a:pt x="9" y="35"/>
                  </a:cubicBezTo>
                  <a:cubicBezTo>
                    <a:pt x="0" y="42"/>
                    <a:pt x="0" y="42"/>
                    <a:pt x="0" y="42"/>
                  </a:cubicBezTo>
                  <a:cubicBezTo>
                    <a:pt x="0" y="42"/>
                    <a:pt x="2" y="12"/>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5" name="Freeform 703"/>
            <p:cNvSpPr>
              <a:spLocks noEditPoints="1"/>
            </p:cNvSpPr>
            <p:nvPr/>
          </p:nvSpPr>
          <p:spPr bwMode="auto">
            <a:xfrm>
              <a:off x="4962" y="363"/>
              <a:ext cx="488" cy="1980"/>
            </a:xfrm>
            <a:custGeom>
              <a:avLst/>
              <a:gdLst>
                <a:gd name="T0" fmla="*/ 122 w 255"/>
                <a:gd name="T1" fmla="*/ 0 h 1034"/>
                <a:gd name="T2" fmla="*/ 168 w 255"/>
                <a:gd name="T3" fmla="*/ 41 h 1034"/>
                <a:gd name="T4" fmla="*/ 176 w 255"/>
                <a:gd name="T5" fmla="*/ 71 h 1034"/>
                <a:gd name="T6" fmla="*/ 183 w 255"/>
                <a:gd name="T7" fmla="*/ 112 h 1034"/>
                <a:gd name="T8" fmla="*/ 196 w 255"/>
                <a:gd name="T9" fmla="*/ 152 h 1034"/>
                <a:gd name="T10" fmla="*/ 203 w 255"/>
                <a:gd name="T11" fmla="*/ 172 h 1034"/>
                <a:gd name="T12" fmla="*/ 240 w 255"/>
                <a:gd name="T13" fmla="*/ 194 h 1034"/>
                <a:gd name="T14" fmla="*/ 252 w 255"/>
                <a:gd name="T15" fmla="*/ 271 h 1034"/>
                <a:gd name="T16" fmla="*/ 245 w 255"/>
                <a:gd name="T17" fmla="*/ 338 h 1034"/>
                <a:gd name="T18" fmla="*/ 219 w 255"/>
                <a:gd name="T19" fmla="*/ 357 h 1034"/>
                <a:gd name="T20" fmla="*/ 226 w 255"/>
                <a:gd name="T21" fmla="*/ 424 h 1034"/>
                <a:gd name="T22" fmla="*/ 235 w 255"/>
                <a:gd name="T23" fmla="*/ 473 h 1034"/>
                <a:gd name="T24" fmla="*/ 222 w 255"/>
                <a:gd name="T25" fmla="*/ 475 h 1034"/>
                <a:gd name="T26" fmla="*/ 216 w 255"/>
                <a:gd name="T27" fmla="*/ 541 h 1034"/>
                <a:gd name="T28" fmla="*/ 196 w 255"/>
                <a:gd name="T29" fmla="*/ 650 h 1034"/>
                <a:gd name="T30" fmla="*/ 189 w 255"/>
                <a:gd name="T31" fmla="*/ 664 h 1034"/>
                <a:gd name="T32" fmla="*/ 179 w 255"/>
                <a:gd name="T33" fmla="*/ 664 h 1034"/>
                <a:gd name="T34" fmla="*/ 177 w 255"/>
                <a:gd name="T35" fmla="*/ 697 h 1034"/>
                <a:gd name="T36" fmla="*/ 170 w 255"/>
                <a:gd name="T37" fmla="*/ 765 h 1034"/>
                <a:gd name="T38" fmla="*/ 141 w 255"/>
                <a:gd name="T39" fmla="*/ 872 h 1034"/>
                <a:gd name="T40" fmla="*/ 161 w 255"/>
                <a:gd name="T41" fmla="*/ 933 h 1034"/>
                <a:gd name="T42" fmla="*/ 179 w 255"/>
                <a:gd name="T43" fmla="*/ 973 h 1034"/>
                <a:gd name="T44" fmla="*/ 152 w 255"/>
                <a:gd name="T45" fmla="*/ 975 h 1034"/>
                <a:gd name="T46" fmla="*/ 139 w 255"/>
                <a:gd name="T47" fmla="*/ 966 h 1034"/>
                <a:gd name="T48" fmla="*/ 143 w 255"/>
                <a:gd name="T49" fmla="*/ 986 h 1034"/>
                <a:gd name="T50" fmla="*/ 128 w 255"/>
                <a:gd name="T51" fmla="*/ 1034 h 1034"/>
                <a:gd name="T52" fmla="*/ 122 w 255"/>
                <a:gd name="T53" fmla="*/ 1033 h 1034"/>
                <a:gd name="T54" fmla="*/ 122 w 255"/>
                <a:gd name="T55" fmla="*/ 726 h 1034"/>
                <a:gd name="T56" fmla="*/ 125 w 255"/>
                <a:gd name="T57" fmla="*/ 709 h 1034"/>
                <a:gd name="T58" fmla="*/ 125 w 255"/>
                <a:gd name="T59" fmla="*/ 662 h 1034"/>
                <a:gd name="T60" fmla="*/ 122 w 255"/>
                <a:gd name="T61" fmla="*/ 680 h 1034"/>
                <a:gd name="T62" fmla="*/ 122 w 255"/>
                <a:gd name="T63" fmla="*/ 0 h 1034"/>
                <a:gd name="T64" fmla="*/ 121 w 255"/>
                <a:gd name="T65" fmla="*/ 0 h 1034"/>
                <a:gd name="T66" fmla="*/ 122 w 255"/>
                <a:gd name="T67" fmla="*/ 0 h 1034"/>
                <a:gd name="T68" fmla="*/ 122 w 255"/>
                <a:gd name="T69" fmla="*/ 680 h 1034"/>
                <a:gd name="T70" fmla="*/ 119 w 255"/>
                <a:gd name="T71" fmla="*/ 698 h 1034"/>
                <a:gd name="T72" fmla="*/ 120 w 255"/>
                <a:gd name="T73" fmla="*/ 721 h 1034"/>
                <a:gd name="T74" fmla="*/ 121 w 255"/>
                <a:gd name="T75" fmla="*/ 737 h 1034"/>
                <a:gd name="T76" fmla="*/ 122 w 255"/>
                <a:gd name="T77" fmla="*/ 726 h 1034"/>
                <a:gd name="T78" fmla="*/ 122 w 255"/>
                <a:gd name="T79" fmla="*/ 1033 h 1034"/>
                <a:gd name="T80" fmla="*/ 101 w 255"/>
                <a:gd name="T81" fmla="*/ 992 h 1034"/>
                <a:gd name="T82" fmla="*/ 100 w 255"/>
                <a:gd name="T83" fmla="*/ 948 h 1034"/>
                <a:gd name="T84" fmla="*/ 92 w 255"/>
                <a:gd name="T85" fmla="*/ 901 h 1034"/>
                <a:gd name="T86" fmla="*/ 59 w 255"/>
                <a:gd name="T87" fmla="*/ 756 h 1034"/>
                <a:gd name="T88" fmla="*/ 61 w 255"/>
                <a:gd name="T89" fmla="*/ 692 h 1034"/>
                <a:gd name="T90" fmla="*/ 57 w 255"/>
                <a:gd name="T91" fmla="*/ 661 h 1034"/>
                <a:gd name="T92" fmla="*/ 39 w 255"/>
                <a:gd name="T93" fmla="*/ 645 h 1034"/>
                <a:gd name="T94" fmla="*/ 34 w 255"/>
                <a:gd name="T95" fmla="*/ 530 h 1034"/>
                <a:gd name="T96" fmla="*/ 35 w 255"/>
                <a:gd name="T97" fmla="*/ 468 h 1034"/>
                <a:gd name="T98" fmla="*/ 13 w 255"/>
                <a:gd name="T99" fmla="*/ 464 h 1034"/>
                <a:gd name="T100" fmla="*/ 31 w 255"/>
                <a:gd name="T101" fmla="*/ 411 h 1034"/>
                <a:gd name="T102" fmla="*/ 34 w 255"/>
                <a:gd name="T103" fmla="*/ 372 h 1034"/>
                <a:gd name="T104" fmla="*/ 2 w 255"/>
                <a:gd name="T105" fmla="*/ 344 h 1034"/>
                <a:gd name="T106" fmla="*/ 2 w 255"/>
                <a:gd name="T107" fmla="*/ 266 h 1034"/>
                <a:gd name="T108" fmla="*/ 8 w 255"/>
                <a:gd name="T109" fmla="*/ 232 h 1034"/>
                <a:gd name="T110" fmla="*/ 31 w 255"/>
                <a:gd name="T111" fmla="*/ 175 h 1034"/>
                <a:gd name="T112" fmla="*/ 55 w 255"/>
                <a:gd name="T113" fmla="*/ 166 h 1034"/>
                <a:gd name="T114" fmla="*/ 57 w 255"/>
                <a:gd name="T115" fmla="*/ 143 h 1034"/>
                <a:gd name="T116" fmla="*/ 71 w 255"/>
                <a:gd name="T117" fmla="*/ 115 h 1034"/>
                <a:gd name="T118" fmla="*/ 73 w 255"/>
                <a:gd name="T119" fmla="*/ 73 h 1034"/>
                <a:gd name="T120" fmla="*/ 121 w 255"/>
                <a:gd name="T121" fmla="*/ 0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5" h="1034">
                  <a:moveTo>
                    <a:pt x="122" y="0"/>
                  </a:moveTo>
                  <a:cubicBezTo>
                    <a:pt x="145" y="0"/>
                    <a:pt x="164" y="21"/>
                    <a:pt x="168" y="41"/>
                  </a:cubicBezTo>
                  <a:cubicBezTo>
                    <a:pt x="173" y="61"/>
                    <a:pt x="176" y="60"/>
                    <a:pt x="176" y="71"/>
                  </a:cubicBezTo>
                  <a:cubicBezTo>
                    <a:pt x="176" y="82"/>
                    <a:pt x="181" y="94"/>
                    <a:pt x="183" y="112"/>
                  </a:cubicBezTo>
                  <a:cubicBezTo>
                    <a:pt x="185" y="129"/>
                    <a:pt x="187" y="141"/>
                    <a:pt x="196" y="152"/>
                  </a:cubicBezTo>
                  <a:cubicBezTo>
                    <a:pt x="205" y="162"/>
                    <a:pt x="203" y="172"/>
                    <a:pt x="203" y="172"/>
                  </a:cubicBezTo>
                  <a:cubicBezTo>
                    <a:pt x="203" y="172"/>
                    <a:pt x="233" y="174"/>
                    <a:pt x="240" y="194"/>
                  </a:cubicBezTo>
                  <a:cubicBezTo>
                    <a:pt x="248" y="214"/>
                    <a:pt x="249" y="248"/>
                    <a:pt x="252" y="271"/>
                  </a:cubicBezTo>
                  <a:cubicBezTo>
                    <a:pt x="255" y="294"/>
                    <a:pt x="253" y="321"/>
                    <a:pt x="245" y="338"/>
                  </a:cubicBezTo>
                  <a:cubicBezTo>
                    <a:pt x="236" y="355"/>
                    <a:pt x="219" y="357"/>
                    <a:pt x="219" y="357"/>
                  </a:cubicBezTo>
                  <a:cubicBezTo>
                    <a:pt x="219" y="357"/>
                    <a:pt x="216" y="393"/>
                    <a:pt x="226" y="424"/>
                  </a:cubicBezTo>
                  <a:cubicBezTo>
                    <a:pt x="236" y="455"/>
                    <a:pt x="244" y="471"/>
                    <a:pt x="235" y="473"/>
                  </a:cubicBezTo>
                  <a:cubicBezTo>
                    <a:pt x="226" y="474"/>
                    <a:pt x="222" y="475"/>
                    <a:pt x="222" y="475"/>
                  </a:cubicBezTo>
                  <a:cubicBezTo>
                    <a:pt x="222" y="475"/>
                    <a:pt x="222" y="515"/>
                    <a:pt x="216" y="541"/>
                  </a:cubicBezTo>
                  <a:cubicBezTo>
                    <a:pt x="210" y="567"/>
                    <a:pt x="196" y="634"/>
                    <a:pt x="196" y="650"/>
                  </a:cubicBezTo>
                  <a:cubicBezTo>
                    <a:pt x="196" y="667"/>
                    <a:pt x="195" y="664"/>
                    <a:pt x="189" y="664"/>
                  </a:cubicBezTo>
                  <a:cubicBezTo>
                    <a:pt x="183" y="664"/>
                    <a:pt x="179" y="664"/>
                    <a:pt x="179" y="664"/>
                  </a:cubicBezTo>
                  <a:cubicBezTo>
                    <a:pt x="179" y="664"/>
                    <a:pt x="180" y="691"/>
                    <a:pt x="177" y="697"/>
                  </a:cubicBezTo>
                  <a:cubicBezTo>
                    <a:pt x="174" y="704"/>
                    <a:pt x="179" y="733"/>
                    <a:pt x="170" y="765"/>
                  </a:cubicBezTo>
                  <a:cubicBezTo>
                    <a:pt x="160" y="796"/>
                    <a:pt x="141" y="849"/>
                    <a:pt x="141" y="872"/>
                  </a:cubicBezTo>
                  <a:cubicBezTo>
                    <a:pt x="141" y="894"/>
                    <a:pt x="150" y="922"/>
                    <a:pt x="161" y="933"/>
                  </a:cubicBezTo>
                  <a:cubicBezTo>
                    <a:pt x="171" y="944"/>
                    <a:pt x="187" y="967"/>
                    <a:pt x="179" y="973"/>
                  </a:cubicBezTo>
                  <a:cubicBezTo>
                    <a:pt x="170" y="978"/>
                    <a:pt x="159" y="977"/>
                    <a:pt x="152" y="975"/>
                  </a:cubicBezTo>
                  <a:cubicBezTo>
                    <a:pt x="145" y="973"/>
                    <a:pt x="139" y="966"/>
                    <a:pt x="139" y="966"/>
                  </a:cubicBezTo>
                  <a:cubicBezTo>
                    <a:pt x="139" y="966"/>
                    <a:pt x="140" y="977"/>
                    <a:pt x="143" y="986"/>
                  </a:cubicBezTo>
                  <a:cubicBezTo>
                    <a:pt x="146" y="995"/>
                    <a:pt x="143" y="1034"/>
                    <a:pt x="128" y="1034"/>
                  </a:cubicBezTo>
                  <a:cubicBezTo>
                    <a:pt x="126" y="1034"/>
                    <a:pt x="124" y="1033"/>
                    <a:pt x="122" y="1033"/>
                  </a:cubicBezTo>
                  <a:cubicBezTo>
                    <a:pt x="122" y="726"/>
                    <a:pt x="122" y="726"/>
                    <a:pt x="122" y="726"/>
                  </a:cubicBezTo>
                  <a:cubicBezTo>
                    <a:pt x="122" y="720"/>
                    <a:pt x="123" y="713"/>
                    <a:pt x="125" y="709"/>
                  </a:cubicBezTo>
                  <a:cubicBezTo>
                    <a:pt x="128" y="701"/>
                    <a:pt x="125" y="685"/>
                    <a:pt x="125" y="662"/>
                  </a:cubicBezTo>
                  <a:cubicBezTo>
                    <a:pt x="125" y="662"/>
                    <a:pt x="124" y="671"/>
                    <a:pt x="122" y="680"/>
                  </a:cubicBezTo>
                  <a:lnTo>
                    <a:pt x="122" y="0"/>
                  </a:lnTo>
                  <a:close/>
                  <a:moveTo>
                    <a:pt x="121" y="0"/>
                  </a:moveTo>
                  <a:cubicBezTo>
                    <a:pt x="122" y="0"/>
                    <a:pt x="122" y="0"/>
                    <a:pt x="122" y="0"/>
                  </a:cubicBezTo>
                  <a:cubicBezTo>
                    <a:pt x="122" y="680"/>
                    <a:pt x="122" y="680"/>
                    <a:pt x="122" y="680"/>
                  </a:cubicBezTo>
                  <a:cubicBezTo>
                    <a:pt x="121" y="687"/>
                    <a:pt x="120" y="694"/>
                    <a:pt x="119" y="698"/>
                  </a:cubicBezTo>
                  <a:cubicBezTo>
                    <a:pt x="116" y="708"/>
                    <a:pt x="120" y="714"/>
                    <a:pt x="120" y="721"/>
                  </a:cubicBezTo>
                  <a:cubicBezTo>
                    <a:pt x="120" y="728"/>
                    <a:pt x="121" y="737"/>
                    <a:pt x="121" y="737"/>
                  </a:cubicBezTo>
                  <a:cubicBezTo>
                    <a:pt x="121" y="737"/>
                    <a:pt x="122" y="732"/>
                    <a:pt x="122" y="726"/>
                  </a:cubicBezTo>
                  <a:cubicBezTo>
                    <a:pt x="122" y="1033"/>
                    <a:pt x="122" y="1033"/>
                    <a:pt x="122" y="1033"/>
                  </a:cubicBezTo>
                  <a:cubicBezTo>
                    <a:pt x="110" y="1029"/>
                    <a:pt x="101" y="1014"/>
                    <a:pt x="101" y="992"/>
                  </a:cubicBezTo>
                  <a:cubicBezTo>
                    <a:pt x="102" y="967"/>
                    <a:pt x="96" y="963"/>
                    <a:pt x="100" y="948"/>
                  </a:cubicBezTo>
                  <a:cubicBezTo>
                    <a:pt x="104" y="934"/>
                    <a:pt x="100" y="923"/>
                    <a:pt x="92" y="901"/>
                  </a:cubicBezTo>
                  <a:cubicBezTo>
                    <a:pt x="85" y="878"/>
                    <a:pt x="58" y="781"/>
                    <a:pt x="59" y="756"/>
                  </a:cubicBezTo>
                  <a:cubicBezTo>
                    <a:pt x="61" y="731"/>
                    <a:pt x="63" y="709"/>
                    <a:pt x="61" y="692"/>
                  </a:cubicBezTo>
                  <a:cubicBezTo>
                    <a:pt x="59" y="675"/>
                    <a:pt x="57" y="661"/>
                    <a:pt x="57" y="661"/>
                  </a:cubicBezTo>
                  <a:cubicBezTo>
                    <a:pt x="57" y="661"/>
                    <a:pt x="39" y="669"/>
                    <a:pt x="39" y="645"/>
                  </a:cubicBezTo>
                  <a:cubicBezTo>
                    <a:pt x="39" y="621"/>
                    <a:pt x="35" y="551"/>
                    <a:pt x="34" y="530"/>
                  </a:cubicBezTo>
                  <a:cubicBezTo>
                    <a:pt x="32" y="509"/>
                    <a:pt x="35" y="468"/>
                    <a:pt x="35" y="468"/>
                  </a:cubicBezTo>
                  <a:cubicBezTo>
                    <a:pt x="35" y="468"/>
                    <a:pt x="18" y="467"/>
                    <a:pt x="13" y="464"/>
                  </a:cubicBezTo>
                  <a:cubicBezTo>
                    <a:pt x="7" y="462"/>
                    <a:pt x="27" y="426"/>
                    <a:pt x="31" y="411"/>
                  </a:cubicBezTo>
                  <a:cubicBezTo>
                    <a:pt x="35" y="397"/>
                    <a:pt x="34" y="372"/>
                    <a:pt x="34" y="372"/>
                  </a:cubicBezTo>
                  <a:cubicBezTo>
                    <a:pt x="34" y="372"/>
                    <a:pt x="4" y="370"/>
                    <a:pt x="2" y="344"/>
                  </a:cubicBezTo>
                  <a:cubicBezTo>
                    <a:pt x="1" y="319"/>
                    <a:pt x="0" y="282"/>
                    <a:pt x="2" y="266"/>
                  </a:cubicBezTo>
                  <a:cubicBezTo>
                    <a:pt x="5" y="251"/>
                    <a:pt x="5" y="253"/>
                    <a:pt x="8" y="232"/>
                  </a:cubicBezTo>
                  <a:cubicBezTo>
                    <a:pt x="10" y="212"/>
                    <a:pt x="21" y="177"/>
                    <a:pt x="31" y="175"/>
                  </a:cubicBezTo>
                  <a:cubicBezTo>
                    <a:pt x="42" y="174"/>
                    <a:pt x="55" y="166"/>
                    <a:pt x="55" y="166"/>
                  </a:cubicBezTo>
                  <a:cubicBezTo>
                    <a:pt x="55" y="166"/>
                    <a:pt x="44" y="154"/>
                    <a:pt x="57" y="143"/>
                  </a:cubicBezTo>
                  <a:cubicBezTo>
                    <a:pt x="70" y="133"/>
                    <a:pt x="77" y="129"/>
                    <a:pt x="71" y="115"/>
                  </a:cubicBezTo>
                  <a:cubicBezTo>
                    <a:pt x="66" y="101"/>
                    <a:pt x="70" y="91"/>
                    <a:pt x="73" y="73"/>
                  </a:cubicBezTo>
                  <a:cubicBezTo>
                    <a:pt x="76" y="55"/>
                    <a:pt x="85" y="1"/>
                    <a:pt x="121" y="0"/>
                  </a:cubicBezTo>
                  <a:close/>
                </a:path>
              </a:pathLst>
            </a:custGeom>
            <a:solidFill>
              <a:srgbClr val="1F1F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6" name="Freeform 704"/>
            <p:cNvSpPr>
              <a:spLocks/>
            </p:cNvSpPr>
            <p:nvPr/>
          </p:nvSpPr>
          <p:spPr bwMode="auto">
            <a:xfrm>
              <a:off x="5159" y="643"/>
              <a:ext cx="117" cy="226"/>
            </a:xfrm>
            <a:custGeom>
              <a:avLst/>
              <a:gdLst>
                <a:gd name="T0" fmla="*/ 1 w 61"/>
                <a:gd name="T1" fmla="*/ 3 h 118"/>
                <a:gd name="T2" fmla="*/ 17 w 61"/>
                <a:gd name="T3" fmla="*/ 27 h 118"/>
                <a:gd name="T4" fmla="*/ 27 w 61"/>
                <a:gd name="T5" fmla="*/ 82 h 118"/>
                <a:gd name="T6" fmla="*/ 38 w 61"/>
                <a:gd name="T7" fmla="*/ 59 h 118"/>
                <a:gd name="T8" fmla="*/ 43 w 61"/>
                <a:gd name="T9" fmla="*/ 32 h 118"/>
                <a:gd name="T10" fmla="*/ 60 w 61"/>
                <a:gd name="T11" fmla="*/ 0 h 118"/>
                <a:gd name="T12" fmla="*/ 60 w 61"/>
                <a:gd name="T13" fmla="*/ 21 h 118"/>
                <a:gd name="T14" fmla="*/ 43 w 61"/>
                <a:gd name="T15" fmla="*/ 74 h 118"/>
                <a:gd name="T16" fmla="*/ 29 w 61"/>
                <a:gd name="T17" fmla="*/ 111 h 118"/>
                <a:gd name="T18" fmla="*/ 14 w 61"/>
                <a:gd name="T19" fmla="*/ 76 h 118"/>
                <a:gd name="T20" fmla="*/ 1 w 61"/>
                <a:gd name="T21" fmla="*/ 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18">
                  <a:moveTo>
                    <a:pt x="1" y="3"/>
                  </a:moveTo>
                  <a:cubicBezTo>
                    <a:pt x="1" y="3"/>
                    <a:pt x="17" y="16"/>
                    <a:pt x="17" y="27"/>
                  </a:cubicBezTo>
                  <a:cubicBezTo>
                    <a:pt x="17" y="37"/>
                    <a:pt x="24" y="72"/>
                    <a:pt x="27" y="82"/>
                  </a:cubicBezTo>
                  <a:cubicBezTo>
                    <a:pt x="30" y="93"/>
                    <a:pt x="32" y="70"/>
                    <a:pt x="38" y="59"/>
                  </a:cubicBezTo>
                  <a:cubicBezTo>
                    <a:pt x="43" y="49"/>
                    <a:pt x="46" y="40"/>
                    <a:pt x="43" y="32"/>
                  </a:cubicBezTo>
                  <a:cubicBezTo>
                    <a:pt x="39" y="24"/>
                    <a:pt x="52" y="20"/>
                    <a:pt x="60" y="0"/>
                  </a:cubicBezTo>
                  <a:cubicBezTo>
                    <a:pt x="61" y="8"/>
                    <a:pt x="60" y="14"/>
                    <a:pt x="60" y="21"/>
                  </a:cubicBezTo>
                  <a:cubicBezTo>
                    <a:pt x="60" y="29"/>
                    <a:pt x="47" y="66"/>
                    <a:pt x="43" y="74"/>
                  </a:cubicBezTo>
                  <a:cubicBezTo>
                    <a:pt x="40" y="81"/>
                    <a:pt x="30" y="104"/>
                    <a:pt x="29" y="111"/>
                  </a:cubicBezTo>
                  <a:cubicBezTo>
                    <a:pt x="28" y="118"/>
                    <a:pt x="19" y="98"/>
                    <a:pt x="14" y="76"/>
                  </a:cubicBezTo>
                  <a:cubicBezTo>
                    <a:pt x="9" y="55"/>
                    <a:pt x="0" y="23"/>
                    <a:pt x="1"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7" name="Freeform 705"/>
            <p:cNvSpPr>
              <a:spLocks/>
            </p:cNvSpPr>
            <p:nvPr/>
          </p:nvSpPr>
          <p:spPr bwMode="auto">
            <a:xfrm>
              <a:off x="5100" y="951"/>
              <a:ext cx="21" cy="50"/>
            </a:xfrm>
            <a:custGeom>
              <a:avLst/>
              <a:gdLst>
                <a:gd name="T0" fmla="*/ 8 w 11"/>
                <a:gd name="T1" fmla="*/ 26 h 26"/>
                <a:gd name="T2" fmla="*/ 11 w 11"/>
                <a:gd name="T3" fmla="*/ 11 h 26"/>
                <a:gd name="T4" fmla="*/ 11 w 11"/>
                <a:gd name="T5" fmla="*/ 0 h 26"/>
                <a:gd name="T6" fmla="*/ 2 w 11"/>
                <a:gd name="T7" fmla="*/ 2 h 26"/>
                <a:gd name="T8" fmla="*/ 0 w 11"/>
                <a:gd name="T9" fmla="*/ 23 h 26"/>
                <a:gd name="T10" fmla="*/ 8 w 11"/>
                <a:gd name="T11" fmla="*/ 26 h 26"/>
              </a:gdLst>
              <a:ahLst/>
              <a:cxnLst>
                <a:cxn ang="0">
                  <a:pos x="T0" y="T1"/>
                </a:cxn>
                <a:cxn ang="0">
                  <a:pos x="T2" y="T3"/>
                </a:cxn>
                <a:cxn ang="0">
                  <a:pos x="T4" y="T5"/>
                </a:cxn>
                <a:cxn ang="0">
                  <a:pos x="T6" y="T7"/>
                </a:cxn>
                <a:cxn ang="0">
                  <a:pos x="T8" y="T9"/>
                </a:cxn>
                <a:cxn ang="0">
                  <a:pos x="T10" y="T11"/>
                </a:cxn>
              </a:cxnLst>
              <a:rect l="0" t="0" r="r" b="b"/>
              <a:pathLst>
                <a:path w="11" h="26">
                  <a:moveTo>
                    <a:pt x="8" y="26"/>
                  </a:moveTo>
                  <a:cubicBezTo>
                    <a:pt x="8" y="26"/>
                    <a:pt x="10" y="19"/>
                    <a:pt x="11" y="11"/>
                  </a:cubicBezTo>
                  <a:cubicBezTo>
                    <a:pt x="11" y="3"/>
                    <a:pt x="11" y="0"/>
                    <a:pt x="11" y="0"/>
                  </a:cubicBezTo>
                  <a:cubicBezTo>
                    <a:pt x="2" y="2"/>
                    <a:pt x="2" y="2"/>
                    <a:pt x="2" y="2"/>
                  </a:cubicBezTo>
                  <a:cubicBezTo>
                    <a:pt x="2" y="2"/>
                    <a:pt x="1" y="18"/>
                    <a:pt x="0" y="23"/>
                  </a:cubicBezTo>
                  <a:cubicBezTo>
                    <a:pt x="4" y="26"/>
                    <a:pt x="8" y="26"/>
                    <a:pt x="8"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8" name="Freeform 706"/>
            <p:cNvSpPr>
              <a:spLocks/>
            </p:cNvSpPr>
            <p:nvPr/>
          </p:nvSpPr>
          <p:spPr bwMode="auto">
            <a:xfrm>
              <a:off x="5263" y="1050"/>
              <a:ext cx="23" cy="50"/>
            </a:xfrm>
            <a:custGeom>
              <a:avLst/>
              <a:gdLst>
                <a:gd name="T0" fmla="*/ 3 w 12"/>
                <a:gd name="T1" fmla="*/ 0 h 26"/>
                <a:gd name="T2" fmla="*/ 0 w 12"/>
                <a:gd name="T3" fmla="*/ 21 h 26"/>
                <a:gd name="T4" fmla="*/ 12 w 12"/>
                <a:gd name="T5" fmla="*/ 21 h 26"/>
                <a:gd name="T6" fmla="*/ 12 w 12"/>
                <a:gd name="T7" fmla="*/ 0 h 26"/>
                <a:gd name="T8" fmla="*/ 3 w 12"/>
                <a:gd name="T9" fmla="*/ 0 h 26"/>
              </a:gdLst>
              <a:ahLst/>
              <a:cxnLst>
                <a:cxn ang="0">
                  <a:pos x="T0" y="T1"/>
                </a:cxn>
                <a:cxn ang="0">
                  <a:pos x="T2" y="T3"/>
                </a:cxn>
                <a:cxn ang="0">
                  <a:pos x="T4" y="T5"/>
                </a:cxn>
                <a:cxn ang="0">
                  <a:pos x="T6" y="T7"/>
                </a:cxn>
                <a:cxn ang="0">
                  <a:pos x="T8" y="T9"/>
                </a:cxn>
              </a:cxnLst>
              <a:rect l="0" t="0" r="r" b="b"/>
              <a:pathLst>
                <a:path w="12" h="26">
                  <a:moveTo>
                    <a:pt x="3" y="0"/>
                  </a:moveTo>
                  <a:cubicBezTo>
                    <a:pt x="3" y="0"/>
                    <a:pt x="1" y="16"/>
                    <a:pt x="0" y="21"/>
                  </a:cubicBezTo>
                  <a:cubicBezTo>
                    <a:pt x="0" y="26"/>
                    <a:pt x="12" y="21"/>
                    <a:pt x="12" y="21"/>
                  </a:cubicBezTo>
                  <a:cubicBezTo>
                    <a:pt x="12" y="0"/>
                    <a:pt x="12" y="0"/>
                    <a:pt x="12" y="0"/>
                  </a:cubicBez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9" name="Freeform 707"/>
            <p:cNvSpPr>
              <a:spLocks/>
            </p:cNvSpPr>
            <p:nvPr/>
          </p:nvSpPr>
          <p:spPr bwMode="auto">
            <a:xfrm>
              <a:off x="325" y="469"/>
              <a:ext cx="325" cy="1286"/>
            </a:xfrm>
            <a:custGeom>
              <a:avLst/>
              <a:gdLst>
                <a:gd name="T0" fmla="*/ 73 w 170"/>
                <a:gd name="T1" fmla="*/ 0 h 672"/>
                <a:gd name="T2" fmla="*/ 101 w 170"/>
                <a:gd name="T3" fmla="*/ 38 h 672"/>
                <a:gd name="T4" fmla="*/ 97 w 170"/>
                <a:gd name="T5" fmla="*/ 61 h 672"/>
                <a:gd name="T6" fmla="*/ 92 w 170"/>
                <a:gd name="T7" fmla="*/ 75 h 672"/>
                <a:gd name="T8" fmla="*/ 89 w 170"/>
                <a:gd name="T9" fmla="*/ 84 h 672"/>
                <a:gd name="T10" fmla="*/ 92 w 170"/>
                <a:gd name="T11" fmla="*/ 92 h 672"/>
                <a:gd name="T12" fmla="*/ 102 w 170"/>
                <a:gd name="T13" fmla="*/ 98 h 672"/>
                <a:gd name="T14" fmla="*/ 120 w 170"/>
                <a:gd name="T15" fmla="*/ 107 h 672"/>
                <a:gd name="T16" fmla="*/ 145 w 170"/>
                <a:gd name="T17" fmla="*/ 120 h 672"/>
                <a:gd name="T18" fmla="*/ 148 w 170"/>
                <a:gd name="T19" fmla="*/ 138 h 672"/>
                <a:gd name="T20" fmla="*/ 154 w 170"/>
                <a:gd name="T21" fmla="*/ 161 h 672"/>
                <a:gd name="T22" fmla="*/ 161 w 170"/>
                <a:gd name="T23" fmla="*/ 222 h 672"/>
                <a:gd name="T24" fmla="*/ 132 w 170"/>
                <a:gd name="T25" fmla="*/ 233 h 672"/>
                <a:gd name="T26" fmla="*/ 134 w 170"/>
                <a:gd name="T27" fmla="*/ 255 h 672"/>
                <a:gd name="T28" fmla="*/ 136 w 170"/>
                <a:gd name="T29" fmla="*/ 280 h 672"/>
                <a:gd name="T30" fmla="*/ 135 w 170"/>
                <a:gd name="T31" fmla="*/ 356 h 672"/>
                <a:gd name="T32" fmla="*/ 135 w 170"/>
                <a:gd name="T33" fmla="*/ 434 h 672"/>
                <a:gd name="T34" fmla="*/ 114 w 170"/>
                <a:gd name="T35" fmla="*/ 438 h 672"/>
                <a:gd name="T36" fmla="*/ 104 w 170"/>
                <a:gd name="T37" fmla="*/ 438 h 672"/>
                <a:gd name="T38" fmla="*/ 103 w 170"/>
                <a:gd name="T39" fmla="*/ 464 h 672"/>
                <a:gd name="T40" fmla="*/ 100 w 170"/>
                <a:gd name="T41" fmla="*/ 538 h 672"/>
                <a:gd name="T42" fmla="*/ 95 w 170"/>
                <a:gd name="T43" fmla="*/ 597 h 672"/>
                <a:gd name="T44" fmla="*/ 105 w 170"/>
                <a:gd name="T45" fmla="*/ 641 h 672"/>
                <a:gd name="T46" fmla="*/ 117 w 170"/>
                <a:gd name="T47" fmla="*/ 657 h 672"/>
                <a:gd name="T48" fmla="*/ 119 w 170"/>
                <a:gd name="T49" fmla="*/ 666 h 672"/>
                <a:gd name="T50" fmla="*/ 86 w 170"/>
                <a:gd name="T51" fmla="*/ 663 h 672"/>
                <a:gd name="T52" fmla="*/ 82 w 170"/>
                <a:gd name="T53" fmla="*/ 645 h 672"/>
                <a:gd name="T54" fmla="*/ 74 w 170"/>
                <a:gd name="T55" fmla="*/ 633 h 672"/>
                <a:gd name="T56" fmla="*/ 74 w 170"/>
                <a:gd name="T57" fmla="*/ 640 h 672"/>
                <a:gd name="T58" fmla="*/ 81 w 170"/>
                <a:gd name="T59" fmla="*/ 660 h 672"/>
                <a:gd name="T60" fmla="*/ 74 w 170"/>
                <a:gd name="T61" fmla="*/ 672 h 672"/>
                <a:gd name="T62" fmla="*/ 46 w 170"/>
                <a:gd name="T63" fmla="*/ 661 h 672"/>
                <a:gd name="T64" fmla="*/ 43 w 170"/>
                <a:gd name="T65" fmla="*/ 632 h 672"/>
                <a:gd name="T66" fmla="*/ 44 w 170"/>
                <a:gd name="T67" fmla="*/ 607 h 672"/>
                <a:gd name="T68" fmla="*/ 35 w 170"/>
                <a:gd name="T69" fmla="*/ 548 h 672"/>
                <a:gd name="T70" fmla="*/ 28 w 170"/>
                <a:gd name="T71" fmla="*/ 477 h 672"/>
                <a:gd name="T72" fmla="*/ 30 w 170"/>
                <a:gd name="T73" fmla="*/ 441 h 672"/>
                <a:gd name="T74" fmla="*/ 29 w 170"/>
                <a:gd name="T75" fmla="*/ 433 h 672"/>
                <a:gd name="T76" fmla="*/ 10 w 170"/>
                <a:gd name="T77" fmla="*/ 429 h 672"/>
                <a:gd name="T78" fmla="*/ 12 w 170"/>
                <a:gd name="T79" fmla="*/ 365 h 672"/>
                <a:gd name="T80" fmla="*/ 15 w 170"/>
                <a:gd name="T81" fmla="*/ 304 h 672"/>
                <a:gd name="T82" fmla="*/ 16 w 170"/>
                <a:gd name="T83" fmla="*/ 284 h 672"/>
                <a:gd name="T84" fmla="*/ 16 w 170"/>
                <a:gd name="T85" fmla="*/ 270 h 672"/>
                <a:gd name="T86" fmla="*/ 19 w 170"/>
                <a:gd name="T87" fmla="*/ 248 h 672"/>
                <a:gd name="T88" fmla="*/ 4 w 170"/>
                <a:gd name="T89" fmla="*/ 236 h 672"/>
                <a:gd name="T90" fmla="*/ 1 w 170"/>
                <a:gd name="T91" fmla="*/ 178 h 672"/>
                <a:gd name="T92" fmla="*/ 4 w 170"/>
                <a:gd name="T93" fmla="*/ 127 h 672"/>
                <a:gd name="T94" fmla="*/ 12 w 170"/>
                <a:gd name="T95" fmla="*/ 116 h 672"/>
                <a:gd name="T96" fmla="*/ 35 w 170"/>
                <a:gd name="T97" fmla="*/ 108 h 672"/>
                <a:gd name="T98" fmla="*/ 50 w 170"/>
                <a:gd name="T99" fmla="*/ 93 h 672"/>
                <a:gd name="T100" fmla="*/ 56 w 170"/>
                <a:gd name="T101" fmla="*/ 81 h 672"/>
                <a:gd name="T102" fmla="*/ 50 w 170"/>
                <a:gd name="T103" fmla="*/ 63 h 672"/>
                <a:gd name="T104" fmla="*/ 44 w 170"/>
                <a:gd name="T105" fmla="*/ 37 h 672"/>
                <a:gd name="T106" fmla="*/ 73 w 170"/>
                <a:gd name="T107" fmla="*/ 0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0" h="672">
                  <a:moveTo>
                    <a:pt x="73" y="0"/>
                  </a:moveTo>
                  <a:cubicBezTo>
                    <a:pt x="96" y="0"/>
                    <a:pt x="101" y="18"/>
                    <a:pt x="101" y="38"/>
                  </a:cubicBezTo>
                  <a:cubicBezTo>
                    <a:pt x="106" y="38"/>
                    <a:pt x="103" y="61"/>
                    <a:pt x="97" y="61"/>
                  </a:cubicBezTo>
                  <a:cubicBezTo>
                    <a:pt x="98" y="64"/>
                    <a:pt x="95" y="73"/>
                    <a:pt x="92" y="75"/>
                  </a:cubicBezTo>
                  <a:cubicBezTo>
                    <a:pt x="89" y="77"/>
                    <a:pt x="89" y="80"/>
                    <a:pt x="89" y="84"/>
                  </a:cubicBezTo>
                  <a:cubicBezTo>
                    <a:pt x="89" y="89"/>
                    <a:pt x="92" y="92"/>
                    <a:pt x="92" y="92"/>
                  </a:cubicBezTo>
                  <a:cubicBezTo>
                    <a:pt x="92" y="92"/>
                    <a:pt x="101" y="93"/>
                    <a:pt x="102" y="98"/>
                  </a:cubicBezTo>
                  <a:cubicBezTo>
                    <a:pt x="103" y="104"/>
                    <a:pt x="111" y="106"/>
                    <a:pt x="120" y="107"/>
                  </a:cubicBezTo>
                  <a:cubicBezTo>
                    <a:pt x="129" y="107"/>
                    <a:pt x="145" y="113"/>
                    <a:pt x="145" y="120"/>
                  </a:cubicBezTo>
                  <a:cubicBezTo>
                    <a:pt x="145" y="126"/>
                    <a:pt x="145" y="139"/>
                    <a:pt x="148" y="138"/>
                  </a:cubicBezTo>
                  <a:cubicBezTo>
                    <a:pt x="151" y="137"/>
                    <a:pt x="151" y="150"/>
                    <a:pt x="154" y="161"/>
                  </a:cubicBezTo>
                  <a:cubicBezTo>
                    <a:pt x="156" y="173"/>
                    <a:pt x="170" y="210"/>
                    <a:pt x="161" y="222"/>
                  </a:cubicBezTo>
                  <a:cubicBezTo>
                    <a:pt x="152" y="233"/>
                    <a:pt x="132" y="233"/>
                    <a:pt x="132" y="233"/>
                  </a:cubicBezTo>
                  <a:cubicBezTo>
                    <a:pt x="132" y="233"/>
                    <a:pt x="132" y="240"/>
                    <a:pt x="134" y="255"/>
                  </a:cubicBezTo>
                  <a:cubicBezTo>
                    <a:pt x="136" y="270"/>
                    <a:pt x="139" y="280"/>
                    <a:pt x="136" y="280"/>
                  </a:cubicBezTo>
                  <a:cubicBezTo>
                    <a:pt x="133" y="280"/>
                    <a:pt x="135" y="330"/>
                    <a:pt x="135" y="356"/>
                  </a:cubicBezTo>
                  <a:cubicBezTo>
                    <a:pt x="135" y="382"/>
                    <a:pt x="135" y="429"/>
                    <a:pt x="135" y="434"/>
                  </a:cubicBezTo>
                  <a:cubicBezTo>
                    <a:pt x="135" y="439"/>
                    <a:pt x="119" y="438"/>
                    <a:pt x="114" y="438"/>
                  </a:cubicBezTo>
                  <a:cubicBezTo>
                    <a:pt x="109" y="438"/>
                    <a:pt x="104" y="438"/>
                    <a:pt x="104" y="438"/>
                  </a:cubicBezTo>
                  <a:cubicBezTo>
                    <a:pt x="104" y="438"/>
                    <a:pt x="104" y="453"/>
                    <a:pt x="103" y="464"/>
                  </a:cubicBezTo>
                  <a:cubicBezTo>
                    <a:pt x="102" y="474"/>
                    <a:pt x="102" y="525"/>
                    <a:pt x="100" y="538"/>
                  </a:cubicBezTo>
                  <a:cubicBezTo>
                    <a:pt x="99" y="550"/>
                    <a:pt x="94" y="579"/>
                    <a:pt x="95" y="597"/>
                  </a:cubicBezTo>
                  <a:cubicBezTo>
                    <a:pt x="95" y="615"/>
                    <a:pt x="100" y="632"/>
                    <a:pt x="105" y="641"/>
                  </a:cubicBezTo>
                  <a:cubicBezTo>
                    <a:pt x="111" y="650"/>
                    <a:pt x="113" y="654"/>
                    <a:pt x="117" y="657"/>
                  </a:cubicBezTo>
                  <a:cubicBezTo>
                    <a:pt x="120" y="661"/>
                    <a:pt x="128" y="665"/>
                    <a:pt x="119" y="666"/>
                  </a:cubicBezTo>
                  <a:cubicBezTo>
                    <a:pt x="110" y="666"/>
                    <a:pt x="90" y="667"/>
                    <a:pt x="86" y="663"/>
                  </a:cubicBezTo>
                  <a:cubicBezTo>
                    <a:pt x="82" y="660"/>
                    <a:pt x="85" y="650"/>
                    <a:pt x="82" y="645"/>
                  </a:cubicBezTo>
                  <a:cubicBezTo>
                    <a:pt x="79" y="639"/>
                    <a:pt x="74" y="633"/>
                    <a:pt x="74" y="633"/>
                  </a:cubicBezTo>
                  <a:cubicBezTo>
                    <a:pt x="74" y="640"/>
                    <a:pt x="74" y="640"/>
                    <a:pt x="74" y="640"/>
                  </a:cubicBezTo>
                  <a:cubicBezTo>
                    <a:pt x="74" y="640"/>
                    <a:pt x="82" y="656"/>
                    <a:pt x="81" y="660"/>
                  </a:cubicBezTo>
                  <a:cubicBezTo>
                    <a:pt x="80" y="664"/>
                    <a:pt x="80" y="672"/>
                    <a:pt x="74" y="672"/>
                  </a:cubicBezTo>
                  <a:cubicBezTo>
                    <a:pt x="67" y="672"/>
                    <a:pt x="48" y="667"/>
                    <a:pt x="46" y="661"/>
                  </a:cubicBezTo>
                  <a:cubicBezTo>
                    <a:pt x="44" y="654"/>
                    <a:pt x="46" y="637"/>
                    <a:pt x="43" y="632"/>
                  </a:cubicBezTo>
                  <a:cubicBezTo>
                    <a:pt x="41" y="626"/>
                    <a:pt x="43" y="616"/>
                    <a:pt x="44" y="607"/>
                  </a:cubicBezTo>
                  <a:cubicBezTo>
                    <a:pt x="45" y="597"/>
                    <a:pt x="43" y="567"/>
                    <a:pt x="35" y="548"/>
                  </a:cubicBezTo>
                  <a:cubicBezTo>
                    <a:pt x="28" y="529"/>
                    <a:pt x="27" y="493"/>
                    <a:pt x="28" y="477"/>
                  </a:cubicBezTo>
                  <a:cubicBezTo>
                    <a:pt x="28" y="461"/>
                    <a:pt x="30" y="449"/>
                    <a:pt x="30" y="441"/>
                  </a:cubicBezTo>
                  <a:cubicBezTo>
                    <a:pt x="29" y="434"/>
                    <a:pt x="29" y="433"/>
                    <a:pt x="29" y="433"/>
                  </a:cubicBezTo>
                  <a:cubicBezTo>
                    <a:pt x="29" y="433"/>
                    <a:pt x="9" y="433"/>
                    <a:pt x="10" y="429"/>
                  </a:cubicBezTo>
                  <a:cubicBezTo>
                    <a:pt x="10" y="425"/>
                    <a:pt x="12" y="383"/>
                    <a:pt x="12" y="365"/>
                  </a:cubicBezTo>
                  <a:cubicBezTo>
                    <a:pt x="12" y="346"/>
                    <a:pt x="13" y="320"/>
                    <a:pt x="15" y="304"/>
                  </a:cubicBezTo>
                  <a:cubicBezTo>
                    <a:pt x="16" y="289"/>
                    <a:pt x="16" y="284"/>
                    <a:pt x="16" y="284"/>
                  </a:cubicBezTo>
                  <a:cubicBezTo>
                    <a:pt x="16" y="284"/>
                    <a:pt x="15" y="281"/>
                    <a:pt x="16" y="270"/>
                  </a:cubicBezTo>
                  <a:cubicBezTo>
                    <a:pt x="18" y="258"/>
                    <a:pt x="19" y="248"/>
                    <a:pt x="19" y="248"/>
                  </a:cubicBezTo>
                  <a:cubicBezTo>
                    <a:pt x="19" y="248"/>
                    <a:pt x="8" y="249"/>
                    <a:pt x="4" y="236"/>
                  </a:cubicBezTo>
                  <a:cubicBezTo>
                    <a:pt x="1" y="223"/>
                    <a:pt x="0" y="203"/>
                    <a:pt x="1" y="178"/>
                  </a:cubicBezTo>
                  <a:cubicBezTo>
                    <a:pt x="1" y="152"/>
                    <a:pt x="4" y="134"/>
                    <a:pt x="4" y="127"/>
                  </a:cubicBezTo>
                  <a:cubicBezTo>
                    <a:pt x="4" y="121"/>
                    <a:pt x="2" y="118"/>
                    <a:pt x="12" y="116"/>
                  </a:cubicBezTo>
                  <a:cubicBezTo>
                    <a:pt x="21" y="113"/>
                    <a:pt x="27" y="114"/>
                    <a:pt x="35" y="108"/>
                  </a:cubicBezTo>
                  <a:cubicBezTo>
                    <a:pt x="43" y="102"/>
                    <a:pt x="47" y="96"/>
                    <a:pt x="50" y="93"/>
                  </a:cubicBezTo>
                  <a:cubicBezTo>
                    <a:pt x="54" y="90"/>
                    <a:pt x="59" y="85"/>
                    <a:pt x="56" y="81"/>
                  </a:cubicBezTo>
                  <a:cubicBezTo>
                    <a:pt x="54" y="77"/>
                    <a:pt x="49" y="72"/>
                    <a:pt x="50" y="63"/>
                  </a:cubicBezTo>
                  <a:cubicBezTo>
                    <a:pt x="42" y="63"/>
                    <a:pt x="39" y="38"/>
                    <a:pt x="44" y="37"/>
                  </a:cubicBezTo>
                  <a:cubicBezTo>
                    <a:pt x="46" y="19"/>
                    <a:pt x="48" y="0"/>
                    <a:pt x="73" y="0"/>
                  </a:cubicBezTo>
                  <a:close/>
                </a:path>
              </a:pathLst>
            </a:custGeom>
            <a:solidFill>
              <a:srgbClr val="73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0" name="Freeform 708"/>
            <p:cNvSpPr>
              <a:spLocks/>
            </p:cNvSpPr>
            <p:nvPr/>
          </p:nvSpPr>
          <p:spPr bwMode="auto">
            <a:xfrm>
              <a:off x="421" y="641"/>
              <a:ext cx="95" cy="199"/>
            </a:xfrm>
            <a:custGeom>
              <a:avLst/>
              <a:gdLst>
                <a:gd name="T0" fmla="*/ 41 w 50"/>
                <a:gd name="T1" fmla="*/ 0 h 104"/>
                <a:gd name="T2" fmla="*/ 42 w 50"/>
                <a:gd name="T3" fmla="*/ 2 h 104"/>
                <a:gd name="T4" fmla="*/ 45 w 50"/>
                <a:gd name="T5" fmla="*/ 3 h 104"/>
                <a:gd name="T6" fmla="*/ 50 w 50"/>
                <a:gd name="T7" fmla="*/ 47 h 104"/>
                <a:gd name="T8" fmla="*/ 41 w 50"/>
                <a:gd name="T9" fmla="*/ 85 h 104"/>
                <a:gd name="T10" fmla="*/ 37 w 50"/>
                <a:gd name="T11" fmla="*/ 104 h 104"/>
                <a:gd name="T12" fmla="*/ 28 w 50"/>
                <a:gd name="T13" fmla="*/ 74 h 104"/>
                <a:gd name="T14" fmla="*/ 8 w 50"/>
                <a:gd name="T15" fmla="*/ 32 h 104"/>
                <a:gd name="T16" fmla="*/ 0 w 50"/>
                <a:gd name="T17" fmla="*/ 4 h 104"/>
                <a:gd name="T18" fmla="*/ 0 w 50"/>
                <a:gd name="T19" fmla="*/ 3 h 104"/>
                <a:gd name="T20" fmla="*/ 4 w 50"/>
                <a:gd name="T21" fmla="*/ 0 h 104"/>
                <a:gd name="T22" fmla="*/ 10 w 50"/>
                <a:gd name="T23" fmla="*/ 16 h 104"/>
                <a:gd name="T24" fmla="*/ 22 w 50"/>
                <a:gd name="T25" fmla="*/ 26 h 104"/>
                <a:gd name="T26" fmla="*/ 22 w 50"/>
                <a:gd name="T27" fmla="*/ 38 h 104"/>
                <a:gd name="T28" fmla="*/ 27 w 50"/>
                <a:gd name="T29" fmla="*/ 46 h 104"/>
                <a:gd name="T30" fmla="*/ 28 w 50"/>
                <a:gd name="T31" fmla="*/ 36 h 104"/>
                <a:gd name="T32" fmla="*/ 35 w 50"/>
                <a:gd name="T33" fmla="*/ 29 h 104"/>
                <a:gd name="T34" fmla="*/ 41 w 50"/>
                <a:gd name="T3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104">
                  <a:moveTo>
                    <a:pt x="41" y="0"/>
                  </a:moveTo>
                  <a:cubicBezTo>
                    <a:pt x="42" y="1"/>
                    <a:pt x="42" y="2"/>
                    <a:pt x="42" y="2"/>
                  </a:cubicBezTo>
                  <a:cubicBezTo>
                    <a:pt x="42" y="2"/>
                    <a:pt x="43" y="2"/>
                    <a:pt x="45" y="3"/>
                  </a:cubicBezTo>
                  <a:cubicBezTo>
                    <a:pt x="48" y="9"/>
                    <a:pt x="50" y="38"/>
                    <a:pt x="50" y="47"/>
                  </a:cubicBezTo>
                  <a:cubicBezTo>
                    <a:pt x="50" y="57"/>
                    <a:pt x="44" y="75"/>
                    <a:pt x="41" y="85"/>
                  </a:cubicBezTo>
                  <a:cubicBezTo>
                    <a:pt x="37" y="95"/>
                    <a:pt x="37" y="104"/>
                    <a:pt x="37" y="104"/>
                  </a:cubicBezTo>
                  <a:cubicBezTo>
                    <a:pt x="37" y="104"/>
                    <a:pt x="33" y="87"/>
                    <a:pt x="28" y="74"/>
                  </a:cubicBezTo>
                  <a:cubicBezTo>
                    <a:pt x="23" y="61"/>
                    <a:pt x="14" y="44"/>
                    <a:pt x="8" y="32"/>
                  </a:cubicBezTo>
                  <a:cubicBezTo>
                    <a:pt x="2" y="22"/>
                    <a:pt x="0" y="12"/>
                    <a:pt x="0" y="4"/>
                  </a:cubicBezTo>
                  <a:cubicBezTo>
                    <a:pt x="0" y="4"/>
                    <a:pt x="0" y="3"/>
                    <a:pt x="0" y="3"/>
                  </a:cubicBezTo>
                  <a:cubicBezTo>
                    <a:pt x="2" y="2"/>
                    <a:pt x="3" y="1"/>
                    <a:pt x="4" y="0"/>
                  </a:cubicBezTo>
                  <a:cubicBezTo>
                    <a:pt x="5" y="5"/>
                    <a:pt x="7" y="12"/>
                    <a:pt x="10" y="16"/>
                  </a:cubicBezTo>
                  <a:cubicBezTo>
                    <a:pt x="13" y="21"/>
                    <a:pt x="19" y="23"/>
                    <a:pt x="22" y="26"/>
                  </a:cubicBezTo>
                  <a:cubicBezTo>
                    <a:pt x="25" y="30"/>
                    <a:pt x="19" y="33"/>
                    <a:pt x="22" y="38"/>
                  </a:cubicBezTo>
                  <a:cubicBezTo>
                    <a:pt x="25" y="43"/>
                    <a:pt x="27" y="46"/>
                    <a:pt x="27" y="46"/>
                  </a:cubicBezTo>
                  <a:cubicBezTo>
                    <a:pt x="27" y="46"/>
                    <a:pt x="27" y="40"/>
                    <a:pt x="28" y="36"/>
                  </a:cubicBezTo>
                  <a:cubicBezTo>
                    <a:pt x="29" y="32"/>
                    <a:pt x="32" y="36"/>
                    <a:pt x="35" y="29"/>
                  </a:cubicBezTo>
                  <a:cubicBezTo>
                    <a:pt x="37" y="23"/>
                    <a:pt x="39" y="10"/>
                    <a:pt x="4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1" name="Freeform 709"/>
            <p:cNvSpPr>
              <a:spLocks/>
            </p:cNvSpPr>
            <p:nvPr/>
          </p:nvSpPr>
          <p:spPr bwMode="auto">
            <a:xfrm>
              <a:off x="409" y="949"/>
              <a:ext cx="142" cy="65"/>
            </a:xfrm>
            <a:custGeom>
              <a:avLst/>
              <a:gdLst>
                <a:gd name="T0" fmla="*/ 34 w 74"/>
                <a:gd name="T1" fmla="*/ 0 h 34"/>
                <a:gd name="T2" fmla="*/ 39 w 74"/>
                <a:gd name="T3" fmla="*/ 0 h 34"/>
                <a:gd name="T4" fmla="*/ 52 w 74"/>
                <a:gd name="T5" fmla="*/ 19 h 34"/>
                <a:gd name="T6" fmla="*/ 74 w 74"/>
                <a:gd name="T7" fmla="*/ 22 h 34"/>
                <a:gd name="T8" fmla="*/ 57 w 74"/>
                <a:gd name="T9" fmla="*/ 29 h 34"/>
                <a:gd name="T10" fmla="*/ 44 w 74"/>
                <a:gd name="T11" fmla="*/ 24 h 34"/>
                <a:gd name="T12" fmla="*/ 17 w 74"/>
                <a:gd name="T13" fmla="*/ 32 h 34"/>
                <a:gd name="T14" fmla="*/ 0 w 74"/>
                <a:gd name="T15" fmla="*/ 25 h 34"/>
                <a:gd name="T16" fmla="*/ 26 w 74"/>
                <a:gd name="T17" fmla="*/ 22 h 34"/>
                <a:gd name="T18" fmla="*/ 34 w 7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34">
                  <a:moveTo>
                    <a:pt x="34" y="0"/>
                  </a:moveTo>
                  <a:cubicBezTo>
                    <a:pt x="39" y="0"/>
                    <a:pt x="39" y="0"/>
                    <a:pt x="39" y="0"/>
                  </a:cubicBezTo>
                  <a:cubicBezTo>
                    <a:pt x="39" y="0"/>
                    <a:pt x="44" y="15"/>
                    <a:pt x="52" y="19"/>
                  </a:cubicBezTo>
                  <a:cubicBezTo>
                    <a:pt x="60" y="22"/>
                    <a:pt x="74" y="22"/>
                    <a:pt x="74" y="22"/>
                  </a:cubicBezTo>
                  <a:cubicBezTo>
                    <a:pt x="74" y="22"/>
                    <a:pt x="67" y="29"/>
                    <a:pt x="57" y="29"/>
                  </a:cubicBezTo>
                  <a:cubicBezTo>
                    <a:pt x="48" y="29"/>
                    <a:pt x="44" y="24"/>
                    <a:pt x="44" y="24"/>
                  </a:cubicBezTo>
                  <a:cubicBezTo>
                    <a:pt x="44" y="24"/>
                    <a:pt x="30" y="34"/>
                    <a:pt x="17" y="32"/>
                  </a:cubicBezTo>
                  <a:cubicBezTo>
                    <a:pt x="4" y="30"/>
                    <a:pt x="0" y="25"/>
                    <a:pt x="0" y="25"/>
                  </a:cubicBezTo>
                  <a:cubicBezTo>
                    <a:pt x="0" y="25"/>
                    <a:pt x="18" y="28"/>
                    <a:pt x="26" y="22"/>
                  </a:cubicBezTo>
                  <a:cubicBezTo>
                    <a:pt x="33" y="16"/>
                    <a:pt x="33" y="10"/>
                    <a:pt x="3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2" name="Freeform 710"/>
            <p:cNvSpPr>
              <a:spLocks/>
            </p:cNvSpPr>
            <p:nvPr/>
          </p:nvSpPr>
          <p:spPr bwMode="auto">
            <a:xfrm>
              <a:off x="3687" y="545"/>
              <a:ext cx="163" cy="636"/>
            </a:xfrm>
            <a:custGeom>
              <a:avLst/>
              <a:gdLst>
                <a:gd name="T0" fmla="*/ 7 w 85"/>
                <a:gd name="T1" fmla="*/ 8 h 332"/>
                <a:gd name="T2" fmla="*/ 10 w 85"/>
                <a:gd name="T3" fmla="*/ 5 h 332"/>
                <a:gd name="T4" fmla="*/ 15 w 85"/>
                <a:gd name="T5" fmla="*/ 3 h 332"/>
                <a:gd name="T6" fmla="*/ 30 w 85"/>
                <a:gd name="T7" fmla="*/ 2 h 332"/>
                <a:gd name="T8" fmla="*/ 41 w 85"/>
                <a:gd name="T9" fmla="*/ 12 h 332"/>
                <a:gd name="T10" fmla="*/ 43 w 85"/>
                <a:gd name="T11" fmla="*/ 28 h 332"/>
                <a:gd name="T12" fmla="*/ 39 w 85"/>
                <a:gd name="T13" fmla="*/ 39 h 332"/>
                <a:gd name="T14" fmla="*/ 44 w 85"/>
                <a:gd name="T15" fmla="*/ 44 h 332"/>
                <a:gd name="T16" fmla="*/ 64 w 85"/>
                <a:gd name="T17" fmla="*/ 56 h 332"/>
                <a:gd name="T18" fmla="*/ 73 w 85"/>
                <a:gd name="T19" fmla="*/ 80 h 332"/>
                <a:gd name="T20" fmla="*/ 76 w 85"/>
                <a:gd name="T21" fmla="*/ 105 h 332"/>
                <a:gd name="T22" fmla="*/ 75 w 85"/>
                <a:gd name="T23" fmla="*/ 120 h 332"/>
                <a:gd name="T24" fmla="*/ 84 w 85"/>
                <a:gd name="T25" fmla="*/ 171 h 332"/>
                <a:gd name="T26" fmla="*/ 75 w 85"/>
                <a:gd name="T27" fmla="*/ 177 h 332"/>
                <a:gd name="T28" fmla="*/ 65 w 85"/>
                <a:gd name="T29" fmla="*/ 181 h 332"/>
                <a:gd name="T30" fmla="*/ 64 w 85"/>
                <a:gd name="T31" fmla="*/ 198 h 332"/>
                <a:gd name="T32" fmla="*/ 63 w 85"/>
                <a:gd name="T33" fmla="*/ 217 h 332"/>
                <a:gd name="T34" fmla="*/ 70 w 85"/>
                <a:gd name="T35" fmla="*/ 261 h 332"/>
                <a:gd name="T36" fmla="*/ 67 w 85"/>
                <a:gd name="T37" fmla="*/ 319 h 332"/>
                <a:gd name="T38" fmla="*/ 67 w 85"/>
                <a:gd name="T39" fmla="*/ 328 h 332"/>
                <a:gd name="T40" fmla="*/ 59 w 85"/>
                <a:gd name="T41" fmla="*/ 329 h 332"/>
                <a:gd name="T42" fmla="*/ 59 w 85"/>
                <a:gd name="T43" fmla="*/ 326 h 332"/>
                <a:gd name="T44" fmla="*/ 43 w 85"/>
                <a:gd name="T45" fmla="*/ 332 h 332"/>
                <a:gd name="T46" fmla="*/ 23 w 85"/>
                <a:gd name="T47" fmla="*/ 328 h 332"/>
                <a:gd name="T48" fmla="*/ 26 w 85"/>
                <a:gd name="T49" fmla="*/ 323 h 332"/>
                <a:gd name="T50" fmla="*/ 33 w 85"/>
                <a:gd name="T51" fmla="*/ 321 h 332"/>
                <a:gd name="T52" fmla="*/ 32 w 85"/>
                <a:gd name="T53" fmla="*/ 318 h 332"/>
                <a:gd name="T54" fmla="*/ 15 w 85"/>
                <a:gd name="T55" fmla="*/ 320 h 332"/>
                <a:gd name="T56" fmla="*/ 0 w 85"/>
                <a:gd name="T57" fmla="*/ 316 h 332"/>
                <a:gd name="T58" fmla="*/ 5 w 85"/>
                <a:gd name="T59" fmla="*/ 311 h 332"/>
                <a:gd name="T60" fmla="*/ 16 w 85"/>
                <a:gd name="T61" fmla="*/ 310 h 332"/>
                <a:gd name="T62" fmla="*/ 21 w 85"/>
                <a:gd name="T63" fmla="*/ 307 h 332"/>
                <a:gd name="T64" fmla="*/ 25 w 85"/>
                <a:gd name="T65" fmla="*/ 285 h 332"/>
                <a:gd name="T66" fmla="*/ 29 w 85"/>
                <a:gd name="T67" fmla="*/ 268 h 332"/>
                <a:gd name="T68" fmla="*/ 22 w 85"/>
                <a:gd name="T69" fmla="*/ 240 h 332"/>
                <a:gd name="T70" fmla="*/ 20 w 85"/>
                <a:gd name="T71" fmla="*/ 216 h 332"/>
                <a:gd name="T72" fmla="*/ 13 w 85"/>
                <a:gd name="T73" fmla="*/ 166 h 332"/>
                <a:gd name="T74" fmla="*/ 12 w 85"/>
                <a:gd name="T75" fmla="*/ 143 h 332"/>
                <a:gd name="T76" fmla="*/ 12 w 85"/>
                <a:gd name="T77" fmla="*/ 136 h 332"/>
                <a:gd name="T78" fmla="*/ 11 w 85"/>
                <a:gd name="T79" fmla="*/ 133 h 332"/>
                <a:gd name="T80" fmla="*/ 8 w 85"/>
                <a:gd name="T81" fmla="*/ 149 h 332"/>
                <a:gd name="T82" fmla="*/ 7 w 85"/>
                <a:gd name="T83" fmla="*/ 137 h 332"/>
                <a:gd name="T84" fmla="*/ 9 w 85"/>
                <a:gd name="T85" fmla="*/ 119 h 332"/>
                <a:gd name="T86" fmla="*/ 12 w 85"/>
                <a:gd name="T87" fmla="*/ 91 h 332"/>
                <a:gd name="T88" fmla="*/ 16 w 85"/>
                <a:gd name="T89" fmla="*/ 79 h 332"/>
                <a:gd name="T90" fmla="*/ 18 w 85"/>
                <a:gd name="T91" fmla="*/ 65 h 332"/>
                <a:gd name="T92" fmla="*/ 19 w 85"/>
                <a:gd name="T93" fmla="*/ 56 h 332"/>
                <a:gd name="T94" fmla="*/ 18 w 85"/>
                <a:gd name="T95" fmla="*/ 51 h 332"/>
                <a:gd name="T96" fmla="*/ 11 w 85"/>
                <a:gd name="T97" fmla="*/ 46 h 332"/>
                <a:gd name="T98" fmla="*/ 4 w 85"/>
                <a:gd name="T99" fmla="*/ 43 h 332"/>
                <a:gd name="T100" fmla="*/ 5 w 85"/>
                <a:gd name="T101" fmla="*/ 38 h 332"/>
                <a:gd name="T102" fmla="*/ 6 w 85"/>
                <a:gd name="T103" fmla="*/ 37 h 332"/>
                <a:gd name="T104" fmla="*/ 4 w 85"/>
                <a:gd name="T105" fmla="*/ 35 h 332"/>
                <a:gd name="T106" fmla="*/ 1 w 85"/>
                <a:gd name="T107" fmla="*/ 33 h 332"/>
                <a:gd name="T108" fmla="*/ 3 w 85"/>
                <a:gd name="T109" fmla="*/ 27 h 332"/>
                <a:gd name="T110" fmla="*/ 5 w 85"/>
                <a:gd name="T111" fmla="*/ 22 h 332"/>
                <a:gd name="T112" fmla="*/ 7 w 85"/>
                <a:gd name="T113" fmla="*/ 15 h 332"/>
                <a:gd name="T114" fmla="*/ 7 w 85"/>
                <a:gd name="T115" fmla="*/ 8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332">
                  <a:moveTo>
                    <a:pt x="7" y="8"/>
                  </a:moveTo>
                  <a:cubicBezTo>
                    <a:pt x="5" y="7"/>
                    <a:pt x="7" y="5"/>
                    <a:pt x="10" y="5"/>
                  </a:cubicBezTo>
                  <a:cubicBezTo>
                    <a:pt x="12" y="5"/>
                    <a:pt x="10" y="3"/>
                    <a:pt x="15" y="3"/>
                  </a:cubicBezTo>
                  <a:cubicBezTo>
                    <a:pt x="19" y="3"/>
                    <a:pt x="25" y="0"/>
                    <a:pt x="30" y="2"/>
                  </a:cubicBezTo>
                  <a:cubicBezTo>
                    <a:pt x="34" y="3"/>
                    <a:pt x="38" y="7"/>
                    <a:pt x="41" y="12"/>
                  </a:cubicBezTo>
                  <a:cubicBezTo>
                    <a:pt x="44" y="18"/>
                    <a:pt x="45" y="23"/>
                    <a:pt x="43" y="28"/>
                  </a:cubicBezTo>
                  <a:cubicBezTo>
                    <a:pt x="41" y="32"/>
                    <a:pt x="39" y="39"/>
                    <a:pt x="39" y="39"/>
                  </a:cubicBezTo>
                  <a:cubicBezTo>
                    <a:pt x="39" y="39"/>
                    <a:pt x="40" y="41"/>
                    <a:pt x="44" y="44"/>
                  </a:cubicBezTo>
                  <a:cubicBezTo>
                    <a:pt x="47" y="47"/>
                    <a:pt x="58" y="49"/>
                    <a:pt x="64" y="56"/>
                  </a:cubicBezTo>
                  <a:cubicBezTo>
                    <a:pt x="70" y="63"/>
                    <a:pt x="70" y="76"/>
                    <a:pt x="73" y="80"/>
                  </a:cubicBezTo>
                  <a:cubicBezTo>
                    <a:pt x="76" y="85"/>
                    <a:pt x="74" y="98"/>
                    <a:pt x="76" y="105"/>
                  </a:cubicBezTo>
                  <a:cubicBezTo>
                    <a:pt x="79" y="111"/>
                    <a:pt x="75" y="118"/>
                    <a:pt x="75" y="120"/>
                  </a:cubicBezTo>
                  <a:cubicBezTo>
                    <a:pt x="75" y="122"/>
                    <a:pt x="83" y="168"/>
                    <a:pt x="84" y="171"/>
                  </a:cubicBezTo>
                  <a:cubicBezTo>
                    <a:pt x="85" y="174"/>
                    <a:pt x="82" y="175"/>
                    <a:pt x="75" y="177"/>
                  </a:cubicBezTo>
                  <a:cubicBezTo>
                    <a:pt x="68" y="178"/>
                    <a:pt x="66" y="179"/>
                    <a:pt x="65" y="181"/>
                  </a:cubicBezTo>
                  <a:cubicBezTo>
                    <a:pt x="64" y="183"/>
                    <a:pt x="64" y="193"/>
                    <a:pt x="64" y="198"/>
                  </a:cubicBezTo>
                  <a:cubicBezTo>
                    <a:pt x="64" y="203"/>
                    <a:pt x="63" y="210"/>
                    <a:pt x="63" y="217"/>
                  </a:cubicBezTo>
                  <a:cubicBezTo>
                    <a:pt x="64" y="225"/>
                    <a:pt x="70" y="248"/>
                    <a:pt x="70" y="261"/>
                  </a:cubicBezTo>
                  <a:cubicBezTo>
                    <a:pt x="69" y="273"/>
                    <a:pt x="67" y="314"/>
                    <a:pt x="67" y="319"/>
                  </a:cubicBezTo>
                  <a:cubicBezTo>
                    <a:pt x="67" y="323"/>
                    <a:pt x="67" y="328"/>
                    <a:pt x="67" y="328"/>
                  </a:cubicBezTo>
                  <a:cubicBezTo>
                    <a:pt x="59" y="329"/>
                    <a:pt x="59" y="329"/>
                    <a:pt x="59" y="329"/>
                  </a:cubicBezTo>
                  <a:cubicBezTo>
                    <a:pt x="59" y="326"/>
                    <a:pt x="59" y="326"/>
                    <a:pt x="59" y="326"/>
                  </a:cubicBezTo>
                  <a:cubicBezTo>
                    <a:pt x="59" y="326"/>
                    <a:pt x="54" y="331"/>
                    <a:pt x="43" y="332"/>
                  </a:cubicBezTo>
                  <a:cubicBezTo>
                    <a:pt x="31" y="332"/>
                    <a:pt x="25" y="330"/>
                    <a:pt x="23" y="328"/>
                  </a:cubicBezTo>
                  <a:cubicBezTo>
                    <a:pt x="22" y="327"/>
                    <a:pt x="23" y="323"/>
                    <a:pt x="26" y="323"/>
                  </a:cubicBezTo>
                  <a:cubicBezTo>
                    <a:pt x="30" y="323"/>
                    <a:pt x="32" y="322"/>
                    <a:pt x="33" y="321"/>
                  </a:cubicBezTo>
                  <a:cubicBezTo>
                    <a:pt x="34" y="320"/>
                    <a:pt x="32" y="318"/>
                    <a:pt x="32" y="318"/>
                  </a:cubicBezTo>
                  <a:cubicBezTo>
                    <a:pt x="32" y="318"/>
                    <a:pt x="23" y="321"/>
                    <a:pt x="15" y="320"/>
                  </a:cubicBezTo>
                  <a:cubicBezTo>
                    <a:pt x="6" y="319"/>
                    <a:pt x="1" y="318"/>
                    <a:pt x="0" y="316"/>
                  </a:cubicBezTo>
                  <a:cubicBezTo>
                    <a:pt x="0" y="315"/>
                    <a:pt x="1" y="311"/>
                    <a:pt x="5" y="311"/>
                  </a:cubicBezTo>
                  <a:cubicBezTo>
                    <a:pt x="10" y="311"/>
                    <a:pt x="13" y="311"/>
                    <a:pt x="16" y="310"/>
                  </a:cubicBezTo>
                  <a:cubicBezTo>
                    <a:pt x="19" y="308"/>
                    <a:pt x="21" y="307"/>
                    <a:pt x="21" y="307"/>
                  </a:cubicBezTo>
                  <a:cubicBezTo>
                    <a:pt x="21" y="307"/>
                    <a:pt x="23" y="293"/>
                    <a:pt x="25" y="285"/>
                  </a:cubicBezTo>
                  <a:cubicBezTo>
                    <a:pt x="28" y="276"/>
                    <a:pt x="31" y="271"/>
                    <a:pt x="29" y="268"/>
                  </a:cubicBezTo>
                  <a:cubicBezTo>
                    <a:pt x="26" y="266"/>
                    <a:pt x="22" y="248"/>
                    <a:pt x="22" y="240"/>
                  </a:cubicBezTo>
                  <a:cubicBezTo>
                    <a:pt x="23" y="231"/>
                    <a:pt x="23" y="224"/>
                    <a:pt x="20" y="216"/>
                  </a:cubicBezTo>
                  <a:cubicBezTo>
                    <a:pt x="18" y="208"/>
                    <a:pt x="12" y="181"/>
                    <a:pt x="13" y="166"/>
                  </a:cubicBezTo>
                  <a:cubicBezTo>
                    <a:pt x="13" y="151"/>
                    <a:pt x="12" y="147"/>
                    <a:pt x="12" y="143"/>
                  </a:cubicBezTo>
                  <a:cubicBezTo>
                    <a:pt x="12" y="139"/>
                    <a:pt x="12" y="136"/>
                    <a:pt x="12" y="136"/>
                  </a:cubicBezTo>
                  <a:cubicBezTo>
                    <a:pt x="11" y="135"/>
                    <a:pt x="11" y="134"/>
                    <a:pt x="11" y="133"/>
                  </a:cubicBezTo>
                  <a:cubicBezTo>
                    <a:pt x="9" y="136"/>
                    <a:pt x="8" y="142"/>
                    <a:pt x="8" y="149"/>
                  </a:cubicBezTo>
                  <a:cubicBezTo>
                    <a:pt x="7" y="155"/>
                    <a:pt x="6" y="145"/>
                    <a:pt x="7" y="137"/>
                  </a:cubicBezTo>
                  <a:cubicBezTo>
                    <a:pt x="8" y="129"/>
                    <a:pt x="10" y="125"/>
                    <a:pt x="9" y="119"/>
                  </a:cubicBezTo>
                  <a:cubicBezTo>
                    <a:pt x="9" y="113"/>
                    <a:pt x="8" y="102"/>
                    <a:pt x="12" y="91"/>
                  </a:cubicBezTo>
                  <a:cubicBezTo>
                    <a:pt x="16" y="80"/>
                    <a:pt x="15" y="85"/>
                    <a:pt x="16" y="79"/>
                  </a:cubicBezTo>
                  <a:cubicBezTo>
                    <a:pt x="17" y="73"/>
                    <a:pt x="18" y="68"/>
                    <a:pt x="18" y="65"/>
                  </a:cubicBezTo>
                  <a:cubicBezTo>
                    <a:pt x="18" y="62"/>
                    <a:pt x="19" y="56"/>
                    <a:pt x="19" y="56"/>
                  </a:cubicBezTo>
                  <a:cubicBezTo>
                    <a:pt x="19" y="56"/>
                    <a:pt x="20" y="55"/>
                    <a:pt x="18" y="51"/>
                  </a:cubicBezTo>
                  <a:cubicBezTo>
                    <a:pt x="16" y="47"/>
                    <a:pt x="15" y="46"/>
                    <a:pt x="11" y="46"/>
                  </a:cubicBezTo>
                  <a:cubicBezTo>
                    <a:pt x="6" y="46"/>
                    <a:pt x="3" y="46"/>
                    <a:pt x="4" y="43"/>
                  </a:cubicBezTo>
                  <a:cubicBezTo>
                    <a:pt x="5" y="40"/>
                    <a:pt x="4" y="39"/>
                    <a:pt x="5" y="38"/>
                  </a:cubicBezTo>
                  <a:cubicBezTo>
                    <a:pt x="6" y="38"/>
                    <a:pt x="6" y="37"/>
                    <a:pt x="6" y="37"/>
                  </a:cubicBezTo>
                  <a:cubicBezTo>
                    <a:pt x="5" y="36"/>
                    <a:pt x="4" y="36"/>
                    <a:pt x="4" y="35"/>
                  </a:cubicBezTo>
                  <a:cubicBezTo>
                    <a:pt x="4" y="33"/>
                    <a:pt x="2" y="34"/>
                    <a:pt x="1" y="33"/>
                  </a:cubicBezTo>
                  <a:cubicBezTo>
                    <a:pt x="0" y="32"/>
                    <a:pt x="2" y="29"/>
                    <a:pt x="3" y="27"/>
                  </a:cubicBezTo>
                  <a:cubicBezTo>
                    <a:pt x="5" y="25"/>
                    <a:pt x="6" y="24"/>
                    <a:pt x="5" y="22"/>
                  </a:cubicBezTo>
                  <a:cubicBezTo>
                    <a:pt x="4" y="20"/>
                    <a:pt x="5" y="18"/>
                    <a:pt x="7" y="15"/>
                  </a:cubicBezTo>
                  <a:cubicBezTo>
                    <a:pt x="8" y="12"/>
                    <a:pt x="9" y="11"/>
                    <a:pt x="7" y="8"/>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3" name="Freeform 711"/>
            <p:cNvSpPr>
              <a:spLocks/>
            </p:cNvSpPr>
            <p:nvPr/>
          </p:nvSpPr>
          <p:spPr bwMode="auto">
            <a:xfrm>
              <a:off x="3708" y="618"/>
              <a:ext cx="57" cy="189"/>
            </a:xfrm>
            <a:custGeom>
              <a:avLst/>
              <a:gdLst>
                <a:gd name="T0" fmla="*/ 29 w 30"/>
                <a:gd name="T1" fmla="*/ 0 h 99"/>
                <a:gd name="T2" fmla="*/ 28 w 30"/>
                <a:gd name="T3" fmla="*/ 1 h 99"/>
                <a:gd name="T4" fmla="*/ 30 w 30"/>
                <a:gd name="T5" fmla="*/ 4 h 99"/>
                <a:gd name="T6" fmla="*/ 12 w 30"/>
                <a:gd name="T7" fmla="*/ 35 h 99"/>
                <a:gd name="T8" fmla="*/ 7 w 30"/>
                <a:gd name="T9" fmla="*/ 67 h 99"/>
                <a:gd name="T10" fmla="*/ 11 w 30"/>
                <a:gd name="T11" fmla="*/ 87 h 99"/>
                <a:gd name="T12" fmla="*/ 17 w 30"/>
                <a:gd name="T13" fmla="*/ 98 h 99"/>
                <a:gd name="T14" fmla="*/ 9 w 30"/>
                <a:gd name="T15" fmla="*/ 99 h 99"/>
                <a:gd name="T16" fmla="*/ 1 w 30"/>
                <a:gd name="T17" fmla="*/ 99 h 99"/>
                <a:gd name="T18" fmla="*/ 0 w 30"/>
                <a:gd name="T19" fmla="*/ 95 h 99"/>
                <a:gd name="T20" fmla="*/ 0 w 30"/>
                <a:gd name="T21" fmla="*/ 95 h 99"/>
                <a:gd name="T22" fmla="*/ 0 w 30"/>
                <a:gd name="T23" fmla="*/ 95 h 99"/>
                <a:gd name="T24" fmla="*/ 2 w 30"/>
                <a:gd name="T25" fmla="*/ 83 h 99"/>
                <a:gd name="T26" fmla="*/ 6 w 30"/>
                <a:gd name="T27" fmla="*/ 65 h 99"/>
                <a:gd name="T28" fmla="*/ 6 w 30"/>
                <a:gd name="T29" fmla="*/ 51 h 99"/>
                <a:gd name="T30" fmla="*/ 10 w 30"/>
                <a:gd name="T31" fmla="*/ 25 h 99"/>
                <a:gd name="T32" fmla="*/ 8 w 30"/>
                <a:gd name="T33" fmla="*/ 21 h 99"/>
                <a:gd name="T34" fmla="*/ 8 w 30"/>
                <a:gd name="T35" fmla="*/ 18 h 99"/>
                <a:gd name="T36" fmla="*/ 8 w 30"/>
                <a:gd name="T37" fmla="*/ 17 h 99"/>
                <a:gd name="T38" fmla="*/ 29 w 30"/>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 h="99">
                  <a:moveTo>
                    <a:pt x="29" y="0"/>
                  </a:moveTo>
                  <a:cubicBezTo>
                    <a:pt x="28" y="1"/>
                    <a:pt x="28" y="1"/>
                    <a:pt x="28" y="1"/>
                  </a:cubicBezTo>
                  <a:cubicBezTo>
                    <a:pt x="28" y="1"/>
                    <a:pt x="28" y="2"/>
                    <a:pt x="30" y="4"/>
                  </a:cubicBezTo>
                  <a:cubicBezTo>
                    <a:pt x="23" y="11"/>
                    <a:pt x="15" y="25"/>
                    <a:pt x="12" y="35"/>
                  </a:cubicBezTo>
                  <a:cubicBezTo>
                    <a:pt x="9" y="45"/>
                    <a:pt x="7" y="58"/>
                    <a:pt x="7" y="67"/>
                  </a:cubicBezTo>
                  <a:cubicBezTo>
                    <a:pt x="6" y="76"/>
                    <a:pt x="8" y="80"/>
                    <a:pt x="11" y="87"/>
                  </a:cubicBezTo>
                  <a:cubicBezTo>
                    <a:pt x="14" y="93"/>
                    <a:pt x="17" y="98"/>
                    <a:pt x="17" y="98"/>
                  </a:cubicBezTo>
                  <a:cubicBezTo>
                    <a:pt x="17" y="98"/>
                    <a:pt x="13" y="98"/>
                    <a:pt x="9" y="99"/>
                  </a:cubicBezTo>
                  <a:cubicBezTo>
                    <a:pt x="5" y="99"/>
                    <a:pt x="1" y="99"/>
                    <a:pt x="1" y="99"/>
                  </a:cubicBezTo>
                  <a:cubicBezTo>
                    <a:pt x="1" y="99"/>
                    <a:pt x="1" y="98"/>
                    <a:pt x="0" y="95"/>
                  </a:cubicBezTo>
                  <a:cubicBezTo>
                    <a:pt x="0" y="95"/>
                    <a:pt x="0" y="95"/>
                    <a:pt x="0" y="95"/>
                  </a:cubicBezTo>
                  <a:cubicBezTo>
                    <a:pt x="0" y="95"/>
                    <a:pt x="0" y="95"/>
                    <a:pt x="0" y="95"/>
                  </a:cubicBezTo>
                  <a:cubicBezTo>
                    <a:pt x="0" y="91"/>
                    <a:pt x="1" y="86"/>
                    <a:pt x="2" y="83"/>
                  </a:cubicBezTo>
                  <a:cubicBezTo>
                    <a:pt x="3" y="81"/>
                    <a:pt x="5" y="69"/>
                    <a:pt x="6" y="65"/>
                  </a:cubicBezTo>
                  <a:cubicBezTo>
                    <a:pt x="6" y="62"/>
                    <a:pt x="6" y="57"/>
                    <a:pt x="6" y="51"/>
                  </a:cubicBezTo>
                  <a:cubicBezTo>
                    <a:pt x="6" y="44"/>
                    <a:pt x="12" y="27"/>
                    <a:pt x="10" y="25"/>
                  </a:cubicBezTo>
                  <a:cubicBezTo>
                    <a:pt x="9" y="24"/>
                    <a:pt x="8" y="22"/>
                    <a:pt x="8" y="21"/>
                  </a:cubicBezTo>
                  <a:cubicBezTo>
                    <a:pt x="8" y="19"/>
                    <a:pt x="8" y="18"/>
                    <a:pt x="8" y="18"/>
                  </a:cubicBezTo>
                  <a:cubicBezTo>
                    <a:pt x="8" y="18"/>
                    <a:pt x="8" y="18"/>
                    <a:pt x="8" y="17"/>
                  </a:cubicBezTo>
                  <a:cubicBezTo>
                    <a:pt x="14" y="9"/>
                    <a:pt x="22" y="3"/>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4" name="Freeform 712"/>
            <p:cNvSpPr>
              <a:spLocks noEditPoints="1"/>
            </p:cNvSpPr>
            <p:nvPr/>
          </p:nvSpPr>
          <p:spPr bwMode="auto">
            <a:xfrm>
              <a:off x="1522" y="380"/>
              <a:ext cx="488" cy="1526"/>
            </a:xfrm>
            <a:custGeom>
              <a:avLst/>
              <a:gdLst>
                <a:gd name="T0" fmla="*/ 213 w 255"/>
                <a:gd name="T1" fmla="*/ 161 h 797"/>
                <a:gd name="T2" fmla="*/ 228 w 255"/>
                <a:gd name="T3" fmla="*/ 340 h 797"/>
                <a:gd name="T4" fmla="*/ 228 w 255"/>
                <a:gd name="T5" fmla="*/ 408 h 797"/>
                <a:gd name="T6" fmla="*/ 224 w 255"/>
                <a:gd name="T7" fmla="*/ 436 h 797"/>
                <a:gd name="T8" fmla="*/ 253 w 255"/>
                <a:gd name="T9" fmla="*/ 560 h 797"/>
                <a:gd name="T10" fmla="*/ 190 w 255"/>
                <a:gd name="T11" fmla="*/ 592 h 797"/>
                <a:gd name="T12" fmla="*/ 195 w 255"/>
                <a:gd name="T13" fmla="*/ 439 h 797"/>
                <a:gd name="T14" fmla="*/ 196 w 255"/>
                <a:gd name="T15" fmla="*/ 407 h 797"/>
                <a:gd name="T16" fmla="*/ 190 w 255"/>
                <a:gd name="T17" fmla="*/ 136 h 797"/>
                <a:gd name="T18" fmla="*/ 152 w 255"/>
                <a:gd name="T19" fmla="*/ 25 h 797"/>
                <a:gd name="T20" fmla="*/ 154 w 255"/>
                <a:gd name="T21" fmla="*/ 77 h 797"/>
                <a:gd name="T22" fmla="*/ 138 w 255"/>
                <a:gd name="T23" fmla="*/ 102 h 797"/>
                <a:gd name="T24" fmla="*/ 185 w 255"/>
                <a:gd name="T25" fmla="*/ 135 h 797"/>
                <a:gd name="T26" fmla="*/ 190 w 255"/>
                <a:gd name="T27" fmla="*/ 414 h 797"/>
                <a:gd name="T28" fmla="*/ 182 w 255"/>
                <a:gd name="T29" fmla="*/ 414 h 797"/>
                <a:gd name="T30" fmla="*/ 183 w 255"/>
                <a:gd name="T31" fmla="*/ 441 h 797"/>
                <a:gd name="T32" fmla="*/ 190 w 255"/>
                <a:gd name="T33" fmla="*/ 592 h 797"/>
                <a:gd name="T34" fmla="*/ 177 w 255"/>
                <a:gd name="T35" fmla="*/ 592 h 797"/>
                <a:gd name="T36" fmla="*/ 172 w 255"/>
                <a:gd name="T37" fmla="*/ 693 h 797"/>
                <a:gd name="T38" fmla="*/ 178 w 255"/>
                <a:gd name="T39" fmla="*/ 760 h 797"/>
                <a:gd name="T40" fmla="*/ 136 w 255"/>
                <a:gd name="T41" fmla="*/ 764 h 797"/>
                <a:gd name="T42" fmla="*/ 127 w 255"/>
                <a:gd name="T43" fmla="*/ 715 h 797"/>
                <a:gd name="T44" fmla="*/ 129 w 255"/>
                <a:gd name="T45" fmla="*/ 638 h 797"/>
                <a:gd name="T46" fmla="*/ 109 w 255"/>
                <a:gd name="T47" fmla="*/ 469 h 797"/>
                <a:gd name="T48" fmla="*/ 89 w 255"/>
                <a:gd name="T49" fmla="*/ 505 h 797"/>
                <a:gd name="T50" fmla="*/ 67 w 255"/>
                <a:gd name="T51" fmla="*/ 675 h 797"/>
                <a:gd name="T52" fmla="*/ 72 w 255"/>
                <a:gd name="T53" fmla="*/ 703 h 797"/>
                <a:gd name="T54" fmla="*/ 59 w 255"/>
                <a:gd name="T55" fmla="*/ 756 h 797"/>
                <a:gd name="T56" fmla="*/ 21 w 255"/>
                <a:gd name="T57" fmla="*/ 794 h 797"/>
                <a:gd name="T58" fmla="*/ 26 w 255"/>
                <a:gd name="T59" fmla="*/ 728 h 797"/>
                <a:gd name="T60" fmla="*/ 24 w 255"/>
                <a:gd name="T61" fmla="*/ 689 h 797"/>
                <a:gd name="T62" fmla="*/ 21 w 255"/>
                <a:gd name="T63" fmla="*/ 546 h 797"/>
                <a:gd name="T64" fmla="*/ 21 w 255"/>
                <a:gd name="T65" fmla="*/ 397 h 797"/>
                <a:gd name="T66" fmla="*/ 13 w 255"/>
                <a:gd name="T67" fmla="*/ 372 h 797"/>
                <a:gd name="T68" fmla="*/ 5 w 255"/>
                <a:gd name="T69" fmla="*/ 306 h 797"/>
                <a:gd name="T70" fmla="*/ 15 w 255"/>
                <a:gd name="T71" fmla="*/ 176 h 797"/>
                <a:gd name="T72" fmla="*/ 86 w 255"/>
                <a:gd name="T73" fmla="*/ 120 h 797"/>
                <a:gd name="T74" fmla="*/ 88 w 255"/>
                <a:gd name="T75" fmla="*/ 81 h 797"/>
                <a:gd name="T76" fmla="*/ 78 w 255"/>
                <a:gd name="T77" fmla="*/ 55 h 797"/>
                <a:gd name="T78" fmla="*/ 82 w 255"/>
                <a:gd name="T79" fmla="*/ 25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5" h="797">
                  <a:moveTo>
                    <a:pt x="190" y="136"/>
                  </a:moveTo>
                  <a:cubicBezTo>
                    <a:pt x="203" y="140"/>
                    <a:pt x="212" y="144"/>
                    <a:pt x="213" y="161"/>
                  </a:cubicBezTo>
                  <a:cubicBezTo>
                    <a:pt x="213" y="180"/>
                    <a:pt x="215" y="218"/>
                    <a:pt x="218" y="244"/>
                  </a:cubicBezTo>
                  <a:cubicBezTo>
                    <a:pt x="220" y="269"/>
                    <a:pt x="228" y="323"/>
                    <a:pt x="228" y="340"/>
                  </a:cubicBezTo>
                  <a:cubicBezTo>
                    <a:pt x="229" y="357"/>
                    <a:pt x="231" y="394"/>
                    <a:pt x="230" y="398"/>
                  </a:cubicBezTo>
                  <a:cubicBezTo>
                    <a:pt x="230" y="402"/>
                    <a:pt x="226" y="401"/>
                    <a:pt x="228" y="408"/>
                  </a:cubicBezTo>
                  <a:cubicBezTo>
                    <a:pt x="229" y="415"/>
                    <a:pt x="229" y="421"/>
                    <a:pt x="226" y="426"/>
                  </a:cubicBezTo>
                  <a:cubicBezTo>
                    <a:pt x="222" y="430"/>
                    <a:pt x="224" y="436"/>
                    <a:pt x="224" y="436"/>
                  </a:cubicBezTo>
                  <a:cubicBezTo>
                    <a:pt x="255" y="435"/>
                    <a:pt x="255" y="435"/>
                    <a:pt x="255" y="435"/>
                  </a:cubicBezTo>
                  <a:cubicBezTo>
                    <a:pt x="253" y="560"/>
                    <a:pt x="253" y="560"/>
                    <a:pt x="253" y="560"/>
                  </a:cubicBezTo>
                  <a:cubicBezTo>
                    <a:pt x="203" y="598"/>
                    <a:pt x="203" y="598"/>
                    <a:pt x="203" y="598"/>
                  </a:cubicBezTo>
                  <a:cubicBezTo>
                    <a:pt x="203" y="598"/>
                    <a:pt x="196" y="593"/>
                    <a:pt x="190" y="592"/>
                  </a:cubicBezTo>
                  <a:cubicBezTo>
                    <a:pt x="190" y="440"/>
                    <a:pt x="190" y="440"/>
                    <a:pt x="190" y="440"/>
                  </a:cubicBezTo>
                  <a:cubicBezTo>
                    <a:pt x="195" y="439"/>
                    <a:pt x="195" y="439"/>
                    <a:pt x="195" y="439"/>
                  </a:cubicBezTo>
                  <a:cubicBezTo>
                    <a:pt x="195" y="439"/>
                    <a:pt x="194" y="430"/>
                    <a:pt x="196" y="424"/>
                  </a:cubicBezTo>
                  <a:cubicBezTo>
                    <a:pt x="197" y="419"/>
                    <a:pt x="197" y="413"/>
                    <a:pt x="196" y="407"/>
                  </a:cubicBezTo>
                  <a:cubicBezTo>
                    <a:pt x="196" y="407"/>
                    <a:pt x="194" y="413"/>
                    <a:pt x="190" y="414"/>
                  </a:cubicBezTo>
                  <a:lnTo>
                    <a:pt x="190" y="136"/>
                  </a:lnTo>
                  <a:close/>
                  <a:moveTo>
                    <a:pt x="120" y="0"/>
                  </a:moveTo>
                  <a:cubicBezTo>
                    <a:pt x="134" y="0"/>
                    <a:pt x="150" y="10"/>
                    <a:pt x="152" y="25"/>
                  </a:cubicBezTo>
                  <a:cubicBezTo>
                    <a:pt x="154" y="39"/>
                    <a:pt x="153" y="60"/>
                    <a:pt x="153" y="60"/>
                  </a:cubicBezTo>
                  <a:cubicBezTo>
                    <a:pt x="153" y="60"/>
                    <a:pt x="157" y="69"/>
                    <a:pt x="154" y="77"/>
                  </a:cubicBezTo>
                  <a:cubicBezTo>
                    <a:pt x="150" y="85"/>
                    <a:pt x="141" y="83"/>
                    <a:pt x="141" y="83"/>
                  </a:cubicBezTo>
                  <a:cubicBezTo>
                    <a:pt x="141" y="83"/>
                    <a:pt x="138" y="95"/>
                    <a:pt x="138" y="102"/>
                  </a:cubicBezTo>
                  <a:cubicBezTo>
                    <a:pt x="138" y="109"/>
                    <a:pt x="139" y="113"/>
                    <a:pt x="144" y="118"/>
                  </a:cubicBezTo>
                  <a:cubicBezTo>
                    <a:pt x="149" y="122"/>
                    <a:pt x="169" y="130"/>
                    <a:pt x="185" y="135"/>
                  </a:cubicBezTo>
                  <a:cubicBezTo>
                    <a:pt x="186" y="135"/>
                    <a:pt x="188" y="136"/>
                    <a:pt x="190" y="136"/>
                  </a:cubicBezTo>
                  <a:cubicBezTo>
                    <a:pt x="190" y="414"/>
                    <a:pt x="190" y="414"/>
                    <a:pt x="190" y="414"/>
                  </a:cubicBezTo>
                  <a:cubicBezTo>
                    <a:pt x="189" y="414"/>
                    <a:pt x="189" y="414"/>
                    <a:pt x="189" y="414"/>
                  </a:cubicBezTo>
                  <a:cubicBezTo>
                    <a:pt x="184" y="414"/>
                    <a:pt x="182" y="414"/>
                    <a:pt x="182" y="414"/>
                  </a:cubicBezTo>
                  <a:cubicBezTo>
                    <a:pt x="182" y="414"/>
                    <a:pt x="184" y="422"/>
                    <a:pt x="184" y="428"/>
                  </a:cubicBezTo>
                  <a:cubicBezTo>
                    <a:pt x="184" y="434"/>
                    <a:pt x="183" y="441"/>
                    <a:pt x="183" y="441"/>
                  </a:cubicBezTo>
                  <a:cubicBezTo>
                    <a:pt x="190" y="440"/>
                    <a:pt x="190" y="440"/>
                    <a:pt x="190" y="440"/>
                  </a:cubicBezTo>
                  <a:cubicBezTo>
                    <a:pt x="190" y="592"/>
                    <a:pt x="190" y="592"/>
                    <a:pt x="190" y="592"/>
                  </a:cubicBezTo>
                  <a:cubicBezTo>
                    <a:pt x="189" y="592"/>
                    <a:pt x="189" y="592"/>
                    <a:pt x="188" y="592"/>
                  </a:cubicBezTo>
                  <a:cubicBezTo>
                    <a:pt x="181" y="592"/>
                    <a:pt x="177" y="592"/>
                    <a:pt x="177" y="592"/>
                  </a:cubicBezTo>
                  <a:cubicBezTo>
                    <a:pt x="177" y="592"/>
                    <a:pt x="179" y="629"/>
                    <a:pt x="179" y="644"/>
                  </a:cubicBezTo>
                  <a:cubicBezTo>
                    <a:pt x="179" y="659"/>
                    <a:pt x="178" y="682"/>
                    <a:pt x="172" y="693"/>
                  </a:cubicBezTo>
                  <a:cubicBezTo>
                    <a:pt x="165" y="703"/>
                    <a:pt x="164" y="707"/>
                    <a:pt x="164" y="716"/>
                  </a:cubicBezTo>
                  <a:cubicBezTo>
                    <a:pt x="164" y="726"/>
                    <a:pt x="178" y="751"/>
                    <a:pt x="178" y="760"/>
                  </a:cubicBezTo>
                  <a:cubicBezTo>
                    <a:pt x="177" y="768"/>
                    <a:pt x="175" y="782"/>
                    <a:pt x="161" y="781"/>
                  </a:cubicBezTo>
                  <a:cubicBezTo>
                    <a:pt x="147" y="781"/>
                    <a:pt x="136" y="775"/>
                    <a:pt x="136" y="764"/>
                  </a:cubicBezTo>
                  <a:cubicBezTo>
                    <a:pt x="136" y="752"/>
                    <a:pt x="138" y="745"/>
                    <a:pt x="133" y="740"/>
                  </a:cubicBezTo>
                  <a:cubicBezTo>
                    <a:pt x="128" y="736"/>
                    <a:pt x="135" y="726"/>
                    <a:pt x="127" y="715"/>
                  </a:cubicBezTo>
                  <a:cubicBezTo>
                    <a:pt x="119" y="703"/>
                    <a:pt x="128" y="702"/>
                    <a:pt x="126" y="692"/>
                  </a:cubicBezTo>
                  <a:cubicBezTo>
                    <a:pt x="124" y="682"/>
                    <a:pt x="128" y="650"/>
                    <a:pt x="129" y="638"/>
                  </a:cubicBezTo>
                  <a:cubicBezTo>
                    <a:pt x="129" y="625"/>
                    <a:pt x="127" y="611"/>
                    <a:pt x="121" y="557"/>
                  </a:cubicBezTo>
                  <a:cubicBezTo>
                    <a:pt x="114" y="504"/>
                    <a:pt x="111" y="481"/>
                    <a:pt x="109" y="469"/>
                  </a:cubicBezTo>
                  <a:cubicBezTo>
                    <a:pt x="107" y="457"/>
                    <a:pt x="104" y="443"/>
                    <a:pt x="104" y="443"/>
                  </a:cubicBezTo>
                  <a:cubicBezTo>
                    <a:pt x="104" y="443"/>
                    <a:pt x="96" y="493"/>
                    <a:pt x="89" y="505"/>
                  </a:cubicBezTo>
                  <a:cubicBezTo>
                    <a:pt x="82" y="518"/>
                    <a:pt x="75" y="580"/>
                    <a:pt x="73" y="598"/>
                  </a:cubicBezTo>
                  <a:cubicBezTo>
                    <a:pt x="71" y="616"/>
                    <a:pt x="72" y="669"/>
                    <a:pt x="67" y="675"/>
                  </a:cubicBezTo>
                  <a:cubicBezTo>
                    <a:pt x="63" y="680"/>
                    <a:pt x="61" y="688"/>
                    <a:pt x="61" y="688"/>
                  </a:cubicBezTo>
                  <a:cubicBezTo>
                    <a:pt x="61" y="688"/>
                    <a:pt x="72" y="694"/>
                    <a:pt x="72" y="703"/>
                  </a:cubicBezTo>
                  <a:cubicBezTo>
                    <a:pt x="72" y="713"/>
                    <a:pt x="64" y="720"/>
                    <a:pt x="64" y="731"/>
                  </a:cubicBezTo>
                  <a:cubicBezTo>
                    <a:pt x="65" y="743"/>
                    <a:pt x="64" y="753"/>
                    <a:pt x="59" y="756"/>
                  </a:cubicBezTo>
                  <a:cubicBezTo>
                    <a:pt x="54" y="758"/>
                    <a:pt x="55" y="778"/>
                    <a:pt x="49" y="785"/>
                  </a:cubicBezTo>
                  <a:cubicBezTo>
                    <a:pt x="43" y="792"/>
                    <a:pt x="33" y="797"/>
                    <a:pt x="21" y="794"/>
                  </a:cubicBezTo>
                  <a:cubicBezTo>
                    <a:pt x="9" y="790"/>
                    <a:pt x="9" y="774"/>
                    <a:pt x="15" y="759"/>
                  </a:cubicBezTo>
                  <a:cubicBezTo>
                    <a:pt x="21" y="744"/>
                    <a:pt x="28" y="734"/>
                    <a:pt x="26" y="728"/>
                  </a:cubicBezTo>
                  <a:cubicBezTo>
                    <a:pt x="24" y="722"/>
                    <a:pt x="22" y="713"/>
                    <a:pt x="28" y="707"/>
                  </a:cubicBezTo>
                  <a:cubicBezTo>
                    <a:pt x="34" y="701"/>
                    <a:pt x="27" y="694"/>
                    <a:pt x="24" y="689"/>
                  </a:cubicBezTo>
                  <a:cubicBezTo>
                    <a:pt x="20" y="684"/>
                    <a:pt x="21" y="660"/>
                    <a:pt x="20" y="647"/>
                  </a:cubicBezTo>
                  <a:cubicBezTo>
                    <a:pt x="20" y="634"/>
                    <a:pt x="21" y="570"/>
                    <a:pt x="21" y="546"/>
                  </a:cubicBezTo>
                  <a:cubicBezTo>
                    <a:pt x="20" y="522"/>
                    <a:pt x="18" y="451"/>
                    <a:pt x="21" y="432"/>
                  </a:cubicBezTo>
                  <a:cubicBezTo>
                    <a:pt x="24" y="412"/>
                    <a:pt x="21" y="397"/>
                    <a:pt x="21" y="397"/>
                  </a:cubicBezTo>
                  <a:cubicBezTo>
                    <a:pt x="21" y="397"/>
                    <a:pt x="14" y="401"/>
                    <a:pt x="14" y="394"/>
                  </a:cubicBezTo>
                  <a:cubicBezTo>
                    <a:pt x="14" y="386"/>
                    <a:pt x="17" y="385"/>
                    <a:pt x="13" y="372"/>
                  </a:cubicBezTo>
                  <a:cubicBezTo>
                    <a:pt x="10" y="359"/>
                    <a:pt x="9" y="347"/>
                    <a:pt x="5" y="337"/>
                  </a:cubicBezTo>
                  <a:cubicBezTo>
                    <a:pt x="1" y="327"/>
                    <a:pt x="0" y="311"/>
                    <a:pt x="5" y="306"/>
                  </a:cubicBezTo>
                  <a:cubicBezTo>
                    <a:pt x="10" y="300"/>
                    <a:pt x="3" y="272"/>
                    <a:pt x="7" y="250"/>
                  </a:cubicBezTo>
                  <a:cubicBezTo>
                    <a:pt x="12" y="229"/>
                    <a:pt x="15" y="195"/>
                    <a:pt x="15" y="176"/>
                  </a:cubicBezTo>
                  <a:cubicBezTo>
                    <a:pt x="15" y="158"/>
                    <a:pt x="16" y="144"/>
                    <a:pt x="40" y="138"/>
                  </a:cubicBezTo>
                  <a:cubicBezTo>
                    <a:pt x="64" y="132"/>
                    <a:pt x="82" y="125"/>
                    <a:pt x="86" y="120"/>
                  </a:cubicBezTo>
                  <a:cubicBezTo>
                    <a:pt x="89" y="115"/>
                    <a:pt x="90" y="102"/>
                    <a:pt x="89" y="96"/>
                  </a:cubicBezTo>
                  <a:cubicBezTo>
                    <a:pt x="89" y="90"/>
                    <a:pt x="88" y="85"/>
                    <a:pt x="88" y="81"/>
                  </a:cubicBezTo>
                  <a:cubicBezTo>
                    <a:pt x="88" y="78"/>
                    <a:pt x="81" y="83"/>
                    <a:pt x="80" y="77"/>
                  </a:cubicBezTo>
                  <a:cubicBezTo>
                    <a:pt x="78" y="70"/>
                    <a:pt x="77" y="56"/>
                    <a:pt x="78" y="55"/>
                  </a:cubicBezTo>
                  <a:cubicBezTo>
                    <a:pt x="79" y="54"/>
                    <a:pt x="80" y="54"/>
                    <a:pt x="82" y="54"/>
                  </a:cubicBezTo>
                  <a:cubicBezTo>
                    <a:pt x="81" y="52"/>
                    <a:pt x="81" y="39"/>
                    <a:pt x="82" y="25"/>
                  </a:cubicBezTo>
                  <a:cubicBezTo>
                    <a:pt x="83" y="12"/>
                    <a:pt x="96" y="1"/>
                    <a:pt x="120" y="0"/>
                  </a:cubicBez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5" name="Freeform 713"/>
            <p:cNvSpPr>
              <a:spLocks/>
            </p:cNvSpPr>
            <p:nvPr/>
          </p:nvSpPr>
          <p:spPr bwMode="auto">
            <a:xfrm>
              <a:off x="1545" y="1068"/>
              <a:ext cx="52" cy="51"/>
            </a:xfrm>
            <a:custGeom>
              <a:avLst/>
              <a:gdLst>
                <a:gd name="T0" fmla="*/ 6 w 27"/>
                <a:gd name="T1" fmla="*/ 27 h 27"/>
                <a:gd name="T2" fmla="*/ 6 w 27"/>
                <a:gd name="T3" fmla="*/ 8 h 27"/>
                <a:gd name="T4" fmla="*/ 27 w 27"/>
                <a:gd name="T5" fmla="*/ 6 h 27"/>
                <a:gd name="T6" fmla="*/ 11 w 27"/>
                <a:gd name="T7" fmla="*/ 11 h 27"/>
                <a:gd name="T8" fmla="*/ 6 w 27"/>
                <a:gd name="T9" fmla="*/ 27 h 27"/>
              </a:gdLst>
              <a:ahLst/>
              <a:cxnLst>
                <a:cxn ang="0">
                  <a:pos x="T0" y="T1"/>
                </a:cxn>
                <a:cxn ang="0">
                  <a:pos x="T2" y="T3"/>
                </a:cxn>
                <a:cxn ang="0">
                  <a:pos x="T4" y="T5"/>
                </a:cxn>
                <a:cxn ang="0">
                  <a:pos x="T6" y="T7"/>
                </a:cxn>
                <a:cxn ang="0">
                  <a:pos x="T8" y="T9"/>
                </a:cxn>
              </a:cxnLst>
              <a:rect l="0" t="0" r="r" b="b"/>
              <a:pathLst>
                <a:path w="27" h="27">
                  <a:moveTo>
                    <a:pt x="6" y="27"/>
                  </a:moveTo>
                  <a:cubicBezTo>
                    <a:pt x="6" y="27"/>
                    <a:pt x="0" y="16"/>
                    <a:pt x="6" y="8"/>
                  </a:cubicBezTo>
                  <a:cubicBezTo>
                    <a:pt x="12" y="0"/>
                    <a:pt x="27" y="6"/>
                    <a:pt x="27" y="6"/>
                  </a:cubicBezTo>
                  <a:cubicBezTo>
                    <a:pt x="27" y="6"/>
                    <a:pt x="17" y="6"/>
                    <a:pt x="11" y="11"/>
                  </a:cubicBezTo>
                  <a:cubicBezTo>
                    <a:pt x="5" y="15"/>
                    <a:pt x="7" y="18"/>
                    <a:pt x="6"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6" name="Freeform 714"/>
            <p:cNvSpPr>
              <a:spLocks/>
            </p:cNvSpPr>
            <p:nvPr/>
          </p:nvSpPr>
          <p:spPr bwMode="auto">
            <a:xfrm>
              <a:off x="1897" y="1135"/>
              <a:ext cx="61" cy="21"/>
            </a:xfrm>
            <a:custGeom>
              <a:avLst/>
              <a:gdLst>
                <a:gd name="T0" fmla="*/ 0 w 32"/>
                <a:gd name="T1" fmla="*/ 11 h 11"/>
                <a:gd name="T2" fmla="*/ 14 w 32"/>
                <a:gd name="T3" fmla="*/ 0 h 11"/>
                <a:gd name="T4" fmla="*/ 32 w 32"/>
                <a:gd name="T5" fmla="*/ 11 h 11"/>
                <a:gd name="T6" fmla="*/ 14 w 32"/>
                <a:gd name="T7" fmla="*/ 6 h 11"/>
                <a:gd name="T8" fmla="*/ 0 w 32"/>
                <a:gd name="T9" fmla="*/ 11 h 11"/>
              </a:gdLst>
              <a:ahLst/>
              <a:cxnLst>
                <a:cxn ang="0">
                  <a:pos x="T0" y="T1"/>
                </a:cxn>
                <a:cxn ang="0">
                  <a:pos x="T2" y="T3"/>
                </a:cxn>
                <a:cxn ang="0">
                  <a:pos x="T4" y="T5"/>
                </a:cxn>
                <a:cxn ang="0">
                  <a:pos x="T6" y="T7"/>
                </a:cxn>
                <a:cxn ang="0">
                  <a:pos x="T8" y="T9"/>
                </a:cxn>
              </a:cxnLst>
              <a:rect l="0" t="0" r="r" b="b"/>
              <a:pathLst>
                <a:path w="32" h="11">
                  <a:moveTo>
                    <a:pt x="0" y="11"/>
                  </a:moveTo>
                  <a:cubicBezTo>
                    <a:pt x="0" y="11"/>
                    <a:pt x="0" y="0"/>
                    <a:pt x="14" y="0"/>
                  </a:cubicBezTo>
                  <a:cubicBezTo>
                    <a:pt x="29" y="0"/>
                    <a:pt x="32" y="11"/>
                    <a:pt x="32" y="11"/>
                  </a:cubicBezTo>
                  <a:cubicBezTo>
                    <a:pt x="32" y="11"/>
                    <a:pt x="24" y="5"/>
                    <a:pt x="14" y="6"/>
                  </a:cubicBezTo>
                  <a:cubicBezTo>
                    <a:pt x="4" y="6"/>
                    <a:pt x="4" y="6"/>
                    <a:pt x="0"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7" name="Freeform 715"/>
            <p:cNvSpPr>
              <a:spLocks/>
            </p:cNvSpPr>
            <p:nvPr/>
          </p:nvSpPr>
          <p:spPr bwMode="auto">
            <a:xfrm>
              <a:off x="1631" y="591"/>
              <a:ext cx="163" cy="427"/>
            </a:xfrm>
            <a:custGeom>
              <a:avLst/>
              <a:gdLst>
                <a:gd name="T0" fmla="*/ 82 w 85"/>
                <a:gd name="T1" fmla="*/ 0 h 223"/>
                <a:gd name="T2" fmla="*/ 85 w 85"/>
                <a:gd name="T3" fmla="*/ 6 h 223"/>
                <a:gd name="T4" fmla="*/ 73 w 85"/>
                <a:gd name="T5" fmla="*/ 104 h 223"/>
                <a:gd name="T6" fmla="*/ 77 w 85"/>
                <a:gd name="T7" fmla="*/ 222 h 223"/>
                <a:gd name="T8" fmla="*/ 54 w 85"/>
                <a:gd name="T9" fmla="*/ 223 h 223"/>
                <a:gd name="T10" fmla="*/ 0 w 85"/>
                <a:gd name="T11" fmla="*/ 212 h 223"/>
                <a:gd name="T12" fmla="*/ 11 w 85"/>
                <a:gd name="T13" fmla="*/ 187 h 223"/>
                <a:gd name="T14" fmla="*/ 27 w 85"/>
                <a:gd name="T15" fmla="*/ 59 h 223"/>
                <a:gd name="T16" fmla="*/ 27 w 85"/>
                <a:gd name="T17" fmla="*/ 12 h 223"/>
                <a:gd name="T18" fmla="*/ 29 w 85"/>
                <a:gd name="T19" fmla="*/ 10 h 223"/>
                <a:gd name="T20" fmla="*/ 31 w 85"/>
                <a:gd name="T21" fmla="*/ 3 h 223"/>
                <a:gd name="T22" fmla="*/ 58 w 85"/>
                <a:gd name="T23" fmla="*/ 25 h 223"/>
                <a:gd name="T24" fmla="*/ 82 w 85"/>
                <a:gd name="T25"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 h="223">
                  <a:moveTo>
                    <a:pt x="82" y="0"/>
                  </a:moveTo>
                  <a:cubicBezTo>
                    <a:pt x="82" y="2"/>
                    <a:pt x="83" y="4"/>
                    <a:pt x="85" y="6"/>
                  </a:cubicBezTo>
                  <a:cubicBezTo>
                    <a:pt x="82" y="22"/>
                    <a:pt x="76" y="69"/>
                    <a:pt x="73" y="104"/>
                  </a:cubicBezTo>
                  <a:cubicBezTo>
                    <a:pt x="70" y="145"/>
                    <a:pt x="77" y="222"/>
                    <a:pt x="77" y="222"/>
                  </a:cubicBezTo>
                  <a:cubicBezTo>
                    <a:pt x="77" y="222"/>
                    <a:pt x="72" y="223"/>
                    <a:pt x="54" y="223"/>
                  </a:cubicBezTo>
                  <a:cubicBezTo>
                    <a:pt x="36" y="223"/>
                    <a:pt x="0" y="212"/>
                    <a:pt x="0" y="212"/>
                  </a:cubicBezTo>
                  <a:cubicBezTo>
                    <a:pt x="0" y="212"/>
                    <a:pt x="6" y="201"/>
                    <a:pt x="11" y="187"/>
                  </a:cubicBezTo>
                  <a:cubicBezTo>
                    <a:pt x="16" y="172"/>
                    <a:pt x="25" y="111"/>
                    <a:pt x="27" y="59"/>
                  </a:cubicBezTo>
                  <a:cubicBezTo>
                    <a:pt x="28" y="33"/>
                    <a:pt x="28" y="19"/>
                    <a:pt x="27" y="12"/>
                  </a:cubicBezTo>
                  <a:cubicBezTo>
                    <a:pt x="28" y="11"/>
                    <a:pt x="28" y="11"/>
                    <a:pt x="29" y="10"/>
                  </a:cubicBezTo>
                  <a:cubicBezTo>
                    <a:pt x="30" y="8"/>
                    <a:pt x="31" y="6"/>
                    <a:pt x="31" y="3"/>
                  </a:cubicBezTo>
                  <a:cubicBezTo>
                    <a:pt x="37" y="14"/>
                    <a:pt x="50" y="25"/>
                    <a:pt x="58" y="25"/>
                  </a:cubicBezTo>
                  <a:cubicBezTo>
                    <a:pt x="66" y="25"/>
                    <a:pt x="77" y="9"/>
                    <a:pt x="8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8" name="Freeform 716"/>
            <p:cNvSpPr>
              <a:spLocks/>
            </p:cNvSpPr>
            <p:nvPr/>
          </p:nvSpPr>
          <p:spPr bwMode="auto">
            <a:xfrm>
              <a:off x="1706" y="643"/>
              <a:ext cx="67" cy="419"/>
            </a:xfrm>
            <a:custGeom>
              <a:avLst/>
              <a:gdLst>
                <a:gd name="T0" fmla="*/ 0 w 35"/>
                <a:gd name="T1" fmla="*/ 10 h 219"/>
                <a:gd name="T2" fmla="*/ 17 w 35"/>
                <a:gd name="T3" fmla="*/ 0 h 219"/>
                <a:gd name="T4" fmla="*/ 35 w 35"/>
                <a:gd name="T5" fmla="*/ 10 h 219"/>
                <a:gd name="T6" fmla="*/ 24 w 35"/>
                <a:gd name="T7" fmla="*/ 15 h 219"/>
                <a:gd name="T8" fmla="*/ 28 w 35"/>
                <a:gd name="T9" fmla="*/ 91 h 219"/>
                <a:gd name="T10" fmla="*/ 27 w 35"/>
                <a:gd name="T11" fmla="*/ 201 h 219"/>
                <a:gd name="T12" fmla="*/ 13 w 35"/>
                <a:gd name="T13" fmla="*/ 202 h 219"/>
                <a:gd name="T14" fmla="*/ 12 w 35"/>
                <a:gd name="T15" fmla="*/ 75 h 219"/>
                <a:gd name="T16" fmla="*/ 13 w 35"/>
                <a:gd name="T17" fmla="*/ 16 h 219"/>
                <a:gd name="T18" fmla="*/ 0 w 35"/>
                <a:gd name="T19" fmla="*/ 1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219">
                  <a:moveTo>
                    <a:pt x="0" y="10"/>
                  </a:moveTo>
                  <a:cubicBezTo>
                    <a:pt x="0" y="10"/>
                    <a:pt x="7" y="0"/>
                    <a:pt x="17" y="0"/>
                  </a:cubicBezTo>
                  <a:cubicBezTo>
                    <a:pt x="28" y="0"/>
                    <a:pt x="35" y="10"/>
                    <a:pt x="35" y="10"/>
                  </a:cubicBezTo>
                  <a:cubicBezTo>
                    <a:pt x="35" y="10"/>
                    <a:pt x="23" y="7"/>
                    <a:pt x="24" y="15"/>
                  </a:cubicBezTo>
                  <a:cubicBezTo>
                    <a:pt x="24" y="23"/>
                    <a:pt x="28" y="64"/>
                    <a:pt x="28" y="91"/>
                  </a:cubicBezTo>
                  <a:cubicBezTo>
                    <a:pt x="28" y="118"/>
                    <a:pt x="30" y="188"/>
                    <a:pt x="27" y="201"/>
                  </a:cubicBezTo>
                  <a:cubicBezTo>
                    <a:pt x="24" y="214"/>
                    <a:pt x="15" y="219"/>
                    <a:pt x="13" y="202"/>
                  </a:cubicBezTo>
                  <a:cubicBezTo>
                    <a:pt x="11" y="185"/>
                    <a:pt x="11" y="93"/>
                    <a:pt x="12" y="75"/>
                  </a:cubicBezTo>
                  <a:cubicBezTo>
                    <a:pt x="12" y="58"/>
                    <a:pt x="15" y="21"/>
                    <a:pt x="13" y="16"/>
                  </a:cubicBezTo>
                  <a:cubicBezTo>
                    <a:pt x="11" y="11"/>
                    <a:pt x="6" y="7"/>
                    <a:pt x="0" y="10"/>
                  </a:cubicBez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9" name="Freeform 717"/>
            <p:cNvSpPr>
              <a:spLocks/>
            </p:cNvSpPr>
            <p:nvPr/>
          </p:nvSpPr>
          <p:spPr bwMode="auto">
            <a:xfrm>
              <a:off x="2285" y="438"/>
              <a:ext cx="295" cy="1191"/>
            </a:xfrm>
            <a:custGeom>
              <a:avLst/>
              <a:gdLst>
                <a:gd name="T0" fmla="*/ 97 w 154"/>
                <a:gd name="T1" fmla="*/ 12 h 622"/>
                <a:gd name="T2" fmla="*/ 114 w 154"/>
                <a:gd name="T3" fmla="*/ 72 h 622"/>
                <a:gd name="T4" fmla="*/ 132 w 154"/>
                <a:gd name="T5" fmla="*/ 101 h 622"/>
                <a:gd name="T6" fmla="*/ 150 w 154"/>
                <a:gd name="T7" fmla="*/ 146 h 622"/>
                <a:gd name="T8" fmla="*/ 131 w 154"/>
                <a:gd name="T9" fmla="*/ 208 h 622"/>
                <a:gd name="T10" fmla="*/ 138 w 154"/>
                <a:gd name="T11" fmla="*/ 241 h 622"/>
                <a:gd name="T12" fmla="*/ 142 w 154"/>
                <a:gd name="T13" fmla="*/ 287 h 622"/>
                <a:gd name="T14" fmla="*/ 135 w 154"/>
                <a:gd name="T15" fmla="*/ 387 h 622"/>
                <a:gd name="T16" fmla="*/ 125 w 154"/>
                <a:gd name="T17" fmla="*/ 457 h 622"/>
                <a:gd name="T18" fmla="*/ 108 w 154"/>
                <a:gd name="T19" fmla="*/ 560 h 622"/>
                <a:gd name="T20" fmla="*/ 110 w 154"/>
                <a:gd name="T21" fmla="*/ 592 h 622"/>
                <a:gd name="T22" fmla="*/ 79 w 154"/>
                <a:gd name="T23" fmla="*/ 622 h 622"/>
                <a:gd name="T24" fmla="*/ 82 w 154"/>
                <a:gd name="T25" fmla="*/ 588 h 622"/>
                <a:gd name="T26" fmla="*/ 90 w 154"/>
                <a:gd name="T27" fmla="*/ 524 h 622"/>
                <a:gd name="T28" fmla="*/ 89 w 154"/>
                <a:gd name="T29" fmla="*/ 457 h 622"/>
                <a:gd name="T30" fmla="*/ 62 w 154"/>
                <a:gd name="T31" fmla="*/ 475 h 622"/>
                <a:gd name="T32" fmla="*/ 63 w 154"/>
                <a:gd name="T33" fmla="*/ 564 h 622"/>
                <a:gd name="T34" fmla="*/ 64 w 154"/>
                <a:gd name="T35" fmla="*/ 607 h 622"/>
                <a:gd name="T36" fmla="*/ 57 w 154"/>
                <a:gd name="T37" fmla="*/ 612 h 622"/>
                <a:gd name="T38" fmla="*/ 58 w 154"/>
                <a:gd name="T39" fmla="*/ 594 h 622"/>
                <a:gd name="T40" fmla="*/ 38 w 154"/>
                <a:gd name="T41" fmla="*/ 620 h 622"/>
                <a:gd name="T42" fmla="*/ 23 w 154"/>
                <a:gd name="T43" fmla="*/ 605 h 622"/>
                <a:gd name="T44" fmla="*/ 40 w 154"/>
                <a:gd name="T45" fmla="*/ 556 h 622"/>
                <a:gd name="T46" fmla="*/ 25 w 154"/>
                <a:gd name="T47" fmla="*/ 452 h 622"/>
                <a:gd name="T48" fmla="*/ 14 w 154"/>
                <a:gd name="T49" fmla="*/ 407 h 622"/>
                <a:gd name="T50" fmla="*/ 19 w 154"/>
                <a:gd name="T51" fmla="*/ 293 h 622"/>
                <a:gd name="T52" fmla="*/ 21 w 154"/>
                <a:gd name="T53" fmla="*/ 250 h 622"/>
                <a:gd name="T54" fmla="*/ 4 w 154"/>
                <a:gd name="T55" fmla="*/ 221 h 622"/>
                <a:gd name="T56" fmla="*/ 2 w 154"/>
                <a:gd name="T57" fmla="*/ 197 h 622"/>
                <a:gd name="T58" fmla="*/ 21 w 154"/>
                <a:gd name="T59" fmla="*/ 127 h 622"/>
                <a:gd name="T60" fmla="*/ 40 w 154"/>
                <a:gd name="T61" fmla="*/ 101 h 622"/>
                <a:gd name="T62" fmla="*/ 44 w 154"/>
                <a:gd name="T63" fmla="*/ 3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 h="622">
                  <a:moveTo>
                    <a:pt x="81" y="9"/>
                  </a:moveTo>
                  <a:cubicBezTo>
                    <a:pt x="81" y="9"/>
                    <a:pt x="92" y="6"/>
                    <a:pt x="97" y="12"/>
                  </a:cubicBezTo>
                  <a:cubicBezTo>
                    <a:pt x="102" y="19"/>
                    <a:pt x="107" y="34"/>
                    <a:pt x="108" y="42"/>
                  </a:cubicBezTo>
                  <a:cubicBezTo>
                    <a:pt x="110" y="49"/>
                    <a:pt x="109" y="69"/>
                    <a:pt x="114" y="72"/>
                  </a:cubicBezTo>
                  <a:cubicBezTo>
                    <a:pt x="123" y="78"/>
                    <a:pt x="113" y="88"/>
                    <a:pt x="121" y="90"/>
                  </a:cubicBezTo>
                  <a:cubicBezTo>
                    <a:pt x="129" y="92"/>
                    <a:pt x="132" y="101"/>
                    <a:pt x="132" y="101"/>
                  </a:cubicBezTo>
                  <a:cubicBezTo>
                    <a:pt x="132" y="101"/>
                    <a:pt x="148" y="98"/>
                    <a:pt x="151" y="107"/>
                  </a:cubicBezTo>
                  <a:cubicBezTo>
                    <a:pt x="154" y="115"/>
                    <a:pt x="151" y="138"/>
                    <a:pt x="150" y="146"/>
                  </a:cubicBezTo>
                  <a:cubicBezTo>
                    <a:pt x="150" y="153"/>
                    <a:pt x="138" y="190"/>
                    <a:pt x="138" y="196"/>
                  </a:cubicBezTo>
                  <a:cubicBezTo>
                    <a:pt x="137" y="203"/>
                    <a:pt x="131" y="208"/>
                    <a:pt x="131" y="208"/>
                  </a:cubicBezTo>
                  <a:cubicBezTo>
                    <a:pt x="131" y="208"/>
                    <a:pt x="131" y="218"/>
                    <a:pt x="134" y="228"/>
                  </a:cubicBezTo>
                  <a:cubicBezTo>
                    <a:pt x="138" y="238"/>
                    <a:pt x="138" y="241"/>
                    <a:pt x="138" y="241"/>
                  </a:cubicBezTo>
                  <a:cubicBezTo>
                    <a:pt x="138" y="241"/>
                    <a:pt x="143" y="264"/>
                    <a:pt x="146" y="274"/>
                  </a:cubicBezTo>
                  <a:cubicBezTo>
                    <a:pt x="148" y="284"/>
                    <a:pt x="148" y="285"/>
                    <a:pt x="142" y="287"/>
                  </a:cubicBezTo>
                  <a:cubicBezTo>
                    <a:pt x="137" y="289"/>
                    <a:pt x="133" y="293"/>
                    <a:pt x="133" y="304"/>
                  </a:cubicBezTo>
                  <a:cubicBezTo>
                    <a:pt x="133" y="314"/>
                    <a:pt x="139" y="351"/>
                    <a:pt x="135" y="387"/>
                  </a:cubicBezTo>
                  <a:cubicBezTo>
                    <a:pt x="131" y="422"/>
                    <a:pt x="130" y="457"/>
                    <a:pt x="130" y="457"/>
                  </a:cubicBezTo>
                  <a:cubicBezTo>
                    <a:pt x="125" y="457"/>
                    <a:pt x="125" y="457"/>
                    <a:pt x="125" y="457"/>
                  </a:cubicBezTo>
                  <a:cubicBezTo>
                    <a:pt x="125" y="457"/>
                    <a:pt x="127" y="485"/>
                    <a:pt x="121" y="508"/>
                  </a:cubicBezTo>
                  <a:cubicBezTo>
                    <a:pt x="114" y="532"/>
                    <a:pt x="108" y="553"/>
                    <a:pt x="108" y="560"/>
                  </a:cubicBezTo>
                  <a:cubicBezTo>
                    <a:pt x="108" y="566"/>
                    <a:pt x="108" y="570"/>
                    <a:pt x="109" y="573"/>
                  </a:cubicBezTo>
                  <a:cubicBezTo>
                    <a:pt x="111" y="577"/>
                    <a:pt x="114" y="584"/>
                    <a:pt x="110" y="592"/>
                  </a:cubicBezTo>
                  <a:cubicBezTo>
                    <a:pt x="106" y="600"/>
                    <a:pt x="105" y="607"/>
                    <a:pt x="105" y="612"/>
                  </a:cubicBezTo>
                  <a:cubicBezTo>
                    <a:pt x="105" y="617"/>
                    <a:pt x="91" y="622"/>
                    <a:pt x="79" y="622"/>
                  </a:cubicBezTo>
                  <a:cubicBezTo>
                    <a:pt x="68" y="621"/>
                    <a:pt x="69" y="613"/>
                    <a:pt x="72" y="608"/>
                  </a:cubicBezTo>
                  <a:cubicBezTo>
                    <a:pt x="75" y="603"/>
                    <a:pt x="80" y="597"/>
                    <a:pt x="82" y="588"/>
                  </a:cubicBezTo>
                  <a:cubicBezTo>
                    <a:pt x="85" y="579"/>
                    <a:pt x="83" y="573"/>
                    <a:pt x="86" y="564"/>
                  </a:cubicBezTo>
                  <a:cubicBezTo>
                    <a:pt x="88" y="555"/>
                    <a:pt x="90" y="547"/>
                    <a:pt x="90" y="524"/>
                  </a:cubicBezTo>
                  <a:cubicBezTo>
                    <a:pt x="90" y="501"/>
                    <a:pt x="90" y="492"/>
                    <a:pt x="90" y="477"/>
                  </a:cubicBezTo>
                  <a:cubicBezTo>
                    <a:pt x="90" y="463"/>
                    <a:pt x="89" y="457"/>
                    <a:pt x="89" y="457"/>
                  </a:cubicBezTo>
                  <a:cubicBezTo>
                    <a:pt x="57" y="454"/>
                    <a:pt x="57" y="454"/>
                    <a:pt x="57" y="454"/>
                  </a:cubicBezTo>
                  <a:cubicBezTo>
                    <a:pt x="57" y="454"/>
                    <a:pt x="60" y="466"/>
                    <a:pt x="62" y="475"/>
                  </a:cubicBezTo>
                  <a:cubicBezTo>
                    <a:pt x="64" y="484"/>
                    <a:pt x="63" y="504"/>
                    <a:pt x="62" y="523"/>
                  </a:cubicBezTo>
                  <a:cubicBezTo>
                    <a:pt x="61" y="541"/>
                    <a:pt x="60" y="560"/>
                    <a:pt x="63" y="564"/>
                  </a:cubicBezTo>
                  <a:cubicBezTo>
                    <a:pt x="66" y="567"/>
                    <a:pt x="71" y="577"/>
                    <a:pt x="68" y="585"/>
                  </a:cubicBezTo>
                  <a:cubicBezTo>
                    <a:pt x="66" y="594"/>
                    <a:pt x="63" y="603"/>
                    <a:pt x="64" y="607"/>
                  </a:cubicBezTo>
                  <a:cubicBezTo>
                    <a:pt x="64" y="612"/>
                    <a:pt x="63" y="612"/>
                    <a:pt x="63" y="612"/>
                  </a:cubicBezTo>
                  <a:cubicBezTo>
                    <a:pt x="57" y="612"/>
                    <a:pt x="57" y="612"/>
                    <a:pt x="57" y="612"/>
                  </a:cubicBezTo>
                  <a:cubicBezTo>
                    <a:pt x="57" y="612"/>
                    <a:pt x="59" y="604"/>
                    <a:pt x="59" y="600"/>
                  </a:cubicBezTo>
                  <a:cubicBezTo>
                    <a:pt x="59" y="596"/>
                    <a:pt x="58" y="594"/>
                    <a:pt x="58" y="594"/>
                  </a:cubicBezTo>
                  <a:cubicBezTo>
                    <a:pt x="58" y="594"/>
                    <a:pt x="52" y="603"/>
                    <a:pt x="50" y="607"/>
                  </a:cubicBezTo>
                  <a:cubicBezTo>
                    <a:pt x="49" y="611"/>
                    <a:pt x="50" y="619"/>
                    <a:pt x="38" y="620"/>
                  </a:cubicBezTo>
                  <a:cubicBezTo>
                    <a:pt x="25" y="620"/>
                    <a:pt x="16" y="621"/>
                    <a:pt x="15" y="617"/>
                  </a:cubicBezTo>
                  <a:cubicBezTo>
                    <a:pt x="14" y="612"/>
                    <a:pt x="16" y="610"/>
                    <a:pt x="23" y="605"/>
                  </a:cubicBezTo>
                  <a:cubicBezTo>
                    <a:pt x="30" y="600"/>
                    <a:pt x="34" y="592"/>
                    <a:pt x="38" y="585"/>
                  </a:cubicBezTo>
                  <a:cubicBezTo>
                    <a:pt x="42" y="579"/>
                    <a:pt x="43" y="568"/>
                    <a:pt x="40" y="556"/>
                  </a:cubicBezTo>
                  <a:cubicBezTo>
                    <a:pt x="38" y="544"/>
                    <a:pt x="25" y="495"/>
                    <a:pt x="25" y="480"/>
                  </a:cubicBezTo>
                  <a:cubicBezTo>
                    <a:pt x="24" y="465"/>
                    <a:pt x="25" y="452"/>
                    <a:pt x="25" y="452"/>
                  </a:cubicBezTo>
                  <a:cubicBezTo>
                    <a:pt x="25" y="452"/>
                    <a:pt x="17" y="452"/>
                    <a:pt x="14" y="452"/>
                  </a:cubicBezTo>
                  <a:cubicBezTo>
                    <a:pt x="12" y="452"/>
                    <a:pt x="14" y="426"/>
                    <a:pt x="14" y="407"/>
                  </a:cubicBezTo>
                  <a:cubicBezTo>
                    <a:pt x="14" y="388"/>
                    <a:pt x="16" y="320"/>
                    <a:pt x="17" y="310"/>
                  </a:cubicBezTo>
                  <a:cubicBezTo>
                    <a:pt x="19" y="300"/>
                    <a:pt x="19" y="293"/>
                    <a:pt x="19" y="293"/>
                  </a:cubicBezTo>
                  <a:cubicBezTo>
                    <a:pt x="19" y="293"/>
                    <a:pt x="14" y="295"/>
                    <a:pt x="15" y="289"/>
                  </a:cubicBezTo>
                  <a:cubicBezTo>
                    <a:pt x="16" y="282"/>
                    <a:pt x="21" y="259"/>
                    <a:pt x="21" y="250"/>
                  </a:cubicBezTo>
                  <a:cubicBezTo>
                    <a:pt x="21" y="242"/>
                    <a:pt x="20" y="233"/>
                    <a:pt x="20" y="233"/>
                  </a:cubicBezTo>
                  <a:cubicBezTo>
                    <a:pt x="20" y="233"/>
                    <a:pt x="4" y="231"/>
                    <a:pt x="4" y="221"/>
                  </a:cubicBezTo>
                  <a:cubicBezTo>
                    <a:pt x="4" y="211"/>
                    <a:pt x="3" y="211"/>
                    <a:pt x="2" y="208"/>
                  </a:cubicBezTo>
                  <a:cubicBezTo>
                    <a:pt x="1" y="205"/>
                    <a:pt x="0" y="203"/>
                    <a:pt x="2" y="197"/>
                  </a:cubicBezTo>
                  <a:cubicBezTo>
                    <a:pt x="4" y="191"/>
                    <a:pt x="8" y="185"/>
                    <a:pt x="11" y="169"/>
                  </a:cubicBezTo>
                  <a:cubicBezTo>
                    <a:pt x="15" y="152"/>
                    <a:pt x="21" y="134"/>
                    <a:pt x="21" y="127"/>
                  </a:cubicBezTo>
                  <a:cubicBezTo>
                    <a:pt x="21" y="120"/>
                    <a:pt x="24" y="119"/>
                    <a:pt x="32" y="115"/>
                  </a:cubicBezTo>
                  <a:cubicBezTo>
                    <a:pt x="40" y="112"/>
                    <a:pt x="32" y="109"/>
                    <a:pt x="40" y="101"/>
                  </a:cubicBezTo>
                  <a:cubicBezTo>
                    <a:pt x="49" y="93"/>
                    <a:pt x="35" y="89"/>
                    <a:pt x="41" y="75"/>
                  </a:cubicBezTo>
                  <a:cubicBezTo>
                    <a:pt x="48" y="61"/>
                    <a:pt x="42" y="41"/>
                    <a:pt x="44" y="30"/>
                  </a:cubicBezTo>
                  <a:cubicBezTo>
                    <a:pt x="46" y="20"/>
                    <a:pt x="58" y="0"/>
                    <a:pt x="81" y="9"/>
                  </a:cubicBezTo>
                  <a:close/>
                </a:path>
              </a:pathLst>
            </a:custGeom>
            <a:solidFill>
              <a:srgbClr val="73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0" name="Freeform 718"/>
            <p:cNvSpPr>
              <a:spLocks/>
            </p:cNvSpPr>
            <p:nvPr/>
          </p:nvSpPr>
          <p:spPr bwMode="auto">
            <a:xfrm>
              <a:off x="2389" y="606"/>
              <a:ext cx="89" cy="184"/>
            </a:xfrm>
            <a:custGeom>
              <a:avLst/>
              <a:gdLst>
                <a:gd name="T0" fmla="*/ 12 w 47"/>
                <a:gd name="T1" fmla="*/ 6 h 96"/>
                <a:gd name="T2" fmla="*/ 0 w 47"/>
                <a:gd name="T3" fmla="*/ 22 h 96"/>
                <a:gd name="T4" fmla="*/ 6 w 47"/>
                <a:gd name="T5" fmla="*/ 29 h 96"/>
                <a:gd name="T6" fmla="*/ 7 w 47"/>
                <a:gd name="T7" fmla="*/ 50 h 96"/>
                <a:gd name="T8" fmla="*/ 8 w 47"/>
                <a:gd name="T9" fmla="*/ 88 h 96"/>
                <a:gd name="T10" fmla="*/ 9 w 47"/>
                <a:gd name="T11" fmla="*/ 96 h 96"/>
                <a:gd name="T12" fmla="*/ 18 w 47"/>
                <a:gd name="T13" fmla="*/ 65 h 96"/>
                <a:gd name="T14" fmla="*/ 36 w 47"/>
                <a:gd name="T15" fmla="*/ 26 h 96"/>
                <a:gd name="T16" fmla="*/ 47 w 47"/>
                <a:gd name="T17" fmla="*/ 7 h 96"/>
                <a:gd name="T18" fmla="*/ 43 w 47"/>
                <a:gd name="T19" fmla="*/ 0 h 96"/>
                <a:gd name="T20" fmla="*/ 31 w 47"/>
                <a:gd name="T21" fmla="*/ 11 h 96"/>
                <a:gd name="T22" fmla="*/ 21 w 47"/>
                <a:gd name="T23" fmla="*/ 17 h 96"/>
                <a:gd name="T24" fmla="*/ 27 w 47"/>
                <a:gd name="T25" fmla="*/ 31 h 96"/>
                <a:gd name="T26" fmla="*/ 19 w 47"/>
                <a:gd name="T27" fmla="*/ 48 h 96"/>
                <a:gd name="T28" fmla="*/ 18 w 47"/>
                <a:gd name="T29" fmla="*/ 32 h 96"/>
                <a:gd name="T30" fmla="*/ 12 w 47"/>
                <a:gd name="T31" fmla="*/ 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96">
                  <a:moveTo>
                    <a:pt x="12" y="6"/>
                  </a:moveTo>
                  <a:cubicBezTo>
                    <a:pt x="0" y="22"/>
                    <a:pt x="0" y="22"/>
                    <a:pt x="0" y="22"/>
                  </a:cubicBezTo>
                  <a:cubicBezTo>
                    <a:pt x="0" y="22"/>
                    <a:pt x="4" y="28"/>
                    <a:pt x="6" y="29"/>
                  </a:cubicBezTo>
                  <a:cubicBezTo>
                    <a:pt x="8" y="30"/>
                    <a:pt x="7" y="39"/>
                    <a:pt x="7" y="50"/>
                  </a:cubicBezTo>
                  <a:cubicBezTo>
                    <a:pt x="7" y="61"/>
                    <a:pt x="7" y="84"/>
                    <a:pt x="8" y="88"/>
                  </a:cubicBezTo>
                  <a:cubicBezTo>
                    <a:pt x="8" y="93"/>
                    <a:pt x="9" y="96"/>
                    <a:pt x="9" y="96"/>
                  </a:cubicBezTo>
                  <a:cubicBezTo>
                    <a:pt x="9" y="96"/>
                    <a:pt x="15" y="78"/>
                    <a:pt x="18" y="65"/>
                  </a:cubicBezTo>
                  <a:cubicBezTo>
                    <a:pt x="22" y="51"/>
                    <a:pt x="30" y="35"/>
                    <a:pt x="36" y="26"/>
                  </a:cubicBezTo>
                  <a:cubicBezTo>
                    <a:pt x="41" y="17"/>
                    <a:pt x="47" y="7"/>
                    <a:pt x="47" y="7"/>
                  </a:cubicBezTo>
                  <a:cubicBezTo>
                    <a:pt x="43" y="0"/>
                    <a:pt x="43" y="0"/>
                    <a:pt x="43" y="0"/>
                  </a:cubicBezTo>
                  <a:cubicBezTo>
                    <a:pt x="43" y="0"/>
                    <a:pt x="36" y="6"/>
                    <a:pt x="31" y="11"/>
                  </a:cubicBezTo>
                  <a:cubicBezTo>
                    <a:pt x="26" y="15"/>
                    <a:pt x="21" y="17"/>
                    <a:pt x="21" y="17"/>
                  </a:cubicBezTo>
                  <a:cubicBezTo>
                    <a:pt x="21" y="17"/>
                    <a:pt x="31" y="23"/>
                    <a:pt x="27" y="31"/>
                  </a:cubicBezTo>
                  <a:cubicBezTo>
                    <a:pt x="24" y="39"/>
                    <a:pt x="20" y="40"/>
                    <a:pt x="19" y="48"/>
                  </a:cubicBezTo>
                  <a:cubicBezTo>
                    <a:pt x="17" y="56"/>
                    <a:pt x="20" y="39"/>
                    <a:pt x="18" y="32"/>
                  </a:cubicBezTo>
                  <a:cubicBezTo>
                    <a:pt x="15" y="25"/>
                    <a:pt x="9" y="29"/>
                    <a:pt x="12"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1" name="Freeform 719"/>
            <p:cNvSpPr>
              <a:spLocks/>
            </p:cNvSpPr>
            <p:nvPr/>
          </p:nvSpPr>
          <p:spPr bwMode="auto">
            <a:xfrm>
              <a:off x="2389" y="884"/>
              <a:ext cx="13" cy="19"/>
            </a:xfrm>
            <a:custGeom>
              <a:avLst/>
              <a:gdLst>
                <a:gd name="T0" fmla="*/ 9 w 13"/>
                <a:gd name="T1" fmla="*/ 0 h 19"/>
                <a:gd name="T2" fmla="*/ 0 w 13"/>
                <a:gd name="T3" fmla="*/ 19 h 19"/>
                <a:gd name="T4" fmla="*/ 13 w 13"/>
                <a:gd name="T5" fmla="*/ 19 h 19"/>
                <a:gd name="T6" fmla="*/ 9 w 13"/>
                <a:gd name="T7" fmla="*/ 0 h 19"/>
              </a:gdLst>
              <a:ahLst/>
              <a:cxnLst>
                <a:cxn ang="0">
                  <a:pos x="T0" y="T1"/>
                </a:cxn>
                <a:cxn ang="0">
                  <a:pos x="T2" y="T3"/>
                </a:cxn>
                <a:cxn ang="0">
                  <a:pos x="T4" y="T5"/>
                </a:cxn>
                <a:cxn ang="0">
                  <a:pos x="T6" y="T7"/>
                </a:cxn>
              </a:cxnLst>
              <a:rect l="0" t="0" r="r" b="b"/>
              <a:pathLst>
                <a:path w="13" h="19">
                  <a:moveTo>
                    <a:pt x="9" y="0"/>
                  </a:moveTo>
                  <a:lnTo>
                    <a:pt x="0" y="19"/>
                  </a:lnTo>
                  <a:lnTo>
                    <a:pt x="13" y="19"/>
                  </a:lnTo>
                  <a:lnTo>
                    <a:pt x="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2" name="Freeform 720"/>
            <p:cNvSpPr>
              <a:spLocks/>
            </p:cNvSpPr>
            <p:nvPr/>
          </p:nvSpPr>
          <p:spPr bwMode="auto">
            <a:xfrm>
              <a:off x="3480" y="541"/>
              <a:ext cx="163" cy="645"/>
            </a:xfrm>
            <a:custGeom>
              <a:avLst/>
              <a:gdLst>
                <a:gd name="T0" fmla="*/ 49 w 85"/>
                <a:gd name="T1" fmla="*/ 0 h 337"/>
                <a:gd name="T2" fmla="*/ 35 w 85"/>
                <a:gd name="T3" fmla="*/ 19 h 337"/>
                <a:gd name="T4" fmla="*/ 37 w 85"/>
                <a:gd name="T5" fmla="*/ 31 h 337"/>
                <a:gd name="T6" fmla="*/ 39 w 85"/>
                <a:gd name="T7" fmla="*/ 38 h 337"/>
                <a:gd name="T8" fmla="*/ 41 w 85"/>
                <a:gd name="T9" fmla="*/ 43 h 337"/>
                <a:gd name="T10" fmla="*/ 39 w 85"/>
                <a:gd name="T11" fmla="*/ 46 h 337"/>
                <a:gd name="T12" fmla="*/ 34 w 85"/>
                <a:gd name="T13" fmla="*/ 50 h 337"/>
                <a:gd name="T14" fmla="*/ 25 w 85"/>
                <a:gd name="T15" fmla="*/ 54 h 337"/>
                <a:gd name="T16" fmla="*/ 13 w 85"/>
                <a:gd name="T17" fmla="*/ 60 h 337"/>
                <a:gd name="T18" fmla="*/ 11 w 85"/>
                <a:gd name="T19" fmla="*/ 70 h 337"/>
                <a:gd name="T20" fmla="*/ 9 w 85"/>
                <a:gd name="T21" fmla="*/ 81 h 337"/>
                <a:gd name="T22" fmla="*/ 5 w 85"/>
                <a:gd name="T23" fmla="*/ 111 h 337"/>
                <a:gd name="T24" fmla="*/ 20 w 85"/>
                <a:gd name="T25" fmla="*/ 117 h 337"/>
                <a:gd name="T26" fmla="*/ 18 w 85"/>
                <a:gd name="T27" fmla="*/ 128 h 337"/>
                <a:gd name="T28" fmla="*/ 17 w 85"/>
                <a:gd name="T29" fmla="*/ 141 h 337"/>
                <a:gd name="T30" fmla="*/ 18 w 85"/>
                <a:gd name="T31" fmla="*/ 179 h 337"/>
                <a:gd name="T32" fmla="*/ 18 w 85"/>
                <a:gd name="T33" fmla="*/ 218 h 337"/>
                <a:gd name="T34" fmla="*/ 29 w 85"/>
                <a:gd name="T35" fmla="*/ 220 h 337"/>
                <a:gd name="T36" fmla="*/ 33 w 85"/>
                <a:gd name="T37" fmla="*/ 220 h 337"/>
                <a:gd name="T38" fmla="*/ 34 w 85"/>
                <a:gd name="T39" fmla="*/ 233 h 337"/>
                <a:gd name="T40" fmla="*/ 35 w 85"/>
                <a:gd name="T41" fmla="*/ 270 h 337"/>
                <a:gd name="T42" fmla="*/ 38 w 85"/>
                <a:gd name="T43" fmla="*/ 300 h 337"/>
                <a:gd name="T44" fmla="*/ 33 w 85"/>
                <a:gd name="T45" fmla="*/ 322 h 337"/>
                <a:gd name="T46" fmla="*/ 27 w 85"/>
                <a:gd name="T47" fmla="*/ 330 h 337"/>
                <a:gd name="T48" fmla="*/ 26 w 85"/>
                <a:gd name="T49" fmla="*/ 334 h 337"/>
                <a:gd name="T50" fmla="*/ 42 w 85"/>
                <a:gd name="T51" fmla="*/ 333 h 337"/>
                <a:gd name="T52" fmla="*/ 45 w 85"/>
                <a:gd name="T53" fmla="*/ 324 h 337"/>
                <a:gd name="T54" fmla="*/ 49 w 85"/>
                <a:gd name="T55" fmla="*/ 318 h 337"/>
                <a:gd name="T56" fmla="*/ 49 w 85"/>
                <a:gd name="T57" fmla="*/ 321 h 337"/>
                <a:gd name="T58" fmla="*/ 45 w 85"/>
                <a:gd name="T59" fmla="*/ 331 h 337"/>
                <a:gd name="T60" fmla="*/ 49 w 85"/>
                <a:gd name="T61" fmla="*/ 337 h 337"/>
                <a:gd name="T62" fmla="*/ 62 w 85"/>
                <a:gd name="T63" fmla="*/ 332 h 337"/>
                <a:gd name="T64" fmla="*/ 64 w 85"/>
                <a:gd name="T65" fmla="*/ 317 h 337"/>
                <a:gd name="T66" fmla="*/ 64 w 85"/>
                <a:gd name="T67" fmla="*/ 304 h 337"/>
                <a:gd name="T68" fmla="*/ 68 w 85"/>
                <a:gd name="T69" fmla="*/ 275 h 337"/>
                <a:gd name="T70" fmla="*/ 72 w 85"/>
                <a:gd name="T71" fmla="*/ 239 h 337"/>
                <a:gd name="T72" fmla="*/ 71 w 85"/>
                <a:gd name="T73" fmla="*/ 222 h 337"/>
                <a:gd name="T74" fmla="*/ 71 w 85"/>
                <a:gd name="T75" fmla="*/ 217 h 337"/>
                <a:gd name="T76" fmla="*/ 81 w 85"/>
                <a:gd name="T77" fmla="*/ 215 h 337"/>
                <a:gd name="T78" fmla="*/ 80 w 85"/>
                <a:gd name="T79" fmla="*/ 183 h 337"/>
                <a:gd name="T80" fmla="*/ 78 w 85"/>
                <a:gd name="T81" fmla="*/ 153 h 337"/>
                <a:gd name="T82" fmla="*/ 77 w 85"/>
                <a:gd name="T83" fmla="*/ 142 h 337"/>
                <a:gd name="T84" fmla="*/ 77 w 85"/>
                <a:gd name="T85" fmla="*/ 135 h 337"/>
                <a:gd name="T86" fmla="*/ 76 w 85"/>
                <a:gd name="T87" fmla="*/ 125 h 337"/>
                <a:gd name="T88" fmla="*/ 83 w 85"/>
                <a:gd name="T89" fmla="*/ 119 h 337"/>
                <a:gd name="T90" fmla="*/ 85 w 85"/>
                <a:gd name="T91" fmla="*/ 89 h 337"/>
                <a:gd name="T92" fmla="*/ 84 w 85"/>
                <a:gd name="T93" fmla="*/ 64 h 337"/>
                <a:gd name="T94" fmla="*/ 80 w 85"/>
                <a:gd name="T95" fmla="*/ 58 h 337"/>
                <a:gd name="T96" fmla="*/ 68 w 85"/>
                <a:gd name="T97" fmla="*/ 55 h 337"/>
                <a:gd name="T98" fmla="*/ 60 w 85"/>
                <a:gd name="T99" fmla="*/ 47 h 337"/>
                <a:gd name="T100" fmla="*/ 57 w 85"/>
                <a:gd name="T101" fmla="*/ 41 h 337"/>
                <a:gd name="T102" fmla="*/ 61 w 85"/>
                <a:gd name="T103" fmla="*/ 32 h 337"/>
                <a:gd name="T104" fmla="*/ 63 w 85"/>
                <a:gd name="T105" fmla="*/ 19 h 337"/>
                <a:gd name="T106" fmla="*/ 49 w 85"/>
                <a:gd name="T10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5" h="337">
                  <a:moveTo>
                    <a:pt x="49" y="0"/>
                  </a:moveTo>
                  <a:cubicBezTo>
                    <a:pt x="38" y="0"/>
                    <a:pt x="35" y="9"/>
                    <a:pt x="35" y="19"/>
                  </a:cubicBezTo>
                  <a:cubicBezTo>
                    <a:pt x="32" y="19"/>
                    <a:pt x="34" y="31"/>
                    <a:pt x="37" y="31"/>
                  </a:cubicBezTo>
                  <a:cubicBezTo>
                    <a:pt x="37" y="32"/>
                    <a:pt x="38" y="37"/>
                    <a:pt x="39" y="38"/>
                  </a:cubicBezTo>
                  <a:cubicBezTo>
                    <a:pt x="41" y="39"/>
                    <a:pt x="41" y="40"/>
                    <a:pt x="41" y="43"/>
                  </a:cubicBezTo>
                  <a:cubicBezTo>
                    <a:pt x="41" y="45"/>
                    <a:pt x="39" y="46"/>
                    <a:pt x="39" y="46"/>
                  </a:cubicBezTo>
                  <a:cubicBezTo>
                    <a:pt x="39" y="46"/>
                    <a:pt x="35" y="47"/>
                    <a:pt x="34" y="50"/>
                  </a:cubicBezTo>
                  <a:cubicBezTo>
                    <a:pt x="34" y="52"/>
                    <a:pt x="30" y="54"/>
                    <a:pt x="25" y="54"/>
                  </a:cubicBezTo>
                  <a:cubicBezTo>
                    <a:pt x="21" y="54"/>
                    <a:pt x="13" y="57"/>
                    <a:pt x="13" y="60"/>
                  </a:cubicBezTo>
                  <a:cubicBezTo>
                    <a:pt x="13" y="63"/>
                    <a:pt x="13" y="70"/>
                    <a:pt x="11" y="70"/>
                  </a:cubicBezTo>
                  <a:cubicBezTo>
                    <a:pt x="10" y="69"/>
                    <a:pt x="10" y="75"/>
                    <a:pt x="9" y="81"/>
                  </a:cubicBezTo>
                  <a:cubicBezTo>
                    <a:pt x="7" y="87"/>
                    <a:pt x="0" y="106"/>
                    <a:pt x="5" y="111"/>
                  </a:cubicBezTo>
                  <a:cubicBezTo>
                    <a:pt x="9" y="117"/>
                    <a:pt x="20" y="117"/>
                    <a:pt x="20" y="117"/>
                  </a:cubicBezTo>
                  <a:cubicBezTo>
                    <a:pt x="20" y="117"/>
                    <a:pt x="19" y="120"/>
                    <a:pt x="18" y="128"/>
                  </a:cubicBezTo>
                  <a:cubicBezTo>
                    <a:pt x="17" y="135"/>
                    <a:pt x="16" y="141"/>
                    <a:pt x="17" y="141"/>
                  </a:cubicBezTo>
                  <a:cubicBezTo>
                    <a:pt x="19" y="141"/>
                    <a:pt x="18" y="166"/>
                    <a:pt x="18" y="179"/>
                  </a:cubicBezTo>
                  <a:cubicBezTo>
                    <a:pt x="18" y="192"/>
                    <a:pt x="18" y="215"/>
                    <a:pt x="18" y="218"/>
                  </a:cubicBezTo>
                  <a:cubicBezTo>
                    <a:pt x="18" y="220"/>
                    <a:pt x="26" y="220"/>
                    <a:pt x="29" y="220"/>
                  </a:cubicBezTo>
                  <a:cubicBezTo>
                    <a:pt x="31" y="220"/>
                    <a:pt x="33" y="220"/>
                    <a:pt x="33" y="220"/>
                  </a:cubicBezTo>
                  <a:cubicBezTo>
                    <a:pt x="33" y="220"/>
                    <a:pt x="34" y="227"/>
                    <a:pt x="34" y="233"/>
                  </a:cubicBezTo>
                  <a:cubicBezTo>
                    <a:pt x="35" y="238"/>
                    <a:pt x="35" y="264"/>
                    <a:pt x="35" y="270"/>
                  </a:cubicBezTo>
                  <a:cubicBezTo>
                    <a:pt x="36" y="276"/>
                    <a:pt x="38" y="291"/>
                    <a:pt x="38" y="300"/>
                  </a:cubicBezTo>
                  <a:cubicBezTo>
                    <a:pt x="38" y="308"/>
                    <a:pt x="36" y="317"/>
                    <a:pt x="33" y="322"/>
                  </a:cubicBezTo>
                  <a:cubicBezTo>
                    <a:pt x="30" y="326"/>
                    <a:pt x="29" y="328"/>
                    <a:pt x="27" y="330"/>
                  </a:cubicBezTo>
                  <a:cubicBezTo>
                    <a:pt x="25" y="332"/>
                    <a:pt x="21" y="334"/>
                    <a:pt x="26" y="334"/>
                  </a:cubicBezTo>
                  <a:cubicBezTo>
                    <a:pt x="30" y="334"/>
                    <a:pt x="41" y="335"/>
                    <a:pt x="42" y="333"/>
                  </a:cubicBezTo>
                  <a:cubicBezTo>
                    <a:pt x="44" y="331"/>
                    <a:pt x="43" y="326"/>
                    <a:pt x="45" y="324"/>
                  </a:cubicBezTo>
                  <a:cubicBezTo>
                    <a:pt x="46" y="321"/>
                    <a:pt x="49" y="318"/>
                    <a:pt x="49" y="318"/>
                  </a:cubicBezTo>
                  <a:cubicBezTo>
                    <a:pt x="49" y="321"/>
                    <a:pt x="49" y="321"/>
                    <a:pt x="49" y="321"/>
                  </a:cubicBezTo>
                  <a:cubicBezTo>
                    <a:pt x="49" y="321"/>
                    <a:pt x="44" y="329"/>
                    <a:pt x="45" y="331"/>
                  </a:cubicBezTo>
                  <a:cubicBezTo>
                    <a:pt x="46" y="333"/>
                    <a:pt x="45" y="337"/>
                    <a:pt x="49" y="337"/>
                  </a:cubicBezTo>
                  <a:cubicBezTo>
                    <a:pt x="52" y="337"/>
                    <a:pt x="61" y="335"/>
                    <a:pt x="62" y="332"/>
                  </a:cubicBezTo>
                  <a:cubicBezTo>
                    <a:pt x="63" y="328"/>
                    <a:pt x="63" y="320"/>
                    <a:pt x="64" y="317"/>
                  </a:cubicBezTo>
                  <a:cubicBezTo>
                    <a:pt x="65" y="314"/>
                    <a:pt x="64" y="309"/>
                    <a:pt x="64" y="304"/>
                  </a:cubicBezTo>
                  <a:cubicBezTo>
                    <a:pt x="63" y="300"/>
                    <a:pt x="64" y="284"/>
                    <a:pt x="68" y="275"/>
                  </a:cubicBezTo>
                  <a:cubicBezTo>
                    <a:pt x="71" y="266"/>
                    <a:pt x="72" y="247"/>
                    <a:pt x="72" y="239"/>
                  </a:cubicBezTo>
                  <a:cubicBezTo>
                    <a:pt x="72" y="231"/>
                    <a:pt x="70" y="225"/>
                    <a:pt x="71" y="222"/>
                  </a:cubicBezTo>
                  <a:cubicBezTo>
                    <a:pt x="71" y="218"/>
                    <a:pt x="71" y="217"/>
                    <a:pt x="71" y="217"/>
                  </a:cubicBezTo>
                  <a:cubicBezTo>
                    <a:pt x="71" y="217"/>
                    <a:pt x="81" y="217"/>
                    <a:pt x="81" y="215"/>
                  </a:cubicBezTo>
                  <a:cubicBezTo>
                    <a:pt x="81" y="213"/>
                    <a:pt x="80" y="192"/>
                    <a:pt x="80" y="183"/>
                  </a:cubicBezTo>
                  <a:cubicBezTo>
                    <a:pt x="80" y="174"/>
                    <a:pt x="79" y="161"/>
                    <a:pt x="78" y="153"/>
                  </a:cubicBezTo>
                  <a:cubicBezTo>
                    <a:pt x="77" y="145"/>
                    <a:pt x="77" y="142"/>
                    <a:pt x="77" y="142"/>
                  </a:cubicBezTo>
                  <a:cubicBezTo>
                    <a:pt x="77" y="142"/>
                    <a:pt x="78" y="141"/>
                    <a:pt x="77" y="135"/>
                  </a:cubicBezTo>
                  <a:cubicBezTo>
                    <a:pt x="77" y="130"/>
                    <a:pt x="76" y="125"/>
                    <a:pt x="76" y="125"/>
                  </a:cubicBezTo>
                  <a:cubicBezTo>
                    <a:pt x="76" y="125"/>
                    <a:pt x="82" y="125"/>
                    <a:pt x="83" y="119"/>
                  </a:cubicBezTo>
                  <a:cubicBezTo>
                    <a:pt x="85" y="112"/>
                    <a:pt x="85" y="102"/>
                    <a:pt x="85" y="89"/>
                  </a:cubicBezTo>
                  <a:cubicBezTo>
                    <a:pt x="85" y="77"/>
                    <a:pt x="84" y="67"/>
                    <a:pt x="84" y="64"/>
                  </a:cubicBezTo>
                  <a:cubicBezTo>
                    <a:pt x="84" y="61"/>
                    <a:pt x="85" y="60"/>
                    <a:pt x="80" y="58"/>
                  </a:cubicBezTo>
                  <a:cubicBezTo>
                    <a:pt x="75" y="57"/>
                    <a:pt x="72" y="58"/>
                    <a:pt x="68" y="55"/>
                  </a:cubicBezTo>
                  <a:cubicBezTo>
                    <a:pt x="64" y="52"/>
                    <a:pt x="62" y="48"/>
                    <a:pt x="60" y="47"/>
                  </a:cubicBezTo>
                  <a:cubicBezTo>
                    <a:pt x="58" y="45"/>
                    <a:pt x="56" y="43"/>
                    <a:pt x="57" y="41"/>
                  </a:cubicBezTo>
                  <a:cubicBezTo>
                    <a:pt x="59" y="39"/>
                    <a:pt x="61" y="36"/>
                    <a:pt x="61" y="32"/>
                  </a:cubicBezTo>
                  <a:cubicBezTo>
                    <a:pt x="64" y="32"/>
                    <a:pt x="66" y="19"/>
                    <a:pt x="63" y="19"/>
                  </a:cubicBezTo>
                  <a:cubicBezTo>
                    <a:pt x="63" y="10"/>
                    <a:pt x="61" y="0"/>
                    <a:pt x="49" y="0"/>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3" name="Freeform 721"/>
            <p:cNvSpPr>
              <a:spLocks/>
            </p:cNvSpPr>
            <p:nvPr/>
          </p:nvSpPr>
          <p:spPr bwMode="auto">
            <a:xfrm>
              <a:off x="3549" y="627"/>
              <a:ext cx="48" cy="100"/>
            </a:xfrm>
            <a:custGeom>
              <a:avLst/>
              <a:gdLst>
                <a:gd name="T0" fmla="*/ 4 w 25"/>
                <a:gd name="T1" fmla="*/ 1 h 52"/>
                <a:gd name="T2" fmla="*/ 3 w 25"/>
                <a:gd name="T3" fmla="*/ 1 h 52"/>
                <a:gd name="T4" fmla="*/ 2 w 25"/>
                <a:gd name="T5" fmla="*/ 2 h 52"/>
                <a:gd name="T6" fmla="*/ 0 w 25"/>
                <a:gd name="T7" fmla="*/ 24 h 52"/>
                <a:gd name="T8" fmla="*/ 4 w 25"/>
                <a:gd name="T9" fmla="*/ 43 h 52"/>
                <a:gd name="T10" fmla="*/ 6 w 25"/>
                <a:gd name="T11" fmla="*/ 52 h 52"/>
                <a:gd name="T12" fmla="*/ 10 w 25"/>
                <a:gd name="T13" fmla="*/ 38 h 52"/>
                <a:gd name="T14" fmla="*/ 21 w 25"/>
                <a:gd name="T15" fmla="*/ 16 h 52"/>
                <a:gd name="T16" fmla="*/ 25 w 25"/>
                <a:gd name="T17" fmla="*/ 2 h 52"/>
                <a:gd name="T18" fmla="*/ 24 w 25"/>
                <a:gd name="T19" fmla="*/ 2 h 52"/>
                <a:gd name="T20" fmla="*/ 23 w 25"/>
                <a:gd name="T21" fmla="*/ 0 h 52"/>
                <a:gd name="T22" fmla="*/ 20 w 25"/>
                <a:gd name="T23" fmla="*/ 8 h 52"/>
                <a:gd name="T24" fmla="*/ 13 w 25"/>
                <a:gd name="T25" fmla="*/ 14 h 52"/>
                <a:gd name="T26" fmla="*/ 13 w 25"/>
                <a:gd name="T27" fmla="*/ 19 h 52"/>
                <a:gd name="T28" fmla="*/ 11 w 25"/>
                <a:gd name="T29" fmla="*/ 23 h 52"/>
                <a:gd name="T30" fmla="*/ 11 w 25"/>
                <a:gd name="T31" fmla="*/ 18 h 52"/>
                <a:gd name="T32" fmla="*/ 7 w 25"/>
                <a:gd name="T33" fmla="*/ 15 h 52"/>
                <a:gd name="T34" fmla="*/ 4 w 25"/>
                <a:gd name="T35"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52">
                  <a:moveTo>
                    <a:pt x="4" y="1"/>
                  </a:moveTo>
                  <a:cubicBezTo>
                    <a:pt x="4" y="1"/>
                    <a:pt x="3" y="1"/>
                    <a:pt x="3" y="1"/>
                  </a:cubicBezTo>
                  <a:cubicBezTo>
                    <a:pt x="3" y="1"/>
                    <a:pt x="3" y="1"/>
                    <a:pt x="2" y="2"/>
                  </a:cubicBezTo>
                  <a:cubicBezTo>
                    <a:pt x="0" y="5"/>
                    <a:pt x="0" y="19"/>
                    <a:pt x="0" y="24"/>
                  </a:cubicBezTo>
                  <a:cubicBezTo>
                    <a:pt x="0" y="29"/>
                    <a:pt x="3" y="38"/>
                    <a:pt x="4" y="43"/>
                  </a:cubicBezTo>
                  <a:cubicBezTo>
                    <a:pt x="6" y="48"/>
                    <a:pt x="6" y="52"/>
                    <a:pt x="6" y="52"/>
                  </a:cubicBezTo>
                  <a:cubicBezTo>
                    <a:pt x="6" y="52"/>
                    <a:pt x="8" y="44"/>
                    <a:pt x="10" y="38"/>
                  </a:cubicBezTo>
                  <a:cubicBezTo>
                    <a:pt x="13" y="31"/>
                    <a:pt x="17" y="23"/>
                    <a:pt x="21" y="16"/>
                  </a:cubicBezTo>
                  <a:cubicBezTo>
                    <a:pt x="23" y="11"/>
                    <a:pt x="24" y="6"/>
                    <a:pt x="25" y="2"/>
                  </a:cubicBezTo>
                  <a:cubicBezTo>
                    <a:pt x="25" y="2"/>
                    <a:pt x="24" y="2"/>
                    <a:pt x="24" y="2"/>
                  </a:cubicBezTo>
                  <a:cubicBezTo>
                    <a:pt x="24" y="2"/>
                    <a:pt x="23" y="1"/>
                    <a:pt x="23" y="0"/>
                  </a:cubicBezTo>
                  <a:cubicBezTo>
                    <a:pt x="22" y="3"/>
                    <a:pt x="21" y="6"/>
                    <a:pt x="20" y="8"/>
                  </a:cubicBezTo>
                  <a:cubicBezTo>
                    <a:pt x="18" y="11"/>
                    <a:pt x="15" y="12"/>
                    <a:pt x="13" y="14"/>
                  </a:cubicBezTo>
                  <a:cubicBezTo>
                    <a:pt x="12" y="15"/>
                    <a:pt x="15" y="17"/>
                    <a:pt x="13" y="19"/>
                  </a:cubicBezTo>
                  <a:cubicBezTo>
                    <a:pt x="12" y="22"/>
                    <a:pt x="11" y="23"/>
                    <a:pt x="11" y="23"/>
                  </a:cubicBezTo>
                  <a:cubicBezTo>
                    <a:pt x="11" y="23"/>
                    <a:pt x="11" y="21"/>
                    <a:pt x="11" y="18"/>
                  </a:cubicBezTo>
                  <a:cubicBezTo>
                    <a:pt x="10" y="16"/>
                    <a:pt x="8" y="18"/>
                    <a:pt x="7" y="15"/>
                  </a:cubicBezTo>
                  <a:cubicBezTo>
                    <a:pt x="6" y="12"/>
                    <a:pt x="5" y="5"/>
                    <a:pt x="4"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4" name="Freeform 722"/>
            <p:cNvSpPr>
              <a:spLocks/>
            </p:cNvSpPr>
            <p:nvPr/>
          </p:nvSpPr>
          <p:spPr bwMode="auto">
            <a:xfrm>
              <a:off x="3530" y="782"/>
              <a:ext cx="71" cy="33"/>
            </a:xfrm>
            <a:custGeom>
              <a:avLst/>
              <a:gdLst>
                <a:gd name="T0" fmla="*/ 21 w 37"/>
                <a:gd name="T1" fmla="*/ 0 h 17"/>
                <a:gd name="T2" fmla="*/ 18 w 37"/>
                <a:gd name="T3" fmla="*/ 0 h 17"/>
                <a:gd name="T4" fmla="*/ 11 w 37"/>
                <a:gd name="T5" fmla="*/ 9 h 17"/>
                <a:gd name="T6" fmla="*/ 0 w 37"/>
                <a:gd name="T7" fmla="*/ 11 h 17"/>
                <a:gd name="T8" fmla="*/ 9 w 37"/>
                <a:gd name="T9" fmla="*/ 14 h 17"/>
                <a:gd name="T10" fmla="*/ 15 w 37"/>
                <a:gd name="T11" fmla="*/ 12 h 17"/>
                <a:gd name="T12" fmla="*/ 29 w 37"/>
                <a:gd name="T13" fmla="*/ 16 h 17"/>
                <a:gd name="T14" fmla="*/ 37 w 37"/>
                <a:gd name="T15" fmla="*/ 13 h 17"/>
                <a:gd name="T16" fmla="*/ 25 w 37"/>
                <a:gd name="T17" fmla="*/ 11 h 17"/>
                <a:gd name="T18" fmla="*/ 21 w 37"/>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7">
                  <a:moveTo>
                    <a:pt x="21" y="0"/>
                  </a:moveTo>
                  <a:cubicBezTo>
                    <a:pt x="18" y="0"/>
                    <a:pt x="18" y="0"/>
                    <a:pt x="18" y="0"/>
                  </a:cubicBezTo>
                  <a:cubicBezTo>
                    <a:pt x="18" y="0"/>
                    <a:pt x="15" y="8"/>
                    <a:pt x="11" y="9"/>
                  </a:cubicBezTo>
                  <a:cubicBezTo>
                    <a:pt x="8" y="11"/>
                    <a:pt x="0" y="11"/>
                    <a:pt x="0" y="11"/>
                  </a:cubicBezTo>
                  <a:cubicBezTo>
                    <a:pt x="0" y="11"/>
                    <a:pt x="4" y="14"/>
                    <a:pt x="9" y="14"/>
                  </a:cubicBezTo>
                  <a:cubicBezTo>
                    <a:pt x="14" y="14"/>
                    <a:pt x="15" y="12"/>
                    <a:pt x="15" y="12"/>
                  </a:cubicBezTo>
                  <a:cubicBezTo>
                    <a:pt x="15" y="12"/>
                    <a:pt x="22" y="17"/>
                    <a:pt x="29" y="16"/>
                  </a:cubicBezTo>
                  <a:cubicBezTo>
                    <a:pt x="36" y="15"/>
                    <a:pt x="37" y="13"/>
                    <a:pt x="37" y="13"/>
                  </a:cubicBezTo>
                  <a:cubicBezTo>
                    <a:pt x="37" y="13"/>
                    <a:pt x="29" y="14"/>
                    <a:pt x="25" y="11"/>
                  </a:cubicBezTo>
                  <a:cubicBezTo>
                    <a:pt x="21" y="8"/>
                    <a:pt x="21" y="5"/>
                    <a:pt x="2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5" name="Freeform 723"/>
            <p:cNvSpPr>
              <a:spLocks/>
            </p:cNvSpPr>
            <p:nvPr/>
          </p:nvSpPr>
          <p:spPr bwMode="auto">
            <a:xfrm>
              <a:off x="5486" y="532"/>
              <a:ext cx="209" cy="660"/>
            </a:xfrm>
            <a:custGeom>
              <a:avLst/>
              <a:gdLst>
                <a:gd name="T0" fmla="*/ 73 w 109"/>
                <a:gd name="T1" fmla="*/ 12 h 345"/>
                <a:gd name="T2" fmla="*/ 71 w 109"/>
                <a:gd name="T3" fmla="*/ 37 h 345"/>
                <a:gd name="T4" fmla="*/ 65 w 109"/>
                <a:gd name="T5" fmla="*/ 51 h 345"/>
                <a:gd name="T6" fmla="*/ 76 w 109"/>
                <a:gd name="T7" fmla="*/ 59 h 345"/>
                <a:gd name="T8" fmla="*/ 97 w 109"/>
                <a:gd name="T9" fmla="*/ 87 h 345"/>
                <a:gd name="T10" fmla="*/ 105 w 109"/>
                <a:gd name="T11" fmla="*/ 115 h 345"/>
                <a:gd name="T12" fmla="*/ 89 w 109"/>
                <a:gd name="T13" fmla="*/ 121 h 345"/>
                <a:gd name="T14" fmla="*/ 89 w 109"/>
                <a:gd name="T15" fmla="*/ 144 h 345"/>
                <a:gd name="T16" fmla="*/ 91 w 109"/>
                <a:gd name="T17" fmla="*/ 183 h 345"/>
                <a:gd name="T18" fmla="*/ 86 w 109"/>
                <a:gd name="T19" fmla="*/ 215 h 345"/>
                <a:gd name="T20" fmla="*/ 74 w 109"/>
                <a:gd name="T21" fmla="*/ 295 h 345"/>
                <a:gd name="T22" fmla="*/ 82 w 109"/>
                <a:gd name="T23" fmla="*/ 314 h 345"/>
                <a:gd name="T24" fmla="*/ 91 w 109"/>
                <a:gd name="T25" fmla="*/ 323 h 345"/>
                <a:gd name="T26" fmla="*/ 82 w 109"/>
                <a:gd name="T27" fmla="*/ 329 h 345"/>
                <a:gd name="T28" fmla="*/ 67 w 109"/>
                <a:gd name="T29" fmla="*/ 327 h 345"/>
                <a:gd name="T30" fmla="*/ 50 w 109"/>
                <a:gd name="T31" fmla="*/ 323 h 345"/>
                <a:gd name="T32" fmla="*/ 51 w 109"/>
                <a:gd name="T33" fmla="*/ 305 h 345"/>
                <a:gd name="T34" fmla="*/ 50 w 109"/>
                <a:gd name="T35" fmla="*/ 239 h 345"/>
                <a:gd name="T36" fmla="*/ 23 w 109"/>
                <a:gd name="T37" fmla="*/ 326 h 345"/>
                <a:gd name="T38" fmla="*/ 28 w 109"/>
                <a:gd name="T39" fmla="*/ 339 h 345"/>
                <a:gd name="T40" fmla="*/ 7 w 109"/>
                <a:gd name="T41" fmla="*/ 340 h 345"/>
                <a:gd name="T42" fmla="*/ 0 w 109"/>
                <a:gd name="T43" fmla="*/ 328 h 345"/>
                <a:gd name="T44" fmla="*/ 2 w 109"/>
                <a:gd name="T45" fmla="*/ 314 h 345"/>
                <a:gd name="T46" fmla="*/ 22 w 109"/>
                <a:gd name="T47" fmla="*/ 182 h 345"/>
                <a:gd name="T48" fmla="*/ 22 w 109"/>
                <a:gd name="T49" fmla="*/ 157 h 345"/>
                <a:gd name="T50" fmla="*/ 25 w 109"/>
                <a:gd name="T51" fmla="*/ 131 h 345"/>
                <a:gd name="T52" fmla="*/ 18 w 109"/>
                <a:gd name="T53" fmla="*/ 91 h 345"/>
                <a:gd name="T54" fmla="*/ 28 w 109"/>
                <a:gd name="T55" fmla="*/ 57 h 345"/>
                <a:gd name="T56" fmla="*/ 43 w 109"/>
                <a:gd name="T57" fmla="*/ 44 h 345"/>
                <a:gd name="T58" fmla="*/ 44 w 109"/>
                <a:gd name="T59" fmla="*/ 39 h 345"/>
                <a:gd name="T60" fmla="*/ 40 w 109"/>
                <a:gd name="T61" fmla="*/ 28 h 345"/>
                <a:gd name="T62" fmla="*/ 45 w 109"/>
                <a:gd name="T63" fmla="*/ 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9" h="345">
                  <a:moveTo>
                    <a:pt x="66" y="4"/>
                  </a:moveTo>
                  <a:cubicBezTo>
                    <a:pt x="68" y="5"/>
                    <a:pt x="71" y="6"/>
                    <a:pt x="73" y="12"/>
                  </a:cubicBezTo>
                  <a:cubicBezTo>
                    <a:pt x="75" y="18"/>
                    <a:pt x="75" y="22"/>
                    <a:pt x="74" y="26"/>
                  </a:cubicBezTo>
                  <a:cubicBezTo>
                    <a:pt x="72" y="30"/>
                    <a:pt x="72" y="33"/>
                    <a:pt x="71" y="37"/>
                  </a:cubicBezTo>
                  <a:cubicBezTo>
                    <a:pt x="70" y="41"/>
                    <a:pt x="68" y="47"/>
                    <a:pt x="66" y="48"/>
                  </a:cubicBezTo>
                  <a:cubicBezTo>
                    <a:pt x="64" y="48"/>
                    <a:pt x="65" y="49"/>
                    <a:pt x="65" y="51"/>
                  </a:cubicBezTo>
                  <a:cubicBezTo>
                    <a:pt x="65" y="53"/>
                    <a:pt x="66" y="55"/>
                    <a:pt x="66" y="55"/>
                  </a:cubicBezTo>
                  <a:cubicBezTo>
                    <a:pt x="66" y="55"/>
                    <a:pt x="71" y="58"/>
                    <a:pt x="76" y="59"/>
                  </a:cubicBezTo>
                  <a:cubicBezTo>
                    <a:pt x="81" y="61"/>
                    <a:pt x="88" y="66"/>
                    <a:pt x="89" y="73"/>
                  </a:cubicBezTo>
                  <a:cubicBezTo>
                    <a:pt x="90" y="80"/>
                    <a:pt x="93" y="83"/>
                    <a:pt x="97" y="87"/>
                  </a:cubicBezTo>
                  <a:cubicBezTo>
                    <a:pt x="101" y="91"/>
                    <a:pt x="106" y="91"/>
                    <a:pt x="107" y="97"/>
                  </a:cubicBezTo>
                  <a:cubicBezTo>
                    <a:pt x="108" y="104"/>
                    <a:pt x="109" y="113"/>
                    <a:pt x="105" y="115"/>
                  </a:cubicBezTo>
                  <a:cubicBezTo>
                    <a:pt x="101" y="117"/>
                    <a:pt x="90" y="116"/>
                    <a:pt x="90" y="116"/>
                  </a:cubicBezTo>
                  <a:cubicBezTo>
                    <a:pt x="90" y="116"/>
                    <a:pt x="90" y="119"/>
                    <a:pt x="89" y="121"/>
                  </a:cubicBezTo>
                  <a:cubicBezTo>
                    <a:pt x="87" y="123"/>
                    <a:pt x="84" y="124"/>
                    <a:pt x="84" y="124"/>
                  </a:cubicBezTo>
                  <a:cubicBezTo>
                    <a:pt x="84" y="124"/>
                    <a:pt x="88" y="136"/>
                    <a:pt x="89" y="144"/>
                  </a:cubicBezTo>
                  <a:cubicBezTo>
                    <a:pt x="89" y="152"/>
                    <a:pt x="91" y="170"/>
                    <a:pt x="91" y="174"/>
                  </a:cubicBezTo>
                  <a:cubicBezTo>
                    <a:pt x="92" y="178"/>
                    <a:pt x="93" y="182"/>
                    <a:pt x="91" y="183"/>
                  </a:cubicBezTo>
                  <a:cubicBezTo>
                    <a:pt x="89" y="184"/>
                    <a:pt x="88" y="185"/>
                    <a:pt x="88" y="185"/>
                  </a:cubicBezTo>
                  <a:cubicBezTo>
                    <a:pt x="88" y="185"/>
                    <a:pt x="88" y="203"/>
                    <a:pt x="86" y="215"/>
                  </a:cubicBezTo>
                  <a:cubicBezTo>
                    <a:pt x="84" y="226"/>
                    <a:pt x="81" y="239"/>
                    <a:pt x="79" y="253"/>
                  </a:cubicBezTo>
                  <a:cubicBezTo>
                    <a:pt x="77" y="266"/>
                    <a:pt x="75" y="288"/>
                    <a:pt x="74" y="295"/>
                  </a:cubicBezTo>
                  <a:cubicBezTo>
                    <a:pt x="73" y="302"/>
                    <a:pt x="73" y="302"/>
                    <a:pt x="74" y="305"/>
                  </a:cubicBezTo>
                  <a:cubicBezTo>
                    <a:pt x="75" y="308"/>
                    <a:pt x="83" y="314"/>
                    <a:pt x="82" y="314"/>
                  </a:cubicBezTo>
                  <a:cubicBezTo>
                    <a:pt x="80" y="315"/>
                    <a:pt x="80" y="315"/>
                    <a:pt x="80" y="315"/>
                  </a:cubicBezTo>
                  <a:cubicBezTo>
                    <a:pt x="80" y="315"/>
                    <a:pt x="86" y="323"/>
                    <a:pt x="91" y="323"/>
                  </a:cubicBezTo>
                  <a:cubicBezTo>
                    <a:pt x="95" y="323"/>
                    <a:pt x="101" y="324"/>
                    <a:pt x="101" y="328"/>
                  </a:cubicBezTo>
                  <a:cubicBezTo>
                    <a:pt x="101" y="332"/>
                    <a:pt x="87" y="329"/>
                    <a:pt x="82" y="329"/>
                  </a:cubicBezTo>
                  <a:cubicBezTo>
                    <a:pt x="77" y="329"/>
                    <a:pt x="72" y="327"/>
                    <a:pt x="70" y="326"/>
                  </a:cubicBezTo>
                  <a:cubicBezTo>
                    <a:pt x="67" y="325"/>
                    <a:pt x="67" y="327"/>
                    <a:pt x="67" y="327"/>
                  </a:cubicBezTo>
                  <a:cubicBezTo>
                    <a:pt x="67" y="327"/>
                    <a:pt x="61" y="327"/>
                    <a:pt x="57" y="326"/>
                  </a:cubicBezTo>
                  <a:cubicBezTo>
                    <a:pt x="52" y="326"/>
                    <a:pt x="50" y="326"/>
                    <a:pt x="50" y="323"/>
                  </a:cubicBezTo>
                  <a:cubicBezTo>
                    <a:pt x="50" y="321"/>
                    <a:pt x="50" y="320"/>
                    <a:pt x="50" y="320"/>
                  </a:cubicBezTo>
                  <a:cubicBezTo>
                    <a:pt x="50" y="320"/>
                    <a:pt x="50" y="313"/>
                    <a:pt x="51" y="305"/>
                  </a:cubicBezTo>
                  <a:cubicBezTo>
                    <a:pt x="53" y="297"/>
                    <a:pt x="52" y="267"/>
                    <a:pt x="51" y="258"/>
                  </a:cubicBezTo>
                  <a:cubicBezTo>
                    <a:pt x="51" y="248"/>
                    <a:pt x="50" y="239"/>
                    <a:pt x="50" y="239"/>
                  </a:cubicBezTo>
                  <a:cubicBezTo>
                    <a:pt x="50" y="239"/>
                    <a:pt x="41" y="271"/>
                    <a:pt x="36" y="289"/>
                  </a:cubicBezTo>
                  <a:cubicBezTo>
                    <a:pt x="31" y="306"/>
                    <a:pt x="25" y="325"/>
                    <a:pt x="23" y="326"/>
                  </a:cubicBezTo>
                  <a:cubicBezTo>
                    <a:pt x="22" y="327"/>
                    <a:pt x="22" y="328"/>
                    <a:pt x="22" y="328"/>
                  </a:cubicBezTo>
                  <a:cubicBezTo>
                    <a:pt x="22" y="328"/>
                    <a:pt x="28" y="334"/>
                    <a:pt x="28" y="339"/>
                  </a:cubicBezTo>
                  <a:cubicBezTo>
                    <a:pt x="28" y="343"/>
                    <a:pt x="29" y="344"/>
                    <a:pt x="25" y="345"/>
                  </a:cubicBezTo>
                  <a:cubicBezTo>
                    <a:pt x="21" y="345"/>
                    <a:pt x="11" y="343"/>
                    <a:pt x="7" y="340"/>
                  </a:cubicBezTo>
                  <a:cubicBezTo>
                    <a:pt x="4" y="338"/>
                    <a:pt x="4" y="335"/>
                    <a:pt x="2" y="334"/>
                  </a:cubicBezTo>
                  <a:cubicBezTo>
                    <a:pt x="0" y="333"/>
                    <a:pt x="0" y="331"/>
                    <a:pt x="0" y="328"/>
                  </a:cubicBezTo>
                  <a:cubicBezTo>
                    <a:pt x="1" y="325"/>
                    <a:pt x="1" y="325"/>
                    <a:pt x="1" y="325"/>
                  </a:cubicBezTo>
                  <a:cubicBezTo>
                    <a:pt x="1" y="325"/>
                    <a:pt x="0" y="324"/>
                    <a:pt x="2" y="314"/>
                  </a:cubicBezTo>
                  <a:cubicBezTo>
                    <a:pt x="3" y="304"/>
                    <a:pt x="11" y="252"/>
                    <a:pt x="16" y="228"/>
                  </a:cubicBezTo>
                  <a:cubicBezTo>
                    <a:pt x="21" y="205"/>
                    <a:pt x="22" y="185"/>
                    <a:pt x="22" y="182"/>
                  </a:cubicBezTo>
                  <a:cubicBezTo>
                    <a:pt x="22" y="179"/>
                    <a:pt x="21" y="179"/>
                    <a:pt x="19" y="178"/>
                  </a:cubicBezTo>
                  <a:cubicBezTo>
                    <a:pt x="18" y="177"/>
                    <a:pt x="21" y="164"/>
                    <a:pt x="22" y="157"/>
                  </a:cubicBezTo>
                  <a:cubicBezTo>
                    <a:pt x="23" y="151"/>
                    <a:pt x="23" y="146"/>
                    <a:pt x="23" y="142"/>
                  </a:cubicBezTo>
                  <a:cubicBezTo>
                    <a:pt x="23" y="137"/>
                    <a:pt x="25" y="134"/>
                    <a:pt x="25" y="131"/>
                  </a:cubicBezTo>
                  <a:cubicBezTo>
                    <a:pt x="26" y="127"/>
                    <a:pt x="27" y="118"/>
                    <a:pt x="24" y="110"/>
                  </a:cubicBezTo>
                  <a:cubicBezTo>
                    <a:pt x="21" y="102"/>
                    <a:pt x="19" y="93"/>
                    <a:pt x="18" y="91"/>
                  </a:cubicBezTo>
                  <a:cubicBezTo>
                    <a:pt x="16" y="89"/>
                    <a:pt x="18" y="84"/>
                    <a:pt x="18" y="76"/>
                  </a:cubicBezTo>
                  <a:cubicBezTo>
                    <a:pt x="19" y="69"/>
                    <a:pt x="21" y="61"/>
                    <a:pt x="28" y="57"/>
                  </a:cubicBezTo>
                  <a:cubicBezTo>
                    <a:pt x="36" y="53"/>
                    <a:pt x="39" y="52"/>
                    <a:pt x="41" y="49"/>
                  </a:cubicBezTo>
                  <a:cubicBezTo>
                    <a:pt x="43" y="45"/>
                    <a:pt x="41" y="45"/>
                    <a:pt x="43" y="44"/>
                  </a:cubicBezTo>
                  <a:cubicBezTo>
                    <a:pt x="44" y="44"/>
                    <a:pt x="44" y="43"/>
                    <a:pt x="44" y="43"/>
                  </a:cubicBezTo>
                  <a:cubicBezTo>
                    <a:pt x="44" y="43"/>
                    <a:pt x="44" y="41"/>
                    <a:pt x="44" y="39"/>
                  </a:cubicBezTo>
                  <a:cubicBezTo>
                    <a:pt x="43" y="38"/>
                    <a:pt x="42" y="38"/>
                    <a:pt x="41" y="36"/>
                  </a:cubicBezTo>
                  <a:cubicBezTo>
                    <a:pt x="41" y="35"/>
                    <a:pt x="40" y="31"/>
                    <a:pt x="40" y="28"/>
                  </a:cubicBezTo>
                  <a:cubicBezTo>
                    <a:pt x="40" y="26"/>
                    <a:pt x="41" y="25"/>
                    <a:pt x="41" y="25"/>
                  </a:cubicBezTo>
                  <a:cubicBezTo>
                    <a:pt x="41" y="25"/>
                    <a:pt x="40" y="11"/>
                    <a:pt x="45" y="7"/>
                  </a:cubicBezTo>
                  <a:cubicBezTo>
                    <a:pt x="51" y="3"/>
                    <a:pt x="60" y="0"/>
                    <a:pt x="66" y="4"/>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6" name="Freeform 724"/>
            <p:cNvSpPr>
              <a:spLocks/>
            </p:cNvSpPr>
            <p:nvPr/>
          </p:nvSpPr>
          <p:spPr bwMode="auto">
            <a:xfrm>
              <a:off x="5567" y="616"/>
              <a:ext cx="48" cy="40"/>
            </a:xfrm>
            <a:custGeom>
              <a:avLst/>
              <a:gdLst>
                <a:gd name="T0" fmla="*/ 23 w 25"/>
                <a:gd name="T1" fmla="*/ 8 h 21"/>
                <a:gd name="T2" fmla="*/ 24 w 25"/>
                <a:gd name="T3" fmla="*/ 11 h 21"/>
                <a:gd name="T4" fmla="*/ 24 w 25"/>
                <a:gd name="T5" fmla="*/ 11 h 21"/>
                <a:gd name="T6" fmla="*/ 25 w 25"/>
                <a:gd name="T7" fmla="*/ 21 h 21"/>
                <a:gd name="T8" fmla="*/ 24 w 25"/>
                <a:gd name="T9" fmla="*/ 20 h 21"/>
                <a:gd name="T10" fmla="*/ 21 w 25"/>
                <a:gd name="T11" fmla="*/ 15 h 21"/>
                <a:gd name="T12" fmla="*/ 18 w 25"/>
                <a:gd name="T13" fmla="*/ 20 h 21"/>
                <a:gd name="T14" fmla="*/ 0 w 25"/>
                <a:gd name="T15" fmla="*/ 1 h 21"/>
                <a:gd name="T16" fmla="*/ 1 w 25"/>
                <a:gd name="T17" fmla="*/ 0 h 21"/>
                <a:gd name="T18" fmla="*/ 2 w 25"/>
                <a:gd name="T19" fmla="*/ 0 h 21"/>
                <a:gd name="T20" fmla="*/ 9 w 25"/>
                <a:gd name="T21" fmla="*/ 8 h 21"/>
                <a:gd name="T22" fmla="*/ 20 w 25"/>
                <a:gd name="T23" fmla="*/ 14 h 21"/>
                <a:gd name="T24" fmla="*/ 23 w 25"/>
                <a:gd name="T25"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1">
                  <a:moveTo>
                    <a:pt x="23" y="8"/>
                  </a:moveTo>
                  <a:cubicBezTo>
                    <a:pt x="23" y="10"/>
                    <a:pt x="24" y="11"/>
                    <a:pt x="24" y="11"/>
                  </a:cubicBezTo>
                  <a:cubicBezTo>
                    <a:pt x="24" y="11"/>
                    <a:pt x="24" y="11"/>
                    <a:pt x="24" y="11"/>
                  </a:cubicBezTo>
                  <a:cubicBezTo>
                    <a:pt x="24" y="13"/>
                    <a:pt x="24" y="18"/>
                    <a:pt x="25" y="21"/>
                  </a:cubicBezTo>
                  <a:cubicBezTo>
                    <a:pt x="25" y="21"/>
                    <a:pt x="24" y="21"/>
                    <a:pt x="24" y="20"/>
                  </a:cubicBezTo>
                  <a:cubicBezTo>
                    <a:pt x="22" y="16"/>
                    <a:pt x="22" y="14"/>
                    <a:pt x="21" y="15"/>
                  </a:cubicBezTo>
                  <a:cubicBezTo>
                    <a:pt x="20" y="16"/>
                    <a:pt x="19" y="18"/>
                    <a:pt x="18" y="20"/>
                  </a:cubicBezTo>
                  <a:cubicBezTo>
                    <a:pt x="14" y="15"/>
                    <a:pt x="4" y="4"/>
                    <a:pt x="0" y="1"/>
                  </a:cubicBezTo>
                  <a:cubicBezTo>
                    <a:pt x="0" y="1"/>
                    <a:pt x="0" y="1"/>
                    <a:pt x="1" y="0"/>
                  </a:cubicBezTo>
                  <a:cubicBezTo>
                    <a:pt x="1" y="0"/>
                    <a:pt x="2" y="0"/>
                    <a:pt x="2" y="0"/>
                  </a:cubicBezTo>
                  <a:cubicBezTo>
                    <a:pt x="3" y="2"/>
                    <a:pt x="6" y="6"/>
                    <a:pt x="9" y="8"/>
                  </a:cubicBezTo>
                  <a:cubicBezTo>
                    <a:pt x="12" y="10"/>
                    <a:pt x="20" y="14"/>
                    <a:pt x="20" y="14"/>
                  </a:cubicBezTo>
                  <a:cubicBezTo>
                    <a:pt x="20" y="14"/>
                    <a:pt x="22" y="10"/>
                    <a:pt x="23"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7" name="Freeform 725"/>
            <p:cNvSpPr>
              <a:spLocks/>
            </p:cNvSpPr>
            <p:nvPr/>
          </p:nvSpPr>
          <p:spPr bwMode="auto">
            <a:xfrm>
              <a:off x="5622" y="708"/>
              <a:ext cx="23" cy="34"/>
            </a:xfrm>
            <a:custGeom>
              <a:avLst/>
              <a:gdLst>
                <a:gd name="T0" fmla="*/ 2 w 12"/>
                <a:gd name="T1" fmla="*/ 14 h 18"/>
                <a:gd name="T2" fmla="*/ 7 w 12"/>
                <a:gd name="T3" fmla="*/ 9 h 18"/>
                <a:gd name="T4" fmla="*/ 1 w 12"/>
                <a:gd name="T5" fmla="*/ 2 h 18"/>
                <a:gd name="T6" fmla="*/ 6 w 12"/>
                <a:gd name="T7" fmla="*/ 3 h 18"/>
                <a:gd name="T8" fmla="*/ 12 w 12"/>
                <a:gd name="T9" fmla="*/ 18 h 18"/>
                <a:gd name="T10" fmla="*/ 2 w 12"/>
                <a:gd name="T11" fmla="*/ 14 h 18"/>
              </a:gdLst>
              <a:ahLst/>
              <a:cxnLst>
                <a:cxn ang="0">
                  <a:pos x="T0" y="T1"/>
                </a:cxn>
                <a:cxn ang="0">
                  <a:pos x="T2" y="T3"/>
                </a:cxn>
                <a:cxn ang="0">
                  <a:pos x="T4" y="T5"/>
                </a:cxn>
                <a:cxn ang="0">
                  <a:pos x="T6" y="T7"/>
                </a:cxn>
                <a:cxn ang="0">
                  <a:pos x="T8" y="T9"/>
                </a:cxn>
                <a:cxn ang="0">
                  <a:pos x="T10" y="T11"/>
                </a:cxn>
              </a:cxnLst>
              <a:rect l="0" t="0" r="r" b="b"/>
              <a:pathLst>
                <a:path w="12" h="18">
                  <a:moveTo>
                    <a:pt x="2" y="14"/>
                  </a:moveTo>
                  <a:cubicBezTo>
                    <a:pt x="2" y="14"/>
                    <a:pt x="7" y="12"/>
                    <a:pt x="7" y="9"/>
                  </a:cubicBezTo>
                  <a:cubicBezTo>
                    <a:pt x="7" y="5"/>
                    <a:pt x="3" y="3"/>
                    <a:pt x="1" y="2"/>
                  </a:cubicBezTo>
                  <a:cubicBezTo>
                    <a:pt x="0" y="2"/>
                    <a:pt x="2" y="0"/>
                    <a:pt x="6" y="3"/>
                  </a:cubicBezTo>
                  <a:cubicBezTo>
                    <a:pt x="9" y="5"/>
                    <a:pt x="12" y="18"/>
                    <a:pt x="12" y="18"/>
                  </a:cubicBezTo>
                  <a:cubicBezTo>
                    <a:pt x="12" y="18"/>
                    <a:pt x="5" y="15"/>
                    <a:pt x="2"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8" name="Freeform 726"/>
            <p:cNvSpPr>
              <a:spLocks/>
            </p:cNvSpPr>
            <p:nvPr/>
          </p:nvSpPr>
          <p:spPr bwMode="auto">
            <a:xfrm>
              <a:off x="5643" y="746"/>
              <a:ext cx="6" cy="25"/>
            </a:xfrm>
            <a:custGeom>
              <a:avLst/>
              <a:gdLst>
                <a:gd name="T0" fmla="*/ 1 w 3"/>
                <a:gd name="T1" fmla="*/ 0 h 13"/>
                <a:gd name="T2" fmla="*/ 3 w 3"/>
                <a:gd name="T3" fmla="*/ 11 h 13"/>
                <a:gd name="T4" fmla="*/ 0 w 3"/>
                <a:gd name="T5" fmla="*/ 13 h 13"/>
                <a:gd name="T6" fmla="*/ 1 w 3"/>
                <a:gd name="T7" fmla="*/ 0 h 13"/>
              </a:gdLst>
              <a:ahLst/>
              <a:cxnLst>
                <a:cxn ang="0">
                  <a:pos x="T0" y="T1"/>
                </a:cxn>
                <a:cxn ang="0">
                  <a:pos x="T2" y="T3"/>
                </a:cxn>
                <a:cxn ang="0">
                  <a:pos x="T4" y="T5"/>
                </a:cxn>
                <a:cxn ang="0">
                  <a:pos x="T6" y="T7"/>
                </a:cxn>
              </a:cxnLst>
              <a:rect l="0" t="0" r="r" b="b"/>
              <a:pathLst>
                <a:path w="3" h="13">
                  <a:moveTo>
                    <a:pt x="1" y="0"/>
                  </a:moveTo>
                  <a:cubicBezTo>
                    <a:pt x="3" y="11"/>
                    <a:pt x="3" y="11"/>
                    <a:pt x="3" y="11"/>
                  </a:cubicBezTo>
                  <a:cubicBezTo>
                    <a:pt x="0" y="13"/>
                    <a:pt x="0" y="13"/>
                    <a:pt x="0" y="13"/>
                  </a:cubicBezTo>
                  <a:cubicBezTo>
                    <a:pt x="0" y="13"/>
                    <a:pt x="1" y="4"/>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9" name="Freeform 727"/>
            <p:cNvSpPr>
              <a:spLocks noEditPoints="1"/>
            </p:cNvSpPr>
            <p:nvPr/>
          </p:nvSpPr>
          <p:spPr bwMode="auto">
            <a:xfrm>
              <a:off x="1995" y="537"/>
              <a:ext cx="273" cy="653"/>
            </a:xfrm>
            <a:custGeom>
              <a:avLst/>
              <a:gdLst>
                <a:gd name="T0" fmla="*/ 102 w 143"/>
                <a:gd name="T1" fmla="*/ 303 h 341"/>
                <a:gd name="T2" fmla="*/ 108 w 143"/>
                <a:gd name="T3" fmla="*/ 327 h 341"/>
                <a:gd name="T4" fmla="*/ 117 w 143"/>
                <a:gd name="T5" fmla="*/ 331 h 341"/>
                <a:gd name="T6" fmla="*/ 143 w 143"/>
                <a:gd name="T7" fmla="*/ 339 h 341"/>
                <a:gd name="T8" fmla="*/ 129 w 143"/>
                <a:gd name="T9" fmla="*/ 321 h 341"/>
                <a:gd name="T10" fmla="*/ 123 w 143"/>
                <a:gd name="T11" fmla="*/ 290 h 341"/>
                <a:gd name="T12" fmla="*/ 107 w 143"/>
                <a:gd name="T13" fmla="*/ 207 h 341"/>
                <a:gd name="T14" fmla="*/ 102 w 143"/>
                <a:gd name="T15" fmla="*/ 174 h 341"/>
                <a:gd name="T16" fmla="*/ 108 w 143"/>
                <a:gd name="T17" fmla="*/ 171 h 341"/>
                <a:gd name="T18" fmla="*/ 110 w 143"/>
                <a:gd name="T19" fmla="*/ 161 h 341"/>
                <a:gd name="T20" fmla="*/ 121 w 143"/>
                <a:gd name="T21" fmla="*/ 129 h 341"/>
                <a:gd name="T22" fmla="*/ 113 w 143"/>
                <a:gd name="T23" fmla="*/ 90 h 341"/>
                <a:gd name="T24" fmla="*/ 104 w 143"/>
                <a:gd name="T25" fmla="*/ 62 h 341"/>
                <a:gd name="T26" fmla="*/ 101 w 143"/>
                <a:gd name="T27" fmla="*/ 115 h 341"/>
                <a:gd name="T28" fmla="*/ 103 w 143"/>
                <a:gd name="T29" fmla="*/ 123 h 341"/>
                <a:gd name="T30" fmla="*/ 101 w 143"/>
                <a:gd name="T31" fmla="*/ 134 h 341"/>
                <a:gd name="T32" fmla="*/ 56 w 143"/>
                <a:gd name="T33" fmla="*/ 2 h 341"/>
                <a:gd name="T34" fmla="*/ 47 w 143"/>
                <a:gd name="T35" fmla="*/ 10 h 341"/>
                <a:gd name="T36" fmla="*/ 44 w 143"/>
                <a:gd name="T37" fmla="*/ 29 h 341"/>
                <a:gd name="T38" fmla="*/ 48 w 143"/>
                <a:gd name="T39" fmla="*/ 37 h 341"/>
                <a:gd name="T40" fmla="*/ 49 w 143"/>
                <a:gd name="T41" fmla="*/ 49 h 341"/>
                <a:gd name="T42" fmla="*/ 31 w 143"/>
                <a:gd name="T43" fmla="*/ 60 h 341"/>
                <a:gd name="T44" fmla="*/ 24 w 143"/>
                <a:gd name="T45" fmla="*/ 118 h 341"/>
                <a:gd name="T46" fmla="*/ 27 w 143"/>
                <a:gd name="T47" fmla="*/ 137 h 341"/>
                <a:gd name="T48" fmla="*/ 24 w 143"/>
                <a:gd name="T49" fmla="*/ 164 h 341"/>
                <a:gd name="T50" fmla="*/ 30 w 143"/>
                <a:gd name="T51" fmla="*/ 169 h 341"/>
                <a:gd name="T52" fmla="*/ 37 w 143"/>
                <a:gd name="T53" fmla="*/ 190 h 341"/>
                <a:gd name="T54" fmla="*/ 48 w 143"/>
                <a:gd name="T55" fmla="*/ 265 h 341"/>
                <a:gd name="T56" fmla="*/ 55 w 143"/>
                <a:gd name="T57" fmla="*/ 306 h 341"/>
                <a:gd name="T58" fmla="*/ 52 w 143"/>
                <a:gd name="T59" fmla="*/ 324 h 341"/>
                <a:gd name="T60" fmla="*/ 55 w 143"/>
                <a:gd name="T61" fmla="*/ 337 h 341"/>
                <a:gd name="T62" fmla="*/ 71 w 143"/>
                <a:gd name="T63" fmla="*/ 332 h 341"/>
                <a:gd name="T64" fmla="*/ 70 w 143"/>
                <a:gd name="T65" fmla="*/ 319 h 341"/>
                <a:gd name="T66" fmla="*/ 71 w 143"/>
                <a:gd name="T67" fmla="*/ 303 h 341"/>
                <a:gd name="T68" fmla="*/ 70 w 143"/>
                <a:gd name="T69" fmla="*/ 277 h 341"/>
                <a:gd name="T70" fmla="*/ 68 w 143"/>
                <a:gd name="T71" fmla="*/ 253 h 341"/>
                <a:gd name="T72" fmla="*/ 69 w 143"/>
                <a:gd name="T73" fmla="*/ 220 h 341"/>
                <a:gd name="T74" fmla="*/ 77 w 143"/>
                <a:gd name="T75" fmla="*/ 208 h 341"/>
                <a:gd name="T76" fmla="*/ 101 w 143"/>
                <a:gd name="T77" fmla="*/ 299 h 341"/>
                <a:gd name="T78" fmla="*/ 100 w 143"/>
                <a:gd name="T79" fmla="*/ 123 h 341"/>
                <a:gd name="T80" fmla="*/ 101 w 143"/>
                <a:gd name="T81" fmla="*/ 115 h 341"/>
                <a:gd name="T82" fmla="*/ 93 w 143"/>
                <a:gd name="T83" fmla="*/ 57 h 341"/>
                <a:gd name="T84" fmla="*/ 71 w 143"/>
                <a:gd name="T85" fmla="*/ 48 h 341"/>
                <a:gd name="T86" fmla="*/ 74 w 143"/>
                <a:gd name="T87" fmla="*/ 34 h 341"/>
                <a:gd name="T88" fmla="*/ 73 w 143"/>
                <a:gd name="T89" fmla="*/ 18 h 341"/>
                <a:gd name="T90" fmla="*/ 66 w 143"/>
                <a:gd name="T91" fmla="*/ 5 h 341"/>
                <a:gd name="T92" fmla="*/ 56 w 143"/>
                <a:gd name="T93" fmla="*/ 2 h 341"/>
                <a:gd name="T94" fmla="*/ 19 w 143"/>
                <a:gd name="T95" fmla="*/ 71 h 341"/>
                <a:gd name="T96" fmla="*/ 4 w 143"/>
                <a:gd name="T97" fmla="*/ 137 h 341"/>
                <a:gd name="T98" fmla="*/ 23 w 143"/>
                <a:gd name="T99" fmla="*/ 164 h 341"/>
                <a:gd name="T100" fmla="*/ 24 w 143"/>
                <a:gd name="T101" fmla="*/ 129 h 341"/>
                <a:gd name="T102" fmla="*/ 24 w 143"/>
                <a:gd name="T103" fmla="*/ 118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3" h="341">
                  <a:moveTo>
                    <a:pt x="101" y="299"/>
                  </a:moveTo>
                  <a:cubicBezTo>
                    <a:pt x="102" y="301"/>
                    <a:pt x="102" y="302"/>
                    <a:pt x="102" y="303"/>
                  </a:cubicBezTo>
                  <a:cubicBezTo>
                    <a:pt x="103" y="310"/>
                    <a:pt x="105" y="322"/>
                    <a:pt x="107" y="322"/>
                  </a:cubicBezTo>
                  <a:cubicBezTo>
                    <a:pt x="108" y="322"/>
                    <a:pt x="108" y="324"/>
                    <a:pt x="108" y="327"/>
                  </a:cubicBezTo>
                  <a:cubicBezTo>
                    <a:pt x="108" y="331"/>
                    <a:pt x="112" y="331"/>
                    <a:pt x="114" y="332"/>
                  </a:cubicBezTo>
                  <a:cubicBezTo>
                    <a:pt x="116" y="333"/>
                    <a:pt x="117" y="331"/>
                    <a:pt x="117" y="331"/>
                  </a:cubicBezTo>
                  <a:cubicBezTo>
                    <a:pt x="117" y="331"/>
                    <a:pt x="120" y="338"/>
                    <a:pt x="126" y="338"/>
                  </a:cubicBezTo>
                  <a:cubicBezTo>
                    <a:pt x="132" y="339"/>
                    <a:pt x="143" y="341"/>
                    <a:pt x="143" y="339"/>
                  </a:cubicBezTo>
                  <a:cubicBezTo>
                    <a:pt x="143" y="336"/>
                    <a:pt x="141" y="333"/>
                    <a:pt x="138" y="331"/>
                  </a:cubicBezTo>
                  <a:cubicBezTo>
                    <a:pt x="134" y="329"/>
                    <a:pt x="131" y="323"/>
                    <a:pt x="129" y="321"/>
                  </a:cubicBezTo>
                  <a:cubicBezTo>
                    <a:pt x="128" y="319"/>
                    <a:pt x="130" y="320"/>
                    <a:pt x="129" y="317"/>
                  </a:cubicBezTo>
                  <a:cubicBezTo>
                    <a:pt x="127" y="314"/>
                    <a:pt x="124" y="296"/>
                    <a:pt x="123" y="290"/>
                  </a:cubicBezTo>
                  <a:cubicBezTo>
                    <a:pt x="122" y="284"/>
                    <a:pt x="123" y="264"/>
                    <a:pt x="120" y="255"/>
                  </a:cubicBezTo>
                  <a:cubicBezTo>
                    <a:pt x="117" y="245"/>
                    <a:pt x="108" y="215"/>
                    <a:pt x="107" y="207"/>
                  </a:cubicBezTo>
                  <a:cubicBezTo>
                    <a:pt x="106" y="198"/>
                    <a:pt x="104" y="190"/>
                    <a:pt x="104" y="185"/>
                  </a:cubicBezTo>
                  <a:cubicBezTo>
                    <a:pt x="104" y="181"/>
                    <a:pt x="104" y="178"/>
                    <a:pt x="102" y="174"/>
                  </a:cubicBezTo>
                  <a:cubicBezTo>
                    <a:pt x="101" y="171"/>
                    <a:pt x="103" y="166"/>
                    <a:pt x="103" y="166"/>
                  </a:cubicBezTo>
                  <a:cubicBezTo>
                    <a:pt x="103" y="166"/>
                    <a:pt x="106" y="169"/>
                    <a:pt x="108" y="171"/>
                  </a:cubicBezTo>
                  <a:cubicBezTo>
                    <a:pt x="110" y="172"/>
                    <a:pt x="110" y="170"/>
                    <a:pt x="109" y="166"/>
                  </a:cubicBezTo>
                  <a:cubicBezTo>
                    <a:pt x="108" y="162"/>
                    <a:pt x="109" y="159"/>
                    <a:pt x="110" y="161"/>
                  </a:cubicBezTo>
                  <a:cubicBezTo>
                    <a:pt x="111" y="162"/>
                    <a:pt x="111" y="154"/>
                    <a:pt x="114" y="149"/>
                  </a:cubicBezTo>
                  <a:cubicBezTo>
                    <a:pt x="117" y="144"/>
                    <a:pt x="122" y="134"/>
                    <a:pt x="121" y="129"/>
                  </a:cubicBezTo>
                  <a:cubicBezTo>
                    <a:pt x="120" y="123"/>
                    <a:pt x="119" y="113"/>
                    <a:pt x="118" y="108"/>
                  </a:cubicBezTo>
                  <a:cubicBezTo>
                    <a:pt x="116" y="104"/>
                    <a:pt x="114" y="95"/>
                    <a:pt x="113" y="90"/>
                  </a:cubicBezTo>
                  <a:cubicBezTo>
                    <a:pt x="111" y="84"/>
                    <a:pt x="111" y="82"/>
                    <a:pt x="109" y="76"/>
                  </a:cubicBezTo>
                  <a:cubicBezTo>
                    <a:pt x="107" y="71"/>
                    <a:pt x="104" y="65"/>
                    <a:pt x="104" y="62"/>
                  </a:cubicBezTo>
                  <a:cubicBezTo>
                    <a:pt x="104" y="61"/>
                    <a:pt x="103" y="60"/>
                    <a:pt x="101" y="59"/>
                  </a:cubicBezTo>
                  <a:cubicBezTo>
                    <a:pt x="101" y="115"/>
                    <a:pt x="101" y="115"/>
                    <a:pt x="101" y="115"/>
                  </a:cubicBezTo>
                  <a:cubicBezTo>
                    <a:pt x="102" y="117"/>
                    <a:pt x="103" y="118"/>
                    <a:pt x="103" y="118"/>
                  </a:cubicBezTo>
                  <a:cubicBezTo>
                    <a:pt x="105" y="119"/>
                    <a:pt x="106" y="121"/>
                    <a:pt x="103" y="123"/>
                  </a:cubicBezTo>
                  <a:cubicBezTo>
                    <a:pt x="101" y="124"/>
                    <a:pt x="103" y="133"/>
                    <a:pt x="102" y="134"/>
                  </a:cubicBezTo>
                  <a:cubicBezTo>
                    <a:pt x="101" y="134"/>
                    <a:pt x="101" y="134"/>
                    <a:pt x="101" y="134"/>
                  </a:cubicBezTo>
                  <a:lnTo>
                    <a:pt x="101" y="299"/>
                  </a:lnTo>
                  <a:close/>
                  <a:moveTo>
                    <a:pt x="56" y="2"/>
                  </a:moveTo>
                  <a:cubicBezTo>
                    <a:pt x="54" y="4"/>
                    <a:pt x="52" y="7"/>
                    <a:pt x="50" y="6"/>
                  </a:cubicBezTo>
                  <a:cubicBezTo>
                    <a:pt x="48" y="5"/>
                    <a:pt x="49" y="10"/>
                    <a:pt x="47" y="10"/>
                  </a:cubicBezTo>
                  <a:cubicBezTo>
                    <a:pt x="45" y="10"/>
                    <a:pt x="43" y="16"/>
                    <a:pt x="43" y="20"/>
                  </a:cubicBezTo>
                  <a:cubicBezTo>
                    <a:pt x="43" y="24"/>
                    <a:pt x="44" y="28"/>
                    <a:pt x="44" y="29"/>
                  </a:cubicBezTo>
                  <a:cubicBezTo>
                    <a:pt x="44" y="31"/>
                    <a:pt x="45" y="37"/>
                    <a:pt x="46" y="37"/>
                  </a:cubicBezTo>
                  <a:cubicBezTo>
                    <a:pt x="48" y="37"/>
                    <a:pt x="48" y="37"/>
                    <a:pt x="48" y="37"/>
                  </a:cubicBezTo>
                  <a:cubicBezTo>
                    <a:pt x="48" y="37"/>
                    <a:pt x="50" y="42"/>
                    <a:pt x="50" y="46"/>
                  </a:cubicBezTo>
                  <a:cubicBezTo>
                    <a:pt x="50" y="49"/>
                    <a:pt x="49" y="49"/>
                    <a:pt x="49" y="49"/>
                  </a:cubicBezTo>
                  <a:cubicBezTo>
                    <a:pt x="47" y="53"/>
                    <a:pt x="47" y="53"/>
                    <a:pt x="47" y="53"/>
                  </a:cubicBezTo>
                  <a:cubicBezTo>
                    <a:pt x="47" y="53"/>
                    <a:pt x="36" y="59"/>
                    <a:pt x="31" y="60"/>
                  </a:cubicBezTo>
                  <a:cubicBezTo>
                    <a:pt x="28" y="61"/>
                    <a:pt x="26" y="62"/>
                    <a:pt x="24" y="63"/>
                  </a:cubicBezTo>
                  <a:cubicBezTo>
                    <a:pt x="24" y="118"/>
                    <a:pt x="24" y="118"/>
                    <a:pt x="24" y="118"/>
                  </a:cubicBezTo>
                  <a:cubicBezTo>
                    <a:pt x="25" y="117"/>
                    <a:pt x="25" y="115"/>
                    <a:pt x="26" y="112"/>
                  </a:cubicBezTo>
                  <a:cubicBezTo>
                    <a:pt x="26" y="119"/>
                    <a:pt x="28" y="130"/>
                    <a:pt x="27" y="137"/>
                  </a:cubicBezTo>
                  <a:cubicBezTo>
                    <a:pt x="27" y="134"/>
                    <a:pt x="25" y="132"/>
                    <a:pt x="24" y="129"/>
                  </a:cubicBezTo>
                  <a:cubicBezTo>
                    <a:pt x="24" y="164"/>
                    <a:pt x="24" y="164"/>
                    <a:pt x="24" y="164"/>
                  </a:cubicBezTo>
                  <a:cubicBezTo>
                    <a:pt x="26" y="164"/>
                    <a:pt x="27" y="164"/>
                    <a:pt x="27" y="164"/>
                  </a:cubicBezTo>
                  <a:cubicBezTo>
                    <a:pt x="27" y="164"/>
                    <a:pt x="28" y="168"/>
                    <a:pt x="30" y="169"/>
                  </a:cubicBezTo>
                  <a:cubicBezTo>
                    <a:pt x="31" y="170"/>
                    <a:pt x="33" y="174"/>
                    <a:pt x="34" y="173"/>
                  </a:cubicBezTo>
                  <a:cubicBezTo>
                    <a:pt x="34" y="171"/>
                    <a:pt x="36" y="183"/>
                    <a:pt x="37" y="190"/>
                  </a:cubicBezTo>
                  <a:cubicBezTo>
                    <a:pt x="39" y="196"/>
                    <a:pt x="46" y="241"/>
                    <a:pt x="46" y="247"/>
                  </a:cubicBezTo>
                  <a:cubicBezTo>
                    <a:pt x="46" y="254"/>
                    <a:pt x="48" y="260"/>
                    <a:pt x="48" y="265"/>
                  </a:cubicBezTo>
                  <a:cubicBezTo>
                    <a:pt x="48" y="269"/>
                    <a:pt x="49" y="281"/>
                    <a:pt x="49" y="288"/>
                  </a:cubicBezTo>
                  <a:cubicBezTo>
                    <a:pt x="49" y="295"/>
                    <a:pt x="55" y="301"/>
                    <a:pt x="55" y="306"/>
                  </a:cubicBezTo>
                  <a:cubicBezTo>
                    <a:pt x="55" y="311"/>
                    <a:pt x="54" y="313"/>
                    <a:pt x="54" y="316"/>
                  </a:cubicBezTo>
                  <a:cubicBezTo>
                    <a:pt x="55" y="319"/>
                    <a:pt x="55" y="321"/>
                    <a:pt x="52" y="324"/>
                  </a:cubicBezTo>
                  <a:cubicBezTo>
                    <a:pt x="49" y="328"/>
                    <a:pt x="48" y="331"/>
                    <a:pt x="48" y="333"/>
                  </a:cubicBezTo>
                  <a:cubicBezTo>
                    <a:pt x="48" y="336"/>
                    <a:pt x="49" y="337"/>
                    <a:pt x="55" y="337"/>
                  </a:cubicBezTo>
                  <a:cubicBezTo>
                    <a:pt x="61" y="337"/>
                    <a:pt x="67" y="335"/>
                    <a:pt x="67" y="334"/>
                  </a:cubicBezTo>
                  <a:cubicBezTo>
                    <a:pt x="67" y="332"/>
                    <a:pt x="69" y="332"/>
                    <a:pt x="71" y="332"/>
                  </a:cubicBezTo>
                  <a:cubicBezTo>
                    <a:pt x="73" y="332"/>
                    <a:pt x="72" y="330"/>
                    <a:pt x="71" y="327"/>
                  </a:cubicBezTo>
                  <a:cubicBezTo>
                    <a:pt x="71" y="323"/>
                    <a:pt x="68" y="318"/>
                    <a:pt x="70" y="319"/>
                  </a:cubicBezTo>
                  <a:cubicBezTo>
                    <a:pt x="71" y="319"/>
                    <a:pt x="73" y="318"/>
                    <a:pt x="73" y="313"/>
                  </a:cubicBezTo>
                  <a:cubicBezTo>
                    <a:pt x="73" y="308"/>
                    <a:pt x="73" y="306"/>
                    <a:pt x="71" y="303"/>
                  </a:cubicBezTo>
                  <a:cubicBezTo>
                    <a:pt x="69" y="300"/>
                    <a:pt x="69" y="295"/>
                    <a:pt x="70" y="290"/>
                  </a:cubicBezTo>
                  <a:cubicBezTo>
                    <a:pt x="70" y="286"/>
                    <a:pt x="72" y="282"/>
                    <a:pt x="70" y="277"/>
                  </a:cubicBezTo>
                  <a:cubicBezTo>
                    <a:pt x="69" y="271"/>
                    <a:pt x="69" y="264"/>
                    <a:pt x="70" y="261"/>
                  </a:cubicBezTo>
                  <a:cubicBezTo>
                    <a:pt x="70" y="259"/>
                    <a:pt x="70" y="255"/>
                    <a:pt x="68" y="253"/>
                  </a:cubicBezTo>
                  <a:cubicBezTo>
                    <a:pt x="66" y="251"/>
                    <a:pt x="69" y="247"/>
                    <a:pt x="69" y="244"/>
                  </a:cubicBezTo>
                  <a:cubicBezTo>
                    <a:pt x="69" y="242"/>
                    <a:pt x="68" y="231"/>
                    <a:pt x="69" y="220"/>
                  </a:cubicBezTo>
                  <a:cubicBezTo>
                    <a:pt x="71" y="210"/>
                    <a:pt x="71" y="201"/>
                    <a:pt x="71" y="199"/>
                  </a:cubicBezTo>
                  <a:cubicBezTo>
                    <a:pt x="71" y="196"/>
                    <a:pt x="73" y="197"/>
                    <a:pt x="77" y="208"/>
                  </a:cubicBezTo>
                  <a:cubicBezTo>
                    <a:pt x="81" y="218"/>
                    <a:pt x="90" y="252"/>
                    <a:pt x="92" y="259"/>
                  </a:cubicBezTo>
                  <a:cubicBezTo>
                    <a:pt x="94" y="266"/>
                    <a:pt x="99" y="289"/>
                    <a:pt x="101" y="299"/>
                  </a:cubicBezTo>
                  <a:cubicBezTo>
                    <a:pt x="101" y="134"/>
                    <a:pt x="101" y="134"/>
                    <a:pt x="101" y="134"/>
                  </a:cubicBezTo>
                  <a:cubicBezTo>
                    <a:pt x="101" y="133"/>
                    <a:pt x="101" y="128"/>
                    <a:pt x="100" y="123"/>
                  </a:cubicBezTo>
                  <a:cubicBezTo>
                    <a:pt x="98" y="119"/>
                    <a:pt x="98" y="112"/>
                    <a:pt x="97" y="104"/>
                  </a:cubicBezTo>
                  <a:cubicBezTo>
                    <a:pt x="97" y="104"/>
                    <a:pt x="99" y="111"/>
                    <a:pt x="101" y="115"/>
                  </a:cubicBezTo>
                  <a:cubicBezTo>
                    <a:pt x="101" y="59"/>
                    <a:pt x="101" y="59"/>
                    <a:pt x="101" y="59"/>
                  </a:cubicBezTo>
                  <a:cubicBezTo>
                    <a:pt x="99" y="58"/>
                    <a:pt x="97" y="57"/>
                    <a:pt x="93" y="57"/>
                  </a:cubicBezTo>
                  <a:cubicBezTo>
                    <a:pt x="83" y="55"/>
                    <a:pt x="76" y="53"/>
                    <a:pt x="74" y="51"/>
                  </a:cubicBezTo>
                  <a:cubicBezTo>
                    <a:pt x="73" y="50"/>
                    <a:pt x="72" y="49"/>
                    <a:pt x="71" y="48"/>
                  </a:cubicBezTo>
                  <a:cubicBezTo>
                    <a:pt x="70" y="48"/>
                    <a:pt x="69" y="46"/>
                    <a:pt x="70" y="46"/>
                  </a:cubicBezTo>
                  <a:cubicBezTo>
                    <a:pt x="73" y="46"/>
                    <a:pt x="73" y="37"/>
                    <a:pt x="74" y="34"/>
                  </a:cubicBezTo>
                  <a:cubicBezTo>
                    <a:pt x="76" y="32"/>
                    <a:pt x="75" y="30"/>
                    <a:pt x="74" y="27"/>
                  </a:cubicBezTo>
                  <a:cubicBezTo>
                    <a:pt x="73" y="25"/>
                    <a:pt x="75" y="22"/>
                    <a:pt x="73" y="18"/>
                  </a:cubicBezTo>
                  <a:cubicBezTo>
                    <a:pt x="71" y="14"/>
                    <a:pt x="74" y="9"/>
                    <a:pt x="71" y="9"/>
                  </a:cubicBezTo>
                  <a:cubicBezTo>
                    <a:pt x="68" y="8"/>
                    <a:pt x="69" y="5"/>
                    <a:pt x="66" y="5"/>
                  </a:cubicBezTo>
                  <a:cubicBezTo>
                    <a:pt x="64" y="5"/>
                    <a:pt x="63" y="1"/>
                    <a:pt x="61" y="3"/>
                  </a:cubicBezTo>
                  <a:cubicBezTo>
                    <a:pt x="58" y="4"/>
                    <a:pt x="58" y="0"/>
                    <a:pt x="56" y="2"/>
                  </a:cubicBezTo>
                  <a:close/>
                  <a:moveTo>
                    <a:pt x="24" y="63"/>
                  </a:moveTo>
                  <a:cubicBezTo>
                    <a:pt x="21" y="65"/>
                    <a:pt x="19" y="67"/>
                    <a:pt x="19" y="71"/>
                  </a:cubicBezTo>
                  <a:cubicBezTo>
                    <a:pt x="17" y="79"/>
                    <a:pt x="9" y="106"/>
                    <a:pt x="5" y="113"/>
                  </a:cubicBezTo>
                  <a:cubicBezTo>
                    <a:pt x="1" y="121"/>
                    <a:pt x="0" y="131"/>
                    <a:pt x="4" y="137"/>
                  </a:cubicBezTo>
                  <a:cubicBezTo>
                    <a:pt x="8" y="143"/>
                    <a:pt x="18" y="158"/>
                    <a:pt x="19" y="160"/>
                  </a:cubicBezTo>
                  <a:cubicBezTo>
                    <a:pt x="21" y="163"/>
                    <a:pt x="21" y="164"/>
                    <a:pt x="23" y="164"/>
                  </a:cubicBezTo>
                  <a:cubicBezTo>
                    <a:pt x="24" y="164"/>
                    <a:pt x="24" y="164"/>
                    <a:pt x="24" y="164"/>
                  </a:cubicBezTo>
                  <a:cubicBezTo>
                    <a:pt x="24" y="129"/>
                    <a:pt x="24" y="129"/>
                    <a:pt x="24" y="129"/>
                  </a:cubicBezTo>
                  <a:cubicBezTo>
                    <a:pt x="22" y="126"/>
                    <a:pt x="20" y="124"/>
                    <a:pt x="21" y="122"/>
                  </a:cubicBezTo>
                  <a:cubicBezTo>
                    <a:pt x="22" y="120"/>
                    <a:pt x="23" y="120"/>
                    <a:pt x="24" y="118"/>
                  </a:cubicBezTo>
                  <a:lnTo>
                    <a:pt x="24" y="63"/>
                  </a:ln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0" name="Freeform 728"/>
            <p:cNvSpPr>
              <a:spLocks/>
            </p:cNvSpPr>
            <p:nvPr/>
          </p:nvSpPr>
          <p:spPr bwMode="auto">
            <a:xfrm>
              <a:off x="2071" y="629"/>
              <a:ext cx="96" cy="190"/>
            </a:xfrm>
            <a:custGeom>
              <a:avLst/>
              <a:gdLst>
                <a:gd name="T0" fmla="*/ 10 w 50"/>
                <a:gd name="T1" fmla="*/ 0 h 99"/>
                <a:gd name="T2" fmla="*/ 9 w 50"/>
                <a:gd name="T3" fmla="*/ 1 h 99"/>
                <a:gd name="T4" fmla="*/ 7 w 50"/>
                <a:gd name="T5" fmla="*/ 4 h 99"/>
                <a:gd name="T6" fmla="*/ 7 w 50"/>
                <a:gd name="T7" fmla="*/ 5 h 99"/>
                <a:gd name="T8" fmla="*/ 9 w 50"/>
                <a:gd name="T9" fmla="*/ 40 h 99"/>
                <a:gd name="T10" fmla="*/ 9 w 50"/>
                <a:gd name="T11" fmla="*/ 68 h 99"/>
                <a:gd name="T12" fmla="*/ 4 w 50"/>
                <a:gd name="T13" fmla="*/ 88 h 99"/>
                <a:gd name="T14" fmla="*/ 0 w 50"/>
                <a:gd name="T15" fmla="*/ 98 h 99"/>
                <a:gd name="T16" fmla="*/ 17 w 50"/>
                <a:gd name="T17" fmla="*/ 97 h 99"/>
                <a:gd name="T18" fmla="*/ 45 w 50"/>
                <a:gd name="T19" fmla="*/ 98 h 99"/>
                <a:gd name="T20" fmla="*/ 50 w 50"/>
                <a:gd name="T21" fmla="*/ 96 h 99"/>
                <a:gd name="T22" fmla="*/ 44 w 50"/>
                <a:gd name="T23" fmla="*/ 77 h 99"/>
                <a:gd name="T24" fmla="*/ 39 w 50"/>
                <a:gd name="T25" fmla="*/ 41 h 99"/>
                <a:gd name="T26" fmla="*/ 36 w 50"/>
                <a:gd name="T27" fmla="*/ 9 h 99"/>
                <a:gd name="T28" fmla="*/ 34 w 50"/>
                <a:gd name="T29" fmla="*/ 3 h 99"/>
                <a:gd name="T30" fmla="*/ 34 w 50"/>
                <a:gd name="T31" fmla="*/ 3 h 99"/>
                <a:gd name="T32" fmla="*/ 31 w 50"/>
                <a:gd name="T33" fmla="*/ 0 h 99"/>
                <a:gd name="T34" fmla="*/ 26 w 50"/>
                <a:gd name="T35" fmla="*/ 7 h 99"/>
                <a:gd name="T36" fmla="*/ 18 w 50"/>
                <a:gd name="T37" fmla="*/ 9 h 99"/>
                <a:gd name="T38" fmla="*/ 10 w 50"/>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99">
                  <a:moveTo>
                    <a:pt x="10" y="0"/>
                  </a:moveTo>
                  <a:cubicBezTo>
                    <a:pt x="9" y="1"/>
                    <a:pt x="9" y="1"/>
                    <a:pt x="9" y="1"/>
                  </a:cubicBezTo>
                  <a:cubicBezTo>
                    <a:pt x="7" y="4"/>
                    <a:pt x="7" y="4"/>
                    <a:pt x="7" y="4"/>
                  </a:cubicBezTo>
                  <a:cubicBezTo>
                    <a:pt x="7" y="5"/>
                    <a:pt x="7" y="5"/>
                    <a:pt x="7" y="5"/>
                  </a:cubicBezTo>
                  <a:cubicBezTo>
                    <a:pt x="8" y="10"/>
                    <a:pt x="9" y="28"/>
                    <a:pt x="9" y="40"/>
                  </a:cubicBezTo>
                  <a:cubicBezTo>
                    <a:pt x="9" y="52"/>
                    <a:pt x="11" y="58"/>
                    <a:pt x="9" y="68"/>
                  </a:cubicBezTo>
                  <a:cubicBezTo>
                    <a:pt x="7" y="77"/>
                    <a:pt x="6" y="83"/>
                    <a:pt x="4" y="88"/>
                  </a:cubicBezTo>
                  <a:cubicBezTo>
                    <a:pt x="1" y="94"/>
                    <a:pt x="0" y="98"/>
                    <a:pt x="0" y="98"/>
                  </a:cubicBezTo>
                  <a:cubicBezTo>
                    <a:pt x="0" y="98"/>
                    <a:pt x="8" y="97"/>
                    <a:pt x="17" y="97"/>
                  </a:cubicBezTo>
                  <a:cubicBezTo>
                    <a:pt x="25" y="97"/>
                    <a:pt x="41" y="99"/>
                    <a:pt x="45" y="98"/>
                  </a:cubicBezTo>
                  <a:cubicBezTo>
                    <a:pt x="48" y="97"/>
                    <a:pt x="50" y="96"/>
                    <a:pt x="50" y="96"/>
                  </a:cubicBezTo>
                  <a:cubicBezTo>
                    <a:pt x="50" y="96"/>
                    <a:pt x="46" y="87"/>
                    <a:pt x="44" y="77"/>
                  </a:cubicBezTo>
                  <a:cubicBezTo>
                    <a:pt x="41" y="68"/>
                    <a:pt x="39" y="54"/>
                    <a:pt x="39" y="41"/>
                  </a:cubicBezTo>
                  <a:cubicBezTo>
                    <a:pt x="39" y="28"/>
                    <a:pt x="39" y="16"/>
                    <a:pt x="36" y="9"/>
                  </a:cubicBezTo>
                  <a:cubicBezTo>
                    <a:pt x="35" y="6"/>
                    <a:pt x="35" y="5"/>
                    <a:pt x="34" y="3"/>
                  </a:cubicBezTo>
                  <a:cubicBezTo>
                    <a:pt x="34" y="3"/>
                    <a:pt x="35" y="4"/>
                    <a:pt x="34" y="3"/>
                  </a:cubicBezTo>
                  <a:cubicBezTo>
                    <a:pt x="33" y="3"/>
                    <a:pt x="32" y="1"/>
                    <a:pt x="31" y="0"/>
                  </a:cubicBezTo>
                  <a:cubicBezTo>
                    <a:pt x="30" y="2"/>
                    <a:pt x="29" y="3"/>
                    <a:pt x="26" y="7"/>
                  </a:cubicBezTo>
                  <a:cubicBezTo>
                    <a:pt x="23" y="10"/>
                    <a:pt x="23" y="12"/>
                    <a:pt x="18" y="9"/>
                  </a:cubicBezTo>
                  <a:cubicBezTo>
                    <a:pt x="15" y="7"/>
                    <a:pt x="12" y="3"/>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1" name="Freeform 729"/>
            <p:cNvSpPr>
              <a:spLocks/>
            </p:cNvSpPr>
            <p:nvPr/>
          </p:nvSpPr>
          <p:spPr bwMode="auto">
            <a:xfrm>
              <a:off x="2106" y="652"/>
              <a:ext cx="45" cy="186"/>
            </a:xfrm>
            <a:custGeom>
              <a:avLst/>
              <a:gdLst>
                <a:gd name="T0" fmla="*/ 4 w 24"/>
                <a:gd name="T1" fmla="*/ 0 h 97"/>
                <a:gd name="T2" fmla="*/ 9 w 24"/>
                <a:gd name="T3" fmla="*/ 5 h 97"/>
                <a:gd name="T4" fmla="*/ 7 w 24"/>
                <a:gd name="T5" fmla="*/ 7 h 97"/>
                <a:gd name="T6" fmla="*/ 14 w 24"/>
                <a:gd name="T7" fmla="*/ 36 h 97"/>
                <a:gd name="T8" fmla="*/ 23 w 24"/>
                <a:gd name="T9" fmla="*/ 83 h 97"/>
                <a:gd name="T10" fmla="*/ 20 w 24"/>
                <a:gd name="T11" fmla="*/ 93 h 97"/>
                <a:gd name="T12" fmla="*/ 15 w 24"/>
                <a:gd name="T13" fmla="*/ 94 h 97"/>
                <a:gd name="T14" fmla="*/ 9 w 24"/>
                <a:gd name="T15" fmla="*/ 82 h 97"/>
                <a:gd name="T16" fmla="*/ 3 w 24"/>
                <a:gd name="T17" fmla="*/ 44 h 97"/>
                <a:gd name="T18" fmla="*/ 1 w 24"/>
                <a:gd name="T19" fmla="*/ 15 h 97"/>
                <a:gd name="T20" fmla="*/ 3 w 24"/>
                <a:gd name="T21" fmla="*/ 7 h 97"/>
                <a:gd name="T22" fmla="*/ 0 w 24"/>
                <a:gd name="T23" fmla="*/ 4 h 97"/>
                <a:gd name="T24" fmla="*/ 4 w 24"/>
                <a:gd name="T2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97">
                  <a:moveTo>
                    <a:pt x="4" y="0"/>
                  </a:moveTo>
                  <a:cubicBezTo>
                    <a:pt x="9" y="5"/>
                    <a:pt x="9" y="5"/>
                    <a:pt x="9" y="5"/>
                  </a:cubicBezTo>
                  <a:cubicBezTo>
                    <a:pt x="9" y="5"/>
                    <a:pt x="6" y="5"/>
                    <a:pt x="7" y="7"/>
                  </a:cubicBezTo>
                  <a:cubicBezTo>
                    <a:pt x="8" y="9"/>
                    <a:pt x="11" y="21"/>
                    <a:pt x="14" y="36"/>
                  </a:cubicBezTo>
                  <a:cubicBezTo>
                    <a:pt x="18" y="52"/>
                    <a:pt x="22" y="79"/>
                    <a:pt x="23" y="83"/>
                  </a:cubicBezTo>
                  <a:cubicBezTo>
                    <a:pt x="24" y="87"/>
                    <a:pt x="23" y="89"/>
                    <a:pt x="20" y="93"/>
                  </a:cubicBezTo>
                  <a:cubicBezTo>
                    <a:pt x="18" y="97"/>
                    <a:pt x="17" y="97"/>
                    <a:pt x="15" y="94"/>
                  </a:cubicBezTo>
                  <a:cubicBezTo>
                    <a:pt x="12" y="90"/>
                    <a:pt x="10" y="92"/>
                    <a:pt x="9" y="82"/>
                  </a:cubicBezTo>
                  <a:cubicBezTo>
                    <a:pt x="7" y="72"/>
                    <a:pt x="4" y="53"/>
                    <a:pt x="3" y="44"/>
                  </a:cubicBezTo>
                  <a:cubicBezTo>
                    <a:pt x="2" y="35"/>
                    <a:pt x="0" y="19"/>
                    <a:pt x="1" y="15"/>
                  </a:cubicBezTo>
                  <a:cubicBezTo>
                    <a:pt x="2" y="11"/>
                    <a:pt x="3" y="9"/>
                    <a:pt x="3" y="7"/>
                  </a:cubicBezTo>
                  <a:cubicBezTo>
                    <a:pt x="2" y="6"/>
                    <a:pt x="0" y="4"/>
                    <a:pt x="0" y="4"/>
                  </a:cubicBezTo>
                  <a:cubicBezTo>
                    <a:pt x="0" y="4"/>
                    <a:pt x="2" y="1"/>
                    <a:pt x="4" y="0"/>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2" name="Freeform 730"/>
            <p:cNvSpPr>
              <a:spLocks/>
            </p:cNvSpPr>
            <p:nvPr/>
          </p:nvSpPr>
          <p:spPr bwMode="auto">
            <a:xfrm>
              <a:off x="1352" y="606"/>
              <a:ext cx="52" cy="77"/>
            </a:xfrm>
            <a:custGeom>
              <a:avLst/>
              <a:gdLst>
                <a:gd name="T0" fmla="*/ 26 w 27"/>
                <a:gd name="T1" fmla="*/ 11 h 40"/>
                <a:gd name="T2" fmla="*/ 24 w 27"/>
                <a:gd name="T3" fmla="*/ 23 h 40"/>
                <a:gd name="T4" fmla="*/ 26 w 27"/>
                <a:gd name="T5" fmla="*/ 35 h 40"/>
                <a:gd name="T6" fmla="*/ 6 w 27"/>
                <a:gd name="T7" fmla="*/ 39 h 40"/>
                <a:gd name="T8" fmla="*/ 26 w 27"/>
                <a:gd name="T9" fmla="*/ 11 h 40"/>
              </a:gdLst>
              <a:ahLst/>
              <a:cxnLst>
                <a:cxn ang="0">
                  <a:pos x="T0" y="T1"/>
                </a:cxn>
                <a:cxn ang="0">
                  <a:pos x="T2" y="T3"/>
                </a:cxn>
                <a:cxn ang="0">
                  <a:pos x="T4" y="T5"/>
                </a:cxn>
                <a:cxn ang="0">
                  <a:pos x="T6" y="T7"/>
                </a:cxn>
                <a:cxn ang="0">
                  <a:pos x="T8" y="T9"/>
                </a:cxn>
              </a:cxnLst>
              <a:rect l="0" t="0" r="r" b="b"/>
              <a:pathLst>
                <a:path w="27" h="40">
                  <a:moveTo>
                    <a:pt x="26" y="11"/>
                  </a:moveTo>
                  <a:cubicBezTo>
                    <a:pt x="18" y="15"/>
                    <a:pt x="27" y="19"/>
                    <a:pt x="24" y="23"/>
                  </a:cubicBezTo>
                  <a:cubicBezTo>
                    <a:pt x="22" y="27"/>
                    <a:pt x="27" y="30"/>
                    <a:pt x="26" y="35"/>
                  </a:cubicBezTo>
                  <a:cubicBezTo>
                    <a:pt x="24" y="40"/>
                    <a:pt x="12" y="40"/>
                    <a:pt x="6" y="39"/>
                  </a:cubicBezTo>
                  <a:cubicBezTo>
                    <a:pt x="0" y="39"/>
                    <a:pt x="9" y="0"/>
                    <a:pt x="26" y="11"/>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3" name="Freeform 731"/>
            <p:cNvSpPr>
              <a:spLocks/>
            </p:cNvSpPr>
            <p:nvPr/>
          </p:nvSpPr>
          <p:spPr bwMode="auto">
            <a:xfrm>
              <a:off x="1320" y="536"/>
              <a:ext cx="107" cy="149"/>
            </a:xfrm>
            <a:custGeom>
              <a:avLst/>
              <a:gdLst>
                <a:gd name="T0" fmla="*/ 52 w 56"/>
                <a:gd name="T1" fmla="*/ 14 h 78"/>
                <a:gd name="T2" fmla="*/ 17 w 56"/>
                <a:gd name="T3" fmla="*/ 23 h 78"/>
                <a:gd name="T4" fmla="*/ 10 w 56"/>
                <a:gd name="T5" fmla="*/ 38 h 78"/>
                <a:gd name="T6" fmla="*/ 7 w 56"/>
                <a:gd name="T7" fmla="*/ 53 h 78"/>
                <a:gd name="T8" fmla="*/ 11 w 56"/>
                <a:gd name="T9" fmla="*/ 70 h 78"/>
                <a:gd name="T10" fmla="*/ 28 w 56"/>
                <a:gd name="T11" fmla="*/ 76 h 78"/>
                <a:gd name="T12" fmla="*/ 45 w 56"/>
                <a:gd name="T13" fmla="*/ 33 h 78"/>
                <a:gd name="T14" fmla="*/ 52 w 56"/>
                <a:gd name="T15" fmla="*/ 14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78">
                  <a:moveTo>
                    <a:pt x="52" y="14"/>
                  </a:moveTo>
                  <a:cubicBezTo>
                    <a:pt x="42" y="0"/>
                    <a:pt x="17" y="6"/>
                    <a:pt x="17" y="23"/>
                  </a:cubicBezTo>
                  <a:cubicBezTo>
                    <a:pt x="17" y="40"/>
                    <a:pt x="6" y="29"/>
                    <a:pt x="10" y="38"/>
                  </a:cubicBezTo>
                  <a:cubicBezTo>
                    <a:pt x="13" y="47"/>
                    <a:pt x="2" y="46"/>
                    <a:pt x="7" y="53"/>
                  </a:cubicBezTo>
                  <a:cubicBezTo>
                    <a:pt x="12" y="60"/>
                    <a:pt x="0" y="62"/>
                    <a:pt x="11" y="70"/>
                  </a:cubicBezTo>
                  <a:cubicBezTo>
                    <a:pt x="22" y="78"/>
                    <a:pt x="28" y="76"/>
                    <a:pt x="28" y="76"/>
                  </a:cubicBezTo>
                  <a:cubicBezTo>
                    <a:pt x="28" y="76"/>
                    <a:pt x="25" y="27"/>
                    <a:pt x="45" y="33"/>
                  </a:cubicBezTo>
                  <a:cubicBezTo>
                    <a:pt x="51" y="35"/>
                    <a:pt x="56" y="20"/>
                    <a:pt x="52" y="14"/>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4" name="Freeform 732"/>
            <p:cNvSpPr>
              <a:spLocks/>
            </p:cNvSpPr>
            <p:nvPr/>
          </p:nvSpPr>
          <p:spPr bwMode="auto">
            <a:xfrm>
              <a:off x="1289" y="547"/>
              <a:ext cx="185" cy="637"/>
            </a:xfrm>
            <a:custGeom>
              <a:avLst/>
              <a:gdLst>
                <a:gd name="T0" fmla="*/ 37 w 97"/>
                <a:gd name="T1" fmla="*/ 11 h 333"/>
                <a:gd name="T2" fmla="*/ 31 w 97"/>
                <a:gd name="T3" fmla="*/ 49 h 333"/>
                <a:gd name="T4" fmla="*/ 23 w 97"/>
                <a:gd name="T5" fmla="*/ 71 h 333"/>
                <a:gd name="T6" fmla="*/ 21 w 97"/>
                <a:gd name="T7" fmla="*/ 118 h 333"/>
                <a:gd name="T8" fmla="*/ 25 w 97"/>
                <a:gd name="T9" fmla="*/ 141 h 333"/>
                <a:gd name="T10" fmla="*/ 26 w 97"/>
                <a:gd name="T11" fmla="*/ 166 h 333"/>
                <a:gd name="T12" fmla="*/ 30 w 97"/>
                <a:gd name="T13" fmla="*/ 213 h 333"/>
                <a:gd name="T14" fmla="*/ 30 w 97"/>
                <a:gd name="T15" fmla="*/ 228 h 333"/>
                <a:gd name="T16" fmla="*/ 9 w 97"/>
                <a:gd name="T17" fmla="*/ 290 h 333"/>
                <a:gd name="T18" fmla="*/ 1 w 97"/>
                <a:gd name="T19" fmla="*/ 316 h 333"/>
                <a:gd name="T20" fmla="*/ 3 w 97"/>
                <a:gd name="T21" fmla="*/ 324 h 333"/>
                <a:gd name="T22" fmla="*/ 7 w 97"/>
                <a:gd name="T23" fmla="*/ 309 h 333"/>
                <a:gd name="T24" fmla="*/ 29 w 97"/>
                <a:gd name="T25" fmla="*/ 326 h 333"/>
                <a:gd name="T26" fmla="*/ 25 w 97"/>
                <a:gd name="T27" fmla="*/ 314 h 333"/>
                <a:gd name="T28" fmla="*/ 34 w 97"/>
                <a:gd name="T29" fmla="*/ 263 h 333"/>
                <a:gd name="T30" fmla="*/ 42 w 97"/>
                <a:gd name="T31" fmla="*/ 264 h 333"/>
                <a:gd name="T32" fmla="*/ 50 w 97"/>
                <a:gd name="T33" fmla="*/ 301 h 333"/>
                <a:gd name="T34" fmla="*/ 53 w 97"/>
                <a:gd name="T35" fmla="*/ 324 h 333"/>
                <a:gd name="T36" fmla="*/ 56 w 97"/>
                <a:gd name="T37" fmla="*/ 330 h 333"/>
                <a:gd name="T38" fmla="*/ 56 w 97"/>
                <a:gd name="T39" fmla="*/ 314 h 333"/>
                <a:gd name="T40" fmla="*/ 78 w 97"/>
                <a:gd name="T41" fmla="*/ 330 h 333"/>
                <a:gd name="T42" fmla="*/ 81 w 97"/>
                <a:gd name="T43" fmla="*/ 319 h 333"/>
                <a:gd name="T44" fmla="*/ 63 w 97"/>
                <a:gd name="T45" fmla="*/ 265 h 333"/>
                <a:gd name="T46" fmla="*/ 60 w 97"/>
                <a:gd name="T47" fmla="*/ 237 h 333"/>
                <a:gd name="T48" fmla="*/ 65 w 97"/>
                <a:gd name="T49" fmla="*/ 213 h 333"/>
                <a:gd name="T50" fmla="*/ 68 w 97"/>
                <a:gd name="T51" fmla="*/ 189 h 333"/>
                <a:gd name="T52" fmla="*/ 71 w 97"/>
                <a:gd name="T53" fmla="*/ 189 h 333"/>
                <a:gd name="T54" fmla="*/ 77 w 97"/>
                <a:gd name="T55" fmla="*/ 187 h 333"/>
                <a:gd name="T56" fmla="*/ 75 w 97"/>
                <a:gd name="T57" fmla="*/ 169 h 333"/>
                <a:gd name="T58" fmla="*/ 94 w 97"/>
                <a:gd name="T59" fmla="*/ 125 h 333"/>
                <a:gd name="T60" fmla="*/ 73 w 97"/>
                <a:gd name="T61" fmla="*/ 105 h 333"/>
                <a:gd name="T62" fmla="*/ 55 w 97"/>
                <a:gd name="T63" fmla="*/ 64 h 333"/>
                <a:gd name="T64" fmla="*/ 56 w 97"/>
                <a:gd name="T65" fmla="*/ 46 h 333"/>
                <a:gd name="T66" fmla="*/ 67 w 97"/>
                <a:gd name="T67" fmla="*/ 28 h 333"/>
                <a:gd name="T68" fmla="*/ 66 w 97"/>
                <a:gd name="T69" fmla="*/ 1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7" h="333">
                  <a:moveTo>
                    <a:pt x="53" y="0"/>
                  </a:moveTo>
                  <a:cubicBezTo>
                    <a:pt x="46" y="0"/>
                    <a:pt x="40" y="4"/>
                    <a:pt x="37" y="11"/>
                  </a:cubicBezTo>
                  <a:cubicBezTo>
                    <a:pt x="34" y="18"/>
                    <a:pt x="34" y="27"/>
                    <a:pt x="35" y="31"/>
                  </a:cubicBezTo>
                  <a:cubicBezTo>
                    <a:pt x="35" y="35"/>
                    <a:pt x="32" y="45"/>
                    <a:pt x="31" y="49"/>
                  </a:cubicBezTo>
                  <a:cubicBezTo>
                    <a:pt x="29" y="54"/>
                    <a:pt x="26" y="60"/>
                    <a:pt x="26" y="60"/>
                  </a:cubicBezTo>
                  <a:cubicBezTo>
                    <a:pt x="26" y="60"/>
                    <a:pt x="23" y="65"/>
                    <a:pt x="23" y="71"/>
                  </a:cubicBezTo>
                  <a:cubicBezTo>
                    <a:pt x="23" y="77"/>
                    <a:pt x="23" y="87"/>
                    <a:pt x="21" y="98"/>
                  </a:cubicBezTo>
                  <a:cubicBezTo>
                    <a:pt x="19" y="110"/>
                    <a:pt x="19" y="113"/>
                    <a:pt x="21" y="118"/>
                  </a:cubicBezTo>
                  <a:cubicBezTo>
                    <a:pt x="23" y="124"/>
                    <a:pt x="30" y="135"/>
                    <a:pt x="30" y="135"/>
                  </a:cubicBezTo>
                  <a:cubicBezTo>
                    <a:pt x="30" y="135"/>
                    <a:pt x="23" y="139"/>
                    <a:pt x="25" y="141"/>
                  </a:cubicBezTo>
                  <a:cubicBezTo>
                    <a:pt x="28" y="144"/>
                    <a:pt x="30" y="145"/>
                    <a:pt x="30" y="145"/>
                  </a:cubicBezTo>
                  <a:cubicBezTo>
                    <a:pt x="30" y="145"/>
                    <a:pt x="23" y="155"/>
                    <a:pt x="26" y="166"/>
                  </a:cubicBezTo>
                  <a:cubicBezTo>
                    <a:pt x="30" y="177"/>
                    <a:pt x="31" y="184"/>
                    <a:pt x="30" y="194"/>
                  </a:cubicBezTo>
                  <a:cubicBezTo>
                    <a:pt x="30" y="204"/>
                    <a:pt x="30" y="213"/>
                    <a:pt x="30" y="213"/>
                  </a:cubicBezTo>
                  <a:cubicBezTo>
                    <a:pt x="34" y="213"/>
                    <a:pt x="34" y="213"/>
                    <a:pt x="34" y="213"/>
                  </a:cubicBezTo>
                  <a:cubicBezTo>
                    <a:pt x="34" y="213"/>
                    <a:pt x="34" y="222"/>
                    <a:pt x="30" y="228"/>
                  </a:cubicBezTo>
                  <a:cubicBezTo>
                    <a:pt x="26" y="234"/>
                    <a:pt x="19" y="243"/>
                    <a:pt x="18" y="258"/>
                  </a:cubicBezTo>
                  <a:cubicBezTo>
                    <a:pt x="17" y="274"/>
                    <a:pt x="14" y="287"/>
                    <a:pt x="9" y="290"/>
                  </a:cubicBezTo>
                  <a:cubicBezTo>
                    <a:pt x="5" y="294"/>
                    <a:pt x="0" y="294"/>
                    <a:pt x="0" y="300"/>
                  </a:cubicBezTo>
                  <a:cubicBezTo>
                    <a:pt x="0" y="306"/>
                    <a:pt x="1" y="313"/>
                    <a:pt x="1" y="316"/>
                  </a:cubicBezTo>
                  <a:cubicBezTo>
                    <a:pt x="1" y="319"/>
                    <a:pt x="1" y="324"/>
                    <a:pt x="1" y="324"/>
                  </a:cubicBezTo>
                  <a:cubicBezTo>
                    <a:pt x="3" y="324"/>
                    <a:pt x="3" y="324"/>
                    <a:pt x="3" y="324"/>
                  </a:cubicBezTo>
                  <a:cubicBezTo>
                    <a:pt x="3" y="324"/>
                    <a:pt x="3" y="320"/>
                    <a:pt x="3" y="316"/>
                  </a:cubicBezTo>
                  <a:cubicBezTo>
                    <a:pt x="4" y="312"/>
                    <a:pt x="5" y="307"/>
                    <a:pt x="7" y="309"/>
                  </a:cubicBezTo>
                  <a:cubicBezTo>
                    <a:pt x="10" y="310"/>
                    <a:pt x="14" y="318"/>
                    <a:pt x="16" y="321"/>
                  </a:cubicBezTo>
                  <a:cubicBezTo>
                    <a:pt x="18" y="325"/>
                    <a:pt x="22" y="328"/>
                    <a:pt x="29" y="326"/>
                  </a:cubicBezTo>
                  <a:cubicBezTo>
                    <a:pt x="37" y="324"/>
                    <a:pt x="39" y="319"/>
                    <a:pt x="35" y="318"/>
                  </a:cubicBezTo>
                  <a:cubicBezTo>
                    <a:pt x="31" y="317"/>
                    <a:pt x="26" y="319"/>
                    <a:pt x="25" y="314"/>
                  </a:cubicBezTo>
                  <a:cubicBezTo>
                    <a:pt x="24" y="310"/>
                    <a:pt x="23" y="299"/>
                    <a:pt x="24" y="293"/>
                  </a:cubicBezTo>
                  <a:cubicBezTo>
                    <a:pt x="26" y="288"/>
                    <a:pt x="32" y="270"/>
                    <a:pt x="34" y="263"/>
                  </a:cubicBezTo>
                  <a:cubicBezTo>
                    <a:pt x="37" y="256"/>
                    <a:pt x="40" y="249"/>
                    <a:pt x="40" y="249"/>
                  </a:cubicBezTo>
                  <a:cubicBezTo>
                    <a:pt x="40" y="249"/>
                    <a:pt x="40" y="259"/>
                    <a:pt x="42" y="264"/>
                  </a:cubicBezTo>
                  <a:cubicBezTo>
                    <a:pt x="44" y="269"/>
                    <a:pt x="52" y="288"/>
                    <a:pt x="53" y="292"/>
                  </a:cubicBezTo>
                  <a:cubicBezTo>
                    <a:pt x="55" y="296"/>
                    <a:pt x="52" y="299"/>
                    <a:pt x="50" y="301"/>
                  </a:cubicBezTo>
                  <a:cubicBezTo>
                    <a:pt x="48" y="303"/>
                    <a:pt x="49" y="309"/>
                    <a:pt x="50" y="313"/>
                  </a:cubicBezTo>
                  <a:cubicBezTo>
                    <a:pt x="52" y="317"/>
                    <a:pt x="53" y="322"/>
                    <a:pt x="53" y="324"/>
                  </a:cubicBezTo>
                  <a:cubicBezTo>
                    <a:pt x="53" y="326"/>
                    <a:pt x="53" y="330"/>
                    <a:pt x="53" y="330"/>
                  </a:cubicBezTo>
                  <a:cubicBezTo>
                    <a:pt x="56" y="330"/>
                    <a:pt x="56" y="330"/>
                    <a:pt x="56" y="330"/>
                  </a:cubicBezTo>
                  <a:cubicBezTo>
                    <a:pt x="56" y="330"/>
                    <a:pt x="55" y="325"/>
                    <a:pt x="55" y="321"/>
                  </a:cubicBezTo>
                  <a:cubicBezTo>
                    <a:pt x="55" y="317"/>
                    <a:pt x="54" y="315"/>
                    <a:pt x="56" y="314"/>
                  </a:cubicBezTo>
                  <a:cubicBezTo>
                    <a:pt x="57" y="313"/>
                    <a:pt x="64" y="319"/>
                    <a:pt x="66" y="323"/>
                  </a:cubicBezTo>
                  <a:cubicBezTo>
                    <a:pt x="69" y="327"/>
                    <a:pt x="69" y="333"/>
                    <a:pt x="78" y="330"/>
                  </a:cubicBezTo>
                  <a:cubicBezTo>
                    <a:pt x="86" y="328"/>
                    <a:pt x="92" y="324"/>
                    <a:pt x="90" y="321"/>
                  </a:cubicBezTo>
                  <a:cubicBezTo>
                    <a:pt x="88" y="319"/>
                    <a:pt x="84" y="321"/>
                    <a:pt x="81" y="319"/>
                  </a:cubicBezTo>
                  <a:cubicBezTo>
                    <a:pt x="78" y="318"/>
                    <a:pt x="73" y="305"/>
                    <a:pt x="70" y="298"/>
                  </a:cubicBezTo>
                  <a:cubicBezTo>
                    <a:pt x="67" y="290"/>
                    <a:pt x="64" y="274"/>
                    <a:pt x="63" y="265"/>
                  </a:cubicBezTo>
                  <a:cubicBezTo>
                    <a:pt x="62" y="256"/>
                    <a:pt x="60" y="249"/>
                    <a:pt x="60" y="245"/>
                  </a:cubicBezTo>
                  <a:cubicBezTo>
                    <a:pt x="60" y="242"/>
                    <a:pt x="60" y="237"/>
                    <a:pt x="60" y="237"/>
                  </a:cubicBezTo>
                  <a:cubicBezTo>
                    <a:pt x="60" y="237"/>
                    <a:pt x="63" y="226"/>
                    <a:pt x="64" y="221"/>
                  </a:cubicBezTo>
                  <a:cubicBezTo>
                    <a:pt x="65" y="217"/>
                    <a:pt x="65" y="213"/>
                    <a:pt x="65" y="213"/>
                  </a:cubicBezTo>
                  <a:cubicBezTo>
                    <a:pt x="65" y="213"/>
                    <a:pt x="70" y="214"/>
                    <a:pt x="70" y="211"/>
                  </a:cubicBezTo>
                  <a:cubicBezTo>
                    <a:pt x="70" y="208"/>
                    <a:pt x="68" y="195"/>
                    <a:pt x="68" y="189"/>
                  </a:cubicBezTo>
                  <a:cubicBezTo>
                    <a:pt x="69" y="183"/>
                    <a:pt x="71" y="183"/>
                    <a:pt x="71" y="183"/>
                  </a:cubicBezTo>
                  <a:cubicBezTo>
                    <a:pt x="71" y="183"/>
                    <a:pt x="71" y="187"/>
                    <a:pt x="71" y="189"/>
                  </a:cubicBezTo>
                  <a:cubicBezTo>
                    <a:pt x="71" y="192"/>
                    <a:pt x="73" y="191"/>
                    <a:pt x="74" y="189"/>
                  </a:cubicBezTo>
                  <a:cubicBezTo>
                    <a:pt x="75" y="187"/>
                    <a:pt x="77" y="189"/>
                    <a:pt x="77" y="187"/>
                  </a:cubicBezTo>
                  <a:cubicBezTo>
                    <a:pt x="77" y="185"/>
                    <a:pt x="79" y="181"/>
                    <a:pt x="78" y="178"/>
                  </a:cubicBezTo>
                  <a:cubicBezTo>
                    <a:pt x="78" y="175"/>
                    <a:pt x="75" y="169"/>
                    <a:pt x="75" y="169"/>
                  </a:cubicBezTo>
                  <a:cubicBezTo>
                    <a:pt x="97" y="169"/>
                    <a:pt x="97" y="169"/>
                    <a:pt x="97" y="169"/>
                  </a:cubicBezTo>
                  <a:cubicBezTo>
                    <a:pt x="94" y="125"/>
                    <a:pt x="94" y="125"/>
                    <a:pt x="94" y="125"/>
                  </a:cubicBezTo>
                  <a:cubicBezTo>
                    <a:pt x="74" y="125"/>
                    <a:pt x="74" y="125"/>
                    <a:pt x="74" y="125"/>
                  </a:cubicBezTo>
                  <a:cubicBezTo>
                    <a:pt x="74" y="125"/>
                    <a:pt x="73" y="112"/>
                    <a:pt x="73" y="105"/>
                  </a:cubicBezTo>
                  <a:cubicBezTo>
                    <a:pt x="73" y="99"/>
                    <a:pt x="74" y="90"/>
                    <a:pt x="69" y="83"/>
                  </a:cubicBezTo>
                  <a:cubicBezTo>
                    <a:pt x="65" y="75"/>
                    <a:pt x="59" y="69"/>
                    <a:pt x="55" y="64"/>
                  </a:cubicBezTo>
                  <a:cubicBezTo>
                    <a:pt x="52" y="60"/>
                    <a:pt x="51" y="59"/>
                    <a:pt x="52" y="55"/>
                  </a:cubicBezTo>
                  <a:cubicBezTo>
                    <a:pt x="53" y="51"/>
                    <a:pt x="53" y="46"/>
                    <a:pt x="56" y="46"/>
                  </a:cubicBezTo>
                  <a:cubicBezTo>
                    <a:pt x="59" y="46"/>
                    <a:pt x="61" y="46"/>
                    <a:pt x="62" y="43"/>
                  </a:cubicBezTo>
                  <a:cubicBezTo>
                    <a:pt x="64" y="39"/>
                    <a:pt x="67" y="33"/>
                    <a:pt x="67" y="28"/>
                  </a:cubicBezTo>
                  <a:cubicBezTo>
                    <a:pt x="67" y="24"/>
                    <a:pt x="66" y="23"/>
                    <a:pt x="67" y="22"/>
                  </a:cubicBezTo>
                  <a:cubicBezTo>
                    <a:pt x="67" y="20"/>
                    <a:pt x="67" y="16"/>
                    <a:pt x="66" y="12"/>
                  </a:cubicBezTo>
                  <a:cubicBezTo>
                    <a:pt x="66" y="9"/>
                    <a:pt x="62" y="0"/>
                    <a:pt x="53" y="0"/>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5" name="Freeform 733"/>
            <p:cNvSpPr>
              <a:spLocks/>
            </p:cNvSpPr>
            <p:nvPr/>
          </p:nvSpPr>
          <p:spPr bwMode="auto">
            <a:xfrm>
              <a:off x="1350" y="629"/>
              <a:ext cx="38" cy="31"/>
            </a:xfrm>
            <a:custGeom>
              <a:avLst/>
              <a:gdLst>
                <a:gd name="T0" fmla="*/ 1 w 20"/>
                <a:gd name="T1" fmla="*/ 0 h 16"/>
                <a:gd name="T2" fmla="*/ 0 w 20"/>
                <a:gd name="T3" fmla="*/ 3 h 16"/>
                <a:gd name="T4" fmla="*/ 20 w 20"/>
                <a:gd name="T5" fmla="*/ 16 h 16"/>
                <a:gd name="T6" fmla="*/ 19 w 20"/>
                <a:gd name="T7" fmla="*/ 8 h 16"/>
                <a:gd name="T8" fmla="*/ 9 w 20"/>
                <a:gd name="T9" fmla="*/ 1 h 16"/>
                <a:gd name="T10" fmla="*/ 1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1" y="0"/>
                  </a:moveTo>
                  <a:cubicBezTo>
                    <a:pt x="0" y="1"/>
                    <a:pt x="0" y="2"/>
                    <a:pt x="0" y="3"/>
                  </a:cubicBezTo>
                  <a:cubicBezTo>
                    <a:pt x="10" y="3"/>
                    <a:pt x="16" y="10"/>
                    <a:pt x="20" y="16"/>
                  </a:cubicBezTo>
                  <a:cubicBezTo>
                    <a:pt x="18" y="14"/>
                    <a:pt x="19" y="10"/>
                    <a:pt x="19" y="8"/>
                  </a:cubicBezTo>
                  <a:cubicBezTo>
                    <a:pt x="16" y="5"/>
                    <a:pt x="12" y="3"/>
                    <a:pt x="9" y="1"/>
                  </a:cubicBezTo>
                  <a:cubicBezTo>
                    <a:pt x="6" y="0"/>
                    <a:pt x="3"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6" name="Freeform 734"/>
            <p:cNvSpPr>
              <a:spLocks/>
            </p:cNvSpPr>
            <p:nvPr/>
          </p:nvSpPr>
          <p:spPr bwMode="auto">
            <a:xfrm>
              <a:off x="102" y="545"/>
              <a:ext cx="162" cy="636"/>
            </a:xfrm>
            <a:custGeom>
              <a:avLst/>
              <a:gdLst>
                <a:gd name="T0" fmla="*/ 78 w 85"/>
                <a:gd name="T1" fmla="*/ 8 h 332"/>
                <a:gd name="T2" fmla="*/ 75 w 85"/>
                <a:gd name="T3" fmla="*/ 5 h 332"/>
                <a:gd name="T4" fmla="*/ 70 w 85"/>
                <a:gd name="T5" fmla="*/ 3 h 332"/>
                <a:gd name="T6" fmla="*/ 55 w 85"/>
                <a:gd name="T7" fmla="*/ 2 h 332"/>
                <a:gd name="T8" fmla="*/ 43 w 85"/>
                <a:gd name="T9" fmla="*/ 12 h 332"/>
                <a:gd name="T10" fmla="*/ 42 w 85"/>
                <a:gd name="T11" fmla="*/ 28 h 332"/>
                <a:gd name="T12" fmla="*/ 45 w 85"/>
                <a:gd name="T13" fmla="*/ 39 h 332"/>
                <a:gd name="T14" fmla="*/ 41 w 85"/>
                <a:gd name="T15" fmla="*/ 44 h 332"/>
                <a:gd name="T16" fmla="*/ 21 w 85"/>
                <a:gd name="T17" fmla="*/ 56 h 332"/>
                <a:gd name="T18" fmla="*/ 11 w 85"/>
                <a:gd name="T19" fmla="*/ 80 h 332"/>
                <a:gd name="T20" fmla="*/ 8 w 85"/>
                <a:gd name="T21" fmla="*/ 105 h 332"/>
                <a:gd name="T22" fmla="*/ 10 w 85"/>
                <a:gd name="T23" fmla="*/ 120 h 332"/>
                <a:gd name="T24" fmla="*/ 1 w 85"/>
                <a:gd name="T25" fmla="*/ 171 h 332"/>
                <a:gd name="T26" fmla="*/ 10 w 85"/>
                <a:gd name="T27" fmla="*/ 177 h 332"/>
                <a:gd name="T28" fmla="*/ 19 w 85"/>
                <a:gd name="T29" fmla="*/ 181 h 332"/>
                <a:gd name="T30" fmla="*/ 20 w 85"/>
                <a:gd name="T31" fmla="*/ 198 h 332"/>
                <a:gd name="T32" fmla="*/ 21 w 85"/>
                <a:gd name="T33" fmla="*/ 217 h 332"/>
                <a:gd name="T34" fmla="*/ 15 w 85"/>
                <a:gd name="T35" fmla="*/ 261 h 332"/>
                <a:gd name="T36" fmla="*/ 18 w 85"/>
                <a:gd name="T37" fmla="*/ 319 h 332"/>
                <a:gd name="T38" fmla="*/ 17 w 85"/>
                <a:gd name="T39" fmla="*/ 328 h 332"/>
                <a:gd name="T40" fmla="*/ 26 w 85"/>
                <a:gd name="T41" fmla="*/ 329 h 332"/>
                <a:gd name="T42" fmla="*/ 25 w 85"/>
                <a:gd name="T43" fmla="*/ 326 h 332"/>
                <a:gd name="T44" fmla="*/ 42 w 85"/>
                <a:gd name="T45" fmla="*/ 332 h 332"/>
                <a:gd name="T46" fmla="*/ 61 w 85"/>
                <a:gd name="T47" fmla="*/ 328 h 332"/>
                <a:gd name="T48" fmla="*/ 58 w 85"/>
                <a:gd name="T49" fmla="*/ 323 h 332"/>
                <a:gd name="T50" fmla="*/ 52 w 85"/>
                <a:gd name="T51" fmla="*/ 321 h 332"/>
                <a:gd name="T52" fmla="*/ 53 w 85"/>
                <a:gd name="T53" fmla="*/ 318 h 332"/>
                <a:gd name="T54" fmla="*/ 70 w 85"/>
                <a:gd name="T55" fmla="*/ 320 h 332"/>
                <a:gd name="T56" fmla="*/ 85 w 85"/>
                <a:gd name="T57" fmla="*/ 316 h 332"/>
                <a:gd name="T58" fmla="*/ 79 w 85"/>
                <a:gd name="T59" fmla="*/ 311 h 332"/>
                <a:gd name="T60" fmla="*/ 68 w 85"/>
                <a:gd name="T61" fmla="*/ 310 h 332"/>
                <a:gd name="T62" fmla="*/ 63 w 85"/>
                <a:gd name="T63" fmla="*/ 307 h 332"/>
                <a:gd name="T64" fmla="*/ 59 w 85"/>
                <a:gd name="T65" fmla="*/ 285 h 332"/>
                <a:gd name="T66" fmla="*/ 56 w 85"/>
                <a:gd name="T67" fmla="*/ 268 h 332"/>
                <a:gd name="T68" fmla="*/ 62 w 85"/>
                <a:gd name="T69" fmla="*/ 240 h 332"/>
                <a:gd name="T70" fmla="*/ 64 w 85"/>
                <a:gd name="T71" fmla="*/ 216 h 332"/>
                <a:gd name="T72" fmla="*/ 72 w 85"/>
                <a:gd name="T73" fmla="*/ 166 h 332"/>
                <a:gd name="T74" fmla="*/ 73 w 85"/>
                <a:gd name="T75" fmla="*/ 143 h 332"/>
                <a:gd name="T76" fmla="*/ 73 w 85"/>
                <a:gd name="T77" fmla="*/ 136 h 332"/>
                <a:gd name="T78" fmla="*/ 73 w 85"/>
                <a:gd name="T79" fmla="*/ 133 h 332"/>
                <a:gd name="T80" fmla="*/ 77 w 85"/>
                <a:gd name="T81" fmla="*/ 149 h 332"/>
                <a:gd name="T82" fmla="*/ 78 w 85"/>
                <a:gd name="T83" fmla="*/ 137 h 332"/>
                <a:gd name="T84" fmla="*/ 75 w 85"/>
                <a:gd name="T85" fmla="*/ 119 h 332"/>
                <a:gd name="T86" fmla="*/ 73 w 85"/>
                <a:gd name="T87" fmla="*/ 91 h 332"/>
                <a:gd name="T88" fmla="*/ 69 w 85"/>
                <a:gd name="T89" fmla="*/ 79 h 332"/>
                <a:gd name="T90" fmla="*/ 66 w 85"/>
                <a:gd name="T91" fmla="*/ 65 h 332"/>
                <a:gd name="T92" fmla="*/ 65 w 85"/>
                <a:gd name="T93" fmla="*/ 56 h 332"/>
                <a:gd name="T94" fmla="*/ 67 w 85"/>
                <a:gd name="T95" fmla="*/ 51 h 332"/>
                <a:gd name="T96" fmla="*/ 74 w 85"/>
                <a:gd name="T97" fmla="*/ 46 h 332"/>
                <a:gd name="T98" fmla="*/ 80 w 85"/>
                <a:gd name="T99" fmla="*/ 43 h 332"/>
                <a:gd name="T100" fmla="*/ 80 w 85"/>
                <a:gd name="T101" fmla="*/ 38 h 332"/>
                <a:gd name="T102" fmla="*/ 79 w 85"/>
                <a:gd name="T103" fmla="*/ 37 h 332"/>
                <a:gd name="T104" fmla="*/ 81 w 85"/>
                <a:gd name="T105" fmla="*/ 35 h 332"/>
                <a:gd name="T106" fmla="*/ 83 w 85"/>
                <a:gd name="T107" fmla="*/ 33 h 332"/>
                <a:gd name="T108" fmla="*/ 81 w 85"/>
                <a:gd name="T109" fmla="*/ 27 h 332"/>
                <a:gd name="T110" fmla="*/ 80 w 85"/>
                <a:gd name="T111" fmla="*/ 22 h 332"/>
                <a:gd name="T112" fmla="*/ 78 w 85"/>
                <a:gd name="T113" fmla="*/ 15 h 332"/>
                <a:gd name="T114" fmla="*/ 78 w 85"/>
                <a:gd name="T115" fmla="*/ 8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332">
                  <a:moveTo>
                    <a:pt x="78" y="8"/>
                  </a:moveTo>
                  <a:cubicBezTo>
                    <a:pt x="79" y="7"/>
                    <a:pt x="77" y="5"/>
                    <a:pt x="75" y="5"/>
                  </a:cubicBezTo>
                  <a:cubicBezTo>
                    <a:pt x="72" y="5"/>
                    <a:pt x="74" y="3"/>
                    <a:pt x="70" y="3"/>
                  </a:cubicBezTo>
                  <a:cubicBezTo>
                    <a:pt x="66" y="3"/>
                    <a:pt x="60" y="0"/>
                    <a:pt x="55" y="2"/>
                  </a:cubicBezTo>
                  <a:cubicBezTo>
                    <a:pt x="50" y="3"/>
                    <a:pt x="46" y="7"/>
                    <a:pt x="43" y="12"/>
                  </a:cubicBezTo>
                  <a:cubicBezTo>
                    <a:pt x="41" y="18"/>
                    <a:pt x="40" y="23"/>
                    <a:pt x="42" y="28"/>
                  </a:cubicBezTo>
                  <a:cubicBezTo>
                    <a:pt x="44" y="32"/>
                    <a:pt x="45" y="39"/>
                    <a:pt x="45" y="39"/>
                  </a:cubicBezTo>
                  <a:cubicBezTo>
                    <a:pt x="45" y="39"/>
                    <a:pt x="45" y="41"/>
                    <a:pt x="41" y="44"/>
                  </a:cubicBezTo>
                  <a:cubicBezTo>
                    <a:pt x="37" y="47"/>
                    <a:pt x="27" y="49"/>
                    <a:pt x="21" y="56"/>
                  </a:cubicBezTo>
                  <a:cubicBezTo>
                    <a:pt x="15" y="63"/>
                    <a:pt x="14" y="76"/>
                    <a:pt x="11" y="80"/>
                  </a:cubicBezTo>
                  <a:cubicBezTo>
                    <a:pt x="9" y="85"/>
                    <a:pt x="11" y="98"/>
                    <a:pt x="8" y="105"/>
                  </a:cubicBezTo>
                  <a:cubicBezTo>
                    <a:pt x="6" y="111"/>
                    <a:pt x="10" y="118"/>
                    <a:pt x="10" y="120"/>
                  </a:cubicBezTo>
                  <a:cubicBezTo>
                    <a:pt x="10" y="122"/>
                    <a:pt x="1" y="168"/>
                    <a:pt x="1" y="171"/>
                  </a:cubicBezTo>
                  <a:cubicBezTo>
                    <a:pt x="0" y="174"/>
                    <a:pt x="3" y="175"/>
                    <a:pt x="10" y="177"/>
                  </a:cubicBezTo>
                  <a:cubicBezTo>
                    <a:pt x="16" y="178"/>
                    <a:pt x="18" y="179"/>
                    <a:pt x="19" y="181"/>
                  </a:cubicBezTo>
                  <a:cubicBezTo>
                    <a:pt x="20" y="183"/>
                    <a:pt x="20" y="193"/>
                    <a:pt x="20" y="198"/>
                  </a:cubicBezTo>
                  <a:cubicBezTo>
                    <a:pt x="20" y="203"/>
                    <a:pt x="22" y="210"/>
                    <a:pt x="21" y="217"/>
                  </a:cubicBezTo>
                  <a:cubicBezTo>
                    <a:pt x="20" y="225"/>
                    <a:pt x="15" y="248"/>
                    <a:pt x="15" y="261"/>
                  </a:cubicBezTo>
                  <a:cubicBezTo>
                    <a:pt x="15" y="273"/>
                    <a:pt x="18" y="314"/>
                    <a:pt x="18" y="319"/>
                  </a:cubicBezTo>
                  <a:cubicBezTo>
                    <a:pt x="17" y="323"/>
                    <a:pt x="17" y="328"/>
                    <a:pt x="17" y="328"/>
                  </a:cubicBezTo>
                  <a:cubicBezTo>
                    <a:pt x="26" y="329"/>
                    <a:pt x="26" y="329"/>
                    <a:pt x="26" y="329"/>
                  </a:cubicBezTo>
                  <a:cubicBezTo>
                    <a:pt x="25" y="326"/>
                    <a:pt x="25" y="326"/>
                    <a:pt x="25" y="326"/>
                  </a:cubicBezTo>
                  <a:cubicBezTo>
                    <a:pt x="25" y="326"/>
                    <a:pt x="31" y="331"/>
                    <a:pt x="42" y="332"/>
                  </a:cubicBezTo>
                  <a:cubicBezTo>
                    <a:pt x="53" y="332"/>
                    <a:pt x="60" y="330"/>
                    <a:pt x="61" y="328"/>
                  </a:cubicBezTo>
                  <a:cubicBezTo>
                    <a:pt x="62" y="327"/>
                    <a:pt x="62" y="323"/>
                    <a:pt x="58" y="323"/>
                  </a:cubicBezTo>
                  <a:cubicBezTo>
                    <a:pt x="55" y="323"/>
                    <a:pt x="53" y="322"/>
                    <a:pt x="52" y="321"/>
                  </a:cubicBezTo>
                  <a:cubicBezTo>
                    <a:pt x="50" y="320"/>
                    <a:pt x="53" y="318"/>
                    <a:pt x="53" y="318"/>
                  </a:cubicBezTo>
                  <a:cubicBezTo>
                    <a:pt x="53" y="318"/>
                    <a:pt x="61" y="321"/>
                    <a:pt x="70" y="320"/>
                  </a:cubicBezTo>
                  <a:cubicBezTo>
                    <a:pt x="78" y="319"/>
                    <a:pt x="84" y="318"/>
                    <a:pt x="85" y="316"/>
                  </a:cubicBezTo>
                  <a:cubicBezTo>
                    <a:pt x="85" y="315"/>
                    <a:pt x="84" y="311"/>
                    <a:pt x="79" y="311"/>
                  </a:cubicBezTo>
                  <a:cubicBezTo>
                    <a:pt x="75" y="311"/>
                    <a:pt x="71" y="311"/>
                    <a:pt x="68" y="310"/>
                  </a:cubicBezTo>
                  <a:cubicBezTo>
                    <a:pt x="66" y="308"/>
                    <a:pt x="63" y="307"/>
                    <a:pt x="63" y="307"/>
                  </a:cubicBezTo>
                  <a:cubicBezTo>
                    <a:pt x="63" y="307"/>
                    <a:pt x="62" y="293"/>
                    <a:pt x="59" y="285"/>
                  </a:cubicBezTo>
                  <a:cubicBezTo>
                    <a:pt x="56" y="276"/>
                    <a:pt x="54" y="271"/>
                    <a:pt x="56" y="268"/>
                  </a:cubicBezTo>
                  <a:cubicBezTo>
                    <a:pt x="58" y="266"/>
                    <a:pt x="62" y="248"/>
                    <a:pt x="62" y="240"/>
                  </a:cubicBezTo>
                  <a:cubicBezTo>
                    <a:pt x="62" y="231"/>
                    <a:pt x="62" y="224"/>
                    <a:pt x="64" y="216"/>
                  </a:cubicBezTo>
                  <a:cubicBezTo>
                    <a:pt x="67" y="208"/>
                    <a:pt x="73" y="181"/>
                    <a:pt x="72" y="166"/>
                  </a:cubicBezTo>
                  <a:cubicBezTo>
                    <a:pt x="72" y="151"/>
                    <a:pt x="73" y="147"/>
                    <a:pt x="73" y="143"/>
                  </a:cubicBezTo>
                  <a:cubicBezTo>
                    <a:pt x="73" y="139"/>
                    <a:pt x="73" y="136"/>
                    <a:pt x="73" y="136"/>
                  </a:cubicBezTo>
                  <a:cubicBezTo>
                    <a:pt x="73" y="135"/>
                    <a:pt x="73" y="134"/>
                    <a:pt x="73" y="133"/>
                  </a:cubicBezTo>
                  <a:cubicBezTo>
                    <a:pt x="75" y="136"/>
                    <a:pt x="76" y="142"/>
                    <a:pt x="77" y="149"/>
                  </a:cubicBezTo>
                  <a:cubicBezTo>
                    <a:pt x="77" y="155"/>
                    <a:pt x="79" y="145"/>
                    <a:pt x="78" y="137"/>
                  </a:cubicBezTo>
                  <a:cubicBezTo>
                    <a:pt x="77" y="129"/>
                    <a:pt x="75" y="125"/>
                    <a:pt x="75" y="119"/>
                  </a:cubicBezTo>
                  <a:cubicBezTo>
                    <a:pt x="76" y="113"/>
                    <a:pt x="77" y="102"/>
                    <a:pt x="73" y="91"/>
                  </a:cubicBezTo>
                  <a:cubicBezTo>
                    <a:pt x="69" y="80"/>
                    <a:pt x="70" y="85"/>
                    <a:pt x="69" y="79"/>
                  </a:cubicBezTo>
                  <a:cubicBezTo>
                    <a:pt x="68" y="73"/>
                    <a:pt x="66" y="68"/>
                    <a:pt x="66" y="65"/>
                  </a:cubicBezTo>
                  <a:cubicBezTo>
                    <a:pt x="66" y="62"/>
                    <a:pt x="65" y="56"/>
                    <a:pt x="65" y="56"/>
                  </a:cubicBezTo>
                  <a:cubicBezTo>
                    <a:pt x="65" y="56"/>
                    <a:pt x="64" y="55"/>
                    <a:pt x="67" y="51"/>
                  </a:cubicBezTo>
                  <a:cubicBezTo>
                    <a:pt x="69" y="47"/>
                    <a:pt x="69" y="46"/>
                    <a:pt x="74" y="46"/>
                  </a:cubicBezTo>
                  <a:cubicBezTo>
                    <a:pt x="78" y="46"/>
                    <a:pt x="81" y="46"/>
                    <a:pt x="80" y="43"/>
                  </a:cubicBezTo>
                  <a:cubicBezTo>
                    <a:pt x="79" y="40"/>
                    <a:pt x="81" y="39"/>
                    <a:pt x="80" y="38"/>
                  </a:cubicBezTo>
                  <a:cubicBezTo>
                    <a:pt x="79" y="38"/>
                    <a:pt x="78" y="37"/>
                    <a:pt x="79" y="37"/>
                  </a:cubicBezTo>
                  <a:cubicBezTo>
                    <a:pt x="80" y="36"/>
                    <a:pt x="81" y="36"/>
                    <a:pt x="81" y="35"/>
                  </a:cubicBezTo>
                  <a:cubicBezTo>
                    <a:pt x="81" y="33"/>
                    <a:pt x="82" y="34"/>
                    <a:pt x="83" y="33"/>
                  </a:cubicBezTo>
                  <a:cubicBezTo>
                    <a:pt x="84" y="32"/>
                    <a:pt x="83" y="29"/>
                    <a:pt x="81" y="27"/>
                  </a:cubicBezTo>
                  <a:cubicBezTo>
                    <a:pt x="80" y="25"/>
                    <a:pt x="79" y="24"/>
                    <a:pt x="80" y="22"/>
                  </a:cubicBezTo>
                  <a:cubicBezTo>
                    <a:pt x="81" y="20"/>
                    <a:pt x="79" y="18"/>
                    <a:pt x="78" y="15"/>
                  </a:cubicBezTo>
                  <a:cubicBezTo>
                    <a:pt x="76" y="12"/>
                    <a:pt x="75" y="11"/>
                    <a:pt x="78" y="8"/>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7" name="Freeform 735"/>
            <p:cNvSpPr>
              <a:spLocks/>
            </p:cNvSpPr>
            <p:nvPr/>
          </p:nvSpPr>
          <p:spPr bwMode="auto">
            <a:xfrm>
              <a:off x="186" y="618"/>
              <a:ext cx="55" cy="189"/>
            </a:xfrm>
            <a:custGeom>
              <a:avLst/>
              <a:gdLst>
                <a:gd name="T0" fmla="*/ 1 w 29"/>
                <a:gd name="T1" fmla="*/ 0 h 99"/>
                <a:gd name="T2" fmla="*/ 1 w 29"/>
                <a:gd name="T3" fmla="*/ 1 h 99"/>
                <a:gd name="T4" fmla="*/ 0 w 29"/>
                <a:gd name="T5" fmla="*/ 4 h 99"/>
                <a:gd name="T6" fmla="*/ 17 w 29"/>
                <a:gd name="T7" fmla="*/ 35 h 99"/>
                <a:gd name="T8" fmla="*/ 23 w 29"/>
                <a:gd name="T9" fmla="*/ 67 h 99"/>
                <a:gd name="T10" fmla="*/ 19 w 29"/>
                <a:gd name="T11" fmla="*/ 87 h 99"/>
                <a:gd name="T12" fmla="*/ 13 w 29"/>
                <a:gd name="T13" fmla="*/ 98 h 99"/>
                <a:gd name="T14" fmla="*/ 20 w 29"/>
                <a:gd name="T15" fmla="*/ 99 h 99"/>
                <a:gd name="T16" fmla="*/ 29 w 29"/>
                <a:gd name="T17" fmla="*/ 99 h 99"/>
                <a:gd name="T18" fmla="*/ 29 w 29"/>
                <a:gd name="T19" fmla="*/ 95 h 99"/>
                <a:gd name="T20" fmla="*/ 29 w 29"/>
                <a:gd name="T21" fmla="*/ 95 h 99"/>
                <a:gd name="T22" fmla="*/ 29 w 29"/>
                <a:gd name="T23" fmla="*/ 95 h 99"/>
                <a:gd name="T24" fmla="*/ 28 w 29"/>
                <a:gd name="T25" fmla="*/ 83 h 99"/>
                <a:gd name="T26" fmla="*/ 24 w 29"/>
                <a:gd name="T27" fmla="*/ 65 h 99"/>
                <a:gd name="T28" fmla="*/ 24 w 29"/>
                <a:gd name="T29" fmla="*/ 51 h 99"/>
                <a:gd name="T30" fmla="*/ 19 w 29"/>
                <a:gd name="T31" fmla="*/ 25 h 99"/>
                <a:gd name="T32" fmla="*/ 22 w 29"/>
                <a:gd name="T33" fmla="*/ 21 h 99"/>
                <a:gd name="T34" fmla="*/ 21 w 29"/>
                <a:gd name="T35" fmla="*/ 18 h 99"/>
                <a:gd name="T36" fmla="*/ 21 w 29"/>
                <a:gd name="T37" fmla="*/ 17 h 99"/>
                <a:gd name="T38" fmla="*/ 1 w 29"/>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99">
                  <a:moveTo>
                    <a:pt x="1" y="0"/>
                  </a:moveTo>
                  <a:cubicBezTo>
                    <a:pt x="1" y="1"/>
                    <a:pt x="1" y="1"/>
                    <a:pt x="1" y="1"/>
                  </a:cubicBezTo>
                  <a:cubicBezTo>
                    <a:pt x="1" y="1"/>
                    <a:pt x="1" y="2"/>
                    <a:pt x="0" y="4"/>
                  </a:cubicBezTo>
                  <a:cubicBezTo>
                    <a:pt x="7" y="11"/>
                    <a:pt x="14" y="25"/>
                    <a:pt x="17" y="35"/>
                  </a:cubicBezTo>
                  <a:cubicBezTo>
                    <a:pt x="20" y="45"/>
                    <a:pt x="22" y="58"/>
                    <a:pt x="23" y="67"/>
                  </a:cubicBezTo>
                  <a:cubicBezTo>
                    <a:pt x="24" y="76"/>
                    <a:pt x="22" y="80"/>
                    <a:pt x="19" y="87"/>
                  </a:cubicBezTo>
                  <a:cubicBezTo>
                    <a:pt x="15" y="93"/>
                    <a:pt x="13" y="98"/>
                    <a:pt x="13" y="98"/>
                  </a:cubicBezTo>
                  <a:cubicBezTo>
                    <a:pt x="13" y="98"/>
                    <a:pt x="16" y="98"/>
                    <a:pt x="20" y="99"/>
                  </a:cubicBezTo>
                  <a:cubicBezTo>
                    <a:pt x="25" y="99"/>
                    <a:pt x="29" y="99"/>
                    <a:pt x="29" y="99"/>
                  </a:cubicBezTo>
                  <a:cubicBezTo>
                    <a:pt x="29" y="99"/>
                    <a:pt x="29" y="98"/>
                    <a:pt x="29" y="95"/>
                  </a:cubicBezTo>
                  <a:cubicBezTo>
                    <a:pt x="29" y="95"/>
                    <a:pt x="29" y="95"/>
                    <a:pt x="29" y="95"/>
                  </a:cubicBezTo>
                  <a:cubicBezTo>
                    <a:pt x="29" y="95"/>
                    <a:pt x="29" y="95"/>
                    <a:pt x="29" y="95"/>
                  </a:cubicBezTo>
                  <a:cubicBezTo>
                    <a:pt x="29" y="91"/>
                    <a:pt x="29" y="86"/>
                    <a:pt x="28" y="83"/>
                  </a:cubicBezTo>
                  <a:cubicBezTo>
                    <a:pt x="26" y="81"/>
                    <a:pt x="25" y="69"/>
                    <a:pt x="24" y="65"/>
                  </a:cubicBezTo>
                  <a:cubicBezTo>
                    <a:pt x="23" y="62"/>
                    <a:pt x="23" y="57"/>
                    <a:pt x="24" y="51"/>
                  </a:cubicBezTo>
                  <a:cubicBezTo>
                    <a:pt x="24" y="44"/>
                    <a:pt x="17" y="27"/>
                    <a:pt x="19" y="25"/>
                  </a:cubicBezTo>
                  <a:cubicBezTo>
                    <a:pt x="20" y="24"/>
                    <a:pt x="21" y="22"/>
                    <a:pt x="22" y="21"/>
                  </a:cubicBezTo>
                  <a:cubicBezTo>
                    <a:pt x="22" y="19"/>
                    <a:pt x="21" y="18"/>
                    <a:pt x="21" y="18"/>
                  </a:cubicBezTo>
                  <a:cubicBezTo>
                    <a:pt x="21" y="18"/>
                    <a:pt x="21" y="18"/>
                    <a:pt x="21" y="17"/>
                  </a:cubicBezTo>
                  <a:cubicBezTo>
                    <a:pt x="16" y="9"/>
                    <a:pt x="7" y="3"/>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grpSp>
      <p:sp>
        <p:nvSpPr>
          <p:cNvPr id="28" name="Title 13"/>
          <p:cNvSpPr txBox="1">
            <a:spLocks/>
          </p:cNvSpPr>
          <p:nvPr/>
        </p:nvSpPr>
        <p:spPr>
          <a:xfrm>
            <a:off x="5255854" y="239685"/>
            <a:ext cx="5742346" cy="634475"/>
          </a:xfrm>
          <a:prstGeom prst="rect">
            <a:avLst/>
          </a:prstGeom>
        </p:spPr>
        <p:txBody>
          <a:bodyPr vert="horz" lIns="121920" tIns="60960" rIns="121920" bIns="60960" rtlCol="0" anchor="ctr">
            <a:noAutofit/>
          </a:bodyPr>
          <a:lstStyle/>
          <a:p>
            <a:pPr algn="r" rtl="1" fontAlgn="auto">
              <a:spcAft>
                <a:spcPts val="0"/>
              </a:spcAft>
              <a:defRPr/>
            </a:pPr>
            <a:r>
              <a:rPr lang="ar-SA" sz="4000" b="1" u="sng" dirty="0" smtClean="0"/>
              <a:t>أ- </a:t>
            </a:r>
            <a:r>
              <a:rPr lang="ar-JO" sz="4000" b="1" u="sng" dirty="0" smtClean="0"/>
              <a:t>ما </a:t>
            </a:r>
            <a:r>
              <a:rPr lang="ar-JO" sz="4000" b="1" u="sng" dirty="0"/>
              <a:t>المقصود بالتعليم عن بعد؟</a:t>
            </a:r>
            <a:endParaRPr lang="en-US" sz="4000" b="1" u="sng" dirty="0">
              <a:solidFill>
                <a:srgbClr val="F19D19"/>
              </a:solidFill>
              <a:latin typeface="GeosansLight" panose="02000603020000020003"/>
              <a:cs typeface="+mn-cs"/>
            </a:endParaRPr>
          </a:p>
        </p:txBody>
      </p:sp>
      <p:sp>
        <p:nvSpPr>
          <p:cNvPr id="744" name="Content Placeholder 2"/>
          <p:cNvSpPr txBox="1">
            <a:spLocks/>
          </p:cNvSpPr>
          <p:nvPr/>
        </p:nvSpPr>
        <p:spPr>
          <a:xfrm>
            <a:off x="578498" y="4770600"/>
            <a:ext cx="7295615" cy="154649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a:buNone/>
            </a:pPr>
            <a:r>
              <a:rPr lang="ar-JO" sz="3200" b="1" dirty="0">
                <a:solidFill>
                  <a:srgbClr val="C00000"/>
                </a:solidFill>
              </a:rPr>
              <a:t>هناك من يطلق عليه تسمية التعليم بالمراسلة، وهناك من يسميه التعليم المفتوح، أو التعليم المستمر، أو التعليم غير المدرسي</a:t>
            </a:r>
            <a:endParaRPr lang="en-US" sz="3200" b="1" i="1" dirty="0">
              <a:solidFill>
                <a:srgbClr val="C00000"/>
              </a:solidFill>
            </a:endParaRPr>
          </a:p>
        </p:txBody>
      </p:sp>
      <p:sp>
        <p:nvSpPr>
          <p:cNvPr id="7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0732598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grpId="0" nodeType="afterEffect">
                                  <p:stCondLst>
                                    <p:cond delay="0"/>
                                  </p:stCondLst>
                                  <p:childTnLst>
                                    <p:set>
                                      <p:cBhvr>
                                        <p:cTn id="9" dur="1" fill="hold">
                                          <p:stCondLst>
                                            <p:cond delay="0"/>
                                          </p:stCondLst>
                                        </p:cTn>
                                        <p:tgtEl>
                                          <p:spTgt spid="744"/>
                                        </p:tgtEl>
                                        <p:attrNameLst>
                                          <p:attrName>style.visibility</p:attrName>
                                        </p:attrNameLst>
                                      </p:cBhvr>
                                      <p:to>
                                        <p:strVal val="visible"/>
                                      </p:to>
                                    </p:set>
                                    <p:animEffect transition="in" filter="fade">
                                      <p:cBhvr>
                                        <p:cTn id="10" dur="500"/>
                                        <p:tgtEl>
                                          <p:spTgt spid="7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744"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6" name="Group 4"/>
          <p:cNvGrpSpPr>
            <a:grpSpLocks noChangeAspect="1"/>
          </p:cNvGrpSpPr>
          <p:nvPr/>
        </p:nvGrpSpPr>
        <p:grpSpPr bwMode="auto">
          <a:xfrm>
            <a:off x="316138" y="907418"/>
            <a:ext cx="9144000" cy="4081463"/>
            <a:chOff x="-2" y="329"/>
            <a:chExt cx="5760" cy="2571"/>
          </a:xfrm>
        </p:grpSpPr>
        <p:grpSp>
          <p:nvGrpSpPr>
            <p:cNvPr id="747" name="Group 205"/>
            <p:cNvGrpSpPr>
              <a:grpSpLocks/>
            </p:cNvGrpSpPr>
            <p:nvPr/>
          </p:nvGrpSpPr>
          <p:grpSpPr bwMode="auto">
            <a:xfrm>
              <a:off x="392" y="1598"/>
              <a:ext cx="2872" cy="457"/>
              <a:chOff x="392" y="1598"/>
              <a:chExt cx="2872" cy="457"/>
            </a:xfrm>
          </p:grpSpPr>
          <p:sp>
            <p:nvSpPr>
              <p:cNvPr id="1278" name="Freeform 5"/>
              <p:cNvSpPr>
                <a:spLocks/>
              </p:cNvSpPr>
              <p:nvPr/>
            </p:nvSpPr>
            <p:spPr bwMode="auto">
              <a:xfrm>
                <a:off x="3071" y="1598"/>
                <a:ext cx="186" cy="34"/>
              </a:xfrm>
              <a:custGeom>
                <a:avLst/>
                <a:gdLst>
                  <a:gd name="T0" fmla="*/ 97 w 97"/>
                  <a:gd name="T1" fmla="*/ 18 h 18"/>
                  <a:gd name="T2" fmla="*/ 32 w 97"/>
                  <a:gd name="T3" fmla="*/ 18 h 18"/>
                  <a:gd name="T4" fmla="*/ 9 w 97"/>
                  <a:gd name="T5" fmla="*/ 14 h 18"/>
                  <a:gd name="T6" fmla="*/ 12 w 97"/>
                  <a:gd name="T7" fmla="*/ 2 h 18"/>
                  <a:gd name="T8" fmla="*/ 55 w 97"/>
                  <a:gd name="T9" fmla="*/ 6 h 18"/>
                  <a:gd name="T10" fmla="*/ 70 w 97"/>
                  <a:gd name="T11" fmla="*/ 12 h 18"/>
                  <a:gd name="T12" fmla="*/ 81 w 97"/>
                  <a:gd name="T13" fmla="*/ 5 h 18"/>
                  <a:gd name="T14" fmla="*/ 97 w 97"/>
                  <a:gd name="T15" fmla="*/ 14 h 18"/>
                  <a:gd name="T16" fmla="*/ 97 w 97"/>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8">
                    <a:moveTo>
                      <a:pt x="97" y="18"/>
                    </a:moveTo>
                    <a:cubicBezTo>
                      <a:pt x="32" y="18"/>
                      <a:pt x="32" y="18"/>
                      <a:pt x="32" y="18"/>
                    </a:cubicBezTo>
                    <a:cubicBezTo>
                      <a:pt x="24" y="16"/>
                      <a:pt x="14" y="16"/>
                      <a:pt x="9" y="14"/>
                    </a:cubicBezTo>
                    <a:cubicBezTo>
                      <a:pt x="4" y="11"/>
                      <a:pt x="0" y="4"/>
                      <a:pt x="12" y="2"/>
                    </a:cubicBezTo>
                    <a:cubicBezTo>
                      <a:pt x="25" y="0"/>
                      <a:pt x="49" y="4"/>
                      <a:pt x="55" y="6"/>
                    </a:cubicBezTo>
                    <a:cubicBezTo>
                      <a:pt x="61" y="8"/>
                      <a:pt x="70" y="12"/>
                      <a:pt x="70" y="12"/>
                    </a:cubicBezTo>
                    <a:cubicBezTo>
                      <a:pt x="70" y="12"/>
                      <a:pt x="67" y="5"/>
                      <a:pt x="81" y="5"/>
                    </a:cubicBezTo>
                    <a:cubicBezTo>
                      <a:pt x="94" y="5"/>
                      <a:pt x="97" y="6"/>
                      <a:pt x="97" y="14"/>
                    </a:cubicBezTo>
                    <a:cubicBezTo>
                      <a:pt x="97" y="16"/>
                      <a:pt x="97" y="17"/>
                      <a:pt x="97" y="18"/>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9" name="Freeform 6"/>
              <p:cNvSpPr>
                <a:spLocks/>
              </p:cNvSpPr>
              <p:nvPr/>
            </p:nvSpPr>
            <p:spPr bwMode="auto">
              <a:xfrm>
                <a:off x="3071" y="1598"/>
                <a:ext cx="186" cy="38"/>
              </a:xfrm>
              <a:custGeom>
                <a:avLst/>
                <a:gdLst>
                  <a:gd name="T0" fmla="*/ 97 w 97"/>
                  <a:gd name="T1" fmla="*/ 20 h 20"/>
                  <a:gd name="T2" fmla="*/ 36 w 97"/>
                  <a:gd name="T3" fmla="*/ 20 h 20"/>
                  <a:gd name="T4" fmla="*/ 9 w 97"/>
                  <a:gd name="T5" fmla="*/ 14 h 20"/>
                  <a:gd name="T6" fmla="*/ 12 w 97"/>
                  <a:gd name="T7" fmla="*/ 2 h 20"/>
                  <a:gd name="T8" fmla="*/ 55 w 97"/>
                  <a:gd name="T9" fmla="*/ 6 h 20"/>
                  <a:gd name="T10" fmla="*/ 70 w 97"/>
                  <a:gd name="T11" fmla="*/ 12 h 20"/>
                  <a:gd name="T12" fmla="*/ 81 w 97"/>
                  <a:gd name="T13" fmla="*/ 5 h 20"/>
                  <a:gd name="T14" fmla="*/ 97 w 97"/>
                  <a:gd name="T15" fmla="*/ 14 h 20"/>
                  <a:gd name="T16" fmla="*/ 97 w 9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20">
                    <a:moveTo>
                      <a:pt x="97" y="20"/>
                    </a:moveTo>
                    <a:cubicBezTo>
                      <a:pt x="36" y="20"/>
                      <a:pt x="36" y="20"/>
                      <a:pt x="36" y="20"/>
                    </a:cubicBezTo>
                    <a:cubicBezTo>
                      <a:pt x="28" y="16"/>
                      <a:pt x="15" y="16"/>
                      <a:pt x="9" y="14"/>
                    </a:cubicBezTo>
                    <a:cubicBezTo>
                      <a:pt x="4" y="11"/>
                      <a:pt x="0" y="4"/>
                      <a:pt x="12" y="2"/>
                    </a:cubicBezTo>
                    <a:cubicBezTo>
                      <a:pt x="25" y="0"/>
                      <a:pt x="49" y="4"/>
                      <a:pt x="55" y="6"/>
                    </a:cubicBezTo>
                    <a:cubicBezTo>
                      <a:pt x="61" y="8"/>
                      <a:pt x="70" y="12"/>
                      <a:pt x="70" y="12"/>
                    </a:cubicBezTo>
                    <a:cubicBezTo>
                      <a:pt x="70" y="12"/>
                      <a:pt x="67" y="5"/>
                      <a:pt x="81" y="5"/>
                    </a:cubicBezTo>
                    <a:cubicBezTo>
                      <a:pt x="94" y="5"/>
                      <a:pt x="97" y="6"/>
                      <a:pt x="97" y="14"/>
                    </a:cubicBezTo>
                    <a:cubicBezTo>
                      <a:pt x="97" y="16"/>
                      <a:pt x="97" y="18"/>
                      <a:pt x="97" y="20"/>
                    </a:cubicBezTo>
                    <a:close/>
                  </a:path>
                </a:pathLst>
              </a:custGeom>
              <a:solidFill>
                <a:srgbClr val="C1BF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0" name="Freeform 7"/>
              <p:cNvSpPr>
                <a:spLocks/>
              </p:cNvSpPr>
              <p:nvPr/>
            </p:nvSpPr>
            <p:spPr bwMode="auto">
              <a:xfrm>
                <a:off x="3071" y="1604"/>
                <a:ext cx="186" cy="34"/>
              </a:xfrm>
              <a:custGeom>
                <a:avLst/>
                <a:gdLst>
                  <a:gd name="T0" fmla="*/ 11 w 97"/>
                  <a:gd name="T1" fmla="*/ 0 h 18"/>
                  <a:gd name="T2" fmla="*/ 36 w 97"/>
                  <a:gd name="T3" fmla="*/ 0 h 18"/>
                  <a:gd name="T4" fmla="*/ 55 w 97"/>
                  <a:gd name="T5" fmla="*/ 3 h 18"/>
                  <a:gd name="T6" fmla="*/ 70 w 97"/>
                  <a:gd name="T7" fmla="*/ 9 h 18"/>
                  <a:gd name="T8" fmla="*/ 81 w 97"/>
                  <a:gd name="T9" fmla="*/ 2 h 18"/>
                  <a:gd name="T10" fmla="*/ 97 w 97"/>
                  <a:gd name="T11" fmla="*/ 11 h 18"/>
                  <a:gd name="T12" fmla="*/ 97 w 97"/>
                  <a:gd name="T13" fmla="*/ 18 h 18"/>
                  <a:gd name="T14" fmla="*/ 38 w 97"/>
                  <a:gd name="T15" fmla="*/ 18 h 18"/>
                  <a:gd name="T16" fmla="*/ 36 w 97"/>
                  <a:gd name="T17" fmla="*/ 17 h 18"/>
                  <a:gd name="T18" fmla="*/ 9 w 97"/>
                  <a:gd name="T19" fmla="*/ 11 h 18"/>
                  <a:gd name="T20" fmla="*/ 11 w 97"/>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18">
                    <a:moveTo>
                      <a:pt x="11" y="0"/>
                    </a:moveTo>
                    <a:cubicBezTo>
                      <a:pt x="36" y="0"/>
                      <a:pt x="36" y="0"/>
                      <a:pt x="36" y="0"/>
                    </a:cubicBezTo>
                    <a:cubicBezTo>
                      <a:pt x="44" y="1"/>
                      <a:pt x="52" y="2"/>
                      <a:pt x="55" y="3"/>
                    </a:cubicBezTo>
                    <a:cubicBezTo>
                      <a:pt x="61" y="5"/>
                      <a:pt x="70" y="9"/>
                      <a:pt x="70" y="9"/>
                    </a:cubicBezTo>
                    <a:cubicBezTo>
                      <a:pt x="70" y="9"/>
                      <a:pt x="67" y="2"/>
                      <a:pt x="81" y="2"/>
                    </a:cubicBezTo>
                    <a:cubicBezTo>
                      <a:pt x="94" y="2"/>
                      <a:pt x="97" y="3"/>
                      <a:pt x="97" y="11"/>
                    </a:cubicBezTo>
                    <a:cubicBezTo>
                      <a:pt x="97" y="14"/>
                      <a:pt x="97" y="16"/>
                      <a:pt x="97" y="18"/>
                    </a:cubicBezTo>
                    <a:cubicBezTo>
                      <a:pt x="38" y="18"/>
                      <a:pt x="38" y="18"/>
                      <a:pt x="38" y="18"/>
                    </a:cubicBezTo>
                    <a:cubicBezTo>
                      <a:pt x="37" y="18"/>
                      <a:pt x="37" y="17"/>
                      <a:pt x="36" y="17"/>
                    </a:cubicBezTo>
                    <a:cubicBezTo>
                      <a:pt x="29" y="13"/>
                      <a:pt x="15" y="13"/>
                      <a:pt x="9" y="11"/>
                    </a:cubicBezTo>
                    <a:cubicBezTo>
                      <a:pt x="4" y="9"/>
                      <a:pt x="0" y="2"/>
                      <a:pt x="11" y="0"/>
                    </a:cubicBezTo>
                    <a:close/>
                  </a:path>
                </a:pathLst>
              </a:custGeom>
              <a:solidFill>
                <a:srgbClr val="C2C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1" name="Freeform 8"/>
              <p:cNvSpPr>
                <a:spLocks/>
              </p:cNvSpPr>
              <p:nvPr/>
            </p:nvSpPr>
            <p:spPr bwMode="auto">
              <a:xfrm>
                <a:off x="3073" y="1606"/>
                <a:ext cx="184" cy="34"/>
              </a:xfrm>
              <a:custGeom>
                <a:avLst/>
                <a:gdLst>
                  <a:gd name="T0" fmla="*/ 6 w 96"/>
                  <a:gd name="T1" fmla="*/ 0 h 18"/>
                  <a:gd name="T2" fmla="*/ 45 w 96"/>
                  <a:gd name="T3" fmla="*/ 0 h 18"/>
                  <a:gd name="T4" fmla="*/ 54 w 96"/>
                  <a:gd name="T5" fmla="*/ 2 h 18"/>
                  <a:gd name="T6" fmla="*/ 69 w 96"/>
                  <a:gd name="T7" fmla="*/ 8 h 18"/>
                  <a:gd name="T8" fmla="*/ 80 w 96"/>
                  <a:gd name="T9" fmla="*/ 1 h 18"/>
                  <a:gd name="T10" fmla="*/ 96 w 96"/>
                  <a:gd name="T11" fmla="*/ 10 h 18"/>
                  <a:gd name="T12" fmla="*/ 96 w 96"/>
                  <a:gd name="T13" fmla="*/ 18 h 18"/>
                  <a:gd name="T14" fmla="*/ 39 w 96"/>
                  <a:gd name="T15" fmla="*/ 18 h 18"/>
                  <a:gd name="T16" fmla="*/ 35 w 96"/>
                  <a:gd name="T17" fmla="*/ 16 h 18"/>
                  <a:gd name="T18" fmla="*/ 8 w 96"/>
                  <a:gd name="T19" fmla="*/ 10 h 18"/>
                  <a:gd name="T20" fmla="*/ 6 w 96"/>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8">
                    <a:moveTo>
                      <a:pt x="6" y="0"/>
                    </a:moveTo>
                    <a:cubicBezTo>
                      <a:pt x="45" y="0"/>
                      <a:pt x="45" y="0"/>
                      <a:pt x="45" y="0"/>
                    </a:cubicBezTo>
                    <a:cubicBezTo>
                      <a:pt x="49" y="1"/>
                      <a:pt x="52" y="1"/>
                      <a:pt x="54" y="2"/>
                    </a:cubicBezTo>
                    <a:cubicBezTo>
                      <a:pt x="60" y="4"/>
                      <a:pt x="69" y="8"/>
                      <a:pt x="69" y="8"/>
                    </a:cubicBezTo>
                    <a:cubicBezTo>
                      <a:pt x="69" y="8"/>
                      <a:pt x="66" y="1"/>
                      <a:pt x="80" y="1"/>
                    </a:cubicBezTo>
                    <a:cubicBezTo>
                      <a:pt x="93" y="1"/>
                      <a:pt x="96" y="2"/>
                      <a:pt x="96" y="10"/>
                    </a:cubicBezTo>
                    <a:cubicBezTo>
                      <a:pt x="96" y="13"/>
                      <a:pt x="96" y="16"/>
                      <a:pt x="96" y="18"/>
                    </a:cubicBezTo>
                    <a:cubicBezTo>
                      <a:pt x="39" y="18"/>
                      <a:pt x="39" y="18"/>
                      <a:pt x="39" y="18"/>
                    </a:cubicBezTo>
                    <a:cubicBezTo>
                      <a:pt x="37" y="17"/>
                      <a:pt x="36" y="16"/>
                      <a:pt x="35" y="16"/>
                    </a:cubicBezTo>
                    <a:cubicBezTo>
                      <a:pt x="28" y="12"/>
                      <a:pt x="14" y="12"/>
                      <a:pt x="8" y="10"/>
                    </a:cubicBezTo>
                    <a:cubicBezTo>
                      <a:pt x="4" y="8"/>
                      <a:pt x="0" y="3"/>
                      <a:pt x="6" y="0"/>
                    </a:cubicBezTo>
                    <a:close/>
                  </a:path>
                </a:pathLst>
              </a:custGeom>
              <a:solidFill>
                <a:srgbClr val="C4C2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2" name="Freeform 9"/>
              <p:cNvSpPr>
                <a:spLocks/>
              </p:cNvSpPr>
              <p:nvPr/>
            </p:nvSpPr>
            <p:spPr bwMode="auto">
              <a:xfrm>
                <a:off x="3075" y="1607"/>
                <a:ext cx="182" cy="37"/>
              </a:xfrm>
              <a:custGeom>
                <a:avLst/>
                <a:gdLst>
                  <a:gd name="T0" fmla="*/ 3 w 95"/>
                  <a:gd name="T1" fmla="*/ 0 h 19"/>
                  <a:gd name="T2" fmla="*/ 50 w 95"/>
                  <a:gd name="T3" fmla="*/ 0 h 19"/>
                  <a:gd name="T4" fmla="*/ 53 w 95"/>
                  <a:gd name="T5" fmla="*/ 1 h 19"/>
                  <a:gd name="T6" fmla="*/ 68 w 95"/>
                  <a:gd name="T7" fmla="*/ 7 h 19"/>
                  <a:gd name="T8" fmla="*/ 74 w 95"/>
                  <a:gd name="T9" fmla="*/ 0 h 19"/>
                  <a:gd name="T10" fmla="*/ 87 w 95"/>
                  <a:gd name="T11" fmla="*/ 0 h 19"/>
                  <a:gd name="T12" fmla="*/ 95 w 95"/>
                  <a:gd name="T13" fmla="*/ 9 h 19"/>
                  <a:gd name="T14" fmla="*/ 95 w 95"/>
                  <a:gd name="T15" fmla="*/ 19 h 19"/>
                  <a:gd name="T16" fmla="*/ 39 w 95"/>
                  <a:gd name="T17" fmla="*/ 19 h 19"/>
                  <a:gd name="T18" fmla="*/ 34 w 95"/>
                  <a:gd name="T19" fmla="*/ 15 h 19"/>
                  <a:gd name="T20" fmla="*/ 7 w 95"/>
                  <a:gd name="T21" fmla="*/ 9 h 19"/>
                  <a:gd name="T22" fmla="*/ 3 w 95"/>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5" h="19">
                    <a:moveTo>
                      <a:pt x="3" y="0"/>
                    </a:moveTo>
                    <a:cubicBezTo>
                      <a:pt x="50" y="0"/>
                      <a:pt x="50" y="0"/>
                      <a:pt x="50" y="0"/>
                    </a:cubicBezTo>
                    <a:cubicBezTo>
                      <a:pt x="51" y="1"/>
                      <a:pt x="52" y="1"/>
                      <a:pt x="53" y="1"/>
                    </a:cubicBezTo>
                    <a:cubicBezTo>
                      <a:pt x="59" y="3"/>
                      <a:pt x="68" y="7"/>
                      <a:pt x="68" y="7"/>
                    </a:cubicBezTo>
                    <a:cubicBezTo>
                      <a:pt x="68" y="7"/>
                      <a:pt x="66" y="2"/>
                      <a:pt x="74" y="0"/>
                    </a:cubicBezTo>
                    <a:cubicBezTo>
                      <a:pt x="87" y="0"/>
                      <a:pt x="87" y="0"/>
                      <a:pt x="87" y="0"/>
                    </a:cubicBezTo>
                    <a:cubicBezTo>
                      <a:pt x="93" y="1"/>
                      <a:pt x="95" y="3"/>
                      <a:pt x="95" y="9"/>
                    </a:cubicBezTo>
                    <a:cubicBezTo>
                      <a:pt x="95" y="12"/>
                      <a:pt x="95" y="15"/>
                      <a:pt x="95" y="19"/>
                    </a:cubicBezTo>
                    <a:cubicBezTo>
                      <a:pt x="39" y="19"/>
                      <a:pt x="39" y="19"/>
                      <a:pt x="39" y="19"/>
                    </a:cubicBezTo>
                    <a:cubicBezTo>
                      <a:pt x="37" y="17"/>
                      <a:pt x="36" y="16"/>
                      <a:pt x="34" y="15"/>
                    </a:cubicBezTo>
                    <a:cubicBezTo>
                      <a:pt x="27" y="11"/>
                      <a:pt x="13" y="11"/>
                      <a:pt x="7" y="9"/>
                    </a:cubicBezTo>
                    <a:cubicBezTo>
                      <a:pt x="4" y="7"/>
                      <a:pt x="0" y="3"/>
                      <a:pt x="3" y="0"/>
                    </a:cubicBezTo>
                    <a:close/>
                  </a:path>
                </a:pathLst>
              </a:custGeom>
              <a:solidFill>
                <a:srgbClr val="C5C3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3" name="Freeform 10"/>
              <p:cNvSpPr>
                <a:spLocks/>
              </p:cNvSpPr>
              <p:nvPr/>
            </p:nvSpPr>
            <p:spPr bwMode="auto">
              <a:xfrm>
                <a:off x="3077" y="1611"/>
                <a:ext cx="180" cy="35"/>
              </a:xfrm>
              <a:custGeom>
                <a:avLst/>
                <a:gdLst>
                  <a:gd name="T0" fmla="*/ 1 w 94"/>
                  <a:gd name="T1" fmla="*/ 0 h 18"/>
                  <a:gd name="T2" fmla="*/ 53 w 94"/>
                  <a:gd name="T3" fmla="*/ 0 h 18"/>
                  <a:gd name="T4" fmla="*/ 67 w 94"/>
                  <a:gd name="T5" fmla="*/ 5 h 18"/>
                  <a:gd name="T6" fmla="*/ 69 w 94"/>
                  <a:gd name="T7" fmla="*/ 0 h 18"/>
                  <a:gd name="T8" fmla="*/ 91 w 94"/>
                  <a:gd name="T9" fmla="*/ 0 h 18"/>
                  <a:gd name="T10" fmla="*/ 94 w 94"/>
                  <a:gd name="T11" fmla="*/ 7 h 18"/>
                  <a:gd name="T12" fmla="*/ 94 w 94"/>
                  <a:gd name="T13" fmla="*/ 18 h 18"/>
                  <a:gd name="T14" fmla="*/ 39 w 94"/>
                  <a:gd name="T15" fmla="*/ 18 h 18"/>
                  <a:gd name="T16" fmla="*/ 33 w 94"/>
                  <a:gd name="T17" fmla="*/ 13 h 18"/>
                  <a:gd name="T18" fmla="*/ 6 w 94"/>
                  <a:gd name="T19" fmla="*/ 7 h 18"/>
                  <a:gd name="T20" fmla="*/ 1 w 94"/>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18">
                    <a:moveTo>
                      <a:pt x="1" y="0"/>
                    </a:moveTo>
                    <a:cubicBezTo>
                      <a:pt x="53" y="0"/>
                      <a:pt x="53" y="0"/>
                      <a:pt x="53" y="0"/>
                    </a:cubicBezTo>
                    <a:cubicBezTo>
                      <a:pt x="59" y="2"/>
                      <a:pt x="67" y="5"/>
                      <a:pt x="67" y="5"/>
                    </a:cubicBezTo>
                    <a:cubicBezTo>
                      <a:pt x="67" y="5"/>
                      <a:pt x="66" y="2"/>
                      <a:pt x="69" y="0"/>
                    </a:cubicBezTo>
                    <a:cubicBezTo>
                      <a:pt x="91" y="0"/>
                      <a:pt x="91" y="0"/>
                      <a:pt x="91" y="0"/>
                    </a:cubicBezTo>
                    <a:cubicBezTo>
                      <a:pt x="93" y="1"/>
                      <a:pt x="94" y="3"/>
                      <a:pt x="94" y="7"/>
                    </a:cubicBezTo>
                    <a:cubicBezTo>
                      <a:pt x="94" y="11"/>
                      <a:pt x="94" y="14"/>
                      <a:pt x="94" y="18"/>
                    </a:cubicBezTo>
                    <a:cubicBezTo>
                      <a:pt x="39" y="18"/>
                      <a:pt x="39" y="18"/>
                      <a:pt x="39" y="18"/>
                    </a:cubicBezTo>
                    <a:cubicBezTo>
                      <a:pt x="37" y="16"/>
                      <a:pt x="35" y="14"/>
                      <a:pt x="33" y="13"/>
                    </a:cubicBezTo>
                    <a:cubicBezTo>
                      <a:pt x="26" y="9"/>
                      <a:pt x="12" y="9"/>
                      <a:pt x="6" y="7"/>
                    </a:cubicBezTo>
                    <a:cubicBezTo>
                      <a:pt x="3" y="5"/>
                      <a:pt x="0" y="2"/>
                      <a:pt x="1" y="0"/>
                    </a:cubicBezTo>
                    <a:close/>
                  </a:path>
                </a:pathLst>
              </a:custGeom>
              <a:solidFill>
                <a:srgbClr val="C6C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4" name="Freeform 11"/>
              <p:cNvSpPr>
                <a:spLocks/>
              </p:cNvSpPr>
              <p:nvPr/>
            </p:nvSpPr>
            <p:spPr bwMode="auto">
              <a:xfrm>
                <a:off x="3079" y="1613"/>
                <a:ext cx="180" cy="35"/>
              </a:xfrm>
              <a:custGeom>
                <a:avLst/>
                <a:gdLst>
                  <a:gd name="T0" fmla="*/ 0 w 94"/>
                  <a:gd name="T1" fmla="*/ 0 h 18"/>
                  <a:gd name="T2" fmla="*/ 56 w 94"/>
                  <a:gd name="T3" fmla="*/ 0 h 18"/>
                  <a:gd name="T4" fmla="*/ 66 w 94"/>
                  <a:gd name="T5" fmla="*/ 4 h 18"/>
                  <a:gd name="T6" fmla="*/ 67 w 94"/>
                  <a:gd name="T7" fmla="*/ 0 h 18"/>
                  <a:gd name="T8" fmla="*/ 91 w 94"/>
                  <a:gd name="T9" fmla="*/ 0 h 18"/>
                  <a:gd name="T10" fmla="*/ 93 w 94"/>
                  <a:gd name="T11" fmla="*/ 6 h 18"/>
                  <a:gd name="T12" fmla="*/ 94 w 94"/>
                  <a:gd name="T13" fmla="*/ 18 h 18"/>
                  <a:gd name="T14" fmla="*/ 39 w 94"/>
                  <a:gd name="T15" fmla="*/ 18 h 18"/>
                  <a:gd name="T16" fmla="*/ 32 w 94"/>
                  <a:gd name="T17" fmla="*/ 12 h 18"/>
                  <a:gd name="T18" fmla="*/ 5 w 94"/>
                  <a:gd name="T19" fmla="*/ 6 h 18"/>
                  <a:gd name="T20" fmla="*/ 0 w 94"/>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18">
                    <a:moveTo>
                      <a:pt x="0" y="0"/>
                    </a:moveTo>
                    <a:cubicBezTo>
                      <a:pt x="56" y="0"/>
                      <a:pt x="56" y="0"/>
                      <a:pt x="56" y="0"/>
                    </a:cubicBezTo>
                    <a:cubicBezTo>
                      <a:pt x="61" y="2"/>
                      <a:pt x="66" y="4"/>
                      <a:pt x="66" y="4"/>
                    </a:cubicBezTo>
                    <a:cubicBezTo>
                      <a:pt x="66" y="4"/>
                      <a:pt x="65" y="2"/>
                      <a:pt x="67" y="0"/>
                    </a:cubicBezTo>
                    <a:cubicBezTo>
                      <a:pt x="91" y="0"/>
                      <a:pt x="91" y="0"/>
                      <a:pt x="91" y="0"/>
                    </a:cubicBezTo>
                    <a:cubicBezTo>
                      <a:pt x="93" y="1"/>
                      <a:pt x="93" y="3"/>
                      <a:pt x="93" y="6"/>
                    </a:cubicBezTo>
                    <a:cubicBezTo>
                      <a:pt x="93" y="10"/>
                      <a:pt x="93" y="14"/>
                      <a:pt x="94" y="18"/>
                    </a:cubicBezTo>
                    <a:cubicBezTo>
                      <a:pt x="39" y="18"/>
                      <a:pt x="39" y="18"/>
                      <a:pt x="39" y="18"/>
                    </a:cubicBezTo>
                    <a:cubicBezTo>
                      <a:pt x="37" y="15"/>
                      <a:pt x="34" y="13"/>
                      <a:pt x="32" y="12"/>
                    </a:cubicBezTo>
                    <a:cubicBezTo>
                      <a:pt x="25" y="8"/>
                      <a:pt x="11" y="8"/>
                      <a:pt x="5" y="6"/>
                    </a:cubicBezTo>
                    <a:cubicBezTo>
                      <a:pt x="3" y="5"/>
                      <a:pt x="0" y="2"/>
                      <a:pt x="0" y="0"/>
                    </a:cubicBezTo>
                    <a:close/>
                  </a:path>
                </a:pathLst>
              </a:custGeom>
              <a:solidFill>
                <a:srgbClr val="C7C6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5" name="Freeform 12"/>
              <p:cNvSpPr>
                <a:spLocks/>
              </p:cNvSpPr>
              <p:nvPr/>
            </p:nvSpPr>
            <p:spPr bwMode="auto">
              <a:xfrm>
                <a:off x="3079" y="1615"/>
                <a:ext cx="180" cy="35"/>
              </a:xfrm>
              <a:custGeom>
                <a:avLst/>
                <a:gdLst>
                  <a:gd name="T0" fmla="*/ 0 w 94"/>
                  <a:gd name="T1" fmla="*/ 0 h 18"/>
                  <a:gd name="T2" fmla="*/ 59 w 94"/>
                  <a:gd name="T3" fmla="*/ 0 h 18"/>
                  <a:gd name="T4" fmla="*/ 66 w 94"/>
                  <a:gd name="T5" fmla="*/ 3 h 18"/>
                  <a:gd name="T6" fmla="*/ 66 w 94"/>
                  <a:gd name="T7" fmla="*/ 0 h 18"/>
                  <a:gd name="T8" fmla="*/ 92 w 94"/>
                  <a:gd name="T9" fmla="*/ 0 h 18"/>
                  <a:gd name="T10" fmla="*/ 93 w 94"/>
                  <a:gd name="T11" fmla="*/ 5 h 18"/>
                  <a:gd name="T12" fmla="*/ 94 w 94"/>
                  <a:gd name="T13" fmla="*/ 18 h 18"/>
                  <a:gd name="T14" fmla="*/ 41 w 94"/>
                  <a:gd name="T15" fmla="*/ 18 h 18"/>
                  <a:gd name="T16" fmla="*/ 32 w 94"/>
                  <a:gd name="T17" fmla="*/ 11 h 18"/>
                  <a:gd name="T18" fmla="*/ 5 w 94"/>
                  <a:gd name="T19" fmla="*/ 5 h 18"/>
                  <a:gd name="T20" fmla="*/ 0 w 94"/>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18">
                    <a:moveTo>
                      <a:pt x="0" y="0"/>
                    </a:moveTo>
                    <a:cubicBezTo>
                      <a:pt x="59" y="0"/>
                      <a:pt x="59" y="0"/>
                      <a:pt x="59" y="0"/>
                    </a:cubicBezTo>
                    <a:cubicBezTo>
                      <a:pt x="63" y="2"/>
                      <a:pt x="66" y="3"/>
                      <a:pt x="66" y="3"/>
                    </a:cubicBezTo>
                    <a:cubicBezTo>
                      <a:pt x="66" y="3"/>
                      <a:pt x="65" y="2"/>
                      <a:pt x="66" y="0"/>
                    </a:cubicBezTo>
                    <a:cubicBezTo>
                      <a:pt x="92" y="0"/>
                      <a:pt x="92" y="0"/>
                      <a:pt x="92" y="0"/>
                    </a:cubicBezTo>
                    <a:cubicBezTo>
                      <a:pt x="93" y="1"/>
                      <a:pt x="93" y="3"/>
                      <a:pt x="93" y="5"/>
                    </a:cubicBezTo>
                    <a:cubicBezTo>
                      <a:pt x="93" y="9"/>
                      <a:pt x="93" y="14"/>
                      <a:pt x="94" y="18"/>
                    </a:cubicBezTo>
                    <a:cubicBezTo>
                      <a:pt x="41" y="18"/>
                      <a:pt x="41" y="18"/>
                      <a:pt x="41" y="18"/>
                    </a:cubicBezTo>
                    <a:cubicBezTo>
                      <a:pt x="38" y="15"/>
                      <a:pt x="34" y="12"/>
                      <a:pt x="32" y="11"/>
                    </a:cubicBezTo>
                    <a:cubicBezTo>
                      <a:pt x="25" y="7"/>
                      <a:pt x="11" y="7"/>
                      <a:pt x="5" y="5"/>
                    </a:cubicBezTo>
                    <a:cubicBezTo>
                      <a:pt x="3" y="4"/>
                      <a:pt x="1" y="2"/>
                      <a:pt x="0" y="0"/>
                    </a:cubicBezTo>
                    <a:close/>
                  </a:path>
                </a:pathLst>
              </a:custGeom>
              <a:solidFill>
                <a:srgbClr val="C9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6" name="Freeform 13"/>
              <p:cNvSpPr>
                <a:spLocks/>
              </p:cNvSpPr>
              <p:nvPr/>
            </p:nvSpPr>
            <p:spPr bwMode="auto">
              <a:xfrm>
                <a:off x="3081" y="1617"/>
                <a:ext cx="178" cy="36"/>
              </a:xfrm>
              <a:custGeom>
                <a:avLst/>
                <a:gdLst>
                  <a:gd name="T0" fmla="*/ 0 w 93"/>
                  <a:gd name="T1" fmla="*/ 0 h 19"/>
                  <a:gd name="T2" fmla="*/ 61 w 93"/>
                  <a:gd name="T3" fmla="*/ 0 h 19"/>
                  <a:gd name="T4" fmla="*/ 65 w 93"/>
                  <a:gd name="T5" fmla="*/ 2 h 19"/>
                  <a:gd name="T6" fmla="*/ 65 w 93"/>
                  <a:gd name="T7" fmla="*/ 0 h 19"/>
                  <a:gd name="T8" fmla="*/ 92 w 93"/>
                  <a:gd name="T9" fmla="*/ 0 h 19"/>
                  <a:gd name="T10" fmla="*/ 92 w 93"/>
                  <a:gd name="T11" fmla="*/ 4 h 19"/>
                  <a:gd name="T12" fmla="*/ 93 w 93"/>
                  <a:gd name="T13" fmla="*/ 19 h 19"/>
                  <a:gd name="T14" fmla="*/ 41 w 93"/>
                  <a:gd name="T15" fmla="*/ 19 h 19"/>
                  <a:gd name="T16" fmla="*/ 31 w 93"/>
                  <a:gd name="T17" fmla="*/ 10 h 19"/>
                  <a:gd name="T18" fmla="*/ 4 w 93"/>
                  <a:gd name="T19" fmla="*/ 4 h 19"/>
                  <a:gd name="T20" fmla="*/ 0 w 93"/>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19">
                    <a:moveTo>
                      <a:pt x="0" y="0"/>
                    </a:moveTo>
                    <a:cubicBezTo>
                      <a:pt x="61" y="0"/>
                      <a:pt x="61" y="0"/>
                      <a:pt x="61" y="0"/>
                    </a:cubicBezTo>
                    <a:cubicBezTo>
                      <a:pt x="63" y="2"/>
                      <a:pt x="65" y="2"/>
                      <a:pt x="65" y="2"/>
                    </a:cubicBezTo>
                    <a:cubicBezTo>
                      <a:pt x="65" y="2"/>
                      <a:pt x="65" y="2"/>
                      <a:pt x="65" y="0"/>
                    </a:cubicBezTo>
                    <a:cubicBezTo>
                      <a:pt x="92" y="0"/>
                      <a:pt x="92" y="0"/>
                      <a:pt x="92" y="0"/>
                    </a:cubicBezTo>
                    <a:cubicBezTo>
                      <a:pt x="92" y="2"/>
                      <a:pt x="92" y="3"/>
                      <a:pt x="92" y="4"/>
                    </a:cubicBezTo>
                    <a:cubicBezTo>
                      <a:pt x="92" y="9"/>
                      <a:pt x="92" y="14"/>
                      <a:pt x="93" y="19"/>
                    </a:cubicBezTo>
                    <a:cubicBezTo>
                      <a:pt x="41" y="19"/>
                      <a:pt x="41" y="19"/>
                      <a:pt x="41" y="19"/>
                    </a:cubicBezTo>
                    <a:cubicBezTo>
                      <a:pt x="37" y="15"/>
                      <a:pt x="34" y="11"/>
                      <a:pt x="31" y="10"/>
                    </a:cubicBezTo>
                    <a:cubicBezTo>
                      <a:pt x="24" y="6"/>
                      <a:pt x="10" y="6"/>
                      <a:pt x="4" y="4"/>
                    </a:cubicBezTo>
                    <a:cubicBezTo>
                      <a:pt x="3" y="3"/>
                      <a:pt x="1" y="2"/>
                      <a:pt x="0" y="0"/>
                    </a:cubicBezTo>
                    <a:close/>
                  </a:path>
                </a:pathLst>
              </a:custGeom>
              <a:solidFill>
                <a:srgbClr val="CAC8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7" name="Freeform 14"/>
              <p:cNvSpPr>
                <a:spLocks/>
              </p:cNvSpPr>
              <p:nvPr/>
            </p:nvSpPr>
            <p:spPr bwMode="auto">
              <a:xfrm>
                <a:off x="3083" y="1621"/>
                <a:ext cx="176" cy="34"/>
              </a:xfrm>
              <a:custGeom>
                <a:avLst/>
                <a:gdLst>
                  <a:gd name="T0" fmla="*/ 0 w 92"/>
                  <a:gd name="T1" fmla="*/ 0 h 18"/>
                  <a:gd name="T2" fmla="*/ 62 w 92"/>
                  <a:gd name="T3" fmla="*/ 0 h 18"/>
                  <a:gd name="T4" fmla="*/ 64 w 92"/>
                  <a:gd name="T5" fmla="*/ 0 h 18"/>
                  <a:gd name="T6" fmla="*/ 64 w 92"/>
                  <a:gd name="T7" fmla="*/ 0 h 18"/>
                  <a:gd name="T8" fmla="*/ 91 w 92"/>
                  <a:gd name="T9" fmla="*/ 0 h 18"/>
                  <a:gd name="T10" fmla="*/ 91 w 92"/>
                  <a:gd name="T11" fmla="*/ 2 h 18"/>
                  <a:gd name="T12" fmla="*/ 92 w 92"/>
                  <a:gd name="T13" fmla="*/ 18 h 18"/>
                  <a:gd name="T14" fmla="*/ 41 w 92"/>
                  <a:gd name="T15" fmla="*/ 18 h 18"/>
                  <a:gd name="T16" fmla="*/ 30 w 92"/>
                  <a:gd name="T17" fmla="*/ 8 h 18"/>
                  <a:gd name="T18" fmla="*/ 3 w 92"/>
                  <a:gd name="T19" fmla="*/ 2 h 18"/>
                  <a:gd name="T20" fmla="*/ 0 w 9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18">
                    <a:moveTo>
                      <a:pt x="0" y="0"/>
                    </a:moveTo>
                    <a:cubicBezTo>
                      <a:pt x="62" y="0"/>
                      <a:pt x="62" y="0"/>
                      <a:pt x="62" y="0"/>
                    </a:cubicBezTo>
                    <a:cubicBezTo>
                      <a:pt x="63" y="0"/>
                      <a:pt x="64" y="0"/>
                      <a:pt x="64" y="0"/>
                    </a:cubicBezTo>
                    <a:cubicBezTo>
                      <a:pt x="64" y="0"/>
                      <a:pt x="64" y="0"/>
                      <a:pt x="64" y="0"/>
                    </a:cubicBezTo>
                    <a:cubicBezTo>
                      <a:pt x="91" y="0"/>
                      <a:pt x="91" y="0"/>
                      <a:pt x="91" y="0"/>
                    </a:cubicBezTo>
                    <a:cubicBezTo>
                      <a:pt x="91" y="1"/>
                      <a:pt x="91" y="1"/>
                      <a:pt x="91" y="2"/>
                    </a:cubicBezTo>
                    <a:cubicBezTo>
                      <a:pt x="91" y="7"/>
                      <a:pt x="91" y="13"/>
                      <a:pt x="92" y="18"/>
                    </a:cubicBezTo>
                    <a:cubicBezTo>
                      <a:pt x="41" y="18"/>
                      <a:pt x="41" y="18"/>
                      <a:pt x="41" y="18"/>
                    </a:cubicBezTo>
                    <a:cubicBezTo>
                      <a:pt x="37" y="13"/>
                      <a:pt x="33" y="9"/>
                      <a:pt x="30" y="8"/>
                    </a:cubicBezTo>
                    <a:cubicBezTo>
                      <a:pt x="23" y="4"/>
                      <a:pt x="9" y="4"/>
                      <a:pt x="3" y="2"/>
                    </a:cubicBezTo>
                    <a:cubicBezTo>
                      <a:pt x="2" y="1"/>
                      <a:pt x="1" y="1"/>
                      <a:pt x="0" y="0"/>
                    </a:cubicBezTo>
                    <a:close/>
                  </a:path>
                </a:pathLst>
              </a:custGeom>
              <a:solidFill>
                <a:srgbClr val="CBC9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8" name="Freeform 15"/>
              <p:cNvSpPr>
                <a:spLocks/>
              </p:cNvSpPr>
              <p:nvPr/>
            </p:nvSpPr>
            <p:spPr bwMode="auto">
              <a:xfrm>
                <a:off x="3087" y="1623"/>
                <a:ext cx="172" cy="34"/>
              </a:xfrm>
              <a:custGeom>
                <a:avLst/>
                <a:gdLst>
                  <a:gd name="T0" fmla="*/ 0 w 90"/>
                  <a:gd name="T1" fmla="*/ 0 h 18"/>
                  <a:gd name="T2" fmla="*/ 89 w 90"/>
                  <a:gd name="T3" fmla="*/ 0 h 18"/>
                  <a:gd name="T4" fmla="*/ 89 w 90"/>
                  <a:gd name="T5" fmla="*/ 1 h 18"/>
                  <a:gd name="T6" fmla="*/ 90 w 90"/>
                  <a:gd name="T7" fmla="*/ 18 h 18"/>
                  <a:gd name="T8" fmla="*/ 40 w 90"/>
                  <a:gd name="T9" fmla="*/ 18 h 18"/>
                  <a:gd name="T10" fmla="*/ 28 w 90"/>
                  <a:gd name="T11" fmla="*/ 7 h 18"/>
                  <a:gd name="T12" fmla="*/ 1 w 90"/>
                  <a:gd name="T13" fmla="*/ 1 h 18"/>
                  <a:gd name="T14" fmla="*/ 0 w 90"/>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18">
                    <a:moveTo>
                      <a:pt x="0" y="0"/>
                    </a:moveTo>
                    <a:cubicBezTo>
                      <a:pt x="89" y="0"/>
                      <a:pt x="89" y="0"/>
                      <a:pt x="89" y="0"/>
                    </a:cubicBezTo>
                    <a:cubicBezTo>
                      <a:pt x="89" y="0"/>
                      <a:pt x="89" y="1"/>
                      <a:pt x="89" y="1"/>
                    </a:cubicBezTo>
                    <a:cubicBezTo>
                      <a:pt x="89" y="7"/>
                      <a:pt x="89" y="13"/>
                      <a:pt x="90" y="18"/>
                    </a:cubicBezTo>
                    <a:cubicBezTo>
                      <a:pt x="40" y="18"/>
                      <a:pt x="40" y="18"/>
                      <a:pt x="40" y="18"/>
                    </a:cubicBezTo>
                    <a:cubicBezTo>
                      <a:pt x="36" y="13"/>
                      <a:pt x="31" y="9"/>
                      <a:pt x="28" y="7"/>
                    </a:cubicBezTo>
                    <a:cubicBezTo>
                      <a:pt x="21" y="3"/>
                      <a:pt x="7" y="3"/>
                      <a:pt x="1" y="1"/>
                    </a:cubicBezTo>
                    <a:cubicBezTo>
                      <a:pt x="1" y="1"/>
                      <a:pt x="0" y="0"/>
                      <a:pt x="0" y="0"/>
                    </a:cubicBezTo>
                    <a:close/>
                  </a:path>
                </a:pathLst>
              </a:custGeom>
              <a:solidFill>
                <a:srgbClr val="CC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89" name="Freeform 16"/>
              <p:cNvSpPr>
                <a:spLocks/>
              </p:cNvSpPr>
              <p:nvPr/>
            </p:nvSpPr>
            <p:spPr bwMode="auto">
              <a:xfrm>
                <a:off x="3090" y="1625"/>
                <a:ext cx="169" cy="36"/>
              </a:xfrm>
              <a:custGeom>
                <a:avLst/>
                <a:gdLst>
                  <a:gd name="T0" fmla="*/ 0 w 88"/>
                  <a:gd name="T1" fmla="*/ 0 h 19"/>
                  <a:gd name="T2" fmla="*/ 87 w 88"/>
                  <a:gd name="T3" fmla="*/ 0 h 19"/>
                  <a:gd name="T4" fmla="*/ 87 w 88"/>
                  <a:gd name="T5" fmla="*/ 0 h 19"/>
                  <a:gd name="T6" fmla="*/ 88 w 88"/>
                  <a:gd name="T7" fmla="*/ 19 h 19"/>
                  <a:gd name="T8" fmla="*/ 39 w 88"/>
                  <a:gd name="T9" fmla="*/ 19 h 19"/>
                  <a:gd name="T10" fmla="*/ 26 w 88"/>
                  <a:gd name="T11" fmla="*/ 6 h 19"/>
                  <a:gd name="T12" fmla="*/ 0 w 8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88" h="19">
                    <a:moveTo>
                      <a:pt x="0" y="0"/>
                    </a:moveTo>
                    <a:cubicBezTo>
                      <a:pt x="87" y="0"/>
                      <a:pt x="87" y="0"/>
                      <a:pt x="87" y="0"/>
                    </a:cubicBezTo>
                    <a:cubicBezTo>
                      <a:pt x="87" y="0"/>
                      <a:pt x="87" y="0"/>
                      <a:pt x="87" y="0"/>
                    </a:cubicBezTo>
                    <a:cubicBezTo>
                      <a:pt x="87" y="6"/>
                      <a:pt x="87" y="13"/>
                      <a:pt x="88" y="19"/>
                    </a:cubicBezTo>
                    <a:cubicBezTo>
                      <a:pt x="39" y="19"/>
                      <a:pt x="39" y="19"/>
                      <a:pt x="39" y="19"/>
                    </a:cubicBezTo>
                    <a:cubicBezTo>
                      <a:pt x="34" y="13"/>
                      <a:pt x="30" y="8"/>
                      <a:pt x="26" y="6"/>
                    </a:cubicBezTo>
                    <a:cubicBezTo>
                      <a:pt x="19" y="3"/>
                      <a:pt x="6" y="2"/>
                      <a:pt x="0" y="0"/>
                    </a:cubicBezTo>
                    <a:close/>
                  </a:path>
                </a:pathLst>
              </a:custGeom>
              <a:solidFill>
                <a:srgbClr val="CD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0" name="Freeform 17"/>
              <p:cNvSpPr>
                <a:spLocks/>
              </p:cNvSpPr>
              <p:nvPr/>
            </p:nvSpPr>
            <p:spPr bwMode="auto">
              <a:xfrm>
                <a:off x="3100" y="1629"/>
                <a:ext cx="159" cy="34"/>
              </a:xfrm>
              <a:custGeom>
                <a:avLst/>
                <a:gdLst>
                  <a:gd name="T0" fmla="*/ 0 w 83"/>
                  <a:gd name="T1" fmla="*/ 0 h 18"/>
                  <a:gd name="T2" fmla="*/ 82 w 83"/>
                  <a:gd name="T3" fmla="*/ 0 h 18"/>
                  <a:gd name="T4" fmla="*/ 83 w 83"/>
                  <a:gd name="T5" fmla="*/ 18 h 18"/>
                  <a:gd name="T6" fmla="*/ 35 w 83"/>
                  <a:gd name="T7" fmla="*/ 18 h 18"/>
                  <a:gd name="T8" fmla="*/ 21 w 83"/>
                  <a:gd name="T9" fmla="*/ 4 h 18"/>
                  <a:gd name="T10" fmla="*/ 0 w 83"/>
                  <a:gd name="T11" fmla="*/ 0 h 18"/>
                </a:gdLst>
                <a:ahLst/>
                <a:cxnLst>
                  <a:cxn ang="0">
                    <a:pos x="T0" y="T1"/>
                  </a:cxn>
                  <a:cxn ang="0">
                    <a:pos x="T2" y="T3"/>
                  </a:cxn>
                  <a:cxn ang="0">
                    <a:pos x="T4" y="T5"/>
                  </a:cxn>
                  <a:cxn ang="0">
                    <a:pos x="T6" y="T7"/>
                  </a:cxn>
                  <a:cxn ang="0">
                    <a:pos x="T8" y="T9"/>
                  </a:cxn>
                  <a:cxn ang="0">
                    <a:pos x="T10" y="T11"/>
                  </a:cxn>
                </a:cxnLst>
                <a:rect l="0" t="0" r="r" b="b"/>
                <a:pathLst>
                  <a:path w="83" h="18">
                    <a:moveTo>
                      <a:pt x="0" y="0"/>
                    </a:moveTo>
                    <a:cubicBezTo>
                      <a:pt x="82" y="0"/>
                      <a:pt x="82" y="0"/>
                      <a:pt x="82" y="0"/>
                    </a:cubicBezTo>
                    <a:cubicBezTo>
                      <a:pt x="83" y="5"/>
                      <a:pt x="82" y="12"/>
                      <a:pt x="83" y="18"/>
                    </a:cubicBezTo>
                    <a:cubicBezTo>
                      <a:pt x="35" y="18"/>
                      <a:pt x="35" y="18"/>
                      <a:pt x="35" y="18"/>
                    </a:cubicBezTo>
                    <a:cubicBezTo>
                      <a:pt x="30" y="11"/>
                      <a:pt x="25" y="6"/>
                      <a:pt x="21" y="4"/>
                    </a:cubicBezTo>
                    <a:cubicBezTo>
                      <a:pt x="15" y="1"/>
                      <a:pt x="7" y="1"/>
                      <a:pt x="0" y="0"/>
                    </a:cubicBezTo>
                    <a:close/>
                  </a:path>
                </a:pathLst>
              </a:custGeom>
              <a:solidFill>
                <a:srgbClr val="CFCD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1" name="Freeform 18"/>
              <p:cNvSpPr>
                <a:spLocks/>
              </p:cNvSpPr>
              <p:nvPr/>
            </p:nvSpPr>
            <p:spPr bwMode="auto">
              <a:xfrm>
                <a:off x="3115" y="1630"/>
                <a:ext cx="144" cy="35"/>
              </a:xfrm>
              <a:custGeom>
                <a:avLst/>
                <a:gdLst>
                  <a:gd name="T0" fmla="*/ 0 w 75"/>
                  <a:gd name="T1" fmla="*/ 0 h 18"/>
                  <a:gd name="T2" fmla="*/ 74 w 75"/>
                  <a:gd name="T3" fmla="*/ 0 h 18"/>
                  <a:gd name="T4" fmla="*/ 75 w 75"/>
                  <a:gd name="T5" fmla="*/ 18 h 18"/>
                  <a:gd name="T6" fmla="*/ 27 w 75"/>
                  <a:gd name="T7" fmla="*/ 18 h 18"/>
                  <a:gd name="T8" fmla="*/ 13 w 75"/>
                  <a:gd name="T9" fmla="*/ 3 h 18"/>
                  <a:gd name="T10" fmla="*/ 0 w 75"/>
                  <a:gd name="T11" fmla="*/ 0 h 18"/>
                </a:gdLst>
                <a:ahLst/>
                <a:cxnLst>
                  <a:cxn ang="0">
                    <a:pos x="T0" y="T1"/>
                  </a:cxn>
                  <a:cxn ang="0">
                    <a:pos x="T2" y="T3"/>
                  </a:cxn>
                  <a:cxn ang="0">
                    <a:pos x="T4" y="T5"/>
                  </a:cxn>
                  <a:cxn ang="0">
                    <a:pos x="T6" y="T7"/>
                  </a:cxn>
                  <a:cxn ang="0">
                    <a:pos x="T8" y="T9"/>
                  </a:cxn>
                  <a:cxn ang="0">
                    <a:pos x="T10" y="T11"/>
                  </a:cxn>
                </a:cxnLst>
                <a:rect l="0" t="0" r="r" b="b"/>
                <a:pathLst>
                  <a:path w="75" h="18">
                    <a:moveTo>
                      <a:pt x="0" y="0"/>
                    </a:moveTo>
                    <a:cubicBezTo>
                      <a:pt x="74" y="0"/>
                      <a:pt x="74" y="0"/>
                      <a:pt x="74" y="0"/>
                    </a:cubicBezTo>
                    <a:cubicBezTo>
                      <a:pt x="75" y="6"/>
                      <a:pt x="74" y="13"/>
                      <a:pt x="75" y="18"/>
                    </a:cubicBezTo>
                    <a:cubicBezTo>
                      <a:pt x="27" y="18"/>
                      <a:pt x="27" y="18"/>
                      <a:pt x="27" y="18"/>
                    </a:cubicBezTo>
                    <a:cubicBezTo>
                      <a:pt x="23" y="11"/>
                      <a:pt x="17" y="5"/>
                      <a:pt x="13" y="3"/>
                    </a:cubicBezTo>
                    <a:cubicBezTo>
                      <a:pt x="10" y="1"/>
                      <a:pt x="5" y="1"/>
                      <a:pt x="0" y="0"/>
                    </a:cubicBezTo>
                    <a:close/>
                  </a:path>
                </a:pathLst>
              </a:custGeom>
              <a:solidFill>
                <a:srgbClr val="D0CE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2" name="Freeform 19"/>
              <p:cNvSpPr>
                <a:spLocks/>
              </p:cNvSpPr>
              <p:nvPr/>
            </p:nvSpPr>
            <p:spPr bwMode="auto">
              <a:xfrm>
                <a:off x="3129" y="1632"/>
                <a:ext cx="130" cy="35"/>
              </a:xfrm>
              <a:custGeom>
                <a:avLst/>
                <a:gdLst>
                  <a:gd name="T0" fmla="*/ 0 w 68"/>
                  <a:gd name="T1" fmla="*/ 0 h 18"/>
                  <a:gd name="T2" fmla="*/ 67 w 68"/>
                  <a:gd name="T3" fmla="*/ 0 h 18"/>
                  <a:gd name="T4" fmla="*/ 68 w 68"/>
                  <a:gd name="T5" fmla="*/ 18 h 18"/>
                  <a:gd name="T6" fmla="*/ 21 w 68"/>
                  <a:gd name="T7" fmla="*/ 18 h 18"/>
                  <a:gd name="T8" fmla="*/ 6 w 68"/>
                  <a:gd name="T9" fmla="*/ 2 h 18"/>
                  <a:gd name="T10" fmla="*/ 0 w 68"/>
                  <a:gd name="T11" fmla="*/ 0 h 18"/>
                </a:gdLst>
                <a:ahLst/>
                <a:cxnLst>
                  <a:cxn ang="0">
                    <a:pos x="T0" y="T1"/>
                  </a:cxn>
                  <a:cxn ang="0">
                    <a:pos x="T2" y="T3"/>
                  </a:cxn>
                  <a:cxn ang="0">
                    <a:pos x="T4" y="T5"/>
                  </a:cxn>
                  <a:cxn ang="0">
                    <a:pos x="T6" y="T7"/>
                  </a:cxn>
                  <a:cxn ang="0">
                    <a:pos x="T8" y="T9"/>
                  </a:cxn>
                  <a:cxn ang="0">
                    <a:pos x="T10" y="T11"/>
                  </a:cxn>
                </a:cxnLst>
                <a:rect l="0" t="0" r="r" b="b"/>
                <a:pathLst>
                  <a:path w="68" h="18">
                    <a:moveTo>
                      <a:pt x="0" y="0"/>
                    </a:moveTo>
                    <a:cubicBezTo>
                      <a:pt x="67" y="0"/>
                      <a:pt x="67" y="0"/>
                      <a:pt x="67" y="0"/>
                    </a:cubicBezTo>
                    <a:cubicBezTo>
                      <a:pt x="68" y="6"/>
                      <a:pt x="67" y="13"/>
                      <a:pt x="68" y="18"/>
                    </a:cubicBezTo>
                    <a:cubicBezTo>
                      <a:pt x="21" y="18"/>
                      <a:pt x="21" y="18"/>
                      <a:pt x="21" y="18"/>
                    </a:cubicBezTo>
                    <a:cubicBezTo>
                      <a:pt x="16" y="11"/>
                      <a:pt x="10" y="4"/>
                      <a:pt x="6" y="2"/>
                    </a:cubicBezTo>
                    <a:cubicBezTo>
                      <a:pt x="4" y="1"/>
                      <a:pt x="2" y="1"/>
                      <a:pt x="0" y="0"/>
                    </a:cubicBezTo>
                    <a:close/>
                  </a:path>
                </a:pathLst>
              </a:custGeom>
              <a:solidFill>
                <a:srgbClr val="D2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3" name="Freeform 20"/>
              <p:cNvSpPr>
                <a:spLocks/>
              </p:cNvSpPr>
              <p:nvPr/>
            </p:nvSpPr>
            <p:spPr bwMode="auto">
              <a:xfrm>
                <a:off x="3136" y="1634"/>
                <a:ext cx="123" cy="37"/>
              </a:xfrm>
              <a:custGeom>
                <a:avLst/>
                <a:gdLst>
                  <a:gd name="T0" fmla="*/ 0 w 64"/>
                  <a:gd name="T1" fmla="*/ 0 h 19"/>
                  <a:gd name="T2" fmla="*/ 63 w 64"/>
                  <a:gd name="T3" fmla="*/ 0 h 19"/>
                  <a:gd name="T4" fmla="*/ 64 w 64"/>
                  <a:gd name="T5" fmla="*/ 19 h 19"/>
                  <a:gd name="T6" fmla="*/ 18 w 64"/>
                  <a:gd name="T7" fmla="*/ 19 h 19"/>
                  <a:gd name="T8" fmla="*/ 2 w 64"/>
                  <a:gd name="T9" fmla="*/ 1 h 19"/>
                  <a:gd name="T10" fmla="*/ 0 w 64"/>
                  <a:gd name="T11" fmla="*/ 0 h 19"/>
                </a:gdLst>
                <a:ahLst/>
                <a:cxnLst>
                  <a:cxn ang="0">
                    <a:pos x="T0" y="T1"/>
                  </a:cxn>
                  <a:cxn ang="0">
                    <a:pos x="T2" y="T3"/>
                  </a:cxn>
                  <a:cxn ang="0">
                    <a:pos x="T4" y="T5"/>
                  </a:cxn>
                  <a:cxn ang="0">
                    <a:pos x="T6" y="T7"/>
                  </a:cxn>
                  <a:cxn ang="0">
                    <a:pos x="T8" y="T9"/>
                  </a:cxn>
                  <a:cxn ang="0">
                    <a:pos x="T10" y="T11"/>
                  </a:cxn>
                </a:cxnLst>
                <a:rect l="0" t="0" r="r" b="b"/>
                <a:pathLst>
                  <a:path w="64" h="19">
                    <a:moveTo>
                      <a:pt x="0" y="0"/>
                    </a:moveTo>
                    <a:cubicBezTo>
                      <a:pt x="63" y="0"/>
                      <a:pt x="63" y="0"/>
                      <a:pt x="63" y="0"/>
                    </a:cubicBezTo>
                    <a:cubicBezTo>
                      <a:pt x="64" y="7"/>
                      <a:pt x="64" y="14"/>
                      <a:pt x="64" y="19"/>
                    </a:cubicBezTo>
                    <a:cubicBezTo>
                      <a:pt x="18" y="19"/>
                      <a:pt x="18" y="19"/>
                      <a:pt x="18" y="19"/>
                    </a:cubicBezTo>
                    <a:cubicBezTo>
                      <a:pt x="13" y="11"/>
                      <a:pt x="7" y="3"/>
                      <a:pt x="2" y="1"/>
                    </a:cubicBezTo>
                    <a:cubicBezTo>
                      <a:pt x="2" y="1"/>
                      <a:pt x="1" y="1"/>
                      <a:pt x="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4" name="Freeform 21"/>
              <p:cNvSpPr>
                <a:spLocks/>
              </p:cNvSpPr>
              <p:nvPr/>
            </p:nvSpPr>
            <p:spPr bwMode="auto">
              <a:xfrm>
                <a:off x="3142" y="1638"/>
                <a:ext cx="119" cy="35"/>
              </a:xfrm>
              <a:custGeom>
                <a:avLst/>
                <a:gdLst>
                  <a:gd name="T0" fmla="*/ 0 w 62"/>
                  <a:gd name="T1" fmla="*/ 0 h 18"/>
                  <a:gd name="T2" fmla="*/ 60 w 62"/>
                  <a:gd name="T3" fmla="*/ 0 h 18"/>
                  <a:gd name="T4" fmla="*/ 62 w 62"/>
                  <a:gd name="T5" fmla="*/ 18 h 18"/>
                  <a:gd name="T6" fmla="*/ 16 w 62"/>
                  <a:gd name="T7" fmla="*/ 18 h 18"/>
                  <a:gd name="T8" fmla="*/ 0 w 62"/>
                  <a:gd name="T9" fmla="*/ 0 h 18"/>
                </a:gdLst>
                <a:ahLst/>
                <a:cxnLst>
                  <a:cxn ang="0">
                    <a:pos x="T0" y="T1"/>
                  </a:cxn>
                  <a:cxn ang="0">
                    <a:pos x="T2" y="T3"/>
                  </a:cxn>
                  <a:cxn ang="0">
                    <a:pos x="T4" y="T5"/>
                  </a:cxn>
                  <a:cxn ang="0">
                    <a:pos x="T6" y="T7"/>
                  </a:cxn>
                  <a:cxn ang="0">
                    <a:pos x="T8" y="T9"/>
                  </a:cxn>
                </a:cxnLst>
                <a:rect l="0" t="0" r="r" b="b"/>
                <a:pathLst>
                  <a:path w="62" h="18">
                    <a:moveTo>
                      <a:pt x="0" y="0"/>
                    </a:moveTo>
                    <a:cubicBezTo>
                      <a:pt x="60" y="0"/>
                      <a:pt x="60" y="0"/>
                      <a:pt x="60" y="0"/>
                    </a:cubicBezTo>
                    <a:cubicBezTo>
                      <a:pt x="61" y="6"/>
                      <a:pt x="61" y="13"/>
                      <a:pt x="62" y="18"/>
                    </a:cubicBezTo>
                    <a:cubicBezTo>
                      <a:pt x="16" y="18"/>
                      <a:pt x="16" y="18"/>
                      <a:pt x="16" y="18"/>
                    </a:cubicBezTo>
                    <a:cubicBezTo>
                      <a:pt x="11" y="10"/>
                      <a:pt x="5" y="3"/>
                      <a:pt x="0" y="0"/>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5" name="Freeform 22"/>
              <p:cNvSpPr>
                <a:spLocks/>
              </p:cNvSpPr>
              <p:nvPr/>
            </p:nvSpPr>
            <p:spPr bwMode="auto">
              <a:xfrm>
                <a:off x="3146" y="1640"/>
                <a:ext cx="115" cy="34"/>
              </a:xfrm>
              <a:custGeom>
                <a:avLst/>
                <a:gdLst>
                  <a:gd name="T0" fmla="*/ 0 w 60"/>
                  <a:gd name="T1" fmla="*/ 0 h 18"/>
                  <a:gd name="T2" fmla="*/ 58 w 60"/>
                  <a:gd name="T3" fmla="*/ 0 h 18"/>
                  <a:gd name="T4" fmla="*/ 60 w 60"/>
                  <a:gd name="T5" fmla="*/ 18 h 18"/>
                  <a:gd name="T6" fmla="*/ 15 w 60"/>
                  <a:gd name="T7" fmla="*/ 18 h 18"/>
                  <a:gd name="T8" fmla="*/ 0 w 60"/>
                  <a:gd name="T9" fmla="*/ 0 h 18"/>
                </a:gdLst>
                <a:ahLst/>
                <a:cxnLst>
                  <a:cxn ang="0">
                    <a:pos x="T0" y="T1"/>
                  </a:cxn>
                  <a:cxn ang="0">
                    <a:pos x="T2" y="T3"/>
                  </a:cxn>
                  <a:cxn ang="0">
                    <a:pos x="T4" y="T5"/>
                  </a:cxn>
                  <a:cxn ang="0">
                    <a:pos x="T6" y="T7"/>
                  </a:cxn>
                  <a:cxn ang="0">
                    <a:pos x="T8" y="T9"/>
                  </a:cxn>
                </a:cxnLst>
                <a:rect l="0" t="0" r="r" b="b"/>
                <a:pathLst>
                  <a:path w="60" h="18">
                    <a:moveTo>
                      <a:pt x="0" y="0"/>
                    </a:moveTo>
                    <a:cubicBezTo>
                      <a:pt x="58" y="0"/>
                      <a:pt x="58" y="0"/>
                      <a:pt x="58" y="0"/>
                    </a:cubicBezTo>
                    <a:cubicBezTo>
                      <a:pt x="59" y="7"/>
                      <a:pt x="59" y="14"/>
                      <a:pt x="60" y="18"/>
                    </a:cubicBezTo>
                    <a:cubicBezTo>
                      <a:pt x="15" y="18"/>
                      <a:pt x="15" y="18"/>
                      <a:pt x="15" y="18"/>
                    </a:cubicBezTo>
                    <a:cubicBezTo>
                      <a:pt x="11" y="11"/>
                      <a:pt x="5" y="4"/>
                      <a:pt x="0" y="0"/>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6" name="Freeform 23"/>
              <p:cNvSpPr>
                <a:spLocks/>
              </p:cNvSpPr>
              <p:nvPr/>
            </p:nvSpPr>
            <p:spPr bwMode="auto">
              <a:xfrm>
                <a:off x="3150" y="1642"/>
                <a:ext cx="111" cy="34"/>
              </a:xfrm>
              <a:custGeom>
                <a:avLst/>
                <a:gdLst>
                  <a:gd name="T0" fmla="*/ 0 w 58"/>
                  <a:gd name="T1" fmla="*/ 0 h 18"/>
                  <a:gd name="T2" fmla="*/ 56 w 58"/>
                  <a:gd name="T3" fmla="*/ 0 h 18"/>
                  <a:gd name="T4" fmla="*/ 58 w 58"/>
                  <a:gd name="T5" fmla="*/ 18 h 18"/>
                  <a:gd name="T6" fmla="*/ 58 w 58"/>
                  <a:gd name="T7" fmla="*/ 18 h 18"/>
                  <a:gd name="T8" fmla="*/ 13 w 58"/>
                  <a:gd name="T9" fmla="*/ 18 h 18"/>
                  <a:gd name="T10" fmla="*/ 0 w 58"/>
                  <a:gd name="T11" fmla="*/ 0 h 18"/>
                </a:gdLst>
                <a:ahLst/>
                <a:cxnLst>
                  <a:cxn ang="0">
                    <a:pos x="T0" y="T1"/>
                  </a:cxn>
                  <a:cxn ang="0">
                    <a:pos x="T2" y="T3"/>
                  </a:cxn>
                  <a:cxn ang="0">
                    <a:pos x="T4" y="T5"/>
                  </a:cxn>
                  <a:cxn ang="0">
                    <a:pos x="T6" y="T7"/>
                  </a:cxn>
                  <a:cxn ang="0">
                    <a:pos x="T8" y="T9"/>
                  </a:cxn>
                  <a:cxn ang="0">
                    <a:pos x="T10" y="T11"/>
                  </a:cxn>
                </a:cxnLst>
                <a:rect l="0" t="0" r="r" b="b"/>
                <a:pathLst>
                  <a:path w="58" h="18">
                    <a:moveTo>
                      <a:pt x="0" y="0"/>
                    </a:moveTo>
                    <a:cubicBezTo>
                      <a:pt x="56" y="0"/>
                      <a:pt x="56" y="0"/>
                      <a:pt x="56" y="0"/>
                    </a:cubicBezTo>
                    <a:cubicBezTo>
                      <a:pt x="57" y="7"/>
                      <a:pt x="57" y="13"/>
                      <a:pt x="58" y="18"/>
                    </a:cubicBezTo>
                    <a:cubicBezTo>
                      <a:pt x="58" y="18"/>
                      <a:pt x="58" y="18"/>
                      <a:pt x="58" y="18"/>
                    </a:cubicBezTo>
                    <a:cubicBezTo>
                      <a:pt x="13" y="18"/>
                      <a:pt x="13" y="18"/>
                      <a:pt x="13" y="18"/>
                    </a:cubicBezTo>
                    <a:cubicBezTo>
                      <a:pt x="10" y="12"/>
                      <a:pt x="4" y="4"/>
                      <a:pt x="0" y="0"/>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7" name="Freeform 24"/>
              <p:cNvSpPr>
                <a:spLocks/>
              </p:cNvSpPr>
              <p:nvPr/>
            </p:nvSpPr>
            <p:spPr bwMode="auto">
              <a:xfrm>
                <a:off x="3152" y="1644"/>
                <a:ext cx="109" cy="36"/>
              </a:xfrm>
              <a:custGeom>
                <a:avLst/>
                <a:gdLst>
                  <a:gd name="T0" fmla="*/ 0 w 57"/>
                  <a:gd name="T1" fmla="*/ 0 h 19"/>
                  <a:gd name="T2" fmla="*/ 55 w 57"/>
                  <a:gd name="T3" fmla="*/ 0 h 19"/>
                  <a:gd name="T4" fmla="*/ 57 w 57"/>
                  <a:gd name="T5" fmla="*/ 17 h 19"/>
                  <a:gd name="T6" fmla="*/ 57 w 57"/>
                  <a:gd name="T7" fmla="*/ 19 h 19"/>
                  <a:gd name="T8" fmla="*/ 13 w 57"/>
                  <a:gd name="T9" fmla="*/ 19 h 19"/>
                  <a:gd name="T10" fmla="*/ 0 w 57"/>
                  <a:gd name="T11" fmla="*/ 0 h 19"/>
                </a:gdLst>
                <a:ahLst/>
                <a:cxnLst>
                  <a:cxn ang="0">
                    <a:pos x="T0" y="T1"/>
                  </a:cxn>
                  <a:cxn ang="0">
                    <a:pos x="T2" y="T3"/>
                  </a:cxn>
                  <a:cxn ang="0">
                    <a:pos x="T4" y="T5"/>
                  </a:cxn>
                  <a:cxn ang="0">
                    <a:pos x="T6" y="T7"/>
                  </a:cxn>
                  <a:cxn ang="0">
                    <a:pos x="T8" y="T9"/>
                  </a:cxn>
                  <a:cxn ang="0">
                    <a:pos x="T10" y="T11"/>
                  </a:cxn>
                </a:cxnLst>
                <a:rect l="0" t="0" r="r" b="b"/>
                <a:pathLst>
                  <a:path w="57" h="19">
                    <a:moveTo>
                      <a:pt x="0" y="0"/>
                    </a:moveTo>
                    <a:cubicBezTo>
                      <a:pt x="55" y="0"/>
                      <a:pt x="55" y="0"/>
                      <a:pt x="55" y="0"/>
                    </a:cubicBezTo>
                    <a:cubicBezTo>
                      <a:pt x="56" y="7"/>
                      <a:pt x="56" y="13"/>
                      <a:pt x="57" y="17"/>
                    </a:cubicBezTo>
                    <a:cubicBezTo>
                      <a:pt x="57" y="17"/>
                      <a:pt x="57" y="18"/>
                      <a:pt x="57" y="19"/>
                    </a:cubicBezTo>
                    <a:cubicBezTo>
                      <a:pt x="13" y="19"/>
                      <a:pt x="13" y="19"/>
                      <a:pt x="13" y="19"/>
                    </a:cubicBezTo>
                    <a:cubicBezTo>
                      <a:pt x="10" y="12"/>
                      <a:pt x="5" y="5"/>
                      <a:pt x="0" y="0"/>
                    </a:cubicBezTo>
                    <a:close/>
                  </a:path>
                </a:pathLst>
              </a:custGeom>
              <a:solidFill>
                <a:srgbClr val="D7D6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8" name="Freeform 25"/>
              <p:cNvSpPr>
                <a:spLocks/>
              </p:cNvSpPr>
              <p:nvPr/>
            </p:nvSpPr>
            <p:spPr bwMode="auto">
              <a:xfrm>
                <a:off x="3153" y="1648"/>
                <a:ext cx="109" cy="34"/>
              </a:xfrm>
              <a:custGeom>
                <a:avLst/>
                <a:gdLst>
                  <a:gd name="T0" fmla="*/ 0 w 57"/>
                  <a:gd name="T1" fmla="*/ 0 h 18"/>
                  <a:gd name="T2" fmla="*/ 55 w 57"/>
                  <a:gd name="T3" fmla="*/ 0 h 18"/>
                  <a:gd name="T4" fmla="*/ 56 w 57"/>
                  <a:gd name="T5" fmla="*/ 15 h 18"/>
                  <a:gd name="T6" fmla="*/ 56 w 57"/>
                  <a:gd name="T7" fmla="*/ 18 h 18"/>
                  <a:gd name="T8" fmla="*/ 13 w 57"/>
                  <a:gd name="T9" fmla="*/ 18 h 18"/>
                  <a:gd name="T10" fmla="*/ 0 w 57"/>
                  <a:gd name="T11" fmla="*/ 0 h 18"/>
                </a:gdLst>
                <a:ahLst/>
                <a:cxnLst>
                  <a:cxn ang="0">
                    <a:pos x="T0" y="T1"/>
                  </a:cxn>
                  <a:cxn ang="0">
                    <a:pos x="T2" y="T3"/>
                  </a:cxn>
                  <a:cxn ang="0">
                    <a:pos x="T4" y="T5"/>
                  </a:cxn>
                  <a:cxn ang="0">
                    <a:pos x="T6" y="T7"/>
                  </a:cxn>
                  <a:cxn ang="0">
                    <a:pos x="T8" y="T9"/>
                  </a:cxn>
                  <a:cxn ang="0">
                    <a:pos x="T10" y="T11"/>
                  </a:cxn>
                </a:cxnLst>
                <a:rect l="0" t="0" r="r" b="b"/>
                <a:pathLst>
                  <a:path w="57" h="18">
                    <a:moveTo>
                      <a:pt x="0" y="0"/>
                    </a:moveTo>
                    <a:cubicBezTo>
                      <a:pt x="55" y="0"/>
                      <a:pt x="55" y="0"/>
                      <a:pt x="55" y="0"/>
                    </a:cubicBezTo>
                    <a:cubicBezTo>
                      <a:pt x="55" y="5"/>
                      <a:pt x="55" y="11"/>
                      <a:pt x="56" y="15"/>
                    </a:cubicBezTo>
                    <a:cubicBezTo>
                      <a:pt x="56" y="15"/>
                      <a:pt x="57" y="17"/>
                      <a:pt x="56" y="18"/>
                    </a:cubicBezTo>
                    <a:cubicBezTo>
                      <a:pt x="13" y="18"/>
                      <a:pt x="13" y="18"/>
                      <a:pt x="13" y="18"/>
                    </a:cubicBezTo>
                    <a:cubicBezTo>
                      <a:pt x="10" y="12"/>
                      <a:pt x="5" y="5"/>
                      <a:pt x="0" y="0"/>
                    </a:cubicBezTo>
                    <a:close/>
                  </a:path>
                </a:pathLst>
              </a:custGeom>
              <a:solidFill>
                <a:srgbClr val="D8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99" name="Freeform 26"/>
              <p:cNvSpPr>
                <a:spLocks/>
              </p:cNvSpPr>
              <p:nvPr/>
            </p:nvSpPr>
            <p:spPr bwMode="auto">
              <a:xfrm>
                <a:off x="3155" y="1650"/>
                <a:ext cx="107" cy="34"/>
              </a:xfrm>
              <a:custGeom>
                <a:avLst/>
                <a:gdLst>
                  <a:gd name="T0" fmla="*/ 0 w 56"/>
                  <a:gd name="T1" fmla="*/ 0 h 18"/>
                  <a:gd name="T2" fmla="*/ 54 w 56"/>
                  <a:gd name="T3" fmla="*/ 0 h 18"/>
                  <a:gd name="T4" fmla="*/ 55 w 56"/>
                  <a:gd name="T5" fmla="*/ 14 h 18"/>
                  <a:gd name="T6" fmla="*/ 55 w 56"/>
                  <a:gd name="T7" fmla="*/ 18 h 18"/>
                  <a:gd name="T8" fmla="*/ 12 w 56"/>
                  <a:gd name="T9" fmla="*/ 18 h 18"/>
                  <a:gd name="T10" fmla="*/ 0 w 56"/>
                  <a:gd name="T11" fmla="*/ 0 h 18"/>
                </a:gdLst>
                <a:ahLst/>
                <a:cxnLst>
                  <a:cxn ang="0">
                    <a:pos x="T0" y="T1"/>
                  </a:cxn>
                  <a:cxn ang="0">
                    <a:pos x="T2" y="T3"/>
                  </a:cxn>
                  <a:cxn ang="0">
                    <a:pos x="T4" y="T5"/>
                  </a:cxn>
                  <a:cxn ang="0">
                    <a:pos x="T6" y="T7"/>
                  </a:cxn>
                  <a:cxn ang="0">
                    <a:pos x="T8" y="T9"/>
                  </a:cxn>
                  <a:cxn ang="0">
                    <a:pos x="T10" y="T11"/>
                  </a:cxn>
                </a:cxnLst>
                <a:rect l="0" t="0" r="r" b="b"/>
                <a:pathLst>
                  <a:path w="56" h="18">
                    <a:moveTo>
                      <a:pt x="0" y="0"/>
                    </a:moveTo>
                    <a:cubicBezTo>
                      <a:pt x="54" y="0"/>
                      <a:pt x="54" y="0"/>
                      <a:pt x="54" y="0"/>
                    </a:cubicBezTo>
                    <a:cubicBezTo>
                      <a:pt x="54" y="5"/>
                      <a:pt x="54" y="10"/>
                      <a:pt x="55" y="14"/>
                    </a:cubicBezTo>
                    <a:cubicBezTo>
                      <a:pt x="56" y="15"/>
                      <a:pt x="55" y="16"/>
                      <a:pt x="55" y="18"/>
                    </a:cubicBezTo>
                    <a:cubicBezTo>
                      <a:pt x="12" y="18"/>
                      <a:pt x="12" y="18"/>
                      <a:pt x="12" y="18"/>
                    </a:cubicBezTo>
                    <a:cubicBezTo>
                      <a:pt x="10" y="12"/>
                      <a:pt x="5" y="5"/>
                      <a:pt x="0" y="0"/>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0" name="Freeform 27"/>
              <p:cNvSpPr>
                <a:spLocks/>
              </p:cNvSpPr>
              <p:nvPr/>
            </p:nvSpPr>
            <p:spPr bwMode="auto">
              <a:xfrm>
                <a:off x="3157" y="1652"/>
                <a:ext cx="105" cy="36"/>
              </a:xfrm>
              <a:custGeom>
                <a:avLst/>
                <a:gdLst>
                  <a:gd name="T0" fmla="*/ 0 w 55"/>
                  <a:gd name="T1" fmla="*/ 0 h 19"/>
                  <a:gd name="T2" fmla="*/ 53 w 55"/>
                  <a:gd name="T3" fmla="*/ 0 h 19"/>
                  <a:gd name="T4" fmla="*/ 54 w 55"/>
                  <a:gd name="T5" fmla="*/ 13 h 19"/>
                  <a:gd name="T6" fmla="*/ 54 w 55"/>
                  <a:gd name="T7" fmla="*/ 19 h 19"/>
                  <a:gd name="T8" fmla="*/ 12 w 55"/>
                  <a:gd name="T9" fmla="*/ 19 h 19"/>
                  <a:gd name="T10" fmla="*/ 0 w 55"/>
                  <a:gd name="T11" fmla="*/ 0 h 19"/>
                </a:gdLst>
                <a:ahLst/>
                <a:cxnLst>
                  <a:cxn ang="0">
                    <a:pos x="T0" y="T1"/>
                  </a:cxn>
                  <a:cxn ang="0">
                    <a:pos x="T2" y="T3"/>
                  </a:cxn>
                  <a:cxn ang="0">
                    <a:pos x="T4" y="T5"/>
                  </a:cxn>
                  <a:cxn ang="0">
                    <a:pos x="T6" y="T7"/>
                  </a:cxn>
                  <a:cxn ang="0">
                    <a:pos x="T8" y="T9"/>
                  </a:cxn>
                  <a:cxn ang="0">
                    <a:pos x="T10" y="T11"/>
                  </a:cxn>
                </a:cxnLst>
                <a:rect l="0" t="0" r="r" b="b"/>
                <a:pathLst>
                  <a:path w="55" h="19">
                    <a:moveTo>
                      <a:pt x="0" y="0"/>
                    </a:moveTo>
                    <a:cubicBezTo>
                      <a:pt x="53" y="0"/>
                      <a:pt x="53" y="0"/>
                      <a:pt x="53" y="0"/>
                    </a:cubicBezTo>
                    <a:cubicBezTo>
                      <a:pt x="53" y="5"/>
                      <a:pt x="53" y="10"/>
                      <a:pt x="54" y="13"/>
                    </a:cubicBezTo>
                    <a:cubicBezTo>
                      <a:pt x="55" y="14"/>
                      <a:pt x="54" y="16"/>
                      <a:pt x="54" y="19"/>
                    </a:cubicBezTo>
                    <a:cubicBezTo>
                      <a:pt x="12" y="19"/>
                      <a:pt x="12" y="19"/>
                      <a:pt x="12" y="19"/>
                    </a:cubicBezTo>
                    <a:cubicBezTo>
                      <a:pt x="9" y="13"/>
                      <a:pt x="5" y="6"/>
                      <a:pt x="0" y="0"/>
                    </a:cubicBezTo>
                    <a:close/>
                  </a:path>
                </a:pathLst>
              </a:custGeom>
              <a:solidFill>
                <a:srgbClr val="DBDA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1" name="Freeform 28"/>
              <p:cNvSpPr>
                <a:spLocks/>
              </p:cNvSpPr>
              <p:nvPr/>
            </p:nvSpPr>
            <p:spPr bwMode="auto">
              <a:xfrm>
                <a:off x="3159" y="1655"/>
                <a:ext cx="103" cy="35"/>
              </a:xfrm>
              <a:custGeom>
                <a:avLst/>
                <a:gdLst>
                  <a:gd name="T0" fmla="*/ 0 w 54"/>
                  <a:gd name="T1" fmla="*/ 0 h 18"/>
                  <a:gd name="T2" fmla="*/ 52 w 54"/>
                  <a:gd name="T3" fmla="*/ 0 h 18"/>
                  <a:gd name="T4" fmla="*/ 53 w 54"/>
                  <a:gd name="T5" fmla="*/ 11 h 18"/>
                  <a:gd name="T6" fmla="*/ 53 w 54"/>
                  <a:gd name="T7" fmla="*/ 18 h 18"/>
                  <a:gd name="T8" fmla="*/ 11 w 54"/>
                  <a:gd name="T9" fmla="*/ 18 h 18"/>
                  <a:gd name="T10" fmla="*/ 0 w 54"/>
                  <a:gd name="T11" fmla="*/ 0 h 18"/>
                </a:gdLst>
                <a:ahLst/>
                <a:cxnLst>
                  <a:cxn ang="0">
                    <a:pos x="T0" y="T1"/>
                  </a:cxn>
                  <a:cxn ang="0">
                    <a:pos x="T2" y="T3"/>
                  </a:cxn>
                  <a:cxn ang="0">
                    <a:pos x="T4" y="T5"/>
                  </a:cxn>
                  <a:cxn ang="0">
                    <a:pos x="T6" y="T7"/>
                  </a:cxn>
                  <a:cxn ang="0">
                    <a:pos x="T8" y="T9"/>
                  </a:cxn>
                  <a:cxn ang="0">
                    <a:pos x="T10" y="T11"/>
                  </a:cxn>
                </a:cxnLst>
                <a:rect l="0" t="0" r="r" b="b"/>
                <a:pathLst>
                  <a:path w="54" h="18">
                    <a:moveTo>
                      <a:pt x="0" y="0"/>
                    </a:moveTo>
                    <a:cubicBezTo>
                      <a:pt x="52" y="0"/>
                      <a:pt x="52" y="0"/>
                      <a:pt x="52" y="0"/>
                    </a:cubicBezTo>
                    <a:cubicBezTo>
                      <a:pt x="52" y="4"/>
                      <a:pt x="52" y="8"/>
                      <a:pt x="53" y="11"/>
                    </a:cubicBezTo>
                    <a:cubicBezTo>
                      <a:pt x="54" y="12"/>
                      <a:pt x="53" y="15"/>
                      <a:pt x="53" y="18"/>
                    </a:cubicBezTo>
                    <a:cubicBezTo>
                      <a:pt x="11" y="18"/>
                      <a:pt x="11" y="18"/>
                      <a:pt x="11" y="18"/>
                    </a:cubicBezTo>
                    <a:cubicBezTo>
                      <a:pt x="9" y="12"/>
                      <a:pt x="5" y="5"/>
                      <a:pt x="0"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2" name="Freeform 29"/>
              <p:cNvSpPr>
                <a:spLocks/>
              </p:cNvSpPr>
              <p:nvPr/>
            </p:nvSpPr>
            <p:spPr bwMode="auto">
              <a:xfrm>
                <a:off x="3161" y="1657"/>
                <a:ext cx="101" cy="35"/>
              </a:xfrm>
              <a:custGeom>
                <a:avLst/>
                <a:gdLst>
                  <a:gd name="T0" fmla="*/ 0 w 53"/>
                  <a:gd name="T1" fmla="*/ 0 h 18"/>
                  <a:gd name="T2" fmla="*/ 51 w 53"/>
                  <a:gd name="T3" fmla="*/ 0 h 18"/>
                  <a:gd name="T4" fmla="*/ 52 w 53"/>
                  <a:gd name="T5" fmla="*/ 10 h 18"/>
                  <a:gd name="T6" fmla="*/ 51 w 53"/>
                  <a:gd name="T7" fmla="*/ 18 h 18"/>
                  <a:gd name="T8" fmla="*/ 11 w 53"/>
                  <a:gd name="T9" fmla="*/ 18 h 18"/>
                  <a:gd name="T10" fmla="*/ 0 w 53"/>
                  <a:gd name="T11" fmla="*/ 0 h 18"/>
                </a:gdLst>
                <a:ahLst/>
                <a:cxnLst>
                  <a:cxn ang="0">
                    <a:pos x="T0" y="T1"/>
                  </a:cxn>
                  <a:cxn ang="0">
                    <a:pos x="T2" y="T3"/>
                  </a:cxn>
                  <a:cxn ang="0">
                    <a:pos x="T4" y="T5"/>
                  </a:cxn>
                  <a:cxn ang="0">
                    <a:pos x="T6" y="T7"/>
                  </a:cxn>
                  <a:cxn ang="0">
                    <a:pos x="T8" y="T9"/>
                  </a:cxn>
                  <a:cxn ang="0">
                    <a:pos x="T10" y="T11"/>
                  </a:cxn>
                </a:cxnLst>
                <a:rect l="0" t="0" r="r" b="b"/>
                <a:pathLst>
                  <a:path w="53" h="18">
                    <a:moveTo>
                      <a:pt x="0" y="0"/>
                    </a:moveTo>
                    <a:cubicBezTo>
                      <a:pt x="51" y="0"/>
                      <a:pt x="51" y="0"/>
                      <a:pt x="51" y="0"/>
                    </a:cubicBezTo>
                    <a:cubicBezTo>
                      <a:pt x="51" y="4"/>
                      <a:pt x="51" y="7"/>
                      <a:pt x="52" y="10"/>
                    </a:cubicBezTo>
                    <a:cubicBezTo>
                      <a:pt x="53" y="12"/>
                      <a:pt x="52" y="15"/>
                      <a:pt x="51" y="18"/>
                    </a:cubicBezTo>
                    <a:cubicBezTo>
                      <a:pt x="11" y="18"/>
                      <a:pt x="11" y="18"/>
                      <a:pt x="11" y="18"/>
                    </a:cubicBezTo>
                    <a:cubicBezTo>
                      <a:pt x="9" y="13"/>
                      <a:pt x="5" y="6"/>
                      <a:pt x="0"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3" name="Freeform 30"/>
              <p:cNvSpPr>
                <a:spLocks/>
              </p:cNvSpPr>
              <p:nvPr/>
            </p:nvSpPr>
            <p:spPr bwMode="auto">
              <a:xfrm>
                <a:off x="3163" y="1659"/>
                <a:ext cx="99" cy="35"/>
              </a:xfrm>
              <a:custGeom>
                <a:avLst/>
                <a:gdLst>
                  <a:gd name="T0" fmla="*/ 0 w 52"/>
                  <a:gd name="T1" fmla="*/ 0 h 18"/>
                  <a:gd name="T2" fmla="*/ 50 w 52"/>
                  <a:gd name="T3" fmla="*/ 0 h 18"/>
                  <a:gd name="T4" fmla="*/ 51 w 52"/>
                  <a:gd name="T5" fmla="*/ 9 h 18"/>
                  <a:gd name="T6" fmla="*/ 50 w 52"/>
                  <a:gd name="T7" fmla="*/ 18 h 18"/>
                  <a:gd name="T8" fmla="*/ 10 w 52"/>
                  <a:gd name="T9" fmla="*/ 18 h 18"/>
                  <a:gd name="T10" fmla="*/ 0 w 52"/>
                  <a:gd name="T11" fmla="*/ 0 h 18"/>
                </a:gdLst>
                <a:ahLst/>
                <a:cxnLst>
                  <a:cxn ang="0">
                    <a:pos x="T0" y="T1"/>
                  </a:cxn>
                  <a:cxn ang="0">
                    <a:pos x="T2" y="T3"/>
                  </a:cxn>
                  <a:cxn ang="0">
                    <a:pos x="T4" y="T5"/>
                  </a:cxn>
                  <a:cxn ang="0">
                    <a:pos x="T6" y="T7"/>
                  </a:cxn>
                  <a:cxn ang="0">
                    <a:pos x="T8" y="T9"/>
                  </a:cxn>
                  <a:cxn ang="0">
                    <a:pos x="T10" y="T11"/>
                  </a:cxn>
                </a:cxnLst>
                <a:rect l="0" t="0" r="r" b="b"/>
                <a:pathLst>
                  <a:path w="52" h="18">
                    <a:moveTo>
                      <a:pt x="0" y="0"/>
                    </a:moveTo>
                    <a:cubicBezTo>
                      <a:pt x="50" y="0"/>
                      <a:pt x="50" y="0"/>
                      <a:pt x="50" y="0"/>
                    </a:cubicBezTo>
                    <a:cubicBezTo>
                      <a:pt x="50" y="3"/>
                      <a:pt x="50" y="6"/>
                      <a:pt x="51" y="9"/>
                    </a:cubicBezTo>
                    <a:cubicBezTo>
                      <a:pt x="52" y="11"/>
                      <a:pt x="51" y="14"/>
                      <a:pt x="50" y="18"/>
                    </a:cubicBezTo>
                    <a:cubicBezTo>
                      <a:pt x="10" y="18"/>
                      <a:pt x="10" y="18"/>
                      <a:pt x="10" y="18"/>
                    </a:cubicBezTo>
                    <a:cubicBezTo>
                      <a:pt x="9" y="13"/>
                      <a:pt x="5" y="6"/>
                      <a:pt x="0"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4" name="Freeform 31"/>
              <p:cNvSpPr>
                <a:spLocks/>
              </p:cNvSpPr>
              <p:nvPr/>
            </p:nvSpPr>
            <p:spPr bwMode="auto">
              <a:xfrm>
                <a:off x="3165" y="1661"/>
                <a:ext cx="97" cy="36"/>
              </a:xfrm>
              <a:custGeom>
                <a:avLst/>
                <a:gdLst>
                  <a:gd name="T0" fmla="*/ 0 w 51"/>
                  <a:gd name="T1" fmla="*/ 0 h 19"/>
                  <a:gd name="T2" fmla="*/ 49 w 51"/>
                  <a:gd name="T3" fmla="*/ 0 h 19"/>
                  <a:gd name="T4" fmla="*/ 50 w 51"/>
                  <a:gd name="T5" fmla="*/ 8 h 19"/>
                  <a:gd name="T6" fmla="*/ 48 w 51"/>
                  <a:gd name="T7" fmla="*/ 19 h 19"/>
                  <a:gd name="T8" fmla="*/ 10 w 51"/>
                  <a:gd name="T9" fmla="*/ 19 h 19"/>
                  <a:gd name="T10" fmla="*/ 10 w 51"/>
                  <a:gd name="T11" fmla="*/ 19 h 19"/>
                  <a:gd name="T12" fmla="*/ 0 w 5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51" h="19">
                    <a:moveTo>
                      <a:pt x="0" y="0"/>
                    </a:moveTo>
                    <a:cubicBezTo>
                      <a:pt x="49" y="0"/>
                      <a:pt x="49" y="0"/>
                      <a:pt x="49" y="0"/>
                    </a:cubicBezTo>
                    <a:cubicBezTo>
                      <a:pt x="49" y="3"/>
                      <a:pt x="50" y="6"/>
                      <a:pt x="50" y="8"/>
                    </a:cubicBezTo>
                    <a:cubicBezTo>
                      <a:pt x="51" y="10"/>
                      <a:pt x="50" y="14"/>
                      <a:pt x="48" y="19"/>
                    </a:cubicBezTo>
                    <a:cubicBezTo>
                      <a:pt x="10" y="19"/>
                      <a:pt x="10" y="19"/>
                      <a:pt x="10" y="19"/>
                    </a:cubicBezTo>
                    <a:cubicBezTo>
                      <a:pt x="10" y="19"/>
                      <a:pt x="10" y="19"/>
                      <a:pt x="10" y="19"/>
                    </a:cubicBezTo>
                    <a:cubicBezTo>
                      <a:pt x="9" y="14"/>
                      <a:pt x="5" y="7"/>
                      <a:pt x="0"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5" name="Freeform 32"/>
              <p:cNvSpPr>
                <a:spLocks/>
              </p:cNvSpPr>
              <p:nvPr/>
            </p:nvSpPr>
            <p:spPr bwMode="auto">
              <a:xfrm>
                <a:off x="3167" y="1665"/>
                <a:ext cx="95" cy="34"/>
              </a:xfrm>
              <a:custGeom>
                <a:avLst/>
                <a:gdLst>
                  <a:gd name="T0" fmla="*/ 0 w 50"/>
                  <a:gd name="T1" fmla="*/ 0 h 18"/>
                  <a:gd name="T2" fmla="*/ 48 w 50"/>
                  <a:gd name="T3" fmla="*/ 0 h 18"/>
                  <a:gd name="T4" fmla="*/ 49 w 50"/>
                  <a:gd name="T5" fmla="*/ 6 h 18"/>
                  <a:gd name="T6" fmla="*/ 47 w 50"/>
                  <a:gd name="T7" fmla="*/ 18 h 18"/>
                  <a:gd name="T8" fmla="*/ 9 w 50"/>
                  <a:gd name="T9" fmla="*/ 18 h 18"/>
                  <a:gd name="T10" fmla="*/ 9 w 50"/>
                  <a:gd name="T11" fmla="*/ 17 h 18"/>
                  <a:gd name="T12" fmla="*/ 0 w 50"/>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50" h="18">
                    <a:moveTo>
                      <a:pt x="0" y="0"/>
                    </a:moveTo>
                    <a:cubicBezTo>
                      <a:pt x="48" y="0"/>
                      <a:pt x="48" y="0"/>
                      <a:pt x="48" y="0"/>
                    </a:cubicBezTo>
                    <a:cubicBezTo>
                      <a:pt x="48" y="2"/>
                      <a:pt x="49" y="4"/>
                      <a:pt x="49" y="6"/>
                    </a:cubicBezTo>
                    <a:cubicBezTo>
                      <a:pt x="50" y="8"/>
                      <a:pt x="49" y="13"/>
                      <a:pt x="47" y="18"/>
                    </a:cubicBezTo>
                    <a:cubicBezTo>
                      <a:pt x="9" y="18"/>
                      <a:pt x="9" y="18"/>
                      <a:pt x="9" y="18"/>
                    </a:cubicBezTo>
                    <a:cubicBezTo>
                      <a:pt x="9" y="17"/>
                      <a:pt x="9" y="17"/>
                      <a:pt x="9" y="17"/>
                    </a:cubicBezTo>
                    <a:cubicBezTo>
                      <a:pt x="8" y="12"/>
                      <a:pt x="4" y="6"/>
                      <a:pt x="0"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6" name="Freeform 33"/>
              <p:cNvSpPr>
                <a:spLocks/>
              </p:cNvSpPr>
              <p:nvPr/>
            </p:nvSpPr>
            <p:spPr bwMode="auto">
              <a:xfrm>
                <a:off x="3169" y="1667"/>
                <a:ext cx="93" cy="34"/>
              </a:xfrm>
              <a:custGeom>
                <a:avLst/>
                <a:gdLst>
                  <a:gd name="T0" fmla="*/ 0 w 49"/>
                  <a:gd name="T1" fmla="*/ 0 h 18"/>
                  <a:gd name="T2" fmla="*/ 47 w 49"/>
                  <a:gd name="T3" fmla="*/ 0 h 18"/>
                  <a:gd name="T4" fmla="*/ 48 w 49"/>
                  <a:gd name="T5" fmla="*/ 5 h 18"/>
                  <a:gd name="T6" fmla="*/ 46 w 49"/>
                  <a:gd name="T7" fmla="*/ 18 h 18"/>
                  <a:gd name="T8" fmla="*/ 8 w 49"/>
                  <a:gd name="T9" fmla="*/ 18 h 18"/>
                  <a:gd name="T10" fmla="*/ 8 w 49"/>
                  <a:gd name="T11" fmla="*/ 16 h 18"/>
                  <a:gd name="T12" fmla="*/ 0 w 4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9" h="18">
                    <a:moveTo>
                      <a:pt x="0" y="0"/>
                    </a:moveTo>
                    <a:cubicBezTo>
                      <a:pt x="47" y="0"/>
                      <a:pt x="47" y="0"/>
                      <a:pt x="47" y="0"/>
                    </a:cubicBezTo>
                    <a:cubicBezTo>
                      <a:pt x="47" y="2"/>
                      <a:pt x="48" y="3"/>
                      <a:pt x="48" y="5"/>
                    </a:cubicBezTo>
                    <a:cubicBezTo>
                      <a:pt x="49" y="7"/>
                      <a:pt x="47" y="13"/>
                      <a:pt x="46" y="18"/>
                    </a:cubicBezTo>
                    <a:cubicBezTo>
                      <a:pt x="8" y="18"/>
                      <a:pt x="8" y="18"/>
                      <a:pt x="8" y="18"/>
                    </a:cubicBezTo>
                    <a:cubicBezTo>
                      <a:pt x="8" y="17"/>
                      <a:pt x="8" y="16"/>
                      <a:pt x="8" y="16"/>
                    </a:cubicBezTo>
                    <a:cubicBezTo>
                      <a:pt x="7" y="11"/>
                      <a:pt x="4" y="6"/>
                      <a:pt x="0"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7" name="Freeform 34"/>
              <p:cNvSpPr>
                <a:spLocks/>
              </p:cNvSpPr>
              <p:nvPr/>
            </p:nvSpPr>
            <p:spPr bwMode="auto">
              <a:xfrm>
                <a:off x="3171" y="1669"/>
                <a:ext cx="91" cy="36"/>
              </a:xfrm>
              <a:custGeom>
                <a:avLst/>
                <a:gdLst>
                  <a:gd name="T0" fmla="*/ 0 w 48"/>
                  <a:gd name="T1" fmla="*/ 0 h 19"/>
                  <a:gd name="T2" fmla="*/ 46 w 48"/>
                  <a:gd name="T3" fmla="*/ 0 h 19"/>
                  <a:gd name="T4" fmla="*/ 47 w 48"/>
                  <a:gd name="T5" fmla="*/ 4 h 19"/>
                  <a:gd name="T6" fmla="*/ 44 w 48"/>
                  <a:gd name="T7" fmla="*/ 19 h 19"/>
                  <a:gd name="T8" fmla="*/ 7 w 48"/>
                  <a:gd name="T9" fmla="*/ 19 h 19"/>
                  <a:gd name="T10" fmla="*/ 7 w 48"/>
                  <a:gd name="T11" fmla="*/ 15 h 19"/>
                  <a:gd name="T12" fmla="*/ 0 w 4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8" h="19">
                    <a:moveTo>
                      <a:pt x="0" y="0"/>
                    </a:moveTo>
                    <a:cubicBezTo>
                      <a:pt x="46" y="0"/>
                      <a:pt x="46" y="0"/>
                      <a:pt x="46" y="0"/>
                    </a:cubicBezTo>
                    <a:cubicBezTo>
                      <a:pt x="47" y="1"/>
                      <a:pt x="47" y="3"/>
                      <a:pt x="47" y="4"/>
                    </a:cubicBezTo>
                    <a:cubicBezTo>
                      <a:pt x="48" y="7"/>
                      <a:pt x="46" y="13"/>
                      <a:pt x="44" y="19"/>
                    </a:cubicBezTo>
                    <a:cubicBezTo>
                      <a:pt x="7" y="19"/>
                      <a:pt x="7" y="19"/>
                      <a:pt x="7" y="19"/>
                    </a:cubicBezTo>
                    <a:cubicBezTo>
                      <a:pt x="7" y="17"/>
                      <a:pt x="7" y="16"/>
                      <a:pt x="7" y="15"/>
                    </a:cubicBezTo>
                    <a:cubicBezTo>
                      <a:pt x="6" y="11"/>
                      <a:pt x="3" y="5"/>
                      <a:pt x="0" y="0"/>
                    </a:cubicBezTo>
                    <a:close/>
                  </a:path>
                </a:pathLst>
              </a:custGeom>
              <a:solidFill>
                <a:srgbClr val="E3E2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8" name="Freeform 35"/>
              <p:cNvSpPr>
                <a:spLocks/>
              </p:cNvSpPr>
              <p:nvPr/>
            </p:nvSpPr>
            <p:spPr bwMode="auto">
              <a:xfrm>
                <a:off x="3173" y="1673"/>
                <a:ext cx="89" cy="34"/>
              </a:xfrm>
              <a:custGeom>
                <a:avLst/>
                <a:gdLst>
                  <a:gd name="T0" fmla="*/ 0 w 47"/>
                  <a:gd name="T1" fmla="*/ 0 h 18"/>
                  <a:gd name="T2" fmla="*/ 46 w 47"/>
                  <a:gd name="T3" fmla="*/ 0 h 18"/>
                  <a:gd name="T4" fmla="*/ 46 w 47"/>
                  <a:gd name="T5" fmla="*/ 2 h 18"/>
                  <a:gd name="T6" fmla="*/ 43 w 47"/>
                  <a:gd name="T7" fmla="*/ 18 h 18"/>
                  <a:gd name="T8" fmla="*/ 6 w 47"/>
                  <a:gd name="T9" fmla="*/ 18 h 18"/>
                  <a:gd name="T10" fmla="*/ 6 w 47"/>
                  <a:gd name="T11" fmla="*/ 13 h 18"/>
                  <a:gd name="T12" fmla="*/ 0 w 4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7" h="18">
                    <a:moveTo>
                      <a:pt x="0" y="0"/>
                    </a:moveTo>
                    <a:cubicBezTo>
                      <a:pt x="46" y="0"/>
                      <a:pt x="46" y="0"/>
                      <a:pt x="46" y="0"/>
                    </a:cubicBezTo>
                    <a:cubicBezTo>
                      <a:pt x="46" y="0"/>
                      <a:pt x="46" y="1"/>
                      <a:pt x="46" y="2"/>
                    </a:cubicBezTo>
                    <a:cubicBezTo>
                      <a:pt x="47" y="5"/>
                      <a:pt x="45" y="11"/>
                      <a:pt x="43" y="18"/>
                    </a:cubicBezTo>
                    <a:cubicBezTo>
                      <a:pt x="6" y="18"/>
                      <a:pt x="6" y="18"/>
                      <a:pt x="6" y="18"/>
                    </a:cubicBezTo>
                    <a:cubicBezTo>
                      <a:pt x="6" y="16"/>
                      <a:pt x="6" y="14"/>
                      <a:pt x="6" y="13"/>
                    </a:cubicBezTo>
                    <a:cubicBezTo>
                      <a:pt x="5" y="9"/>
                      <a:pt x="3" y="4"/>
                      <a:pt x="0" y="0"/>
                    </a:cubicBezTo>
                    <a:close/>
                  </a:path>
                </a:pathLst>
              </a:custGeom>
              <a:solidFill>
                <a:srgbClr val="E4E4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09" name="Freeform 36"/>
              <p:cNvSpPr>
                <a:spLocks/>
              </p:cNvSpPr>
              <p:nvPr/>
            </p:nvSpPr>
            <p:spPr bwMode="auto">
              <a:xfrm>
                <a:off x="3173" y="1674"/>
                <a:ext cx="89" cy="35"/>
              </a:xfrm>
              <a:custGeom>
                <a:avLst/>
                <a:gdLst>
                  <a:gd name="T0" fmla="*/ 0 w 47"/>
                  <a:gd name="T1" fmla="*/ 0 h 18"/>
                  <a:gd name="T2" fmla="*/ 46 w 47"/>
                  <a:gd name="T3" fmla="*/ 0 h 18"/>
                  <a:gd name="T4" fmla="*/ 46 w 47"/>
                  <a:gd name="T5" fmla="*/ 1 h 18"/>
                  <a:gd name="T6" fmla="*/ 43 w 47"/>
                  <a:gd name="T7" fmla="*/ 18 h 18"/>
                  <a:gd name="T8" fmla="*/ 6 w 47"/>
                  <a:gd name="T9" fmla="*/ 18 h 18"/>
                  <a:gd name="T10" fmla="*/ 6 w 47"/>
                  <a:gd name="T11" fmla="*/ 12 h 18"/>
                  <a:gd name="T12" fmla="*/ 0 w 4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7" h="18">
                    <a:moveTo>
                      <a:pt x="0" y="0"/>
                    </a:moveTo>
                    <a:cubicBezTo>
                      <a:pt x="46" y="0"/>
                      <a:pt x="46" y="0"/>
                      <a:pt x="46" y="0"/>
                    </a:cubicBezTo>
                    <a:cubicBezTo>
                      <a:pt x="46" y="0"/>
                      <a:pt x="46" y="0"/>
                      <a:pt x="46" y="1"/>
                    </a:cubicBezTo>
                    <a:cubicBezTo>
                      <a:pt x="47" y="4"/>
                      <a:pt x="44" y="11"/>
                      <a:pt x="43" y="18"/>
                    </a:cubicBezTo>
                    <a:cubicBezTo>
                      <a:pt x="6" y="18"/>
                      <a:pt x="6" y="18"/>
                      <a:pt x="6" y="18"/>
                    </a:cubicBezTo>
                    <a:cubicBezTo>
                      <a:pt x="6" y="16"/>
                      <a:pt x="6" y="13"/>
                      <a:pt x="6" y="12"/>
                    </a:cubicBezTo>
                    <a:cubicBezTo>
                      <a:pt x="5" y="8"/>
                      <a:pt x="3" y="4"/>
                      <a:pt x="0"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0" name="Freeform 37"/>
              <p:cNvSpPr>
                <a:spLocks/>
              </p:cNvSpPr>
              <p:nvPr/>
            </p:nvSpPr>
            <p:spPr bwMode="auto">
              <a:xfrm>
                <a:off x="3175" y="1676"/>
                <a:ext cx="87" cy="35"/>
              </a:xfrm>
              <a:custGeom>
                <a:avLst/>
                <a:gdLst>
                  <a:gd name="T0" fmla="*/ 0 w 46"/>
                  <a:gd name="T1" fmla="*/ 0 h 18"/>
                  <a:gd name="T2" fmla="*/ 45 w 46"/>
                  <a:gd name="T3" fmla="*/ 0 h 18"/>
                  <a:gd name="T4" fmla="*/ 41 w 46"/>
                  <a:gd name="T5" fmla="*/ 18 h 18"/>
                  <a:gd name="T6" fmla="*/ 5 w 46"/>
                  <a:gd name="T7" fmla="*/ 18 h 18"/>
                  <a:gd name="T8" fmla="*/ 5 w 46"/>
                  <a:gd name="T9" fmla="*/ 11 h 18"/>
                  <a:gd name="T10" fmla="*/ 0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0" y="0"/>
                    </a:moveTo>
                    <a:cubicBezTo>
                      <a:pt x="45" y="0"/>
                      <a:pt x="45" y="0"/>
                      <a:pt x="45" y="0"/>
                    </a:cubicBezTo>
                    <a:cubicBezTo>
                      <a:pt x="46" y="4"/>
                      <a:pt x="43" y="11"/>
                      <a:pt x="41" y="18"/>
                    </a:cubicBezTo>
                    <a:cubicBezTo>
                      <a:pt x="5" y="18"/>
                      <a:pt x="5" y="18"/>
                      <a:pt x="5" y="18"/>
                    </a:cubicBezTo>
                    <a:cubicBezTo>
                      <a:pt x="5" y="15"/>
                      <a:pt x="5" y="13"/>
                      <a:pt x="5" y="11"/>
                    </a:cubicBezTo>
                    <a:cubicBezTo>
                      <a:pt x="4" y="8"/>
                      <a:pt x="2" y="4"/>
                      <a:pt x="0"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1" name="Freeform 38"/>
              <p:cNvSpPr>
                <a:spLocks/>
              </p:cNvSpPr>
              <p:nvPr/>
            </p:nvSpPr>
            <p:spPr bwMode="auto">
              <a:xfrm>
                <a:off x="3176" y="1678"/>
                <a:ext cx="85" cy="37"/>
              </a:xfrm>
              <a:custGeom>
                <a:avLst/>
                <a:gdLst>
                  <a:gd name="T0" fmla="*/ 0 w 44"/>
                  <a:gd name="T1" fmla="*/ 0 h 19"/>
                  <a:gd name="T2" fmla="*/ 44 w 44"/>
                  <a:gd name="T3" fmla="*/ 0 h 19"/>
                  <a:gd name="T4" fmla="*/ 40 w 44"/>
                  <a:gd name="T5" fmla="*/ 19 h 19"/>
                  <a:gd name="T6" fmla="*/ 4 w 44"/>
                  <a:gd name="T7" fmla="*/ 19 h 19"/>
                  <a:gd name="T8" fmla="*/ 4 w 44"/>
                  <a:gd name="T9" fmla="*/ 10 h 19"/>
                  <a:gd name="T10" fmla="*/ 0 w 44"/>
                  <a:gd name="T11" fmla="*/ 0 h 19"/>
                </a:gdLst>
                <a:ahLst/>
                <a:cxnLst>
                  <a:cxn ang="0">
                    <a:pos x="T0" y="T1"/>
                  </a:cxn>
                  <a:cxn ang="0">
                    <a:pos x="T2" y="T3"/>
                  </a:cxn>
                  <a:cxn ang="0">
                    <a:pos x="T4" y="T5"/>
                  </a:cxn>
                  <a:cxn ang="0">
                    <a:pos x="T6" y="T7"/>
                  </a:cxn>
                  <a:cxn ang="0">
                    <a:pos x="T8" y="T9"/>
                  </a:cxn>
                  <a:cxn ang="0">
                    <a:pos x="T10" y="T11"/>
                  </a:cxn>
                </a:cxnLst>
                <a:rect l="0" t="0" r="r" b="b"/>
                <a:pathLst>
                  <a:path w="44" h="19">
                    <a:moveTo>
                      <a:pt x="0" y="0"/>
                    </a:moveTo>
                    <a:cubicBezTo>
                      <a:pt x="44" y="0"/>
                      <a:pt x="44" y="0"/>
                      <a:pt x="44" y="0"/>
                    </a:cubicBezTo>
                    <a:cubicBezTo>
                      <a:pt x="44" y="5"/>
                      <a:pt x="41" y="12"/>
                      <a:pt x="40" y="19"/>
                    </a:cubicBezTo>
                    <a:cubicBezTo>
                      <a:pt x="4" y="19"/>
                      <a:pt x="4" y="19"/>
                      <a:pt x="4" y="19"/>
                    </a:cubicBezTo>
                    <a:cubicBezTo>
                      <a:pt x="4" y="15"/>
                      <a:pt x="4" y="12"/>
                      <a:pt x="4" y="10"/>
                    </a:cubicBezTo>
                    <a:cubicBezTo>
                      <a:pt x="3" y="7"/>
                      <a:pt x="2" y="4"/>
                      <a:pt x="0"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2" name="Freeform 39"/>
              <p:cNvSpPr>
                <a:spLocks/>
              </p:cNvSpPr>
              <p:nvPr/>
            </p:nvSpPr>
            <p:spPr bwMode="auto">
              <a:xfrm>
                <a:off x="3178" y="1682"/>
                <a:ext cx="83" cy="35"/>
              </a:xfrm>
              <a:custGeom>
                <a:avLst/>
                <a:gdLst>
                  <a:gd name="T0" fmla="*/ 0 w 43"/>
                  <a:gd name="T1" fmla="*/ 0 h 18"/>
                  <a:gd name="T2" fmla="*/ 43 w 43"/>
                  <a:gd name="T3" fmla="*/ 0 h 18"/>
                  <a:gd name="T4" fmla="*/ 39 w 43"/>
                  <a:gd name="T5" fmla="*/ 18 h 18"/>
                  <a:gd name="T6" fmla="*/ 3 w 43"/>
                  <a:gd name="T7" fmla="*/ 18 h 18"/>
                  <a:gd name="T8" fmla="*/ 3 w 43"/>
                  <a:gd name="T9" fmla="*/ 8 h 18"/>
                  <a:gd name="T10" fmla="*/ 0 w 43"/>
                  <a:gd name="T11" fmla="*/ 0 h 18"/>
                </a:gdLst>
                <a:ahLst/>
                <a:cxnLst>
                  <a:cxn ang="0">
                    <a:pos x="T0" y="T1"/>
                  </a:cxn>
                  <a:cxn ang="0">
                    <a:pos x="T2" y="T3"/>
                  </a:cxn>
                  <a:cxn ang="0">
                    <a:pos x="T4" y="T5"/>
                  </a:cxn>
                  <a:cxn ang="0">
                    <a:pos x="T6" y="T7"/>
                  </a:cxn>
                  <a:cxn ang="0">
                    <a:pos x="T8" y="T9"/>
                  </a:cxn>
                  <a:cxn ang="0">
                    <a:pos x="T10" y="T11"/>
                  </a:cxn>
                </a:cxnLst>
                <a:rect l="0" t="0" r="r" b="b"/>
                <a:pathLst>
                  <a:path w="43" h="18">
                    <a:moveTo>
                      <a:pt x="0" y="0"/>
                    </a:moveTo>
                    <a:cubicBezTo>
                      <a:pt x="43" y="0"/>
                      <a:pt x="43" y="0"/>
                      <a:pt x="43" y="0"/>
                    </a:cubicBezTo>
                    <a:cubicBezTo>
                      <a:pt x="43" y="4"/>
                      <a:pt x="40" y="12"/>
                      <a:pt x="39" y="18"/>
                    </a:cubicBezTo>
                    <a:cubicBezTo>
                      <a:pt x="3" y="18"/>
                      <a:pt x="3" y="18"/>
                      <a:pt x="3" y="18"/>
                    </a:cubicBezTo>
                    <a:cubicBezTo>
                      <a:pt x="3" y="14"/>
                      <a:pt x="3" y="10"/>
                      <a:pt x="3" y="8"/>
                    </a:cubicBezTo>
                    <a:cubicBezTo>
                      <a:pt x="2" y="5"/>
                      <a:pt x="1" y="3"/>
                      <a:pt x="0" y="0"/>
                    </a:cubicBezTo>
                    <a:close/>
                  </a:path>
                </a:pathLst>
              </a:custGeom>
              <a:solidFill>
                <a:srgbClr val="E9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3" name="Freeform 40"/>
              <p:cNvSpPr>
                <a:spLocks/>
              </p:cNvSpPr>
              <p:nvPr/>
            </p:nvSpPr>
            <p:spPr bwMode="auto">
              <a:xfrm>
                <a:off x="3178" y="1684"/>
                <a:ext cx="83" cy="35"/>
              </a:xfrm>
              <a:custGeom>
                <a:avLst/>
                <a:gdLst>
                  <a:gd name="T0" fmla="*/ 0 w 43"/>
                  <a:gd name="T1" fmla="*/ 0 h 18"/>
                  <a:gd name="T2" fmla="*/ 43 w 43"/>
                  <a:gd name="T3" fmla="*/ 0 h 18"/>
                  <a:gd name="T4" fmla="*/ 39 w 43"/>
                  <a:gd name="T5" fmla="*/ 18 h 18"/>
                  <a:gd name="T6" fmla="*/ 3 w 43"/>
                  <a:gd name="T7" fmla="*/ 18 h 18"/>
                  <a:gd name="T8" fmla="*/ 3 w 43"/>
                  <a:gd name="T9" fmla="*/ 7 h 18"/>
                  <a:gd name="T10" fmla="*/ 0 w 43"/>
                  <a:gd name="T11" fmla="*/ 0 h 18"/>
                </a:gdLst>
                <a:ahLst/>
                <a:cxnLst>
                  <a:cxn ang="0">
                    <a:pos x="T0" y="T1"/>
                  </a:cxn>
                  <a:cxn ang="0">
                    <a:pos x="T2" y="T3"/>
                  </a:cxn>
                  <a:cxn ang="0">
                    <a:pos x="T4" y="T5"/>
                  </a:cxn>
                  <a:cxn ang="0">
                    <a:pos x="T6" y="T7"/>
                  </a:cxn>
                  <a:cxn ang="0">
                    <a:pos x="T8" y="T9"/>
                  </a:cxn>
                  <a:cxn ang="0">
                    <a:pos x="T10" y="T11"/>
                  </a:cxn>
                </a:cxnLst>
                <a:rect l="0" t="0" r="r" b="b"/>
                <a:pathLst>
                  <a:path w="43" h="18">
                    <a:moveTo>
                      <a:pt x="0" y="0"/>
                    </a:moveTo>
                    <a:cubicBezTo>
                      <a:pt x="43" y="0"/>
                      <a:pt x="43" y="0"/>
                      <a:pt x="43" y="0"/>
                    </a:cubicBezTo>
                    <a:cubicBezTo>
                      <a:pt x="42" y="5"/>
                      <a:pt x="39" y="12"/>
                      <a:pt x="39" y="18"/>
                    </a:cubicBezTo>
                    <a:cubicBezTo>
                      <a:pt x="3" y="18"/>
                      <a:pt x="3" y="18"/>
                      <a:pt x="3" y="18"/>
                    </a:cubicBezTo>
                    <a:cubicBezTo>
                      <a:pt x="3" y="14"/>
                      <a:pt x="3" y="10"/>
                      <a:pt x="3" y="7"/>
                    </a:cubicBezTo>
                    <a:cubicBezTo>
                      <a:pt x="2" y="5"/>
                      <a:pt x="1" y="2"/>
                      <a:pt x="0"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4" name="Freeform 41"/>
              <p:cNvSpPr>
                <a:spLocks/>
              </p:cNvSpPr>
              <p:nvPr/>
            </p:nvSpPr>
            <p:spPr bwMode="auto">
              <a:xfrm>
                <a:off x="3180" y="1686"/>
                <a:ext cx="81" cy="34"/>
              </a:xfrm>
              <a:custGeom>
                <a:avLst/>
                <a:gdLst>
                  <a:gd name="T0" fmla="*/ 0 w 42"/>
                  <a:gd name="T1" fmla="*/ 0 h 18"/>
                  <a:gd name="T2" fmla="*/ 42 w 42"/>
                  <a:gd name="T3" fmla="*/ 0 h 18"/>
                  <a:gd name="T4" fmla="*/ 38 w 42"/>
                  <a:gd name="T5" fmla="*/ 18 h 18"/>
                  <a:gd name="T6" fmla="*/ 2 w 42"/>
                  <a:gd name="T7" fmla="*/ 18 h 18"/>
                  <a:gd name="T8" fmla="*/ 2 w 42"/>
                  <a:gd name="T9" fmla="*/ 6 h 18"/>
                  <a:gd name="T10" fmla="*/ 0 w 42"/>
                  <a:gd name="T11" fmla="*/ 0 h 18"/>
                </a:gdLst>
                <a:ahLst/>
                <a:cxnLst>
                  <a:cxn ang="0">
                    <a:pos x="T0" y="T1"/>
                  </a:cxn>
                  <a:cxn ang="0">
                    <a:pos x="T2" y="T3"/>
                  </a:cxn>
                  <a:cxn ang="0">
                    <a:pos x="T4" y="T5"/>
                  </a:cxn>
                  <a:cxn ang="0">
                    <a:pos x="T6" y="T7"/>
                  </a:cxn>
                  <a:cxn ang="0">
                    <a:pos x="T8" y="T9"/>
                  </a:cxn>
                  <a:cxn ang="0">
                    <a:pos x="T10" y="T11"/>
                  </a:cxn>
                </a:cxnLst>
                <a:rect l="0" t="0" r="r" b="b"/>
                <a:pathLst>
                  <a:path w="42" h="18">
                    <a:moveTo>
                      <a:pt x="0" y="0"/>
                    </a:moveTo>
                    <a:cubicBezTo>
                      <a:pt x="42" y="0"/>
                      <a:pt x="42" y="0"/>
                      <a:pt x="42" y="0"/>
                    </a:cubicBezTo>
                    <a:cubicBezTo>
                      <a:pt x="41" y="5"/>
                      <a:pt x="38" y="13"/>
                      <a:pt x="38" y="18"/>
                    </a:cubicBezTo>
                    <a:cubicBezTo>
                      <a:pt x="2" y="18"/>
                      <a:pt x="2" y="18"/>
                      <a:pt x="2" y="18"/>
                    </a:cubicBezTo>
                    <a:cubicBezTo>
                      <a:pt x="2" y="13"/>
                      <a:pt x="2" y="9"/>
                      <a:pt x="2" y="6"/>
                    </a:cubicBezTo>
                    <a:cubicBezTo>
                      <a:pt x="1" y="4"/>
                      <a:pt x="1" y="2"/>
                      <a:pt x="0" y="0"/>
                    </a:cubicBezTo>
                    <a:close/>
                  </a:path>
                </a:pathLst>
              </a:custGeom>
              <a:solidFill>
                <a:srgbClr val="ECEB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5" name="Freeform 42"/>
              <p:cNvSpPr>
                <a:spLocks/>
              </p:cNvSpPr>
              <p:nvPr/>
            </p:nvSpPr>
            <p:spPr bwMode="auto">
              <a:xfrm>
                <a:off x="3180" y="1688"/>
                <a:ext cx="81" cy="36"/>
              </a:xfrm>
              <a:custGeom>
                <a:avLst/>
                <a:gdLst>
                  <a:gd name="T0" fmla="*/ 0 w 42"/>
                  <a:gd name="T1" fmla="*/ 0 h 19"/>
                  <a:gd name="T2" fmla="*/ 42 w 42"/>
                  <a:gd name="T3" fmla="*/ 0 h 19"/>
                  <a:gd name="T4" fmla="*/ 38 w 42"/>
                  <a:gd name="T5" fmla="*/ 19 h 19"/>
                  <a:gd name="T6" fmla="*/ 2 w 42"/>
                  <a:gd name="T7" fmla="*/ 19 h 19"/>
                  <a:gd name="T8" fmla="*/ 2 w 42"/>
                  <a:gd name="T9" fmla="*/ 5 h 19"/>
                  <a:gd name="T10" fmla="*/ 0 w 42"/>
                  <a:gd name="T11" fmla="*/ 0 h 19"/>
                </a:gdLst>
                <a:ahLst/>
                <a:cxnLst>
                  <a:cxn ang="0">
                    <a:pos x="T0" y="T1"/>
                  </a:cxn>
                  <a:cxn ang="0">
                    <a:pos x="T2" y="T3"/>
                  </a:cxn>
                  <a:cxn ang="0">
                    <a:pos x="T4" y="T5"/>
                  </a:cxn>
                  <a:cxn ang="0">
                    <a:pos x="T6" y="T7"/>
                  </a:cxn>
                  <a:cxn ang="0">
                    <a:pos x="T8" y="T9"/>
                  </a:cxn>
                  <a:cxn ang="0">
                    <a:pos x="T10" y="T11"/>
                  </a:cxn>
                </a:cxnLst>
                <a:rect l="0" t="0" r="r" b="b"/>
                <a:pathLst>
                  <a:path w="42" h="19">
                    <a:moveTo>
                      <a:pt x="0" y="0"/>
                    </a:moveTo>
                    <a:cubicBezTo>
                      <a:pt x="42" y="0"/>
                      <a:pt x="42" y="0"/>
                      <a:pt x="42" y="0"/>
                    </a:cubicBezTo>
                    <a:cubicBezTo>
                      <a:pt x="40" y="6"/>
                      <a:pt x="37" y="13"/>
                      <a:pt x="38" y="19"/>
                    </a:cubicBezTo>
                    <a:cubicBezTo>
                      <a:pt x="2" y="19"/>
                      <a:pt x="2" y="19"/>
                      <a:pt x="2" y="19"/>
                    </a:cubicBezTo>
                    <a:cubicBezTo>
                      <a:pt x="2" y="13"/>
                      <a:pt x="2" y="8"/>
                      <a:pt x="2" y="5"/>
                    </a:cubicBezTo>
                    <a:cubicBezTo>
                      <a:pt x="1" y="3"/>
                      <a:pt x="1" y="2"/>
                      <a:pt x="0"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6" name="Freeform 43"/>
              <p:cNvSpPr>
                <a:spLocks/>
              </p:cNvSpPr>
              <p:nvPr/>
            </p:nvSpPr>
            <p:spPr bwMode="auto">
              <a:xfrm>
                <a:off x="3182" y="1692"/>
                <a:ext cx="77" cy="34"/>
              </a:xfrm>
              <a:custGeom>
                <a:avLst/>
                <a:gdLst>
                  <a:gd name="T0" fmla="*/ 0 w 40"/>
                  <a:gd name="T1" fmla="*/ 0 h 18"/>
                  <a:gd name="T2" fmla="*/ 40 w 40"/>
                  <a:gd name="T3" fmla="*/ 0 h 18"/>
                  <a:gd name="T4" fmla="*/ 37 w 40"/>
                  <a:gd name="T5" fmla="*/ 18 h 18"/>
                  <a:gd name="T6" fmla="*/ 1 w 40"/>
                  <a:gd name="T7" fmla="*/ 18 h 18"/>
                  <a:gd name="T8" fmla="*/ 1 w 40"/>
                  <a:gd name="T9" fmla="*/ 3 h 18"/>
                  <a:gd name="T10" fmla="*/ 0 w 40"/>
                  <a:gd name="T11" fmla="*/ 0 h 18"/>
                </a:gdLst>
                <a:ahLst/>
                <a:cxnLst>
                  <a:cxn ang="0">
                    <a:pos x="T0" y="T1"/>
                  </a:cxn>
                  <a:cxn ang="0">
                    <a:pos x="T2" y="T3"/>
                  </a:cxn>
                  <a:cxn ang="0">
                    <a:pos x="T4" y="T5"/>
                  </a:cxn>
                  <a:cxn ang="0">
                    <a:pos x="T6" y="T7"/>
                  </a:cxn>
                  <a:cxn ang="0">
                    <a:pos x="T8" y="T9"/>
                  </a:cxn>
                  <a:cxn ang="0">
                    <a:pos x="T10" y="T11"/>
                  </a:cxn>
                </a:cxnLst>
                <a:rect l="0" t="0" r="r" b="b"/>
                <a:pathLst>
                  <a:path w="40" h="18">
                    <a:moveTo>
                      <a:pt x="0" y="0"/>
                    </a:moveTo>
                    <a:cubicBezTo>
                      <a:pt x="40" y="0"/>
                      <a:pt x="40" y="0"/>
                      <a:pt x="40" y="0"/>
                    </a:cubicBezTo>
                    <a:cubicBezTo>
                      <a:pt x="39" y="5"/>
                      <a:pt x="36" y="13"/>
                      <a:pt x="37" y="18"/>
                    </a:cubicBezTo>
                    <a:cubicBezTo>
                      <a:pt x="1" y="18"/>
                      <a:pt x="1" y="18"/>
                      <a:pt x="1" y="18"/>
                    </a:cubicBezTo>
                    <a:cubicBezTo>
                      <a:pt x="1" y="12"/>
                      <a:pt x="1" y="7"/>
                      <a:pt x="1" y="3"/>
                    </a:cubicBezTo>
                    <a:cubicBezTo>
                      <a:pt x="0" y="2"/>
                      <a:pt x="0" y="1"/>
                      <a:pt x="0" y="0"/>
                    </a:cubicBez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7" name="Freeform 44"/>
              <p:cNvSpPr>
                <a:spLocks/>
              </p:cNvSpPr>
              <p:nvPr/>
            </p:nvSpPr>
            <p:spPr bwMode="auto">
              <a:xfrm>
                <a:off x="3182" y="1694"/>
                <a:ext cx="77" cy="34"/>
              </a:xfrm>
              <a:custGeom>
                <a:avLst/>
                <a:gdLst>
                  <a:gd name="T0" fmla="*/ 0 w 40"/>
                  <a:gd name="T1" fmla="*/ 0 h 18"/>
                  <a:gd name="T2" fmla="*/ 40 w 40"/>
                  <a:gd name="T3" fmla="*/ 0 h 18"/>
                  <a:gd name="T4" fmla="*/ 37 w 40"/>
                  <a:gd name="T5" fmla="*/ 18 h 18"/>
                  <a:gd name="T6" fmla="*/ 1 w 40"/>
                  <a:gd name="T7" fmla="*/ 18 h 18"/>
                  <a:gd name="T8" fmla="*/ 1 w 40"/>
                  <a:gd name="T9" fmla="*/ 2 h 18"/>
                  <a:gd name="T10" fmla="*/ 0 w 40"/>
                  <a:gd name="T11" fmla="*/ 0 h 18"/>
                </a:gdLst>
                <a:ahLst/>
                <a:cxnLst>
                  <a:cxn ang="0">
                    <a:pos x="T0" y="T1"/>
                  </a:cxn>
                  <a:cxn ang="0">
                    <a:pos x="T2" y="T3"/>
                  </a:cxn>
                  <a:cxn ang="0">
                    <a:pos x="T4" y="T5"/>
                  </a:cxn>
                  <a:cxn ang="0">
                    <a:pos x="T6" y="T7"/>
                  </a:cxn>
                  <a:cxn ang="0">
                    <a:pos x="T8" y="T9"/>
                  </a:cxn>
                  <a:cxn ang="0">
                    <a:pos x="T10" y="T11"/>
                  </a:cxn>
                </a:cxnLst>
                <a:rect l="0" t="0" r="r" b="b"/>
                <a:pathLst>
                  <a:path w="40" h="18">
                    <a:moveTo>
                      <a:pt x="0" y="0"/>
                    </a:moveTo>
                    <a:cubicBezTo>
                      <a:pt x="40" y="0"/>
                      <a:pt x="40" y="0"/>
                      <a:pt x="40" y="0"/>
                    </a:cubicBezTo>
                    <a:cubicBezTo>
                      <a:pt x="38" y="6"/>
                      <a:pt x="36" y="13"/>
                      <a:pt x="37" y="18"/>
                    </a:cubicBezTo>
                    <a:cubicBezTo>
                      <a:pt x="1" y="18"/>
                      <a:pt x="1" y="18"/>
                      <a:pt x="1" y="18"/>
                    </a:cubicBezTo>
                    <a:cubicBezTo>
                      <a:pt x="1" y="11"/>
                      <a:pt x="1" y="6"/>
                      <a:pt x="1" y="2"/>
                    </a:cubicBezTo>
                    <a:cubicBezTo>
                      <a:pt x="0" y="1"/>
                      <a:pt x="0" y="1"/>
                      <a:pt x="0" y="0"/>
                    </a:cubicBezTo>
                    <a:close/>
                  </a:path>
                </a:pathLst>
              </a:cu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8" name="Freeform 45"/>
              <p:cNvSpPr>
                <a:spLocks/>
              </p:cNvSpPr>
              <p:nvPr/>
            </p:nvSpPr>
            <p:spPr bwMode="auto">
              <a:xfrm>
                <a:off x="3184" y="1696"/>
                <a:ext cx="75" cy="36"/>
              </a:xfrm>
              <a:custGeom>
                <a:avLst/>
                <a:gdLst>
                  <a:gd name="T0" fmla="*/ 0 w 39"/>
                  <a:gd name="T1" fmla="*/ 0 h 19"/>
                  <a:gd name="T2" fmla="*/ 39 w 39"/>
                  <a:gd name="T3" fmla="*/ 0 h 19"/>
                  <a:gd name="T4" fmla="*/ 37 w 39"/>
                  <a:gd name="T5" fmla="*/ 19 h 19"/>
                  <a:gd name="T6" fmla="*/ 0 w 39"/>
                  <a:gd name="T7" fmla="*/ 19 h 19"/>
                  <a:gd name="T8" fmla="*/ 0 w 39"/>
                  <a:gd name="T9" fmla="*/ 1 h 19"/>
                  <a:gd name="T10" fmla="*/ 0 w 39"/>
                  <a:gd name="T11" fmla="*/ 0 h 19"/>
                </a:gdLst>
                <a:ahLst/>
                <a:cxnLst>
                  <a:cxn ang="0">
                    <a:pos x="T0" y="T1"/>
                  </a:cxn>
                  <a:cxn ang="0">
                    <a:pos x="T2" y="T3"/>
                  </a:cxn>
                  <a:cxn ang="0">
                    <a:pos x="T4" y="T5"/>
                  </a:cxn>
                  <a:cxn ang="0">
                    <a:pos x="T6" y="T7"/>
                  </a:cxn>
                  <a:cxn ang="0">
                    <a:pos x="T8" y="T9"/>
                  </a:cxn>
                  <a:cxn ang="0">
                    <a:pos x="T10" y="T11"/>
                  </a:cxn>
                </a:cxnLst>
                <a:rect l="0" t="0" r="r" b="b"/>
                <a:pathLst>
                  <a:path w="39" h="19">
                    <a:moveTo>
                      <a:pt x="0" y="0"/>
                    </a:moveTo>
                    <a:cubicBezTo>
                      <a:pt x="39" y="0"/>
                      <a:pt x="39" y="0"/>
                      <a:pt x="39" y="0"/>
                    </a:cubicBezTo>
                    <a:cubicBezTo>
                      <a:pt x="37" y="6"/>
                      <a:pt x="34" y="14"/>
                      <a:pt x="37" y="19"/>
                    </a:cubicBezTo>
                    <a:cubicBezTo>
                      <a:pt x="0" y="19"/>
                      <a:pt x="0" y="19"/>
                      <a:pt x="0" y="19"/>
                    </a:cubicBezTo>
                    <a:cubicBezTo>
                      <a:pt x="0" y="11"/>
                      <a:pt x="1" y="5"/>
                      <a:pt x="0" y="1"/>
                    </a:cubicBezTo>
                    <a:lnTo>
                      <a:pt x="0" y="0"/>
                    </a:ln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19" name="Freeform 46"/>
              <p:cNvSpPr>
                <a:spLocks/>
              </p:cNvSpPr>
              <p:nvPr/>
            </p:nvSpPr>
            <p:spPr bwMode="auto">
              <a:xfrm>
                <a:off x="3184" y="1699"/>
                <a:ext cx="73" cy="35"/>
              </a:xfrm>
              <a:custGeom>
                <a:avLst/>
                <a:gdLst>
                  <a:gd name="T0" fmla="*/ 0 w 38"/>
                  <a:gd name="T1" fmla="*/ 0 h 18"/>
                  <a:gd name="T2" fmla="*/ 38 w 38"/>
                  <a:gd name="T3" fmla="*/ 0 h 18"/>
                  <a:gd name="T4" fmla="*/ 37 w 38"/>
                  <a:gd name="T5" fmla="*/ 18 h 18"/>
                  <a:gd name="T6" fmla="*/ 37 w 38"/>
                  <a:gd name="T7" fmla="*/ 18 h 18"/>
                  <a:gd name="T8" fmla="*/ 0 w 38"/>
                  <a:gd name="T9" fmla="*/ 18 h 18"/>
                  <a:gd name="T10" fmla="*/ 0 w 38"/>
                  <a:gd name="T11" fmla="*/ 0 h 18"/>
                </a:gdLst>
                <a:ahLst/>
                <a:cxnLst>
                  <a:cxn ang="0">
                    <a:pos x="T0" y="T1"/>
                  </a:cxn>
                  <a:cxn ang="0">
                    <a:pos x="T2" y="T3"/>
                  </a:cxn>
                  <a:cxn ang="0">
                    <a:pos x="T4" y="T5"/>
                  </a:cxn>
                  <a:cxn ang="0">
                    <a:pos x="T6" y="T7"/>
                  </a:cxn>
                  <a:cxn ang="0">
                    <a:pos x="T8" y="T9"/>
                  </a:cxn>
                  <a:cxn ang="0">
                    <a:pos x="T10" y="T11"/>
                  </a:cxn>
                </a:cxnLst>
                <a:rect l="0" t="0" r="r" b="b"/>
                <a:pathLst>
                  <a:path w="38" h="18">
                    <a:moveTo>
                      <a:pt x="0" y="0"/>
                    </a:moveTo>
                    <a:cubicBezTo>
                      <a:pt x="38" y="0"/>
                      <a:pt x="38" y="0"/>
                      <a:pt x="38" y="0"/>
                    </a:cubicBezTo>
                    <a:cubicBezTo>
                      <a:pt x="36" y="6"/>
                      <a:pt x="34" y="13"/>
                      <a:pt x="37" y="18"/>
                    </a:cubicBezTo>
                    <a:cubicBezTo>
                      <a:pt x="37" y="18"/>
                      <a:pt x="37" y="18"/>
                      <a:pt x="37" y="18"/>
                    </a:cubicBezTo>
                    <a:cubicBezTo>
                      <a:pt x="0" y="18"/>
                      <a:pt x="0" y="18"/>
                      <a:pt x="0" y="18"/>
                    </a:cubicBezTo>
                    <a:cubicBezTo>
                      <a:pt x="0" y="10"/>
                      <a:pt x="1" y="4"/>
                      <a:pt x="0"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0" name="Freeform 47"/>
              <p:cNvSpPr>
                <a:spLocks/>
              </p:cNvSpPr>
              <p:nvPr/>
            </p:nvSpPr>
            <p:spPr bwMode="auto">
              <a:xfrm>
                <a:off x="3184" y="1701"/>
                <a:ext cx="73" cy="35"/>
              </a:xfrm>
              <a:custGeom>
                <a:avLst/>
                <a:gdLst>
                  <a:gd name="T0" fmla="*/ 0 w 38"/>
                  <a:gd name="T1" fmla="*/ 0 h 18"/>
                  <a:gd name="T2" fmla="*/ 38 w 38"/>
                  <a:gd name="T3" fmla="*/ 0 h 18"/>
                  <a:gd name="T4" fmla="*/ 37 w 38"/>
                  <a:gd name="T5" fmla="*/ 17 h 18"/>
                  <a:gd name="T6" fmla="*/ 38 w 38"/>
                  <a:gd name="T7" fmla="*/ 18 h 18"/>
                  <a:gd name="T8" fmla="*/ 0 w 38"/>
                  <a:gd name="T9" fmla="*/ 18 h 18"/>
                  <a:gd name="T10" fmla="*/ 0 w 38"/>
                  <a:gd name="T11" fmla="*/ 0 h 18"/>
                </a:gdLst>
                <a:ahLst/>
                <a:cxnLst>
                  <a:cxn ang="0">
                    <a:pos x="T0" y="T1"/>
                  </a:cxn>
                  <a:cxn ang="0">
                    <a:pos x="T2" y="T3"/>
                  </a:cxn>
                  <a:cxn ang="0">
                    <a:pos x="T4" y="T5"/>
                  </a:cxn>
                  <a:cxn ang="0">
                    <a:pos x="T6" y="T7"/>
                  </a:cxn>
                  <a:cxn ang="0">
                    <a:pos x="T8" y="T9"/>
                  </a:cxn>
                  <a:cxn ang="0">
                    <a:pos x="T10" y="T11"/>
                  </a:cxn>
                </a:cxnLst>
                <a:rect l="0" t="0" r="r" b="b"/>
                <a:pathLst>
                  <a:path w="38" h="18">
                    <a:moveTo>
                      <a:pt x="0" y="0"/>
                    </a:moveTo>
                    <a:cubicBezTo>
                      <a:pt x="38" y="0"/>
                      <a:pt x="38" y="0"/>
                      <a:pt x="38" y="0"/>
                    </a:cubicBezTo>
                    <a:cubicBezTo>
                      <a:pt x="36" y="6"/>
                      <a:pt x="35" y="12"/>
                      <a:pt x="37" y="17"/>
                    </a:cubicBezTo>
                    <a:cubicBezTo>
                      <a:pt x="37" y="17"/>
                      <a:pt x="38" y="18"/>
                      <a:pt x="38" y="18"/>
                    </a:cubicBezTo>
                    <a:cubicBezTo>
                      <a:pt x="0" y="18"/>
                      <a:pt x="0" y="18"/>
                      <a:pt x="0" y="18"/>
                    </a:cubicBezTo>
                    <a:cubicBezTo>
                      <a:pt x="0" y="11"/>
                      <a:pt x="1" y="5"/>
                      <a:pt x="0"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1" name="Freeform 48"/>
              <p:cNvSpPr>
                <a:spLocks/>
              </p:cNvSpPr>
              <p:nvPr/>
            </p:nvSpPr>
            <p:spPr bwMode="auto">
              <a:xfrm>
                <a:off x="3184" y="1703"/>
                <a:ext cx="75" cy="35"/>
              </a:xfrm>
              <a:custGeom>
                <a:avLst/>
                <a:gdLst>
                  <a:gd name="T0" fmla="*/ 0 w 39"/>
                  <a:gd name="T1" fmla="*/ 0 h 18"/>
                  <a:gd name="T2" fmla="*/ 37 w 39"/>
                  <a:gd name="T3" fmla="*/ 0 h 18"/>
                  <a:gd name="T4" fmla="*/ 37 w 39"/>
                  <a:gd name="T5" fmla="*/ 16 h 18"/>
                  <a:gd name="T6" fmla="*/ 39 w 39"/>
                  <a:gd name="T7" fmla="*/ 18 h 18"/>
                  <a:gd name="T8" fmla="*/ 0 w 39"/>
                  <a:gd name="T9" fmla="*/ 18 h 18"/>
                  <a:gd name="T10" fmla="*/ 0 w 39"/>
                  <a:gd name="T11" fmla="*/ 0 h 18"/>
                </a:gdLst>
                <a:ahLst/>
                <a:cxnLst>
                  <a:cxn ang="0">
                    <a:pos x="T0" y="T1"/>
                  </a:cxn>
                  <a:cxn ang="0">
                    <a:pos x="T2" y="T3"/>
                  </a:cxn>
                  <a:cxn ang="0">
                    <a:pos x="T4" y="T5"/>
                  </a:cxn>
                  <a:cxn ang="0">
                    <a:pos x="T6" y="T7"/>
                  </a:cxn>
                  <a:cxn ang="0">
                    <a:pos x="T8" y="T9"/>
                  </a:cxn>
                  <a:cxn ang="0">
                    <a:pos x="T10" y="T11"/>
                  </a:cxn>
                </a:cxnLst>
                <a:rect l="0" t="0" r="r" b="b"/>
                <a:pathLst>
                  <a:path w="39" h="18">
                    <a:moveTo>
                      <a:pt x="0" y="0"/>
                    </a:moveTo>
                    <a:cubicBezTo>
                      <a:pt x="37" y="0"/>
                      <a:pt x="37" y="0"/>
                      <a:pt x="37" y="0"/>
                    </a:cubicBezTo>
                    <a:cubicBezTo>
                      <a:pt x="36" y="6"/>
                      <a:pt x="35" y="11"/>
                      <a:pt x="37" y="16"/>
                    </a:cubicBezTo>
                    <a:cubicBezTo>
                      <a:pt x="38" y="16"/>
                      <a:pt x="38" y="17"/>
                      <a:pt x="39" y="18"/>
                    </a:cubicBezTo>
                    <a:cubicBezTo>
                      <a:pt x="0" y="18"/>
                      <a:pt x="0" y="18"/>
                      <a:pt x="0" y="18"/>
                    </a:cubicBezTo>
                    <a:cubicBezTo>
                      <a:pt x="0" y="11"/>
                      <a:pt x="1" y="5"/>
                      <a:pt x="0"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2" name="Freeform 49"/>
              <p:cNvSpPr>
                <a:spLocks/>
              </p:cNvSpPr>
              <p:nvPr/>
            </p:nvSpPr>
            <p:spPr bwMode="auto">
              <a:xfrm>
                <a:off x="3184" y="1705"/>
                <a:ext cx="75" cy="36"/>
              </a:xfrm>
              <a:custGeom>
                <a:avLst/>
                <a:gdLst>
                  <a:gd name="T0" fmla="*/ 0 w 39"/>
                  <a:gd name="T1" fmla="*/ 0 h 19"/>
                  <a:gd name="T2" fmla="*/ 37 w 39"/>
                  <a:gd name="T3" fmla="*/ 0 h 19"/>
                  <a:gd name="T4" fmla="*/ 37 w 39"/>
                  <a:gd name="T5" fmla="*/ 15 h 19"/>
                  <a:gd name="T6" fmla="*/ 39 w 39"/>
                  <a:gd name="T7" fmla="*/ 19 h 19"/>
                  <a:gd name="T8" fmla="*/ 0 w 39"/>
                  <a:gd name="T9" fmla="*/ 19 h 19"/>
                  <a:gd name="T10" fmla="*/ 0 w 39"/>
                  <a:gd name="T11" fmla="*/ 0 h 19"/>
                </a:gdLst>
                <a:ahLst/>
                <a:cxnLst>
                  <a:cxn ang="0">
                    <a:pos x="T0" y="T1"/>
                  </a:cxn>
                  <a:cxn ang="0">
                    <a:pos x="T2" y="T3"/>
                  </a:cxn>
                  <a:cxn ang="0">
                    <a:pos x="T4" y="T5"/>
                  </a:cxn>
                  <a:cxn ang="0">
                    <a:pos x="T6" y="T7"/>
                  </a:cxn>
                  <a:cxn ang="0">
                    <a:pos x="T8" y="T9"/>
                  </a:cxn>
                  <a:cxn ang="0">
                    <a:pos x="T10" y="T11"/>
                  </a:cxn>
                </a:cxnLst>
                <a:rect l="0" t="0" r="r" b="b"/>
                <a:pathLst>
                  <a:path w="39" h="19">
                    <a:moveTo>
                      <a:pt x="0" y="0"/>
                    </a:moveTo>
                    <a:cubicBezTo>
                      <a:pt x="37" y="0"/>
                      <a:pt x="37" y="0"/>
                      <a:pt x="37" y="0"/>
                    </a:cubicBezTo>
                    <a:cubicBezTo>
                      <a:pt x="36" y="6"/>
                      <a:pt x="35" y="11"/>
                      <a:pt x="37" y="15"/>
                    </a:cubicBezTo>
                    <a:cubicBezTo>
                      <a:pt x="38" y="16"/>
                      <a:pt x="39" y="17"/>
                      <a:pt x="39" y="19"/>
                    </a:cubicBezTo>
                    <a:cubicBezTo>
                      <a:pt x="0" y="19"/>
                      <a:pt x="0" y="19"/>
                      <a:pt x="0" y="19"/>
                    </a:cubicBezTo>
                    <a:cubicBezTo>
                      <a:pt x="0" y="11"/>
                      <a:pt x="1" y="5"/>
                      <a:pt x="0"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3" name="Freeform 50"/>
              <p:cNvSpPr>
                <a:spLocks/>
              </p:cNvSpPr>
              <p:nvPr/>
            </p:nvSpPr>
            <p:spPr bwMode="auto">
              <a:xfrm>
                <a:off x="3184" y="1709"/>
                <a:ext cx="77" cy="34"/>
              </a:xfrm>
              <a:custGeom>
                <a:avLst/>
                <a:gdLst>
                  <a:gd name="T0" fmla="*/ 0 w 40"/>
                  <a:gd name="T1" fmla="*/ 0 h 18"/>
                  <a:gd name="T2" fmla="*/ 37 w 40"/>
                  <a:gd name="T3" fmla="*/ 0 h 18"/>
                  <a:gd name="T4" fmla="*/ 37 w 40"/>
                  <a:gd name="T5" fmla="*/ 13 h 18"/>
                  <a:gd name="T6" fmla="*/ 40 w 40"/>
                  <a:gd name="T7" fmla="*/ 18 h 18"/>
                  <a:gd name="T8" fmla="*/ 0 w 40"/>
                  <a:gd name="T9" fmla="*/ 18 h 18"/>
                  <a:gd name="T10" fmla="*/ 0 w 40"/>
                  <a:gd name="T11" fmla="*/ 0 h 18"/>
                </a:gdLst>
                <a:ahLst/>
                <a:cxnLst>
                  <a:cxn ang="0">
                    <a:pos x="T0" y="T1"/>
                  </a:cxn>
                  <a:cxn ang="0">
                    <a:pos x="T2" y="T3"/>
                  </a:cxn>
                  <a:cxn ang="0">
                    <a:pos x="T4" y="T5"/>
                  </a:cxn>
                  <a:cxn ang="0">
                    <a:pos x="T6" y="T7"/>
                  </a:cxn>
                  <a:cxn ang="0">
                    <a:pos x="T8" y="T9"/>
                  </a:cxn>
                  <a:cxn ang="0">
                    <a:pos x="T10" y="T11"/>
                  </a:cxn>
                </a:cxnLst>
                <a:rect l="0" t="0" r="r" b="b"/>
                <a:pathLst>
                  <a:path w="40" h="18">
                    <a:moveTo>
                      <a:pt x="0" y="0"/>
                    </a:moveTo>
                    <a:cubicBezTo>
                      <a:pt x="37" y="0"/>
                      <a:pt x="37" y="0"/>
                      <a:pt x="37" y="0"/>
                    </a:cubicBezTo>
                    <a:cubicBezTo>
                      <a:pt x="36" y="4"/>
                      <a:pt x="35" y="9"/>
                      <a:pt x="37" y="13"/>
                    </a:cubicBezTo>
                    <a:cubicBezTo>
                      <a:pt x="38" y="14"/>
                      <a:pt x="39" y="16"/>
                      <a:pt x="40" y="18"/>
                    </a:cubicBezTo>
                    <a:cubicBezTo>
                      <a:pt x="0" y="18"/>
                      <a:pt x="0" y="18"/>
                      <a:pt x="0" y="18"/>
                    </a:cubicBezTo>
                    <a:cubicBezTo>
                      <a:pt x="0" y="11"/>
                      <a:pt x="0" y="5"/>
                      <a:pt x="0" y="0"/>
                    </a:cubicBezTo>
                    <a:close/>
                  </a:path>
                </a:pathLst>
              </a:custGeom>
              <a:solidFill>
                <a:srgbClr val="F7F6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4" name="Freeform 51"/>
              <p:cNvSpPr>
                <a:spLocks/>
              </p:cNvSpPr>
              <p:nvPr/>
            </p:nvSpPr>
            <p:spPr bwMode="auto">
              <a:xfrm>
                <a:off x="3184" y="1711"/>
                <a:ext cx="77" cy="34"/>
              </a:xfrm>
              <a:custGeom>
                <a:avLst/>
                <a:gdLst>
                  <a:gd name="T0" fmla="*/ 0 w 40"/>
                  <a:gd name="T1" fmla="*/ 0 h 18"/>
                  <a:gd name="T2" fmla="*/ 36 w 40"/>
                  <a:gd name="T3" fmla="*/ 0 h 18"/>
                  <a:gd name="T4" fmla="*/ 37 w 40"/>
                  <a:gd name="T5" fmla="*/ 12 h 18"/>
                  <a:gd name="T6" fmla="*/ 40 w 40"/>
                  <a:gd name="T7" fmla="*/ 18 h 18"/>
                  <a:gd name="T8" fmla="*/ 0 w 40"/>
                  <a:gd name="T9" fmla="*/ 18 h 18"/>
                  <a:gd name="T10" fmla="*/ 0 w 40"/>
                  <a:gd name="T11" fmla="*/ 0 h 18"/>
                </a:gdLst>
                <a:ahLst/>
                <a:cxnLst>
                  <a:cxn ang="0">
                    <a:pos x="T0" y="T1"/>
                  </a:cxn>
                  <a:cxn ang="0">
                    <a:pos x="T2" y="T3"/>
                  </a:cxn>
                  <a:cxn ang="0">
                    <a:pos x="T4" y="T5"/>
                  </a:cxn>
                  <a:cxn ang="0">
                    <a:pos x="T6" y="T7"/>
                  </a:cxn>
                  <a:cxn ang="0">
                    <a:pos x="T8" y="T9"/>
                  </a:cxn>
                  <a:cxn ang="0">
                    <a:pos x="T10" y="T11"/>
                  </a:cxn>
                </a:cxnLst>
                <a:rect l="0" t="0" r="r" b="b"/>
                <a:pathLst>
                  <a:path w="40" h="18">
                    <a:moveTo>
                      <a:pt x="0" y="0"/>
                    </a:moveTo>
                    <a:cubicBezTo>
                      <a:pt x="36" y="0"/>
                      <a:pt x="36" y="0"/>
                      <a:pt x="36" y="0"/>
                    </a:cubicBezTo>
                    <a:cubicBezTo>
                      <a:pt x="36" y="4"/>
                      <a:pt x="35" y="8"/>
                      <a:pt x="37" y="12"/>
                    </a:cubicBezTo>
                    <a:cubicBezTo>
                      <a:pt x="38" y="13"/>
                      <a:pt x="39" y="16"/>
                      <a:pt x="40" y="18"/>
                    </a:cubicBezTo>
                    <a:cubicBezTo>
                      <a:pt x="0" y="18"/>
                      <a:pt x="0" y="18"/>
                      <a:pt x="0" y="18"/>
                    </a:cubicBezTo>
                    <a:cubicBezTo>
                      <a:pt x="0" y="11"/>
                      <a:pt x="0" y="5"/>
                      <a:pt x="0"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5" name="Freeform 52"/>
              <p:cNvSpPr>
                <a:spLocks/>
              </p:cNvSpPr>
              <p:nvPr/>
            </p:nvSpPr>
            <p:spPr bwMode="auto">
              <a:xfrm>
                <a:off x="3182" y="1713"/>
                <a:ext cx="80" cy="36"/>
              </a:xfrm>
              <a:custGeom>
                <a:avLst/>
                <a:gdLst>
                  <a:gd name="T0" fmla="*/ 1 w 42"/>
                  <a:gd name="T1" fmla="*/ 0 h 19"/>
                  <a:gd name="T2" fmla="*/ 37 w 42"/>
                  <a:gd name="T3" fmla="*/ 0 h 19"/>
                  <a:gd name="T4" fmla="*/ 38 w 42"/>
                  <a:gd name="T5" fmla="*/ 11 h 19"/>
                  <a:gd name="T6" fmla="*/ 42 w 42"/>
                  <a:gd name="T7" fmla="*/ 19 h 19"/>
                  <a:gd name="T8" fmla="*/ 0 w 42"/>
                  <a:gd name="T9" fmla="*/ 19 h 19"/>
                  <a:gd name="T10" fmla="*/ 1 w 42"/>
                  <a:gd name="T11" fmla="*/ 0 h 19"/>
                </a:gdLst>
                <a:ahLst/>
                <a:cxnLst>
                  <a:cxn ang="0">
                    <a:pos x="T0" y="T1"/>
                  </a:cxn>
                  <a:cxn ang="0">
                    <a:pos x="T2" y="T3"/>
                  </a:cxn>
                  <a:cxn ang="0">
                    <a:pos x="T4" y="T5"/>
                  </a:cxn>
                  <a:cxn ang="0">
                    <a:pos x="T6" y="T7"/>
                  </a:cxn>
                  <a:cxn ang="0">
                    <a:pos x="T8" y="T9"/>
                  </a:cxn>
                  <a:cxn ang="0">
                    <a:pos x="T10" y="T11"/>
                  </a:cxn>
                </a:cxnLst>
                <a:rect l="0" t="0" r="r" b="b"/>
                <a:pathLst>
                  <a:path w="42" h="19">
                    <a:moveTo>
                      <a:pt x="1" y="0"/>
                    </a:moveTo>
                    <a:cubicBezTo>
                      <a:pt x="37" y="0"/>
                      <a:pt x="37" y="0"/>
                      <a:pt x="37" y="0"/>
                    </a:cubicBezTo>
                    <a:cubicBezTo>
                      <a:pt x="36" y="4"/>
                      <a:pt x="36" y="8"/>
                      <a:pt x="38" y="11"/>
                    </a:cubicBezTo>
                    <a:cubicBezTo>
                      <a:pt x="39" y="13"/>
                      <a:pt x="41" y="15"/>
                      <a:pt x="42" y="19"/>
                    </a:cubicBezTo>
                    <a:cubicBezTo>
                      <a:pt x="0" y="19"/>
                      <a:pt x="0" y="19"/>
                      <a:pt x="0" y="19"/>
                    </a:cubicBezTo>
                    <a:cubicBezTo>
                      <a:pt x="1" y="11"/>
                      <a:pt x="1" y="5"/>
                      <a:pt x="1" y="0"/>
                    </a:cubicBezTo>
                    <a:close/>
                  </a:path>
                </a:pathLst>
              </a:custGeom>
              <a:solidFill>
                <a:srgbClr val="F9F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6" name="Freeform 53"/>
              <p:cNvSpPr>
                <a:spLocks/>
              </p:cNvSpPr>
              <p:nvPr/>
            </p:nvSpPr>
            <p:spPr bwMode="auto">
              <a:xfrm>
                <a:off x="3182" y="1717"/>
                <a:ext cx="80" cy="34"/>
              </a:xfrm>
              <a:custGeom>
                <a:avLst/>
                <a:gdLst>
                  <a:gd name="T0" fmla="*/ 1 w 42"/>
                  <a:gd name="T1" fmla="*/ 0 h 18"/>
                  <a:gd name="T2" fmla="*/ 37 w 42"/>
                  <a:gd name="T3" fmla="*/ 0 h 18"/>
                  <a:gd name="T4" fmla="*/ 38 w 42"/>
                  <a:gd name="T5" fmla="*/ 9 h 18"/>
                  <a:gd name="T6" fmla="*/ 42 w 42"/>
                  <a:gd name="T7" fmla="*/ 18 h 18"/>
                  <a:gd name="T8" fmla="*/ 0 w 42"/>
                  <a:gd name="T9" fmla="*/ 18 h 18"/>
                  <a:gd name="T10" fmla="*/ 1 w 42"/>
                  <a:gd name="T11" fmla="*/ 0 h 18"/>
                </a:gdLst>
                <a:ahLst/>
                <a:cxnLst>
                  <a:cxn ang="0">
                    <a:pos x="T0" y="T1"/>
                  </a:cxn>
                  <a:cxn ang="0">
                    <a:pos x="T2" y="T3"/>
                  </a:cxn>
                  <a:cxn ang="0">
                    <a:pos x="T4" y="T5"/>
                  </a:cxn>
                  <a:cxn ang="0">
                    <a:pos x="T6" y="T7"/>
                  </a:cxn>
                  <a:cxn ang="0">
                    <a:pos x="T8" y="T9"/>
                  </a:cxn>
                  <a:cxn ang="0">
                    <a:pos x="T10" y="T11"/>
                  </a:cxn>
                </a:cxnLst>
                <a:rect l="0" t="0" r="r" b="b"/>
                <a:pathLst>
                  <a:path w="42" h="18">
                    <a:moveTo>
                      <a:pt x="1" y="0"/>
                    </a:moveTo>
                    <a:cubicBezTo>
                      <a:pt x="37" y="0"/>
                      <a:pt x="37" y="0"/>
                      <a:pt x="37" y="0"/>
                    </a:cubicBezTo>
                    <a:cubicBezTo>
                      <a:pt x="37" y="3"/>
                      <a:pt x="37" y="6"/>
                      <a:pt x="38" y="9"/>
                    </a:cubicBezTo>
                    <a:cubicBezTo>
                      <a:pt x="39" y="11"/>
                      <a:pt x="41" y="14"/>
                      <a:pt x="42" y="18"/>
                    </a:cubicBezTo>
                    <a:cubicBezTo>
                      <a:pt x="0" y="18"/>
                      <a:pt x="0" y="18"/>
                      <a:pt x="0" y="18"/>
                    </a:cubicBezTo>
                    <a:cubicBezTo>
                      <a:pt x="1" y="11"/>
                      <a:pt x="1" y="5"/>
                      <a:pt x="1"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7" name="Freeform 54"/>
              <p:cNvSpPr>
                <a:spLocks/>
              </p:cNvSpPr>
              <p:nvPr/>
            </p:nvSpPr>
            <p:spPr bwMode="auto">
              <a:xfrm>
                <a:off x="3182" y="1719"/>
                <a:ext cx="80" cy="34"/>
              </a:xfrm>
              <a:custGeom>
                <a:avLst/>
                <a:gdLst>
                  <a:gd name="T0" fmla="*/ 1 w 42"/>
                  <a:gd name="T1" fmla="*/ 0 h 18"/>
                  <a:gd name="T2" fmla="*/ 37 w 42"/>
                  <a:gd name="T3" fmla="*/ 0 h 18"/>
                  <a:gd name="T4" fmla="*/ 38 w 42"/>
                  <a:gd name="T5" fmla="*/ 8 h 18"/>
                  <a:gd name="T6" fmla="*/ 42 w 42"/>
                  <a:gd name="T7" fmla="*/ 18 h 18"/>
                  <a:gd name="T8" fmla="*/ 0 w 42"/>
                  <a:gd name="T9" fmla="*/ 18 h 18"/>
                  <a:gd name="T10" fmla="*/ 1 w 42"/>
                  <a:gd name="T11" fmla="*/ 0 h 18"/>
                </a:gdLst>
                <a:ahLst/>
                <a:cxnLst>
                  <a:cxn ang="0">
                    <a:pos x="T0" y="T1"/>
                  </a:cxn>
                  <a:cxn ang="0">
                    <a:pos x="T2" y="T3"/>
                  </a:cxn>
                  <a:cxn ang="0">
                    <a:pos x="T4" y="T5"/>
                  </a:cxn>
                  <a:cxn ang="0">
                    <a:pos x="T6" y="T7"/>
                  </a:cxn>
                  <a:cxn ang="0">
                    <a:pos x="T8" y="T9"/>
                  </a:cxn>
                  <a:cxn ang="0">
                    <a:pos x="T10" y="T11"/>
                  </a:cxn>
                </a:cxnLst>
                <a:rect l="0" t="0" r="r" b="b"/>
                <a:pathLst>
                  <a:path w="42" h="18">
                    <a:moveTo>
                      <a:pt x="1" y="0"/>
                    </a:moveTo>
                    <a:cubicBezTo>
                      <a:pt x="37" y="0"/>
                      <a:pt x="37" y="0"/>
                      <a:pt x="37" y="0"/>
                    </a:cubicBezTo>
                    <a:cubicBezTo>
                      <a:pt x="37" y="3"/>
                      <a:pt x="37" y="5"/>
                      <a:pt x="38" y="8"/>
                    </a:cubicBezTo>
                    <a:cubicBezTo>
                      <a:pt x="40" y="10"/>
                      <a:pt x="41" y="14"/>
                      <a:pt x="42" y="18"/>
                    </a:cubicBezTo>
                    <a:cubicBezTo>
                      <a:pt x="0" y="18"/>
                      <a:pt x="0" y="18"/>
                      <a:pt x="0" y="18"/>
                    </a:cubicBezTo>
                    <a:cubicBezTo>
                      <a:pt x="1" y="11"/>
                      <a:pt x="1" y="5"/>
                      <a:pt x="1" y="0"/>
                    </a:cubicBezTo>
                    <a:close/>
                  </a:path>
                </a:pathLst>
              </a:custGeom>
              <a:solidFill>
                <a:srgbClr val="FCFC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8" name="Freeform 55"/>
              <p:cNvSpPr>
                <a:spLocks/>
              </p:cNvSpPr>
              <p:nvPr/>
            </p:nvSpPr>
            <p:spPr bwMode="auto">
              <a:xfrm>
                <a:off x="3182" y="1720"/>
                <a:ext cx="82" cy="35"/>
              </a:xfrm>
              <a:custGeom>
                <a:avLst/>
                <a:gdLst>
                  <a:gd name="T0" fmla="*/ 1 w 43"/>
                  <a:gd name="T1" fmla="*/ 0 h 18"/>
                  <a:gd name="T2" fmla="*/ 37 w 43"/>
                  <a:gd name="T3" fmla="*/ 0 h 18"/>
                  <a:gd name="T4" fmla="*/ 38 w 43"/>
                  <a:gd name="T5" fmla="*/ 7 h 18"/>
                  <a:gd name="T6" fmla="*/ 43 w 43"/>
                  <a:gd name="T7" fmla="*/ 18 h 18"/>
                  <a:gd name="T8" fmla="*/ 0 w 43"/>
                  <a:gd name="T9" fmla="*/ 18 h 18"/>
                  <a:gd name="T10" fmla="*/ 1 w 43"/>
                  <a:gd name="T11" fmla="*/ 0 h 18"/>
                </a:gdLst>
                <a:ahLst/>
                <a:cxnLst>
                  <a:cxn ang="0">
                    <a:pos x="T0" y="T1"/>
                  </a:cxn>
                  <a:cxn ang="0">
                    <a:pos x="T2" y="T3"/>
                  </a:cxn>
                  <a:cxn ang="0">
                    <a:pos x="T4" y="T5"/>
                  </a:cxn>
                  <a:cxn ang="0">
                    <a:pos x="T6" y="T7"/>
                  </a:cxn>
                  <a:cxn ang="0">
                    <a:pos x="T8" y="T9"/>
                  </a:cxn>
                  <a:cxn ang="0">
                    <a:pos x="T10" y="T11"/>
                  </a:cxn>
                </a:cxnLst>
                <a:rect l="0" t="0" r="r" b="b"/>
                <a:pathLst>
                  <a:path w="43" h="18">
                    <a:moveTo>
                      <a:pt x="1" y="0"/>
                    </a:moveTo>
                    <a:cubicBezTo>
                      <a:pt x="37" y="0"/>
                      <a:pt x="37" y="0"/>
                      <a:pt x="37" y="0"/>
                    </a:cubicBezTo>
                    <a:cubicBezTo>
                      <a:pt x="37" y="2"/>
                      <a:pt x="37" y="5"/>
                      <a:pt x="38" y="7"/>
                    </a:cubicBezTo>
                    <a:cubicBezTo>
                      <a:pt x="40" y="9"/>
                      <a:pt x="41" y="14"/>
                      <a:pt x="43" y="18"/>
                    </a:cubicBezTo>
                    <a:cubicBezTo>
                      <a:pt x="0" y="18"/>
                      <a:pt x="0" y="18"/>
                      <a:pt x="0" y="18"/>
                    </a:cubicBezTo>
                    <a:cubicBezTo>
                      <a:pt x="1" y="11"/>
                      <a:pt x="1" y="5"/>
                      <a:pt x="1"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29" name="Freeform 56"/>
              <p:cNvSpPr>
                <a:spLocks/>
              </p:cNvSpPr>
              <p:nvPr/>
            </p:nvSpPr>
            <p:spPr bwMode="auto">
              <a:xfrm>
                <a:off x="3182" y="1722"/>
                <a:ext cx="82" cy="37"/>
              </a:xfrm>
              <a:custGeom>
                <a:avLst/>
                <a:gdLst>
                  <a:gd name="T0" fmla="*/ 1 w 43"/>
                  <a:gd name="T1" fmla="*/ 0 h 19"/>
                  <a:gd name="T2" fmla="*/ 37 w 43"/>
                  <a:gd name="T3" fmla="*/ 0 h 19"/>
                  <a:gd name="T4" fmla="*/ 38 w 43"/>
                  <a:gd name="T5" fmla="*/ 6 h 19"/>
                  <a:gd name="T6" fmla="*/ 43 w 43"/>
                  <a:gd name="T7" fmla="*/ 19 h 19"/>
                  <a:gd name="T8" fmla="*/ 0 w 43"/>
                  <a:gd name="T9" fmla="*/ 19 h 19"/>
                  <a:gd name="T10" fmla="*/ 1 w 43"/>
                  <a:gd name="T11" fmla="*/ 0 h 19"/>
                </a:gdLst>
                <a:ahLst/>
                <a:cxnLst>
                  <a:cxn ang="0">
                    <a:pos x="T0" y="T1"/>
                  </a:cxn>
                  <a:cxn ang="0">
                    <a:pos x="T2" y="T3"/>
                  </a:cxn>
                  <a:cxn ang="0">
                    <a:pos x="T4" y="T5"/>
                  </a:cxn>
                  <a:cxn ang="0">
                    <a:pos x="T6" y="T7"/>
                  </a:cxn>
                  <a:cxn ang="0">
                    <a:pos x="T8" y="T9"/>
                  </a:cxn>
                  <a:cxn ang="0">
                    <a:pos x="T10" y="T11"/>
                  </a:cxn>
                </a:cxnLst>
                <a:rect l="0" t="0" r="r" b="b"/>
                <a:pathLst>
                  <a:path w="43" h="19">
                    <a:moveTo>
                      <a:pt x="1" y="0"/>
                    </a:moveTo>
                    <a:cubicBezTo>
                      <a:pt x="37" y="0"/>
                      <a:pt x="37" y="0"/>
                      <a:pt x="37" y="0"/>
                    </a:cubicBezTo>
                    <a:cubicBezTo>
                      <a:pt x="37" y="2"/>
                      <a:pt x="37" y="4"/>
                      <a:pt x="38" y="6"/>
                    </a:cubicBezTo>
                    <a:cubicBezTo>
                      <a:pt x="40" y="9"/>
                      <a:pt x="42" y="13"/>
                      <a:pt x="43" y="19"/>
                    </a:cubicBezTo>
                    <a:cubicBezTo>
                      <a:pt x="0" y="19"/>
                      <a:pt x="0" y="19"/>
                      <a:pt x="0" y="19"/>
                    </a:cubicBezTo>
                    <a:cubicBezTo>
                      <a:pt x="1" y="12"/>
                      <a:pt x="1" y="6"/>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0" name="Freeform 57"/>
              <p:cNvSpPr>
                <a:spLocks noEditPoints="1"/>
              </p:cNvSpPr>
              <p:nvPr/>
            </p:nvSpPr>
            <p:spPr bwMode="auto">
              <a:xfrm>
                <a:off x="409" y="1745"/>
                <a:ext cx="148" cy="48"/>
              </a:xfrm>
              <a:custGeom>
                <a:avLst/>
                <a:gdLst>
                  <a:gd name="T0" fmla="*/ 35 w 77"/>
                  <a:gd name="T1" fmla="*/ 0 h 25"/>
                  <a:gd name="T2" fmla="*/ 37 w 77"/>
                  <a:gd name="T3" fmla="*/ 0 h 25"/>
                  <a:gd name="T4" fmla="*/ 37 w 77"/>
                  <a:gd name="T5" fmla="*/ 1 h 25"/>
                  <a:gd name="T6" fmla="*/ 35 w 77"/>
                  <a:gd name="T7" fmla="*/ 12 h 25"/>
                  <a:gd name="T8" fmla="*/ 35 w 77"/>
                  <a:gd name="T9" fmla="*/ 0 h 25"/>
                  <a:gd name="T10" fmla="*/ 35 w 77"/>
                  <a:gd name="T11" fmla="*/ 25 h 25"/>
                  <a:gd name="T12" fmla="*/ 59 w 77"/>
                  <a:gd name="T13" fmla="*/ 25 h 25"/>
                  <a:gd name="T14" fmla="*/ 61 w 77"/>
                  <a:gd name="T15" fmla="*/ 20 h 25"/>
                  <a:gd name="T16" fmla="*/ 73 w 77"/>
                  <a:gd name="T17" fmla="*/ 4 h 25"/>
                  <a:gd name="T18" fmla="*/ 77 w 77"/>
                  <a:gd name="T19" fmla="*/ 0 h 25"/>
                  <a:gd name="T20" fmla="*/ 41 w 77"/>
                  <a:gd name="T21" fmla="*/ 0 h 25"/>
                  <a:gd name="T22" fmla="*/ 38 w 77"/>
                  <a:gd name="T23" fmla="*/ 17 h 25"/>
                  <a:gd name="T24" fmla="*/ 35 w 77"/>
                  <a:gd name="T25" fmla="*/ 22 h 25"/>
                  <a:gd name="T26" fmla="*/ 35 w 77"/>
                  <a:gd name="T27" fmla="*/ 25 h 25"/>
                  <a:gd name="T28" fmla="*/ 3 w 77"/>
                  <a:gd name="T29" fmla="*/ 0 h 25"/>
                  <a:gd name="T30" fmla="*/ 35 w 77"/>
                  <a:gd name="T31" fmla="*/ 0 h 25"/>
                  <a:gd name="T32" fmla="*/ 35 w 77"/>
                  <a:gd name="T33" fmla="*/ 12 h 25"/>
                  <a:gd name="T34" fmla="*/ 30 w 77"/>
                  <a:gd name="T35" fmla="*/ 21 h 25"/>
                  <a:gd name="T36" fmla="*/ 30 w 77"/>
                  <a:gd name="T37" fmla="*/ 25 h 25"/>
                  <a:gd name="T38" fmla="*/ 0 w 77"/>
                  <a:gd name="T39" fmla="*/ 25 h 25"/>
                  <a:gd name="T40" fmla="*/ 2 w 77"/>
                  <a:gd name="T41" fmla="*/ 1 h 25"/>
                  <a:gd name="T42" fmla="*/ 3 w 77"/>
                  <a:gd name="T43" fmla="*/ 0 h 25"/>
                  <a:gd name="T44" fmla="*/ 35 w 77"/>
                  <a:gd name="T45" fmla="*/ 22 h 25"/>
                  <a:gd name="T46" fmla="*/ 32 w 77"/>
                  <a:gd name="T47" fmla="*/ 25 h 25"/>
                  <a:gd name="T48" fmla="*/ 35 w 77"/>
                  <a:gd name="T49" fmla="*/ 25 h 25"/>
                  <a:gd name="T50" fmla="*/ 35 w 77"/>
                  <a:gd name="T51"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7" h="25">
                    <a:moveTo>
                      <a:pt x="35" y="0"/>
                    </a:moveTo>
                    <a:cubicBezTo>
                      <a:pt x="37" y="0"/>
                      <a:pt x="37" y="0"/>
                      <a:pt x="37" y="0"/>
                    </a:cubicBezTo>
                    <a:cubicBezTo>
                      <a:pt x="37" y="0"/>
                      <a:pt x="37" y="1"/>
                      <a:pt x="37" y="1"/>
                    </a:cubicBezTo>
                    <a:cubicBezTo>
                      <a:pt x="38" y="3"/>
                      <a:pt x="36" y="7"/>
                      <a:pt x="35" y="12"/>
                    </a:cubicBezTo>
                    <a:cubicBezTo>
                      <a:pt x="35" y="0"/>
                      <a:pt x="35" y="0"/>
                      <a:pt x="35" y="0"/>
                    </a:cubicBezTo>
                    <a:close/>
                    <a:moveTo>
                      <a:pt x="35" y="25"/>
                    </a:moveTo>
                    <a:cubicBezTo>
                      <a:pt x="59" y="25"/>
                      <a:pt x="59" y="25"/>
                      <a:pt x="59" y="25"/>
                    </a:cubicBezTo>
                    <a:cubicBezTo>
                      <a:pt x="59" y="23"/>
                      <a:pt x="60" y="22"/>
                      <a:pt x="61" y="20"/>
                    </a:cubicBezTo>
                    <a:cubicBezTo>
                      <a:pt x="67" y="11"/>
                      <a:pt x="69" y="7"/>
                      <a:pt x="73" y="4"/>
                    </a:cubicBezTo>
                    <a:cubicBezTo>
                      <a:pt x="74" y="3"/>
                      <a:pt x="76" y="1"/>
                      <a:pt x="77" y="0"/>
                    </a:cubicBezTo>
                    <a:cubicBezTo>
                      <a:pt x="41" y="0"/>
                      <a:pt x="41" y="0"/>
                      <a:pt x="41" y="0"/>
                    </a:cubicBezTo>
                    <a:cubicBezTo>
                      <a:pt x="39" y="4"/>
                      <a:pt x="41" y="12"/>
                      <a:pt x="38" y="17"/>
                    </a:cubicBezTo>
                    <a:cubicBezTo>
                      <a:pt x="37" y="18"/>
                      <a:pt x="36" y="20"/>
                      <a:pt x="35" y="22"/>
                    </a:cubicBezTo>
                    <a:lnTo>
                      <a:pt x="35" y="25"/>
                    </a:lnTo>
                    <a:close/>
                    <a:moveTo>
                      <a:pt x="3" y="0"/>
                    </a:moveTo>
                    <a:cubicBezTo>
                      <a:pt x="35" y="0"/>
                      <a:pt x="35" y="0"/>
                      <a:pt x="35" y="0"/>
                    </a:cubicBezTo>
                    <a:cubicBezTo>
                      <a:pt x="35" y="12"/>
                      <a:pt x="35" y="12"/>
                      <a:pt x="35" y="12"/>
                    </a:cubicBezTo>
                    <a:cubicBezTo>
                      <a:pt x="33" y="17"/>
                      <a:pt x="30" y="21"/>
                      <a:pt x="30" y="21"/>
                    </a:cubicBezTo>
                    <a:cubicBezTo>
                      <a:pt x="30" y="25"/>
                      <a:pt x="30" y="25"/>
                      <a:pt x="30" y="25"/>
                    </a:cubicBezTo>
                    <a:cubicBezTo>
                      <a:pt x="0" y="25"/>
                      <a:pt x="0" y="25"/>
                      <a:pt x="0" y="25"/>
                    </a:cubicBezTo>
                    <a:cubicBezTo>
                      <a:pt x="1" y="18"/>
                      <a:pt x="1" y="6"/>
                      <a:pt x="2" y="1"/>
                    </a:cubicBezTo>
                    <a:cubicBezTo>
                      <a:pt x="2" y="1"/>
                      <a:pt x="2" y="0"/>
                      <a:pt x="3" y="0"/>
                    </a:cubicBezTo>
                    <a:close/>
                    <a:moveTo>
                      <a:pt x="35" y="22"/>
                    </a:moveTo>
                    <a:cubicBezTo>
                      <a:pt x="34" y="23"/>
                      <a:pt x="33" y="24"/>
                      <a:pt x="32" y="25"/>
                    </a:cubicBezTo>
                    <a:cubicBezTo>
                      <a:pt x="35" y="25"/>
                      <a:pt x="35" y="25"/>
                      <a:pt x="35" y="25"/>
                    </a:cubicBezTo>
                    <a:lnTo>
                      <a:pt x="35" y="22"/>
                    </a:lnTo>
                    <a:close/>
                  </a:path>
                </a:pathLst>
              </a:custGeom>
              <a:solidFill>
                <a:srgbClr val="D2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1" name="Freeform 58"/>
              <p:cNvSpPr>
                <a:spLocks noEditPoints="1"/>
              </p:cNvSpPr>
              <p:nvPr/>
            </p:nvSpPr>
            <p:spPr bwMode="auto">
              <a:xfrm>
                <a:off x="409" y="1749"/>
                <a:ext cx="144" cy="48"/>
              </a:xfrm>
              <a:custGeom>
                <a:avLst/>
                <a:gdLst>
                  <a:gd name="T0" fmla="*/ 34 w 75"/>
                  <a:gd name="T1" fmla="*/ 0 h 25"/>
                  <a:gd name="T2" fmla="*/ 37 w 75"/>
                  <a:gd name="T3" fmla="*/ 0 h 25"/>
                  <a:gd name="T4" fmla="*/ 34 w 75"/>
                  <a:gd name="T5" fmla="*/ 11 h 25"/>
                  <a:gd name="T6" fmla="*/ 34 w 75"/>
                  <a:gd name="T7" fmla="*/ 0 h 25"/>
                  <a:gd name="T8" fmla="*/ 34 w 75"/>
                  <a:gd name="T9" fmla="*/ 25 h 25"/>
                  <a:gd name="T10" fmla="*/ 58 w 75"/>
                  <a:gd name="T11" fmla="*/ 25 h 25"/>
                  <a:gd name="T12" fmla="*/ 61 w 75"/>
                  <a:gd name="T13" fmla="*/ 18 h 25"/>
                  <a:gd name="T14" fmla="*/ 73 w 75"/>
                  <a:gd name="T15" fmla="*/ 2 h 25"/>
                  <a:gd name="T16" fmla="*/ 75 w 75"/>
                  <a:gd name="T17" fmla="*/ 0 h 25"/>
                  <a:gd name="T18" fmla="*/ 40 w 75"/>
                  <a:gd name="T19" fmla="*/ 0 h 25"/>
                  <a:gd name="T20" fmla="*/ 38 w 75"/>
                  <a:gd name="T21" fmla="*/ 15 h 25"/>
                  <a:gd name="T22" fmla="*/ 34 w 75"/>
                  <a:gd name="T23" fmla="*/ 21 h 25"/>
                  <a:gd name="T24" fmla="*/ 34 w 75"/>
                  <a:gd name="T25" fmla="*/ 25 h 25"/>
                  <a:gd name="T26" fmla="*/ 2 w 75"/>
                  <a:gd name="T27" fmla="*/ 0 h 25"/>
                  <a:gd name="T28" fmla="*/ 34 w 75"/>
                  <a:gd name="T29" fmla="*/ 0 h 25"/>
                  <a:gd name="T30" fmla="*/ 34 w 75"/>
                  <a:gd name="T31" fmla="*/ 11 h 25"/>
                  <a:gd name="T32" fmla="*/ 30 w 75"/>
                  <a:gd name="T33" fmla="*/ 19 h 25"/>
                  <a:gd name="T34" fmla="*/ 30 w 75"/>
                  <a:gd name="T35" fmla="*/ 25 h 25"/>
                  <a:gd name="T36" fmla="*/ 0 w 75"/>
                  <a:gd name="T37" fmla="*/ 25 h 25"/>
                  <a:gd name="T38" fmla="*/ 2 w 75"/>
                  <a:gd name="T39" fmla="*/ 0 h 25"/>
                  <a:gd name="T40" fmla="*/ 34 w 75"/>
                  <a:gd name="T41" fmla="*/ 21 h 25"/>
                  <a:gd name="T42" fmla="*/ 31 w 75"/>
                  <a:gd name="T43" fmla="*/ 25 h 25"/>
                  <a:gd name="T44" fmla="*/ 34 w 75"/>
                  <a:gd name="T45" fmla="*/ 25 h 25"/>
                  <a:gd name="T46" fmla="*/ 34 w 75"/>
                  <a:gd name="T4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5" h="25">
                    <a:moveTo>
                      <a:pt x="34" y="0"/>
                    </a:moveTo>
                    <a:cubicBezTo>
                      <a:pt x="37" y="0"/>
                      <a:pt x="37" y="0"/>
                      <a:pt x="37" y="0"/>
                    </a:cubicBezTo>
                    <a:cubicBezTo>
                      <a:pt x="37" y="2"/>
                      <a:pt x="36" y="7"/>
                      <a:pt x="34" y="11"/>
                    </a:cubicBezTo>
                    <a:cubicBezTo>
                      <a:pt x="34" y="0"/>
                      <a:pt x="34" y="0"/>
                      <a:pt x="34" y="0"/>
                    </a:cubicBezTo>
                    <a:close/>
                    <a:moveTo>
                      <a:pt x="34" y="25"/>
                    </a:moveTo>
                    <a:cubicBezTo>
                      <a:pt x="58" y="25"/>
                      <a:pt x="58" y="25"/>
                      <a:pt x="58" y="25"/>
                    </a:cubicBezTo>
                    <a:cubicBezTo>
                      <a:pt x="59" y="22"/>
                      <a:pt x="60" y="20"/>
                      <a:pt x="61" y="18"/>
                    </a:cubicBezTo>
                    <a:cubicBezTo>
                      <a:pt x="67" y="9"/>
                      <a:pt x="69" y="5"/>
                      <a:pt x="73" y="2"/>
                    </a:cubicBezTo>
                    <a:cubicBezTo>
                      <a:pt x="73" y="1"/>
                      <a:pt x="74" y="1"/>
                      <a:pt x="75" y="0"/>
                    </a:cubicBezTo>
                    <a:cubicBezTo>
                      <a:pt x="40" y="0"/>
                      <a:pt x="40" y="0"/>
                      <a:pt x="40" y="0"/>
                    </a:cubicBezTo>
                    <a:cubicBezTo>
                      <a:pt x="40" y="4"/>
                      <a:pt x="40" y="11"/>
                      <a:pt x="38" y="15"/>
                    </a:cubicBezTo>
                    <a:cubicBezTo>
                      <a:pt x="37" y="17"/>
                      <a:pt x="35" y="19"/>
                      <a:pt x="34" y="21"/>
                    </a:cubicBezTo>
                    <a:lnTo>
                      <a:pt x="34" y="25"/>
                    </a:lnTo>
                    <a:close/>
                    <a:moveTo>
                      <a:pt x="2" y="0"/>
                    </a:moveTo>
                    <a:cubicBezTo>
                      <a:pt x="34" y="0"/>
                      <a:pt x="34" y="0"/>
                      <a:pt x="34" y="0"/>
                    </a:cubicBezTo>
                    <a:cubicBezTo>
                      <a:pt x="34" y="11"/>
                      <a:pt x="34" y="11"/>
                      <a:pt x="34" y="11"/>
                    </a:cubicBezTo>
                    <a:cubicBezTo>
                      <a:pt x="32" y="16"/>
                      <a:pt x="30" y="19"/>
                      <a:pt x="30" y="19"/>
                    </a:cubicBezTo>
                    <a:cubicBezTo>
                      <a:pt x="30" y="25"/>
                      <a:pt x="30" y="25"/>
                      <a:pt x="30" y="25"/>
                    </a:cubicBezTo>
                    <a:cubicBezTo>
                      <a:pt x="0" y="25"/>
                      <a:pt x="0" y="25"/>
                      <a:pt x="0" y="25"/>
                    </a:cubicBezTo>
                    <a:cubicBezTo>
                      <a:pt x="1" y="19"/>
                      <a:pt x="1" y="6"/>
                      <a:pt x="2" y="0"/>
                    </a:cubicBezTo>
                    <a:close/>
                    <a:moveTo>
                      <a:pt x="34" y="21"/>
                    </a:moveTo>
                    <a:cubicBezTo>
                      <a:pt x="33" y="23"/>
                      <a:pt x="31" y="24"/>
                      <a:pt x="31" y="25"/>
                    </a:cubicBezTo>
                    <a:cubicBezTo>
                      <a:pt x="34" y="25"/>
                      <a:pt x="34" y="25"/>
                      <a:pt x="34" y="25"/>
                    </a:cubicBezTo>
                    <a:lnTo>
                      <a:pt x="34" y="21"/>
                    </a:lnTo>
                    <a:close/>
                  </a:path>
                </a:pathLst>
              </a:custGeom>
              <a:solidFill>
                <a:srgbClr val="D3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2" name="Freeform 59"/>
              <p:cNvSpPr>
                <a:spLocks/>
              </p:cNvSpPr>
              <p:nvPr/>
            </p:nvSpPr>
            <p:spPr bwMode="auto">
              <a:xfrm>
                <a:off x="409" y="1753"/>
                <a:ext cx="140" cy="48"/>
              </a:xfrm>
              <a:custGeom>
                <a:avLst/>
                <a:gdLst>
                  <a:gd name="T0" fmla="*/ 2 w 73"/>
                  <a:gd name="T1" fmla="*/ 0 h 25"/>
                  <a:gd name="T2" fmla="*/ 37 w 73"/>
                  <a:gd name="T3" fmla="*/ 0 h 25"/>
                  <a:gd name="T4" fmla="*/ 30 w 73"/>
                  <a:gd name="T5" fmla="*/ 17 h 25"/>
                  <a:gd name="T6" fmla="*/ 30 w 73"/>
                  <a:gd name="T7" fmla="*/ 24 h 25"/>
                  <a:gd name="T8" fmla="*/ 38 w 73"/>
                  <a:gd name="T9" fmla="*/ 13 h 25"/>
                  <a:gd name="T10" fmla="*/ 40 w 73"/>
                  <a:gd name="T11" fmla="*/ 0 h 25"/>
                  <a:gd name="T12" fmla="*/ 73 w 73"/>
                  <a:gd name="T13" fmla="*/ 0 h 25"/>
                  <a:gd name="T14" fmla="*/ 73 w 73"/>
                  <a:gd name="T15" fmla="*/ 0 h 25"/>
                  <a:gd name="T16" fmla="*/ 61 w 73"/>
                  <a:gd name="T17" fmla="*/ 16 h 25"/>
                  <a:gd name="T18" fmla="*/ 57 w 73"/>
                  <a:gd name="T19" fmla="*/ 25 h 25"/>
                  <a:gd name="T20" fmla="*/ 0 w 73"/>
                  <a:gd name="T21" fmla="*/ 25 h 25"/>
                  <a:gd name="T22" fmla="*/ 2 w 73"/>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25">
                    <a:moveTo>
                      <a:pt x="2" y="0"/>
                    </a:moveTo>
                    <a:cubicBezTo>
                      <a:pt x="37" y="0"/>
                      <a:pt x="37" y="0"/>
                      <a:pt x="37" y="0"/>
                    </a:cubicBezTo>
                    <a:cubicBezTo>
                      <a:pt x="36" y="6"/>
                      <a:pt x="30" y="17"/>
                      <a:pt x="30" y="17"/>
                    </a:cubicBezTo>
                    <a:cubicBezTo>
                      <a:pt x="30" y="24"/>
                      <a:pt x="30" y="24"/>
                      <a:pt x="30" y="24"/>
                    </a:cubicBezTo>
                    <a:cubicBezTo>
                      <a:pt x="30" y="24"/>
                      <a:pt x="35" y="18"/>
                      <a:pt x="38" y="13"/>
                    </a:cubicBezTo>
                    <a:cubicBezTo>
                      <a:pt x="40" y="9"/>
                      <a:pt x="40" y="4"/>
                      <a:pt x="40" y="0"/>
                    </a:cubicBezTo>
                    <a:cubicBezTo>
                      <a:pt x="73" y="0"/>
                      <a:pt x="73" y="0"/>
                      <a:pt x="73" y="0"/>
                    </a:cubicBezTo>
                    <a:cubicBezTo>
                      <a:pt x="73" y="0"/>
                      <a:pt x="73" y="0"/>
                      <a:pt x="73" y="0"/>
                    </a:cubicBezTo>
                    <a:cubicBezTo>
                      <a:pt x="69" y="3"/>
                      <a:pt x="67" y="7"/>
                      <a:pt x="61" y="16"/>
                    </a:cubicBezTo>
                    <a:cubicBezTo>
                      <a:pt x="60" y="18"/>
                      <a:pt x="58" y="21"/>
                      <a:pt x="57" y="25"/>
                    </a:cubicBezTo>
                    <a:cubicBezTo>
                      <a:pt x="0" y="25"/>
                      <a:pt x="0" y="25"/>
                      <a:pt x="0" y="25"/>
                    </a:cubicBezTo>
                    <a:cubicBezTo>
                      <a:pt x="1" y="20"/>
                      <a:pt x="1" y="7"/>
                      <a:pt x="2" y="0"/>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3" name="Freeform 60"/>
              <p:cNvSpPr>
                <a:spLocks/>
              </p:cNvSpPr>
              <p:nvPr/>
            </p:nvSpPr>
            <p:spPr bwMode="auto">
              <a:xfrm>
                <a:off x="407" y="1755"/>
                <a:ext cx="138" cy="50"/>
              </a:xfrm>
              <a:custGeom>
                <a:avLst/>
                <a:gdLst>
                  <a:gd name="T0" fmla="*/ 3 w 72"/>
                  <a:gd name="T1" fmla="*/ 0 h 26"/>
                  <a:gd name="T2" fmla="*/ 38 w 72"/>
                  <a:gd name="T3" fmla="*/ 0 h 26"/>
                  <a:gd name="T4" fmla="*/ 31 w 72"/>
                  <a:gd name="T5" fmla="*/ 16 h 26"/>
                  <a:gd name="T6" fmla="*/ 31 w 72"/>
                  <a:gd name="T7" fmla="*/ 23 h 26"/>
                  <a:gd name="T8" fmla="*/ 39 w 72"/>
                  <a:gd name="T9" fmla="*/ 12 h 26"/>
                  <a:gd name="T10" fmla="*/ 41 w 72"/>
                  <a:gd name="T11" fmla="*/ 0 h 26"/>
                  <a:gd name="T12" fmla="*/ 72 w 72"/>
                  <a:gd name="T13" fmla="*/ 0 h 26"/>
                  <a:gd name="T14" fmla="*/ 62 w 72"/>
                  <a:gd name="T15" fmla="*/ 15 h 26"/>
                  <a:gd name="T16" fmla="*/ 58 w 72"/>
                  <a:gd name="T17" fmla="*/ 26 h 26"/>
                  <a:gd name="T18" fmla="*/ 0 w 72"/>
                  <a:gd name="T19" fmla="*/ 26 h 26"/>
                  <a:gd name="T20" fmla="*/ 0 w 72"/>
                  <a:gd name="T21" fmla="*/ 25 h 26"/>
                  <a:gd name="T22" fmla="*/ 3 w 72"/>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26">
                    <a:moveTo>
                      <a:pt x="3" y="0"/>
                    </a:moveTo>
                    <a:cubicBezTo>
                      <a:pt x="38" y="0"/>
                      <a:pt x="38" y="0"/>
                      <a:pt x="38" y="0"/>
                    </a:cubicBezTo>
                    <a:cubicBezTo>
                      <a:pt x="36" y="7"/>
                      <a:pt x="31" y="16"/>
                      <a:pt x="31" y="16"/>
                    </a:cubicBezTo>
                    <a:cubicBezTo>
                      <a:pt x="31" y="23"/>
                      <a:pt x="31" y="23"/>
                      <a:pt x="31" y="23"/>
                    </a:cubicBezTo>
                    <a:cubicBezTo>
                      <a:pt x="31" y="23"/>
                      <a:pt x="36" y="17"/>
                      <a:pt x="39" y="12"/>
                    </a:cubicBezTo>
                    <a:cubicBezTo>
                      <a:pt x="41" y="9"/>
                      <a:pt x="41" y="4"/>
                      <a:pt x="41" y="0"/>
                    </a:cubicBezTo>
                    <a:cubicBezTo>
                      <a:pt x="72" y="0"/>
                      <a:pt x="72" y="0"/>
                      <a:pt x="72" y="0"/>
                    </a:cubicBezTo>
                    <a:cubicBezTo>
                      <a:pt x="69" y="3"/>
                      <a:pt x="67" y="7"/>
                      <a:pt x="62" y="15"/>
                    </a:cubicBezTo>
                    <a:cubicBezTo>
                      <a:pt x="61" y="18"/>
                      <a:pt x="59" y="21"/>
                      <a:pt x="58" y="26"/>
                    </a:cubicBezTo>
                    <a:cubicBezTo>
                      <a:pt x="0" y="26"/>
                      <a:pt x="0" y="26"/>
                      <a:pt x="0" y="26"/>
                    </a:cubicBezTo>
                    <a:cubicBezTo>
                      <a:pt x="0" y="25"/>
                      <a:pt x="0" y="25"/>
                      <a:pt x="0" y="25"/>
                    </a:cubicBezTo>
                    <a:cubicBezTo>
                      <a:pt x="2" y="21"/>
                      <a:pt x="2" y="8"/>
                      <a:pt x="3" y="0"/>
                    </a:cubicBezTo>
                    <a:close/>
                  </a:path>
                </a:pathLst>
              </a:custGeom>
              <a:solidFill>
                <a:srgbClr val="D4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4" name="Freeform 61"/>
              <p:cNvSpPr>
                <a:spLocks/>
              </p:cNvSpPr>
              <p:nvPr/>
            </p:nvSpPr>
            <p:spPr bwMode="auto">
              <a:xfrm>
                <a:off x="407" y="1759"/>
                <a:ext cx="136" cy="48"/>
              </a:xfrm>
              <a:custGeom>
                <a:avLst/>
                <a:gdLst>
                  <a:gd name="T0" fmla="*/ 2 w 71"/>
                  <a:gd name="T1" fmla="*/ 0 h 25"/>
                  <a:gd name="T2" fmla="*/ 37 w 71"/>
                  <a:gd name="T3" fmla="*/ 0 h 25"/>
                  <a:gd name="T4" fmla="*/ 31 w 71"/>
                  <a:gd name="T5" fmla="*/ 14 h 25"/>
                  <a:gd name="T6" fmla="*/ 31 w 71"/>
                  <a:gd name="T7" fmla="*/ 21 h 25"/>
                  <a:gd name="T8" fmla="*/ 39 w 71"/>
                  <a:gd name="T9" fmla="*/ 10 h 25"/>
                  <a:gd name="T10" fmla="*/ 41 w 71"/>
                  <a:gd name="T11" fmla="*/ 0 h 25"/>
                  <a:gd name="T12" fmla="*/ 71 w 71"/>
                  <a:gd name="T13" fmla="*/ 0 h 25"/>
                  <a:gd name="T14" fmla="*/ 62 w 71"/>
                  <a:gd name="T15" fmla="*/ 13 h 25"/>
                  <a:gd name="T16" fmla="*/ 57 w 71"/>
                  <a:gd name="T17" fmla="*/ 25 h 25"/>
                  <a:gd name="T18" fmla="*/ 0 w 71"/>
                  <a:gd name="T19" fmla="*/ 25 h 25"/>
                  <a:gd name="T20" fmla="*/ 0 w 71"/>
                  <a:gd name="T21" fmla="*/ 23 h 25"/>
                  <a:gd name="T22" fmla="*/ 2 w 71"/>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5">
                    <a:moveTo>
                      <a:pt x="2" y="0"/>
                    </a:moveTo>
                    <a:cubicBezTo>
                      <a:pt x="37" y="0"/>
                      <a:pt x="37" y="0"/>
                      <a:pt x="37" y="0"/>
                    </a:cubicBezTo>
                    <a:cubicBezTo>
                      <a:pt x="35" y="6"/>
                      <a:pt x="31" y="14"/>
                      <a:pt x="31" y="14"/>
                    </a:cubicBezTo>
                    <a:cubicBezTo>
                      <a:pt x="31" y="21"/>
                      <a:pt x="31" y="21"/>
                      <a:pt x="31" y="21"/>
                    </a:cubicBezTo>
                    <a:cubicBezTo>
                      <a:pt x="31" y="21"/>
                      <a:pt x="36" y="15"/>
                      <a:pt x="39" y="10"/>
                    </a:cubicBezTo>
                    <a:cubicBezTo>
                      <a:pt x="40" y="7"/>
                      <a:pt x="41" y="4"/>
                      <a:pt x="41" y="0"/>
                    </a:cubicBezTo>
                    <a:cubicBezTo>
                      <a:pt x="71" y="0"/>
                      <a:pt x="71" y="0"/>
                      <a:pt x="71" y="0"/>
                    </a:cubicBezTo>
                    <a:cubicBezTo>
                      <a:pt x="68" y="3"/>
                      <a:pt x="66" y="7"/>
                      <a:pt x="62" y="13"/>
                    </a:cubicBezTo>
                    <a:cubicBezTo>
                      <a:pt x="60" y="16"/>
                      <a:pt x="59" y="20"/>
                      <a:pt x="57" y="25"/>
                    </a:cubicBezTo>
                    <a:cubicBezTo>
                      <a:pt x="0" y="25"/>
                      <a:pt x="0" y="25"/>
                      <a:pt x="0" y="25"/>
                    </a:cubicBezTo>
                    <a:cubicBezTo>
                      <a:pt x="0" y="24"/>
                      <a:pt x="0" y="24"/>
                      <a:pt x="0" y="23"/>
                    </a:cubicBezTo>
                    <a:cubicBezTo>
                      <a:pt x="2" y="19"/>
                      <a:pt x="2" y="8"/>
                      <a:pt x="2" y="0"/>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5" name="Freeform 62"/>
              <p:cNvSpPr>
                <a:spLocks/>
              </p:cNvSpPr>
              <p:nvPr/>
            </p:nvSpPr>
            <p:spPr bwMode="auto">
              <a:xfrm>
                <a:off x="406" y="1763"/>
                <a:ext cx="133" cy="47"/>
              </a:xfrm>
              <a:custGeom>
                <a:avLst/>
                <a:gdLst>
                  <a:gd name="T0" fmla="*/ 3 w 70"/>
                  <a:gd name="T1" fmla="*/ 0 h 25"/>
                  <a:gd name="T2" fmla="*/ 38 w 70"/>
                  <a:gd name="T3" fmla="*/ 0 h 25"/>
                  <a:gd name="T4" fmla="*/ 32 w 70"/>
                  <a:gd name="T5" fmla="*/ 12 h 25"/>
                  <a:gd name="T6" fmla="*/ 32 w 70"/>
                  <a:gd name="T7" fmla="*/ 19 h 25"/>
                  <a:gd name="T8" fmla="*/ 40 w 70"/>
                  <a:gd name="T9" fmla="*/ 8 h 25"/>
                  <a:gd name="T10" fmla="*/ 42 w 70"/>
                  <a:gd name="T11" fmla="*/ 0 h 25"/>
                  <a:gd name="T12" fmla="*/ 70 w 70"/>
                  <a:gd name="T13" fmla="*/ 0 h 25"/>
                  <a:gd name="T14" fmla="*/ 63 w 70"/>
                  <a:gd name="T15" fmla="*/ 11 h 25"/>
                  <a:gd name="T16" fmla="*/ 57 w 70"/>
                  <a:gd name="T17" fmla="*/ 25 h 25"/>
                  <a:gd name="T18" fmla="*/ 0 w 70"/>
                  <a:gd name="T19" fmla="*/ 25 h 25"/>
                  <a:gd name="T20" fmla="*/ 1 w 70"/>
                  <a:gd name="T21" fmla="*/ 21 h 25"/>
                  <a:gd name="T22" fmla="*/ 3 w 70"/>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25">
                    <a:moveTo>
                      <a:pt x="3" y="0"/>
                    </a:moveTo>
                    <a:cubicBezTo>
                      <a:pt x="38" y="0"/>
                      <a:pt x="38" y="0"/>
                      <a:pt x="38" y="0"/>
                    </a:cubicBezTo>
                    <a:cubicBezTo>
                      <a:pt x="35" y="6"/>
                      <a:pt x="32" y="12"/>
                      <a:pt x="32" y="12"/>
                    </a:cubicBezTo>
                    <a:cubicBezTo>
                      <a:pt x="32" y="19"/>
                      <a:pt x="32" y="19"/>
                      <a:pt x="32" y="19"/>
                    </a:cubicBezTo>
                    <a:cubicBezTo>
                      <a:pt x="32" y="19"/>
                      <a:pt x="37" y="13"/>
                      <a:pt x="40" y="8"/>
                    </a:cubicBezTo>
                    <a:cubicBezTo>
                      <a:pt x="41" y="6"/>
                      <a:pt x="42" y="3"/>
                      <a:pt x="42" y="0"/>
                    </a:cubicBezTo>
                    <a:cubicBezTo>
                      <a:pt x="70" y="0"/>
                      <a:pt x="70" y="0"/>
                      <a:pt x="70" y="0"/>
                    </a:cubicBezTo>
                    <a:cubicBezTo>
                      <a:pt x="69" y="3"/>
                      <a:pt x="67" y="6"/>
                      <a:pt x="63" y="11"/>
                    </a:cubicBezTo>
                    <a:cubicBezTo>
                      <a:pt x="61" y="14"/>
                      <a:pt x="59" y="19"/>
                      <a:pt x="57" y="25"/>
                    </a:cubicBezTo>
                    <a:cubicBezTo>
                      <a:pt x="0" y="25"/>
                      <a:pt x="0" y="25"/>
                      <a:pt x="0" y="25"/>
                    </a:cubicBezTo>
                    <a:cubicBezTo>
                      <a:pt x="1" y="24"/>
                      <a:pt x="1" y="22"/>
                      <a:pt x="1" y="21"/>
                    </a:cubicBezTo>
                    <a:cubicBezTo>
                      <a:pt x="3" y="17"/>
                      <a:pt x="3" y="8"/>
                      <a:pt x="3" y="0"/>
                    </a:cubicBezTo>
                    <a:close/>
                  </a:path>
                </a:pathLst>
              </a:custGeom>
              <a:solidFill>
                <a:srgbClr val="D5D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6" name="Freeform 63"/>
              <p:cNvSpPr>
                <a:spLocks/>
              </p:cNvSpPr>
              <p:nvPr/>
            </p:nvSpPr>
            <p:spPr bwMode="auto">
              <a:xfrm>
                <a:off x="406" y="1766"/>
                <a:ext cx="132" cy="48"/>
              </a:xfrm>
              <a:custGeom>
                <a:avLst/>
                <a:gdLst>
                  <a:gd name="T0" fmla="*/ 3 w 69"/>
                  <a:gd name="T1" fmla="*/ 0 h 25"/>
                  <a:gd name="T2" fmla="*/ 37 w 69"/>
                  <a:gd name="T3" fmla="*/ 0 h 25"/>
                  <a:gd name="T4" fmla="*/ 32 w 69"/>
                  <a:gd name="T5" fmla="*/ 10 h 25"/>
                  <a:gd name="T6" fmla="*/ 32 w 69"/>
                  <a:gd name="T7" fmla="*/ 17 h 25"/>
                  <a:gd name="T8" fmla="*/ 40 w 69"/>
                  <a:gd name="T9" fmla="*/ 6 h 25"/>
                  <a:gd name="T10" fmla="*/ 42 w 69"/>
                  <a:gd name="T11" fmla="*/ 0 h 25"/>
                  <a:gd name="T12" fmla="*/ 69 w 69"/>
                  <a:gd name="T13" fmla="*/ 0 h 25"/>
                  <a:gd name="T14" fmla="*/ 63 w 69"/>
                  <a:gd name="T15" fmla="*/ 9 h 25"/>
                  <a:gd name="T16" fmla="*/ 57 w 69"/>
                  <a:gd name="T17" fmla="*/ 25 h 25"/>
                  <a:gd name="T18" fmla="*/ 0 w 69"/>
                  <a:gd name="T19" fmla="*/ 25 h 25"/>
                  <a:gd name="T20" fmla="*/ 1 w 69"/>
                  <a:gd name="T21" fmla="*/ 19 h 25"/>
                  <a:gd name="T22" fmla="*/ 3 w 69"/>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25">
                    <a:moveTo>
                      <a:pt x="3" y="0"/>
                    </a:moveTo>
                    <a:cubicBezTo>
                      <a:pt x="37" y="0"/>
                      <a:pt x="37" y="0"/>
                      <a:pt x="37" y="0"/>
                    </a:cubicBezTo>
                    <a:cubicBezTo>
                      <a:pt x="35" y="5"/>
                      <a:pt x="32" y="10"/>
                      <a:pt x="32" y="10"/>
                    </a:cubicBezTo>
                    <a:cubicBezTo>
                      <a:pt x="32" y="17"/>
                      <a:pt x="32" y="17"/>
                      <a:pt x="32" y="17"/>
                    </a:cubicBezTo>
                    <a:cubicBezTo>
                      <a:pt x="32" y="17"/>
                      <a:pt x="37" y="11"/>
                      <a:pt x="40" y="6"/>
                    </a:cubicBezTo>
                    <a:cubicBezTo>
                      <a:pt x="41" y="4"/>
                      <a:pt x="41" y="2"/>
                      <a:pt x="42" y="0"/>
                    </a:cubicBezTo>
                    <a:cubicBezTo>
                      <a:pt x="69" y="0"/>
                      <a:pt x="69" y="0"/>
                      <a:pt x="69" y="0"/>
                    </a:cubicBezTo>
                    <a:cubicBezTo>
                      <a:pt x="68" y="2"/>
                      <a:pt x="66" y="5"/>
                      <a:pt x="63" y="9"/>
                    </a:cubicBezTo>
                    <a:cubicBezTo>
                      <a:pt x="61" y="13"/>
                      <a:pt x="59" y="18"/>
                      <a:pt x="57" y="25"/>
                    </a:cubicBezTo>
                    <a:cubicBezTo>
                      <a:pt x="0" y="25"/>
                      <a:pt x="0" y="25"/>
                      <a:pt x="0" y="25"/>
                    </a:cubicBezTo>
                    <a:cubicBezTo>
                      <a:pt x="0" y="23"/>
                      <a:pt x="1" y="20"/>
                      <a:pt x="1" y="19"/>
                    </a:cubicBezTo>
                    <a:cubicBezTo>
                      <a:pt x="3" y="16"/>
                      <a:pt x="3" y="7"/>
                      <a:pt x="3" y="0"/>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7" name="Freeform 64"/>
              <p:cNvSpPr>
                <a:spLocks/>
              </p:cNvSpPr>
              <p:nvPr/>
            </p:nvSpPr>
            <p:spPr bwMode="auto">
              <a:xfrm>
                <a:off x="406" y="1768"/>
                <a:ext cx="130" cy="50"/>
              </a:xfrm>
              <a:custGeom>
                <a:avLst/>
                <a:gdLst>
                  <a:gd name="T0" fmla="*/ 3 w 68"/>
                  <a:gd name="T1" fmla="*/ 0 h 26"/>
                  <a:gd name="T2" fmla="*/ 36 w 68"/>
                  <a:gd name="T3" fmla="*/ 0 h 26"/>
                  <a:gd name="T4" fmla="*/ 32 w 68"/>
                  <a:gd name="T5" fmla="*/ 9 h 26"/>
                  <a:gd name="T6" fmla="*/ 32 w 68"/>
                  <a:gd name="T7" fmla="*/ 16 h 26"/>
                  <a:gd name="T8" fmla="*/ 40 w 68"/>
                  <a:gd name="T9" fmla="*/ 5 h 26"/>
                  <a:gd name="T10" fmla="*/ 41 w 68"/>
                  <a:gd name="T11" fmla="*/ 0 h 26"/>
                  <a:gd name="T12" fmla="*/ 68 w 68"/>
                  <a:gd name="T13" fmla="*/ 0 h 26"/>
                  <a:gd name="T14" fmla="*/ 63 w 68"/>
                  <a:gd name="T15" fmla="*/ 8 h 26"/>
                  <a:gd name="T16" fmla="*/ 56 w 68"/>
                  <a:gd name="T17" fmla="*/ 26 h 26"/>
                  <a:gd name="T18" fmla="*/ 0 w 68"/>
                  <a:gd name="T19" fmla="*/ 26 h 26"/>
                  <a:gd name="T20" fmla="*/ 1 w 68"/>
                  <a:gd name="T21" fmla="*/ 18 h 26"/>
                  <a:gd name="T22" fmla="*/ 3 w 68"/>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26">
                    <a:moveTo>
                      <a:pt x="3" y="0"/>
                    </a:moveTo>
                    <a:cubicBezTo>
                      <a:pt x="36" y="0"/>
                      <a:pt x="36" y="0"/>
                      <a:pt x="36" y="0"/>
                    </a:cubicBezTo>
                    <a:cubicBezTo>
                      <a:pt x="34" y="5"/>
                      <a:pt x="32" y="9"/>
                      <a:pt x="32" y="9"/>
                    </a:cubicBezTo>
                    <a:cubicBezTo>
                      <a:pt x="32" y="16"/>
                      <a:pt x="32" y="16"/>
                      <a:pt x="32" y="16"/>
                    </a:cubicBezTo>
                    <a:cubicBezTo>
                      <a:pt x="32" y="16"/>
                      <a:pt x="37" y="10"/>
                      <a:pt x="40" y="5"/>
                    </a:cubicBezTo>
                    <a:cubicBezTo>
                      <a:pt x="41" y="3"/>
                      <a:pt x="41" y="2"/>
                      <a:pt x="41" y="0"/>
                    </a:cubicBezTo>
                    <a:cubicBezTo>
                      <a:pt x="68" y="0"/>
                      <a:pt x="68" y="0"/>
                      <a:pt x="68" y="0"/>
                    </a:cubicBezTo>
                    <a:cubicBezTo>
                      <a:pt x="67" y="2"/>
                      <a:pt x="65" y="5"/>
                      <a:pt x="63" y="8"/>
                    </a:cubicBezTo>
                    <a:cubicBezTo>
                      <a:pt x="61" y="12"/>
                      <a:pt x="58" y="18"/>
                      <a:pt x="56" y="26"/>
                    </a:cubicBezTo>
                    <a:cubicBezTo>
                      <a:pt x="0" y="26"/>
                      <a:pt x="0" y="26"/>
                      <a:pt x="0" y="26"/>
                    </a:cubicBezTo>
                    <a:cubicBezTo>
                      <a:pt x="0" y="23"/>
                      <a:pt x="1" y="20"/>
                      <a:pt x="1" y="18"/>
                    </a:cubicBezTo>
                    <a:cubicBezTo>
                      <a:pt x="3" y="15"/>
                      <a:pt x="3" y="7"/>
                      <a:pt x="3" y="0"/>
                    </a:cubicBezTo>
                    <a:close/>
                  </a:path>
                </a:pathLst>
              </a:custGeom>
              <a:solidFill>
                <a:srgbClr val="D7D5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8" name="Freeform 65"/>
              <p:cNvSpPr>
                <a:spLocks/>
              </p:cNvSpPr>
              <p:nvPr/>
            </p:nvSpPr>
            <p:spPr bwMode="auto">
              <a:xfrm>
                <a:off x="406" y="1772"/>
                <a:ext cx="128" cy="48"/>
              </a:xfrm>
              <a:custGeom>
                <a:avLst/>
                <a:gdLst>
                  <a:gd name="T0" fmla="*/ 3 w 67"/>
                  <a:gd name="T1" fmla="*/ 0 h 25"/>
                  <a:gd name="T2" fmla="*/ 35 w 67"/>
                  <a:gd name="T3" fmla="*/ 0 h 25"/>
                  <a:gd name="T4" fmla="*/ 32 w 67"/>
                  <a:gd name="T5" fmla="*/ 7 h 25"/>
                  <a:gd name="T6" fmla="*/ 32 w 67"/>
                  <a:gd name="T7" fmla="*/ 14 h 25"/>
                  <a:gd name="T8" fmla="*/ 40 w 67"/>
                  <a:gd name="T9" fmla="*/ 3 h 25"/>
                  <a:gd name="T10" fmla="*/ 41 w 67"/>
                  <a:gd name="T11" fmla="*/ 0 h 25"/>
                  <a:gd name="T12" fmla="*/ 67 w 67"/>
                  <a:gd name="T13" fmla="*/ 0 h 25"/>
                  <a:gd name="T14" fmla="*/ 63 w 67"/>
                  <a:gd name="T15" fmla="*/ 6 h 25"/>
                  <a:gd name="T16" fmla="*/ 56 w 67"/>
                  <a:gd name="T17" fmla="*/ 25 h 25"/>
                  <a:gd name="T18" fmla="*/ 0 w 67"/>
                  <a:gd name="T19" fmla="*/ 25 h 25"/>
                  <a:gd name="T20" fmla="*/ 1 w 67"/>
                  <a:gd name="T21" fmla="*/ 16 h 25"/>
                  <a:gd name="T22" fmla="*/ 3 w 67"/>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7" h="25">
                    <a:moveTo>
                      <a:pt x="3" y="0"/>
                    </a:moveTo>
                    <a:cubicBezTo>
                      <a:pt x="35" y="0"/>
                      <a:pt x="35" y="0"/>
                      <a:pt x="35" y="0"/>
                    </a:cubicBezTo>
                    <a:cubicBezTo>
                      <a:pt x="34" y="4"/>
                      <a:pt x="32" y="7"/>
                      <a:pt x="32" y="7"/>
                    </a:cubicBezTo>
                    <a:cubicBezTo>
                      <a:pt x="32" y="14"/>
                      <a:pt x="32" y="14"/>
                      <a:pt x="32" y="14"/>
                    </a:cubicBezTo>
                    <a:cubicBezTo>
                      <a:pt x="32" y="14"/>
                      <a:pt x="37" y="8"/>
                      <a:pt x="40" y="3"/>
                    </a:cubicBezTo>
                    <a:cubicBezTo>
                      <a:pt x="40" y="2"/>
                      <a:pt x="41" y="1"/>
                      <a:pt x="41" y="0"/>
                    </a:cubicBezTo>
                    <a:cubicBezTo>
                      <a:pt x="67" y="0"/>
                      <a:pt x="67" y="0"/>
                      <a:pt x="67" y="0"/>
                    </a:cubicBezTo>
                    <a:cubicBezTo>
                      <a:pt x="66" y="2"/>
                      <a:pt x="65" y="4"/>
                      <a:pt x="63" y="6"/>
                    </a:cubicBezTo>
                    <a:cubicBezTo>
                      <a:pt x="61" y="11"/>
                      <a:pt x="58" y="17"/>
                      <a:pt x="56" y="25"/>
                    </a:cubicBezTo>
                    <a:cubicBezTo>
                      <a:pt x="0" y="25"/>
                      <a:pt x="0" y="25"/>
                      <a:pt x="0" y="25"/>
                    </a:cubicBezTo>
                    <a:cubicBezTo>
                      <a:pt x="0" y="22"/>
                      <a:pt x="0" y="18"/>
                      <a:pt x="1" y="16"/>
                    </a:cubicBezTo>
                    <a:cubicBezTo>
                      <a:pt x="3" y="13"/>
                      <a:pt x="3" y="7"/>
                      <a:pt x="3" y="0"/>
                    </a:cubicBezTo>
                    <a:close/>
                  </a:path>
                </a:pathLst>
              </a:custGeom>
              <a:solidFill>
                <a:srgbClr val="D8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39" name="Freeform 66"/>
              <p:cNvSpPr>
                <a:spLocks/>
              </p:cNvSpPr>
              <p:nvPr/>
            </p:nvSpPr>
            <p:spPr bwMode="auto">
              <a:xfrm>
                <a:off x="406" y="1776"/>
                <a:ext cx="126" cy="48"/>
              </a:xfrm>
              <a:custGeom>
                <a:avLst/>
                <a:gdLst>
                  <a:gd name="T0" fmla="*/ 3 w 66"/>
                  <a:gd name="T1" fmla="*/ 0 h 25"/>
                  <a:gd name="T2" fmla="*/ 35 w 66"/>
                  <a:gd name="T3" fmla="*/ 0 h 25"/>
                  <a:gd name="T4" fmla="*/ 32 w 66"/>
                  <a:gd name="T5" fmla="*/ 5 h 25"/>
                  <a:gd name="T6" fmla="*/ 32 w 66"/>
                  <a:gd name="T7" fmla="*/ 12 h 25"/>
                  <a:gd name="T8" fmla="*/ 40 w 66"/>
                  <a:gd name="T9" fmla="*/ 1 h 25"/>
                  <a:gd name="T10" fmla="*/ 40 w 66"/>
                  <a:gd name="T11" fmla="*/ 0 h 25"/>
                  <a:gd name="T12" fmla="*/ 66 w 66"/>
                  <a:gd name="T13" fmla="*/ 0 h 25"/>
                  <a:gd name="T14" fmla="*/ 63 w 66"/>
                  <a:gd name="T15" fmla="*/ 4 h 25"/>
                  <a:gd name="T16" fmla="*/ 56 w 66"/>
                  <a:gd name="T17" fmla="*/ 25 h 25"/>
                  <a:gd name="T18" fmla="*/ 0 w 66"/>
                  <a:gd name="T19" fmla="*/ 25 h 25"/>
                  <a:gd name="T20" fmla="*/ 1 w 66"/>
                  <a:gd name="T21" fmla="*/ 14 h 25"/>
                  <a:gd name="T22" fmla="*/ 3 w 66"/>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6" h="25">
                    <a:moveTo>
                      <a:pt x="3" y="0"/>
                    </a:moveTo>
                    <a:cubicBezTo>
                      <a:pt x="35" y="0"/>
                      <a:pt x="35" y="0"/>
                      <a:pt x="35" y="0"/>
                    </a:cubicBezTo>
                    <a:cubicBezTo>
                      <a:pt x="33" y="3"/>
                      <a:pt x="32" y="5"/>
                      <a:pt x="32" y="5"/>
                    </a:cubicBezTo>
                    <a:cubicBezTo>
                      <a:pt x="32" y="12"/>
                      <a:pt x="32" y="12"/>
                      <a:pt x="32" y="12"/>
                    </a:cubicBezTo>
                    <a:cubicBezTo>
                      <a:pt x="32" y="12"/>
                      <a:pt x="37" y="6"/>
                      <a:pt x="40" y="1"/>
                    </a:cubicBezTo>
                    <a:cubicBezTo>
                      <a:pt x="40" y="0"/>
                      <a:pt x="40" y="0"/>
                      <a:pt x="40" y="0"/>
                    </a:cubicBezTo>
                    <a:cubicBezTo>
                      <a:pt x="66" y="0"/>
                      <a:pt x="66" y="0"/>
                      <a:pt x="66" y="0"/>
                    </a:cubicBezTo>
                    <a:cubicBezTo>
                      <a:pt x="65" y="1"/>
                      <a:pt x="64" y="3"/>
                      <a:pt x="63" y="4"/>
                    </a:cubicBezTo>
                    <a:cubicBezTo>
                      <a:pt x="60" y="9"/>
                      <a:pt x="58" y="16"/>
                      <a:pt x="56" y="25"/>
                    </a:cubicBezTo>
                    <a:cubicBezTo>
                      <a:pt x="0" y="25"/>
                      <a:pt x="0" y="25"/>
                      <a:pt x="0" y="25"/>
                    </a:cubicBezTo>
                    <a:cubicBezTo>
                      <a:pt x="0" y="21"/>
                      <a:pt x="0" y="17"/>
                      <a:pt x="1" y="14"/>
                    </a:cubicBezTo>
                    <a:cubicBezTo>
                      <a:pt x="3" y="11"/>
                      <a:pt x="3" y="6"/>
                      <a:pt x="3" y="0"/>
                    </a:cubicBezTo>
                    <a:close/>
                  </a:path>
                </a:pathLst>
              </a:custGeom>
              <a:solidFill>
                <a:srgbClr val="D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0" name="Freeform 67"/>
              <p:cNvSpPr>
                <a:spLocks/>
              </p:cNvSpPr>
              <p:nvPr/>
            </p:nvSpPr>
            <p:spPr bwMode="auto">
              <a:xfrm>
                <a:off x="406" y="1780"/>
                <a:ext cx="124" cy="48"/>
              </a:xfrm>
              <a:custGeom>
                <a:avLst/>
                <a:gdLst>
                  <a:gd name="T0" fmla="*/ 3 w 65"/>
                  <a:gd name="T1" fmla="*/ 0 h 25"/>
                  <a:gd name="T2" fmla="*/ 34 w 65"/>
                  <a:gd name="T3" fmla="*/ 0 h 25"/>
                  <a:gd name="T4" fmla="*/ 32 w 65"/>
                  <a:gd name="T5" fmla="*/ 3 h 25"/>
                  <a:gd name="T6" fmla="*/ 32 w 65"/>
                  <a:gd name="T7" fmla="*/ 10 h 25"/>
                  <a:gd name="T8" fmla="*/ 39 w 65"/>
                  <a:gd name="T9" fmla="*/ 0 h 25"/>
                  <a:gd name="T10" fmla="*/ 65 w 65"/>
                  <a:gd name="T11" fmla="*/ 0 h 25"/>
                  <a:gd name="T12" fmla="*/ 63 w 65"/>
                  <a:gd name="T13" fmla="*/ 2 h 25"/>
                  <a:gd name="T14" fmla="*/ 55 w 65"/>
                  <a:gd name="T15" fmla="*/ 25 h 25"/>
                  <a:gd name="T16" fmla="*/ 0 w 65"/>
                  <a:gd name="T17" fmla="*/ 25 h 25"/>
                  <a:gd name="T18" fmla="*/ 1 w 65"/>
                  <a:gd name="T19" fmla="*/ 12 h 25"/>
                  <a:gd name="T20" fmla="*/ 3 w 65"/>
                  <a:gd name="T2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25">
                    <a:moveTo>
                      <a:pt x="3" y="0"/>
                    </a:moveTo>
                    <a:cubicBezTo>
                      <a:pt x="34" y="0"/>
                      <a:pt x="34" y="0"/>
                      <a:pt x="34" y="0"/>
                    </a:cubicBezTo>
                    <a:cubicBezTo>
                      <a:pt x="33" y="2"/>
                      <a:pt x="32" y="3"/>
                      <a:pt x="32" y="3"/>
                    </a:cubicBezTo>
                    <a:cubicBezTo>
                      <a:pt x="32" y="10"/>
                      <a:pt x="32" y="10"/>
                      <a:pt x="32" y="10"/>
                    </a:cubicBezTo>
                    <a:cubicBezTo>
                      <a:pt x="32" y="10"/>
                      <a:pt x="36" y="5"/>
                      <a:pt x="39" y="0"/>
                    </a:cubicBezTo>
                    <a:cubicBezTo>
                      <a:pt x="65" y="0"/>
                      <a:pt x="65" y="0"/>
                      <a:pt x="65" y="0"/>
                    </a:cubicBezTo>
                    <a:cubicBezTo>
                      <a:pt x="63" y="2"/>
                      <a:pt x="63" y="2"/>
                      <a:pt x="63" y="2"/>
                    </a:cubicBezTo>
                    <a:cubicBezTo>
                      <a:pt x="60" y="7"/>
                      <a:pt x="57" y="15"/>
                      <a:pt x="55" y="25"/>
                    </a:cubicBezTo>
                    <a:cubicBezTo>
                      <a:pt x="0" y="25"/>
                      <a:pt x="0" y="25"/>
                      <a:pt x="0" y="25"/>
                    </a:cubicBezTo>
                    <a:cubicBezTo>
                      <a:pt x="0" y="20"/>
                      <a:pt x="0" y="15"/>
                      <a:pt x="1" y="12"/>
                    </a:cubicBezTo>
                    <a:cubicBezTo>
                      <a:pt x="3" y="10"/>
                      <a:pt x="3" y="5"/>
                      <a:pt x="3" y="0"/>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1" name="Freeform 68"/>
              <p:cNvSpPr>
                <a:spLocks/>
              </p:cNvSpPr>
              <p:nvPr/>
            </p:nvSpPr>
            <p:spPr bwMode="auto">
              <a:xfrm>
                <a:off x="406" y="1784"/>
                <a:ext cx="122" cy="47"/>
              </a:xfrm>
              <a:custGeom>
                <a:avLst/>
                <a:gdLst>
                  <a:gd name="T0" fmla="*/ 3 w 64"/>
                  <a:gd name="T1" fmla="*/ 0 h 25"/>
                  <a:gd name="T2" fmla="*/ 33 w 64"/>
                  <a:gd name="T3" fmla="*/ 0 h 25"/>
                  <a:gd name="T4" fmla="*/ 32 w 64"/>
                  <a:gd name="T5" fmla="*/ 1 h 25"/>
                  <a:gd name="T6" fmla="*/ 32 w 64"/>
                  <a:gd name="T7" fmla="*/ 8 h 25"/>
                  <a:gd name="T8" fmla="*/ 38 w 64"/>
                  <a:gd name="T9" fmla="*/ 0 h 25"/>
                  <a:gd name="T10" fmla="*/ 64 w 64"/>
                  <a:gd name="T11" fmla="*/ 0 h 25"/>
                  <a:gd name="T12" fmla="*/ 63 w 64"/>
                  <a:gd name="T13" fmla="*/ 0 h 25"/>
                  <a:gd name="T14" fmla="*/ 55 w 64"/>
                  <a:gd name="T15" fmla="*/ 25 h 25"/>
                  <a:gd name="T16" fmla="*/ 1 w 64"/>
                  <a:gd name="T17" fmla="*/ 25 h 25"/>
                  <a:gd name="T18" fmla="*/ 1 w 64"/>
                  <a:gd name="T19" fmla="*/ 10 h 25"/>
                  <a:gd name="T20" fmla="*/ 3 w 64"/>
                  <a:gd name="T2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25">
                    <a:moveTo>
                      <a:pt x="3" y="0"/>
                    </a:moveTo>
                    <a:cubicBezTo>
                      <a:pt x="33" y="0"/>
                      <a:pt x="33" y="0"/>
                      <a:pt x="33" y="0"/>
                    </a:cubicBezTo>
                    <a:cubicBezTo>
                      <a:pt x="32" y="1"/>
                      <a:pt x="32" y="1"/>
                      <a:pt x="32" y="1"/>
                    </a:cubicBezTo>
                    <a:cubicBezTo>
                      <a:pt x="32" y="8"/>
                      <a:pt x="32" y="8"/>
                      <a:pt x="32" y="8"/>
                    </a:cubicBezTo>
                    <a:cubicBezTo>
                      <a:pt x="32" y="8"/>
                      <a:pt x="35" y="4"/>
                      <a:pt x="38" y="0"/>
                    </a:cubicBezTo>
                    <a:cubicBezTo>
                      <a:pt x="64" y="0"/>
                      <a:pt x="64" y="0"/>
                      <a:pt x="64" y="0"/>
                    </a:cubicBezTo>
                    <a:cubicBezTo>
                      <a:pt x="63" y="0"/>
                      <a:pt x="63" y="0"/>
                      <a:pt x="63" y="0"/>
                    </a:cubicBezTo>
                    <a:cubicBezTo>
                      <a:pt x="60" y="6"/>
                      <a:pt x="57" y="14"/>
                      <a:pt x="55" y="25"/>
                    </a:cubicBezTo>
                    <a:cubicBezTo>
                      <a:pt x="1" y="25"/>
                      <a:pt x="1" y="25"/>
                      <a:pt x="1" y="25"/>
                    </a:cubicBezTo>
                    <a:cubicBezTo>
                      <a:pt x="0" y="19"/>
                      <a:pt x="0" y="13"/>
                      <a:pt x="1" y="10"/>
                    </a:cubicBezTo>
                    <a:cubicBezTo>
                      <a:pt x="2" y="8"/>
                      <a:pt x="3" y="4"/>
                      <a:pt x="3" y="0"/>
                    </a:cubicBezTo>
                    <a:close/>
                  </a:path>
                </a:pathLst>
              </a:custGeom>
              <a:solidFill>
                <a:srgbClr val="DB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2" name="Freeform 69"/>
              <p:cNvSpPr>
                <a:spLocks/>
              </p:cNvSpPr>
              <p:nvPr/>
            </p:nvSpPr>
            <p:spPr bwMode="auto">
              <a:xfrm>
                <a:off x="406" y="1786"/>
                <a:ext cx="120" cy="49"/>
              </a:xfrm>
              <a:custGeom>
                <a:avLst/>
                <a:gdLst>
                  <a:gd name="T0" fmla="*/ 3 w 63"/>
                  <a:gd name="T1" fmla="*/ 0 h 26"/>
                  <a:gd name="T2" fmla="*/ 32 w 63"/>
                  <a:gd name="T3" fmla="*/ 0 h 26"/>
                  <a:gd name="T4" fmla="*/ 32 w 63"/>
                  <a:gd name="T5" fmla="*/ 0 h 26"/>
                  <a:gd name="T6" fmla="*/ 32 w 63"/>
                  <a:gd name="T7" fmla="*/ 7 h 26"/>
                  <a:gd name="T8" fmla="*/ 37 w 63"/>
                  <a:gd name="T9" fmla="*/ 0 h 26"/>
                  <a:gd name="T10" fmla="*/ 63 w 63"/>
                  <a:gd name="T11" fmla="*/ 0 h 26"/>
                  <a:gd name="T12" fmla="*/ 54 w 63"/>
                  <a:gd name="T13" fmla="*/ 26 h 26"/>
                  <a:gd name="T14" fmla="*/ 1 w 63"/>
                  <a:gd name="T15" fmla="*/ 26 h 26"/>
                  <a:gd name="T16" fmla="*/ 1 w 63"/>
                  <a:gd name="T17" fmla="*/ 9 h 26"/>
                  <a:gd name="T18" fmla="*/ 3 w 63"/>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26">
                    <a:moveTo>
                      <a:pt x="3" y="0"/>
                    </a:moveTo>
                    <a:cubicBezTo>
                      <a:pt x="32" y="0"/>
                      <a:pt x="32" y="0"/>
                      <a:pt x="32" y="0"/>
                    </a:cubicBezTo>
                    <a:cubicBezTo>
                      <a:pt x="32" y="0"/>
                      <a:pt x="32" y="0"/>
                      <a:pt x="32" y="0"/>
                    </a:cubicBezTo>
                    <a:cubicBezTo>
                      <a:pt x="32" y="7"/>
                      <a:pt x="32" y="7"/>
                      <a:pt x="32" y="7"/>
                    </a:cubicBezTo>
                    <a:cubicBezTo>
                      <a:pt x="32" y="7"/>
                      <a:pt x="34" y="4"/>
                      <a:pt x="37" y="0"/>
                    </a:cubicBezTo>
                    <a:cubicBezTo>
                      <a:pt x="63" y="0"/>
                      <a:pt x="63" y="0"/>
                      <a:pt x="63" y="0"/>
                    </a:cubicBezTo>
                    <a:cubicBezTo>
                      <a:pt x="59" y="6"/>
                      <a:pt x="56" y="15"/>
                      <a:pt x="54" y="26"/>
                    </a:cubicBezTo>
                    <a:cubicBezTo>
                      <a:pt x="1" y="26"/>
                      <a:pt x="1" y="26"/>
                      <a:pt x="1" y="26"/>
                    </a:cubicBezTo>
                    <a:cubicBezTo>
                      <a:pt x="0" y="19"/>
                      <a:pt x="0" y="13"/>
                      <a:pt x="1" y="9"/>
                    </a:cubicBezTo>
                    <a:cubicBezTo>
                      <a:pt x="2" y="7"/>
                      <a:pt x="3" y="4"/>
                      <a:pt x="3" y="0"/>
                    </a:cubicBezTo>
                    <a:close/>
                  </a:path>
                </a:pathLst>
              </a:custGeom>
              <a:solidFill>
                <a:srgbClr val="DCD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3" name="Freeform 70"/>
              <p:cNvSpPr>
                <a:spLocks/>
              </p:cNvSpPr>
              <p:nvPr/>
            </p:nvSpPr>
            <p:spPr bwMode="auto">
              <a:xfrm>
                <a:off x="406" y="1789"/>
                <a:ext cx="118" cy="48"/>
              </a:xfrm>
              <a:custGeom>
                <a:avLst/>
                <a:gdLst>
                  <a:gd name="T0" fmla="*/ 3 w 62"/>
                  <a:gd name="T1" fmla="*/ 0 h 25"/>
                  <a:gd name="T2" fmla="*/ 32 w 62"/>
                  <a:gd name="T3" fmla="*/ 0 h 25"/>
                  <a:gd name="T4" fmla="*/ 32 w 62"/>
                  <a:gd name="T5" fmla="*/ 5 h 25"/>
                  <a:gd name="T6" fmla="*/ 36 w 62"/>
                  <a:gd name="T7" fmla="*/ 0 h 25"/>
                  <a:gd name="T8" fmla="*/ 62 w 62"/>
                  <a:gd name="T9" fmla="*/ 0 h 25"/>
                  <a:gd name="T10" fmla="*/ 54 w 62"/>
                  <a:gd name="T11" fmla="*/ 25 h 25"/>
                  <a:gd name="T12" fmla="*/ 1 w 62"/>
                  <a:gd name="T13" fmla="*/ 25 h 25"/>
                  <a:gd name="T14" fmla="*/ 1 w 62"/>
                  <a:gd name="T15" fmla="*/ 7 h 25"/>
                  <a:gd name="T16" fmla="*/ 3 w 62"/>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25">
                    <a:moveTo>
                      <a:pt x="3" y="0"/>
                    </a:moveTo>
                    <a:cubicBezTo>
                      <a:pt x="32" y="0"/>
                      <a:pt x="32" y="0"/>
                      <a:pt x="32" y="0"/>
                    </a:cubicBezTo>
                    <a:cubicBezTo>
                      <a:pt x="32" y="5"/>
                      <a:pt x="32" y="5"/>
                      <a:pt x="32" y="5"/>
                    </a:cubicBezTo>
                    <a:cubicBezTo>
                      <a:pt x="32" y="5"/>
                      <a:pt x="34" y="3"/>
                      <a:pt x="36" y="0"/>
                    </a:cubicBezTo>
                    <a:cubicBezTo>
                      <a:pt x="62" y="0"/>
                      <a:pt x="62" y="0"/>
                      <a:pt x="62" y="0"/>
                    </a:cubicBezTo>
                    <a:cubicBezTo>
                      <a:pt x="59" y="6"/>
                      <a:pt x="56" y="15"/>
                      <a:pt x="54" y="25"/>
                    </a:cubicBezTo>
                    <a:cubicBezTo>
                      <a:pt x="1" y="25"/>
                      <a:pt x="1" y="25"/>
                      <a:pt x="1" y="25"/>
                    </a:cubicBezTo>
                    <a:cubicBezTo>
                      <a:pt x="0" y="18"/>
                      <a:pt x="0" y="11"/>
                      <a:pt x="1" y="7"/>
                    </a:cubicBezTo>
                    <a:cubicBezTo>
                      <a:pt x="2" y="5"/>
                      <a:pt x="2" y="3"/>
                      <a:pt x="3"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4" name="Freeform 71"/>
              <p:cNvSpPr>
                <a:spLocks/>
              </p:cNvSpPr>
              <p:nvPr/>
            </p:nvSpPr>
            <p:spPr bwMode="auto">
              <a:xfrm>
                <a:off x="404" y="1793"/>
                <a:ext cx="118" cy="48"/>
              </a:xfrm>
              <a:custGeom>
                <a:avLst/>
                <a:gdLst>
                  <a:gd name="T0" fmla="*/ 4 w 62"/>
                  <a:gd name="T1" fmla="*/ 0 h 25"/>
                  <a:gd name="T2" fmla="*/ 33 w 62"/>
                  <a:gd name="T3" fmla="*/ 0 h 25"/>
                  <a:gd name="T4" fmla="*/ 33 w 62"/>
                  <a:gd name="T5" fmla="*/ 3 h 25"/>
                  <a:gd name="T6" fmla="*/ 35 w 62"/>
                  <a:gd name="T7" fmla="*/ 0 h 25"/>
                  <a:gd name="T8" fmla="*/ 62 w 62"/>
                  <a:gd name="T9" fmla="*/ 0 h 25"/>
                  <a:gd name="T10" fmla="*/ 55 w 62"/>
                  <a:gd name="T11" fmla="*/ 25 h 25"/>
                  <a:gd name="T12" fmla="*/ 2 w 62"/>
                  <a:gd name="T13" fmla="*/ 25 h 25"/>
                  <a:gd name="T14" fmla="*/ 2 w 62"/>
                  <a:gd name="T15" fmla="*/ 5 h 25"/>
                  <a:gd name="T16" fmla="*/ 4 w 62"/>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25">
                    <a:moveTo>
                      <a:pt x="4" y="0"/>
                    </a:moveTo>
                    <a:cubicBezTo>
                      <a:pt x="33" y="0"/>
                      <a:pt x="33" y="0"/>
                      <a:pt x="33" y="0"/>
                    </a:cubicBezTo>
                    <a:cubicBezTo>
                      <a:pt x="33" y="3"/>
                      <a:pt x="33" y="3"/>
                      <a:pt x="33" y="3"/>
                    </a:cubicBezTo>
                    <a:cubicBezTo>
                      <a:pt x="33" y="3"/>
                      <a:pt x="34" y="2"/>
                      <a:pt x="35" y="0"/>
                    </a:cubicBezTo>
                    <a:cubicBezTo>
                      <a:pt x="62" y="0"/>
                      <a:pt x="62" y="0"/>
                      <a:pt x="62" y="0"/>
                    </a:cubicBezTo>
                    <a:cubicBezTo>
                      <a:pt x="59" y="6"/>
                      <a:pt x="56" y="15"/>
                      <a:pt x="55" y="25"/>
                    </a:cubicBezTo>
                    <a:cubicBezTo>
                      <a:pt x="2" y="25"/>
                      <a:pt x="2" y="25"/>
                      <a:pt x="2" y="25"/>
                    </a:cubicBezTo>
                    <a:cubicBezTo>
                      <a:pt x="1" y="17"/>
                      <a:pt x="0" y="9"/>
                      <a:pt x="2" y="5"/>
                    </a:cubicBezTo>
                    <a:cubicBezTo>
                      <a:pt x="3" y="4"/>
                      <a:pt x="3" y="2"/>
                      <a:pt x="4"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5" name="Freeform 72"/>
              <p:cNvSpPr>
                <a:spLocks/>
              </p:cNvSpPr>
              <p:nvPr/>
            </p:nvSpPr>
            <p:spPr bwMode="auto">
              <a:xfrm>
                <a:off x="404" y="1797"/>
                <a:ext cx="116" cy="48"/>
              </a:xfrm>
              <a:custGeom>
                <a:avLst/>
                <a:gdLst>
                  <a:gd name="T0" fmla="*/ 3 w 61"/>
                  <a:gd name="T1" fmla="*/ 0 h 25"/>
                  <a:gd name="T2" fmla="*/ 33 w 61"/>
                  <a:gd name="T3" fmla="*/ 0 h 25"/>
                  <a:gd name="T4" fmla="*/ 33 w 61"/>
                  <a:gd name="T5" fmla="*/ 1 h 25"/>
                  <a:gd name="T6" fmla="*/ 34 w 61"/>
                  <a:gd name="T7" fmla="*/ 0 h 25"/>
                  <a:gd name="T8" fmla="*/ 61 w 61"/>
                  <a:gd name="T9" fmla="*/ 0 h 25"/>
                  <a:gd name="T10" fmla="*/ 55 w 61"/>
                  <a:gd name="T11" fmla="*/ 25 h 25"/>
                  <a:gd name="T12" fmla="*/ 3 w 61"/>
                  <a:gd name="T13" fmla="*/ 25 h 25"/>
                  <a:gd name="T14" fmla="*/ 2 w 61"/>
                  <a:gd name="T15" fmla="*/ 3 h 25"/>
                  <a:gd name="T16" fmla="*/ 3 w 6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25">
                    <a:moveTo>
                      <a:pt x="3" y="0"/>
                    </a:moveTo>
                    <a:cubicBezTo>
                      <a:pt x="33" y="0"/>
                      <a:pt x="33" y="0"/>
                      <a:pt x="33" y="0"/>
                    </a:cubicBezTo>
                    <a:cubicBezTo>
                      <a:pt x="33" y="1"/>
                      <a:pt x="33" y="1"/>
                      <a:pt x="33" y="1"/>
                    </a:cubicBezTo>
                    <a:cubicBezTo>
                      <a:pt x="33" y="1"/>
                      <a:pt x="33" y="0"/>
                      <a:pt x="34" y="0"/>
                    </a:cubicBezTo>
                    <a:cubicBezTo>
                      <a:pt x="61" y="0"/>
                      <a:pt x="61" y="0"/>
                      <a:pt x="61" y="0"/>
                    </a:cubicBezTo>
                    <a:cubicBezTo>
                      <a:pt x="58" y="6"/>
                      <a:pt x="56" y="15"/>
                      <a:pt x="55" y="25"/>
                    </a:cubicBezTo>
                    <a:cubicBezTo>
                      <a:pt x="3" y="25"/>
                      <a:pt x="3" y="25"/>
                      <a:pt x="3" y="25"/>
                    </a:cubicBezTo>
                    <a:cubicBezTo>
                      <a:pt x="1" y="16"/>
                      <a:pt x="0" y="7"/>
                      <a:pt x="2" y="3"/>
                    </a:cubicBezTo>
                    <a:cubicBezTo>
                      <a:pt x="3" y="2"/>
                      <a:pt x="3" y="1"/>
                      <a:pt x="3"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6" name="Freeform 73"/>
              <p:cNvSpPr>
                <a:spLocks/>
              </p:cNvSpPr>
              <p:nvPr/>
            </p:nvSpPr>
            <p:spPr bwMode="auto">
              <a:xfrm>
                <a:off x="404" y="1799"/>
                <a:ext cx="114" cy="50"/>
              </a:xfrm>
              <a:custGeom>
                <a:avLst/>
                <a:gdLst>
                  <a:gd name="T0" fmla="*/ 3 w 60"/>
                  <a:gd name="T1" fmla="*/ 0 h 26"/>
                  <a:gd name="T2" fmla="*/ 60 w 60"/>
                  <a:gd name="T3" fmla="*/ 0 h 26"/>
                  <a:gd name="T4" fmla="*/ 54 w 60"/>
                  <a:gd name="T5" fmla="*/ 26 h 26"/>
                  <a:gd name="T6" fmla="*/ 3 w 60"/>
                  <a:gd name="T7" fmla="*/ 26 h 26"/>
                  <a:gd name="T8" fmla="*/ 2 w 60"/>
                  <a:gd name="T9" fmla="*/ 2 h 26"/>
                  <a:gd name="T10" fmla="*/ 3 w 60"/>
                  <a:gd name="T11" fmla="*/ 0 h 26"/>
                </a:gdLst>
                <a:ahLst/>
                <a:cxnLst>
                  <a:cxn ang="0">
                    <a:pos x="T0" y="T1"/>
                  </a:cxn>
                  <a:cxn ang="0">
                    <a:pos x="T2" y="T3"/>
                  </a:cxn>
                  <a:cxn ang="0">
                    <a:pos x="T4" y="T5"/>
                  </a:cxn>
                  <a:cxn ang="0">
                    <a:pos x="T6" y="T7"/>
                  </a:cxn>
                  <a:cxn ang="0">
                    <a:pos x="T8" y="T9"/>
                  </a:cxn>
                  <a:cxn ang="0">
                    <a:pos x="T10" y="T11"/>
                  </a:cxn>
                </a:cxnLst>
                <a:rect l="0" t="0" r="r" b="b"/>
                <a:pathLst>
                  <a:path w="60" h="26">
                    <a:moveTo>
                      <a:pt x="3" y="0"/>
                    </a:moveTo>
                    <a:cubicBezTo>
                      <a:pt x="60" y="0"/>
                      <a:pt x="60" y="0"/>
                      <a:pt x="60" y="0"/>
                    </a:cubicBezTo>
                    <a:cubicBezTo>
                      <a:pt x="58" y="7"/>
                      <a:pt x="56" y="16"/>
                      <a:pt x="54" y="26"/>
                    </a:cubicBezTo>
                    <a:cubicBezTo>
                      <a:pt x="3" y="26"/>
                      <a:pt x="3" y="26"/>
                      <a:pt x="3" y="26"/>
                    </a:cubicBezTo>
                    <a:cubicBezTo>
                      <a:pt x="1" y="16"/>
                      <a:pt x="0" y="7"/>
                      <a:pt x="2" y="2"/>
                    </a:cubicBezTo>
                    <a:cubicBezTo>
                      <a:pt x="3" y="1"/>
                      <a:pt x="3" y="1"/>
                      <a:pt x="3" y="0"/>
                    </a:cubicBezTo>
                    <a:close/>
                  </a:path>
                </a:pathLst>
              </a:custGeom>
              <a:solidFill>
                <a:srgbClr val="DFDE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7" name="Freeform 74"/>
              <p:cNvSpPr>
                <a:spLocks/>
              </p:cNvSpPr>
              <p:nvPr/>
            </p:nvSpPr>
            <p:spPr bwMode="auto">
              <a:xfrm>
                <a:off x="404" y="1803"/>
                <a:ext cx="114" cy="48"/>
              </a:xfrm>
              <a:custGeom>
                <a:avLst/>
                <a:gdLst>
                  <a:gd name="T0" fmla="*/ 2 w 60"/>
                  <a:gd name="T1" fmla="*/ 0 h 25"/>
                  <a:gd name="T2" fmla="*/ 60 w 60"/>
                  <a:gd name="T3" fmla="*/ 0 h 25"/>
                  <a:gd name="T4" fmla="*/ 54 w 60"/>
                  <a:gd name="T5" fmla="*/ 25 h 25"/>
                  <a:gd name="T6" fmla="*/ 3 w 60"/>
                  <a:gd name="T7" fmla="*/ 25 h 25"/>
                  <a:gd name="T8" fmla="*/ 3 w 60"/>
                  <a:gd name="T9" fmla="*/ 25 h 25"/>
                  <a:gd name="T10" fmla="*/ 2 w 60"/>
                  <a:gd name="T11" fmla="*/ 0 h 25"/>
                </a:gdLst>
                <a:ahLst/>
                <a:cxnLst>
                  <a:cxn ang="0">
                    <a:pos x="T0" y="T1"/>
                  </a:cxn>
                  <a:cxn ang="0">
                    <a:pos x="T2" y="T3"/>
                  </a:cxn>
                  <a:cxn ang="0">
                    <a:pos x="T4" y="T5"/>
                  </a:cxn>
                  <a:cxn ang="0">
                    <a:pos x="T6" y="T7"/>
                  </a:cxn>
                  <a:cxn ang="0">
                    <a:pos x="T8" y="T9"/>
                  </a:cxn>
                  <a:cxn ang="0">
                    <a:pos x="T10" y="T11"/>
                  </a:cxn>
                </a:cxnLst>
                <a:rect l="0" t="0" r="r" b="b"/>
                <a:pathLst>
                  <a:path w="60" h="25">
                    <a:moveTo>
                      <a:pt x="2" y="0"/>
                    </a:moveTo>
                    <a:cubicBezTo>
                      <a:pt x="60" y="0"/>
                      <a:pt x="60" y="0"/>
                      <a:pt x="60" y="0"/>
                    </a:cubicBezTo>
                    <a:cubicBezTo>
                      <a:pt x="57" y="7"/>
                      <a:pt x="55" y="16"/>
                      <a:pt x="54" y="25"/>
                    </a:cubicBezTo>
                    <a:cubicBezTo>
                      <a:pt x="3" y="25"/>
                      <a:pt x="3" y="25"/>
                      <a:pt x="3" y="25"/>
                    </a:cubicBezTo>
                    <a:cubicBezTo>
                      <a:pt x="3" y="25"/>
                      <a:pt x="3" y="25"/>
                      <a:pt x="3" y="25"/>
                    </a:cubicBezTo>
                    <a:cubicBezTo>
                      <a:pt x="2" y="15"/>
                      <a:pt x="0" y="5"/>
                      <a:pt x="2"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8" name="Freeform 75"/>
              <p:cNvSpPr>
                <a:spLocks/>
              </p:cNvSpPr>
              <p:nvPr/>
            </p:nvSpPr>
            <p:spPr bwMode="auto">
              <a:xfrm>
                <a:off x="404" y="1807"/>
                <a:ext cx="112" cy="47"/>
              </a:xfrm>
              <a:custGeom>
                <a:avLst/>
                <a:gdLst>
                  <a:gd name="T0" fmla="*/ 2 w 59"/>
                  <a:gd name="T1" fmla="*/ 0 h 25"/>
                  <a:gd name="T2" fmla="*/ 59 w 59"/>
                  <a:gd name="T3" fmla="*/ 0 h 25"/>
                  <a:gd name="T4" fmla="*/ 54 w 59"/>
                  <a:gd name="T5" fmla="*/ 25 h 25"/>
                  <a:gd name="T6" fmla="*/ 3 w 59"/>
                  <a:gd name="T7" fmla="*/ 25 h 25"/>
                  <a:gd name="T8" fmla="*/ 3 w 59"/>
                  <a:gd name="T9" fmla="*/ 23 h 25"/>
                  <a:gd name="T10" fmla="*/ 2 w 59"/>
                  <a:gd name="T11" fmla="*/ 0 h 25"/>
                </a:gdLst>
                <a:ahLst/>
                <a:cxnLst>
                  <a:cxn ang="0">
                    <a:pos x="T0" y="T1"/>
                  </a:cxn>
                  <a:cxn ang="0">
                    <a:pos x="T2" y="T3"/>
                  </a:cxn>
                  <a:cxn ang="0">
                    <a:pos x="T4" y="T5"/>
                  </a:cxn>
                  <a:cxn ang="0">
                    <a:pos x="T6" y="T7"/>
                  </a:cxn>
                  <a:cxn ang="0">
                    <a:pos x="T8" y="T9"/>
                  </a:cxn>
                  <a:cxn ang="0">
                    <a:pos x="T10" y="T11"/>
                  </a:cxn>
                </a:cxnLst>
                <a:rect l="0" t="0" r="r" b="b"/>
                <a:pathLst>
                  <a:path w="59" h="25">
                    <a:moveTo>
                      <a:pt x="2" y="0"/>
                    </a:moveTo>
                    <a:cubicBezTo>
                      <a:pt x="59" y="0"/>
                      <a:pt x="59" y="0"/>
                      <a:pt x="59" y="0"/>
                    </a:cubicBezTo>
                    <a:cubicBezTo>
                      <a:pt x="57" y="7"/>
                      <a:pt x="55" y="16"/>
                      <a:pt x="54" y="25"/>
                    </a:cubicBezTo>
                    <a:cubicBezTo>
                      <a:pt x="3" y="25"/>
                      <a:pt x="3" y="25"/>
                      <a:pt x="3" y="25"/>
                    </a:cubicBezTo>
                    <a:cubicBezTo>
                      <a:pt x="3" y="24"/>
                      <a:pt x="3" y="23"/>
                      <a:pt x="3" y="23"/>
                    </a:cubicBezTo>
                    <a:cubicBezTo>
                      <a:pt x="2" y="14"/>
                      <a:pt x="0" y="5"/>
                      <a:pt x="2"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49" name="Freeform 76"/>
              <p:cNvSpPr>
                <a:spLocks/>
              </p:cNvSpPr>
              <p:nvPr/>
            </p:nvSpPr>
            <p:spPr bwMode="auto">
              <a:xfrm>
                <a:off x="406" y="1810"/>
                <a:ext cx="110" cy="48"/>
              </a:xfrm>
              <a:custGeom>
                <a:avLst/>
                <a:gdLst>
                  <a:gd name="T0" fmla="*/ 0 w 58"/>
                  <a:gd name="T1" fmla="*/ 0 h 25"/>
                  <a:gd name="T2" fmla="*/ 58 w 58"/>
                  <a:gd name="T3" fmla="*/ 0 h 25"/>
                  <a:gd name="T4" fmla="*/ 53 w 58"/>
                  <a:gd name="T5" fmla="*/ 25 h 25"/>
                  <a:gd name="T6" fmla="*/ 2 w 58"/>
                  <a:gd name="T7" fmla="*/ 25 h 25"/>
                  <a:gd name="T8" fmla="*/ 2 w 58"/>
                  <a:gd name="T9" fmla="*/ 21 h 25"/>
                  <a:gd name="T10" fmla="*/ 0 w 58"/>
                  <a:gd name="T11" fmla="*/ 0 h 25"/>
                </a:gdLst>
                <a:ahLst/>
                <a:cxnLst>
                  <a:cxn ang="0">
                    <a:pos x="T0" y="T1"/>
                  </a:cxn>
                  <a:cxn ang="0">
                    <a:pos x="T2" y="T3"/>
                  </a:cxn>
                  <a:cxn ang="0">
                    <a:pos x="T4" y="T5"/>
                  </a:cxn>
                  <a:cxn ang="0">
                    <a:pos x="T6" y="T7"/>
                  </a:cxn>
                  <a:cxn ang="0">
                    <a:pos x="T8" y="T9"/>
                  </a:cxn>
                  <a:cxn ang="0">
                    <a:pos x="T10" y="T11"/>
                  </a:cxn>
                </a:cxnLst>
                <a:rect l="0" t="0" r="r" b="b"/>
                <a:pathLst>
                  <a:path w="58" h="25">
                    <a:moveTo>
                      <a:pt x="0" y="0"/>
                    </a:moveTo>
                    <a:cubicBezTo>
                      <a:pt x="58" y="0"/>
                      <a:pt x="58" y="0"/>
                      <a:pt x="58" y="0"/>
                    </a:cubicBezTo>
                    <a:cubicBezTo>
                      <a:pt x="55" y="7"/>
                      <a:pt x="54" y="16"/>
                      <a:pt x="53" y="25"/>
                    </a:cubicBezTo>
                    <a:cubicBezTo>
                      <a:pt x="2" y="25"/>
                      <a:pt x="2" y="25"/>
                      <a:pt x="2" y="25"/>
                    </a:cubicBezTo>
                    <a:cubicBezTo>
                      <a:pt x="2" y="23"/>
                      <a:pt x="2" y="22"/>
                      <a:pt x="2" y="21"/>
                    </a:cubicBezTo>
                    <a:cubicBezTo>
                      <a:pt x="1" y="13"/>
                      <a:pt x="0" y="5"/>
                      <a:pt x="0"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0" name="Freeform 77"/>
              <p:cNvSpPr>
                <a:spLocks/>
              </p:cNvSpPr>
              <p:nvPr/>
            </p:nvSpPr>
            <p:spPr bwMode="auto">
              <a:xfrm>
                <a:off x="406" y="1812"/>
                <a:ext cx="109" cy="50"/>
              </a:xfrm>
              <a:custGeom>
                <a:avLst/>
                <a:gdLst>
                  <a:gd name="T0" fmla="*/ 0 w 57"/>
                  <a:gd name="T1" fmla="*/ 0 h 26"/>
                  <a:gd name="T2" fmla="*/ 57 w 57"/>
                  <a:gd name="T3" fmla="*/ 0 h 26"/>
                  <a:gd name="T4" fmla="*/ 53 w 57"/>
                  <a:gd name="T5" fmla="*/ 26 h 26"/>
                  <a:gd name="T6" fmla="*/ 2 w 57"/>
                  <a:gd name="T7" fmla="*/ 26 h 26"/>
                  <a:gd name="T8" fmla="*/ 2 w 57"/>
                  <a:gd name="T9" fmla="*/ 20 h 26"/>
                  <a:gd name="T10" fmla="*/ 0 w 57"/>
                  <a:gd name="T11" fmla="*/ 0 h 26"/>
                </a:gdLst>
                <a:ahLst/>
                <a:cxnLst>
                  <a:cxn ang="0">
                    <a:pos x="T0" y="T1"/>
                  </a:cxn>
                  <a:cxn ang="0">
                    <a:pos x="T2" y="T3"/>
                  </a:cxn>
                  <a:cxn ang="0">
                    <a:pos x="T4" y="T5"/>
                  </a:cxn>
                  <a:cxn ang="0">
                    <a:pos x="T6" y="T7"/>
                  </a:cxn>
                  <a:cxn ang="0">
                    <a:pos x="T8" y="T9"/>
                  </a:cxn>
                  <a:cxn ang="0">
                    <a:pos x="T10" y="T11"/>
                  </a:cxn>
                </a:cxnLst>
                <a:rect l="0" t="0" r="r" b="b"/>
                <a:pathLst>
                  <a:path w="57" h="26">
                    <a:moveTo>
                      <a:pt x="0" y="0"/>
                    </a:moveTo>
                    <a:cubicBezTo>
                      <a:pt x="57" y="0"/>
                      <a:pt x="57" y="0"/>
                      <a:pt x="57" y="0"/>
                    </a:cubicBezTo>
                    <a:cubicBezTo>
                      <a:pt x="55" y="8"/>
                      <a:pt x="53" y="17"/>
                      <a:pt x="53" y="26"/>
                    </a:cubicBezTo>
                    <a:cubicBezTo>
                      <a:pt x="2" y="26"/>
                      <a:pt x="2" y="26"/>
                      <a:pt x="2" y="26"/>
                    </a:cubicBezTo>
                    <a:cubicBezTo>
                      <a:pt x="2" y="23"/>
                      <a:pt x="2" y="21"/>
                      <a:pt x="2" y="20"/>
                    </a:cubicBezTo>
                    <a:cubicBezTo>
                      <a:pt x="1" y="13"/>
                      <a:pt x="0" y="6"/>
                      <a:pt x="0" y="0"/>
                    </a:cubicBezTo>
                    <a:close/>
                  </a:path>
                </a:pathLst>
              </a:custGeom>
              <a:solidFill>
                <a:srgbClr val="E3E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1" name="Freeform 78"/>
              <p:cNvSpPr>
                <a:spLocks/>
              </p:cNvSpPr>
              <p:nvPr/>
            </p:nvSpPr>
            <p:spPr bwMode="auto">
              <a:xfrm>
                <a:off x="406" y="1816"/>
                <a:ext cx="109" cy="48"/>
              </a:xfrm>
              <a:custGeom>
                <a:avLst/>
                <a:gdLst>
                  <a:gd name="T0" fmla="*/ 0 w 57"/>
                  <a:gd name="T1" fmla="*/ 0 h 25"/>
                  <a:gd name="T2" fmla="*/ 57 w 57"/>
                  <a:gd name="T3" fmla="*/ 0 h 25"/>
                  <a:gd name="T4" fmla="*/ 53 w 57"/>
                  <a:gd name="T5" fmla="*/ 25 h 25"/>
                  <a:gd name="T6" fmla="*/ 2 w 57"/>
                  <a:gd name="T7" fmla="*/ 25 h 25"/>
                  <a:gd name="T8" fmla="*/ 2 w 57"/>
                  <a:gd name="T9" fmla="*/ 18 h 25"/>
                  <a:gd name="T10" fmla="*/ 0 w 57"/>
                  <a:gd name="T11" fmla="*/ 0 h 25"/>
                </a:gdLst>
                <a:ahLst/>
                <a:cxnLst>
                  <a:cxn ang="0">
                    <a:pos x="T0" y="T1"/>
                  </a:cxn>
                  <a:cxn ang="0">
                    <a:pos x="T2" y="T3"/>
                  </a:cxn>
                  <a:cxn ang="0">
                    <a:pos x="T4" y="T5"/>
                  </a:cxn>
                  <a:cxn ang="0">
                    <a:pos x="T6" y="T7"/>
                  </a:cxn>
                  <a:cxn ang="0">
                    <a:pos x="T8" y="T9"/>
                  </a:cxn>
                  <a:cxn ang="0">
                    <a:pos x="T10" y="T11"/>
                  </a:cxn>
                </a:cxnLst>
                <a:rect l="0" t="0" r="r" b="b"/>
                <a:pathLst>
                  <a:path w="57" h="25">
                    <a:moveTo>
                      <a:pt x="0" y="0"/>
                    </a:moveTo>
                    <a:cubicBezTo>
                      <a:pt x="57" y="0"/>
                      <a:pt x="57" y="0"/>
                      <a:pt x="57" y="0"/>
                    </a:cubicBezTo>
                    <a:cubicBezTo>
                      <a:pt x="55" y="8"/>
                      <a:pt x="53" y="17"/>
                      <a:pt x="53" y="25"/>
                    </a:cubicBezTo>
                    <a:cubicBezTo>
                      <a:pt x="2" y="25"/>
                      <a:pt x="2" y="25"/>
                      <a:pt x="2" y="25"/>
                    </a:cubicBezTo>
                    <a:cubicBezTo>
                      <a:pt x="2" y="22"/>
                      <a:pt x="2" y="20"/>
                      <a:pt x="2" y="18"/>
                    </a:cubicBezTo>
                    <a:cubicBezTo>
                      <a:pt x="1" y="11"/>
                      <a:pt x="0" y="5"/>
                      <a:pt x="0" y="0"/>
                    </a:cubicBezTo>
                    <a:close/>
                  </a:path>
                </a:pathLst>
              </a:custGeom>
              <a:solidFill>
                <a:srgbClr val="E4E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2" name="Freeform 79"/>
              <p:cNvSpPr>
                <a:spLocks/>
              </p:cNvSpPr>
              <p:nvPr/>
            </p:nvSpPr>
            <p:spPr bwMode="auto">
              <a:xfrm>
                <a:off x="406" y="1820"/>
                <a:ext cx="107" cy="48"/>
              </a:xfrm>
              <a:custGeom>
                <a:avLst/>
                <a:gdLst>
                  <a:gd name="T0" fmla="*/ 0 w 56"/>
                  <a:gd name="T1" fmla="*/ 0 h 25"/>
                  <a:gd name="T2" fmla="*/ 56 w 56"/>
                  <a:gd name="T3" fmla="*/ 0 h 25"/>
                  <a:gd name="T4" fmla="*/ 53 w 56"/>
                  <a:gd name="T5" fmla="*/ 25 h 25"/>
                  <a:gd name="T6" fmla="*/ 2 w 56"/>
                  <a:gd name="T7" fmla="*/ 25 h 25"/>
                  <a:gd name="T8" fmla="*/ 2 w 56"/>
                  <a:gd name="T9" fmla="*/ 16 h 25"/>
                  <a:gd name="T10" fmla="*/ 0 w 56"/>
                  <a:gd name="T11" fmla="*/ 0 h 25"/>
                </a:gdLst>
                <a:ahLst/>
                <a:cxnLst>
                  <a:cxn ang="0">
                    <a:pos x="T0" y="T1"/>
                  </a:cxn>
                  <a:cxn ang="0">
                    <a:pos x="T2" y="T3"/>
                  </a:cxn>
                  <a:cxn ang="0">
                    <a:pos x="T4" y="T5"/>
                  </a:cxn>
                  <a:cxn ang="0">
                    <a:pos x="T6" y="T7"/>
                  </a:cxn>
                  <a:cxn ang="0">
                    <a:pos x="T8" y="T9"/>
                  </a:cxn>
                  <a:cxn ang="0">
                    <a:pos x="T10" y="T11"/>
                  </a:cxn>
                </a:cxnLst>
                <a:rect l="0" t="0" r="r" b="b"/>
                <a:pathLst>
                  <a:path w="56" h="25">
                    <a:moveTo>
                      <a:pt x="0" y="0"/>
                    </a:moveTo>
                    <a:cubicBezTo>
                      <a:pt x="56" y="0"/>
                      <a:pt x="56" y="0"/>
                      <a:pt x="56" y="0"/>
                    </a:cubicBezTo>
                    <a:cubicBezTo>
                      <a:pt x="54" y="8"/>
                      <a:pt x="53" y="16"/>
                      <a:pt x="53" y="25"/>
                    </a:cubicBezTo>
                    <a:cubicBezTo>
                      <a:pt x="2" y="25"/>
                      <a:pt x="2" y="25"/>
                      <a:pt x="2" y="25"/>
                    </a:cubicBezTo>
                    <a:cubicBezTo>
                      <a:pt x="2" y="21"/>
                      <a:pt x="2" y="18"/>
                      <a:pt x="2" y="16"/>
                    </a:cubicBezTo>
                    <a:cubicBezTo>
                      <a:pt x="1" y="10"/>
                      <a:pt x="0" y="5"/>
                      <a:pt x="0" y="0"/>
                    </a:cubicBezTo>
                    <a:close/>
                  </a:path>
                </a:pathLst>
              </a:custGeom>
              <a:solidFill>
                <a:srgbClr val="E4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3" name="Freeform 80"/>
              <p:cNvSpPr>
                <a:spLocks/>
              </p:cNvSpPr>
              <p:nvPr/>
            </p:nvSpPr>
            <p:spPr bwMode="auto">
              <a:xfrm>
                <a:off x="406" y="1824"/>
                <a:ext cx="107" cy="48"/>
              </a:xfrm>
              <a:custGeom>
                <a:avLst/>
                <a:gdLst>
                  <a:gd name="T0" fmla="*/ 0 w 56"/>
                  <a:gd name="T1" fmla="*/ 0 h 25"/>
                  <a:gd name="T2" fmla="*/ 56 w 56"/>
                  <a:gd name="T3" fmla="*/ 0 h 25"/>
                  <a:gd name="T4" fmla="*/ 53 w 56"/>
                  <a:gd name="T5" fmla="*/ 24 h 25"/>
                  <a:gd name="T6" fmla="*/ 53 w 56"/>
                  <a:gd name="T7" fmla="*/ 25 h 25"/>
                  <a:gd name="T8" fmla="*/ 2 w 56"/>
                  <a:gd name="T9" fmla="*/ 25 h 25"/>
                  <a:gd name="T10" fmla="*/ 2 w 56"/>
                  <a:gd name="T11" fmla="*/ 14 h 25"/>
                  <a:gd name="T12" fmla="*/ 0 w 56"/>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56" h="25">
                    <a:moveTo>
                      <a:pt x="0" y="0"/>
                    </a:moveTo>
                    <a:cubicBezTo>
                      <a:pt x="56" y="0"/>
                      <a:pt x="56" y="0"/>
                      <a:pt x="56" y="0"/>
                    </a:cubicBezTo>
                    <a:cubicBezTo>
                      <a:pt x="54" y="7"/>
                      <a:pt x="53" y="15"/>
                      <a:pt x="53" y="24"/>
                    </a:cubicBezTo>
                    <a:cubicBezTo>
                      <a:pt x="53" y="24"/>
                      <a:pt x="53" y="24"/>
                      <a:pt x="53" y="25"/>
                    </a:cubicBezTo>
                    <a:cubicBezTo>
                      <a:pt x="2" y="25"/>
                      <a:pt x="2" y="25"/>
                      <a:pt x="2" y="25"/>
                    </a:cubicBezTo>
                    <a:cubicBezTo>
                      <a:pt x="2" y="20"/>
                      <a:pt x="2" y="16"/>
                      <a:pt x="2" y="14"/>
                    </a:cubicBezTo>
                    <a:cubicBezTo>
                      <a:pt x="1" y="9"/>
                      <a:pt x="1" y="4"/>
                      <a:pt x="0"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4" name="Freeform 81"/>
              <p:cNvSpPr>
                <a:spLocks/>
              </p:cNvSpPr>
              <p:nvPr/>
            </p:nvSpPr>
            <p:spPr bwMode="auto">
              <a:xfrm>
                <a:off x="406" y="1826"/>
                <a:ext cx="105" cy="49"/>
              </a:xfrm>
              <a:custGeom>
                <a:avLst/>
                <a:gdLst>
                  <a:gd name="T0" fmla="*/ 0 w 55"/>
                  <a:gd name="T1" fmla="*/ 0 h 26"/>
                  <a:gd name="T2" fmla="*/ 55 w 55"/>
                  <a:gd name="T3" fmla="*/ 0 h 26"/>
                  <a:gd name="T4" fmla="*/ 53 w 55"/>
                  <a:gd name="T5" fmla="*/ 23 h 26"/>
                  <a:gd name="T6" fmla="*/ 53 w 55"/>
                  <a:gd name="T7" fmla="*/ 26 h 26"/>
                  <a:gd name="T8" fmla="*/ 2 w 55"/>
                  <a:gd name="T9" fmla="*/ 26 h 26"/>
                  <a:gd name="T10" fmla="*/ 2 w 55"/>
                  <a:gd name="T11" fmla="*/ 13 h 26"/>
                  <a:gd name="T12" fmla="*/ 0 w 55"/>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55" h="26">
                    <a:moveTo>
                      <a:pt x="0" y="0"/>
                    </a:moveTo>
                    <a:cubicBezTo>
                      <a:pt x="55" y="0"/>
                      <a:pt x="55" y="0"/>
                      <a:pt x="55" y="0"/>
                    </a:cubicBezTo>
                    <a:cubicBezTo>
                      <a:pt x="54" y="7"/>
                      <a:pt x="53" y="15"/>
                      <a:pt x="53" y="23"/>
                    </a:cubicBezTo>
                    <a:cubicBezTo>
                      <a:pt x="53" y="24"/>
                      <a:pt x="53" y="25"/>
                      <a:pt x="53" y="26"/>
                    </a:cubicBezTo>
                    <a:cubicBezTo>
                      <a:pt x="2" y="26"/>
                      <a:pt x="2" y="26"/>
                      <a:pt x="2" y="26"/>
                    </a:cubicBezTo>
                    <a:cubicBezTo>
                      <a:pt x="2" y="20"/>
                      <a:pt x="2" y="16"/>
                      <a:pt x="2" y="13"/>
                    </a:cubicBezTo>
                    <a:cubicBezTo>
                      <a:pt x="1" y="8"/>
                      <a:pt x="1" y="4"/>
                      <a:pt x="0"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5" name="Freeform 82"/>
              <p:cNvSpPr>
                <a:spLocks/>
              </p:cNvSpPr>
              <p:nvPr/>
            </p:nvSpPr>
            <p:spPr bwMode="auto">
              <a:xfrm>
                <a:off x="407" y="1830"/>
                <a:ext cx="104" cy="49"/>
              </a:xfrm>
              <a:custGeom>
                <a:avLst/>
                <a:gdLst>
                  <a:gd name="T0" fmla="*/ 0 w 54"/>
                  <a:gd name="T1" fmla="*/ 0 h 26"/>
                  <a:gd name="T2" fmla="*/ 54 w 54"/>
                  <a:gd name="T3" fmla="*/ 0 h 26"/>
                  <a:gd name="T4" fmla="*/ 52 w 54"/>
                  <a:gd name="T5" fmla="*/ 21 h 26"/>
                  <a:gd name="T6" fmla="*/ 52 w 54"/>
                  <a:gd name="T7" fmla="*/ 26 h 26"/>
                  <a:gd name="T8" fmla="*/ 1 w 54"/>
                  <a:gd name="T9" fmla="*/ 26 h 26"/>
                  <a:gd name="T10" fmla="*/ 1 w 54"/>
                  <a:gd name="T11" fmla="*/ 11 h 26"/>
                  <a:gd name="T12" fmla="*/ 0 w 54"/>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54" h="26">
                    <a:moveTo>
                      <a:pt x="0" y="0"/>
                    </a:moveTo>
                    <a:cubicBezTo>
                      <a:pt x="54" y="0"/>
                      <a:pt x="54" y="0"/>
                      <a:pt x="54" y="0"/>
                    </a:cubicBezTo>
                    <a:cubicBezTo>
                      <a:pt x="53" y="7"/>
                      <a:pt x="52" y="14"/>
                      <a:pt x="52" y="21"/>
                    </a:cubicBezTo>
                    <a:cubicBezTo>
                      <a:pt x="52" y="22"/>
                      <a:pt x="52" y="24"/>
                      <a:pt x="52" y="26"/>
                    </a:cubicBezTo>
                    <a:cubicBezTo>
                      <a:pt x="1" y="26"/>
                      <a:pt x="1" y="26"/>
                      <a:pt x="1" y="26"/>
                    </a:cubicBezTo>
                    <a:cubicBezTo>
                      <a:pt x="1" y="19"/>
                      <a:pt x="1" y="14"/>
                      <a:pt x="1" y="11"/>
                    </a:cubicBezTo>
                    <a:cubicBezTo>
                      <a:pt x="0" y="7"/>
                      <a:pt x="0" y="4"/>
                      <a:pt x="0"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6" name="Freeform 83"/>
              <p:cNvSpPr>
                <a:spLocks/>
              </p:cNvSpPr>
              <p:nvPr/>
            </p:nvSpPr>
            <p:spPr bwMode="auto">
              <a:xfrm>
                <a:off x="407" y="1833"/>
                <a:ext cx="104" cy="48"/>
              </a:xfrm>
              <a:custGeom>
                <a:avLst/>
                <a:gdLst>
                  <a:gd name="T0" fmla="*/ 0 w 54"/>
                  <a:gd name="T1" fmla="*/ 0 h 25"/>
                  <a:gd name="T2" fmla="*/ 54 w 54"/>
                  <a:gd name="T3" fmla="*/ 0 h 25"/>
                  <a:gd name="T4" fmla="*/ 52 w 54"/>
                  <a:gd name="T5" fmla="*/ 19 h 25"/>
                  <a:gd name="T6" fmla="*/ 52 w 54"/>
                  <a:gd name="T7" fmla="*/ 25 h 25"/>
                  <a:gd name="T8" fmla="*/ 1 w 54"/>
                  <a:gd name="T9" fmla="*/ 25 h 25"/>
                  <a:gd name="T10" fmla="*/ 1 w 54"/>
                  <a:gd name="T11" fmla="*/ 9 h 25"/>
                  <a:gd name="T12" fmla="*/ 0 w 54"/>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54" h="25">
                    <a:moveTo>
                      <a:pt x="0" y="0"/>
                    </a:moveTo>
                    <a:cubicBezTo>
                      <a:pt x="54" y="0"/>
                      <a:pt x="54" y="0"/>
                      <a:pt x="54" y="0"/>
                    </a:cubicBezTo>
                    <a:cubicBezTo>
                      <a:pt x="52" y="6"/>
                      <a:pt x="52" y="12"/>
                      <a:pt x="52" y="19"/>
                    </a:cubicBezTo>
                    <a:cubicBezTo>
                      <a:pt x="52" y="21"/>
                      <a:pt x="52" y="23"/>
                      <a:pt x="52" y="25"/>
                    </a:cubicBezTo>
                    <a:cubicBezTo>
                      <a:pt x="1" y="25"/>
                      <a:pt x="1" y="25"/>
                      <a:pt x="1" y="25"/>
                    </a:cubicBezTo>
                    <a:cubicBezTo>
                      <a:pt x="1" y="18"/>
                      <a:pt x="1" y="12"/>
                      <a:pt x="1" y="9"/>
                    </a:cubicBezTo>
                    <a:cubicBezTo>
                      <a:pt x="1" y="6"/>
                      <a:pt x="0" y="3"/>
                      <a:pt x="0"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7" name="Freeform 84"/>
              <p:cNvSpPr>
                <a:spLocks/>
              </p:cNvSpPr>
              <p:nvPr/>
            </p:nvSpPr>
            <p:spPr bwMode="auto">
              <a:xfrm>
                <a:off x="407" y="1837"/>
                <a:ext cx="102" cy="48"/>
              </a:xfrm>
              <a:custGeom>
                <a:avLst/>
                <a:gdLst>
                  <a:gd name="T0" fmla="*/ 0 w 53"/>
                  <a:gd name="T1" fmla="*/ 0 h 25"/>
                  <a:gd name="T2" fmla="*/ 53 w 53"/>
                  <a:gd name="T3" fmla="*/ 0 h 25"/>
                  <a:gd name="T4" fmla="*/ 52 w 53"/>
                  <a:gd name="T5" fmla="*/ 17 h 25"/>
                  <a:gd name="T6" fmla="*/ 52 w 53"/>
                  <a:gd name="T7" fmla="*/ 25 h 25"/>
                  <a:gd name="T8" fmla="*/ 1 w 53"/>
                  <a:gd name="T9" fmla="*/ 25 h 25"/>
                  <a:gd name="T10" fmla="*/ 1 w 53"/>
                  <a:gd name="T11" fmla="*/ 7 h 25"/>
                  <a:gd name="T12" fmla="*/ 0 w 53"/>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53" h="25">
                    <a:moveTo>
                      <a:pt x="0" y="0"/>
                    </a:moveTo>
                    <a:cubicBezTo>
                      <a:pt x="53" y="0"/>
                      <a:pt x="53" y="0"/>
                      <a:pt x="53" y="0"/>
                    </a:cubicBezTo>
                    <a:cubicBezTo>
                      <a:pt x="52" y="5"/>
                      <a:pt x="52" y="11"/>
                      <a:pt x="52" y="17"/>
                    </a:cubicBezTo>
                    <a:cubicBezTo>
                      <a:pt x="52" y="19"/>
                      <a:pt x="52" y="22"/>
                      <a:pt x="52" y="25"/>
                    </a:cubicBezTo>
                    <a:cubicBezTo>
                      <a:pt x="1" y="25"/>
                      <a:pt x="1" y="25"/>
                      <a:pt x="1" y="25"/>
                    </a:cubicBezTo>
                    <a:cubicBezTo>
                      <a:pt x="1" y="17"/>
                      <a:pt x="1" y="10"/>
                      <a:pt x="1" y="7"/>
                    </a:cubicBezTo>
                    <a:cubicBezTo>
                      <a:pt x="1" y="4"/>
                      <a:pt x="0" y="2"/>
                      <a:pt x="0" y="0"/>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8" name="Freeform 85"/>
              <p:cNvSpPr>
                <a:spLocks/>
              </p:cNvSpPr>
              <p:nvPr/>
            </p:nvSpPr>
            <p:spPr bwMode="auto">
              <a:xfrm>
                <a:off x="407" y="1841"/>
                <a:ext cx="102" cy="48"/>
              </a:xfrm>
              <a:custGeom>
                <a:avLst/>
                <a:gdLst>
                  <a:gd name="T0" fmla="*/ 0 w 53"/>
                  <a:gd name="T1" fmla="*/ 0 h 25"/>
                  <a:gd name="T2" fmla="*/ 53 w 53"/>
                  <a:gd name="T3" fmla="*/ 0 h 25"/>
                  <a:gd name="T4" fmla="*/ 52 w 53"/>
                  <a:gd name="T5" fmla="*/ 15 h 25"/>
                  <a:gd name="T6" fmla="*/ 52 w 53"/>
                  <a:gd name="T7" fmla="*/ 25 h 25"/>
                  <a:gd name="T8" fmla="*/ 1 w 53"/>
                  <a:gd name="T9" fmla="*/ 25 h 25"/>
                  <a:gd name="T10" fmla="*/ 1 w 53"/>
                  <a:gd name="T11" fmla="*/ 5 h 25"/>
                  <a:gd name="T12" fmla="*/ 0 w 53"/>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53" h="25">
                    <a:moveTo>
                      <a:pt x="0" y="0"/>
                    </a:moveTo>
                    <a:cubicBezTo>
                      <a:pt x="53" y="0"/>
                      <a:pt x="53" y="0"/>
                      <a:pt x="53" y="0"/>
                    </a:cubicBezTo>
                    <a:cubicBezTo>
                      <a:pt x="52" y="4"/>
                      <a:pt x="52" y="9"/>
                      <a:pt x="52" y="15"/>
                    </a:cubicBezTo>
                    <a:cubicBezTo>
                      <a:pt x="52" y="18"/>
                      <a:pt x="52" y="21"/>
                      <a:pt x="52" y="25"/>
                    </a:cubicBezTo>
                    <a:cubicBezTo>
                      <a:pt x="1" y="25"/>
                      <a:pt x="1" y="25"/>
                      <a:pt x="1" y="25"/>
                    </a:cubicBezTo>
                    <a:cubicBezTo>
                      <a:pt x="1" y="16"/>
                      <a:pt x="2" y="9"/>
                      <a:pt x="1" y="5"/>
                    </a:cubicBezTo>
                    <a:cubicBezTo>
                      <a:pt x="1" y="3"/>
                      <a:pt x="0" y="1"/>
                      <a:pt x="0" y="0"/>
                    </a:cubicBezTo>
                    <a:close/>
                  </a:path>
                </a:pathLst>
              </a:custGeom>
              <a:solidFill>
                <a:srgbClr val="EA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59" name="Freeform 86"/>
              <p:cNvSpPr>
                <a:spLocks/>
              </p:cNvSpPr>
              <p:nvPr/>
            </p:nvSpPr>
            <p:spPr bwMode="auto">
              <a:xfrm>
                <a:off x="407" y="1843"/>
                <a:ext cx="102" cy="50"/>
              </a:xfrm>
              <a:custGeom>
                <a:avLst/>
                <a:gdLst>
                  <a:gd name="T0" fmla="*/ 0 w 53"/>
                  <a:gd name="T1" fmla="*/ 0 h 26"/>
                  <a:gd name="T2" fmla="*/ 53 w 53"/>
                  <a:gd name="T3" fmla="*/ 0 h 26"/>
                  <a:gd name="T4" fmla="*/ 52 w 53"/>
                  <a:gd name="T5" fmla="*/ 14 h 26"/>
                  <a:gd name="T6" fmla="*/ 52 w 53"/>
                  <a:gd name="T7" fmla="*/ 26 h 26"/>
                  <a:gd name="T8" fmla="*/ 0 w 53"/>
                  <a:gd name="T9" fmla="*/ 26 h 26"/>
                  <a:gd name="T10" fmla="*/ 1 w 53"/>
                  <a:gd name="T11" fmla="*/ 4 h 26"/>
                  <a:gd name="T12" fmla="*/ 0 w 53"/>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53" h="26">
                    <a:moveTo>
                      <a:pt x="0" y="0"/>
                    </a:moveTo>
                    <a:cubicBezTo>
                      <a:pt x="53" y="0"/>
                      <a:pt x="53" y="0"/>
                      <a:pt x="53" y="0"/>
                    </a:cubicBezTo>
                    <a:cubicBezTo>
                      <a:pt x="52" y="5"/>
                      <a:pt x="52" y="9"/>
                      <a:pt x="52" y="14"/>
                    </a:cubicBezTo>
                    <a:cubicBezTo>
                      <a:pt x="52" y="17"/>
                      <a:pt x="52" y="21"/>
                      <a:pt x="52" y="26"/>
                    </a:cubicBezTo>
                    <a:cubicBezTo>
                      <a:pt x="0" y="26"/>
                      <a:pt x="0" y="26"/>
                      <a:pt x="0" y="26"/>
                    </a:cubicBezTo>
                    <a:cubicBezTo>
                      <a:pt x="1" y="16"/>
                      <a:pt x="2" y="8"/>
                      <a:pt x="1" y="4"/>
                    </a:cubicBezTo>
                    <a:cubicBezTo>
                      <a:pt x="1" y="3"/>
                      <a:pt x="1" y="1"/>
                      <a:pt x="0"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0" name="Freeform 87"/>
              <p:cNvSpPr>
                <a:spLocks/>
              </p:cNvSpPr>
              <p:nvPr/>
            </p:nvSpPr>
            <p:spPr bwMode="auto">
              <a:xfrm>
                <a:off x="407" y="1847"/>
                <a:ext cx="100" cy="48"/>
              </a:xfrm>
              <a:custGeom>
                <a:avLst/>
                <a:gdLst>
                  <a:gd name="T0" fmla="*/ 1 w 52"/>
                  <a:gd name="T1" fmla="*/ 0 h 25"/>
                  <a:gd name="T2" fmla="*/ 52 w 52"/>
                  <a:gd name="T3" fmla="*/ 0 h 25"/>
                  <a:gd name="T4" fmla="*/ 52 w 52"/>
                  <a:gd name="T5" fmla="*/ 12 h 25"/>
                  <a:gd name="T6" fmla="*/ 52 w 52"/>
                  <a:gd name="T7" fmla="*/ 25 h 25"/>
                  <a:gd name="T8" fmla="*/ 0 w 52"/>
                  <a:gd name="T9" fmla="*/ 25 h 25"/>
                  <a:gd name="T10" fmla="*/ 1 w 52"/>
                  <a:gd name="T11" fmla="*/ 2 h 25"/>
                  <a:gd name="T12" fmla="*/ 1 w 52"/>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52" h="25">
                    <a:moveTo>
                      <a:pt x="1" y="0"/>
                    </a:moveTo>
                    <a:cubicBezTo>
                      <a:pt x="52" y="0"/>
                      <a:pt x="52" y="0"/>
                      <a:pt x="52" y="0"/>
                    </a:cubicBezTo>
                    <a:cubicBezTo>
                      <a:pt x="52" y="4"/>
                      <a:pt x="52" y="8"/>
                      <a:pt x="52" y="12"/>
                    </a:cubicBezTo>
                    <a:cubicBezTo>
                      <a:pt x="52" y="16"/>
                      <a:pt x="52" y="20"/>
                      <a:pt x="52" y="25"/>
                    </a:cubicBezTo>
                    <a:cubicBezTo>
                      <a:pt x="0" y="25"/>
                      <a:pt x="0" y="25"/>
                      <a:pt x="0" y="25"/>
                    </a:cubicBezTo>
                    <a:cubicBezTo>
                      <a:pt x="1" y="15"/>
                      <a:pt x="2" y="6"/>
                      <a:pt x="1" y="2"/>
                    </a:cubicBezTo>
                    <a:lnTo>
                      <a:pt x="1" y="0"/>
                    </a:ln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1" name="Freeform 88"/>
              <p:cNvSpPr>
                <a:spLocks/>
              </p:cNvSpPr>
              <p:nvPr/>
            </p:nvSpPr>
            <p:spPr bwMode="auto">
              <a:xfrm>
                <a:off x="407" y="1851"/>
                <a:ext cx="100" cy="47"/>
              </a:xfrm>
              <a:custGeom>
                <a:avLst/>
                <a:gdLst>
                  <a:gd name="T0" fmla="*/ 1 w 52"/>
                  <a:gd name="T1" fmla="*/ 0 h 25"/>
                  <a:gd name="T2" fmla="*/ 52 w 52"/>
                  <a:gd name="T3" fmla="*/ 0 h 25"/>
                  <a:gd name="T4" fmla="*/ 52 w 52"/>
                  <a:gd name="T5" fmla="*/ 10 h 25"/>
                  <a:gd name="T6" fmla="*/ 52 w 52"/>
                  <a:gd name="T7" fmla="*/ 25 h 25"/>
                  <a:gd name="T8" fmla="*/ 0 w 52"/>
                  <a:gd name="T9" fmla="*/ 25 h 25"/>
                  <a:gd name="T10" fmla="*/ 1 w 52"/>
                  <a:gd name="T11" fmla="*/ 0 h 25"/>
                </a:gdLst>
                <a:ahLst/>
                <a:cxnLst>
                  <a:cxn ang="0">
                    <a:pos x="T0" y="T1"/>
                  </a:cxn>
                  <a:cxn ang="0">
                    <a:pos x="T2" y="T3"/>
                  </a:cxn>
                  <a:cxn ang="0">
                    <a:pos x="T4" y="T5"/>
                  </a:cxn>
                  <a:cxn ang="0">
                    <a:pos x="T6" y="T7"/>
                  </a:cxn>
                  <a:cxn ang="0">
                    <a:pos x="T8" y="T9"/>
                  </a:cxn>
                  <a:cxn ang="0">
                    <a:pos x="T10" y="T11"/>
                  </a:cxn>
                </a:cxnLst>
                <a:rect l="0" t="0" r="r" b="b"/>
                <a:pathLst>
                  <a:path w="52" h="25">
                    <a:moveTo>
                      <a:pt x="1" y="0"/>
                    </a:moveTo>
                    <a:cubicBezTo>
                      <a:pt x="52" y="0"/>
                      <a:pt x="52" y="0"/>
                      <a:pt x="52" y="0"/>
                    </a:cubicBezTo>
                    <a:cubicBezTo>
                      <a:pt x="52" y="3"/>
                      <a:pt x="52" y="6"/>
                      <a:pt x="52" y="10"/>
                    </a:cubicBezTo>
                    <a:cubicBezTo>
                      <a:pt x="51" y="14"/>
                      <a:pt x="52" y="20"/>
                      <a:pt x="52" y="25"/>
                    </a:cubicBezTo>
                    <a:cubicBezTo>
                      <a:pt x="0" y="25"/>
                      <a:pt x="0" y="25"/>
                      <a:pt x="0" y="25"/>
                    </a:cubicBezTo>
                    <a:cubicBezTo>
                      <a:pt x="1" y="14"/>
                      <a:pt x="2" y="5"/>
                      <a:pt x="1" y="0"/>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2" name="Freeform 89"/>
              <p:cNvSpPr>
                <a:spLocks/>
              </p:cNvSpPr>
              <p:nvPr/>
            </p:nvSpPr>
            <p:spPr bwMode="auto">
              <a:xfrm>
                <a:off x="407" y="1854"/>
                <a:ext cx="100" cy="48"/>
              </a:xfrm>
              <a:custGeom>
                <a:avLst/>
                <a:gdLst>
                  <a:gd name="T0" fmla="*/ 1 w 52"/>
                  <a:gd name="T1" fmla="*/ 0 h 25"/>
                  <a:gd name="T2" fmla="*/ 52 w 52"/>
                  <a:gd name="T3" fmla="*/ 0 h 25"/>
                  <a:gd name="T4" fmla="*/ 52 w 52"/>
                  <a:gd name="T5" fmla="*/ 8 h 25"/>
                  <a:gd name="T6" fmla="*/ 52 w 52"/>
                  <a:gd name="T7" fmla="*/ 25 h 25"/>
                  <a:gd name="T8" fmla="*/ 0 w 52"/>
                  <a:gd name="T9" fmla="*/ 25 h 25"/>
                  <a:gd name="T10" fmla="*/ 1 w 52"/>
                  <a:gd name="T11" fmla="*/ 0 h 25"/>
                </a:gdLst>
                <a:ahLst/>
                <a:cxnLst>
                  <a:cxn ang="0">
                    <a:pos x="T0" y="T1"/>
                  </a:cxn>
                  <a:cxn ang="0">
                    <a:pos x="T2" y="T3"/>
                  </a:cxn>
                  <a:cxn ang="0">
                    <a:pos x="T4" y="T5"/>
                  </a:cxn>
                  <a:cxn ang="0">
                    <a:pos x="T6" y="T7"/>
                  </a:cxn>
                  <a:cxn ang="0">
                    <a:pos x="T8" y="T9"/>
                  </a:cxn>
                  <a:cxn ang="0">
                    <a:pos x="T10" y="T11"/>
                  </a:cxn>
                </a:cxnLst>
                <a:rect l="0" t="0" r="r" b="b"/>
                <a:pathLst>
                  <a:path w="52" h="25">
                    <a:moveTo>
                      <a:pt x="1" y="0"/>
                    </a:moveTo>
                    <a:cubicBezTo>
                      <a:pt x="52" y="0"/>
                      <a:pt x="52" y="0"/>
                      <a:pt x="52" y="0"/>
                    </a:cubicBezTo>
                    <a:cubicBezTo>
                      <a:pt x="52" y="2"/>
                      <a:pt x="52" y="5"/>
                      <a:pt x="52" y="8"/>
                    </a:cubicBezTo>
                    <a:cubicBezTo>
                      <a:pt x="51" y="13"/>
                      <a:pt x="52" y="19"/>
                      <a:pt x="52" y="25"/>
                    </a:cubicBezTo>
                    <a:cubicBezTo>
                      <a:pt x="0" y="25"/>
                      <a:pt x="0" y="25"/>
                      <a:pt x="0" y="25"/>
                    </a:cubicBezTo>
                    <a:cubicBezTo>
                      <a:pt x="1" y="15"/>
                      <a:pt x="2" y="5"/>
                      <a:pt x="1"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3" name="Freeform 90"/>
              <p:cNvSpPr>
                <a:spLocks/>
              </p:cNvSpPr>
              <p:nvPr/>
            </p:nvSpPr>
            <p:spPr bwMode="auto">
              <a:xfrm>
                <a:off x="406" y="1856"/>
                <a:ext cx="101" cy="50"/>
              </a:xfrm>
              <a:custGeom>
                <a:avLst/>
                <a:gdLst>
                  <a:gd name="T0" fmla="*/ 2 w 53"/>
                  <a:gd name="T1" fmla="*/ 0 h 26"/>
                  <a:gd name="T2" fmla="*/ 53 w 53"/>
                  <a:gd name="T3" fmla="*/ 0 h 26"/>
                  <a:gd name="T4" fmla="*/ 53 w 53"/>
                  <a:gd name="T5" fmla="*/ 7 h 26"/>
                  <a:gd name="T6" fmla="*/ 53 w 53"/>
                  <a:gd name="T7" fmla="*/ 26 h 26"/>
                  <a:gd name="T8" fmla="*/ 0 w 53"/>
                  <a:gd name="T9" fmla="*/ 26 h 26"/>
                  <a:gd name="T10" fmla="*/ 2 w 53"/>
                  <a:gd name="T11" fmla="*/ 0 h 26"/>
                </a:gdLst>
                <a:ahLst/>
                <a:cxnLst>
                  <a:cxn ang="0">
                    <a:pos x="T0" y="T1"/>
                  </a:cxn>
                  <a:cxn ang="0">
                    <a:pos x="T2" y="T3"/>
                  </a:cxn>
                  <a:cxn ang="0">
                    <a:pos x="T4" y="T5"/>
                  </a:cxn>
                  <a:cxn ang="0">
                    <a:pos x="T6" y="T7"/>
                  </a:cxn>
                  <a:cxn ang="0">
                    <a:pos x="T8" y="T9"/>
                  </a:cxn>
                  <a:cxn ang="0">
                    <a:pos x="T10" y="T11"/>
                  </a:cxn>
                </a:cxnLst>
                <a:rect l="0" t="0" r="r" b="b"/>
                <a:pathLst>
                  <a:path w="53" h="26">
                    <a:moveTo>
                      <a:pt x="2" y="0"/>
                    </a:moveTo>
                    <a:cubicBezTo>
                      <a:pt x="53" y="0"/>
                      <a:pt x="53" y="0"/>
                      <a:pt x="53" y="0"/>
                    </a:cubicBezTo>
                    <a:cubicBezTo>
                      <a:pt x="53" y="2"/>
                      <a:pt x="53" y="4"/>
                      <a:pt x="53" y="7"/>
                    </a:cubicBezTo>
                    <a:cubicBezTo>
                      <a:pt x="52" y="12"/>
                      <a:pt x="53" y="19"/>
                      <a:pt x="53" y="26"/>
                    </a:cubicBezTo>
                    <a:cubicBezTo>
                      <a:pt x="0" y="26"/>
                      <a:pt x="0" y="26"/>
                      <a:pt x="0" y="26"/>
                    </a:cubicBezTo>
                    <a:cubicBezTo>
                      <a:pt x="2" y="16"/>
                      <a:pt x="2" y="6"/>
                      <a:pt x="2"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4" name="Freeform 91"/>
              <p:cNvSpPr>
                <a:spLocks/>
              </p:cNvSpPr>
              <p:nvPr/>
            </p:nvSpPr>
            <p:spPr bwMode="auto">
              <a:xfrm>
                <a:off x="406" y="1860"/>
                <a:ext cx="103" cy="48"/>
              </a:xfrm>
              <a:custGeom>
                <a:avLst/>
                <a:gdLst>
                  <a:gd name="T0" fmla="*/ 2 w 54"/>
                  <a:gd name="T1" fmla="*/ 0 h 25"/>
                  <a:gd name="T2" fmla="*/ 53 w 54"/>
                  <a:gd name="T3" fmla="*/ 0 h 25"/>
                  <a:gd name="T4" fmla="*/ 53 w 54"/>
                  <a:gd name="T5" fmla="*/ 5 h 25"/>
                  <a:gd name="T6" fmla="*/ 54 w 54"/>
                  <a:gd name="T7" fmla="*/ 25 h 25"/>
                  <a:gd name="T8" fmla="*/ 0 w 54"/>
                  <a:gd name="T9" fmla="*/ 25 h 25"/>
                  <a:gd name="T10" fmla="*/ 2 w 54"/>
                  <a:gd name="T11" fmla="*/ 0 h 25"/>
                </a:gdLst>
                <a:ahLst/>
                <a:cxnLst>
                  <a:cxn ang="0">
                    <a:pos x="T0" y="T1"/>
                  </a:cxn>
                  <a:cxn ang="0">
                    <a:pos x="T2" y="T3"/>
                  </a:cxn>
                  <a:cxn ang="0">
                    <a:pos x="T4" y="T5"/>
                  </a:cxn>
                  <a:cxn ang="0">
                    <a:pos x="T6" y="T7"/>
                  </a:cxn>
                  <a:cxn ang="0">
                    <a:pos x="T8" y="T9"/>
                  </a:cxn>
                  <a:cxn ang="0">
                    <a:pos x="T10" y="T11"/>
                  </a:cxn>
                </a:cxnLst>
                <a:rect l="0" t="0" r="r" b="b"/>
                <a:pathLst>
                  <a:path w="54" h="25">
                    <a:moveTo>
                      <a:pt x="2" y="0"/>
                    </a:moveTo>
                    <a:cubicBezTo>
                      <a:pt x="53" y="0"/>
                      <a:pt x="53" y="0"/>
                      <a:pt x="53" y="0"/>
                    </a:cubicBezTo>
                    <a:cubicBezTo>
                      <a:pt x="53" y="2"/>
                      <a:pt x="53" y="3"/>
                      <a:pt x="53" y="5"/>
                    </a:cubicBezTo>
                    <a:cubicBezTo>
                      <a:pt x="52" y="11"/>
                      <a:pt x="53" y="18"/>
                      <a:pt x="54" y="25"/>
                    </a:cubicBezTo>
                    <a:cubicBezTo>
                      <a:pt x="0" y="25"/>
                      <a:pt x="0" y="25"/>
                      <a:pt x="0" y="25"/>
                    </a:cubicBezTo>
                    <a:cubicBezTo>
                      <a:pt x="2" y="16"/>
                      <a:pt x="2" y="7"/>
                      <a:pt x="2" y="0"/>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5" name="Freeform 92"/>
              <p:cNvSpPr>
                <a:spLocks/>
              </p:cNvSpPr>
              <p:nvPr/>
            </p:nvSpPr>
            <p:spPr bwMode="auto">
              <a:xfrm>
                <a:off x="406" y="1864"/>
                <a:ext cx="103" cy="48"/>
              </a:xfrm>
              <a:custGeom>
                <a:avLst/>
                <a:gdLst>
                  <a:gd name="T0" fmla="*/ 2 w 54"/>
                  <a:gd name="T1" fmla="*/ 0 h 25"/>
                  <a:gd name="T2" fmla="*/ 53 w 54"/>
                  <a:gd name="T3" fmla="*/ 0 h 25"/>
                  <a:gd name="T4" fmla="*/ 53 w 54"/>
                  <a:gd name="T5" fmla="*/ 3 h 25"/>
                  <a:gd name="T6" fmla="*/ 54 w 54"/>
                  <a:gd name="T7" fmla="*/ 25 h 25"/>
                  <a:gd name="T8" fmla="*/ 0 w 54"/>
                  <a:gd name="T9" fmla="*/ 25 h 25"/>
                  <a:gd name="T10" fmla="*/ 2 w 54"/>
                  <a:gd name="T11" fmla="*/ 0 h 25"/>
                </a:gdLst>
                <a:ahLst/>
                <a:cxnLst>
                  <a:cxn ang="0">
                    <a:pos x="T0" y="T1"/>
                  </a:cxn>
                  <a:cxn ang="0">
                    <a:pos x="T2" y="T3"/>
                  </a:cxn>
                  <a:cxn ang="0">
                    <a:pos x="T4" y="T5"/>
                  </a:cxn>
                  <a:cxn ang="0">
                    <a:pos x="T6" y="T7"/>
                  </a:cxn>
                  <a:cxn ang="0">
                    <a:pos x="T8" y="T9"/>
                  </a:cxn>
                  <a:cxn ang="0">
                    <a:pos x="T10" y="T11"/>
                  </a:cxn>
                </a:cxnLst>
                <a:rect l="0" t="0" r="r" b="b"/>
                <a:pathLst>
                  <a:path w="54" h="25">
                    <a:moveTo>
                      <a:pt x="2" y="0"/>
                    </a:moveTo>
                    <a:cubicBezTo>
                      <a:pt x="53" y="0"/>
                      <a:pt x="53" y="0"/>
                      <a:pt x="53" y="0"/>
                    </a:cubicBezTo>
                    <a:cubicBezTo>
                      <a:pt x="53" y="1"/>
                      <a:pt x="53" y="2"/>
                      <a:pt x="53" y="3"/>
                    </a:cubicBezTo>
                    <a:cubicBezTo>
                      <a:pt x="52" y="9"/>
                      <a:pt x="53" y="17"/>
                      <a:pt x="54" y="25"/>
                    </a:cubicBezTo>
                    <a:cubicBezTo>
                      <a:pt x="0" y="25"/>
                      <a:pt x="0" y="25"/>
                      <a:pt x="0" y="25"/>
                    </a:cubicBezTo>
                    <a:cubicBezTo>
                      <a:pt x="1" y="16"/>
                      <a:pt x="2" y="7"/>
                      <a:pt x="2" y="0"/>
                    </a:cubicBez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6" name="Freeform 93"/>
              <p:cNvSpPr>
                <a:spLocks/>
              </p:cNvSpPr>
              <p:nvPr/>
            </p:nvSpPr>
            <p:spPr bwMode="auto">
              <a:xfrm>
                <a:off x="406" y="1868"/>
                <a:ext cx="103" cy="48"/>
              </a:xfrm>
              <a:custGeom>
                <a:avLst/>
                <a:gdLst>
                  <a:gd name="T0" fmla="*/ 2 w 54"/>
                  <a:gd name="T1" fmla="*/ 0 h 25"/>
                  <a:gd name="T2" fmla="*/ 53 w 54"/>
                  <a:gd name="T3" fmla="*/ 0 h 25"/>
                  <a:gd name="T4" fmla="*/ 53 w 54"/>
                  <a:gd name="T5" fmla="*/ 1 h 25"/>
                  <a:gd name="T6" fmla="*/ 54 w 54"/>
                  <a:gd name="T7" fmla="*/ 25 h 25"/>
                  <a:gd name="T8" fmla="*/ 0 w 54"/>
                  <a:gd name="T9" fmla="*/ 25 h 25"/>
                  <a:gd name="T10" fmla="*/ 2 w 54"/>
                  <a:gd name="T11" fmla="*/ 0 h 25"/>
                </a:gdLst>
                <a:ahLst/>
                <a:cxnLst>
                  <a:cxn ang="0">
                    <a:pos x="T0" y="T1"/>
                  </a:cxn>
                  <a:cxn ang="0">
                    <a:pos x="T2" y="T3"/>
                  </a:cxn>
                  <a:cxn ang="0">
                    <a:pos x="T4" y="T5"/>
                  </a:cxn>
                  <a:cxn ang="0">
                    <a:pos x="T6" y="T7"/>
                  </a:cxn>
                  <a:cxn ang="0">
                    <a:pos x="T8" y="T9"/>
                  </a:cxn>
                  <a:cxn ang="0">
                    <a:pos x="T10" y="T11"/>
                  </a:cxn>
                </a:cxnLst>
                <a:rect l="0" t="0" r="r" b="b"/>
                <a:pathLst>
                  <a:path w="54" h="25">
                    <a:moveTo>
                      <a:pt x="2" y="0"/>
                    </a:moveTo>
                    <a:cubicBezTo>
                      <a:pt x="53" y="0"/>
                      <a:pt x="53" y="0"/>
                      <a:pt x="53" y="0"/>
                    </a:cubicBezTo>
                    <a:cubicBezTo>
                      <a:pt x="53" y="1"/>
                      <a:pt x="53" y="1"/>
                      <a:pt x="53" y="1"/>
                    </a:cubicBezTo>
                    <a:cubicBezTo>
                      <a:pt x="52" y="8"/>
                      <a:pt x="53" y="16"/>
                      <a:pt x="54" y="25"/>
                    </a:cubicBezTo>
                    <a:cubicBezTo>
                      <a:pt x="0" y="25"/>
                      <a:pt x="0" y="25"/>
                      <a:pt x="0" y="25"/>
                    </a:cubicBezTo>
                    <a:cubicBezTo>
                      <a:pt x="1" y="16"/>
                      <a:pt x="2" y="7"/>
                      <a:pt x="2" y="0"/>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7" name="Freeform 94"/>
              <p:cNvSpPr>
                <a:spLocks/>
              </p:cNvSpPr>
              <p:nvPr/>
            </p:nvSpPr>
            <p:spPr bwMode="auto">
              <a:xfrm>
                <a:off x="404" y="1870"/>
                <a:ext cx="105" cy="49"/>
              </a:xfrm>
              <a:custGeom>
                <a:avLst/>
                <a:gdLst>
                  <a:gd name="T0" fmla="*/ 3 w 55"/>
                  <a:gd name="T1" fmla="*/ 0 h 26"/>
                  <a:gd name="T2" fmla="*/ 54 w 55"/>
                  <a:gd name="T3" fmla="*/ 0 h 26"/>
                  <a:gd name="T4" fmla="*/ 55 w 55"/>
                  <a:gd name="T5" fmla="*/ 26 h 26"/>
                  <a:gd name="T6" fmla="*/ 0 w 55"/>
                  <a:gd name="T7" fmla="*/ 26 h 26"/>
                  <a:gd name="T8" fmla="*/ 3 w 55"/>
                  <a:gd name="T9" fmla="*/ 0 h 26"/>
                </a:gdLst>
                <a:ahLst/>
                <a:cxnLst>
                  <a:cxn ang="0">
                    <a:pos x="T0" y="T1"/>
                  </a:cxn>
                  <a:cxn ang="0">
                    <a:pos x="T2" y="T3"/>
                  </a:cxn>
                  <a:cxn ang="0">
                    <a:pos x="T4" y="T5"/>
                  </a:cxn>
                  <a:cxn ang="0">
                    <a:pos x="T6" y="T7"/>
                  </a:cxn>
                  <a:cxn ang="0">
                    <a:pos x="T8" y="T9"/>
                  </a:cxn>
                </a:cxnLst>
                <a:rect l="0" t="0" r="r" b="b"/>
                <a:pathLst>
                  <a:path w="55" h="26">
                    <a:moveTo>
                      <a:pt x="3" y="0"/>
                    </a:moveTo>
                    <a:cubicBezTo>
                      <a:pt x="54" y="0"/>
                      <a:pt x="54" y="0"/>
                      <a:pt x="54" y="0"/>
                    </a:cubicBezTo>
                    <a:cubicBezTo>
                      <a:pt x="53" y="8"/>
                      <a:pt x="54" y="17"/>
                      <a:pt x="55" y="26"/>
                    </a:cubicBezTo>
                    <a:cubicBezTo>
                      <a:pt x="0" y="26"/>
                      <a:pt x="0" y="26"/>
                      <a:pt x="0" y="26"/>
                    </a:cubicBezTo>
                    <a:cubicBezTo>
                      <a:pt x="2" y="17"/>
                      <a:pt x="3" y="8"/>
                      <a:pt x="3"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8" name="Freeform 95"/>
              <p:cNvSpPr>
                <a:spLocks/>
              </p:cNvSpPr>
              <p:nvPr/>
            </p:nvSpPr>
            <p:spPr bwMode="auto">
              <a:xfrm>
                <a:off x="404" y="1874"/>
                <a:ext cx="105" cy="47"/>
              </a:xfrm>
              <a:custGeom>
                <a:avLst/>
                <a:gdLst>
                  <a:gd name="T0" fmla="*/ 3 w 55"/>
                  <a:gd name="T1" fmla="*/ 0 h 25"/>
                  <a:gd name="T2" fmla="*/ 54 w 55"/>
                  <a:gd name="T3" fmla="*/ 0 h 25"/>
                  <a:gd name="T4" fmla="*/ 55 w 55"/>
                  <a:gd name="T5" fmla="*/ 25 h 25"/>
                  <a:gd name="T6" fmla="*/ 0 w 55"/>
                  <a:gd name="T7" fmla="*/ 25 h 25"/>
                  <a:gd name="T8" fmla="*/ 3 w 55"/>
                  <a:gd name="T9" fmla="*/ 0 h 25"/>
                </a:gdLst>
                <a:ahLst/>
                <a:cxnLst>
                  <a:cxn ang="0">
                    <a:pos x="T0" y="T1"/>
                  </a:cxn>
                  <a:cxn ang="0">
                    <a:pos x="T2" y="T3"/>
                  </a:cxn>
                  <a:cxn ang="0">
                    <a:pos x="T4" y="T5"/>
                  </a:cxn>
                  <a:cxn ang="0">
                    <a:pos x="T6" y="T7"/>
                  </a:cxn>
                  <a:cxn ang="0">
                    <a:pos x="T8" y="T9"/>
                  </a:cxn>
                </a:cxnLst>
                <a:rect l="0" t="0" r="r" b="b"/>
                <a:pathLst>
                  <a:path w="55" h="25">
                    <a:moveTo>
                      <a:pt x="3" y="0"/>
                    </a:moveTo>
                    <a:cubicBezTo>
                      <a:pt x="54" y="0"/>
                      <a:pt x="54" y="0"/>
                      <a:pt x="54" y="0"/>
                    </a:cubicBezTo>
                    <a:cubicBezTo>
                      <a:pt x="54" y="8"/>
                      <a:pt x="54" y="17"/>
                      <a:pt x="55" y="25"/>
                    </a:cubicBezTo>
                    <a:cubicBezTo>
                      <a:pt x="0" y="25"/>
                      <a:pt x="0" y="25"/>
                      <a:pt x="0" y="25"/>
                    </a:cubicBezTo>
                    <a:cubicBezTo>
                      <a:pt x="2" y="17"/>
                      <a:pt x="3" y="8"/>
                      <a:pt x="3" y="0"/>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69" name="Freeform 96"/>
              <p:cNvSpPr>
                <a:spLocks/>
              </p:cNvSpPr>
              <p:nvPr/>
            </p:nvSpPr>
            <p:spPr bwMode="auto">
              <a:xfrm>
                <a:off x="404" y="1877"/>
                <a:ext cx="107" cy="48"/>
              </a:xfrm>
              <a:custGeom>
                <a:avLst/>
                <a:gdLst>
                  <a:gd name="T0" fmla="*/ 3 w 56"/>
                  <a:gd name="T1" fmla="*/ 0 h 25"/>
                  <a:gd name="T2" fmla="*/ 54 w 56"/>
                  <a:gd name="T3" fmla="*/ 0 h 25"/>
                  <a:gd name="T4" fmla="*/ 56 w 56"/>
                  <a:gd name="T5" fmla="*/ 25 h 25"/>
                  <a:gd name="T6" fmla="*/ 0 w 56"/>
                  <a:gd name="T7" fmla="*/ 25 h 25"/>
                  <a:gd name="T8" fmla="*/ 3 w 56"/>
                  <a:gd name="T9" fmla="*/ 0 h 25"/>
                </a:gdLst>
                <a:ahLst/>
                <a:cxnLst>
                  <a:cxn ang="0">
                    <a:pos x="T0" y="T1"/>
                  </a:cxn>
                  <a:cxn ang="0">
                    <a:pos x="T2" y="T3"/>
                  </a:cxn>
                  <a:cxn ang="0">
                    <a:pos x="T4" y="T5"/>
                  </a:cxn>
                  <a:cxn ang="0">
                    <a:pos x="T6" y="T7"/>
                  </a:cxn>
                  <a:cxn ang="0">
                    <a:pos x="T8" y="T9"/>
                  </a:cxn>
                </a:cxnLst>
                <a:rect l="0" t="0" r="r" b="b"/>
                <a:pathLst>
                  <a:path w="56" h="25">
                    <a:moveTo>
                      <a:pt x="3" y="0"/>
                    </a:moveTo>
                    <a:cubicBezTo>
                      <a:pt x="54" y="0"/>
                      <a:pt x="54" y="0"/>
                      <a:pt x="54" y="0"/>
                    </a:cubicBezTo>
                    <a:cubicBezTo>
                      <a:pt x="54" y="8"/>
                      <a:pt x="55" y="17"/>
                      <a:pt x="56" y="25"/>
                    </a:cubicBezTo>
                    <a:cubicBezTo>
                      <a:pt x="0" y="25"/>
                      <a:pt x="0" y="25"/>
                      <a:pt x="0" y="25"/>
                    </a:cubicBezTo>
                    <a:cubicBezTo>
                      <a:pt x="1" y="16"/>
                      <a:pt x="3" y="7"/>
                      <a:pt x="3"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0" name="Freeform 97"/>
              <p:cNvSpPr>
                <a:spLocks/>
              </p:cNvSpPr>
              <p:nvPr/>
            </p:nvSpPr>
            <p:spPr bwMode="auto">
              <a:xfrm>
                <a:off x="402" y="1881"/>
                <a:ext cx="109" cy="48"/>
              </a:xfrm>
              <a:custGeom>
                <a:avLst/>
                <a:gdLst>
                  <a:gd name="T0" fmla="*/ 4 w 57"/>
                  <a:gd name="T1" fmla="*/ 0 h 25"/>
                  <a:gd name="T2" fmla="*/ 55 w 57"/>
                  <a:gd name="T3" fmla="*/ 0 h 25"/>
                  <a:gd name="T4" fmla="*/ 57 w 57"/>
                  <a:gd name="T5" fmla="*/ 25 h 25"/>
                  <a:gd name="T6" fmla="*/ 0 w 57"/>
                  <a:gd name="T7" fmla="*/ 25 h 25"/>
                  <a:gd name="T8" fmla="*/ 4 w 57"/>
                  <a:gd name="T9" fmla="*/ 0 h 25"/>
                </a:gdLst>
                <a:ahLst/>
                <a:cxnLst>
                  <a:cxn ang="0">
                    <a:pos x="T0" y="T1"/>
                  </a:cxn>
                  <a:cxn ang="0">
                    <a:pos x="T2" y="T3"/>
                  </a:cxn>
                  <a:cxn ang="0">
                    <a:pos x="T4" y="T5"/>
                  </a:cxn>
                  <a:cxn ang="0">
                    <a:pos x="T6" y="T7"/>
                  </a:cxn>
                  <a:cxn ang="0">
                    <a:pos x="T8" y="T9"/>
                  </a:cxn>
                </a:cxnLst>
                <a:rect l="0" t="0" r="r" b="b"/>
                <a:pathLst>
                  <a:path w="57" h="25">
                    <a:moveTo>
                      <a:pt x="4" y="0"/>
                    </a:moveTo>
                    <a:cubicBezTo>
                      <a:pt x="55" y="0"/>
                      <a:pt x="55" y="0"/>
                      <a:pt x="55" y="0"/>
                    </a:cubicBezTo>
                    <a:cubicBezTo>
                      <a:pt x="55" y="7"/>
                      <a:pt x="56" y="16"/>
                      <a:pt x="57" y="25"/>
                    </a:cubicBezTo>
                    <a:cubicBezTo>
                      <a:pt x="0" y="25"/>
                      <a:pt x="0" y="25"/>
                      <a:pt x="0" y="25"/>
                    </a:cubicBezTo>
                    <a:cubicBezTo>
                      <a:pt x="2" y="16"/>
                      <a:pt x="3" y="7"/>
                      <a:pt x="4"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1" name="Freeform 98"/>
              <p:cNvSpPr>
                <a:spLocks/>
              </p:cNvSpPr>
              <p:nvPr/>
            </p:nvSpPr>
            <p:spPr bwMode="auto">
              <a:xfrm>
                <a:off x="402" y="1883"/>
                <a:ext cx="109" cy="50"/>
              </a:xfrm>
              <a:custGeom>
                <a:avLst/>
                <a:gdLst>
                  <a:gd name="T0" fmla="*/ 4 w 57"/>
                  <a:gd name="T1" fmla="*/ 0 h 26"/>
                  <a:gd name="T2" fmla="*/ 55 w 57"/>
                  <a:gd name="T3" fmla="*/ 0 h 26"/>
                  <a:gd name="T4" fmla="*/ 57 w 57"/>
                  <a:gd name="T5" fmla="*/ 26 h 26"/>
                  <a:gd name="T6" fmla="*/ 0 w 57"/>
                  <a:gd name="T7" fmla="*/ 26 h 26"/>
                  <a:gd name="T8" fmla="*/ 4 w 57"/>
                  <a:gd name="T9" fmla="*/ 0 h 26"/>
                </a:gdLst>
                <a:ahLst/>
                <a:cxnLst>
                  <a:cxn ang="0">
                    <a:pos x="T0" y="T1"/>
                  </a:cxn>
                  <a:cxn ang="0">
                    <a:pos x="T2" y="T3"/>
                  </a:cxn>
                  <a:cxn ang="0">
                    <a:pos x="T4" y="T5"/>
                  </a:cxn>
                  <a:cxn ang="0">
                    <a:pos x="T6" y="T7"/>
                  </a:cxn>
                  <a:cxn ang="0">
                    <a:pos x="T8" y="T9"/>
                  </a:cxn>
                </a:cxnLst>
                <a:rect l="0" t="0" r="r" b="b"/>
                <a:pathLst>
                  <a:path w="57" h="26">
                    <a:moveTo>
                      <a:pt x="4" y="0"/>
                    </a:moveTo>
                    <a:cubicBezTo>
                      <a:pt x="55" y="0"/>
                      <a:pt x="55" y="0"/>
                      <a:pt x="55" y="0"/>
                    </a:cubicBezTo>
                    <a:cubicBezTo>
                      <a:pt x="55" y="8"/>
                      <a:pt x="56" y="17"/>
                      <a:pt x="57" y="26"/>
                    </a:cubicBezTo>
                    <a:cubicBezTo>
                      <a:pt x="0" y="26"/>
                      <a:pt x="0" y="26"/>
                      <a:pt x="0" y="26"/>
                    </a:cubicBezTo>
                    <a:cubicBezTo>
                      <a:pt x="2" y="17"/>
                      <a:pt x="3" y="8"/>
                      <a:pt x="4"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2" name="Freeform 99"/>
              <p:cNvSpPr>
                <a:spLocks/>
              </p:cNvSpPr>
              <p:nvPr/>
            </p:nvSpPr>
            <p:spPr bwMode="auto">
              <a:xfrm>
                <a:off x="402" y="1887"/>
                <a:ext cx="109" cy="50"/>
              </a:xfrm>
              <a:custGeom>
                <a:avLst/>
                <a:gdLst>
                  <a:gd name="T0" fmla="*/ 4 w 57"/>
                  <a:gd name="T1" fmla="*/ 0 h 26"/>
                  <a:gd name="T2" fmla="*/ 55 w 57"/>
                  <a:gd name="T3" fmla="*/ 0 h 26"/>
                  <a:gd name="T4" fmla="*/ 57 w 57"/>
                  <a:gd name="T5" fmla="*/ 26 h 26"/>
                  <a:gd name="T6" fmla="*/ 0 w 57"/>
                  <a:gd name="T7" fmla="*/ 26 h 26"/>
                  <a:gd name="T8" fmla="*/ 4 w 57"/>
                  <a:gd name="T9" fmla="*/ 0 h 26"/>
                </a:gdLst>
                <a:ahLst/>
                <a:cxnLst>
                  <a:cxn ang="0">
                    <a:pos x="T0" y="T1"/>
                  </a:cxn>
                  <a:cxn ang="0">
                    <a:pos x="T2" y="T3"/>
                  </a:cxn>
                  <a:cxn ang="0">
                    <a:pos x="T4" y="T5"/>
                  </a:cxn>
                  <a:cxn ang="0">
                    <a:pos x="T6" y="T7"/>
                  </a:cxn>
                  <a:cxn ang="0">
                    <a:pos x="T8" y="T9"/>
                  </a:cxn>
                </a:cxnLst>
                <a:rect l="0" t="0" r="r" b="b"/>
                <a:pathLst>
                  <a:path w="57" h="26">
                    <a:moveTo>
                      <a:pt x="4" y="0"/>
                    </a:moveTo>
                    <a:cubicBezTo>
                      <a:pt x="55" y="0"/>
                      <a:pt x="55" y="0"/>
                      <a:pt x="55" y="0"/>
                    </a:cubicBezTo>
                    <a:cubicBezTo>
                      <a:pt x="55" y="8"/>
                      <a:pt x="56" y="17"/>
                      <a:pt x="57" y="26"/>
                    </a:cubicBezTo>
                    <a:cubicBezTo>
                      <a:pt x="0" y="26"/>
                      <a:pt x="0" y="26"/>
                      <a:pt x="0" y="26"/>
                    </a:cubicBezTo>
                    <a:cubicBezTo>
                      <a:pt x="2" y="17"/>
                      <a:pt x="3" y="8"/>
                      <a:pt x="4"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3" name="Freeform 100"/>
              <p:cNvSpPr>
                <a:spLocks/>
              </p:cNvSpPr>
              <p:nvPr/>
            </p:nvSpPr>
            <p:spPr bwMode="auto">
              <a:xfrm>
                <a:off x="400" y="1891"/>
                <a:ext cx="111" cy="48"/>
              </a:xfrm>
              <a:custGeom>
                <a:avLst/>
                <a:gdLst>
                  <a:gd name="T0" fmla="*/ 4 w 58"/>
                  <a:gd name="T1" fmla="*/ 0 h 25"/>
                  <a:gd name="T2" fmla="*/ 56 w 58"/>
                  <a:gd name="T3" fmla="*/ 0 h 25"/>
                  <a:gd name="T4" fmla="*/ 58 w 58"/>
                  <a:gd name="T5" fmla="*/ 25 h 25"/>
                  <a:gd name="T6" fmla="*/ 0 w 58"/>
                  <a:gd name="T7" fmla="*/ 25 h 25"/>
                  <a:gd name="T8" fmla="*/ 4 w 58"/>
                  <a:gd name="T9" fmla="*/ 0 h 25"/>
                </a:gdLst>
                <a:ahLst/>
                <a:cxnLst>
                  <a:cxn ang="0">
                    <a:pos x="T0" y="T1"/>
                  </a:cxn>
                  <a:cxn ang="0">
                    <a:pos x="T2" y="T3"/>
                  </a:cxn>
                  <a:cxn ang="0">
                    <a:pos x="T4" y="T5"/>
                  </a:cxn>
                  <a:cxn ang="0">
                    <a:pos x="T6" y="T7"/>
                  </a:cxn>
                  <a:cxn ang="0">
                    <a:pos x="T8" y="T9"/>
                  </a:cxn>
                </a:cxnLst>
                <a:rect l="0" t="0" r="r" b="b"/>
                <a:pathLst>
                  <a:path w="58" h="25">
                    <a:moveTo>
                      <a:pt x="4" y="0"/>
                    </a:moveTo>
                    <a:cubicBezTo>
                      <a:pt x="56" y="0"/>
                      <a:pt x="56" y="0"/>
                      <a:pt x="56" y="0"/>
                    </a:cubicBezTo>
                    <a:cubicBezTo>
                      <a:pt x="56" y="8"/>
                      <a:pt x="57" y="17"/>
                      <a:pt x="58" y="25"/>
                    </a:cubicBezTo>
                    <a:cubicBezTo>
                      <a:pt x="0" y="25"/>
                      <a:pt x="0" y="25"/>
                      <a:pt x="0" y="25"/>
                    </a:cubicBezTo>
                    <a:cubicBezTo>
                      <a:pt x="2" y="17"/>
                      <a:pt x="4" y="8"/>
                      <a:pt x="4" y="0"/>
                    </a:cubicBez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4" name="Freeform 101"/>
              <p:cNvSpPr>
                <a:spLocks/>
              </p:cNvSpPr>
              <p:nvPr/>
            </p:nvSpPr>
            <p:spPr bwMode="auto">
              <a:xfrm>
                <a:off x="400" y="1895"/>
                <a:ext cx="113" cy="47"/>
              </a:xfrm>
              <a:custGeom>
                <a:avLst/>
                <a:gdLst>
                  <a:gd name="T0" fmla="*/ 4 w 59"/>
                  <a:gd name="T1" fmla="*/ 0 h 25"/>
                  <a:gd name="T2" fmla="*/ 56 w 59"/>
                  <a:gd name="T3" fmla="*/ 0 h 25"/>
                  <a:gd name="T4" fmla="*/ 59 w 59"/>
                  <a:gd name="T5" fmla="*/ 25 h 25"/>
                  <a:gd name="T6" fmla="*/ 0 w 59"/>
                  <a:gd name="T7" fmla="*/ 25 h 25"/>
                  <a:gd name="T8" fmla="*/ 4 w 59"/>
                  <a:gd name="T9" fmla="*/ 0 h 25"/>
                </a:gdLst>
                <a:ahLst/>
                <a:cxnLst>
                  <a:cxn ang="0">
                    <a:pos x="T0" y="T1"/>
                  </a:cxn>
                  <a:cxn ang="0">
                    <a:pos x="T2" y="T3"/>
                  </a:cxn>
                  <a:cxn ang="0">
                    <a:pos x="T4" y="T5"/>
                  </a:cxn>
                  <a:cxn ang="0">
                    <a:pos x="T6" y="T7"/>
                  </a:cxn>
                  <a:cxn ang="0">
                    <a:pos x="T8" y="T9"/>
                  </a:cxn>
                </a:cxnLst>
                <a:rect l="0" t="0" r="r" b="b"/>
                <a:pathLst>
                  <a:path w="59" h="25">
                    <a:moveTo>
                      <a:pt x="4" y="0"/>
                    </a:moveTo>
                    <a:cubicBezTo>
                      <a:pt x="56" y="0"/>
                      <a:pt x="56" y="0"/>
                      <a:pt x="56" y="0"/>
                    </a:cubicBezTo>
                    <a:cubicBezTo>
                      <a:pt x="57" y="8"/>
                      <a:pt x="58" y="17"/>
                      <a:pt x="59" y="25"/>
                    </a:cubicBezTo>
                    <a:cubicBezTo>
                      <a:pt x="0" y="25"/>
                      <a:pt x="0" y="25"/>
                      <a:pt x="0" y="25"/>
                    </a:cubicBezTo>
                    <a:cubicBezTo>
                      <a:pt x="2" y="17"/>
                      <a:pt x="3" y="8"/>
                      <a:pt x="4"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5" name="Freeform 102"/>
              <p:cNvSpPr>
                <a:spLocks/>
              </p:cNvSpPr>
              <p:nvPr/>
            </p:nvSpPr>
            <p:spPr bwMode="auto">
              <a:xfrm>
                <a:off x="398" y="1898"/>
                <a:ext cx="115" cy="48"/>
              </a:xfrm>
              <a:custGeom>
                <a:avLst/>
                <a:gdLst>
                  <a:gd name="T0" fmla="*/ 5 w 60"/>
                  <a:gd name="T1" fmla="*/ 0 h 25"/>
                  <a:gd name="T2" fmla="*/ 57 w 60"/>
                  <a:gd name="T3" fmla="*/ 0 h 25"/>
                  <a:gd name="T4" fmla="*/ 60 w 60"/>
                  <a:gd name="T5" fmla="*/ 25 h 25"/>
                  <a:gd name="T6" fmla="*/ 0 w 60"/>
                  <a:gd name="T7" fmla="*/ 25 h 25"/>
                  <a:gd name="T8" fmla="*/ 5 w 60"/>
                  <a:gd name="T9" fmla="*/ 0 h 25"/>
                </a:gdLst>
                <a:ahLst/>
                <a:cxnLst>
                  <a:cxn ang="0">
                    <a:pos x="T0" y="T1"/>
                  </a:cxn>
                  <a:cxn ang="0">
                    <a:pos x="T2" y="T3"/>
                  </a:cxn>
                  <a:cxn ang="0">
                    <a:pos x="T4" y="T5"/>
                  </a:cxn>
                  <a:cxn ang="0">
                    <a:pos x="T6" y="T7"/>
                  </a:cxn>
                  <a:cxn ang="0">
                    <a:pos x="T8" y="T9"/>
                  </a:cxn>
                </a:cxnLst>
                <a:rect l="0" t="0" r="r" b="b"/>
                <a:pathLst>
                  <a:path w="60" h="25">
                    <a:moveTo>
                      <a:pt x="5" y="0"/>
                    </a:moveTo>
                    <a:cubicBezTo>
                      <a:pt x="57" y="0"/>
                      <a:pt x="57" y="0"/>
                      <a:pt x="57" y="0"/>
                    </a:cubicBezTo>
                    <a:cubicBezTo>
                      <a:pt x="58" y="8"/>
                      <a:pt x="59" y="17"/>
                      <a:pt x="60" y="25"/>
                    </a:cubicBezTo>
                    <a:cubicBezTo>
                      <a:pt x="0" y="25"/>
                      <a:pt x="0" y="25"/>
                      <a:pt x="0" y="25"/>
                    </a:cubicBezTo>
                    <a:cubicBezTo>
                      <a:pt x="2" y="17"/>
                      <a:pt x="4" y="8"/>
                      <a:pt x="5" y="0"/>
                    </a:cubicBezTo>
                    <a:close/>
                  </a:path>
                </a:pathLst>
              </a:custGeom>
              <a:solidFill>
                <a:srgbClr val="F8F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6" name="Freeform 103"/>
              <p:cNvSpPr>
                <a:spLocks/>
              </p:cNvSpPr>
              <p:nvPr/>
            </p:nvSpPr>
            <p:spPr bwMode="auto">
              <a:xfrm>
                <a:off x="398" y="1900"/>
                <a:ext cx="115" cy="50"/>
              </a:xfrm>
              <a:custGeom>
                <a:avLst/>
                <a:gdLst>
                  <a:gd name="T0" fmla="*/ 5 w 60"/>
                  <a:gd name="T1" fmla="*/ 0 h 26"/>
                  <a:gd name="T2" fmla="*/ 57 w 60"/>
                  <a:gd name="T3" fmla="*/ 0 h 26"/>
                  <a:gd name="T4" fmla="*/ 60 w 60"/>
                  <a:gd name="T5" fmla="*/ 26 h 26"/>
                  <a:gd name="T6" fmla="*/ 0 w 60"/>
                  <a:gd name="T7" fmla="*/ 26 h 26"/>
                  <a:gd name="T8" fmla="*/ 5 w 60"/>
                  <a:gd name="T9" fmla="*/ 0 h 26"/>
                </a:gdLst>
                <a:ahLst/>
                <a:cxnLst>
                  <a:cxn ang="0">
                    <a:pos x="T0" y="T1"/>
                  </a:cxn>
                  <a:cxn ang="0">
                    <a:pos x="T2" y="T3"/>
                  </a:cxn>
                  <a:cxn ang="0">
                    <a:pos x="T4" y="T5"/>
                  </a:cxn>
                  <a:cxn ang="0">
                    <a:pos x="T6" y="T7"/>
                  </a:cxn>
                  <a:cxn ang="0">
                    <a:pos x="T8" y="T9"/>
                  </a:cxn>
                </a:cxnLst>
                <a:rect l="0" t="0" r="r" b="b"/>
                <a:pathLst>
                  <a:path w="60" h="26">
                    <a:moveTo>
                      <a:pt x="5" y="0"/>
                    </a:moveTo>
                    <a:cubicBezTo>
                      <a:pt x="57" y="0"/>
                      <a:pt x="57" y="0"/>
                      <a:pt x="57" y="0"/>
                    </a:cubicBezTo>
                    <a:cubicBezTo>
                      <a:pt x="58" y="9"/>
                      <a:pt x="59" y="18"/>
                      <a:pt x="60" y="26"/>
                    </a:cubicBezTo>
                    <a:cubicBezTo>
                      <a:pt x="0" y="26"/>
                      <a:pt x="0" y="26"/>
                      <a:pt x="0" y="26"/>
                    </a:cubicBezTo>
                    <a:cubicBezTo>
                      <a:pt x="2" y="18"/>
                      <a:pt x="4" y="9"/>
                      <a:pt x="5" y="0"/>
                    </a:cubicBezTo>
                    <a:close/>
                  </a:path>
                </a:pathLst>
              </a:custGeom>
              <a:solidFill>
                <a:srgbClr val="F9F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7" name="Freeform 104"/>
              <p:cNvSpPr>
                <a:spLocks/>
              </p:cNvSpPr>
              <p:nvPr/>
            </p:nvSpPr>
            <p:spPr bwMode="auto">
              <a:xfrm>
                <a:off x="396" y="1904"/>
                <a:ext cx="117" cy="48"/>
              </a:xfrm>
              <a:custGeom>
                <a:avLst/>
                <a:gdLst>
                  <a:gd name="T0" fmla="*/ 6 w 61"/>
                  <a:gd name="T1" fmla="*/ 0 h 25"/>
                  <a:gd name="T2" fmla="*/ 58 w 61"/>
                  <a:gd name="T3" fmla="*/ 0 h 25"/>
                  <a:gd name="T4" fmla="*/ 61 w 61"/>
                  <a:gd name="T5" fmla="*/ 25 h 25"/>
                  <a:gd name="T6" fmla="*/ 0 w 61"/>
                  <a:gd name="T7" fmla="*/ 25 h 25"/>
                  <a:gd name="T8" fmla="*/ 6 w 61"/>
                  <a:gd name="T9" fmla="*/ 0 h 25"/>
                </a:gdLst>
                <a:ahLst/>
                <a:cxnLst>
                  <a:cxn ang="0">
                    <a:pos x="T0" y="T1"/>
                  </a:cxn>
                  <a:cxn ang="0">
                    <a:pos x="T2" y="T3"/>
                  </a:cxn>
                  <a:cxn ang="0">
                    <a:pos x="T4" y="T5"/>
                  </a:cxn>
                  <a:cxn ang="0">
                    <a:pos x="T6" y="T7"/>
                  </a:cxn>
                  <a:cxn ang="0">
                    <a:pos x="T8" y="T9"/>
                  </a:cxn>
                </a:cxnLst>
                <a:rect l="0" t="0" r="r" b="b"/>
                <a:pathLst>
                  <a:path w="61" h="25">
                    <a:moveTo>
                      <a:pt x="6" y="0"/>
                    </a:moveTo>
                    <a:cubicBezTo>
                      <a:pt x="58" y="0"/>
                      <a:pt x="58" y="0"/>
                      <a:pt x="58" y="0"/>
                    </a:cubicBezTo>
                    <a:cubicBezTo>
                      <a:pt x="59" y="9"/>
                      <a:pt x="60" y="18"/>
                      <a:pt x="61" y="25"/>
                    </a:cubicBezTo>
                    <a:cubicBezTo>
                      <a:pt x="0" y="25"/>
                      <a:pt x="0" y="25"/>
                      <a:pt x="0" y="25"/>
                    </a:cubicBezTo>
                    <a:cubicBezTo>
                      <a:pt x="3" y="18"/>
                      <a:pt x="4" y="9"/>
                      <a:pt x="6"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8" name="Freeform 105"/>
              <p:cNvSpPr>
                <a:spLocks/>
              </p:cNvSpPr>
              <p:nvPr/>
            </p:nvSpPr>
            <p:spPr bwMode="auto">
              <a:xfrm>
                <a:off x="396" y="1908"/>
                <a:ext cx="119" cy="48"/>
              </a:xfrm>
              <a:custGeom>
                <a:avLst/>
                <a:gdLst>
                  <a:gd name="T0" fmla="*/ 5 w 62"/>
                  <a:gd name="T1" fmla="*/ 0 h 25"/>
                  <a:gd name="T2" fmla="*/ 59 w 62"/>
                  <a:gd name="T3" fmla="*/ 0 h 25"/>
                  <a:gd name="T4" fmla="*/ 62 w 62"/>
                  <a:gd name="T5" fmla="*/ 25 h 25"/>
                  <a:gd name="T6" fmla="*/ 0 w 62"/>
                  <a:gd name="T7" fmla="*/ 25 h 25"/>
                  <a:gd name="T8" fmla="*/ 5 w 62"/>
                  <a:gd name="T9" fmla="*/ 0 h 25"/>
                </a:gdLst>
                <a:ahLst/>
                <a:cxnLst>
                  <a:cxn ang="0">
                    <a:pos x="T0" y="T1"/>
                  </a:cxn>
                  <a:cxn ang="0">
                    <a:pos x="T2" y="T3"/>
                  </a:cxn>
                  <a:cxn ang="0">
                    <a:pos x="T4" y="T5"/>
                  </a:cxn>
                  <a:cxn ang="0">
                    <a:pos x="T6" y="T7"/>
                  </a:cxn>
                  <a:cxn ang="0">
                    <a:pos x="T8" y="T9"/>
                  </a:cxn>
                </a:cxnLst>
                <a:rect l="0" t="0" r="r" b="b"/>
                <a:pathLst>
                  <a:path w="62" h="25">
                    <a:moveTo>
                      <a:pt x="5" y="0"/>
                    </a:moveTo>
                    <a:cubicBezTo>
                      <a:pt x="59" y="0"/>
                      <a:pt x="59" y="0"/>
                      <a:pt x="59" y="0"/>
                    </a:cubicBezTo>
                    <a:cubicBezTo>
                      <a:pt x="59" y="9"/>
                      <a:pt x="61" y="17"/>
                      <a:pt x="62" y="25"/>
                    </a:cubicBezTo>
                    <a:cubicBezTo>
                      <a:pt x="0" y="25"/>
                      <a:pt x="0" y="25"/>
                      <a:pt x="0" y="25"/>
                    </a:cubicBezTo>
                    <a:cubicBezTo>
                      <a:pt x="2" y="17"/>
                      <a:pt x="4" y="8"/>
                      <a:pt x="5"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79" name="Freeform 106"/>
              <p:cNvSpPr>
                <a:spLocks/>
              </p:cNvSpPr>
              <p:nvPr/>
            </p:nvSpPr>
            <p:spPr bwMode="auto">
              <a:xfrm>
                <a:off x="394" y="1912"/>
                <a:ext cx="121" cy="48"/>
              </a:xfrm>
              <a:custGeom>
                <a:avLst/>
                <a:gdLst>
                  <a:gd name="T0" fmla="*/ 6 w 63"/>
                  <a:gd name="T1" fmla="*/ 0 h 25"/>
                  <a:gd name="T2" fmla="*/ 60 w 63"/>
                  <a:gd name="T3" fmla="*/ 0 h 25"/>
                  <a:gd name="T4" fmla="*/ 63 w 63"/>
                  <a:gd name="T5" fmla="*/ 25 h 25"/>
                  <a:gd name="T6" fmla="*/ 0 w 63"/>
                  <a:gd name="T7" fmla="*/ 25 h 25"/>
                  <a:gd name="T8" fmla="*/ 6 w 63"/>
                  <a:gd name="T9" fmla="*/ 0 h 25"/>
                </a:gdLst>
                <a:ahLst/>
                <a:cxnLst>
                  <a:cxn ang="0">
                    <a:pos x="T0" y="T1"/>
                  </a:cxn>
                  <a:cxn ang="0">
                    <a:pos x="T2" y="T3"/>
                  </a:cxn>
                  <a:cxn ang="0">
                    <a:pos x="T4" y="T5"/>
                  </a:cxn>
                  <a:cxn ang="0">
                    <a:pos x="T6" y="T7"/>
                  </a:cxn>
                  <a:cxn ang="0">
                    <a:pos x="T8" y="T9"/>
                  </a:cxn>
                </a:cxnLst>
                <a:rect l="0" t="0" r="r" b="b"/>
                <a:pathLst>
                  <a:path w="63" h="25">
                    <a:moveTo>
                      <a:pt x="6" y="0"/>
                    </a:moveTo>
                    <a:cubicBezTo>
                      <a:pt x="60" y="0"/>
                      <a:pt x="60" y="0"/>
                      <a:pt x="60" y="0"/>
                    </a:cubicBezTo>
                    <a:cubicBezTo>
                      <a:pt x="61" y="8"/>
                      <a:pt x="62" y="17"/>
                      <a:pt x="63" y="25"/>
                    </a:cubicBezTo>
                    <a:cubicBezTo>
                      <a:pt x="0" y="25"/>
                      <a:pt x="0" y="25"/>
                      <a:pt x="0" y="25"/>
                    </a:cubicBezTo>
                    <a:cubicBezTo>
                      <a:pt x="3" y="17"/>
                      <a:pt x="5" y="8"/>
                      <a:pt x="6" y="0"/>
                    </a:cubicBezTo>
                    <a:close/>
                  </a:path>
                </a:pathLst>
              </a:custGeom>
              <a:solidFill>
                <a:srgbClr val="FD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0" name="Freeform 107"/>
              <p:cNvSpPr>
                <a:spLocks/>
              </p:cNvSpPr>
              <p:nvPr/>
            </p:nvSpPr>
            <p:spPr bwMode="auto">
              <a:xfrm>
                <a:off x="392" y="1914"/>
                <a:ext cx="123" cy="50"/>
              </a:xfrm>
              <a:custGeom>
                <a:avLst/>
                <a:gdLst>
                  <a:gd name="T0" fmla="*/ 7 w 64"/>
                  <a:gd name="T1" fmla="*/ 0 h 26"/>
                  <a:gd name="T2" fmla="*/ 61 w 64"/>
                  <a:gd name="T3" fmla="*/ 0 h 26"/>
                  <a:gd name="T4" fmla="*/ 64 w 64"/>
                  <a:gd name="T5" fmla="*/ 26 h 26"/>
                  <a:gd name="T6" fmla="*/ 0 w 64"/>
                  <a:gd name="T7" fmla="*/ 26 h 26"/>
                  <a:gd name="T8" fmla="*/ 0 w 64"/>
                  <a:gd name="T9" fmla="*/ 25 h 26"/>
                  <a:gd name="T10" fmla="*/ 7 w 64"/>
                  <a:gd name="T11" fmla="*/ 0 h 26"/>
                </a:gdLst>
                <a:ahLst/>
                <a:cxnLst>
                  <a:cxn ang="0">
                    <a:pos x="T0" y="T1"/>
                  </a:cxn>
                  <a:cxn ang="0">
                    <a:pos x="T2" y="T3"/>
                  </a:cxn>
                  <a:cxn ang="0">
                    <a:pos x="T4" y="T5"/>
                  </a:cxn>
                  <a:cxn ang="0">
                    <a:pos x="T6" y="T7"/>
                  </a:cxn>
                  <a:cxn ang="0">
                    <a:pos x="T8" y="T9"/>
                  </a:cxn>
                  <a:cxn ang="0">
                    <a:pos x="T10" y="T11"/>
                  </a:cxn>
                </a:cxnLst>
                <a:rect l="0" t="0" r="r" b="b"/>
                <a:pathLst>
                  <a:path w="64" h="26">
                    <a:moveTo>
                      <a:pt x="7" y="0"/>
                    </a:moveTo>
                    <a:cubicBezTo>
                      <a:pt x="61" y="0"/>
                      <a:pt x="61" y="0"/>
                      <a:pt x="61" y="0"/>
                    </a:cubicBezTo>
                    <a:cubicBezTo>
                      <a:pt x="62" y="9"/>
                      <a:pt x="63" y="18"/>
                      <a:pt x="64" y="26"/>
                    </a:cubicBezTo>
                    <a:cubicBezTo>
                      <a:pt x="0" y="26"/>
                      <a:pt x="0" y="26"/>
                      <a:pt x="0" y="26"/>
                    </a:cubicBezTo>
                    <a:cubicBezTo>
                      <a:pt x="0" y="25"/>
                      <a:pt x="0" y="25"/>
                      <a:pt x="0" y="25"/>
                    </a:cubicBezTo>
                    <a:cubicBezTo>
                      <a:pt x="3" y="18"/>
                      <a:pt x="5" y="9"/>
                      <a:pt x="7"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1" name="Freeform 108"/>
              <p:cNvSpPr>
                <a:spLocks/>
              </p:cNvSpPr>
              <p:nvPr/>
            </p:nvSpPr>
            <p:spPr bwMode="auto">
              <a:xfrm>
                <a:off x="392" y="1918"/>
                <a:ext cx="123" cy="47"/>
              </a:xfrm>
              <a:custGeom>
                <a:avLst/>
                <a:gdLst>
                  <a:gd name="T0" fmla="*/ 6 w 64"/>
                  <a:gd name="T1" fmla="*/ 0 h 25"/>
                  <a:gd name="T2" fmla="*/ 61 w 64"/>
                  <a:gd name="T3" fmla="*/ 0 h 25"/>
                  <a:gd name="T4" fmla="*/ 64 w 64"/>
                  <a:gd name="T5" fmla="*/ 25 h 25"/>
                  <a:gd name="T6" fmla="*/ 0 w 64"/>
                  <a:gd name="T7" fmla="*/ 25 h 25"/>
                  <a:gd name="T8" fmla="*/ 0 w 64"/>
                  <a:gd name="T9" fmla="*/ 23 h 25"/>
                  <a:gd name="T10" fmla="*/ 6 w 64"/>
                  <a:gd name="T11" fmla="*/ 0 h 25"/>
                </a:gdLst>
                <a:ahLst/>
                <a:cxnLst>
                  <a:cxn ang="0">
                    <a:pos x="T0" y="T1"/>
                  </a:cxn>
                  <a:cxn ang="0">
                    <a:pos x="T2" y="T3"/>
                  </a:cxn>
                  <a:cxn ang="0">
                    <a:pos x="T4" y="T5"/>
                  </a:cxn>
                  <a:cxn ang="0">
                    <a:pos x="T6" y="T7"/>
                  </a:cxn>
                  <a:cxn ang="0">
                    <a:pos x="T8" y="T9"/>
                  </a:cxn>
                  <a:cxn ang="0">
                    <a:pos x="T10" y="T11"/>
                  </a:cxn>
                </a:cxnLst>
                <a:rect l="0" t="0" r="r" b="b"/>
                <a:pathLst>
                  <a:path w="64" h="25">
                    <a:moveTo>
                      <a:pt x="6" y="0"/>
                    </a:moveTo>
                    <a:cubicBezTo>
                      <a:pt x="61" y="0"/>
                      <a:pt x="61" y="0"/>
                      <a:pt x="61" y="0"/>
                    </a:cubicBezTo>
                    <a:cubicBezTo>
                      <a:pt x="62" y="9"/>
                      <a:pt x="63" y="18"/>
                      <a:pt x="64" y="25"/>
                    </a:cubicBezTo>
                    <a:cubicBezTo>
                      <a:pt x="0" y="25"/>
                      <a:pt x="0" y="25"/>
                      <a:pt x="0" y="25"/>
                    </a:cubicBezTo>
                    <a:cubicBezTo>
                      <a:pt x="0" y="25"/>
                      <a:pt x="0" y="24"/>
                      <a:pt x="0" y="23"/>
                    </a:cubicBezTo>
                    <a:cubicBezTo>
                      <a:pt x="3" y="17"/>
                      <a:pt x="5" y="8"/>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2" name="Freeform 109"/>
              <p:cNvSpPr>
                <a:spLocks noEditPoints="1"/>
              </p:cNvSpPr>
              <p:nvPr/>
            </p:nvSpPr>
            <p:spPr bwMode="auto">
              <a:xfrm>
                <a:off x="1626" y="1709"/>
                <a:ext cx="191" cy="82"/>
              </a:xfrm>
              <a:custGeom>
                <a:avLst/>
                <a:gdLst>
                  <a:gd name="T0" fmla="*/ 79 w 100"/>
                  <a:gd name="T1" fmla="*/ 4 h 43"/>
                  <a:gd name="T2" fmla="*/ 89 w 100"/>
                  <a:gd name="T3" fmla="*/ 4 h 43"/>
                  <a:gd name="T4" fmla="*/ 100 w 100"/>
                  <a:gd name="T5" fmla="*/ 43 h 43"/>
                  <a:gd name="T6" fmla="*/ 68 w 100"/>
                  <a:gd name="T7" fmla="*/ 43 h 43"/>
                  <a:gd name="T8" fmla="*/ 72 w 100"/>
                  <a:gd name="T9" fmla="*/ 8 h 43"/>
                  <a:gd name="T10" fmla="*/ 79 w 100"/>
                  <a:gd name="T11" fmla="*/ 4 h 43"/>
                  <a:gd name="T12" fmla="*/ 21 w 100"/>
                  <a:gd name="T13" fmla="*/ 43 h 43"/>
                  <a:gd name="T14" fmla="*/ 4 w 100"/>
                  <a:gd name="T15" fmla="*/ 43 h 43"/>
                  <a:gd name="T16" fmla="*/ 1 w 100"/>
                  <a:gd name="T17" fmla="*/ 22 h 43"/>
                  <a:gd name="T18" fmla="*/ 13 w 100"/>
                  <a:gd name="T19" fmla="*/ 9 h 43"/>
                  <a:gd name="T20" fmla="*/ 19 w 100"/>
                  <a:gd name="T21" fmla="*/ 10 h 43"/>
                  <a:gd name="T22" fmla="*/ 21 w 100"/>
                  <a:gd name="T23"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 h="43">
                    <a:moveTo>
                      <a:pt x="79" y="4"/>
                    </a:moveTo>
                    <a:cubicBezTo>
                      <a:pt x="89" y="4"/>
                      <a:pt x="89" y="4"/>
                      <a:pt x="89" y="4"/>
                    </a:cubicBezTo>
                    <a:cubicBezTo>
                      <a:pt x="91" y="17"/>
                      <a:pt x="95" y="35"/>
                      <a:pt x="100" y="43"/>
                    </a:cubicBezTo>
                    <a:cubicBezTo>
                      <a:pt x="68" y="43"/>
                      <a:pt x="68" y="43"/>
                      <a:pt x="68" y="43"/>
                    </a:cubicBezTo>
                    <a:cubicBezTo>
                      <a:pt x="69" y="31"/>
                      <a:pt x="68" y="11"/>
                      <a:pt x="72" y="8"/>
                    </a:cubicBezTo>
                    <a:cubicBezTo>
                      <a:pt x="74" y="6"/>
                      <a:pt x="77" y="5"/>
                      <a:pt x="79" y="4"/>
                    </a:cubicBezTo>
                    <a:close/>
                    <a:moveTo>
                      <a:pt x="21" y="43"/>
                    </a:moveTo>
                    <a:cubicBezTo>
                      <a:pt x="4" y="43"/>
                      <a:pt x="4" y="43"/>
                      <a:pt x="4" y="43"/>
                    </a:cubicBezTo>
                    <a:cubicBezTo>
                      <a:pt x="3" y="31"/>
                      <a:pt x="1" y="15"/>
                      <a:pt x="1" y="22"/>
                    </a:cubicBezTo>
                    <a:cubicBezTo>
                      <a:pt x="0" y="34"/>
                      <a:pt x="13" y="0"/>
                      <a:pt x="13" y="9"/>
                    </a:cubicBezTo>
                    <a:cubicBezTo>
                      <a:pt x="13" y="18"/>
                      <a:pt x="19" y="10"/>
                      <a:pt x="19" y="10"/>
                    </a:cubicBezTo>
                    <a:cubicBezTo>
                      <a:pt x="19" y="10"/>
                      <a:pt x="23" y="27"/>
                      <a:pt x="21" y="43"/>
                    </a:cubicBezTo>
                    <a:close/>
                  </a:path>
                </a:pathLst>
              </a:custGeom>
              <a:solidFill>
                <a:srgbClr val="73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3" name="Freeform 110"/>
              <p:cNvSpPr>
                <a:spLocks noEditPoints="1"/>
              </p:cNvSpPr>
              <p:nvPr/>
            </p:nvSpPr>
            <p:spPr bwMode="auto">
              <a:xfrm>
                <a:off x="1626" y="1709"/>
                <a:ext cx="197" cy="88"/>
              </a:xfrm>
              <a:custGeom>
                <a:avLst/>
                <a:gdLst>
                  <a:gd name="T0" fmla="*/ 73 w 103"/>
                  <a:gd name="T1" fmla="*/ 7 h 46"/>
                  <a:gd name="T2" fmla="*/ 90 w 103"/>
                  <a:gd name="T3" fmla="*/ 7 h 46"/>
                  <a:gd name="T4" fmla="*/ 103 w 103"/>
                  <a:gd name="T5" fmla="*/ 46 h 46"/>
                  <a:gd name="T6" fmla="*/ 67 w 103"/>
                  <a:gd name="T7" fmla="*/ 46 h 46"/>
                  <a:gd name="T8" fmla="*/ 72 w 103"/>
                  <a:gd name="T9" fmla="*/ 8 h 46"/>
                  <a:gd name="T10" fmla="*/ 73 w 103"/>
                  <a:gd name="T11" fmla="*/ 7 h 46"/>
                  <a:gd name="T12" fmla="*/ 21 w 103"/>
                  <a:gd name="T13" fmla="*/ 46 h 46"/>
                  <a:gd name="T14" fmla="*/ 4 w 103"/>
                  <a:gd name="T15" fmla="*/ 46 h 46"/>
                  <a:gd name="T16" fmla="*/ 1 w 103"/>
                  <a:gd name="T17" fmla="*/ 22 h 46"/>
                  <a:gd name="T18" fmla="*/ 13 w 103"/>
                  <a:gd name="T19" fmla="*/ 9 h 46"/>
                  <a:gd name="T20" fmla="*/ 19 w 103"/>
                  <a:gd name="T21" fmla="*/ 10 h 46"/>
                  <a:gd name="T22" fmla="*/ 21 w 103"/>
                  <a:gd name="T23"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 h="46">
                    <a:moveTo>
                      <a:pt x="73" y="7"/>
                    </a:moveTo>
                    <a:cubicBezTo>
                      <a:pt x="90" y="7"/>
                      <a:pt x="90" y="7"/>
                      <a:pt x="90" y="7"/>
                    </a:cubicBezTo>
                    <a:cubicBezTo>
                      <a:pt x="92" y="21"/>
                      <a:pt x="96" y="41"/>
                      <a:pt x="103" y="46"/>
                    </a:cubicBezTo>
                    <a:cubicBezTo>
                      <a:pt x="67" y="46"/>
                      <a:pt x="67" y="46"/>
                      <a:pt x="67" y="46"/>
                    </a:cubicBezTo>
                    <a:cubicBezTo>
                      <a:pt x="69" y="34"/>
                      <a:pt x="68" y="12"/>
                      <a:pt x="72" y="8"/>
                    </a:cubicBezTo>
                    <a:cubicBezTo>
                      <a:pt x="72" y="8"/>
                      <a:pt x="73" y="7"/>
                      <a:pt x="73" y="7"/>
                    </a:cubicBezTo>
                    <a:close/>
                    <a:moveTo>
                      <a:pt x="21" y="46"/>
                    </a:moveTo>
                    <a:cubicBezTo>
                      <a:pt x="4" y="46"/>
                      <a:pt x="4" y="46"/>
                      <a:pt x="4" y="46"/>
                    </a:cubicBezTo>
                    <a:cubicBezTo>
                      <a:pt x="4" y="33"/>
                      <a:pt x="1" y="15"/>
                      <a:pt x="1" y="22"/>
                    </a:cubicBezTo>
                    <a:cubicBezTo>
                      <a:pt x="0" y="34"/>
                      <a:pt x="13" y="0"/>
                      <a:pt x="13" y="9"/>
                    </a:cubicBezTo>
                    <a:cubicBezTo>
                      <a:pt x="13" y="18"/>
                      <a:pt x="19" y="10"/>
                      <a:pt x="19" y="10"/>
                    </a:cubicBezTo>
                    <a:cubicBezTo>
                      <a:pt x="19" y="10"/>
                      <a:pt x="23" y="29"/>
                      <a:pt x="21" y="46"/>
                    </a:cubicBezTo>
                    <a:close/>
                  </a:path>
                </a:pathLst>
              </a:custGeom>
              <a:solidFill>
                <a:srgbClr val="7776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4" name="Freeform 111"/>
              <p:cNvSpPr>
                <a:spLocks noEditPoints="1"/>
              </p:cNvSpPr>
              <p:nvPr/>
            </p:nvSpPr>
            <p:spPr bwMode="auto">
              <a:xfrm>
                <a:off x="1626" y="1728"/>
                <a:ext cx="218" cy="73"/>
              </a:xfrm>
              <a:custGeom>
                <a:avLst/>
                <a:gdLst>
                  <a:gd name="T0" fmla="*/ 10 w 114"/>
                  <a:gd name="T1" fmla="*/ 0 h 38"/>
                  <a:gd name="T2" fmla="*/ 13 w 114"/>
                  <a:gd name="T3" fmla="*/ 0 h 38"/>
                  <a:gd name="T4" fmla="*/ 19 w 114"/>
                  <a:gd name="T5" fmla="*/ 0 h 38"/>
                  <a:gd name="T6" fmla="*/ 20 w 114"/>
                  <a:gd name="T7" fmla="*/ 38 h 38"/>
                  <a:gd name="T8" fmla="*/ 4 w 114"/>
                  <a:gd name="T9" fmla="*/ 38 h 38"/>
                  <a:gd name="T10" fmla="*/ 1 w 114"/>
                  <a:gd name="T11" fmla="*/ 12 h 38"/>
                  <a:gd name="T12" fmla="*/ 10 w 114"/>
                  <a:gd name="T13" fmla="*/ 0 h 38"/>
                  <a:gd name="T14" fmla="*/ 71 w 114"/>
                  <a:gd name="T15" fmla="*/ 0 h 38"/>
                  <a:gd name="T16" fmla="*/ 90 w 114"/>
                  <a:gd name="T17" fmla="*/ 0 h 38"/>
                  <a:gd name="T18" fmla="*/ 106 w 114"/>
                  <a:gd name="T19" fmla="*/ 37 h 38"/>
                  <a:gd name="T20" fmla="*/ 114 w 114"/>
                  <a:gd name="T21" fmla="*/ 38 h 38"/>
                  <a:gd name="T22" fmla="*/ 67 w 114"/>
                  <a:gd name="T23" fmla="*/ 38 h 38"/>
                  <a:gd name="T24" fmla="*/ 71 w 114"/>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38">
                    <a:moveTo>
                      <a:pt x="10" y="0"/>
                    </a:moveTo>
                    <a:cubicBezTo>
                      <a:pt x="13" y="0"/>
                      <a:pt x="13" y="0"/>
                      <a:pt x="13" y="0"/>
                    </a:cubicBezTo>
                    <a:cubicBezTo>
                      <a:pt x="13" y="8"/>
                      <a:pt x="19" y="0"/>
                      <a:pt x="19" y="0"/>
                    </a:cubicBezTo>
                    <a:cubicBezTo>
                      <a:pt x="19" y="0"/>
                      <a:pt x="24" y="21"/>
                      <a:pt x="20" y="38"/>
                    </a:cubicBezTo>
                    <a:cubicBezTo>
                      <a:pt x="4" y="38"/>
                      <a:pt x="4" y="38"/>
                      <a:pt x="4" y="38"/>
                    </a:cubicBezTo>
                    <a:cubicBezTo>
                      <a:pt x="4" y="26"/>
                      <a:pt x="1" y="4"/>
                      <a:pt x="1" y="12"/>
                    </a:cubicBezTo>
                    <a:cubicBezTo>
                      <a:pt x="0" y="21"/>
                      <a:pt x="6" y="6"/>
                      <a:pt x="10" y="0"/>
                    </a:cubicBezTo>
                    <a:close/>
                    <a:moveTo>
                      <a:pt x="71" y="0"/>
                    </a:moveTo>
                    <a:cubicBezTo>
                      <a:pt x="90" y="0"/>
                      <a:pt x="90" y="0"/>
                      <a:pt x="90" y="0"/>
                    </a:cubicBezTo>
                    <a:cubicBezTo>
                      <a:pt x="93" y="16"/>
                      <a:pt x="98" y="37"/>
                      <a:pt x="106" y="37"/>
                    </a:cubicBezTo>
                    <a:cubicBezTo>
                      <a:pt x="109" y="37"/>
                      <a:pt x="112" y="37"/>
                      <a:pt x="114" y="38"/>
                    </a:cubicBezTo>
                    <a:cubicBezTo>
                      <a:pt x="67" y="38"/>
                      <a:pt x="67" y="38"/>
                      <a:pt x="67" y="38"/>
                    </a:cubicBezTo>
                    <a:cubicBezTo>
                      <a:pt x="69" y="28"/>
                      <a:pt x="68" y="7"/>
                      <a:pt x="71" y="0"/>
                    </a:cubicBezTo>
                    <a:close/>
                  </a:path>
                </a:pathLst>
              </a:custGeom>
              <a:solidFill>
                <a:srgbClr val="7979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5" name="Freeform 112"/>
              <p:cNvSpPr>
                <a:spLocks noEditPoints="1"/>
              </p:cNvSpPr>
              <p:nvPr/>
            </p:nvSpPr>
            <p:spPr bwMode="auto">
              <a:xfrm>
                <a:off x="1626" y="1732"/>
                <a:ext cx="223" cy="75"/>
              </a:xfrm>
              <a:custGeom>
                <a:avLst/>
                <a:gdLst>
                  <a:gd name="T0" fmla="*/ 9 w 117"/>
                  <a:gd name="T1" fmla="*/ 0 h 39"/>
                  <a:gd name="T2" fmla="*/ 13 w 117"/>
                  <a:gd name="T3" fmla="*/ 0 h 39"/>
                  <a:gd name="T4" fmla="*/ 16 w 117"/>
                  <a:gd name="T5" fmla="*/ 0 h 39"/>
                  <a:gd name="T6" fmla="*/ 19 w 117"/>
                  <a:gd name="T7" fmla="*/ 0 h 39"/>
                  <a:gd name="T8" fmla="*/ 20 w 117"/>
                  <a:gd name="T9" fmla="*/ 39 h 39"/>
                  <a:gd name="T10" fmla="*/ 4 w 117"/>
                  <a:gd name="T11" fmla="*/ 39 h 39"/>
                  <a:gd name="T12" fmla="*/ 1 w 117"/>
                  <a:gd name="T13" fmla="*/ 10 h 39"/>
                  <a:gd name="T14" fmla="*/ 9 w 117"/>
                  <a:gd name="T15" fmla="*/ 0 h 39"/>
                  <a:gd name="T16" fmla="*/ 70 w 117"/>
                  <a:gd name="T17" fmla="*/ 0 h 39"/>
                  <a:gd name="T18" fmla="*/ 91 w 117"/>
                  <a:gd name="T19" fmla="*/ 0 h 39"/>
                  <a:gd name="T20" fmla="*/ 106 w 117"/>
                  <a:gd name="T21" fmla="*/ 35 h 39"/>
                  <a:gd name="T22" fmla="*/ 117 w 117"/>
                  <a:gd name="T23" fmla="*/ 39 h 39"/>
                  <a:gd name="T24" fmla="*/ 66 w 117"/>
                  <a:gd name="T25" fmla="*/ 39 h 39"/>
                  <a:gd name="T26" fmla="*/ 67 w 117"/>
                  <a:gd name="T27" fmla="*/ 36 h 39"/>
                  <a:gd name="T28" fmla="*/ 70 w 117"/>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39">
                    <a:moveTo>
                      <a:pt x="9" y="0"/>
                    </a:moveTo>
                    <a:cubicBezTo>
                      <a:pt x="13" y="0"/>
                      <a:pt x="13" y="0"/>
                      <a:pt x="13" y="0"/>
                    </a:cubicBezTo>
                    <a:cubicBezTo>
                      <a:pt x="14" y="2"/>
                      <a:pt x="15" y="1"/>
                      <a:pt x="16" y="0"/>
                    </a:cubicBezTo>
                    <a:cubicBezTo>
                      <a:pt x="19" y="0"/>
                      <a:pt x="19" y="0"/>
                      <a:pt x="19" y="0"/>
                    </a:cubicBezTo>
                    <a:cubicBezTo>
                      <a:pt x="21" y="7"/>
                      <a:pt x="23" y="25"/>
                      <a:pt x="20" y="39"/>
                    </a:cubicBezTo>
                    <a:cubicBezTo>
                      <a:pt x="4" y="39"/>
                      <a:pt x="4" y="39"/>
                      <a:pt x="4" y="39"/>
                    </a:cubicBezTo>
                    <a:cubicBezTo>
                      <a:pt x="4" y="27"/>
                      <a:pt x="1" y="2"/>
                      <a:pt x="1" y="10"/>
                    </a:cubicBezTo>
                    <a:cubicBezTo>
                      <a:pt x="0" y="17"/>
                      <a:pt x="5" y="7"/>
                      <a:pt x="9" y="0"/>
                    </a:cubicBezTo>
                    <a:close/>
                    <a:moveTo>
                      <a:pt x="70" y="0"/>
                    </a:moveTo>
                    <a:cubicBezTo>
                      <a:pt x="91" y="0"/>
                      <a:pt x="91" y="0"/>
                      <a:pt x="91" y="0"/>
                    </a:cubicBezTo>
                    <a:cubicBezTo>
                      <a:pt x="93" y="16"/>
                      <a:pt x="98" y="35"/>
                      <a:pt x="106" y="35"/>
                    </a:cubicBezTo>
                    <a:cubicBezTo>
                      <a:pt x="111" y="35"/>
                      <a:pt x="115" y="36"/>
                      <a:pt x="117" y="39"/>
                    </a:cubicBezTo>
                    <a:cubicBezTo>
                      <a:pt x="66" y="39"/>
                      <a:pt x="66" y="39"/>
                      <a:pt x="66" y="39"/>
                    </a:cubicBezTo>
                    <a:cubicBezTo>
                      <a:pt x="66" y="38"/>
                      <a:pt x="66" y="37"/>
                      <a:pt x="67" y="36"/>
                    </a:cubicBezTo>
                    <a:cubicBezTo>
                      <a:pt x="69" y="27"/>
                      <a:pt x="68" y="9"/>
                      <a:pt x="70" y="0"/>
                    </a:cubicBezTo>
                    <a:close/>
                  </a:path>
                </a:pathLst>
              </a:custGeom>
              <a:solidFill>
                <a:srgbClr val="7C7C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6" name="Freeform 113"/>
              <p:cNvSpPr>
                <a:spLocks noEditPoints="1"/>
              </p:cNvSpPr>
              <p:nvPr/>
            </p:nvSpPr>
            <p:spPr bwMode="auto">
              <a:xfrm>
                <a:off x="1626" y="1734"/>
                <a:ext cx="227" cy="78"/>
              </a:xfrm>
              <a:custGeom>
                <a:avLst/>
                <a:gdLst>
                  <a:gd name="T0" fmla="*/ 7 w 119"/>
                  <a:gd name="T1" fmla="*/ 2 h 41"/>
                  <a:gd name="T2" fmla="*/ 20 w 119"/>
                  <a:gd name="T3" fmla="*/ 2 h 41"/>
                  <a:gd name="T4" fmla="*/ 19 w 119"/>
                  <a:gd name="T5" fmla="*/ 41 h 41"/>
                  <a:gd name="T6" fmla="*/ 4 w 119"/>
                  <a:gd name="T7" fmla="*/ 41 h 41"/>
                  <a:gd name="T8" fmla="*/ 1 w 119"/>
                  <a:gd name="T9" fmla="*/ 9 h 41"/>
                  <a:gd name="T10" fmla="*/ 7 w 119"/>
                  <a:gd name="T11" fmla="*/ 2 h 41"/>
                  <a:gd name="T12" fmla="*/ 70 w 119"/>
                  <a:gd name="T13" fmla="*/ 2 h 41"/>
                  <a:gd name="T14" fmla="*/ 91 w 119"/>
                  <a:gd name="T15" fmla="*/ 2 h 41"/>
                  <a:gd name="T16" fmla="*/ 106 w 119"/>
                  <a:gd name="T17" fmla="*/ 34 h 41"/>
                  <a:gd name="T18" fmla="*/ 119 w 119"/>
                  <a:gd name="T19" fmla="*/ 41 h 41"/>
                  <a:gd name="T20" fmla="*/ 66 w 119"/>
                  <a:gd name="T21" fmla="*/ 41 h 41"/>
                  <a:gd name="T22" fmla="*/ 67 w 119"/>
                  <a:gd name="T23" fmla="*/ 35 h 41"/>
                  <a:gd name="T24" fmla="*/ 70 w 119"/>
                  <a:gd name="T25" fmla="*/ 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9" h="41">
                    <a:moveTo>
                      <a:pt x="7" y="2"/>
                    </a:moveTo>
                    <a:cubicBezTo>
                      <a:pt x="20" y="2"/>
                      <a:pt x="20" y="2"/>
                      <a:pt x="20" y="2"/>
                    </a:cubicBezTo>
                    <a:cubicBezTo>
                      <a:pt x="21" y="10"/>
                      <a:pt x="23" y="28"/>
                      <a:pt x="19" y="41"/>
                    </a:cubicBezTo>
                    <a:cubicBezTo>
                      <a:pt x="4" y="41"/>
                      <a:pt x="4" y="41"/>
                      <a:pt x="4" y="41"/>
                    </a:cubicBezTo>
                    <a:cubicBezTo>
                      <a:pt x="5" y="31"/>
                      <a:pt x="1" y="0"/>
                      <a:pt x="1" y="9"/>
                    </a:cubicBezTo>
                    <a:cubicBezTo>
                      <a:pt x="0" y="16"/>
                      <a:pt x="4" y="9"/>
                      <a:pt x="7" y="2"/>
                    </a:cubicBezTo>
                    <a:close/>
                    <a:moveTo>
                      <a:pt x="70" y="2"/>
                    </a:moveTo>
                    <a:cubicBezTo>
                      <a:pt x="91" y="2"/>
                      <a:pt x="91" y="2"/>
                      <a:pt x="91" y="2"/>
                    </a:cubicBezTo>
                    <a:cubicBezTo>
                      <a:pt x="94" y="17"/>
                      <a:pt x="99" y="34"/>
                      <a:pt x="106" y="34"/>
                    </a:cubicBezTo>
                    <a:cubicBezTo>
                      <a:pt x="113" y="33"/>
                      <a:pt x="117" y="37"/>
                      <a:pt x="119" y="41"/>
                    </a:cubicBezTo>
                    <a:cubicBezTo>
                      <a:pt x="66" y="41"/>
                      <a:pt x="66" y="41"/>
                      <a:pt x="66" y="41"/>
                    </a:cubicBezTo>
                    <a:cubicBezTo>
                      <a:pt x="66" y="39"/>
                      <a:pt x="66" y="37"/>
                      <a:pt x="67" y="35"/>
                    </a:cubicBezTo>
                    <a:cubicBezTo>
                      <a:pt x="69" y="27"/>
                      <a:pt x="68" y="12"/>
                      <a:pt x="70" y="2"/>
                    </a:cubicBezTo>
                    <a:close/>
                  </a:path>
                </a:pathLst>
              </a:custGeom>
              <a:solidFill>
                <a:srgbClr val="7F7F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7" name="Freeform 114"/>
              <p:cNvSpPr>
                <a:spLocks noEditPoints="1"/>
              </p:cNvSpPr>
              <p:nvPr/>
            </p:nvSpPr>
            <p:spPr bwMode="auto">
              <a:xfrm>
                <a:off x="1626" y="1732"/>
                <a:ext cx="231" cy="84"/>
              </a:xfrm>
              <a:custGeom>
                <a:avLst/>
                <a:gdLst>
                  <a:gd name="T0" fmla="*/ 6 w 121"/>
                  <a:gd name="T1" fmla="*/ 6 h 44"/>
                  <a:gd name="T2" fmla="*/ 20 w 121"/>
                  <a:gd name="T3" fmla="*/ 6 h 44"/>
                  <a:gd name="T4" fmla="*/ 18 w 121"/>
                  <a:gd name="T5" fmla="*/ 44 h 44"/>
                  <a:gd name="T6" fmla="*/ 3 w 121"/>
                  <a:gd name="T7" fmla="*/ 44 h 44"/>
                  <a:gd name="T8" fmla="*/ 1 w 121"/>
                  <a:gd name="T9" fmla="*/ 10 h 44"/>
                  <a:gd name="T10" fmla="*/ 6 w 121"/>
                  <a:gd name="T11" fmla="*/ 6 h 44"/>
                  <a:gd name="T12" fmla="*/ 69 w 121"/>
                  <a:gd name="T13" fmla="*/ 6 h 44"/>
                  <a:gd name="T14" fmla="*/ 92 w 121"/>
                  <a:gd name="T15" fmla="*/ 6 h 44"/>
                  <a:gd name="T16" fmla="*/ 106 w 121"/>
                  <a:gd name="T17" fmla="*/ 35 h 44"/>
                  <a:gd name="T18" fmla="*/ 121 w 121"/>
                  <a:gd name="T19" fmla="*/ 44 h 44"/>
                  <a:gd name="T20" fmla="*/ 66 w 121"/>
                  <a:gd name="T21" fmla="*/ 44 h 44"/>
                  <a:gd name="T22" fmla="*/ 67 w 121"/>
                  <a:gd name="T23" fmla="*/ 36 h 44"/>
                  <a:gd name="T24" fmla="*/ 69 w 121"/>
                  <a:gd name="T25"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44">
                    <a:moveTo>
                      <a:pt x="6" y="6"/>
                    </a:moveTo>
                    <a:cubicBezTo>
                      <a:pt x="20" y="6"/>
                      <a:pt x="20" y="6"/>
                      <a:pt x="20" y="6"/>
                    </a:cubicBezTo>
                    <a:cubicBezTo>
                      <a:pt x="22" y="15"/>
                      <a:pt x="23" y="32"/>
                      <a:pt x="18" y="44"/>
                    </a:cubicBezTo>
                    <a:cubicBezTo>
                      <a:pt x="3" y="44"/>
                      <a:pt x="3" y="44"/>
                      <a:pt x="3" y="44"/>
                    </a:cubicBezTo>
                    <a:cubicBezTo>
                      <a:pt x="6" y="40"/>
                      <a:pt x="1" y="0"/>
                      <a:pt x="1" y="10"/>
                    </a:cubicBezTo>
                    <a:cubicBezTo>
                      <a:pt x="0" y="16"/>
                      <a:pt x="3" y="11"/>
                      <a:pt x="6" y="6"/>
                    </a:cubicBezTo>
                    <a:close/>
                    <a:moveTo>
                      <a:pt x="69" y="6"/>
                    </a:moveTo>
                    <a:cubicBezTo>
                      <a:pt x="92" y="6"/>
                      <a:pt x="92" y="6"/>
                      <a:pt x="92" y="6"/>
                    </a:cubicBezTo>
                    <a:cubicBezTo>
                      <a:pt x="95" y="20"/>
                      <a:pt x="99" y="35"/>
                      <a:pt x="106" y="35"/>
                    </a:cubicBezTo>
                    <a:cubicBezTo>
                      <a:pt x="114" y="34"/>
                      <a:pt x="119" y="39"/>
                      <a:pt x="121" y="44"/>
                    </a:cubicBezTo>
                    <a:cubicBezTo>
                      <a:pt x="66" y="44"/>
                      <a:pt x="66" y="44"/>
                      <a:pt x="66" y="44"/>
                    </a:cubicBezTo>
                    <a:cubicBezTo>
                      <a:pt x="66" y="42"/>
                      <a:pt x="66" y="39"/>
                      <a:pt x="67" y="36"/>
                    </a:cubicBezTo>
                    <a:cubicBezTo>
                      <a:pt x="69" y="29"/>
                      <a:pt x="68" y="15"/>
                      <a:pt x="69" y="6"/>
                    </a:cubicBezTo>
                    <a:close/>
                  </a:path>
                </a:pathLst>
              </a:custGeom>
              <a:solidFill>
                <a:srgbClr val="8181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8" name="Freeform 115"/>
              <p:cNvSpPr>
                <a:spLocks noEditPoints="1"/>
              </p:cNvSpPr>
              <p:nvPr/>
            </p:nvSpPr>
            <p:spPr bwMode="auto">
              <a:xfrm>
                <a:off x="1626" y="1749"/>
                <a:ext cx="233" cy="73"/>
              </a:xfrm>
              <a:custGeom>
                <a:avLst/>
                <a:gdLst>
                  <a:gd name="T0" fmla="*/ 1 w 122"/>
                  <a:gd name="T1" fmla="*/ 0 h 38"/>
                  <a:gd name="T2" fmla="*/ 1 w 122"/>
                  <a:gd name="T3" fmla="*/ 0 h 38"/>
                  <a:gd name="T4" fmla="*/ 2 w 122"/>
                  <a:gd name="T5" fmla="*/ 36 h 38"/>
                  <a:gd name="T6" fmla="*/ 0 w 122"/>
                  <a:gd name="T7" fmla="*/ 38 h 38"/>
                  <a:gd name="T8" fmla="*/ 17 w 122"/>
                  <a:gd name="T9" fmla="*/ 38 h 38"/>
                  <a:gd name="T10" fmla="*/ 17 w 122"/>
                  <a:gd name="T11" fmla="*/ 38 h 38"/>
                  <a:gd name="T12" fmla="*/ 21 w 122"/>
                  <a:gd name="T13" fmla="*/ 0 h 38"/>
                  <a:gd name="T14" fmla="*/ 4 w 122"/>
                  <a:gd name="T15" fmla="*/ 0 h 38"/>
                  <a:gd name="T16" fmla="*/ 1 w 122"/>
                  <a:gd name="T17" fmla="*/ 1 h 38"/>
                  <a:gd name="T18" fmla="*/ 1 w 122"/>
                  <a:gd name="T19" fmla="*/ 0 h 38"/>
                  <a:gd name="T20" fmla="*/ 69 w 122"/>
                  <a:gd name="T21" fmla="*/ 0 h 38"/>
                  <a:gd name="T22" fmla="*/ 92 w 122"/>
                  <a:gd name="T23" fmla="*/ 0 h 38"/>
                  <a:gd name="T24" fmla="*/ 106 w 122"/>
                  <a:gd name="T25" fmla="*/ 26 h 38"/>
                  <a:gd name="T26" fmla="*/ 122 w 122"/>
                  <a:gd name="T27" fmla="*/ 38 h 38"/>
                  <a:gd name="T28" fmla="*/ 66 w 122"/>
                  <a:gd name="T29" fmla="*/ 38 h 38"/>
                  <a:gd name="T30" fmla="*/ 67 w 122"/>
                  <a:gd name="T31" fmla="*/ 27 h 38"/>
                  <a:gd name="T32" fmla="*/ 69 w 122"/>
                  <a:gd name="T3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2" h="38">
                    <a:moveTo>
                      <a:pt x="1" y="0"/>
                    </a:moveTo>
                    <a:cubicBezTo>
                      <a:pt x="1" y="0"/>
                      <a:pt x="1" y="0"/>
                      <a:pt x="1" y="0"/>
                    </a:cubicBezTo>
                    <a:cubicBezTo>
                      <a:pt x="2" y="1"/>
                      <a:pt x="7" y="38"/>
                      <a:pt x="2" y="36"/>
                    </a:cubicBezTo>
                    <a:cubicBezTo>
                      <a:pt x="2" y="35"/>
                      <a:pt x="1" y="36"/>
                      <a:pt x="0" y="38"/>
                    </a:cubicBezTo>
                    <a:cubicBezTo>
                      <a:pt x="17" y="38"/>
                      <a:pt x="17" y="38"/>
                      <a:pt x="17" y="38"/>
                    </a:cubicBezTo>
                    <a:cubicBezTo>
                      <a:pt x="17" y="38"/>
                      <a:pt x="17" y="38"/>
                      <a:pt x="17" y="38"/>
                    </a:cubicBezTo>
                    <a:cubicBezTo>
                      <a:pt x="23" y="27"/>
                      <a:pt x="22" y="10"/>
                      <a:pt x="21" y="0"/>
                    </a:cubicBezTo>
                    <a:cubicBezTo>
                      <a:pt x="4" y="0"/>
                      <a:pt x="4" y="0"/>
                      <a:pt x="4" y="0"/>
                    </a:cubicBezTo>
                    <a:cubicBezTo>
                      <a:pt x="2" y="3"/>
                      <a:pt x="0" y="6"/>
                      <a:pt x="1" y="1"/>
                    </a:cubicBezTo>
                    <a:cubicBezTo>
                      <a:pt x="1" y="0"/>
                      <a:pt x="1" y="0"/>
                      <a:pt x="1" y="0"/>
                    </a:cubicBezTo>
                    <a:close/>
                    <a:moveTo>
                      <a:pt x="69" y="0"/>
                    </a:moveTo>
                    <a:cubicBezTo>
                      <a:pt x="92" y="0"/>
                      <a:pt x="92" y="0"/>
                      <a:pt x="92" y="0"/>
                    </a:cubicBezTo>
                    <a:cubicBezTo>
                      <a:pt x="95" y="13"/>
                      <a:pt x="100" y="26"/>
                      <a:pt x="106" y="26"/>
                    </a:cubicBezTo>
                    <a:cubicBezTo>
                      <a:pt x="116" y="25"/>
                      <a:pt x="120" y="32"/>
                      <a:pt x="122" y="38"/>
                    </a:cubicBezTo>
                    <a:cubicBezTo>
                      <a:pt x="66" y="38"/>
                      <a:pt x="66" y="38"/>
                      <a:pt x="66" y="38"/>
                    </a:cubicBezTo>
                    <a:cubicBezTo>
                      <a:pt x="65" y="35"/>
                      <a:pt x="65" y="31"/>
                      <a:pt x="67" y="27"/>
                    </a:cubicBezTo>
                    <a:cubicBezTo>
                      <a:pt x="69" y="21"/>
                      <a:pt x="68" y="9"/>
                      <a:pt x="69" y="0"/>
                    </a:cubicBezTo>
                    <a:close/>
                  </a:path>
                </a:pathLst>
              </a:custGeom>
              <a:solidFill>
                <a:srgbClr val="8383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89" name="Freeform 116"/>
              <p:cNvSpPr>
                <a:spLocks noEditPoints="1"/>
              </p:cNvSpPr>
              <p:nvPr/>
            </p:nvSpPr>
            <p:spPr bwMode="auto">
              <a:xfrm>
                <a:off x="1626" y="1753"/>
                <a:ext cx="233" cy="75"/>
              </a:xfrm>
              <a:custGeom>
                <a:avLst/>
                <a:gdLst>
                  <a:gd name="T0" fmla="*/ 1 w 122"/>
                  <a:gd name="T1" fmla="*/ 0 h 39"/>
                  <a:gd name="T2" fmla="*/ 2 w 122"/>
                  <a:gd name="T3" fmla="*/ 0 h 39"/>
                  <a:gd name="T4" fmla="*/ 2 w 122"/>
                  <a:gd name="T5" fmla="*/ 34 h 39"/>
                  <a:gd name="T6" fmla="*/ 0 w 122"/>
                  <a:gd name="T7" fmla="*/ 39 h 39"/>
                  <a:gd name="T8" fmla="*/ 16 w 122"/>
                  <a:gd name="T9" fmla="*/ 39 h 39"/>
                  <a:gd name="T10" fmla="*/ 17 w 122"/>
                  <a:gd name="T11" fmla="*/ 36 h 39"/>
                  <a:gd name="T12" fmla="*/ 21 w 122"/>
                  <a:gd name="T13" fmla="*/ 0 h 39"/>
                  <a:gd name="T14" fmla="*/ 3 w 122"/>
                  <a:gd name="T15" fmla="*/ 0 h 39"/>
                  <a:gd name="T16" fmla="*/ 1 w 122"/>
                  <a:gd name="T17" fmla="*/ 0 h 39"/>
                  <a:gd name="T18" fmla="*/ 69 w 122"/>
                  <a:gd name="T19" fmla="*/ 0 h 39"/>
                  <a:gd name="T20" fmla="*/ 93 w 122"/>
                  <a:gd name="T21" fmla="*/ 0 h 39"/>
                  <a:gd name="T22" fmla="*/ 106 w 122"/>
                  <a:gd name="T23" fmla="*/ 24 h 39"/>
                  <a:gd name="T24" fmla="*/ 122 w 122"/>
                  <a:gd name="T25" fmla="*/ 39 h 39"/>
                  <a:gd name="T26" fmla="*/ 66 w 122"/>
                  <a:gd name="T27" fmla="*/ 39 h 39"/>
                  <a:gd name="T28" fmla="*/ 67 w 122"/>
                  <a:gd name="T29" fmla="*/ 25 h 39"/>
                  <a:gd name="T30" fmla="*/ 69 w 122"/>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2" h="39">
                    <a:moveTo>
                      <a:pt x="1" y="0"/>
                    </a:moveTo>
                    <a:cubicBezTo>
                      <a:pt x="2" y="0"/>
                      <a:pt x="2" y="0"/>
                      <a:pt x="2" y="0"/>
                    </a:cubicBezTo>
                    <a:cubicBezTo>
                      <a:pt x="3" y="9"/>
                      <a:pt x="6" y="36"/>
                      <a:pt x="2" y="34"/>
                    </a:cubicBezTo>
                    <a:cubicBezTo>
                      <a:pt x="1" y="33"/>
                      <a:pt x="0" y="35"/>
                      <a:pt x="0" y="39"/>
                    </a:cubicBezTo>
                    <a:cubicBezTo>
                      <a:pt x="16" y="39"/>
                      <a:pt x="16" y="39"/>
                      <a:pt x="16" y="39"/>
                    </a:cubicBezTo>
                    <a:cubicBezTo>
                      <a:pt x="16" y="38"/>
                      <a:pt x="16" y="37"/>
                      <a:pt x="17" y="36"/>
                    </a:cubicBezTo>
                    <a:cubicBezTo>
                      <a:pt x="22" y="25"/>
                      <a:pt x="22" y="11"/>
                      <a:pt x="21" y="0"/>
                    </a:cubicBezTo>
                    <a:cubicBezTo>
                      <a:pt x="3" y="0"/>
                      <a:pt x="3" y="0"/>
                      <a:pt x="3" y="0"/>
                    </a:cubicBezTo>
                    <a:cubicBezTo>
                      <a:pt x="1" y="2"/>
                      <a:pt x="1" y="2"/>
                      <a:pt x="1" y="0"/>
                    </a:cubicBezTo>
                    <a:close/>
                    <a:moveTo>
                      <a:pt x="69" y="0"/>
                    </a:moveTo>
                    <a:cubicBezTo>
                      <a:pt x="93" y="0"/>
                      <a:pt x="93" y="0"/>
                      <a:pt x="93" y="0"/>
                    </a:cubicBezTo>
                    <a:cubicBezTo>
                      <a:pt x="96" y="13"/>
                      <a:pt x="100" y="24"/>
                      <a:pt x="106" y="24"/>
                    </a:cubicBezTo>
                    <a:cubicBezTo>
                      <a:pt x="117" y="23"/>
                      <a:pt x="121" y="31"/>
                      <a:pt x="122" y="39"/>
                    </a:cubicBezTo>
                    <a:cubicBezTo>
                      <a:pt x="66" y="39"/>
                      <a:pt x="66" y="39"/>
                      <a:pt x="66" y="39"/>
                    </a:cubicBezTo>
                    <a:cubicBezTo>
                      <a:pt x="66" y="35"/>
                      <a:pt x="65" y="30"/>
                      <a:pt x="67" y="25"/>
                    </a:cubicBezTo>
                    <a:cubicBezTo>
                      <a:pt x="68" y="19"/>
                      <a:pt x="68" y="9"/>
                      <a:pt x="69" y="0"/>
                    </a:cubicBezTo>
                    <a:close/>
                  </a:path>
                </a:pathLst>
              </a:custGeom>
              <a:solidFill>
                <a:srgbClr val="8686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0" name="Freeform 117"/>
              <p:cNvSpPr>
                <a:spLocks noEditPoints="1"/>
              </p:cNvSpPr>
              <p:nvPr/>
            </p:nvSpPr>
            <p:spPr bwMode="auto">
              <a:xfrm>
                <a:off x="1626" y="1759"/>
                <a:ext cx="235" cy="74"/>
              </a:xfrm>
              <a:custGeom>
                <a:avLst/>
                <a:gdLst>
                  <a:gd name="T0" fmla="*/ 2 w 123"/>
                  <a:gd name="T1" fmla="*/ 0 h 39"/>
                  <a:gd name="T2" fmla="*/ 21 w 123"/>
                  <a:gd name="T3" fmla="*/ 0 h 39"/>
                  <a:gd name="T4" fmla="*/ 17 w 123"/>
                  <a:gd name="T5" fmla="*/ 33 h 39"/>
                  <a:gd name="T6" fmla="*/ 15 w 123"/>
                  <a:gd name="T7" fmla="*/ 39 h 39"/>
                  <a:gd name="T8" fmla="*/ 0 w 123"/>
                  <a:gd name="T9" fmla="*/ 39 h 39"/>
                  <a:gd name="T10" fmla="*/ 2 w 123"/>
                  <a:gd name="T11" fmla="*/ 31 h 39"/>
                  <a:gd name="T12" fmla="*/ 2 w 123"/>
                  <a:gd name="T13" fmla="*/ 0 h 39"/>
                  <a:gd name="T14" fmla="*/ 69 w 123"/>
                  <a:gd name="T15" fmla="*/ 0 h 39"/>
                  <a:gd name="T16" fmla="*/ 94 w 123"/>
                  <a:gd name="T17" fmla="*/ 0 h 39"/>
                  <a:gd name="T18" fmla="*/ 106 w 123"/>
                  <a:gd name="T19" fmla="*/ 21 h 39"/>
                  <a:gd name="T20" fmla="*/ 123 w 123"/>
                  <a:gd name="T21" fmla="*/ 39 h 39"/>
                  <a:gd name="T22" fmla="*/ 67 w 123"/>
                  <a:gd name="T23" fmla="*/ 39 h 39"/>
                  <a:gd name="T24" fmla="*/ 67 w 123"/>
                  <a:gd name="T25" fmla="*/ 22 h 39"/>
                  <a:gd name="T26" fmla="*/ 69 w 123"/>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 h="39">
                    <a:moveTo>
                      <a:pt x="2" y="0"/>
                    </a:moveTo>
                    <a:cubicBezTo>
                      <a:pt x="21" y="0"/>
                      <a:pt x="21" y="0"/>
                      <a:pt x="21" y="0"/>
                    </a:cubicBezTo>
                    <a:cubicBezTo>
                      <a:pt x="22" y="10"/>
                      <a:pt x="22" y="23"/>
                      <a:pt x="17" y="33"/>
                    </a:cubicBezTo>
                    <a:cubicBezTo>
                      <a:pt x="16" y="35"/>
                      <a:pt x="15" y="37"/>
                      <a:pt x="15" y="39"/>
                    </a:cubicBezTo>
                    <a:cubicBezTo>
                      <a:pt x="0" y="39"/>
                      <a:pt x="0" y="39"/>
                      <a:pt x="0" y="39"/>
                    </a:cubicBezTo>
                    <a:cubicBezTo>
                      <a:pt x="0" y="34"/>
                      <a:pt x="1" y="30"/>
                      <a:pt x="2" y="31"/>
                    </a:cubicBezTo>
                    <a:cubicBezTo>
                      <a:pt x="6" y="33"/>
                      <a:pt x="4" y="10"/>
                      <a:pt x="2" y="0"/>
                    </a:cubicBezTo>
                    <a:close/>
                    <a:moveTo>
                      <a:pt x="69" y="0"/>
                    </a:moveTo>
                    <a:cubicBezTo>
                      <a:pt x="94" y="0"/>
                      <a:pt x="94" y="0"/>
                      <a:pt x="94" y="0"/>
                    </a:cubicBezTo>
                    <a:cubicBezTo>
                      <a:pt x="96" y="11"/>
                      <a:pt x="101" y="21"/>
                      <a:pt x="106" y="21"/>
                    </a:cubicBezTo>
                    <a:cubicBezTo>
                      <a:pt x="118" y="20"/>
                      <a:pt x="122" y="30"/>
                      <a:pt x="123" y="39"/>
                    </a:cubicBezTo>
                    <a:cubicBezTo>
                      <a:pt x="67" y="39"/>
                      <a:pt x="67" y="39"/>
                      <a:pt x="67" y="39"/>
                    </a:cubicBezTo>
                    <a:cubicBezTo>
                      <a:pt x="66" y="34"/>
                      <a:pt x="65" y="29"/>
                      <a:pt x="67" y="22"/>
                    </a:cubicBezTo>
                    <a:cubicBezTo>
                      <a:pt x="68" y="17"/>
                      <a:pt x="68" y="8"/>
                      <a:pt x="69" y="0"/>
                    </a:cubicBezTo>
                    <a:close/>
                  </a:path>
                </a:pathLst>
              </a:custGeom>
              <a:solidFill>
                <a:srgbClr val="8989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1" name="Freeform 118"/>
              <p:cNvSpPr>
                <a:spLocks noEditPoints="1"/>
              </p:cNvSpPr>
              <p:nvPr/>
            </p:nvSpPr>
            <p:spPr bwMode="auto">
              <a:xfrm>
                <a:off x="1626" y="1764"/>
                <a:ext cx="235" cy="73"/>
              </a:xfrm>
              <a:custGeom>
                <a:avLst/>
                <a:gdLst>
                  <a:gd name="T0" fmla="*/ 3 w 123"/>
                  <a:gd name="T1" fmla="*/ 0 h 38"/>
                  <a:gd name="T2" fmla="*/ 21 w 123"/>
                  <a:gd name="T3" fmla="*/ 0 h 38"/>
                  <a:gd name="T4" fmla="*/ 17 w 123"/>
                  <a:gd name="T5" fmla="*/ 30 h 38"/>
                  <a:gd name="T6" fmla="*/ 14 w 123"/>
                  <a:gd name="T7" fmla="*/ 38 h 38"/>
                  <a:gd name="T8" fmla="*/ 0 w 123"/>
                  <a:gd name="T9" fmla="*/ 38 h 38"/>
                  <a:gd name="T10" fmla="*/ 2 w 123"/>
                  <a:gd name="T11" fmla="*/ 28 h 38"/>
                  <a:gd name="T12" fmla="*/ 3 w 123"/>
                  <a:gd name="T13" fmla="*/ 0 h 38"/>
                  <a:gd name="T14" fmla="*/ 69 w 123"/>
                  <a:gd name="T15" fmla="*/ 0 h 38"/>
                  <a:gd name="T16" fmla="*/ 94 w 123"/>
                  <a:gd name="T17" fmla="*/ 0 h 38"/>
                  <a:gd name="T18" fmla="*/ 106 w 123"/>
                  <a:gd name="T19" fmla="*/ 18 h 38"/>
                  <a:gd name="T20" fmla="*/ 123 w 123"/>
                  <a:gd name="T21" fmla="*/ 38 h 38"/>
                  <a:gd name="T22" fmla="*/ 67 w 123"/>
                  <a:gd name="T23" fmla="*/ 38 h 38"/>
                  <a:gd name="T24" fmla="*/ 67 w 123"/>
                  <a:gd name="T25" fmla="*/ 19 h 38"/>
                  <a:gd name="T26" fmla="*/ 69 w 123"/>
                  <a:gd name="T2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 h="38">
                    <a:moveTo>
                      <a:pt x="3" y="0"/>
                    </a:moveTo>
                    <a:cubicBezTo>
                      <a:pt x="21" y="0"/>
                      <a:pt x="21" y="0"/>
                      <a:pt x="21" y="0"/>
                    </a:cubicBezTo>
                    <a:cubicBezTo>
                      <a:pt x="22" y="9"/>
                      <a:pt x="21" y="21"/>
                      <a:pt x="17" y="30"/>
                    </a:cubicBezTo>
                    <a:cubicBezTo>
                      <a:pt x="16" y="33"/>
                      <a:pt x="15" y="36"/>
                      <a:pt x="14" y="38"/>
                    </a:cubicBezTo>
                    <a:cubicBezTo>
                      <a:pt x="0" y="38"/>
                      <a:pt x="0" y="38"/>
                      <a:pt x="0" y="38"/>
                    </a:cubicBezTo>
                    <a:cubicBezTo>
                      <a:pt x="0" y="32"/>
                      <a:pt x="1" y="27"/>
                      <a:pt x="2" y="28"/>
                    </a:cubicBezTo>
                    <a:cubicBezTo>
                      <a:pt x="5" y="29"/>
                      <a:pt x="4" y="11"/>
                      <a:pt x="3" y="0"/>
                    </a:cubicBezTo>
                    <a:close/>
                    <a:moveTo>
                      <a:pt x="69" y="0"/>
                    </a:moveTo>
                    <a:cubicBezTo>
                      <a:pt x="94" y="0"/>
                      <a:pt x="94" y="0"/>
                      <a:pt x="94" y="0"/>
                    </a:cubicBezTo>
                    <a:cubicBezTo>
                      <a:pt x="97" y="10"/>
                      <a:pt x="101" y="18"/>
                      <a:pt x="106" y="18"/>
                    </a:cubicBezTo>
                    <a:cubicBezTo>
                      <a:pt x="120" y="17"/>
                      <a:pt x="122" y="30"/>
                      <a:pt x="123" y="38"/>
                    </a:cubicBezTo>
                    <a:cubicBezTo>
                      <a:pt x="67" y="38"/>
                      <a:pt x="67" y="38"/>
                      <a:pt x="67" y="38"/>
                    </a:cubicBezTo>
                    <a:cubicBezTo>
                      <a:pt x="66" y="32"/>
                      <a:pt x="64" y="27"/>
                      <a:pt x="67" y="19"/>
                    </a:cubicBezTo>
                    <a:cubicBezTo>
                      <a:pt x="68" y="15"/>
                      <a:pt x="68" y="7"/>
                      <a:pt x="69" y="0"/>
                    </a:cubicBez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2" name="Freeform 119"/>
              <p:cNvSpPr>
                <a:spLocks noEditPoints="1"/>
              </p:cNvSpPr>
              <p:nvPr/>
            </p:nvSpPr>
            <p:spPr bwMode="auto">
              <a:xfrm>
                <a:off x="1624" y="1768"/>
                <a:ext cx="237" cy="75"/>
              </a:xfrm>
              <a:custGeom>
                <a:avLst/>
                <a:gdLst>
                  <a:gd name="T0" fmla="*/ 4 w 124"/>
                  <a:gd name="T1" fmla="*/ 0 h 39"/>
                  <a:gd name="T2" fmla="*/ 22 w 124"/>
                  <a:gd name="T3" fmla="*/ 0 h 39"/>
                  <a:gd name="T4" fmla="*/ 18 w 124"/>
                  <a:gd name="T5" fmla="*/ 28 h 39"/>
                  <a:gd name="T6" fmla="*/ 14 w 124"/>
                  <a:gd name="T7" fmla="*/ 39 h 39"/>
                  <a:gd name="T8" fmla="*/ 0 w 124"/>
                  <a:gd name="T9" fmla="*/ 39 h 39"/>
                  <a:gd name="T10" fmla="*/ 3 w 124"/>
                  <a:gd name="T11" fmla="*/ 26 h 39"/>
                  <a:gd name="T12" fmla="*/ 4 w 124"/>
                  <a:gd name="T13" fmla="*/ 0 h 39"/>
                  <a:gd name="T14" fmla="*/ 70 w 124"/>
                  <a:gd name="T15" fmla="*/ 0 h 39"/>
                  <a:gd name="T16" fmla="*/ 96 w 124"/>
                  <a:gd name="T17" fmla="*/ 0 h 39"/>
                  <a:gd name="T18" fmla="*/ 107 w 124"/>
                  <a:gd name="T19" fmla="*/ 16 h 39"/>
                  <a:gd name="T20" fmla="*/ 124 w 124"/>
                  <a:gd name="T21" fmla="*/ 37 h 39"/>
                  <a:gd name="T22" fmla="*/ 124 w 124"/>
                  <a:gd name="T23" fmla="*/ 39 h 39"/>
                  <a:gd name="T24" fmla="*/ 69 w 124"/>
                  <a:gd name="T25" fmla="*/ 39 h 39"/>
                  <a:gd name="T26" fmla="*/ 68 w 124"/>
                  <a:gd name="T27" fmla="*/ 17 h 39"/>
                  <a:gd name="T28" fmla="*/ 70 w 124"/>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4" h="39">
                    <a:moveTo>
                      <a:pt x="4" y="0"/>
                    </a:moveTo>
                    <a:cubicBezTo>
                      <a:pt x="22" y="0"/>
                      <a:pt x="22" y="0"/>
                      <a:pt x="22" y="0"/>
                    </a:cubicBezTo>
                    <a:cubicBezTo>
                      <a:pt x="23" y="10"/>
                      <a:pt x="22" y="20"/>
                      <a:pt x="18" y="28"/>
                    </a:cubicBezTo>
                    <a:cubicBezTo>
                      <a:pt x="16" y="32"/>
                      <a:pt x="15" y="35"/>
                      <a:pt x="14" y="39"/>
                    </a:cubicBezTo>
                    <a:cubicBezTo>
                      <a:pt x="0" y="39"/>
                      <a:pt x="0" y="39"/>
                      <a:pt x="0" y="39"/>
                    </a:cubicBezTo>
                    <a:cubicBezTo>
                      <a:pt x="1" y="32"/>
                      <a:pt x="1" y="25"/>
                      <a:pt x="3" y="26"/>
                    </a:cubicBezTo>
                    <a:cubicBezTo>
                      <a:pt x="6" y="27"/>
                      <a:pt x="5" y="12"/>
                      <a:pt x="4" y="0"/>
                    </a:cubicBezTo>
                    <a:close/>
                    <a:moveTo>
                      <a:pt x="70" y="0"/>
                    </a:moveTo>
                    <a:cubicBezTo>
                      <a:pt x="96" y="0"/>
                      <a:pt x="96" y="0"/>
                      <a:pt x="96" y="0"/>
                    </a:cubicBezTo>
                    <a:cubicBezTo>
                      <a:pt x="99" y="9"/>
                      <a:pt x="102" y="16"/>
                      <a:pt x="107" y="16"/>
                    </a:cubicBezTo>
                    <a:cubicBezTo>
                      <a:pt x="121" y="15"/>
                      <a:pt x="123" y="29"/>
                      <a:pt x="124" y="37"/>
                    </a:cubicBezTo>
                    <a:cubicBezTo>
                      <a:pt x="124" y="38"/>
                      <a:pt x="124" y="38"/>
                      <a:pt x="124" y="39"/>
                    </a:cubicBezTo>
                    <a:cubicBezTo>
                      <a:pt x="69" y="39"/>
                      <a:pt x="69" y="39"/>
                      <a:pt x="69" y="39"/>
                    </a:cubicBezTo>
                    <a:cubicBezTo>
                      <a:pt x="68" y="32"/>
                      <a:pt x="65" y="26"/>
                      <a:pt x="68" y="17"/>
                    </a:cubicBezTo>
                    <a:cubicBezTo>
                      <a:pt x="69" y="13"/>
                      <a:pt x="69" y="7"/>
                      <a:pt x="70" y="0"/>
                    </a:cubicBezTo>
                    <a:close/>
                  </a:path>
                </a:pathLst>
              </a:custGeom>
              <a:solidFill>
                <a:srgbClr val="8E8E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3" name="Freeform 120"/>
              <p:cNvSpPr>
                <a:spLocks noEditPoints="1"/>
              </p:cNvSpPr>
              <p:nvPr/>
            </p:nvSpPr>
            <p:spPr bwMode="auto">
              <a:xfrm>
                <a:off x="1624" y="1774"/>
                <a:ext cx="237" cy="75"/>
              </a:xfrm>
              <a:custGeom>
                <a:avLst/>
                <a:gdLst>
                  <a:gd name="T0" fmla="*/ 4 w 124"/>
                  <a:gd name="T1" fmla="*/ 0 h 39"/>
                  <a:gd name="T2" fmla="*/ 23 w 124"/>
                  <a:gd name="T3" fmla="*/ 0 h 39"/>
                  <a:gd name="T4" fmla="*/ 18 w 124"/>
                  <a:gd name="T5" fmla="*/ 25 h 39"/>
                  <a:gd name="T6" fmla="*/ 14 w 124"/>
                  <a:gd name="T7" fmla="*/ 39 h 39"/>
                  <a:gd name="T8" fmla="*/ 0 w 124"/>
                  <a:gd name="T9" fmla="*/ 39 h 39"/>
                  <a:gd name="T10" fmla="*/ 3 w 124"/>
                  <a:gd name="T11" fmla="*/ 23 h 39"/>
                  <a:gd name="T12" fmla="*/ 4 w 124"/>
                  <a:gd name="T13" fmla="*/ 0 h 39"/>
                  <a:gd name="T14" fmla="*/ 69 w 124"/>
                  <a:gd name="T15" fmla="*/ 0 h 39"/>
                  <a:gd name="T16" fmla="*/ 97 w 124"/>
                  <a:gd name="T17" fmla="*/ 0 h 39"/>
                  <a:gd name="T18" fmla="*/ 107 w 124"/>
                  <a:gd name="T19" fmla="*/ 13 h 39"/>
                  <a:gd name="T20" fmla="*/ 124 w 124"/>
                  <a:gd name="T21" fmla="*/ 34 h 39"/>
                  <a:gd name="T22" fmla="*/ 123 w 124"/>
                  <a:gd name="T23" fmla="*/ 39 h 39"/>
                  <a:gd name="T24" fmla="*/ 69 w 124"/>
                  <a:gd name="T25" fmla="*/ 39 h 39"/>
                  <a:gd name="T26" fmla="*/ 68 w 124"/>
                  <a:gd name="T27" fmla="*/ 14 h 39"/>
                  <a:gd name="T28" fmla="*/ 69 w 124"/>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4" h="39">
                    <a:moveTo>
                      <a:pt x="4" y="0"/>
                    </a:moveTo>
                    <a:cubicBezTo>
                      <a:pt x="23" y="0"/>
                      <a:pt x="23" y="0"/>
                      <a:pt x="23" y="0"/>
                    </a:cubicBezTo>
                    <a:cubicBezTo>
                      <a:pt x="23" y="9"/>
                      <a:pt x="22" y="18"/>
                      <a:pt x="18" y="25"/>
                    </a:cubicBezTo>
                    <a:cubicBezTo>
                      <a:pt x="16" y="30"/>
                      <a:pt x="14" y="34"/>
                      <a:pt x="14" y="39"/>
                    </a:cubicBezTo>
                    <a:cubicBezTo>
                      <a:pt x="0" y="39"/>
                      <a:pt x="0" y="39"/>
                      <a:pt x="0" y="39"/>
                    </a:cubicBezTo>
                    <a:cubicBezTo>
                      <a:pt x="1" y="30"/>
                      <a:pt x="1" y="22"/>
                      <a:pt x="3" y="23"/>
                    </a:cubicBezTo>
                    <a:cubicBezTo>
                      <a:pt x="6" y="24"/>
                      <a:pt x="5" y="11"/>
                      <a:pt x="4" y="0"/>
                    </a:cubicBezTo>
                    <a:close/>
                    <a:moveTo>
                      <a:pt x="69" y="0"/>
                    </a:moveTo>
                    <a:cubicBezTo>
                      <a:pt x="97" y="0"/>
                      <a:pt x="97" y="0"/>
                      <a:pt x="97" y="0"/>
                    </a:cubicBezTo>
                    <a:cubicBezTo>
                      <a:pt x="100" y="7"/>
                      <a:pt x="103" y="13"/>
                      <a:pt x="107" y="13"/>
                    </a:cubicBezTo>
                    <a:cubicBezTo>
                      <a:pt x="121" y="12"/>
                      <a:pt x="123" y="26"/>
                      <a:pt x="124" y="34"/>
                    </a:cubicBezTo>
                    <a:cubicBezTo>
                      <a:pt x="124" y="35"/>
                      <a:pt x="124" y="37"/>
                      <a:pt x="123" y="39"/>
                    </a:cubicBezTo>
                    <a:cubicBezTo>
                      <a:pt x="69" y="39"/>
                      <a:pt x="69" y="39"/>
                      <a:pt x="69" y="39"/>
                    </a:cubicBezTo>
                    <a:cubicBezTo>
                      <a:pt x="69" y="31"/>
                      <a:pt x="65" y="24"/>
                      <a:pt x="68" y="14"/>
                    </a:cubicBezTo>
                    <a:cubicBezTo>
                      <a:pt x="69" y="11"/>
                      <a:pt x="69" y="6"/>
                      <a:pt x="69" y="0"/>
                    </a:cubicBezTo>
                    <a:close/>
                  </a:path>
                </a:pathLst>
              </a:cu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4" name="Freeform 121"/>
              <p:cNvSpPr>
                <a:spLocks noEditPoints="1"/>
              </p:cNvSpPr>
              <p:nvPr/>
            </p:nvSpPr>
            <p:spPr bwMode="auto">
              <a:xfrm>
                <a:off x="1624" y="1780"/>
                <a:ext cx="237" cy="73"/>
              </a:xfrm>
              <a:custGeom>
                <a:avLst/>
                <a:gdLst>
                  <a:gd name="T0" fmla="*/ 4 w 124"/>
                  <a:gd name="T1" fmla="*/ 0 h 38"/>
                  <a:gd name="T2" fmla="*/ 23 w 124"/>
                  <a:gd name="T3" fmla="*/ 0 h 38"/>
                  <a:gd name="T4" fmla="*/ 18 w 124"/>
                  <a:gd name="T5" fmla="*/ 22 h 38"/>
                  <a:gd name="T6" fmla="*/ 14 w 124"/>
                  <a:gd name="T7" fmla="*/ 38 h 38"/>
                  <a:gd name="T8" fmla="*/ 0 w 124"/>
                  <a:gd name="T9" fmla="*/ 38 h 38"/>
                  <a:gd name="T10" fmla="*/ 3 w 124"/>
                  <a:gd name="T11" fmla="*/ 20 h 38"/>
                  <a:gd name="T12" fmla="*/ 4 w 124"/>
                  <a:gd name="T13" fmla="*/ 0 h 38"/>
                  <a:gd name="T14" fmla="*/ 69 w 124"/>
                  <a:gd name="T15" fmla="*/ 0 h 38"/>
                  <a:gd name="T16" fmla="*/ 98 w 124"/>
                  <a:gd name="T17" fmla="*/ 0 h 38"/>
                  <a:gd name="T18" fmla="*/ 107 w 124"/>
                  <a:gd name="T19" fmla="*/ 10 h 38"/>
                  <a:gd name="T20" fmla="*/ 124 w 124"/>
                  <a:gd name="T21" fmla="*/ 31 h 38"/>
                  <a:gd name="T22" fmla="*/ 123 w 124"/>
                  <a:gd name="T23" fmla="*/ 38 h 38"/>
                  <a:gd name="T24" fmla="*/ 69 w 124"/>
                  <a:gd name="T25" fmla="*/ 38 h 38"/>
                  <a:gd name="T26" fmla="*/ 68 w 124"/>
                  <a:gd name="T27" fmla="*/ 11 h 38"/>
                  <a:gd name="T28" fmla="*/ 69 w 124"/>
                  <a:gd name="T2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4" h="38">
                    <a:moveTo>
                      <a:pt x="4" y="0"/>
                    </a:moveTo>
                    <a:cubicBezTo>
                      <a:pt x="23" y="0"/>
                      <a:pt x="23" y="0"/>
                      <a:pt x="23" y="0"/>
                    </a:cubicBezTo>
                    <a:cubicBezTo>
                      <a:pt x="22" y="7"/>
                      <a:pt x="21" y="16"/>
                      <a:pt x="18" y="22"/>
                    </a:cubicBezTo>
                    <a:cubicBezTo>
                      <a:pt x="15" y="28"/>
                      <a:pt x="14" y="33"/>
                      <a:pt x="14" y="38"/>
                    </a:cubicBezTo>
                    <a:cubicBezTo>
                      <a:pt x="0" y="38"/>
                      <a:pt x="0" y="38"/>
                      <a:pt x="0" y="38"/>
                    </a:cubicBezTo>
                    <a:cubicBezTo>
                      <a:pt x="1" y="29"/>
                      <a:pt x="1" y="18"/>
                      <a:pt x="3" y="20"/>
                    </a:cubicBezTo>
                    <a:cubicBezTo>
                      <a:pt x="6" y="21"/>
                      <a:pt x="5" y="10"/>
                      <a:pt x="4" y="0"/>
                    </a:cubicBezTo>
                    <a:close/>
                    <a:moveTo>
                      <a:pt x="69" y="0"/>
                    </a:moveTo>
                    <a:cubicBezTo>
                      <a:pt x="98" y="0"/>
                      <a:pt x="98" y="0"/>
                      <a:pt x="98" y="0"/>
                    </a:cubicBezTo>
                    <a:cubicBezTo>
                      <a:pt x="100" y="6"/>
                      <a:pt x="103" y="10"/>
                      <a:pt x="107" y="10"/>
                    </a:cubicBezTo>
                    <a:cubicBezTo>
                      <a:pt x="121" y="9"/>
                      <a:pt x="123" y="23"/>
                      <a:pt x="124" y="31"/>
                    </a:cubicBezTo>
                    <a:cubicBezTo>
                      <a:pt x="124" y="33"/>
                      <a:pt x="123" y="35"/>
                      <a:pt x="123" y="38"/>
                    </a:cubicBezTo>
                    <a:cubicBezTo>
                      <a:pt x="69" y="38"/>
                      <a:pt x="69" y="38"/>
                      <a:pt x="69" y="38"/>
                    </a:cubicBezTo>
                    <a:cubicBezTo>
                      <a:pt x="70" y="29"/>
                      <a:pt x="65" y="22"/>
                      <a:pt x="68" y="11"/>
                    </a:cubicBezTo>
                    <a:cubicBezTo>
                      <a:pt x="68" y="8"/>
                      <a:pt x="69" y="4"/>
                      <a:pt x="69" y="0"/>
                    </a:cubicBezTo>
                    <a:close/>
                  </a:path>
                </a:pathLst>
              </a:custGeom>
              <a:solidFill>
                <a:srgbClr val="9494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5" name="Freeform 122"/>
              <p:cNvSpPr>
                <a:spLocks noEditPoints="1"/>
              </p:cNvSpPr>
              <p:nvPr/>
            </p:nvSpPr>
            <p:spPr bwMode="auto">
              <a:xfrm>
                <a:off x="1624" y="1784"/>
                <a:ext cx="237" cy="74"/>
              </a:xfrm>
              <a:custGeom>
                <a:avLst/>
                <a:gdLst>
                  <a:gd name="T0" fmla="*/ 5 w 124"/>
                  <a:gd name="T1" fmla="*/ 0 h 39"/>
                  <a:gd name="T2" fmla="*/ 22 w 124"/>
                  <a:gd name="T3" fmla="*/ 0 h 39"/>
                  <a:gd name="T4" fmla="*/ 18 w 124"/>
                  <a:gd name="T5" fmla="*/ 20 h 39"/>
                  <a:gd name="T6" fmla="*/ 13 w 124"/>
                  <a:gd name="T7" fmla="*/ 39 h 39"/>
                  <a:gd name="T8" fmla="*/ 0 w 124"/>
                  <a:gd name="T9" fmla="*/ 39 h 39"/>
                  <a:gd name="T10" fmla="*/ 3 w 124"/>
                  <a:gd name="T11" fmla="*/ 18 h 39"/>
                  <a:gd name="T12" fmla="*/ 5 w 124"/>
                  <a:gd name="T13" fmla="*/ 0 h 39"/>
                  <a:gd name="T14" fmla="*/ 69 w 124"/>
                  <a:gd name="T15" fmla="*/ 0 h 39"/>
                  <a:gd name="T16" fmla="*/ 99 w 124"/>
                  <a:gd name="T17" fmla="*/ 0 h 39"/>
                  <a:gd name="T18" fmla="*/ 107 w 124"/>
                  <a:gd name="T19" fmla="*/ 8 h 39"/>
                  <a:gd name="T20" fmla="*/ 124 w 124"/>
                  <a:gd name="T21" fmla="*/ 29 h 39"/>
                  <a:gd name="T22" fmla="*/ 122 w 124"/>
                  <a:gd name="T23" fmla="*/ 39 h 39"/>
                  <a:gd name="T24" fmla="*/ 68 w 124"/>
                  <a:gd name="T25" fmla="*/ 39 h 39"/>
                  <a:gd name="T26" fmla="*/ 68 w 124"/>
                  <a:gd name="T27" fmla="*/ 39 h 39"/>
                  <a:gd name="T28" fmla="*/ 68 w 124"/>
                  <a:gd name="T29" fmla="*/ 9 h 39"/>
                  <a:gd name="T30" fmla="*/ 69 w 124"/>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4" h="39">
                    <a:moveTo>
                      <a:pt x="5" y="0"/>
                    </a:moveTo>
                    <a:cubicBezTo>
                      <a:pt x="22" y="0"/>
                      <a:pt x="22" y="0"/>
                      <a:pt x="22" y="0"/>
                    </a:cubicBezTo>
                    <a:cubicBezTo>
                      <a:pt x="22" y="7"/>
                      <a:pt x="21" y="14"/>
                      <a:pt x="18" y="20"/>
                    </a:cubicBezTo>
                    <a:cubicBezTo>
                      <a:pt x="15" y="27"/>
                      <a:pt x="14" y="33"/>
                      <a:pt x="13" y="39"/>
                    </a:cubicBezTo>
                    <a:cubicBezTo>
                      <a:pt x="0" y="39"/>
                      <a:pt x="0" y="39"/>
                      <a:pt x="0" y="39"/>
                    </a:cubicBezTo>
                    <a:cubicBezTo>
                      <a:pt x="1" y="30"/>
                      <a:pt x="1" y="16"/>
                      <a:pt x="3" y="18"/>
                    </a:cubicBezTo>
                    <a:cubicBezTo>
                      <a:pt x="6" y="19"/>
                      <a:pt x="5" y="10"/>
                      <a:pt x="5" y="0"/>
                    </a:cubicBezTo>
                    <a:close/>
                    <a:moveTo>
                      <a:pt x="69" y="0"/>
                    </a:moveTo>
                    <a:cubicBezTo>
                      <a:pt x="99" y="0"/>
                      <a:pt x="99" y="0"/>
                      <a:pt x="99" y="0"/>
                    </a:cubicBezTo>
                    <a:cubicBezTo>
                      <a:pt x="101" y="5"/>
                      <a:pt x="104" y="8"/>
                      <a:pt x="107" y="8"/>
                    </a:cubicBezTo>
                    <a:cubicBezTo>
                      <a:pt x="121" y="7"/>
                      <a:pt x="123" y="21"/>
                      <a:pt x="124" y="29"/>
                    </a:cubicBezTo>
                    <a:cubicBezTo>
                      <a:pt x="124" y="32"/>
                      <a:pt x="123" y="35"/>
                      <a:pt x="122" y="39"/>
                    </a:cubicBezTo>
                    <a:cubicBezTo>
                      <a:pt x="68" y="39"/>
                      <a:pt x="68" y="39"/>
                      <a:pt x="68" y="39"/>
                    </a:cubicBezTo>
                    <a:cubicBezTo>
                      <a:pt x="68" y="39"/>
                      <a:pt x="68" y="39"/>
                      <a:pt x="68" y="39"/>
                    </a:cubicBezTo>
                    <a:cubicBezTo>
                      <a:pt x="71" y="28"/>
                      <a:pt x="64" y="21"/>
                      <a:pt x="68" y="9"/>
                    </a:cubicBezTo>
                    <a:cubicBezTo>
                      <a:pt x="68" y="7"/>
                      <a:pt x="69" y="4"/>
                      <a:pt x="69" y="0"/>
                    </a:cubicBez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6" name="Freeform 123"/>
              <p:cNvSpPr>
                <a:spLocks noEditPoints="1"/>
              </p:cNvSpPr>
              <p:nvPr/>
            </p:nvSpPr>
            <p:spPr bwMode="auto">
              <a:xfrm>
                <a:off x="1583" y="1789"/>
                <a:ext cx="278" cy="75"/>
              </a:xfrm>
              <a:custGeom>
                <a:avLst/>
                <a:gdLst>
                  <a:gd name="T0" fmla="*/ 26 w 145"/>
                  <a:gd name="T1" fmla="*/ 0 h 39"/>
                  <a:gd name="T2" fmla="*/ 43 w 145"/>
                  <a:gd name="T3" fmla="*/ 0 h 39"/>
                  <a:gd name="T4" fmla="*/ 39 w 145"/>
                  <a:gd name="T5" fmla="*/ 17 h 39"/>
                  <a:gd name="T6" fmla="*/ 34 w 145"/>
                  <a:gd name="T7" fmla="*/ 39 h 39"/>
                  <a:gd name="T8" fmla="*/ 21 w 145"/>
                  <a:gd name="T9" fmla="*/ 39 h 39"/>
                  <a:gd name="T10" fmla="*/ 24 w 145"/>
                  <a:gd name="T11" fmla="*/ 15 h 39"/>
                  <a:gd name="T12" fmla="*/ 26 w 145"/>
                  <a:gd name="T13" fmla="*/ 0 h 39"/>
                  <a:gd name="T14" fmla="*/ 90 w 145"/>
                  <a:gd name="T15" fmla="*/ 0 h 39"/>
                  <a:gd name="T16" fmla="*/ 122 w 145"/>
                  <a:gd name="T17" fmla="*/ 0 h 39"/>
                  <a:gd name="T18" fmla="*/ 128 w 145"/>
                  <a:gd name="T19" fmla="*/ 5 h 39"/>
                  <a:gd name="T20" fmla="*/ 145 w 145"/>
                  <a:gd name="T21" fmla="*/ 26 h 39"/>
                  <a:gd name="T22" fmla="*/ 142 w 145"/>
                  <a:gd name="T23" fmla="*/ 39 h 39"/>
                  <a:gd name="T24" fmla="*/ 89 w 145"/>
                  <a:gd name="T25" fmla="*/ 39 h 39"/>
                  <a:gd name="T26" fmla="*/ 89 w 145"/>
                  <a:gd name="T27" fmla="*/ 36 h 39"/>
                  <a:gd name="T28" fmla="*/ 89 w 145"/>
                  <a:gd name="T29" fmla="*/ 6 h 39"/>
                  <a:gd name="T30" fmla="*/ 90 w 145"/>
                  <a:gd name="T31" fmla="*/ 0 h 39"/>
                  <a:gd name="T32" fmla="*/ 6 w 145"/>
                  <a:gd name="T33" fmla="*/ 39 h 39"/>
                  <a:gd name="T34" fmla="*/ 0 w 145"/>
                  <a:gd name="T35" fmla="*/ 39 h 39"/>
                  <a:gd name="T36" fmla="*/ 6 w 145"/>
                  <a:gd name="T3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5" h="39">
                    <a:moveTo>
                      <a:pt x="26" y="0"/>
                    </a:moveTo>
                    <a:cubicBezTo>
                      <a:pt x="43" y="0"/>
                      <a:pt x="43" y="0"/>
                      <a:pt x="43" y="0"/>
                    </a:cubicBezTo>
                    <a:cubicBezTo>
                      <a:pt x="43" y="6"/>
                      <a:pt x="41" y="12"/>
                      <a:pt x="39" y="17"/>
                    </a:cubicBezTo>
                    <a:cubicBezTo>
                      <a:pt x="35" y="25"/>
                      <a:pt x="34" y="32"/>
                      <a:pt x="34" y="39"/>
                    </a:cubicBezTo>
                    <a:cubicBezTo>
                      <a:pt x="21" y="39"/>
                      <a:pt x="21" y="39"/>
                      <a:pt x="21" y="39"/>
                    </a:cubicBezTo>
                    <a:cubicBezTo>
                      <a:pt x="22" y="29"/>
                      <a:pt x="21" y="13"/>
                      <a:pt x="24" y="15"/>
                    </a:cubicBezTo>
                    <a:cubicBezTo>
                      <a:pt x="26" y="16"/>
                      <a:pt x="26" y="8"/>
                      <a:pt x="26" y="0"/>
                    </a:cubicBezTo>
                    <a:close/>
                    <a:moveTo>
                      <a:pt x="90" y="0"/>
                    </a:moveTo>
                    <a:cubicBezTo>
                      <a:pt x="122" y="0"/>
                      <a:pt x="122" y="0"/>
                      <a:pt x="122" y="0"/>
                    </a:cubicBezTo>
                    <a:cubicBezTo>
                      <a:pt x="124" y="3"/>
                      <a:pt x="126" y="5"/>
                      <a:pt x="128" y="5"/>
                    </a:cubicBezTo>
                    <a:cubicBezTo>
                      <a:pt x="142" y="4"/>
                      <a:pt x="144" y="18"/>
                      <a:pt x="145" y="26"/>
                    </a:cubicBezTo>
                    <a:cubicBezTo>
                      <a:pt x="145" y="29"/>
                      <a:pt x="144" y="34"/>
                      <a:pt x="142" y="39"/>
                    </a:cubicBezTo>
                    <a:cubicBezTo>
                      <a:pt x="89" y="39"/>
                      <a:pt x="89" y="39"/>
                      <a:pt x="89" y="39"/>
                    </a:cubicBezTo>
                    <a:cubicBezTo>
                      <a:pt x="89" y="37"/>
                      <a:pt x="89" y="36"/>
                      <a:pt x="89" y="36"/>
                    </a:cubicBezTo>
                    <a:cubicBezTo>
                      <a:pt x="92" y="25"/>
                      <a:pt x="85" y="18"/>
                      <a:pt x="89" y="6"/>
                    </a:cubicBezTo>
                    <a:cubicBezTo>
                      <a:pt x="89" y="5"/>
                      <a:pt x="89" y="2"/>
                      <a:pt x="90" y="0"/>
                    </a:cubicBezTo>
                    <a:close/>
                    <a:moveTo>
                      <a:pt x="6" y="39"/>
                    </a:moveTo>
                    <a:cubicBezTo>
                      <a:pt x="0" y="39"/>
                      <a:pt x="0" y="39"/>
                      <a:pt x="0" y="39"/>
                    </a:cubicBezTo>
                    <a:cubicBezTo>
                      <a:pt x="2" y="39"/>
                      <a:pt x="4" y="39"/>
                      <a:pt x="6" y="39"/>
                    </a:cubicBez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7" name="Freeform 124"/>
              <p:cNvSpPr>
                <a:spLocks noEditPoints="1"/>
              </p:cNvSpPr>
              <p:nvPr/>
            </p:nvSpPr>
            <p:spPr bwMode="auto">
              <a:xfrm>
                <a:off x="1559" y="1795"/>
                <a:ext cx="302" cy="73"/>
              </a:xfrm>
              <a:custGeom>
                <a:avLst/>
                <a:gdLst>
                  <a:gd name="T0" fmla="*/ 39 w 158"/>
                  <a:gd name="T1" fmla="*/ 0 h 38"/>
                  <a:gd name="T2" fmla="*/ 56 w 158"/>
                  <a:gd name="T3" fmla="*/ 0 h 38"/>
                  <a:gd name="T4" fmla="*/ 52 w 158"/>
                  <a:gd name="T5" fmla="*/ 14 h 38"/>
                  <a:gd name="T6" fmla="*/ 47 w 158"/>
                  <a:gd name="T7" fmla="*/ 38 h 38"/>
                  <a:gd name="T8" fmla="*/ 33 w 158"/>
                  <a:gd name="T9" fmla="*/ 38 h 38"/>
                  <a:gd name="T10" fmla="*/ 37 w 158"/>
                  <a:gd name="T11" fmla="*/ 12 h 38"/>
                  <a:gd name="T12" fmla="*/ 39 w 158"/>
                  <a:gd name="T13" fmla="*/ 0 h 38"/>
                  <a:gd name="T14" fmla="*/ 102 w 158"/>
                  <a:gd name="T15" fmla="*/ 0 h 38"/>
                  <a:gd name="T16" fmla="*/ 137 w 158"/>
                  <a:gd name="T17" fmla="*/ 0 h 38"/>
                  <a:gd name="T18" fmla="*/ 141 w 158"/>
                  <a:gd name="T19" fmla="*/ 2 h 38"/>
                  <a:gd name="T20" fmla="*/ 158 w 158"/>
                  <a:gd name="T21" fmla="*/ 23 h 38"/>
                  <a:gd name="T22" fmla="*/ 154 w 158"/>
                  <a:gd name="T23" fmla="*/ 38 h 38"/>
                  <a:gd name="T24" fmla="*/ 102 w 158"/>
                  <a:gd name="T25" fmla="*/ 38 h 38"/>
                  <a:gd name="T26" fmla="*/ 102 w 158"/>
                  <a:gd name="T27" fmla="*/ 33 h 38"/>
                  <a:gd name="T28" fmla="*/ 102 w 158"/>
                  <a:gd name="T29" fmla="*/ 3 h 38"/>
                  <a:gd name="T30" fmla="*/ 102 w 158"/>
                  <a:gd name="T31" fmla="*/ 0 h 38"/>
                  <a:gd name="T32" fmla="*/ 27 w 158"/>
                  <a:gd name="T33" fmla="*/ 38 h 38"/>
                  <a:gd name="T34" fmla="*/ 0 w 158"/>
                  <a:gd name="T35" fmla="*/ 38 h 38"/>
                  <a:gd name="T36" fmla="*/ 2 w 158"/>
                  <a:gd name="T37" fmla="*/ 38 h 38"/>
                  <a:gd name="T38" fmla="*/ 27 w 158"/>
                  <a:gd name="T3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8" h="38">
                    <a:moveTo>
                      <a:pt x="39" y="0"/>
                    </a:moveTo>
                    <a:cubicBezTo>
                      <a:pt x="56" y="0"/>
                      <a:pt x="56" y="0"/>
                      <a:pt x="56" y="0"/>
                    </a:cubicBezTo>
                    <a:cubicBezTo>
                      <a:pt x="55" y="5"/>
                      <a:pt x="54" y="10"/>
                      <a:pt x="52" y="14"/>
                    </a:cubicBezTo>
                    <a:cubicBezTo>
                      <a:pt x="48" y="23"/>
                      <a:pt x="47" y="31"/>
                      <a:pt x="47" y="38"/>
                    </a:cubicBezTo>
                    <a:cubicBezTo>
                      <a:pt x="33" y="38"/>
                      <a:pt x="33" y="38"/>
                      <a:pt x="33" y="38"/>
                    </a:cubicBezTo>
                    <a:cubicBezTo>
                      <a:pt x="35" y="30"/>
                      <a:pt x="34" y="10"/>
                      <a:pt x="37" y="12"/>
                    </a:cubicBezTo>
                    <a:cubicBezTo>
                      <a:pt x="39" y="13"/>
                      <a:pt x="39" y="7"/>
                      <a:pt x="39" y="0"/>
                    </a:cubicBezTo>
                    <a:close/>
                    <a:moveTo>
                      <a:pt x="102" y="0"/>
                    </a:moveTo>
                    <a:cubicBezTo>
                      <a:pt x="137" y="0"/>
                      <a:pt x="137" y="0"/>
                      <a:pt x="137" y="0"/>
                    </a:cubicBezTo>
                    <a:cubicBezTo>
                      <a:pt x="138" y="1"/>
                      <a:pt x="140" y="2"/>
                      <a:pt x="141" y="2"/>
                    </a:cubicBezTo>
                    <a:cubicBezTo>
                      <a:pt x="155" y="1"/>
                      <a:pt x="157" y="15"/>
                      <a:pt x="158" y="23"/>
                    </a:cubicBezTo>
                    <a:cubicBezTo>
                      <a:pt x="158" y="26"/>
                      <a:pt x="156" y="32"/>
                      <a:pt x="154" y="38"/>
                    </a:cubicBezTo>
                    <a:cubicBezTo>
                      <a:pt x="102" y="38"/>
                      <a:pt x="102" y="38"/>
                      <a:pt x="102" y="38"/>
                    </a:cubicBezTo>
                    <a:cubicBezTo>
                      <a:pt x="102" y="36"/>
                      <a:pt x="102" y="33"/>
                      <a:pt x="102" y="33"/>
                    </a:cubicBezTo>
                    <a:cubicBezTo>
                      <a:pt x="105" y="22"/>
                      <a:pt x="98" y="15"/>
                      <a:pt x="102" y="3"/>
                    </a:cubicBezTo>
                    <a:cubicBezTo>
                      <a:pt x="102" y="2"/>
                      <a:pt x="102" y="1"/>
                      <a:pt x="102" y="0"/>
                    </a:cubicBezTo>
                    <a:close/>
                    <a:moveTo>
                      <a:pt x="27" y="38"/>
                    </a:moveTo>
                    <a:cubicBezTo>
                      <a:pt x="0" y="38"/>
                      <a:pt x="0" y="38"/>
                      <a:pt x="0" y="38"/>
                    </a:cubicBezTo>
                    <a:cubicBezTo>
                      <a:pt x="1" y="38"/>
                      <a:pt x="1" y="38"/>
                      <a:pt x="2" y="38"/>
                    </a:cubicBezTo>
                    <a:cubicBezTo>
                      <a:pt x="12" y="35"/>
                      <a:pt x="21" y="34"/>
                      <a:pt x="27" y="38"/>
                    </a:cubicBezTo>
                    <a:close/>
                  </a:path>
                </a:pathLst>
              </a:custGeom>
              <a:solidFill>
                <a:srgbClr val="9B9B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8" name="Freeform 125"/>
              <p:cNvSpPr>
                <a:spLocks noEditPoints="1"/>
              </p:cNvSpPr>
              <p:nvPr/>
            </p:nvSpPr>
            <p:spPr bwMode="auto">
              <a:xfrm>
                <a:off x="1551" y="1801"/>
                <a:ext cx="310" cy="73"/>
              </a:xfrm>
              <a:custGeom>
                <a:avLst/>
                <a:gdLst>
                  <a:gd name="T0" fmla="*/ 43 w 162"/>
                  <a:gd name="T1" fmla="*/ 0 h 38"/>
                  <a:gd name="T2" fmla="*/ 59 w 162"/>
                  <a:gd name="T3" fmla="*/ 0 h 38"/>
                  <a:gd name="T4" fmla="*/ 56 w 162"/>
                  <a:gd name="T5" fmla="*/ 11 h 38"/>
                  <a:gd name="T6" fmla="*/ 52 w 162"/>
                  <a:gd name="T7" fmla="*/ 38 h 38"/>
                  <a:gd name="T8" fmla="*/ 36 w 162"/>
                  <a:gd name="T9" fmla="*/ 38 h 38"/>
                  <a:gd name="T10" fmla="*/ 41 w 162"/>
                  <a:gd name="T11" fmla="*/ 9 h 38"/>
                  <a:gd name="T12" fmla="*/ 43 w 162"/>
                  <a:gd name="T13" fmla="*/ 0 h 38"/>
                  <a:gd name="T14" fmla="*/ 106 w 162"/>
                  <a:gd name="T15" fmla="*/ 0 h 38"/>
                  <a:gd name="T16" fmla="*/ 151 w 162"/>
                  <a:gd name="T17" fmla="*/ 0 h 38"/>
                  <a:gd name="T18" fmla="*/ 162 w 162"/>
                  <a:gd name="T19" fmla="*/ 20 h 38"/>
                  <a:gd name="T20" fmla="*/ 157 w 162"/>
                  <a:gd name="T21" fmla="*/ 38 h 38"/>
                  <a:gd name="T22" fmla="*/ 106 w 162"/>
                  <a:gd name="T23" fmla="*/ 38 h 38"/>
                  <a:gd name="T24" fmla="*/ 106 w 162"/>
                  <a:gd name="T25" fmla="*/ 30 h 38"/>
                  <a:gd name="T26" fmla="*/ 106 w 162"/>
                  <a:gd name="T27" fmla="*/ 0 h 38"/>
                  <a:gd name="T28" fmla="*/ 106 w 162"/>
                  <a:gd name="T29" fmla="*/ 0 h 38"/>
                  <a:gd name="T30" fmla="*/ 34 w 162"/>
                  <a:gd name="T31" fmla="*/ 38 h 38"/>
                  <a:gd name="T32" fmla="*/ 0 w 162"/>
                  <a:gd name="T33" fmla="*/ 38 h 38"/>
                  <a:gd name="T34" fmla="*/ 6 w 162"/>
                  <a:gd name="T35" fmla="*/ 35 h 38"/>
                  <a:gd name="T36" fmla="*/ 34 w 162"/>
                  <a:gd name="T3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2" h="38">
                    <a:moveTo>
                      <a:pt x="43" y="0"/>
                    </a:moveTo>
                    <a:cubicBezTo>
                      <a:pt x="59" y="0"/>
                      <a:pt x="59" y="0"/>
                      <a:pt x="59" y="0"/>
                    </a:cubicBezTo>
                    <a:cubicBezTo>
                      <a:pt x="59" y="4"/>
                      <a:pt x="58" y="8"/>
                      <a:pt x="56" y="11"/>
                    </a:cubicBezTo>
                    <a:cubicBezTo>
                      <a:pt x="51" y="21"/>
                      <a:pt x="51" y="29"/>
                      <a:pt x="52" y="38"/>
                    </a:cubicBezTo>
                    <a:cubicBezTo>
                      <a:pt x="36" y="38"/>
                      <a:pt x="36" y="38"/>
                      <a:pt x="36" y="38"/>
                    </a:cubicBezTo>
                    <a:cubicBezTo>
                      <a:pt x="39" y="33"/>
                      <a:pt x="37" y="7"/>
                      <a:pt x="41" y="9"/>
                    </a:cubicBezTo>
                    <a:cubicBezTo>
                      <a:pt x="43" y="10"/>
                      <a:pt x="43" y="5"/>
                      <a:pt x="43" y="0"/>
                    </a:cubicBezTo>
                    <a:close/>
                    <a:moveTo>
                      <a:pt x="106" y="0"/>
                    </a:moveTo>
                    <a:cubicBezTo>
                      <a:pt x="151" y="0"/>
                      <a:pt x="151" y="0"/>
                      <a:pt x="151" y="0"/>
                    </a:cubicBezTo>
                    <a:cubicBezTo>
                      <a:pt x="160" y="3"/>
                      <a:pt x="161" y="13"/>
                      <a:pt x="162" y="20"/>
                    </a:cubicBezTo>
                    <a:cubicBezTo>
                      <a:pt x="162" y="24"/>
                      <a:pt x="160" y="31"/>
                      <a:pt x="157" y="38"/>
                    </a:cubicBezTo>
                    <a:cubicBezTo>
                      <a:pt x="106" y="38"/>
                      <a:pt x="106" y="38"/>
                      <a:pt x="106" y="38"/>
                    </a:cubicBezTo>
                    <a:cubicBezTo>
                      <a:pt x="106" y="34"/>
                      <a:pt x="106" y="31"/>
                      <a:pt x="106" y="30"/>
                    </a:cubicBezTo>
                    <a:cubicBezTo>
                      <a:pt x="109" y="19"/>
                      <a:pt x="102" y="12"/>
                      <a:pt x="106" y="0"/>
                    </a:cubicBezTo>
                    <a:cubicBezTo>
                      <a:pt x="106" y="0"/>
                      <a:pt x="106" y="0"/>
                      <a:pt x="106" y="0"/>
                    </a:cubicBezTo>
                    <a:close/>
                    <a:moveTo>
                      <a:pt x="34" y="38"/>
                    </a:moveTo>
                    <a:cubicBezTo>
                      <a:pt x="0" y="38"/>
                      <a:pt x="0" y="38"/>
                      <a:pt x="0" y="38"/>
                    </a:cubicBezTo>
                    <a:cubicBezTo>
                      <a:pt x="1" y="37"/>
                      <a:pt x="3" y="36"/>
                      <a:pt x="6" y="35"/>
                    </a:cubicBezTo>
                    <a:cubicBezTo>
                      <a:pt x="18" y="32"/>
                      <a:pt x="28" y="31"/>
                      <a:pt x="34" y="38"/>
                    </a:cubicBezTo>
                    <a:close/>
                  </a:path>
                </a:pathLst>
              </a:custGeom>
              <a:solidFill>
                <a:srgbClr val="9F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399" name="Freeform 126"/>
              <p:cNvSpPr>
                <a:spLocks noEditPoints="1"/>
              </p:cNvSpPr>
              <p:nvPr/>
            </p:nvSpPr>
            <p:spPr bwMode="auto">
              <a:xfrm>
                <a:off x="1547" y="1805"/>
                <a:ext cx="314" cy="82"/>
              </a:xfrm>
              <a:custGeom>
                <a:avLst/>
                <a:gdLst>
                  <a:gd name="T0" fmla="*/ 45 w 164"/>
                  <a:gd name="T1" fmla="*/ 0 h 43"/>
                  <a:gd name="T2" fmla="*/ 61 w 164"/>
                  <a:gd name="T3" fmla="*/ 0 h 43"/>
                  <a:gd name="T4" fmla="*/ 58 w 164"/>
                  <a:gd name="T5" fmla="*/ 9 h 43"/>
                  <a:gd name="T6" fmla="*/ 54 w 164"/>
                  <a:gd name="T7" fmla="*/ 39 h 43"/>
                  <a:gd name="T8" fmla="*/ 0 w 164"/>
                  <a:gd name="T9" fmla="*/ 39 h 43"/>
                  <a:gd name="T10" fmla="*/ 8 w 164"/>
                  <a:gd name="T11" fmla="*/ 33 h 43"/>
                  <a:gd name="T12" fmla="*/ 36 w 164"/>
                  <a:gd name="T13" fmla="*/ 36 h 43"/>
                  <a:gd name="T14" fmla="*/ 43 w 164"/>
                  <a:gd name="T15" fmla="*/ 7 h 43"/>
                  <a:gd name="T16" fmla="*/ 45 w 164"/>
                  <a:gd name="T17" fmla="*/ 0 h 43"/>
                  <a:gd name="T18" fmla="*/ 107 w 164"/>
                  <a:gd name="T19" fmla="*/ 0 h 43"/>
                  <a:gd name="T20" fmla="*/ 158 w 164"/>
                  <a:gd name="T21" fmla="*/ 0 h 43"/>
                  <a:gd name="T22" fmla="*/ 164 w 164"/>
                  <a:gd name="T23" fmla="*/ 18 h 43"/>
                  <a:gd name="T24" fmla="*/ 158 w 164"/>
                  <a:gd name="T25" fmla="*/ 39 h 43"/>
                  <a:gd name="T26" fmla="*/ 108 w 164"/>
                  <a:gd name="T27" fmla="*/ 39 h 43"/>
                  <a:gd name="T28" fmla="*/ 108 w 164"/>
                  <a:gd name="T29" fmla="*/ 28 h 43"/>
                  <a:gd name="T30" fmla="*/ 107 w 164"/>
                  <a:gd name="T3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4" h="43">
                    <a:moveTo>
                      <a:pt x="45" y="0"/>
                    </a:moveTo>
                    <a:cubicBezTo>
                      <a:pt x="61" y="0"/>
                      <a:pt x="61" y="0"/>
                      <a:pt x="61" y="0"/>
                    </a:cubicBezTo>
                    <a:cubicBezTo>
                      <a:pt x="60" y="3"/>
                      <a:pt x="59" y="6"/>
                      <a:pt x="58" y="9"/>
                    </a:cubicBezTo>
                    <a:cubicBezTo>
                      <a:pt x="53" y="20"/>
                      <a:pt x="53" y="29"/>
                      <a:pt x="54" y="39"/>
                    </a:cubicBezTo>
                    <a:cubicBezTo>
                      <a:pt x="0" y="39"/>
                      <a:pt x="0" y="39"/>
                      <a:pt x="0" y="39"/>
                    </a:cubicBezTo>
                    <a:cubicBezTo>
                      <a:pt x="1" y="36"/>
                      <a:pt x="4" y="34"/>
                      <a:pt x="8" y="33"/>
                    </a:cubicBezTo>
                    <a:cubicBezTo>
                      <a:pt x="20" y="29"/>
                      <a:pt x="30" y="29"/>
                      <a:pt x="36" y="36"/>
                    </a:cubicBezTo>
                    <a:cubicBezTo>
                      <a:pt x="42" y="43"/>
                      <a:pt x="39" y="4"/>
                      <a:pt x="43" y="7"/>
                    </a:cubicBezTo>
                    <a:cubicBezTo>
                      <a:pt x="45" y="7"/>
                      <a:pt x="45" y="5"/>
                      <a:pt x="45" y="0"/>
                    </a:cubicBezTo>
                    <a:close/>
                    <a:moveTo>
                      <a:pt x="107" y="0"/>
                    </a:moveTo>
                    <a:cubicBezTo>
                      <a:pt x="158" y="0"/>
                      <a:pt x="158" y="0"/>
                      <a:pt x="158" y="0"/>
                    </a:cubicBezTo>
                    <a:cubicBezTo>
                      <a:pt x="162" y="5"/>
                      <a:pt x="164" y="12"/>
                      <a:pt x="164" y="18"/>
                    </a:cubicBezTo>
                    <a:cubicBezTo>
                      <a:pt x="164" y="22"/>
                      <a:pt x="161" y="31"/>
                      <a:pt x="158" y="39"/>
                    </a:cubicBezTo>
                    <a:cubicBezTo>
                      <a:pt x="108" y="39"/>
                      <a:pt x="108" y="39"/>
                      <a:pt x="108" y="39"/>
                    </a:cubicBezTo>
                    <a:cubicBezTo>
                      <a:pt x="108" y="33"/>
                      <a:pt x="108" y="29"/>
                      <a:pt x="108" y="28"/>
                    </a:cubicBezTo>
                    <a:cubicBezTo>
                      <a:pt x="110" y="18"/>
                      <a:pt x="105" y="10"/>
                      <a:pt x="107" y="0"/>
                    </a:cubicBezTo>
                    <a:close/>
                  </a:path>
                </a:pathLst>
              </a:custGeom>
              <a:solidFill>
                <a:srgbClr val="A1A0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0" name="Freeform 127"/>
              <p:cNvSpPr>
                <a:spLocks noEditPoints="1"/>
              </p:cNvSpPr>
              <p:nvPr/>
            </p:nvSpPr>
            <p:spPr bwMode="auto">
              <a:xfrm>
                <a:off x="1545" y="1810"/>
                <a:ext cx="316" cy="77"/>
              </a:xfrm>
              <a:custGeom>
                <a:avLst/>
                <a:gdLst>
                  <a:gd name="T0" fmla="*/ 46 w 165"/>
                  <a:gd name="T1" fmla="*/ 0 h 40"/>
                  <a:gd name="T2" fmla="*/ 61 w 165"/>
                  <a:gd name="T3" fmla="*/ 0 h 40"/>
                  <a:gd name="T4" fmla="*/ 59 w 165"/>
                  <a:gd name="T5" fmla="*/ 6 h 40"/>
                  <a:gd name="T6" fmla="*/ 55 w 165"/>
                  <a:gd name="T7" fmla="*/ 39 h 40"/>
                  <a:gd name="T8" fmla="*/ 0 w 165"/>
                  <a:gd name="T9" fmla="*/ 39 h 40"/>
                  <a:gd name="T10" fmla="*/ 9 w 165"/>
                  <a:gd name="T11" fmla="*/ 30 h 40"/>
                  <a:gd name="T12" fmla="*/ 37 w 165"/>
                  <a:gd name="T13" fmla="*/ 33 h 40"/>
                  <a:gd name="T14" fmla="*/ 44 w 165"/>
                  <a:gd name="T15" fmla="*/ 4 h 40"/>
                  <a:gd name="T16" fmla="*/ 46 w 165"/>
                  <a:gd name="T17" fmla="*/ 0 h 40"/>
                  <a:gd name="T18" fmla="*/ 108 w 165"/>
                  <a:gd name="T19" fmla="*/ 0 h 40"/>
                  <a:gd name="T20" fmla="*/ 161 w 165"/>
                  <a:gd name="T21" fmla="*/ 0 h 40"/>
                  <a:gd name="T22" fmla="*/ 165 w 165"/>
                  <a:gd name="T23" fmla="*/ 15 h 40"/>
                  <a:gd name="T24" fmla="*/ 158 w 165"/>
                  <a:gd name="T25" fmla="*/ 39 h 40"/>
                  <a:gd name="T26" fmla="*/ 109 w 165"/>
                  <a:gd name="T27" fmla="*/ 39 h 40"/>
                  <a:gd name="T28" fmla="*/ 109 w 165"/>
                  <a:gd name="T29" fmla="*/ 25 h 40"/>
                  <a:gd name="T30" fmla="*/ 108 w 165"/>
                  <a:gd name="T3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5" h="40">
                    <a:moveTo>
                      <a:pt x="46" y="0"/>
                    </a:moveTo>
                    <a:cubicBezTo>
                      <a:pt x="61" y="0"/>
                      <a:pt x="61" y="0"/>
                      <a:pt x="61" y="0"/>
                    </a:cubicBezTo>
                    <a:cubicBezTo>
                      <a:pt x="61" y="2"/>
                      <a:pt x="60" y="4"/>
                      <a:pt x="59" y="6"/>
                    </a:cubicBezTo>
                    <a:cubicBezTo>
                      <a:pt x="53" y="18"/>
                      <a:pt x="54" y="28"/>
                      <a:pt x="55" y="39"/>
                    </a:cubicBezTo>
                    <a:cubicBezTo>
                      <a:pt x="0" y="39"/>
                      <a:pt x="0" y="39"/>
                      <a:pt x="0" y="39"/>
                    </a:cubicBezTo>
                    <a:cubicBezTo>
                      <a:pt x="1" y="34"/>
                      <a:pt x="3" y="32"/>
                      <a:pt x="9" y="30"/>
                    </a:cubicBezTo>
                    <a:cubicBezTo>
                      <a:pt x="21" y="26"/>
                      <a:pt x="31" y="26"/>
                      <a:pt x="37" y="33"/>
                    </a:cubicBezTo>
                    <a:cubicBezTo>
                      <a:pt x="43" y="40"/>
                      <a:pt x="40" y="1"/>
                      <a:pt x="44" y="4"/>
                    </a:cubicBezTo>
                    <a:cubicBezTo>
                      <a:pt x="45" y="4"/>
                      <a:pt x="46" y="3"/>
                      <a:pt x="46" y="0"/>
                    </a:cubicBezTo>
                    <a:close/>
                    <a:moveTo>
                      <a:pt x="108" y="0"/>
                    </a:moveTo>
                    <a:cubicBezTo>
                      <a:pt x="161" y="0"/>
                      <a:pt x="161" y="0"/>
                      <a:pt x="161" y="0"/>
                    </a:cubicBezTo>
                    <a:cubicBezTo>
                      <a:pt x="164" y="4"/>
                      <a:pt x="165" y="11"/>
                      <a:pt x="165" y="15"/>
                    </a:cubicBezTo>
                    <a:cubicBezTo>
                      <a:pt x="165" y="20"/>
                      <a:pt x="161" y="29"/>
                      <a:pt x="158" y="39"/>
                    </a:cubicBezTo>
                    <a:cubicBezTo>
                      <a:pt x="109" y="39"/>
                      <a:pt x="109" y="39"/>
                      <a:pt x="109" y="39"/>
                    </a:cubicBezTo>
                    <a:cubicBezTo>
                      <a:pt x="109" y="31"/>
                      <a:pt x="109" y="26"/>
                      <a:pt x="109" y="25"/>
                    </a:cubicBezTo>
                    <a:cubicBezTo>
                      <a:pt x="111" y="16"/>
                      <a:pt x="107" y="9"/>
                      <a:pt x="108" y="0"/>
                    </a:cubicBezTo>
                    <a:close/>
                  </a:path>
                </a:pathLst>
              </a:custGeom>
              <a:solidFill>
                <a:srgbClr val="A4A3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1" name="Freeform 128"/>
              <p:cNvSpPr>
                <a:spLocks noEditPoints="1"/>
              </p:cNvSpPr>
              <p:nvPr/>
            </p:nvSpPr>
            <p:spPr bwMode="auto">
              <a:xfrm>
                <a:off x="1545" y="1812"/>
                <a:ext cx="316" cy="77"/>
              </a:xfrm>
              <a:custGeom>
                <a:avLst/>
                <a:gdLst>
                  <a:gd name="T0" fmla="*/ 46 w 165"/>
                  <a:gd name="T1" fmla="*/ 2 h 40"/>
                  <a:gd name="T2" fmla="*/ 60 w 165"/>
                  <a:gd name="T3" fmla="*/ 2 h 40"/>
                  <a:gd name="T4" fmla="*/ 59 w 165"/>
                  <a:gd name="T5" fmla="*/ 5 h 40"/>
                  <a:gd name="T6" fmla="*/ 55 w 165"/>
                  <a:gd name="T7" fmla="*/ 40 h 40"/>
                  <a:gd name="T8" fmla="*/ 0 w 165"/>
                  <a:gd name="T9" fmla="*/ 40 h 40"/>
                  <a:gd name="T10" fmla="*/ 9 w 165"/>
                  <a:gd name="T11" fmla="*/ 29 h 40"/>
                  <a:gd name="T12" fmla="*/ 37 w 165"/>
                  <a:gd name="T13" fmla="*/ 32 h 40"/>
                  <a:gd name="T14" fmla="*/ 44 w 165"/>
                  <a:gd name="T15" fmla="*/ 3 h 40"/>
                  <a:gd name="T16" fmla="*/ 46 w 165"/>
                  <a:gd name="T17" fmla="*/ 2 h 40"/>
                  <a:gd name="T18" fmla="*/ 108 w 165"/>
                  <a:gd name="T19" fmla="*/ 2 h 40"/>
                  <a:gd name="T20" fmla="*/ 162 w 165"/>
                  <a:gd name="T21" fmla="*/ 2 h 40"/>
                  <a:gd name="T22" fmla="*/ 165 w 165"/>
                  <a:gd name="T23" fmla="*/ 14 h 40"/>
                  <a:gd name="T24" fmla="*/ 156 w 165"/>
                  <a:gd name="T25" fmla="*/ 40 h 40"/>
                  <a:gd name="T26" fmla="*/ 109 w 165"/>
                  <a:gd name="T27" fmla="*/ 40 h 40"/>
                  <a:gd name="T28" fmla="*/ 109 w 165"/>
                  <a:gd name="T29" fmla="*/ 24 h 40"/>
                  <a:gd name="T30" fmla="*/ 108 w 165"/>
                  <a:gd name="T31"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5" h="40">
                    <a:moveTo>
                      <a:pt x="46" y="2"/>
                    </a:moveTo>
                    <a:cubicBezTo>
                      <a:pt x="60" y="2"/>
                      <a:pt x="60" y="2"/>
                      <a:pt x="60" y="2"/>
                    </a:cubicBezTo>
                    <a:cubicBezTo>
                      <a:pt x="60" y="3"/>
                      <a:pt x="59" y="4"/>
                      <a:pt x="59" y="5"/>
                    </a:cubicBezTo>
                    <a:cubicBezTo>
                      <a:pt x="53" y="18"/>
                      <a:pt x="55" y="28"/>
                      <a:pt x="55" y="40"/>
                    </a:cubicBezTo>
                    <a:cubicBezTo>
                      <a:pt x="0" y="40"/>
                      <a:pt x="0" y="40"/>
                      <a:pt x="0" y="40"/>
                    </a:cubicBezTo>
                    <a:cubicBezTo>
                      <a:pt x="0" y="35"/>
                      <a:pt x="2" y="31"/>
                      <a:pt x="9" y="29"/>
                    </a:cubicBezTo>
                    <a:cubicBezTo>
                      <a:pt x="21" y="25"/>
                      <a:pt x="31" y="25"/>
                      <a:pt x="37" y="32"/>
                    </a:cubicBezTo>
                    <a:cubicBezTo>
                      <a:pt x="43" y="39"/>
                      <a:pt x="40" y="0"/>
                      <a:pt x="44" y="3"/>
                    </a:cubicBezTo>
                    <a:cubicBezTo>
                      <a:pt x="45" y="3"/>
                      <a:pt x="45" y="3"/>
                      <a:pt x="46" y="2"/>
                    </a:cubicBezTo>
                    <a:close/>
                    <a:moveTo>
                      <a:pt x="108" y="2"/>
                    </a:moveTo>
                    <a:cubicBezTo>
                      <a:pt x="162" y="2"/>
                      <a:pt x="162" y="2"/>
                      <a:pt x="162" y="2"/>
                    </a:cubicBezTo>
                    <a:cubicBezTo>
                      <a:pt x="164" y="6"/>
                      <a:pt x="165" y="10"/>
                      <a:pt x="165" y="14"/>
                    </a:cubicBezTo>
                    <a:cubicBezTo>
                      <a:pt x="165" y="19"/>
                      <a:pt x="160" y="30"/>
                      <a:pt x="156" y="40"/>
                    </a:cubicBezTo>
                    <a:cubicBezTo>
                      <a:pt x="109" y="40"/>
                      <a:pt x="109" y="40"/>
                      <a:pt x="109" y="40"/>
                    </a:cubicBezTo>
                    <a:cubicBezTo>
                      <a:pt x="109" y="31"/>
                      <a:pt x="109" y="25"/>
                      <a:pt x="109" y="24"/>
                    </a:cubicBezTo>
                    <a:cubicBezTo>
                      <a:pt x="111" y="16"/>
                      <a:pt x="108" y="9"/>
                      <a:pt x="108" y="2"/>
                    </a:cubicBezTo>
                    <a:close/>
                  </a:path>
                </a:pathLst>
              </a:custGeom>
              <a:solidFill>
                <a:srgbClr val="A7A7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2" name="Freeform 129"/>
              <p:cNvSpPr>
                <a:spLocks noEditPoints="1"/>
              </p:cNvSpPr>
              <p:nvPr/>
            </p:nvSpPr>
            <p:spPr bwMode="auto">
              <a:xfrm>
                <a:off x="1543" y="1820"/>
                <a:ext cx="318" cy="75"/>
              </a:xfrm>
              <a:custGeom>
                <a:avLst/>
                <a:gdLst>
                  <a:gd name="T0" fmla="*/ 44 w 166"/>
                  <a:gd name="T1" fmla="*/ 0 h 39"/>
                  <a:gd name="T2" fmla="*/ 60 w 166"/>
                  <a:gd name="T3" fmla="*/ 0 h 39"/>
                  <a:gd name="T4" fmla="*/ 60 w 166"/>
                  <a:gd name="T5" fmla="*/ 1 h 39"/>
                  <a:gd name="T6" fmla="*/ 56 w 166"/>
                  <a:gd name="T7" fmla="*/ 39 h 39"/>
                  <a:gd name="T8" fmla="*/ 1 w 166"/>
                  <a:gd name="T9" fmla="*/ 39 h 39"/>
                  <a:gd name="T10" fmla="*/ 10 w 166"/>
                  <a:gd name="T11" fmla="*/ 25 h 39"/>
                  <a:gd name="T12" fmla="*/ 38 w 166"/>
                  <a:gd name="T13" fmla="*/ 28 h 39"/>
                  <a:gd name="T14" fmla="*/ 44 w 166"/>
                  <a:gd name="T15" fmla="*/ 0 h 39"/>
                  <a:gd name="T16" fmla="*/ 109 w 166"/>
                  <a:gd name="T17" fmla="*/ 0 h 39"/>
                  <a:gd name="T18" fmla="*/ 164 w 166"/>
                  <a:gd name="T19" fmla="*/ 0 h 39"/>
                  <a:gd name="T20" fmla="*/ 166 w 166"/>
                  <a:gd name="T21" fmla="*/ 10 h 39"/>
                  <a:gd name="T22" fmla="*/ 156 w 166"/>
                  <a:gd name="T23" fmla="*/ 39 h 39"/>
                  <a:gd name="T24" fmla="*/ 110 w 166"/>
                  <a:gd name="T25" fmla="*/ 39 h 39"/>
                  <a:gd name="T26" fmla="*/ 110 w 166"/>
                  <a:gd name="T27" fmla="*/ 20 h 39"/>
                  <a:gd name="T28" fmla="*/ 109 w 166"/>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6" h="39">
                    <a:moveTo>
                      <a:pt x="44" y="0"/>
                    </a:moveTo>
                    <a:cubicBezTo>
                      <a:pt x="60" y="0"/>
                      <a:pt x="60" y="0"/>
                      <a:pt x="60" y="0"/>
                    </a:cubicBezTo>
                    <a:cubicBezTo>
                      <a:pt x="60" y="1"/>
                      <a:pt x="60" y="1"/>
                      <a:pt x="60" y="1"/>
                    </a:cubicBezTo>
                    <a:cubicBezTo>
                      <a:pt x="53" y="15"/>
                      <a:pt x="56" y="26"/>
                      <a:pt x="56" y="39"/>
                    </a:cubicBezTo>
                    <a:cubicBezTo>
                      <a:pt x="1" y="39"/>
                      <a:pt x="1" y="39"/>
                      <a:pt x="1" y="39"/>
                    </a:cubicBezTo>
                    <a:cubicBezTo>
                      <a:pt x="0" y="32"/>
                      <a:pt x="2" y="27"/>
                      <a:pt x="10" y="25"/>
                    </a:cubicBezTo>
                    <a:cubicBezTo>
                      <a:pt x="22" y="21"/>
                      <a:pt x="32" y="21"/>
                      <a:pt x="38" y="28"/>
                    </a:cubicBezTo>
                    <a:cubicBezTo>
                      <a:pt x="43" y="34"/>
                      <a:pt x="41" y="7"/>
                      <a:pt x="44" y="0"/>
                    </a:cubicBezTo>
                    <a:close/>
                    <a:moveTo>
                      <a:pt x="109" y="0"/>
                    </a:moveTo>
                    <a:cubicBezTo>
                      <a:pt x="164" y="0"/>
                      <a:pt x="164" y="0"/>
                      <a:pt x="164" y="0"/>
                    </a:cubicBezTo>
                    <a:cubicBezTo>
                      <a:pt x="165" y="4"/>
                      <a:pt x="166" y="7"/>
                      <a:pt x="166" y="10"/>
                    </a:cubicBezTo>
                    <a:cubicBezTo>
                      <a:pt x="166" y="16"/>
                      <a:pt x="160" y="28"/>
                      <a:pt x="156" y="39"/>
                    </a:cubicBezTo>
                    <a:cubicBezTo>
                      <a:pt x="110" y="39"/>
                      <a:pt x="110" y="39"/>
                      <a:pt x="110" y="39"/>
                    </a:cubicBezTo>
                    <a:cubicBezTo>
                      <a:pt x="110" y="29"/>
                      <a:pt x="110" y="22"/>
                      <a:pt x="110" y="20"/>
                    </a:cubicBezTo>
                    <a:cubicBezTo>
                      <a:pt x="112" y="13"/>
                      <a:pt x="109" y="7"/>
                      <a:pt x="109" y="0"/>
                    </a:cubicBezTo>
                    <a:close/>
                  </a:path>
                </a:pathLst>
              </a:custGeom>
              <a:solidFill>
                <a:srgbClr val="ABAB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3" name="Freeform 130"/>
              <p:cNvSpPr>
                <a:spLocks noEditPoints="1"/>
              </p:cNvSpPr>
              <p:nvPr/>
            </p:nvSpPr>
            <p:spPr bwMode="auto">
              <a:xfrm>
                <a:off x="1541" y="1826"/>
                <a:ext cx="320" cy="74"/>
              </a:xfrm>
              <a:custGeom>
                <a:avLst/>
                <a:gdLst>
                  <a:gd name="T0" fmla="*/ 44 w 167"/>
                  <a:gd name="T1" fmla="*/ 0 h 39"/>
                  <a:gd name="T2" fmla="*/ 60 w 167"/>
                  <a:gd name="T3" fmla="*/ 0 h 39"/>
                  <a:gd name="T4" fmla="*/ 57 w 167"/>
                  <a:gd name="T5" fmla="*/ 39 h 39"/>
                  <a:gd name="T6" fmla="*/ 2 w 167"/>
                  <a:gd name="T7" fmla="*/ 39 h 39"/>
                  <a:gd name="T8" fmla="*/ 11 w 167"/>
                  <a:gd name="T9" fmla="*/ 22 h 39"/>
                  <a:gd name="T10" fmla="*/ 39 w 167"/>
                  <a:gd name="T11" fmla="*/ 25 h 39"/>
                  <a:gd name="T12" fmla="*/ 44 w 167"/>
                  <a:gd name="T13" fmla="*/ 0 h 39"/>
                  <a:gd name="T14" fmla="*/ 110 w 167"/>
                  <a:gd name="T15" fmla="*/ 0 h 39"/>
                  <a:gd name="T16" fmla="*/ 166 w 167"/>
                  <a:gd name="T17" fmla="*/ 0 h 39"/>
                  <a:gd name="T18" fmla="*/ 167 w 167"/>
                  <a:gd name="T19" fmla="*/ 7 h 39"/>
                  <a:gd name="T20" fmla="*/ 156 w 167"/>
                  <a:gd name="T21" fmla="*/ 39 h 39"/>
                  <a:gd name="T22" fmla="*/ 111 w 167"/>
                  <a:gd name="T23" fmla="*/ 39 h 39"/>
                  <a:gd name="T24" fmla="*/ 111 w 167"/>
                  <a:gd name="T25" fmla="*/ 17 h 39"/>
                  <a:gd name="T26" fmla="*/ 110 w 167"/>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7" h="39">
                    <a:moveTo>
                      <a:pt x="44" y="0"/>
                    </a:moveTo>
                    <a:cubicBezTo>
                      <a:pt x="60" y="0"/>
                      <a:pt x="60" y="0"/>
                      <a:pt x="60" y="0"/>
                    </a:cubicBezTo>
                    <a:cubicBezTo>
                      <a:pt x="54" y="14"/>
                      <a:pt x="57" y="25"/>
                      <a:pt x="57" y="39"/>
                    </a:cubicBezTo>
                    <a:cubicBezTo>
                      <a:pt x="2" y="39"/>
                      <a:pt x="2" y="39"/>
                      <a:pt x="2" y="39"/>
                    </a:cubicBezTo>
                    <a:cubicBezTo>
                      <a:pt x="0" y="30"/>
                      <a:pt x="2" y="24"/>
                      <a:pt x="11" y="22"/>
                    </a:cubicBezTo>
                    <a:cubicBezTo>
                      <a:pt x="23" y="18"/>
                      <a:pt x="33" y="18"/>
                      <a:pt x="39" y="25"/>
                    </a:cubicBezTo>
                    <a:cubicBezTo>
                      <a:pt x="44" y="30"/>
                      <a:pt x="43" y="9"/>
                      <a:pt x="44" y="0"/>
                    </a:cubicBezTo>
                    <a:close/>
                    <a:moveTo>
                      <a:pt x="110" y="0"/>
                    </a:moveTo>
                    <a:cubicBezTo>
                      <a:pt x="166" y="0"/>
                      <a:pt x="166" y="0"/>
                      <a:pt x="166" y="0"/>
                    </a:cubicBezTo>
                    <a:cubicBezTo>
                      <a:pt x="166" y="3"/>
                      <a:pt x="167" y="5"/>
                      <a:pt x="167" y="7"/>
                    </a:cubicBezTo>
                    <a:cubicBezTo>
                      <a:pt x="167" y="13"/>
                      <a:pt x="160" y="27"/>
                      <a:pt x="156" y="39"/>
                    </a:cubicBezTo>
                    <a:cubicBezTo>
                      <a:pt x="111" y="39"/>
                      <a:pt x="111" y="39"/>
                      <a:pt x="111" y="39"/>
                    </a:cubicBezTo>
                    <a:cubicBezTo>
                      <a:pt x="111" y="27"/>
                      <a:pt x="111" y="19"/>
                      <a:pt x="111" y="17"/>
                    </a:cubicBezTo>
                    <a:cubicBezTo>
                      <a:pt x="113" y="11"/>
                      <a:pt x="111" y="5"/>
                      <a:pt x="110" y="0"/>
                    </a:cubicBezTo>
                    <a:close/>
                  </a:path>
                </a:pathLst>
              </a:custGeom>
              <a:solidFill>
                <a:srgbClr val="ADAD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4" name="Freeform 131"/>
              <p:cNvSpPr>
                <a:spLocks noEditPoints="1"/>
              </p:cNvSpPr>
              <p:nvPr/>
            </p:nvSpPr>
            <p:spPr bwMode="auto">
              <a:xfrm>
                <a:off x="1541" y="1831"/>
                <a:ext cx="320" cy="73"/>
              </a:xfrm>
              <a:custGeom>
                <a:avLst/>
                <a:gdLst>
                  <a:gd name="T0" fmla="*/ 44 w 167"/>
                  <a:gd name="T1" fmla="*/ 0 h 38"/>
                  <a:gd name="T2" fmla="*/ 59 w 167"/>
                  <a:gd name="T3" fmla="*/ 0 h 38"/>
                  <a:gd name="T4" fmla="*/ 57 w 167"/>
                  <a:gd name="T5" fmla="*/ 38 h 38"/>
                  <a:gd name="T6" fmla="*/ 3 w 167"/>
                  <a:gd name="T7" fmla="*/ 38 h 38"/>
                  <a:gd name="T8" fmla="*/ 11 w 167"/>
                  <a:gd name="T9" fmla="*/ 19 h 38"/>
                  <a:gd name="T10" fmla="*/ 39 w 167"/>
                  <a:gd name="T11" fmla="*/ 22 h 38"/>
                  <a:gd name="T12" fmla="*/ 44 w 167"/>
                  <a:gd name="T13" fmla="*/ 0 h 38"/>
                  <a:gd name="T14" fmla="*/ 111 w 167"/>
                  <a:gd name="T15" fmla="*/ 0 h 38"/>
                  <a:gd name="T16" fmla="*/ 166 w 167"/>
                  <a:gd name="T17" fmla="*/ 0 h 38"/>
                  <a:gd name="T18" fmla="*/ 167 w 167"/>
                  <a:gd name="T19" fmla="*/ 4 h 38"/>
                  <a:gd name="T20" fmla="*/ 156 w 167"/>
                  <a:gd name="T21" fmla="*/ 38 h 38"/>
                  <a:gd name="T22" fmla="*/ 111 w 167"/>
                  <a:gd name="T23" fmla="*/ 38 h 38"/>
                  <a:gd name="T24" fmla="*/ 111 w 167"/>
                  <a:gd name="T25" fmla="*/ 14 h 38"/>
                  <a:gd name="T26" fmla="*/ 111 w 167"/>
                  <a:gd name="T2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7" h="38">
                    <a:moveTo>
                      <a:pt x="44" y="0"/>
                    </a:moveTo>
                    <a:cubicBezTo>
                      <a:pt x="59" y="0"/>
                      <a:pt x="59" y="0"/>
                      <a:pt x="59" y="0"/>
                    </a:cubicBezTo>
                    <a:cubicBezTo>
                      <a:pt x="54" y="13"/>
                      <a:pt x="58" y="24"/>
                      <a:pt x="57" y="38"/>
                    </a:cubicBezTo>
                    <a:cubicBezTo>
                      <a:pt x="3" y="38"/>
                      <a:pt x="3" y="38"/>
                      <a:pt x="3" y="38"/>
                    </a:cubicBezTo>
                    <a:cubicBezTo>
                      <a:pt x="0" y="28"/>
                      <a:pt x="1" y="22"/>
                      <a:pt x="11" y="19"/>
                    </a:cubicBezTo>
                    <a:cubicBezTo>
                      <a:pt x="23" y="15"/>
                      <a:pt x="33" y="15"/>
                      <a:pt x="39" y="22"/>
                    </a:cubicBezTo>
                    <a:cubicBezTo>
                      <a:pt x="43" y="27"/>
                      <a:pt x="43" y="10"/>
                      <a:pt x="44" y="0"/>
                    </a:cubicBezTo>
                    <a:close/>
                    <a:moveTo>
                      <a:pt x="111" y="0"/>
                    </a:moveTo>
                    <a:cubicBezTo>
                      <a:pt x="166" y="0"/>
                      <a:pt x="166" y="0"/>
                      <a:pt x="166" y="0"/>
                    </a:cubicBezTo>
                    <a:cubicBezTo>
                      <a:pt x="167" y="1"/>
                      <a:pt x="167" y="3"/>
                      <a:pt x="167" y="4"/>
                    </a:cubicBezTo>
                    <a:cubicBezTo>
                      <a:pt x="167" y="11"/>
                      <a:pt x="159" y="27"/>
                      <a:pt x="156" y="38"/>
                    </a:cubicBezTo>
                    <a:cubicBezTo>
                      <a:pt x="111" y="38"/>
                      <a:pt x="111" y="38"/>
                      <a:pt x="111" y="38"/>
                    </a:cubicBezTo>
                    <a:cubicBezTo>
                      <a:pt x="111" y="25"/>
                      <a:pt x="111" y="16"/>
                      <a:pt x="111" y="14"/>
                    </a:cubicBezTo>
                    <a:cubicBezTo>
                      <a:pt x="112" y="9"/>
                      <a:pt x="112" y="4"/>
                      <a:pt x="111" y="0"/>
                    </a:cubicBezTo>
                    <a:close/>
                  </a:path>
                </a:pathLst>
              </a:custGeom>
              <a:solidFill>
                <a:srgbClr val="B0AF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5" name="Freeform 132"/>
              <p:cNvSpPr>
                <a:spLocks noEditPoints="1"/>
              </p:cNvSpPr>
              <p:nvPr/>
            </p:nvSpPr>
            <p:spPr bwMode="auto">
              <a:xfrm>
                <a:off x="1541" y="1835"/>
                <a:ext cx="320" cy="75"/>
              </a:xfrm>
              <a:custGeom>
                <a:avLst/>
                <a:gdLst>
                  <a:gd name="T0" fmla="*/ 44 w 167"/>
                  <a:gd name="T1" fmla="*/ 0 h 39"/>
                  <a:gd name="T2" fmla="*/ 58 w 167"/>
                  <a:gd name="T3" fmla="*/ 0 h 39"/>
                  <a:gd name="T4" fmla="*/ 56 w 167"/>
                  <a:gd name="T5" fmla="*/ 39 h 39"/>
                  <a:gd name="T6" fmla="*/ 4 w 167"/>
                  <a:gd name="T7" fmla="*/ 39 h 39"/>
                  <a:gd name="T8" fmla="*/ 11 w 167"/>
                  <a:gd name="T9" fmla="*/ 17 h 39"/>
                  <a:gd name="T10" fmla="*/ 39 w 167"/>
                  <a:gd name="T11" fmla="*/ 20 h 39"/>
                  <a:gd name="T12" fmla="*/ 44 w 167"/>
                  <a:gd name="T13" fmla="*/ 0 h 39"/>
                  <a:gd name="T14" fmla="*/ 111 w 167"/>
                  <a:gd name="T15" fmla="*/ 0 h 39"/>
                  <a:gd name="T16" fmla="*/ 167 w 167"/>
                  <a:gd name="T17" fmla="*/ 0 h 39"/>
                  <a:gd name="T18" fmla="*/ 167 w 167"/>
                  <a:gd name="T19" fmla="*/ 2 h 39"/>
                  <a:gd name="T20" fmla="*/ 155 w 167"/>
                  <a:gd name="T21" fmla="*/ 39 h 39"/>
                  <a:gd name="T22" fmla="*/ 111 w 167"/>
                  <a:gd name="T23" fmla="*/ 39 h 39"/>
                  <a:gd name="T24" fmla="*/ 111 w 167"/>
                  <a:gd name="T25" fmla="*/ 12 h 39"/>
                  <a:gd name="T26" fmla="*/ 111 w 167"/>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7" h="39">
                    <a:moveTo>
                      <a:pt x="44" y="0"/>
                    </a:moveTo>
                    <a:cubicBezTo>
                      <a:pt x="58" y="0"/>
                      <a:pt x="58" y="0"/>
                      <a:pt x="58" y="0"/>
                    </a:cubicBezTo>
                    <a:cubicBezTo>
                      <a:pt x="54" y="13"/>
                      <a:pt x="58" y="25"/>
                      <a:pt x="56" y="39"/>
                    </a:cubicBezTo>
                    <a:cubicBezTo>
                      <a:pt x="4" y="39"/>
                      <a:pt x="4" y="39"/>
                      <a:pt x="4" y="39"/>
                    </a:cubicBezTo>
                    <a:cubicBezTo>
                      <a:pt x="0" y="27"/>
                      <a:pt x="1" y="20"/>
                      <a:pt x="11" y="17"/>
                    </a:cubicBezTo>
                    <a:cubicBezTo>
                      <a:pt x="23" y="13"/>
                      <a:pt x="33" y="13"/>
                      <a:pt x="39" y="20"/>
                    </a:cubicBezTo>
                    <a:cubicBezTo>
                      <a:pt x="43" y="25"/>
                      <a:pt x="43" y="11"/>
                      <a:pt x="44" y="0"/>
                    </a:cubicBezTo>
                    <a:close/>
                    <a:moveTo>
                      <a:pt x="111" y="0"/>
                    </a:moveTo>
                    <a:cubicBezTo>
                      <a:pt x="167" y="0"/>
                      <a:pt x="167" y="0"/>
                      <a:pt x="167" y="0"/>
                    </a:cubicBezTo>
                    <a:cubicBezTo>
                      <a:pt x="167" y="1"/>
                      <a:pt x="167" y="2"/>
                      <a:pt x="167" y="2"/>
                    </a:cubicBezTo>
                    <a:cubicBezTo>
                      <a:pt x="167" y="9"/>
                      <a:pt x="158" y="27"/>
                      <a:pt x="155" y="39"/>
                    </a:cubicBezTo>
                    <a:cubicBezTo>
                      <a:pt x="111" y="39"/>
                      <a:pt x="111" y="39"/>
                      <a:pt x="111" y="39"/>
                    </a:cubicBezTo>
                    <a:cubicBezTo>
                      <a:pt x="111" y="25"/>
                      <a:pt x="111" y="14"/>
                      <a:pt x="111" y="12"/>
                    </a:cubicBezTo>
                    <a:cubicBezTo>
                      <a:pt x="112" y="8"/>
                      <a:pt x="112" y="4"/>
                      <a:pt x="111" y="0"/>
                    </a:cubicBezTo>
                    <a:close/>
                  </a:path>
                </a:pathLst>
              </a:custGeom>
              <a:solidFill>
                <a:srgbClr val="B2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6" name="Freeform 133"/>
              <p:cNvSpPr>
                <a:spLocks noEditPoints="1"/>
              </p:cNvSpPr>
              <p:nvPr/>
            </p:nvSpPr>
            <p:spPr bwMode="auto">
              <a:xfrm>
                <a:off x="1541" y="1841"/>
                <a:ext cx="320" cy="75"/>
              </a:xfrm>
              <a:custGeom>
                <a:avLst/>
                <a:gdLst>
                  <a:gd name="T0" fmla="*/ 43 w 167"/>
                  <a:gd name="T1" fmla="*/ 0 h 39"/>
                  <a:gd name="T2" fmla="*/ 57 w 167"/>
                  <a:gd name="T3" fmla="*/ 0 h 39"/>
                  <a:gd name="T4" fmla="*/ 56 w 167"/>
                  <a:gd name="T5" fmla="*/ 39 h 39"/>
                  <a:gd name="T6" fmla="*/ 5 w 167"/>
                  <a:gd name="T7" fmla="*/ 39 h 39"/>
                  <a:gd name="T8" fmla="*/ 11 w 167"/>
                  <a:gd name="T9" fmla="*/ 14 h 39"/>
                  <a:gd name="T10" fmla="*/ 39 w 167"/>
                  <a:gd name="T11" fmla="*/ 17 h 39"/>
                  <a:gd name="T12" fmla="*/ 43 w 167"/>
                  <a:gd name="T13" fmla="*/ 0 h 39"/>
                  <a:gd name="T14" fmla="*/ 112 w 167"/>
                  <a:gd name="T15" fmla="*/ 0 h 39"/>
                  <a:gd name="T16" fmla="*/ 167 w 167"/>
                  <a:gd name="T17" fmla="*/ 0 h 39"/>
                  <a:gd name="T18" fmla="*/ 154 w 167"/>
                  <a:gd name="T19" fmla="*/ 39 h 39"/>
                  <a:gd name="T20" fmla="*/ 112 w 167"/>
                  <a:gd name="T21" fmla="*/ 39 h 39"/>
                  <a:gd name="T22" fmla="*/ 111 w 167"/>
                  <a:gd name="T23" fmla="*/ 9 h 39"/>
                  <a:gd name="T24" fmla="*/ 112 w 167"/>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7" h="39">
                    <a:moveTo>
                      <a:pt x="43" y="0"/>
                    </a:moveTo>
                    <a:cubicBezTo>
                      <a:pt x="57" y="0"/>
                      <a:pt x="57" y="0"/>
                      <a:pt x="57" y="0"/>
                    </a:cubicBezTo>
                    <a:cubicBezTo>
                      <a:pt x="55" y="13"/>
                      <a:pt x="58" y="24"/>
                      <a:pt x="56" y="39"/>
                    </a:cubicBezTo>
                    <a:cubicBezTo>
                      <a:pt x="5" y="39"/>
                      <a:pt x="5" y="39"/>
                      <a:pt x="5" y="39"/>
                    </a:cubicBezTo>
                    <a:cubicBezTo>
                      <a:pt x="0" y="25"/>
                      <a:pt x="0" y="17"/>
                      <a:pt x="11" y="14"/>
                    </a:cubicBezTo>
                    <a:cubicBezTo>
                      <a:pt x="23" y="10"/>
                      <a:pt x="33" y="10"/>
                      <a:pt x="39" y="17"/>
                    </a:cubicBezTo>
                    <a:cubicBezTo>
                      <a:pt x="42" y="21"/>
                      <a:pt x="43" y="10"/>
                      <a:pt x="43" y="0"/>
                    </a:cubicBezTo>
                    <a:close/>
                    <a:moveTo>
                      <a:pt x="112" y="0"/>
                    </a:moveTo>
                    <a:cubicBezTo>
                      <a:pt x="167" y="0"/>
                      <a:pt x="167" y="0"/>
                      <a:pt x="167" y="0"/>
                    </a:cubicBezTo>
                    <a:cubicBezTo>
                      <a:pt x="166" y="8"/>
                      <a:pt x="156" y="28"/>
                      <a:pt x="154" y="39"/>
                    </a:cubicBezTo>
                    <a:cubicBezTo>
                      <a:pt x="112" y="39"/>
                      <a:pt x="112" y="39"/>
                      <a:pt x="112" y="39"/>
                    </a:cubicBezTo>
                    <a:cubicBezTo>
                      <a:pt x="111" y="23"/>
                      <a:pt x="111" y="11"/>
                      <a:pt x="111" y="9"/>
                    </a:cubicBezTo>
                    <a:cubicBezTo>
                      <a:pt x="112" y="6"/>
                      <a:pt x="112" y="3"/>
                      <a:pt x="112" y="0"/>
                    </a:cubicBezTo>
                    <a:close/>
                  </a:path>
                </a:pathLst>
              </a:custGeom>
              <a:solidFill>
                <a:srgbClr val="B4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7" name="Freeform 134"/>
              <p:cNvSpPr>
                <a:spLocks noEditPoints="1"/>
              </p:cNvSpPr>
              <p:nvPr/>
            </p:nvSpPr>
            <p:spPr bwMode="auto">
              <a:xfrm>
                <a:off x="1539" y="1847"/>
                <a:ext cx="320" cy="72"/>
              </a:xfrm>
              <a:custGeom>
                <a:avLst/>
                <a:gdLst>
                  <a:gd name="T0" fmla="*/ 44 w 167"/>
                  <a:gd name="T1" fmla="*/ 0 h 38"/>
                  <a:gd name="T2" fmla="*/ 58 w 167"/>
                  <a:gd name="T3" fmla="*/ 0 h 38"/>
                  <a:gd name="T4" fmla="*/ 57 w 167"/>
                  <a:gd name="T5" fmla="*/ 38 h 38"/>
                  <a:gd name="T6" fmla="*/ 7 w 167"/>
                  <a:gd name="T7" fmla="*/ 38 h 38"/>
                  <a:gd name="T8" fmla="*/ 12 w 167"/>
                  <a:gd name="T9" fmla="*/ 11 h 38"/>
                  <a:gd name="T10" fmla="*/ 40 w 167"/>
                  <a:gd name="T11" fmla="*/ 14 h 38"/>
                  <a:gd name="T12" fmla="*/ 44 w 167"/>
                  <a:gd name="T13" fmla="*/ 0 h 38"/>
                  <a:gd name="T14" fmla="*/ 113 w 167"/>
                  <a:gd name="T15" fmla="*/ 0 h 38"/>
                  <a:gd name="T16" fmla="*/ 167 w 167"/>
                  <a:gd name="T17" fmla="*/ 0 h 38"/>
                  <a:gd name="T18" fmla="*/ 155 w 167"/>
                  <a:gd name="T19" fmla="*/ 38 h 38"/>
                  <a:gd name="T20" fmla="*/ 113 w 167"/>
                  <a:gd name="T21" fmla="*/ 38 h 38"/>
                  <a:gd name="T22" fmla="*/ 112 w 167"/>
                  <a:gd name="T23" fmla="*/ 6 h 38"/>
                  <a:gd name="T24" fmla="*/ 113 w 167"/>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7" h="38">
                    <a:moveTo>
                      <a:pt x="44" y="0"/>
                    </a:moveTo>
                    <a:cubicBezTo>
                      <a:pt x="58" y="0"/>
                      <a:pt x="58" y="0"/>
                      <a:pt x="58" y="0"/>
                    </a:cubicBezTo>
                    <a:cubicBezTo>
                      <a:pt x="56" y="12"/>
                      <a:pt x="60" y="23"/>
                      <a:pt x="57" y="38"/>
                    </a:cubicBezTo>
                    <a:cubicBezTo>
                      <a:pt x="7" y="38"/>
                      <a:pt x="7" y="38"/>
                      <a:pt x="7" y="38"/>
                    </a:cubicBezTo>
                    <a:cubicBezTo>
                      <a:pt x="1" y="24"/>
                      <a:pt x="0" y="14"/>
                      <a:pt x="12" y="11"/>
                    </a:cubicBezTo>
                    <a:cubicBezTo>
                      <a:pt x="24" y="7"/>
                      <a:pt x="34" y="7"/>
                      <a:pt x="40" y="14"/>
                    </a:cubicBezTo>
                    <a:cubicBezTo>
                      <a:pt x="43" y="18"/>
                      <a:pt x="44" y="9"/>
                      <a:pt x="44" y="0"/>
                    </a:cubicBezTo>
                    <a:close/>
                    <a:moveTo>
                      <a:pt x="113" y="0"/>
                    </a:moveTo>
                    <a:cubicBezTo>
                      <a:pt x="167" y="0"/>
                      <a:pt x="167" y="0"/>
                      <a:pt x="167" y="0"/>
                    </a:cubicBezTo>
                    <a:cubicBezTo>
                      <a:pt x="165" y="10"/>
                      <a:pt x="155" y="29"/>
                      <a:pt x="155" y="38"/>
                    </a:cubicBezTo>
                    <a:cubicBezTo>
                      <a:pt x="113" y="38"/>
                      <a:pt x="113" y="38"/>
                      <a:pt x="113" y="38"/>
                    </a:cubicBezTo>
                    <a:cubicBezTo>
                      <a:pt x="112" y="21"/>
                      <a:pt x="112" y="8"/>
                      <a:pt x="112" y="6"/>
                    </a:cubicBezTo>
                    <a:cubicBezTo>
                      <a:pt x="113" y="4"/>
                      <a:pt x="113" y="2"/>
                      <a:pt x="113" y="0"/>
                    </a:cubicBezTo>
                    <a:close/>
                  </a:path>
                </a:pathLst>
              </a:custGeom>
              <a:solidFill>
                <a:srgbClr val="B7B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8" name="Freeform 135"/>
              <p:cNvSpPr>
                <a:spLocks noEditPoints="1"/>
              </p:cNvSpPr>
              <p:nvPr/>
            </p:nvSpPr>
            <p:spPr bwMode="auto">
              <a:xfrm>
                <a:off x="1539" y="1851"/>
                <a:ext cx="320" cy="74"/>
              </a:xfrm>
              <a:custGeom>
                <a:avLst/>
                <a:gdLst>
                  <a:gd name="T0" fmla="*/ 44 w 167"/>
                  <a:gd name="T1" fmla="*/ 0 h 39"/>
                  <a:gd name="T2" fmla="*/ 58 w 167"/>
                  <a:gd name="T3" fmla="*/ 0 h 39"/>
                  <a:gd name="T4" fmla="*/ 56 w 167"/>
                  <a:gd name="T5" fmla="*/ 37 h 39"/>
                  <a:gd name="T6" fmla="*/ 56 w 167"/>
                  <a:gd name="T7" fmla="*/ 39 h 39"/>
                  <a:gd name="T8" fmla="*/ 8 w 167"/>
                  <a:gd name="T9" fmla="*/ 39 h 39"/>
                  <a:gd name="T10" fmla="*/ 7 w 167"/>
                  <a:gd name="T11" fmla="*/ 37 h 39"/>
                  <a:gd name="T12" fmla="*/ 12 w 167"/>
                  <a:gd name="T13" fmla="*/ 9 h 39"/>
                  <a:gd name="T14" fmla="*/ 40 w 167"/>
                  <a:gd name="T15" fmla="*/ 12 h 39"/>
                  <a:gd name="T16" fmla="*/ 44 w 167"/>
                  <a:gd name="T17" fmla="*/ 0 h 39"/>
                  <a:gd name="T18" fmla="*/ 113 w 167"/>
                  <a:gd name="T19" fmla="*/ 0 h 39"/>
                  <a:gd name="T20" fmla="*/ 167 w 167"/>
                  <a:gd name="T21" fmla="*/ 0 h 39"/>
                  <a:gd name="T22" fmla="*/ 154 w 167"/>
                  <a:gd name="T23" fmla="*/ 38 h 39"/>
                  <a:gd name="T24" fmla="*/ 154 w 167"/>
                  <a:gd name="T25" fmla="*/ 39 h 39"/>
                  <a:gd name="T26" fmla="*/ 113 w 167"/>
                  <a:gd name="T27" fmla="*/ 39 h 39"/>
                  <a:gd name="T28" fmla="*/ 112 w 167"/>
                  <a:gd name="T29" fmla="*/ 4 h 39"/>
                  <a:gd name="T30" fmla="*/ 113 w 167"/>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7" h="39">
                    <a:moveTo>
                      <a:pt x="44" y="0"/>
                    </a:moveTo>
                    <a:cubicBezTo>
                      <a:pt x="58" y="0"/>
                      <a:pt x="58" y="0"/>
                      <a:pt x="58" y="0"/>
                    </a:cubicBezTo>
                    <a:cubicBezTo>
                      <a:pt x="57" y="12"/>
                      <a:pt x="60" y="23"/>
                      <a:pt x="56" y="37"/>
                    </a:cubicBezTo>
                    <a:cubicBezTo>
                      <a:pt x="56" y="38"/>
                      <a:pt x="56" y="38"/>
                      <a:pt x="56" y="39"/>
                    </a:cubicBezTo>
                    <a:cubicBezTo>
                      <a:pt x="8" y="39"/>
                      <a:pt x="8" y="39"/>
                      <a:pt x="8" y="39"/>
                    </a:cubicBezTo>
                    <a:cubicBezTo>
                      <a:pt x="8" y="38"/>
                      <a:pt x="7" y="38"/>
                      <a:pt x="7" y="37"/>
                    </a:cubicBezTo>
                    <a:cubicBezTo>
                      <a:pt x="1" y="22"/>
                      <a:pt x="0" y="12"/>
                      <a:pt x="12" y="9"/>
                    </a:cubicBezTo>
                    <a:cubicBezTo>
                      <a:pt x="24" y="5"/>
                      <a:pt x="34" y="5"/>
                      <a:pt x="40" y="12"/>
                    </a:cubicBezTo>
                    <a:cubicBezTo>
                      <a:pt x="43" y="15"/>
                      <a:pt x="44" y="8"/>
                      <a:pt x="44" y="0"/>
                    </a:cubicBezTo>
                    <a:close/>
                    <a:moveTo>
                      <a:pt x="113" y="0"/>
                    </a:moveTo>
                    <a:cubicBezTo>
                      <a:pt x="167" y="0"/>
                      <a:pt x="167" y="0"/>
                      <a:pt x="167" y="0"/>
                    </a:cubicBezTo>
                    <a:cubicBezTo>
                      <a:pt x="164" y="12"/>
                      <a:pt x="154" y="30"/>
                      <a:pt x="154" y="38"/>
                    </a:cubicBezTo>
                    <a:cubicBezTo>
                      <a:pt x="154" y="39"/>
                      <a:pt x="154" y="39"/>
                      <a:pt x="154" y="39"/>
                    </a:cubicBezTo>
                    <a:cubicBezTo>
                      <a:pt x="113" y="39"/>
                      <a:pt x="113" y="39"/>
                      <a:pt x="113" y="39"/>
                    </a:cubicBezTo>
                    <a:cubicBezTo>
                      <a:pt x="112" y="21"/>
                      <a:pt x="112" y="7"/>
                      <a:pt x="112" y="4"/>
                    </a:cubicBezTo>
                    <a:cubicBezTo>
                      <a:pt x="113" y="3"/>
                      <a:pt x="113" y="1"/>
                      <a:pt x="113" y="0"/>
                    </a:cubicBez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09" name="Freeform 136"/>
              <p:cNvSpPr>
                <a:spLocks noEditPoints="1"/>
              </p:cNvSpPr>
              <p:nvPr/>
            </p:nvSpPr>
            <p:spPr bwMode="auto">
              <a:xfrm>
                <a:off x="1539" y="1856"/>
                <a:ext cx="318" cy="75"/>
              </a:xfrm>
              <a:custGeom>
                <a:avLst/>
                <a:gdLst>
                  <a:gd name="T0" fmla="*/ 44 w 166"/>
                  <a:gd name="T1" fmla="*/ 0 h 39"/>
                  <a:gd name="T2" fmla="*/ 57 w 166"/>
                  <a:gd name="T3" fmla="*/ 0 h 39"/>
                  <a:gd name="T4" fmla="*/ 56 w 166"/>
                  <a:gd name="T5" fmla="*/ 34 h 39"/>
                  <a:gd name="T6" fmla="*/ 56 w 166"/>
                  <a:gd name="T7" fmla="*/ 39 h 39"/>
                  <a:gd name="T8" fmla="*/ 9 w 166"/>
                  <a:gd name="T9" fmla="*/ 39 h 39"/>
                  <a:gd name="T10" fmla="*/ 7 w 166"/>
                  <a:gd name="T11" fmla="*/ 34 h 39"/>
                  <a:gd name="T12" fmla="*/ 12 w 166"/>
                  <a:gd name="T13" fmla="*/ 6 h 39"/>
                  <a:gd name="T14" fmla="*/ 40 w 166"/>
                  <a:gd name="T15" fmla="*/ 9 h 39"/>
                  <a:gd name="T16" fmla="*/ 44 w 166"/>
                  <a:gd name="T17" fmla="*/ 0 h 39"/>
                  <a:gd name="T18" fmla="*/ 112 w 166"/>
                  <a:gd name="T19" fmla="*/ 0 h 39"/>
                  <a:gd name="T20" fmla="*/ 166 w 166"/>
                  <a:gd name="T21" fmla="*/ 0 h 39"/>
                  <a:gd name="T22" fmla="*/ 154 w 166"/>
                  <a:gd name="T23" fmla="*/ 35 h 39"/>
                  <a:gd name="T24" fmla="*/ 155 w 166"/>
                  <a:gd name="T25" fmla="*/ 39 h 39"/>
                  <a:gd name="T26" fmla="*/ 113 w 166"/>
                  <a:gd name="T27" fmla="*/ 39 h 39"/>
                  <a:gd name="T28" fmla="*/ 112 w 166"/>
                  <a:gd name="T29" fmla="*/ 1 h 39"/>
                  <a:gd name="T30" fmla="*/ 112 w 166"/>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6" h="39">
                    <a:moveTo>
                      <a:pt x="44" y="0"/>
                    </a:moveTo>
                    <a:cubicBezTo>
                      <a:pt x="57" y="0"/>
                      <a:pt x="57" y="0"/>
                      <a:pt x="57" y="0"/>
                    </a:cubicBezTo>
                    <a:cubicBezTo>
                      <a:pt x="57" y="11"/>
                      <a:pt x="59" y="21"/>
                      <a:pt x="56" y="34"/>
                    </a:cubicBezTo>
                    <a:cubicBezTo>
                      <a:pt x="56" y="35"/>
                      <a:pt x="56" y="37"/>
                      <a:pt x="56" y="39"/>
                    </a:cubicBezTo>
                    <a:cubicBezTo>
                      <a:pt x="9" y="39"/>
                      <a:pt x="9" y="39"/>
                      <a:pt x="9" y="39"/>
                    </a:cubicBezTo>
                    <a:cubicBezTo>
                      <a:pt x="8" y="37"/>
                      <a:pt x="8" y="36"/>
                      <a:pt x="7" y="34"/>
                    </a:cubicBezTo>
                    <a:cubicBezTo>
                      <a:pt x="1" y="19"/>
                      <a:pt x="0" y="9"/>
                      <a:pt x="12" y="6"/>
                    </a:cubicBezTo>
                    <a:cubicBezTo>
                      <a:pt x="24" y="2"/>
                      <a:pt x="34" y="2"/>
                      <a:pt x="40" y="9"/>
                    </a:cubicBezTo>
                    <a:cubicBezTo>
                      <a:pt x="43" y="12"/>
                      <a:pt x="43" y="7"/>
                      <a:pt x="44" y="0"/>
                    </a:cubicBezTo>
                    <a:close/>
                    <a:moveTo>
                      <a:pt x="112" y="0"/>
                    </a:moveTo>
                    <a:cubicBezTo>
                      <a:pt x="166" y="0"/>
                      <a:pt x="166" y="0"/>
                      <a:pt x="166" y="0"/>
                    </a:cubicBezTo>
                    <a:cubicBezTo>
                      <a:pt x="162" y="11"/>
                      <a:pt x="154" y="28"/>
                      <a:pt x="154" y="35"/>
                    </a:cubicBezTo>
                    <a:cubicBezTo>
                      <a:pt x="154" y="36"/>
                      <a:pt x="154" y="38"/>
                      <a:pt x="155" y="39"/>
                    </a:cubicBezTo>
                    <a:cubicBezTo>
                      <a:pt x="113" y="39"/>
                      <a:pt x="113" y="39"/>
                      <a:pt x="113" y="39"/>
                    </a:cubicBezTo>
                    <a:cubicBezTo>
                      <a:pt x="112" y="19"/>
                      <a:pt x="112" y="4"/>
                      <a:pt x="112" y="1"/>
                    </a:cubicBezTo>
                    <a:lnTo>
                      <a:pt x="112" y="0"/>
                    </a:lnTo>
                    <a:close/>
                  </a:path>
                </a:pathLst>
              </a:custGeom>
              <a:solidFill>
                <a:srgbClr val="BDBD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0" name="Freeform 137"/>
              <p:cNvSpPr>
                <a:spLocks noEditPoints="1"/>
              </p:cNvSpPr>
              <p:nvPr/>
            </p:nvSpPr>
            <p:spPr bwMode="auto">
              <a:xfrm>
                <a:off x="1539" y="1860"/>
                <a:ext cx="316" cy="77"/>
              </a:xfrm>
              <a:custGeom>
                <a:avLst/>
                <a:gdLst>
                  <a:gd name="T0" fmla="*/ 44 w 165"/>
                  <a:gd name="T1" fmla="*/ 1 h 40"/>
                  <a:gd name="T2" fmla="*/ 57 w 165"/>
                  <a:gd name="T3" fmla="*/ 1 h 40"/>
                  <a:gd name="T4" fmla="*/ 56 w 165"/>
                  <a:gd name="T5" fmla="*/ 32 h 40"/>
                  <a:gd name="T6" fmla="*/ 56 w 165"/>
                  <a:gd name="T7" fmla="*/ 40 h 40"/>
                  <a:gd name="T8" fmla="*/ 11 w 165"/>
                  <a:gd name="T9" fmla="*/ 40 h 40"/>
                  <a:gd name="T10" fmla="*/ 7 w 165"/>
                  <a:gd name="T11" fmla="*/ 32 h 40"/>
                  <a:gd name="T12" fmla="*/ 12 w 165"/>
                  <a:gd name="T13" fmla="*/ 4 h 40"/>
                  <a:gd name="T14" fmla="*/ 40 w 165"/>
                  <a:gd name="T15" fmla="*/ 7 h 40"/>
                  <a:gd name="T16" fmla="*/ 44 w 165"/>
                  <a:gd name="T17" fmla="*/ 1 h 40"/>
                  <a:gd name="T18" fmla="*/ 112 w 165"/>
                  <a:gd name="T19" fmla="*/ 1 h 40"/>
                  <a:gd name="T20" fmla="*/ 165 w 165"/>
                  <a:gd name="T21" fmla="*/ 1 h 40"/>
                  <a:gd name="T22" fmla="*/ 154 w 165"/>
                  <a:gd name="T23" fmla="*/ 33 h 40"/>
                  <a:gd name="T24" fmla="*/ 155 w 165"/>
                  <a:gd name="T25" fmla="*/ 40 h 40"/>
                  <a:gd name="T26" fmla="*/ 113 w 165"/>
                  <a:gd name="T27" fmla="*/ 40 h 40"/>
                  <a:gd name="T28" fmla="*/ 112 w 165"/>
                  <a:gd name="T29"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 h="40">
                    <a:moveTo>
                      <a:pt x="44" y="1"/>
                    </a:moveTo>
                    <a:cubicBezTo>
                      <a:pt x="57" y="1"/>
                      <a:pt x="57" y="1"/>
                      <a:pt x="57" y="1"/>
                    </a:cubicBezTo>
                    <a:cubicBezTo>
                      <a:pt x="57" y="11"/>
                      <a:pt x="59" y="20"/>
                      <a:pt x="56" y="32"/>
                    </a:cubicBezTo>
                    <a:cubicBezTo>
                      <a:pt x="56" y="34"/>
                      <a:pt x="56" y="36"/>
                      <a:pt x="56" y="40"/>
                    </a:cubicBezTo>
                    <a:cubicBezTo>
                      <a:pt x="11" y="40"/>
                      <a:pt x="11" y="40"/>
                      <a:pt x="11" y="40"/>
                    </a:cubicBezTo>
                    <a:cubicBezTo>
                      <a:pt x="9" y="37"/>
                      <a:pt x="8" y="35"/>
                      <a:pt x="7" y="32"/>
                    </a:cubicBezTo>
                    <a:cubicBezTo>
                      <a:pt x="1" y="17"/>
                      <a:pt x="0" y="7"/>
                      <a:pt x="12" y="4"/>
                    </a:cubicBezTo>
                    <a:cubicBezTo>
                      <a:pt x="24" y="0"/>
                      <a:pt x="34" y="0"/>
                      <a:pt x="40" y="7"/>
                    </a:cubicBezTo>
                    <a:cubicBezTo>
                      <a:pt x="42" y="10"/>
                      <a:pt x="43" y="6"/>
                      <a:pt x="44" y="1"/>
                    </a:cubicBezTo>
                    <a:close/>
                    <a:moveTo>
                      <a:pt x="112" y="1"/>
                    </a:moveTo>
                    <a:cubicBezTo>
                      <a:pt x="165" y="1"/>
                      <a:pt x="165" y="1"/>
                      <a:pt x="165" y="1"/>
                    </a:cubicBezTo>
                    <a:cubicBezTo>
                      <a:pt x="161" y="12"/>
                      <a:pt x="154" y="26"/>
                      <a:pt x="154" y="33"/>
                    </a:cubicBezTo>
                    <a:cubicBezTo>
                      <a:pt x="154" y="35"/>
                      <a:pt x="155" y="38"/>
                      <a:pt x="155" y="40"/>
                    </a:cubicBezTo>
                    <a:cubicBezTo>
                      <a:pt x="113" y="40"/>
                      <a:pt x="113" y="40"/>
                      <a:pt x="113" y="40"/>
                    </a:cubicBezTo>
                    <a:cubicBezTo>
                      <a:pt x="112" y="21"/>
                      <a:pt x="112" y="7"/>
                      <a:pt x="112" y="1"/>
                    </a:cubicBez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1" name="Freeform 138"/>
              <p:cNvSpPr>
                <a:spLocks noEditPoints="1"/>
              </p:cNvSpPr>
              <p:nvPr/>
            </p:nvSpPr>
            <p:spPr bwMode="auto">
              <a:xfrm>
                <a:off x="1539" y="1868"/>
                <a:ext cx="314" cy="73"/>
              </a:xfrm>
              <a:custGeom>
                <a:avLst/>
                <a:gdLst>
                  <a:gd name="T0" fmla="*/ 13 w 164"/>
                  <a:gd name="T1" fmla="*/ 0 h 38"/>
                  <a:gd name="T2" fmla="*/ 35 w 164"/>
                  <a:gd name="T3" fmla="*/ 0 h 38"/>
                  <a:gd name="T4" fmla="*/ 40 w 164"/>
                  <a:gd name="T5" fmla="*/ 3 h 38"/>
                  <a:gd name="T6" fmla="*/ 43 w 164"/>
                  <a:gd name="T7" fmla="*/ 0 h 38"/>
                  <a:gd name="T8" fmla="*/ 57 w 164"/>
                  <a:gd name="T9" fmla="*/ 0 h 38"/>
                  <a:gd name="T10" fmla="*/ 56 w 164"/>
                  <a:gd name="T11" fmla="*/ 28 h 38"/>
                  <a:gd name="T12" fmla="*/ 56 w 164"/>
                  <a:gd name="T13" fmla="*/ 38 h 38"/>
                  <a:gd name="T14" fmla="*/ 12 w 164"/>
                  <a:gd name="T15" fmla="*/ 38 h 38"/>
                  <a:gd name="T16" fmla="*/ 7 w 164"/>
                  <a:gd name="T17" fmla="*/ 28 h 38"/>
                  <a:gd name="T18" fmla="*/ 12 w 164"/>
                  <a:gd name="T19" fmla="*/ 0 h 38"/>
                  <a:gd name="T20" fmla="*/ 13 w 164"/>
                  <a:gd name="T21" fmla="*/ 0 h 38"/>
                  <a:gd name="T22" fmla="*/ 112 w 164"/>
                  <a:gd name="T23" fmla="*/ 0 h 38"/>
                  <a:gd name="T24" fmla="*/ 164 w 164"/>
                  <a:gd name="T25" fmla="*/ 0 h 38"/>
                  <a:gd name="T26" fmla="*/ 154 w 164"/>
                  <a:gd name="T27" fmla="*/ 29 h 38"/>
                  <a:gd name="T28" fmla="*/ 155 w 164"/>
                  <a:gd name="T29" fmla="*/ 38 h 38"/>
                  <a:gd name="T30" fmla="*/ 113 w 164"/>
                  <a:gd name="T31" fmla="*/ 38 h 38"/>
                  <a:gd name="T32" fmla="*/ 112 w 164"/>
                  <a:gd name="T3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4" h="38">
                    <a:moveTo>
                      <a:pt x="13" y="0"/>
                    </a:moveTo>
                    <a:cubicBezTo>
                      <a:pt x="35" y="0"/>
                      <a:pt x="35" y="0"/>
                      <a:pt x="35" y="0"/>
                    </a:cubicBezTo>
                    <a:cubicBezTo>
                      <a:pt x="37" y="0"/>
                      <a:pt x="39" y="2"/>
                      <a:pt x="40" y="3"/>
                    </a:cubicBezTo>
                    <a:cubicBezTo>
                      <a:pt x="42" y="5"/>
                      <a:pt x="43" y="3"/>
                      <a:pt x="43" y="0"/>
                    </a:cubicBezTo>
                    <a:cubicBezTo>
                      <a:pt x="57" y="0"/>
                      <a:pt x="57" y="0"/>
                      <a:pt x="57" y="0"/>
                    </a:cubicBezTo>
                    <a:cubicBezTo>
                      <a:pt x="58" y="8"/>
                      <a:pt x="59" y="17"/>
                      <a:pt x="56" y="28"/>
                    </a:cubicBezTo>
                    <a:cubicBezTo>
                      <a:pt x="56" y="30"/>
                      <a:pt x="56" y="34"/>
                      <a:pt x="56" y="38"/>
                    </a:cubicBezTo>
                    <a:cubicBezTo>
                      <a:pt x="12" y="38"/>
                      <a:pt x="12" y="38"/>
                      <a:pt x="12" y="38"/>
                    </a:cubicBezTo>
                    <a:cubicBezTo>
                      <a:pt x="11" y="36"/>
                      <a:pt x="9" y="32"/>
                      <a:pt x="7" y="28"/>
                    </a:cubicBezTo>
                    <a:cubicBezTo>
                      <a:pt x="1" y="13"/>
                      <a:pt x="0" y="3"/>
                      <a:pt x="12" y="0"/>
                    </a:cubicBezTo>
                    <a:cubicBezTo>
                      <a:pt x="12" y="0"/>
                      <a:pt x="13" y="0"/>
                      <a:pt x="13" y="0"/>
                    </a:cubicBezTo>
                    <a:close/>
                    <a:moveTo>
                      <a:pt x="112" y="0"/>
                    </a:moveTo>
                    <a:cubicBezTo>
                      <a:pt x="164" y="0"/>
                      <a:pt x="164" y="0"/>
                      <a:pt x="164" y="0"/>
                    </a:cubicBezTo>
                    <a:cubicBezTo>
                      <a:pt x="160" y="10"/>
                      <a:pt x="154" y="23"/>
                      <a:pt x="154" y="29"/>
                    </a:cubicBezTo>
                    <a:cubicBezTo>
                      <a:pt x="154" y="33"/>
                      <a:pt x="155" y="35"/>
                      <a:pt x="155" y="38"/>
                    </a:cubicBezTo>
                    <a:cubicBezTo>
                      <a:pt x="113" y="38"/>
                      <a:pt x="113" y="38"/>
                      <a:pt x="113" y="38"/>
                    </a:cubicBezTo>
                    <a:cubicBezTo>
                      <a:pt x="112" y="21"/>
                      <a:pt x="112" y="7"/>
                      <a:pt x="112" y="0"/>
                    </a:cubicBezTo>
                    <a:close/>
                  </a:path>
                </a:pathLst>
              </a:custGeom>
              <a:solidFill>
                <a:srgbClr val="C2C2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2" name="Freeform 139"/>
              <p:cNvSpPr>
                <a:spLocks noEditPoints="1"/>
              </p:cNvSpPr>
              <p:nvPr/>
            </p:nvSpPr>
            <p:spPr bwMode="auto">
              <a:xfrm>
                <a:off x="1539" y="1872"/>
                <a:ext cx="312" cy="74"/>
              </a:xfrm>
              <a:custGeom>
                <a:avLst/>
                <a:gdLst>
                  <a:gd name="T0" fmla="*/ 7 w 163"/>
                  <a:gd name="T1" fmla="*/ 0 h 39"/>
                  <a:gd name="T2" fmla="*/ 39 w 163"/>
                  <a:gd name="T3" fmla="*/ 0 h 39"/>
                  <a:gd name="T4" fmla="*/ 40 w 163"/>
                  <a:gd name="T5" fmla="*/ 1 h 39"/>
                  <a:gd name="T6" fmla="*/ 43 w 163"/>
                  <a:gd name="T7" fmla="*/ 0 h 39"/>
                  <a:gd name="T8" fmla="*/ 58 w 163"/>
                  <a:gd name="T9" fmla="*/ 0 h 39"/>
                  <a:gd name="T10" fmla="*/ 56 w 163"/>
                  <a:gd name="T11" fmla="*/ 26 h 39"/>
                  <a:gd name="T12" fmla="*/ 56 w 163"/>
                  <a:gd name="T13" fmla="*/ 39 h 39"/>
                  <a:gd name="T14" fmla="*/ 14 w 163"/>
                  <a:gd name="T15" fmla="*/ 39 h 39"/>
                  <a:gd name="T16" fmla="*/ 7 w 163"/>
                  <a:gd name="T17" fmla="*/ 26 h 39"/>
                  <a:gd name="T18" fmla="*/ 7 w 163"/>
                  <a:gd name="T19" fmla="*/ 0 h 39"/>
                  <a:gd name="T20" fmla="*/ 112 w 163"/>
                  <a:gd name="T21" fmla="*/ 0 h 39"/>
                  <a:gd name="T22" fmla="*/ 163 w 163"/>
                  <a:gd name="T23" fmla="*/ 0 h 39"/>
                  <a:gd name="T24" fmla="*/ 154 w 163"/>
                  <a:gd name="T25" fmla="*/ 27 h 39"/>
                  <a:gd name="T26" fmla="*/ 156 w 163"/>
                  <a:gd name="T27" fmla="*/ 39 h 39"/>
                  <a:gd name="T28" fmla="*/ 113 w 163"/>
                  <a:gd name="T29" fmla="*/ 39 h 39"/>
                  <a:gd name="T30" fmla="*/ 112 w 163"/>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3" h="39">
                    <a:moveTo>
                      <a:pt x="7" y="0"/>
                    </a:moveTo>
                    <a:cubicBezTo>
                      <a:pt x="39" y="0"/>
                      <a:pt x="39" y="0"/>
                      <a:pt x="39" y="0"/>
                    </a:cubicBezTo>
                    <a:cubicBezTo>
                      <a:pt x="39" y="1"/>
                      <a:pt x="40" y="1"/>
                      <a:pt x="40" y="1"/>
                    </a:cubicBezTo>
                    <a:cubicBezTo>
                      <a:pt x="41" y="3"/>
                      <a:pt x="42" y="2"/>
                      <a:pt x="43" y="0"/>
                    </a:cubicBezTo>
                    <a:cubicBezTo>
                      <a:pt x="58" y="0"/>
                      <a:pt x="58" y="0"/>
                      <a:pt x="58" y="0"/>
                    </a:cubicBezTo>
                    <a:cubicBezTo>
                      <a:pt x="58" y="8"/>
                      <a:pt x="59" y="16"/>
                      <a:pt x="56" y="26"/>
                    </a:cubicBezTo>
                    <a:cubicBezTo>
                      <a:pt x="56" y="28"/>
                      <a:pt x="56" y="33"/>
                      <a:pt x="56" y="39"/>
                    </a:cubicBezTo>
                    <a:cubicBezTo>
                      <a:pt x="14" y="39"/>
                      <a:pt x="14" y="39"/>
                      <a:pt x="14" y="39"/>
                    </a:cubicBezTo>
                    <a:cubicBezTo>
                      <a:pt x="12" y="36"/>
                      <a:pt x="9" y="32"/>
                      <a:pt x="7" y="26"/>
                    </a:cubicBezTo>
                    <a:cubicBezTo>
                      <a:pt x="2" y="13"/>
                      <a:pt x="0" y="5"/>
                      <a:pt x="7" y="0"/>
                    </a:cubicBezTo>
                    <a:close/>
                    <a:moveTo>
                      <a:pt x="112" y="0"/>
                    </a:moveTo>
                    <a:cubicBezTo>
                      <a:pt x="163" y="0"/>
                      <a:pt x="163" y="0"/>
                      <a:pt x="163" y="0"/>
                    </a:cubicBezTo>
                    <a:cubicBezTo>
                      <a:pt x="159" y="10"/>
                      <a:pt x="154" y="21"/>
                      <a:pt x="154" y="27"/>
                    </a:cubicBezTo>
                    <a:cubicBezTo>
                      <a:pt x="154" y="32"/>
                      <a:pt x="155" y="35"/>
                      <a:pt x="156" y="39"/>
                    </a:cubicBezTo>
                    <a:cubicBezTo>
                      <a:pt x="113" y="39"/>
                      <a:pt x="113" y="39"/>
                      <a:pt x="113" y="39"/>
                    </a:cubicBezTo>
                    <a:cubicBezTo>
                      <a:pt x="113" y="23"/>
                      <a:pt x="112" y="9"/>
                      <a:pt x="112" y="0"/>
                    </a:cubicBezTo>
                    <a:close/>
                  </a:path>
                </a:pathLst>
              </a:custGeom>
              <a:solidFill>
                <a:srgbClr val="C5C5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3" name="Freeform 140"/>
              <p:cNvSpPr>
                <a:spLocks noEditPoints="1"/>
              </p:cNvSpPr>
              <p:nvPr/>
            </p:nvSpPr>
            <p:spPr bwMode="auto">
              <a:xfrm>
                <a:off x="1541" y="1877"/>
                <a:ext cx="308" cy="75"/>
              </a:xfrm>
              <a:custGeom>
                <a:avLst/>
                <a:gdLst>
                  <a:gd name="T0" fmla="*/ 3 w 161"/>
                  <a:gd name="T1" fmla="*/ 0 h 39"/>
                  <a:gd name="T2" fmla="*/ 57 w 161"/>
                  <a:gd name="T3" fmla="*/ 0 h 39"/>
                  <a:gd name="T4" fmla="*/ 55 w 161"/>
                  <a:gd name="T5" fmla="*/ 23 h 39"/>
                  <a:gd name="T6" fmla="*/ 55 w 161"/>
                  <a:gd name="T7" fmla="*/ 39 h 39"/>
                  <a:gd name="T8" fmla="*/ 15 w 161"/>
                  <a:gd name="T9" fmla="*/ 39 h 39"/>
                  <a:gd name="T10" fmla="*/ 6 w 161"/>
                  <a:gd name="T11" fmla="*/ 23 h 39"/>
                  <a:gd name="T12" fmla="*/ 3 w 161"/>
                  <a:gd name="T13" fmla="*/ 0 h 39"/>
                  <a:gd name="T14" fmla="*/ 111 w 161"/>
                  <a:gd name="T15" fmla="*/ 0 h 39"/>
                  <a:gd name="T16" fmla="*/ 161 w 161"/>
                  <a:gd name="T17" fmla="*/ 0 h 39"/>
                  <a:gd name="T18" fmla="*/ 153 w 161"/>
                  <a:gd name="T19" fmla="*/ 24 h 39"/>
                  <a:gd name="T20" fmla="*/ 156 w 161"/>
                  <a:gd name="T21" fmla="*/ 39 h 39"/>
                  <a:gd name="T22" fmla="*/ 112 w 161"/>
                  <a:gd name="T23" fmla="*/ 39 h 39"/>
                  <a:gd name="T24" fmla="*/ 111 w 161"/>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1" h="39">
                    <a:moveTo>
                      <a:pt x="3" y="0"/>
                    </a:moveTo>
                    <a:cubicBezTo>
                      <a:pt x="57" y="0"/>
                      <a:pt x="57" y="0"/>
                      <a:pt x="57" y="0"/>
                    </a:cubicBezTo>
                    <a:cubicBezTo>
                      <a:pt x="57" y="7"/>
                      <a:pt x="57" y="15"/>
                      <a:pt x="55" y="23"/>
                    </a:cubicBezTo>
                    <a:cubicBezTo>
                      <a:pt x="55" y="26"/>
                      <a:pt x="55" y="31"/>
                      <a:pt x="55" y="39"/>
                    </a:cubicBezTo>
                    <a:cubicBezTo>
                      <a:pt x="15" y="39"/>
                      <a:pt x="15" y="39"/>
                      <a:pt x="15" y="39"/>
                    </a:cubicBezTo>
                    <a:cubicBezTo>
                      <a:pt x="13" y="36"/>
                      <a:pt x="9" y="31"/>
                      <a:pt x="6" y="23"/>
                    </a:cubicBezTo>
                    <a:cubicBezTo>
                      <a:pt x="2" y="12"/>
                      <a:pt x="0" y="5"/>
                      <a:pt x="3" y="0"/>
                    </a:cubicBezTo>
                    <a:close/>
                    <a:moveTo>
                      <a:pt x="111" y="0"/>
                    </a:moveTo>
                    <a:cubicBezTo>
                      <a:pt x="161" y="0"/>
                      <a:pt x="161" y="0"/>
                      <a:pt x="161" y="0"/>
                    </a:cubicBezTo>
                    <a:cubicBezTo>
                      <a:pt x="157" y="9"/>
                      <a:pt x="153" y="19"/>
                      <a:pt x="153" y="24"/>
                    </a:cubicBezTo>
                    <a:cubicBezTo>
                      <a:pt x="153" y="30"/>
                      <a:pt x="154" y="34"/>
                      <a:pt x="156" y="39"/>
                    </a:cubicBezTo>
                    <a:cubicBezTo>
                      <a:pt x="112" y="39"/>
                      <a:pt x="112" y="39"/>
                      <a:pt x="112" y="39"/>
                    </a:cubicBezTo>
                    <a:cubicBezTo>
                      <a:pt x="112" y="23"/>
                      <a:pt x="111" y="9"/>
                      <a:pt x="111" y="0"/>
                    </a:cubicBezTo>
                    <a:close/>
                  </a:path>
                </a:pathLst>
              </a:custGeom>
              <a:solidFill>
                <a:srgbClr val="C7C7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4" name="Freeform 141"/>
              <p:cNvSpPr>
                <a:spLocks noEditPoints="1"/>
              </p:cNvSpPr>
              <p:nvPr/>
            </p:nvSpPr>
            <p:spPr bwMode="auto">
              <a:xfrm>
                <a:off x="1543" y="1883"/>
                <a:ext cx="304" cy="73"/>
              </a:xfrm>
              <a:custGeom>
                <a:avLst/>
                <a:gdLst>
                  <a:gd name="T0" fmla="*/ 1 w 159"/>
                  <a:gd name="T1" fmla="*/ 0 h 38"/>
                  <a:gd name="T2" fmla="*/ 56 w 159"/>
                  <a:gd name="T3" fmla="*/ 0 h 38"/>
                  <a:gd name="T4" fmla="*/ 54 w 159"/>
                  <a:gd name="T5" fmla="*/ 20 h 38"/>
                  <a:gd name="T6" fmla="*/ 54 w 159"/>
                  <a:gd name="T7" fmla="*/ 38 h 38"/>
                  <a:gd name="T8" fmla="*/ 15 w 159"/>
                  <a:gd name="T9" fmla="*/ 38 h 38"/>
                  <a:gd name="T10" fmla="*/ 5 w 159"/>
                  <a:gd name="T11" fmla="*/ 20 h 38"/>
                  <a:gd name="T12" fmla="*/ 1 w 159"/>
                  <a:gd name="T13" fmla="*/ 0 h 38"/>
                  <a:gd name="T14" fmla="*/ 110 w 159"/>
                  <a:gd name="T15" fmla="*/ 0 h 38"/>
                  <a:gd name="T16" fmla="*/ 159 w 159"/>
                  <a:gd name="T17" fmla="*/ 0 h 38"/>
                  <a:gd name="T18" fmla="*/ 152 w 159"/>
                  <a:gd name="T19" fmla="*/ 21 h 38"/>
                  <a:gd name="T20" fmla="*/ 156 w 159"/>
                  <a:gd name="T21" fmla="*/ 38 h 38"/>
                  <a:gd name="T22" fmla="*/ 111 w 159"/>
                  <a:gd name="T23" fmla="*/ 38 h 38"/>
                  <a:gd name="T24" fmla="*/ 110 w 159"/>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38">
                    <a:moveTo>
                      <a:pt x="1" y="0"/>
                    </a:moveTo>
                    <a:cubicBezTo>
                      <a:pt x="56" y="0"/>
                      <a:pt x="56" y="0"/>
                      <a:pt x="56" y="0"/>
                    </a:cubicBezTo>
                    <a:cubicBezTo>
                      <a:pt x="56" y="6"/>
                      <a:pt x="56" y="13"/>
                      <a:pt x="54" y="20"/>
                    </a:cubicBezTo>
                    <a:cubicBezTo>
                      <a:pt x="54" y="23"/>
                      <a:pt x="54" y="29"/>
                      <a:pt x="54" y="38"/>
                    </a:cubicBezTo>
                    <a:cubicBezTo>
                      <a:pt x="15" y="38"/>
                      <a:pt x="15" y="38"/>
                      <a:pt x="15" y="38"/>
                    </a:cubicBezTo>
                    <a:cubicBezTo>
                      <a:pt x="14" y="35"/>
                      <a:pt x="9" y="31"/>
                      <a:pt x="5" y="20"/>
                    </a:cubicBezTo>
                    <a:cubicBezTo>
                      <a:pt x="1" y="11"/>
                      <a:pt x="0" y="5"/>
                      <a:pt x="1" y="0"/>
                    </a:cubicBezTo>
                    <a:close/>
                    <a:moveTo>
                      <a:pt x="110" y="0"/>
                    </a:moveTo>
                    <a:cubicBezTo>
                      <a:pt x="159" y="0"/>
                      <a:pt x="159" y="0"/>
                      <a:pt x="159" y="0"/>
                    </a:cubicBezTo>
                    <a:cubicBezTo>
                      <a:pt x="156" y="8"/>
                      <a:pt x="152" y="16"/>
                      <a:pt x="152" y="21"/>
                    </a:cubicBezTo>
                    <a:cubicBezTo>
                      <a:pt x="152" y="28"/>
                      <a:pt x="153" y="32"/>
                      <a:pt x="156" y="38"/>
                    </a:cubicBezTo>
                    <a:cubicBezTo>
                      <a:pt x="111" y="38"/>
                      <a:pt x="111" y="38"/>
                      <a:pt x="111" y="38"/>
                    </a:cubicBezTo>
                    <a:cubicBezTo>
                      <a:pt x="111" y="23"/>
                      <a:pt x="110" y="9"/>
                      <a:pt x="110" y="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5" name="Freeform 142"/>
              <p:cNvSpPr>
                <a:spLocks noEditPoints="1"/>
              </p:cNvSpPr>
              <p:nvPr/>
            </p:nvSpPr>
            <p:spPr bwMode="auto">
              <a:xfrm>
                <a:off x="1543" y="1887"/>
                <a:ext cx="302" cy="75"/>
              </a:xfrm>
              <a:custGeom>
                <a:avLst/>
                <a:gdLst>
                  <a:gd name="T0" fmla="*/ 1 w 158"/>
                  <a:gd name="T1" fmla="*/ 0 h 39"/>
                  <a:gd name="T2" fmla="*/ 56 w 158"/>
                  <a:gd name="T3" fmla="*/ 0 h 39"/>
                  <a:gd name="T4" fmla="*/ 54 w 158"/>
                  <a:gd name="T5" fmla="*/ 18 h 39"/>
                  <a:gd name="T6" fmla="*/ 54 w 158"/>
                  <a:gd name="T7" fmla="*/ 39 h 39"/>
                  <a:gd name="T8" fmla="*/ 16 w 158"/>
                  <a:gd name="T9" fmla="*/ 39 h 39"/>
                  <a:gd name="T10" fmla="*/ 5 w 158"/>
                  <a:gd name="T11" fmla="*/ 18 h 39"/>
                  <a:gd name="T12" fmla="*/ 1 w 158"/>
                  <a:gd name="T13" fmla="*/ 0 h 39"/>
                  <a:gd name="T14" fmla="*/ 110 w 158"/>
                  <a:gd name="T15" fmla="*/ 0 h 39"/>
                  <a:gd name="T16" fmla="*/ 158 w 158"/>
                  <a:gd name="T17" fmla="*/ 0 h 39"/>
                  <a:gd name="T18" fmla="*/ 152 w 158"/>
                  <a:gd name="T19" fmla="*/ 19 h 39"/>
                  <a:gd name="T20" fmla="*/ 158 w 158"/>
                  <a:gd name="T21" fmla="*/ 39 h 39"/>
                  <a:gd name="T22" fmla="*/ 112 w 158"/>
                  <a:gd name="T23" fmla="*/ 39 h 39"/>
                  <a:gd name="T24" fmla="*/ 110 w 158"/>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39">
                    <a:moveTo>
                      <a:pt x="1" y="0"/>
                    </a:moveTo>
                    <a:cubicBezTo>
                      <a:pt x="56" y="0"/>
                      <a:pt x="56" y="0"/>
                      <a:pt x="56" y="0"/>
                    </a:cubicBezTo>
                    <a:cubicBezTo>
                      <a:pt x="56" y="6"/>
                      <a:pt x="56" y="12"/>
                      <a:pt x="54" y="18"/>
                    </a:cubicBezTo>
                    <a:cubicBezTo>
                      <a:pt x="54" y="21"/>
                      <a:pt x="54" y="29"/>
                      <a:pt x="54" y="39"/>
                    </a:cubicBezTo>
                    <a:cubicBezTo>
                      <a:pt x="16" y="39"/>
                      <a:pt x="16" y="39"/>
                      <a:pt x="16" y="39"/>
                    </a:cubicBezTo>
                    <a:cubicBezTo>
                      <a:pt x="16" y="34"/>
                      <a:pt x="10" y="32"/>
                      <a:pt x="5" y="18"/>
                    </a:cubicBezTo>
                    <a:cubicBezTo>
                      <a:pt x="2" y="11"/>
                      <a:pt x="0" y="5"/>
                      <a:pt x="1" y="0"/>
                    </a:cubicBezTo>
                    <a:close/>
                    <a:moveTo>
                      <a:pt x="110" y="0"/>
                    </a:moveTo>
                    <a:cubicBezTo>
                      <a:pt x="158" y="0"/>
                      <a:pt x="158" y="0"/>
                      <a:pt x="158" y="0"/>
                    </a:cubicBezTo>
                    <a:cubicBezTo>
                      <a:pt x="155" y="8"/>
                      <a:pt x="152" y="15"/>
                      <a:pt x="152" y="19"/>
                    </a:cubicBezTo>
                    <a:cubicBezTo>
                      <a:pt x="152" y="27"/>
                      <a:pt x="153" y="31"/>
                      <a:pt x="158" y="39"/>
                    </a:cubicBezTo>
                    <a:cubicBezTo>
                      <a:pt x="112" y="39"/>
                      <a:pt x="112" y="39"/>
                      <a:pt x="112" y="39"/>
                    </a:cubicBezTo>
                    <a:cubicBezTo>
                      <a:pt x="111" y="24"/>
                      <a:pt x="110" y="10"/>
                      <a:pt x="110" y="0"/>
                    </a:cubicBezTo>
                    <a:close/>
                  </a:path>
                </a:pathLst>
              </a:custGeom>
              <a:solidFill>
                <a:srgbClr val="CE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6" name="Freeform 143"/>
              <p:cNvSpPr>
                <a:spLocks noEditPoints="1"/>
              </p:cNvSpPr>
              <p:nvPr/>
            </p:nvSpPr>
            <p:spPr bwMode="auto">
              <a:xfrm>
                <a:off x="1545" y="1893"/>
                <a:ext cx="302" cy="74"/>
              </a:xfrm>
              <a:custGeom>
                <a:avLst/>
                <a:gdLst>
                  <a:gd name="T0" fmla="*/ 0 w 158"/>
                  <a:gd name="T1" fmla="*/ 0 h 39"/>
                  <a:gd name="T2" fmla="*/ 55 w 158"/>
                  <a:gd name="T3" fmla="*/ 0 h 39"/>
                  <a:gd name="T4" fmla="*/ 53 w 158"/>
                  <a:gd name="T5" fmla="*/ 15 h 39"/>
                  <a:gd name="T6" fmla="*/ 53 w 158"/>
                  <a:gd name="T7" fmla="*/ 39 h 39"/>
                  <a:gd name="T8" fmla="*/ 14 w 158"/>
                  <a:gd name="T9" fmla="*/ 39 h 39"/>
                  <a:gd name="T10" fmla="*/ 14 w 158"/>
                  <a:gd name="T11" fmla="*/ 37 h 39"/>
                  <a:gd name="T12" fmla="*/ 4 w 158"/>
                  <a:gd name="T13" fmla="*/ 15 h 39"/>
                  <a:gd name="T14" fmla="*/ 0 w 158"/>
                  <a:gd name="T15" fmla="*/ 0 h 39"/>
                  <a:gd name="T16" fmla="*/ 109 w 158"/>
                  <a:gd name="T17" fmla="*/ 0 h 39"/>
                  <a:gd name="T18" fmla="*/ 156 w 158"/>
                  <a:gd name="T19" fmla="*/ 0 h 39"/>
                  <a:gd name="T20" fmla="*/ 151 w 158"/>
                  <a:gd name="T21" fmla="*/ 16 h 39"/>
                  <a:gd name="T22" fmla="*/ 158 w 158"/>
                  <a:gd name="T23" fmla="*/ 39 h 39"/>
                  <a:gd name="T24" fmla="*/ 111 w 158"/>
                  <a:gd name="T25" fmla="*/ 39 h 39"/>
                  <a:gd name="T26" fmla="*/ 109 w 158"/>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39">
                    <a:moveTo>
                      <a:pt x="0" y="0"/>
                    </a:moveTo>
                    <a:cubicBezTo>
                      <a:pt x="55" y="0"/>
                      <a:pt x="55" y="0"/>
                      <a:pt x="55" y="0"/>
                    </a:cubicBezTo>
                    <a:cubicBezTo>
                      <a:pt x="55" y="5"/>
                      <a:pt x="55" y="10"/>
                      <a:pt x="53" y="15"/>
                    </a:cubicBezTo>
                    <a:cubicBezTo>
                      <a:pt x="53" y="19"/>
                      <a:pt x="53" y="27"/>
                      <a:pt x="53" y="39"/>
                    </a:cubicBezTo>
                    <a:cubicBezTo>
                      <a:pt x="14" y="39"/>
                      <a:pt x="14" y="39"/>
                      <a:pt x="14" y="39"/>
                    </a:cubicBezTo>
                    <a:cubicBezTo>
                      <a:pt x="14" y="38"/>
                      <a:pt x="14" y="38"/>
                      <a:pt x="14" y="37"/>
                    </a:cubicBezTo>
                    <a:cubicBezTo>
                      <a:pt x="16" y="31"/>
                      <a:pt x="10" y="30"/>
                      <a:pt x="4" y="15"/>
                    </a:cubicBezTo>
                    <a:cubicBezTo>
                      <a:pt x="2" y="9"/>
                      <a:pt x="0" y="4"/>
                      <a:pt x="0" y="0"/>
                    </a:cubicBezTo>
                    <a:close/>
                    <a:moveTo>
                      <a:pt x="109" y="0"/>
                    </a:moveTo>
                    <a:cubicBezTo>
                      <a:pt x="156" y="0"/>
                      <a:pt x="156" y="0"/>
                      <a:pt x="156" y="0"/>
                    </a:cubicBezTo>
                    <a:cubicBezTo>
                      <a:pt x="153" y="6"/>
                      <a:pt x="151" y="12"/>
                      <a:pt x="151" y="16"/>
                    </a:cubicBezTo>
                    <a:cubicBezTo>
                      <a:pt x="151" y="25"/>
                      <a:pt x="152" y="28"/>
                      <a:pt x="158" y="39"/>
                    </a:cubicBezTo>
                    <a:cubicBezTo>
                      <a:pt x="111" y="39"/>
                      <a:pt x="111" y="39"/>
                      <a:pt x="111" y="39"/>
                    </a:cubicBezTo>
                    <a:cubicBezTo>
                      <a:pt x="110" y="24"/>
                      <a:pt x="109" y="10"/>
                      <a:pt x="109" y="0"/>
                    </a:cubicBezTo>
                    <a:close/>
                  </a:path>
                </a:pathLst>
              </a:custGeom>
              <a:solidFill>
                <a:srgbClr val="D1D1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7" name="Freeform 144"/>
              <p:cNvSpPr>
                <a:spLocks noEditPoints="1"/>
              </p:cNvSpPr>
              <p:nvPr/>
            </p:nvSpPr>
            <p:spPr bwMode="auto">
              <a:xfrm>
                <a:off x="1545" y="1898"/>
                <a:ext cx="306" cy="73"/>
              </a:xfrm>
              <a:custGeom>
                <a:avLst/>
                <a:gdLst>
                  <a:gd name="T0" fmla="*/ 0 w 160"/>
                  <a:gd name="T1" fmla="*/ 0 h 38"/>
                  <a:gd name="T2" fmla="*/ 55 w 160"/>
                  <a:gd name="T3" fmla="*/ 0 h 38"/>
                  <a:gd name="T4" fmla="*/ 53 w 160"/>
                  <a:gd name="T5" fmla="*/ 12 h 38"/>
                  <a:gd name="T6" fmla="*/ 53 w 160"/>
                  <a:gd name="T7" fmla="*/ 38 h 38"/>
                  <a:gd name="T8" fmla="*/ 13 w 160"/>
                  <a:gd name="T9" fmla="*/ 38 h 38"/>
                  <a:gd name="T10" fmla="*/ 14 w 160"/>
                  <a:gd name="T11" fmla="*/ 34 h 38"/>
                  <a:gd name="T12" fmla="*/ 4 w 160"/>
                  <a:gd name="T13" fmla="*/ 12 h 38"/>
                  <a:gd name="T14" fmla="*/ 0 w 160"/>
                  <a:gd name="T15" fmla="*/ 0 h 38"/>
                  <a:gd name="T16" fmla="*/ 109 w 160"/>
                  <a:gd name="T17" fmla="*/ 0 h 38"/>
                  <a:gd name="T18" fmla="*/ 155 w 160"/>
                  <a:gd name="T19" fmla="*/ 0 h 38"/>
                  <a:gd name="T20" fmla="*/ 151 w 160"/>
                  <a:gd name="T21" fmla="*/ 13 h 38"/>
                  <a:gd name="T22" fmla="*/ 159 w 160"/>
                  <a:gd name="T23" fmla="*/ 36 h 38"/>
                  <a:gd name="T24" fmla="*/ 160 w 160"/>
                  <a:gd name="T25" fmla="*/ 38 h 38"/>
                  <a:gd name="T26" fmla="*/ 111 w 160"/>
                  <a:gd name="T27" fmla="*/ 38 h 38"/>
                  <a:gd name="T28" fmla="*/ 109 w 160"/>
                  <a:gd name="T2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38">
                    <a:moveTo>
                      <a:pt x="0" y="0"/>
                    </a:moveTo>
                    <a:cubicBezTo>
                      <a:pt x="55" y="0"/>
                      <a:pt x="55" y="0"/>
                      <a:pt x="55" y="0"/>
                    </a:cubicBezTo>
                    <a:cubicBezTo>
                      <a:pt x="55" y="4"/>
                      <a:pt x="54" y="8"/>
                      <a:pt x="53" y="12"/>
                    </a:cubicBezTo>
                    <a:cubicBezTo>
                      <a:pt x="53" y="16"/>
                      <a:pt x="53" y="25"/>
                      <a:pt x="53" y="38"/>
                    </a:cubicBezTo>
                    <a:cubicBezTo>
                      <a:pt x="13" y="38"/>
                      <a:pt x="13" y="38"/>
                      <a:pt x="13" y="38"/>
                    </a:cubicBezTo>
                    <a:cubicBezTo>
                      <a:pt x="14" y="37"/>
                      <a:pt x="14" y="35"/>
                      <a:pt x="14" y="34"/>
                    </a:cubicBezTo>
                    <a:cubicBezTo>
                      <a:pt x="16" y="28"/>
                      <a:pt x="10" y="27"/>
                      <a:pt x="4" y="12"/>
                    </a:cubicBezTo>
                    <a:cubicBezTo>
                      <a:pt x="2" y="7"/>
                      <a:pt x="1" y="3"/>
                      <a:pt x="0" y="0"/>
                    </a:cubicBezTo>
                    <a:close/>
                    <a:moveTo>
                      <a:pt x="109" y="0"/>
                    </a:moveTo>
                    <a:cubicBezTo>
                      <a:pt x="155" y="0"/>
                      <a:pt x="155" y="0"/>
                      <a:pt x="155" y="0"/>
                    </a:cubicBezTo>
                    <a:cubicBezTo>
                      <a:pt x="153" y="5"/>
                      <a:pt x="151" y="10"/>
                      <a:pt x="151" y="13"/>
                    </a:cubicBezTo>
                    <a:cubicBezTo>
                      <a:pt x="151" y="22"/>
                      <a:pt x="152" y="26"/>
                      <a:pt x="159" y="36"/>
                    </a:cubicBezTo>
                    <a:cubicBezTo>
                      <a:pt x="159" y="37"/>
                      <a:pt x="159" y="38"/>
                      <a:pt x="160" y="38"/>
                    </a:cubicBezTo>
                    <a:cubicBezTo>
                      <a:pt x="111" y="38"/>
                      <a:pt x="111" y="38"/>
                      <a:pt x="111" y="38"/>
                    </a:cubicBezTo>
                    <a:cubicBezTo>
                      <a:pt x="110" y="24"/>
                      <a:pt x="110" y="10"/>
                      <a:pt x="109"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8" name="Freeform 145"/>
              <p:cNvSpPr>
                <a:spLocks noEditPoints="1"/>
              </p:cNvSpPr>
              <p:nvPr/>
            </p:nvSpPr>
            <p:spPr bwMode="auto">
              <a:xfrm>
                <a:off x="1547" y="1902"/>
                <a:ext cx="306" cy="75"/>
              </a:xfrm>
              <a:custGeom>
                <a:avLst/>
                <a:gdLst>
                  <a:gd name="T0" fmla="*/ 0 w 160"/>
                  <a:gd name="T1" fmla="*/ 0 h 39"/>
                  <a:gd name="T2" fmla="*/ 54 w 160"/>
                  <a:gd name="T3" fmla="*/ 0 h 39"/>
                  <a:gd name="T4" fmla="*/ 52 w 160"/>
                  <a:gd name="T5" fmla="*/ 10 h 39"/>
                  <a:gd name="T6" fmla="*/ 52 w 160"/>
                  <a:gd name="T7" fmla="*/ 39 h 39"/>
                  <a:gd name="T8" fmla="*/ 12 w 160"/>
                  <a:gd name="T9" fmla="*/ 39 h 39"/>
                  <a:gd name="T10" fmla="*/ 13 w 160"/>
                  <a:gd name="T11" fmla="*/ 32 h 39"/>
                  <a:gd name="T12" fmla="*/ 3 w 160"/>
                  <a:gd name="T13" fmla="*/ 10 h 39"/>
                  <a:gd name="T14" fmla="*/ 0 w 160"/>
                  <a:gd name="T15" fmla="*/ 0 h 39"/>
                  <a:gd name="T16" fmla="*/ 108 w 160"/>
                  <a:gd name="T17" fmla="*/ 0 h 39"/>
                  <a:gd name="T18" fmla="*/ 153 w 160"/>
                  <a:gd name="T19" fmla="*/ 0 h 39"/>
                  <a:gd name="T20" fmla="*/ 150 w 160"/>
                  <a:gd name="T21" fmla="*/ 11 h 39"/>
                  <a:gd name="T22" fmla="*/ 158 w 160"/>
                  <a:gd name="T23" fmla="*/ 34 h 39"/>
                  <a:gd name="T24" fmla="*/ 160 w 160"/>
                  <a:gd name="T25" fmla="*/ 39 h 39"/>
                  <a:gd name="T26" fmla="*/ 110 w 160"/>
                  <a:gd name="T27" fmla="*/ 39 h 39"/>
                  <a:gd name="T28" fmla="*/ 108 w 160"/>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39">
                    <a:moveTo>
                      <a:pt x="0" y="0"/>
                    </a:moveTo>
                    <a:cubicBezTo>
                      <a:pt x="54" y="0"/>
                      <a:pt x="54" y="0"/>
                      <a:pt x="54" y="0"/>
                    </a:cubicBezTo>
                    <a:cubicBezTo>
                      <a:pt x="54" y="4"/>
                      <a:pt x="53" y="7"/>
                      <a:pt x="52" y="10"/>
                    </a:cubicBezTo>
                    <a:cubicBezTo>
                      <a:pt x="52" y="14"/>
                      <a:pt x="52" y="24"/>
                      <a:pt x="52" y="39"/>
                    </a:cubicBezTo>
                    <a:cubicBezTo>
                      <a:pt x="12" y="39"/>
                      <a:pt x="12" y="39"/>
                      <a:pt x="12" y="39"/>
                    </a:cubicBezTo>
                    <a:cubicBezTo>
                      <a:pt x="12" y="36"/>
                      <a:pt x="13" y="34"/>
                      <a:pt x="13" y="32"/>
                    </a:cubicBezTo>
                    <a:cubicBezTo>
                      <a:pt x="15" y="26"/>
                      <a:pt x="9" y="25"/>
                      <a:pt x="3" y="10"/>
                    </a:cubicBezTo>
                    <a:cubicBezTo>
                      <a:pt x="1" y="6"/>
                      <a:pt x="0" y="3"/>
                      <a:pt x="0" y="0"/>
                    </a:cubicBezTo>
                    <a:close/>
                    <a:moveTo>
                      <a:pt x="108" y="0"/>
                    </a:moveTo>
                    <a:cubicBezTo>
                      <a:pt x="153" y="0"/>
                      <a:pt x="153" y="0"/>
                      <a:pt x="153" y="0"/>
                    </a:cubicBezTo>
                    <a:cubicBezTo>
                      <a:pt x="151" y="5"/>
                      <a:pt x="150" y="8"/>
                      <a:pt x="150" y="11"/>
                    </a:cubicBezTo>
                    <a:cubicBezTo>
                      <a:pt x="150" y="20"/>
                      <a:pt x="151" y="24"/>
                      <a:pt x="158" y="34"/>
                    </a:cubicBezTo>
                    <a:cubicBezTo>
                      <a:pt x="158" y="35"/>
                      <a:pt x="159" y="37"/>
                      <a:pt x="160" y="39"/>
                    </a:cubicBezTo>
                    <a:cubicBezTo>
                      <a:pt x="110" y="39"/>
                      <a:pt x="110" y="39"/>
                      <a:pt x="110" y="39"/>
                    </a:cubicBezTo>
                    <a:cubicBezTo>
                      <a:pt x="109" y="25"/>
                      <a:pt x="109" y="11"/>
                      <a:pt x="108" y="0"/>
                    </a:cubicBezTo>
                    <a:close/>
                  </a:path>
                </a:pathLst>
              </a:custGeom>
              <a:solidFill>
                <a:srgbClr val="D5D5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19" name="Freeform 146"/>
              <p:cNvSpPr>
                <a:spLocks noEditPoints="1"/>
              </p:cNvSpPr>
              <p:nvPr/>
            </p:nvSpPr>
            <p:spPr bwMode="auto">
              <a:xfrm>
                <a:off x="1547" y="1908"/>
                <a:ext cx="306" cy="75"/>
              </a:xfrm>
              <a:custGeom>
                <a:avLst/>
                <a:gdLst>
                  <a:gd name="T0" fmla="*/ 0 w 160"/>
                  <a:gd name="T1" fmla="*/ 0 h 39"/>
                  <a:gd name="T2" fmla="*/ 54 w 160"/>
                  <a:gd name="T3" fmla="*/ 0 h 39"/>
                  <a:gd name="T4" fmla="*/ 52 w 160"/>
                  <a:gd name="T5" fmla="*/ 7 h 39"/>
                  <a:gd name="T6" fmla="*/ 52 w 160"/>
                  <a:gd name="T7" fmla="*/ 39 h 39"/>
                  <a:gd name="T8" fmla="*/ 11 w 160"/>
                  <a:gd name="T9" fmla="*/ 39 h 39"/>
                  <a:gd name="T10" fmla="*/ 13 w 160"/>
                  <a:gd name="T11" fmla="*/ 29 h 39"/>
                  <a:gd name="T12" fmla="*/ 3 w 160"/>
                  <a:gd name="T13" fmla="*/ 7 h 39"/>
                  <a:gd name="T14" fmla="*/ 0 w 160"/>
                  <a:gd name="T15" fmla="*/ 0 h 39"/>
                  <a:gd name="T16" fmla="*/ 108 w 160"/>
                  <a:gd name="T17" fmla="*/ 0 h 39"/>
                  <a:gd name="T18" fmla="*/ 152 w 160"/>
                  <a:gd name="T19" fmla="*/ 0 h 39"/>
                  <a:gd name="T20" fmla="*/ 150 w 160"/>
                  <a:gd name="T21" fmla="*/ 8 h 39"/>
                  <a:gd name="T22" fmla="*/ 158 w 160"/>
                  <a:gd name="T23" fmla="*/ 31 h 39"/>
                  <a:gd name="T24" fmla="*/ 160 w 160"/>
                  <a:gd name="T25" fmla="*/ 39 h 39"/>
                  <a:gd name="T26" fmla="*/ 110 w 160"/>
                  <a:gd name="T27" fmla="*/ 39 h 39"/>
                  <a:gd name="T28" fmla="*/ 108 w 160"/>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39">
                    <a:moveTo>
                      <a:pt x="0" y="0"/>
                    </a:moveTo>
                    <a:cubicBezTo>
                      <a:pt x="54" y="0"/>
                      <a:pt x="54" y="0"/>
                      <a:pt x="54" y="0"/>
                    </a:cubicBezTo>
                    <a:cubicBezTo>
                      <a:pt x="53" y="2"/>
                      <a:pt x="53" y="5"/>
                      <a:pt x="52" y="7"/>
                    </a:cubicBezTo>
                    <a:cubicBezTo>
                      <a:pt x="52" y="11"/>
                      <a:pt x="52" y="23"/>
                      <a:pt x="52" y="39"/>
                    </a:cubicBezTo>
                    <a:cubicBezTo>
                      <a:pt x="11" y="39"/>
                      <a:pt x="11" y="39"/>
                      <a:pt x="11" y="39"/>
                    </a:cubicBezTo>
                    <a:cubicBezTo>
                      <a:pt x="12" y="35"/>
                      <a:pt x="13" y="31"/>
                      <a:pt x="13" y="29"/>
                    </a:cubicBezTo>
                    <a:cubicBezTo>
                      <a:pt x="15" y="23"/>
                      <a:pt x="9" y="22"/>
                      <a:pt x="3" y="7"/>
                    </a:cubicBezTo>
                    <a:cubicBezTo>
                      <a:pt x="2" y="4"/>
                      <a:pt x="1" y="2"/>
                      <a:pt x="0" y="0"/>
                    </a:cubicBezTo>
                    <a:close/>
                    <a:moveTo>
                      <a:pt x="108" y="0"/>
                    </a:moveTo>
                    <a:cubicBezTo>
                      <a:pt x="152" y="0"/>
                      <a:pt x="152" y="0"/>
                      <a:pt x="152" y="0"/>
                    </a:cubicBezTo>
                    <a:cubicBezTo>
                      <a:pt x="151" y="3"/>
                      <a:pt x="150" y="6"/>
                      <a:pt x="150" y="8"/>
                    </a:cubicBezTo>
                    <a:cubicBezTo>
                      <a:pt x="150" y="17"/>
                      <a:pt x="151" y="21"/>
                      <a:pt x="158" y="31"/>
                    </a:cubicBezTo>
                    <a:cubicBezTo>
                      <a:pt x="159" y="33"/>
                      <a:pt x="159" y="35"/>
                      <a:pt x="160" y="39"/>
                    </a:cubicBezTo>
                    <a:cubicBezTo>
                      <a:pt x="110" y="39"/>
                      <a:pt x="110" y="39"/>
                      <a:pt x="110" y="39"/>
                    </a:cubicBezTo>
                    <a:cubicBezTo>
                      <a:pt x="109" y="25"/>
                      <a:pt x="109" y="11"/>
                      <a:pt x="108" y="0"/>
                    </a:cubicBezTo>
                    <a:close/>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0" name="Freeform 147"/>
              <p:cNvSpPr>
                <a:spLocks noEditPoints="1"/>
              </p:cNvSpPr>
              <p:nvPr/>
            </p:nvSpPr>
            <p:spPr bwMode="auto">
              <a:xfrm>
                <a:off x="1549" y="1914"/>
                <a:ext cx="306" cy="74"/>
              </a:xfrm>
              <a:custGeom>
                <a:avLst/>
                <a:gdLst>
                  <a:gd name="T0" fmla="*/ 0 w 160"/>
                  <a:gd name="T1" fmla="*/ 0 h 39"/>
                  <a:gd name="T2" fmla="*/ 52 w 160"/>
                  <a:gd name="T3" fmla="*/ 0 h 39"/>
                  <a:gd name="T4" fmla="*/ 51 w 160"/>
                  <a:gd name="T5" fmla="*/ 4 h 39"/>
                  <a:gd name="T6" fmla="*/ 52 w 160"/>
                  <a:gd name="T7" fmla="*/ 39 h 39"/>
                  <a:gd name="T8" fmla="*/ 10 w 160"/>
                  <a:gd name="T9" fmla="*/ 39 h 39"/>
                  <a:gd name="T10" fmla="*/ 12 w 160"/>
                  <a:gd name="T11" fmla="*/ 26 h 39"/>
                  <a:gd name="T12" fmla="*/ 2 w 160"/>
                  <a:gd name="T13" fmla="*/ 4 h 39"/>
                  <a:gd name="T14" fmla="*/ 0 w 160"/>
                  <a:gd name="T15" fmla="*/ 0 h 39"/>
                  <a:gd name="T16" fmla="*/ 108 w 160"/>
                  <a:gd name="T17" fmla="*/ 0 h 39"/>
                  <a:gd name="T18" fmla="*/ 150 w 160"/>
                  <a:gd name="T19" fmla="*/ 0 h 39"/>
                  <a:gd name="T20" fmla="*/ 149 w 160"/>
                  <a:gd name="T21" fmla="*/ 5 h 39"/>
                  <a:gd name="T22" fmla="*/ 157 w 160"/>
                  <a:gd name="T23" fmla="*/ 28 h 39"/>
                  <a:gd name="T24" fmla="*/ 160 w 160"/>
                  <a:gd name="T25" fmla="*/ 39 h 39"/>
                  <a:gd name="T26" fmla="*/ 109 w 160"/>
                  <a:gd name="T27" fmla="*/ 39 h 39"/>
                  <a:gd name="T28" fmla="*/ 108 w 160"/>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39">
                    <a:moveTo>
                      <a:pt x="0" y="0"/>
                    </a:moveTo>
                    <a:cubicBezTo>
                      <a:pt x="52" y="0"/>
                      <a:pt x="52" y="0"/>
                      <a:pt x="52" y="0"/>
                    </a:cubicBezTo>
                    <a:cubicBezTo>
                      <a:pt x="52" y="1"/>
                      <a:pt x="52" y="3"/>
                      <a:pt x="51" y="4"/>
                    </a:cubicBezTo>
                    <a:cubicBezTo>
                      <a:pt x="51" y="8"/>
                      <a:pt x="51" y="21"/>
                      <a:pt x="52" y="39"/>
                    </a:cubicBezTo>
                    <a:cubicBezTo>
                      <a:pt x="10" y="39"/>
                      <a:pt x="10" y="39"/>
                      <a:pt x="10" y="39"/>
                    </a:cubicBezTo>
                    <a:cubicBezTo>
                      <a:pt x="11" y="33"/>
                      <a:pt x="11" y="28"/>
                      <a:pt x="12" y="26"/>
                    </a:cubicBezTo>
                    <a:cubicBezTo>
                      <a:pt x="14" y="20"/>
                      <a:pt x="8" y="19"/>
                      <a:pt x="2" y="4"/>
                    </a:cubicBezTo>
                    <a:cubicBezTo>
                      <a:pt x="1" y="2"/>
                      <a:pt x="1" y="1"/>
                      <a:pt x="0" y="0"/>
                    </a:cubicBezTo>
                    <a:close/>
                    <a:moveTo>
                      <a:pt x="108" y="0"/>
                    </a:moveTo>
                    <a:cubicBezTo>
                      <a:pt x="150" y="0"/>
                      <a:pt x="150" y="0"/>
                      <a:pt x="150" y="0"/>
                    </a:cubicBezTo>
                    <a:cubicBezTo>
                      <a:pt x="150" y="2"/>
                      <a:pt x="149" y="3"/>
                      <a:pt x="149" y="5"/>
                    </a:cubicBezTo>
                    <a:cubicBezTo>
                      <a:pt x="149" y="14"/>
                      <a:pt x="150" y="18"/>
                      <a:pt x="157" y="28"/>
                    </a:cubicBezTo>
                    <a:cubicBezTo>
                      <a:pt x="158" y="30"/>
                      <a:pt x="159" y="34"/>
                      <a:pt x="160" y="39"/>
                    </a:cubicBezTo>
                    <a:cubicBezTo>
                      <a:pt x="109" y="39"/>
                      <a:pt x="109" y="39"/>
                      <a:pt x="109" y="39"/>
                    </a:cubicBezTo>
                    <a:cubicBezTo>
                      <a:pt x="109" y="25"/>
                      <a:pt x="108" y="11"/>
                      <a:pt x="108" y="0"/>
                    </a:cubicBezTo>
                    <a:close/>
                  </a:path>
                </a:pathLst>
              </a:custGeom>
              <a:solidFill>
                <a:srgbClr val="DCDB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1" name="Freeform 148"/>
              <p:cNvSpPr>
                <a:spLocks noEditPoints="1"/>
              </p:cNvSpPr>
              <p:nvPr/>
            </p:nvSpPr>
            <p:spPr bwMode="auto">
              <a:xfrm>
                <a:off x="1551" y="1919"/>
                <a:ext cx="304" cy="73"/>
              </a:xfrm>
              <a:custGeom>
                <a:avLst/>
                <a:gdLst>
                  <a:gd name="T0" fmla="*/ 0 w 159"/>
                  <a:gd name="T1" fmla="*/ 0 h 38"/>
                  <a:gd name="T2" fmla="*/ 51 w 159"/>
                  <a:gd name="T3" fmla="*/ 0 h 38"/>
                  <a:gd name="T4" fmla="*/ 50 w 159"/>
                  <a:gd name="T5" fmla="*/ 1 h 38"/>
                  <a:gd name="T6" fmla="*/ 51 w 159"/>
                  <a:gd name="T7" fmla="*/ 38 h 38"/>
                  <a:gd name="T8" fmla="*/ 9 w 159"/>
                  <a:gd name="T9" fmla="*/ 38 h 38"/>
                  <a:gd name="T10" fmla="*/ 11 w 159"/>
                  <a:gd name="T11" fmla="*/ 23 h 38"/>
                  <a:gd name="T12" fmla="*/ 1 w 159"/>
                  <a:gd name="T13" fmla="*/ 1 h 38"/>
                  <a:gd name="T14" fmla="*/ 0 w 159"/>
                  <a:gd name="T15" fmla="*/ 0 h 38"/>
                  <a:gd name="T16" fmla="*/ 107 w 159"/>
                  <a:gd name="T17" fmla="*/ 0 h 38"/>
                  <a:gd name="T18" fmla="*/ 149 w 159"/>
                  <a:gd name="T19" fmla="*/ 0 h 38"/>
                  <a:gd name="T20" fmla="*/ 148 w 159"/>
                  <a:gd name="T21" fmla="*/ 2 h 38"/>
                  <a:gd name="T22" fmla="*/ 156 w 159"/>
                  <a:gd name="T23" fmla="*/ 25 h 38"/>
                  <a:gd name="T24" fmla="*/ 159 w 159"/>
                  <a:gd name="T25" fmla="*/ 38 h 38"/>
                  <a:gd name="T26" fmla="*/ 108 w 159"/>
                  <a:gd name="T27" fmla="*/ 38 h 38"/>
                  <a:gd name="T28" fmla="*/ 107 w 159"/>
                  <a:gd name="T2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9" h="38">
                    <a:moveTo>
                      <a:pt x="0" y="0"/>
                    </a:moveTo>
                    <a:cubicBezTo>
                      <a:pt x="51" y="0"/>
                      <a:pt x="51" y="0"/>
                      <a:pt x="51" y="0"/>
                    </a:cubicBezTo>
                    <a:cubicBezTo>
                      <a:pt x="51" y="0"/>
                      <a:pt x="51" y="1"/>
                      <a:pt x="50" y="1"/>
                    </a:cubicBezTo>
                    <a:cubicBezTo>
                      <a:pt x="50" y="6"/>
                      <a:pt x="50" y="19"/>
                      <a:pt x="51" y="38"/>
                    </a:cubicBezTo>
                    <a:cubicBezTo>
                      <a:pt x="9" y="38"/>
                      <a:pt x="9" y="38"/>
                      <a:pt x="9" y="38"/>
                    </a:cubicBezTo>
                    <a:cubicBezTo>
                      <a:pt x="9" y="32"/>
                      <a:pt x="10" y="26"/>
                      <a:pt x="11" y="23"/>
                    </a:cubicBezTo>
                    <a:cubicBezTo>
                      <a:pt x="13" y="17"/>
                      <a:pt x="7" y="16"/>
                      <a:pt x="1" y="1"/>
                    </a:cubicBezTo>
                    <a:cubicBezTo>
                      <a:pt x="0" y="0"/>
                      <a:pt x="0" y="0"/>
                      <a:pt x="0" y="0"/>
                    </a:cubicBezTo>
                    <a:close/>
                    <a:moveTo>
                      <a:pt x="107" y="0"/>
                    </a:moveTo>
                    <a:cubicBezTo>
                      <a:pt x="149" y="0"/>
                      <a:pt x="149" y="0"/>
                      <a:pt x="149" y="0"/>
                    </a:cubicBezTo>
                    <a:cubicBezTo>
                      <a:pt x="149" y="0"/>
                      <a:pt x="148" y="1"/>
                      <a:pt x="148" y="2"/>
                    </a:cubicBezTo>
                    <a:cubicBezTo>
                      <a:pt x="148" y="11"/>
                      <a:pt x="149" y="15"/>
                      <a:pt x="156" y="25"/>
                    </a:cubicBezTo>
                    <a:cubicBezTo>
                      <a:pt x="157" y="27"/>
                      <a:pt x="158" y="32"/>
                      <a:pt x="159" y="38"/>
                    </a:cubicBezTo>
                    <a:cubicBezTo>
                      <a:pt x="108" y="38"/>
                      <a:pt x="108" y="38"/>
                      <a:pt x="108" y="38"/>
                    </a:cubicBezTo>
                    <a:cubicBezTo>
                      <a:pt x="108" y="24"/>
                      <a:pt x="107" y="11"/>
                      <a:pt x="107" y="0"/>
                    </a:cubicBezTo>
                    <a:close/>
                  </a:path>
                </a:pathLst>
              </a:custGeom>
              <a:solidFill>
                <a:srgbClr val="DE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2" name="Freeform 149"/>
              <p:cNvSpPr>
                <a:spLocks noEditPoints="1"/>
              </p:cNvSpPr>
              <p:nvPr/>
            </p:nvSpPr>
            <p:spPr bwMode="auto">
              <a:xfrm>
                <a:off x="1553" y="1923"/>
                <a:ext cx="304" cy="75"/>
              </a:xfrm>
              <a:custGeom>
                <a:avLst/>
                <a:gdLst>
                  <a:gd name="T0" fmla="*/ 0 w 159"/>
                  <a:gd name="T1" fmla="*/ 0 h 39"/>
                  <a:gd name="T2" fmla="*/ 49 w 159"/>
                  <a:gd name="T3" fmla="*/ 0 h 39"/>
                  <a:gd name="T4" fmla="*/ 50 w 159"/>
                  <a:gd name="T5" fmla="*/ 39 h 39"/>
                  <a:gd name="T6" fmla="*/ 8 w 159"/>
                  <a:gd name="T7" fmla="*/ 39 h 39"/>
                  <a:gd name="T8" fmla="*/ 10 w 159"/>
                  <a:gd name="T9" fmla="*/ 21 h 39"/>
                  <a:gd name="T10" fmla="*/ 0 w 159"/>
                  <a:gd name="T11" fmla="*/ 0 h 39"/>
                  <a:gd name="T12" fmla="*/ 106 w 159"/>
                  <a:gd name="T13" fmla="*/ 0 h 39"/>
                  <a:gd name="T14" fmla="*/ 147 w 159"/>
                  <a:gd name="T15" fmla="*/ 0 h 39"/>
                  <a:gd name="T16" fmla="*/ 155 w 159"/>
                  <a:gd name="T17" fmla="*/ 23 h 39"/>
                  <a:gd name="T18" fmla="*/ 159 w 159"/>
                  <a:gd name="T19" fmla="*/ 39 h 39"/>
                  <a:gd name="T20" fmla="*/ 108 w 159"/>
                  <a:gd name="T21" fmla="*/ 39 h 39"/>
                  <a:gd name="T22" fmla="*/ 106 w 159"/>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9" h="39">
                    <a:moveTo>
                      <a:pt x="0" y="0"/>
                    </a:moveTo>
                    <a:cubicBezTo>
                      <a:pt x="49" y="0"/>
                      <a:pt x="49" y="0"/>
                      <a:pt x="49" y="0"/>
                    </a:cubicBezTo>
                    <a:cubicBezTo>
                      <a:pt x="49" y="6"/>
                      <a:pt x="49" y="20"/>
                      <a:pt x="50" y="39"/>
                    </a:cubicBezTo>
                    <a:cubicBezTo>
                      <a:pt x="8" y="39"/>
                      <a:pt x="8" y="39"/>
                      <a:pt x="8" y="39"/>
                    </a:cubicBezTo>
                    <a:cubicBezTo>
                      <a:pt x="8" y="31"/>
                      <a:pt x="9" y="24"/>
                      <a:pt x="10" y="21"/>
                    </a:cubicBezTo>
                    <a:cubicBezTo>
                      <a:pt x="12" y="15"/>
                      <a:pt x="6" y="14"/>
                      <a:pt x="0" y="0"/>
                    </a:cubicBezTo>
                    <a:close/>
                    <a:moveTo>
                      <a:pt x="106" y="0"/>
                    </a:moveTo>
                    <a:cubicBezTo>
                      <a:pt x="147" y="0"/>
                      <a:pt x="147" y="0"/>
                      <a:pt x="147" y="0"/>
                    </a:cubicBezTo>
                    <a:cubicBezTo>
                      <a:pt x="148" y="9"/>
                      <a:pt x="148" y="13"/>
                      <a:pt x="155" y="23"/>
                    </a:cubicBezTo>
                    <a:cubicBezTo>
                      <a:pt x="156" y="26"/>
                      <a:pt x="158" y="31"/>
                      <a:pt x="159" y="39"/>
                    </a:cubicBezTo>
                    <a:cubicBezTo>
                      <a:pt x="108" y="39"/>
                      <a:pt x="108" y="39"/>
                      <a:pt x="108" y="39"/>
                    </a:cubicBezTo>
                    <a:cubicBezTo>
                      <a:pt x="107" y="25"/>
                      <a:pt x="106" y="12"/>
                      <a:pt x="106" y="0"/>
                    </a:cubicBez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3" name="Freeform 150"/>
              <p:cNvSpPr>
                <a:spLocks noEditPoints="1"/>
              </p:cNvSpPr>
              <p:nvPr/>
            </p:nvSpPr>
            <p:spPr bwMode="auto">
              <a:xfrm>
                <a:off x="1557" y="1929"/>
                <a:ext cx="300" cy="75"/>
              </a:xfrm>
              <a:custGeom>
                <a:avLst/>
                <a:gdLst>
                  <a:gd name="T0" fmla="*/ 0 w 157"/>
                  <a:gd name="T1" fmla="*/ 0 h 39"/>
                  <a:gd name="T2" fmla="*/ 47 w 157"/>
                  <a:gd name="T3" fmla="*/ 0 h 39"/>
                  <a:gd name="T4" fmla="*/ 48 w 157"/>
                  <a:gd name="T5" fmla="*/ 39 h 39"/>
                  <a:gd name="T6" fmla="*/ 6 w 157"/>
                  <a:gd name="T7" fmla="*/ 39 h 39"/>
                  <a:gd name="T8" fmla="*/ 8 w 157"/>
                  <a:gd name="T9" fmla="*/ 18 h 39"/>
                  <a:gd name="T10" fmla="*/ 0 w 157"/>
                  <a:gd name="T11" fmla="*/ 0 h 39"/>
                  <a:gd name="T12" fmla="*/ 104 w 157"/>
                  <a:gd name="T13" fmla="*/ 0 h 39"/>
                  <a:gd name="T14" fmla="*/ 146 w 157"/>
                  <a:gd name="T15" fmla="*/ 0 h 39"/>
                  <a:gd name="T16" fmla="*/ 153 w 157"/>
                  <a:gd name="T17" fmla="*/ 20 h 39"/>
                  <a:gd name="T18" fmla="*/ 157 w 157"/>
                  <a:gd name="T19" fmla="*/ 39 h 39"/>
                  <a:gd name="T20" fmla="*/ 106 w 157"/>
                  <a:gd name="T21" fmla="*/ 39 h 39"/>
                  <a:gd name="T22" fmla="*/ 104 w 157"/>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39">
                    <a:moveTo>
                      <a:pt x="0" y="0"/>
                    </a:moveTo>
                    <a:cubicBezTo>
                      <a:pt x="47" y="0"/>
                      <a:pt x="47" y="0"/>
                      <a:pt x="47" y="0"/>
                    </a:cubicBezTo>
                    <a:cubicBezTo>
                      <a:pt x="47" y="7"/>
                      <a:pt x="47" y="21"/>
                      <a:pt x="48" y="39"/>
                    </a:cubicBezTo>
                    <a:cubicBezTo>
                      <a:pt x="6" y="39"/>
                      <a:pt x="6" y="39"/>
                      <a:pt x="6" y="39"/>
                    </a:cubicBezTo>
                    <a:cubicBezTo>
                      <a:pt x="6" y="30"/>
                      <a:pt x="7" y="22"/>
                      <a:pt x="8" y="18"/>
                    </a:cubicBezTo>
                    <a:cubicBezTo>
                      <a:pt x="10" y="13"/>
                      <a:pt x="5" y="11"/>
                      <a:pt x="0" y="0"/>
                    </a:cubicBezTo>
                    <a:close/>
                    <a:moveTo>
                      <a:pt x="104" y="0"/>
                    </a:moveTo>
                    <a:cubicBezTo>
                      <a:pt x="146" y="0"/>
                      <a:pt x="146" y="0"/>
                      <a:pt x="146" y="0"/>
                    </a:cubicBezTo>
                    <a:cubicBezTo>
                      <a:pt x="146" y="7"/>
                      <a:pt x="147" y="11"/>
                      <a:pt x="153" y="20"/>
                    </a:cubicBezTo>
                    <a:cubicBezTo>
                      <a:pt x="154" y="23"/>
                      <a:pt x="156" y="30"/>
                      <a:pt x="157" y="39"/>
                    </a:cubicBezTo>
                    <a:cubicBezTo>
                      <a:pt x="106" y="39"/>
                      <a:pt x="106" y="39"/>
                      <a:pt x="106" y="39"/>
                    </a:cubicBezTo>
                    <a:cubicBezTo>
                      <a:pt x="105" y="25"/>
                      <a:pt x="104" y="12"/>
                      <a:pt x="104" y="0"/>
                    </a:cubicBezTo>
                    <a:close/>
                  </a:path>
                </a:pathLst>
              </a:custGeom>
              <a:solidFill>
                <a:srgbClr val="E3E3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4" name="Freeform 151"/>
              <p:cNvSpPr>
                <a:spLocks noEditPoints="1"/>
              </p:cNvSpPr>
              <p:nvPr/>
            </p:nvSpPr>
            <p:spPr bwMode="auto">
              <a:xfrm>
                <a:off x="1559" y="1935"/>
                <a:ext cx="298" cy="73"/>
              </a:xfrm>
              <a:custGeom>
                <a:avLst/>
                <a:gdLst>
                  <a:gd name="T0" fmla="*/ 0 w 156"/>
                  <a:gd name="T1" fmla="*/ 0 h 38"/>
                  <a:gd name="T2" fmla="*/ 46 w 156"/>
                  <a:gd name="T3" fmla="*/ 0 h 38"/>
                  <a:gd name="T4" fmla="*/ 47 w 156"/>
                  <a:gd name="T5" fmla="*/ 38 h 38"/>
                  <a:gd name="T6" fmla="*/ 5 w 156"/>
                  <a:gd name="T7" fmla="*/ 38 h 38"/>
                  <a:gd name="T8" fmla="*/ 7 w 156"/>
                  <a:gd name="T9" fmla="*/ 15 h 38"/>
                  <a:gd name="T10" fmla="*/ 0 w 156"/>
                  <a:gd name="T11" fmla="*/ 0 h 38"/>
                  <a:gd name="T12" fmla="*/ 103 w 156"/>
                  <a:gd name="T13" fmla="*/ 0 h 38"/>
                  <a:gd name="T14" fmla="*/ 145 w 156"/>
                  <a:gd name="T15" fmla="*/ 0 h 38"/>
                  <a:gd name="T16" fmla="*/ 152 w 156"/>
                  <a:gd name="T17" fmla="*/ 17 h 38"/>
                  <a:gd name="T18" fmla="*/ 156 w 156"/>
                  <a:gd name="T19" fmla="*/ 38 h 38"/>
                  <a:gd name="T20" fmla="*/ 105 w 156"/>
                  <a:gd name="T21" fmla="*/ 38 h 38"/>
                  <a:gd name="T22" fmla="*/ 103 w 156"/>
                  <a:gd name="T2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38">
                    <a:moveTo>
                      <a:pt x="0" y="0"/>
                    </a:moveTo>
                    <a:cubicBezTo>
                      <a:pt x="46" y="0"/>
                      <a:pt x="46" y="0"/>
                      <a:pt x="46" y="0"/>
                    </a:cubicBezTo>
                    <a:cubicBezTo>
                      <a:pt x="46" y="8"/>
                      <a:pt x="46" y="21"/>
                      <a:pt x="47" y="38"/>
                    </a:cubicBezTo>
                    <a:cubicBezTo>
                      <a:pt x="5" y="38"/>
                      <a:pt x="5" y="38"/>
                      <a:pt x="5" y="38"/>
                    </a:cubicBezTo>
                    <a:cubicBezTo>
                      <a:pt x="5" y="29"/>
                      <a:pt x="6" y="19"/>
                      <a:pt x="7" y="15"/>
                    </a:cubicBezTo>
                    <a:cubicBezTo>
                      <a:pt x="9" y="10"/>
                      <a:pt x="5" y="8"/>
                      <a:pt x="0" y="0"/>
                    </a:cubicBezTo>
                    <a:close/>
                    <a:moveTo>
                      <a:pt x="103" y="0"/>
                    </a:moveTo>
                    <a:cubicBezTo>
                      <a:pt x="145" y="0"/>
                      <a:pt x="145" y="0"/>
                      <a:pt x="145" y="0"/>
                    </a:cubicBezTo>
                    <a:cubicBezTo>
                      <a:pt x="145" y="5"/>
                      <a:pt x="147" y="9"/>
                      <a:pt x="152" y="17"/>
                    </a:cubicBezTo>
                    <a:cubicBezTo>
                      <a:pt x="154" y="20"/>
                      <a:pt x="155" y="28"/>
                      <a:pt x="156" y="38"/>
                    </a:cubicBezTo>
                    <a:cubicBezTo>
                      <a:pt x="105" y="38"/>
                      <a:pt x="105" y="38"/>
                      <a:pt x="105" y="38"/>
                    </a:cubicBezTo>
                    <a:cubicBezTo>
                      <a:pt x="104" y="25"/>
                      <a:pt x="103" y="11"/>
                      <a:pt x="103" y="0"/>
                    </a:cubicBez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5" name="Freeform 152"/>
              <p:cNvSpPr>
                <a:spLocks noEditPoints="1"/>
              </p:cNvSpPr>
              <p:nvPr/>
            </p:nvSpPr>
            <p:spPr bwMode="auto">
              <a:xfrm>
                <a:off x="1562" y="1939"/>
                <a:ext cx="297" cy="74"/>
              </a:xfrm>
              <a:custGeom>
                <a:avLst/>
                <a:gdLst>
                  <a:gd name="T0" fmla="*/ 0 w 155"/>
                  <a:gd name="T1" fmla="*/ 0 h 39"/>
                  <a:gd name="T2" fmla="*/ 44 w 155"/>
                  <a:gd name="T3" fmla="*/ 0 h 39"/>
                  <a:gd name="T4" fmla="*/ 45 w 155"/>
                  <a:gd name="T5" fmla="*/ 39 h 39"/>
                  <a:gd name="T6" fmla="*/ 3 w 155"/>
                  <a:gd name="T7" fmla="*/ 39 h 39"/>
                  <a:gd name="T8" fmla="*/ 5 w 155"/>
                  <a:gd name="T9" fmla="*/ 13 h 39"/>
                  <a:gd name="T10" fmla="*/ 0 w 155"/>
                  <a:gd name="T11" fmla="*/ 0 h 39"/>
                  <a:gd name="T12" fmla="*/ 101 w 155"/>
                  <a:gd name="T13" fmla="*/ 0 h 39"/>
                  <a:gd name="T14" fmla="*/ 143 w 155"/>
                  <a:gd name="T15" fmla="*/ 0 h 39"/>
                  <a:gd name="T16" fmla="*/ 150 w 155"/>
                  <a:gd name="T17" fmla="*/ 15 h 39"/>
                  <a:gd name="T18" fmla="*/ 155 w 155"/>
                  <a:gd name="T19" fmla="*/ 39 h 39"/>
                  <a:gd name="T20" fmla="*/ 103 w 155"/>
                  <a:gd name="T21" fmla="*/ 39 h 39"/>
                  <a:gd name="T22" fmla="*/ 101 w 155"/>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5" h="39">
                    <a:moveTo>
                      <a:pt x="0" y="0"/>
                    </a:moveTo>
                    <a:cubicBezTo>
                      <a:pt x="44" y="0"/>
                      <a:pt x="44" y="0"/>
                      <a:pt x="44" y="0"/>
                    </a:cubicBezTo>
                    <a:cubicBezTo>
                      <a:pt x="44" y="9"/>
                      <a:pt x="44" y="23"/>
                      <a:pt x="45" y="39"/>
                    </a:cubicBezTo>
                    <a:cubicBezTo>
                      <a:pt x="3" y="39"/>
                      <a:pt x="3" y="39"/>
                      <a:pt x="3" y="39"/>
                    </a:cubicBezTo>
                    <a:cubicBezTo>
                      <a:pt x="2" y="29"/>
                      <a:pt x="4" y="17"/>
                      <a:pt x="5" y="13"/>
                    </a:cubicBezTo>
                    <a:cubicBezTo>
                      <a:pt x="7" y="9"/>
                      <a:pt x="4" y="7"/>
                      <a:pt x="0" y="0"/>
                    </a:cubicBezTo>
                    <a:close/>
                    <a:moveTo>
                      <a:pt x="101" y="0"/>
                    </a:moveTo>
                    <a:cubicBezTo>
                      <a:pt x="143" y="0"/>
                      <a:pt x="143" y="0"/>
                      <a:pt x="143" y="0"/>
                    </a:cubicBezTo>
                    <a:cubicBezTo>
                      <a:pt x="144" y="5"/>
                      <a:pt x="146" y="9"/>
                      <a:pt x="150" y="15"/>
                    </a:cubicBezTo>
                    <a:cubicBezTo>
                      <a:pt x="152" y="19"/>
                      <a:pt x="153" y="28"/>
                      <a:pt x="155" y="39"/>
                    </a:cubicBezTo>
                    <a:cubicBezTo>
                      <a:pt x="103" y="39"/>
                      <a:pt x="103" y="39"/>
                      <a:pt x="103" y="39"/>
                    </a:cubicBezTo>
                    <a:cubicBezTo>
                      <a:pt x="102" y="26"/>
                      <a:pt x="102" y="12"/>
                      <a:pt x="101" y="0"/>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6" name="Freeform 153"/>
              <p:cNvSpPr>
                <a:spLocks noEditPoints="1"/>
              </p:cNvSpPr>
              <p:nvPr/>
            </p:nvSpPr>
            <p:spPr bwMode="auto">
              <a:xfrm>
                <a:off x="1564" y="1944"/>
                <a:ext cx="295" cy="75"/>
              </a:xfrm>
              <a:custGeom>
                <a:avLst/>
                <a:gdLst>
                  <a:gd name="T0" fmla="*/ 0 w 154"/>
                  <a:gd name="T1" fmla="*/ 0 h 39"/>
                  <a:gd name="T2" fmla="*/ 43 w 154"/>
                  <a:gd name="T3" fmla="*/ 0 h 39"/>
                  <a:gd name="T4" fmla="*/ 44 w 154"/>
                  <a:gd name="T5" fmla="*/ 39 h 39"/>
                  <a:gd name="T6" fmla="*/ 3 w 154"/>
                  <a:gd name="T7" fmla="*/ 39 h 39"/>
                  <a:gd name="T8" fmla="*/ 4 w 154"/>
                  <a:gd name="T9" fmla="*/ 10 h 39"/>
                  <a:gd name="T10" fmla="*/ 0 w 154"/>
                  <a:gd name="T11" fmla="*/ 0 h 39"/>
                  <a:gd name="T12" fmla="*/ 100 w 154"/>
                  <a:gd name="T13" fmla="*/ 0 h 39"/>
                  <a:gd name="T14" fmla="*/ 143 w 154"/>
                  <a:gd name="T15" fmla="*/ 0 h 39"/>
                  <a:gd name="T16" fmla="*/ 149 w 154"/>
                  <a:gd name="T17" fmla="*/ 12 h 39"/>
                  <a:gd name="T18" fmla="*/ 154 w 154"/>
                  <a:gd name="T19" fmla="*/ 39 h 39"/>
                  <a:gd name="T20" fmla="*/ 102 w 154"/>
                  <a:gd name="T21" fmla="*/ 39 h 39"/>
                  <a:gd name="T22" fmla="*/ 100 w 154"/>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4" h="39">
                    <a:moveTo>
                      <a:pt x="0" y="0"/>
                    </a:moveTo>
                    <a:cubicBezTo>
                      <a:pt x="43" y="0"/>
                      <a:pt x="43" y="0"/>
                      <a:pt x="43" y="0"/>
                    </a:cubicBezTo>
                    <a:cubicBezTo>
                      <a:pt x="43" y="9"/>
                      <a:pt x="43" y="23"/>
                      <a:pt x="44" y="39"/>
                    </a:cubicBezTo>
                    <a:cubicBezTo>
                      <a:pt x="3" y="39"/>
                      <a:pt x="3" y="39"/>
                      <a:pt x="3" y="39"/>
                    </a:cubicBezTo>
                    <a:cubicBezTo>
                      <a:pt x="1" y="29"/>
                      <a:pt x="3" y="15"/>
                      <a:pt x="4" y="10"/>
                    </a:cubicBezTo>
                    <a:cubicBezTo>
                      <a:pt x="6" y="7"/>
                      <a:pt x="4" y="5"/>
                      <a:pt x="0" y="0"/>
                    </a:cubicBezTo>
                    <a:close/>
                    <a:moveTo>
                      <a:pt x="100" y="0"/>
                    </a:moveTo>
                    <a:cubicBezTo>
                      <a:pt x="143" y="0"/>
                      <a:pt x="143" y="0"/>
                      <a:pt x="143" y="0"/>
                    </a:cubicBezTo>
                    <a:cubicBezTo>
                      <a:pt x="144" y="3"/>
                      <a:pt x="146" y="7"/>
                      <a:pt x="149" y="12"/>
                    </a:cubicBezTo>
                    <a:cubicBezTo>
                      <a:pt x="151" y="16"/>
                      <a:pt x="153" y="26"/>
                      <a:pt x="154" y="39"/>
                    </a:cubicBezTo>
                    <a:cubicBezTo>
                      <a:pt x="102" y="39"/>
                      <a:pt x="102" y="39"/>
                      <a:pt x="102" y="39"/>
                    </a:cubicBezTo>
                    <a:cubicBezTo>
                      <a:pt x="101" y="25"/>
                      <a:pt x="101" y="12"/>
                      <a:pt x="100" y="0"/>
                    </a:cubicBez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7" name="Freeform 154"/>
              <p:cNvSpPr>
                <a:spLocks noEditPoints="1"/>
              </p:cNvSpPr>
              <p:nvPr/>
            </p:nvSpPr>
            <p:spPr bwMode="auto">
              <a:xfrm>
                <a:off x="1566" y="1950"/>
                <a:ext cx="293" cy="73"/>
              </a:xfrm>
              <a:custGeom>
                <a:avLst/>
                <a:gdLst>
                  <a:gd name="T0" fmla="*/ 1 w 153"/>
                  <a:gd name="T1" fmla="*/ 0 h 38"/>
                  <a:gd name="T2" fmla="*/ 42 w 153"/>
                  <a:gd name="T3" fmla="*/ 0 h 38"/>
                  <a:gd name="T4" fmla="*/ 44 w 153"/>
                  <a:gd name="T5" fmla="*/ 38 h 38"/>
                  <a:gd name="T6" fmla="*/ 2 w 153"/>
                  <a:gd name="T7" fmla="*/ 38 h 38"/>
                  <a:gd name="T8" fmla="*/ 3 w 153"/>
                  <a:gd name="T9" fmla="*/ 7 h 38"/>
                  <a:gd name="T10" fmla="*/ 1 w 153"/>
                  <a:gd name="T11" fmla="*/ 0 h 38"/>
                  <a:gd name="T12" fmla="*/ 99 w 153"/>
                  <a:gd name="T13" fmla="*/ 0 h 38"/>
                  <a:gd name="T14" fmla="*/ 143 w 153"/>
                  <a:gd name="T15" fmla="*/ 0 h 38"/>
                  <a:gd name="T16" fmla="*/ 148 w 153"/>
                  <a:gd name="T17" fmla="*/ 9 h 38"/>
                  <a:gd name="T18" fmla="*/ 153 w 153"/>
                  <a:gd name="T19" fmla="*/ 38 h 38"/>
                  <a:gd name="T20" fmla="*/ 101 w 153"/>
                  <a:gd name="T21" fmla="*/ 38 h 38"/>
                  <a:gd name="T22" fmla="*/ 99 w 153"/>
                  <a:gd name="T2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3" h="38">
                    <a:moveTo>
                      <a:pt x="1" y="0"/>
                    </a:moveTo>
                    <a:cubicBezTo>
                      <a:pt x="42" y="0"/>
                      <a:pt x="42" y="0"/>
                      <a:pt x="42" y="0"/>
                    </a:cubicBezTo>
                    <a:cubicBezTo>
                      <a:pt x="42" y="9"/>
                      <a:pt x="43" y="23"/>
                      <a:pt x="44" y="38"/>
                    </a:cubicBezTo>
                    <a:cubicBezTo>
                      <a:pt x="2" y="38"/>
                      <a:pt x="2" y="38"/>
                      <a:pt x="2" y="38"/>
                    </a:cubicBezTo>
                    <a:cubicBezTo>
                      <a:pt x="0" y="29"/>
                      <a:pt x="1" y="12"/>
                      <a:pt x="3" y="7"/>
                    </a:cubicBezTo>
                    <a:cubicBezTo>
                      <a:pt x="4" y="4"/>
                      <a:pt x="3" y="3"/>
                      <a:pt x="1" y="0"/>
                    </a:cubicBezTo>
                    <a:close/>
                    <a:moveTo>
                      <a:pt x="99" y="0"/>
                    </a:moveTo>
                    <a:cubicBezTo>
                      <a:pt x="143" y="0"/>
                      <a:pt x="143" y="0"/>
                      <a:pt x="143" y="0"/>
                    </a:cubicBezTo>
                    <a:cubicBezTo>
                      <a:pt x="144" y="2"/>
                      <a:pt x="145" y="5"/>
                      <a:pt x="148" y="9"/>
                    </a:cubicBezTo>
                    <a:cubicBezTo>
                      <a:pt x="150" y="13"/>
                      <a:pt x="152" y="25"/>
                      <a:pt x="153" y="38"/>
                    </a:cubicBezTo>
                    <a:cubicBezTo>
                      <a:pt x="101" y="38"/>
                      <a:pt x="101" y="38"/>
                      <a:pt x="101" y="38"/>
                    </a:cubicBezTo>
                    <a:cubicBezTo>
                      <a:pt x="101" y="25"/>
                      <a:pt x="100" y="12"/>
                      <a:pt x="99" y="0"/>
                    </a:cubicBez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8" name="Freeform 155"/>
              <p:cNvSpPr>
                <a:spLocks noEditPoints="1"/>
              </p:cNvSpPr>
              <p:nvPr/>
            </p:nvSpPr>
            <p:spPr bwMode="auto">
              <a:xfrm>
                <a:off x="1564" y="1954"/>
                <a:ext cx="295" cy="75"/>
              </a:xfrm>
              <a:custGeom>
                <a:avLst/>
                <a:gdLst>
                  <a:gd name="T0" fmla="*/ 4 w 154"/>
                  <a:gd name="T1" fmla="*/ 0 h 39"/>
                  <a:gd name="T2" fmla="*/ 43 w 154"/>
                  <a:gd name="T3" fmla="*/ 0 h 39"/>
                  <a:gd name="T4" fmla="*/ 45 w 154"/>
                  <a:gd name="T5" fmla="*/ 39 h 39"/>
                  <a:gd name="T6" fmla="*/ 4 w 154"/>
                  <a:gd name="T7" fmla="*/ 39 h 39"/>
                  <a:gd name="T8" fmla="*/ 4 w 154"/>
                  <a:gd name="T9" fmla="*/ 5 h 39"/>
                  <a:gd name="T10" fmla="*/ 4 w 154"/>
                  <a:gd name="T11" fmla="*/ 0 h 39"/>
                  <a:gd name="T12" fmla="*/ 100 w 154"/>
                  <a:gd name="T13" fmla="*/ 0 h 39"/>
                  <a:gd name="T14" fmla="*/ 145 w 154"/>
                  <a:gd name="T15" fmla="*/ 0 h 39"/>
                  <a:gd name="T16" fmla="*/ 149 w 154"/>
                  <a:gd name="T17" fmla="*/ 7 h 39"/>
                  <a:gd name="T18" fmla="*/ 154 w 154"/>
                  <a:gd name="T19" fmla="*/ 39 h 39"/>
                  <a:gd name="T20" fmla="*/ 102 w 154"/>
                  <a:gd name="T21" fmla="*/ 39 h 39"/>
                  <a:gd name="T22" fmla="*/ 100 w 154"/>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4" h="39">
                    <a:moveTo>
                      <a:pt x="4" y="0"/>
                    </a:moveTo>
                    <a:cubicBezTo>
                      <a:pt x="43" y="0"/>
                      <a:pt x="43" y="0"/>
                      <a:pt x="43" y="0"/>
                    </a:cubicBezTo>
                    <a:cubicBezTo>
                      <a:pt x="43" y="10"/>
                      <a:pt x="44" y="24"/>
                      <a:pt x="45" y="39"/>
                    </a:cubicBezTo>
                    <a:cubicBezTo>
                      <a:pt x="4" y="39"/>
                      <a:pt x="4" y="39"/>
                      <a:pt x="4" y="39"/>
                    </a:cubicBezTo>
                    <a:cubicBezTo>
                      <a:pt x="0" y="30"/>
                      <a:pt x="2" y="11"/>
                      <a:pt x="4" y="5"/>
                    </a:cubicBezTo>
                    <a:cubicBezTo>
                      <a:pt x="5" y="3"/>
                      <a:pt x="5" y="2"/>
                      <a:pt x="4" y="0"/>
                    </a:cubicBezTo>
                    <a:close/>
                    <a:moveTo>
                      <a:pt x="100" y="0"/>
                    </a:moveTo>
                    <a:cubicBezTo>
                      <a:pt x="145" y="0"/>
                      <a:pt x="145" y="0"/>
                      <a:pt x="145" y="0"/>
                    </a:cubicBezTo>
                    <a:cubicBezTo>
                      <a:pt x="146" y="2"/>
                      <a:pt x="147" y="5"/>
                      <a:pt x="149" y="7"/>
                    </a:cubicBezTo>
                    <a:cubicBezTo>
                      <a:pt x="151" y="11"/>
                      <a:pt x="153" y="24"/>
                      <a:pt x="154" y="39"/>
                    </a:cubicBezTo>
                    <a:cubicBezTo>
                      <a:pt x="102" y="39"/>
                      <a:pt x="102" y="39"/>
                      <a:pt x="102" y="39"/>
                    </a:cubicBezTo>
                    <a:cubicBezTo>
                      <a:pt x="102" y="26"/>
                      <a:pt x="101" y="13"/>
                      <a:pt x="100" y="0"/>
                    </a:cubicBezTo>
                    <a:close/>
                  </a:path>
                </a:pathLst>
              </a:custGeom>
              <a:solidFill>
                <a:srgbClr val="F1F0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29" name="Freeform 156"/>
              <p:cNvSpPr>
                <a:spLocks noEditPoints="1"/>
              </p:cNvSpPr>
              <p:nvPr/>
            </p:nvSpPr>
            <p:spPr bwMode="auto">
              <a:xfrm>
                <a:off x="1564" y="1960"/>
                <a:ext cx="297" cy="74"/>
              </a:xfrm>
              <a:custGeom>
                <a:avLst/>
                <a:gdLst>
                  <a:gd name="T0" fmla="*/ 5 w 155"/>
                  <a:gd name="T1" fmla="*/ 0 h 39"/>
                  <a:gd name="T2" fmla="*/ 43 w 155"/>
                  <a:gd name="T3" fmla="*/ 0 h 39"/>
                  <a:gd name="T4" fmla="*/ 45 w 155"/>
                  <a:gd name="T5" fmla="*/ 39 h 39"/>
                  <a:gd name="T6" fmla="*/ 6 w 155"/>
                  <a:gd name="T7" fmla="*/ 39 h 39"/>
                  <a:gd name="T8" fmla="*/ 4 w 155"/>
                  <a:gd name="T9" fmla="*/ 2 h 39"/>
                  <a:gd name="T10" fmla="*/ 5 w 155"/>
                  <a:gd name="T11" fmla="*/ 0 h 39"/>
                  <a:gd name="T12" fmla="*/ 101 w 155"/>
                  <a:gd name="T13" fmla="*/ 0 h 39"/>
                  <a:gd name="T14" fmla="*/ 146 w 155"/>
                  <a:gd name="T15" fmla="*/ 0 h 39"/>
                  <a:gd name="T16" fmla="*/ 149 w 155"/>
                  <a:gd name="T17" fmla="*/ 4 h 39"/>
                  <a:gd name="T18" fmla="*/ 155 w 155"/>
                  <a:gd name="T19" fmla="*/ 39 h 39"/>
                  <a:gd name="T20" fmla="*/ 103 w 155"/>
                  <a:gd name="T21" fmla="*/ 39 h 39"/>
                  <a:gd name="T22" fmla="*/ 101 w 155"/>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5" h="39">
                    <a:moveTo>
                      <a:pt x="5" y="0"/>
                    </a:moveTo>
                    <a:cubicBezTo>
                      <a:pt x="43" y="0"/>
                      <a:pt x="43" y="0"/>
                      <a:pt x="43" y="0"/>
                    </a:cubicBezTo>
                    <a:cubicBezTo>
                      <a:pt x="43" y="10"/>
                      <a:pt x="44" y="24"/>
                      <a:pt x="45" y="39"/>
                    </a:cubicBezTo>
                    <a:cubicBezTo>
                      <a:pt x="6" y="39"/>
                      <a:pt x="6" y="39"/>
                      <a:pt x="6" y="39"/>
                    </a:cubicBezTo>
                    <a:cubicBezTo>
                      <a:pt x="0" y="33"/>
                      <a:pt x="2" y="8"/>
                      <a:pt x="4" y="2"/>
                    </a:cubicBezTo>
                    <a:cubicBezTo>
                      <a:pt x="4" y="1"/>
                      <a:pt x="5" y="1"/>
                      <a:pt x="5" y="0"/>
                    </a:cubicBezTo>
                    <a:close/>
                    <a:moveTo>
                      <a:pt x="101" y="0"/>
                    </a:moveTo>
                    <a:cubicBezTo>
                      <a:pt x="146" y="0"/>
                      <a:pt x="146" y="0"/>
                      <a:pt x="146" y="0"/>
                    </a:cubicBezTo>
                    <a:cubicBezTo>
                      <a:pt x="147" y="1"/>
                      <a:pt x="148" y="3"/>
                      <a:pt x="149" y="4"/>
                    </a:cubicBezTo>
                    <a:cubicBezTo>
                      <a:pt x="151" y="9"/>
                      <a:pt x="153" y="23"/>
                      <a:pt x="155" y="39"/>
                    </a:cubicBezTo>
                    <a:cubicBezTo>
                      <a:pt x="103" y="39"/>
                      <a:pt x="103" y="39"/>
                      <a:pt x="103" y="39"/>
                    </a:cubicBezTo>
                    <a:cubicBezTo>
                      <a:pt x="102" y="26"/>
                      <a:pt x="101" y="13"/>
                      <a:pt x="101"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0" name="Freeform 157"/>
              <p:cNvSpPr>
                <a:spLocks noEditPoints="1"/>
              </p:cNvSpPr>
              <p:nvPr/>
            </p:nvSpPr>
            <p:spPr bwMode="auto">
              <a:xfrm>
                <a:off x="1564" y="1965"/>
                <a:ext cx="297" cy="73"/>
              </a:xfrm>
              <a:custGeom>
                <a:avLst/>
                <a:gdLst>
                  <a:gd name="T0" fmla="*/ 4 w 155"/>
                  <a:gd name="T1" fmla="*/ 0 h 38"/>
                  <a:gd name="T2" fmla="*/ 43 w 155"/>
                  <a:gd name="T3" fmla="*/ 0 h 38"/>
                  <a:gd name="T4" fmla="*/ 45 w 155"/>
                  <a:gd name="T5" fmla="*/ 38 h 38"/>
                  <a:gd name="T6" fmla="*/ 8 w 155"/>
                  <a:gd name="T7" fmla="*/ 38 h 38"/>
                  <a:gd name="T8" fmla="*/ 6 w 155"/>
                  <a:gd name="T9" fmla="*/ 36 h 38"/>
                  <a:gd name="T10" fmla="*/ 4 w 155"/>
                  <a:gd name="T11" fmla="*/ 0 h 38"/>
                  <a:gd name="T12" fmla="*/ 101 w 155"/>
                  <a:gd name="T13" fmla="*/ 0 h 38"/>
                  <a:gd name="T14" fmla="*/ 148 w 155"/>
                  <a:gd name="T15" fmla="*/ 0 h 38"/>
                  <a:gd name="T16" fmla="*/ 149 w 155"/>
                  <a:gd name="T17" fmla="*/ 1 h 38"/>
                  <a:gd name="T18" fmla="*/ 155 w 155"/>
                  <a:gd name="T19" fmla="*/ 38 h 38"/>
                  <a:gd name="T20" fmla="*/ 103 w 155"/>
                  <a:gd name="T21" fmla="*/ 38 h 38"/>
                  <a:gd name="T22" fmla="*/ 101 w 155"/>
                  <a:gd name="T2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5" h="38">
                    <a:moveTo>
                      <a:pt x="4" y="0"/>
                    </a:moveTo>
                    <a:cubicBezTo>
                      <a:pt x="43" y="0"/>
                      <a:pt x="43" y="0"/>
                      <a:pt x="43" y="0"/>
                    </a:cubicBezTo>
                    <a:cubicBezTo>
                      <a:pt x="43" y="10"/>
                      <a:pt x="44" y="24"/>
                      <a:pt x="45" y="38"/>
                    </a:cubicBezTo>
                    <a:cubicBezTo>
                      <a:pt x="8" y="38"/>
                      <a:pt x="8" y="38"/>
                      <a:pt x="8" y="38"/>
                    </a:cubicBezTo>
                    <a:cubicBezTo>
                      <a:pt x="7" y="38"/>
                      <a:pt x="7" y="37"/>
                      <a:pt x="6" y="36"/>
                    </a:cubicBezTo>
                    <a:cubicBezTo>
                      <a:pt x="0" y="30"/>
                      <a:pt x="2" y="7"/>
                      <a:pt x="4" y="0"/>
                    </a:cubicBezTo>
                    <a:close/>
                    <a:moveTo>
                      <a:pt x="101" y="0"/>
                    </a:moveTo>
                    <a:cubicBezTo>
                      <a:pt x="148" y="0"/>
                      <a:pt x="148" y="0"/>
                      <a:pt x="148" y="0"/>
                    </a:cubicBezTo>
                    <a:cubicBezTo>
                      <a:pt x="149" y="1"/>
                      <a:pt x="149" y="1"/>
                      <a:pt x="149" y="1"/>
                    </a:cubicBezTo>
                    <a:cubicBezTo>
                      <a:pt x="151" y="6"/>
                      <a:pt x="153" y="21"/>
                      <a:pt x="155" y="38"/>
                    </a:cubicBezTo>
                    <a:cubicBezTo>
                      <a:pt x="103" y="38"/>
                      <a:pt x="103" y="38"/>
                      <a:pt x="103" y="38"/>
                    </a:cubicBezTo>
                    <a:cubicBezTo>
                      <a:pt x="102" y="26"/>
                      <a:pt x="101" y="12"/>
                      <a:pt x="101"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1" name="Freeform 158"/>
              <p:cNvSpPr>
                <a:spLocks noEditPoints="1"/>
              </p:cNvSpPr>
              <p:nvPr/>
            </p:nvSpPr>
            <p:spPr bwMode="auto">
              <a:xfrm>
                <a:off x="1566" y="1971"/>
                <a:ext cx="295" cy="73"/>
              </a:xfrm>
              <a:custGeom>
                <a:avLst/>
                <a:gdLst>
                  <a:gd name="T0" fmla="*/ 2 w 154"/>
                  <a:gd name="T1" fmla="*/ 0 h 38"/>
                  <a:gd name="T2" fmla="*/ 42 w 154"/>
                  <a:gd name="T3" fmla="*/ 0 h 38"/>
                  <a:gd name="T4" fmla="*/ 44 w 154"/>
                  <a:gd name="T5" fmla="*/ 38 h 38"/>
                  <a:gd name="T6" fmla="*/ 7 w 154"/>
                  <a:gd name="T7" fmla="*/ 38 h 38"/>
                  <a:gd name="T8" fmla="*/ 5 w 154"/>
                  <a:gd name="T9" fmla="*/ 33 h 38"/>
                  <a:gd name="T10" fmla="*/ 2 w 154"/>
                  <a:gd name="T11" fmla="*/ 0 h 38"/>
                  <a:gd name="T12" fmla="*/ 100 w 154"/>
                  <a:gd name="T13" fmla="*/ 0 h 38"/>
                  <a:gd name="T14" fmla="*/ 148 w 154"/>
                  <a:gd name="T15" fmla="*/ 0 h 38"/>
                  <a:gd name="T16" fmla="*/ 154 w 154"/>
                  <a:gd name="T17" fmla="*/ 38 h 38"/>
                  <a:gd name="T18" fmla="*/ 102 w 154"/>
                  <a:gd name="T19" fmla="*/ 38 h 38"/>
                  <a:gd name="T20" fmla="*/ 100 w 154"/>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38">
                    <a:moveTo>
                      <a:pt x="2" y="0"/>
                    </a:moveTo>
                    <a:cubicBezTo>
                      <a:pt x="42" y="0"/>
                      <a:pt x="42" y="0"/>
                      <a:pt x="42" y="0"/>
                    </a:cubicBezTo>
                    <a:cubicBezTo>
                      <a:pt x="43" y="10"/>
                      <a:pt x="43" y="23"/>
                      <a:pt x="44" y="38"/>
                    </a:cubicBezTo>
                    <a:cubicBezTo>
                      <a:pt x="7" y="38"/>
                      <a:pt x="7" y="38"/>
                      <a:pt x="7" y="38"/>
                    </a:cubicBezTo>
                    <a:cubicBezTo>
                      <a:pt x="7" y="36"/>
                      <a:pt x="7" y="35"/>
                      <a:pt x="5" y="33"/>
                    </a:cubicBezTo>
                    <a:cubicBezTo>
                      <a:pt x="0" y="28"/>
                      <a:pt x="1" y="8"/>
                      <a:pt x="2" y="0"/>
                    </a:cubicBezTo>
                    <a:close/>
                    <a:moveTo>
                      <a:pt x="100" y="0"/>
                    </a:moveTo>
                    <a:cubicBezTo>
                      <a:pt x="148" y="0"/>
                      <a:pt x="148" y="0"/>
                      <a:pt x="148" y="0"/>
                    </a:cubicBezTo>
                    <a:cubicBezTo>
                      <a:pt x="151" y="6"/>
                      <a:pt x="153" y="21"/>
                      <a:pt x="154" y="38"/>
                    </a:cubicBezTo>
                    <a:cubicBezTo>
                      <a:pt x="102" y="38"/>
                      <a:pt x="102" y="38"/>
                      <a:pt x="102" y="38"/>
                    </a:cubicBezTo>
                    <a:cubicBezTo>
                      <a:pt x="101" y="25"/>
                      <a:pt x="100" y="12"/>
                      <a:pt x="100" y="0"/>
                    </a:cubicBezTo>
                    <a:close/>
                  </a:path>
                </a:pathLst>
              </a:custGeom>
              <a:solidFill>
                <a:srgbClr val="F9F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2" name="Freeform 159"/>
              <p:cNvSpPr>
                <a:spLocks noEditPoints="1"/>
              </p:cNvSpPr>
              <p:nvPr/>
            </p:nvSpPr>
            <p:spPr bwMode="auto">
              <a:xfrm>
                <a:off x="1566" y="1975"/>
                <a:ext cx="295" cy="75"/>
              </a:xfrm>
              <a:custGeom>
                <a:avLst/>
                <a:gdLst>
                  <a:gd name="T0" fmla="*/ 2 w 154"/>
                  <a:gd name="T1" fmla="*/ 0 h 39"/>
                  <a:gd name="T2" fmla="*/ 42 w 154"/>
                  <a:gd name="T3" fmla="*/ 0 h 39"/>
                  <a:gd name="T4" fmla="*/ 45 w 154"/>
                  <a:gd name="T5" fmla="*/ 39 h 39"/>
                  <a:gd name="T6" fmla="*/ 7 w 154"/>
                  <a:gd name="T7" fmla="*/ 39 h 39"/>
                  <a:gd name="T8" fmla="*/ 5 w 154"/>
                  <a:gd name="T9" fmla="*/ 31 h 39"/>
                  <a:gd name="T10" fmla="*/ 2 w 154"/>
                  <a:gd name="T11" fmla="*/ 0 h 39"/>
                  <a:gd name="T12" fmla="*/ 100 w 154"/>
                  <a:gd name="T13" fmla="*/ 0 h 39"/>
                  <a:gd name="T14" fmla="*/ 149 w 154"/>
                  <a:gd name="T15" fmla="*/ 0 h 39"/>
                  <a:gd name="T16" fmla="*/ 154 w 154"/>
                  <a:gd name="T17" fmla="*/ 39 h 39"/>
                  <a:gd name="T18" fmla="*/ 102 w 154"/>
                  <a:gd name="T19" fmla="*/ 39 h 39"/>
                  <a:gd name="T20" fmla="*/ 100 w 154"/>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39">
                    <a:moveTo>
                      <a:pt x="2" y="0"/>
                    </a:moveTo>
                    <a:cubicBezTo>
                      <a:pt x="42" y="0"/>
                      <a:pt x="42" y="0"/>
                      <a:pt x="42" y="0"/>
                    </a:cubicBezTo>
                    <a:cubicBezTo>
                      <a:pt x="43" y="11"/>
                      <a:pt x="44" y="24"/>
                      <a:pt x="45" y="39"/>
                    </a:cubicBezTo>
                    <a:cubicBezTo>
                      <a:pt x="7" y="39"/>
                      <a:pt x="7" y="39"/>
                      <a:pt x="7" y="39"/>
                    </a:cubicBezTo>
                    <a:cubicBezTo>
                      <a:pt x="8" y="36"/>
                      <a:pt x="8" y="33"/>
                      <a:pt x="5" y="31"/>
                    </a:cubicBezTo>
                    <a:cubicBezTo>
                      <a:pt x="0" y="26"/>
                      <a:pt x="0" y="10"/>
                      <a:pt x="2" y="0"/>
                    </a:cubicBezTo>
                    <a:close/>
                    <a:moveTo>
                      <a:pt x="100" y="0"/>
                    </a:moveTo>
                    <a:cubicBezTo>
                      <a:pt x="149" y="0"/>
                      <a:pt x="149" y="0"/>
                      <a:pt x="149" y="0"/>
                    </a:cubicBezTo>
                    <a:cubicBezTo>
                      <a:pt x="151" y="8"/>
                      <a:pt x="153" y="23"/>
                      <a:pt x="154" y="39"/>
                    </a:cubicBezTo>
                    <a:cubicBezTo>
                      <a:pt x="102" y="39"/>
                      <a:pt x="102" y="39"/>
                      <a:pt x="102" y="39"/>
                    </a:cubicBezTo>
                    <a:cubicBezTo>
                      <a:pt x="101" y="26"/>
                      <a:pt x="101" y="13"/>
                      <a:pt x="100"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3" name="Freeform 160"/>
              <p:cNvSpPr>
                <a:spLocks noEditPoints="1"/>
              </p:cNvSpPr>
              <p:nvPr/>
            </p:nvSpPr>
            <p:spPr bwMode="auto">
              <a:xfrm>
                <a:off x="1566" y="1981"/>
                <a:ext cx="295" cy="74"/>
              </a:xfrm>
              <a:custGeom>
                <a:avLst/>
                <a:gdLst>
                  <a:gd name="T0" fmla="*/ 2 w 154"/>
                  <a:gd name="T1" fmla="*/ 0 h 39"/>
                  <a:gd name="T2" fmla="*/ 42 w 154"/>
                  <a:gd name="T3" fmla="*/ 0 h 39"/>
                  <a:gd name="T4" fmla="*/ 45 w 154"/>
                  <a:gd name="T5" fmla="*/ 39 h 39"/>
                  <a:gd name="T6" fmla="*/ 6 w 154"/>
                  <a:gd name="T7" fmla="*/ 39 h 39"/>
                  <a:gd name="T8" fmla="*/ 5 w 154"/>
                  <a:gd name="T9" fmla="*/ 28 h 39"/>
                  <a:gd name="T10" fmla="*/ 2 w 154"/>
                  <a:gd name="T11" fmla="*/ 0 h 39"/>
                  <a:gd name="T12" fmla="*/ 100 w 154"/>
                  <a:gd name="T13" fmla="*/ 0 h 39"/>
                  <a:gd name="T14" fmla="*/ 150 w 154"/>
                  <a:gd name="T15" fmla="*/ 0 h 39"/>
                  <a:gd name="T16" fmla="*/ 154 w 154"/>
                  <a:gd name="T17" fmla="*/ 39 h 39"/>
                  <a:gd name="T18" fmla="*/ 102 w 154"/>
                  <a:gd name="T19" fmla="*/ 39 h 39"/>
                  <a:gd name="T20" fmla="*/ 100 w 154"/>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39">
                    <a:moveTo>
                      <a:pt x="2" y="0"/>
                    </a:moveTo>
                    <a:cubicBezTo>
                      <a:pt x="42" y="0"/>
                      <a:pt x="42" y="0"/>
                      <a:pt x="42" y="0"/>
                    </a:cubicBezTo>
                    <a:cubicBezTo>
                      <a:pt x="43" y="11"/>
                      <a:pt x="44" y="24"/>
                      <a:pt x="45" y="39"/>
                    </a:cubicBezTo>
                    <a:cubicBezTo>
                      <a:pt x="6" y="39"/>
                      <a:pt x="6" y="39"/>
                      <a:pt x="6" y="39"/>
                    </a:cubicBezTo>
                    <a:cubicBezTo>
                      <a:pt x="8" y="35"/>
                      <a:pt x="8" y="31"/>
                      <a:pt x="5" y="28"/>
                    </a:cubicBezTo>
                    <a:cubicBezTo>
                      <a:pt x="1" y="24"/>
                      <a:pt x="0" y="10"/>
                      <a:pt x="2" y="0"/>
                    </a:cubicBezTo>
                    <a:close/>
                    <a:moveTo>
                      <a:pt x="100" y="0"/>
                    </a:moveTo>
                    <a:cubicBezTo>
                      <a:pt x="150" y="0"/>
                      <a:pt x="150" y="0"/>
                      <a:pt x="150" y="0"/>
                    </a:cubicBezTo>
                    <a:cubicBezTo>
                      <a:pt x="152" y="9"/>
                      <a:pt x="153" y="23"/>
                      <a:pt x="154" y="39"/>
                    </a:cubicBezTo>
                    <a:cubicBezTo>
                      <a:pt x="102" y="39"/>
                      <a:pt x="102" y="39"/>
                      <a:pt x="102" y="39"/>
                    </a:cubicBezTo>
                    <a:cubicBezTo>
                      <a:pt x="101" y="26"/>
                      <a:pt x="101" y="13"/>
                      <a:pt x="10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4" name="Freeform 161"/>
              <p:cNvSpPr>
                <a:spLocks noEditPoints="1"/>
              </p:cNvSpPr>
              <p:nvPr/>
            </p:nvSpPr>
            <p:spPr bwMode="auto">
              <a:xfrm>
                <a:off x="2312" y="1611"/>
                <a:ext cx="174" cy="21"/>
              </a:xfrm>
              <a:custGeom>
                <a:avLst/>
                <a:gdLst>
                  <a:gd name="T0" fmla="*/ 91 w 91"/>
                  <a:gd name="T1" fmla="*/ 11 h 11"/>
                  <a:gd name="T2" fmla="*/ 57 w 91"/>
                  <a:gd name="T3" fmla="*/ 11 h 11"/>
                  <a:gd name="T4" fmla="*/ 65 w 91"/>
                  <a:gd name="T5" fmla="*/ 1 h 11"/>
                  <a:gd name="T6" fmla="*/ 91 w 91"/>
                  <a:gd name="T7" fmla="*/ 11 h 11"/>
                  <a:gd name="T8" fmla="*/ 91 w 91"/>
                  <a:gd name="T9" fmla="*/ 11 h 11"/>
                  <a:gd name="T10" fmla="*/ 50 w 91"/>
                  <a:gd name="T11" fmla="*/ 11 h 11"/>
                  <a:gd name="T12" fmla="*/ 44 w 91"/>
                  <a:gd name="T13" fmla="*/ 11 h 11"/>
                  <a:gd name="T14" fmla="*/ 43 w 91"/>
                  <a:gd name="T15" fmla="*/ 10 h 11"/>
                  <a:gd name="T16" fmla="*/ 49 w 91"/>
                  <a:gd name="T17" fmla="*/ 10 h 11"/>
                  <a:gd name="T18" fmla="*/ 50 w 91"/>
                  <a:gd name="T19" fmla="*/ 11 h 11"/>
                  <a:gd name="T20" fmla="*/ 36 w 91"/>
                  <a:gd name="T21" fmla="*/ 11 h 11"/>
                  <a:gd name="T22" fmla="*/ 2 w 91"/>
                  <a:gd name="T23" fmla="*/ 11 h 11"/>
                  <a:gd name="T24" fmla="*/ 1 w 91"/>
                  <a:gd name="T25" fmla="*/ 6 h 11"/>
                  <a:gd name="T26" fmla="*/ 24 w 91"/>
                  <a:gd name="T27" fmla="*/ 3 h 11"/>
                  <a:gd name="T28" fmla="*/ 36 w 91"/>
                  <a:gd name="T2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1" h="11">
                    <a:moveTo>
                      <a:pt x="91" y="11"/>
                    </a:moveTo>
                    <a:cubicBezTo>
                      <a:pt x="57" y="11"/>
                      <a:pt x="57" y="11"/>
                      <a:pt x="57" y="11"/>
                    </a:cubicBezTo>
                    <a:cubicBezTo>
                      <a:pt x="55" y="7"/>
                      <a:pt x="56" y="1"/>
                      <a:pt x="65" y="1"/>
                    </a:cubicBezTo>
                    <a:cubicBezTo>
                      <a:pt x="77" y="0"/>
                      <a:pt x="91" y="6"/>
                      <a:pt x="91" y="11"/>
                    </a:cubicBezTo>
                    <a:cubicBezTo>
                      <a:pt x="91" y="11"/>
                      <a:pt x="91" y="11"/>
                      <a:pt x="91" y="11"/>
                    </a:cubicBezTo>
                    <a:close/>
                    <a:moveTo>
                      <a:pt x="50" y="11"/>
                    </a:moveTo>
                    <a:cubicBezTo>
                      <a:pt x="44" y="11"/>
                      <a:pt x="44" y="11"/>
                      <a:pt x="44" y="11"/>
                    </a:cubicBezTo>
                    <a:cubicBezTo>
                      <a:pt x="43" y="11"/>
                      <a:pt x="43" y="10"/>
                      <a:pt x="43" y="10"/>
                    </a:cubicBezTo>
                    <a:cubicBezTo>
                      <a:pt x="49" y="10"/>
                      <a:pt x="49" y="10"/>
                      <a:pt x="49" y="10"/>
                    </a:cubicBezTo>
                    <a:cubicBezTo>
                      <a:pt x="49" y="10"/>
                      <a:pt x="49" y="10"/>
                      <a:pt x="50" y="11"/>
                    </a:cubicBezTo>
                    <a:close/>
                    <a:moveTo>
                      <a:pt x="36" y="11"/>
                    </a:moveTo>
                    <a:cubicBezTo>
                      <a:pt x="2" y="11"/>
                      <a:pt x="2" y="11"/>
                      <a:pt x="2" y="11"/>
                    </a:cubicBezTo>
                    <a:cubicBezTo>
                      <a:pt x="1" y="10"/>
                      <a:pt x="0" y="8"/>
                      <a:pt x="1" y="6"/>
                    </a:cubicBezTo>
                    <a:cubicBezTo>
                      <a:pt x="2" y="1"/>
                      <a:pt x="11" y="2"/>
                      <a:pt x="24" y="3"/>
                    </a:cubicBezTo>
                    <a:cubicBezTo>
                      <a:pt x="33" y="3"/>
                      <a:pt x="35" y="8"/>
                      <a:pt x="36" y="11"/>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5" name="Freeform 162"/>
              <p:cNvSpPr>
                <a:spLocks noEditPoints="1"/>
              </p:cNvSpPr>
              <p:nvPr/>
            </p:nvSpPr>
            <p:spPr bwMode="auto">
              <a:xfrm>
                <a:off x="2312" y="1611"/>
                <a:ext cx="174" cy="25"/>
              </a:xfrm>
              <a:custGeom>
                <a:avLst/>
                <a:gdLst>
                  <a:gd name="T0" fmla="*/ 91 w 91"/>
                  <a:gd name="T1" fmla="*/ 13 h 13"/>
                  <a:gd name="T2" fmla="*/ 57 w 91"/>
                  <a:gd name="T3" fmla="*/ 13 h 13"/>
                  <a:gd name="T4" fmla="*/ 65 w 91"/>
                  <a:gd name="T5" fmla="*/ 1 h 13"/>
                  <a:gd name="T6" fmla="*/ 91 w 91"/>
                  <a:gd name="T7" fmla="*/ 11 h 13"/>
                  <a:gd name="T8" fmla="*/ 91 w 91"/>
                  <a:gd name="T9" fmla="*/ 13 h 13"/>
                  <a:gd name="T10" fmla="*/ 50 w 91"/>
                  <a:gd name="T11" fmla="*/ 13 h 13"/>
                  <a:gd name="T12" fmla="*/ 44 w 91"/>
                  <a:gd name="T13" fmla="*/ 13 h 13"/>
                  <a:gd name="T14" fmla="*/ 43 w 91"/>
                  <a:gd name="T15" fmla="*/ 10 h 13"/>
                  <a:gd name="T16" fmla="*/ 49 w 91"/>
                  <a:gd name="T17" fmla="*/ 10 h 13"/>
                  <a:gd name="T18" fmla="*/ 50 w 91"/>
                  <a:gd name="T19" fmla="*/ 13 h 13"/>
                  <a:gd name="T20" fmla="*/ 36 w 91"/>
                  <a:gd name="T21" fmla="*/ 13 h 13"/>
                  <a:gd name="T22" fmla="*/ 3 w 91"/>
                  <a:gd name="T23" fmla="*/ 13 h 13"/>
                  <a:gd name="T24" fmla="*/ 1 w 91"/>
                  <a:gd name="T25" fmla="*/ 6 h 13"/>
                  <a:gd name="T26" fmla="*/ 24 w 91"/>
                  <a:gd name="T27" fmla="*/ 3 h 13"/>
                  <a:gd name="T28" fmla="*/ 36 w 91"/>
                  <a:gd name="T2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1" h="13">
                    <a:moveTo>
                      <a:pt x="91" y="13"/>
                    </a:moveTo>
                    <a:cubicBezTo>
                      <a:pt x="57" y="13"/>
                      <a:pt x="57" y="13"/>
                      <a:pt x="57" y="13"/>
                    </a:cubicBezTo>
                    <a:cubicBezTo>
                      <a:pt x="55" y="8"/>
                      <a:pt x="55" y="1"/>
                      <a:pt x="65" y="1"/>
                    </a:cubicBezTo>
                    <a:cubicBezTo>
                      <a:pt x="77" y="0"/>
                      <a:pt x="91" y="6"/>
                      <a:pt x="91" y="11"/>
                    </a:cubicBezTo>
                    <a:cubicBezTo>
                      <a:pt x="91" y="11"/>
                      <a:pt x="91" y="12"/>
                      <a:pt x="91" y="13"/>
                    </a:cubicBezTo>
                    <a:close/>
                    <a:moveTo>
                      <a:pt x="50" y="13"/>
                    </a:moveTo>
                    <a:cubicBezTo>
                      <a:pt x="44" y="13"/>
                      <a:pt x="44" y="13"/>
                      <a:pt x="44" y="13"/>
                    </a:cubicBezTo>
                    <a:cubicBezTo>
                      <a:pt x="44" y="11"/>
                      <a:pt x="43" y="10"/>
                      <a:pt x="43" y="10"/>
                    </a:cubicBezTo>
                    <a:cubicBezTo>
                      <a:pt x="49" y="10"/>
                      <a:pt x="49" y="10"/>
                      <a:pt x="49" y="10"/>
                    </a:cubicBezTo>
                    <a:cubicBezTo>
                      <a:pt x="49" y="10"/>
                      <a:pt x="50" y="11"/>
                      <a:pt x="50" y="13"/>
                    </a:cubicBezTo>
                    <a:close/>
                    <a:moveTo>
                      <a:pt x="36" y="13"/>
                    </a:moveTo>
                    <a:cubicBezTo>
                      <a:pt x="3" y="13"/>
                      <a:pt x="3" y="13"/>
                      <a:pt x="3" y="13"/>
                    </a:cubicBezTo>
                    <a:cubicBezTo>
                      <a:pt x="1" y="10"/>
                      <a:pt x="0" y="9"/>
                      <a:pt x="1" y="6"/>
                    </a:cubicBezTo>
                    <a:cubicBezTo>
                      <a:pt x="2" y="1"/>
                      <a:pt x="11" y="2"/>
                      <a:pt x="24" y="3"/>
                    </a:cubicBezTo>
                    <a:cubicBezTo>
                      <a:pt x="34" y="3"/>
                      <a:pt x="35" y="9"/>
                      <a:pt x="36" y="13"/>
                    </a:cubicBezTo>
                    <a:close/>
                  </a:path>
                </a:pathLst>
              </a:custGeom>
              <a:solidFill>
                <a:srgbClr val="C1BF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6" name="Freeform 163"/>
              <p:cNvSpPr>
                <a:spLocks noEditPoints="1"/>
              </p:cNvSpPr>
              <p:nvPr/>
            </p:nvSpPr>
            <p:spPr bwMode="auto">
              <a:xfrm>
                <a:off x="2312" y="1611"/>
                <a:ext cx="174" cy="27"/>
              </a:xfrm>
              <a:custGeom>
                <a:avLst/>
                <a:gdLst>
                  <a:gd name="T0" fmla="*/ 91 w 91"/>
                  <a:gd name="T1" fmla="*/ 14 h 14"/>
                  <a:gd name="T2" fmla="*/ 58 w 91"/>
                  <a:gd name="T3" fmla="*/ 14 h 14"/>
                  <a:gd name="T4" fmla="*/ 65 w 91"/>
                  <a:gd name="T5" fmla="*/ 1 h 14"/>
                  <a:gd name="T6" fmla="*/ 91 w 91"/>
                  <a:gd name="T7" fmla="*/ 11 h 14"/>
                  <a:gd name="T8" fmla="*/ 91 w 91"/>
                  <a:gd name="T9" fmla="*/ 14 h 14"/>
                  <a:gd name="T10" fmla="*/ 50 w 91"/>
                  <a:gd name="T11" fmla="*/ 14 h 14"/>
                  <a:gd name="T12" fmla="*/ 44 w 91"/>
                  <a:gd name="T13" fmla="*/ 14 h 14"/>
                  <a:gd name="T14" fmla="*/ 43 w 91"/>
                  <a:gd name="T15" fmla="*/ 10 h 14"/>
                  <a:gd name="T16" fmla="*/ 49 w 91"/>
                  <a:gd name="T17" fmla="*/ 10 h 14"/>
                  <a:gd name="T18" fmla="*/ 50 w 91"/>
                  <a:gd name="T19" fmla="*/ 14 h 14"/>
                  <a:gd name="T20" fmla="*/ 36 w 91"/>
                  <a:gd name="T21" fmla="*/ 14 h 14"/>
                  <a:gd name="T22" fmla="*/ 5 w 91"/>
                  <a:gd name="T23" fmla="*/ 14 h 14"/>
                  <a:gd name="T24" fmla="*/ 1 w 91"/>
                  <a:gd name="T25" fmla="*/ 6 h 14"/>
                  <a:gd name="T26" fmla="*/ 24 w 91"/>
                  <a:gd name="T27" fmla="*/ 3 h 14"/>
                  <a:gd name="T28" fmla="*/ 36 w 91"/>
                  <a:gd name="T2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1" h="14">
                    <a:moveTo>
                      <a:pt x="91" y="14"/>
                    </a:moveTo>
                    <a:cubicBezTo>
                      <a:pt x="58" y="14"/>
                      <a:pt x="58" y="14"/>
                      <a:pt x="58" y="14"/>
                    </a:cubicBezTo>
                    <a:cubicBezTo>
                      <a:pt x="55" y="9"/>
                      <a:pt x="54" y="1"/>
                      <a:pt x="65" y="1"/>
                    </a:cubicBezTo>
                    <a:cubicBezTo>
                      <a:pt x="77" y="0"/>
                      <a:pt x="91" y="6"/>
                      <a:pt x="91" y="11"/>
                    </a:cubicBezTo>
                    <a:cubicBezTo>
                      <a:pt x="91" y="12"/>
                      <a:pt x="91" y="13"/>
                      <a:pt x="91" y="14"/>
                    </a:cubicBezTo>
                    <a:close/>
                    <a:moveTo>
                      <a:pt x="50" y="14"/>
                    </a:moveTo>
                    <a:cubicBezTo>
                      <a:pt x="44" y="14"/>
                      <a:pt x="44" y="14"/>
                      <a:pt x="44" y="14"/>
                    </a:cubicBezTo>
                    <a:cubicBezTo>
                      <a:pt x="44" y="12"/>
                      <a:pt x="43" y="10"/>
                      <a:pt x="43" y="10"/>
                    </a:cubicBezTo>
                    <a:cubicBezTo>
                      <a:pt x="49" y="10"/>
                      <a:pt x="49" y="10"/>
                      <a:pt x="49" y="10"/>
                    </a:cubicBezTo>
                    <a:cubicBezTo>
                      <a:pt x="49" y="10"/>
                      <a:pt x="50" y="11"/>
                      <a:pt x="50" y="14"/>
                    </a:cubicBezTo>
                    <a:close/>
                    <a:moveTo>
                      <a:pt x="36" y="14"/>
                    </a:moveTo>
                    <a:cubicBezTo>
                      <a:pt x="5" y="14"/>
                      <a:pt x="5" y="14"/>
                      <a:pt x="5" y="14"/>
                    </a:cubicBezTo>
                    <a:cubicBezTo>
                      <a:pt x="1" y="11"/>
                      <a:pt x="0" y="9"/>
                      <a:pt x="1" y="6"/>
                    </a:cubicBezTo>
                    <a:cubicBezTo>
                      <a:pt x="2" y="1"/>
                      <a:pt x="11" y="2"/>
                      <a:pt x="24" y="3"/>
                    </a:cubicBezTo>
                    <a:cubicBezTo>
                      <a:pt x="35" y="3"/>
                      <a:pt x="35" y="10"/>
                      <a:pt x="36" y="14"/>
                    </a:cubicBezTo>
                    <a:close/>
                  </a:path>
                </a:pathLst>
              </a:custGeom>
              <a:solidFill>
                <a:srgbClr val="C2C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7" name="Freeform 164"/>
              <p:cNvSpPr>
                <a:spLocks noEditPoints="1"/>
              </p:cNvSpPr>
              <p:nvPr/>
            </p:nvSpPr>
            <p:spPr bwMode="auto">
              <a:xfrm>
                <a:off x="2312" y="1611"/>
                <a:ext cx="174" cy="29"/>
              </a:xfrm>
              <a:custGeom>
                <a:avLst/>
                <a:gdLst>
                  <a:gd name="T0" fmla="*/ 91 w 91"/>
                  <a:gd name="T1" fmla="*/ 15 h 15"/>
                  <a:gd name="T2" fmla="*/ 59 w 91"/>
                  <a:gd name="T3" fmla="*/ 15 h 15"/>
                  <a:gd name="T4" fmla="*/ 58 w 91"/>
                  <a:gd name="T5" fmla="*/ 14 h 15"/>
                  <a:gd name="T6" fmla="*/ 65 w 91"/>
                  <a:gd name="T7" fmla="*/ 1 h 15"/>
                  <a:gd name="T8" fmla="*/ 91 w 91"/>
                  <a:gd name="T9" fmla="*/ 11 h 15"/>
                  <a:gd name="T10" fmla="*/ 91 w 91"/>
                  <a:gd name="T11" fmla="*/ 15 h 15"/>
                  <a:gd name="T12" fmla="*/ 50 w 91"/>
                  <a:gd name="T13" fmla="*/ 15 h 15"/>
                  <a:gd name="T14" fmla="*/ 44 w 91"/>
                  <a:gd name="T15" fmla="*/ 15 h 15"/>
                  <a:gd name="T16" fmla="*/ 43 w 91"/>
                  <a:gd name="T17" fmla="*/ 10 h 15"/>
                  <a:gd name="T18" fmla="*/ 49 w 91"/>
                  <a:gd name="T19" fmla="*/ 10 h 15"/>
                  <a:gd name="T20" fmla="*/ 50 w 91"/>
                  <a:gd name="T21" fmla="*/ 15 h 15"/>
                  <a:gd name="T22" fmla="*/ 50 w 91"/>
                  <a:gd name="T23" fmla="*/ 15 h 15"/>
                  <a:gd name="T24" fmla="*/ 36 w 91"/>
                  <a:gd name="T25" fmla="*/ 15 h 15"/>
                  <a:gd name="T26" fmla="*/ 6 w 91"/>
                  <a:gd name="T27" fmla="*/ 15 h 15"/>
                  <a:gd name="T28" fmla="*/ 1 w 91"/>
                  <a:gd name="T29" fmla="*/ 6 h 15"/>
                  <a:gd name="T30" fmla="*/ 24 w 91"/>
                  <a:gd name="T31" fmla="*/ 3 h 15"/>
                  <a:gd name="T32" fmla="*/ 36 w 91"/>
                  <a:gd name="T3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15">
                    <a:moveTo>
                      <a:pt x="91" y="15"/>
                    </a:moveTo>
                    <a:cubicBezTo>
                      <a:pt x="59" y="15"/>
                      <a:pt x="59" y="15"/>
                      <a:pt x="59" y="15"/>
                    </a:cubicBezTo>
                    <a:cubicBezTo>
                      <a:pt x="59" y="15"/>
                      <a:pt x="58" y="15"/>
                      <a:pt x="58" y="14"/>
                    </a:cubicBezTo>
                    <a:cubicBezTo>
                      <a:pt x="55" y="9"/>
                      <a:pt x="54" y="1"/>
                      <a:pt x="65" y="1"/>
                    </a:cubicBezTo>
                    <a:cubicBezTo>
                      <a:pt x="77" y="0"/>
                      <a:pt x="91" y="6"/>
                      <a:pt x="91" y="11"/>
                    </a:cubicBezTo>
                    <a:cubicBezTo>
                      <a:pt x="91" y="12"/>
                      <a:pt x="91" y="14"/>
                      <a:pt x="91" y="15"/>
                    </a:cubicBezTo>
                    <a:close/>
                    <a:moveTo>
                      <a:pt x="50" y="15"/>
                    </a:moveTo>
                    <a:cubicBezTo>
                      <a:pt x="44" y="15"/>
                      <a:pt x="44" y="15"/>
                      <a:pt x="44" y="15"/>
                    </a:cubicBezTo>
                    <a:cubicBezTo>
                      <a:pt x="44" y="13"/>
                      <a:pt x="43" y="10"/>
                      <a:pt x="43" y="10"/>
                    </a:cubicBezTo>
                    <a:cubicBezTo>
                      <a:pt x="49" y="10"/>
                      <a:pt x="49" y="10"/>
                      <a:pt x="49" y="10"/>
                    </a:cubicBezTo>
                    <a:cubicBezTo>
                      <a:pt x="49" y="10"/>
                      <a:pt x="50" y="11"/>
                      <a:pt x="50" y="15"/>
                    </a:cubicBezTo>
                    <a:cubicBezTo>
                      <a:pt x="50" y="15"/>
                      <a:pt x="50" y="15"/>
                      <a:pt x="50" y="15"/>
                    </a:cubicBezTo>
                    <a:close/>
                    <a:moveTo>
                      <a:pt x="36" y="15"/>
                    </a:moveTo>
                    <a:cubicBezTo>
                      <a:pt x="6" y="15"/>
                      <a:pt x="6" y="15"/>
                      <a:pt x="6" y="15"/>
                    </a:cubicBezTo>
                    <a:cubicBezTo>
                      <a:pt x="2" y="12"/>
                      <a:pt x="0" y="9"/>
                      <a:pt x="1" y="6"/>
                    </a:cubicBezTo>
                    <a:cubicBezTo>
                      <a:pt x="2" y="1"/>
                      <a:pt x="11" y="2"/>
                      <a:pt x="24" y="3"/>
                    </a:cubicBezTo>
                    <a:cubicBezTo>
                      <a:pt x="36" y="3"/>
                      <a:pt x="35" y="11"/>
                      <a:pt x="36" y="15"/>
                    </a:cubicBezTo>
                    <a:close/>
                  </a:path>
                </a:pathLst>
              </a:custGeom>
              <a:solidFill>
                <a:srgbClr val="C4C2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8" name="Freeform 165"/>
              <p:cNvSpPr>
                <a:spLocks noEditPoints="1"/>
              </p:cNvSpPr>
              <p:nvPr/>
            </p:nvSpPr>
            <p:spPr bwMode="auto">
              <a:xfrm>
                <a:off x="2312" y="1611"/>
                <a:ext cx="176" cy="33"/>
              </a:xfrm>
              <a:custGeom>
                <a:avLst/>
                <a:gdLst>
                  <a:gd name="T0" fmla="*/ 92 w 92"/>
                  <a:gd name="T1" fmla="*/ 17 h 17"/>
                  <a:gd name="T2" fmla="*/ 60 w 92"/>
                  <a:gd name="T3" fmla="*/ 17 h 17"/>
                  <a:gd name="T4" fmla="*/ 58 w 92"/>
                  <a:gd name="T5" fmla="*/ 14 h 17"/>
                  <a:gd name="T6" fmla="*/ 65 w 92"/>
                  <a:gd name="T7" fmla="*/ 1 h 17"/>
                  <a:gd name="T8" fmla="*/ 91 w 92"/>
                  <a:gd name="T9" fmla="*/ 11 h 17"/>
                  <a:gd name="T10" fmla="*/ 92 w 92"/>
                  <a:gd name="T11" fmla="*/ 17 h 17"/>
                  <a:gd name="T12" fmla="*/ 50 w 92"/>
                  <a:gd name="T13" fmla="*/ 17 h 17"/>
                  <a:gd name="T14" fmla="*/ 45 w 92"/>
                  <a:gd name="T15" fmla="*/ 17 h 17"/>
                  <a:gd name="T16" fmla="*/ 43 w 92"/>
                  <a:gd name="T17" fmla="*/ 10 h 17"/>
                  <a:gd name="T18" fmla="*/ 49 w 92"/>
                  <a:gd name="T19" fmla="*/ 10 h 17"/>
                  <a:gd name="T20" fmla="*/ 50 w 92"/>
                  <a:gd name="T21" fmla="*/ 15 h 17"/>
                  <a:gd name="T22" fmla="*/ 50 w 92"/>
                  <a:gd name="T23" fmla="*/ 17 h 17"/>
                  <a:gd name="T24" fmla="*/ 37 w 92"/>
                  <a:gd name="T25" fmla="*/ 17 h 17"/>
                  <a:gd name="T26" fmla="*/ 8 w 92"/>
                  <a:gd name="T27" fmla="*/ 17 h 17"/>
                  <a:gd name="T28" fmla="*/ 1 w 92"/>
                  <a:gd name="T29" fmla="*/ 6 h 17"/>
                  <a:gd name="T30" fmla="*/ 24 w 92"/>
                  <a:gd name="T31" fmla="*/ 3 h 17"/>
                  <a:gd name="T32" fmla="*/ 36 w 92"/>
                  <a:gd name="T33" fmla="*/ 15 h 17"/>
                  <a:gd name="T34" fmla="*/ 37 w 92"/>
                  <a:gd name="T35"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17">
                    <a:moveTo>
                      <a:pt x="92" y="17"/>
                    </a:moveTo>
                    <a:cubicBezTo>
                      <a:pt x="60" y="17"/>
                      <a:pt x="60" y="17"/>
                      <a:pt x="60" y="17"/>
                    </a:cubicBezTo>
                    <a:cubicBezTo>
                      <a:pt x="59" y="16"/>
                      <a:pt x="59" y="15"/>
                      <a:pt x="58" y="14"/>
                    </a:cubicBezTo>
                    <a:cubicBezTo>
                      <a:pt x="55" y="9"/>
                      <a:pt x="54" y="1"/>
                      <a:pt x="65" y="1"/>
                    </a:cubicBezTo>
                    <a:cubicBezTo>
                      <a:pt x="77" y="0"/>
                      <a:pt x="91" y="6"/>
                      <a:pt x="91" y="11"/>
                    </a:cubicBezTo>
                    <a:cubicBezTo>
                      <a:pt x="91" y="12"/>
                      <a:pt x="91" y="14"/>
                      <a:pt x="92" y="17"/>
                    </a:cubicBezTo>
                    <a:close/>
                    <a:moveTo>
                      <a:pt x="50" y="17"/>
                    </a:moveTo>
                    <a:cubicBezTo>
                      <a:pt x="45" y="17"/>
                      <a:pt x="45" y="17"/>
                      <a:pt x="45" y="17"/>
                    </a:cubicBezTo>
                    <a:cubicBezTo>
                      <a:pt x="44" y="13"/>
                      <a:pt x="43" y="10"/>
                      <a:pt x="43" y="10"/>
                    </a:cubicBezTo>
                    <a:cubicBezTo>
                      <a:pt x="49" y="10"/>
                      <a:pt x="49" y="10"/>
                      <a:pt x="49" y="10"/>
                    </a:cubicBezTo>
                    <a:cubicBezTo>
                      <a:pt x="49" y="10"/>
                      <a:pt x="50" y="11"/>
                      <a:pt x="50" y="15"/>
                    </a:cubicBezTo>
                    <a:cubicBezTo>
                      <a:pt x="50" y="16"/>
                      <a:pt x="50" y="16"/>
                      <a:pt x="50" y="17"/>
                    </a:cubicBezTo>
                    <a:close/>
                    <a:moveTo>
                      <a:pt x="37" y="17"/>
                    </a:moveTo>
                    <a:cubicBezTo>
                      <a:pt x="8" y="17"/>
                      <a:pt x="8" y="17"/>
                      <a:pt x="8" y="17"/>
                    </a:cubicBezTo>
                    <a:cubicBezTo>
                      <a:pt x="2" y="12"/>
                      <a:pt x="0" y="10"/>
                      <a:pt x="1" y="6"/>
                    </a:cubicBezTo>
                    <a:cubicBezTo>
                      <a:pt x="2" y="1"/>
                      <a:pt x="11" y="2"/>
                      <a:pt x="24" y="3"/>
                    </a:cubicBezTo>
                    <a:cubicBezTo>
                      <a:pt x="36" y="3"/>
                      <a:pt x="35" y="11"/>
                      <a:pt x="36" y="15"/>
                    </a:cubicBezTo>
                    <a:cubicBezTo>
                      <a:pt x="37" y="16"/>
                      <a:pt x="37" y="16"/>
                      <a:pt x="37" y="17"/>
                    </a:cubicBezTo>
                    <a:close/>
                  </a:path>
                </a:pathLst>
              </a:custGeom>
              <a:solidFill>
                <a:srgbClr val="C5C3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39" name="Freeform 166"/>
              <p:cNvSpPr>
                <a:spLocks noEditPoints="1"/>
              </p:cNvSpPr>
              <p:nvPr/>
            </p:nvSpPr>
            <p:spPr bwMode="auto">
              <a:xfrm>
                <a:off x="2312" y="1611"/>
                <a:ext cx="176" cy="35"/>
              </a:xfrm>
              <a:custGeom>
                <a:avLst/>
                <a:gdLst>
                  <a:gd name="T0" fmla="*/ 92 w 92"/>
                  <a:gd name="T1" fmla="*/ 18 h 18"/>
                  <a:gd name="T2" fmla="*/ 60 w 92"/>
                  <a:gd name="T3" fmla="*/ 18 h 18"/>
                  <a:gd name="T4" fmla="*/ 58 w 92"/>
                  <a:gd name="T5" fmla="*/ 14 h 18"/>
                  <a:gd name="T6" fmla="*/ 65 w 92"/>
                  <a:gd name="T7" fmla="*/ 1 h 18"/>
                  <a:gd name="T8" fmla="*/ 91 w 92"/>
                  <a:gd name="T9" fmla="*/ 11 h 18"/>
                  <a:gd name="T10" fmla="*/ 92 w 92"/>
                  <a:gd name="T11" fmla="*/ 18 h 18"/>
                  <a:gd name="T12" fmla="*/ 50 w 92"/>
                  <a:gd name="T13" fmla="*/ 18 h 18"/>
                  <a:gd name="T14" fmla="*/ 45 w 92"/>
                  <a:gd name="T15" fmla="*/ 18 h 18"/>
                  <a:gd name="T16" fmla="*/ 43 w 92"/>
                  <a:gd name="T17" fmla="*/ 10 h 18"/>
                  <a:gd name="T18" fmla="*/ 49 w 92"/>
                  <a:gd name="T19" fmla="*/ 10 h 18"/>
                  <a:gd name="T20" fmla="*/ 50 w 92"/>
                  <a:gd name="T21" fmla="*/ 15 h 18"/>
                  <a:gd name="T22" fmla="*/ 50 w 92"/>
                  <a:gd name="T23" fmla="*/ 18 h 18"/>
                  <a:gd name="T24" fmla="*/ 38 w 92"/>
                  <a:gd name="T25" fmla="*/ 18 h 18"/>
                  <a:gd name="T26" fmla="*/ 10 w 92"/>
                  <a:gd name="T27" fmla="*/ 18 h 18"/>
                  <a:gd name="T28" fmla="*/ 9 w 92"/>
                  <a:gd name="T29" fmla="*/ 18 h 18"/>
                  <a:gd name="T30" fmla="*/ 1 w 92"/>
                  <a:gd name="T31" fmla="*/ 6 h 18"/>
                  <a:gd name="T32" fmla="*/ 24 w 92"/>
                  <a:gd name="T33" fmla="*/ 3 h 18"/>
                  <a:gd name="T34" fmla="*/ 36 w 92"/>
                  <a:gd name="T35" fmla="*/ 15 h 18"/>
                  <a:gd name="T36" fmla="*/ 38 w 92"/>
                  <a:gd name="T3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 h="18">
                    <a:moveTo>
                      <a:pt x="92" y="18"/>
                    </a:moveTo>
                    <a:cubicBezTo>
                      <a:pt x="60" y="18"/>
                      <a:pt x="60" y="18"/>
                      <a:pt x="60" y="18"/>
                    </a:cubicBezTo>
                    <a:cubicBezTo>
                      <a:pt x="60" y="17"/>
                      <a:pt x="59" y="15"/>
                      <a:pt x="58" y="14"/>
                    </a:cubicBezTo>
                    <a:cubicBezTo>
                      <a:pt x="55" y="9"/>
                      <a:pt x="54" y="1"/>
                      <a:pt x="65" y="1"/>
                    </a:cubicBezTo>
                    <a:cubicBezTo>
                      <a:pt x="77" y="0"/>
                      <a:pt x="91" y="6"/>
                      <a:pt x="91" y="11"/>
                    </a:cubicBezTo>
                    <a:cubicBezTo>
                      <a:pt x="91" y="13"/>
                      <a:pt x="91" y="15"/>
                      <a:pt x="92" y="18"/>
                    </a:cubicBezTo>
                    <a:close/>
                    <a:moveTo>
                      <a:pt x="50" y="18"/>
                    </a:moveTo>
                    <a:cubicBezTo>
                      <a:pt x="45" y="18"/>
                      <a:pt x="45" y="18"/>
                      <a:pt x="45" y="18"/>
                    </a:cubicBezTo>
                    <a:cubicBezTo>
                      <a:pt x="44" y="14"/>
                      <a:pt x="43" y="10"/>
                      <a:pt x="43" y="10"/>
                    </a:cubicBezTo>
                    <a:cubicBezTo>
                      <a:pt x="49" y="10"/>
                      <a:pt x="49" y="10"/>
                      <a:pt x="49" y="10"/>
                    </a:cubicBezTo>
                    <a:cubicBezTo>
                      <a:pt x="49" y="10"/>
                      <a:pt x="50" y="11"/>
                      <a:pt x="50" y="15"/>
                    </a:cubicBezTo>
                    <a:cubicBezTo>
                      <a:pt x="50" y="16"/>
                      <a:pt x="50" y="17"/>
                      <a:pt x="50" y="18"/>
                    </a:cubicBezTo>
                    <a:close/>
                    <a:moveTo>
                      <a:pt x="38" y="18"/>
                    </a:moveTo>
                    <a:cubicBezTo>
                      <a:pt x="10" y="18"/>
                      <a:pt x="10" y="18"/>
                      <a:pt x="10" y="18"/>
                    </a:cubicBezTo>
                    <a:cubicBezTo>
                      <a:pt x="9" y="18"/>
                      <a:pt x="9" y="18"/>
                      <a:pt x="9" y="18"/>
                    </a:cubicBezTo>
                    <a:cubicBezTo>
                      <a:pt x="2" y="13"/>
                      <a:pt x="0" y="10"/>
                      <a:pt x="1" y="6"/>
                    </a:cubicBezTo>
                    <a:cubicBezTo>
                      <a:pt x="2" y="1"/>
                      <a:pt x="11" y="2"/>
                      <a:pt x="24" y="3"/>
                    </a:cubicBezTo>
                    <a:cubicBezTo>
                      <a:pt x="36" y="3"/>
                      <a:pt x="35" y="11"/>
                      <a:pt x="36" y="15"/>
                    </a:cubicBezTo>
                    <a:cubicBezTo>
                      <a:pt x="37" y="16"/>
                      <a:pt x="37" y="17"/>
                      <a:pt x="38" y="18"/>
                    </a:cubicBezTo>
                    <a:close/>
                  </a:path>
                </a:pathLst>
              </a:custGeom>
              <a:solidFill>
                <a:srgbClr val="C6C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0" name="Freeform 167"/>
              <p:cNvSpPr>
                <a:spLocks noEditPoints="1"/>
              </p:cNvSpPr>
              <p:nvPr/>
            </p:nvSpPr>
            <p:spPr bwMode="auto">
              <a:xfrm>
                <a:off x="2312" y="1613"/>
                <a:ext cx="176" cy="35"/>
              </a:xfrm>
              <a:custGeom>
                <a:avLst/>
                <a:gdLst>
                  <a:gd name="T0" fmla="*/ 65 w 92"/>
                  <a:gd name="T1" fmla="*/ 0 h 18"/>
                  <a:gd name="T2" fmla="*/ 69 w 92"/>
                  <a:gd name="T3" fmla="*/ 0 h 18"/>
                  <a:gd name="T4" fmla="*/ 91 w 92"/>
                  <a:gd name="T5" fmla="*/ 10 h 18"/>
                  <a:gd name="T6" fmla="*/ 92 w 92"/>
                  <a:gd name="T7" fmla="*/ 18 h 18"/>
                  <a:gd name="T8" fmla="*/ 61 w 92"/>
                  <a:gd name="T9" fmla="*/ 18 h 18"/>
                  <a:gd name="T10" fmla="*/ 58 w 92"/>
                  <a:gd name="T11" fmla="*/ 13 h 18"/>
                  <a:gd name="T12" fmla="*/ 65 w 92"/>
                  <a:gd name="T13" fmla="*/ 0 h 18"/>
                  <a:gd name="T14" fmla="*/ 50 w 92"/>
                  <a:gd name="T15" fmla="*/ 18 h 18"/>
                  <a:gd name="T16" fmla="*/ 45 w 92"/>
                  <a:gd name="T17" fmla="*/ 18 h 18"/>
                  <a:gd name="T18" fmla="*/ 43 w 92"/>
                  <a:gd name="T19" fmla="*/ 9 h 18"/>
                  <a:gd name="T20" fmla="*/ 49 w 92"/>
                  <a:gd name="T21" fmla="*/ 9 h 18"/>
                  <a:gd name="T22" fmla="*/ 50 w 92"/>
                  <a:gd name="T23" fmla="*/ 14 h 18"/>
                  <a:gd name="T24" fmla="*/ 50 w 92"/>
                  <a:gd name="T25" fmla="*/ 18 h 18"/>
                  <a:gd name="T26" fmla="*/ 38 w 92"/>
                  <a:gd name="T27" fmla="*/ 18 h 18"/>
                  <a:gd name="T28" fmla="*/ 11 w 92"/>
                  <a:gd name="T29" fmla="*/ 18 h 18"/>
                  <a:gd name="T30" fmla="*/ 9 w 92"/>
                  <a:gd name="T31" fmla="*/ 17 h 18"/>
                  <a:gd name="T32" fmla="*/ 1 w 92"/>
                  <a:gd name="T33" fmla="*/ 5 h 18"/>
                  <a:gd name="T34" fmla="*/ 24 w 92"/>
                  <a:gd name="T35" fmla="*/ 2 h 18"/>
                  <a:gd name="T36" fmla="*/ 36 w 92"/>
                  <a:gd name="T37" fmla="*/ 14 h 18"/>
                  <a:gd name="T38" fmla="*/ 38 w 92"/>
                  <a:gd name="T3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18">
                    <a:moveTo>
                      <a:pt x="65" y="0"/>
                    </a:moveTo>
                    <a:cubicBezTo>
                      <a:pt x="69" y="0"/>
                      <a:pt x="69" y="0"/>
                      <a:pt x="69" y="0"/>
                    </a:cubicBezTo>
                    <a:cubicBezTo>
                      <a:pt x="79" y="0"/>
                      <a:pt x="91" y="5"/>
                      <a:pt x="91" y="10"/>
                    </a:cubicBezTo>
                    <a:cubicBezTo>
                      <a:pt x="91" y="12"/>
                      <a:pt x="91" y="15"/>
                      <a:pt x="92" y="18"/>
                    </a:cubicBezTo>
                    <a:cubicBezTo>
                      <a:pt x="61" y="18"/>
                      <a:pt x="61" y="18"/>
                      <a:pt x="61" y="18"/>
                    </a:cubicBezTo>
                    <a:cubicBezTo>
                      <a:pt x="60" y="16"/>
                      <a:pt x="59" y="15"/>
                      <a:pt x="58" y="13"/>
                    </a:cubicBezTo>
                    <a:cubicBezTo>
                      <a:pt x="55" y="8"/>
                      <a:pt x="54" y="0"/>
                      <a:pt x="65" y="0"/>
                    </a:cubicBezTo>
                    <a:close/>
                    <a:moveTo>
                      <a:pt x="50" y="18"/>
                    </a:moveTo>
                    <a:cubicBezTo>
                      <a:pt x="45" y="18"/>
                      <a:pt x="45" y="18"/>
                      <a:pt x="45" y="18"/>
                    </a:cubicBezTo>
                    <a:cubicBezTo>
                      <a:pt x="44" y="14"/>
                      <a:pt x="43" y="9"/>
                      <a:pt x="43" y="9"/>
                    </a:cubicBezTo>
                    <a:cubicBezTo>
                      <a:pt x="49" y="9"/>
                      <a:pt x="49" y="9"/>
                      <a:pt x="49" y="9"/>
                    </a:cubicBezTo>
                    <a:cubicBezTo>
                      <a:pt x="49" y="9"/>
                      <a:pt x="50" y="10"/>
                      <a:pt x="50" y="14"/>
                    </a:cubicBezTo>
                    <a:cubicBezTo>
                      <a:pt x="50" y="15"/>
                      <a:pt x="50" y="17"/>
                      <a:pt x="50" y="18"/>
                    </a:cubicBezTo>
                    <a:close/>
                    <a:moveTo>
                      <a:pt x="38" y="18"/>
                    </a:moveTo>
                    <a:cubicBezTo>
                      <a:pt x="11" y="18"/>
                      <a:pt x="11" y="18"/>
                      <a:pt x="11" y="18"/>
                    </a:cubicBezTo>
                    <a:cubicBezTo>
                      <a:pt x="11" y="18"/>
                      <a:pt x="10" y="17"/>
                      <a:pt x="9" y="17"/>
                    </a:cubicBezTo>
                    <a:cubicBezTo>
                      <a:pt x="2" y="12"/>
                      <a:pt x="0" y="9"/>
                      <a:pt x="1" y="5"/>
                    </a:cubicBezTo>
                    <a:cubicBezTo>
                      <a:pt x="2" y="0"/>
                      <a:pt x="11" y="1"/>
                      <a:pt x="24" y="2"/>
                    </a:cubicBezTo>
                    <a:cubicBezTo>
                      <a:pt x="36" y="2"/>
                      <a:pt x="35" y="10"/>
                      <a:pt x="36" y="14"/>
                    </a:cubicBezTo>
                    <a:cubicBezTo>
                      <a:pt x="37" y="15"/>
                      <a:pt x="37" y="17"/>
                      <a:pt x="38" y="18"/>
                    </a:cubicBezTo>
                    <a:close/>
                  </a:path>
                </a:pathLst>
              </a:custGeom>
              <a:solidFill>
                <a:srgbClr val="C7C6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1" name="Freeform 168"/>
              <p:cNvSpPr>
                <a:spLocks noEditPoints="1"/>
              </p:cNvSpPr>
              <p:nvPr/>
            </p:nvSpPr>
            <p:spPr bwMode="auto">
              <a:xfrm>
                <a:off x="2312" y="1613"/>
                <a:ext cx="176" cy="37"/>
              </a:xfrm>
              <a:custGeom>
                <a:avLst/>
                <a:gdLst>
                  <a:gd name="T0" fmla="*/ 60 w 92"/>
                  <a:gd name="T1" fmla="*/ 1 h 19"/>
                  <a:gd name="T2" fmla="*/ 77 w 92"/>
                  <a:gd name="T3" fmla="*/ 1 h 19"/>
                  <a:gd name="T4" fmla="*/ 91 w 92"/>
                  <a:gd name="T5" fmla="*/ 10 h 19"/>
                  <a:gd name="T6" fmla="*/ 92 w 92"/>
                  <a:gd name="T7" fmla="*/ 19 h 19"/>
                  <a:gd name="T8" fmla="*/ 62 w 92"/>
                  <a:gd name="T9" fmla="*/ 19 h 19"/>
                  <a:gd name="T10" fmla="*/ 58 w 92"/>
                  <a:gd name="T11" fmla="*/ 13 h 19"/>
                  <a:gd name="T12" fmla="*/ 60 w 92"/>
                  <a:gd name="T13" fmla="*/ 1 h 19"/>
                  <a:gd name="T14" fmla="*/ 50 w 92"/>
                  <a:gd name="T15" fmla="*/ 19 h 19"/>
                  <a:gd name="T16" fmla="*/ 45 w 92"/>
                  <a:gd name="T17" fmla="*/ 19 h 19"/>
                  <a:gd name="T18" fmla="*/ 43 w 92"/>
                  <a:gd name="T19" fmla="*/ 9 h 19"/>
                  <a:gd name="T20" fmla="*/ 49 w 92"/>
                  <a:gd name="T21" fmla="*/ 9 h 19"/>
                  <a:gd name="T22" fmla="*/ 50 w 92"/>
                  <a:gd name="T23" fmla="*/ 14 h 19"/>
                  <a:gd name="T24" fmla="*/ 50 w 92"/>
                  <a:gd name="T25" fmla="*/ 19 h 19"/>
                  <a:gd name="T26" fmla="*/ 39 w 92"/>
                  <a:gd name="T27" fmla="*/ 19 h 19"/>
                  <a:gd name="T28" fmla="*/ 13 w 92"/>
                  <a:gd name="T29" fmla="*/ 19 h 19"/>
                  <a:gd name="T30" fmla="*/ 9 w 92"/>
                  <a:gd name="T31" fmla="*/ 17 h 19"/>
                  <a:gd name="T32" fmla="*/ 1 w 92"/>
                  <a:gd name="T33" fmla="*/ 5 h 19"/>
                  <a:gd name="T34" fmla="*/ 24 w 92"/>
                  <a:gd name="T35" fmla="*/ 2 h 19"/>
                  <a:gd name="T36" fmla="*/ 36 w 92"/>
                  <a:gd name="T37" fmla="*/ 14 h 19"/>
                  <a:gd name="T38" fmla="*/ 39 w 92"/>
                  <a:gd name="T3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19">
                    <a:moveTo>
                      <a:pt x="60" y="1"/>
                    </a:moveTo>
                    <a:cubicBezTo>
                      <a:pt x="77" y="1"/>
                      <a:pt x="77" y="1"/>
                      <a:pt x="77" y="1"/>
                    </a:cubicBezTo>
                    <a:cubicBezTo>
                      <a:pt x="85" y="3"/>
                      <a:pt x="91" y="6"/>
                      <a:pt x="91" y="10"/>
                    </a:cubicBezTo>
                    <a:cubicBezTo>
                      <a:pt x="91" y="12"/>
                      <a:pt x="91" y="16"/>
                      <a:pt x="92" y="19"/>
                    </a:cubicBezTo>
                    <a:cubicBezTo>
                      <a:pt x="62" y="19"/>
                      <a:pt x="62" y="19"/>
                      <a:pt x="62" y="19"/>
                    </a:cubicBezTo>
                    <a:cubicBezTo>
                      <a:pt x="61" y="17"/>
                      <a:pt x="59" y="15"/>
                      <a:pt x="58" y="13"/>
                    </a:cubicBezTo>
                    <a:cubicBezTo>
                      <a:pt x="56" y="9"/>
                      <a:pt x="55" y="4"/>
                      <a:pt x="60" y="1"/>
                    </a:cubicBezTo>
                    <a:close/>
                    <a:moveTo>
                      <a:pt x="50" y="19"/>
                    </a:moveTo>
                    <a:cubicBezTo>
                      <a:pt x="45" y="19"/>
                      <a:pt x="45" y="19"/>
                      <a:pt x="45" y="19"/>
                    </a:cubicBezTo>
                    <a:cubicBezTo>
                      <a:pt x="45" y="15"/>
                      <a:pt x="43" y="9"/>
                      <a:pt x="43" y="9"/>
                    </a:cubicBezTo>
                    <a:cubicBezTo>
                      <a:pt x="49" y="9"/>
                      <a:pt x="49" y="9"/>
                      <a:pt x="49" y="9"/>
                    </a:cubicBezTo>
                    <a:cubicBezTo>
                      <a:pt x="49" y="9"/>
                      <a:pt x="50" y="10"/>
                      <a:pt x="50" y="14"/>
                    </a:cubicBezTo>
                    <a:cubicBezTo>
                      <a:pt x="50" y="16"/>
                      <a:pt x="50" y="17"/>
                      <a:pt x="50" y="19"/>
                    </a:cubicBezTo>
                    <a:close/>
                    <a:moveTo>
                      <a:pt x="39" y="19"/>
                    </a:moveTo>
                    <a:cubicBezTo>
                      <a:pt x="13" y="19"/>
                      <a:pt x="13" y="19"/>
                      <a:pt x="13" y="19"/>
                    </a:cubicBezTo>
                    <a:cubicBezTo>
                      <a:pt x="12" y="18"/>
                      <a:pt x="10" y="17"/>
                      <a:pt x="9" y="17"/>
                    </a:cubicBezTo>
                    <a:cubicBezTo>
                      <a:pt x="2" y="12"/>
                      <a:pt x="0" y="9"/>
                      <a:pt x="1" y="5"/>
                    </a:cubicBezTo>
                    <a:cubicBezTo>
                      <a:pt x="2" y="0"/>
                      <a:pt x="11" y="1"/>
                      <a:pt x="24" y="2"/>
                    </a:cubicBezTo>
                    <a:cubicBezTo>
                      <a:pt x="36" y="2"/>
                      <a:pt x="35" y="10"/>
                      <a:pt x="36" y="14"/>
                    </a:cubicBezTo>
                    <a:cubicBezTo>
                      <a:pt x="37" y="15"/>
                      <a:pt x="38" y="17"/>
                      <a:pt x="39" y="19"/>
                    </a:cubicBezTo>
                    <a:close/>
                  </a:path>
                </a:pathLst>
              </a:custGeom>
              <a:solidFill>
                <a:srgbClr val="C9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2" name="Freeform 169"/>
              <p:cNvSpPr>
                <a:spLocks noEditPoints="1"/>
              </p:cNvSpPr>
              <p:nvPr/>
            </p:nvSpPr>
            <p:spPr bwMode="auto">
              <a:xfrm>
                <a:off x="2312" y="1617"/>
                <a:ext cx="178" cy="36"/>
              </a:xfrm>
              <a:custGeom>
                <a:avLst/>
                <a:gdLst>
                  <a:gd name="T0" fmla="*/ 3 w 93"/>
                  <a:gd name="T1" fmla="*/ 0 h 19"/>
                  <a:gd name="T2" fmla="*/ 28 w 93"/>
                  <a:gd name="T3" fmla="*/ 0 h 19"/>
                  <a:gd name="T4" fmla="*/ 36 w 93"/>
                  <a:gd name="T5" fmla="*/ 12 h 19"/>
                  <a:gd name="T6" fmla="*/ 40 w 93"/>
                  <a:gd name="T7" fmla="*/ 19 h 19"/>
                  <a:gd name="T8" fmla="*/ 14 w 93"/>
                  <a:gd name="T9" fmla="*/ 19 h 19"/>
                  <a:gd name="T10" fmla="*/ 9 w 93"/>
                  <a:gd name="T11" fmla="*/ 15 h 19"/>
                  <a:gd name="T12" fmla="*/ 1 w 93"/>
                  <a:gd name="T13" fmla="*/ 3 h 19"/>
                  <a:gd name="T14" fmla="*/ 3 w 93"/>
                  <a:gd name="T15" fmla="*/ 0 h 19"/>
                  <a:gd name="T16" fmla="*/ 58 w 93"/>
                  <a:gd name="T17" fmla="*/ 0 h 19"/>
                  <a:gd name="T18" fmla="*/ 82 w 93"/>
                  <a:gd name="T19" fmla="*/ 0 h 19"/>
                  <a:gd name="T20" fmla="*/ 91 w 93"/>
                  <a:gd name="T21" fmla="*/ 8 h 19"/>
                  <a:gd name="T22" fmla="*/ 93 w 93"/>
                  <a:gd name="T23" fmla="*/ 19 h 19"/>
                  <a:gd name="T24" fmla="*/ 63 w 93"/>
                  <a:gd name="T25" fmla="*/ 19 h 19"/>
                  <a:gd name="T26" fmla="*/ 58 w 93"/>
                  <a:gd name="T27" fmla="*/ 11 h 19"/>
                  <a:gd name="T28" fmla="*/ 58 w 93"/>
                  <a:gd name="T29" fmla="*/ 0 h 19"/>
                  <a:gd name="T30" fmla="*/ 50 w 93"/>
                  <a:gd name="T31" fmla="*/ 19 h 19"/>
                  <a:gd name="T32" fmla="*/ 45 w 93"/>
                  <a:gd name="T33" fmla="*/ 19 h 19"/>
                  <a:gd name="T34" fmla="*/ 43 w 93"/>
                  <a:gd name="T35" fmla="*/ 7 h 19"/>
                  <a:gd name="T36" fmla="*/ 49 w 93"/>
                  <a:gd name="T37" fmla="*/ 7 h 19"/>
                  <a:gd name="T38" fmla="*/ 50 w 93"/>
                  <a:gd name="T39" fmla="*/ 12 h 19"/>
                  <a:gd name="T40" fmla="*/ 50 w 93"/>
                  <a:gd name="T4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3" h="19">
                    <a:moveTo>
                      <a:pt x="3" y="0"/>
                    </a:moveTo>
                    <a:cubicBezTo>
                      <a:pt x="28" y="0"/>
                      <a:pt x="28" y="0"/>
                      <a:pt x="28" y="0"/>
                    </a:cubicBezTo>
                    <a:cubicBezTo>
                      <a:pt x="36" y="2"/>
                      <a:pt x="35" y="9"/>
                      <a:pt x="36" y="12"/>
                    </a:cubicBezTo>
                    <a:cubicBezTo>
                      <a:pt x="37" y="14"/>
                      <a:pt x="38" y="16"/>
                      <a:pt x="40" y="19"/>
                    </a:cubicBezTo>
                    <a:cubicBezTo>
                      <a:pt x="14" y="19"/>
                      <a:pt x="14" y="19"/>
                      <a:pt x="14" y="19"/>
                    </a:cubicBezTo>
                    <a:cubicBezTo>
                      <a:pt x="12" y="17"/>
                      <a:pt x="11" y="16"/>
                      <a:pt x="9" y="15"/>
                    </a:cubicBezTo>
                    <a:cubicBezTo>
                      <a:pt x="2" y="10"/>
                      <a:pt x="0" y="7"/>
                      <a:pt x="1" y="3"/>
                    </a:cubicBezTo>
                    <a:cubicBezTo>
                      <a:pt x="1" y="2"/>
                      <a:pt x="2" y="1"/>
                      <a:pt x="3" y="0"/>
                    </a:cubicBezTo>
                    <a:close/>
                    <a:moveTo>
                      <a:pt x="58" y="0"/>
                    </a:moveTo>
                    <a:cubicBezTo>
                      <a:pt x="82" y="0"/>
                      <a:pt x="82" y="0"/>
                      <a:pt x="82" y="0"/>
                    </a:cubicBezTo>
                    <a:cubicBezTo>
                      <a:pt x="87" y="2"/>
                      <a:pt x="91" y="5"/>
                      <a:pt x="91" y="8"/>
                    </a:cubicBezTo>
                    <a:cubicBezTo>
                      <a:pt x="91" y="11"/>
                      <a:pt x="92" y="14"/>
                      <a:pt x="93" y="19"/>
                    </a:cubicBezTo>
                    <a:cubicBezTo>
                      <a:pt x="63" y="19"/>
                      <a:pt x="63" y="19"/>
                      <a:pt x="63" y="19"/>
                    </a:cubicBezTo>
                    <a:cubicBezTo>
                      <a:pt x="61" y="16"/>
                      <a:pt x="59" y="13"/>
                      <a:pt x="58" y="11"/>
                    </a:cubicBezTo>
                    <a:cubicBezTo>
                      <a:pt x="56" y="8"/>
                      <a:pt x="55" y="3"/>
                      <a:pt x="58" y="0"/>
                    </a:cubicBezTo>
                    <a:close/>
                    <a:moveTo>
                      <a:pt x="50" y="19"/>
                    </a:moveTo>
                    <a:cubicBezTo>
                      <a:pt x="45" y="19"/>
                      <a:pt x="45" y="19"/>
                      <a:pt x="45" y="19"/>
                    </a:cubicBezTo>
                    <a:cubicBezTo>
                      <a:pt x="45" y="14"/>
                      <a:pt x="43" y="7"/>
                      <a:pt x="43" y="7"/>
                    </a:cubicBezTo>
                    <a:cubicBezTo>
                      <a:pt x="49" y="7"/>
                      <a:pt x="49" y="7"/>
                      <a:pt x="49" y="7"/>
                    </a:cubicBezTo>
                    <a:cubicBezTo>
                      <a:pt x="49" y="7"/>
                      <a:pt x="50" y="8"/>
                      <a:pt x="50" y="12"/>
                    </a:cubicBezTo>
                    <a:cubicBezTo>
                      <a:pt x="50" y="14"/>
                      <a:pt x="50" y="16"/>
                      <a:pt x="50" y="19"/>
                    </a:cubicBezTo>
                    <a:close/>
                  </a:path>
                </a:pathLst>
              </a:custGeom>
              <a:solidFill>
                <a:srgbClr val="CAC8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3" name="Freeform 170"/>
              <p:cNvSpPr>
                <a:spLocks noEditPoints="1"/>
              </p:cNvSpPr>
              <p:nvPr/>
            </p:nvSpPr>
            <p:spPr bwMode="auto">
              <a:xfrm>
                <a:off x="2312" y="1621"/>
                <a:ext cx="178" cy="34"/>
              </a:xfrm>
              <a:custGeom>
                <a:avLst/>
                <a:gdLst>
                  <a:gd name="T0" fmla="*/ 1 w 93"/>
                  <a:gd name="T1" fmla="*/ 0 h 18"/>
                  <a:gd name="T2" fmla="*/ 31 w 93"/>
                  <a:gd name="T3" fmla="*/ 0 h 18"/>
                  <a:gd name="T4" fmla="*/ 36 w 93"/>
                  <a:gd name="T5" fmla="*/ 10 h 18"/>
                  <a:gd name="T6" fmla="*/ 40 w 93"/>
                  <a:gd name="T7" fmla="*/ 18 h 18"/>
                  <a:gd name="T8" fmla="*/ 15 w 93"/>
                  <a:gd name="T9" fmla="*/ 18 h 18"/>
                  <a:gd name="T10" fmla="*/ 9 w 93"/>
                  <a:gd name="T11" fmla="*/ 13 h 18"/>
                  <a:gd name="T12" fmla="*/ 1 w 93"/>
                  <a:gd name="T13" fmla="*/ 1 h 18"/>
                  <a:gd name="T14" fmla="*/ 1 w 93"/>
                  <a:gd name="T15" fmla="*/ 0 h 18"/>
                  <a:gd name="T16" fmla="*/ 57 w 93"/>
                  <a:gd name="T17" fmla="*/ 0 h 18"/>
                  <a:gd name="T18" fmla="*/ 85 w 93"/>
                  <a:gd name="T19" fmla="*/ 0 h 18"/>
                  <a:gd name="T20" fmla="*/ 91 w 93"/>
                  <a:gd name="T21" fmla="*/ 6 h 18"/>
                  <a:gd name="T22" fmla="*/ 93 w 93"/>
                  <a:gd name="T23" fmla="*/ 18 h 18"/>
                  <a:gd name="T24" fmla="*/ 64 w 93"/>
                  <a:gd name="T25" fmla="*/ 18 h 18"/>
                  <a:gd name="T26" fmla="*/ 58 w 93"/>
                  <a:gd name="T27" fmla="*/ 9 h 18"/>
                  <a:gd name="T28" fmla="*/ 57 w 93"/>
                  <a:gd name="T29" fmla="*/ 0 h 18"/>
                  <a:gd name="T30" fmla="*/ 50 w 93"/>
                  <a:gd name="T31" fmla="*/ 18 h 18"/>
                  <a:gd name="T32" fmla="*/ 45 w 93"/>
                  <a:gd name="T33" fmla="*/ 18 h 18"/>
                  <a:gd name="T34" fmla="*/ 45 w 93"/>
                  <a:gd name="T35" fmla="*/ 18 h 18"/>
                  <a:gd name="T36" fmla="*/ 43 w 93"/>
                  <a:gd name="T37" fmla="*/ 5 h 18"/>
                  <a:gd name="T38" fmla="*/ 49 w 93"/>
                  <a:gd name="T39" fmla="*/ 5 h 18"/>
                  <a:gd name="T40" fmla="*/ 50 w 93"/>
                  <a:gd name="T41" fmla="*/ 10 h 18"/>
                  <a:gd name="T42" fmla="*/ 50 w 93"/>
                  <a:gd name="T4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18">
                    <a:moveTo>
                      <a:pt x="1" y="0"/>
                    </a:moveTo>
                    <a:cubicBezTo>
                      <a:pt x="31" y="0"/>
                      <a:pt x="31" y="0"/>
                      <a:pt x="31" y="0"/>
                    </a:cubicBezTo>
                    <a:cubicBezTo>
                      <a:pt x="36" y="2"/>
                      <a:pt x="35" y="7"/>
                      <a:pt x="36" y="10"/>
                    </a:cubicBezTo>
                    <a:cubicBezTo>
                      <a:pt x="37" y="12"/>
                      <a:pt x="39" y="15"/>
                      <a:pt x="40" y="18"/>
                    </a:cubicBezTo>
                    <a:cubicBezTo>
                      <a:pt x="15" y="18"/>
                      <a:pt x="15" y="18"/>
                      <a:pt x="15" y="18"/>
                    </a:cubicBezTo>
                    <a:cubicBezTo>
                      <a:pt x="13" y="16"/>
                      <a:pt x="11" y="14"/>
                      <a:pt x="9" y="13"/>
                    </a:cubicBezTo>
                    <a:cubicBezTo>
                      <a:pt x="2" y="8"/>
                      <a:pt x="0" y="5"/>
                      <a:pt x="1" y="1"/>
                    </a:cubicBezTo>
                    <a:cubicBezTo>
                      <a:pt x="1" y="0"/>
                      <a:pt x="1" y="0"/>
                      <a:pt x="1" y="0"/>
                    </a:cubicBezTo>
                    <a:close/>
                    <a:moveTo>
                      <a:pt x="57" y="0"/>
                    </a:moveTo>
                    <a:cubicBezTo>
                      <a:pt x="85" y="0"/>
                      <a:pt x="85" y="0"/>
                      <a:pt x="85" y="0"/>
                    </a:cubicBezTo>
                    <a:cubicBezTo>
                      <a:pt x="89" y="1"/>
                      <a:pt x="91" y="4"/>
                      <a:pt x="91" y="6"/>
                    </a:cubicBezTo>
                    <a:cubicBezTo>
                      <a:pt x="91" y="9"/>
                      <a:pt x="92" y="13"/>
                      <a:pt x="93" y="18"/>
                    </a:cubicBezTo>
                    <a:cubicBezTo>
                      <a:pt x="64" y="18"/>
                      <a:pt x="64" y="18"/>
                      <a:pt x="64" y="18"/>
                    </a:cubicBezTo>
                    <a:cubicBezTo>
                      <a:pt x="62" y="15"/>
                      <a:pt x="60" y="12"/>
                      <a:pt x="58" y="9"/>
                    </a:cubicBezTo>
                    <a:cubicBezTo>
                      <a:pt x="56" y="6"/>
                      <a:pt x="55" y="3"/>
                      <a:pt x="57" y="0"/>
                    </a:cubicBezTo>
                    <a:close/>
                    <a:moveTo>
                      <a:pt x="50" y="18"/>
                    </a:moveTo>
                    <a:cubicBezTo>
                      <a:pt x="45" y="18"/>
                      <a:pt x="45" y="18"/>
                      <a:pt x="45" y="18"/>
                    </a:cubicBezTo>
                    <a:cubicBezTo>
                      <a:pt x="45" y="18"/>
                      <a:pt x="45" y="18"/>
                      <a:pt x="45" y="18"/>
                    </a:cubicBezTo>
                    <a:cubicBezTo>
                      <a:pt x="45" y="13"/>
                      <a:pt x="43" y="5"/>
                      <a:pt x="43" y="5"/>
                    </a:cubicBezTo>
                    <a:cubicBezTo>
                      <a:pt x="49" y="5"/>
                      <a:pt x="49" y="5"/>
                      <a:pt x="49" y="5"/>
                    </a:cubicBezTo>
                    <a:cubicBezTo>
                      <a:pt x="49" y="5"/>
                      <a:pt x="50" y="6"/>
                      <a:pt x="50" y="10"/>
                    </a:cubicBezTo>
                    <a:cubicBezTo>
                      <a:pt x="49" y="12"/>
                      <a:pt x="50" y="15"/>
                      <a:pt x="50" y="18"/>
                    </a:cubicBezTo>
                    <a:close/>
                  </a:path>
                </a:pathLst>
              </a:custGeom>
              <a:solidFill>
                <a:srgbClr val="CBC9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4" name="Freeform 171"/>
              <p:cNvSpPr>
                <a:spLocks noEditPoints="1"/>
              </p:cNvSpPr>
              <p:nvPr/>
            </p:nvSpPr>
            <p:spPr bwMode="auto">
              <a:xfrm>
                <a:off x="2312" y="1623"/>
                <a:ext cx="180" cy="34"/>
              </a:xfrm>
              <a:custGeom>
                <a:avLst/>
                <a:gdLst>
                  <a:gd name="T0" fmla="*/ 1 w 94"/>
                  <a:gd name="T1" fmla="*/ 0 h 18"/>
                  <a:gd name="T2" fmla="*/ 33 w 94"/>
                  <a:gd name="T3" fmla="*/ 0 h 18"/>
                  <a:gd name="T4" fmla="*/ 36 w 94"/>
                  <a:gd name="T5" fmla="*/ 9 h 18"/>
                  <a:gd name="T6" fmla="*/ 41 w 94"/>
                  <a:gd name="T7" fmla="*/ 18 h 18"/>
                  <a:gd name="T8" fmla="*/ 16 w 94"/>
                  <a:gd name="T9" fmla="*/ 18 h 18"/>
                  <a:gd name="T10" fmla="*/ 9 w 94"/>
                  <a:gd name="T11" fmla="*/ 12 h 18"/>
                  <a:gd name="T12" fmla="*/ 1 w 94"/>
                  <a:gd name="T13" fmla="*/ 0 h 18"/>
                  <a:gd name="T14" fmla="*/ 56 w 94"/>
                  <a:gd name="T15" fmla="*/ 0 h 18"/>
                  <a:gd name="T16" fmla="*/ 87 w 94"/>
                  <a:gd name="T17" fmla="*/ 0 h 18"/>
                  <a:gd name="T18" fmla="*/ 91 w 94"/>
                  <a:gd name="T19" fmla="*/ 5 h 18"/>
                  <a:gd name="T20" fmla="*/ 94 w 94"/>
                  <a:gd name="T21" fmla="*/ 18 h 18"/>
                  <a:gd name="T22" fmla="*/ 64 w 94"/>
                  <a:gd name="T23" fmla="*/ 18 h 18"/>
                  <a:gd name="T24" fmla="*/ 58 w 94"/>
                  <a:gd name="T25" fmla="*/ 8 h 18"/>
                  <a:gd name="T26" fmla="*/ 56 w 94"/>
                  <a:gd name="T27" fmla="*/ 0 h 18"/>
                  <a:gd name="T28" fmla="*/ 51 w 94"/>
                  <a:gd name="T29" fmla="*/ 18 h 18"/>
                  <a:gd name="T30" fmla="*/ 45 w 94"/>
                  <a:gd name="T31" fmla="*/ 18 h 18"/>
                  <a:gd name="T32" fmla="*/ 45 w 94"/>
                  <a:gd name="T33" fmla="*/ 17 h 18"/>
                  <a:gd name="T34" fmla="*/ 43 w 94"/>
                  <a:gd name="T35" fmla="*/ 4 h 18"/>
                  <a:gd name="T36" fmla="*/ 49 w 94"/>
                  <a:gd name="T37" fmla="*/ 4 h 18"/>
                  <a:gd name="T38" fmla="*/ 50 w 94"/>
                  <a:gd name="T39" fmla="*/ 9 h 18"/>
                  <a:gd name="T40" fmla="*/ 51 w 94"/>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4" h="18">
                    <a:moveTo>
                      <a:pt x="1" y="0"/>
                    </a:moveTo>
                    <a:cubicBezTo>
                      <a:pt x="33" y="0"/>
                      <a:pt x="33" y="0"/>
                      <a:pt x="33" y="0"/>
                    </a:cubicBezTo>
                    <a:cubicBezTo>
                      <a:pt x="36" y="3"/>
                      <a:pt x="35" y="7"/>
                      <a:pt x="36" y="9"/>
                    </a:cubicBezTo>
                    <a:cubicBezTo>
                      <a:pt x="37" y="11"/>
                      <a:pt x="39" y="15"/>
                      <a:pt x="41" y="18"/>
                    </a:cubicBezTo>
                    <a:cubicBezTo>
                      <a:pt x="16" y="18"/>
                      <a:pt x="16" y="18"/>
                      <a:pt x="16" y="18"/>
                    </a:cubicBezTo>
                    <a:cubicBezTo>
                      <a:pt x="14" y="16"/>
                      <a:pt x="12" y="13"/>
                      <a:pt x="9" y="12"/>
                    </a:cubicBezTo>
                    <a:cubicBezTo>
                      <a:pt x="2" y="7"/>
                      <a:pt x="0" y="4"/>
                      <a:pt x="1" y="0"/>
                    </a:cubicBezTo>
                    <a:close/>
                    <a:moveTo>
                      <a:pt x="56" y="0"/>
                    </a:moveTo>
                    <a:cubicBezTo>
                      <a:pt x="87" y="0"/>
                      <a:pt x="87" y="0"/>
                      <a:pt x="87" y="0"/>
                    </a:cubicBezTo>
                    <a:cubicBezTo>
                      <a:pt x="90" y="1"/>
                      <a:pt x="91" y="3"/>
                      <a:pt x="91" y="5"/>
                    </a:cubicBezTo>
                    <a:cubicBezTo>
                      <a:pt x="91" y="8"/>
                      <a:pt x="92" y="13"/>
                      <a:pt x="94" y="18"/>
                    </a:cubicBezTo>
                    <a:cubicBezTo>
                      <a:pt x="64" y="18"/>
                      <a:pt x="64" y="18"/>
                      <a:pt x="64" y="18"/>
                    </a:cubicBezTo>
                    <a:cubicBezTo>
                      <a:pt x="62" y="14"/>
                      <a:pt x="60" y="11"/>
                      <a:pt x="58" y="8"/>
                    </a:cubicBezTo>
                    <a:cubicBezTo>
                      <a:pt x="57" y="6"/>
                      <a:pt x="56" y="3"/>
                      <a:pt x="56" y="0"/>
                    </a:cubicBezTo>
                    <a:close/>
                    <a:moveTo>
                      <a:pt x="51" y="18"/>
                    </a:moveTo>
                    <a:cubicBezTo>
                      <a:pt x="45" y="18"/>
                      <a:pt x="45" y="18"/>
                      <a:pt x="45" y="18"/>
                    </a:cubicBezTo>
                    <a:cubicBezTo>
                      <a:pt x="45" y="18"/>
                      <a:pt x="45" y="17"/>
                      <a:pt x="45" y="17"/>
                    </a:cubicBezTo>
                    <a:cubicBezTo>
                      <a:pt x="45" y="12"/>
                      <a:pt x="43" y="4"/>
                      <a:pt x="43" y="4"/>
                    </a:cubicBezTo>
                    <a:cubicBezTo>
                      <a:pt x="49" y="4"/>
                      <a:pt x="49" y="4"/>
                      <a:pt x="49" y="4"/>
                    </a:cubicBezTo>
                    <a:cubicBezTo>
                      <a:pt x="49" y="4"/>
                      <a:pt x="50" y="5"/>
                      <a:pt x="50" y="9"/>
                    </a:cubicBezTo>
                    <a:cubicBezTo>
                      <a:pt x="49" y="11"/>
                      <a:pt x="50" y="15"/>
                      <a:pt x="51" y="18"/>
                    </a:cubicBezTo>
                    <a:close/>
                  </a:path>
                </a:pathLst>
              </a:custGeom>
              <a:solidFill>
                <a:srgbClr val="CC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5" name="Freeform 172"/>
              <p:cNvSpPr>
                <a:spLocks noEditPoints="1"/>
              </p:cNvSpPr>
              <p:nvPr/>
            </p:nvSpPr>
            <p:spPr bwMode="auto">
              <a:xfrm>
                <a:off x="2314" y="1625"/>
                <a:ext cx="178" cy="36"/>
              </a:xfrm>
              <a:custGeom>
                <a:avLst/>
                <a:gdLst>
                  <a:gd name="T0" fmla="*/ 0 w 93"/>
                  <a:gd name="T1" fmla="*/ 0 h 19"/>
                  <a:gd name="T2" fmla="*/ 33 w 93"/>
                  <a:gd name="T3" fmla="*/ 0 h 19"/>
                  <a:gd name="T4" fmla="*/ 35 w 93"/>
                  <a:gd name="T5" fmla="*/ 8 h 19"/>
                  <a:gd name="T6" fmla="*/ 41 w 93"/>
                  <a:gd name="T7" fmla="*/ 19 h 19"/>
                  <a:gd name="T8" fmla="*/ 16 w 93"/>
                  <a:gd name="T9" fmla="*/ 19 h 19"/>
                  <a:gd name="T10" fmla="*/ 8 w 93"/>
                  <a:gd name="T11" fmla="*/ 11 h 19"/>
                  <a:gd name="T12" fmla="*/ 0 w 93"/>
                  <a:gd name="T13" fmla="*/ 0 h 19"/>
                  <a:gd name="T14" fmla="*/ 55 w 93"/>
                  <a:gd name="T15" fmla="*/ 0 h 19"/>
                  <a:gd name="T16" fmla="*/ 88 w 93"/>
                  <a:gd name="T17" fmla="*/ 0 h 19"/>
                  <a:gd name="T18" fmla="*/ 90 w 93"/>
                  <a:gd name="T19" fmla="*/ 4 h 19"/>
                  <a:gd name="T20" fmla="*/ 93 w 93"/>
                  <a:gd name="T21" fmla="*/ 19 h 19"/>
                  <a:gd name="T22" fmla="*/ 64 w 93"/>
                  <a:gd name="T23" fmla="*/ 19 h 19"/>
                  <a:gd name="T24" fmla="*/ 57 w 93"/>
                  <a:gd name="T25" fmla="*/ 7 h 19"/>
                  <a:gd name="T26" fmla="*/ 55 w 93"/>
                  <a:gd name="T27" fmla="*/ 0 h 19"/>
                  <a:gd name="T28" fmla="*/ 50 w 93"/>
                  <a:gd name="T29" fmla="*/ 19 h 19"/>
                  <a:gd name="T30" fmla="*/ 44 w 93"/>
                  <a:gd name="T31" fmla="*/ 19 h 19"/>
                  <a:gd name="T32" fmla="*/ 44 w 93"/>
                  <a:gd name="T33" fmla="*/ 16 h 19"/>
                  <a:gd name="T34" fmla="*/ 42 w 93"/>
                  <a:gd name="T35" fmla="*/ 3 h 19"/>
                  <a:gd name="T36" fmla="*/ 48 w 93"/>
                  <a:gd name="T37" fmla="*/ 3 h 19"/>
                  <a:gd name="T38" fmla="*/ 49 w 93"/>
                  <a:gd name="T39" fmla="*/ 8 h 19"/>
                  <a:gd name="T40" fmla="*/ 50 w 93"/>
                  <a:gd name="T4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3" h="19">
                    <a:moveTo>
                      <a:pt x="0" y="0"/>
                    </a:moveTo>
                    <a:cubicBezTo>
                      <a:pt x="33" y="0"/>
                      <a:pt x="33" y="0"/>
                      <a:pt x="33" y="0"/>
                    </a:cubicBezTo>
                    <a:cubicBezTo>
                      <a:pt x="35" y="3"/>
                      <a:pt x="35" y="6"/>
                      <a:pt x="35" y="8"/>
                    </a:cubicBezTo>
                    <a:cubicBezTo>
                      <a:pt x="36" y="11"/>
                      <a:pt x="39" y="15"/>
                      <a:pt x="41" y="19"/>
                    </a:cubicBezTo>
                    <a:cubicBezTo>
                      <a:pt x="16" y="19"/>
                      <a:pt x="16" y="19"/>
                      <a:pt x="16" y="19"/>
                    </a:cubicBezTo>
                    <a:cubicBezTo>
                      <a:pt x="14" y="16"/>
                      <a:pt x="11" y="13"/>
                      <a:pt x="8" y="11"/>
                    </a:cubicBezTo>
                    <a:cubicBezTo>
                      <a:pt x="2" y="6"/>
                      <a:pt x="0" y="4"/>
                      <a:pt x="0" y="0"/>
                    </a:cubicBezTo>
                    <a:close/>
                    <a:moveTo>
                      <a:pt x="55" y="0"/>
                    </a:moveTo>
                    <a:cubicBezTo>
                      <a:pt x="88" y="0"/>
                      <a:pt x="88" y="0"/>
                      <a:pt x="88" y="0"/>
                    </a:cubicBezTo>
                    <a:cubicBezTo>
                      <a:pt x="89" y="1"/>
                      <a:pt x="90" y="3"/>
                      <a:pt x="90" y="4"/>
                    </a:cubicBezTo>
                    <a:cubicBezTo>
                      <a:pt x="90" y="8"/>
                      <a:pt x="91" y="12"/>
                      <a:pt x="93" y="19"/>
                    </a:cubicBezTo>
                    <a:cubicBezTo>
                      <a:pt x="64" y="19"/>
                      <a:pt x="64" y="19"/>
                      <a:pt x="64" y="19"/>
                    </a:cubicBezTo>
                    <a:cubicBezTo>
                      <a:pt x="62" y="14"/>
                      <a:pt x="59" y="10"/>
                      <a:pt x="57" y="7"/>
                    </a:cubicBezTo>
                    <a:cubicBezTo>
                      <a:pt x="56" y="5"/>
                      <a:pt x="55" y="3"/>
                      <a:pt x="55" y="0"/>
                    </a:cubicBezTo>
                    <a:close/>
                    <a:moveTo>
                      <a:pt x="50" y="19"/>
                    </a:moveTo>
                    <a:cubicBezTo>
                      <a:pt x="44" y="19"/>
                      <a:pt x="44" y="19"/>
                      <a:pt x="44" y="19"/>
                    </a:cubicBezTo>
                    <a:cubicBezTo>
                      <a:pt x="44" y="18"/>
                      <a:pt x="44" y="17"/>
                      <a:pt x="44" y="16"/>
                    </a:cubicBezTo>
                    <a:cubicBezTo>
                      <a:pt x="44" y="11"/>
                      <a:pt x="42" y="3"/>
                      <a:pt x="42" y="3"/>
                    </a:cubicBezTo>
                    <a:cubicBezTo>
                      <a:pt x="48" y="3"/>
                      <a:pt x="48" y="3"/>
                      <a:pt x="48" y="3"/>
                    </a:cubicBezTo>
                    <a:cubicBezTo>
                      <a:pt x="48" y="3"/>
                      <a:pt x="49" y="4"/>
                      <a:pt x="49" y="8"/>
                    </a:cubicBezTo>
                    <a:cubicBezTo>
                      <a:pt x="48" y="11"/>
                      <a:pt x="49" y="14"/>
                      <a:pt x="50" y="19"/>
                    </a:cubicBezTo>
                    <a:close/>
                  </a:path>
                </a:pathLst>
              </a:custGeom>
              <a:solidFill>
                <a:srgbClr val="CD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6" name="Freeform 173"/>
              <p:cNvSpPr>
                <a:spLocks noEditPoints="1"/>
              </p:cNvSpPr>
              <p:nvPr/>
            </p:nvSpPr>
            <p:spPr bwMode="auto">
              <a:xfrm>
                <a:off x="2314" y="1629"/>
                <a:ext cx="178" cy="34"/>
              </a:xfrm>
              <a:custGeom>
                <a:avLst/>
                <a:gdLst>
                  <a:gd name="T0" fmla="*/ 0 w 93"/>
                  <a:gd name="T1" fmla="*/ 0 h 18"/>
                  <a:gd name="T2" fmla="*/ 34 w 93"/>
                  <a:gd name="T3" fmla="*/ 0 h 18"/>
                  <a:gd name="T4" fmla="*/ 35 w 93"/>
                  <a:gd name="T5" fmla="*/ 6 h 18"/>
                  <a:gd name="T6" fmla="*/ 42 w 93"/>
                  <a:gd name="T7" fmla="*/ 18 h 18"/>
                  <a:gd name="T8" fmla="*/ 16 w 93"/>
                  <a:gd name="T9" fmla="*/ 18 h 18"/>
                  <a:gd name="T10" fmla="*/ 8 w 93"/>
                  <a:gd name="T11" fmla="*/ 9 h 18"/>
                  <a:gd name="T12" fmla="*/ 0 w 93"/>
                  <a:gd name="T13" fmla="*/ 0 h 18"/>
                  <a:gd name="T14" fmla="*/ 55 w 93"/>
                  <a:gd name="T15" fmla="*/ 0 h 18"/>
                  <a:gd name="T16" fmla="*/ 89 w 93"/>
                  <a:gd name="T17" fmla="*/ 0 h 18"/>
                  <a:gd name="T18" fmla="*/ 90 w 93"/>
                  <a:gd name="T19" fmla="*/ 2 h 18"/>
                  <a:gd name="T20" fmla="*/ 93 w 93"/>
                  <a:gd name="T21" fmla="*/ 18 h 18"/>
                  <a:gd name="T22" fmla="*/ 65 w 93"/>
                  <a:gd name="T23" fmla="*/ 18 h 18"/>
                  <a:gd name="T24" fmla="*/ 57 w 93"/>
                  <a:gd name="T25" fmla="*/ 5 h 18"/>
                  <a:gd name="T26" fmla="*/ 55 w 93"/>
                  <a:gd name="T27" fmla="*/ 0 h 18"/>
                  <a:gd name="T28" fmla="*/ 50 w 93"/>
                  <a:gd name="T29" fmla="*/ 18 h 18"/>
                  <a:gd name="T30" fmla="*/ 44 w 93"/>
                  <a:gd name="T31" fmla="*/ 18 h 18"/>
                  <a:gd name="T32" fmla="*/ 44 w 93"/>
                  <a:gd name="T33" fmla="*/ 14 h 18"/>
                  <a:gd name="T34" fmla="*/ 42 w 93"/>
                  <a:gd name="T35" fmla="*/ 1 h 18"/>
                  <a:gd name="T36" fmla="*/ 48 w 93"/>
                  <a:gd name="T37" fmla="*/ 1 h 18"/>
                  <a:gd name="T38" fmla="*/ 49 w 93"/>
                  <a:gd name="T39" fmla="*/ 6 h 18"/>
                  <a:gd name="T40" fmla="*/ 50 w 93"/>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3" h="18">
                    <a:moveTo>
                      <a:pt x="0" y="0"/>
                    </a:moveTo>
                    <a:cubicBezTo>
                      <a:pt x="34" y="0"/>
                      <a:pt x="34" y="0"/>
                      <a:pt x="34" y="0"/>
                    </a:cubicBezTo>
                    <a:cubicBezTo>
                      <a:pt x="35" y="2"/>
                      <a:pt x="35" y="4"/>
                      <a:pt x="35" y="6"/>
                    </a:cubicBezTo>
                    <a:cubicBezTo>
                      <a:pt x="36" y="9"/>
                      <a:pt x="40" y="15"/>
                      <a:pt x="42" y="18"/>
                    </a:cubicBezTo>
                    <a:cubicBezTo>
                      <a:pt x="16" y="18"/>
                      <a:pt x="16" y="18"/>
                      <a:pt x="16" y="18"/>
                    </a:cubicBezTo>
                    <a:cubicBezTo>
                      <a:pt x="14" y="14"/>
                      <a:pt x="12" y="11"/>
                      <a:pt x="8" y="9"/>
                    </a:cubicBezTo>
                    <a:cubicBezTo>
                      <a:pt x="3" y="5"/>
                      <a:pt x="0" y="2"/>
                      <a:pt x="0" y="0"/>
                    </a:cubicBezTo>
                    <a:close/>
                    <a:moveTo>
                      <a:pt x="55" y="0"/>
                    </a:moveTo>
                    <a:cubicBezTo>
                      <a:pt x="89" y="0"/>
                      <a:pt x="89" y="0"/>
                      <a:pt x="89" y="0"/>
                    </a:cubicBezTo>
                    <a:cubicBezTo>
                      <a:pt x="90" y="0"/>
                      <a:pt x="90" y="1"/>
                      <a:pt x="90" y="2"/>
                    </a:cubicBezTo>
                    <a:cubicBezTo>
                      <a:pt x="90" y="6"/>
                      <a:pt x="91" y="11"/>
                      <a:pt x="93" y="18"/>
                    </a:cubicBezTo>
                    <a:cubicBezTo>
                      <a:pt x="65" y="18"/>
                      <a:pt x="65" y="18"/>
                      <a:pt x="65" y="18"/>
                    </a:cubicBezTo>
                    <a:cubicBezTo>
                      <a:pt x="62" y="13"/>
                      <a:pt x="59" y="9"/>
                      <a:pt x="57" y="5"/>
                    </a:cubicBezTo>
                    <a:cubicBezTo>
                      <a:pt x="56" y="3"/>
                      <a:pt x="55" y="1"/>
                      <a:pt x="55" y="0"/>
                    </a:cubicBezTo>
                    <a:close/>
                    <a:moveTo>
                      <a:pt x="50" y="18"/>
                    </a:moveTo>
                    <a:cubicBezTo>
                      <a:pt x="44" y="18"/>
                      <a:pt x="44" y="18"/>
                      <a:pt x="44" y="18"/>
                    </a:cubicBezTo>
                    <a:cubicBezTo>
                      <a:pt x="44" y="17"/>
                      <a:pt x="44" y="16"/>
                      <a:pt x="44" y="14"/>
                    </a:cubicBezTo>
                    <a:cubicBezTo>
                      <a:pt x="44" y="9"/>
                      <a:pt x="42" y="1"/>
                      <a:pt x="42" y="1"/>
                    </a:cubicBezTo>
                    <a:cubicBezTo>
                      <a:pt x="48" y="1"/>
                      <a:pt x="48" y="1"/>
                      <a:pt x="48" y="1"/>
                    </a:cubicBezTo>
                    <a:cubicBezTo>
                      <a:pt x="48" y="1"/>
                      <a:pt x="49" y="2"/>
                      <a:pt x="49" y="6"/>
                    </a:cubicBezTo>
                    <a:cubicBezTo>
                      <a:pt x="48" y="9"/>
                      <a:pt x="49" y="13"/>
                      <a:pt x="50" y="18"/>
                    </a:cubicBezTo>
                    <a:close/>
                  </a:path>
                </a:pathLst>
              </a:custGeom>
              <a:solidFill>
                <a:srgbClr val="CFCD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7" name="Freeform 174"/>
              <p:cNvSpPr>
                <a:spLocks noEditPoints="1"/>
              </p:cNvSpPr>
              <p:nvPr/>
            </p:nvSpPr>
            <p:spPr bwMode="auto">
              <a:xfrm>
                <a:off x="2314" y="1630"/>
                <a:ext cx="180" cy="35"/>
              </a:xfrm>
              <a:custGeom>
                <a:avLst/>
                <a:gdLst>
                  <a:gd name="T0" fmla="*/ 42 w 94"/>
                  <a:gd name="T1" fmla="*/ 18 h 18"/>
                  <a:gd name="T2" fmla="*/ 43 w 94"/>
                  <a:gd name="T3" fmla="*/ 18 h 18"/>
                  <a:gd name="T4" fmla="*/ 42 w 94"/>
                  <a:gd name="T5" fmla="*/ 18 h 18"/>
                  <a:gd name="T6" fmla="*/ 42 w 94"/>
                  <a:gd name="T7" fmla="*/ 18 h 18"/>
                  <a:gd name="T8" fmla="*/ 42 w 94"/>
                  <a:gd name="T9" fmla="*/ 1 h 18"/>
                  <a:gd name="T10" fmla="*/ 44 w 94"/>
                  <a:gd name="T11" fmla="*/ 13 h 18"/>
                  <a:gd name="T12" fmla="*/ 43 w 94"/>
                  <a:gd name="T13" fmla="*/ 18 h 18"/>
                  <a:gd name="T14" fmla="*/ 51 w 94"/>
                  <a:gd name="T15" fmla="*/ 18 h 18"/>
                  <a:gd name="T16" fmla="*/ 49 w 94"/>
                  <a:gd name="T17" fmla="*/ 5 h 18"/>
                  <a:gd name="T18" fmla="*/ 48 w 94"/>
                  <a:gd name="T19" fmla="*/ 0 h 18"/>
                  <a:gd name="T20" fmla="*/ 42 w 94"/>
                  <a:gd name="T21" fmla="*/ 0 h 18"/>
                  <a:gd name="T22" fmla="*/ 42 w 94"/>
                  <a:gd name="T23" fmla="*/ 1 h 18"/>
                  <a:gd name="T24" fmla="*/ 55 w 94"/>
                  <a:gd name="T25" fmla="*/ 0 h 18"/>
                  <a:gd name="T26" fmla="*/ 90 w 94"/>
                  <a:gd name="T27" fmla="*/ 0 h 18"/>
                  <a:gd name="T28" fmla="*/ 90 w 94"/>
                  <a:gd name="T29" fmla="*/ 1 h 18"/>
                  <a:gd name="T30" fmla="*/ 94 w 94"/>
                  <a:gd name="T31" fmla="*/ 18 h 18"/>
                  <a:gd name="T32" fmla="*/ 65 w 94"/>
                  <a:gd name="T33" fmla="*/ 18 h 18"/>
                  <a:gd name="T34" fmla="*/ 57 w 94"/>
                  <a:gd name="T35" fmla="*/ 4 h 18"/>
                  <a:gd name="T36" fmla="*/ 55 w 94"/>
                  <a:gd name="T37" fmla="*/ 0 h 18"/>
                  <a:gd name="T38" fmla="*/ 0 w 94"/>
                  <a:gd name="T39" fmla="*/ 0 h 18"/>
                  <a:gd name="T40" fmla="*/ 34 w 94"/>
                  <a:gd name="T41" fmla="*/ 0 h 18"/>
                  <a:gd name="T42" fmla="*/ 35 w 94"/>
                  <a:gd name="T43" fmla="*/ 5 h 18"/>
                  <a:gd name="T44" fmla="*/ 42 w 94"/>
                  <a:gd name="T45" fmla="*/ 18 h 18"/>
                  <a:gd name="T46" fmla="*/ 42 w 94"/>
                  <a:gd name="T47" fmla="*/ 18 h 18"/>
                  <a:gd name="T48" fmla="*/ 17 w 94"/>
                  <a:gd name="T49" fmla="*/ 18 h 18"/>
                  <a:gd name="T50" fmla="*/ 8 w 94"/>
                  <a:gd name="T51" fmla="*/ 8 h 18"/>
                  <a:gd name="T52" fmla="*/ 0 w 94"/>
                  <a:gd name="T53" fmla="*/ 0 h 18"/>
                  <a:gd name="T54" fmla="*/ 42 w 94"/>
                  <a:gd name="T55" fmla="*/ 0 h 18"/>
                  <a:gd name="T56" fmla="*/ 42 w 94"/>
                  <a:gd name="T57" fmla="*/ 0 h 18"/>
                  <a:gd name="T58" fmla="*/ 42 w 94"/>
                  <a:gd name="T59" fmla="*/ 1 h 18"/>
                  <a:gd name="T60" fmla="*/ 42 w 94"/>
                  <a:gd name="T6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18">
                    <a:moveTo>
                      <a:pt x="42" y="18"/>
                    </a:moveTo>
                    <a:cubicBezTo>
                      <a:pt x="43" y="18"/>
                      <a:pt x="43" y="18"/>
                      <a:pt x="43" y="18"/>
                    </a:cubicBezTo>
                    <a:cubicBezTo>
                      <a:pt x="42" y="18"/>
                      <a:pt x="42" y="18"/>
                      <a:pt x="42" y="18"/>
                    </a:cubicBezTo>
                    <a:cubicBezTo>
                      <a:pt x="42" y="18"/>
                      <a:pt x="42" y="18"/>
                      <a:pt x="42" y="18"/>
                    </a:cubicBezTo>
                    <a:close/>
                    <a:moveTo>
                      <a:pt x="42" y="1"/>
                    </a:moveTo>
                    <a:cubicBezTo>
                      <a:pt x="43" y="3"/>
                      <a:pt x="44" y="9"/>
                      <a:pt x="44" y="13"/>
                    </a:cubicBezTo>
                    <a:cubicBezTo>
                      <a:pt x="44" y="16"/>
                      <a:pt x="43" y="17"/>
                      <a:pt x="43" y="18"/>
                    </a:cubicBezTo>
                    <a:cubicBezTo>
                      <a:pt x="51" y="18"/>
                      <a:pt x="51" y="18"/>
                      <a:pt x="51" y="18"/>
                    </a:cubicBezTo>
                    <a:cubicBezTo>
                      <a:pt x="49" y="13"/>
                      <a:pt x="48" y="8"/>
                      <a:pt x="49" y="5"/>
                    </a:cubicBezTo>
                    <a:cubicBezTo>
                      <a:pt x="49" y="1"/>
                      <a:pt x="48" y="0"/>
                      <a:pt x="48" y="0"/>
                    </a:cubicBezTo>
                    <a:cubicBezTo>
                      <a:pt x="42" y="0"/>
                      <a:pt x="42" y="0"/>
                      <a:pt x="42" y="0"/>
                    </a:cubicBezTo>
                    <a:cubicBezTo>
                      <a:pt x="42" y="1"/>
                      <a:pt x="42" y="1"/>
                      <a:pt x="42" y="1"/>
                    </a:cubicBezTo>
                    <a:close/>
                    <a:moveTo>
                      <a:pt x="55" y="0"/>
                    </a:moveTo>
                    <a:cubicBezTo>
                      <a:pt x="90" y="0"/>
                      <a:pt x="90" y="0"/>
                      <a:pt x="90" y="0"/>
                    </a:cubicBezTo>
                    <a:cubicBezTo>
                      <a:pt x="90" y="0"/>
                      <a:pt x="90" y="0"/>
                      <a:pt x="90" y="1"/>
                    </a:cubicBezTo>
                    <a:cubicBezTo>
                      <a:pt x="90" y="5"/>
                      <a:pt x="91" y="11"/>
                      <a:pt x="94" y="18"/>
                    </a:cubicBezTo>
                    <a:cubicBezTo>
                      <a:pt x="65" y="18"/>
                      <a:pt x="65" y="18"/>
                      <a:pt x="65" y="18"/>
                    </a:cubicBezTo>
                    <a:cubicBezTo>
                      <a:pt x="63" y="12"/>
                      <a:pt x="59" y="8"/>
                      <a:pt x="57" y="4"/>
                    </a:cubicBezTo>
                    <a:cubicBezTo>
                      <a:pt x="56" y="3"/>
                      <a:pt x="56" y="1"/>
                      <a:pt x="55" y="0"/>
                    </a:cubicBezTo>
                    <a:close/>
                    <a:moveTo>
                      <a:pt x="0" y="0"/>
                    </a:moveTo>
                    <a:cubicBezTo>
                      <a:pt x="34" y="0"/>
                      <a:pt x="34" y="0"/>
                      <a:pt x="34" y="0"/>
                    </a:cubicBezTo>
                    <a:cubicBezTo>
                      <a:pt x="35" y="2"/>
                      <a:pt x="35" y="4"/>
                      <a:pt x="35" y="5"/>
                    </a:cubicBezTo>
                    <a:cubicBezTo>
                      <a:pt x="37" y="9"/>
                      <a:pt x="41" y="16"/>
                      <a:pt x="42" y="18"/>
                    </a:cubicBezTo>
                    <a:cubicBezTo>
                      <a:pt x="42" y="18"/>
                      <a:pt x="42" y="18"/>
                      <a:pt x="42" y="18"/>
                    </a:cubicBezTo>
                    <a:cubicBezTo>
                      <a:pt x="17" y="18"/>
                      <a:pt x="17" y="18"/>
                      <a:pt x="17" y="18"/>
                    </a:cubicBezTo>
                    <a:cubicBezTo>
                      <a:pt x="15" y="14"/>
                      <a:pt x="12" y="10"/>
                      <a:pt x="8" y="8"/>
                    </a:cubicBezTo>
                    <a:cubicBezTo>
                      <a:pt x="4" y="4"/>
                      <a:pt x="1" y="2"/>
                      <a:pt x="0" y="0"/>
                    </a:cubicBezTo>
                    <a:close/>
                    <a:moveTo>
                      <a:pt x="42" y="0"/>
                    </a:moveTo>
                    <a:cubicBezTo>
                      <a:pt x="42" y="0"/>
                      <a:pt x="42" y="0"/>
                      <a:pt x="42" y="0"/>
                    </a:cubicBezTo>
                    <a:cubicBezTo>
                      <a:pt x="42" y="1"/>
                      <a:pt x="42" y="1"/>
                      <a:pt x="42" y="1"/>
                    </a:cubicBezTo>
                    <a:lnTo>
                      <a:pt x="42" y="0"/>
                    </a:lnTo>
                    <a:close/>
                  </a:path>
                </a:pathLst>
              </a:custGeom>
              <a:solidFill>
                <a:srgbClr val="D0CE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8" name="Freeform 175"/>
              <p:cNvSpPr>
                <a:spLocks noEditPoints="1"/>
              </p:cNvSpPr>
              <p:nvPr/>
            </p:nvSpPr>
            <p:spPr bwMode="auto">
              <a:xfrm>
                <a:off x="2316" y="1632"/>
                <a:ext cx="180" cy="35"/>
              </a:xfrm>
              <a:custGeom>
                <a:avLst/>
                <a:gdLst>
                  <a:gd name="T0" fmla="*/ 0 w 94"/>
                  <a:gd name="T1" fmla="*/ 0 h 18"/>
                  <a:gd name="T2" fmla="*/ 33 w 94"/>
                  <a:gd name="T3" fmla="*/ 0 h 18"/>
                  <a:gd name="T4" fmla="*/ 34 w 94"/>
                  <a:gd name="T5" fmla="*/ 4 h 18"/>
                  <a:gd name="T6" fmla="*/ 42 w 94"/>
                  <a:gd name="T7" fmla="*/ 17 h 18"/>
                  <a:gd name="T8" fmla="*/ 43 w 94"/>
                  <a:gd name="T9" fmla="*/ 12 h 18"/>
                  <a:gd name="T10" fmla="*/ 42 w 94"/>
                  <a:gd name="T11" fmla="*/ 0 h 18"/>
                  <a:gd name="T12" fmla="*/ 47 w 94"/>
                  <a:gd name="T13" fmla="*/ 0 h 18"/>
                  <a:gd name="T14" fmla="*/ 48 w 94"/>
                  <a:gd name="T15" fmla="*/ 4 h 18"/>
                  <a:gd name="T16" fmla="*/ 50 w 94"/>
                  <a:gd name="T17" fmla="*/ 18 h 18"/>
                  <a:gd name="T18" fmla="*/ 17 w 94"/>
                  <a:gd name="T19" fmla="*/ 18 h 18"/>
                  <a:gd name="T20" fmla="*/ 7 w 94"/>
                  <a:gd name="T21" fmla="*/ 7 h 18"/>
                  <a:gd name="T22" fmla="*/ 0 w 94"/>
                  <a:gd name="T23" fmla="*/ 0 h 18"/>
                  <a:gd name="T24" fmla="*/ 55 w 94"/>
                  <a:gd name="T25" fmla="*/ 0 h 18"/>
                  <a:gd name="T26" fmla="*/ 89 w 94"/>
                  <a:gd name="T27" fmla="*/ 0 h 18"/>
                  <a:gd name="T28" fmla="*/ 94 w 94"/>
                  <a:gd name="T29" fmla="*/ 18 h 18"/>
                  <a:gd name="T30" fmla="*/ 65 w 94"/>
                  <a:gd name="T31" fmla="*/ 18 h 18"/>
                  <a:gd name="T32" fmla="*/ 56 w 94"/>
                  <a:gd name="T33" fmla="*/ 3 h 18"/>
                  <a:gd name="T34" fmla="*/ 55 w 94"/>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4" h="18">
                    <a:moveTo>
                      <a:pt x="0" y="0"/>
                    </a:moveTo>
                    <a:cubicBezTo>
                      <a:pt x="33" y="0"/>
                      <a:pt x="33" y="0"/>
                      <a:pt x="33" y="0"/>
                    </a:cubicBezTo>
                    <a:cubicBezTo>
                      <a:pt x="34" y="2"/>
                      <a:pt x="34" y="3"/>
                      <a:pt x="34" y="4"/>
                    </a:cubicBezTo>
                    <a:cubicBezTo>
                      <a:pt x="36" y="8"/>
                      <a:pt x="42" y="17"/>
                      <a:pt x="42" y="17"/>
                    </a:cubicBezTo>
                    <a:cubicBezTo>
                      <a:pt x="42" y="17"/>
                      <a:pt x="43" y="16"/>
                      <a:pt x="43" y="12"/>
                    </a:cubicBezTo>
                    <a:cubicBezTo>
                      <a:pt x="43" y="8"/>
                      <a:pt x="42" y="2"/>
                      <a:pt x="42" y="0"/>
                    </a:cubicBezTo>
                    <a:cubicBezTo>
                      <a:pt x="47" y="0"/>
                      <a:pt x="47" y="0"/>
                      <a:pt x="47" y="0"/>
                    </a:cubicBezTo>
                    <a:cubicBezTo>
                      <a:pt x="48" y="1"/>
                      <a:pt x="48" y="2"/>
                      <a:pt x="48" y="4"/>
                    </a:cubicBezTo>
                    <a:cubicBezTo>
                      <a:pt x="47" y="7"/>
                      <a:pt x="48" y="13"/>
                      <a:pt x="50" y="18"/>
                    </a:cubicBezTo>
                    <a:cubicBezTo>
                      <a:pt x="17" y="18"/>
                      <a:pt x="17" y="18"/>
                      <a:pt x="17" y="18"/>
                    </a:cubicBezTo>
                    <a:cubicBezTo>
                      <a:pt x="14" y="14"/>
                      <a:pt x="12" y="10"/>
                      <a:pt x="7" y="7"/>
                    </a:cubicBezTo>
                    <a:cubicBezTo>
                      <a:pt x="4" y="4"/>
                      <a:pt x="1" y="2"/>
                      <a:pt x="0" y="0"/>
                    </a:cubicBezTo>
                    <a:close/>
                    <a:moveTo>
                      <a:pt x="55" y="0"/>
                    </a:moveTo>
                    <a:cubicBezTo>
                      <a:pt x="89" y="0"/>
                      <a:pt x="89" y="0"/>
                      <a:pt x="89" y="0"/>
                    </a:cubicBezTo>
                    <a:cubicBezTo>
                      <a:pt x="89" y="5"/>
                      <a:pt x="90" y="11"/>
                      <a:pt x="94" y="18"/>
                    </a:cubicBezTo>
                    <a:cubicBezTo>
                      <a:pt x="65" y="18"/>
                      <a:pt x="65" y="18"/>
                      <a:pt x="65" y="18"/>
                    </a:cubicBezTo>
                    <a:cubicBezTo>
                      <a:pt x="62" y="12"/>
                      <a:pt x="58" y="7"/>
                      <a:pt x="56" y="3"/>
                    </a:cubicBezTo>
                    <a:cubicBezTo>
                      <a:pt x="56" y="2"/>
                      <a:pt x="55" y="1"/>
                      <a:pt x="55" y="0"/>
                    </a:cubicBezTo>
                    <a:close/>
                  </a:path>
                </a:pathLst>
              </a:custGeom>
              <a:solidFill>
                <a:srgbClr val="D2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49" name="Freeform 176"/>
              <p:cNvSpPr>
                <a:spLocks noEditPoints="1"/>
              </p:cNvSpPr>
              <p:nvPr/>
            </p:nvSpPr>
            <p:spPr bwMode="auto">
              <a:xfrm>
                <a:off x="2318" y="1634"/>
                <a:ext cx="178" cy="37"/>
              </a:xfrm>
              <a:custGeom>
                <a:avLst/>
                <a:gdLst>
                  <a:gd name="T0" fmla="*/ 0 w 93"/>
                  <a:gd name="T1" fmla="*/ 0 h 19"/>
                  <a:gd name="T2" fmla="*/ 33 w 93"/>
                  <a:gd name="T3" fmla="*/ 0 h 19"/>
                  <a:gd name="T4" fmla="*/ 33 w 93"/>
                  <a:gd name="T5" fmla="*/ 3 h 19"/>
                  <a:gd name="T6" fmla="*/ 41 w 93"/>
                  <a:gd name="T7" fmla="*/ 16 h 19"/>
                  <a:gd name="T8" fmla="*/ 42 w 93"/>
                  <a:gd name="T9" fmla="*/ 11 h 19"/>
                  <a:gd name="T10" fmla="*/ 41 w 93"/>
                  <a:gd name="T11" fmla="*/ 0 h 19"/>
                  <a:gd name="T12" fmla="*/ 47 w 93"/>
                  <a:gd name="T13" fmla="*/ 0 h 19"/>
                  <a:gd name="T14" fmla="*/ 47 w 93"/>
                  <a:gd name="T15" fmla="*/ 3 h 19"/>
                  <a:gd name="T16" fmla="*/ 49 w 93"/>
                  <a:gd name="T17" fmla="*/ 19 h 19"/>
                  <a:gd name="T18" fmla="*/ 17 w 93"/>
                  <a:gd name="T19" fmla="*/ 19 h 19"/>
                  <a:gd name="T20" fmla="*/ 6 w 93"/>
                  <a:gd name="T21" fmla="*/ 6 h 19"/>
                  <a:gd name="T22" fmla="*/ 0 w 93"/>
                  <a:gd name="T23" fmla="*/ 0 h 19"/>
                  <a:gd name="T24" fmla="*/ 54 w 93"/>
                  <a:gd name="T25" fmla="*/ 0 h 19"/>
                  <a:gd name="T26" fmla="*/ 88 w 93"/>
                  <a:gd name="T27" fmla="*/ 0 h 19"/>
                  <a:gd name="T28" fmla="*/ 93 w 93"/>
                  <a:gd name="T29" fmla="*/ 18 h 19"/>
                  <a:gd name="T30" fmla="*/ 93 w 93"/>
                  <a:gd name="T31" fmla="*/ 19 h 19"/>
                  <a:gd name="T32" fmla="*/ 64 w 93"/>
                  <a:gd name="T33" fmla="*/ 19 h 19"/>
                  <a:gd name="T34" fmla="*/ 55 w 93"/>
                  <a:gd name="T35" fmla="*/ 2 h 19"/>
                  <a:gd name="T36" fmla="*/ 54 w 93"/>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19">
                    <a:moveTo>
                      <a:pt x="0" y="0"/>
                    </a:moveTo>
                    <a:cubicBezTo>
                      <a:pt x="33" y="0"/>
                      <a:pt x="33" y="0"/>
                      <a:pt x="33" y="0"/>
                    </a:cubicBezTo>
                    <a:cubicBezTo>
                      <a:pt x="33" y="1"/>
                      <a:pt x="33" y="2"/>
                      <a:pt x="33" y="3"/>
                    </a:cubicBezTo>
                    <a:cubicBezTo>
                      <a:pt x="35" y="7"/>
                      <a:pt x="41" y="16"/>
                      <a:pt x="41" y="16"/>
                    </a:cubicBezTo>
                    <a:cubicBezTo>
                      <a:pt x="41" y="16"/>
                      <a:pt x="42" y="15"/>
                      <a:pt x="42" y="11"/>
                    </a:cubicBezTo>
                    <a:cubicBezTo>
                      <a:pt x="42" y="8"/>
                      <a:pt x="41" y="3"/>
                      <a:pt x="41" y="0"/>
                    </a:cubicBezTo>
                    <a:cubicBezTo>
                      <a:pt x="47" y="0"/>
                      <a:pt x="47" y="0"/>
                      <a:pt x="47" y="0"/>
                    </a:cubicBezTo>
                    <a:cubicBezTo>
                      <a:pt x="47" y="1"/>
                      <a:pt x="47" y="2"/>
                      <a:pt x="47" y="3"/>
                    </a:cubicBezTo>
                    <a:cubicBezTo>
                      <a:pt x="46" y="6"/>
                      <a:pt x="48" y="12"/>
                      <a:pt x="49" y="19"/>
                    </a:cubicBezTo>
                    <a:cubicBezTo>
                      <a:pt x="17" y="19"/>
                      <a:pt x="17" y="19"/>
                      <a:pt x="17" y="19"/>
                    </a:cubicBezTo>
                    <a:cubicBezTo>
                      <a:pt x="14" y="14"/>
                      <a:pt x="11" y="9"/>
                      <a:pt x="6" y="6"/>
                    </a:cubicBezTo>
                    <a:cubicBezTo>
                      <a:pt x="3" y="4"/>
                      <a:pt x="1" y="2"/>
                      <a:pt x="0" y="0"/>
                    </a:cubicBezTo>
                    <a:close/>
                    <a:moveTo>
                      <a:pt x="54" y="0"/>
                    </a:moveTo>
                    <a:cubicBezTo>
                      <a:pt x="88" y="0"/>
                      <a:pt x="88" y="0"/>
                      <a:pt x="88" y="0"/>
                    </a:cubicBezTo>
                    <a:cubicBezTo>
                      <a:pt x="88" y="5"/>
                      <a:pt x="90" y="11"/>
                      <a:pt x="93" y="18"/>
                    </a:cubicBezTo>
                    <a:cubicBezTo>
                      <a:pt x="93" y="19"/>
                      <a:pt x="93" y="19"/>
                      <a:pt x="93" y="19"/>
                    </a:cubicBezTo>
                    <a:cubicBezTo>
                      <a:pt x="64" y="19"/>
                      <a:pt x="64" y="19"/>
                      <a:pt x="64" y="19"/>
                    </a:cubicBezTo>
                    <a:cubicBezTo>
                      <a:pt x="62" y="12"/>
                      <a:pt x="58" y="6"/>
                      <a:pt x="55" y="2"/>
                    </a:cubicBezTo>
                    <a:cubicBezTo>
                      <a:pt x="55" y="2"/>
                      <a:pt x="54" y="1"/>
                      <a:pt x="54"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0" name="Freeform 177"/>
              <p:cNvSpPr>
                <a:spLocks noEditPoints="1"/>
              </p:cNvSpPr>
              <p:nvPr/>
            </p:nvSpPr>
            <p:spPr bwMode="auto">
              <a:xfrm>
                <a:off x="2320" y="1638"/>
                <a:ext cx="178" cy="35"/>
              </a:xfrm>
              <a:custGeom>
                <a:avLst/>
                <a:gdLst>
                  <a:gd name="T0" fmla="*/ 0 w 93"/>
                  <a:gd name="T1" fmla="*/ 0 h 18"/>
                  <a:gd name="T2" fmla="*/ 32 w 93"/>
                  <a:gd name="T3" fmla="*/ 0 h 18"/>
                  <a:gd name="T4" fmla="*/ 32 w 93"/>
                  <a:gd name="T5" fmla="*/ 1 h 18"/>
                  <a:gd name="T6" fmla="*/ 40 w 93"/>
                  <a:gd name="T7" fmla="*/ 14 h 18"/>
                  <a:gd name="T8" fmla="*/ 41 w 93"/>
                  <a:gd name="T9" fmla="*/ 9 h 18"/>
                  <a:gd name="T10" fmla="*/ 40 w 93"/>
                  <a:gd name="T11" fmla="*/ 0 h 18"/>
                  <a:gd name="T12" fmla="*/ 46 w 93"/>
                  <a:gd name="T13" fmla="*/ 0 h 18"/>
                  <a:gd name="T14" fmla="*/ 46 w 93"/>
                  <a:gd name="T15" fmla="*/ 1 h 18"/>
                  <a:gd name="T16" fmla="*/ 49 w 93"/>
                  <a:gd name="T17" fmla="*/ 18 h 18"/>
                  <a:gd name="T18" fmla="*/ 16 w 93"/>
                  <a:gd name="T19" fmla="*/ 18 h 18"/>
                  <a:gd name="T20" fmla="*/ 5 w 93"/>
                  <a:gd name="T21" fmla="*/ 4 h 18"/>
                  <a:gd name="T22" fmla="*/ 0 w 93"/>
                  <a:gd name="T23" fmla="*/ 0 h 18"/>
                  <a:gd name="T24" fmla="*/ 54 w 93"/>
                  <a:gd name="T25" fmla="*/ 0 h 18"/>
                  <a:gd name="T26" fmla="*/ 87 w 93"/>
                  <a:gd name="T27" fmla="*/ 0 h 18"/>
                  <a:gd name="T28" fmla="*/ 92 w 93"/>
                  <a:gd name="T29" fmla="*/ 16 h 18"/>
                  <a:gd name="T30" fmla="*/ 93 w 93"/>
                  <a:gd name="T31" fmla="*/ 18 h 18"/>
                  <a:gd name="T32" fmla="*/ 64 w 93"/>
                  <a:gd name="T33" fmla="*/ 18 h 18"/>
                  <a:gd name="T34" fmla="*/ 54 w 93"/>
                  <a:gd name="T35" fmla="*/ 0 h 18"/>
                  <a:gd name="T36" fmla="*/ 54 w 93"/>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18">
                    <a:moveTo>
                      <a:pt x="0" y="0"/>
                    </a:moveTo>
                    <a:cubicBezTo>
                      <a:pt x="32" y="0"/>
                      <a:pt x="32" y="0"/>
                      <a:pt x="32" y="0"/>
                    </a:cubicBezTo>
                    <a:cubicBezTo>
                      <a:pt x="32" y="0"/>
                      <a:pt x="32" y="1"/>
                      <a:pt x="32" y="1"/>
                    </a:cubicBezTo>
                    <a:cubicBezTo>
                      <a:pt x="34" y="5"/>
                      <a:pt x="40" y="14"/>
                      <a:pt x="40" y="14"/>
                    </a:cubicBezTo>
                    <a:cubicBezTo>
                      <a:pt x="40" y="14"/>
                      <a:pt x="41" y="13"/>
                      <a:pt x="41" y="9"/>
                    </a:cubicBezTo>
                    <a:cubicBezTo>
                      <a:pt x="41" y="6"/>
                      <a:pt x="41" y="2"/>
                      <a:pt x="40" y="0"/>
                    </a:cubicBezTo>
                    <a:cubicBezTo>
                      <a:pt x="46" y="0"/>
                      <a:pt x="46" y="0"/>
                      <a:pt x="46" y="0"/>
                    </a:cubicBezTo>
                    <a:cubicBezTo>
                      <a:pt x="46" y="0"/>
                      <a:pt x="46" y="1"/>
                      <a:pt x="46" y="1"/>
                    </a:cubicBezTo>
                    <a:cubicBezTo>
                      <a:pt x="45" y="5"/>
                      <a:pt x="47" y="11"/>
                      <a:pt x="49" y="18"/>
                    </a:cubicBezTo>
                    <a:cubicBezTo>
                      <a:pt x="16" y="18"/>
                      <a:pt x="16" y="18"/>
                      <a:pt x="16" y="18"/>
                    </a:cubicBezTo>
                    <a:cubicBezTo>
                      <a:pt x="14" y="13"/>
                      <a:pt x="10" y="7"/>
                      <a:pt x="5" y="4"/>
                    </a:cubicBezTo>
                    <a:cubicBezTo>
                      <a:pt x="3" y="2"/>
                      <a:pt x="1" y="1"/>
                      <a:pt x="0" y="0"/>
                    </a:cubicBezTo>
                    <a:close/>
                    <a:moveTo>
                      <a:pt x="54" y="0"/>
                    </a:moveTo>
                    <a:cubicBezTo>
                      <a:pt x="87" y="0"/>
                      <a:pt x="87" y="0"/>
                      <a:pt x="87" y="0"/>
                    </a:cubicBezTo>
                    <a:cubicBezTo>
                      <a:pt x="88" y="4"/>
                      <a:pt x="89" y="10"/>
                      <a:pt x="92" y="16"/>
                    </a:cubicBezTo>
                    <a:cubicBezTo>
                      <a:pt x="92" y="17"/>
                      <a:pt x="93" y="17"/>
                      <a:pt x="93" y="18"/>
                    </a:cubicBezTo>
                    <a:cubicBezTo>
                      <a:pt x="64" y="18"/>
                      <a:pt x="64" y="18"/>
                      <a:pt x="64" y="18"/>
                    </a:cubicBezTo>
                    <a:cubicBezTo>
                      <a:pt x="61" y="10"/>
                      <a:pt x="57" y="5"/>
                      <a:pt x="54" y="0"/>
                    </a:cubicBezTo>
                    <a:cubicBezTo>
                      <a:pt x="54" y="0"/>
                      <a:pt x="54" y="0"/>
                      <a:pt x="54" y="0"/>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1" name="Freeform 178"/>
              <p:cNvSpPr>
                <a:spLocks noEditPoints="1"/>
              </p:cNvSpPr>
              <p:nvPr/>
            </p:nvSpPr>
            <p:spPr bwMode="auto">
              <a:xfrm>
                <a:off x="2324" y="1640"/>
                <a:ext cx="174" cy="34"/>
              </a:xfrm>
              <a:custGeom>
                <a:avLst/>
                <a:gdLst>
                  <a:gd name="T0" fmla="*/ 0 w 91"/>
                  <a:gd name="T1" fmla="*/ 0 h 18"/>
                  <a:gd name="T2" fmla="*/ 30 w 91"/>
                  <a:gd name="T3" fmla="*/ 0 h 18"/>
                  <a:gd name="T4" fmla="*/ 30 w 91"/>
                  <a:gd name="T5" fmla="*/ 0 h 18"/>
                  <a:gd name="T6" fmla="*/ 38 w 91"/>
                  <a:gd name="T7" fmla="*/ 13 h 18"/>
                  <a:gd name="T8" fmla="*/ 39 w 91"/>
                  <a:gd name="T9" fmla="*/ 8 h 18"/>
                  <a:gd name="T10" fmla="*/ 38 w 91"/>
                  <a:gd name="T11" fmla="*/ 0 h 18"/>
                  <a:gd name="T12" fmla="*/ 44 w 91"/>
                  <a:gd name="T13" fmla="*/ 0 h 18"/>
                  <a:gd name="T14" fmla="*/ 44 w 91"/>
                  <a:gd name="T15" fmla="*/ 0 h 18"/>
                  <a:gd name="T16" fmla="*/ 47 w 91"/>
                  <a:gd name="T17" fmla="*/ 18 h 18"/>
                  <a:gd name="T18" fmla="*/ 15 w 91"/>
                  <a:gd name="T19" fmla="*/ 18 h 18"/>
                  <a:gd name="T20" fmla="*/ 3 w 91"/>
                  <a:gd name="T21" fmla="*/ 3 h 18"/>
                  <a:gd name="T22" fmla="*/ 0 w 91"/>
                  <a:gd name="T23" fmla="*/ 0 h 18"/>
                  <a:gd name="T24" fmla="*/ 53 w 91"/>
                  <a:gd name="T25" fmla="*/ 0 h 18"/>
                  <a:gd name="T26" fmla="*/ 85 w 91"/>
                  <a:gd name="T27" fmla="*/ 0 h 18"/>
                  <a:gd name="T28" fmla="*/ 90 w 91"/>
                  <a:gd name="T29" fmla="*/ 15 h 18"/>
                  <a:gd name="T30" fmla="*/ 91 w 91"/>
                  <a:gd name="T31" fmla="*/ 18 h 18"/>
                  <a:gd name="T32" fmla="*/ 62 w 91"/>
                  <a:gd name="T33" fmla="*/ 18 h 18"/>
                  <a:gd name="T34" fmla="*/ 53 w 91"/>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1" h="18">
                    <a:moveTo>
                      <a:pt x="0" y="0"/>
                    </a:moveTo>
                    <a:cubicBezTo>
                      <a:pt x="30" y="0"/>
                      <a:pt x="30" y="0"/>
                      <a:pt x="30" y="0"/>
                    </a:cubicBezTo>
                    <a:cubicBezTo>
                      <a:pt x="30" y="0"/>
                      <a:pt x="30" y="0"/>
                      <a:pt x="30" y="0"/>
                    </a:cubicBezTo>
                    <a:cubicBezTo>
                      <a:pt x="32" y="4"/>
                      <a:pt x="38" y="13"/>
                      <a:pt x="38" y="13"/>
                    </a:cubicBezTo>
                    <a:cubicBezTo>
                      <a:pt x="38" y="13"/>
                      <a:pt x="39" y="12"/>
                      <a:pt x="39" y="8"/>
                    </a:cubicBezTo>
                    <a:cubicBezTo>
                      <a:pt x="39" y="5"/>
                      <a:pt x="39" y="2"/>
                      <a:pt x="38" y="0"/>
                    </a:cubicBezTo>
                    <a:cubicBezTo>
                      <a:pt x="44" y="0"/>
                      <a:pt x="44" y="0"/>
                      <a:pt x="44" y="0"/>
                    </a:cubicBezTo>
                    <a:cubicBezTo>
                      <a:pt x="44" y="0"/>
                      <a:pt x="44" y="0"/>
                      <a:pt x="44" y="0"/>
                    </a:cubicBezTo>
                    <a:cubicBezTo>
                      <a:pt x="43" y="4"/>
                      <a:pt x="45" y="11"/>
                      <a:pt x="47" y="18"/>
                    </a:cubicBezTo>
                    <a:cubicBezTo>
                      <a:pt x="15" y="18"/>
                      <a:pt x="15" y="18"/>
                      <a:pt x="15" y="18"/>
                    </a:cubicBezTo>
                    <a:cubicBezTo>
                      <a:pt x="12" y="13"/>
                      <a:pt x="9" y="7"/>
                      <a:pt x="3" y="3"/>
                    </a:cubicBezTo>
                    <a:cubicBezTo>
                      <a:pt x="2" y="2"/>
                      <a:pt x="1" y="1"/>
                      <a:pt x="0" y="0"/>
                    </a:cubicBezTo>
                    <a:close/>
                    <a:moveTo>
                      <a:pt x="53" y="0"/>
                    </a:moveTo>
                    <a:cubicBezTo>
                      <a:pt x="85" y="0"/>
                      <a:pt x="85" y="0"/>
                      <a:pt x="85" y="0"/>
                    </a:cubicBezTo>
                    <a:cubicBezTo>
                      <a:pt x="86" y="4"/>
                      <a:pt x="87" y="9"/>
                      <a:pt x="90" y="15"/>
                    </a:cubicBezTo>
                    <a:cubicBezTo>
                      <a:pt x="91" y="16"/>
                      <a:pt x="91" y="17"/>
                      <a:pt x="91" y="18"/>
                    </a:cubicBezTo>
                    <a:cubicBezTo>
                      <a:pt x="62" y="18"/>
                      <a:pt x="62" y="18"/>
                      <a:pt x="62" y="18"/>
                    </a:cubicBezTo>
                    <a:cubicBezTo>
                      <a:pt x="60" y="10"/>
                      <a:pt x="55" y="5"/>
                      <a:pt x="53" y="0"/>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2" name="Freeform 179"/>
              <p:cNvSpPr>
                <a:spLocks noEditPoints="1"/>
              </p:cNvSpPr>
              <p:nvPr/>
            </p:nvSpPr>
            <p:spPr bwMode="auto">
              <a:xfrm>
                <a:off x="2325" y="1642"/>
                <a:ext cx="173" cy="34"/>
              </a:xfrm>
              <a:custGeom>
                <a:avLst/>
                <a:gdLst>
                  <a:gd name="T0" fmla="*/ 0 w 90"/>
                  <a:gd name="T1" fmla="*/ 0 h 18"/>
                  <a:gd name="T2" fmla="*/ 30 w 90"/>
                  <a:gd name="T3" fmla="*/ 0 h 18"/>
                  <a:gd name="T4" fmla="*/ 37 w 90"/>
                  <a:gd name="T5" fmla="*/ 12 h 18"/>
                  <a:gd name="T6" fmla="*/ 38 w 90"/>
                  <a:gd name="T7" fmla="*/ 7 h 18"/>
                  <a:gd name="T8" fmla="*/ 38 w 90"/>
                  <a:gd name="T9" fmla="*/ 0 h 18"/>
                  <a:gd name="T10" fmla="*/ 43 w 90"/>
                  <a:gd name="T11" fmla="*/ 0 h 18"/>
                  <a:gd name="T12" fmla="*/ 46 w 90"/>
                  <a:gd name="T13" fmla="*/ 18 h 18"/>
                  <a:gd name="T14" fmla="*/ 15 w 90"/>
                  <a:gd name="T15" fmla="*/ 18 h 18"/>
                  <a:gd name="T16" fmla="*/ 2 w 90"/>
                  <a:gd name="T17" fmla="*/ 2 h 18"/>
                  <a:gd name="T18" fmla="*/ 0 w 90"/>
                  <a:gd name="T19" fmla="*/ 0 h 18"/>
                  <a:gd name="T20" fmla="*/ 52 w 90"/>
                  <a:gd name="T21" fmla="*/ 0 h 18"/>
                  <a:gd name="T22" fmla="*/ 85 w 90"/>
                  <a:gd name="T23" fmla="*/ 0 h 18"/>
                  <a:gd name="T24" fmla="*/ 89 w 90"/>
                  <a:gd name="T25" fmla="*/ 14 h 18"/>
                  <a:gd name="T26" fmla="*/ 90 w 90"/>
                  <a:gd name="T27" fmla="*/ 18 h 18"/>
                  <a:gd name="T28" fmla="*/ 61 w 90"/>
                  <a:gd name="T29" fmla="*/ 18 h 18"/>
                  <a:gd name="T30" fmla="*/ 61 w 90"/>
                  <a:gd name="T31" fmla="*/ 18 h 18"/>
                  <a:gd name="T32" fmla="*/ 52 w 90"/>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 h="18">
                    <a:moveTo>
                      <a:pt x="0" y="0"/>
                    </a:moveTo>
                    <a:cubicBezTo>
                      <a:pt x="30" y="0"/>
                      <a:pt x="30" y="0"/>
                      <a:pt x="30" y="0"/>
                    </a:cubicBezTo>
                    <a:cubicBezTo>
                      <a:pt x="32" y="5"/>
                      <a:pt x="37" y="12"/>
                      <a:pt x="37" y="12"/>
                    </a:cubicBezTo>
                    <a:cubicBezTo>
                      <a:pt x="37" y="12"/>
                      <a:pt x="38" y="11"/>
                      <a:pt x="38" y="7"/>
                    </a:cubicBezTo>
                    <a:cubicBezTo>
                      <a:pt x="38" y="5"/>
                      <a:pt x="38" y="2"/>
                      <a:pt x="38" y="0"/>
                    </a:cubicBezTo>
                    <a:cubicBezTo>
                      <a:pt x="43" y="0"/>
                      <a:pt x="43" y="0"/>
                      <a:pt x="43" y="0"/>
                    </a:cubicBezTo>
                    <a:cubicBezTo>
                      <a:pt x="43" y="4"/>
                      <a:pt x="44" y="12"/>
                      <a:pt x="46" y="18"/>
                    </a:cubicBezTo>
                    <a:cubicBezTo>
                      <a:pt x="15" y="18"/>
                      <a:pt x="15" y="18"/>
                      <a:pt x="15" y="18"/>
                    </a:cubicBezTo>
                    <a:cubicBezTo>
                      <a:pt x="12" y="13"/>
                      <a:pt x="8" y="6"/>
                      <a:pt x="2" y="2"/>
                    </a:cubicBezTo>
                    <a:cubicBezTo>
                      <a:pt x="2" y="1"/>
                      <a:pt x="1" y="1"/>
                      <a:pt x="0" y="0"/>
                    </a:cubicBezTo>
                    <a:close/>
                    <a:moveTo>
                      <a:pt x="52" y="0"/>
                    </a:moveTo>
                    <a:cubicBezTo>
                      <a:pt x="85" y="0"/>
                      <a:pt x="85" y="0"/>
                      <a:pt x="85" y="0"/>
                    </a:cubicBezTo>
                    <a:cubicBezTo>
                      <a:pt x="85" y="4"/>
                      <a:pt x="86" y="9"/>
                      <a:pt x="89" y="14"/>
                    </a:cubicBezTo>
                    <a:cubicBezTo>
                      <a:pt x="90" y="16"/>
                      <a:pt x="90" y="17"/>
                      <a:pt x="90" y="18"/>
                    </a:cubicBezTo>
                    <a:cubicBezTo>
                      <a:pt x="61" y="18"/>
                      <a:pt x="61" y="18"/>
                      <a:pt x="61" y="18"/>
                    </a:cubicBezTo>
                    <a:cubicBezTo>
                      <a:pt x="61" y="18"/>
                      <a:pt x="61" y="18"/>
                      <a:pt x="61" y="18"/>
                    </a:cubicBezTo>
                    <a:cubicBezTo>
                      <a:pt x="59" y="11"/>
                      <a:pt x="55" y="5"/>
                      <a:pt x="52" y="0"/>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3" name="Freeform 180"/>
              <p:cNvSpPr>
                <a:spLocks noEditPoints="1"/>
              </p:cNvSpPr>
              <p:nvPr/>
            </p:nvSpPr>
            <p:spPr bwMode="auto">
              <a:xfrm>
                <a:off x="2329" y="1644"/>
                <a:ext cx="170" cy="36"/>
              </a:xfrm>
              <a:custGeom>
                <a:avLst/>
                <a:gdLst>
                  <a:gd name="T0" fmla="*/ 0 w 89"/>
                  <a:gd name="T1" fmla="*/ 0 h 19"/>
                  <a:gd name="T2" fmla="*/ 28 w 89"/>
                  <a:gd name="T3" fmla="*/ 0 h 19"/>
                  <a:gd name="T4" fmla="*/ 35 w 89"/>
                  <a:gd name="T5" fmla="*/ 11 h 19"/>
                  <a:gd name="T6" fmla="*/ 36 w 89"/>
                  <a:gd name="T7" fmla="*/ 6 h 19"/>
                  <a:gd name="T8" fmla="*/ 36 w 89"/>
                  <a:gd name="T9" fmla="*/ 0 h 19"/>
                  <a:gd name="T10" fmla="*/ 41 w 89"/>
                  <a:gd name="T11" fmla="*/ 0 h 19"/>
                  <a:gd name="T12" fmla="*/ 45 w 89"/>
                  <a:gd name="T13" fmla="*/ 19 h 19"/>
                  <a:gd name="T14" fmla="*/ 14 w 89"/>
                  <a:gd name="T15" fmla="*/ 19 h 19"/>
                  <a:gd name="T16" fmla="*/ 0 w 89"/>
                  <a:gd name="T17" fmla="*/ 1 h 19"/>
                  <a:gd name="T18" fmla="*/ 0 w 89"/>
                  <a:gd name="T19" fmla="*/ 0 h 19"/>
                  <a:gd name="T20" fmla="*/ 51 w 89"/>
                  <a:gd name="T21" fmla="*/ 0 h 19"/>
                  <a:gd name="T22" fmla="*/ 83 w 89"/>
                  <a:gd name="T23" fmla="*/ 0 h 19"/>
                  <a:gd name="T24" fmla="*/ 87 w 89"/>
                  <a:gd name="T25" fmla="*/ 13 h 19"/>
                  <a:gd name="T26" fmla="*/ 89 w 89"/>
                  <a:gd name="T27" fmla="*/ 19 h 19"/>
                  <a:gd name="T28" fmla="*/ 60 w 89"/>
                  <a:gd name="T29" fmla="*/ 19 h 19"/>
                  <a:gd name="T30" fmla="*/ 59 w 89"/>
                  <a:gd name="T31" fmla="*/ 17 h 19"/>
                  <a:gd name="T32" fmla="*/ 51 w 8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 h="19">
                    <a:moveTo>
                      <a:pt x="0" y="0"/>
                    </a:moveTo>
                    <a:cubicBezTo>
                      <a:pt x="28" y="0"/>
                      <a:pt x="28" y="0"/>
                      <a:pt x="28" y="0"/>
                    </a:cubicBezTo>
                    <a:cubicBezTo>
                      <a:pt x="31" y="5"/>
                      <a:pt x="35" y="11"/>
                      <a:pt x="35" y="11"/>
                    </a:cubicBezTo>
                    <a:cubicBezTo>
                      <a:pt x="35" y="11"/>
                      <a:pt x="36" y="10"/>
                      <a:pt x="36" y="6"/>
                    </a:cubicBezTo>
                    <a:cubicBezTo>
                      <a:pt x="36" y="4"/>
                      <a:pt x="36" y="2"/>
                      <a:pt x="36" y="0"/>
                    </a:cubicBezTo>
                    <a:cubicBezTo>
                      <a:pt x="41" y="0"/>
                      <a:pt x="41" y="0"/>
                      <a:pt x="41" y="0"/>
                    </a:cubicBezTo>
                    <a:cubicBezTo>
                      <a:pt x="41" y="5"/>
                      <a:pt x="43" y="12"/>
                      <a:pt x="45" y="19"/>
                    </a:cubicBezTo>
                    <a:cubicBezTo>
                      <a:pt x="14" y="19"/>
                      <a:pt x="14" y="19"/>
                      <a:pt x="14" y="19"/>
                    </a:cubicBezTo>
                    <a:cubicBezTo>
                      <a:pt x="10" y="13"/>
                      <a:pt x="7" y="5"/>
                      <a:pt x="0" y="1"/>
                    </a:cubicBezTo>
                    <a:cubicBezTo>
                      <a:pt x="0" y="0"/>
                      <a:pt x="0" y="0"/>
                      <a:pt x="0" y="0"/>
                    </a:cubicBezTo>
                    <a:close/>
                    <a:moveTo>
                      <a:pt x="51" y="0"/>
                    </a:moveTo>
                    <a:cubicBezTo>
                      <a:pt x="83" y="0"/>
                      <a:pt x="83" y="0"/>
                      <a:pt x="83" y="0"/>
                    </a:cubicBezTo>
                    <a:cubicBezTo>
                      <a:pt x="83" y="4"/>
                      <a:pt x="85" y="8"/>
                      <a:pt x="87" y="13"/>
                    </a:cubicBezTo>
                    <a:cubicBezTo>
                      <a:pt x="88" y="15"/>
                      <a:pt x="88" y="17"/>
                      <a:pt x="89" y="19"/>
                    </a:cubicBezTo>
                    <a:cubicBezTo>
                      <a:pt x="60" y="19"/>
                      <a:pt x="60" y="19"/>
                      <a:pt x="60" y="19"/>
                    </a:cubicBezTo>
                    <a:cubicBezTo>
                      <a:pt x="60" y="18"/>
                      <a:pt x="60" y="18"/>
                      <a:pt x="59" y="17"/>
                    </a:cubicBezTo>
                    <a:cubicBezTo>
                      <a:pt x="57" y="10"/>
                      <a:pt x="54" y="5"/>
                      <a:pt x="51" y="0"/>
                    </a:cubicBezTo>
                    <a:close/>
                  </a:path>
                </a:pathLst>
              </a:custGeom>
              <a:solidFill>
                <a:srgbClr val="D7D6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4" name="Freeform 181"/>
              <p:cNvSpPr>
                <a:spLocks noEditPoints="1"/>
              </p:cNvSpPr>
              <p:nvPr/>
            </p:nvSpPr>
            <p:spPr bwMode="auto">
              <a:xfrm>
                <a:off x="2333" y="1648"/>
                <a:ext cx="166" cy="34"/>
              </a:xfrm>
              <a:custGeom>
                <a:avLst/>
                <a:gdLst>
                  <a:gd name="T0" fmla="*/ 0 w 87"/>
                  <a:gd name="T1" fmla="*/ 0 h 18"/>
                  <a:gd name="T2" fmla="*/ 27 w 87"/>
                  <a:gd name="T3" fmla="*/ 0 h 18"/>
                  <a:gd name="T4" fmla="*/ 33 w 87"/>
                  <a:gd name="T5" fmla="*/ 9 h 18"/>
                  <a:gd name="T6" fmla="*/ 34 w 87"/>
                  <a:gd name="T7" fmla="*/ 4 h 18"/>
                  <a:gd name="T8" fmla="*/ 34 w 87"/>
                  <a:gd name="T9" fmla="*/ 0 h 18"/>
                  <a:gd name="T10" fmla="*/ 39 w 87"/>
                  <a:gd name="T11" fmla="*/ 0 h 18"/>
                  <a:gd name="T12" fmla="*/ 43 w 87"/>
                  <a:gd name="T13" fmla="*/ 18 h 18"/>
                  <a:gd name="T14" fmla="*/ 12 w 87"/>
                  <a:gd name="T15" fmla="*/ 18 h 18"/>
                  <a:gd name="T16" fmla="*/ 0 w 87"/>
                  <a:gd name="T17" fmla="*/ 0 h 18"/>
                  <a:gd name="T18" fmla="*/ 50 w 87"/>
                  <a:gd name="T19" fmla="*/ 0 h 18"/>
                  <a:gd name="T20" fmla="*/ 81 w 87"/>
                  <a:gd name="T21" fmla="*/ 0 h 18"/>
                  <a:gd name="T22" fmla="*/ 85 w 87"/>
                  <a:gd name="T23" fmla="*/ 11 h 18"/>
                  <a:gd name="T24" fmla="*/ 87 w 87"/>
                  <a:gd name="T25" fmla="*/ 18 h 18"/>
                  <a:gd name="T26" fmla="*/ 58 w 87"/>
                  <a:gd name="T27" fmla="*/ 18 h 18"/>
                  <a:gd name="T28" fmla="*/ 57 w 87"/>
                  <a:gd name="T29" fmla="*/ 15 h 18"/>
                  <a:gd name="T30" fmla="*/ 50 w 87"/>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18">
                    <a:moveTo>
                      <a:pt x="0" y="0"/>
                    </a:moveTo>
                    <a:cubicBezTo>
                      <a:pt x="27" y="0"/>
                      <a:pt x="27" y="0"/>
                      <a:pt x="27" y="0"/>
                    </a:cubicBezTo>
                    <a:cubicBezTo>
                      <a:pt x="29" y="4"/>
                      <a:pt x="33" y="9"/>
                      <a:pt x="33" y="9"/>
                    </a:cubicBezTo>
                    <a:cubicBezTo>
                      <a:pt x="33" y="9"/>
                      <a:pt x="34" y="8"/>
                      <a:pt x="34" y="4"/>
                    </a:cubicBezTo>
                    <a:cubicBezTo>
                      <a:pt x="34" y="2"/>
                      <a:pt x="34" y="1"/>
                      <a:pt x="34" y="0"/>
                    </a:cubicBezTo>
                    <a:cubicBezTo>
                      <a:pt x="39" y="0"/>
                      <a:pt x="39" y="0"/>
                      <a:pt x="39" y="0"/>
                    </a:cubicBezTo>
                    <a:cubicBezTo>
                      <a:pt x="39" y="5"/>
                      <a:pt x="41" y="12"/>
                      <a:pt x="43" y="18"/>
                    </a:cubicBezTo>
                    <a:cubicBezTo>
                      <a:pt x="12" y="18"/>
                      <a:pt x="12" y="18"/>
                      <a:pt x="12" y="18"/>
                    </a:cubicBezTo>
                    <a:cubicBezTo>
                      <a:pt x="9" y="12"/>
                      <a:pt x="6" y="5"/>
                      <a:pt x="0" y="0"/>
                    </a:cubicBezTo>
                    <a:close/>
                    <a:moveTo>
                      <a:pt x="50" y="0"/>
                    </a:moveTo>
                    <a:cubicBezTo>
                      <a:pt x="81" y="0"/>
                      <a:pt x="81" y="0"/>
                      <a:pt x="81" y="0"/>
                    </a:cubicBezTo>
                    <a:cubicBezTo>
                      <a:pt x="82" y="3"/>
                      <a:pt x="83" y="7"/>
                      <a:pt x="85" y="11"/>
                    </a:cubicBezTo>
                    <a:cubicBezTo>
                      <a:pt x="86" y="14"/>
                      <a:pt x="87" y="16"/>
                      <a:pt x="87" y="18"/>
                    </a:cubicBezTo>
                    <a:cubicBezTo>
                      <a:pt x="58" y="18"/>
                      <a:pt x="58" y="18"/>
                      <a:pt x="58" y="18"/>
                    </a:cubicBezTo>
                    <a:cubicBezTo>
                      <a:pt x="58" y="17"/>
                      <a:pt x="58" y="16"/>
                      <a:pt x="57" y="15"/>
                    </a:cubicBezTo>
                    <a:cubicBezTo>
                      <a:pt x="56" y="9"/>
                      <a:pt x="53" y="4"/>
                      <a:pt x="50" y="0"/>
                    </a:cubicBezTo>
                    <a:close/>
                  </a:path>
                </a:pathLst>
              </a:custGeom>
              <a:solidFill>
                <a:srgbClr val="D8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5" name="Freeform 182"/>
              <p:cNvSpPr>
                <a:spLocks noEditPoints="1"/>
              </p:cNvSpPr>
              <p:nvPr/>
            </p:nvSpPr>
            <p:spPr bwMode="auto">
              <a:xfrm>
                <a:off x="2335" y="1650"/>
                <a:ext cx="164" cy="34"/>
              </a:xfrm>
              <a:custGeom>
                <a:avLst/>
                <a:gdLst>
                  <a:gd name="T0" fmla="*/ 0 w 86"/>
                  <a:gd name="T1" fmla="*/ 0 h 18"/>
                  <a:gd name="T2" fmla="*/ 27 w 86"/>
                  <a:gd name="T3" fmla="*/ 0 h 18"/>
                  <a:gd name="T4" fmla="*/ 32 w 86"/>
                  <a:gd name="T5" fmla="*/ 8 h 18"/>
                  <a:gd name="T6" fmla="*/ 33 w 86"/>
                  <a:gd name="T7" fmla="*/ 3 h 18"/>
                  <a:gd name="T8" fmla="*/ 33 w 86"/>
                  <a:gd name="T9" fmla="*/ 0 h 18"/>
                  <a:gd name="T10" fmla="*/ 38 w 86"/>
                  <a:gd name="T11" fmla="*/ 0 h 18"/>
                  <a:gd name="T12" fmla="*/ 42 w 86"/>
                  <a:gd name="T13" fmla="*/ 17 h 18"/>
                  <a:gd name="T14" fmla="*/ 42 w 86"/>
                  <a:gd name="T15" fmla="*/ 18 h 18"/>
                  <a:gd name="T16" fmla="*/ 12 w 86"/>
                  <a:gd name="T17" fmla="*/ 18 h 18"/>
                  <a:gd name="T18" fmla="*/ 12 w 86"/>
                  <a:gd name="T19" fmla="*/ 17 h 18"/>
                  <a:gd name="T20" fmla="*/ 0 w 86"/>
                  <a:gd name="T21" fmla="*/ 0 h 18"/>
                  <a:gd name="T22" fmla="*/ 50 w 86"/>
                  <a:gd name="T23" fmla="*/ 0 h 18"/>
                  <a:gd name="T24" fmla="*/ 80 w 86"/>
                  <a:gd name="T25" fmla="*/ 0 h 18"/>
                  <a:gd name="T26" fmla="*/ 84 w 86"/>
                  <a:gd name="T27" fmla="*/ 10 h 18"/>
                  <a:gd name="T28" fmla="*/ 86 w 86"/>
                  <a:gd name="T29" fmla="*/ 18 h 18"/>
                  <a:gd name="T30" fmla="*/ 57 w 86"/>
                  <a:gd name="T31" fmla="*/ 18 h 18"/>
                  <a:gd name="T32" fmla="*/ 56 w 86"/>
                  <a:gd name="T33" fmla="*/ 14 h 18"/>
                  <a:gd name="T34" fmla="*/ 50 w 86"/>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18">
                    <a:moveTo>
                      <a:pt x="0" y="0"/>
                    </a:moveTo>
                    <a:cubicBezTo>
                      <a:pt x="27" y="0"/>
                      <a:pt x="27" y="0"/>
                      <a:pt x="27" y="0"/>
                    </a:cubicBezTo>
                    <a:cubicBezTo>
                      <a:pt x="29" y="4"/>
                      <a:pt x="32" y="8"/>
                      <a:pt x="32" y="8"/>
                    </a:cubicBezTo>
                    <a:cubicBezTo>
                      <a:pt x="32" y="8"/>
                      <a:pt x="33" y="7"/>
                      <a:pt x="33" y="3"/>
                    </a:cubicBezTo>
                    <a:cubicBezTo>
                      <a:pt x="33" y="2"/>
                      <a:pt x="33" y="1"/>
                      <a:pt x="33" y="0"/>
                    </a:cubicBezTo>
                    <a:cubicBezTo>
                      <a:pt x="38" y="0"/>
                      <a:pt x="38" y="0"/>
                      <a:pt x="38" y="0"/>
                    </a:cubicBezTo>
                    <a:cubicBezTo>
                      <a:pt x="39" y="5"/>
                      <a:pt x="40" y="11"/>
                      <a:pt x="42" y="17"/>
                    </a:cubicBezTo>
                    <a:cubicBezTo>
                      <a:pt x="42" y="18"/>
                      <a:pt x="42" y="18"/>
                      <a:pt x="42" y="18"/>
                    </a:cubicBezTo>
                    <a:cubicBezTo>
                      <a:pt x="12" y="18"/>
                      <a:pt x="12" y="18"/>
                      <a:pt x="12" y="18"/>
                    </a:cubicBezTo>
                    <a:cubicBezTo>
                      <a:pt x="12" y="18"/>
                      <a:pt x="12" y="18"/>
                      <a:pt x="12" y="17"/>
                    </a:cubicBezTo>
                    <a:cubicBezTo>
                      <a:pt x="8" y="12"/>
                      <a:pt x="5" y="5"/>
                      <a:pt x="0" y="0"/>
                    </a:cubicBezTo>
                    <a:close/>
                    <a:moveTo>
                      <a:pt x="50" y="0"/>
                    </a:moveTo>
                    <a:cubicBezTo>
                      <a:pt x="80" y="0"/>
                      <a:pt x="80" y="0"/>
                      <a:pt x="80" y="0"/>
                    </a:cubicBezTo>
                    <a:cubicBezTo>
                      <a:pt x="81" y="3"/>
                      <a:pt x="82" y="7"/>
                      <a:pt x="84" y="10"/>
                    </a:cubicBezTo>
                    <a:cubicBezTo>
                      <a:pt x="85" y="13"/>
                      <a:pt x="86" y="16"/>
                      <a:pt x="86" y="18"/>
                    </a:cubicBezTo>
                    <a:cubicBezTo>
                      <a:pt x="57" y="18"/>
                      <a:pt x="57" y="18"/>
                      <a:pt x="57" y="18"/>
                    </a:cubicBezTo>
                    <a:cubicBezTo>
                      <a:pt x="57" y="17"/>
                      <a:pt x="57" y="16"/>
                      <a:pt x="56" y="14"/>
                    </a:cubicBezTo>
                    <a:cubicBezTo>
                      <a:pt x="55" y="9"/>
                      <a:pt x="52" y="4"/>
                      <a:pt x="50" y="0"/>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6" name="Freeform 183"/>
              <p:cNvSpPr>
                <a:spLocks noEditPoints="1"/>
              </p:cNvSpPr>
              <p:nvPr/>
            </p:nvSpPr>
            <p:spPr bwMode="auto">
              <a:xfrm>
                <a:off x="2337" y="1652"/>
                <a:ext cx="162" cy="36"/>
              </a:xfrm>
              <a:custGeom>
                <a:avLst/>
                <a:gdLst>
                  <a:gd name="T0" fmla="*/ 0 w 85"/>
                  <a:gd name="T1" fmla="*/ 0 h 19"/>
                  <a:gd name="T2" fmla="*/ 27 w 85"/>
                  <a:gd name="T3" fmla="*/ 0 h 19"/>
                  <a:gd name="T4" fmla="*/ 31 w 85"/>
                  <a:gd name="T5" fmla="*/ 7 h 19"/>
                  <a:gd name="T6" fmla="*/ 32 w 85"/>
                  <a:gd name="T7" fmla="*/ 2 h 19"/>
                  <a:gd name="T8" fmla="*/ 32 w 85"/>
                  <a:gd name="T9" fmla="*/ 0 h 19"/>
                  <a:gd name="T10" fmla="*/ 37 w 85"/>
                  <a:gd name="T11" fmla="*/ 0 h 19"/>
                  <a:gd name="T12" fmla="*/ 41 w 85"/>
                  <a:gd name="T13" fmla="*/ 16 h 19"/>
                  <a:gd name="T14" fmla="*/ 42 w 85"/>
                  <a:gd name="T15" fmla="*/ 19 h 19"/>
                  <a:gd name="T16" fmla="*/ 12 w 85"/>
                  <a:gd name="T17" fmla="*/ 19 h 19"/>
                  <a:gd name="T18" fmla="*/ 11 w 85"/>
                  <a:gd name="T19" fmla="*/ 16 h 19"/>
                  <a:gd name="T20" fmla="*/ 0 w 85"/>
                  <a:gd name="T21" fmla="*/ 0 h 19"/>
                  <a:gd name="T22" fmla="*/ 50 w 85"/>
                  <a:gd name="T23" fmla="*/ 0 h 19"/>
                  <a:gd name="T24" fmla="*/ 80 w 85"/>
                  <a:gd name="T25" fmla="*/ 0 h 19"/>
                  <a:gd name="T26" fmla="*/ 83 w 85"/>
                  <a:gd name="T27" fmla="*/ 9 h 19"/>
                  <a:gd name="T28" fmla="*/ 85 w 85"/>
                  <a:gd name="T29" fmla="*/ 19 h 19"/>
                  <a:gd name="T30" fmla="*/ 57 w 85"/>
                  <a:gd name="T31" fmla="*/ 19 h 19"/>
                  <a:gd name="T32" fmla="*/ 55 w 85"/>
                  <a:gd name="T33" fmla="*/ 13 h 19"/>
                  <a:gd name="T34" fmla="*/ 50 w 85"/>
                  <a:gd name="T3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 h="19">
                    <a:moveTo>
                      <a:pt x="0" y="0"/>
                    </a:moveTo>
                    <a:cubicBezTo>
                      <a:pt x="27" y="0"/>
                      <a:pt x="27" y="0"/>
                      <a:pt x="27" y="0"/>
                    </a:cubicBezTo>
                    <a:cubicBezTo>
                      <a:pt x="29" y="4"/>
                      <a:pt x="31" y="7"/>
                      <a:pt x="31" y="7"/>
                    </a:cubicBezTo>
                    <a:cubicBezTo>
                      <a:pt x="31" y="7"/>
                      <a:pt x="32" y="6"/>
                      <a:pt x="32" y="2"/>
                    </a:cubicBezTo>
                    <a:cubicBezTo>
                      <a:pt x="32" y="1"/>
                      <a:pt x="32" y="1"/>
                      <a:pt x="32" y="0"/>
                    </a:cubicBezTo>
                    <a:cubicBezTo>
                      <a:pt x="37" y="0"/>
                      <a:pt x="37" y="0"/>
                      <a:pt x="37" y="0"/>
                    </a:cubicBezTo>
                    <a:cubicBezTo>
                      <a:pt x="38" y="5"/>
                      <a:pt x="40" y="11"/>
                      <a:pt x="41" y="16"/>
                    </a:cubicBezTo>
                    <a:cubicBezTo>
                      <a:pt x="41" y="17"/>
                      <a:pt x="42" y="18"/>
                      <a:pt x="42" y="19"/>
                    </a:cubicBezTo>
                    <a:cubicBezTo>
                      <a:pt x="12" y="19"/>
                      <a:pt x="12" y="19"/>
                      <a:pt x="12" y="19"/>
                    </a:cubicBezTo>
                    <a:cubicBezTo>
                      <a:pt x="11" y="18"/>
                      <a:pt x="11" y="17"/>
                      <a:pt x="11" y="16"/>
                    </a:cubicBezTo>
                    <a:cubicBezTo>
                      <a:pt x="7" y="11"/>
                      <a:pt x="5" y="5"/>
                      <a:pt x="0" y="0"/>
                    </a:cubicBezTo>
                    <a:close/>
                    <a:moveTo>
                      <a:pt x="50" y="0"/>
                    </a:moveTo>
                    <a:cubicBezTo>
                      <a:pt x="80" y="0"/>
                      <a:pt x="80" y="0"/>
                      <a:pt x="80" y="0"/>
                    </a:cubicBezTo>
                    <a:cubicBezTo>
                      <a:pt x="80" y="3"/>
                      <a:pt x="81" y="6"/>
                      <a:pt x="83" y="9"/>
                    </a:cubicBezTo>
                    <a:cubicBezTo>
                      <a:pt x="85" y="13"/>
                      <a:pt x="85" y="16"/>
                      <a:pt x="85" y="19"/>
                    </a:cubicBezTo>
                    <a:cubicBezTo>
                      <a:pt x="57" y="19"/>
                      <a:pt x="57" y="19"/>
                      <a:pt x="57" y="19"/>
                    </a:cubicBezTo>
                    <a:cubicBezTo>
                      <a:pt x="56" y="17"/>
                      <a:pt x="56" y="15"/>
                      <a:pt x="55" y="13"/>
                    </a:cubicBezTo>
                    <a:cubicBezTo>
                      <a:pt x="54" y="8"/>
                      <a:pt x="52" y="4"/>
                      <a:pt x="50" y="0"/>
                    </a:cubicBezTo>
                    <a:close/>
                  </a:path>
                </a:pathLst>
              </a:custGeom>
              <a:solidFill>
                <a:srgbClr val="DBDA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7" name="Freeform 184"/>
              <p:cNvSpPr>
                <a:spLocks noEditPoints="1"/>
              </p:cNvSpPr>
              <p:nvPr/>
            </p:nvSpPr>
            <p:spPr bwMode="auto">
              <a:xfrm>
                <a:off x="2339" y="1655"/>
                <a:ext cx="160" cy="35"/>
              </a:xfrm>
              <a:custGeom>
                <a:avLst/>
                <a:gdLst>
                  <a:gd name="T0" fmla="*/ 0 w 84"/>
                  <a:gd name="T1" fmla="*/ 0 h 18"/>
                  <a:gd name="T2" fmla="*/ 26 w 84"/>
                  <a:gd name="T3" fmla="*/ 0 h 18"/>
                  <a:gd name="T4" fmla="*/ 30 w 84"/>
                  <a:gd name="T5" fmla="*/ 5 h 18"/>
                  <a:gd name="T6" fmla="*/ 31 w 84"/>
                  <a:gd name="T7" fmla="*/ 0 h 18"/>
                  <a:gd name="T8" fmla="*/ 36 w 84"/>
                  <a:gd name="T9" fmla="*/ 0 h 18"/>
                  <a:gd name="T10" fmla="*/ 40 w 84"/>
                  <a:gd name="T11" fmla="*/ 14 h 18"/>
                  <a:gd name="T12" fmla="*/ 41 w 84"/>
                  <a:gd name="T13" fmla="*/ 18 h 18"/>
                  <a:gd name="T14" fmla="*/ 11 w 84"/>
                  <a:gd name="T15" fmla="*/ 18 h 18"/>
                  <a:gd name="T16" fmla="*/ 10 w 84"/>
                  <a:gd name="T17" fmla="*/ 14 h 18"/>
                  <a:gd name="T18" fmla="*/ 0 w 84"/>
                  <a:gd name="T19" fmla="*/ 0 h 18"/>
                  <a:gd name="T20" fmla="*/ 49 w 84"/>
                  <a:gd name="T21" fmla="*/ 0 h 18"/>
                  <a:gd name="T22" fmla="*/ 79 w 84"/>
                  <a:gd name="T23" fmla="*/ 0 h 18"/>
                  <a:gd name="T24" fmla="*/ 82 w 84"/>
                  <a:gd name="T25" fmla="*/ 7 h 18"/>
                  <a:gd name="T26" fmla="*/ 84 w 84"/>
                  <a:gd name="T27" fmla="*/ 18 h 18"/>
                  <a:gd name="T28" fmla="*/ 56 w 84"/>
                  <a:gd name="T29" fmla="*/ 18 h 18"/>
                  <a:gd name="T30" fmla="*/ 54 w 84"/>
                  <a:gd name="T31" fmla="*/ 11 h 18"/>
                  <a:gd name="T32" fmla="*/ 49 w 84"/>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8">
                    <a:moveTo>
                      <a:pt x="0" y="0"/>
                    </a:moveTo>
                    <a:cubicBezTo>
                      <a:pt x="26" y="0"/>
                      <a:pt x="26" y="0"/>
                      <a:pt x="26" y="0"/>
                    </a:cubicBezTo>
                    <a:cubicBezTo>
                      <a:pt x="28" y="3"/>
                      <a:pt x="30" y="5"/>
                      <a:pt x="30" y="5"/>
                    </a:cubicBezTo>
                    <a:cubicBezTo>
                      <a:pt x="30" y="5"/>
                      <a:pt x="31" y="4"/>
                      <a:pt x="31" y="0"/>
                    </a:cubicBezTo>
                    <a:cubicBezTo>
                      <a:pt x="36" y="0"/>
                      <a:pt x="36" y="0"/>
                      <a:pt x="36" y="0"/>
                    </a:cubicBezTo>
                    <a:cubicBezTo>
                      <a:pt x="37" y="4"/>
                      <a:pt x="39" y="9"/>
                      <a:pt x="40" y="14"/>
                    </a:cubicBezTo>
                    <a:cubicBezTo>
                      <a:pt x="40" y="15"/>
                      <a:pt x="41" y="17"/>
                      <a:pt x="41" y="18"/>
                    </a:cubicBezTo>
                    <a:cubicBezTo>
                      <a:pt x="11" y="18"/>
                      <a:pt x="11" y="18"/>
                      <a:pt x="11" y="18"/>
                    </a:cubicBezTo>
                    <a:cubicBezTo>
                      <a:pt x="11" y="17"/>
                      <a:pt x="10" y="15"/>
                      <a:pt x="10" y="14"/>
                    </a:cubicBezTo>
                    <a:cubicBezTo>
                      <a:pt x="7" y="10"/>
                      <a:pt x="4" y="4"/>
                      <a:pt x="0" y="0"/>
                    </a:cubicBezTo>
                    <a:close/>
                    <a:moveTo>
                      <a:pt x="49" y="0"/>
                    </a:moveTo>
                    <a:cubicBezTo>
                      <a:pt x="79" y="0"/>
                      <a:pt x="79" y="0"/>
                      <a:pt x="79" y="0"/>
                    </a:cubicBezTo>
                    <a:cubicBezTo>
                      <a:pt x="80" y="2"/>
                      <a:pt x="81" y="5"/>
                      <a:pt x="82" y="7"/>
                    </a:cubicBezTo>
                    <a:cubicBezTo>
                      <a:pt x="84" y="11"/>
                      <a:pt x="84" y="15"/>
                      <a:pt x="84" y="18"/>
                    </a:cubicBezTo>
                    <a:cubicBezTo>
                      <a:pt x="56" y="18"/>
                      <a:pt x="56" y="18"/>
                      <a:pt x="56" y="18"/>
                    </a:cubicBezTo>
                    <a:cubicBezTo>
                      <a:pt x="55" y="16"/>
                      <a:pt x="55" y="14"/>
                      <a:pt x="54" y="11"/>
                    </a:cubicBezTo>
                    <a:cubicBezTo>
                      <a:pt x="53" y="7"/>
                      <a:pt x="51" y="3"/>
                      <a:pt x="49"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8" name="Freeform 185"/>
              <p:cNvSpPr>
                <a:spLocks noEditPoints="1"/>
              </p:cNvSpPr>
              <p:nvPr/>
            </p:nvSpPr>
            <p:spPr bwMode="auto">
              <a:xfrm>
                <a:off x="2341" y="1657"/>
                <a:ext cx="158" cy="35"/>
              </a:xfrm>
              <a:custGeom>
                <a:avLst/>
                <a:gdLst>
                  <a:gd name="T0" fmla="*/ 0 w 83"/>
                  <a:gd name="T1" fmla="*/ 0 h 18"/>
                  <a:gd name="T2" fmla="*/ 26 w 83"/>
                  <a:gd name="T3" fmla="*/ 0 h 18"/>
                  <a:gd name="T4" fmla="*/ 29 w 83"/>
                  <a:gd name="T5" fmla="*/ 4 h 18"/>
                  <a:gd name="T6" fmla="*/ 30 w 83"/>
                  <a:gd name="T7" fmla="*/ 0 h 18"/>
                  <a:gd name="T8" fmla="*/ 36 w 83"/>
                  <a:gd name="T9" fmla="*/ 0 h 18"/>
                  <a:gd name="T10" fmla="*/ 39 w 83"/>
                  <a:gd name="T11" fmla="*/ 13 h 18"/>
                  <a:gd name="T12" fmla="*/ 40 w 83"/>
                  <a:gd name="T13" fmla="*/ 18 h 18"/>
                  <a:gd name="T14" fmla="*/ 11 w 83"/>
                  <a:gd name="T15" fmla="*/ 18 h 18"/>
                  <a:gd name="T16" fmla="*/ 9 w 83"/>
                  <a:gd name="T17" fmla="*/ 13 h 18"/>
                  <a:gd name="T18" fmla="*/ 0 w 83"/>
                  <a:gd name="T19" fmla="*/ 0 h 18"/>
                  <a:gd name="T20" fmla="*/ 49 w 83"/>
                  <a:gd name="T21" fmla="*/ 0 h 18"/>
                  <a:gd name="T22" fmla="*/ 78 w 83"/>
                  <a:gd name="T23" fmla="*/ 0 h 18"/>
                  <a:gd name="T24" fmla="*/ 81 w 83"/>
                  <a:gd name="T25" fmla="*/ 6 h 18"/>
                  <a:gd name="T26" fmla="*/ 83 w 83"/>
                  <a:gd name="T27" fmla="*/ 18 h 18"/>
                  <a:gd name="T28" fmla="*/ 55 w 83"/>
                  <a:gd name="T29" fmla="*/ 18 h 18"/>
                  <a:gd name="T30" fmla="*/ 53 w 83"/>
                  <a:gd name="T31" fmla="*/ 10 h 18"/>
                  <a:gd name="T32" fmla="*/ 49 w 83"/>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3" h="18">
                    <a:moveTo>
                      <a:pt x="0" y="0"/>
                    </a:moveTo>
                    <a:cubicBezTo>
                      <a:pt x="26" y="0"/>
                      <a:pt x="26" y="0"/>
                      <a:pt x="26" y="0"/>
                    </a:cubicBezTo>
                    <a:cubicBezTo>
                      <a:pt x="28" y="2"/>
                      <a:pt x="29" y="4"/>
                      <a:pt x="29" y="4"/>
                    </a:cubicBezTo>
                    <a:cubicBezTo>
                      <a:pt x="29" y="4"/>
                      <a:pt x="30" y="3"/>
                      <a:pt x="30" y="0"/>
                    </a:cubicBezTo>
                    <a:cubicBezTo>
                      <a:pt x="36" y="0"/>
                      <a:pt x="36" y="0"/>
                      <a:pt x="36" y="0"/>
                    </a:cubicBezTo>
                    <a:cubicBezTo>
                      <a:pt x="36" y="4"/>
                      <a:pt x="38" y="9"/>
                      <a:pt x="39" y="13"/>
                    </a:cubicBezTo>
                    <a:cubicBezTo>
                      <a:pt x="40" y="15"/>
                      <a:pt x="40" y="17"/>
                      <a:pt x="40" y="18"/>
                    </a:cubicBezTo>
                    <a:cubicBezTo>
                      <a:pt x="11" y="18"/>
                      <a:pt x="11" y="18"/>
                      <a:pt x="11" y="18"/>
                    </a:cubicBezTo>
                    <a:cubicBezTo>
                      <a:pt x="10" y="16"/>
                      <a:pt x="9" y="15"/>
                      <a:pt x="9" y="13"/>
                    </a:cubicBezTo>
                    <a:cubicBezTo>
                      <a:pt x="6" y="9"/>
                      <a:pt x="4" y="4"/>
                      <a:pt x="0" y="0"/>
                    </a:cubicBezTo>
                    <a:close/>
                    <a:moveTo>
                      <a:pt x="49" y="0"/>
                    </a:moveTo>
                    <a:cubicBezTo>
                      <a:pt x="78" y="0"/>
                      <a:pt x="78" y="0"/>
                      <a:pt x="78" y="0"/>
                    </a:cubicBezTo>
                    <a:cubicBezTo>
                      <a:pt x="79" y="2"/>
                      <a:pt x="80" y="4"/>
                      <a:pt x="81" y="6"/>
                    </a:cubicBezTo>
                    <a:cubicBezTo>
                      <a:pt x="83" y="11"/>
                      <a:pt x="83" y="15"/>
                      <a:pt x="83" y="18"/>
                    </a:cubicBezTo>
                    <a:cubicBezTo>
                      <a:pt x="55" y="18"/>
                      <a:pt x="55" y="18"/>
                      <a:pt x="55" y="18"/>
                    </a:cubicBezTo>
                    <a:cubicBezTo>
                      <a:pt x="55" y="16"/>
                      <a:pt x="54" y="13"/>
                      <a:pt x="53" y="10"/>
                    </a:cubicBezTo>
                    <a:cubicBezTo>
                      <a:pt x="52" y="6"/>
                      <a:pt x="51" y="3"/>
                      <a:pt x="49"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59" name="Freeform 186"/>
              <p:cNvSpPr>
                <a:spLocks noEditPoints="1"/>
              </p:cNvSpPr>
              <p:nvPr/>
            </p:nvSpPr>
            <p:spPr bwMode="auto">
              <a:xfrm>
                <a:off x="2343" y="1659"/>
                <a:ext cx="156" cy="35"/>
              </a:xfrm>
              <a:custGeom>
                <a:avLst/>
                <a:gdLst>
                  <a:gd name="T0" fmla="*/ 0 w 82"/>
                  <a:gd name="T1" fmla="*/ 0 h 18"/>
                  <a:gd name="T2" fmla="*/ 26 w 82"/>
                  <a:gd name="T3" fmla="*/ 0 h 18"/>
                  <a:gd name="T4" fmla="*/ 28 w 82"/>
                  <a:gd name="T5" fmla="*/ 3 h 18"/>
                  <a:gd name="T6" fmla="*/ 29 w 82"/>
                  <a:gd name="T7" fmla="*/ 0 h 18"/>
                  <a:gd name="T8" fmla="*/ 35 w 82"/>
                  <a:gd name="T9" fmla="*/ 0 h 18"/>
                  <a:gd name="T10" fmla="*/ 38 w 82"/>
                  <a:gd name="T11" fmla="*/ 12 h 18"/>
                  <a:gd name="T12" fmla="*/ 39 w 82"/>
                  <a:gd name="T13" fmla="*/ 18 h 18"/>
                  <a:gd name="T14" fmla="*/ 10 w 82"/>
                  <a:gd name="T15" fmla="*/ 18 h 18"/>
                  <a:gd name="T16" fmla="*/ 8 w 82"/>
                  <a:gd name="T17" fmla="*/ 12 h 18"/>
                  <a:gd name="T18" fmla="*/ 0 w 82"/>
                  <a:gd name="T19" fmla="*/ 0 h 18"/>
                  <a:gd name="T20" fmla="*/ 49 w 82"/>
                  <a:gd name="T21" fmla="*/ 0 h 18"/>
                  <a:gd name="T22" fmla="*/ 78 w 82"/>
                  <a:gd name="T23" fmla="*/ 0 h 18"/>
                  <a:gd name="T24" fmla="*/ 80 w 82"/>
                  <a:gd name="T25" fmla="*/ 5 h 18"/>
                  <a:gd name="T26" fmla="*/ 81 w 82"/>
                  <a:gd name="T27" fmla="*/ 18 h 18"/>
                  <a:gd name="T28" fmla="*/ 54 w 82"/>
                  <a:gd name="T29" fmla="*/ 18 h 18"/>
                  <a:gd name="T30" fmla="*/ 52 w 82"/>
                  <a:gd name="T31" fmla="*/ 9 h 18"/>
                  <a:gd name="T32" fmla="*/ 49 w 82"/>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18">
                    <a:moveTo>
                      <a:pt x="0" y="0"/>
                    </a:moveTo>
                    <a:cubicBezTo>
                      <a:pt x="26" y="0"/>
                      <a:pt x="26" y="0"/>
                      <a:pt x="26" y="0"/>
                    </a:cubicBezTo>
                    <a:cubicBezTo>
                      <a:pt x="27" y="2"/>
                      <a:pt x="28" y="3"/>
                      <a:pt x="28" y="3"/>
                    </a:cubicBezTo>
                    <a:cubicBezTo>
                      <a:pt x="28" y="3"/>
                      <a:pt x="29" y="3"/>
                      <a:pt x="29" y="0"/>
                    </a:cubicBezTo>
                    <a:cubicBezTo>
                      <a:pt x="35" y="0"/>
                      <a:pt x="35" y="0"/>
                      <a:pt x="35" y="0"/>
                    </a:cubicBezTo>
                    <a:cubicBezTo>
                      <a:pt x="36" y="4"/>
                      <a:pt x="37" y="8"/>
                      <a:pt x="38" y="12"/>
                    </a:cubicBezTo>
                    <a:cubicBezTo>
                      <a:pt x="39" y="14"/>
                      <a:pt x="39" y="16"/>
                      <a:pt x="39" y="18"/>
                    </a:cubicBezTo>
                    <a:cubicBezTo>
                      <a:pt x="10" y="18"/>
                      <a:pt x="10" y="18"/>
                      <a:pt x="10" y="18"/>
                    </a:cubicBezTo>
                    <a:cubicBezTo>
                      <a:pt x="9" y="16"/>
                      <a:pt x="9" y="14"/>
                      <a:pt x="8" y="12"/>
                    </a:cubicBezTo>
                    <a:cubicBezTo>
                      <a:pt x="5" y="9"/>
                      <a:pt x="3" y="4"/>
                      <a:pt x="0" y="0"/>
                    </a:cubicBezTo>
                    <a:close/>
                    <a:moveTo>
                      <a:pt x="49" y="0"/>
                    </a:moveTo>
                    <a:cubicBezTo>
                      <a:pt x="78" y="0"/>
                      <a:pt x="78" y="0"/>
                      <a:pt x="78" y="0"/>
                    </a:cubicBezTo>
                    <a:cubicBezTo>
                      <a:pt x="78" y="2"/>
                      <a:pt x="79" y="4"/>
                      <a:pt x="80" y="5"/>
                    </a:cubicBezTo>
                    <a:cubicBezTo>
                      <a:pt x="82" y="10"/>
                      <a:pt x="82" y="15"/>
                      <a:pt x="81" y="18"/>
                    </a:cubicBezTo>
                    <a:cubicBezTo>
                      <a:pt x="54" y="18"/>
                      <a:pt x="54" y="18"/>
                      <a:pt x="54" y="18"/>
                    </a:cubicBezTo>
                    <a:cubicBezTo>
                      <a:pt x="54" y="16"/>
                      <a:pt x="53" y="13"/>
                      <a:pt x="52" y="9"/>
                    </a:cubicBezTo>
                    <a:cubicBezTo>
                      <a:pt x="51" y="6"/>
                      <a:pt x="50" y="3"/>
                      <a:pt x="49"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0" name="Freeform 187"/>
              <p:cNvSpPr>
                <a:spLocks noEditPoints="1"/>
              </p:cNvSpPr>
              <p:nvPr/>
            </p:nvSpPr>
            <p:spPr bwMode="auto">
              <a:xfrm>
                <a:off x="2345" y="1661"/>
                <a:ext cx="156" cy="36"/>
              </a:xfrm>
              <a:custGeom>
                <a:avLst/>
                <a:gdLst>
                  <a:gd name="T0" fmla="*/ 0 w 82"/>
                  <a:gd name="T1" fmla="*/ 0 h 19"/>
                  <a:gd name="T2" fmla="*/ 26 w 82"/>
                  <a:gd name="T3" fmla="*/ 0 h 19"/>
                  <a:gd name="T4" fmla="*/ 27 w 82"/>
                  <a:gd name="T5" fmla="*/ 2 h 19"/>
                  <a:gd name="T6" fmla="*/ 28 w 82"/>
                  <a:gd name="T7" fmla="*/ 0 h 19"/>
                  <a:gd name="T8" fmla="*/ 34 w 82"/>
                  <a:gd name="T9" fmla="*/ 0 h 19"/>
                  <a:gd name="T10" fmla="*/ 37 w 82"/>
                  <a:gd name="T11" fmla="*/ 11 h 19"/>
                  <a:gd name="T12" fmla="*/ 38 w 82"/>
                  <a:gd name="T13" fmla="*/ 19 h 19"/>
                  <a:gd name="T14" fmla="*/ 9 w 82"/>
                  <a:gd name="T15" fmla="*/ 19 h 19"/>
                  <a:gd name="T16" fmla="*/ 7 w 82"/>
                  <a:gd name="T17" fmla="*/ 11 h 19"/>
                  <a:gd name="T18" fmla="*/ 0 w 82"/>
                  <a:gd name="T19" fmla="*/ 0 h 19"/>
                  <a:gd name="T20" fmla="*/ 48 w 82"/>
                  <a:gd name="T21" fmla="*/ 0 h 19"/>
                  <a:gd name="T22" fmla="*/ 77 w 82"/>
                  <a:gd name="T23" fmla="*/ 0 h 19"/>
                  <a:gd name="T24" fmla="*/ 79 w 82"/>
                  <a:gd name="T25" fmla="*/ 4 h 19"/>
                  <a:gd name="T26" fmla="*/ 80 w 82"/>
                  <a:gd name="T27" fmla="*/ 19 h 19"/>
                  <a:gd name="T28" fmla="*/ 53 w 82"/>
                  <a:gd name="T29" fmla="*/ 19 h 19"/>
                  <a:gd name="T30" fmla="*/ 51 w 82"/>
                  <a:gd name="T31" fmla="*/ 8 h 19"/>
                  <a:gd name="T32" fmla="*/ 48 w 82"/>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19">
                    <a:moveTo>
                      <a:pt x="0" y="0"/>
                    </a:moveTo>
                    <a:cubicBezTo>
                      <a:pt x="26" y="0"/>
                      <a:pt x="26" y="0"/>
                      <a:pt x="26" y="0"/>
                    </a:cubicBezTo>
                    <a:cubicBezTo>
                      <a:pt x="26" y="2"/>
                      <a:pt x="27" y="2"/>
                      <a:pt x="27" y="2"/>
                    </a:cubicBezTo>
                    <a:cubicBezTo>
                      <a:pt x="27" y="2"/>
                      <a:pt x="27" y="2"/>
                      <a:pt x="28" y="0"/>
                    </a:cubicBezTo>
                    <a:cubicBezTo>
                      <a:pt x="34" y="0"/>
                      <a:pt x="34" y="0"/>
                      <a:pt x="34" y="0"/>
                    </a:cubicBezTo>
                    <a:cubicBezTo>
                      <a:pt x="35" y="4"/>
                      <a:pt x="36" y="8"/>
                      <a:pt x="37" y="11"/>
                    </a:cubicBezTo>
                    <a:cubicBezTo>
                      <a:pt x="38" y="14"/>
                      <a:pt x="38" y="16"/>
                      <a:pt x="38" y="19"/>
                    </a:cubicBezTo>
                    <a:cubicBezTo>
                      <a:pt x="9" y="19"/>
                      <a:pt x="9" y="19"/>
                      <a:pt x="9" y="19"/>
                    </a:cubicBezTo>
                    <a:cubicBezTo>
                      <a:pt x="9" y="16"/>
                      <a:pt x="8" y="13"/>
                      <a:pt x="7" y="11"/>
                    </a:cubicBezTo>
                    <a:cubicBezTo>
                      <a:pt x="5" y="8"/>
                      <a:pt x="3" y="4"/>
                      <a:pt x="0" y="0"/>
                    </a:cubicBezTo>
                    <a:close/>
                    <a:moveTo>
                      <a:pt x="48" y="0"/>
                    </a:moveTo>
                    <a:cubicBezTo>
                      <a:pt x="77" y="0"/>
                      <a:pt x="77" y="0"/>
                      <a:pt x="77" y="0"/>
                    </a:cubicBezTo>
                    <a:cubicBezTo>
                      <a:pt x="78" y="2"/>
                      <a:pt x="78" y="3"/>
                      <a:pt x="79" y="4"/>
                    </a:cubicBezTo>
                    <a:cubicBezTo>
                      <a:pt x="82" y="10"/>
                      <a:pt x="81" y="15"/>
                      <a:pt x="80" y="19"/>
                    </a:cubicBezTo>
                    <a:cubicBezTo>
                      <a:pt x="53" y="19"/>
                      <a:pt x="53" y="19"/>
                      <a:pt x="53" y="19"/>
                    </a:cubicBezTo>
                    <a:cubicBezTo>
                      <a:pt x="53" y="15"/>
                      <a:pt x="52" y="12"/>
                      <a:pt x="51" y="8"/>
                    </a:cubicBezTo>
                    <a:cubicBezTo>
                      <a:pt x="51" y="5"/>
                      <a:pt x="50" y="3"/>
                      <a:pt x="48"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1" name="Freeform 188"/>
              <p:cNvSpPr>
                <a:spLocks noEditPoints="1"/>
              </p:cNvSpPr>
              <p:nvPr/>
            </p:nvSpPr>
            <p:spPr bwMode="auto">
              <a:xfrm>
                <a:off x="2346" y="1665"/>
                <a:ext cx="155" cy="34"/>
              </a:xfrm>
              <a:custGeom>
                <a:avLst/>
                <a:gdLst>
                  <a:gd name="T0" fmla="*/ 0 w 81"/>
                  <a:gd name="T1" fmla="*/ 0 h 18"/>
                  <a:gd name="T2" fmla="*/ 25 w 81"/>
                  <a:gd name="T3" fmla="*/ 0 h 18"/>
                  <a:gd name="T4" fmla="*/ 26 w 81"/>
                  <a:gd name="T5" fmla="*/ 0 h 18"/>
                  <a:gd name="T6" fmla="*/ 26 w 81"/>
                  <a:gd name="T7" fmla="*/ 0 h 18"/>
                  <a:gd name="T8" fmla="*/ 34 w 81"/>
                  <a:gd name="T9" fmla="*/ 0 h 18"/>
                  <a:gd name="T10" fmla="*/ 36 w 81"/>
                  <a:gd name="T11" fmla="*/ 9 h 18"/>
                  <a:gd name="T12" fmla="*/ 36 w 81"/>
                  <a:gd name="T13" fmla="*/ 18 h 18"/>
                  <a:gd name="T14" fmla="*/ 9 w 81"/>
                  <a:gd name="T15" fmla="*/ 18 h 18"/>
                  <a:gd name="T16" fmla="*/ 6 w 81"/>
                  <a:gd name="T17" fmla="*/ 9 h 18"/>
                  <a:gd name="T18" fmla="*/ 0 w 81"/>
                  <a:gd name="T19" fmla="*/ 0 h 18"/>
                  <a:gd name="T20" fmla="*/ 48 w 81"/>
                  <a:gd name="T21" fmla="*/ 0 h 18"/>
                  <a:gd name="T22" fmla="*/ 77 w 81"/>
                  <a:gd name="T23" fmla="*/ 0 h 18"/>
                  <a:gd name="T24" fmla="*/ 78 w 81"/>
                  <a:gd name="T25" fmla="*/ 2 h 18"/>
                  <a:gd name="T26" fmla="*/ 78 w 81"/>
                  <a:gd name="T27" fmla="*/ 18 h 18"/>
                  <a:gd name="T28" fmla="*/ 52 w 81"/>
                  <a:gd name="T29" fmla="*/ 18 h 18"/>
                  <a:gd name="T30" fmla="*/ 50 w 81"/>
                  <a:gd name="T31" fmla="*/ 6 h 18"/>
                  <a:gd name="T32" fmla="*/ 48 w 81"/>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 h="18">
                    <a:moveTo>
                      <a:pt x="0" y="0"/>
                    </a:moveTo>
                    <a:cubicBezTo>
                      <a:pt x="25" y="0"/>
                      <a:pt x="25" y="0"/>
                      <a:pt x="25" y="0"/>
                    </a:cubicBezTo>
                    <a:cubicBezTo>
                      <a:pt x="26" y="0"/>
                      <a:pt x="26" y="0"/>
                      <a:pt x="26" y="0"/>
                    </a:cubicBezTo>
                    <a:cubicBezTo>
                      <a:pt x="26" y="0"/>
                      <a:pt x="26" y="0"/>
                      <a:pt x="26" y="0"/>
                    </a:cubicBezTo>
                    <a:cubicBezTo>
                      <a:pt x="34" y="0"/>
                      <a:pt x="34" y="0"/>
                      <a:pt x="34" y="0"/>
                    </a:cubicBezTo>
                    <a:cubicBezTo>
                      <a:pt x="34" y="3"/>
                      <a:pt x="35" y="6"/>
                      <a:pt x="36" y="9"/>
                    </a:cubicBezTo>
                    <a:cubicBezTo>
                      <a:pt x="37" y="12"/>
                      <a:pt x="37" y="15"/>
                      <a:pt x="36" y="18"/>
                    </a:cubicBezTo>
                    <a:cubicBezTo>
                      <a:pt x="9" y="18"/>
                      <a:pt x="9" y="18"/>
                      <a:pt x="9" y="18"/>
                    </a:cubicBezTo>
                    <a:cubicBezTo>
                      <a:pt x="8" y="15"/>
                      <a:pt x="7" y="12"/>
                      <a:pt x="6" y="9"/>
                    </a:cubicBezTo>
                    <a:cubicBezTo>
                      <a:pt x="4" y="6"/>
                      <a:pt x="2" y="3"/>
                      <a:pt x="0" y="0"/>
                    </a:cubicBezTo>
                    <a:close/>
                    <a:moveTo>
                      <a:pt x="48" y="0"/>
                    </a:moveTo>
                    <a:cubicBezTo>
                      <a:pt x="77" y="0"/>
                      <a:pt x="77" y="0"/>
                      <a:pt x="77" y="0"/>
                    </a:cubicBezTo>
                    <a:cubicBezTo>
                      <a:pt x="77" y="1"/>
                      <a:pt x="78" y="1"/>
                      <a:pt x="78" y="2"/>
                    </a:cubicBezTo>
                    <a:cubicBezTo>
                      <a:pt x="81" y="9"/>
                      <a:pt x="80" y="14"/>
                      <a:pt x="78" y="18"/>
                    </a:cubicBezTo>
                    <a:cubicBezTo>
                      <a:pt x="52" y="18"/>
                      <a:pt x="52" y="18"/>
                      <a:pt x="52" y="18"/>
                    </a:cubicBezTo>
                    <a:cubicBezTo>
                      <a:pt x="52" y="14"/>
                      <a:pt x="52" y="11"/>
                      <a:pt x="50" y="6"/>
                    </a:cubicBezTo>
                    <a:cubicBezTo>
                      <a:pt x="50" y="4"/>
                      <a:pt x="49" y="2"/>
                      <a:pt x="48"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2" name="Freeform 189"/>
              <p:cNvSpPr>
                <a:spLocks noEditPoints="1"/>
              </p:cNvSpPr>
              <p:nvPr/>
            </p:nvSpPr>
            <p:spPr bwMode="auto">
              <a:xfrm>
                <a:off x="2348" y="1667"/>
                <a:ext cx="153" cy="34"/>
              </a:xfrm>
              <a:custGeom>
                <a:avLst/>
                <a:gdLst>
                  <a:gd name="T0" fmla="*/ 0 w 80"/>
                  <a:gd name="T1" fmla="*/ 0 h 18"/>
                  <a:gd name="T2" fmla="*/ 33 w 80"/>
                  <a:gd name="T3" fmla="*/ 0 h 18"/>
                  <a:gd name="T4" fmla="*/ 35 w 80"/>
                  <a:gd name="T5" fmla="*/ 8 h 18"/>
                  <a:gd name="T6" fmla="*/ 35 w 80"/>
                  <a:gd name="T7" fmla="*/ 18 h 18"/>
                  <a:gd name="T8" fmla="*/ 8 w 80"/>
                  <a:gd name="T9" fmla="*/ 18 h 18"/>
                  <a:gd name="T10" fmla="*/ 5 w 80"/>
                  <a:gd name="T11" fmla="*/ 8 h 18"/>
                  <a:gd name="T12" fmla="*/ 0 w 80"/>
                  <a:gd name="T13" fmla="*/ 0 h 18"/>
                  <a:gd name="T14" fmla="*/ 48 w 80"/>
                  <a:gd name="T15" fmla="*/ 0 h 18"/>
                  <a:gd name="T16" fmla="*/ 76 w 80"/>
                  <a:gd name="T17" fmla="*/ 0 h 18"/>
                  <a:gd name="T18" fmla="*/ 77 w 80"/>
                  <a:gd name="T19" fmla="*/ 1 h 18"/>
                  <a:gd name="T20" fmla="*/ 77 w 80"/>
                  <a:gd name="T21" fmla="*/ 18 h 18"/>
                  <a:gd name="T22" fmla="*/ 51 w 80"/>
                  <a:gd name="T23" fmla="*/ 18 h 18"/>
                  <a:gd name="T24" fmla="*/ 49 w 80"/>
                  <a:gd name="T25" fmla="*/ 5 h 18"/>
                  <a:gd name="T26" fmla="*/ 48 w 80"/>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0" h="18">
                    <a:moveTo>
                      <a:pt x="0" y="0"/>
                    </a:moveTo>
                    <a:cubicBezTo>
                      <a:pt x="33" y="0"/>
                      <a:pt x="33" y="0"/>
                      <a:pt x="33" y="0"/>
                    </a:cubicBezTo>
                    <a:cubicBezTo>
                      <a:pt x="34" y="3"/>
                      <a:pt x="34" y="6"/>
                      <a:pt x="35" y="8"/>
                    </a:cubicBezTo>
                    <a:cubicBezTo>
                      <a:pt x="36" y="12"/>
                      <a:pt x="36" y="15"/>
                      <a:pt x="35" y="18"/>
                    </a:cubicBezTo>
                    <a:cubicBezTo>
                      <a:pt x="8" y="18"/>
                      <a:pt x="8" y="18"/>
                      <a:pt x="8" y="18"/>
                    </a:cubicBezTo>
                    <a:cubicBezTo>
                      <a:pt x="7" y="14"/>
                      <a:pt x="6" y="11"/>
                      <a:pt x="5" y="8"/>
                    </a:cubicBezTo>
                    <a:cubicBezTo>
                      <a:pt x="3" y="6"/>
                      <a:pt x="1" y="3"/>
                      <a:pt x="0" y="0"/>
                    </a:cubicBezTo>
                    <a:close/>
                    <a:moveTo>
                      <a:pt x="48" y="0"/>
                    </a:moveTo>
                    <a:cubicBezTo>
                      <a:pt x="76" y="0"/>
                      <a:pt x="76" y="0"/>
                      <a:pt x="76" y="0"/>
                    </a:cubicBezTo>
                    <a:cubicBezTo>
                      <a:pt x="77" y="0"/>
                      <a:pt x="77" y="1"/>
                      <a:pt x="77" y="1"/>
                    </a:cubicBezTo>
                    <a:cubicBezTo>
                      <a:pt x="80" y="8"/>
                      <a:pt x="78" y="14"/>
                      <a:pt x="77" y="18"/>
                    </a:cubicBezTo>
                    <a:cubicBezTo>
                      <a:pt x="51" y="18"/>
                      <a:pt x="51" y="18"/>
                      <a:pt x="51" y="18"/>
                    </a:cubicBezTo>
                    <a:cubicBezTo>
                      <a:pt x="51" y="14"/>
                      <a:pt x="51" y="10"/>
                      <a:pt x="49" y="5"/>
                    </a:cubicBezTo>
                    <a:cubicBezTo>
                      <a:pt x="49" y="3"/>
                      <a:pt x="48" y="2"/>
                      <a:pt x="48"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3" name="Freeform 190"/>
              <p:cNvSpPr>
                <a:spLocks noEditPoints="1"/>
              </p:cNvSpPr>
              <p:nvPr/>
            </p:nvSpPr>
            <p:spPr bwMode="auto">
              <a:xfrm>
                <a:off x="2350" y="1669"/>
                <a:ext cx="153" cy="36"/>
              </a:xfrm>
              <a:custGeom>
                <a:avLst/>
                <a:gdLst>
                  <a:gd name="T0" fmla="*/ 0 w 80"/>
                  <a:gd name="T1" fmla="*/ 0 h 19"/>
                  <a:gd name="T2" fmla="*/ 32 w 80"/>
                  <a:gd name="T3" fmla="*/ 0 h 19"/>
                  <a:gd name="T4" fmla="*/ 34 w 80"/>
                  <a:gd name="T5" fmla="*/ 7 h 19"/>
                  <a:gd name="T6" fmla="*/ 34 w 80"/>
                  <a:gd name="T7" fmla="*/ 19 h 19"/>
                  <a:gd name="T8" fmla="*/ 7 w 80"/>
                  <a:gd name="T9" fmla="*/ 19 h 19"/>
                  <a:gd name="T10" fmla="*/ 4 w 80"/>
                  <a:gd name="T11" fmla="*/ 7 h 19"/>
                  <a:gd name="T12" fmla="*/ 0 w 80"/>
                  <a:gd name="T13" fmla="*/ 0 h 19"/>
                  <a:gd name="T14" fmla="*/ 47 w 80"/>
                  <a:gd name="T15" fmla="*/ 0 h 19"/>
                  <a:gd name="T16" fmla="*/ 76 w 80"/>
                  <a:gd name="T17" fmla="*/ 0 h 19"/>
                  <a:gd name="T18" fmla="*/ 76 w 80"/>
                  <a:gd name="T19" fmla="*/ 0 h 19"/>
                  <a:gd name="T20" fmla="*/ 75 w 80"/>
                  <a:gd name="T21" fmla="*/ 19 h 19"/>
                  <a:gd name="T22" fmla="*/ 50 w 80"/>
                  <a:gd name="T23" fmla="*/ 19 h 19"/>
                  <a:gd name="T24" fmla="*/ 48 w 80"/>
                  <a:gd name="T25" fmla="*/ 4 h 19"/>
                  <a:gd name="T26" fmla="*/ 47 w 8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0" h="19">
                    <a:moveTo>
                      <a:pt x="0" y="0"/>
                    </a:moveTo>
                    <a:cubicBezTo>
                      <a:pt x="32" y="0"/>
                      <a:pt x="32" y="0"/>
                      <a:pt x="32" y="0"/>
                    </a:cubicBezTo>
                    <a:cubicBezTo>
                      <a:pt x="33" y="3"/>
                      <a:pt x="33" y="5"/>
                      <a:pt x="34" y="7"/>
                    </a:cubicBezTo>
                    <a:cubicBezTo>
                      <a:pt x="35" y="11"/>
                      <a:pt x="35" y="15"/>
                      <a:pt x="34" y="19"/>
                    </a:cubicBezTo>
                    <a:cubicBezTo>
                      <a:pt x="7" y="19"/>
                      <a:pt x="7" y="19"/>
                      <a:pt x="7" y="19"/>
                    </a:cubicBezTo>
                    <a:cubicBezTo>
                      <a:pt x="7" y="14"/>
                      <a:pt x="5" y="10"/>
                      <a:pt x="4" y="7"/>
                    </a:cubicBezTo>
                    <a:cubicBezTo>
                      <a:pt x="2" y="5"/>
                      <a:pt x="1" y="3"/>
                      <a:pt x="0" y="0"/>
                    </a:cubicBezTo>
                    <a:close/>
                    <a:moveTo>
                      <a:pt x="47" y="0"/>
                    </a:moveTo>
                    <a:cubicBezTo>
                      <a:pt x="76" y="0"/>
                      <a:pt x="76" y="0"/>
                      <a:pt x="76" y="0"/>
                    </a:cubicBezTo>
                    <a:cubicBezTo>
                      <a:pt x="76" y="0"/>
                      <a:pt x="76" y="0"/>
                      <a:pt x="76" y="0"/>
                    </a:cubicBezTo>
                    <a:cubicBezTo>
                      <a:pt x="80" y="8"/>
                      <a:pt x="77" y="15"/>
                      <a:pt x="75" y="19"/>
                    </a:cubicBezTo>
                    <a:cubicBezTo>
                      <a:pt x="50" y="19"/>
                      <a:pt x="50" y="19"/>
                      <a:pt x="50" y="19"/>
                    </a:cubicBezTo>
                    <a:cubicBezTo>
                      <a:pt x="50" y="14"/>
                      <a:pt x="50" y="10"/>
                      <a:pt x="48" y="4"/>
                    </a:cubicBezTo>
                    <a:cubicBezTo>
                      <a:pt x="48" y="3"/>
                      <a:pt x="48" y="2"/>
                      <a:pt x="47" y="0"/>
                    </a:cubicBezTo>
                    <a:close/>
                  </a:path>
                </a:pathLst>
              </a:custGeom>
              <a:solidFill>
                <a:srgbClr val="E3E2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4" name="Freeform 191"/>
              <p:cNvSpPr>
                <a:spLocks noEditPoints="1"/>
              </p:cNvSpPr>
              <p:nvPr/>
            </p:nvSpPr>
            <p:spPr bwMode="auto">
              <a:xfrm>
                <a:off x="2350" y="1673"/>
                <a:ext cx="153" cy="34"/>
              </a:xfrm>
              <a:custGeom>
                <a:avLst/>
                <a:gdLst>
                  <a:gd name="T0" fmla="*/ 0 w 80"/>
                  <a:gd name="T1" fmla="*/ 0 h 18"/>
                  <a:gd name="T2" fmla="*/ 32 w 80"/>
                  <a:gd name="T3" fmla="*/ 0 h 18"/>
                  <a:gd name="T4" fmla="*/ 34 w 80"/>
                  <a:gd name="T5" fmla="*/ 5 h 18"/>
                  <a:gd name="T6" fmla="*/ 34 w 80"/>
                  <a:gd name="T7" fmla="*/ 18 h 18"/>
                  <a:gd name="T8" fmla="*/ 7 w 80"/>
                  <a:gd name="T9" fmla="*/ 18 h 18"/>
                  <a:gd name="T10" fmla="*/ 4 w 80"/>
                  <a:gd name="T11" fmla="*/ 5 h 18"/>
                  <a:gd name="T12" fmla="*/ 0 w 80"/>
                  <a:gd name="T13" fmla="*/ 0 h 18"/>
                  <a:gd name="T14" fmla="*/ 48 w 80"/>
                  <a:gd name="T15" fmla="*/ 0 h 18"/>
                  <a:gd name="T16" fmla="*/ 77 w 80"/>
                  <a:gd name="T17" fmla="*/ 0 h 18"/>
                  <a:gd name="T18" fmla="*/ 75 w 80"/>
                  <a:gd name="T19" fmla="*/ 17 h 18"/>
                  <a:gd name="T20" fmla="*/ 75 w 80"/>
                  <a:gd name="T21" fmla="*/ 18 h 18"/>
                  <a:gd name="T22" fmla="*/ 50 w 80"/>
                  <a:gd name="T23" fmla="*/ 18 h 18"/>
                  <a:gd name="T24" fmla="*/ 48 w 80"/>
                  <a:gd name="T25" fmla="*/ 2 h 18"/>
                  <a:gd name="T26" fmla="*/ 48 w 80"/>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0" h="18">
                    <a:moveTo>
                      <a:pt x="0" y="0"/>
                    </a:moveTo>
                    <a:cubicBezTo>
                      <a:pt x="32" y="0"/>
                      <a:pt x="32" y="0"/>
                      <a:pt x="32" y="0"/>
                    </a:cubicBezTo>
                    <a:cubicBezTo>
                      <a:pt x="33" y="1"/>
                      <a:pt x="34" y="3"/>
                      <a:pt x="34" y="5"/>
                    </a:cubicBezTo>
                    <a:cubicBezTo>
                      <a:pt x="35" y="9"/>
                      <a:pt x="35" y="14"/>
                      <a:pt x="34" y="18"/>
                    </a:cubicBezTo>
                    <a:cubicBezTo>
                      <a:pt x="7" y="18"/>
                      <a:pt x="7" y="18"/>
                      <a:pt x="7" y="18"/>
                    </a:cubicBezTo>
                    <a:cubicBezTo>
                      <a:pt x="7" y="13"/>
                      <a:pt x="6" y="9"/>
                      <a:pt x="4" y="5"/>
                    </a:cubicBezTo>
                    <a:cubicBezTo>
                      <a:pt x="2" y="4"/>
                      <a:pt x="1" y="2"/>
                      <a:pt x="0" y="0"/>
                    </a:cubicBezTo>
                    <a:close/>
                    <a:moveTo>
                      <a:pt x="48" y="0"/>
                    </a:moveTo>
                    <a:cubicBezTo>
                      <a:pt x="77" y="0"/>
                      <a:pt x="77" y="0"/>
                      <a:pt x="77" y="0"/>
                    </a:cubicBezTo>
                    <a:cubicBezTo>
                      <a:pt x="80" y="7"/>
                      <a:pt x="76" y="14"/>
                      <a:pt x="75" y="17"/>
                    </a:cubicBezTo>
                    <a:cubicBezTo>
                      <a:pt x="75" y="17"/>
                      <a:pt x="75" y="18"/>
                      <a:pt x="75" y="18"/>
                    </a:cubicBezTo>
                    <a:cubicBezTo>
                      <a:pt x="50" y="18"/>
                      <a:pt x="50" y="18"/>
                      <a:pt x="50" y="18"/>
                    </a:cubicBezTo>
                    <a:cubicBezTo>
                      <a:pt x="50" y="13"/>
                      <a:pt x="50" y="8"/>
                      <a:pt x="48" y="2"/>
                    </a:cubicBezTo>
                    <a:cubicBezTo>
                      <a:pt x="48" y="1"/>
                      <a:pt x="48" y="0"/>
                      <a:pt x="48" y="0"/>
                    </a:cubicBezTo>
                    <a:close/>
                  </a:path>
                </a:pathLst>
              </a:custGeom>
              <a:solidFill>
                <a:srgbClr val="E4E4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5" name="Freeform 192"/>
              <p:cNvSpPr>
                <a:spLocks noEditPoints="1"/>
              </p:cNvSpPr>
              <p:nvPr/>
            </p:nvSpPr>
            <p:spPr bwMode="auto">
              <a:xfrm>
                <a:off x="2352" y="1674"/>
                <a:ext cx="149" cy="35"/>
              </a:xfrm>
              <a:custGeom>
                <a:avLst/>
                <a:gdLst>
                  <a:gd name="T0" fmla="*/ 0 w 78"/>
                  <a:gd name="T1" fmla="*/ 0 h 18"/>
                  <a:gd name="T2" fmla="*/ 32 w 78"/>
                  <a:gd name="T3" fmla="*/ 0 h 18"/>
                  <a:gd name="T4" fmla="*/ 33 w 78"/>
                  <a:gd name="T5" fmla="*/ 4 h 18"/>
                  <a:gd name="T6" fmla="*/ 32 w 78"/>
                  <a:gd name="T7" fmla="*/ 18 h 18"/>
                  <a:gd name="T8" fmla="*/ 6 w 78"/>
                  <a:gd name="T9" fmla="*/ 18 h 18"/>
                  <a:gd name="T10" fmla="*/ 3 w 78"/>
                  <a:gd name="T11" fmla="*/ 4 h 18"/>
                  <a:gd name="T12" fmla="*/ 0 w 78"/>
                  <a:gd name="T13" fmla="*/ 0 h 18"/>
                  <a:gd name="T14" fmla="*/ 47 w 78"/>
                  <a:gd name="T15" fmla="*/ 0 h 18"/>
                  <a:gd name="T16" fmla="*/ 76 w 78"/>
                  <a:gd name="T17" fmla="*/ 0 h 18"/>
                  <a:gd name="T18" fmla="*/ 74 w 78"/>
                  <a:gd name="T19" fmla="*/ 16 h 18"/>
                  <a:gd name="T20" fmla="*/ 73 w 78"/>
                  <a:gd name="T21" fmla="*/ 18 h 18"/>
                  <a:gd name="T22" fmla="*/ 50 w 78"/>
                  <a:gd name="T23" fmla="*/ 18 h 18"/>
                  <a:gd name="T24" fmla="*/ 47 w 78"/>
                  <a:gd name="T25" fmla="*/ 1 h 18"/>
                  <a:gd name="T26" fmla="*/ 47 w 7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8" h="18">
                    <a:moveTo>
                      <a:pt x="0" y="0"/>
                    </a:moveTo>
                    <a:cubicBezTo>
                      <a:pt x="32" y="0"/>
                      <a:pt x="32" y="0"/>
                      <a:pt x="32" y="0"/>
                    </a:cubicBezTo>
                    <a:cubicBezTo>
                      <a:pt x="32" y="1"/>
                      <a:pt x="33" y="3"/>
                      <a:pt x="33" y="4"/>
                    </a:cubicBezTo>
                    <a:cubicBezTo>
                      <a:pt x="34" y="9"/>
                      <a:pt x="34" y="14"/>
                      <a:pt x="32" y="18"/>
                    </a:cubicBezTo>
                    <a:cubicBezTo>
                      <a:pt x="6" y="18"/>
                      <a:pt x="6" y="18"/>
                      <a:pt x="6" y="18"/>
                    </a:cubicBezTo>
                    <a:cubicBezTo>
                      <a:pt x="6" y="13"/>
                      <a:pt x="5" y="8"/>
                      <a:pt x="3" y="4"/>
                    </a:cubicBezTo>
                    <a:cubicBezTo>
                      <a:pt x="2" y="3"/>
                      <a:pt x="1" y="1"/>
                      <a:pt x="0" y="0"/>
                    </a:cubicBezTo>
                    <a:close/>
                    <a:moveTo>
                      <a:pt x="47" y="0"/>
                    </a:moveTo>
                    <a:cubicBezTo>
                      <a:pt x="76" y="0"/>
                      <a:pt x="76" y="0"/>
                      <a:pt x="76" y="0"/>
                    </a:cubicBezTo>
                    <a:cubicBezTo>
                      <a:pt x="78" y="7"/>
                      <a:pt x="75" y="13"/>
                      <a:pt x="74" y="16"/>
                    </a:cubicBezTo>
                    <a:cubicBezTo>
                      <a:pt x="74" y="17"/>
                      <a:pt x="74" y="17"/>
                      <a:pt x="73" y="18"/>
                    </a:cubicBezTo>
                    <a:cubicBezTo>
                      <a:pt x="50" y="18"/>
                      <a:pt x="50" y="18"/>
                      <a:pt x="50" y="18"/>
                    </a:cubicBezTo>
                    <a:cubicBezTo>
                      <a:pt x="49" y="13"/>
                      <a:pt x="49" y="8"/>
                      <a:pt x="47" y="1"/>
                    </a:cubicBezTo>
                    <a:cubicBezTo>
                      <a:pt x="47" y="1"/>
                      <a:pt x="47" y="0"/>
                      <a:pt x="47"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6" name="Freeform 193"/>
              <p:cNvSpPr>
                <a:spLocks noEditPoints="1"/>
              </p:cNvSpPr>
              <p:nvPr/>
            </p:nvSpPr>
            <p:spPr bwMode="auto">
              <a:xfrm>
                <a:off x="2354" y="1676"/>
                <a:ext cx="147" cy="35"/>
              </a:xfrm>
              <a:custGeom>
                <a:avLst/>
                <a:gdLst>
                  <a:gd name="T0" fmla="*/ 0 w 77"/>
                  <a:gd name="T1" fmla="*/ 0 h 18"/>
                  <a:gd name="T2" fmla="*/ 31 w 77"/>
                  <a:gd name="T3" fmla="*/ 0 h 18"/>
                  <a:gd name="T4" fmla="*/ 32 w 77"/>
                  <a:gd name="T5" fmla="*/ 3 h 18"/>
                  <a:gd name="T6" fmla="*/ 31 w 77"/>
                  <a:gd name="T7" fmla="*/ 18 h 18"/>
                  <a:gd name="T8" fmla="*/ 5 w 77"/>
                  <a:gd name="T9" fmla="*/ 18 h 18"/>
                  <a:gd name="T10" fmla="*/ 2 w 77"/>
                  <a:gd name="T11" fmla="*/ 3 h 18"/>
                  <a:gd name="T12" fmla="*/ 0 w 77"/>
                  <a:gd name="T13" fmla="*/ 0 h 18"/>
                  <a:gd name="T14" fmla="*/ 46 w 77"/>
                  <a:gd name="T15" fmla="*/ 0 h 18"/>
                  <a:gd name="T16" fmla="*/ 75 w 77"/>
                  <a:gd name="T17" fmla="*/ 0 h 18"/>
                  <a:gd name="T18" fmla="*/ 73 w 77"/>
                  <a:gd name="T19" fmla="*/ 15 h 18"/>
                  <a:gd name="T20" fmla="*/ 72 w 77"/>
                  <a:gd name="T21" fmla="*/ 18 h 18"/>
                  <a:gd name="T22" fmla="*/ 49 w 77"/>
                  <a:gd name="T23" fmla="*/ 18 h 18"/>
                  <a:gd name="T24" fmla="*/ 46 w 7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18">
                    <a:moveTo>
                      <a:pt x="0" y="0"/>
                    </a:moveTo>
                    <a:cubicBezTo>
                      <a:pt x="31" y="0"/>
                      <a:pt x="31" y="0"/>
                      <a:pt x="31" y="0"/>
                    </a:cubicBezTo>
                    <a:cubicBezTo>
                      <a:pt x="32" y="1"/>
                      <a:pt x="32" y="2"/>
                      <a:pt x="32" y="3"/>
                    </a:cubicBezTo>
                    <a:cubicBezTo>
                      <a:pt x="34" y="8"/>
                      <a:pt x="32" y="14"/>
                      <a:pt x="31" y="18"/>
                    </a:cubicBezTo>
                    <a:cubicBezTo>
                      <a:pt x="5" y="18"/>
                      <a:pt x="5" y="18"/>
                      <a:pt x="5" y="18"/>
                    </a:cubicBezTo>
                    <a:cubicBezTo>
                      <a:pt x="5" y="12"/>
                      <a:pt x="4" y="7"/>
                      <a:pt x="2" y="3"/>
                    </a:cubicBezTo>
                    <a:cubicBezTo>
                      <a:pt x="1" y="2"/>
                      <a:pt x="0" y="1"/>
                      <a:pt x="0" y="0"/>
                    </a:cubicBezTo>
                    <a:close/>
                    <a:moveTo>
                      <a:pt x="46" y="0"/>
                    </a:moveTo>
                    <a:cubicBezTo>
                      <a:pt x="75" y="0"/>
                      <a:pt x="75" y="0"/>
                      <a:pt x="75" y="0"/>
                    </a:cubicBezTo>
                    <a:cubicBezTo>
                      <a:pt x="77" y="7"/>
                      <a:pt x="74" y="12"/>
                      <a:pt x="73" y="15"/>
                    </a:cubicBezTo>
                    <a:cubicBezTo>
                      <a:pt x="73" y="16"/>
                      <a:pt x="72" y="17"/>
                      <a:pt x="72" y="18"/>
                    </a:cubicBezTo>
                    <a:cubicBezTo>
                      <a:pt x="49" y="18"/>
                      <a:pt x="49" y="18"/>
                      <a:pt x="49" y="18"/>
                    </a:cubicBezTo>
                    <a:cubicBezTo>
                      <a:pt x="48" y="12"/>
                      <a:pt x="48" y="7"/>
                      <a:pt x="46"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7" name="Freeform 194"/>
              <p:cNvSpPr>
                <a:spLocks noEditPoints="1"/>
              </p:cNvSpPr>
              <p:nvPr/>
            </p:nvSpPr>
            <p:spPr bwMode="auto">
              <a:xfrm>
                <a:off x="2354" y="1678"/>
                <a:ext cx="147" cy="37"/>
              </a:xfrm>
              <a:custGeom>
                <a:avLst/>
                <a:gdLst>
                  <a:gd name="T0" fmla="*/ 0 w 77"/>
                  <a:gd name="T1" fmla="*/ 0 h 19"/>
                  <a:gd name="T2" fmla="*/ 32 w 77"/>
                  <a:gd name="T3" fmla="*/ 0 h 19"/>
                  <a:gd name="T4" fmla="*/ 32 w 77"/>
                  <a:gd name="T5" fmla="*/ 2 h 19"/>
                  <a:gd name="T6" fmla="*/ 30 w 77"/>
                  <a:gd name="T7" fmla="*/ 19 h 19"/>
                  <a:gd name="T8" fmla="*/ 5 w 77"/>
                  <a:gd name="T9" fmla="*/ 19 h 19"/>
                  <a:gd name="T10" fmla="*/ 2 w 77"/>
                  <a:gd name="T11" fmla="*/ 2 h 19"/>
                  <a:gd name="T12" fmla="*/ 0 w 77"/>
                  <a:gd name="T13" fmla="*/ 0 h 19"/>
                  <a:gd name="T14" fmla="*/ 47 w 77"/>
                  <a:gd name="T15" fmla="*/ 0 h 19"/>
                  <a:gd name="T16" fmla="*/ 76 w 77"/>
                  <a:gd name="T17" fmla="*/ 0 h 19"/>
                  <a:gd name="T18" fmla="*/ 73 w 77"/>
                  <a:gd name="T19" fmla="*/ 14 h 19"/>
                  <a:gd name="T20" fmla="*/ 72 w 77"/>
                  <a:gd name="T21" fmla="*/ 19 h 19"/>
                  <a:gd name="T22" fmla="*/ 49 w 77"/>
                  <a:gd name="T23" fmla="*/ 19 h 19"/>
                  <a:gd name="T24" fmla="*/ 47 w 77"/>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19">
                    <a:moveTo>
                      <a:pt x="0" y="0"/>
                    </a:moveTo>
                    <a:cubicBezTo>
                      <a:pt x="32" y="0"/>
                      <a:pt x="32" y="0"/>
                      <a:pt x="32" y="0"/>
                    </a:cubicBezTo>
                    <a:cubicBezTo>
                      <a:pt x="32" y="2"/>
                      <a:pt x="32" y="2"/>
                      <a:pt x="32" y="2"/>
                    </a:cubicBezTo>
                    <a:cubicBezTo>
                      <a:pt x="34" y="8"/>
                      <a:pt x="32" y="14"/>
                      <a:pt x="30" y="19"/>
                    </a:cubicBezTo>
                    <a:cubicBezTo>
                      <a:pt x="5" y="19"/>
                      <a:pt x="5" y="19"/>
                      <a:pt x="5" y="19"/>
                    </a:cubicBezTo>
                    <a:cubicBezTo>
                      <a:pt x="5" y="12"/>
                      <a:pt x="4" y="6"/>
                      <a:pt x="2" y="2"/>
                    </a:cubicBezTo>
                    <a:cubicBezTo>
                      <a:pt x="1" y="2"/>
                      <a:pt x="1" y="1"/>
                      <a:pt x="0" y="0"/>
                    </a:cubicBezTo>
                    <a:close/>
                    <a:moveTo>
                      <a:pt x="47" y="0"/>
                    </a:moveTo>
                    <a:cubicBezTo>
                      <a:pt x="76" y="0"/>
                      <a:pt x="76" y="0"/>
                      <a:pt x="76" y="0"/>
                    </a:cubicBezTo>
                    <a:cubicBezTo>
                      <a:pt x="77" y="6"/>
                      <a:pt x="74" y="11"/>
                      <a:pt x="73" y="14"/>
                    </a:cubicBezTo>
                    <a:cubicBezTo>
                      <a:pt x="72" y="16"/>
                      <a:pt x="72" y="17"/>
                      <a:pt x="72" y="19"/>
                    </a:cubicBezTo>
                    <a:cubicBezTo>
                      <a:pt x="49" y="19"/>
                      <a:pt x="49" y="19"/>
                      <a:pt x="49" y="19"/>
                    </a:cubicBezTo>
                    <a:cubicBezTo>
                      <a:pt x="48" y="12"/>
                      <a:pt x="48" y="7"/>
                      <a:pt x="47"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8" name="Freeform 195"/>
              <p:cNvSpPr>
                <a:spLocks noEditPoints="1"/>
              </p:cNvSpPr>
              <p:nvPr/>
            </p:nvSpPr>
            <p:spPr bwMode="auto">
              <a:xfrm>
                <a:off x="2356" y="1682"/>
                <a:ext cx="143" cy="35"/>
              </a:xfrm>
              <a:custGeom>
                <a:avLst/>
                <a:gdLst>
                  <a:gd name="T0" fmla="*/ 0 w 75"/>
                  <a:gd name="T1" fmla="*/ 0 h 18"/>
                  <a:gd name="T2" fmla="*/ 31 w 75"/>
                  <a:gd name="T3" fmla="*/ 0 h 18"/>
                  <a:gd name="T4" fmla="*/ 31 w 75"/>
                  <a:gd name="T5" fmla="*/ 0 h 18"/>
                  <a:gd name="T6" fmla="*/ 28 w 75"/>
                  <a:gd name="T7" fmla="*/ 18 h 18"/>
                  <a:gd name="T8" fmla="*/ 4 w 75"/>
                  <a:gd name="T9" fmla="*/ 18 h 18"/>
                  <a:gd name="T10" fmla="*/ 1 w 75"/>
                  <a:gd name="T11" fmla="*/ 0 h 18"/>
                  <a:gd name="T12" fmla="*/ 0 w 75"/>
                  <a:gd name="T13" fmla="*/ 0 h 18"/>
                  <a:gd name="T14" fmla="*/ 46 w 75"/>
                  <a:gd name="T15" fmla="*/ 0 h 18"/>
                  <a:gd name="T16" fmla="*/ 75 w 75"/>
                  <a:gd name="T17" fmla="*/ 0 h 18"/>
                  <a:gd name="T18" fmla="*/ 72 w 75"/>
                  <a:gd name="T19" fmla="*/ 12 h 18"/>
                  <a:gd name="T20" fmla="*/ 71 w 75"/>
                  <a:gd name="T21" fmla="*/ 18 h 18"/>
                  <a:gd name="T22" fmla="*/ 48 w 75"/>
                  <a:gd name="T23" fmla="*/ 18 h 18"/>
                  <a:gd name="T24" fmla="*/ 46 w 75"/>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18">
                    <a:moveTo>
                      <a:pt x="0" y="0"/>
                    </a:moveTo>
                    <a:cubicBezTo>
                      <a:pt x="31" y="0"/>
                      <a:pt x="31" y="0"/>
                      <a:pt x="31" y="0"/>
                    </a:cubicBezTo>
                    <a:cubicBezTo>
                      <a:pt x="31" y="0"/>
                      <a:pt x="31" y="0"/>
                      <a:pt x="31" y="0"/>
                    </a:cubicBezTo>
                    <a:cubicBezTo>
                      <a:pt x="33" y="6"/>
                      <a:pt x="31" y="13"/>
                      <a:pt x="28" y="18"/>
                    </a:cubicBezTo>
                    <a:cubicBezTo>
                      <a:pt x="4" y="18"/>
                      <a:pt x="4" y="18"/>
                      <a:pt x="4" y="18"/>
                    </a:cubicBezTo>
                    <a:cubicBezTo>
                      <a:pt x="5" y="11"/>
                      <a:pt x="3" y="5"/>
                      <a:pt x="1" y="0"/>
                    </a:cubicBezTo>
                    <a:cubicBezTo>
                      <a:pt x="0" y="0"/>
                      <a:pt x="0" y="0"/>
                      <a:pt x="0" y="0"/>
                    </a:cubicBezTo>
                    <a:close/>
                    <a:moveTo>
                      <a:pt x="46" y="0"/>
                    </a:moveTo>
                    <a:cubicBezTo>
                      <a:pt x="75" y="0"/>
                      <a:pt x="75" y="0"/>
                      <a:pt x="75" y="0"/>
                    </a:cubicBezTo>
                    <a:cubicBezTo>
                      <a:pt x="75" y="5"/>
                      <a:pt x="73" y="10"/>
                      <a:pt x="72" y="12"/>
                    </a:cubicBezTo>
                    <a:cubicBezTo>
                      <a:pt x="71" y="14"/>
                      <a:pt x="71" y="16"/>
                      <a:pt x="71" y="18"/>
                    </a:cubicBezTo>
                    <a:cubicBezTo>
                      <a:pt x="48" y="18"/>
                      <a:pt x="48" y="18"/>
                      <a:pt x="48" y="18"/>
                    </a:cubicBezTo>
                    <a:cubicBezTo>
                      <a:pt x="47" y="12"/>
                      <a:pt x="47" y="6"/>
                      <a:pt x="46" y="0"/>
                    </a:cubicBezTo>
                    <a:close/>
                  </a:path>
                </a:pathLst>
              </a:custGeom>
              <a:solidFill>
                <a:srgbClr val="E9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69" name="Freeform 196"/>
              <p:cNvSpPr>
                <a:spLocks noEditPoints="1"/>
              </p:cNvSpPr>
              <p:nvPr/>
            </p:nvSpPr>
            <p:spPr bwMode="auto">
              <a:xfrm>
                <a:off x="2358" y="1684"/>
                <a:ext cx="141" cy="35"/>
              </a:xfrm>
              <a:custGeom>
                <a:avLst/>
                <a:gdLst>
                  <a:gd name="T0" fmla="*/ 0 w 74"/>
                  <a:gd name="T1" fmla="*/ 0 h 18"/>
                  <a:gd name="T2" fmla="*/ 30 w 74"/>
                  <a:gd name="T3" fmla="*/ 0 h 18"/>
                  <a:gd name="T4" fmla="*/ 27 w 74"/>
                  <a:gd name="T5" fmla="*/ 18 h 18"/>
                  <a:gd name="T6" fmla="*/ 3 w 74"/>
                  <a:gd name="T7" fmla="*/ 18 h 18"/>
                  <a:gd name="T8" fmla="*/ 0 w 74"/>
                  <a:gd name="T9" fmla="*/ 0 h 18"/>
                  <a:gd name="T10" fmla="*/ 45 w 74"/>
                  <a:gd name="T11" fmla="*/ 0 h 18"/>
                  <a:gd name="T12" fmla="*/ 74 w 74"/>
                  <a:gd name="T13" fmla="*/ 0 h 18"/>
                  <a:gd name="T14" fmla="*/ 71 w 74"/>
                  <a:gd name="T15" fmla="*/ 11 h 18"/>
                  <a:gd name="T16" fmla="*/ 70 w 74"/>
                  <a:gd name="T17" fmla="*/ 18 h 18"/>
                  <a:gd name="T18" fmla="*/ 47 w 74"/>
                  <a:gd name="T19" fmla="*/ 18 h 18"/>
                  <a:gd name="T20" fmla="*/ 45 w 74"/>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18">
                    <a:moveTo>
                      <a:pt x="0" y="0"/>
                    </a:moveTo>
                    <a:cubicBezTo>
                      <a:pt x="30" y="0"/>
                      <a:pt x="30" y="0"/>
                      <a:pt x="30" y="0"/>
                    </a:cubicBezTo>
                    <a:cubicBezTo>
                      <a:pt x="32" y="6"/>
                      <a:pt x="29" y="14"/>
                      <a:pt x="27" y="18"/>
                    </a:cubicBezTo>
                    <a:cubicBezTo>
                      <a:pt x="3" y="18"/>
                      <a:pt x="3" y="18"/>
                      <a:pt x="3" y="18"/>
                    </a:cubicBezTo>
                    <a:cubicBezTo>
                      <a:pt x="4" y="11"/>
                      <a:pt x="2" y="4"/>
                      <a:pt x="0" y="0"/>
                    </a:cubicBezTo>
                    <a:close/>
                    <a:moveTo>
                      <a:pt x="45" y="0"/>
                    </a:moveTo>
                    <a:cubicBezTo>
                      <a:pt x="74" y="0"/>
                      <a:pt x="74" y="0"/>
                      <a:pt x="74" y="0"/>
                    </a:cubicBezTo>
                    <a:cubicBezTo>
                      <a:pt x="74" y="5"/>
                      <a:pt x="72" y="9"/>
                      <a:pt x="71" y="11"/>
                    </a:cubicBezTo>
                    <a:cubicBezTo>
                      <a:pt x="70" y="13"/>
                      <a:pt x="70" y="15"/>
                      <a:pt x="70" y="18"/>
                    </a:cubicBezTo>
                    <a:cubicBezTo>
                      <a:pt x="47" y="18"/>
                      <a:pt x="47" y="18"/>
                      <a:pt x="47" y="18"/>
                    </a:cubicBezTo>
                    <a:cubicBezTo>
                      <a:pt x="46" y="12"/>
                      <a:pt x="46" y="6"/>
                      <a:pt x="45"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70" name="Freeform 197"/>
              <p:cNvSpPr>
                <a:spLocks noEditPoints="1"/>
              </p:cNvSpPr>
              <p:nvPr/>
            </p:nvSpPr>
            <p:spPr bwMode="auto">
              <a:xfrm>
                <a:off x="2360" y="1686"/>
                <a:ext cx="139" cy="34"/>
              </a:xfrm>
              <a:custGeom>
                <a:avLst/>
                <a:gdLst>
                  <a:gd name="T0" fmla="*/ 0 w 73"/>
                  <a:gd name="T1" fmla="*/ 0 h 18"/>
                  <a:gd name="T2" fmla="*/ 30 w 73"/>
                  <a:gd name="T3" fmla="*/ 0 h 18"/>
                  <a:gd name="T4" fmla="*/ 25 w 73"/>
                  <a:gd name="T5" fmla="*/ 18 h 18"/>
                  <a:gd name="T6" fmla="*/ 2 w 73"/>
                  <a:gd name="T7" fmla="*/ 18 h 18"/>
                  <a:gd name="T8" fmla="*/ 0 w 73"/>
                  <a:gd name="T9" fmla="*/ 0 h 18"/>
                  <a:gd name="T10" fmla="*/ 44 w 73"/>
                  <a:gd name="T11" fmla="*/ 0 h 18"/>
                  <a:gd name="T12" fmla="*/ 73 w 73"/>
                  <a:gd name="T13" fmla="*/ 0 h 18"/>
                  <a:gd name="T14" fmla="*/ 70 w 73"/>
                  <a:gd name="T15" fmla="*/ 10 h 18"/>
                  <a:gd name="T16" fmla="*/ 69 w 73"/>
                  <a:gd name="T17" fmla="*/ 18 h 18"/>
                  <a:gd name="T18" fmla="*/ 47 w 73"/>
                  <a:gd name="T19" fmla="*/ 18 h 18"/>
                  <a:gd name="T20" fmla="*/ 44 w 73"/>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8">
                    <a:moveTo>
                      <a:pt x="0" y="0"/>
                    </a:moveTo>
                    <a:cubicBezTo>
                      <a:pt x="30" y="0"/>
                      <a:pt x="30" y="0"/>
                      <a:pt x="30" y="0"/>
                    </a:cubicBezTo>
                    <a:cubicBezTo>
                      <a:pt x="31" y="7"/>
                      <a:pt x="28" y="15"/>
                      <a:pt x="25" y="18"/>
                    </a:cubicBezTo>
                    <a:cubicBezTo>
                      <a:pt x="2" y="18"/>
                      <a:pt x="2" y="18"/>
                      <a:pt x="2" y="18"/>
                    </a:cubicBezTo>
                    <a:cubicBezTo>
                      <a:pt x="3" y="11"/>
                      <a:pt x="2" y="5"/>
                      <a:pt x="0" y="0"/>
                    </a:cubicBezTo>
                    <a:close/>
                    <a:moveTo>
                      <a:pt x="44" y="0"/>
                    </a:moveTo>
                    <a:cubicBezTo>
                      <a:pt x="73" y="0"/>
                      <a:pt x="73" y="0"/>
                      <a:pt x="73" y="0"/>
                    </a:cubicBezTo>
                    <a:cubicBezTo>
                      <a:pt x="73" y="5"/>
                      <a:pt x="71" y="8"/>
                      <a:pt x="70" y="10"/>
                    </a:cubicBezTo>
                    <a:cubicBezTo>
                      <a:pt x="69" y="13"/>
                      <a:pt x="69" y="15"/>
                      <a:pt x="69" y="18"/>
                    </a:cubicBezTo>
                    <a:cubicBezTo>
                      <a:pt x="47" y="18"/>
                      <a:pt x="47" y="18"/>
                      <a:pt x="47" y="18"/>
                    </a:cubicBezTo>
                    <a:cubicBezTo>
                      <a:pt x="45" y="12"/>
                      <a:pt x="45" y="6"/>
                      <a:pt x="44" y="0"/>
                    </a:cubicBezTo>
                    <a:close/>
                  </a:path>
                </a:pathLst>
              </a:custGeom>
              <a:solidFill>
                <a:srgbClr val="ECEB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71" name="Freeform 198"/>
              <p:cNvSpPr>
                <a:spLocks noEditPoints="1"/>
              </p:cNvSpPr>
              <p:nvPr/>
            </p:nvSpPr>
            <p:spPr bwMode="auto">
              <a:xfrm>
                <a:off x="2360" y="1688"/>
                <a:ext cx="139" cy="36"/>
              </a:xfrm>
              <a:custGeom>
                <a:avLst/>
                <a:gdLst>
                  <a:gd name="T0" fmla="*/ 0 w 73"/>
                  <a:gd name="T1" fmla="*/ 0 h 19"/>
                  <a:gd name="T2" fmla="*/ 30 w 73"/>
                  <a:gd name="T3" fmla="*/ 0 h 19"/>
                  <a:gd name="T4" fmla="*/ 24 w 73"/>
                  <a:gd name="T5" fmla="*/ 19 h 19"/>
                  <a:gd name="T6" fmla="*/ 2 w 73"/>
                  <a:gd name="T7" fmla="*/ 19 h 19"/>
                  <a:gd name="T8" fmla="*/ 0 w 73"/>
                  <a:gd name="T9" fmla="*/ 0 h 19"/>
                  <a:gd name="T10" fmla="*/ 45 w 73"/>
                  <a:gd name="T11" fmla="*/ 0 h 19"/>
                  <a:gd name="T12" fmla="*/ 73 w 73"/>
                  <a:gd name="T13" fmla="*/ 0 h 19"/>
                  <a:gd name="T14" fmla="*/ 70 w 73"/>
                  <a:gd name="T15" fmla="*/ 9 h 19"/>
                  <a:gd name="T16" fmla="*/ 69 w 73"/>
                  <a:gd name="T17" fmla="*/ 19 h 19"/>
                  <a:gd name="T18" fmla="*/ 47 w 73"/>
                  <a:gd name="T19" fmla="*/ 19 h 19"/>
                  <a:gd name="T20" fmla="*/ 47 w 73"/>
                  <a:gd name="T21" fmla="*/ 19 h 19"/>
                  <a:gd name="T22" fmla="*/ 45 w 73"/>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19">
                    <a:moveTo>
                      <a:pt x="0" y="0"/>
                    </a:moveTo>
                    <a:cubicBezTo>
                      <a:pt x="30" y="0"/>
                      <a:pt x="30" y="0"/>
                      <a:pt x="30" y="0"/>
                    </a:cubicBezTo>
                    <a:cubicBezTo>
                      <a:pt x="30" y="8"/>
                      <a:pt x="27" y="16"/>
                      <a:pt x="24" y="19"/>
                    </a:cubicBezTo>
                    <a:cubicBezTo>
                      <a:pt x="2" y="19"/>
                      <a:pt x="2" y="19"/>
                      <a:pt x="2" y="19"/>
                    </a:cubicBezTo>
                    <a:cubicBezTo>
                      <a:pt x="3" y="12"/>
                      <a:pt x="2" y="5"/>
                      <a:pt x="0" y="0"/>
                    </a:cubicBezTo>
                    <a:close/>
                    <a:moveTo>
                      <a:pt x="45" y="0"/>
                    </a:moveTo>
                    <a:cubicBezTo>
                      <a:pt x="73" y="0"/>
                      <a:pt x="73" y="0"/>
                      <a:pt x="73" y="0"/>
                    </a:cubicBezTo>
                    <a:cubicBezTo>
                      <a:pt x="72" y="4"/>
                      <a:pt x="71" y="7"/>
                      <a:pt x="70" y="9"/>
                    </a:cubicBezTo>
                    <a:cubicBezTo>
                      <a:pt x="69" y="12"/>
                      <a:pt x="69" y="15"/>
                      <a:pt x="69" y="19"/>
                    </a:cubicBezTo>
                    <a:cubicBezTo>
                      <a:pt x="47" y="19"/>
                      <a:pt x="47" y="19"/>
                      <a:pt x="47" y="19"/>
                    </a:cubicBezTo>
                    <a:cubicBezTo>
                      <a:pt x="47" y="19"/>
                      <a:pt x="47" y="19"/>
                      <a:pt x="47" y="19"/>
                    </a:cubicBezTo>
                    <a:cubicBezTo>
                      <a:pt x="45" y="12"/>
                      <a:pt x="45" y="6"/>
                      <a:pt x="45"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72" name="Freeform 199"/>
              <p:cNvSpPr>
                <a:spLocks noEditPoints="1"/>
              </p:cNvSpPr>
              <p:nvPr/>
            </p:nvSpPr>
            <p:spPr bwMode="auto">
              <a:xfrm>
                <a:off x="2362" y="1692"/>
                <a:ext cx="137" cy="34"/>
              </a:xfrm>
              <a:custGeom>
                <a:avLst/>
                <a:gdLst>
                  <a:gd name="T0" fmla="*/ 0 w 72"/>
                  <a:gd name="T1" fmla="*/ 0 h 18"/>
                  <a:gd name="T2" fmla="*/ 29 w 72"/>
                  <a:gd name="T3" fmla="*/ 0 h 18"/>
                  <a:gd name="T4" fmla="*/ 23 w 72"/>
                  <a:gd name="T5" fmla="*/ 17 h 18"/>
                  <a:gd name="T6" fmla="*/ 22 w 72"/>
                  <a:gd name="T7" fmla="*/ 18 h 18"/>
                  <a:gd name="T8" fmla="*/ 1 w 72"/>
                  <a:gd name="T9" fmla="*/ 18 h 18"/>
                  <a:gd name="T10" fmla="*/ 0 w 72"/>
                  <a:gd name="T11" fmla="*/ 0 h 18"/>
                  <a:gd name="T12" fmla="*/ 44 w 72"/>
                  <a:gd name="T13" fmla="*/ 0 h 18"/>
                  <a:gd name="T14" fmla="*/ 72 w 72"/>
                  <a:gd name="T15" fmla="*/ 0 h 18"/>
                  <a:gd name="T16" fmla="*/ 69 w 72"/>
                  <a:gd name="T17" fmla="*/ 7 h 18"/>
                  <a:gd name="T18" fmla="*/ 68 w 72"/>
                  <a:gd name="T19" fmla="*/ 18 h 18"/>
                  <a:gd name="T20" fmla="*/ 46 w 72"/>
                  <a:gd name="T21" fmla="*/ 18 h 18"/>
                  <a:gd name="T22" fmla="*/ 46 w 72"/>
                  <a:gd name="T23" fmla="*/ 17 h 18"/>
                  <a:gd name="T24" fmla="*/ 44 w 72"/>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8">
                    <a:moveTo>
                      <a:pt x="0" y="0"/>
                    </a:moveTo>
                    <a:cubicBezTo>
                      <a:pt x="29" y="0"/>
                      <a:pt x="29" y="0"/>
                      <a:pt x="29" y="0"/>
                    </a:cubicBezTo>
                    <a:cubicBezTo>
                      <a:pt x="29" y="7"/>
                      <a:pt x="25" y="14"/>
                      <a:pt x="23" y="17"/>
                    </a:cubicBezTo>
                    <a:cubicBezTo>
                      <a:pt x="23" y="17"/>
                      <a:pt x="22" y="18"/>
                      <a:pt x="22" y="18"/>
                    </a:cubicBezTo>
                    <a:cubicBezTo>
                      <a:pt x="1" y="18"/>
                      <a:pt x="1" y="18"/>
                      <a:pt x="1" y="18"/>
                    </a:cubicBezTo>
                    <a:cubicBezTo>
                      <a:pt x="2" y="11"/>
                      <a:pt x="1" y="5"/>
                      <a:pt x="0" y="0"/>
                    </a:cubicBezTo>
                    <a:close/>
                    <a:moveTo>
                      <a:pt x="44" y="0"/>
                    </a:moveTo>
                    <a:cubicBezTo>
                      <a:pt x="72" y="0"/>
                      <a:pt x="72" y="0"/>
                      <a:pt x="72" y="0"/>
                    </a:cubicBezTo>
                    <a:cubicBezTo>
                      <a:pt x="71" y="3"/>
                      <a:pt x="70" y="5"/>
                      <a:pt x="69" y="7"/>
                    </a:cubicBezTo>
                    <a:cubicBezTo>
                      <a:pt x="68" y="10"/>
                      <a:pt x="68" y="13"/>
                      <a:pt x="68" y="18"/>
                    </a:cubicBezTo>
                    <a:cubicBezTo>
                      <a:pt x="46" y="18"/>
                      <a:pt x="46" y="18"/>
                      <a:pt x="46" y="18"/>
                    </a:cubicBezTo>
                    <a:cubicBezTo>
                      <a:pt x="46" y="17"/>
                      <a:pt x="46" y="17"/>
                      <a:pt x="46" y="17"/>
                    </a:cubicBezTo>
                    <a:cubicBezTo>
                      <a:pt x="44" y="10"/>
                      <a:pt x="44" y="5"/>
                      <a:pt x="44" y="0"/>
                    </a:cubicBez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73" name="Freeform 200"/>
              <p:cNvSpPr>
                <a:spLocks noEditPoints="1"/>
              </p:cNvSpPr>
              <p:nvPr/>
            </p:nvSpPr>
            <p:spPr bwMode="auto">
              <a:xfrm>
                <a:off x="2362" y="1694"/>
                <a:ext cx="136" cy="34"/>
              </a:xfrm>
              <a:custGeom>
                <a:avLst/>
                <a:gdLst>
                  <a:gd name="T0" fmla="*/ 0 w 71"/>
                  <a:gd name="T1" fmla="*/ 0 h 18"/>
                  <a:gd name="T2" fmla="*/ 29 w 71"/>
                  <a:gd name="T3" fmla="*/ 0 h 18"/>
                  <a:gd name="T4" fmla="*/ 23 w 71"/>
                  <a:gd name="T5" fmla="*/ 16 h 18"/>
                  <a:gd name="T6" fmla="*/ 22 w 71"/>
                  <a:gd name="T7" fmla="*/ 18 h 18"/>
                  <a:gd name="T8" fmla="*/ 1 w 71"/>
                  <a:gd name="T9" fmla="*/ 18 h 18"/>
                  <a:gd name="T10" fmla="*/ 0 w 71"/>
                  <a:gd name="T11" fmla="*/ 0 h 18"/>
                  <a:gd name="T12" fmla="*/ 44 w 71"/>
                  <a:gd name="T13" fmla="*/ 0 h 18"/>
                  <a:gd name="T14" fmla="*/ 71 w 71"/>
                  <a:gd name="T15" fmla="*/ 0 h 18"/>
                  <a:gd name="T16" fmla="*/ 69 w 71"/>
                  <a:gd name="T17" fmla="*/ 6 h 18"/>
                  <a:gd name="T18" fmla="*/ 68 w 71"/>
                  <a:gd name="T19" fmla="*/ 18 h 18"/>
                  <a:gd name="T20" fmla="*/ 47 w 71"/>
                  <a:gd name="T21" fmla="*/ 18 h 18"/>
                  <a:gd name="T22" fmla="*/ 46 w 71"/>
                  <a:gd name="T23" fmla="*/ 16 h 18"/>
                  <a:gd name="T24" fmla="*/ 44 w 71"/>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18">
                    <a:moveTo>
                      <a:pt x="0" y="0"/>
                    </a:moveTo>
                    <a:cubicBezTo>
                      <a:pt x="29" y="0"/>
                      <a:pt x="29" y="0"/>
                      <a:pt x="29" y="0"/>
                    </a:cubicBezTo>
                    <a:cubicBezTo>
                      <a:pt x="29" y="7"/>
                      <a:pt x="25" y="13"/>
                      <a:pt x="23" y="16"/>
                    </a:cubicBezTo>
                    <a:cubicBezTo>
                      <a:pt x="22" y="17"/>
                      <a:pt x="22" y="17"/>
                      <a:pt x="22" y="18"/>
                    </a:cubicBezTo>
                    <a:cubicBezTo>
                      <a:pt x="1" y="18"/>
                      <a:pt x="1" y="18"/>
                      <a:pt x="1" y="18"/>
                    </a:cubicBezTo>
                    <a:cubicBezTo>
                      <a:pt x="2" y="11"/>
                      <a:pt x="1" y="5"/>
                      <a:pt x="0" y="0"/>
                    </a:cubicBezTo>
                    <a:close/>
                    <a:moveTo>
                      <a:pt x="44" y="0"/>
                    </a:moveTo>
                    <a:cubicBezTo>
                      <a:pt x="71" y="0"/>
                      <a:pt x="71" y="0"/>
                      <a:pt x="71" y="0"/>
                    </a:cubicBezTo>
                    <a:cubicBezTo>
                      <a:pt x="71" y="3"/>
                      <a:pt x="70" y="5"/>
                      <a:pt x="69" y="6"/>
                    </a:cubicBezTo>
                    <a:cubicBezTo>
                      <a:pt x="68" y="9"/>
                      <a:pt x="68" y="13"/>
                      <a:pt x="68" y="18"/>
                    </a:cubicBezTo>
                    <a:cubicBezTo>
                      <a:pt x="47" y="18"/>
                      <a:pt x="47" y="18"/>
                      <a:pt x="47" y="18"/>
                    </a:cubicBezTo>
                    <a:cubicBezTo>
                      <a:pt x="46" y="17"/>
                      <a:pt x="46" y="16"/>
                      <a:pt x="46" y="16"/>
                    </a:cubicBezTo>
                    <a:cubicBezTo>
                      <a:pt x="44" y="10"/>
                      <a:pt x="44" y="5"/>
                      <a:pt x="44" y="0"/>
                    </a:cubicBezTo>
                    <a:close/>
                  </a:path>
                </a:pathLst>
              </a:cu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74" name="Freeform 201"/>
              <p:cNvSpPr>
                <a:spLocks noEditPoints="1"/>
              </p:cNvSpPr>
              <p:nvPr/>
            </p:nvSpPr>
            <p:spPr bwMode="auto">
              <a:xfrm>
                <a:off x="2362" y="1696"/>
                <a:ext cx="136" cy="36"/>
              </a:xfrm>
              <a:custGeom>
                <a:avLst/>
                <a:gdLst>
                  <a:gd name="T0" fmla="*/ 0 w 71"/>
                  <a:gd name="T1" fmla="*/ 0 h 19"/>
                  <a:gd name="T2" fmla="*/ 29 w 71"/>
                  <a:gd name="T3" fmla="*/ 0 h 19"/>
                  <a:gd name="T4" fmla="*/ 23 w 71"/>
                  <a:gd name="T5" fmla="*/ 15 h 19"/>
                  <a:gd name="T6" fmla="*/ 21 w 71"/>
                  <a:gd name="T7" fmla="*/ 19 h 19"/>
                  <a:gd name="T8" fmla="*/ 1 w 71"/>
                  <a:gd name="T9" fmla="*/ 19 h 19"/>
                  <a:gd name="T10" fmla="*/ 0 w 71"/>
                  <a:gd name="T11" fmla="*/ 0 h 19"/>
                  <a:gd name="T12" fmla="*/ 44 w 71"/>
                  <a:gd name="T13" fmla="*/ 0 h 19"/>
                  <a:gd name="T14" fmla="*/ 71 w 71"/>
                  <a:gd name="T15" fmla="*/ 0 h 19"/>
                  <a:gd name="T16" fmla="*/ 69 w 71"/>
                  <a:gd name="T17" fmla="*/ 5 h 19"/>
                  <a:gd name="T18" fmla="*/ 68 w 71"/>
                  <a:gd name="T19" fmla="*/ 19 h 19"/>
                  <a:gd name="T20" fmla="*/ 47 w 71"/>
                  <a:gd name="T21" fmla="*/ 19 h 19"/>
                  <a:gd name="T22" fmla="*/ 46 w 71"/>
                  <a:gd name="T23" fmla="*/ 15 h 19"/>
                  <a:gd name="T24" fmla="*/ 44 w 71"/>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19">
                    <a:moveTo>
                      <a:pt x="0" y="0"/>
                    </a:moveTo>
                    <a:cubicBezTo>
                      <a:pt x="29" y="0"/>
                      <a:pt x="29" y="0"/>
                      <a:pt x="29" y="0"/>
                    </a:cubicBezTo>
                    <a:cubicBezTo>
                      <a:pt x="28" y="7"/>
                      <a:pt x="25" y="13"/>
                      <a:pt x="23" y="15"/>
                    </a:cubicBezTo>
                    <a:cubicBezTo>
                      <a:pt x="22" y="16"/>
                      <a:pt x="22" y="17"/>
                      <a:pt x="21" y="19"/>
                    </a:cubicBezTo>
                    <a:cubicBezTo>
                      <a:pt x="1" y="19"/>
                      <a:pt x="1" y="19"/>
                      <a:pt x="1" y="19"/>
                    </a:cubicBezTo>
                    <a:cubicBezTo>
                      <a:pt x="2" y="12"/>
                      <a:pt x="2" y="5"/>
                      <a:pt x="0" y="0"/>
                    </a:cubicBezTo>
                    <a:close/>
                    <a:moveTo>
                      <a:pt x="44" y="0"/>
                    </a:moveTo>
                    <a:cubicBezTo>
                      <a:pt x="71" y="0"/>
                      <a:pt x="71" y="0"/>
                      <a:pt x="71" y="0"/>
                    </a:cubicBezTo>
                    <a:cubicBezTo>
                      <a:pt x="70" y="2"/>
                      <a:pt x="70" y="4"/>
                      <a:pt x="69" y="5"/>
                    </a:cubicBezTo>
                    <a:cubicBezTo>
                      <a:pt x="68" y="9"/>
                      <a:pt x="68" y="12"/>
                      <a:pt x="68" y="19"/>
                    </a:cubicBezTo>
                    <a:cubicBezTo>
                      <a:pt x="47" y="19"/>
                      <a:pt x="47" y="19"/>
                      <a:pt x="47" y="19"/>
                    </a:cubicBezTo>
                    <a:cubicBezTo>
                      <a:pt x="47" y="17"/>
                      <a:pt x="46" y="16"/>
                      <a:pt x="46" y="15"/>
                    </a:cubicBezTo>
                    <a:cubicBezTo>
                      <a:pt x="44" y="9"/>
                      <a:pt x="44" y="5"/>
                      <a:pt x="44" y="0"/>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75" name="Freeform 202"/>
              <p:cNvSpPr>
                <a:spLocks noEditPoints="1"/>
              </p:cNvSpPr>
              <p:nvPr/>
            </p:nvSpPr>
            <p:spPr bwMode="auto">
              <a:xfrm>
                <a:off x="2364" y="1699"/>
                <a:ext cx="134" cy="35"/>
              </a:xfrm>
              <a:custGeom>
                <a:avLst/>
                <a:gdLst>
                  <a:gd name="T0" fmla="*/ 0 w 70"/>
                  <a:gd name="T1" fmla="*/ 0 h 18"/>
                  <a:gd name="T2" fmla="*/ 28 w 70"/>
                  <a:gd name="T3" fmla="*/ 0 h 18"/>
                  <a:gd name="T4" fmla="*/ 22 w 70"/>
                  <a:gd name="T5" fmla="*/ 13 h 18"/>
                  <a:gd name="T6" fmla="*/ 20 w 70"/>
                  <a:gd name="T7" fmla="*/ 18 h 18"/>
                  <a:gd name="T8" fmla="*/ 0 w 70"/>
                  <a:gd name="T9" fmla="*/ 18 h 18"/>
                  <a:gd name="T10" fmla="*/ 0 w 70"/>
                  <a:gd name="T11" fmla="*/ 0 h 18"/>
                  <a:gd name="T12" fmla="*/ 43 w 70"/>
                  <a:gd name="T13" fmla="*/ 0 h 18"/>
                  <a:gd name="T14" fmla="*/ 70 w 70"/>
                  <a:gd name="T15" fmla="*/ 0 h 18"/>
                  <a:gd name="T16" fmla="*/ 68 w 70"/>
                  <a:gd name="T17" fmla="*/ 3 h 18"/>
                  <a:gd name="T18" fmla="*/ 67 w 70"/>
                  <a:gd name="T19" fmla="*/ 17 h 18"/>
                  <a:gd name="T20" fmla="*/ 67 w 70"/>
                  <a:gd name="T21" fmla="*/ 18 h 18"/>
                  <a:gd name="T22" fmla="*/ 46 w 70"/>
                  <a:gd name="T23" fmla="*/ 18 h 18"/>
                  <a:gd name="T24" fmla="*/ 45 w 70"/>
                  <a:gd name="T25" fmla="*/ 13 h 18"/>
                  <a:gd name="T26" fmla="*/ 43 w 70"/>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18">
                    <a:moveTo>
                      <a:pt x="0" y="0"/>
                    </a:moveTo>
                    <a:cubicBezTo>
                      <a:pt x="28" y="0"/>
                      <a:pt x="28" y="0"/>
                      <a:pt x="28" y="0"/>
                    </a:cubicBezTo>
                    <a:cubicBezTo>
                      <a:pt x="27" y="5"/>
                      <a:pt x="24" y="11"/>
                      <a:pt x="22" y="13"/>
                    </a:cubicBezTo>
                    <a:cubicBezTo>
                      <a:pt x="21" y="14"/>
                      <a:pt x="21" y="16"/>
                      <a:pt x="20" y="18"/>
                    </a:cubicBezTo>
                    <a:cubicBezTo>
                      <a:pt x="0" y="18"/>
                      <a:pt x="0" y="18"/>
                      <a:pt x="0" y="18"/>
                    </a:cubicBezTo>
                    <a:cubicBezTo>
                      <a:pt x="1" y="11"/>
                      <a:pt x="1" y="5"/>
                      <a:pt x="0" y="0"/>
                    </a:cubicBezTo>
                    <a:close/>
                    <a:moveTo>
                      <a:pt x="43" y="0"/>
                    </a:moveTo>
                    <a:cubicBezTo>
                      <a:pt x="70" y="0"/>
                      <a:pt x="70" y="0"/>
                      <a:pt x="70" y="0"/>
                    </a:cubicBezTo>
                    <a:cubicBezTo>
                      <a:pt x="69" y="1"/>
                      <a:pt x="68" y="2"/>
                      <a:pt x="68" y="3"/>
                    </a:cubicBezTo>
                    <a:cubicBezTo>
                      <a:pt x="67" y="7"/>
                      <a:pt x="67" y="11"/>
                      <a:pt x="67" y="17"/>
                    </a:cubicBezTo>
                    <a:cubicBezTo>
                      <a:pt x="67" y="17"/>
                      <a:pt x="67" y="18"/>
                      <a:pt x="67" y="18"/>
                    </a:cubicBezTo>
                    <a:cubicBezTo>
                      <a:pt x="46" y="18"/>
                      <a:pt x="46" y="18"/>
                      <a:pt x="46" y="18"/>
                    </a:cubicBezTo>
                    <a:cubicBezTo>
                      <a:pt x="46" y="16"/>
                      <a:pt x="45" y="14"/>
                      <a:pt x="45" y="13"/>
                    </a:cubicBezTo>
                    <a:cubicBezTo>
                      <a:pt x="44" y="8"/>
                      <a:pt x="43" y="4"/>
                      <a:pt x="43"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76" name="Freeform 203"/>
              <p:cNvSpPr>
                <a:spLocks noEditPoints="1"/>
              </p:cNvSpPr>
              <p:nvPr/>
            </p:nvSpPr>
            <p:spPr bwMode="auto">
              <a:xfrm>
                <a:off x="2362" y="1701"/>
                <a:ext cx="134" cy="35"/>
              </a:xfrm>
              <a:custGeom>
                <a:avLst/>
                <a:gdLst>
                  <a:gd name="T0" fmla="*/ 1 w 70"/>
                  <a:gd name="T1" fmla="*/ 0 h 18"/>
                  <a:gd name="T2" fmla="*/ 28 w 70"/>
                  <a:gd name="T3" fmla="*/ 0 h 18"/>
                  <a:gd name="T4" fmla="*/ 23 w 70"/>
                  <a:gd name="T5" fmla="*/ 12 h 18"/>
                  <a:gd name="T6" fmla="*/ 21 w 70"/>
                  <a:gd name="T7" fmla="*/ 18 h 18"/>
                  <a:gd name="T8" fmla="*/ 0 w 70"/>
                  <a:gd name="T9" fmla="*/ 18 h 18"/>
                  <a:gd name="T10" fmla="*/ 1 w 70"/>
                  <a:gd name="T11" fmla="*/ 0 h 18"/>
                  <a:gd name="T12" fmla="*/ 44 w 70"/>
                  <a:gd name="T13" fmla="*/ 0 h 18"/>
                  <a:gd name="T14" fmla="*/ 70 w 70"/>
                  <a:gd name="T15" fmla="*/ 0 h 18"/>
                  <a:gd name="T16" fmla="*/ 69 w 70"/>
                  <a:gd name="T17" fmla="*/ 2 h 18"/>
                  <a:gd name="T18" fmla="*/ 68 w 70"/>
                  <a:gd name="T19" fmla="*/ 16 h 18"/>
                  <a:gd name="T20" fmla="*/ 68 w 70"/>
                  <a:gd name="T21" fmla="*/ 18 h 18"/>
                  <a:gd name="T22" fmla="*/ 48 w 70"/>
                  <a:gd name="T23" fmla="*/ 18 h 18"/>
                  <a:gd name="T24" fmla="*/ 46 w 70"/>
                  <a:gd name="T25" fmla="*/ 12 h 18"/>
                  <a:gd name="T26" fmla="*/ 44 w 70"/>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18">
                    <a:moveTo>
                      <a:pt x="1" y="0"/>
                    </a:moveTo>
                    <a:cubicBezTo>
                      <a:pt x="28" y="0"/>
                      <a:pt x="28" y="0"/>
                      <a:pt x="28" y="0"/>
                    </a:cubicBezTo>
                    <a:cubicBezTo>
                      <a:pt x="27" y="5"/>
                      <a:pt x="25" y="10"/>
                      <a:pt x="23" y="12"/>
                    </a:cubicBezTo>
                    <a:cubicBezTo>
                      <a:pt x="22" y="13"/>
                      <a:pt x="21" y="15"/>
                      <a:pt x="21" y="18"/>
                    </a:cubicBezTo>
                    <a:cubicBezTo>
                      <a:pt x="0" y="18"/>
                      <a:pt x="0" y="18"/>
                      <a:pt x="0" y="18"/>
                    </a:cubicBezTo>
                    <a:cubicBezTo>
                      <a:pt x="2" y="11"/>
                      <a:pt x="2" y="5"/>
                      <a:pt x="1" y="0"/>
                    </a:cubicBezTo>
                    <a:close/>
                    <a:moveTo>
                      <a:pt x="44" y="0"/>
                    </a:moveTo>
                    <a:cubicBezTo>
                      <a:pt x="70" y="0"/>
                      <a:pt x="70" y="0"/>
                      <a:pt x="70" y="0"/>
                    </a:cubicBezTo>
                    <a:cubicBezTo>
                      <a:pt x="70" y="1"/>
                      <a:pt x="69" y="2"/>
                      <a:pt x="69" y="2"/>
                    </a:cubicBezTo>
                    <a:cubicBezTo>
                      <a:pt x="68" y="6"/>
                      <a:pt x="68" y="10"/>
                      <a:pt x="68" y="16"/>
                    </a:cubicBezTo>
                    <a:cubicBezTo>
                      <a:pt x="68" y="17"/>
                      <a:pt x="68" y="17"/>
                      <a:pt x="68" y="18"/>
                    </a:cubicBezTo>
                    <a:cubicBezTo>
                      <a:pt x="48" y="18"/>
                      <a:pt x="48" y="18"/>
                      <a:pt x="48" y="18"/>
                    </a:cubicBezTo>
                    <a:cubicBezTo>
                      <a:pt x="47" y="16"/>
                      <a:pt x="46" y="14"/>
                      <a:pt x="46" y="12"/>
                    </a:cubicBezTo>
                    <a:cubicBezTo>
                      <a:pt x="45" y="7"/>
                      <a:pt x="44" y="4"/>
                      <a:pt x="44"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477" name="Freeform 204"/>
              <p:cNvSpPr>
                <a:spLocks noEditPoints="1"/>
              </p:cNvSpPr>
              <p:nvPr/>
            </p:nvSpPr>
            <p:spPr bwMode="auto">
              <a:xfrm>
                <a:off x="2362" y="1703"/>
                <a:ext cx="134" cy="35"/>
              </a:xfrm>
              <a:custGeom>
                <a:avLst/>
                <a:gdLst>
                  <a:gd name="T0" fmla="*/ 1 w 70"/>
                  <a:gd name="T1" fmla="*/ 0 h 18"/>
                  <a:gd name="T2" fmla="*/ 28 w 70"/>
                  <a:gd name="T3" fmla="*/ 0 h 18"/>
                  <a:gd name="T4" fmla="*/ 23 w 70"/>
                  <a:gd name="T5" fmla="*/ 11 h 18"/>
                  <a:gd name="T6" fmla="*/ 21 w 70"/>
                  <a:gd name="T7" fmla="*/ 18 h 18"/>
                  <a:gd name="T8" fmla="*/ 0 w 70"/>
                  <a:gd name="T9" fmla="*/ 18 h 18"/>
                  <a:gd name="T10" fmla="*/ 1 w 70"/>
                  <a:gd name="T11" fmla="*/ 0 h 18"/>
                  <a:gd name="T12" fmla="*/ 44 w 70"/>
                  <a:gd name="T13" fmla="*/ 0 h 18"/>
                  <a:gd name="T14" fmla="*/ 70 w 70"/>
                  <a:gd name="T15" fmla="*/ 0 h 18"/>
                  <a:gd name="T16" fmla="*/ 69 w 70"/>
                  <a:gd name="T17" fmla="*/ 1 h 18"/>
                  <a:gd name="T18" fmla="*/ 68 w 70"/>
                  <a:gd name="T19" fmla="*/ 15 h 18"/>
                  <a:gd name="T20" fmla="*/ 68 w 70"/>
                  <a:gd name="T21" fmla="*/ 18 h 18"/>
                  <a:gd name="T22" fmla="*/ 48 w 70"/>
                  <a:gd name="T23" fmla="*/ 18 h 18"/>
                  <a:gd name="T24" fmla="*/ 46 w 70"/>
                  <a:gd name="T25" fmla="*/ 11 h 18"/>
                  <a:gd name="T26" fmla="*/ 44 w 70"/>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18">
                    <a:moveTo>
                      <a:pt x="1" y="0"/>
                    </a:moveTo>
                    <a:cubicBezTo>
                      <a:pt x="28" y="0"/>
                      <a:pt x="28" y="0"/>
                      <a:pt x="28" y="0"/>
                    </a:cubicBezTo>
                    <a:cubicBezTo>
                      <a:pt x="27" y="5"/>
                      <a:pt x="24" y="9"/>
                      <a:pt x="23" y="11"/>
                    </a:cubicBezTo>
                    <a:cubicBezTo>
                      <a:pt x="22" y="12"/>
                      <a:pt x="21" y="15"/>
                      <a:pt x="21" y="18"/>
                    </a:cubicBezTo>
                    <a:cubicBezTo>
                      <a:pt x="0" y="18"/>
                      <a:pt x="0" y="18"/>
                      <a:pt x="0" y="18"/>
                    </a:cubicBezTo>
                    <a:cubicBezTo>
                      <a:pt x="1" y="12"/>
                      <a:pt x="2" y="6"/>
                      <a:pt x="1" y="0"/>
                    </a:cubicBezTo>
                    <a:close/>
                    <a:moveTo>
                      <a:pt x="44" y="0"/>
                    </a:moveTo>
                    <a:cubicBezTo>
                      <a:pt x="70" y="0"/>
                      <a:pt x="70" y="0"/>
                      <a:pt x="70" y="0"/>
                    </a:cubicBezTo>
                    <a:cubicBezTo>
                      <a:pt x="69" y="1"/>
                      <a:pt x="69" y="1"/>
                      <a:pt x="69" y="1"/>
                    </a:cubicBezTo>
                    <a:cubicBezTo>
                      <a:pt x="68" y="5"/>
                      <a:pt x="68" y="9"/>
                      <a:pt x="68" y="15"/>
                    </a:cubicBezTo>
                    <a:cubicBezTo>
                      <a:pt x="68" y="16"/>
                      <a:pt x="68" y="17"/>
                      <a:pt x="68" y="18"/>
                    </a:cubicBezTo>
                    <a:cubicBezTo>
                      <a:pt x="48" y="18"/>
                      <a:pt x="48" y="18"/>
                      <a:pt x="48" y="18"/>
                    </a:cubicBezTo>
                    <a:cubicBezTo>
                      <a:pt x="47" y="16"/>
                      <a:pt x="47" y="13"/>
                      <a:pt x="46" y="11"/>
                    </a:cubicBezTo>
                    <a:cubicBezTo>
                      <a:pt x="45" y="7"/>
                      <a:pt x="45" y="3"/>
                      <a:pt x="44"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grpSp>
        <p:grpSp>
          <p:nvGrpSpPr>
            <p:cNvPr id="748" name="Group 406"/>
            <p:cNvGrpSpPr>
              <a:grpSpLocks/>
            </p:cNvGrpSpPr>
            <p:nvPr/>
          </p:nvGrpSpPr>
          <p:grpSpPr bwMode="auto">
            <a:xfrm>
              <a:off x="130" y="1144"/>
              <a:ext cx="3475" cy="615"/>
              <a:chOff x="130" y="1144"/>
              <a:chExt cx="3475" cy="615"/>
            </a:xfrm>
          </p:grpSpPr>
          <p:sp>
            <p:nvSpPr>
              <p:cNvPr id="1078" name="Freeform 206"/>
              <p:cNvSpPr>
                <a:spLocks noEditPoints="1"/>
              </p:cNvSpPr>
              <p:nvPr/>
            </p:nvSpPr>
            <p:spPr bwMode="auto">
              <a:xfrm>
                <a:off x="2362" y="1705"/>
                <a:ext cx="132" cy="36"/>
              </a:xfrm>
              <a:custGeom>
                <a:avLst/>
                <a:gdLst>
                  <a:gd name="T0" fmla="*/ 1 w 69"/>
                  <a:gd name="T1" fmla="*/ 0 h 19"/>
                  <a:gd name="T2" fmla="*/ 28 w 69"/>
                  <a:gd name="T3" fmla="*/ 0 h 19"/>
                  <a:gd name="T4" fmla="*/ 23 w 69"/>
                  <a:gd name="T5" fmla="*/ 10 h 19"/>
                  <a:gd name="T6" fmla="*/ 21 w 69"/>
                  <a:gd name="T7" fmla="*/ 19 h 19"/>
                  <a:gd name="T8" fmla="*/ 0 w 69"/>
                  <a:gd name="T9" fmla="*/ 19 h 19"/>
                  <a:gd name="T10" fmla="*/ 0 w 69"/>
                  <a:gd name="T11" fmla="*/ 17 h 19"/>
                  <a:gd name="T12" fmla="*/ 1 w 69"/>
                  <a:gd name="T13" fmla="*/ 0 h 19"/>
                  <a:gd name="T14" fmla="*/ 44 w 69"/>
                  <a:gd name="T15" fmla="*/ 0 h 19"/>
                  <a:gd name="T16" fmla="*/ 69 w 69"/>
                  <a:gd name="T17" fmla="*/ 0 h 19"/>
                  <a:gd name="T18" fmla="*/ 68 w 69"/>
                  <a:gd name="T19" fmla="*/ 14 h 19"/>
                  <a:gd name="T20" fmla="*/ 69 w 69"/>
                  <a:gd name="T21" fmla="*/ 19 h 19"/>
                  <a:gd name="T22" fmla="*/ 48 w 69"/>
                  <a:gd name="T23" fmla="*/ 19 h 19"/>
                  <a:gd name="T24" fmla="*/ 46 w 69"/>
                  <a:gd name="T25" fmla="*/ 10 h 19"/>
                  <a:gd name="T26" fmla="*/ 44 w 69"/>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19">
                    <a:moveTo>
                      <a:pt x="1" y="0"/>
                    </a:moveTo>
                    <a:cubicBezTo>
                      <a:pt x="28" y="0"/>
                      <a:pt x="28" y="0"/>
                      <a:pt x="28" y="0"/>
                    </a:cubicBezTo>
                    <a:cubicBezTo>
                      <a:pt x="26" y="5"/>
                      <a:pt x="24" y="8"/>
                      <a:pt x="23" y="10"/>
                    </a:cubicBezTo>
                    <a:cubicBezTo>
                      <a:pt x="22" y="11"/>
                      <a:pt x="21" y="14"/>
                      <a:pt x="21" y="19"/>
                    </a:cubicBezTo>
                    <a:cubicBezTo>
                      <a:pt x="0" y="19"/>
                      <a:pt x="0" y="19"/>
                      <a:pt x="0" y="19"/>
                    </a:cubicBezTo>
                    <a:cubicBezTo>
                      <a:pt x="0" y="17"/>
                      <a:pt x="0" y="17"/>
                      <a:pt x="0" y="17"/>
                    </a:cubicBezTo>
                    <a:cubicBezTo>
                      <a:pt x="1" y="11"/>
                      <a:pt x="2" y="6"/>
                      <a:pt x="1" y="0"/>
                    </a:cubicBezTo>
                    <a:close/>
                    <a:moveTo>
                      <a:pt x="44" y="0"/>
                    </a:moveTo>
                    <a:cubicBezTo>
                      <a:pt x="69" y="0"/>
                      <a:pt x="69" y="0"/>
                      <a:pt x="69" y="0"/>
                    </a:cubicBezTo>
                    <a:cubicBezTo>
                      <a:pt x="68" y="4"/>
                      <a:pt x="68" y="8"/>
                      <a:pt x="68" y="14"/>
                    </a:cubicBezTo>
                    <a:cubicBezTo>
                      <a:pt x="68" y="15"/>
                      <a:pt x="68" y="17"/>
                      <a:pt x="69" y="19"/>
                    </a:cubicBezTo>
                    <a:cubicBezTo>
                      <a:pt x="48" y="19"/>
                      <a:pt x="48" y="19"/>
                      <a:pt x="48" y="19"/>
                    </a:cubicBezTo>
                    <a:cubicBezTo>
                      <a:pt x="47" y="15"/>
                      <a:pt x="47" y="12"/>
                      <a:pt x="46" y="10"/>
                    </a:cubicBezTo>
                    <a:cubicBezTo>
                      <a:pt x="45" y="6"/>
                      <a:pt x="45" y="3"/>
                      <a:pt x="44"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9" name="Freeform 207"/>
              <p:cNvSpPr>
                <a:spLocks noEditPoints="1"/>
              </p:cNvSpPr>
              <p:nvPr/>
            </p:nvSpPr>
            <p:spPr bwMode="auto">
              <a:xfrm>
                <a:off x="2360" y="1709"/>
                <a:ext cx="134" cy="34"/>
              </a:xfrm>
              <a:custGeom>
                <a:avLst/>
                <a:gdLst>
                  <a:gd name="T0" fmla="*/ 2 w 70"/>
                  <a:gd name="T1" fmla="*/ 0 h 18"/>
                  <a:gd name="T2" fmla="*/ 28 w 70"/>
                  <a:gd name="T3" fmla="*/ 0 h 18"/>
                  <a:gd name="T4" fmla="*/ 24 w 70"/>
                  <a:gd name="T5" fmla="*/ 8 h 18"/>
                  <a:gd name="T6" fmla="*/ 22 w 70"/>
                  <a:gd name="T7" fmla="*/ 18 h 18"/>
                  <a:gd name="T8" fmla="*/ 0 w 70"/>
                  <a:gd name="T9" fmla="*/ 18 h 18"/>
                  <a:gd name="T10" fmla="*/ 1 w 70"/>
                  <a:gd name="T11" fmla="*/ 15 h 18"/>
                  <a:gd name="T12" fmla="*/ 2 w 70"/>
                  <a:gd name="T13" fmla="*/ 0 h 18"/>
                  <a:gd name="T14" fmla="*/ 45 w 70"/>
                  <a:gd name="T15" fmla="*/ 0 h 18"/>
                  <a:gd name="T16" fmla="*/ 70 w 70"/>
                  <a:gd name="T17" fmla="*/ 0 h 18"/>
                  <a:gd name="T18" fmla="*/ 69 w 70"/>
                  <a:gd name="T19" fmla="*/ 12 h 18"/>
                  <a:gd name="T20" fmla="*/ 70 w 70"/>
                  <a:gd name="T21" fmla="*/ 18 h 18"/>
                  <a:gd name="T22" fmla="*/ 49 w 70"/>
                  <a:gd name="T23" fmla="*/ 18 h 18"/>
                  <a:gd name="T24" fmla="*/ 47 w 70"/>
                  <a:gd name="T25" fmla="*/ 8 h 18"/>
                  <a:gd name="T26" fmla="*/ 45 w 70"/>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18">
                    <a:moveTo>
                      <a:pt x="2" y="0"/>
                    </a:moveTo>
                    <a:cubicBezTo>
                      <a:pt x="28" y="0"/>
                      <a:pt x="28" y="0"/>
                      <a:pt x="28" y="0"/>
                    </a:cubicBezTo>
                    <a:cubicBezTo>
                      <a:pt x="27" y="3"/>
                      <a:pt x="25" y="6"/>
                      <a:pt x="24" y="8"/>
                    </a:cubicBezTo>
                    <a:cubicBezTo>
                      <a:pt x="23" y="9"/>
                      <a:pt x="22" y="13"/>
                      <a:pt x="22" y="18"/>
                    </a:cubicBezTo>
                    <a:cubicBezTo>
                      <a:pt x="0" y="18"/>
                      <a:pt x="0" y="18"/>
                      <a:pt x="0" y="18"/>
                    </a:cubicBezTo>
                    <a:cubicBezTo>
                      <a:pt x="1" y="17"/>
                      <a:pt x="1" y="16"/>
                      <a:pt x="1" y="15"/>
                    </a:cubicBezTo>
                    <a:cubicBezTo>
                      <a:pt x="2" y="10"/>
                      <a:pt x="3" y="4"/>
                      <a:pt x="2" y="0"/>
                    </a:cubicBezTo>
                    <a:close/>
                    <a:moveTo>
                      <a:pt x="45" y="0"/>
                    </a:moveTo>
                    <a:cubicBezTo>
                      <a:pt x="70" y="0"/>
                      <a:pt x="70" y="0"/>
                      <a:pt x="70" y="0"/>
                    </a:cubicBezTo>
                    <a:cubicBezTo>
                      <a:pt x="69" y="3"/>
                      <a:pt x="69" y="6"/>
                      <a:pt x="69" y="12"/>
                    </a:cubicBezTo>
                    <a:cubicBezTo>
                      <a:pt x="69" y="13"/>
                      <a:pt x="69" y="15"/>
                      <a:pt x="70" y="18"/>
                    </a:cubicBezTo>
                    <a:cubicBezTo>
                      <a:pt x="49" y="18"/>
                      <a:pt x="49" y="18"/>
                      <a:pt x="49" y="18"/>
                    </a:cubicBezTo>
                    <a:cubicBezTo>
                      <a:pt x="49" y="14"/>
                      <a:pt x="48" y="11"/>
                      <a:pt x="47" y="8"/>
                    </a:cubicBezTo>
                    <a:cubicBezTo>
                      <a:pt x="46" y="5"/>
                      <a:pt x="46" y="2"/>
                      <a:pt x="45" y="0"/>
                    </a:cubicBezTo>
                    <a:close/>
                  </a:path>
                </a:pathLst>
              </a:custGeom>
              <a:solidFill>
                <a:srgbClr val="F7F6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0" name="Freeform 208"/>
              <p:cNvSpPr>
                <a:spLocks noEditPoints="1"/>
              </p:cNvSpPr>
              <p:nvPr/>
            </p:nvSpPr>
            <p:spPr bwMode="auto">
              <a:xfrm>
                <a:off x="2360" y="1711"/>
                <a:ext cx="134" cy="34"/>
              </a:xfrm>
              <a:custGeom>
                <a:avLst/>
                <a:gdLst>
                  <a:gd name="T0" fmla="*/ 2 w 70"/>
                  <a:gd name="T1" fmla="*/ 0 h 18"/>
                  <a:gd name="T2" fmla="*/ 28 w 70"/>
                  <a:gd name="T3" fmla="*/ 0 h 18"/>
                  <a:gd name="T4" fmla="*/ 24 w 70"/>
                  <a:gd name="T5" fmla="*/ 7 h 18"/>
                  <a:gd name="T6" fmla="*/ 22 w 70"/>
                  <a:gd name="T7" fmla="*/ 18 h 18"/>
                  <a:gd name="T8" fmla="*/ 0 w 70"/>
                  <a:gd name="T9" fmla="*/ 18 h 18"/>
                  <a:gd name="T10" fmla="*/ 1 w 70"/>
                  <a:gd name="T11" fmla="*/ 14 h 18"/>
                  <a:gd name="T12" fmla="*/ 2 w 70"/>
                  <a:gd name="T13" fmla="*/ 0 h 18"/>
                  <a:gd name="T14" fmla="*/ 46 w 70"/>
                  <a:gd name="T15" fmla="*/ 0 h 18"/>
                  <a:gd name="T16" fmla="*/ 69 w 70"/>
                  <a:gd name="T17" fmla="*/ 0 h 18"/>
                  <a:gd name="T18" fmla="*/ 69 w 70"/>
                  <a:gd name="T19" fmla="*/ 11 h 18"/>
                  <a:gd name="T20" fmla="*/ 70 w 70"/>
                  <a:gd name="T21" fmla="*/ 18 h 18"/>
                  <a:gd name="T22" fmla="*/ 50 w 70"/>
                  <a:gd name="T23" fmla="*/ 18 h 18"/>
                  <a:gd name="T24" fmla="*/ 47 w 70"/>
                  <a:gd name="T25" fmla="*/ 7 h 18"/>
                  <a:gd name="T26" fmla="*/ 46 w 70"/>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18">
                    <a:moveTo>
                      <a:pt x="2" y="0"/>
                    </a:moveTo>
                    <a:cubicBezTo>
                      <a:pt x="28" y="0"/>
                      <a:pt x="28" y="0"/>
                      <a:pt x="28" y="0"/>
                    </a:cubicBezTo>
                    <a:cubicBezTo>
                      <a:pt x="27" y="3"/>
                      <a:pt x="25" y="6"/>
                      <a:pt x="24" y="7"/>
                    </a:cubicBezTo>
                    <a:cubicBezTo>
                      <a:pt x="22" y="8"/>
                      <a:pt x="22" y="13"/>
                      <a:pt x="22" y="18"/>
                    </a:cubicBezTo>
                    <a:cubicBezTo>
                      <a:pt x="0" y="18"/>
                      <a:pt x="0" y="18"/>
                      <a:pt x="0" y="18"/>
                    </a:cubicBezTo>
                    <a:cubicBezTo>
                      <a:pt x="1" y="17"/>
                      <a:pt x="1" y="15"/>
                      <a:pt x="1" y="14"/>
                    </a:cubicBezTo>
                    <a:cubicBezTo>
                      <a:pt x="2" y="9"/>
                      <a:pt x="3" y="4"/>
                      <a:pt x="2" y="0"/>
                    </a:cubicBezTo>
                    <a:close/>
                    <a:moveTo>
                      <a:pt x="46" y="0"/>
                    </a:moveTo>
                    <a:cubicBezTo>
                      <a:pt x="69" y="0"/>
                      <a:pt x="69" y="0"/>
                      <a:pt x="69" y="0"/>
                    </a:cubicBezTo>
                    <a:cubicBezTo>
                      <a:pt x="69" y="3"/>
                      <a:pt x="69" y="6"/>
                      <a:pt x="69" y="11"/>
                    </a:cubicBezTo>
                    <a:cubicBezTo>
                      <a:pt x="69" y="13"/>
                      <a:pt x="69" y="15"/>
                      <a:pt x="70" y="18"/>
                    </a:cubicBezTo>
                    <a:cubicBezTo>
                      <a:pt x="50" y="18"/>
                      <a:pt x="50" y="18"/>
                      <a:pt x="50" y="18"/>
                    </a:cubicBezTo>
                    <a:cubicBezTo>
                      <a:pt x="49" y="14"/>
                      <a:pt x="48" y="10"/>
                      <a:pt x="47" y="7"/>
                    </a:cubicBezTo>
                    <a:cubicBezTo>
                      <a:pt x="46" y="4"/>
                      <a:pt x="46" y="2"/>
                      <a:pt x="46"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1" name="Freeform 209"/>
              <p:cNvSpPr>
                <a:spLocks noEditPoints="1"/>
              </p:cNvSpPr>
              <p:nvPr/>
            </p:nvSpPr>
            <p:spPr bwMode="auto">
              <a:xfrm>
                <a:off x="2360" y="1713"/>
                <a:ext cx="134" cy="36"/>
              </a:xfrm>
              <a:custGeom>
                <a:avLst/>
                <a:gdLst>
                  <a:gd name="T0" fmla="*/ 2 w 70"/>
                  <a:gd name="T1" fmla="*/ 0 h 19"/>
                  <a:gd name="T2" fmla="*/ 27 w 70"/>
                  <a:gd name="T3" fmla="*/ 0 h 19"/>
                  <a:gd name="T4" fmla="*/ 24 w 70"/>
                  <a:gd name="T5" fmla="*/ 6 h 19"/>
                  <a:gd name="T6" fmla="*/ 22 w 70"/>
                  <a:gd name="T7" fmla="*/ 19 h 19"/>
                  <a:gd name="T8" fmla="*/ 0 w 70"/>
                  <a:gd name="T9" fmla="*/ 19 h 19"/>
                  <a:gd name="T10" fmla="*/ 1 w 70"/>
                  <a:gd name="T11" fmla="*/ 13 h 19"/>
                  <a:gd name="T12" fmla="*/ 2 w 70"/>
                  <a:gd name="T13" fmla="*/ 0 h 19"/>
                  <a:gd name="T14" fmla="*/ 46 w 70"/>
                  <a:gd name="T15" fmla="*/ 0 h 19"/>
                  <a:gd name="T16" fmla="*/ 69 w 70"/>
                  <a:gd name="T17" fmla="*/ 0 h 19"/>
                  <a:gd name="T18" fmla="*/ 69 w 70"/>
                  <a:gd name="T19" fmla="*/ 10 h 19"/>
                  <a:gd name="T20" fmla="*/ 70 w 70"/>
                  <a:gd name="T21" fmla="*/ 19 h 19"/>
                  <a:gd name="T22" fmla="*/ 50 w 70"/>
                  <a:gd name="T23" fmla="*/ 19 h 19"/>
                  <a:gd name="T24" fmla="*/ 47 w 70"/>
                  <a:gd name="T25" fmla="*/ 6 h 19"/>
                  <a:gd name="T26" fmla="*/ 46 w 7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19">
                    <a:moveTo>
                      <a:pt x="2" y="0"/>
                    </a:moveTo>
                    <a:cubicBezTo>
                      <a:pt x="27" y="0"/>
                      <a:pt x="27" y="0"/>
                      <a:pt x="27" y="0"/>
                    </a:cubicBezTo>
                    <a:cubicBezTo>
                      <a:pt x="26" y="3"/>
                      <a:pt x="25" y="5"/>
                      <a:pt x="24" y="6"/>
                    </a:cubicBezTo>
                    <a:cubicBezTo>
                      <a:pt x="22" y="8"/>
                      <a:pt x="22" y="12"/>
                      <a:pt x="22" y="19"/>
                    </a:cubicBezTo>
                    <a:cubicBezTo>
                      <a:pt x="0" y="19"/>
                      <a:pt x="0" y="19"/>
                      <a:pt x="0" y="19"/>
                    </a:cubicBezTo>
                    <a:cubicBezTo>
                      <a:pt x="0" y="16"/>
                      <a:pt x="1" y="15"/>
                      <a:pt x="1" y="13"/>
                    </a:cubicBezTo>
                    <a:cubicBezTo>
                      <a:pt x="2" y="9"/>
                      <a:pt x="2" y="4"/>
                      <a:pt x="2" y="0"/>
                    </a:cubicBezTo>
                    <a:close/>
                    <a:moveTo>
                      <a:pt x="46" y="0"/>
                    </a:moveTo>
                    <a:cubicBezTo>
                      <a:pt x="69" y="0"/>
                      <a:pt x="69" y="0"/>
                      <a:pt x="69" y="0"/>
                    </a:cubicBezTo>
                    <a:cubicBezTo>
                      <a:pt x="69" y="3"/>
                      <a:pt x="69" y="6"/>
                      <a:pt x="69" y="10"/>
                    </a:cubicBezTo>
                    <a:cubicBezTo>
                      <a:pt x="69" y="12"/>
                      <a:pt x="70" y="15"/>
                      <a:pt x="70" y="19"/>
                    </a:cubicBezTo>
                    <a:cubicBezTo>
                      <a:pt x="50" y="19"/>
                      <a:pt x="50" y="19"/>
                      <a:pt x="50" y="19"/>
                    </a:cubicBezTo>
                    <a:cubicBezTo>
                      <a:pt x="49" y="13"/>
                      <a:pt x="48" y="10"/>
                      <a:pt x="47" y="6"/>
                    </a:cubicBezTo>
                    <a:cubicBezTo>
                      <a:pt x="46" y="4"/>
                      <a:pt x="46" y="2"/>
                      <a:pt x="46" y="0"/>
                    </a:cubicBezTo>
                    <a:close/>
                  </a:path>
                </a:pathLst>
              </a:custGeom>
              <a:solidFill>
                <a:srgbClr val="F9F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2" name="Freeform 210"/>
              <p:cNvSpPr>
                <a:spLocks noEditPoints="1"/>
              </p:cNvSpPr>
              <p:nvPr/>
            </p:nvSpPr>
            <p:spPr bwMode="auto">
              <a:xfrm>
                <a:off x="2360" y="1717"/>
                <a:ext cx="136" cy="34"/>
              </a:xfrm>
              <a:custGeom>
                <a:avLst/>
                <a:gdLst>
                  <a:gd name="T0" fmla="*/ 2 w 71"/>
                  <a:gd name="T1" fmla="*/ 0 h 18"/>
                  <a:gd name="T2" fmla="*/ 27 w 71"/>
                  <a:gd name="T3" fmla="*/ 0 h 18"/>
                  <a:gd name="T4" fmla="*/ 24 w 71"/>
                  <a:gd name="T5" fmla="*/ 4 h 18"/>
                  <a:gd name="T6" fmla="*/ 22 w 71"/>
                  <a:gd name="T7" fmla="*/ 18 h 18"/>
                  <a:gd name="T8" fmla="*/ 0 w 71"/>
                  <a:gd name="T9" fmla="*/ 18 h 18"/>
                  <a:gd name="T10" fmla="*/ 1 w 71"/>
                  <a:gd name="T11" fmla="*/ 11 h 18"/>
                  <a:gd name="T12" fmla="*/ 2 w 71"/>
                  <a:gd name="T13" fmla="*/ 0 h 18"/>
                  <a:gd name="T14" fmla="*/ 46 w 71"/>
                  <a:gd name="T15" fmla="*/ 0 h 18"/>
                  <a:gd name="T16" fmla="*/ 69 w 71"/>
                  <a:gd name="T17" fmla="*/ 0 h 18"/>
                  <a:gd name="T18" fmla="*/ 69 w 71"/>
                  <a:gd name="T19" fmla="*/ 8 h 18"/>
                  <a:gd name="T20" fmla="*/ 71 w 71"/>
                  <a:gd name="T21" fmla="*/ 18 h 18"/>
                  <a:gd name="T22" fmla="*/ 50 w 71"/>
                  <a:gd name="T23" fmla="*/ 18 h 18"/>
                  <a:gd name="T24" fmla="*/ 47 w 71"/>
                  <a:gd name="T25" fmla="*/ 4 h 18"/>
                  <a:gd name="T26" fmla="*/ 46 w 71"/>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 h="18">
                    <a:moveTo>
                      <a:pt x="2" y="0"/>
                    </a:moveTo>
                    <a:cubicBezTo>
                      <a:pt x="27" y="0"/>
                      <a:pt x="27" y="0"/>
                      <a:pt x="27" y="0"/>
                    </a:cubicBezTo>
                    <a:cubicBezTo>
                      <a:pt x="26" y="1"/>
                      <a:pt x="25" y="3"/>
                      <a:pt x="24" y="4"/>
                    </a:cubicBezTo>
                    <a:cubicBezTo>
                      <a:pt x="22" y="6"/>
                      <a:pt x="22" y="11"/>
                      <a:pt x="22" y="18"/>
                    </a:cubicBezTo>
                    <a:cubicBezTo>
                      <a:pt x="0" y="18"/>
                      <a:pt x="0" y="18"/>
                      <a:pt x="0" y="18"/>
                    </a:cubicBezTo>
                    <a:cubicBezTo>
                      <a:pt x="0" y="15"/>
                      <a:pt x="1" y="13"/>
                      <a:pt x="1" y="11"/>
                    </a:cubicBezTo>
                    <a:cubicBezTo>
                      <a:pt x="2" y="7"/>
                      <a:pt x="2" y="3"/>
                      <a:pt x="2" y="0"/>
                    </a:cubicBezTo>
                    <a:close/>
                    <a:moveTo>
                      <a:pt x="46" y="0"/>
                    </a:moveTo>
                    <a:cubicBezTo>
                      <a:pt x="69" y="0"/>
                      <a:pt x="69" y="0"/>
                      <a:pt x="69" y="0"/>
                    </a:cubicBezTo>
                    <a:cubicBezTo>
                      <a:pt x="69" y="2"/>
                      <a:pt x="69" y="5"/>
                      <a:pt x="69" y="8"/>
                    </a:cubicBezTo>
                    <a:cubicBezTo>
                      <a:pt x="69" y="10"/>
                      <a:pt x="70" y="13"/>
                      <a:pt x="71" y="18"/>
                    </a:cubicBezTo>
                    <a:cubicBezTo>
                      <a:pt x="50" y="18"/>
                      <a:pt x="50" y="18"/>
                      <a:pt x="50" y="18"/>
                    </a:cubicBezTo>
                    <a:cubicBezTo>
                      <a:pt x="49" y="12"/>
                      <a:pt x="48" y="8"/>
                      <a:pt x="47" y="4"/>
                    </a:cubicBezTo>
                    <a:cubicBezTo>
                      <a:pt x="47" y="2"/>
                      <a:pt x="46" y="1"/>
                      <a:pt x="46"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3" name="Freeform 211"/>
              <p:cNvSpPr>
                <a:spLocks noEditPoints="1"/>
              </p:cNvSpPr>
              <p:nvPr/>
            </p:nvSpPr>
            <p:spPr bwMode="auto">
              <a:xfrm>
                <a:off x="2358" y="1719"/>
                <a:ext cx="138" cy="34"/>
              </a:xfrm>
              <a:custGeom>
                <a:avLst/>
                <a:gdLst>
                  <a:gd name="T0" fmla="*/ 3 w 72"/>
                  <a:gd name="T1" fmla="*/ 0 h 18"/>
                  <a:gd name="T2" fmla="*/ 27 w 72"/>
                  <a:gd name="T3" fmla="*/ 0 h 18"/>
                  <a:gd name="T4" fmla="*/ 25 w 72"/>
                  <a:gd name="T5" fmla="*/ 3 h 18"/>
                  <a:gd name="T6" fmla="*/ 23 w 72"/>
                  <a:gd name="T7" fmla="*/ 18 h 18"/>
                  <a:gd name="T8" fmla="*/ 0 w 72"/>
                  <a:gd name="T9" fmla="*/ 18 h 18"/>
                  <a:gd name="T10" fmla="*/ 2 w 72"/>
                  <a:gd name="T11" fmla="*/ 10 h 18"/>
                  <a:gd name="T12" fmla="*/ 3 w 72"/>
                  <a:gd name="T13" fmla="*/ 0 h 18"/>
                  <a:gd name="T14" fmla="*/ 47 w 72"/>
                  <a:gd name="T15" fmla="*/ 0 h 18"/>
                  <a:gd name="T16" fmla="*/ 70 w 72"/>
                  <a:gd name="T17" fmla="*/ 0 h 18"/>
                  <a:gd name="T18" fmla="*/ 70 w 72"/>
                  <a:gd name="T19" fmla="*/ 7 h 18"/>
                  <a:gd name="T20" fmla="*/ 72 w 72"/>
                  <a:gd name="T21" fmla="*/ 18 h 18"/>
                  <a:gd name="T22" fmla="*/ 51 w 72"/>
                  <a:gd name="T23" fmla="*/ 18 h 18"/>
                  <a:gd name="T24" fmla="*/ 48 w 72"/>
                  <a:gd name="T25" fmla="*/ 3 h 18"/>
                  <a:gd name="T26" fmla="*/ 47 w 72"/>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18">
                    <a:moveTo>
                      <a:pt x="3" y="0"/>
                    </a:moveTo>
                    <a:cubicBezTo>
                      <a:pt x="27" y="0"/>
                      <a:pt x="27" y="0"/>
                      <a:pt x="27" y="0"/>
                    </a:cubicBezTo>
                    <a:cubicBezTo>
                      <a:pt x="26" y="1"/>
                      <a:pt x="25" y="2"/>
                      <a:pt x="25" y="3"/>
                    </a:cubicBezTo>
                    <a:cubicBezTo>
                      <a:pt x="23" y="5"/>
                      <a:pt x="23" y="10"/>
                      <a:pt x="23" y="18"/>
                    </a:cubicBezTo>
                    <a:cubicBezTo>
                      <a:pt x="0" y="18"/>
                      <a:pt x="0" y="18"/>
                      <a:pt x="0" y="18"/>
                    </a:cubicBezTo>
                    <a:cubicBezTo>
                      <a:pt x="1" y="15"/>
                      <a:pt x="2" y="12"/>
                      <a:pt x="2" y="10"/>
                    </a:cubicBezTo>
                    <a:cubicBezTo>
                      <a:pt x="3" y="7"/>
                      <a:pt x="3" y="3"/>
                      <a:pt x="3" y="0"/>
                    </a:cubicBezTo>
                    <a:close/>
                    <a:moveTo>
                      <a:pt x="47" y="0"/>
                    </a:moveTo>
                    <a:cubicBezTo>
                      <a:pt x="70" y="0"/>
                      <a:pt x="70" y="0"/>
                      <a:pt x="70" y="0"/>
                    </a:cubicBezTo>
                    <a:cubicBezTo>
                      <a:pt x="70" y="2"/>
                      <a:pt x="70" y="4"/>
                      <a:pt x="70" y="7"/>
                    </a:cubicBezTo>
                    <a:cubicBezTo>
                      <a:pt x="70" y="9"/>
                      <a:pt x="71" y="13"/>
                      <a:pt x="72" y="18"/>
                    </a:cubicBezTo>
                    <a:cubicBezTo>
                      <a:pt x="51" y="18"/>
                      <a:pt x="51" y="18"/>
                      <a:pt x="51" y="18"/>
                    </a:cubicBezTo>
                    <a:cubicBezTo>
                      <a:pt x="50" y="12"/>
                      <a:pt x="49" y="7"/>
                      <a:pt x="48" y="3"/>
                    </a:cubicBezTo>
                    <a:cubicBezTo>
                      <a:pt x="48" y="2"/>
                      <a:pt x="47" y="1"/>
                      <a:pt x="47" y="0"/>
                    </a:cubicBezTo>
                    <a:close/>
                  </a:path>
                </a:pathLst>
              </a:custGeom>
              <a:solidFill>
                <a:srgbClr val="FCFC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4" name="Freeform 212"/>
              <p:cNvSpPr>
                <a:spLocks noEditPoints="1"/>
              </p:cNvSpPr>
              <p:nvPr/>
            </p:nvSpPr>
            <p:spPr bwMode="auto">
              <a:xfrm>
                <a:off x="2358" y="1720"/>
                <a:ext cx="138" cy="35"/>
              </a:xfrm>
              <a:custGeom>
                <a:avLst/>
                <a:gdLst>
                  <a:gd name="T0" fmla="*/ 3 w 72"/>
                  <a:gd name="T1" fmla="*/ 0 h 18"/>
                  <a:gd name="T2" fmla="*/ 26 w 72"/>
                  <a:gd name="T3" fmla="*/ 0 h 18"/>
                  <a:gd name="T4" fmla="*/ 25 w 72"/>
                  <a:gd name="T5" fmla="*/ 2 h 18"/>
                  <a:gd name="T6" fmla="*/ 23 w 72"/>
                  <a:gd name="T7" fmla="*/ 18 h 18"/>
                  <a:gd name="T8" fmla="*/ 0 w 72"/>
                  <a:gd name="T9" fmla="*/ 18 h 18"/>
                  <a:gd name="T10" fmla="*/ 2 w 72"/>
                  <a:gd name="T11" fmla="*/ 9 h 18"/>
                  <a:gd name="T12" fmla="*/ 3 w 72"/>
                  <a:gd name="T13" fmla="*/ 0 h 18"/>
                  <a:gd name="T14" fmla="*/ 48 w 72"/>
                  <a:gd name="T15" fmla="*/ 0 h 18"/>
                  <a:gd name="T16" fmla="*/ 70 w 72"/>
                  <a:gd name="T17" fmla="*/ 0 h 18"/>
                  <a:gd name="T18" fmla="*/ 70 w 72"/>
                  <a:gd name="T19" fmla="*/ 6 h 18"/>
                  <a:gd name="T20" fmla="*/ 72 w 72"/>
                  <a:gd name="T21" fmla="*/ 18 h 18"/>
                  <a:gd name="T22" fmla="*/ 51 w 72"/>
                  <a:gd name="T23" fmla="*/ 18 h 18"/>
                  <a:gd name="T24" fmla="*/ 48 w 72"/>
                  <a:gd name="T25" fmla="*/ 2 h 18"/>
                  <a:gd name="T26" fmla="*/ 48 w 72"/>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18">
                    <a:moveTo>
                      <a:pt x="3" y="0"/>
                    </a:moveTo>
                    <a:cubicBezTo>
                      <a:pt x="26" y="0"/>
                      <a:pt x="26" y="0"/>
                      <a:pt x="26" y="0"/>
                    </a:cubicBezTo>
                    <a:cubicBezTo>
                      <a:pt x="26" y="1"/>
                      <a:pt x="25" y="2"/>
                      <a:pt x="25" y="2"/>
                    </a:cubicBezTo>
                    <a:cubicBezTo>
                      <a:pt x="23" y="4"/>
                      <a:pt x="23" y="10"/>
                      <a:pt x="23" y="18"/>
                    </a:cubicBezTo>
                    <a:cubicBezTo>
                      <a:pt x="0" y="18"/>
                      <a:pt x="0" y="18"/>
                      <a:pt x="0" y="18"/>
                    </a:cubicBezTo>
                    <a:cubicBezTo>
                      <a:pt x="1" y="15"/>
                      <a:pt x="2" y="11"/>
                      <a:pt x="2" y="9"/>
                    </a:cubicBezTo>
                    <a:cubicBezTo>
                      <a:pt x="3" y="6"/>
                      <a:pt x="3" y="3"/>
                      <a:pt x="3" y="0"/>
                    </a:cubicBezTo>
                    <a:close/>
                    <a:moveTo>
                      <a:pt x="48" y="0"/>
                    </a:moveTo>
                    <a:cubicBezTo>
                      <a:pt x="70" y="0"/>
                      <a:pt x="70" y="0"/>
                      <a:pt x="70" y="0"/>
                    </a:cubicBezTo>
                    <a:cubicBezTo>
                      <a:pt x="70" y="2"/>
                      <a:pt x="70" y="4"/>
                      <a:pt x="70" y="6"/>
                    </a:cubicBezTo>
                    <a:cubicBezTo>
                      <a:pt x="70" y="8"/>
                      <a:pt x="71" y="13"/>
                      <a:pt x="72" y="18"/>
                    </a:cubicBezTo>
                    <a:cubicBezTo>
                      <a:pt x="51" y="18"/>
                      <a:pt x="51" y="18"/>
                      <a:pt x="51" y="18"/>
                    </a:cubicBezTo>
                    <a:cubicBezTo>
                      <a:pt x="50" y="11"/>
                      <a:pt x="49" y="6"/>
                      <a:pt x="48" y="2"/>
                    </a:cubicBezTo>
                    <a:cubicBezTo>
                      <a:pt x="48" y="1"/>
                      <a:pt x="48" y="1"/>
                      <a:pt x="48"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5" name="Freeform 213"/>
              <p:cNvSpPr>
                <a:spLocks noEditPoints="1"/>
              </p:cNvSpPr>
              <p:nvPr/>
            </p:nvSpPr>
            <p:spPr bwMode="auto">
              <a:xfrm>
                <a:off x="2358" y="1722"/>
                <a:ext cx="140" cy="37"/>
              </a:xfrm>
              <a:custGeom>
                <a:avLst/>
                <a:gdLst>
                  <a:gd name="T0" fmla="*/ 3 w 73"/>
                  <a:gd name="T1" fmla="*/ 0 h 19"/>
                  <a:gd name="T2" fmla="*/ 25 w 73"/>
                  <a:gd name="T3" fmla="*/ 0 h 19"/>
                  <a:gd name="T4" fmla="*/ 25 w 73"/>
                  <a:gd name="T5" fmla="*/ 1 h 19"/>
                  <a:gd name="T6" fmla="*/ 23 w 73"/>
                  <a:gd name="T7" fmla="*/ 19 h 19"/>
                  <a:gd name="T8" fmla="*/ 0 w 73"/>
                  <a:gd name="T9" fmla="*/ 19 h 19"/>
                  <a:gd name="T10" fmla="*/ 2 w 73"/>
                  <a:gd name="T11" fmla="*/ 8 h 19"/>
                  <a:gd name="T12" fmla="*/ 3 w 73"/>
                  <a:gd name="T13" fmla="*/ 0 h 19"/>
                  <a:gd name="T14" fmla="*/ 48 w 73"/>
                  <a:gd name="T15" fmla="*/ 0 h 19"/>
                  <a:gd name="T16" fmla="*/ 70 w 73"/>
                  <a:gd name="T17" fmla="*/ 0 h 19"/>
                  <a:gd name="T18" fmla="*/ 70 w 73"/>
                  <a:gd name="T19" fmla="*/ 5 h 19"/>
                  <a:gd name="T20" fmla="*/ 73 w 73"/>
                  <a:gd name="T21" fmla="*/ 19 h 19"/>
                  <a:gd name="T22" fmla="*/ 51 w 73"/>
                  <a:gd name="T23" fmla="*/ 19 h 19"/>
                  <a:gd name="T24" fmla="*/ 48 w 73"/>
                  <a:gd name="T25" fmla="*/ 1 h 19"/>
                  <a:gd name="T26" fmla="*/ 48 w 73"/>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19">
                    <a:moveTo>
                      <a:pt x="3" y="0"/>
                    </a:moveTo>
                    <a:cubicBezTo>
                      <a:pt x="25" y="0"/>
                      <a:pt x="25" y="0"/>
                      <a:pt x="25" y="0"/>
                    </a:cubicBezTo>
                    <a:cubicBezTo>
                      <a:pt x="25" y="1"/>
                      <a:pt x="25" y="1"/>
                      <a:pt x="25" y="1"/>
                    </a:cubicBezTo>
                    <a:cubicBezTo>
                      <a:pt x="23" y="3"/>
                      <a:pt x="23" y="10"/>
                      <a:pt x="23" y="19"/>
                    </a:cubicBezTo>
                    <a:cubicBezTo>
                      <a:pt x="0" y="19"/>
                      <a:pt x="0" y="19"/>
                      <a:pt x="0" y="19"/>
                    </a:cubicBezTo>
                    <a:cubicBezTo>
                      <a:pt x="1" y="14"/>
                      <a:pt x="2" y="11"/>
                      <a:pt x="2" y="8"/>
                    </a:cubicBezTo>
                    <a:cubicBezTo>
                      <a:pt x="3" y="6"/>
                      <a:pt x="3" y="3"/>
                      <a:pt x="3" y="0"/>
                    </a:cubicBezTo>
                    <a:close/>
                    <a:moveTo>
                      <a:pt x="48" y="0"/>
                    </a:moveTo>
                    <a:cubicBezTo>
                      <a:pt x="70" y="0"/>
                      <a:pt x="70" y="0"/>
                      <a:pt x="70" y="0"/>
                    </a:cubicBezTo>
                    <a:cubicBezTo>
                      <a:pt x="70" y="2"/>
                      <a:pt x="70" y="3"/>
                      <a:pt x="70" y="5"/>
                    </a:cubicBezTo>
                    <a:cubicBezTo>
                      <a:pt x="70" y="7"/>
                      <a:pt x="71" y="12"/>
                      <a:pt x="73" y="19"/>
                    </a:cubicBezTo>
                    <a:cubicBezTo>
                      <a:pt x="51" y="19"/>
                      <a:pt x="51" y="19"/>
                      <a:pt x="51" y="19"/>
                    </a:cubicBezTo>
                    <a:cubicBezTo>
                      <a:pt x="51" y="11"/>
                      <a:pt x="49" y="6"/>
                      <a:pt x="48" y="1"/>
                    </a:cubicBezTo>
                    <a:lnTo>
                      <a:pt x="4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6" name="Freeform 214"/>
              <p:cNvSpPr>
                <a:spLocks/>
              </p:cNvSpPr>
              <p:nvPr/>
            </p:nvSpPr>
            <p:spPr bwMode="auto">
              <a:xfrm>
                <a:off x="134" y="1144"/>
                <a:ext cx="130" cy="35"/>
              </a:xfrm>
              <a:custGeom>
                <a:avLst/>
                <a:gdLst>
                  <a:gd name="T0" fmla="*/ 45 w 68"/>
                  <a:gd name="T1" fmla="*/ 0 h 18"/>
                  <a:gd name="T2" fmla="*/ 0 w 68"/>
                  <a:gd name="T3" fmla="*/ 0 h 18"/>
                  <a:gd name="T4" fmla="*/ 1 w 68"/>
                  <a:gd name="T5" fmla="*/ 6 h 18"/>
                  <a:gd name="T6" fmla="*/ 0 w 68"/>
                  <a:gd name="T7" fmla="*/ 18 h 18"/>
                  <a:gd name="T8" fmla="*/ 46 w 68"/>
                  <a:gd name="T9" fmla="*/ 18 h 18"/>
                  <a:gd name="T10" fmla="*/ 46 w 68"/>
                  <a:gd name="T11" fmla="*/ 18 h 18"/>
                  <a:gd name="T12" fmla="*/ 51 w 68"/>
                  <a:gd name="T13" fmla="*/ 15 h 18"/>
                  <a:gd name="T14" fmla="*/ 62 w 68"/>
                  <a:gd name="T15" fmla="*/ 14 h 18"/>
                  <a:gd name="T16" fmla="*/ 68 w 68"/>
                  <a:gd name="T17" fmla="*/ 9 h 18"/>
                  <a:gd name="T18" fmla="*/ 53 w 68"/>
                  <a:gd name="T19" fmla="*/ 5 h 18"/>
                  <a:gd name="T20" fmla="*/ 36 w 68"/>
                  <a:gd name="T21" fmla="*/ 7 h 18"/>
                  <a:gd name="T22" fmla="*/ 35 w 68"/>
                  <a:gd name="T23" fmla="*/ 5 h 18"/>
                  <a:gd name="T24" fmla="*/ 41 w 68"/>
                  <a:gd name="T25" fmla="*/ 2 h 18"/>
                  <a:gd name="T26" fmla="*/ 45 w 6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8" h="18">
                    <a:moveTo>
                      <a:pt x="45" y="0"/>
                    </a:moveTo>
                    <a:cubicBezTo>
                      <a:pt x="0" y="0"/>
                      <a:pt x="0" y="0"/>
                      <a:pt x="0" y="0"/>
                    </a:cubicBezTo>
                    <a:cubicBezTo>
                      <a:pt x="0" y="2"/>
                      <a:pt x="1" y="4"/>
                      <a:pt x="1" y="6"/>
                    </a:cubicBezTo>
                    <a:cubicBezTo>
                      <a:pt x="1" y="8"/>
                      <a:pt x="1" y="12"/>
                      <a:pt x="0" y="18"/>
                    </a:cubicBezTo>
                    <a:cubicBezTo>
                      <a:pt x="46" y="18"/>
                      <a:pt x="46" y="18"/>
                      <a:pt x="46" y="18"/>
                    </a:cubicBezTo>
                    <a:cubicBezTo>
                      <a:pt x="46" y="18"/>
                      <a:pt x="46" y="18"/>
                      <a:pt x="46" y="18"/>
                    </a:cubicBezTo>
                    <a:cubicBezTo>
                      <a:pt x="46" y="18"/>
                      <a:pt x="49" y="17"/>
                      <a:pt x="51" y="15"/>
                    </a:cubicBezTo>
                    <a:cubicBezTo>
                      <a:pt x="54" y="14"/>
                      <a:pt x="58" y="14"/>
                      <a:pt x="62" y="14"/>
                    </a:cubicBezTo>
                    <a:cubicBezTo>
                      <a:pt x="67" y="14"/>
                      <a:pt x="68" y="10"/>
                      <a:pt x="68" y="9"/>
                    </a:cubicBezTo>
                    <a:cubicBezTo>
                      <a:pt x="67" y="7"/>
                      <a:pt x="61" y="6"/>
                      <a:pt x="53" y="5"/>
                    </a:cubicBezTo>
                    <a:cubicBezTo>
                      <a:pt x="44" y="5"/>
                      <a:pt x="36" y="7"/>
                      <a:pt x="36" y="7"/>
                    </a:cubicBezTo>
                    <a:cubicBezTo>
                      <a:pt x="36" y="7"/>
                      <a:pt x="33" y="6"/>
                      <a:pt x="35" y="5"/>
                    </a:cubicBezTo>
                    <a:cubicBezTo>
                      <a:pt x="36" y="4"/>
                      <a:pt x="38" y="2"/>
                      <a:pt x="41" y="2"/>
                    </a:cubicBezTo>
                    <a:cubicBezTo>
                      <a:pt x="43" y="2"/>
                      <a:pt x="44" y="1"/>
                      <a:pt x="45" y="0"/>
                    </a:cubicBezTo>
                    <a:close/>
                  </a:path>
                </a:pathLst>
              </a:custGeom>
              <a:solidFill>
                <a:srgbClr val="D2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7" name="Freeform 215"/>
              <p:cNvSpPr>
                <a:spLocks/>
              </p:cNvSpPr>
              <p:nvPr/>
            </p:nvSpPr>
            <p:spPr bwMode="auto">
              <a:xfrm>
                <a:off x="134" y="1146"/>
                <a:ext cx="130" cy="35"/>
              </a:xfrm>
              <a:custGeom>
                <a:avLst/>
                <a:gdLst>
                  <a:gd name="T0" fmla="*/ 44 w 68"/>
                  <a:gd name="T1" fmla="*/ 0 h 18"/>
                  <a:gd name="T2" fmla="*/ 0 w 68"/>
                  <a:gd name="T3" fmla="*/ 0 h 18"/>
                  <a:gd name="T4" fmla="*/ 1 w 68"/>
                  <a:gd name="T5" fmla="*/ 5 h 18"/>
                  <a:gd name="T6" fmla="*/ 0 w 68"/>
                  <a:gd name="T7" fmla="*/ 18 h 18"/>
                  <a:gd name="T8" fmla="*/ 46 w 68"/>
                  <a:gd name="T9" fmla="*/ 18 h 18"/>
                  <a:gd name="T10" fmla="*/ 46 w 68"/>
                  <a:gd name="T11" fmla="*/ 17 h 18"/>
                  <a:gd name="T12" fmla="*/ 51 w 68"/>
                  <a:gd name="T13" fmla="*/ 14 h 18"/>
                  <a:gd name="T14" fmla="*/ 62 w 68"/>
                  <a:gd name="T15" fmla="*/ 13 h 18"/>
                  <a:gd name="T16" fmla="*/ 68 w 68"/>
                  <a:gd name="T17" fmla="*/ 8 h 18"/>
                  <a:gd name="T18" fmla="*/ 53 w 68"/>
                  <a:gd name="T19" fmla="*/ 4 h 18"/>
                  <a:gd name="T20" fmla="*/ 36 w 68"/>
                  <a:gd name="T21" fmla="*/ 6 h 18"/>
                  <a:gd name="T22" fmla="*/ 35 w 68"/>
                  <a:gd name="T23" fmla="*/ 4 h 18"/>
                  <a:gd name="T24" fmla="*/ 41 w 68"/>
                  <a:gd name="T25" fmla="*/ 1 h 18"/>
                  <a:gd name="T26" fmla="*/ 44 w 6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8" h="18">
                    <a:moveTo>
                      <a:pt x="44" y="0"/>
                    </a:moveTo>
                    <a:cubicBezTo>
                      <a:pt x="0" y="0"/>
                      <a:pt x="0" y="0"/>
                      <a:pt x="0" y="0"/>
                    </a:cubicBezTo>
                    <a:cubicBezTo>
                      <a:pt x="0" y="2"/>
                      <a:pt x="1" y="4"/>
                      <a:pt x="1" y="5"/>
                    </a:cubicBezTo>
                    <a:cubicBezTo>
                      <a:pt x="1" y="7"/>
                      <a:pt x="1" y="12"/>
                      <a:pt x="0" y="18"/>
                    </a:cubicBezTo>
                    <a:cubicBezTo>
                      <a:pt x="46" y="18"/>
                      <a:pt x="46" y="18"/>
                      <a:pt x="46" y="18"/>
                    </a:cubicBezTo>
                    <a:cubicBezTo>
                      <a:pt x="46" y="18"/>
                      <a:pt x="46" y="17"/>
                      <a:pt x="46" y="17"/>
                    </a:cubicBezTo>
                    <a:cubicBezTo>
                      <a:pt x="46" y="17"/>
                      <a:pt x="49" y="16"/>
                      <a:pt x="51" y="14"/>
                    </a:cubicBezTo>
                    <a:cubicBezTo>
                      <a:pt x="54" y="13"/>
                      <a:pt x="58" y="13"/>
                      <a:pt x="62" y="13"/>
                    </a:cubicBezTo>
                    <a:cubicBezTo>
                      <a:pt x="67" y="13"/>
                      <a:pt x="68" y="9"/>
                      <a:pt x="68" y="8"/>
                    </a:cubicBezTo>
                    <a:cubicBezTo>
                      <a:pt x="67" y="6"/>
                      <a:pt x="61" y="5"/>
                      <a:pt x="53" y="4"/>
                    </a:cubicBezTo>
                    <a:cubicBezTo>
                      <a:pt x="44" y="4"/>
                      <a:pt x="36" y="6"/>
                      <a:pt x="36" y="6"/>
                    </a:cubicBezTo>
                    <a:cubicBezTo>
                      <a:pt x="36" y="6"/>
                      <a:pt x="33" y="5"/>
                      <a:pt x="35" y="4"/>
                    </a:cubicBezTo>
                    <a:cubicBezTo>
                      <a:pt x="36" y="3"/>
                      <a:pt x="38" y="1"/>
                      <a:pt x="41" y="1"/>
                    </a:cubicBezTo>
                    <a:cubicBezTo>
                      <a:pt x="42" y="1"/>
                      <a:pt x="43" y="1"/>
                      <a:pt x="44" y="0"/>
                    </a:cubicBezTo>
                    <a:close/>
                  </a:path>
                </a:pathLst>
              </a:custGeom>
              <a:solidFill>
                <a:srgbClr val="D3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8" name="Freeform 216"/>
              <p:cNvSpPr>
                <a:spLocks/>
              </p:cNvSpPr>
              <p:nvPr/>
            </p:nvSpPr>
            <p:spPr bwMode="auto">
              <a:xfrm>
                <a:off x="134" y="1148"/>
                <a:ext cx="130" cy="36"/>
              </a:xfrm>
              <a:custGeom>
                <a:avLst/>
                <a:gdLst>
                  <a:gd name="T0" fmla="*/ 38 w 68"/>
                  <a:gd name="T1" fmla="*/ 0 h 19"/>
                  <a:gd name="T2" fmla="*/ 0 w 68"/>
                  <a:gd name="T3" fmla="*/ 0 h 19"/>
                  <a:gd name="T4" fmla="*/ 1 w 68"/>
                  <a:gd name="T5" fmla="*/ 4 h 19"/>
                  <a:gd name="T6" fmla="*/ 0 w 68"/>
                  <a:gd name="T7" fmla="*/ 19 h 19"/>
                  <a:gd name="T8" fmla="*/ 46 w 68"/>
                  <a:gd name="T9" fmla="*/ 19 h 19"/>
                  <a:gd name="T10" fmla="*/ 46 w 68"/>
                  <a:gd name="T11" fmla="*/ 16 h 19"/>
                  <a:gd name="T12" fmla="*/ 51 w 68"/>
                  <a:gd name="T13" fmla="*/ 13 h 19"/>
                  <a:gd name="T14" fmla="*/ 62 w 68"/>
                  <a:gd name="T15" fmla="*/ 12 h 19"/>
                  <a:gd name="T16" fmla="*/ 68 w 68"/>
                  <a:gd name="T17" fmla="*/ 7 h 19"/>
                  <a:gd name="T18" fmla="*/ 53 w 68"/>
                  <a:gd name="T19" fmla="*/ 3 h 19"/>
                  <a:gd name="T20" fmla="*/ 36 w 68"/>
                  <a:gd name="T21" fmla="*/ 5 h 19"/>
                  <a:gd name="T22" fmla="*/ 35 w 68"/>
                  <a:gd name="T23" fmla="*/ 3 h 19"/>
                  <a:gd name="T24" fmla="*/ 38 w 68"/>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19">
                    <a:moveTo>
                      <a:pt x="38" y="0"/>
                    </a:moveTo>
                    <a:cubicBezTo>
                      <a:pt x="0" y="0"/>
                      <a:pt x="0" y="0"/>
                      <a:pt x="0" y="0"/>
                    </a:cubicBezTo>
                    <a:cubicBezTo>
                      <a:pt x="1" y="2"/>
                      <a:pt x="1" y="3"/>
                      <a:pt x="1" y="4"/>
                    </a:cubicBezTo>
                    <a:cubicBezTo>
                      <a:pt x="1" y="6"/>
                      <a:pt x="0" y="11"/>
                      <a:pt x="0" y="19"/>
                    </a:cubicBezTo>
                    <a:cubicBezTo>
                      <a:pt x="46" y="19"/>
                      <a:pt x="46" y="19"/>
                      <a:pt x="46" y="19"/>
                    </a:cubicBezTo>
                    <a:cubicBezTo>
                      <a:pt x="46" y="17"/>
                      <a:pt x="46" y="16"/>
                      <a:pt x="46" y="16"/>
                    </a:cubicBezTo>
                    <a:cubicBezTo>
                      <a:pt x="46" y="16"/>
                      <a:pt x="49" y="15"/>
                      <a:pt x="51" y="13"/>
                    </a:cubicBezTo>
                    <a:cubicBezTo>
                      <a:pt x="54" y="12"/>
                      <a:pt x="58" y="12"/>
                      <a:pt x="62" y="12"/>
                    </a:cubicBezTo>
                    <a:cubicBezTo>
                      <a:pt x="67" y="12"/>
                      <a:pt x="68" y="8"/>
                      <a:pt x="68" y="7"/>
                    </a:cubicBezTo>
                    <a:cubicBezTo>
                      <a:pt x="67" y="5"/>
                      <a:pt x="61" y="4"/>
                      <a:pt x="53" y="3"/>
                    </a:cubicBezTo>
                    <a:cubicBezTo>
                      <a:pt x="44" y="3"/>
                      <a:pt x="36" y="5"/>
                      <a:pt x="36" y="5"/>
                    </a:cubicBezTo>
                    <a:cubicBezTo>
                      <a:pt x="36" y="5"/>
                      <a:pt x="33" y="4"/>
                      <a:pt x="35" y="3"/>
                    </a:cubicBezTo>
                    <a:cubicBezTo>
                      <a:pt x="36" y="2"/>
                      <a:pt x="36" y="1"/>
                      <a:pt x="38" y="0"/>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89" name="Freeform 217"/>
              <p:cNvSpPr>
                <a:spLocks/>
              </p:cNvSpPr>
              <p:nvPr/>
            </p:nvSpPr>
            <p:spPr bwMode="auto">
              <a:xfrm>
                <a:off x="134" y="1152"/>
                <a:ext cx="130" cy="34"/>
              </a:xfrm>
              <a:custGeom>
                <a:avLst/>
                <a:gdLst>
                  <a:gd name="T0" fmla="*/ 36 w 68"/>
                  <a:gd name="T1" fmla="*/ 0 h 18"/>
                  <a:gd name="T2" fmla="*/ 1 w 68"/>
                  <a:gd name="T3" fmla="*/ 0 h 18"/>
                  <a:gd name="T4" fmla="*/ 1 w 68"/>
                  <a:gd name="T5" fmla="*/ 2 h 18"/>
                  <a:gd name="T6" fmla="*/ 0 w 68"/>
                  <a:gd name="T7" fmla="*/ 18 h 18"/>
                  <a:gd name="T8" fmla="*/ 46 w 68"/>
                  <a:gd name="T9" fmla="*/ 18 h 18"/>
                  <a:gd name="T10" fmla="*/ 46 w 68"/>
                  <a:gd name="T11" fmla="*/ 14 h 18"/>
                  <a:gd name="T12" fmla="*/ 51 w 68"/>
                  <a:gd name="T13" fmla="*/ 11 h 18"/>
                  <a:gd name="T14" fmla="*/ 62 w 68"/>
                  <a:gd name="T15" fmla="*/ 10 h 18"/>
                  <a:gd name="T16" fmla="*/ 68 w 68"/>
                  <a:gd name="T17" fmla="*/ 5 h 18"/>
                  <a:gd name="T18" fmla="*/ 53 w 68"/>
                  <a:gd name="T19" fmla="*/ 1 h 18"/>
                  <a:gd name="T20" fmla="*/ 36 w 68"/>
                  <a:gd name="T21" fmla="*/ 3 h 18"/>
                  <a:gd name="T22" fmla="*/ 35 w 68"/>
                  <a:gd name="T23" fmla="*/ 1 h 18"/>
                  <a:gd name="T24" fmla="*/ 36 w 68"/>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18">
                    <a:moveTo>
                      <a:pt x="36" y="0"/>
                    </a:moveTo>
                    <a:cubicBezTo>
                      <a:pt x="1" y="0"/>
                      <a:pt x="1" y="0"/>
                      <a:pt x="1" y="0"/>
                    </a:cubicBezTo>
                    <a:cubicBezTo>
                      <a:pt x="1" y="1"/>
                      <a:pt x="1" y="1"/>
                      <a:pt x="1" y="2"/>
                    </a:cubicBezTo>
                    <a:cubicBezTo>
                      <a:pt x="1" y="4"/>
                      <a:pt x="0" y="10"/>
                      <a:pt x="0" y="18"/>
                    </a:cubicBezTo>
                    <a:cubicBezTo>
                      <a:pt x="46" y="18"/>
                      <a:pt x="46" y="18"/>
                      <a:pt x="46" y="18"/>
                    </a:cubicBezTo>
                    <a:cubicBezTo>
                      <a:pt x="46" y="16"/>
                      <a:pt x="46" y="14"/>
                      <a:pt x="46" y="14"/>
                    </a:cubicBezTo>
                    <a:cubicBezTo>
                      <a:pt x="46" y="14"/>
                      <a:pt x="49" y="13"/>
                      <a:pt x="51" y="11"/>
                    </a:cubicBezTo>
                    <a:cubicBezTo>
                      <a:pt x="54" y="10"/>
                      <a:pt x="58" y="10"/>
                      <a:pt x="62" y="10"/>
                    </a:cubicBezTo>
                    <a:cubicBezTo>
                      <a:pt x="67" y="10"/>
                      <a:pt x="68" y="6"/>
                      <a:pt x="68" y="5"/>
                    </a:cubicBezTo>
                    <a:cubicBezTo>
                      <a:pt x="67" y="3"/>
                      <a:pt x="61" y="2"/>
                      <a:pt x="53" y="1"/>
                    </a:cubicBezTo>
                    <a:cubicBezTo>
                      <a:pt x="44" y="1"/>
                      <a:pt x="36" y="3"/>
                      <a:pt x="36" y="3"/>
                    </a:cubicBezTo>
                    <a:cubicBezTo>
                      <a:pt x="36" y="3"/>
                      <a:pt x="33" y="2"/>
                      <a:pt x="35" y="1"/>
                    </a:cubicBezTo>
                    <a:cubicBezTo>
                      <a:pt x="35" y="0"/>
                      <a:pt x="35" y="0"/>
                      <a:pt x="36" y="0"/>
                    </a:cubicBezTo>
                    <a:close/>
                  </a:path>
                </a:pathLst>
              </a:custGeom>
              <a:solidFill>
                <a:srgbClr val="D4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0" name="Freeform 218"/>
              <p:cNvSpPr>
                <a:spLocks/>
              </p:cNvSpPr>
              <p:nvPr/>
            </p:nvSpPr>
            <p:spPr bwMode="auto">
              <a:xfrm>
                <a:off x="134" y="1154"/>
                <a:ext cx="130" cy="34"/>
              </a:xfrm>
              <a:custGeom>
                <a:avLst/>
                <a:gdLst>
                  <a:gd name="T0" fmla="*/ 34 w 68"/>
                  <a:gd name="T1" fmla="*/ 0 h 18"/>
                  <a:gd name="T2" fmla="*/ 1 w 68"/>
                  <a:gd name="T3" fmla="*/ 0 h 18"/>
                  <a:gd name="T4" fmla="*/ 1 w 68"/>
                  <a:gd name="T5" fmla="*/ 1 h 18"/>
                  <a:gd name="T6" fmla="*/ 0 w 68"/>
                  <a:gd name="T7" fmla="*/ 18 h 18"/>
                  <a:gd name="T8" fmla="*/ 46 w 68"/>
                  <a:gd name="T9" fmla="*/ 18 h 18"/>
                  <a:gd name="T10" fmla="*/ 46 w 68"/>
                  <a:gd name="T11" fmla="*/ 13 h 18"/>
                  <a:gd name="T12" fmla="*/ 51 w 68"/>
                  <a:gd name="T13" fmla="*/ 10 h 18"/>
                  <a:gd name="T14" fmla="*/ 62 w 68"/>
                  <a:gd name="T15" fmla="*/ 9 h 18"/>
                  <a:gd name="T16" fmla="*/ 68 w 68"/>
                  <a:gd name="T17" fmla="*/ 4 h 18"/>
                  <a:gd name="T18" fmla="*/ 53 w 68"/>
                  <a:gd name="T19" fmla="*/ 0 h 18"/>
                  <a:gd name="T20" fmla="*/ 36 w 68"/>
                  <a:gd name="T21" fmla="*/ 2 h 18"/>
                  <a:gd name="T22" fmla="*/ 34 w 68"/>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8">
                    <a:moveTo>
                      <a:pt x="34" y="0"/>
                    </a:moveTo>
                    <a:cubicBezTo>
                      <a:pt x="1" y="0"/>
                      <a:pt x="1" y="0"/>
                      <a:pt x="1" y="0"/>
                    </a:cubicBezTo>
                    <a:cubicBezTo>
                      <a:pt x="1" y="1"/>
                      <a:pt x="1" y="1"/>
                      <a:pt x="1" y="1"/>
                    </a:cubicBezTo>
                    <a:cubicBezTo>
                      <a:pt x="1" y="3"/>
                      <a:pt x="0" y="10"/>
                      <a:pt x="0" y="18"/>
                    </a:cubicBezTo>
                    <a:cubicBezTo>
                      <a:pt x="46" y="18"/>
                      <a:pt x="46" y="18"/>
                      <a:pt x="46" y="18"/>
                    </a:cubicBezTo>
                    <a:cubicBezTo>
                      <a:pt x="46" y="15"/>
                      <a:pt x="46" y="13"/>
                      <a:pt x="46" y="13"/>
                    </a:cubicBezTo>
                    <a:cubicBezTo>
                      <a:pt x="46" y="13"/>
                      <a:pt x="49" y="12"/>
                      <a:pt x="51" y="10"/>
                    </a:cubicBezTo>
                    <a:cubicBezTo>
                      <a:pt x="54" y="9"/>
                      <a:pt x="58" y="9"/>
                      <a:pt x="62" y="9"/>
                    </a:cubicBezTo>
                    <a:cubicBezTo>
                      <a:pt x="67" y="9"/>
                      <a:pt x="68" y="5"/>
                      <a:pt x="68" y="4"/>
                    </a:cubicBezTo>
                    <a:cubicBezTo>
                      <a:pt x="67" y="2"/>
                      <a:pt x="61" y="1"/>
                      <a:pt x="53" y="0"/>
                    </a:cubicBezTo>
                    <a:cubicBezTo>
                      <a:pt x="44" y="0"/>
                      <a:pt x="36" y="2"/>
                      <a:pt x="36" y="2"/>
                    </a:cubicBezTo>
                    <a:cubicBezTo>
                      <a:pt x="36" y="2"/>
                      <a:pt x="34" y="1"/>
                      <a:pt x="34" y="0"/>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1" name="Freeform 219"/>
              <p:cNvSpPr>
                <a:spLocks/>
              </p:cNvSpPr>
              <p:nvPr/>
            </p:nvSpPr>
            <p:spPr bwMode="auto">
              <a:xfrm>
                <a:off x="134" y="1156"/>
                <a:ext cx="130" cy="36"/>
              </a:xfrm>
              <a:custGeom>
                <a:avLst/>
                <a:gdLst>
                  <a:gd name="T0" fmla="*/ 60 w 68"/>
                  <a:gd name="T1" fmla="*/ 0 h 19"/>
                  <a:gd name="T2" fmla="*/ 39 w 68"/>
                  <a:gd name="T3" fmla="*/ 0 h 19"/>
                  <a:gd name="T4" fmla="*/ 36 w 68"/>
                  <a:gd name="T5" fmla="*/ 1 h 19"/>
                  <a:gd name="T6" fmla="*/ 35 w 68"/>
                  <a:gd name="T7" fmla="*/ 0 h 19"/>
                  <a:gd name="T8" fmla="*/ 1 w 68"/>
                  <a:gd name="T9" fmla="*/ 0 h 19"/>
                  <a:gd name="T10" fmla="*/ 1 w 68"/>
                  <a:gd name="T11" fmla="*/ 0 h 19"/>
                  <a:gd name="T12" fmla="*/ 0 w 68"/>
                  <a:gd name="T13" fmla="*/ 19 h 19"/>
                  <a:gd name="T14" fmla="*/ 45 w 68"/>
                  <a:gd name="T15" fmla="*/ 19 h 19"/>
                  <a:gd name="T16" fmla="*/ 46 w 68"/>
                  <a:gd name="T17" fmla="*/ 12 h 19"/>
                  <a:gd name="T18" fmla="*/ 51 w 68"/>
                  <a:gd name="T19" fmla="*/ 9 h 19"/>
                  <a:gd name="T20" fmla="*/ 62 w 68"/>
                  <a:gd name="T21" fmla="*/ 8 h 19"/>
                  <a:gd name="T22" fmla="*/ 68 w 68"/>
                  <a:gd name="T23" fmla="*/ 3 h 19"/>
                  <a:gd name="T24" fmla="*/ 60 w 68"/>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19">
                    <a:moveTo>
                      <a:pt x="60" y="0"/>
                    </a:moveTo>
                    <a:cubicBezTo>
                      <a:pt x="39" y="0"/>
                      <a:pt x="39" y="0"/>
                      <a:pt x="39" y="0"/>
                    </a:cubicBezTo>
                    <a:cubicBezTo>
                      <a:pt x="37" y="1"/>
                      <a:pt x="36" y="1"/>
                      <a:pt x="36" y="1"/>
                    </a:cubicBezTo>
                    <a:cubicBezTo>
                      <a:pt x="36" y="1"/>
                      <a:pt x="35" y="1"/>
                      <a:pt x="35" y="0"/>
                    </a:cubicBezTo>
                    <a:cubicBezTo>
                      <a:pt x="1" y="0"/>
                      <a:pt x="1" y="0"/>
                      <a:pt x="1" y="0"/>
                    </a:cubicBezTo>
                    <a:cubicBezTo>
                      <a:pt x="1" y="0"/>
                      <a:pt x="1" y="0"/>
                      <a:pt x="1" y="0"/>
                    </a:cubicBezTo>
                    <a:cubicBezTo>
                      <a:pt x="1" y="2"/>
                      <a:pt x="0" y="9"/>
                      <a:pt x="0" y="19"/>
                    </a:cubicBezTo>
                    <a:cubicBezTo>
                      <a:pt x="45" y="19"/>
                      <a:pt x="45" y="19"/>
                      <a:pt x="45" y="19"/>
                    </a:cubicBezTo>
                    <a:cubicBezTo>
                      <a:pt x="46" y="15"/>
                      <a:pt x="46" y="12"/>
                      <a:pt x="46" y="12"/>
                    </a:cubicBezTo>
                    <a:cubicBezTo>
                      <a:pt x="46" y="12"/>
                      <a:pt x="49" y="11"/>
                      <a:pt x="51" y="9"/>
                    </a:cubicBezTo>
                    <a:cubicBezTo>
                      <a:pt x="54" y="8"/>
                      <a:pt x="58" y="8"/>
                      <a:pt x="62" y="8"/>
                    </a:cubicBezTo>
                    <a:cubicBezTo>
                      <a:pt x="67" y="8"/>
                      <a:pt x="68" y="4"/>
                      <a:pt x="68" y="3"/>
                    </a:cubicBezTo>
                    <a:cubicBezTo>
                      <a:pt x="67" y="2"/>
                      <a:pt x="64" y="1"/>
                      <a:pt x="60" y="0"/>
                    </a:cubicBezTo>
                    <a:close/>
                  </a:path>
                </a:pathLst>
              </a:custGeom>
              <a:solidFill>
                <a:srgbClr val="D5D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2" name="Freeform 220"/>
              <p:cNvSpPr>
                <a:spLocks/>
              </p:cNvSpPr>
              <p:nvPr/>
            </p:nvSpPr>
            <p:spPr bwMode="auto">
              <a:xfrm>
                <a:off x="134" y="1160"/>
                <a:ext cx="130" cy="34"/>
              </a:xfrm>
              <a:custGeom>
                <a:avLst/>
                <a:gdLst>
                  <a:gd name="T0" fmla="*/ 65 w 68"/>
                  <a:gd name="T1" fmla="*/ 0 h 18"/>
                  <a:gd name="T2" fmla="*/ 1 w 68"/>
                  <a:gd name="T3" fmla="*/ 0 h 18"/>
                  <a:gd name="T4" fmla="*/ 0 w 68"/>
                  <a:gd name="T5" fmla="*/ 18 h 18"/>
                  <a:gd name="T6" fmla="*/ 45 w 68"/>
                  <a:gd name="T7" fmla="*/ 18 h 18"/>
                  <a:gd name="T8" fmla="*/ 46 w 68"/>
                  <a:gd name="T9" fmla="*/ 10 h 18"/>
                  <a:gd name="T10" fmla="*/ 51 w 68"/>
                  <a:gd name="T11" fmla="*/ 7 h 18"/>
                  <a:gd name="T12" fmla="*/ 62 w 68"/>
                  <a:gd name="T13" fmla="*/ 6 h 18"/>
                  <a:gd name="T14" fmla="*/ 68 w 68"/>
                  <a:gd name="T15" fmla="*/ 1 h 18"/>
                  <a:gd name="T16" fmla="*/ 65 w 6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18">
                    <a:moveTo>
                      <a:pt x="65" y="0"/>
                    </a:moveTo>
                    <a:cubicBezTo>
                      <a:pt x="1" y="0"/>
                      <a:pt x="1" y="0"/>
                      <a:pt x="1" y="0"/>
                    </a:cubicBezTo>
                    <a:cubicBezTo>
                      <a:pt x="1" y="3"/>
                      <a:pt x="0" y="10"/>
                      <a:pt x="0" y="18"/>
                    </a:cubicBezTo>
                    <a:cubicBezTo>
                      <a:pt x="45" y="18"/>
                      <a:pt x="45" y="18"/>
                      <a:pt x="45" y="18"/>
                    </a:cubicBezTo>
                    <a:cubicBezTo>
                      <a:pt x="46" y="13"/>
                      <a:pt x="46" y="10"/>
                      <a:pt x="46" y="10"/>
                    </a:cubicBezTo>
                    <a:cubicBezTo>
                      <a:pt x="46" y="10"/>
                      <a:pt x="49" y="9"/>
                      <a:pt x="51" y="7"/>
                    </a:cubicBezTo>
                    <a:cubicBezTo>
                      <a:pt x="54" y="6"/>
                      <a:pt x="58" y="6"/>
                      <a:pt x="62" y="6"/>
                    </a:cubicBezTo>
                    <a:cubicBezTo>
                      <a:pt x="67" y="6"/>
                      <a:pt x="68" y="2"/>
                      <a:pt x="68" y="1"/>
                    </a:cubicBezTo>
                    <a:cubicBezTo>
                      <a:pt x="67" y="0"/>
                      <a:pt x="67" y="0"/>
                      <a:pt x="65" y="0"/>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3" name="Freeform 221"/>
              <p:cNvSpPr>
                <a:spLocks/>
              </p:cNvSpPr>
              <p:nvPr/>
            </p:nvSpPr>
            <p:spPr bwMode="auto">
              <a:xfrm>
                <a:off x="134" y="1161"/>
                <a:ext cx="130" cy="35"/>
              </a:xfrm>
              <a:custGeom>
                <a:avLst/>
                <a:gdLst>
                  <a:gd name="T0" fmla="*/ 67 w 68"/>
                  <a:gd name="T1" fmla="*/ 0 h 18"/>
                  <a:gd name="T2" fmla="*/ 1 w 68"/>
                  <a:gd name="T3" fmla="*/ 0 h 18"/>
                  <a:gd name="T4" fmla="*/ 0 w 68"/>
                  <a:gd name="T5" fmla="*/ 18 h 18"/>
                  <a:gd name="T6" fmla="*/ 45 w 68"/>
                  <a:gd name="T7" fmla="*/ 18 h 18"/>
                  <a:gd name="T8" fmla="*/ 46 w 68"/>
                  <a:gd name="T9" fmla="*/ 9 h 18"/>
                  <a:gd name="T10" fmla="*/ 51 w 68"/>
                  <a:gd name="T11" fmla="*/ 6 h 18"/>
                  <a:gd name="T12" fmla="*/ 62 w 68"/>
                  <a:gd name="T13" fmla="*/ 5 h 18"/>
                  <a:gd name="T14" fmla="*/ 68 w 68"/>
                  <a:gd name="T15" fmla="*/ 0 h 18"/>
                  <a:gd name="T16" fmla="*/ 67 w 6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18">
                    <a:moveTo>
                      <a:pt x="67" y="0"/>
                    </a:moveTo>
                    <a:cubicBezTo>
                      <a:pt x="1" y="0"/>
                      <a:pt x="1" y="0"/>
                      <a:pt x="1" y="0"/>
                    </a:cubicBezTo>
                    <a:cubicBezTo>
                      <a:pt x="1" y="3"/>
                      <a:pt x="0" y="10"/>
                      <a:pt x="0" y="18"/>
                    </a:cubicBezTo>
                    <a:cubicBezTo>
                      <a:pt x="45" y="18"/>
                      <a:pt x="45" y="18"/>
                      <a:pt x="45" y="18"/>
                    </a:cubicBezTo>
                    <a:cubicBezTo>
                      <a:pt x="46" y="13"/>
                      <a:pt x="46" y="9"/>
                      <a:pt x="46" y="9"/>
                    </a:cubicBezTo>
                    <a:cubicBezTo>
                      <a:pt x="46" y="9"/>
                      <a:pt x="49" y="8"/>
                      <a:pt x="51" y="6"/>
                    </a:cubicBezTo>
                    <a:cubicBezTo>
                      <a:pt x="54" y="5"/>
                      <a:pt x="58" y="5"/>
                      <a:pt x="62" y="5"/>
                    </a:cubicBezTo>
                    <a:cubicBezTo>
                      <a:pt x="67" y="5"/>
                      <a:pt x="68" y="1"/>
                      <a:pt x="68" y="0"/>
                    </a:cubicBezTo>
                    <a:lnTo>
                      <a:pt x="67" y="0"/>
                    </a:lnTo>
                    <a:close/>
                  </a:path>
                </a:pathLst>
              </a:custGeom>
              <a:solidFill>
                <a:srgbClr val="D7D5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4" name="Freeform 222"/>
              <p:cNvSpPr>
                <a:spLocks/>
              </p:cNvSpPr>
              <p:nvPr/>
            </p:nvSpPr>
            <p:spPr bwMode="auto">
              <a:xfrm>
                <a:off x="134" y="1163"/>
                <a:ext cx="130" cy="35"/>
              </a:xfrm>
              <a:custGeom>
                <a:avLst/>
                <a:gdLst>
                  <a:gd name="T0" fmla="*/ 68 w 68"/>
                  <a:gd name="T1" fmla="*/ 0 h 18"/>
                  <a:gd name="T2" fmla="*/ 1 w 68"/>
                  <a:gd name="T3" fmla="*/ 0 h 18"/>
                  <a:gd name="T4" fmla="*/ 0 w 68"/>
                  <a:gd name="T5" fmla="*/ 18 h 18"/>
                  <a:gd name="T6" fmla="*/ 45 w 68"/>
                  <a:gd name="T7" fmla="*/ 18 h 18"/>
                  <a:gd name="T8" fmla="*/ 46 w 68"/>
                  <a:gd name="T9" fmla="*/ 8 h 18"/>
                  <a:gd name="T10" fmla="*/ 51 w 68"/>
                  <a:gd name="T11" fmla="*/ 5 h 18"/>
                  <a:gd name="T12" fmla="*/ 62 w 68"/>
                  <a:gd name="T13" fmla="*/ 4 h 18"/>
                  <a:gd name="T14" fmla="*/ 68 w 6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18">
                    <a:moveTo>
                      <a:pt x="68" y="0"/>
                    </a:moveTo>
                    <a:cubicBezTo>
                      <a:pt x="1" y="0"/>
                      <a:pt x="1" y="0"/>
                      <a:pt x="1" y="0"/>
                    </a:cubicBezTo>
                    <a:cubicBezTo>
                      <a:pt x="0" y="4"/>
                      <a:pt x="0" y="11"/>
                      <a:pt x="0" y="18"/>
                    </a:cubicBezTo>
                    <a:cubicBezTo>
                      <a:pt x="45" y="18"/>
                      <a:pt x="45" y="18"/>
                      <a:pt x="45" y="18"/>
                    </a:cubicBezTo>
                    <a:cubicBezTo>
                      <a:pt x="46" y="13"/>
                      <a:pt x="46" y="8"/>
                      <a:pt x="46" y="8"/>
                    </a:cubicBezTo>
                    <a:cubicBezTo>
                      <a:pt x="46" y="8"/>
                      <a:pt x="49" y="7"/>
                      <a:pt x="51" y="5"/>
                    </a:cubicBezTo>
                    <a:cubicBezTo>
                      <a:pt x="54" y="4"/>
                      <a:pt x="58" y="4"/>
                      <a:pt x="62" y="4"/>
                    </a:cubicBezTo>
                    <a:cubicBezTo>
                      <a:pt x="66" y="4"/>
                      <a:pt x="67" y="2"/>
                      <a:pt x="68" y="0"/>
                    </a:cubicBezTo>
                    <a:close/>
                  </a:path>
                </a:pathLst>
              </a:custGeom>
              <a:solidFill>
                <a:srgbClr val="D8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5" name="Freeform 223"/>
              <p:cNvSpPr>
                <a:spLocks/>
              </p:cNvSpPr>
              <p:nvPr/>
            </p:nvSpPr>
            <p:spPr bwMode="auto">
              <a:xfrm>
                <a:off x="134" y="1165"/>
                <a:ext cx="128" cy="37"/>
              </a:xfrm>
              <a:custGeom>
                <a:avLst/>
                <a:gdLst>
                  <a:gd name="T0" fmla="*/ 67 w 67"/>
                  <a:gd name="T1" fmla="*/ 0 h 19"/>
                  <a:gd name="T2" fmla="*/ 1 w 67"/>
                  <a:gd name="T3" fmla="*/ 0 h 19"/>
                  <a:gd name="T4" fmla="*/ 0 w 67"/>
                  <a:gd name="T5" fmla="*/ 19 h 19"/>
                  <a:gd name="T6" fmla="*/ 45 w 67"/>
                  <a:gd name="T7" fmla="*/ 19 h 19"/>
                  <a:gd name="T8" fmla="*/ 46 w 67"/>
                  <a:gd name="T9" fmla="*/ 7 h 19"/>
                  <a:gd name="T10" fmla="*/ 51 w 67"/>
                  <a:gd name="T11" fmla="*/ 4 h 19"/>
                  <a:gd name="T12" fmla="*/ 62 w 67"/>
                  <a:gd name="T13" fmla="*/ 3 h 19"/>
                  <a:gd name="T14" fmla="*/ 67 w 67"/>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19">
                    <a:moveTo>
                      <a:pt x="67" y="0"/>
                    </a:moveTo>
                    <a:cubicBezTo>
                      <a:pt x="1" y="0"/>
                      <a:pt x="1" y="0"/>
                      <a:pt x="1" y="0"/>
                    </a:cubicBezTo>
                    <a:cubicBezTo>
                      <a:pt x="0" y="5"/>
                      <a:pt x="0" y="11"/>
                      <a:pt x="0" y="19"/>
                    </a:cubicBezTo>
                    <a:cubicBezTo>
                      <a:pt x="45" y="19"/>
                      <a:pt x="45" y="19"/>
                      <a:pt x="45" y="19"/>
                    </a:cubicBezTo>
                    <a:cubicBezTo>
                      <a:pt x="46" y="12"/>
                      <a:pt x="46" y="7"/>
                      <a:pt x="46" y="7"/>
                    </a:cubicBezTo>
                    <a:cubicBezTo>
                      <a:pt x="46" y="7"/>
                      <a:pt x="49" y="6"/>
                      <a:pt x="51" y="4"/>
                    </a:cubicBezTo>
                    <a:cubicBezTo>
                      <a:pt x="54" y="3"/>
                      <a:pt x="58" y="3"/>
                      <a:pt x="62" y="3"/>
                    </a:cubicBezTo>
                    <a:cubicBezTo>
                      <a:pt x="65" y="3"/>
                      <a:pt x="67" y="2"/>
                      <a:pt x="67" y="0"/>
                    </a:cubicBezTo>
                    <a:close/>
                  </a:path>
                </a:pathLst>
              </a:custGeom>
              <a:solidFill>
                <a:srgbClr val="D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6" name="Freeform 224"/>
              <p:cNvSpPr>
                <a:spLocks/>
              </p:cNvSpPr>
              <p:nvPr/>
            </p:nvSpPr>
            <p:spPr bwMode="auto">
              <a:xfrm>
                <a:off x="134" y="1169"/>
                <a:ext cx="126" cy="35"/>
              </a:xfrm>
              <a:custGeom>
                <a:avLst/>
                <a:gdLst>
                  <a:gd name="T0" fmla="*/ 66 w 66"/>
                  <a:gd name="T1" fmla="*/ 0 h 18"/>
                  <a:gd name="T2" fmla="*/ 1 w 66"/>
                  <a:gd name="T3" fmla="*/ 0 h 18"/>
                  <a:gd name="T4" fmla="*/ 0 w 66"/>
                  <a:gd name="T5" fmla="*/ 18 h 18"/>
                  <a:gd name="T6" fmla="*/ 44 w 66"/>
                  <a:gd name="T7" fmla="*/ 18 h 18"/>
                  <a:gd name="T8" fmla="*/ 46 w 66"/>
                  <a:gd name="T9" fmla="*/ 5 h 18"/>
                  <a:gd name="T10" fmla="*/ 51 w 66"/>
                  <a:gd name="T11" fmla="*/ 2 h 18"/>
                  <a:gd name="T12" fmla="*/ 62 w 66"/>
                  <a:gd name="T13" fmla="*/ 1 h 18"/>
                  <a:gd name="T14" fmla="*/ 66 w 66"/>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18">
                    <a:moveTo>
                      <a:pt x="66" y="0"/>
                    </a:moveTo>
                    <a:cubicBezTo>
                      <a:pt x="1" y="0"/>
                      <a:pt x="1" y="0"/>
                      <a:pt x="1" y="0"/>
                    </a:cubicBezTo>
                    <a:cubicBezTo>
                      <a:pt x="0" y="4"/>
                      <a:pt x="0" y="11"/>
                      <a:pt x="0" y="18"/>
                    </a:cubicBezTo>
                    <a:cubicBezTo>
                      <a:pt x="44" y="18"/>
                      <a:pt x="44" y="18"/>
                      <a:pt x="44" y="18"/>
                    </a:cubicBezTo>
                    <a:cubicBezTo>
                      <a:pt x="46" y="11"/>
                      <a:pt x="46" y="5"/>
                      <a:pt x="46" y="5"/>
                    </a:cubicBezTo>
                    <a:cubicBezTo>
                      <a:pt x="46" y="5"/>
                      <a:pt x="49" y="4"/>
                      <a:pt x="51" y="2"/>
                    </a:cubicBezTo>
                    <a:cubicBezTo>
                      <a:pt x="54" y="1"/>
                      <a:pt x="58" y="1"/>
                      <a:pt x="62" y="1"/>
                    </a:cubicBezTo>
                    <a:cubicBezTo>
                      <a:pt x="64" y="1"/>
                      <a:pt x="65" y="1"/>
                      <a:pt x="66" y="0"/>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7" name="Freeform 225"/>
              <p:cNvSpPr>
                <a:spLocks/>
              </p:cNvSpPr>
              <p:nvPr/>
            </p:nvSpPr>
            <p:spPr bwMode="auto">
              <a:xfrm>
                <a:off x="132" y="1171"/>
                <a:ext cx="124" cy="35"/>
              </a:xfrm>
              <a:custGeom>
                <a:avLst/>
                <a:gdLst>
                  <a:gd name="T0" fmla="*/ 65 w 65"/>
                  <a:gd name="T1" fmla="*/ 0 h 18"/>
                  <a:gd name="T2" fmla="*/ 1 w 65"/>
                  <a:gd name="T3" fmla="*/ 0 h 18"/>
                  <a:gd name="T4" fmla="*/ 0 w 65"/>
                  <a:gd name="T5" fmla="*/ 18 h 18"/>
                  <a:gd name="T6" fmla="*/ 45 w 65"/>
                  <a:gd name="T7" fmla="*/ 18 h 18"/>
                  <a:gd name="T8" fmla="*/ 47 w 65"/>
                  <a:gd name="T9" fmla="*/ 4 h 18"/>
                  <a:gd name="T10" fmla="*/ 52 w 65"/>
                  <a:gd name="T11" fmla="*/ 1 h 18"/>
                  <a:gd name="T12" fmla="*/ 63 w 65"/>
                  <a:gd name="T13" fmla="*/ 0 h 18"/>
                  <a:gd name="T14" fmla="*/ 65 w 65"/>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8">
                    <a:moveTo>
                      <a:pt x="65" y="0"/>
                    </a:moveTo>
                    <a:cubicBezTo>
                      <a:pt x="1" y="0"/>
                      <a:pt x="1" y="0"/>
                      <a:pt x="1" y="0"/>
                    </a:cubicBezTo>
                    <a:cubicBezTo>
                      <a:pt x="1" y="5"/>
                      <a:pt x="1" y="11"/>
                      <a:pt x="0" y="18"/>
                    </a:cubicBezTo>
                    <a:cubicBezTo>
                      <a:pt x="45" y="18"/>
                      <a:pt x="45" y="18"/>
                      <a:pt x="45" y="18"/>
                    </a:cubicBezTo>
                    <a:cubicBezTo>
                      <a:pt x="47" y="11"/>
                      <a:pt x="47" y="4"/>
                      <a:pt x="47" y="4"/>
                    </a:cubicBezTo>
                    <a:cubicBezTo>
                      <a:pt x="47" y="4"/>
                      <a:pt x="50" y="3"/>
                      <a:pt x="52" y="1"/>
                    </a:cubicBezTo>
                    <a:cubicBezTo>
                      <a:pt x="55" y="0"/>
                      <a:pt x="59" y="0"/>
                      <a:pt x="63" y="0"/>
                    </a:cubicBezTo>
                    <a:cubicBezTo>
                      <a:pt x="64" y="0"/>
                      <a:pt x="65" y="0"/>
                      <a:pt x="65" y="0"/>
                    </a:cubicBezTo>
                    <a:close/>
                  </a:path>
                </a:pathLst>
              </a:custGeom>
              <a:solidFill>
                <a:srgbClr val="DB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8" name="Freeform 226"/>
              <p:cNvSpPr>
                <a:spLocks/>
              </p:cNvSpPr>
              <p:nvPr/>
            </p:nvSpPr>
            <p:spPr bwMode="auto">
              <a:xfrm>
                <a:off x="132" y="1173"/>
                <a:ext cx="101" cy="34"/>
              </a:xfrm>
              <a:custGeom>
                <a:avLst/>
                <a:gdLst>
                  <a:gd name="T0" fmla="*/ 53 w 53"/>
                  <a:gd name="T1" fmla="*/ 0 h 18"/>
                  <a:gd name="T2" fmla="*/ 1 w 53"/>
                  <a:gd name="T3" fmla="*/ 0 h 18"/>
                  <a:gd name="T4" fmla="*/ 0 w 53"/>
                  <a:gd name="T5" fmla="*/ 18 h 18"/>
                  <a:gd name="T6" fmla="*/ 45 w 53"/>
                  <a:gd name="T7" fmla="*/ 18 h 18"/>
                  <a:gd name="T8" fmla="*/ 47 w 53"/>
                  <a:gd name="T9" fmla="*/ 3 h 18"/>
                  <a:gd name="T10" fmla="*/ 52 w 53"/>
                  <a:gd name="T11" fmla="*/ 0 h 18"/>
                  <a:gd name="T12" fmla="*/ 53 w 53"/>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53" h="18">
                    <a:moveTo>
                      <a:pt x="53" y="0"/>
                    </a:moveTo>
                    <a:cubicBezTo>
                      <a:pt x="1" y="0"/>
                      <a:pt x="1" y="0"/>
                      <a:pt x="1" y="0"/>
                    </a:cubicBezTo>
                    <a:cubicBezTo>
                      <a:pt x="1" y="5"/>
                      <a:pt x="1" y="12"/>
                      <a:pt x="0" y="18"/>
                    </a:cubicBezTo>
                    <a:cubicBezTo>
                      <a:pt x="45" y="18"/>
                      <a:pt x="45" y="18"/>
                      <a:pt x="45" y="18"/>
                    </a:cubicBezTo>
                    <a:cubicBezTo>
                      <a:pt x="46" y="11"/>
                      <a:pt x="47" y="3"/>
                      <a:pt x="47" y="3"/>
                    </a:cubicBezTo>
                    <a:cubicBezTo>
                      <a:pt x="47" y="3"/>
                      <a:pt x="50" y="2"/>
                      <a:pt x="52" y="0"/>
                    </a:cubicBezTo>
                    <a:lnTo>
                      <a:pt x="53" y="0"/>
                    </a:lnTo>
                    <a:close/>
                  </a:path>
                </a:pathLst>
              </a:custGeom>
              <a:solidFill>
                <a:srgbClr val="DCD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99" name="Freeform 227"/>
              <p:cNvSpPr>
                <a:spLocks/>
              </p:cNvSpPr>
              <p:nvPr/>
            </p:nvSpPr>
            <p:spPr bwMode="auto">
              <a:xfrm>
                <a:off x="132" y="1175"/>
                <a:ext cx="96" cy="36"/>
              </a:xfrm>
              <a:custGeom>
                <a:avLst/>
                <a:gdLst>
                  <a:gd name="T0" fmla="*/ 50 w 50"/>
                  <a:gd name="T1" fmla="*/ 0 h 19"/>
                  <a:gd name="T2" fmla="*/ 1 w 50"/>
                  <a:gd name="T3" fmla="*/ 0 h 19"/>
                  <a:gd name="T4" fmla="*/ 0 w 50"/>
                  <a:gd name="T5" fmla="*/ 19 h 19"/>
                  <a:gd name="T6" fmla="*/ 45 w 50"/>
                  <a:gd name="T7" fmla="*/ 19 h 19"/>
                  <a:gd name="T8" fmla="*/ 47 w 50"/>
                  <a:gd name="T9" fmla="*/ 2 h 19"/>
                  <a:gd name="T10" fmla="*/ 50 w 50"/>
                  <a:gd name="T11" fmla="*/ 0 h 19"/>
                </a:gdLst>
                <a:ahLst/>
                <a:cxnLst>
                  <a:cxn ang="0">
                    <a:pos x="T0" y="T1"/>
                  </a:cxn>
                  <a:cxn ang="0">
                    <a:pos x="T2" y="T3"/>
                  </a:cxn>
                  <a:cxn ang="0">
                    <a:pos x="T4" y="T5"/>
                  </a:cxn>
                  <a:cxn ang="0">
                    <a:pos x="T6" y="T7"/>
                  </a:cxn>
                  <a:cxn ang="0">
                    <a:pos x="T8" y="T9"/>
                  </a:cxn>
                  <a:cxn ang="0">
                    <a:pos x="T10" y="T11"/>
                  </a:cxn>
                </a:cxnLst>
                <a:rect l="0" t="0" r="r" b="b"/>
                <a:pathLst>
                  <a:path w="50" h="19">
                    <a:moveTo>
                      <a:pt x="50" y="0"/>
                    </a:moveTo>
                    <a:cubicBezTo>
                      <a:pt x="1" y="0"/>
                      <a:pt x="1" y="0"/>
                      <a:pt x="1" y="0"/>
                    </a:cubicBezTo>
                    <a:cubicBezTo>
                      <a:pt x="1" y="6"/>
                      <a:pt x="1" y="12"/>
                      <a:pt x="0" y="19"/>
                    </a:cubicBezTo>
                    <a:cubicBezTo>
                      <a:pt x="45" y="19"/>
                      <a:pt x="45" y="19"/>
                      <a:pt x="45" y="19"/>
                    </a:cubicBezTo>
                    <a:cubicBezTo>
                      <a:pt x="46" y="11"/>
                      <a:pt x="47" y="2"/>
                      <a:pt x="47" y="2"/>
                    </a:cubicBezTo>
                    <a:cubicBezTo>
                      <a:pt x="47" y="2"/>
                      <a:pt x="48" y="1"/>
                      <a:pt x="50"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0" name="Freeform 228"/>
              <p:cNvSpPr>
                <a:spLocks/>
              </p:cNvSpPr>
              <p:nvPr/>
            </p:nvSpPr>
            <p:spPr bwMode="auto">
              <a:xfrm>
                <a:off x="132" y="1179"/>
                <a:ext cx="92" cy="34"/>
              </a:xfrm>
              <a:custGeom>
                <a:avLst/>
                <a:gdLst>
                  <a:gd name="T0" fmla="*/ 48 w 48"/>
                  <a:gd name="T1" fmla="*/ 0 h 18"/>
                  <a:gd name="T2" fmla="*/ 1 w 48"/>
                  <a:gd name="T3" fmla="*/ 0 h 18"/>
                  <a:gd name="T4" fmla="*/ 0 w 48"/>
                  <a:gd name="T5" fmla="*/ 18 h 18"/>
                  <a:gd name="T6" fmla="*/ 44 w 48"/>
                  <a:gd name="T7" fmla="*/ 18 h 18"/>
                  <a:gd name="T8" fmla="*/ 47 w 48"/>
                  <a:gd name="T9" fmla="*/ 0 h 18"/>
                  <a:gd name="T10" fmla="*/ 48 w 48"/>
                  <a:gd name="T11" fmla="*/ 0 h 18"/>
                </a:gdLst>
                <a:ahLst/>
                <a:cxnLst>
                  <a:cxn ang="0">
                    <a:pos x="T0" y="T1"/>
                  </a:cxn>
                  <a:cxn ang="0">
                    <a:pos x="T2" y="T3"/>
                  </a:cxn>
                  <a:cxn ang="0">
                    <a:pos x="T4" y="T5"/>
                  </a:cxn>
                  <a:cxn ang="0">
                    <a:pos x="T6" y="T7"/>
                  </a:cxn>
                  <a:cxn ang="0">
                    <a:pos x="T8" y="T9"/>
                  </a:cxn>
                  <a:cxn ang="0">
                    <a:pos x="T10" y="T11"/>
                  </a:cxn>
                </a:cxnLst>
                <a:rect l="0" t="0" r="r" b="b"/>
                <a:pathLst>
                  <a:path w="48" h="18">
                    <a:moveTo>
                      <a:pt x="48" y="0"/>
                    </a:moveTo>
                    <a:cubicBezTo>
                      <a:pt x="1" y="0"/>
                      <a:pt x="1" y="0"/>
                      <a:pt x="1" y="0"/>
                    </a:cubicBezTo>
                    <a:cubicBezTo>
                      <a:pt x="1" y="5"/>
                      <a:pt x="1" y="11"/>
                      <a:pt x="0" y="18"/>
                    </a:cubicBezTo>
                    <a:cubicBezTo>
                      <a:pt x="44" y="18"/>
                      <a:pt x="44" y="18"/>
                      <a:pt x="44" y="18"/>
                    </a:cubicBezTo>
                    <a:cubicBezTo>
                      <a:pt x="46" y="10"/>
                      <a:pt x="47" y="0"/>
                      <a:pt x="47" y="0"/>
                    </a:cubicBezTo>
                    <a:lnTo>
                      <a:pt x="48" y="0"/>
                    </a:ln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1" name="Freeform 229"/>
              <p:cNvSpPr>
                <a:spLocks/>
              </p:cNvSpPr>
              <p:nvPr/>
            </p:nvSpPr>
            <p:spPr bwMode="auto">
              <a:xfrm>
                <a:off x="132" y="1181"/>
                <a:ext cx="90" cy="34"/>
              </a:xfrm>
              <a:custGeom>
                <a:avLst/>
                <a:gdLst>
                  <a:gd name="T0" fmla="*/ 47 w 47"/>
                  <a:gd name="T1" fmla="*/ 0 h 18"/>
                  <a:gd name="T2" fmla="*/ 1 w 47"/>
                  <a:gd name="T3" fmla="*/ 0 h 18"/>
                  <a:gd name="T4" fmla="*/ 0 w 47"/>
                  <a:gd name="T5" fmla="*/ 18 h 18"/>
                  <a:gd name="T6" fmla="*/ 44 w 47"/>
                  <a:gd name="T7" fmla="*/ 18 h 18"/>
                  <a:gd name="T8" fmla="*/ 47 w 47"/>
                  <a:gd name="T9" fmla="*/ 0 h 18"/>
                </a:gdLst>
                <a:ahLst/>
                <a:cxnLst>
                  <a:cxn ang="0">
                    <a:pos x="T0" y="T1"/>
                  </a:cxn>
                  <a:cxn ang="0">
                    <a:pos x="T2" y="T3"/>
                  </a:cxn>
                  <a:cxn ang="0">
                    <a:pos x="T4" y="T5"/>
                  </a:cxn>
                  <a:cxn ang="0">
                    <a:pos x="T6" y="T7"/>
                  </a:cxn>
                  <a:cxn ang="0">
                    <a:pos x="T8" y="T9"/>
                  </a:cxn>
                </a:cxnLst>
                <a:rect l="0" t="0" r="r" b="b"/>
                <a:pathLst>
                  <a:path w="47" h="18">
                    <a:moveTo>
                      <a:pt x="47" y="0"/>
                    </a:moveTo>
                    <a:cubicBezTo>
                      <a:pt x="1" y="0"/>
                      <a:pt x="1" y="0"/>
                      <a:pt x="1" y="0"/>
                    </a:cubicBezTo>
                    <a:cubicBezTo>
                      <a:pt x="1" y="5"/>
                      <a:pt x="1" y="12"/>
                      <a:pt x="0" y="18"/>
                    </a:cubicBezTo>
                    <a:cubicBezTo>
                      <a:pt x="44" y="18"/>
                      <a:pt x="44" y="18"/>
                      <a:pt x="44" y="18"/>
                    </a:cubicBezTo>
                    <a:cubicBezTo>
                      <a:pt x="46" y="11"/>
                      <a:pt x="47" y="3"/>
                      <a:pt x="47"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2" name="Freeform 230"/>
              <p:cNvSpPr>
                <a:spLocks/>
              </p:cNvSpPr>
              <p:nvPr/>
            </p:nvSpPr>
            <p:spPr bwMode="auto">
              <a:xfrm>
                <a:off x="132" y="1183"/>
                <a:ext cx="90" cy="36"/>
              </a:xfrm>
              <a:custGeom>
                <a:avLst/>
                <a:gdLst>
                  <a:gd name="T0" fmla="*/ 47 w 47"/>
                  <a:gd name="T1" fmla="*/ 0 h 19"/>
                  <a:gd name="T2" fmla="*/ 1 w 47"/>
                  <a:gd name="T3" fmla="*/ 0 h 19"/>
                  <a:gd name="T4" fmla="*/ 0 w 47"/>
                  <a:gd name="T5" fmla="*/ 19 h 19"/>
                  <a:gd name="T6" fmla="*/ 44 w 47"/>
                  <a:gd name="T7" fmla="*/ 19 h 19"/>
                  <a:gd name="T8" fmla="*/ 47 w 47"/>
                  <a:gd name="T9" fmla="*/ 0 h 19"/>
                </a:gdLst>
                <a:ahLst/>
                <a:cxnLst>
                  <a:cxn ang="0">
                    <a:pos x="T0" y="T1"/>
                  </a:cxn>
                  <a:cxn ang="0">
                    <a:pos x="T2" y="T3"/>
                  </a:cxn>
                  <a:cxn ang="0">
                    <a:pos x="T4" y="T5"/>
                  </a:cxn>
                  <a:cxn ang="0">
                    <a:pos x="T6" y="T7"/>
                  </a:cxn>
                  <a:cxn ang="0">
                    <a:pos x="T8" y="T9"/>
                  </a:cxn>
                </a:cxnLst>
                <a:rect l="0" t="0" r="r" b="b"/>
                <a:pathLst>
                  <a:path w="47" h="19">
                    <a:moveTo>
                      <a:pt x="47" y="0"/>
                    </a:moveTo>
                    <a:cubicBezTo>
                      <a:pt x="1" y="0"/>
                      <a:pt x="1" y="0"/>
                      <a:pt x="1" y="0"/>
                    </a:cubicBezTo>
                    <a:cubicBezTo>
                      <a:pt x="1" y="6"/>
                      <a:pt x="0" y="12"/>
                      <a:pt x="0" y="19"/>
                    </a:cubicBezTo>
                    <a:cubicBezTo>
                      <a:pt x="44" y="19"/>
                      <a:pt x="44" y="19"/>
                      <a:pt x="44" y="19"/>
                    </a:cubicBezTo>
                    <a:cubicBezTo>
                      <a:pt x="45" y="12"/>
                      <a:pt x="46" y="4"/>
                      <a:pt x="47" y="0"/>
                    </a:cubicBezTo>
                    <a:close/>
                  </a:path>
                </a:pathLst>
              </a:custGeom>
              <a:solidFill>
                <a:srgbClr val="DFDE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3" name="Freeform 231"/>
              <p:cNvSpPr>
                <a:spLocks/>
              </p:cNvSpPr>
              <p:nvPr/>
            </p:nvSpPr>
            <p:spPr bwMode="auto">
              <a:xfrm>
                <a:off x="132" y="1186"/>
                <a:ext cx="90" cy="35"/>
              </a:xfrm>
              <a:custGeom>
                <a:avLst/>
                <a:gdLst>
                  <a:gd name="T0" fmla="*/ 47 w 47"/>
                  <a:gd name="T1" fmla="*/ 0 h 18"/>
                  <a:gd name="T2" fmla="*/ 1 w 47"/>
                  <a:gd name="T3" fmla="*/ 0 h 18"/>
                  <a:gd name="T4" fmla="*/ 0 w 47"/>
                  <a:gd name="T5" fmla="*/ 18 h 18"/>
                  <a:gd name="T6" fmla="*/ 43 w 47"/>
                  <a:gd name="T7" fmla="*/ 18 h 18"/>
                  <a:gd name="T8" fmla="*/ 47 w 47"/>
                  <a:gd name="T9" fmla="*/ 0 h 18"/>
                </a:gdLst>
                <a:ahLst/>
                <a:cxnLst>
                  <a:cxn ang="0">
                    <a:pos x="T0" y="T1"/>
                  </a:cxn>
                  <a:cxn ang="0">
                    <a:pos x="T2" y="T3"/>
                  </a:cxn>
                  <a:cxn ang="0">
                    <a:pos x="T4" y="T5"/>
                  </a:cxn>
                  <a:cxn ang="0">
                    <a:pos x="T6" y="T7"/>
                  </a:cxn>
                  <a:cxn ang="0">
                    <a:pos x="T8" y="T9"/>
                  </a:cxn>
                </a:cxnLst>
                <a:rect l="0" t="0" r="r" b="b"/>
                <a:pathLst>
                  <a:path w="47" h="18">
                    <a:moveTo>
                      <a:pt x="47" y="0"/>
                    </a:moveTo>
                    <a:cubicBezTo>
                      <a:pt x="1" y="0"/>
                      <a:pt x="1" y="0"/>
                      <a:pt x="1" y="0"/>
                    </a:cubicBezTo>
                    <a:cubicBezTo>
                      <a:pt x="1" y="5"/>
                      <a:pt x="0" y="12"/>
                      <a:pt x="0" y="18"/>
                    </a:cubicBezTo>
                    <a:cubicBezTo>
                      <a:pt x="43" y="18"/>
                      <a:pt x="43" y="18"/>
                      <a:pt x="43" y="18"/>
                    </a:cubicBezTo>
                    <a:cubicBezTo>
                      <a:pt x="45" y="12"/>
                      <a:pt x="46" y="4"/>
                      <a:pt x="47"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4" name="Freeform 232"/>
              <p:cNvSpPr>
                <a:spLocks/>
              </p:cNvSpPr>
              <p:nvPr/>
            </p:nvSpPr>
            <p:spPr bwMode="auto">
              <a:xfrm>
                <a:off x="132" y="1188"/>
                <a:ext cx="90" cy="35"/>
              </a:xfrm>
              <a:custGeom>
                <a:avLst/>
                <a:gdLst>
                  <a:gd name="T0" fmla="*/ 47 w 47"/>
                  <a:gd name="T1" fmla="*/ 0 h 18"/>
                  <a:gd name="T2" fmla="*/ 1 w 47"/>
                  <a:gd name="T3" fmla="*/ 0 h 18"/>
                  <a:gd name="T4" fmla="*/ 0 w 47"/>
                  <a:gd name="T5" fmla="*/ 18 h 18"/>
                  <a:gd name="T6" fmla="*/ 43 w 47"/>
                  <a:gd name="T7" fmla="*/ 18 h 18"/>
                  <a:gd name="T8" fmla="*/ 43 w 47"/>
                  <a:gd name="T9" fmla="*/ 17 h 18"/>
                  <a:gd name="T10" fmla="*/ 47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7" y="0"/>
                    </a:moveTo>
                    <a:cubicBezTo>
                      <a:pt x="1" y="0"/>
                      <a:pt x="1" y="0"/>
                      <a:pt x="1" y="0"/>
                    </a:cubicBezTo>
                    <a:cubicBezTo>
                      <a:pt x="1" y="5"/>
                      <a:pt x="0" y="12"/>
                      <a:pt x="0" y="18"/>
                    </a:cubicBezTo>
                    <a:cubicBezTo>
                      <a:pt x="43" y="18"/>
                      <a:pt x="43" y="18"/>
                      <a:pt x="43" y="18"/>
                    </a:cubicBezTo>
                    <a:cubicBezTo>
                      <a:pt x="43" y="17"/>
                      <a:pt x="43" y="17"/>
                      <a:pt x="43" y="17"/>
                    </a:cubicBezTo>
                    <a:cubicBezTo>
                      <a:pt x="45" y="12"/>
                      <a:pt x="46" y="5"/>
                      <a:pt x="47"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5" name="Freeform 233"/>
              <p:cNvSpPr>
                <a:spLocks/>
              </p:cNvSpPr>
              <p:nvPr/>
            </p:nvSpPr>
            <p:spPr bwMode="auto">
              <a:xfrm>
                <a:off x="132" y="1190"/>
                <a:ext cx="88" cy="35"/>
              </a:xfrm>
              <a:custGeom>
                <a:avLst/>
                <a:gdLst>
                  <a:gd name="T0" fmla="*/ 46 w 46"/>
                  <a:gd name="T1" fmla="*/ 0 h 18"/>
                  <a:gd name="T2" fmla="*/ 1 w 46"/>
                  <a:gd name="T3" fmla="*/ 0 h 18"/>
                  <a:gd name="T4" fmla="*/ 0 w 46"/>
                  <a:gd name="T5" fmla="*/ 18 h 18"/>
                  <a:gd name="T6" fmla="*/ 42 w 46"/>
                  <a:gd name="T7" fmla="*/ 18 h 18"/>
                  <a:gd name="T8" fmla="*/ 43 w 46"/>
                  <a:gd name="T9" fmla="*/ 16 h 18"/>
                  <a:gd name="T10" fmla="*/ 46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6" y="0"/>
                    </a:moveTo>
                    <a:cubicBezTo>
                      <a:pt x="1" y="0"/>
                      <a:pt x="1" y="0"/>
                      <a:pt x="1" y="0"/>
                    </a:cubicBezTo>
                    <a:cubicBezTo>
                      <a:pt x="1" y="6"/>
                      <a:pt x="0" y="12"/>
                      <a:pt x="0" y="18"/>
                    </a:cubicBezTo>
                    <a:cubicBezTo>
                      <a:pt x="42" y="18"/>
                      <a:pt x="42" y="18"/>
                      <a:pt x="42" y="18"/>
                    </a:cubicBezTo>
                    <a:cubicBezTo>
                      <a:pt x="43" y="16"/>
                      <a:pt x="43" y="16"/>
                      <a:pt x="43" y="16"/>
                    </a:cubicBezTo>
                    <a:cubicBezTo>
                      <a:pt x="45" y="12"/>
                      <a:pt x="46" y="5"/>
                      <a:pt x="46"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6" name="Freeform 234"/>
              <p:cNvSpPr>
                <a:spLocks/>
              </p:cNvSpPr>
              <p:nvPr/>
            </p:nvSpPr>
            <p:spPr bwMode="auto">
              <a:xfrm>
                <a:off x="132" y="1192"/>
                <a:ext cx="88" cy="36"/>
              </a:xfrm>
              <a:custGeom>
                <a:avLst/>
                <a:gdLst>
                  <a:gd name="T0" fmla="*/ 46 w 46"/>
                  <a:gd name="T1" fmla="*/ 0 h 19"/>
                  <a:gd name="T2" fmla="*/ 1 w 46"/>
                  <a:gd name="T3" fmla="*/ 0 h 19"/>
                  <a:gd name="T4" fmla="*/ 0 w 46"/>
                  <a:gd name="T5" fmla="*/ 19 h 19"/>
                  <a:gd name="T6" fmla="*/ 42 w 46"/>
                  <a:gd name="T7" fmla="*/ 19 h 19"/>
                  <a:gd name="T8" fmla="*/ 43 w 46"/>
                  <a:gd name="T9" fmla="*/ 15 h 19"/>
                  <a:gd name="T10" fmla="*/ 46 w 46"/>
                  <a:gd name="T11" fmla="*/ 0 h 19"/>
                </a:gdLst>
                <a:ahLst/>
                <a:cxnLst>
                  <a:cxn ang="0">
                    <a:pos x="T0" y="T1"/>
                  </a:cxn>
                  <a:cxn ang="0">
                    <a:pos x="T2" y="T3"/>
                  </a:cxn>
                  <a:cxn ang="0">
                    <a:pos x="T4" y="T5"/>
                  </a:cxn>
                  <a:cxn ang="0">
                    <a:pos x="T6" y="T7"/>
                  </a:cxn>
                  <a:cxn ang="0">
                    <a:pos x="T8" y="T9"/>
                  </a:cxn>
                  <a:cxn ang="0">
                    <a:pos x="T10" y="T11"/>
                  </a:cxn>
                </a:cxnLst>
                <a:rect l="0" t="0" r="r" b="b"/>
                <a:pathLst>
                  <a:path w="46" h="19">
                    <a:moveTo>
                      <a:pt x="46" y="0"/>
                    </a:moveTo>
                    <a:cubicBezTo>
                      <a:pt x="1" y="0"/>
                      <a:pt x="1" y="0"/>
                      <a:pt x="1" y="0"/>
                    </a:cubicBezTo>
                    <a:cubicBezTo>
                      <a:pt x="1" y="6"/>
                      <a:pt x="0" y="13"/>
                      <a:pt x="0" y="19"/>
                    </a:cubicBezTo>
                    <a:cubicBezTo>
                      <a:pt x="42" y="19"/>
                      <a:pt x="42" y="19"/>
                      <a:pt x="42" y="19"/>
                    </a:cubicBezTo>
                    <a:cubicBezTo>
                      <a:pt x="42" y="18"/>
                      <a:pt x="43" y="17"/>
                      <a:pt x="43" y="15"/>
                    </a:cubicBezTo>
                    <a:cubicBezTo>
                      <a:pt x="45" y="11"/>
                      <a:pt x="46" y="5"/>
                      <a:pt x="46" y="0"/>
                    </a:cubicBezTo>
                    <a:close/>
                  </a:path>
                </a:pathLst>
              </a:custGeom>
              <a:solidFill>
                <a:srgbClr val="E3E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7" name="Freeform 235"/>
              <p:cNvSpPr>
                <a:spLocks/>
              </p:cNvSpPr>
              <p:nvPr/>
            </p:nvSpPr>
            <p:spPr bwMode="auto">
              <a:xfrm>
                <a:off x="132" y="1196"/>
                <a:ext cx="88" cy="34"/>
              </a:xfrm>
              <a:custGeom>
                <a:avLst/>
                <a:gdLst>
                  <a:gd name="T0" fmla="*/ 46 w 46"/>
                  <a:gd name="T1" fmla="*/ 0 h 18"/>
                  <a:gd name="T2" fmla="*/ 1 w 46"/>
                  <a:gd name="T3" fmla="*/ 0 h 18"/>
                  <a:gd name="T4" fmla="*/ 0 w 46"/>
                  <a:gd name="T5" fmla="*/ 18 h 18"/>
                  <a:gd name="T6" fmla="*/ 42 w 46"/>
                  <a:gd name="T7" fmla="*/ 18 h 18"/>
                  <a:gd name="T8" fmla="*/ 43 w 46"/>
                  <a:gd name="T9" fmla="*/ 13 h 18"/>
                  <a:gd name="T10" fmla="*/ 46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6" y="0"/>
                    </a:moveTo>
                    <a:cubicBezTo>
                      <a:pt x="1" y="0"/>
                      <a:pt x="1" y="0"/>
                      <a:pt x="1" y="0"/>
                    </a:cubicBezTo>
                    <a:cubicBezTo>
                      <a:pt x="0" y="6"/>
                      <a:pt x="0" y="12"/>
                      <a:pt x="0" y="18"/>
                    </a:cubicBezTo>
                    <a:cubicBezTo>
                      <a:pt x="42" y="18"/>
                      <a:pt x="42" y="18"/>
                      <a:pt x="42" y="18"/>
                    </a:cubicBezTo>
                    <a:cubicBezTo>
                      <a:pt x="42" y="17"/>
                      <a:pt x="43" y="15"/>
                      <a:pt x="43" y="13"/>
                    </a:cubicBezTo>
                    <a:cubicBezTo>
                      <a:pt x="44" y="9"/>
                      <a:pt x="45" y="4"/>
                      <a:pt x="46" y="0"/>
                    </a:cubicBezTo>
                    <a:close/>
                  </a:path>
                </a:pathLst>
              </a:custGeom>
              <a:solidFill>
                <a:srgbClr val="E4E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8" name="Freeform 236"/>
              <p:cNvSpPr>
                <a:spLocks/>
              </p:cNvSpPr>
              <p:nvPr/>
            </p:nvSpPr>
            <p:spPr bwMode="auto">
              <a:xfrm>
                <a:off x="132" y="1198"/>
                <a:ext cx="88" cy="34"/>
              </a:xfrm>
              <a:custGeom>
                <a:avLst/>
                <a:gdLst>
                  <a:gd name="T0" fmla="*/ 46 w 46"/>
                  <a:gd name="T1" fmla="*/ 0 h 18"/>
                  <a:gd name="T2" fmla="*/ 1 w 46"/>
                  <a:gd name="T3" fmla="*/ 0 h 18"/>
                  <a:gd name="T4" fmla="*/ 0 w 46"/>
                  <a:gd name="T5" fmla="*/ 18 h 18"/>
                  <a:gd name="T6" fmla="*/ 41 w 46"/>
                  <a:gd name="T7" fmla="*/ 18 h 18"/>
                  <a:gd name="T8" fmla="*/ 43 w 46"/>
                  <a:gd name="T9" fmla="*/ 12 h 18"/>
                  <a:gd name="T10" fmla="*/ 46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6" y="0"/>
                    </a:moveTo>
                    <a:cubicBezTo>
                      <a:pt x="1" y="0"/>
                      <a:pt x="1" y="0"/>
                      <a:pt x="1" y="0"/>
                    </a:cubicBezTo>
                    <a:cubicBezTo>
                      <a:pt x="0" y="6"/>
                      <a:pt x="0" y="12"/>
                      <a:pt x="0" y="18"/>
                    </a:cubicBezTo>
                    <a:cubicBezTo>
                      <a:pt x="41" y="18"/>
                      <a:pt x="41" y="18"/>
                      <a:pt x="41" y="18"/>
                    </a:cubicBezTo>
                    <a:cubicBezTo>
                      <a:pt x="42" y="16"/>
                      <a:pt x="42" y="15"/>
                      <a:pt x="43" y="12"/>
                    </a:cubicBezTo>
                    <a:cubicBezTo>
                      <a:pt x="44" y="9"/>
                      <a:pt x="45" y="4"/>
                      <a:pt x="46" y="0"/>
                    </a:cubicBezTo>
                    <a:close/>
                  </a:path>
                </a:pathLst>
              </a:custGeom>
              <a:solidFill>
                <a:srgbClr val="E4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09" name="Freeform 237"/>
              <p:cNvSpPr>
                <a:spLocks/>
              </p:cNvSpPr>
              <p:nvPr/>
            </p:nvSpPr>
            <p:spPr bwMode="auto">
              <a:xfrm>
                <a:off x="132" y="1200"/>
                <a:ext cx="88" cy="36"/>
              </a:xfrm>
              <a:custGeom>
                <a:avLst/>
                <a:gdLst>
                  <a:gd name="T0" fmla="*/ 46 w 46"/>
                  <a:gd name="T1" fmla="*/ 0 h 19"/>
                  <a:gd name="T2" fmla="*/ 1 w 46"/>
                  <a:gd name="T3" fmla="*/ 0 h 19"/>
                  <a:gd name="T4" fmla="*/ 0 w 46"/>
                  <a:gd name="T5" fmla="*/ 19 h 19"/>
                  <a:gd name="T6" fmla="*/ 41 w 46"/>
                  <a:gd name="T7" fmla="*/ 19 h 19"/>
                  <a:gd name="T8" fmla="*/ 43 w 46"/>
                  <a:gd name="T9" fmla="*/ 11 h 19"/>
                  <a:gd name="T10" fmla="*/ 46 w 46"/>
                  <a:gd name="T11" fmla="*/ 0 h 19"/>
                </a:gdLst>
                <a:ahLst/>
                <a:cxnLst>
                  <a:cxn ang="0">
                    <a:pos x="T0" y="T1"/>
                  </a:cxn>
                  <a:cxn ang="0">
                    <a:pos x="T2" y="T3"/>
                  </a:cxn>
                  <a:cxn ang="0">
                    <a:pos x="T4" y="T5"/>
                  </a:cxn>
                  <a:cxn ang="0">
                    <a:pos x="T6" y="T7"/>
                  </a:cxn>
                  <a:cxn ang="0">
                    <a:pos x="T8" y="T9"/>
                  </a:cxn>
                  <a:cxn ang="0">
                    <a:pos x="T10" y="T11"/>
                  </a:cxn>
                </a:cxnLst>
                <a:rect l="0" t="0" r="r" b="b"/>
                <a:pathLst>
                  <a:path w="46" h="19">
                    <a:moveTo>
                      <a:pt x="46" y="0"/>
                    </a:moveTo>
                    <a:cubicBezTo>
                      <a:pt x="1" y="0"/>
                      <a:pt x="1" y="0"/>
                      <a:pt x="1" y="0"/>
                    </a:cubicBezTo>
                    <a:cubicBezTo>
                      <a:pt x="0" y="6"/>
                      <a:pt x="0" y="13"/>
                      <a:pt x="0" y="19"/>
                    </a:cubicBezTo>
                    <a:cubicBezTo>
                      <a:pt x="41" y="19"/>
                      <a:pt x="41" y="19"/>
                      <a:pt x="41" y="19"/>
                    </a:cubicBezTo>
                    <a:cubicBezTo>
                      <a:pt x="41" y="16"/>
                      <a:pt x="42" y="14"/>
                      <a:pt x="43" y="11"/>
                    </a:cubicBezTo>
                    <a:cubicBezTo>
                      <a:pt x="44" y="8"/>
                      <a:pt x="45" y="4"/>
                      <a:pt x="46"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0" name="Freeform 238"/>
              <p:cNvSpPr>
                <a:spLocks/>
              </p:cNvSpPr>
              <p:nvPr/>
            </p:nvSpPr>
            <p:spPr bwMode="auto">
              <a:xfrm>
                <a:off x="132" y="1204"/>
                <a:ext cx="86" cy="34"/>
              </a:xfrm>
              <a:custGeom>
                <a:avLst/>
                <a:gdLst>
                  <a:gd name="T0" fmla="*/ 45 w 45"/>
                  <a:gd name="T1" fmla="*/ 0 h 18"/>
                  <a:gd name="T2" fmla="*/ 1 w 45"/>
                  <a:gd name="T3" fmla="*/ 0 h 18"/>
                  <a:gd name="T4" fmla="*/ 0 w 45"/>
                  <a:gd name="T5" fmla="*/ 18 h 18"/>
                  <a:gd name="T6" fmla="*/ 40 w 45"/>
                  <a:gd name="T7" fmla="*/ 18 h 18"/>
                  <a:gd name="T8" fmla="*/ 43 w 45"/>
                  <a:gd name="T9" fmla="*/ 9 h 18"/>
                  <a:gd name="T10" fmla="*/ 45 w 45"/>
                  <a:gd name="T11" fmla="*/ 0 h 18"/>
                </a:gdLst>
                <a:ahLst/>
                <a:cxnLst>
                  <a:cxn ang="0">
                    <a:pos x="T0" y="T1"/>
                  </a:cxn>
                  <a:cxn ang="0">
                    <a:pos x="T2" y="T3"/>
                  </a:cxn>
                  <a:cxn ang="0">
                    <a:pos x="T4" y="T5"/>
                  </a:cxn>
                  <a:cxn ang="0">
                    <a:pos x="T6" y="T7"/>
                  </a:cxn>
                  <a:cxn ang="0">
                    <a:pos x="T8" y="T9"/>
                  </a:cxn>
                  <a:cxn ang="0">
                    <a:pos x="T10" y="T11"/>
                  </a:cxn>
                </a:cxnLst>
                <a:rect l="0" t="0" r="r" b="b"/>
                <a:pathLst>
                  <a:path w="45" h="18">
                    <a:moveTo>
                      <a:pt x="45" y="0"/>
                    </a:moveTo>
                    <a:cubicBezTo>
                      <a:pt x="1" y="0"/>
                      <a:pt x="1" y="0"/>
                      <a:pt x="1" y="0"/>
                    </a:cubicBezTo>
                    <a:cubicBezTo>
                      <a:pt x="0" y="6"/>
                      <a:pt x="0" y="12"/>
                      <a:pt x="0" y="18"/>
                    </a:cubicBezTo>
                    <a:cubicBezTo>
                      <a:pt x="40" y="18"/>
                      <a:pt x="40" y="18"/>
                      <a:pt x="40" y="18"/>
                    </a:cubicBezTo>
                    <a:cubicBezTo>
                      <a:pt x="41" y="15"/>
                      <a:pt x="42" y="13"/>
                      <a:pt x="43" y="9"/>
                    </a:cubicBezTo>
                    <a:cubicBezTo>
                      <a:pt x="44" y="7"/>
                      <a:pt x="45" y="3"/>
                      <a:pt x="45"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1" name="Freeform 239"/>
              <p:cNvSpPr>
                <a:spLocks/>
              </p:cNvSpPr>
              <p:nvPr/>
            </p:nvSpPr>
            <p:spPr bwMode="auto">
              <a:xfrm>
                <a:off x="130" y="1206"/>
                <a:ext cx="88" cy="34"/>
              </a:xfrm>
              <a:custGeom>
                <a:avLst/>
                <a:gdLst>
                  <a:gd name="T0" fmla="*/ 46 w 46"/>
                  <a:gd name="T1" fmla="*/ 0 h 18"/>
                  <a:gd name="T2" fmla="*/ 1 w 46"/>
                  <a:gd name="T3" fmla="*/ 0 h 18"/>
                  <a:gd name="T4" fmla="*/ 0 w 46"/>
                  <a:gd name="T5" fmla="*/ 18 h 18"/>
                  <a:gd name="T6" fmla="*/ 41 w 46"/>
                  <a:gd name="T7" fmla="*/ 18 h 18"/>
                  <a:gd name="T8" fmla="*/ 44 w 46"/>
                  <a:gd name="T9" fmla="*/ 8 h 18"/>
                  <a:gd name="T10" fmla="*/ 46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6" y="0"/>
                    </a:moveTo>
                    <a:cubicBezTo>
                      <a:pt x="1" y="0"/>
                      <a:pt x="1" y="0"/>
                      <a:pt x="1" y="0"/>
                    </a:cubicBezTo>
                    <a:cubicBezTo>
                      <a:pt x="1" y="6"/>
                      <a:pt x="1" y="12"/>
                      <a:pt x="0" y="18"/>
                    </a:cubicBezTo>
                    <a:cubicBezTo>
                      <a:pt x="41" y="18"/>
                      <a:pt x="41" y="18"/>
                      <a:pt x="41" y="18"/>
                    </a:cubicBezTo>
                    <a:cubicBezTo>
                      <a:pt x="42" y="15"/>
                      <a:pt x="43" y="12"/>
                      <a:pt x="44" y="8"/>
                    </a:cubicBezTo>
                    <a:cubicBezTo>
                      <a:pt x="45" y="6"/>
                      <a:pt x="46" y="3"/>
                      <a:pt x="46"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2" name="Freeform 240"/>
              <p:cNvSpPr>
                <a:spLocks/>
              </p:cNvSpPr>
              <p:nvPr/>
            </p:nvSpPr>
            <p:spPr bwMode="auto">
              <a:xfrm>
                <a:off x="130" y="1207"/>
                <a:ext cx="88" cy="35"/>
              </a:xfrm>
              <a:custGeom>
                <a:avLst/>
                <a:gdLst>
                  <a:gd name="T0" fmla="*/ 46 w 46"/>
                  <a:gd name="T1" fmla="*/ 0 h 18"/>
                  <a:gd name="T2" fmla="*/ 1 w 46"/>
                  <a:gd name="T3" fmla="*/ 0 h 18"/>
                  <a:gd name="T4" fmla="*/ 0 w 46"/>
                  <a:gd name="T5" fmla="*/ 18 h 18"/>
                  <a:gd name="T6" fmla="*/ 41 w 46"/>
                  <a:gd name="T7" fmla="*/ 18 h 18"/>
                  <a:gd name="T8" fmla="*/ 44 w 46"/>
                  <a:gd name="T9" fmla="*/ 7 h 18"/>
                  <a:gd name="T10" fmla="*/ 46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6" y="0"/>
                    </a:moveTo>
                    <a:cubicBezTo>
                      <a:pt x="1" y="0"/>
                      <a:pt x="1" y="0"/>
                      <a:pt x="1" y="0"/>
                    </a:cubicBezTo>
                    <a:cubicBezTo>
                      <a:pt x="1" y="6"/>
                      <a:pt x="1" y="13"/>
                      <a:pt x="0" y="18"/>
                    </a:cubicBezTo>
                    <a:cubicBezTo>
                      <a:pt x="41" y="18"/>
                      <a:pt x="41" y="18"/>
                      <a:pt x="41" y="18"/>
                    </a:cubicBezTo>
                    <a:cubicBezTo>
                      <a:pt x="41" y="16"/>
                      <a:pt x="43" y="12"/>
                      <a:pt x="44" y="7"/>
                    </a:cubicBezTo>
                    <a:cubicBezTo>
                      <a:pt x="45" y="5"/>
                      <a:pt x="45" y="3"/>
                      <a:pt x="46"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3" name="Freeform 241"/>
              <p:cNvSpPr>
                <a:spLocks/>
              </p:cNvSpPr>
              <p:nvPr/>
            </p:nvSpPr>
            <p:spPr bwMode="auto">
              <a:xfrm>
                <a:off x="130" y="1209"/>
                <a:ext cx="88" cy="37"/>
              </a:xfrm>
              <a:custGeom>
                <a:avLst/>
                <a:gdLst>
                  <a:gd name="T0" fmla="*/ 46 w 46"/>
                  <a:gd name="T1" fmla="*/ 0 h 19"/>
                  <a:gd name="T2" fmla="*/ 1 w 46"/>
                  <a:gd name="T3" fmla="*/ 0 h 19"/>
                  <a:gd name="T4" fmla="*/ 0 w 46"/>
                  <a:gd name="T5" fmla="*/ 19 h 19"/>
                  <a:gd name="T6" fmla="*/ 40 w 46"/>
                  <a:gd name="T7" fmla="*/ 19 h 19"/>
                  <a:gd name="T8" fmla="*/ 44 w 46"/>
                  <a:gd name="T9" fmla="*/ 6 h 19"/>
                  <a:gd name="T10" fmla="*/ 46 w 46"/>
                  <a:gd name="T11" fmla="*/ 0 h 19"/>
                </a:gdLst>
                <a:ahLst/>
                <a:cxnLst>
                  <a:cxn ang="0">
                    <a:pos x="T0" y="T1"/>
                  </a:cxn>
                  <a:cxn ang="0">
                    <a:pos x="T2" y="T3"/>
                  </a:cxn>
                  <a:cxn ang="0">
                    <a:pos x="T4" y="T5"/>
                  </a:cxn>
                  <a:cxn ang="0">
                    <a:pos x="T6" y="T7"/>
                  </a:cxn>
                  <a:cxn ang="0">
                    <a:pos x="T8" y="T9"/>
                  </a:cxn>
                  <a:cxn ang="0">
                    <a:pos x="T10" y="T11"/>
                  </a:cxn>
                </a:cxnLst>
                <a:rect l="0" t="0" r="r" b="b"/>
                <a:pathLst>
                  <a:path w="46" h="19">
                    <a:moveTo>
                      <a:pt x="46" y="0"/>
                    </a:moveTo>
                    <a:cubicBezTo>
                      <a:pt x="1" y="0"/>
                      <a:pt x="1" y="0"/>
                      <a:pt x="1" y="0"/>
                    </a:cubicBezTo>
                    <a:cubicBezTo>
                      <a:pt x="1" y="7"/>
                      <a:pt x="1" y="13"/>
                      <a:pt x="0" y="19"/>
                    </a:cubicBezTo>
                    <a:cubicBezTo>
                      <a:pt x="40" y="19"/>
                      <a:pt x="40" y="19"/>
                      <a:pt x="40" y="19"/>
                    </a:cubicBezTo>
                    <a:cubicBezTo>
                      <a:pt x="41" y="16"/>
                      <a:pt x="42" y="12"/>
                      <a:pt x="44" y="6"/>
                    </a:cubicBezTo>
                    <a:cubicBezTo>
                      <a:pt x="45" y="5"/>
                      <a:pt x="45" y="2"/>
                      <a:pt x="46" y="0"/>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4" name="Freeform 242"/>
              <p:cNvSpPr>
                <a:spLocks/>
              </p:cNvSpPr>
              <p:nvPr/>
            </p:nvSpPr>
            <p:spPr bwMode="auto">
              <a:xfrm>
                <a:off x="130" y="1213"/>
                <a:ext cx="86" cy="35"/>
              </a:xfrm>
              <a:custGeom>
                <a:avLst/>
                <a:gdLst>
                  <a:gd name="T0" fmla="*/ 45 w 45"/>
                  <a:gd name="T1" fmla="*/ 0 h 18"/>
                  <a:gd name="T2" fmla="*/ 1 w 45"/>
                  <a:gd name="T3" fmla="*/ 0 h 18"/>
                  <a:gd name="T4" fmla="*/ 0 w 45"/>
                  <a:gd name="T5" fmla="*/ 18 h 18"/>
                  <a:gd name="T6" fmla="*/ 40 w 45"/>
                  <a:gd name="T7" fmla="*/ 18 h 18"/>
                  <a:gd name="T8" fmla="*/ 44 w 45"/>
                  <a:gd name="T9" fmla="*/ 4 h 18"/>
                  <a:gd name="T10" fmla="*/ 45 w 45"/>
                  <a:gd name="T11" fmla="*/ 0 h 18"/>
                </a:gdLst>
                <a:ahLst/>
                <a:cxnLst>
                  <a:cxn ang="0">
                    <a:pos x="T0" y="T1"/>
                  </a:cxn>
                  <a:cxn ang="0">
                    <a:pos x="T2" y="T3"/>
                  </a:cxn>
                  <a:cxn ang="0">
                    <a:pos x="T4" y="T5"/>
                  </a:cxn>
                  <a:cxn ang="0">
                    <a:pos x="T6" y="T7"/>
                  </a:cxn>
                  <a:cxn ang="0">
                    <a:pos x="T8" y="T9"/>
                  </a:cxn>
                  <a:cxn ang="0">
                    <a:pos x="T10" y="T11"/>
                  </a:cxn>
                </a:cxnLst>
                <a:rect l="0" t="0" r="r" b="b"/>
                <a:pathLst>
                  <a:path w="45" h="18">
                    <a:moveTo>
                      <a:pt x="45" y="0"/>
                    </a:moveTo>
                    <a:cubicBezTo>
                      <a:pt x="1" y="0"/>
                      <a:pt x="1" y="0"/>
                      <a:pt x="1" y="0"/>
                    </a:cubicBezTo>
                    <a:cubicBezTo>
                      <a:pt x="1" y="6"/>
                      <a:pt x="1" y="12"/>
                      <a:pt x="0" y="18"/>
                    </a:cubicBezTo>
                    <a:cubicBezTo>
                      <a:pt x="40" y="18"/>
                      <a:pt x="40" y="18"/>
                      <a:pt x="40" y="18"/>
                    </a:cubicBezTo>
                    <a:cubicBezTo>
                      <a:pt x="40" y="15"/>
                      <a:pt x="42" y="10"/>
                      <a:pt x="44" y="4"/>
                    </a:cubicBezTo>
                    <a:cubicBezTo>
                      <a:pt x="45" y="3"/>
                      <a:pt x="45" y="1"/>
                      <a:pt x="45" y="0"/>
                    </a:cubicBezTo>
                    <a:close/>
                  </a:path>
                </a:pathLst>
              </a:custGeom>
              <a:solidFill>
                <a:srgbClr val="EA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5" name="Freeform 243"/>
              <p:cNvSpPr>
                <a:spLocks/>
              </p:cNvSpPr>
              <p:nvPr/>
            </p:nvSpPr>
            <p:spPr bwMode="auto">
              <a:xfrm>
                <a:off x="130" y="1215"/>
                <a:ext cx="86" cy="35"/>
              </a:xfrm>
              <a:custGeom>
                <a:avLst/>
                <a:gdLst>
                  <a:gd name="T0" fmla="*/ 45 w 45"/>
                  <a:gd name="T1" fmla="*/ 0 h 18"/>
                  <a:gd name="T2" fmla="*/ 1 w 45"/>
                  <a:gd name="T3" fmla="*/ 0 h 18"/>
                  <a:gd name="T4" fmla="*/ 0 w 45"/>
                  <a:gd name="T5" fmla="*/ 18 h 18"/>
                  <a:gd name="T6" fmla="*/ 40 w 45"/>
                  <a:gd name="T7" fmla="*/ 18 h 18"/>
                  <a:gd name="T8" fmla="*/ 44 w 45"/>
                  <a:gd name="T9" fmla="*/ 3 h 18"/>
                  <a:gd name="T10" fmla="*/ 45 w 45"/>
                  <a:gd name="T11" fmla="*/ 0 h 18"/>
                </a:gdLst>
                <a:ahLst/>
                <a:cxnLst>
                  <a:cxn ang="0">
                    <a:pos x="T0" y="T1"/>
                  </a:cxn>
                  <a:cxn ang="0">
                    <a:pos x="T2" y="T3"/>
                  </a:cxn>
                  <a:cxn ang="0">
                    <a:pos x="T4" y="T5"/>
                  </a:cxn>
                  <a:cxn ang="0">
                    <a:pos x="T6" y="T7"/>
                  </a:cxn>
                  <a:cxn ang="0">
                    <a:pos x="T8" y="T9"/>
                  </a:cxn>
                  <a:cxn ang="0">
                    <a:pos x="T10" y="T11"/>
                  </a:cxn>
                </a:cxnLst>
                <a:rect l="0" t="0" r="r" b="b"/>
                <a:pathLst>
                  <a:path w="45" h="18">
                    <a:moveTo>
                      <a:pt x="45" y="0"/>
                    </a:moveTo>
                    <a:cubicBezTo>
                      <a:pt x="1" y="0"/>
                      <a:pt x="1" y="0"/>
                      <a:pt x="1" y="0"/>
                    </a:cubicBezTo>
                    <a:cubicBezTo>
                      <a:pt x="1" y="6"/>
                      <a:pt x="0" y="13"/>
                      <a:pt x="0" y="18"/>
                    </a:cubicBezTo>
                    <a:cubicBezTo>
                      <a:pt x="40" y="18"/>
                      <a:pt x="40" y="18"/>
                      <a:pt x="40" y="18"/>
                    </a:cubicBezTo>
                    <a:cubicBezTo>
                      <a:pt x="40" y="15"/>
                      <a:pt x="42" y="10"/>
                      <a:pt x="44" y="3"/>
                    </a:cubicBezTo>
                    <a:cubicBezTo>
                      <a:pt x="44" y="2"/>
                      <a:pt x="45" y="1"/>
                      <a:pt x="45"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6" name="Freeform 244"/>
              <p:cNvSpPr>
                <a:spLocks/>
              </p:cNvSpPr>
              <p:nvPr/>
            </p:nvSpPr>
            <p:spPr bwMode="auto">
              <a:xfrm>
                <a:off x="130" y="1217"/>
                <a:ext cx="86" cy="34"/>
              </a:xfrm>
              <a:custGeom>
                <a:avLst/>
                <a:gdLst>
                  <a:gd name="T0" fmla="*/ 45 w 45"/>
                  <a:gd name="T1" fmla="*/ 0 h 18"/>
                  <a:gd name="T2" fmla="*/ 1 w 45"/>
                  <a:gd name="T3" fmla="*/ 0 h 18"/>
                  <a:gd name="T4" fmla="*/ 0 w 45"/>
                  <a:gd name="T5" fmla="*/ 18 h 18"/>
                  <a:gd name="T6" fmla="*/ 41 w 45"/>
                  <a:gd name="T7" fmla="*/ 18 h 18"/>
                  <a:gd name="T8" fmla="*/ 44 w 45"/>
                  <a:gd name="T9" fmla="*/ 2 h 18"/>
                  <a:gd name="T10" fmla="*/ 45 w 45"/>
                  <a:gd name="T11" fmla="*/ 0 h 18"/>
                </a:gdLst>
                <a:ahLst/>
                <a:cxnLst>
                  <a:cxn ang="0">
                    <a:pos x="T0" y="T1"/>
                  </a:cxn>
                  <a:cxn ang="0">
                    <a:pos x="T2" y="T3"/>
                  </a:cxn>
                  <a:cxn ang="0">
                    <a:pos x="T4" y="T5"/>
                  </a:cxn>
                  <a:cxn ang="0">
                    <a:pos x="T6" y="T7"/>
                  </a:cxn>
                  <a:cxn ang="0">
                    <a:pos x="T8" y="T9"/>
                  </a:cxn>
                  <a:cxn ang="0">
                    <a:pos x="T10" y="T11"/>
                  </a:cxn>
                </a:cxnLst>
                <a:rect l="0" t="0" r="r" b="b"/>
                <a:pathLst>
                  <a:path w="45" h="18">
                    <a:moveTo>
                      <a:pt x="45" y="0"/>
                    </a:moveTo>
                    <a:cubicBezTo>
                      <a:pt x="1" y="0"/>
                      <a:pt x="1" y="0"/>
                      <a:pt x="1" y="0"/>
                    </a:cubicBezTo>
                    <a:cubicBezTo>
                      <a:pt x="1" y="7"/>
                      <a:pt x="0" y="13"/>
                      <a:pt x="0" y="18"/>
                    </a:cubicBezTo>
                    <a:cubicBezTo>
                      <a:pt x="41" y="18"/>
                      <a:pt x="41" y="18"/>
                      <a:pt x="41" y="18"/>
                    </a:cubicBezTo>
                    <a:cubicBezTo>
                      <a:pt x="39" y="16"/>
                      <a:pt x="41" y="10"/>
                      <a:pt x="44" y="2"/>
                    </a:cubicBezTo>
                    <a:cubicBezTo>
                      <a:pt x="44" y="2"/>
                      <a:pt x="45" y="1"/>
                      <a:pt x="45" y="0"/>
                    </a:cubicBez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7" name="Freeform 245"/>
              <p:cNvSpPr>
                <a:spLocks/>
              </p:cNvSpPr>
              <p:nvPr/>
            </p:nvSpPr>
            <p:spPr bwMode="auto">
              <a:xfrm>
                <a:off x="130" y="1219"/>
                <a:ext cx="84" cy="36"/>
              </a:xfrm>
              <a:custGeom>
                <a:avLst/>
                <a:gdLst>
                  <a:gd name="T0" fmla="*/ 44 w 44"/>
                  <a:gd name="T1" fmla="*/ 0 h 19"/>
                  <a:gd name="T2" fmla="*/ 1 w 44"/>
                  <a:gd name="T3" fmla="*/ 0 h 19"/>
                  <a:gd name="T4" fmla="*/ 0 w 44"/>
                  <a:gd name="T5" fmla="*/ 19 h 19"/>
                  <a:gd name="T6" fmla="*/ 42 w 44"/>
                  <a:gd name="T7" fmla="*/ 19 h 19"/>
                  <a:gd name="T8" fmla="*/ 41 w 44"/>
                  <a:gd name="T9" fmla="*/ 18 h 19"/>
                  <a:gd name="T10" fmla="*/ 44 w 44"/>
                  <a:gd name="T11" fmla="*/ 1 h 19"/>
                  <a:gd name="T12" fmla="*/ 44 w 44"/>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4" h="19">
                    <a:moveTo>
                      <a:pt x="44" y="0"/>
                    </a:moveTo>
                    <a:cubicBezTo>
                      <a:pt x="1" y="0"/>
                      <a:pt x="1" y="0"/>
                      <a:pt x="1" y="0"/>
                    </a:cubicBezTo>
                    <a:cubicBezTo>
                      <a:pt x="1" y="7"/>
                      <a:pt x="0" y="14"/>
                      <a:pt x="0" y="19"/>
                    </a:cubicBezTo>
                    <a:cubicBezTo>
                      <a:pt x="42" y="19"/>
                      <a:pt x="42" y="19"/>
                      <a:pt x="42" y="19"/>
                    </a:cubicBezTo>
                    <a:cubicBezTo>
                      <a:pt x="41" y="18"/>
                      <a:pt x="41" y="18"/>
                      <a:pt x="41" y="18"/>
                    </a:cubicBezTo>
                    <a:cubicBezTo>
                      <a:pt x="39" y="15"/>
                      <a:pt x="41" y="10"/>
                      <a:pt x="44" y="1"/>
                    </a:cubicBezTo>
                    <a:cubicBezTo>
                      <a:pt x="44" y="1"/>
                      <a:pt x="44" y="1"/>
                      <a:pt x="44" y="0"/>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8" name="Freeform 246"/>
              <p:cNvSpPr>
                <a:spLocks/>
              </p:cNvSpPr>
              <p:nvPr/>
            </p:nvSpPr>
            <p:spPr bwMode="auto">
              <a:xfrm>
                <a:off x="130" y="1223"/>
                <a:ext cx="84" cy="34"/>
              </a:xfrm>
              <a:custGeom>
                <a:avLst/>
                <a:gdLst>
                  <a:gd name="T0" fmla="*/ 44 w 44"/>
                  <a:gd name="T1" fmla="*/ 0 h 18"/>
                  <a:gd name="T2" fmla="*/ 1 w 44"/>
                  <a:gd name="T3" fmla="*/ 0 h 18"/>
                  <a:gd name="T4" fmla="*/ 0 w 44"/>
                  <a:gd name="T5" fmla="*/ 18 h 18"/>
                  <a:gd name="T6" fmla="*/ 42 w 44"/>
                  <a:gd name="T7" fmla="*/ 18 h 18"/>
                  <a:gd name="T8" fmla="*/ 41 w 44"/>
                  <a:gd name="T9" fmla="*/ 16 h 18"/>
                  <a:gd name="T10" fmla="*/ 44 w 44"/>
                  <a:gd name="T11" fmla="*/ 0 h 18"/>
                </a:gdLst>
                <a:ahLst/>
                <a:cxnLst>
                  <a:cxn ang="0">
                    <a:pos x="T0" y="T1"/>
                  </a:cxn>
                  <a:cxn ang="0">
                    <a:pos x="T2" y="T3"/>
                  </a:cxn>
                  <a:cxn ang="0">
                    <a:pos x="T4" y="T5"/>
                  </a:cxn>
                  <a:cxn ang="0">
                    <a:pos x="T6" y="T7"/>
                  </a:cxn>
                  <a:cxn ang="0">
                    <a:pos x="T8" y="T9"/>
                  </a:cxn>
                  <a:cxn ang="0">
                    <a:pos x="T10" y="T11"/>
                  </a:cxn>
                </a:cxnLst>
                <a:rect l="0" t="0" r="r" b="b"/>
                <a:pathLst>
                  <a:path w="44" h="18">
                    <a:moveTo>
                      <a:pt x="44" y="0"/>
                    </a:moveTo>
                    <a:cubicBezTo>
                      <a:pt x="1" y="0"/>
                      <a:pt x="1" y="0"/>
                      <a:pt x="1" y="0"/>
                    </a:cubicBezTo>
                    <a:cubicBezTo>
                      <a:pt x="1" y="7"/>
                      <a:pt x="0" y="13"/>
                      <a:pt x="0" y="18"/>
                    </a:cubicBezTo>
                    <a:cubicBezTo>
                      <a:pt x="42" y="18"/>
                      <a:pt x="42" y="18"/>
                      <a:pt x="42" y="18"/>
                    </a:cubicBezTo>
                    <a:cubicBezTo>
                      <a:pt x="42" y="17"/>
                      <a:pt x="41" y="16"/>
                      <a:pt x="41" y="16"/>
                    </a:cubicBezTo>
                    <a:cubicBezTo>
                      <a:pt x="39" y="13"/>
                      <a:pt x="41" y="8"/>
                      <a:pt x="44"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19" name="Freeform 247"/>
              <p:cNvSpPr>
                <a:spLocks/>
              </p:cNvSpPr>
              <p:nvPr/>
            </p:nvSpPr>
            <p:spPr bwMode="auto">
              <a:xfrm>
                <a:off x="130" y="1225"/>
                <a:ext cx="84" cy="34"/>
              </a:xfrm>
              <a:custGeom>
                <a:avLst/>
                <a:gdLst>
                  <a:gd name="T0" fmla="*/ 44 w 44"/>
                  <a:gd name="T1" fmla="*/ 0 h 18"/>
                  <a:gd name="T2" fmla="*/ 1 w 44"/>
                  <a:gd name="T3" fmla="*/ 0 h 18"/>
                  <a:gd name="T4" fmla="*/ 0 w 44"/>
                  <a:gd name="T5" fmla="*/ 18 h 18"/>
                  <a:gd name="T6" fmla="*/ 43 w 44"/>
                  <a:gd name="T7" fmla="*/ 18 h 18"/>
                  <a:gd name="T8" fmla="*/ 41 w 44"/>
                  <a:gd name="T9" fmla="*/ 15 h 18"/>
                  <a:gd name="T10" fmla="*/ 44 w 44"/>
                  <a:gd name="T11" fmla="*/ 0 h 18"/>
                </a:gdLst>
                <a:ahLst/>
                <a:cxnLst>
                  <a:cxn ang="0">
                    <a:pos x="T0" y="T1"/>
                  </a:cxn>
                  <a:cxn ang="0">
                    <a:pos x="T2" y="T3"/>
                  </a:cxn>
                  <a:cxn ang="0">
                    <a:pos x="T4" y="T5"/>
                  </a:cxn>
                  <a:cxn ang="0">
                    <a:pos x="T6" y="T7"/>
                  </a:cxn>
                  <a:cxn ang="0">
                    <a:pos x="T8" y="T9"/>
                  </a:cxn>
                  <a:cxn ang="0">
                    <a:pos x="T10" y="T11"/>
                  </a:cxn>
                </a:cxnLst>
                <a:rect l="0" t="0" r="r" b="b"/>
                <a:pathLst>
                  <a:path w="44" h="18">
                    <a:moveTo>
                      <a:pt x="44" y="0"/>
                    </a:moveTo>
                    <a:cubicBezTo>
                      <a:pt x="1" y="0"/>
                      <a:pt x="1" y="0"/>
                      <a:pt x="1" y="0"/>
                    </a:cubicBezTo>
                    <a:cubicBezTo>
                      <a:pt x="1" y="7"/>
                      <a:pt x="0" y="14"/>
                      <a:pt x="0" y="18"/>
                    </a:cubicBezTo>
                    <a:cubicBezTo>
                      <a:pt x="43" y="18"/>
                      <a:pt x="43" y="18"/>
                      <a:pt x="43" y="18"/>
                    </a:cubicBezTo>
                    <a:cubicBezTo>
                      <a:pt x="42" y="17"/>
                      <a:pt x="41" y="15"/>
                      <a:pt x="41" y="15"/>
                    </a:cubicBezTo>
                    <a:cubicBezTo>
                      <a:pt x="39" y="13"/>
                      <a:pt x="41" y="8"/>
                      <a:pt x="44"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0" name="Freeform 248"/>
              <p:cNvSpPr>
                <a:spLocks/>
              </p:cNvSpPr>
              <p:nvPr/>
            </p:nvSpPr>
            <p:spPr bwMode="auto">
              <a:xfrm>
                <a:off x="130" y="1227"/>
                <a:ext cx="82" cy="36"/>
              </a:xfrm>
              <a:custGeom>
                <a:avLst/>
                <a:gdLst>
                  <a:gd name="T0" fmla="*/ 43 w 43"/>
                  <a:gd name="T1" fmla="*/ 0 h 19"/>
                  <a:gd name="T2" fmla="*/ 1 w 43"/>
                  <a:gd name="T3" fmla="*/ 0 h 19"/>
                  <a:gd name="T4" fmla="*/ 0 w 43"/>
                  <a:gd name="T5" fmla="*/ 19 h 19"/>
                  <a:gd name="T6" fmla="*/ 43 w 43"/>
                  <a:gd name="T7" fmla="*/ 19 h 19"/>
                  <a:gd name="T8" fmla="*/ 41 w 43"/>
                  <a:gd name="T9" fmla="*/ 14 h 19"/>
                  <a:gd name="T10" fmla="*/ 43 w 43"/>
                  <a:gd name="T11" fmla="*/ 0 h 19"/>
                </a:gdLst>
                <a:ahLst/>
                <a:cxnLst>
                  <a:cxn ang="0">
                    <a:pos x="T0" y="T1"/>
                  </a:cxn>
                  <a:cxn ang="0">
                    <a:pos x="T2" y="T3"/>
                  </a:cxn>
                  <a:cxn ang="0">
                    <a:pos x="T4" y="T5"/>
                  </a:cxn>
                  <a:cxn ang="0">
                    <a:pos x="T6" y="T7"/>
                  </a:cxn>
                  <a:cxn ang="0">
                    <a:pos x="T8" y="T9"/>
                  </a:cxn>
                  <a:cxn ang="0">
                    <a:pos x="T10" y="T11"/>
                  </a:cxn>
                </a:cxnLst>
                <a:rect l="0" t="0" r="r" b="b"/>
                <a:pathLst>
                  <a:path w="43" h="19">
                    <a:moveTo>
                      <a:pt x="43" y="0"/>
                    </a:moveTo>
                    <a:cubicBezTo>
                      <a:pt x="1" y="0"/>
                      <a:pt x="1" y="0"/>
                      <a:pt x="1" y="0"/>
                    </a:cubicBezTo>
                    <a:cubicBezTo>
                      <a:pt x="0" y="7"/>
                      <a:pt x="0" y="14"/>
                      <a:pt x="0" y="19"/>
                    </a:cubicBezTo>
                    <a:cubicBezTo>
                      <a:pt x="43" y="19"/>
                      <a:pt x="43" y="19"/>
                      <a:pt x="43" y="19"/>
                    </a:cubicBezTo>
                    <a:cubicBezTo>
                      <a:pt x="42" y="16"/>
                      <a:pt x="42" y="15"/>
                      <a:pt x="41" y="14"/>
                    </a:cubicBezTo>
                    <a:cubicBezTo>
                      <a:pt x="39" y="12"/>
                      <a:pt x="41" y="7"/>
                      <a:pt x="43" y="0"/>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1" name="Freeform 249"/>
              <p:cNvSpPr>
                <a:spLocks/>
              </p:cNvSpPr>
              <p:nvPr/>
            </p:nvSpPr>
            <p:spPr bwMode="auto">
              <a:xfrm>
                <a:off x="130" y="1230"/>
                <a:ext cx="82" cy="35"/>
              </a:xfrm>
              <a:custGeom>
                <a:avLst/>
                <a:gdLst>
                  <a:gd name="T0" fmla="*/ 43 w 43"/>
                  <a:gd name="T1" fmla="*/ 0 h 18"/>
                  <a:gd name="T2" fmla="*/ 1 w 43"/>
                  <a:gd name="T3" fmla="*/ 0 h 18"/>
                  <a:gd name="T4" fmla="*/ 0 w 43"/>
                  <a:gd name="T5" fmla="*/ 18 h 18"/>
                  <a:gd name="T6" fmla="*/ 43 w 43"/>
                  <a:gd name="T7" fmla="*/ 18 h 18"/>
                  <a:gd name="T8" fmla="*/ 41 w 43"/>
                  <a:gd name="T9" fmla="*/ 12 h 18"/>
                  <a:gd name="T10" fmla="*/ 43 w 43"/>
                  <a:gd name="T11" fmla="*/ 0 h 18"/>
                </a:gdLst>
                <a:ahLst/>
                <a:cxnLst>
                  <a:cxn ang="0">
                    <a:pos x="T0" y="T1"/>
                  </a:cxn>
                  <a:cxn ang="0">
                    <a:pos x="T2" y="T3"/>
                  </a:cxn>
                  <a:cxn ang="0">
                    <a:pos x="T4" y="T5"/>
                  </a:cxn>
                  <a:cxn ang="0">
                    <a:pos x="T6" y="T7"/>
                  </a:cxn>
                  <a:cxn ang="0">
                    <a:pos x="T8" y="T9"/>
                  </a:cxn>
                  <a:cxn ang="0">
                    <a:pos x="T10" y="T11"/>
                  </a:cxn>
                </a:cxnLst>
                <a:rect l="0" t="0" r="r" b="b"/>
                <a:pathLst>
                  <a:path w="43" h="18">
                    <a:moveTo>
                      <a:pt x="43" y="0"/>
                    </a:moveTo>
                    <a:cubicBezTo>
                      <a:pt x="1" y="0"/>
                      <a:pt x="1" y="0"/>
                      <a:pt x="1" y="0"/>
                    </a:cubicBezTo>
                    <a:cubicBezTo>
                      <a:pt x="0" y="7"/>
                      <a:pt x="0" y="14"/>
                      <a:pt x="0" y="18"/>
                    </a:cubicBezTo>
                    <a:cubicBezTo>
                      <a:pt x="43" y="18"/>
                      <a:pt x="43" y="18"/>
                      <a:pt x="43" y="18"/>
                    </a:cubicBezTo>
                    <a:cubicBezTo>
                      <a:pt x="43" y="15"/>
                      <a:pt x="42" y="13"/>
                      <a:pt x="41" y="12"/>
                    </a:cubicBezTo>
                    <a:cubicBezTo>
                      <a:pt x="39" y="10"/>
                      <a:pt x="41" y="6"/>
                      <a:pt x="43" y="0"/>
                    </a:cubicBez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2" name="Freeform 250"/>
              <p:cNvSpPr>
                <a:spLocks/>
              </p:cNvSpPr>
              <p:nvPr/>
            </p:nvSpPr>
            <p:spPr bwMode="auto">
              <a:xfrm>
                <a:off x="130" y="1232"/>
                <a:ext cx="84" cy="35"/>
              </a:xfrm>
              <a:custGeom>
                <a:avLst/>
                <a:gdLst>
                  <a:gd name="T0" fmla="*/ 42 w 44"/>
                  <a:gd name="T1" fmla="*/ 0 h 18"/>
                  <a:gd name="T2" fmla="*/ 1 w 44"/>
                  <a:gd name="T3" fmla="*/ 0 h 18"/>
                  <a:gd name="T4" fmla="*/ 0 w 44"/>
                  <a:gd name="T5" fmla="*/ 18 h 18"/>
                  <a:gd name="T6" fmla="*/ 44 w 44"/>
                  <a:gd name="T7" fmla="*/ 18 h 18"/>
                  <a:gd name="T8" fmla="*/ 41 w 44"/>
                  <a:gd name="T9" fmla="*/ 11 h 18"/>
                  <a:gd name="T10" fmla="*/ 42 w 44"/>
                  <a:gd name="T11" fmla="*/ 0 h 18"/>
                </a:gdLst>
                <a:ahLst/>
                <a:cxnLst>
                  <a:cxn ang="0">
                    <a:pos x="T0" y="T1"/>
                  </a:cxn>
                  <a:cxn ang="0">
                    <a:pos x="T2" y="T3"/>
                  </a:cxn>
                  <a:cxn ang="0">
                    <a:pos x="T4" y="T5"/>
                  </a:cxn>
                  <a:cxn ang="0">
                    <a:pos x="T6" y="T7"/>
                  </a:cxn>
                  <a:cxn ang="0">
                    <a:pos x="T8" y="T9"/>
                  </a:cxn>
                  <a:cxn ang="0">
                    <a:pos x="T10" y="T11"/>
                  </a:cxn>
                </a:cxnLst>
                <a:rect l="0" t="0" r="r" b="b"/>
                <a:pathLst>
                  <a:path w="44" h="18">
                    <a:moveTo>
                      <a:pt x="42" y="0"/>
                    </a:moveTo>
                    <a:cubicBezTo>
                      <a:pt x="1" y="0"/>
                      <a:pt x="1" y="0"/>
                      <a:pt x="1" y="0"/>
                    </a:cubicBezTo>
                    <a:cubicBezTo>
                      <a:pt x="0" y="7"/>
                      <a:pt x="0" y="14"/>
                      <a:pt x="0" y="18"/>
                    </a:cubicBezTo>
                    <a:cubicBezTo>
                      <a:pt x="44" y="18"/>
                      <a:pt x="44" y="18"/>
                      <a:pt x="44" y="18"/>
                    </a:cubicBezTo>
                    <a:cubicBezTo>
                      <a:pt x="43" y="15"/>
                      <a:pt x="42" y="12"/>
                      <a:pt x="41" y="11"/>
                    </a:cubicBezTo>
                    <a:cubicBezTo>
                      <a:pt x="39" y="9"/>
                      <a:pt x="40" y="5"/>
                      <a:pt x="42" y="0"/>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3" name="Freeform 251"/>
              <p:cNvSpPr>
                <a:spLocks/>
              </p:cNvSpPr>
              <p:nvPr/>
            </p:nvSpPr>
            <p:spPr bwMode="auto">
              <a:xfrm>
                <a:off x="130" y="1234"/>
                <a:ext cx="84" cy="35"/>
              </a:xfrm>
              <a:custGeom>
                <a:avLst/>
                <a:gdLst>
                  <a:gd name="T0" fmla="*/ 42 w 44"/>
                  <a:gd name="T1" fmla="*/ 0 h 18"/>
                  <a:gd name="T2" fmla="*/ 1 w 44"/>
                  <a:gd name="T3" fmla="*/ 0 h 18"/>
                  <a:gd name="T4" fmla="*/ 0 w 44"/>
                  <a:gd name="T5" fmla="*/ 18 h 18"/>
                  <a:gd name="T6" fmla="*/ 0 w 44"/>
                  <a:gd name="T7" fmla="*/ 18 h 18"/>
                  <a:gd name="T8" fmla="*/ 44 w 44"/>
                  <a:gd name="T9" fmla="*/ 18 h 18"/>
                  <a:gd name="T10" fmla="*/ 41 w 44"/>
                  <a:gd name="T11" fmla="*/ 10 h 18"/>
                  <a:gd name="T12" fmla="*/ 42 w 4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4" h="18">
                    <a:moveTo>
                      <a:pt x="42" y="0"/>
                    </a:moveTo>
                    <a:cubicBezTo>
                      <a:pt x="1" y="0"/>
                      <a:pt x="1" y="0"/>
                      <a:pt x="1" y="0"/>
                    </a:cubicBezTo>
                    <a:cubicBezTo>
                      <a:pt x="0" y="7"/>
                      <a:pt x="0" y="14"/>
                      <a:pt x="0" y="18"/>
                    </a:cubicBezTo>
                    <a:cubicBezTo>
                      <a:pt x="0" y="18"/>
                      <a:pt x="0" y="18"/>
                      <a:pt x="0" y="18"/>
                    </a:cubicBezTo>
                    <a:cubicBezTo>
                      <a:pt x="44" y="18"/>
                      <a:pt x="44" y="18"/>
                      <a:pt x="44" y="18"/>
                    </a:cubicBezTo>
                    <a:cubicBezTo>
                      <a:pt x="43" y="14"/>
                      <a:pt x="42" y="11"/>
                      <a:pt x="41" y="10"/>
                    </a:cubicBezTo>
                    <a:cubicBezTo>
                      <a:pt x="40" y="8"/>
                      <a:pt x="40" y="5"/>
                      <a:pt x="42"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4" name="Freeform 252"/>
              <p:cNvSpPr>
                <a:spLocks/>
              </p:cNvSpPr>
              <p:nvPr/>
            </p:nvSpPr>
            <p:spPr bwMode="auto">
              <a:xfrm>
                <a:off x="130" y="1236"/>
                <a:ext cx="84" cy="37"/>
              </a:xfrm>
              <a:custGeom>
                <a:avLst/>
                <a:gdLst>
                  <a:gd name="T0" fmla="*/ 41 w 44"/>
                  <a:gd name="T1" fmla="*/ 0 h 19"/>
                  <a:gd name="T2" fmla="*/ 1 w 44"/>
                  <a:gd name="T3" fmla="*/ 0 h 19"/>
                  <a:gd name="T4" fmla="*/ 0 w 44"/>
                  <a:gd name="T5" fmla="*/ 17 h 19"/>
                  <a:gd name="T6" fmla="*/ 0 w 44"/>
                  <a:gd name="T7" fmla="*/ 19 h 19"/>
                  <a:gd name="T8" fmla="*/ 44 w 44"/>
                  <a:gd name="T9" fmla="*/ 19 h 19"/>
                  <a:gd name="T10" fmla="*/ 41 w 44"/>
                  <a:gd name="T11" fmla="*/ 9 h 19"/>
                  <a:gd name="T12" fmla="*/ 41 w 44"/>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4" h="19">
                    <a:moveTo>
                      <a:pt x="41" y="0"/>
                    </a:moveTo>
                    <a:cubicBezTo>
                      <a:pt x="1" y="0"/>
                      <a:pt x="1" y="0"/>
                      <a:pt x="1" y="0"/>
                    </a:cubicBezTo>
                    <a:cubicBezTo>
                      <a:pt x="0" y="7"/>
                      <a:pt x="0" y="13"/>
                      <a:pt x="0" y="17"/>
                    </a:cubicBezTo>
                    <a:cubicBezTo>
                      <a:pt x="0" y="17"/>
                      <a:pt x="0" y="18"/>
                      <a:pt x="0" y="19"/>
                    </a:cubicBezTo>
                    <a:cubicBezTo>
                      <a:pt x="44" y="19"/>
                      <a:pt x="44" y="19"/>
                      <a:pt x="44" y="19"/>
                    </a:cubicBezTo>
                    <a:cubicBezTo>
                      <a:pt x="43" y="14"/>
                      <a:pt x="42" y="10"/>
                      <a:pt x="41" y="9"/>
                    </a:cubicBezTo>
                    <a:cubicBezTo>
                      <a:pt x="40" y="7"/>
                      <a:pt x="40" y="4"/>
                      <a:pt x="41" y="0"/>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5" name="Freeform 253"/>
              <p:cNvSpPr>
                <a:spLocks/>
              </p:cNvSpPr>
              <p:nvPr/>
            </p:nvSpPr>
            <p:spPr bwMode="auto">
              <a:xfrm>
                <a:off x="130" y="1240"/>
                <a:ext cx="86" cy="34"/>
              </a:xfrm>
              <a:custGeom>
                <a:avLst/>
                <a:gdLst>
                  <a:gd name="T0" fmla="*/ 41 w 45"/>
                  <a:gd name="T1" fmla="*/ 0 h 18"/>
                  <a:gd name="T2" fmla="*/ 1 w 45"/>
                  <a:gd name="T3" fmla="*/ 0 h 18"/>
                  <a:gd name="T4" fmla="*/ 0 w 45"/>
                  <a:gd name="T5" fmla="*/ 15 h 18"/>
                  <a:gd name="T6" fmla="*/ 0 w 45"/>
                  <a:gd name="T7" fmla="*/ 18 h 18"/>
                  <a:gd name="T8" fmla="*/ 45 w 45"/>
                  <a:gd name="T9" fmla="*/ 18 h 18"/>
                  <a:gd name="T10" fmla="*/ 41 w 45"/>
                  <a:gd name="T11" fmla="*/ 7 h 18"/>
                  <a:gd name="T12" fmla="*/ 41 w 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5" h="18">
                    <a:moveTo>
                      <a:pt x="41" y="0"/>
                    </a:moveTo>
                    <a:cubicBezTo>
                      <a:pt x="1" y="0"/>
                      <a:pt x="1" y="0"/>
                      <a:pt x="1" y="0"/>
                    </a:cubicBezTo>
                    <a:cubicBezTo>
                      <a:pt x="0" y="6"/>
                      <a:pt x="0" y="11"/>
                      <a:pt x="0" y="15"/>
                    </a:cubicBezTo>
                    <a:cubicBezTo>
                      <a:pt x="0" y="16"/>
                      <a:pt x="0" y="17"/>
                      <a:pt x="0" y="18"/>
                    </a:cubicBezTo>
                    <a:cubicBezTo>
                      <a:pt x="45" y="18"/>
                      <a:pt x="45" y="18"/>
                      <a:pt x="45" y="18"/>
                    </a:cubicBezTo>
                    <a:cubicBezTo>
                      <a:pt x="43" y="13"/>
                      <a:pt x="42" y="8"/>
                      <a:pt x="41" y="7"/>
                    </a:cubicBezTo>
                    <a:cubicBezTo>
                      <a:pt x="40" y="5"/>
                      <a:pt x="40" y="3"/>
                      <a:pt x="41"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6" name="Freeform 254"/>
              <p:cNvSpPr>
                <a:spLocks/>
              </p:cNvSpPr>
              <p:nvPr/>
            </p:nvSpPr>
            <p:spPr bwMode="auto">
              <a:xfrm>
                <a:off x="130" y="1242"/>
                <a:ext cx="86" cy="34"/>
              </a:xfrm>
              <a:custGeom>
                <a:avLst/>
                <a:gdLst>
                  <a:gd name="T0" fmla="*/ 41 w 45"/>
                  <a:gd name="T1" fmla="*/ 0 h 18"/>
                  <a:gd name="T2" fmla="*/ 0 w 45"/>
                  <a:gd name="T3" fmla="*/ 0 h 18"/>
                  <a:gd name="T4" fmla="*/ 0 w 45"/>
                  <a:gd name="T5" fmla="*/ 14 h 18"/>
                  <a:gd name="T6" fmla="*/ 0 w 45"/>
                  <a:gd name="T7" fmla="*/ 18 h 18"/>
                  <a:gd name="T8" fmla="*/ 45 w 45"/>
                  <a:gd name="T9" fmla="*/ 18 h 18"/>
                  <a:gd name="T10" fmla="*/ 41 w 45"/>
                  <a:gd name="T11" fmla="*/ 6 h 18"/>
                  <a:gd name="T12" fmla="*/ 41 w 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5" h="18">
                    <a:moveTo>
                      <a:pt x="41" y="0"/>
                    </a:moveTo>
                    <a:cubicBezTo>
                      <a:pt x="0" y="0"/>
                      <a:pt x="0" y="0"/>
                      <a:pt x="0" y="0"/>
                    </a:cubicBezTo>
                    <a:cubicBezTo>
                      <a:pt x="0" y="6"/>
                      <a:pt x="0" y="10"/>
                      <a:pt x="0" y="14"/>
                    </a:cubicBezTo>
                    <a:cubicBezTo>
                      <a:pt x="0" y="15"/>
                      <a:pt x="0" y="17"/>
                      <a:pt x="0" y="18"/>
                    </a:cubicBezTo>
                    <a:cubicBezTo>
                      <a:pt x="45" y="18"/>
                      <a:pt x="45" y="18"/>
                      <a:pt x="45" y="18"/>
                    </a:cubicBezTo>
                    <a:cubicBezTo>
                      <a:pt x="44" y="12"/>
                      <a:pt x="42" y="7"/>
                      <a:pt x="41" y="6"/>
                    </a:cubicBezTo>
                    <a:cubicBezTo>
                      <a:pt x="40" y="5"/>
                      <a:pt x="40" y="3"/>
                      <a:pt x="41"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7" name="Freeform 255"/>
              <p:cNvSpPr>
                <a:spLocks/>
              </p:cNvSpPr>
              <p:nvPr/>
            </p:nvSpPr>
            <p:spPr bwMode="auto">
              <a:xfrm>
                <a:off x="130" y="1244"/>
                <a:ext cx="86" cy="36"/>
              </a:xfrm>
              <a:custGeom>
                <a:avLst/>
                <a:gdLst>
                  <a:gd name="T0" fmla="*/ 40 w 45"/>
                  <a:gd name="T1" fmla="*/ 0 h 19"/>
                  <a:gd name="T2" fmla="*/ 0 w 45"/>
                  <a:gd name="T3" fmla="*/ 0 h 19"/>
                  <a:gd name="T4" fmla="*/ 0 w 45"/>
                  <a:gd name="T5" fmla="*/ 13 h 19"/>
                  <a:gd name="T6" fmla="*/ 0 w 45"/>
                  <a:gd name="T7" fmla="*/ 19 h 19"/>
                  <a:gd name="T8" fmla="*/ 45 w 45"/>
                  <a:gd name="T9" fmla="*/ 19 h 19"/>
                  <a:gd name="T10" fmla="*/ 41 w 45"/>
                  <a:gd name="T11" fmla="*/ 5 h 19"/>
                  <a:gd name="T12" fmla="*/ 40 w 45"/>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5" h="19">
                    <a:moveTo>
                      <a:pt x="40" y="0"/>
                    </a:moveTo>
                    <a:cubicBezTo>
                      <a:pt x="0" y="0"/>
                      <a:pt x="0" y="0"/>
                      <a:pt x="0" y="0"/>
                    </a:cubicBezTo>
                    <a:cubicBezTo>
                      <a:pt x="0" y="5"/>
                      <a:pt x="0" y="10"/>
                      <a:pt x="0" y="13"/>
                    </a:cubicBezTo>
                    <a:cubicBezTo>
                      <a:pt x="0" y="14"/>
                      <a:pt x="0" y="16"/>
                      <a:pt x="0" y="19"/>
                    </a:cubicBezTo>
                    <a:cubicBezTo>
                      <a:pt x="45" y="19"/>
                      <a:pt x="45" y="19"/>
                      <a:pt x="45" y="19"/>
                    </a:cubicBezTo>
                    <a:cubicBezTo>
                      <a:pt x="44" y="12"/>
                      <a:pt x="42" y="6"/>
                      <a:pt x="41" y="5"/>
                    </a:cubicBezTo>
                    <a:cubicBezTo>
                      <a:pt x="40" y="4"/>
                      <a:pt x="40" y="2"/>
                      <a:pt x="40"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8" name="Freeform 256"/>
              <p:cNvSpPr>
                <a:spLocks/>
              </p:cNvSpPr>
              <p:nvPr/>
            </p:nvSpPr>
            <p:spPr bwMode="auto">
              <a:xfrm>
                <a:off x="130" y="1248"/>
                <a:ext cx="88" cy="34"/>
              </a:xfrm>
              <a:custGeom>
                <a:avLst/>
                <a:gdLst>
                  <a:gd name="T0" fmla="*/ 40 w 46"/>
                  <a:gd name="T1" fmla="*/ 0 h 18"/>
                  <a:gd name="T2" fmla="*/ 0 w 46"/>
                  <a:gd name="T3" fmla="*/ 0 h 18"/>
                  <a:gd name="T4" fmla="*/ 0 w 46"/>
                  <a:gd name="T5" fmla="*/ 11 h 18"/>
                  <a:gd name="T6" fmla="*/ 0 w 46"/>
                  <a:gd name="T7" fmla="*/ 18 h 18"/>
                  <a:gd name="T8" fmla="*/ 46 w 46"/>
                  <a:gd name="T9" fmla="*/ 18 h 18"/>
                  <a:gd name="T10" fmla="*/ 41 w 46"/>
                  <a:gd name="T11" fmla="*/ 3 h 18"/>
                  <a:gd name="T12" fmla="*/ 40 w 46"/>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6" h="18">
                    <a:moveTo>
                      <a:pt x="40" y="0"/>
                    </a:moveTo>
                    <a:cubicBezTo>
                      <a:pt x="0" y="0"/>
                      <a:pt x="0" y="0"/>
                      <a:pt x="0" y="0"/>
                    </a:cubicBezTo>
                    <a:cubicBezTo>
                      <a:pt x="0" y="4"/>
                      <a:pt x="0" y="8"/>
                      <a:pt x="0" y="11"/>
                    </a:cubicBezTo>
                    <a:cubicBezTo>
                      <a:pt x="0" y="13"/>
                      <a:pt x="0" y="15"/>
                      <a:pt x="0" y="18"/>
                    </a:cubicBezTo>
                    <a:cubicBezTo>
                      <a:pt x="46" y="18"/>
                      <a:pt x="46" y="18"/>
                      <a:pt x="46" y="18"/>
                    </a:cubicBezTo>
                    <a:cubicBezTo>
                      <a:pt x="44" y="11"/>
                      <a:pt x="42" y="4"/>
                      <a:pt x="41" y="3"/>
                    </a:cubicBezTo>
                    <a:cubicBezTo>
                      <a:pt x="40" y="2"/>
                      <a:pt x="40" y="1"/>
                      <a:pt x="40"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29" name="Freeform 257"/>
              <p:cNvSpPr>
                <a:spLocks/>
              </p:cNvSpPr>
              <p:nvPr/>
            </p:nvSpPr>
            <p:spPr bwMode="auto">
              <a:xfrm>
                <a:off x="130" y="1250"/>
                <a:ext cx="88" cy="34"/>
              </a:xfrm>
              <a:custGeom>
                <a:avLst/>
                <a:gdLst>
                  <a:gd name="T0" fmla="*/ 40 w 46"/>
                  <a:gd name="T1" fmla="*/ 0 h 18"/>
                  <a:gd name="T2" fmla="*/ 0 w 46"/>
                  <a:gd name="T3" fmla="*/ 0 h 18"/>
                  <a:gd name="T4" fmla="*/ 0 w 46"/>
                  <a:gd name="T5" fmla="*/ 10 h 18"/>
                  <a:gd name="T6" fmla="*/ 0 w 46"/>
                  <a:gd name="T7" fmla="*/ 18 h 18"/>
                  <a:gd name="T8" fmla="*/ 46 w 46"/>
                  <a:gd name="T9" fmla="*/ 18 h 18"/>
                  <a:gd name="T10" fmla="*/ 41 w 46"/>
                  <a:gd name="T11" fmla="*/ 2 h 18"/>
                  <a:gd name="T12" fmla="*/ 40 w 46"/>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6" h="18">
                    <a:moveTo>
                      <a:pt x="40" y="0"/>
                    </a:moveTo>
                    <a:cubicBezTo>
                      <a:pt x="0" y="0"/>
                      <a:pt x="0" y="0"/>
                      <a:pt x="0" y="0"/>
                    </a:cubicBezTo>
                    <a:cubicBezTo>
                      <a:pt x="0" y="4"/>
                      <a:pt x="0" y="7"/>
                      <a:pt x="0" y="10"/>
                    </a:cubicBezTo>
                    <a:cubicBezTo>
                      <a:pt x="0" y="12"/>
                      <a:pt x="0" y="15"/>
                      <a:pt x="0" y="18"/>
                    </a:cubicBezTo>
                    <a:cubicBezTo>
                      <a:pt x="46" y="18"/>
                      <a:pt x="46" y="18"/>
                      <a:pt x="46" y="18"/>
                    </a:cubicBezTo>
                    <a:cubicBezTo>
                      <a:pt x="44" y="11"/>
                      <a:pt x="42" y="3"/>
                      <a:pt x="41" y="2"/>
                    </a:cubicBezTo>
                    <a:cubicBezTo>
                      <a:pt x="41" y="1"/>
                      <a:pt x="40" y="1"/>
                      <a:pt x="40" y="0"/>
                    </a:cubicBez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0" name="Freeform 258"/>
              <p:cNvSpPr>
                <a:spLocks/>
              </p:cNvSpPr>
              <p:nvPr/>
            </p:nvSpPr>
            <p:spPr bwMode="auto">
              <a:xfrm>
                <a:off x="130" y="1251"/>
                <a:ext cx="88" cy="35"/>
              </a:xfrm>
              <a:custGeom>
                <a:avLst/>
                <a:gdLst>
                  <a:gd name="T0" fmla="*/ 41 w 46"/>
                  <a:gd name="T1" fmla="*/ 0 h 18"/>
                  <a:gd name="T2" fmla="*/ 0 w 46"/>
                  <a:gd name="T3" fmla="*/ 0 h 18"/>
                  <a:gd name="T4" fmla="*/ 0 w 46"/>
                  <a:gd name="T5" fmla="*/ 9 h 18"/>
                  <a:gd name="T6" fmla="*/ 1 w 46"/>
                  <a:gd name="T7" fmla="*/ 18 h 18"/>
                  <a:gd name="T8" fmla="*/ 46 w 46"/>
                  <a:gd name="T9" fmla="*/ 18 h 18"/>
                  <a:gd name="T10" fmla="*/ 41 w 46"/>
                  <a:gd name="T11" fmla="*/ 1 h 18"/>
                  <a:gd name="T12" fmla="*/ 41 w 46"/>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6" h="18">
                    <a:moveTo>
                      <a:pt x="41" y="0"/>
                    </a:moveTo>
                    <a:cubicBezTo>
                      <a:pt x="0" y="0"/>
                      <a:pt x="0" y="0"/>
                      <a:pt x="0" y="0"/>
                    </a:cubicBezTo>
                    <a:cubicBezTo>
                      <a:pt x="0" y="4"/>
                      <a:pt x="0" y="6"/>
                      <a:pt x="0" y="9"/>
                    </a:cubicBezTo>
                    <a:cubicBezTo>
                      <a:pt x="0" y="11"/>
                      <a:pt x="0" y="15"/>
                      <a:pt x="1" y="18"/>
                    </a:cubicBezTo>
                    <a:cubicBezTo>
                      <a:pt x="46" y="18"/>
                      <a:pt x="46" y="18"/>
                      <a:pt x="46" y="18"/>
                    </a:cubicBezTo>
                    <a:cubicBezTo>
                      <a:pt x="45" y="11"/>
                      <a:pt x="42" y="3"/>
                      <a:pt x="41" y="1"/>
                    </a:cubicBezTo>
                    <a:cubicBezTo>
                      <a:pt x="41" y="1"/>
                      <a:pt x="41" y="0"/>
                      <a:pt x="41"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1" name="Freeform 259"/>
              <p:cNvSpPr>
                <a:spLocks/>
              </p:cNvSpPr>
              <p:nvPr/>
            </p:nvSpPr>
            <p:spPr bwMode="auto">
              <a:xfrm>
                <a:off x="130" y="1253"/>
                <a:ext cx="88" cy="37"/>
              </a:xfrm>
              <a:custGeom>
                <a:avLst/>
                <a:gdLst>
                  <a:gd name="T0" fmla="*/ 41 w 46"/>
                  <a:gd name="T1" fmla="*/ 0 h 19"/>
                  <a:gd name="T2" fmla="*/ 0 w 46"/>
                  <a:gd name="T3" fmla="*/ 0 h 19"/>
                  <a:gd name="T4" fmla="*/ 0 w 46"/>
                  <a:gd name="T5" fmla="*/ 8 h 19"/>
                  <a:gd name="T6" fmla="*/ 1 w 46"/>
                  <a:gd name="T7" fmla="*/ 19 h 19"/>
                  <a:gd name="T8" fmla="*/ 46 w 46"/>
                  <a:gd name="T9" fmla="*/ 19 h 19"/>
                  <a:gd name="T10" fmla="*/ 41 w 46"/>
                  <a:gd name="T11" fmla="*/ 0 h 19"/>
                </a:gdLst>
                <a:ahLst/>
                <a:cxnLst>
                  <a:cxn ang="0">
                    <a:pos x="T0" y="T1"/>
                  </a:cxn>
                  <a:cxn ang="0">
                    <a:pos x="T2" y="T3"/>
                  </a:cxn>
                  <a:cxn ang="0">
                    <a:pos x="T4" y="T5"/>
                  </a:cxn>
                  <a:cxn ang="0">
                    <a:pos x="T6" y="T7"/>
                  </a:cxn>
                  <a:cxn ang="0">
                    <a:pos x="T8" y="T9"/>
                  </a:cxn>
                  <a:cxn ang="0">
                    <a:pos x="T10" y="T11"/>
                  </a:cxn>
                </a:cxnLst>
                <a:rect l="0" t="0" r="r" b="b"/>
                <a:pathLst>
                  <a:path w="46" h="19">
                    <a:moveTo>
                      <a:pt x="41" y="0"/>
                    </a:moveTo>
                    <a:cubicBezTo>
                      <a:pt x="0" y="0"/>
                      <a:pt x="0" y="0"/>
                      <a:pt x="0" y="0"/>
                    </a:cubicBezTo>
                    <a:cubicBezTo>
                      <a:pt x="0" y="3"/>
                      <a:pt x="0" y="6"/>
                      <a:pt x="0" y="8"/>
                    </a:cubicBezTo>
                    <a:cubicBezTo>
                      <a:pt x="0" y="11"/>
                      <a:pt x="0" y="14"/>
                      <a:pt x="1" y="19"/>
                    </a:cubicBezTo>
                    <a:cubicBezTo>
                      <a:pt x="46" y="19"/>
                      <a:pt x="46" y="19"/>
                      <a:pt x="46" y="19"/>
                    </a:cubicBezTo>
                    <a:cubicBezTo>
                      <a:pt x="45" y="11"/>
                      <a:pt x="43" y="3"/>
                      <a:pt x="41" y="0"/>
                    </a:cubicBezTo>
                    <a:close/>
                  </a:path>
                </a:pathLst>
              </a:custGeom>
              <a:solidFill>
                <a:srgbClr val="F8F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2" name="Freeform 260"/>
              <p:cNvSpPr>
                <a:spLocks/>
              </p:cNvSpPr>
              <p:nvPr/>
            </p:nvSpPr>
            <p:spPr bwMode="auto">
              <a:xfrm>
                <a:off x="130" y="1257"/>
                <a:ext cx="88" cy="35"/>
              </a:xfrm>
              <a:custGeom>
                <a:avLst/>
                <a:gdLst>
                  <a:gd name="T0" fmla="*/ 42 w 46"/>
                  <a:gd name="T1" fmla="*/ 0 h 18"/>
                  <a:gd name="T2" fmla="*/ 0 w 46"/>
                  <a:gd name="T3" fmla="*/ 0 h 18"/>
                  <a:gd name="T4" fmla="*/ 0 w 46"/>
                  <a:gd name="T5" fmla="*/ 6 h 18"/>
                  <a:gd name="T6" fmla="*/ 1 w 46"/>
                  <a:gd name="T7" fmla="*/ 18 h 18"/>
                  <a:gd name="T8" fmla="*/ 46 w 46"/>
                  <a:gd name="T9" fmla="*/ 18 h 18"/>
                  <a:gd name="T10" fmla="*/ 42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2" y="0"/>
                    </a:moveTo>
                    <a:cubicBezTo>
                      <a:pt x="0" y="0"/>
                      <a:pt x="0" y="0"/>
                      <a:pt x="0" y="0"/>
                    </a:cubicBezTo>
                    <a:cubicBezTo>
                      <a:pt x="0" y="2"/>
                      <a:pt x="0" y="4"/>
                      <a:pt x="0" y="6"/>
                    </a:cubicBezTo>
                    <a:cubicBezTo>
                      <a:pt x="0" y="9"/>
                      <a:pt x="0" y="13"/>
                      <a:pt x="1" y="18"/>
                    </a:cubicBezTo>
                    <a:cubicBezTo>
                      <a:pt x="46" y="18"/>
                      <a:pt x="46" y="18"/>
                      <a:pt x="46" y="18"/>
                    </a:cubicBezTo>
                    <a:cubicBezTo>
                      <a:pt x="45" y="11"/>
                      <a:pt x="43" y="3"/>
                      <a:pt x="42" y="0"/>
                    </a:cubicBezTo>
                    <a:close/>
                  </a:path>
                </a:pathLst>
              </a:custGeom>
              <a:solidFill>
                <a:srgbClr val="F9F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3" name="Freeform 261"/>
              <p:cNvSpPr>
                <a:spLocks/>
              </p:cNvSpPr>
              <p:nvPr/>
            </p:nvSpPr>
            <p:spPr bwMode="auto">
              <a:xfrm>
                <a:off x="130" y="1259"/>
                <a:ext cx="90" cy="35"/>
              </a:xfrm>
              <a:custGeom>
                <a:avLst/>
                <a:gdLst>
                  <a:gd name="T0" fmla="*/ 42 w 47"/>
                  <a:gd name="T1" fmla="*/ 0 h 18"/>
                  <a:gd name="T2" fmla="*/ 0 w 47"/>
                  <a:gd name="T3" fmla="*/ 0 h 18"/>
                  <a:gd name="T4" fmla="*/ 0 w 47"/>
                  <a:gd name="T5" fmla="*/ 5 h 18"/>
                  <a:gd name="T6" fmla="*/ 1 w 47"/>
                  <a:gd name="T7" fmla="*/ 18 h 18"/>
                  <a:gd name="T8" fmla="*/ 47 w 47"/>
                  <a:gd name="T9" fmla="*/ 18 h 18"/>
                  <a:gd name="T10" fmla="*/ 42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2" y="0"/>
                    </a:moveTo>
                    <a:cubicBezTo>
                      <a:pt x="0" y="0"/>
                      <a:pt x="0" y="0"/>
                      <a:pt x="0" y="0"/>
                    </a:cubicBezTo>
                    <a:cubicBezTo>
                      <a:pt x="0" y="2"/>
                      <a:pt x="0" y="3"/>
                      <a:pt x="0" y="5"/>
                    </a:cubicBezTo>
                    <a:cubicBezTo>
                      <a:pt x="0" y="8"/>
                      <a:pt x="0" y="13"/>
                      <a:pt x="1" y="18"/>
                    </a:cubicBezTo>
                    <a:cubicBezTo>
                      <a:pt x="47" y="18"/>
                      <a:pt x="47" y="18"/>
                      <a:pt x="47" y="18"/>
                    </a:cubicBezTo>
                    <a:cubicBezTo>
                      <a:pt x="46" y="12"/>
                      <a:pt x="44" y="4"/>
                      <a:pt x="42"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4" name="Freeform 262"/>
              <p:cNvSpPr>
                <a:spLocks/>
              </p:cNvSpPr>
              <p:nvPr/>
            </p:nvSpPr>
            <p:spPr bwMode="auto">
              <a:xfrm>
                <a:off x="130" y="1261"/>
                <a:ext cx="90" cy="34"/>
              </a:xfrm>
              <a:custGeom>
                <a:avLst/>
                <a:gdLst>
                  <a:gd name="T0" fmla="*/ 43 w 47"/>
                  <a:gd name="T1" fmla="*/ 0 h 18"/>
                  <a:gd name="T2" fmla="*/ 0 w 47"/>
                  <a:gd name="T3" fmla="*/ 0 h 18"/>
                  <a:gd name="T4" fmla="*/ 0 w 47"/>
                  <a:gd name="T5" fmla="*/ 4 h 18"/>
                  <a:gd name="T6" fmla="*/ 1 w 47"/>
                  <a:gd name="T7" fmla="*/ 18 h 18"/>
                  <a:gd name="T8" fmla="*/ 47 w 47"/>
                  <a:gd name="T9" fmla="*/ 18 h 18"/>
                  <a:gd name="T10" fmla="*/ 43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3" y="0"/>
                    </a:moveTo>
                    <a:cubicBezTo>
                      <a:pt x="0" y="0"/>
                      <a:pt x="0" y="0"/>
                      <a:pt x="0" y="0"/>
                    </a:cubicBezTo>
                    <a:cubicBezTo>
                      <a:pt x="0" y="1"/>
                      <a:pt x="0" y="3"/>
                      <a:pt x="0" y="4"/>
                    </a:cubicBezTo>
                    <a:cubicBezTo>
                      <a:pt x="0" y="8"/>
                      <a:pt x="0" y="13"/>
                      <a:pt x="1" y="18"/>
                    </a:cubicBezTo>
                    <a:cubicBezTo>
                      <a:pt x="47" y="18"/>
                      <a:pt x="47" y="18"/>
                      <a:pt x="47" y="18"/>
                    </a:cubicBezTo>
                    <a:cubicBezTo>
                      <a:pt x="46" y="12"/>
                      <a:pt x="44" y="5"/>
                      <a:pt x="43"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5" name="Freeform 263"/>
              <p:cNvSpPr>
                <a:spLocks/>
              </p:cNvSpPr>
              <p:nvPr/>
            </p:nvSpPr>
            <p:spPr bwMode="auto">
              <a:xfrm>
                <a:off x="130" y="1263"/>
                <a:ext cx="90" cy="36"/>
              </a:xfrm>
              <a:custGeom>
                <a:avLst/>
                <a:gdLst>
                  <a:gd name="T0" fmla="*/ 43 w 47"/>
                  <a:gd name="T1" fmla="*/ 0 h 19"/>
                  <a:gd name="T2" fmla="*/ 0 w 47"/>
                  <a:gd name="T3" fmla="*/ 0 h 19"/>
                  <a:gd name="T4" fmla="*/ 0 w 47"/>
                  <a:gd name="T5" fmla="*/ 3 h 19"/>
                  <a:gd name="T6" fmla="*/ 1 w 47"/>
                  <a:gd name="T7" fmla="*/ 19 h 19"/>
                  <a:gd name="T8" fmla="*/ 47 w 47"/>
                  <a:gd name="T9" fmla="*/ 19 h 19"/>
                  <a:gd name="T10" fmla="*/ 43 w 47"/>
                  <a:gd name="T11" fmla="*/ 0 h 19"/>
                </a:gdLst>
                <a:ahLst/>
                <a:cxnLst>
                  <a:cxn ang="0">
                    <a:pos x="T0" y="T1"/>
                  </a:cxn>
                  <a:cxn ang="0">
                    <a:pos x="T2" y="T3"/>
                  </a:cxn>
                  <a:cxn ang="0">
                    <a:pos x="T4" y="T5"/>
                  </a:cxn>
                  <a:cxn ang="0">
                    <a:pos x="T6" y="T7"/>
                  </a:cxn>
                  <a:cxn ang="0">
                    <a:pos x="T8" y="T9"/>
                  </a:cxn>
                  <a:cxn ang="0">
                    <a:pos x="T10" y="T11"/>
                  </a:cxn>
                </a:cxnLst>
                <a:rect l="0" t="0" r="r" b="b"/>
                <a:pathLst>
                  <a:path w="47" h="19">
                    <a:moveTo>
                      <a:pt x="43" y="0"/>
                    </a:moveTo>
                    <a:cubicBezTo>
                      <a:pt x="0" y="0"/>
                      <a:pt x="0" y="0"/>
                      <a:pt x="0" y="0"/>
                    </a:cubicBezTo>
                    <a:cubicBezTo>
                      <a:pt x="0" y="1"/>
                      <a:pt x="0" y="2"/>
                      <a:pt x="0" y="3"/>
                    </a:cubicBezTo>
                    <a:cubicBezTo>
                      <a:pt x="0" y="7"/>
                      <a:pt x="0" y="13"/>
                      <a:pt x="1" y="19"/>
                    </a:cubicBezTo>
                    <a:cubicBezTo>
                      <a:pt x="47" y="19"/>
                      <a:pt x="47" y="19"/>
                      <a:pt x="47" y="19"/>
                    </a:cubicBezTo>
                    <a:cubicBezTo>
                      <a:pt x="46" y="13"/>
                      <a:pt x="45" y="5"/>
                      <a:pt x="43" y="0"/>
                    </a:cubicBezTo>
                    <a:close/>
                  </a:path>
                </a:pathLst>
              </a:custGeom>
              <a:solidFill>
                <a:srgbClr val="FD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6" name="Freeform 264"/>
              <p:cNvSpPr>
                <a:spLocks/>
              </p:cNvSpPr>
              <p:nvPr/>
            </p:nvSpPr>
            <p:spPr bwMode="auto">
              <a:xfrm>
                <a:off x="130" y="1267"/>
                <a:ext cx="90" cy="34"/>
              </a:xfrm>
              <a:custGeom>
                <a:avLst/>
                <a:gdLst>
                  <a:gd name="T0" fmla="*/ 44 w 47"/>
                  <a:gd name="T1" fmla="*/ 0 h 18"/>
                  <a:gd name="T2" fmla="*/ 0 w 47"/>
                  <a:gd name="T3" fmla="*/ 0 h 18"/>
                  <a:gd name="T4" fmla="*/ 0 w 47"/>
                  <a:gd name="T5" fmla="*/ 1 h 18"/>
                  <a:gd name="T6" fmla="*/ 2 w 47"/>
                  <a:gd name="T7" fmla="*/ 18 h 18"/>
                  <a:gd name="T8" fmla="*/ 47 w 47"/>
                  <a:gd name="T9" fmla="*/ 18 h 18"/>
                  <a:gd name="T10" fmla="*/ 44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4" y="0"/>
                    </a:moveTo>
                    <a:cubicBezTo>
                      <a:pt x="0" y="0"/>
                      <a:pt x="0" y="0"/>
                      <a:pt x="0" y="0"/>
                    </a:cubicBezTo>
                    <a:cubicBezTo>
                      <a:pt x="0" y="1"/>
                      <a:pt x="0" y="1"/>
                      <a:pt x="0" y="1"/>
                    </a:cubicBezTo>
                    <a:cubicBezTo>
                      <a:pt x="0" y="5"/>
                      <a:pt x="1" y="12"/>
                      <a:pt x="2" y="18"/>
                    </a:cubicBezTo>
                    <a:cubicBezTo>
                      <a:pt x="47" y="18"/>
                      <a:pt x="47" y="18"/>
                      <a:pt x="47" y="18"/>
                    </a:cubicBezTo>
                    <a:cubicBezTo>
                      <a:pt x="47" y="12"/>
                      <a:pt x="45" y="5"/>
                      <a:pt x="44"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7" name="Freeform 265"/>
              <p:cNvSpPr>
                <a:spLocks/>
              </p:cNvSpPr>
              <p:nvPr/>
            </p:nvSpPr>
            <p:spPr bwMode="auto">
              <a:xfrm>
                <a:off x="130" y="1269"/>
                <a:ext cx="90" cy="34"/>
              </a:xfrm>
              <a:custGeom>
                <a:avLst/>
                <a:gdLst>
                  <a:gd name="T0" fmla="*/ 44 w 47"/>
                  <a:gd name="T1" fmla="*/ 0 h 18"/>
                  <a:gd name="T2" fmla="*/ 0 w 47"/>
                  <a:gd name="T3" fmla="*/ 0 h 18"/>
                  <a:gd name="T4" fmla="*/ 2 w 47"/>
                  <a:gd name="T5" fmla="*/ 18 h 18"/>
                  <a:gd name="T6" fmla="*/ 47 w 47"/>
                  <a:gd name="T7" fmla="*/ 18 h 18"/>
                  <a:gd name="T8" fmla="*/ 44 w 47"/>
                  <a:gd name="T9" fmla="*/ 0 h 18"/>
                </a:gdLst>
                <a:ahLst/>
                <a:cxnLst>
                  <a:cxn ang="0">
                    <a:pos x="T0" y="T1"/>
                  </a:cxn>
                  <a:cxn ang="0">
                    <a:pos x="T2" y="T3"/>
                  </a:cxn>
                  <a:cxn ang="0">
                    <a:pos x="T4" y="T5"/>
                  </a:cxn>
                  <a:cxn ang="0">
                    <a:pos x="T6" y="T7"/>
                  </a:cxn>
                  <a:cxn ang="0">
                    <a:pos x="T8" y="T9"/>
                  </a:cxn>
                </a:cxnLst>
                <a:rect l="0" t="0" r="r" b="b"/>
                <a:pathLst>
                  <a:path w="47" h="18">
                    <a:moveTo>
                      <a:pt x="44" y="0"/>
                    </a:moveTo>
                    <a:cubicBezTo>
                      <a:pt x="0" y="0"/>
                      <a:pt x="0" y="0"/>
                      <a:pt x="0" y="0"/>
                    </a:cubicBezTo>
                    <a:cubicBezTo>
                      <a:pt x="0" y="5"/>
                      <a:pt x="1" y="12"/>
                      <a:pt x="2" y="18"/>
                    </a:cubicBezTo>
                    <a:cubicBezTo>
                      <a:pt x="47" y="18"/>
                      <a:pt x="47" y="18"/>
                      <a:pt x="47" y="18"/>
                    </a:cubicBezTo>
                    <a:cubicBezTo>
                      <a:pt x="47" y="13"/>
                      <a:pt x="45" y="6"/>
                      <a:pt x="4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8" name="Freeform 266"/>
              <p:cNvSpPr>
                <a:spLocks noEditPoints="1"/>
              </p:cNvSpPr>
              <p:nvPr/>
            </p:nvSpPr>
            <p:spPr bwMode="auto">
              <a:xfrm>
                <a:off x="1291" y="1160"/>
                <a:ext cx="170" cy="19"/>
              </a:xfrm>
              <a:custGeom>
                <a:avLst/>
                <a:gdLst>
                  <a:gd name="T0" fmla="*/ 0 w 89"/>
                  <a:gd name="T1" fmla="*/ 10 h 10"/>
                  <a:gd name="T2" fmla="*/ 2 w 89"/>
                  <a:gd name="T3" fmla="*/ 10 h 10"/>
                  <a:gd name="T4" fmla="*/ 2 w 89"/>
                  <a:gd name="T5" fmla="*/ 9 h 10"/>
                  <a:gd name="T6" fmla="*/ 0 w 89"/>
                  <a:gd name="T7" fmla="*/ 9 h 10"/>
                  <a:gd name="T8" fmla="*/ 0 w 89"/>
                  <a:gd name="T9" fmla="*/ 10 h 10"/>
                  <a:gd name="T10" fmla="*/ 16 w 89"/>
                  <a:gd name="T11" fmla="*/ 10 h 10"/>
                  <a:gd name="T12" fmla="*/ 35 w 89"/>
                  <a:gd name="T13" fmla="*/ 10 h 10"/>
                  <a:gd name="T14" fmla="*/ 28 w 89"/>
                  <a:gd name="T15" fmla="*/ 7 h 10"/>
                  <a:gd name="T16" fmla="*/ 16 w 89"/>
                  <a:gd name="T17" fmla="*/ 10 h 10"/>
                  <a:gd name="T18" fmla="*/ 52 w 89"/>
                  <a:gd name="T19" fmla="*/ 10 h 10"/>
                  <a:gd name="T20" fmla="*/ 54 w 89"/>
                  <a:gd name="T21" fmla="*/ 10 h 10"/>
                  <a:gd name="T22" fmla="*/ 55 w 89"/>
                  <a:gd name="T23" fmla="*/ 2 h 10"/>
                  <a:gd name="T24" fmla="*/ 52 w 89"/>
                  <a:gd name="T25" fmla="*/ 2 h 10"/>
                  <a:gd name="T26" fmla="*/ 52 w 89"/>
                  <a:gd name="T27" fmla="*/ 9 h 10"/>
                  <a:gd name="T28" fmla="*/ 52 w 89"/>
                  <a:gd name="T29" fmla="*/ 10 h 10"/>
                  <a:gd name="T30" fmla="*/ 65 w 89"/>
                  <a:gd name="T31" fmla="*/ 10 h 10"/>
                  <a:gd name="T32" fmla="*/ 89 w 89"/>
                  <a:gd name="T33" fmla="*/ 10 h 10"/>
                  <a:gd name="T34" fmla="*/ 77 w 89"/>
                  <a:gd name="T35" fmla="*/ 2 h 10"/>
                  <a:gd name="T36" fmla="*/ 65 w 89"/>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10">
                    <a:moveTo>
                      <a:pt x="0" y="10"/>
                    </a:moveTo>
                    <a:cubicBezTo>
                      <a:pt x="2" y="10"/>
                      <a:pt x="2" y="10"/>
                      <a:pt x="2" y="10"/>
                    </a:cubicBezTo>
                    <a:cubicBezTo>
                      <a:pt x="2" y="9"/>
                      <a:pt x="2" y="9"/>
                      <a:pt x="2" y="9"/>
                    </a:cubicBezTo>
                    <a:cubicBezTo>
                      <a:pt x="0" y="9"/>
                      <a:pt x="0" y="9"/>
                      <a:pt x="0" y="9"/>
                    </a:cubicBezTo>
                    <a:cubicBezTo>
                      <a:pt x="0" y="10"/>
                      <a:pt x="0" y="10"/>
                      <a:pt x="0" y="10"/>
                    </a:cubicBezTo>
                    <a:close/>
                    <a:moveTo>
                      <a:pt x="16" y="10"/>
                    </a:moveTo>
                    <a:cubicBezTo>
                      <a:pt x="35" y="10"/>
                      <a:pt x="35" y="10"/>
                      <a:pt x="35" y="10"/>
                    </a:cubicBezTo>
                    <a:cubicBezTo>
                      <a:pt x="34" y="9"/>
                      <a:pt x="31" y="7"/>
                      <a:pt x="28" y="7"/>
                    </a:cubicBezTo>
                    <a:cubicBezTo>
                      <a:pt x="21" y="5"/>
                      <a:pt x="18" y="7"/>
                      <a:pt x="16" y="10"/>
                    </a:cubicBezTo>
                    <a:close/>
                    <a:moveTo>
                      <a:pt x="52" y="10"/>
                    </a:moveTo>
                    <a:cubicBezTo>
                      <a:pt x="54" y="10"/>
                      <a:pt x="54" y="10"/>
                      <a:pt x="54" y="10"/>
                    </a:cubicBezTo>
                    <a:cubicBezTo>
                      <a:pt x="54" y="6"/>
                      <a:pt x="55" y="2"/>
                      <a:pt x="55" y="2"/>
                    </a:cubicBezTo>
                    <a:cubicBezTo>
                      <a:pt x="52" y="2"/>
                      <a:pt x="52" y="2"/>
                      <a:pt x="52" y="2"/>
                    </a:cubicBezTo>
                    <a:cubicBezTo>
                      <a:pt x="52" y="2"/>
                      <a:pt x="52" y="7"/>
                      <a:pt x="52" y="9"/>
                    </a:cubicBezTo>
                    <a:cubicBezTo>
                      <a:pt x="52" y="9"/>
                      <a:pt x="52" y="10"/>
                      <a:pt x="52" y="10"/>
                    </a:cubicBezTo>
                    <a:close/>
                    <a:moveTo>
                      <a:pt x="65" y="10"/>
                    </a:moveTo>
                    <a:cubicBezTo>
                      <a:pt x="89" y="10"/>
                      <a:pt x="89" y="10"/>
                      <a:pt x="89" y="10"/>
                    </a:cubicBezTo>
                    <a:cubicBezTo>
                      <a:pt x="89" y="8"/>
                      <a:pt x="84" y="4"/>
                      <a:pt x="77" y="2"/>
                    </a:cubicBezTo>
                    <a:cubicBezTo>
                      <a:pt x="68" y="0"/>
                      <a:pt x="68" y="6"/>
                      <a:pt x="65" y="10"/>
                    </a:cubicBezTo>
                    <a:close/>
                  </a:path>
                </a:pathLst>
              </a:custGeom>
              <a:solidFill>
                <a:srgbClr val="D2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39" name="Freeform 267"/>
              <p:cNvSpPr>
                <a:spLocks noEditPoints="1"/>
              </p:cNvSpPr>
              <p:nvPr/>
            </p:nvSpPr>
            <p:spPr bwMode="auto">
              <a:xfrm>
                <a:off x="1291" y="1160"/>
                <a:ext cx="174" cy="21"/>
              </a:xfrm>
              <a:custGeom>
                <a:avLst/>
                <a:gdLst>
                  <a:gd name="T0" fmla="*/ 0 w 91"/>
                  <a:gd name="T1" fmla="*/ 11 h 11"/>
                  <a:gd name="T2" fmla="*/ 2 w 91"/>
                  <a:gd name="T3" fmla="*/ 11 h 11"/>
                  <a:gd name="T4" fmla="*/ 2 w 91"/>
                  <a:gd name="T5" fmla="*/ 9 h 11"/>
                  <a:gd name="T6" fmla="*/ 0 w 91"/>
                  <a:gd name="T7" fmla="*/ 9 h 11"/>
                  <a:gd name="T8" fmla="*/ 0 w 91"/>
                  <a:gd name="T9" fmla="*/ 11 h 11"/>
                  <a:gd name="T10" fmla="*/ 15 w 91"/>
                  <a:gd name="T11" fmla="*/ 11 h 11"/>
                  <a:gd name="T12" fmla="*/ 36 w 91"/>
                  <a:gd name="T13" fmla="*/ 11 h 11"/>
                  <a:gd name="T14" fmla="*/ 28 w 91"/>
                  <a:gd name="T15" fmla="*/ 7 h 11"/>
                  <a:gd name="T16" fmla="*/ 15 w 91"/>
                  <a:gd name="T17" fmla="*/ 11 h 11"/>
                  <a:gd name="T18" fmla="*/ 15 w 91"/>
                  <a:gd name="T19" fmla="*/ 11 h 11"/>
                  <a:gd name="T20" fmla="*/ 52 w 91"/>
                  <a:gd name="T21" fmla="*/ 11 h 11"/>
                  <a:gd name="T22" fmla="*/ 54 w 91"/>
                  <a:gd name="T23" fmla="*/ 11 h 11"/>
                  <a:gd name="T24" fmla="*/ 54 w 91"/>
                  <a:gd name="T25" fmla="*/ 11 h 11"/>
                  <a:gd name="T26" fmla="*/ 55 w 91"/>
                  <a:gd name="T27" fmla="*/ 2 h 11"/>
                  <a:gd name="T28" fmla="*/ 52 w 91"/>
                  <a:gd name="T29" fmla="*/ 2 h 11"/>
                  <a:gd name="T30" fmla="*/ 52 w 91"/>
                  <a:gd name="T31" fmla="*/ 9 h 11"/>
                  <a:gd name="T32" fmla="*/ 52 w 91"/>
                  <a:gd name="T33" fmla="*/ 11 h 11"/>
                  <a:gd name="T34" fmla="*/ 64 w 91"/>
                  <a:gd name="T35" fmla="*/ 11 h 11"/>
                  <a:gd name="T36" fmla="*/ 89 w 91"/>
                  <a:gd name="T37" fmla="*/ 11 h 11"/>
                  <a:gd name="T38" fmla="*/ 77 w 91"/>
                  <a:gd name="T39" fmla="*/ 2 h 11"/>
                  <a:gd name="T40" fmla="*/ 65 w 91"/>
                  <a:gd name="T41" fmla="*/ 10 h 11"/>
                  <a:gd name="T42" fmla="*/ 64 w 91"/>
                  <a:gd name="T4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1" h="11">
                    <a:moveTo>
                      <a:pt x="0" y="11"/>
                    </a:moveTo>
                    <a:cubicBezTo>
                      <a:pt x="2" y="11"/>
                      <a:pt x="2" y="11"/>
                      <a:pt x="2" y="11"/>
                    </a:cubicBezTo>
                    <a:cubicBezTo>
                      <a:pt x="2" y="10"/>
                      <a:pt x="2" y="9"/>
                      <a:pt x="2" y="9"/>
                    </a:cubicBezTo>
                    <a:cubicBezTo>
                      <a:pt x="0" y="9"/>
                      <a:pt x="0" y="9"/>
                      <a:pt x="0" y="9"/>
                    </a:cubicBezTo>
                    <a:cubicBezTo>
                      <a:pt x="0" y="11"/>
                      <a:pt x="0" y="11"/>
                      <a:pt x="0" y="11"/>
                    </a:cubicBezTo>
                    <a:close/>
                    <a:moveTo>
                      <a:pt x="15" y="11"/>
                    </a:moveTo>
                    <a:cubicBezTo>
                      <a:pt x="36" y="11"/>
                      <a:pt x="36" y="11"/>
                      <a:pt x="36" y="11"/>
                    </a:cubicBezTo>
                    <a:cubicBezTo>
                      <a:pt x="35" y="10"/>
                      <a:pt x="32" y="8"/>
                      <a:pt x="28" y="7"/>
                    </a:cubicBezTo>
                    <a:cubicBezTo>
                      <a:pt x="21" y="4"/>
                      <a:pt x="17" y="8"/>
                      <a:pt x="15" y="11"/>
                    </a:cubicBezTo>
                    <a:cubicBezTo>
                      <a:pt x="15" y="11"/>
                      <a:pt x="15" y="11"/>
                      <a:pt x="15" y="11"/>
                    </a:cubicBezTo>
                    <a:close/>
                    <a:moveTo>
                      <a:pt x="52" y="11"/>
                    </a:moveTo>
                    <a:cubicBezTo>
                      <a:pt x="54" y="11"/>
                      <a:pt x="54" y="11"/>
                      <a:pt x="54" y="11"/>
                    </a:cubicBezTo>
                    <a:cubicBezTo>
                      <a:pt x="54" y="11"/>
                      <a:pt x="54" y="11"/>
                      <a:pt x="54" y="11"/>
                    </a:cubicBezTo>
                    <a:cubicBezTo>
                      <a:pt x="54" y="7"/>
                      <a:pt x="55" y="2"/>
                      <a:pt x="55" y="2"/>
                    </a:cubicBezTo>
                    <a:cubicBezTo>
                      <a:pt x="52" y="2"/>
                      <a:pt x="52" y="2"/>
                      <a:pt x="52" y="2"/>
                    </a:cubicBezTo>
                    <a:cubicBezTo>
                      <a:pt x="52" y="2"/>
                      <a:pt x="52" y="7"/>
                      <a:pt x="52" y="9"/>
                    </a:cubicBezTo>
                    <a:cubicBezTo>
                      <a:pt x="52" y="10"/>
                      <a:pt x="52" y="10"/>
                      <a:pt x="52" y="11"/>
                    </a:cubicBezTo>
                    <a:close/>
                    <a:moveTo>
                      <a:pt x="64" y="11"/>
                    </a:moveTo>
                    <a:cubicBezTo>
                      <a:pt x="89" y="11"/>
                      <a:pt x="89" y="11"/>
                      <a:pt x="89" y="11"/>
                    </a:cubicBezTo>
                    <a:cubicBezTo>
                      <a:pt x="91" y="9"/>
                      <a:pt x="85" y="4"/>
                      <a:pt x="77" y="2"/>
                    </a:cubicBezTo>
                    <a:cubicBezTo>
                      <a:pt x="68" y="0"/>
                      <a:pt x="68" y="6"/>
                      <a:pt x="65" y="10"/>
                    </a:cubicBezTo>
                    <a:cubicBezTo>
                      <a:pt x="65" y="10"/>
                      <a:pt x="64" y="11"/>
                      <a:pt x="64" y="11"/>
                    </a:cubicBezTo>
                    <a:close/>
                  </a:path>
                </a:pathLst>
              </a:custGeom>
              <a:solidFill>
                <a:srgbClr val="D3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0" name="Freeform 268"/>
              <p:cNvSpPr>
                <a:spLocks noEditPoints="1"/>
              </p:cNvSpPr>
              <p:nvPr/>
            </p:nvSpPr>
            <p:spPr bwMode="auto">
              <a:xfrm>
                <a:off x="1291" y="1160"/>
                <a:ext cx="174" cy="24"/>
              </a:xfrm>
              <a:custGeom>
                <a:avLst/>
                <a:gdLst>
                  <a:gd name="T0" fmla="*/ 0 w 91"/>
                  <a:gd name="T1" fmla="*/ 13 h 13"/>
                  <a:gd name="T2" fmla="*/ 2 w 91"/>
                  <a:gd name="T3" fmla="*/ 13 h 13"/>
                  <a:gd name="T4" fmla="*/ 2 w 91"/>
                  <a:gd name="T5" fmla="*/ 9 h 13"/>
                  <a:gd name="T6" fmla="*/ 0 w 91"/>
                  <a:gd name="T7" fmla="*/ 9 h 13"/>
                  <a:gd name="T8" fmla="*/ 0 w 91"/>
                  <a:gd name="T9" fmla="*/ 13 h 13"/>
                  <a:gd name="T10" fmla="*/ 14 w 91"/>
                  <a:gd name="T11" fmla="*/ 13 h 13"/>
                  <a:gd name="T12" fmla="*/ 36 w 91"/>
                  <a:gd name="T13" fmla="*/ 13 h 13"/>
                  <a:gd name="T14" fmla="*/ 28 w 91"/>
                  <a:gd name="T15" fmla="*/ 7 h 13"/>
                  <a:gd name="T16" fmla="*/ 15 w 91"/>
                  <a:gd name="T17" fmla="*/ 11 h 13"/>
                  <a:gd name="T18" fmla="*/ 14 w 91"/>
                  <a:gd name="T19" fmla="*/ 13 h 13"/>
                  <a:gd name="T20" fmla="*/ 51 w 91"/>
                  <a:gd name="T21" fmla="*/ 13 h 13"/>
                  <a:gd name="T22" fmla="*/ 54 w 91"/>
                  <a:gd name="T23" fmla="*/ 13 h 13"/>
                  <a:gd name="T24" fmla="*/ 54 w 91"/>
                  <a:gd name="T25" fmla="*/ 11 h 13"/>
                  <a:gd name="T26" fmla="*/ 55 w 91"/>
                  <a:gd name="T27" fmla="*/ 2 h 13"/>
                  <a:gd name="T28" fmla="*/ 52 w 91"/>
                  <a:gd name="T29" fmla="*/ 2 h 13"/>
                  <a:gd name="T30" fmla="*/ 52 w 91"/>
                  <a:gd name="T31" fmla="*/ 9 h 13"/>
                  <a:gd name="T32" fmla="*/ 51 w 91"/>
                  <a:gd name="T33" fmla="*/ 13 h 13"/>
                  <a:gd name="T34" fmla="*/ 63 w 91"/>
                  <a:gd name="T35" fmla="*/ 13 h 13"/>
                  <a:gd name="T36" fmla="*/ 87 w 91"/>
                  <a:gd name="T37" fmla="*/ 13 h 13"/>
                  <a:gd name="T38" fmla="*/ 89 w 91"/>
                  <a:gd name="T39" fmla="*/ 12 h 13"/>
                  <a:gd name="T40" fmla="*/ 77 w 91"/>
                  <a:gd name="T41" fmla="*/ 2 h 13"/>
                  <a:gd name="T42" fmla="*/ 65 w 91"/>
                  <a:gd name="T43" fmla="*/ 10 h 13"/>
                  <a:gd name="T44" fmla="*/ 63 w 91"/>
                  <a:gd name="T4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1" h="13">
                    <a:moveTo>
                      <a:pt x="0" y="13"/>
                    </a:moveTo>
                    <a:cubicBezTo>
                      <a:pt x="2" y="13"/>
                      <a:pt x="2" y="13"/>
                      <a:pt x="2" y="13"/>
                    </a:cubicBezTo>
                    <a:cubicBezTo>
                      <a:pt x="2" y="10"/>
                      <a:pt x="2" y="9"/>
                      <a:pt x="2" y="9"/>
                    </a:cubicBezTo>
                    <a:cubicBezTo>
                      <a:pt x="0" y="9"/>
                      <a:pt x="0" y="9"/>
                      <a:pt x="0" y="9"/>
                    </a:cubicBezTo>
                    <a:cubicBezTo>
                      <a:pt x="0" y="13"/>
                      <a:pt x="0" y="13"/>
                      <a:pt x="0" y="13"/>
                    </a:cubicBezTo>
                    <a:close/>
                    <a:moveTo>
                      <a:pt x="14" y="13"/>
                    </a:moveTo>
                    <a:cubicBezTo>
                      <a:pt x="36" y="13"/>
                      <a:pt x="36" y="13"/>
                      <a:pt x="36" y="13"/>
                    </a:cubicBezTo>
                    <a:cubicBezTo>
                      <a:pt x="36" y="11"/>
                      <a:pt x="33" y="8"/>
                      <a:pt x="28" y="7"/>
                    </a:cubicBezTo>
                    <a:cubicBezTo>
                      <a:pt x="21" y="4"/>
                      <a:pt x="17" y="8"/>
                      <a:pt x="15" y="11"/>
                    </a:cubicBezTo>
                    <a:cubicBezTo>
                      <a:pt x="14" y="13"/>
                      <a:pt x="14" y="13"/>
                      <a:pt x="14" y="13"/>
                    </a:cubicBezTo>
                    <a:close/>
                    <a:moveTo>
                      <a:pt x="51" y="13"/>
                    </a:moveTo>
                    <a:cubicBezTo>
                      <a:pt x="54" y="13"/>
                      <a:pt x="54" y="13"/>
                      <a:pt x="54" y="13"/>
                    </a:cubicBezTo>
                    <a:cubicBezTo>
                      <a:pt x="54" y="12"/>
                      <a:pt x="54" y="12"/>
                      <a:pt x="54" y="11"/>
                    </a:cubicBezTo>
                    <a:cubicBezTo>
                      <a:pt x="54" y="7"/>
                      <a:pt x="55" y="2"/>
                      <a:pt x="55" y="2"/>
                    </a:cubicBezTo>
                    <a:cubicBezTo>
                      <a:pt x="52" y="2"/>
                      <a:pt x="52" y="2"/>
                      <a:pt x="52" y="2"/>
                    </a:cubicBezTo>
                    <a:cubicBezTo>
                      <a:pt x="52" y="2"/>
                      <a:pt x="52" y="7"/>
                      <a:pt x="52" y="9"/>
                    </a:cubicBezTo>
                    <a:cubicBezTo>
                      <a:pt x="52" y="10"/>
                      <a:pt x="52" y="11"/>
                      <a:pt x="51" y="13"/>
                    </a:cubicBezTo>
                    <a:close/>
                    <a:moveTo>
                      <a:pt x="63" y="13"/>
                    </a:moveTo>
                    <a:cubicBezTo>
                      <a:pt x="87" y="13"/>
                      <a:pt x="87" y="13"/>
                      <a:pt x="87" y="13"/>
                    </a:cubicBezTo>
                    <a:cubicBezTo>
                      <a:pt x="88" y="12"/>
                      <a:pt x="89" y="12"/>
                      <a:pt x="89" y="12"/>
                    </a:cubicBezTo>
                    <a:cubicBezTo>
                      <a:pt x="91" y="9"/>
                      <a:pt x="85" y="4"/>
                      <a:pt x="77" y="2"/>
                    </a:cubicBezTo>
                    <a:cubicBezTo>
                      <a:pt x="68" y="0"/>
                      <a:pt x="68" y="6"/>
                      <a:pt x="65" y="10"/>
                    </a:cubicBezTo>
                    <a:cubicBezTo>
                      <a:pt x="65" y="11"/>
                      <a:pt x="64" y="12"/>
                      <a:pt x="63" y="13"/>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1" name="Freeform 269"/>
              <p:cNvSpPr>
                <a:spLocks noEditPoints="1"/>
              </p:cNvSpPr>
              <p:nvPr/>
            </p:nvSpPr>
            <p:spPr bwMode="auto">
              <a:xfrm>
                <a:off x="1291" y="1160"/>
                <a:ext cx="174" cy="26"/>
              </a:xfrm>
              <a:custGeom>
                <a:avLst/>
                <a:gdLst>
                  <a:gd name="T0" fmla="*/ 0 w 91"/>
                  <a:gd name="T1" fmla="*/ 14 h 14"/>
                  <a:gd name="T2" fmla="*/ 2 w 91"/>
                  <a:gd name="T3" fmla="*/ 14 h 14"/>
                  <a:gd name="T4" fmla="*/ 2 w 91"/>
                  <a:gd name="T5" fmla="*/ 9 h 14"/>
                  <a:gd name="T6" fmla="*/ 0 w 91"/>
                  <a:gd name="T7" fmla="*/ 9 h 14"/>
                  <a:gd name="T8" fmla="*/ 0 w 91"/>
                  <a:gd name="T9" fmla="*/ 14 h 14"/>
                  <a:gd name="T10" fmla="*/ 13 w 91"/>
                  <a:gd name="T11" fmla="*/ 14 h 14"/>
                  <a:gd name="T12" fmla="*/ 36 w 91"/>
                  <a:gd name="T13" fmla="*/ 14 h 14"/>
                  <a:gd name="T14" fmla="*/ 28 w 91"/>
                  <a:gd name="T15" fmla="*/ 7 h 14"/>
                  <a:gd name="T16" fmla="*/ 15 w 91"/>
                  <a:gd name="T17" fmla="*/ 11 h 14"/>
                  <a:gd name="T18" fmla="*/ 13 w 91"/>
                  <a:gd name="T19" fmla="*/ 14 h 14"/>
                  <a:gd name="T20" fmla="*/ 51 w 91"/>
                  <a:gd name="T21" fmla="*/ 14 h 14"/>
                  <a:gd name="T22" fmla="*/ 54 w 91"/>
                  <a:gd name="T23" fmla="*/ 14 h 14"/>
                  <a:gd name="T24" fmla="*/ 54 w 91"/>
                  <a:gd name="T25" fmla="*/ 11 h 14"/>
                  <a:gd name="T26" fmla="*/ 55 w 91"/>
                  <a:gd name="T27" fmla="*/ 2 h 14"/>
                  <a:gd name="T28" fmla="*/ 52 w 91"/>
                  <a:gd name="T29" fmla="*/ 2 h 14"/>
                  <a:gd name="T30" fmla="*/ 52 w 91"/>
                  <a:gd name="T31" fmla="*/ 9 h 14"/>
                  <a:gd name="T32" fmla="*/ 51 w 91"/>
                  <a:gd name="T33" fmla="*/ 14 h 14"/>
                  <a:gd name="T34" fmla="*/ 62 w 91"/>
                  <a:gd name="T35" fmla="*/ 14 h 14"/>
                  <a:gd name="T36" fmla="*/ 79 w 91"/>
                  <a:gd name="T37" fmla="*/ 14 h 14"/>
                  <a:gd name="T38" fmla="*/ 80 w 91"/>
                  <a:gd name="T39" fmla="*/ 13 h 14"/>
                  <a:gd name="T40" fmla="*/ 89 w 91"/>
                  <a:gd name="T41" fmla="*/ 12 h 14"/>
                  <a:gd name="T42" fmla="*/ 77 w 91"/>
                  <a:gd name="T43" fmla="*/ 2 h 14"/>
                  <a:gd name="T44" fmla="*/ 65 w 91"/>
                  <a:gd name="T45" fmla="*/ 10 h 14"/>
                  <a:gd name="T46" fmla="*/ 62 w 91"/>
                  <a:gd name="T4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1" h="14">
                    <a:moveTo>
                      <a:pt x="0" y="14"/>
                    </a:moveTo>
                    <a:cubicBezTo>
                      <a:pt x="2" y="14"/>
                      <a:pt x="2" y="14"/>
                      <a:pt x="2" y="14"/>
                    </a:cubicBezTo>
                    <a:cubicBezTo>
                      <a:pt x="2" y="11"/>
                      <a:pt x="2" y="9"/>
                      <a:pt x="2" y="9"/>
                    </a:cubicBezTo>
                    <a:cubicBezTo>
                      <a:pt x="0" y="9"/>
                      <a:pt x="0" y="9"/>
                      <a:pt x="0" y="9"/>
                    </a:cubicBezTo>
                    <a:cubicBezTo>
                      <a:pt x="0" y="14"/>
                      <a:pt x="0" y="14"/>
                      <a:pt x="0" y="14"/>
                    </a:cubicBezTo>
                    <a:close/>
                    <a:moveTo>
                      <a:pt x="13" y="14"/>
                    </a:moveTo>
                    <a:cubicBezTo>
                      <a:pt x="36" y="14"/>
                      <a:pt x="36" y="14"/>
                      <a:pt x="36" y="14"/>
                    </a:cubicBezTo>
                    <a:cubicBezTo>
                      <a:pt x="37" y="12"/>
                      <a:pt x="35" y="8"/>
                      <a:pt x="28" y="7"/>
                    </a:cubicBezTo>
                    <a:cubicBezTo>
                      <a:pt x="21" y="4"/>
                      <a:pt x="17" y="8"/>
                      <a:pt x="15" y="11"/>
                    </a:cubicBezTo>
                    <a:cubicBezTo>
                      <a:pt x="15" y="12"/>
                      <a:pt x="14" y="13"/>
                      <a:pt x="13" y="14"/>
                    </a:cubicBezTo>
                    <a:close/>
                    <a:moveTo>
                      <a:pt x="51" y="14"/>
                    </a:moveTo>
                    <a:cubicBezTo>
                      <a:pt x="54" y="14"/>
                      <a:pt x="54" y="14"/>
                      <a:pt x="54" y="14"/>
                    </a:cubicBezTo>
                    <a:cubicBezTo>
                      <a:pt x="54" y="13"/>
                      <a:pt x="54" y="12"/>
                      <a:pt x="54" y="11"/>
                    </a:cubicBezTo>
                    <a:cubicBezTo>
                      <a:pt x="54" y="7"/>
                      <a:pt x="55" y="2"/>
                      <a:pt x="55" y="2"/>
                    </a:cubicBezTo>
                    <a:cubicBezTo>
                      <a:pt x="52" y="2"/>
                      <a:pt x="52" y="2"/>
                      <a:pt x="52" y="2"/>
                    </a:cubicBezTo>
                    <a:cubicBezTo>
                      <a:pt x="52" y="2"/>
                      <a:pt x="52" y="7"/>
                      <a:pt x="52" y="9"/>
                    </a:cubicBezTo>
                    <a:cubicBezTo>
                      <a:pt x="52" y="10"/>
                      <a:pt x="52" y="12"/>
                      <a:pt x="51" y="14"/>
                    </a:cubicBezTo>
                    <a:close/>
                    <a:moveTo>
                      <a:pt x="62" y="14"/>
                    </a:moveTo>
                    <a:cubicBezTo>
                      <a:pt x="79" y="14"/>
                      <a:pt x="79" y="14"/>
                      <a:pt x="79" y="14"/>
                    </a:cubicBezTo>
                    <a:cubicBezTo>
                      <a:pt x="80" y="14"/>
                      <a:pt x="80" y="14"/>
                      <a:pt x="80" y="13"/>
                    </a:cubicBezTo>
                    <a:cubicBezTo>
                      <a:pt x="83" y="12"/>
                      <a:pt x="87" y="14"/>
                      <a:pt x="89" y="12"/>
                    </a:cubicBezTo>
                    <a:cubicBezTo>
                      <a:pt x="91" y="9"/>
                      <a:pt x="85" y="4"/>
                      <a:pt x="77" y="2"/>
                    </a:cubicBezTo>
                    <a:cubicBezTo>
                      <a:pt x="68" y="0"/>
                      <a:pt x="68" y="6"/>
                      <a:pt x="65" y="10"/>
                    </a:cubicBezTo>
                    <a:cubicBezTo>
                      <a:pt x="64" y="11"/>
                      <a:pt x="63" y="13"/>
                      <a:pt x="62" y="14"/>
                    </a:cubicBezTo>
                    <a:close/>
                  </a:path>
                </a:pathLst>
              </a:custGeom>
              <a:solidFill>
                <a:srgbClr val="D4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2" name="Freeform 270"/>
              <p:cNvSpPr>
                <a:spLocks noEditPoints="1"/>
              </p:cNvSpPr>
              <p:nvPr/>
            </p:nvSpPr>
            <p:spPr bwMode="auto">
              <a:xfrm>
                <a:off x="1291" y="1160"/>
                <a:ext cx="174" cy="28"/>
              </a:xfrm>
              <a:custGeom>
                <a:avLst/>
                <a:gdLst>
                  <a:gd name="T0" fmla="*/ 0 w 91"/>
                  <a:gd name="T1" fmla="*/ 15 h 15"/>
                  <a:gd name="T2" fmla="*/ 2 w 91"/>
                  <a:gd name="T3" fmla="*/ 15 h 15"/>
                  <a:gd name="T4" fmla="*/ 2 w 91"/>
                  <a:gd name="T5" fmla="*/ 9 h 15"/>
                  <a:gd name="T6" fmla="*/ 0 w 91"/>
                  <a:gd name="T7" fmla="*/ 9 h 15"/>
                  <a:gd name="T8" fmla="*/ 0 w 91"/>
                  <a:gd name="T9" fmla="*/ 15 h 15"/>
                  <a:gd name="T10" fmla="*/ 13 w 91"/>
                  <a:gd name="T11" fmla="*/ 15 h 15"/>
                  <a:gd name="T12" fmla="*/ 33 w 91"/>
                  <a:gd name="T13" fmla="*/ 15 h 15"/>
                  <a:gd name="T14" fmla="*/ 34 w 91"/>
                  <a:gd name="T15" fmla="*/ 15 h 15"/>
                  <a:gd name="T16" fmla="*/ 28 w 91"/>
                  <a:gd name="T17" fmla="*/ 7 h 15"/>
                  <a:gd name="T18" fmla="*/ 15 w 91"/>
                  <a:gd name="T19" fmla="*/ 11 h 15"/>
                  <a:gd name="T20" fmla="*/ 13 w 91"/>
                  <a:gd name="T21" fmla="*/ 15 h 15"/>
                  <a:gd name="T22" fmla="*/ 51 w 91"/>
                  <a:gd name="T23" fmla="*/ 15 h 15"/>
                  <a:gd name="T24" fmla="*/ 54 w 91"/>
                  <a:gd name="T25" fmla="*/ 15 h 15"/>
                  <a:gd name="T26" fmla="*/ 54 w 91"/>
                  <a:gd name="T27" fmla="*/ 11 h 15"/>
                  <a:gd name="T28" fmla="*/ 55 w 91"/>
                  <a:gd name="T29" fmla="*/ 2 h 15"/>
                  <a:gd name="T30" fmla="*/ 52 w 91"/>
                  <a:gd name="T31" fmla="*/ 2 h 15"/>
                  <a:gd name="T32" fmla="*/ 52 w 91"/>
                  <a:gd name="T33" fmla="*/ 9 h 15"/>
                  <a:gd name="T34" fmla="*/ 51 w 91"/>
                  <a:gd name="T35" fmla="*/ 15 h 15"/>
                  <a:gd name="T36" fmla="*/ 61 w 91"/>
                  <a:gd name="T37" fmla="*/ 15 h 15"/>
                  <a:gd name="T38" fmla="*/ 78 w 91"/>
                  <a:gd name="T39" fmla="*/ 15 h 15"/>
                  <a:gd name="T40" fmla="*/ 80 w 91"/>
                  <a:gd name="T41" fmla="*/ 13 h 15"/>
                  <a:gd name="T42" fmla="*/ 89 w 91"/>
                  <a:gd name="T43" fmla="*/ 12 h 15"/>
                  <a:gd name="T44" fmla="*/ 77 w 91"/>
                  <a:gd name="T45" fmla="*/ 2 h 15"/>
                  <a:gd name="T46" fmla="*/ 65 w 91"/>
                  <a:gd name="T47" fmla="*/ 10 h 15"/>
                  <a:gd name="T48" fmla="*/ 61 w 91"/>
                  <a:gd name="T4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1" h="15">
                    <a:moveTo>
                      <a:pt x="0" y="15"/>
                    </a:moveTo>
                    <a:cubicBezTo>
                      <a:pt x="2" y="15"/>
                      <a:pt x="2" y="15"/>
                      <a:pt x="2" y="15"/>
                    </a:cubicBezTo>
                    <a:cubicBezTo>
                      <a:pt x="2" y="12"/>
                      <a:pt x="2" y="9"/>
                      <a:pt x="2" y="9"/>
                    </a:cubicBezTo>
                    <a:cubicBezTo>
                      <a:pt x="0" y="9"/>
                      <a:pt x="0" y="9"/>
                      <a:pt x="0" y="9"/>
                    </a:cubicBezTo>
                    <a:cubicBezTo>
                      <a:pt x="0" y="15"/>
                      <a:pt x="0" y="15"/>
                      <a:pt x="0" y="15"/>
                    </a:cubicBezTo>
                    <a:close/>
                    <a:moveTo>
                      <a:pt x="13" y="15"/>
                    </a:moveTo>
                    <a:cubicBezTo>
                      <a:pt x="33" y="15"/>
                      <a:pt x="33" y="15"/>
                      <a:pt x="33" y="15"/>
                    </a:cubicBezTo>
                    <a:cubicBezTo>
                      <a:pt x="33" y="15"/>
                      <a:pt x="34" y="15"/>
                      <a:pt x="34" y="15"/>
                    </a:cubicBezTo>
                    <a:cubicBezTo>
                      <a:pt x="38" y="14"/>
                      <a:pt x="36" y="9"/>
                      <a:pt x="28" y="7"/>
                    </a:cubicBezTo>
                    <a:cubicBezTo>
                      <a:pt x="21" y="4"/>
                      <a:pt x="17" y="8"/>
                      <a:pt x="15" y="11"/>
                    </a:cubicBezTo>
                    <a:cubicBezTo>
                      <a:pt x="14" y="12"/>
                      <a:pt x="14" y="14"/>
                      <a:pt x="13" y="15"/>
                    </a:cubicBezTo>
                    <a:close/>
                    <a:moveTo>
                      <a:pt x="51" y="15"/>
                    </a:moveTo>
                    <a:cubicBezTo>
                      <a:pt x="54" y="15"/>
                      <a:pt x="54" y="15"/>
                      <a:pt x="54" y="15"/>
                    </a:cubicBezTo>
                    <a:cubicBezTo>
                      <a:pt x="54" y="14"/>
                      <a:pt x="54" y="13"/>
                      <a:pt x="54" y="11"/>
                    </a:cubicBezTo>
                    <a:cubicBezTo>
                      <a:pt x="54" y="7"/>
                      <a:pt x="55" y="2"/>
                      <a:pt x="55" y="2"/>
                    </a:cubicBezTo>
                    <a:cubicBezTo>
                      <a:pt x="52" y="2"/>
                      <a:pt x="52" y="2"/>
                      <a:pt x="52" y="2"/>
                    </a:cubicBezTo>
                    <a:cubicBezTo>
                      <a:pt x="52" y="2"/>
                      <a:pt x="52" y="7"/>
                      <a:pt x="52" y="9"/>
                    </a:cubicBezTo>
                    <a:cubicBezTo>
                      <a:pt x="52" y="10"/>
                      <a:pt x="52" y="13"/>
                      <a:pt x="51" y="15"/>
                    </a:cubicBezTo>
                    <a:close/>
                    <a:moveTo>
                      <a:pt x="61" y="15"/>
                    </a:moveTo>
                    <a:cubicBezTo>
                      <a:pt x="78" y="15"/>
                      <a:pt x="78" y="15"/>
                      <a:pt x="78" y="15"/>
                    </a:cubicBezTo>
                    <a:cubicBezTo>
                      <a:pt x="79" y="14"/>
                      <a:pt x="79" y="14"/>
                      <a:pt x="80" y="13"/>
                    </a:cubicBezTo>
                    <a:cubicBezTo>
                      <a:pt x="83" y="12"/>
                      <a:pt x="87" y="14"/>
                      <a:pt x="89" y="12"/>
                    </a:cubicBezTo>
                    <a:cubicBezTo>
                      <a:pt x="91" y="9"/>
                      <a:pt x="85" y="4"/>
                      <a:pt x="77" y="2"/>
                    </a:cubicBezTo>
                    <a:cubicBezTo>
                      <a:pt x="68" y="0"/>
                      <a:pt x="68" y="6"/>
                      <a:pt x="65" y="10"/>
                    </a:cubicBezTo>
                    <a:cubicBezTo>
                      <a:pt x="64" y="12"/>
                      <a:pt x="62" y="14"/>
                      <a:pt x="61" y="15"/>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3" name="Freeform 271"/>
              <p:cNvSpPr>
                <a:spLocks noEditPoints="1"/>
              </p:cNvSpPr>
              <p:nvPr/>
            </p:nvSpPr>
            <p:spPr bwMode="auto">
              <a:xfrm>
                <a:off x="1291" y="1160"/>
                <a:ext cx="174" cy="32"/>
              </a:xfrm>
              <a:custGeom>
                <a:avLst/>
                <a:gdLst>
                  <a:gd name="T0" fmla="*/ 0 w 91"/>
                  <a:gd name="T1" fmla="*/ 17 h 17"/>
                  <a:gd name="T2" fmla="*/ 2 w 91"/>
                  <a:gd name="T3" fmla="*/ 17 h 17"/>
                  <a:gd name="T4" fmla="*/ 2 w 91"/>
                  <a:gd name="T5" fmla="*/ 16 h 17"/>
                  <a:gd name="T6" fmla="*/ 2 w 91"/>
                  <a:gd name="T7" fmla="*/ 9 h 17"/>
                  <a:gd name="T8" fmla="*/ 0 w 91"/>
                  <a:gd name="T9" fmla="*/ 9 h 17"/>
                  <a:gd name="T10" fmla="*/ 0 w 91"/>
                  <a:gd name="T11" fmla="*/ 17 h 17"/>
                  <a:gd name="T12" fmla="*/ 12 w 91"/>
                  <a:gd name="T13" fmla="*/ 17 h 17"/>
                  <a:gd name="T14" fmla="*/ 26 w 91"/>
                  <a:gd name="T15" fmla="*/ 17 h 17"/>
                  <a:gd name="T16" fmla="*/ 34 w 91"/>
                  <a:gd name="T17" fmla="*/ 15 h 17"/>
                  <a:gd name="T18" fmla="*/ 28 w 91"/>
                  <a:gd name="T19" fmla="*/ 7 h 17"/>
                  <a:gd name="T20" fmla="*/ 15 w 91"/>
                  <a:gd name="T21" fmla="*/ 11 h 17"/>
                  <a:gd name="T22" fmla="*/ 12 w 91"/>
                  <a:gd name="T23" fmla="*/ 17 h 17"/>
                  <a:gd name="T24" fmla="*/ 51 w 91"/>
                  <a:gd name="T25" fmla="*/ 17 h 17"/>
                  <a:gd name="T26" fmla="*/ 54 w 91"/>
                  <a:gd name="T27" fmla="*/ 17 h 17"/>
                  <a:gd name="T28" fmla="*/ 54 w 91"/>
                  <a:gd name="T29" fmla="*/ 11 h 17"/>
                  <a:gd name="T30" fmla="*/ 55 w 91"/>
                  <a:gd name="T31" fmla="*/ 2 h 17"/>
                  <a:gd name="T32" fmla="*/ 52 w 91"/>
                  <a:gd name="T33" fmla="*/ 2 h 17"/>
                  <a:gd name="T34" fmla="*/ 52 w 91"/>
                  <a:gd name="T35" fmla="*/ 9 h 17"/>
                  <a:gd name="T36" fmla="*/ 51 w 91"/>
                  <a:gd name="T37" fmla="*/ 17 h 17"/>
                  <a:gd name="T38" fmla="*/ 59 w 91"/>
                  <a:gd name="T39" fmla="*/ 17 h 17"/>
                  <a:gd name="T40" fmla="*/ 78 w 91"/>
                  <a:gd name="T41" fmla="*/ 17 h 17"/>
                  <a:gd name="T42" fmla="*/ 80 w 91"/>
                  <a:gd name="T43" fmla="*/ 13 h 17"/>
                  <a:gd name="T44" fmla="*/ 89 w 91"/>
                  <a:gd name="T45" fmla="*/ 12 h 17"/>
                  <a:gd name="T46" fmla="*/ 77 w 91"/>
                  <a:gd name="T47" fmla="*/ 2 h 17"/>
                  <a:gd name="T48" fmla="*/ 65 w 91"/>
                  <a:gd name="T49" fmla="*/ 10 h 17"/>
                  <a:gd name="T50" fmla="*/ 59 w 91"/>
                  <a:gd name="T5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1" h="17">
                    <a:moveTo>
                      <a:pt x="0" y="17"/>
                    </a:moveTo>
                    <a:cubicBezTo>
                      <a:pt x="2" y="17"/>
                      <a:pt x="2" y="17"/>
                      <a:pt x="2" y="17"/>
                    </a:cubicBezTo>
                    <a:cubicBezTo>
                      <a:pt x="2" y="16"/>
                      <a:pt x="2" y="16"/>
                      <a:pt x="2" y="16"/>
                    </a:cubicBezTo>
                    <a:cubicBezTo>
                      <a:pt x="2" y="12"/>
                      <a:pt x="2" y="9"/>
                      <a:pt x="2" y="9"/>
                    </a:cubicBezTo>
                    <a:cubicBezTo>
                      <a:pt x="0" y="9"/>
                      <a:pt x="0" y="9"/>
                      <a:pt x="0" y="9"/>
                    </a:cubicBezTo>
                    <a:cubicBezTo>
                      <a:pt x="0" y="17"/>
                      <a:pt x="0" y="17"/>
                      <a:pt x="0" y="17"/>
                    </a:cubicBezTo>
                    <a:close/>
                    <a:moveTo>
                      <a:pt x="12" y="17"/>
                    </a:moveTo>
                    <a:cubicBezTo>
                      <a:pt x="26" y="17"/>
                      <a:pt x="26" y="17"/>
                      <a:pt x="26" y="17"/>
                    </a:cubicBezTo>
                    <a:cubicBezTo>
                      <a:pt x="27" y="15"/>
                      <a:pt x="31" y="16"/>
                      <a:pt x="34" y="15"/>
                    </a:cubicBezTo>
                    <a:cubicBezTo>
                      <a:pt x="38" y="14"/>
                      <a:pt x="36" y="9"/>
                      <a:pt x="28" y="7"/>
                    </a:cubicBezTo>
                    <a:cubicBezTo>
                      <a:pt x="21" y="4"/>
                      <a:pt x="17" y="8"/>
                      <a:pt x="15" y="11"/>
                    </a:cubicBezTo>
                    <a:cubicBezTo>
                      <a:pt x="14" y="13"/>
                      <a:pt x="13" y="15"/>
                      <a:pt x="12" y="17"/>
                    </a:cubicBezTo>
                    <a:close/>
                    <a:moveTo>
                      <a:pt x="51" y="17"/>
                    </a:moveTo>
                    <a:cubicBezTo>
                      <a:pt x="54" y="17"/>
                      <a:pt x="54" y="17"/>
                      <a:pt x="54" y="17"/>
                    </a:cubicBezTo>
                    <a:cubicBezTo>
                      <a:pt x="54" y="15"/>
                      <a:pt x="54" y="13"/>
                      <a:pt x="54" y="11"/>
                    </a:cubicBezTo>
                    <a:cubicBezTo>
                      <a:pt x="54" y="7"/>
                      <a:pt x="55" y="2"/>
                      <a:pt x="55" y="2"/>
                    </a:cubicBezTo>
                    <a:cubicBezTo>
                      <a:pt x="52" y="2"/>
                      <a:pt x="52" y="2"/>
                      <a:pt x="52" y="2"/>
                    </a:cubicBezTo>
                    <a:cubicBezTo>
                      <a:pt x="52" y="2"/>
                      <a:pt x="52" y="7"/>
                      <a:pt x="52" y="9"/>
                    </a:cubicBezTo>
                    <a:cubicBezTo>
                      <a:pt x="52" y="10"/>
                      <a:pt x="51" y="13"/>
                      <a:pt x="51" y="17"/>
                    </a:cubicBezTo>
                    <a:close/>
                    <a:moveTo>
                      <a:pt x="59" y="17"/>
                    </a:moveTo>
                    <a:cubicBezTo>
                      <a:pt x="78" y="17"/>
                      <a:pt x="78" y="17"/>
                      <a:pt x="78" y="17"/>
                    </a:cubicBezTo>
                    <a:cubicBezTo>
                      <a:pt x="78" y="15"/>
                      <a:pt x="79" y="14"/>
                      <a:pt x="80" y="13"/>
                    </a:cubicBezTo>
                    <a:cubicBezTo>
                      <a:pt x="83" y="12"/>
                      <a:pt x="87" y="14"/>
                      <a:pt x="89" y="12"/>
                    </a:cubicBezTo>
                    <a:cubicBezTo>
                      <a:pt x="91" y="9"/>
                      <a:pt x="85" y="4"/>
                      <a:pt x="77" y="2"/>
                    </a:cubicBezTo>
                    <a:cubicBezTo>
                      <a:pt x="68" y="0"/>
                      <a:pt x="68" y="6"/>
                      <a:pt x="65" y="10"/>
                    </a:cubicBezTo>
                    <a:cubicBezTo>
                      <a:pt x="64" y="12"/>
                      <a:pt x="61" y="15"/>
                      <a:pt x="59" y="17"/>
                    </a:cubicBezTo>
                    <a:close/>
                  </a:path>
                </a:pathLst>
              </a:custGeom>
              <a:solidFill>
                <a:srgbClr val="D5D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4" name="Freeform 272"/>
              <p:cNvSpPr>
                <a:spLocks noEditPoints="1"/>
              </p:cNvSpPr>
              <p:nvPr/>
            </p:nvSpPr>
            <p:spPr bwMode="auto">
              <a:xfrm>
                <a:off x="1291" y="1160"/>
                <a:ext cx="174" cy="34"/>
              </a:xfrm>
              <a:custGeom>
                <a:avLst/>
                <a:gdLst>
                  <a:gd name="T0" fmla="*/ 0 w 91"/>
                  <a:gd name="T1" fmla="*/ 18 h 18"/>
                  <a:gd name="T2" fmla="*/ 2 w 91"/>
                  <a:gd name="T3" fmla="*/ 18 h 18"/>
                  <a:gd name="T4" fmla="*/ 2 w 91"/>
                  <a:gd name="T5" fmla="*/ 16 h 18"/>
                  <a:gd name="T6" fmla="*/ 2 w 91"/>
                  <a:gd name="T7" fmla="*/ 9 h 18"/>
                  <a:gd name="T8" fmla="*/ 0 w 91"/>
                  <a:gd name="T9" fmla="*/ 9 h 18"/>
                  <a:gd name="T10" fmla="*/ 0 w 91"/>
                  <a:gd name="T11" fmla="*/ 17 h 18"/>
                  <a:gd name="T12" fmla="*/ 0 w 91"/>
                  <a:gd name="T13" fmla="*/ 18 h 18"/>
                  <a:gd name="T14" fmla="*/ 11 w 91"/>
                  <a:gd name="T15" fmla="*/ 18 h 18"/>
                  <a:gd name="T16" fmla="*/ 25 w 91"/>
                  <a:gd name="T17" fmla="*/ 18 h 18"/>
                  <a:gd name="T18" fmla="*/ 34 w 91"/>
                  <a:gd name="T19" fmla="*/ 15 h 18"/>
                  <a:gd name="T20" fmla="*/ 28 w 91"/>
                  <a:gd name="T21" fmla="*/ 7 h 18"/>
                  <a:gd name="T22" fmla="*/ 15 w 91"/>
                  <a:gd name="T23" fmla="*/ 11 h 18"/>
                  <a:gd name="T24" fmla="*/ 11 w 91"/>
                  <a:gd name="T25" fmla="*/ 18 h 18"/>
                  <a:gd name="T26" fmla="*/ 50 w 91"/>
                  <a:gd name="T27" fmla="*/ 18 h 18"/>
                  <a:gd name="T28" fmla="*/ 54 w 91"/>
                  <a:gd name="T29" fmla="*/ 18 h 18"/>
                  <a:gd name="T30" fmla="*/ 54 w 91"/>
                  <a:gd name="T31" fmla="*/ 11 h 18"/>
                  <a:gd name="T32" fmla="*/ 55 w 91"/>
                  <a:gd name="T33" fmla="*/ 2 h 18"/>
                  <a:gd name="T34" fmla="*/ 52 w 91"/>
                  <a:gd name="T35" fmla="*/ 2 h 18"/>
                  <a:gd name="T36" fmla="*/ 52 w 91"/>
                  <a:gd name="T37" fmla="*/ 9 h 18"/>
                  <a:gd name="T38" fmla="*/ 50 w 91"/>
                  <a:gd name="T39" fmla="*/ 18 h 18"/>
                  <a:gd name="T40" fmla="*/ 58 w 91"/>
                  <a:gd name="T41" fmla="*/ 18 h 18"/>
                  <a:gd name="T42" fmla="*/ 77 w 91"/>
                  <a:gd name="T43" fmla="*/ 18 h 18"/>
                  <a:gd name="T44" fmla="*/ 80 w 91"/>
                  <a:gd name="T45" fmla="*/ 13 h 18"/>
                  <a:gd name="T46" fmla="*/ 89 w 91"/>
                  <a:gd name="T47" fmla="*/ 12 h 18"/>
                  <a:gd name="T48" fmla="*/ 77 w 91"/>
                  <a:gd name="T49" fmla="*/ 2 h 18"/>
                  <a:gd name="T50" fmla="*/ 65 w 91"/>
                  <a:gd name="T51" fmla="*/ 10 h 18"/>
                  <a:gd name="T52" fmla="*/ 58 w 91"/>
                  <a:gd name="T5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1" h="18">
                    <a:moveTo>
                      <a:pt x="0" y="18"/>
                    </a:moveTo>
                    <a:cubicBezTo>
                      <a:pt x="2" y="18"/>
                      <a:pt x="2" y="18"/>
                      <a:pt x="2" y="18"/>
                    </a:cubicBezTo>
                    <a:cubicBezTo>
                      <a:pt x="2" y="17"/>
                      <a:pt x="2" y="17"/>
                      <a:pt x="2" y="16"/>
                    </a:cubicBezTo>
                    <a:cubicBezTo>
                      <a:pt x="2" y="12"/>
                      <a:pt x="2" y="9"/>
                      <a:pt x="2" y="9"/>
                    </a:cubicBezTo>
                    <a:cubicBezTo>
                      <a:pt x="0" y="9"/>
                      <a:pt x="0" y="9"/>
                      <a:pt x="0" y="9"/>
                    </a:cubicBezTo>
                    <a:cubicBezTo>
                      <a:pt x="0" y="9"/>
                      <a:pt x="0" y="13"/>
                      <a:pt x="0" y="17"/>
                    </a:cubicBezTo>
                    <a:cubicBezTo>
                      <a:pt x="0" y="17"/>
                      <a:pt x="0" y="17"/>
                      <a:pt x="0" y="18"/>
                    </a:cubicBezTo>
                    <a:close/>
                    <a:moveTo>
                      <a:pt x="11" y="18"/>
                    </a:moveTo>
                    <a:cubicBezTo>
                      <a:pt x="25" y="18"/>
                      <a:pt x="25" y="18"/>
                      <a:pt x="25" y="18"/>
                    </a:cubicBezTo>
                    <a:cubicBezTo>
                      <a:pt x="26" y="14"/>
                      <a:pt x="31" y="16"/>
                      <a:pt x="34" y="15"/>
                    </a:cubicBezTo>
                    <a:cubicBezTo>
                      <a:pt x="38" y="14"/>
                      <a:pt x="36" y="9"/>
                      <a:pt x="28" y="7"/>
                    </a:cubicBezTo>
                    <a:cubicBezTo>
                      <a:pt x="21" y="4"/>
                      <a:pt x="17" y="8"/>
                      <a:pt x="15" y="11"/>
                    </a:cubicBezTo>
                    <a:cubicBezTo>
                      <a:pt x="14" y="13"/>
                      <a:pt x="13" y="15"/>
                      <a:pt x="11" y="18"/>
                    </a:cubicBezTo>
                    <a:close/>
                    <a:moveTo>
                      <a:pt x="50" y="18"/>
                    </a:moveTo>
                    <a:cubicBezTo>
                      <a:pt x="54" y="18"/>
                      <a:pt x="54" y="18"/>
                      <a:pt x="54" y="18"/>
                    </a:cubicBezTo>
                    <a:cubicBezTo>
                      <a:pt x="54" y="16"/>
                      <a:pt x="54" y="14"/>
                      <a:pt x="54" y="11"/>
                    </a:cubicBezTo>
                    <a:cubicBezTo>
                      <a:pt x="54" y="7"/>
                      <a:pt x="55" y="2"/>
                      <a:pt x="55" y="2"/>
                    </a:cubicBezTo>
                    <a:cubicBezTo>
                      <a:pt x="52" y="2"/>
                      <a:pt x="52" y="2"/>
                      <a:pt x="52" y="2"/>
                    </a:cubicBezTo>
                    <a:cubicBezTo>
                      <a:pt x="52" y="2"/>
                      <a:pt x="52" y="7"/>
                      <a:pt x="52" y="9"/>
                    </a:cubicBezTo>
                    <a:cubicBezTo>
                      <a:pt x="52" y="11"/>
                      <a:pt x="51" y="14"/>
                      <a:pt x="50" y="18"/>
                    </a:cubicBezTo>
                    <a:close/>
                    <a:moveTo>
                      <a:pt x="58" y="18"/>
                    </a:moveTo>
                    <a:cubicBezTo>
                      <a:pt x="77" y="18"/>
                      <a:pt x="77" y="18"/>
                      <a:pt x="77" y="18"/>
                    </a:cubicBezTo>
                    <a:cubicBezTo>
                      <a:pt x="78" y="16"/>
                      <a:pt x="79" y="14"/>
                      <a:pt x="80" y="13"/>
                    </a:cubicBezTo>
                    <a:cubicBezTo>
                      <a:pt x="83" y="12"/>
                      <a:pt x="87" y="14"/>
                      <a:pt x="89" y="12"/>
                    </a:cubicBezTo>
                    <a:cubicBezTo>
                      <a:pt x="91" y="9"/>
                      <a:pt x="85" y="4"/>
                      <a:pt x="77" y="2"/>
                    </a:cubicBezTo>
                    <a:cubicBezTo>
                      <a:pt x="68" y="0"/>
                      <a:pt x="68" y="6"/>
                      <a:pt x="65" y="10"/>
                    </a:cubicBezTo>
                    <a:cubicBezTo>
                      <a:pt x="63" y="13"/>
                      <a:pt x="60" y="16"/>
                      <a:pt x="58" y="18"/>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5" name="Freeform 273"/>
              <p:cNvSpPr>
                <a:spLocks noEditPoints="1"/>
              </p:cNvSpPr>
              <p:nvPr/>
            </p:nvSpPr>
            <p:spPr bwMode="auto">
              <a:xfrm>
                <a:off x="1291" y="1160"/>
                <a:ext cx="174" cy="38"/>
              </a:xfrm>
              <a:custGeom>
                <a:avLst/>
                <a:gdLst>
                  <a:gd name="T0" fmla="*/ 0 w 91"/>
                  <a:gd name="T1" fmla="*/ 19 h 20"/>
                  <a:gd name="T2" fmla="*/ 2 w 91"/>
                  <a:gd name="T3" fmla="*/ 19 h 20"/>
                  <a:gd name="T4" fmla="*/ 2 w 91"/>
                  <a:gd name="T5" fmla="*/ 16 h 20"/>
                  <a:gd name="T6" fmla="*/ 2 w 91"/>
                  <a:gd name="T7" fmla="*/ 9 h 20"/>
                  <a:gd name="T8" fmla="*/ 0 w 91"/>
                  <a:gd name="T9" fmla="*/ 9 h 20"/>
                  <a:gd name="T10" fmla="*/ 0 w 91"/>
                  <a:gd name="T11" fmla="*/ 17 h 20"/>
                  <a:gd name="T12" fmla="*/ 0 w 91"/>
                  <a:gd name="T13" fmla="*/ 19 h 20"/>
                  <a:gd name="T14" fmla="*/ 11 w 91"/>
                  <a:gd name="T15" fmla="*/ 19 h 20"/>
                  <a:gd name="T16" fmla="*/ 24 w 91"/>
                  <a:gd name="T17" fmla="*/ 19 h 20"/>
                  <a:gd name="T18" fmla="*/ 24 w 91"/>
                  <a:gd name="T19" fmla="*/ 18 h 20"/>
                  <a:gd name="T20" fmla="*/ 34 w 91"/>
                  <a:gd name="T21" fmla="*/ 15 h 20"/>
                  <a:gd name="T22" fmla="*/ 28 w 91"/>
                  <a:gd name="T23" fmla="*/ 7 h 20"/>
                  <a:gd name="T24" fmla="*/ 15 w 91"/>
                  <a:gd name="T25" fmla="*/ 11 h 20"/>
                  <a:gd name="T26" fmla="*/ 11 w 91"/>
                  <a:gd name="T27" fmla="*/ 19 h 20"/>
                  <a:gd name="T28" fmla="*/ 50 w 91"/>
                  <a:gd name="T29" fmla="*/ 19 h 20"/>
                  <a:gd name="T30" fmla="*/ 76 w 91"/>
                  <a:gd name="T31" fmla="*/ 19 h 20"/>
                  <a:gd name="T32" fmla="*/ 80 w 91"/>
                  <a:gd name="T33" fmla="*/ 13 h 20"/>
                  <a:gd name="T34" fmla="*/ 89 w 91"/>
                  <a:gd name="T35" fmla="*/ 12 h 20"/>
                  <a:gd name="T36" fmla="*/ 77 w 91"/>
                  <a:gd name="T37" fmla="*/ 2 h 20"/>
                  <a:gd name="T38" fmla="*/ 65 w 91"/>
                  <a:gd name="T39" fmla="*/ 10 h 20"/>
                  <a:gd name="T40" fmla="*/ 55 w 91"/>
                  <a:gd name="T41" fmla="*/ 19 h 20"/>
                  <a:gd name="T42" fmla="*/ 54 w 91"/>
                  <a:gd name="T43" fmla="*/ 11 h 20"/>
                  <a:gd name="T44" fmla="*/ 55 w 91"/>
                  <a:gd name="T45" fmla="*/ 2 h 20"/>
                  <a:gd name="T46" fmla="*/ 52 w 91"/>
                  <a:gd name="T47" fmla="*/ 2 h 20"/>
                  <a:gd name="T48" fmla="*/ 52 w 91"/>
                  <a:gd name="T49" fmla="*/ 9 h 20"/>
                  <a:gd name="T50" fmla="*/ 50 w 91"/>
                  <a:gd name="T51"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1" h="20">
                    <a:moveTo>
                      <a:pt x="0" y="19"/>
                    </a:moveTo>
                    <a:cubicBezTo>
                      <a:pt x="2" y="19"/>
                      <a:pt x="2" y="19"/>
                      <a:pt x="2" y="19"/>
                    </a:cubicBezTo>
                    <a:cubicBezTo>
                      <a:pt x="2" y="18"/>
                      <a:pt x="2" y="17"/>
                      <a:pt x="2" y="16"/>
                    </a:cubicBezTo>
                    <a:cubicBezTo>
                      <a:pt x="2" y="12"/>
                      <a:pt x="2" y="9"/>
                      <a:pt x="2" y="9"/>
                    </a:cubicBezTo>
                    <a:cubicBezTo>
                      <a:pt x="0" y="9"/>
                      <a:pt x="0" y="9"/>
                      <a:pt x="0" y="9"/>
                    </a:cubicBezTo>
                    <a:cubicBezTo>
                      <a:pt x="0" y="9"/>
                      <a:pt x="0" y="13"/>
                      <a:pt x="0" y="17"/>
                    </a:cubicBezTo>
                    <a:cubicBezTo>
                      <a:pt x="0" y="17"/>
                      <a:pt x="0" y="18"/>
                      <a:pt x="0" y="19"/>
                    </a:cubicBezTo>
                    <a:close/>
                    <a:moveTo>
                      <a:pt x="11" y="19"/>
                    </a:moveTo>
                    <a:cubicBezTo>
                      <a:pt x="24" y="19"/>
                      <a:pt x="24" y="19"/>
                      <a:pt x="24" y="19"/>
                    </a:cubicBezTo>
                    <a:cubicBezTo>
                      <a:pt x="24" y="18"/>
                      <a:pt x="24" y="18"/>
                      <a:pt x="24" y="18"/>
                    </a:cubicBezTo>
                    <a:cubicBezTo>
                      <a:pt x="25" y="14"/>
                      <a:pt x="30" y="16"/>
                      <a:pt x="34" y="15"/>
                    </a:cubicBezTo>
                    <a:cubicBezTo>
                      <a:pt x="38" y="14"/>
                      <a:pt x="36" y="9"/>
                      <a:pt x="28" y="7"/>
                    </a:cubicBezTo>
                    <a:cubicBezTo>
                      <a:pt x="21" y="4"/>
                      <a:pt x="17" y="8"/>
                      <a:pt x="15" y="11"/>
                    </a:cubicBezTo>
                    <a:cubicBezTo>
                      <a:pt x="14" y="13"/>
                      <a:pt x="12" y="16"/>
                      <a:pt x="11" y="19"/>
                    </a:cubicBezTo>
                    <a:close/>
                    <a:moveTo>
                      <a:pt x="50" y="19"/>
                    </a:moveTo>
                    <a:cubicBezTo>
                      <a:pt x="76" y="19"/>
                      <a:pt x="76" y="19"/>
                      <a:pt x="76" y="19"/>
                    </a:cubicBezTo>
                    <a:cubicBezTo>
                      <a:pt x="78" y="16"/>
                      <a:pt x="79" y="14"/>
                      <a:pt x="80" y="13"/>
                    </a:cubicBezTo>
                    <a:cubicBezTo>
                      <a:pt x="83" y="12"/>
                      <a:pt x="87" y="14"/>
                      <a:pt x="89" y="12"/>
                    </a:cubicBezTo>
                    <a:cubicBezTo>
                      <a:pt x="91" y="9"/>
                      <a:pt x="85" y="4"/>
                      <a:pt x="77" y="2"/>
                    </a:cubicBezTo>
                    <a:cubicBezTo>
                      <a:pt x="68" y="0"/>
                      <a:pt x="68" y="6"/>
                      <a:pt x="65" y="10"/>
                    </a:cubicBezTo>
                    <a:cubicBezTo>
                      <a:pt x="63" y="14"/>
                      <a:pt x="56" y="20"/>
                      <a:pt x="55" y="19"/>
                    </a:cubicBezTo>
                    <a:cubicBezTo>
                      <a:pt x="53" y="18"/>
                      <a:pt x="54" y="15"/>
                      <a:pt x="54" y="11"/>
                    </a:cubicBezTo>
                    <a:cubicBezTo>
                      <a:pt x="54" y="7"/>
                      <a:pt x="55" y="2"/>
                      <a:pt x="55" y="2"/>
                    </a:cubicBezTo>
                    <a:cubicBezTo>
                      <a:pt x="52" y="2"/>
                      <a:pt x="52" y="2"/>
                      <a:pt x="52" y="2"/>
                    </a:cubicBezTo>
                    <a:cubicBezTo>
                      <a:pt x="52" y="2"/>
                      <a:pt x="52" y="7"/>
                      <a:pt x="52" y="9"/>
                    </a:cubicBezTo>
                    <a:cubicBezTo>
                      <a:pt x="52" y="11"/>
                      <a:pt x="51" y="15"/>
                      <a:pt x="50" y="19"/>
                    </a:cubicBezTo>
                    <a:close/>
                  </a:path>
                </a:pathLst>
              </a:custGeom>
              <a:solidFill>
                <a:srgbClr val="D7D5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6" name="Freeform 274"/>
              <p:cNvSpPr>
                <a:spLocks noEditPoints="1"/>
              </p:cNvSpPr>
              <p:nvPr/>
            </p:nvSpPr>
            <p:spPr bwMode="auto">
              <a:xfrm>
                <a:off x="1291" y="1163"/>
                <a:ext cx="174" cy="35"/>
              </a:xfrm>
              <a:custGeom>
                <a:avLst/>
                <a:gdLst>
                  <a:gd name="T0" fmla="*/ 76 w 91"/>
                  <a:gd name="T1" fmla="*/ 0 h 18"/>
                  <a:gd name="T2" fmla="*/ 72 w 91"/>
                  <a:gd name="T3" fmla="*/ 0 h 18"/>
                  <a:gd name="T4" fmla="*/ 65 w 91"/>
                  <a:gd name="T5" fmla="*/ 8 h 18"/>
                  <a:gd name="T6" fmla="*/ 55 w 91"/>
                  <a:gd name="T7" fmla="*/ 17 h 18"/>
                  <a:gd name="T8" fmla="*/ 54 w 91"/>
                  <a:gd name="T9" fmla="*/ 9 h 18"/>
                  <a:gd name="T10" fmla="*/ 55 w 91"/>
                  <a:gd name="T11" fmla="*/ 0 h 18"/>
                  <a:gd name="T12" fmla="*/ 52 w 91"/>
                  <a:gd name="T13" fmla="*/ 0 h 18"/>
                  <a:gd name="T14" fmla="*/ 52 w 91"/>
                  <a:gd name="T15" fmla="*/ 7 h 18"/>
                  <a:gd name="T16" fmla="*/ 49 w 91"/>
                  <a:gd name="T17" fmla="*/ 18 h 18"/>
                  <a:gd name="T18" fmla="*/ 49 w 91"/>
                  <a:gd name="T19" fmla="*/ 18 h 18"/>
                  <a:gd name="T20" fmla="*/ 76 w 91"/>
                  <a:gd name="T21" fmla="*/ 18 h 18"/>
                  <a:gd name="T22" fmla="*/ 80 w 91"/>
                  <a:gd name="T23" fmla="*/ 11 h 18"/>
                  <a:gd name="T24" fmla="*/ 89 w 91"/>
                  <a:gd name="T25" fmla="*/ 10 h 18"/>
                  <a:gd name="T26" fmla="*/ 77 w 91"/>
                  <a:gd name="T27" fmla="*/ 0 h 18"/>
                  <a:gd name="T28" fmla="*/ 76 w 91"/>
                  <a:gd name="T29" fmla="*/ 0 h 18"/>
                  <a:gd name="T30" fmla="*/ 0 w 91"/>
                  <a:gd name="T31" fmla="*/ 18 h 18"/>
                  <a:gd name="T32" fmla="*/ 3 w 91"/>
                  <a:gd name="T33" fmla="*/ 18 h 18"/>
                  <a:gd name="T34" fmla="*/ 2 w 91"/>
                  <a:gd name="T35" fmla="*/ 14 h 18"/>
                  <a:gd name="T36" fmla="*/ 2 w 91"/>
                  <a:gd name="T37" fmla="*/ 7 h 18"/>
                  <a:gd name="T38" fmla="*/ 0 w 91"/>
                  <a:gd name="T39" fmla="*/ 7 h 18"/>
                  <a:gd name="T40" fmla="*/ 0 w 91"/>
                  <a:gd name="T41" fmla="*/ 15 h 18"/>
                  <a:gd name="T42" fmla="*/ 0 w 91"/>
                  <a:gd name="T43" fmla="*/ 18 h 18"/>
                  <a:gd name="T44" fmla="*/ 10 w 91"/>
                  <a:gd name="T45" fmla="*/ 18 h 18"/>
                  <a:gd name="T46" fmla="*/ 24 w 91"/>
                  <a:gd name="T47" fmla="*/ 18 h 18"/>
                  <a:gd name="T48" fmla="*/ 24 w 91"/>
                  <a:gd name="T49" fmla="*/ 16 h 18"/>
                  <a:gd name="T50" fmla="*/ 34 w 91"/>
                  <a:gd name="T51" fmla="*/ 13 h 18"/>
                  <a:gd name="T52" fmla="*/ 28 w 91"/>
                  <a:gd name="T53" fmla="*/ 5 h 18"/>
                  <a:gd name="T54" fmla="*/ 15 w 91"/>
                  <a:gd name="T55" fmla="*/ 9 h 18"/>
                  <a:gd name="T56" fmla="*/ 10 w 91"/>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1" h="18">
                    <a:moveTo>
                      <a:pt x="76" y="0"/>
                    </a:moveTo>
                    <a:cubicBezTo>
                      <a:pt x="72" y="0"/>
                      <a:pt x="72" y="0"/>
                      <a:pt x="72" y="0"/>
                    </a:cubicBezTo>
                    <a:cubicBezTo>
                      <a:pt x="68" y="1"/>
                      <a:pt x="67" y="5"/>
                      <a:pt x="65" y="8"/>
                    </a:cubicBezTo>
                    <a:cubicBezTo>
                      <a:pt x="63" y="12"/>
                      <a:pt x="56" y="18"/>
                      <a:pt x="55" y="17"/>
                    </a:cubicBezTo>
                    <a:cubicBezTo>
                      <a:pt x="53" y="16"/>
                      <a:pt x="54" y="13"/>
                      <a:pt x="54" y="9"/>
                    </a:cubicBezTo>
                    <a:cubicBezTo>
                      <a:pt x="54" y="5"/>
                      <a:pt x="55" y="0"/>
                      <a:pt x="55" y="0"/>
                    </a:cubicBezTo>
                    <a:cubicBezTo>
                      <a:pt x="52" y="0"/>
                      <a:pt x="52" y="0"/>
                      <a:pt x="52" y="0"/>
                    </a:cubicBezTo>
                    <a:cubicBezTo>
                      <a:pt x="52" y="0"/>
                      <a:pt x="52" y="5"/>
                      <a:pt x="52" y="7"/>
                    </a:cubicBezTo>
                    <a:cubicBezTo>
                      <a:pt x="52" y="9"/>
                      <a:pt x="51" y="14"/>
                      <a:pt x="49" y="18"/>
                    </a:cubicBezTo>
                    <a:cubicBezTo>
                      <a:pt x="49" y="18"/>
                      <a:pt x="49" y="18"/>
                      <a:pt x="49" y="18"/>
                    </a:cubicBezTo>
                    <a:cubicBezTo>
                      <a:pt x="76" y="18"/>
                      <a:pt x="76" y="18"/>
                      <a:pt x="76" y="18"/>
                    </a:cubicBezTo>
                    <a:cubicBezTo>
                      <a:pt x="77" y="15"/>
                      <a:pt x="79" y="12"/>
                      <a:pt x="80" y="11"/>
                    </a:cubicBezTo>
                    <a:cubicBezTo>
                      <a:pt x="83" y="10"/>
                      <a:pt x="87" y="12"/>
                      <a:pt x="89" y="10"/>
                    </a:cubicBezTo>
                    <a:cubicBezTo>
                      <a:pt x="91" y="7"/>
                      <a:pt x="85" y="2"/>
                      <a:pt x="77" y="0"/>
                    </a:cubicBezTo>
                    <a:cubicBezTo>
                      <a:pt x="77" y="0"/>
                      <a:pt x="76" y="0"/>
                      <a:pt x="76" y="0"/>
                    </a:cubicBezTo>
                    <a:close/>
                    <a:moveTo>
                      <a:pt x="0" y="18"/>
                    </a:moveTo>
                    <a:cubicBezTo>
                      <a:pt x="3" y="18"/>
                      <a:pt x="3" y="18"/>
                      <a:pt x="3" y="18"/>
                    </a:cubicBezTo>
                    <a:cubicBezTo>
                      <a:pt x="2" y="17"/>
                      <a:pt x="2" y="16"/>
                      <a:pt x="2" y="14"/>
                    </a:cubicBezTo>
                    <a:cubicBezTo>
                      <a:pt x="2" y="10"/>
                      <a:pt x="2" y="7"/>
                      <a:pt x="2" y="7"/>
                    </a:cubicBezTo>
                    <a:cubicBezTo>
                      <a:pt x="0" y="7"/>
                      <a:pt x="0" y="7"/>
                      <a:pt x="0" y="7"/>
                    </a:cubicBezTo>
                    <a:cubicBezTo>
                      <a:pt x="0" y="7"/>
                      <a:pt x="0" y="11"/>
                      <a:pt x="0" y="15"/>
                    </a:cubicBezTo>
                    <a:cubicBezTo>
                      <a:pt x="0" y="16"/>
                      <a:pt x="0" y="17"/>
                      <a:pt x="0" y="18"/>
                    </a:cubicBezTo>
                    <a:close/>
                    <a:moveTo>
                      <a:pt x="10" y="18"/>
                    </a:moveTo>
                    <a:cubicBezTo>
                      <a:pt x="24" y="18"/>
                      <a:pt x="24" y="18"/>
                      <a:pt x="24" y="18"/>
                    </a:cubicBezTo>
                    <a:cubicBezTo>
                      <a:pt x="24" y="18"/>
                      <a:pt x="24" y="17"/>
                      <a:pt x="24" y="16"/>
                    </a:cubicBezTo>
                    <a:cubicBezTo>
                      <a:pt x="25" y="12"/>
                      <a:pt x="30" y="14"/>
                      <a:pt x="34" y="13"/>
                    </a:cubicBezTo>
                    <a:cubicBezTo>
                      <a:pt x="38" y="12"/>
                      <a:pt x="36" y="7"/>
                      <a:pt x="28" y="5"/>
                    </a:cubicBezTo>
                    <a:cubicBezTo>
                      <a:pt x="21" y="2"/>
                      <a:pt x="17" y="6"/>
                      <a:pt x="15" y="9"/>
                    </a:cubicBezTo>
                    <a:cubicBezTo>
                      <a:pt x="14" y="12"/>
                      <a:pt x="12" y="15"/>
                      <a:pt x="10" y="18"/>
                    </a:cubicBezTo>
                    <a:close/>
                  </a:path>
                </a:pathLst>
              </a:custGeom>
              <a:solidFill>
                <a:srgbClr val="D8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7" name="Freeform 275"/>
              <p:cNvSpPr>
                <a:spLocks noEditPoints="1"/>
              </p:cNvSpPr>
              <p:nvPr/>
            </p:nvSpPr>
            <p:spPr bwMode="auto">
              <a:xfrm>
                <a:off x="1291" y="1165"/>
                <a:ext cx="174" cy="37"/>
              </a:xfrm>
              <a:custGeom>
                <a:avLst/>
                <a:gdLst>
                  <a:gd name="T0" fmla="*/ 80 w 91"/>
                  <a:gd name="T1" fmla="*/ 0 h 19"/>
                  <a:gd name="T2" fmla="*/ 69 w 91"/>
                  <a:gd name="T3" fmla="*/ 0 h 19"/>
                  <a:gd name="T4" fmla="*/ 65 w 91"/>
                  <a:gd name="T5" fmla="*/ 7 h 19"/>
                  <a:gd name="T6" fmla="*/ 55 w 91"/>
                  <a:gd name="T7" fmla="*/ 16 h 19"/>
                  <a:gd name="T8" fmla="*/ 54 w 91"/>
                  <a:gd name="T9" fmla="*/ 8 h 19"/>
                  <a:gd name="T10" fmla="*/ 55 w 91"/>
                  <a:gd name="T11" fmla="*/ 0 h 19"/>
                  <a:gd name="T12" fmla="*/ 52 w 91"/>
                  <a:gd name="T13" fmla="*/ 0 h 19"/>
                  <a:gd name="T14" fmla="*/ 52 w 91"/>
                  <a:gd name="T15" fmla="*/ 6 h 19"/>
                  <a:gd name="T16" fmla="*/ 49 w 91"/>
                  <a:gd name="T17" fmla="*/ 17 h 19"/>
                  <a:gd name="T18" fmla="*/ 49 w 91"/>
                  <a:gd name="T19" fmla="*/ 19 h 19"/>
                  <a:gd name="T20" fmla="*/ 75 w 91"/>
                  <a:gd name="T21" fmla="*/ 19 h 19"/>
                  <a:gd name="T22" fmla="*/ 80 w 91"/>
                  <a:gd name="T23" fmla="*/ 10 h 19"/>
                  <a:gd name="T24" fmla="*/ 89 w 91"/>
                  <a:gd name="T25" fmla="*/ 9 h 19"/>
                  <a:gd name="T26" fmla="*/ 80 w 91"/>
                  <a:gd name="T27" fmla="*/ 0 h 19"/>
                  <a:gd name="T28" fmla="*/ 0 w 91"/>
                  <a:gd name="T29" fmla="*/ 19 h 19"/>
                  <a:gd name="T30" fmla="*/ 3 w 91"/>
                  <a:gd name="T31" fmla="*/ 19 h 19"/>
                  <a:gd name="T32" fmla="*/ 2 w 91"/>
                  <a:gd name="T33" fmla="*/ 13 h 19"/>
                  <a:gd name="T34" fmla="*/ 2 w 91"/>
                  <a:gd name="T35" fmla="*/ 6 h 19"/>
                  <a:gd name="T36" fmla="*/ 0 w 91"/>
                  <a:gd name="T37" fmla="*/ 6 h 19"/>
                  <a:gd name="T38" fmla="*/ 0 w 91"/>
                  <a:gd name="T39" fmla="*/ 14 h 19"/>
                  <a:gd name="T40" fmla="*/ 0 w 91"/>
                  <a:gd name="T41" fmla="*/ 19 h 19"/>
                  <a:gd name="T42" fmla="*/ 9 w 91"/>
                  <a:gd name="T43" fmla="*/ 19 h 19"/>
                  <a:gd name="T44" fmla="*/ 24 w 91"/>
                  <a:gd name="T45" fmla="*/ 19 h 19"/>
                  <a:gd name="T46" fmla="*/ 24 w 91"/>
                  <a:gd name="T47" fmla="*/ 15 h 19"/>
                  <a:gd name="T48" fmla="*/ 34 w 91"/>
                  <a:gd name="T49" fmla="*/ 12 h 19"/>
                  <a:gd name="T50" fmla="*/ 28 w 91"/>
                  <a:gd name="T51" fmla="*/ 4 h 19"/>
                  <a:gd name="T52" fmla="*/ 15 w 91"/>
                  <a:gd name="T53" fmla="*/ 8 h 19"/>
                  <a:gd name="T54" fmla="*/ 9 w 91"/>
                  <a:gd name="T55"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1" h="19">
                    <a:moveTo>
                      <a:pt x="80" y="0"/>
                    </a:moveTo>
                    <a:cubicBezTo>
                      <a:pt x="69" y="0"/>
                      <a:pt x="69" y="0"/>
                      <a:pt x="69" y="0"/>
                    </a:cubicBezTo>
                    <a:cubicBezTo>
                      <a:pt x="67" y="2"/>
                      <a:pt x="67" y="5"/>
                      <a:pt x="65" y="7"/>
                    </a:cubicBezTo>
                    <a:cubicBezTo>
                      <a:pt x="63" y="11"/>
                      <a:pt x="56" y="17"/>
                      <a:pt x="55" y="16"/>
                    </a:cubicBezTo>
                    <a:cubicBezTo>
                      <a:pt x="53" y="15"/>
                      <a:pt x="54" y="12"/>
                      <a:pt x="54" y="8"/>
                    </a:cubicBezTo>
                    <a:cubicBezTo>
                      <a:pt x="54" y="5"/>
                      <a:pt x="54" y="2"/>
                      <a:pt x="55" y="0"/>
                    </a:cubicBezTo>
                    <a:cubicBezTo>
                      <a:pt x="52" y="0"/>
                      <a:pt x="52" y="0"/>
                      <a:pt x="52" y="0"/>
                    </a:cubicBezTo>
                    <a:cubicBezTo>
                      <a:pt x="52" y="6"/>
                      <a:pt x="52" y="6"/>
                      <a:pt x="52" y="6"/>
                    </a:cubicBezTo>
                    <a:cubicBezTo>
                      <a:pt x="52" y="8"/>
                      <a:pt x="51" y="13"/>
                      <a:pt x="49" y="17"/>
                    </a:cubicBezTo>
                    <a:cubicBezTo>
                      <a:pt x="49" y="18"/>
                      <a:pt x="49" y="18"/>
                      <a:pt x="49" y="19"/>
                    </a:cubicBezTo>
                    <a:cubicBezTo>
                      <a:pt x="75" y="19"/>
                      <a:pt x="75" y="19"/>
                      <a:pt x="75" y="19"/>
                    </a:cubicBezTo>
                    <a:cubicBezTo>
                      <a:pt x="77" y="15"/>
                      <a:pt x="79" y="11"/>
                      <a:pt x="80" y="10"/>
                    </a:cubicBezTo>
                    <a:cubicBezTo>
                      <a:pt x="83" y="9"/>
                      <a:pt x="87" y="11"/>
                      <a:pt x="89" y="9"/>
                    </a:cubicBezTo>
                    <a:cubicBezTo>
                      <a:pt x="91" y="6"/>
                      <a:pt x="87" y="3"/>
                      <a:pt x="80" y="0"/>
                    </a:cubicBezTo>
                    <a:close/>
                    <a:moveTo>
                      <a:pt x="0" y="19"/>
                    </a:moveTo>
                    <a:cubicBezTo>
                      <a:pt x="3" y="19"/>
                      <a:pt x="3" y="19"/>
                      <a:pt x="3" y="19"/>
                    </a:cubicBezTo>
                    <a:cubicBezTo>
                      <a:pt x="3" y="17"/>
                      <a:pt x="2" y="15"/>
                      <a:pt x="2" y="13"/>
                    </a:cubicBezTo>
                    <a:cubicBezTo>
                      <a:pt x="2" y="9"/>
                      <a:pt x="2" y="6"/>
                      <a:pt x="2" y="6"/>
                    </a:cubicBezTo>
                    <a:cubicBezTo>
                      <a:pt x="0" y="6"/>
                      <a:pt x="0" y="6"/>
                      <a:pt x="0" y="6"/>
                    </a:cubicBezTo>
                    <a:cubicBezTo>
                      <a:pt x="0" y="6"/>
                      <a:pt x="0" y="10"/>
                      <a:pt x="0" y="14"/>
                    </a:cubicBezTo>
                    <a:cubicBezTo>
                      <a:pt x="0" y="15"/>
                      <a:pt x="0" y="17"/>
                      <a:pt x="0" y="19"/>
                    </a:cubicBezTo>
                    <a:close/>
                    <a:moveTo>
                      <a:pt x="9" y="19"/>
                    </a:moveTo>
                    <a:cubicBezTo>
                      <a:pt x="24" y="19"/>
                      <a:pt x="24" y="19"/>
                      <a:pt x="24" y="19"/>
                    </a:cubicBezTo>
                    <a:cubicBezTo>
                      <a:pt x="24" y="17"/>
                      <a:pt x="24" y="16"/>
                      <a:pt x="24" y="15"/>
                    </a:cubicBezTo>
                    <a:cubicBezTo>
                      <a:pt x="25" y="11"/>
                      <a:pt x="30" y="13"/>
                      <a:pt x="34" y="12"/>
                    </a:cubicBezTo>
                    <a:cubicBezTo>
                      <a:pt x="38" y="11"/>
                      <a:pt x="36" y="6"/>
                      <a:pt x="28" y="4"/>
                    </a:cubicBezTo>
                    <a:cubicBezTo>
                      <a:pt x="21" y="1"/>
                      <a:pt x="17" y="5"/>
                      <a:pt x="15" y="8"/>
                    </a:cubicBezTo>
                    <a:cubicBezTo>
                      <a:pt x="14" y="11"/>
                      <a:pt x="11" y="16"/>
                      <a:pt x="9" y="19"/>
                    </a:cubicBezTo>
                    <a:close/>
                  </a:path>
                </a:pathLst>
              </a:custGeom>
              <a:solidFill>
                <a:srgbClr val="D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8" name="Freeform 276"/>
              <p:cNvSpPr>
                <a:spLocks noEditPoints="1"/>
              </p:cNvSpPr>
              <p:nvPr/>
            </p:nvSpPr>
            <p:spPr bwMode="auto">
              <a:xfrm>
                <a:off x="1291" y="1167"/>
                <a:ext cx="174" cy="37"/>
              </a:xfrm>
              <a:custGeom>
                <a:avLst/>
                <a:gdLst>
                  <a:gd name="T0" fmla="*/ 83 w 91"/>
                  <a:gd name="T1" fmla="*/ 1 h 19"/>
                  <a:gd name="T2" fmla="*/ 68 w 91"/>
                  <a:gd name="T3" fmla="*/ 1 h 19"/>
                  <a:gd name="T4" fmla="*/ 65 w 91"/>
                  <a:gd name="T5" fmla="*/ 6 h 19"/>
                  <a:gd name="T6" fmla="*/ 55 w 91"/>
                  <a:gd name="T7" fmla="*/ 15 h 19"/>
                  <a:gd name="T8" fmla="*/ 54 w 91"/>
                  <a:gd name="T9" fmla="*/ 7 h 19"/>
                  <a:gd name="T10" fmla="*/ 55 w 91"/>
                  <a:gd name="T11" fmla="*/ 1 h 19"/>
                  <a:gd name="T12" fmla="*/ 52 w 91"/>
                  <a:gd name="T13" fmla="*/ 1 h 19"/>
                  <a:gd name="T14" fmla="*/ 52 w 91"/>
                  <a:gd name="T15" fmla="*/ 5 h 19"/>
                  <a:gd name="T16" fmla="*/ 49 w 91"/>
                  <a:gd name="T17" fmla="*/ 16 h 19"/>
                  <a:gd name="T18" fmla="*/ 48 w 91"/>
                  <a:gd name="T19" fmla="*/ 19 h 19"/>
                  <a:gd name="T20" fmla="*/ 74 w 91"/>
                  <a:gd name="T21" fmla="*/ 19 h 19"/>
                  <a:gd name="T22" fmla="*/ 80 w 91"/>
                  <a:gd name="T23" fmla="*/ 9 h 19"/>
                  <a:gd name="T24" fmla="*/ 89 w 91"/>
                  <a:gd name="T25" fmla="*/ 8 h 19"/>
                  <a:gd name="T26" fmla="*/ 83 w 91"/>
                  <a:gd name="T27" fmla="*/ 1 h 19"/>
                  <a:gd name="T28" fmla="*/ 0 w 91"/>
                  <a:gd name="T29" fmla="*/ 19 h 19"/>
                  <a:gd name="T30" fmla="*/ 4 w 91"/>
                  <a:gd name="T31" fmla="*/ 19 h 19"/>
                  <a:gd name="T32" fmla="*/ 2 w 91"/>
                  <a:gd name="T33" fmla="*/ 12 h 19"/>
                  <a:gd name="T34" fmla="*/ 2 w 91"/>
                  <a:gd name="T35" fmla="*/ 5 h 19"/>
                  <a:gd name="T36" fmla="*/ 0 w 91"/>
                  <a:gd name="T37" fmla="*/ 5 h 19"/>
                  <a:gd name="T38" fmla="*/ 0 w 91"/>
                  <a:gd name="T39" fmla="*/ 13 h 19"/>
                  <a:gd name="T40" fmla="*/ 0 w 91"/>
                  <a:gd name="T41" fmla="*/ 19 h 19"/>
                  <a:gd name="T42" fmla="*/ 8 w 91"/>
                  <a:gd name="T43" fmla="*/ 19 h 19"/>
                  <a:gd name="T44" fmla="*/ 24 w 91"/>
                  <a:gd name="T45" fmla="*/ 19 h 19"/>
                  <a:gd name="T46" fmla="*/ 24 w 91"/>
                  <a:gd name="T47" fmla="*/ 14 h 19"/>
                  <a:gd name="T48" fmla="*/ 34 w 91"/>
                  <a:gd name="T49" fmla="*/ 11 h 19"/>
                  <a:gd name="T50" fmla="*/ 28 w 91"/>
                  <a:gd name="T51" fmla="*/ 3 h 19"/>
                  <a:gd name="T52" fmla="*/ 15 w 91"/>
                  <a:gd name="T53" fmla="*/ 7 h 19"/>
                  <a:gd name="T54" fmla="*/ 8 w 91"/>
                  <a:gd name="T55"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1" h="19">
                    <a:moveTo>
                      <a:pt x="83" y="1"/>
                    </a:moveTo>
                    <a:cubicBezTo>
                      <a:pt x="68" y="1"/>
                      <a:pt x="68" y="1"/>
                      <a:pt x="68" y="1"/>
                    </a:cubicBezTo>
                    <a:cubicBezTo>
                      <a:pt x="67" y="2"/>
                      <a:pt x="66" y="4"/>
                      <a:pt x="65" y="6"/>
                    </a:cubicBezTo>
                    <a:cubicBezTo>
                      <a:pt x="63" y="10"/>
                      <a:pt x="56" y="16"/>
                      <a:pt x="55" y="15"/>
                    </a:cubicBezTo>
                    <a:cubicBezTo>
                      <a:pt x="53" y="14"/>
                      <a:pt x="54" y="11"/>
                      <a:pt x="54" y="7"/>
                    </a:cubicBezTo>
                    <a:cubicBezTo>
                      <a:pt x="54" y="5"/>
                      <a:pt x="54" y="2"/>
                      <a:pt x="55" y="1"/>
                    </a:cubicBezTo>
                    <a:cubicBezTo>
                      <a:pt x="52" y="1"/>
                      <a:pt x="52" y="1"/>
                      <a:pt x="52" y="1"/>
                    </a:cubicBezTo>
                    <a:cubicBezTo>
                      <a:pt x="52" y="5"/>
                      <a:pt x="52" y="5"/>
                      <a:pt x="52" y="5"/>
                    </a:cubicBezTo>
                    <a:cubicBezTo>
                      <a:pt x="52" y="7"/>
                      <a:pt x="51" y="12"/>
                      <a:pt x="49" y="16"/>
                    </a:cubicBezTo>
                    <a:cubicBezTo>
                      <a:pt x="49" y="17"/>
                      <a:pt x="49" y="18"/>
                      <a:pt x="48" y="19"/>
                    </a:cubicBezTo>
                    <a:cubicBezTo>
                      <a:pt x="74" y="19"/>
                      <a:pt x="74" y="19"/>
                      <a:pt x="74" y="19"/>
                    </a:cubicBezTo>
                    <a:cubicBezTo>
                      <a:pt x="76" y="14"/>
                      <a:pt x="79" y="10"/>
                      <a:pt x="80" y="9"/>
                    </a:cubicBezTo>
                    <a:cubicBezTo>
                      <a:pt x="83" y="8"/>
                      <a:pt x="87" y="10"/>
                      <a:pt x="89" y="8"/>
                    </a:cubicBezTo>
                    <a:cubicBezTo>
                      <a:pt x="91" y="6"/>
                      <a:pt x="88" y="3"/>
                      <a:pt x="83" y="1"/>
                    </a:cubicBezTo>
                    <a:close/>
                    <a:moveTo>
                      <a:pt x="0" y="19"/>
                    </a:moveTo>
                    <a:cubicBezTo>
                      <a:pt x="4" y="19"/>
                      <a:pt x="4" y="19"/>
                      <a:pt x="4" y="19"/>
                    </a:cubicBezTo>
                    <a:cubicBezTo>
                      <a:pt x="3" y="17"/>
                      <a:pt x="2" y="15"/>
                      <a:pt x="2" y="12"/>
                    </a:cubicBezTo>
                    <a:cubicBezTo>
                      <a:pt x="2" y="8"/>
                      <a:pt x="2" y="5"/>
                      <a:pt x="2" y="5"/>
                    </a:cubicBezTo>
                    <a:cubicBezTo>
                      <a:pt x="0" y="5"/>
                      <a:pt x="0" y="5"/>
                      <a:pt x="0" y="5"/>
                    </a:cubicBezTo>
                    <a:cubicBezTo>
                      <a:pt x="0" y="5"/>
                      <a:pt x="0" y="9"/>
                      <a:pt x="0" y="13"/>
                    </a:cubicBezTo>
                    <a:cubicBezTo>
                      <a:pt x="0" y="14"/>
                      <a:pt x="0" y="16"/>
                      <a:pt x="0" y="19"/>
                    </a:cubicBezTo>
                    <a:close/>
                    <a:moveTo>
                      <a:pt x="8" y="19"/>
                    </a:moveTo>
                    <a:cubicBezTo>
                      <a:pt x="24" y="19"/>
                      <a:pt x="24" y="19"/>
                      <a:pt x="24" y="19"/>
                    </a:cubicBezTo>
                    <a:cubicBezTo>
                      <a:pt x="24" y="17"/>
                      <a:pt x="24" y="16"/>
                      <a:pt x="24" y="14"/>
                    </a:cubicBezTo>
                    <a:cubicBezTo>
                      <a:pt x="25" y="10"/>
                      <a:pt x="30" y="12"/>
                      <a:pt x="34" y="11"/>
                    </a:cubicBezTo>
                    <a:cubicBezTo>
                      <a:pt x="38" y="10"/>
                      <a:pt x="36" y="5"/>
                      <a:pt x="28" y="3"/>
                    </a:cubicBezTo>
                    <a:cubicBezTo>
                      <a:pt x="21" y="0"/>
                      <a:pt x="17" y="4"/>
                      <a:pt x="15" y="7"/>
                    </a:cubicBezTo>
                    <a:cubicBezTo>
                      <a:pt x="13" y="10"/>
                      <a:pt x="10" y="16"/>
                      <a:pt x="8" y="19"/>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49" name="Freeform 277"/>
              <p:cNvSpPr>
                <a:spLocks noEditPoints="1"/>
              </p:cNvSpPr>
              <p:nvPr/>
            </p:nvSpPr>
            <p:spPr bwMode="auto">
              <a:xfrm>
                <a:off x="1289" y="1171"/>
                <a:ext cx="174" cy="35"/>
              </a:xfrm>
              <a:custGeom>
                <a:avLst/>
                <a:gdLst>
                  <a:gd name="T0" fmla="*/ 87 w 91"/>
                  <a:gd name="T1" fmla="*/ 0 h 18"/>
                  <a:gd name="T2" fmla="*/ 68 w 91"/>
                  <a:gd name="T3" fmla="*/ 0 h 18"/>
                  <a:gd name="T4" fmla="*/ 66 w 91"/>
                  <a:gd name="T5" fmla="*/ 4 h 18"/>
                  <a:gd name="T6" fmla="*/ 56 w 91"/>
                  <a:gd name="T7" fmla="*/ 13 h 18"/>
                  <a:gd name="T8" fmla="*/ 55 w 91"/>
                  <a:gd name="T9" fmla="*/ 5 h 18"/>
                  <a:gd name="T10" fmla="*/ 55 w 91"/>
                  <a:gd name="T11" fmla="*/ 0 h 18"/>
                  <a:gd name="T12" fmla="*/ 53 w 91"/>
                  <a:gd name="T13" fmla="*/ 0 h 18"/>
                  <a:gd name="T14" fmla="*/ 53 w 91"/>
                  <a:gd name="T15" fmla="*/ 3 h 18"/>
                  <a:gd name="T16" fmla="*/ 50 w 91"/>
                  <a:gd name="T17" fmla="*/ 14 h 18"/>
                  <a:gd name="T18" fmla="*/ 49 w 91"/>
                  <a:gd name="T19" fmla="*/ 18 h 18"/>
                  <a:gd name="T20" fmla="*/ 75 w 91"/>
                  <a:gd name="T21" fmla="*/ 18 h 18"/>
                  <a:gd name="T22" fmla="*/ 81 w 91"/>
                  <a:gd name="T23" fmla="*/ 7 h 18"/>
                  <a:gd name="T24" fmla="*/ 90 w 91"/>
                  <a:gd name="T25" fmla="*/ 6 h 18"/>
                  <a:gd name="T26" fmla="*/ 87 w 91"/>
                  <a:gd name="T27" fmla="*/ 0 h 18"/>
                  <a:gd name="T28" fmla="*/ 0 w 91"/>
                  <a:gd name="T29" fmla="*/ 18 h 18"/>
                  <a:gd name="T30" fmla="*/ 6 w 91"/>
                  <a:gd name="T31" fmla="*/ 18 h 18"/>
                  <a:gd name="T32" fmla="*/ 3 w 91"/>
                  <a:gd name="T33" fmla="*/ 10 h 18"/>
                  <a:gd name="T34" fmla="*/ 3 w 91"/>
                  <a:gd name="T35" fmla="*/ 3 h 18"/>
                  <a:gd name="T36" fmla="*/ 1 w 91"/>
                  <a:gd name="T37" fmla="*/ 3 h 18"/>
                  <a:gd name="T38" fmla="*/ 1 w 91"/>
                  <a:gd name="T39" fmla="*/ 11 h 18"/>
                  <a:gd name="T40" fmla="*/ 0 w 91"/>
                  <a:gd name="T41" fmla="*/ 18 h 18"/>
                  <a:gd name="T42" fmla="*/ 7 w 91"/>
                  <a:gd name="T43" fmla="*/ 18 h 18"/>
                  <a:gd name="T44" fmla="*/ 24 w 91"/>
                  <a:gd name="T45" fmla="*/ 18 h 18"/>
                  <a:gd name="T46" fmla="*/ 25 w 91"/>
                  <a:gd name="T47" fmla="*/ 12 h 18"/>
                  <a:gd name="T48" fmla="*/ 35 w 91"/>
                  <a:gd name="T49" fmla="*/ 9 h 18"/>
                  <a:gd name="T50" fmla="*/ 29 w 91"/>
                  <a:gd name="T51" fmla="*/ 1 h 18"/>
                  <a:gd name="T52" fmla="*/ 25 w 91"/>
                  <a:gd name="T53" fmla="*/ 0 h 18"/>
                  <a:gd name="T54" fmla="*/ 16 w 91"/>
                  <a:gd name="T55" fmla="*/ 5 h 18"/>
                  <a:gd name="T56" fmla="*/ 7 w 91"/>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1" h="18">
                    <a:moveTo>
                      <a:pt x="87" y="0"/>
                    </a:moveTo>
                    <a:cubicBezTo>
                      <a:pt x="68" y="0"/>
                      <a:pt x="68" y="0"/>
                      <a:pt x="68" y="0"/>
                    </a:cubicBezTo>
                    <a:cubicBezTo>
                      <a:pt x="68" y="1"/>
                      <a:pt x="67" y="3"/>
                      <a:pt x="66" y="4"/>
                    </a:cubicBezTo>
                    <a:cubicBezTo>
                      <a:pt x="64" y="8"/>
                      <a:pt x="57" y="14"/>
                      <a:pt x="56" y="13"/>
                    </a:cubicBezTo>
                    <a:cubicBezTo>
                      <a:pt x="54" y="12"/>
                      <a:pt x="55" y="9"/>
                      <a:pt x="55" y="5"/>
                    </a:cubicBezTo>
                    <a:cubicBezTo>
                      <a:pt x="55" y="4"/>
                      <a:pt x="55" y="2"/>
                      <a:pt x="55" y="0"/>
                    </a:cubicBezTo>
                    <a:cubicBezTo>
                      <a:pt x="53" y="0"/>
                      <a:pt x="53" y="0"/>
                      <a:pt x="53" y="0"/>
                    </a:cubicBezTo>
                    <a:cubicBezTo>
                      <a:pt x="53" y="3"/>
                      <a:pt x="53" y="3"/>
                      <a:pt x="53" y="3"/>
                    </a:cubicBezTo>
                    <a:cubicBezTo>
                      <a:pt x="53" y="5"/>
                      <a:pt x="52" y="10"/>
                      <a:pt x="50" y="14"/>
                    </a:cubicBezTo>
                    <a:cubicBezTo>
                      <a:pt x="50" y="15"/>
                      <a:pt x="49" y="17"/>
                      <a:pt x="49" y="18"/>
                    </a:cubicBezTo>
                    <a:cubicBezTo>
                      <a:pt x="75" y="18"/>
                      <a:pt x="75" y="18"/>
                      <a:pt x="75" y="18"/>
                    </a:cubicBezTo>
                    <a:cubicBezTo>
                      <a:pt x="77" y="13"/>
                      <a:pt x="79" y="8"/>
                      <a:pt x="81" y="7"/>
                    </a:cubicBezTo>
                    <a:cubicBezTo>
                      <a:pt x="84" y="6"/>
                      <a:pt x="88" y="8"/>
                      <a:pt x="90" y="6"/>
                    </a:cubicBezTo>
                    <a:cubicBezTo>
                      <a:pt x="91" y="4"/>
                      <a:pt x="90" y="2"/>
                      <a:pt x="87" y="0"/>
                    </a:cubicBezTo>
                    <a:close/>
                    <a:moveTo>
                      <a:pt x="0" y="18"/>
                    </a:moveTo>
                    <a:cubicBezTo>
                      <a:pt x="6" y="18"/>
                      <a:pt x="6" y="18"/>
                      <a:pt x="6" y="18"/>
                    </a:cubicBezTo>
                    <a:cubicBezTo>
                      <a:pt x="4" y="17"/>
                      <a:pt x="3" y="13"/>
                      <a:pt x="3" y="10"/>
                    </a:cubicBezTo>
                    <a:cubicBezTo>
                      <a:pt x="3" y="6"/>
                      <a:pt x="3" y="3"/>
                      <a:pt x="3" y="3"/>
                    </a:cubicBezTo>
                    <a:cubicBezTo>
                      <a:pt x="1" y="3"/>
                      <a:pt x="1" y="3"/>
                      <a:pt x="1" y="3"/>
                    </a:cubicBezTo>
                    <a:cubicBezTo>
                      <a:pt x="1" y="3"/>
                      <a:pt x="1" y="7"/>
                      <a:pt x="1" y="11"/>
                    </a:cubicBezTo>
                    <a:cubicBezTo>
                      <a:pt x="1" y="12"/>
                      <a:pt x="1" y="15"/>
                      <a:pt x="0" y="18"/>
                    </a:cubicBezTo>
                    <a:close/>
                    <a:moveTo>
                      <a:pt x="7" y="18"/>
                    </a:moveTo>
                    <a:cubicBezTo>
                      <a:pt x="24" y="18"/>
                      <a:pt x="24" y="18"/>
                      <a:pt x="24" y="18"/>
                    </a:cubicBezTo>
                    <a:cubicBezTo>
                      <a:pt x="25" y="16"/>
                      <a:pt x="25" y="14"/>
                      <a:pt x="25" y="12"/>
                    </a:cubicBezTo>
                    <a:cubicBezTo>
                      <a:pt x="26" y="8"/>
                      <a:pt x="31" y="10"/>
                      <a:pt x="35" y="9"/>
                    </a:cubicBezTo>
                    <a:cubicBezTo>
                      <a:pt x="39" y="8"/>
                      <a:pt x="37" y="3"/>
                      <a:pt x="29" y="1"/>
                    </a:cubicBezTo>
                    <a:cubicBezTo>
                      <a:pt x="28" y="0"/>
                      <a:pt x="26" y="0"/>
                      <a:pt x="25" y="0"/>
                    </a:cubicBezTo>
                    <a:cubicBezTo>
                      <a:pt x="20" y="0"/>
                      <a:pt x="17" y="3"/>
                      <a:pt x="16" y="5"/>
                    </a:cubicBezTo>
                    <a:cubicBezTo>
                      <a:pt x="14" y="9"/>
                      <a:pt x="10" y="17"/>
                      <a:pt x="7" y="18"/>
                    </a:cubicBezTo>
                    <a:close/>
                  </a:path>
                </a:pathLst>
              </a:custGeom>
              <a:solidFill>
                <a:srgbClr val="DB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0" name="Freeform 278"/>
              <p:cNvSpPr>
                <a:spLocks noEditPoints="1"/>
              </p:cNvSpPr>
              <p:nvPr/>
            </p:nvSpPr>
            <p:spPr bwMode="auto">
              <a:xfrm>
                <a:off x="1289" y="1173"/>
                <a:ext cx="174" cy="36"/>
              </a:xfrm>
              <a:custGeom>
                <a:avLst/>
                <a:gdLst>
                  <a:gd name="T0" fmla="*/ 88 w 91"/>
                  <a:gd name="T1" fmla="*/ 0 h 19"/>
                  <a:gd name="T2" fmla="*/ 68 w 91"/>
                  <a:gd name="T3" fmla="*/ 0 h 19"/>
                  <a:gd name="T4" fmla="*/ 66 w 91"/>
                  <a:gd name="T5" fmla="*/ 3 h 19"/>
                  <a:gd name="T6" fmla="*/ 56 w 91"/>
                  <a:gd name="T7" fmla="*/ 12 h 19"/>
                  <a:gd name="T8" fmla="*/ 55 w 91"/>
                  <a:gd name="T9" fmla="*/ 4 h 19"/>
                  <a:gd name="T10" fmla="*/ 55 w 91"/>
                  <a:gd name="T11" fmla="*/ 0 h 19"/>
                  <a:gd name="T12" fmla="*/ 53 w 91"/>
                  <a:gd name="T13" fmla="*/ 0 h 19"/>
                  <a:gd name="T14" fmla="*/ 53 w 91"/>
                  <a:gd name="T15" fmla="*/ 2 h 19"/>
                  <a:gd name="T16" fmla="*/ 50 w 91"/>
                  <a:gd name="T17" fmla="*/ 13 h 19"/>
                  <a:gd name="T18" fmla="*/ 49 w 91"/>
                  <a:gd name="T19" fmla="*/ 18 h 19"/>
                  <a:gd name="T20" fmla="*/ 74 w 91"/>
                  <a:gd name="T21" fmla="*/ 18 h 19"/>
                  <a:gd name="T22" fmla="*/ 81 w 91"/>
                  <a:gd name="T23" fmla="*/ 6 h 19"/>
                  <a:gd name="T24" fmla="*/ 90 w 91"/>
                  <a:gd name="T25" fmla="*/ 5 h 19"/>
                  <a:gd name="T26" fmla="*/ 88 w 91"/>
                  <a:gd name="T27" fmla="*/ 0 h 19"/>
                  <a:gd name="T28" fmla="*/ 31 w 91"/>
                  <a:gd name="T29" fmla="*/ 0 h 19"/>
                  <a:gd name="T30" fmla="*/ 20 w 91"/>
                  <a:gd name="T31" fmla="*/ 0 h 19"/>
                  <a:gd name="T32" fmla="*/ 16 w 91"/>
                  <a:gd name="T33" fmla="*/ 4 h 19"/>
                  <a:gd name="T34" fmla="*/ 7 w 91"/>
                  <a:gd name="T35" fmla="*/ 17 h 19"/>
                  <a:gd name="T36" fmla="*/ 3 w 91"/>
                  <a:gd name="T37" fmla="*/ 9 h 19"/>
                  <a:gd name="T38" fmla="*/ 3 w 91"/>
                  <a:gd name="T39" fmla="*/ 2 h 19"/>
                  <a:gd name="T40" fmla="*/ 1 w 91"/>
                  <a:gd name="T41" fmla="*/ 2 h 19"/>
                  <a:gd name="T42" fmla="*/ 1 w 91"/>
                  <a:gd name="T43" fmla="*/ 10 h 19"/>
                  <a:gd name="T44" fmla="*/ 0 w 91"/>
                  <a:gd name="T45" fmla="*/ 18 h 19"/>
                  <a:gd name="T46" fmla="*/ 24 w 91"/>
                  <a:gd name="T47" fmla="*/ 18 h 19"/>
                  <a:gd name="T48" fmla="*/ 25 w 91"/>
                  <a:gd name="T49" fmla="*/ 11 h 19"/>
                  <a:gd name="T50" fmla="*/ 35 w 91"/>
                  <a:gd name="T51" fmla="*/ 8 h 19"/>
                  <a:gd name="T52" fmla="*/ 31 w 91"/>
                  <a:gd name="T5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1" h="19">
                    <a:moveTo>
                      <a:pt x="88" y="0"/>
                    </a:moveTo>
                    <a:cubicBezTo>
                      <a:pt x="68" y="0"/>
                      <a:pt x="68" y="0"/>
                      <a:pt x="68" y="0"/>
                    </a:cubicBezTo>
                    <a:cubicBezTo>
                      <a:pt x="67" y="1"/>
                      <a:pt x="67" y="2"/>
                      <a:pt x="66" y="3"/>
                    </a:cubicBezTo>
                    <a:cubicBezTo>
                      <a:pt x="64" y="7"/>
                      <a:pt x="57" y="13"/>
                      <a:pt x="56" y="12"/>
                    </a:cubicBezTo>
                    <a:cubicBezTo>
                      <a:pt x="54" y="11"/>
                      <a:pt x="55" y="8"/>
                      <a:pt x="55" y="4"/>
                    </a:cubicBezTo>
                    <a:cubicBezTo>
                      <a:pt x="55" y="3"/>
                      <a:pt x="55" y="2"/>
                      <a:pt x="55" y="0"/>
                    </a:cubicBezTo>
                    <a:cubicBezTo>
                      <a:pt x="53" y="0"/>
                      <a:pt x="53" y="0"/>
                      <a:pt x="53" y="0"/>
                    </a:cubicBezTo>
                    <a:cubicBezTo>
                      <a:pt x="53" y="2"/>
                      <a:pt x="53" y="2"/>
                      <a:pt x="53" y="2"/>
                    </a:cubicBezTo>
                    <a:cubicBezTo>
                      <a:pt x="53" y="4"/>
                      <a:pt x="52" y="9"/>
                      <a:pt x="50" y="13"/>
                    </a:cubicBezTo>
                    <a:cubicBezTo>
                      <a:pt x="50" y="15"/>
                      <a:pt x="49" y="17"/>
                      <a:pt x="49" y="18"/>
                    </a:cubicBezTo>
                    <a:cubicBezTo>
                      <a:pt x="74" y="18"/>
                      <a:pt x="74" y="18"/>
                      <a:pt x="74" y="18"/>
                    </a:cubicBezTo>
                    <a:cubicBezTo>
                      <a:pt x="77" y="13"/>
                      <a:pt x="79" y="7"/>
                      <a:pt x="81" y="6"/>
                    </a:cubicBezTo>
                    <a:cubicBezTo>
                      <a:pt x="84" y="5"/>
                      <a:pt x="88" y="7"/>
                      <a:pt x="90" y="5"/>
                    </a:cubicBezTo>
                    <a:cubicBezTo>
                      <a:pt x="91" y="3"/>
                      <a:pt x="90" y="2"/>
                      <a:pt x="88" y="0"/>
                    </a:cubicBezTo>
                    <a:close/>
                    <a:moveTo>
                      <a:pt x="31" y="0"/>
                    </a:moveTo>
                    <a:cubicBezTo>
                      <a:pt x="20" y="0"/>
                      <a:pt x="20" y="0"/>
                      <a:pt x="20" y="0"/>
                    </a:cubicBezTo>
                    <a:cubicBezTo>
                      <a:pt x="18" y="1"/>
                      <a:pt x="17" y="3"/>
                      <a:pt x="16" y="4"/>
                    </a:cubicBezTo>
                    <a:cubicBezTo>
                      <a:pt x="14" y="8"/>
                      <a:pt x="10" y="16"/>
                      <a:pt x="7" y="17"/>
                    </a:cubicBezTo>
                    <a:cubicBezTo>
                      <a:pt x="5" y="19"/>
                      <a:pt x="4" y="13"/>
                      <a:pt x="3" y="9"/>
                    </a:cubicBezTo>
                    <a:cubicBezTo>
                      <a:pt x="3" y="5"/>
                      <a:pt x="3" y="2"/>
                      <a:pt x="3" y="2"/>
                    </a:cubicBezTo>
                    <a:cubicBezTo>
                      <a:pt x="1" y="2"/>
                      <a:pt x="1" y="2"/>
                      <a:pt x="1" y="2"/>
                    </a:cubicBezTo>
                    <a:cubicBezTo>
                      <a:pt x="1" y="2"/>
                      <a:pt x="1" y="6"/>
                      <a:pt x="1" y="10"/>
                    </a:cubicBezTo>
                    <a:cubicBezTo>
                      <a:pt x="1" y="11"/>
                      <a:pt x="1" y="15"/>
                      <a:pt x="0" y="18"/>
                    </a:cubicBezTo>
                    <a:cubicBezTo>
                      <a:pt x="24" y="18"/>
                      <a:pt x="24" y="18"/>
                      <a:pt x="24" y="18"/>
                    </a:cubicBezTo>
                    <a:cubicBezTo>
                      <a:pt x="25" y="16"/>
                      <a:pt x="25" y="13"/>
                      <a:pt x="25" y="11"/>
                    </a:cubicBezTo>
                    <a:cubicBezTo>
                      <a:pt x="26" y="7"/>
                      <a:pt x="31" y="9"/>
                      <a:pt x="35" y="8"/>
                    </a:cubicBezTo>
                    <a:cubicBezTo>
                      <a:pt x="39" y="7"/>
                      <a:pt x="37" y="3"/>
                      <a:pt x="31" y="0"/>
                    </a:cubicBezTo>
                    <a:close/>
                  </a:path>
                </a:pathLst>
              </a:custGeom>
              <a:solidFill>
                <a:srgbClr val="DCD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1" name="Freeform 279"/>
              <p:cNvSpPr>
                <a:spLocks noEditPoints="1"/>
              </p:cNvSpPr>
              <p:nvPr/>
            </p:nvSpPr>
            <p:spPr bwMode="auto">
              <a:xfrm>
                <a:off x="1289" y="1175"/>
                <a:ext cx="174" cy="36"/>
              </a:xfrm>
              <a:custGeom>
                <a:avLst/>
                <a:gdLst>
                  <a:gd name="T0" fmla="*/ 90 w 91"/>
                  <a:gd name="T1" fmla="*/ 0 h 19"/>
                  <a:gd name="T2" fmla="*/ 67 w 91"/>
                  <a:gd name="T3" fmla="*/ 0 h 19"/>
                  <a:gd name="T4" fmla="*/ 66 w 91"/>
                  <a:gd name="T5" fmla="*/ 2 h 19"/>
                  <a:gd name="T6" fmla="*/ 56 w 91"/>
                  <a:gd name="T7" fmla="*/ 11 h 19"/>
                  <a:gd name="T8" fmla="*/ 55 w 91"/>
                  <a:gd name="T9" fmla="*/ 3 h 19"/>
                  <a:gd name="T10" fmla="*/ 55 w 91"/>
                  <a:gd name="T11" fmla="*/ 0 h 19"/>
                  <a:gd name="T12" fmla="*/ 53 w 91"/>
                  <a:gd name="T13" fmla="*/ 0 h 19"/>
                  <a:gd name="T14" fmla="*/ 53 w 91"/>
                  <a:gd name="T15" fmla="*/ 1 h 19"/>
                  <a:gd name="T16" fmla="*/ 50 w 91"/>
                  <a:gd name="T17" fmla="*/ 12 h 19"/>
                  <a:gd name="T18" fmla="*/ 49 w 91"/>
                  <a:gd name="T19" fmla="*/ 19 h 19"/>
                  <a:gd name="T20" fmla="*/ 74 w 91"/>
                  <a:gd name="T21" fmla="*/ 19 h 19"/>
                  <a:gd name="T22" fmla="*/ 81 w 91"/>
                  <a:gd name="T23" fmla="*/ 5 h 19"/>
                  <a:gd name="T24" fmla="*/ 90 w 91"/>
                  <a:gd name="T25" fmla="*/ 4 h 19"/>
                  <a:gd name="T26" fmla="*/ 90 w 91"/>
                  <a:gd name="T27" fmla="*/ 0 h 19"/>
                  <a:gd name="T28" fmla="*/ 34 w 91"/>
                  <a:gd name="T29" fmla="*/ 0 h 19"/>
                  <a:gd name="T30" fmla="*/ 18 w 91"/>
                  <a:gd name="T31" fmla="*/ 0 h 19"/>
                  <a:gd name="T32" fmla="*/ 16 w 91"/>
                  <a:gd name="T33" fmla="*/ 3 h 19"/>
                  <a:gd name="T34" fmla="*/ 7 w 91"/>
                  <a:gd name="T35" fmla="*/ 16 h 19"/>
                  <a:gd name="T36" fmla="*/ 3 w 91"/>
                  <a:gd name="T37" fmla="*/ 8 h 19"/>
                  <a:gd name="T38" fmla="*/ 3 w 91"/>
                  <a:gd name="T39" fmla="*/ 1 h 19"/>
                  <a:gd name="T40" fmla="*/ 1 w 91"/>
                  <a:gd name="T41" fmla="*/ 1 h 19"/>
                  <a:gd name="T42" fmla="*/ 1 w 91"/>
                  <a:gd name="T43" fmla="*/ 9 h 19"/>
                  <a:gd name="T44" fmla="*/ 0 w 91"/>
                  <a:gd name="T45" fmla="*/ 19 h 19"/>
                  <a:gd name="T46" fmla="*/ 24 w 91"/>
                  <a:gd name="T47" fmla="*/ 19 h 19"/>
                  <a:gd name="T48" fmla="*/ 25 w 91"/>
                  <a:gd name="T49" fmla="*/ 10 h 19"/>
                  <a:gd name="T50" fmla="*/ 35 w 91"/>
                  <a:gd name="T51" fmla="*/ 7 h 19"/>
                  <a:gd name="T52" fmla="*/ 34 w 91"/>
                  <a:gd name="T5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1" h="19">
                    <a:moveTo>
                      <a:pt x="90" y="0"/>
                    </a:moveTo>
                    <a:cubicBezTo>
                      <a:pt x="67" y="0"/>
                      <a:pt x="67" y="0"/>
                      <a:pt x="67" y="0"/>
                    </a:cubicBezTo>
                    <a:cubicBezTo>
                      <a:pt x="67" y="1"/>
                      <a:pt x="66" y="1"/>
                      <a:pt x="66" y="2"/>
                    </a:cubicBezTo>
                    <a:cubicBezTo>
                      <a:pt x="64" y="6"/>
                      <a:pt x="57" y="12"/>
                      <a:pt x="56" y="11"/>
                    </a:cubicBezTo>
                    <a:cubicBezTo>
                      <a:pt x="54" y="10"/>
                      <a:pt x="55" y="7"/>
                      <a:pt x="55" y="3"/>
                    </a:cubicBezTo>
                    <a:cubicBezTo>
                      <a:pt x="55" y="2"/>
                      <a:pt x="55" y="1"/>
                      <a:pt x="55" y="0"/>
                    </a:cubicBezTo>
                    <a:cubicBezTo>
                      <a:pt x="53" y="0"/>
                      <a:pt x="53" y="0"/>
                      <a:pt x="53" y="0"/>
                    </a:cubicBezTo>
                    <a:cubicBezTo>
                      <a:pt x="53" y="1"/>
                      <a:pt x="53" y="1"/>
                      <a:pt x="53" y="1"/>
                    </a:cubicBezTo>
                    <a:cubicBezTo>
                      <a:pt x="53" y="3"/>
                      <a:pt x="52" y="8"/>
                      <a:pt x="50" y="12"/>
                    </a:cubicBezTo>
                    <a:cubicBezTo>
                      <a:pt x="50" y="14"/>
                      <a:pt x="49" y="17"/>
                      <a:pt x="49" y="19"/>
                    </a:cubicBezTo>
                    <a:cubicBezTo>
                      <a:pt x="74" y="19"/>
                      <a:pt x="74" y="19"/>
                      <a:pt x="74" y="19"/>
                    </a:cubicBezTo>
                    <a:cubicBezTo>
                      <a:pt x="76" y="13"/>
                      <a:pt x="79" y="6"/>
                      <a:pt x="81" y="5"/>
                    </a:cubicBezTo>
                    <a:cubicBezTo>
                      <a:pt x="84" y="4"/>
                      <a:pt x="88" y="6"/>
                      <a:pt x="90" y="4"/>
                    </a:cubicBezTo>
                    <a:cubicBezTo>
                      <a:pt x="91" y="3"/>
                      <a:pt x="91" y="2"/>
                      <a:pt x="90" y="0"/>
                    </a:cubicBezTo>
                    <a:close/>
                    <a:moveTo>
                      <a:pt x="34" y="0"/>
                    </a:moveTo>
                    <a:cubicBezTo>
                      <a:pt x="18" y="0"/>
                      <a:pt x="18" y="0"/>
                      <a:pt x="18" y="0"/>
                    </a:cubicBezTo>
                    <a:cubicBezTo>
                      <a:pt x="17" y="1"/>
                      <a:pt x="16" y="2"/>
                      <a:pt x="16" y="3"/>
                    </a:cubicBezTo>
                    <a:cubicBezTo>
                      <a:pt x="14" y="7"/>
                      <a:pt x="10" y="15"/>
                      <a:pt x="7" y="16"/>
                    </a:cubicBezTo>
                    <a:cubicBezTo>
                      <a:pt x="5" y="18"/>
                      <a:pt x="4" y="12"/>
                      <a:pt x="3" y="8"/>
                    </a:cubicBezTo>
                    <a:cubicBezTo>
                      <a:pt x="3" y="4"/>
                      <a:pt x="3" y="1"/>
                      <a:pt x="3" y="1"/>
                    </a:cubicBezTo>
                    <a:cubicBezTo>
                      <a:pt x="1" y="1"/>
                      <a:pt x="1" y="1"/>
                      <a:pt x="1" y="1"/>
                    </a:cubicBezTo>
                    <a:cubicBezTo>
                      <a:pt x="1" y="1"/>
                      <a:pt x="1" y="5"/>
                      <a:pt x="1" y="9"/>
                    </a:cubicBezTo>
                    <a:cubicBezTo>
                      <a:pt x="1" y="11"/>
                      <a:pt x="1" y="15"/>
                      <a:pt x="0" y="19"/>
                    </a:cubicBezTo>
                    <a:cubicBezTo>
                      <a:pt x="24" y="19"/>
                      <a:pt x="24" y="19"/>
                      <a:pt x="24" y="19"/>
                    </a:cubicBezTo>
                    <a:cubicBezTo>
                      <a:pt x="24" y="15"/>
                      <a:pt x="25" y="12"/>
                      <a:pt x="25" y="10"/>
                    </a:cubicBezTo>
                    <a:cubicBezTo>
                      <a:pt x="26" y="6"/>
                      <a:pt x="31" y="8"/>
                      <a:pt x="35" y="7"/>
                    </a:cubicBezTo>
                    <a:cubicBezTo>
                      <a:pt x="39" y="6"/>
                      <a:pt x="38" y="3"/>
                      <a:pt x="34"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2" name="Freeform 280"/>
              <p:cNvSpPr>
                <a:spLocks noEditPoints="1"/>
              </p:cNvSpPr>
              <p:nvPr/>
            </p:nvSpPr>
            <p:spPr bwMode="auto">
              <a:xfrm>
                <a:off x="1289" y="1179"/>
                <a:ext cx="174" cy="34"/>
              </a:xfrm>
              <a:custGeom>
                <a:avLst/>
                <a:gdLst>
                  <a:gd name="T0" fmla="*/ 90 w 91"/>
                  <a:gd name="T1" fmla="*/ 0 h 18"/>
                  <a:gd name="T2" fmla="*/ 66 w 91"/>
                  <a:gd name="T3" fmla="*/ 0 h 18"/>
                  <a:gd name="T4" fmla="*/ 66 w 91"/>
                  <a:gd name="T5" fmla="*/ 0 h 18"/>
                  <a:gd name="T6" fmla="*/ 56 w 91"/>
                  <a:gd name="T7" fmla="*/ 9 h 18"/>
                  <a:gd name="T8" fmla="*/ 55 w 91"/>
                  <a:gd name="T9" fmla="*/ 1 h 18"/>
                  <a:gd name="T10" fmla="*/ 55 w 91"/>
                  <a:gd name="T11" fmla="*/ 0 h 18"/>
                  <a:gd name="T12" fmla="*/ 53 w 91"/>
                  <a:gd name="T13" fmla="*/ 0 h 18"/>
                  <a:gd name="T14" fmla="*/ 50 w 91"/>
                  <a:gd name="T15" fmla="*/ 10 h 18"/>
                  <a:gd name="T16" fmla="*/ 49 w 91"/>
                  <a:gd name="T17" fmla="*/ 18 h 18"/>
                  <a:gd name="T18" fmla="*/ 73 w 91"/>
                  <a:gd name="T19" fmla="*/ 18 h 18"/>
                  <a:gd name="T20" fmla="*/ 81 w 91"/>
                  <a:gd name="T21" fmla="*/ 3 h 18"/>
                  <a:gd name="T22" fmla="*/ 90 w 91"/>
                  <a:gd name="T23" fmla="*/ 2 h 18"/>
                  <a:gd name="T24" fmla="*/ 90 w 91"/>
                  <a:gd name="T25" fmla="*/ 0 h 18"/>
                  <a:gd name="T26" fmla="*/ 36 w 91"/>
                  <a:gd name="T27" fmla="*/ 0 h 18"/>
                  <a:gd name="T28" fmla="*/ 17 w 91"/>
                  <a:gd name="T29" fmla="*/ 0 h 18"/>
                  <a:gd name="T30" fmla="*/ 16 w 91"/>
                  <a:gd name="T31" fmla="*/ 1 h 18"/>
                  <a:gd name="T32" fmla="*/ 7 w 91"/>
                  <a:gd name="T33" fmla="*/ 14 h 18"/>
                  <a:gd name="T34" fmla="*/ 3 w 91"/>
                  <a:gd name="T35" fmla="*/ 6 h 18"/>
                  <a:gd name="T36" fmla="*/ 3 w 91"/>
                  <a:gd name="T37" fmla="*/ 0 h 18"/>
                  <a:gd name="T38" fmla="*/ 1 w 91"/>
                  <a:gd name="T39" fmla="*/ 0 h 18"/>
                  <a:gd name="T40" fmla="*/ 1 w 91"/>
                  <a:gd name="T41" fmla="*/ 7 h 18"/>
                  <a:gd name="T42" fmla="*/ 0 w 91"/>
                  <a:gd name="T43" fmla="*/ 18 h 18"/>
                  <a:gd name="T44" fmla="*/ 24 w 91"/>
                  <a:gd name="T45" fmla="*/ 18 h 18"/>
                  <a:gd name="T46" fmla="*/ 25 w 91"/>
                  <a:gd name="T47" fmla="*/ 8 h 18"/>
                  <a:gd name="T48" fmla="*/ 35 w 91"/>
                  <a:gd name="T49" fmla="*/ 5 h 18"/>
                  <a:gd name="T50" fmla="*/ 36 w 91"/>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1" h="18">
                    <a:moveTo>
                      <a:pt x="90" y="0"/>
                    </a:moveTo>
                    <a:cubicBezTo>
                      <a:pt x="66" y="0"/>
                      <a:pt x="66" y="0"/>
                      <a:pt x="66" y="0"/>
                    </a:cubicBezTo>
                    <a:cubicBezTo>
                      <a:pt x="66" y="0"/>
                      <a:pt x="66" y="0"/>
                      <a:pt x="66" y="0"/>
                    </a:cubicBezTo>
                    <a:cubicBezTo>
                      <a:pt x="64" y="4"/>
                      <a:pt x="57" y="10"/>
                      <a:pt x="56" y="9"/>
                    </a:cubicBezTo>
                    <a:cubicBezTo>
                      <a:pt x="54" y="8"/>
                      <a:pt x="55" y="5"/>
                      <a:pt x="55" y="1"/>
                    </a:cubicBezTo>
                    <a:cubicBezTo>
                      <a:pt x="55" y="1"/>
                      <a:pt x="55" y="0"/>
                      <a:pt x="55" y="0"/>
                    </a:cubicBezTo>
                    <a:cubicBezTo>
                      <a:pt x="53" y="0"/>
                      <a:pt x="53" y="0"/>
                      <a:pt x="53" y="0"/>
                    </a:cubicBezTo>
                    <a:cubicBezTo>
                      <a:pt x="53" y="2"/>
                      <a:pt x="52" y="7"/>
                      <a:pt x="50" y="10"/>
                    </a:cubicBezTo>
                    <a:cubicBezTo>
                      <a:pt x="49" y="13"/>
                      <a:pt x="49" y="16"/>
                      <a:pt x="49" y="18"/>
                    </a:cubicBezTo>
                    <a:cubicBezTo>
                      <a:pt x="73" y="18"/>
                      <a:pt x="73" y="18"/>
                      <a:pt x="73" y="18"/>
                    </a:cubicBezTo>
                    <a:cubicBezTo>
                      <a:pt x="76" y="11"/>
                      <a:pt x="79" y="5"/>
                      <a:pt x="81" y="3"/>
                    </a:cubicBezTo>
                    <a:cubicBezTo>
                      <a:pt x="84" y="2"/>
                      <a:pt x="88" y="4"/>
                      <a:pt x="90" y="2"/>
                    </a:cubicBezTo>
                    <a:cubicBezTo>
                      <a:pt x="90" y="1"/>
                      <a:pt x="91" y="0"/>
                      <a:pt x="90" y="0"/>
                    </a:cubicBezTo>
                    <a:close/>
                    <a:moveTo>
                      <a:pt x="36" y="0"/>
                    </a:moveTo>
                    <a:cubicBezTo>
                      <a:pt x="17" y="0"/>
                      <a:pt x="17" y="0"/>
                      <a:pt x="17" y="0"/>
                    </a:cubicBezTo>
                    <a:cubicBezTo>
                      <a:pt x="17" y="0"/>
                      <a:pt x="16" y="1"/>
                      <a:pt x="16" y="1"/>
                    </a:cubicBezTo>
                    <a:cubicBezTo>
                      <a:pt x="14" y="5"/>
                      <a:pt x="10" y="13"/>
                      <a:pt x="7" y="14"/>
                    </a:cubicBezTo>
                    <a:cubicBezTo>
                      <a:pt x="5" y="16"/>
                      <a:pt x="4" y="10"/>
                      <a:pt x="3" y="6"/>
                    </a:cubicBezTo>
                    <a:cubicBezTo>
                      <a:pt x="3" y="4"/>
                      <a:pt x="3" y="1"/>
                      <a:pt x="3" y="0"/>
                    </a:cubicBezTo>
                    <a:cubicBezTo>
                      <a:pt x="1" y="0"/>
                      <a:pt x="1" y="0"/>
                      <a:pt x="1" y="0"/>
                    </a:cubicBezTo>
                    <a:cubicBezTo>
                      <a:pt x="1" y="7"/>
                      <a:pt x="1" y="7"/>
                      <a:pt x="1" y="7"/>
                    </a:cubicBezTo>
                    <a:cubicBezTo>
                      <a:pt x="1" y="9"/>
                      <a:pt x="0" y="13"/>
                      <a:pt x="0" y="18"/>
                    </a:cubicBezTo>
                    <a:cubicBezTo>
                      <a:pt x="24" y="18"/>
                      <a:pt x="24" y="18"/>
                      <a:pt x="24" y="18"/>
                    </a:cubicBezTo>
                    <a:cubicBezTo>
                      <a:pt x="24" y="14"/>
                      <a:pt x="25" y="11"/>
                      <a:pt x="25" y="8"/>
                    </a:cubicBezTo>
                    <a:cubicBezTo>
                      <a:pt x="26" y="4"/>
                      <a:pt x="31" y="6"/>
                      <a:pt x="35" y="5"/>
                    </a:cubicBezTo>
                    <a:cubicBezTo>
                      <a:pt x="38" y="4"/>
                      <a:pt x="38" y="2"/>
                      <a:pt x="36"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3" name="Freeform 281"/>
              <p:cNvSpPr>
                <a:spLocks noEditPoints="1"/>
              </p:cNvSpPr>
              <p:nvPr/>
            </p:nvSpPr>
            <p:spPr bwMode="auto">
              <a:xfrm>
                <a:off x="1289" y="1181"/>
                <a:ext cx="172" cy="34"/>
              </a:xfrm>
              <a:custGeom>
                <a:avLst/>
                <a:gdLst>
                  <a:gd name="T0" fmla="*/ 90 w 90"/>
                  <a:gd name="T1" fmla="*/ 0 h 18"/>
                  <a:gd name="T2" fmla="*/ 65 w 90"/>
                  <a:gd name="T3" fmla="*/ 0 h 18"/>
                  <a:gd name="T4" fmla="*/ 56 w 90"/>
                  <a:gd name="T5" fmla="*/ 8 h 18"/>
                  <a:gd name="T6" fmla="*/ 55 w 90"/>
                  <a:gd name="T7" fmla="*/ 0 h 18"/>
                  <a:gd name="T8" fmla="*/ 55 w 90"/>
                  <a:gd name="T9" fmla="*/ 0 h 18"/>
                  <a:gd name="T10" fmla="*/ 53 w 90"/>
                  <a:gd name="T11" fmla="*/ 0 h 18"/>
                  <a:gd name="T12" fmla="*/ 50 w 90"/>
                  <a:gd name="T13" fmla="*/ 9 h 18"/>
                  <a:gd name="T14" fmla="*/ 49 w 90"/>
                  <a:gd name="T15" fmla="*/ 18 h 18"/>
                  <a:gd name="T16" fmla="*/ 73 w 90"/>
                  <a:gd name="T17" fmla="*/ 18 h 18"/>
                  <a:gd name="T18" fmla="*/ 81 w 90"/>
                  <a:gd name="T19" fmla="*/ 2 h 18"/>
                  <a:gd name="T20" fmla="*/ 90 w 90"/>
                  <a:gd name="T21" fmla="*/ 1 h 18"/>
                  <a:gd name="T22" fmla="*/ 90 w 90"/>
                  <a:gd name="T23" fmla="*/ 0 h 18"/>
                  <a:gd name="T24" fmla="*/ 37 w 90"/>
                  <a:gd name="T25" fmla="*/ 0 h 18"/>
                  <a:gd name="T26" fmla="*/ 16 w 90"/>
                  <a:gd name="T27" fmla="*/ 0 h 18"/>
                  <a:gd name="T28" fmla="*/ 16 w 90"/>
                  <a:gd name="T29" fmla="*/ 0 h 18"/>
                  <a:gd name="T30" fmla="*/ 7 w 90"/>
                  <a:gd name="T31" fmla="*/ 13 h 18"/>
                  <a:gd name="T32" fmla="*/ 3 w 90"/>
                  <a:gd name="T33" fmla="*/ 5 h 18"/>
                  <a:gd name="T34" fmla="*/ 3 w 90"/>
                  <a:gd name="T35" fmla="*/ 0 h 18"/>
                  <a:gd name="T36" fmla="*/ 1 w 90"/>
                  <a:gd name="T37" fmla="*/ 0 h 18"/>
                  <a:gd name="T38" fmla="*/ 1 w 90"/>
                  <a:gd name="T39" fmla="*/ 6 h 18"/>
                  <a:gd name="T40" fmla="*/ 0 w 90"/>
                  <a:gd name="T41" fmla="*/ 18 h 18"/>
                  <a:gd name="T42" fmla="*/ 24 w 90"/>
                  <a:gd name="T43" fmla="*/ 18 h 18"/>
                  <a:gd name="T44" fmla="*/ 25 w 90"/>
                  <a:gd name="T45" fmla="*/ 7 h 18"/>
                  <a:gd name="T46" fmla="*/ 35 w 90"/>
                  <a:gd name="T47" fmla="*/ 4 h 18"/>
                  <a:gd name="T48" fmla="*/ 37 w 90"/>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18">
                    <a:moveTo>
                      <a:pt x="90" y="0"/>
                    </a:moveTo>
                    <a:cubicBezTo>
                      <a:pt x="65" y="0"/>
                      <a:pt x="65" y="0"/>
                      <a:pt x="65" y="0"/>
                    </a:cubicBezTo>
                    <a:cubicBezTo>
                      <a:pt x="62" y="4"/>
                      <a:pt x="57" y="9"/>
                      <a:pt x="56" y="8"/>
                    </a:cubicBezTo>
                    <a:cubicBezTo>
                      <a:pt x="54" y="7"/>
                      <a:pt x="55" y="4"/>
                      <a:pt x="55" y="0"/>
                    </a:cubicBezTo>
                    <a:cubicBezTo>
                      <a:pt x="55" y="0"/>
                      <a:pt x="55" y="0"/>
                      <a:pt x="55" y="0"/>
                    </a:cubicBezTo>
                    <a:cubicBezTo>
                      <a:pt x="53" y="0"/>
                      <a:pt x="53" y="0"/>
                      <a:pt x="53" y="0"/>
                    </a:cubicBezTo>
                    <a:cubicBezTo>
                      <a:pt x="52" y="3"/>
                      <a:pt x="52" y="6"/>
                      <a:pt x="50" y="9"/>
                    </a:cubicBezTo>
                    <a:cubicBezTo>
                      <a:pt x="49" y="12"/>
                      <a:pt x="48" y="16"/>
                      <a:pt x="49" y="18"/>
                    </a:cubicBezTo>
                    <a:cubicBezTo>
                      <a:pt x="73" y="18"/>
                      <a:pt x="73" y="18"/>
                      <a:pt x="73" y="18"/>
                    </a:cubicBezTo>
                    <a:cubicBezTo>
                      <a:pt x="75" y="11"/>
                      <a:pt x="79" y="4"/>
                      <a:pt x="81" y="2"/>
                    </a:cubicBezTo>
                    <a:cubicBezTo>
                      <a:pt x="84" y="1"/>
                      <a:pt x="88" y="3"/>
                      <a:pt x="90" y="1"/>
                    </a:cubicBezTo>
                    <a:cubicBezTo>
                      <a:pt x="90" y="0"/>
                      <a:pt x="90" y="0"/>
                      <a:pt x="90" y="0"/>
                    </a:cubicBezTo>
                    <a:close/>
                    <a:moveTo>
                      <a:pt x="37" y="0"/>
                    </a:moveTo>
                    <a:cubicBezTo>
                      <a:pt x="16" y="0"/>
                      <a:pt x="16" y="0"/>
                      <a:pt x="16" y="0"/>
                    </a:cubicBezTo>
                    <a:cubicBezTo>
                      <a:pt x="16" y="0"/>
                      <a:pt x="16" y="0"/>
                      <a:pt x="16" y="0"/>
                    </a:cubicBezTo>
                    <a:cubicBezTo>
                      <a:pt x="14" y="4"/>
                      <a:pt x="10" y="12"/>
                      <a:pt x="7" y="13"/>
                    </a:cubicBezTo>
                    <a:cubicBezTo>
                      <a:pt x="5" y="15"/>
                      <a:pt x="4" y="9"/>
                      <a:pt x="3" y="5"/>
                    </a:cubicBezTo>
                    <a:cubicBezTo>
                      <a:pt x="3" y="3"/>
                      <a:pt x="3" y="1"/>
                      <a:pt x="3" y="0"/>
                    </a:cubicBezTo>
                    <a:cubicBezTo>
                      <a:pt x="1" y="0"/>
                      <a:pt x="1" y="0"/>
                      <a:pt x="1" y="0"/>
                    </a:cubicBezTo>
                    <a:cubicBezTo>
                      <a:pt x="1" y="6"/>
                      <a:pt x="1" y="6"/>
                      <a:pt x="1" y="6"/>
                    </a:cubicBezTo>
                    <a:cubicBezTo>
                      <a:pt x="1" y="8"/>
                      <a:pt x="0" y="13"/>
                      <a:pt x="0" y="18"/>
                    </a:cubicBezTo>
                    <a:cubicBezTo>
                      <a:pt x="24" y="18"/>
                      <a:pt x="24" y="18"/>
                      <a:pt x="24" y="18"/>
                    </a:cubicBezTo>
                    <a:cubicBezTo>
                      <a:pt x="24" y="14"/>
                      <a:pt x="25" y="10"/>
                      <a:pt x="25" y="7"/>
                    </a:cubicBezTo>
                    <a:cubicBezTo>
                      <a:pt x="26" y="3"/>
                      <a:pt x="31" y="5"/>
                      <a:pt x="35" y="4"/>
                    </a:cubicBezTo>
                    <a:cubicBezTo>
                      <a:pt x="38" y="3"/>
                      <a:pt x="38" y="2"/>
                      <a:pt x="37"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4" name="Freeform 282"/>
              <p:cNvSpPr>
                <a:spLocks noEditPoints="1"/>
              </p:cNvSpPr>
              <p:nvPr/>
            </p:nvSpPr>
            <p:spPr bwMode="auto">
              <a:xfrm>
                <a:off x="1289" y="1183"/>
                <a:ext cx="170" cy="36"/>
              </a:xfrm>
              <a:custGeom>
                <a:avLst/>
                <a:gdLst>
                  <a:gd name="T0" fmla="*/ 89 w 89"/>
                  <a:gd name="T1" fmla="*/ 0 h 19"/>
                  <a:gd name="T2" fmla="*/ 64 w 89"/>
                  <a:gd name="T3" fmla="*/ 0 h 19"/>
                  <a:gd name="T4" fmla="*/ 56 w 89"/>
                  <a:gd name="T5" fmla="*/ 7 h 19"/>
                  <a:gd name="T6" fmla="*/ 55 w 89"/>
                  <a:gd name="T7" fmla="*/ 0 h 19"/>
                  <a:gd name="T8" fmla="*/ 53 w 89"/>
                  <a:gd name="T9" fmla="*/ 0 h 19"/>
                  <a:gd name="T10" fmla="*/ 50 w 89"/>
                  <a:gd name="T11" fmla="*/ 8 h 19"/>
                  <a:gd name="T12" fmla="*/ 49 w 89"/>
                  <a:gd name="T13" fmla="*/ 19 h 19"/>
                  <a:gd name="T14" fmla="*/ 72 w 89"/>
                  <a:gd name="T15" fmla="*/ 19 h 19"/>
                  <a:gd name="T16" fmla="*/ 81 w 89"/>
                  <a:gd name="T17" fmla="*/ 1 h 19"/>
                  <a:gd name="T18" fmla="*/ 89 w 89"/>
                  <a:gd name="T19" fmla="*/ 0 h 19"/>
                  <a:gd name="T20" fmla="*/ 37 w 89"/>
                  <a:gd name="T21" fmla="*/ 0 h 19"/>
                  <a:gd name="T22" fmla="*/ 15 w 89"/>
                  <a:gd name="T23" fmla="*/ 0 h 19"/>
                  <a:gd name="T24" fmla="*/ 7 w 89"/>
                  <a:gd name="T25" fmla="*/ 12 h 19"/>
                  <a:gd name="T26" fmla="*/ 3 w 89"/>
                  <a:gd name="T27" fmla="*/ 4 h 19"/>
                  <a:gd name="T28" fmla="*/ 3 w 89"/>
                  <a:gd name="T29" fmla="*/ 0 h 19"/>
                  <a:gd name="T30" fmla="*/ 1 w 89"/>
                  <a:gd name="T31" fmla="*/ 0 h 19"/>
                  <a:gd name="T32" fmla="*/ 1 w 89"/>
                  <a:gd name="T33" fmla="*/ 5 h 19"/>
                  <a:gd name="T34" fmla="*/ 0 w 89"/>
                  <a:gd name="T35" fmla="*/ 19 h 19"/>
                  <a:gd name="T36" fmla="*/ 24 w 89"/>
                  <a:gd name="T37" fmla="*/ 19 h 19"/>
                  <a:gd name="T38" fmla="*/ 25 w 89"/>
                  <a:gd name="T39" fmla="*/ 6 h 19"/>
                  <a:gd name="T40" fmla="*/ 35 w 89"/>
                  <a:gd name="T41" fmla="*/ 3 h 19"/>
                  <a:gd name="T42" fmla="*/ 37 w 89"/>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19">
                    <a:moveTo>
                      <a:pt x="89" y="0"/>
                    </a:moveTo>
                    <a:cubicBezTo>
                      <a:pt x="64" y="0"/>
                      <a:pt x="64" y="0"/>
                      <a:pt x="64" y="0"/>
                    </a:cubicBezTo>
                    <a:cubicBezTo>
                      <a:pt x="61" y="4"/>
                      <a:pt x="57" y="8"/>
                      <a:pt x="56" y="7"/>
                    </a:cubicBezTo>
                    <a:cubicBezTo>
                      <a:pt x="54" y="6"/>
                      <a:pt x="55" y="4"/>
                      <a:pt x="55" y="0"/>
                    </a:cubicBezTo>
                    <a:cubicBezTo>
                      <a:pt x="53" y="0"/>
                      <a:pt x="53" y="0"/>
                      <a:pt x="53" y="0"/>
                    </a:cubicBezTo>
                    <a:cubicBezTo>
                      <a:pt x="52" y="3"/>
                      <a:pt x="52" y="6"/>
                      <a:pt x="50" y="8"/>
                    </a:cubicBezTo>
                    <a:cubicBezTo>
                      <a:pt x="49" y="12"/>
                      <a:pt x="48" y="16"/>
                      <a:pt x="49" y="19"/>
                    </a:cubicBezTo>
                    <a:cubicBezTo>
                      <a:pt x="72" y="19"/>
                      <a:pt x="72" y="19"/>
                      <a:pt x="72" y="19"/>
                    </a:cubicBezTo>
                    <a:cubicBezTo>
                      <a:pt x="75" y="11"/>
                      <a:pt x="79" y="3"/>
                      <a:pt x="81" y="1"/>
                    </a:cubicBezTo>
                    <a:cubicBezTo>
                      <a:pt x="83" y="0"/>
                      <a:pt x="87" y="2"/>
                      <a:pt x="89" y="0"/>
                    </a:cubicBezTo>
                    <a:close/>
                    <a:moveTo>
                      <a:pt x="37" y="0"/>
                    </a:moveTo>
                    <a:cubicBezTo>
                      <a:pt x="15" y="0"/>
                      <a:pt x="15" y="0"/>
                      <a:pt x="15" y="0"/>
                    </a:cubicBezTo>
                    <a:cubicBezTo>
                      <a:pt x="13" y="4"/>
                      <a:pt x="10" y="11"/>
                      <a:pt x="7" y="12"/>
                    </a:cubicBezTo>
                    <a:cubicBezTo>
                      <a:pt x="5" y="14"/>
                      <a:pt x="4" y="8"/>
                      <a:pt x="3" y="4"/>
                    </a:cubicBezTo>
                    <a:cubicBezTo>
                      <a:pt x="3" y="3"/>
                      <a:pt x="3" y="1"/>
                      <a:pt x="3" y="0"/>
                    </a:cubicBezTo>
                    <a:cubicBezTo>
                      <a:pt x="1" y="0"/>
                      <a:pt x="1" y="0"/>
                      <a:pt x="1" y="0"/>
                    </a:cubicBezTo>
                    <a:cubicBezTo>
                      <a:pt x="1" y="5"/>
                      <a:pt x="1" y="5"/>
                      <a:pt x="1" y="5"/>
                    </a:cubicBezTo>
                    <a:cubicBezTo>
                      <a:pt x="1" y="7"/>
                      <a:pt x="0" y="13"/>
                      <a:pt x="0" y="19"/>
                    </a:cubicBezTo>
                    <a:cubicBezTo>
                      <a:pt x="24" y="19"/>
                      <a:pt x="24" y="19"/>
                      <a:pt x="24" y="19"/>
                    </a:cubicBezTo>
                    <a:cubicBezTo>
                      <a:pt x="24" y="14"/>
                      <a:pt x="25" y="9"/>
                      <a:pt x="25" y="6"/>
                    </a:cubicBezTo>
                    <a:cubicBezTo>
                      <a:pt x="26" y="2"/>
                      <a:pt x="31" y="4"/>
                      <a:pt x="35" y="3"/>
                    </a:cubicBezTo>
                    <a:cubicBezTo>
                      <a:pt x="37" y="2"/>
                      <a:pt x="38" y="1"/>
                      <a:pt x="37" y="0"/>
                    </a:cubicBezTo>
                    <a:close/>
                  </a:path>
                </a:pathLst>
              </a:custGeom>
              <a:solidFill>
                <a:srgbClr val="DFDE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5" name="Freeform 283"/>
              <p:cNvSpPr>
                <a:spLocks noEditPoints="1"/>
              </p:cNvSpPr>
              <p:nvPr/>
            </p:nvSpPr>
            <p:spPr bwMode="auto">
              <a:xfrm>
                <a:off x="1289" y="1186"/>
                <a:ext cx="155" cy="35"/>
              </a:xfrm>
              <a:custGeom>
                <a:avLst/>
                <a:gdLst>
                  <a:gd name="T0" fmla="*/ 81 w 81"/>
                  <a:gd name="T1" fmla="*/ 0 h 18"/>
                  <a:gd name="T2" fmla="*/ 63 w 81"/>
                  <a:gd name="T3" fmla="*/ 0 h 18"/>
                  <a:gd name="T4" fmla="*/ 56 w 81"/>
                  <a:gd name="T5" fmla="*/ 5 h 18"/>
                  <a:gd name="T6" fmla="*/ 55 w 81"/>
                  <a:gd name="T7" fmla="*/ 0 h 18"/>
                  <a:gd name="T8" fmla="*/ 52 w 81"/>
                  <a:gd name="T9" fmla="*/ 0 h 18"/>
                  <a:gd name="T10" fmla="*/ 50 w 81"/>
                  <a:gd name="T11" fmla="*/ 6 h 18"/>
                  <a:gd name="T12" fmla="*/ 50 w 81"/>
                  <a:gd name="T13" fmla="*/ 18 h 18"/>
                  <a:gd name="T14" fmla="*/ 50 w 81"/>
                  <a:gd name="T15" fmla="*/ 18 h 18"/>
                  <a:gd name="T16" fmla="*/ 72 w 81"/>
                  <a:gd name="T17" fmla="*/ 18 h 18"/>
                  <a:gd name="T18" fmla="*/ 81 w 81"/>
                  <a:gd name="T19" fmla="*/ 0 h 18"/>
                  <a:gd name="T20" fmla="*/ 37 w 81"/>
                  <a:gd name="T21" fmla="*/ 0 h 18"/>
                  <a:gd name="T22" fmla="*/ 15 w 81"/>
                  <a:gd name="T23" fmla="*/ 0 h 18"/>
                  <a:gd name="T24" fmla="*/ 7 w 81"/>
                  <a:gd name="T25" fmla="*/ 10 h 18"/>
                  <a:gd name="T26" fmla="*/ 3 w 81"/>
                  <a:gd name="T27" fmla="*/ 2 h 18"/>
                  <a:gd name="T28" fmla="*/ 3 w 81"/>
                  <a:gd name="T29" fmla="*/ 0 h 18"/>
                  <a:gd name="T30" fmla="*/ 1 w 81"/>
                  <a:gd name="T31" fmla="*/ 0 h 18"/>
                  <a:gd name="T32" fmla="*/ 1 w 81"/>
                  <a:gd name="T33" fmla="*/ 3 h 18"/>
                  <a:gd name="T34" fmla="*/ 0 w 81"/>
                  <a:gd name="T35" fmla="*/ 18 h 18"/>
                  <a:gd name="T36" fmla="*/ 24 w 81"/>
                  <a:gd name="T37" fmla="*/ 18 h 18"/>
                  <a:gd name="T38" fmla="*/ 25 w 81"/>
                  <a:gd name="T39" fmla="*/ 4 h 18"/>
                  <a:gd name="T40" fmla="*/ 35 w 81"/>
                  <a:gd name="T41" fmla="*/ 1 h 18"/>
                  <a:gd name="T42" fmla="*/ 37 w 81"/>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1" h="18">
                    <a:moveTo>
                      <a:pt x="81" y="0"/>
                    </a:moveTo>
                    <a:cubicBezTo>
                      <a:pt x="63" y="0"/>
                      <a:pt x="63" y="0"/>
                      <a:pt x="63" y="0"/>
                    </a:cubicBezTo>
                    <a:cubicBezTo>
                      <a:pt x="60" y="3"/>
                      <a:pt x="57" y="5"/>
                      <a:pt x="56" y="5"/>
                    </a:cubicBezTo>
                    <a:cubicBezTo>
                      <a:pt x="55" y="4"/>
                      <a:pt x="55" y="2"/>
                      <a:pt x="55" y="0"/>
                    </a:cubicBezTo>
                    <a:cubicBezTo>
                      <a:pt x="52" y="0"/>
                      <a:pt x="52" y="0"/>
                      <a:pt x="52" y="0"/>
                    </a:cubicBezTo>
                    <a:cubicBezTo>
                      <a:pt x="52" y="2"/>
                      <a:pt x="51" y="4"/>
                      <a:pt x="50" y="6"/>
                    </a:cubicBezTo>
                    <a:cubicBezTo>
                      <a:pt x="49" y="10"/>
                      <a:pt x="48" y="15"/>
                      <a:pt x="50" y="18"/>
                    </a:cubicBezTo>
                    <a:cubicBezTo>
                      <a:pt x="50" y="18"/>
                      <a:pt x="50" y="18"/>
                      <a:pt x="50" y="18"/>
                    </a:cubicBezTo>
                    <a:cubicBezTo>
                      <a:pt x="72" y="18"/>
                      <a:pt x="72" y="18"/>
                      <a:pt x="72" y="18"/>
                    </a:cubicBezTo>
                    <a:cubicBezTo>
                      <a:pt x="75" y="10"/>
                      <a:pt x="79" y="1"/>
                      <a:pt x="81" y="0"/>
                    </a:cubicBezTo>
                    <a:close/>
                    <a:moveTo>
                      <a:pt x="37" y="0"/>
                    </a:moveTo>
                    <a:cubicBezTo>
                      <a:pt x="15" y="0"/>
                      <a:pt x="15" y="0"/>
                      <a:pt x="15" y="0"/>
                    </a:cubicBezTo>
                    <a:cubicBezTo>
                      <a:pt x="13" y="3"/>
                      <a:pt x="9" y="9"/>
                      <a:pt x="7" y="10"/>
                    </a:cubicBezTo>
                    <a:cubicBezTo>
                      <a:pt x="5" y="12"/>
                      <a:pt x="4" y="6"/>
                      <a:pt x="3" y="2"/>
                    </a:cubicBezTo>
                    <a:cubicBezTo>
                      <a:pt x="3" y="1"/>
                      <a:pt x="3" y="0"/>
                      <a:pt x="3" y="0"/>
                    </a:cubicBezTo>
                    <a:cubicBezTo>
                      <a:pt x="1" y="0"/>
                      <a:pt x="1" y="0"/>
                      <a:pt x="1" y="0"/>
                    </a:cubicBezTo>
                    <a:cubicBezTo>
                      <a:pt x="1" y="3"/>
                      <a:pt x="1" y="3"/>
                      <a:pt x="1" y="3"/>
                    </a:cubicBezTo>
                    <a:cubicBezTo>
                      <a:pt x="1" y="5"/>
                      <a:pt x="0" y="12"/>
                      <a:pt x="0" y="18"/>
                    </a:cubicBezTo>
                    <a:cubicBezTo>
                      <a:pt x="24" y="18"/>
                      <a:pt x="24" y="18"/>
                      <a:pt x="24" y="18"/>
                    </a:cubicBezTo>
                    <a:cubicBezTo>
                      <a:pt x="24" y="13"/>
                      <a:pt x="25" y="7"/>
                      <a:pt x="25" y="4"/>
                    </a:cubicBezTo>
                    <a:cubicBezTo>
                      <a:pt x="26" y="0"/>
                      <a:pt x="31" y="2"/>
                      <a:pt x="35" y="1"/>
                    </a:cubicBezTo>
                    <a:cubicBezTo>
                      <a:pt x="36" y="1"/>
                      <a:pt x="37" y="0"/>
                      <a:pt x="37"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6" name="Freeform 284"/>
              <p:cNvSpPr>
                <a:spLocks noEditPoints="1"/>
              </p:cNvSpPr>
              <p:nvPr/>
            </p:nvSpPr>
            <p:spPr bwMode="auto">
              <a:xfrm>
                <a:off x="1289" y="1186"/>
                <a:ext cx="153" cy="37"/>
              </a:xfrm>
              <a:custGeom>
                <a:avLst/>
                <a:gdLst>
                  <a:gd name="T0" fmla="*/ 80 w 80"/>
                  <a:gd name="T1" fmla="*/ 1 h 19"/>
                  <a:gd name="T2" fmla="*/ 62 w 80"/>
                  <a:gd name="T3" fmla="*/ 1 h 19"/>
                  <a:gd name="T4" fmla="*/ 56 w 80"/>
                  <a:gd name="T5" fmla="*/ 5 h 19"/>
                  <a:gd name="T6" fmla="*/ 55 w 80"/>
                  <a:gd name="T7" fmla="*/ 1 h 19"/>
                  <a:gd name="T8" fmla="*/ 52 w 80"/>
                  <a:gd name="T9" fmla="*/ 1 h 19"/>
                  <a:gd name="T10" fmla="*/ 50 w 80"/>
                  <a:gd name="T11" fmla="*/ 6 h 19"/>
                  <a:gd name="T12" fmla="*/ 50 w 80"/>
                  <a:gd name="T13" fmla="*/ 18 h 19"/>
                  <a:gd name="T14" fmla="*/ 51 w 80"/>
                  <a:gd name="T15" fmla="*/ 19 h 19"/>
                  <a:gd name="T16" fmla="*/ 71 w 80"/>
                  <a:gd name="T17" fmla="*/ 19 h 19"/>
                  <a:gd name="T18" fmla="*/ 80 w 80"/>
                  <a:gd name="T19" fmla="*/ 1 h 19"/>
                  <a:gd name="T20" fmla="*/ 36 w 80"/>
                  <a:gd name="T21" fmla="*/ 1 h 19"/>
                  <a:gd name="T22" fmla="*/ 14 w 80"/>
                  <a:gd name="T23" fmla="*/ 1 h 19"/>
                  <a:gd name="T24" fmla="*/ 7 w 80"/>
                  <a:gd name="T25" fmla="*/ 10 h 19"/>
                  <a:gd name="T26" fmla="*/ 3 w 80"/>
                  <a:gd name="T27" fmla="*/ 2 h 19"/>
                  <a:gd name="T28" fmla="*/ 3 w 80"/>
                  <a:gd name="T29" fmla="*/ 1 h 19"/>
                  <a:gd name="T30" fmla="*/ 1 w 80"/>
                  <a:gd name="T31" fmla="*/ 1 h 19"/>
                  <a:gd name="T32" fmla="*/ 1 w 80"/>
                  <a:gd name="T33" fmla="*/ 3 h 19"/>
                  <a:gd name="T34" fmla="*/ 0 w 80"/>
                  <a:gd name="T35" fmla="*/ 19 h 19"/>
                  <a:gd name="T36" fmla="*/ 0 w 80"/>
                  <a:gd name="T37" fmla="*/ 19 h 19"/>
                  <a:gd name="T38" fmla="*/ 24 w 80"/>
                  <a:gd name="T39" fmla="*/ 19 h 19"/>
                  <a:gd name="T40" fmla="*/ 25 w 80"/>
                  <a:gd name="T41" fmla="*/ 4 h 19"/>
                  <a:gd name="T42" fmla="*/ 35 w 80"/>
                  <a:gd name="T43" fmla="*/ 1 h 19"/>
                  <a:gd name="T44" fmla="*/ 36 w 80"/>
                  <a:gd name="T4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 h="19">
                    <a:moveTo>
                      <a:pt x="80" y="1"/>
                    </a:moveTo>
                    <a:cubicBezTo>
                      <a:pt x="62" y="1"/>
                      <a:pt x="62" y="1"/>
                      <a:pt x="62" y="1"/>
                    </a:cubicBezTo>
                    <a:cubicBezTo>
                      <a:pt x="59" y="3"/>
                      <a:pt x="57" y="5"/>
                      <a:pt x="56" y="5"/>
                    </a:cubicBezTo>
                    <a:cubicBezTo>
                      <a:pt x="55" y="4"/>
                      <a:pt x="55" y="3"/>
                      <a:pt x="55" y="1"/>
                    </a:cubicBezTo>
                    <a:cubicBezTo>
                      <a:pt x="52" y="1"/>
                      <a:pt x="52" y="1"/>
                      <a:pt x="52" y="1"/>
                    </a:cubicBezTo>
                    <a:cubicBezTo>
                      <a:pt x="52" y="3"/>
                      <a:pt x="51" y="4"/>
                      <a:pt x="50" y="6"/>
                    </a:cubicBezTo>
                    <a:cubicBezTo>
                      <a:pt x="49" y="10"/>
                      <a:pt x="48" y="15"/>
                      <a:pt x="50" y="18"/>
                    </a:cubicBezTo>
                    <a:cubicBezTo>
                      <a:pt x="50" y="18"/>
                      <a:pt x="51" y="19"/>
                      <a:pt x="51" y="19"/>
                    </a:cubicBezTo>
                    <a:cubicBezTo>
                      <a:pt x="71" y="19"/>
                      <a:pt x="71" y="19"/>
                      <a:pt x="71" y="19"/>
                    </a:cubicBezTo>
                    <a:cubicBezTo>
                      <a:pt x="74" y="13"/>
                      <a:pt x="77" y="4"/>
                      <a:pt x="80" y="1"/>
                    </a:cubicBezTo>
                    <a:close/>
                    <a:moveTo>
                      <a:pt x="36" y="1"/>
                    </a:moveTo>
                    <a:cubicBezTo>
                      <a:pt x="14" y="1"/>
                      <a:pt x="14" y="1"/>
                      <a:pt x="14" y="1"/>
                    </a:cubicBezTo>
                    <a:cubicBezTo>
                      <a:pt x="12" y="5"/>
                      <a:pt x="9" y="9"/>
                      <a:pt x="7" y="10"/>
                    </a:cubicBezTo>
                    <a:cubicBezTo>
                      <a:pt x="5" y="12"/>
                      <a:pt x="4" y="6"/>
                      <a:pt x="3" y="2"/>
                    </a:cubicBezTo>
                    <a:cubicBezTo>
                      <a:pt x="3" y="2"/>
                      <a:pt x="3" y="1"/>
                      <a:pt x="3" y="1"/>
                    </a:cubicBezTo>
                    <a:cubicBezTo>
                      <a:pt x="1" y="1"/>
                      <a:pt x="1" y="1"/>
                      <a:pt x="1" y="1"/>
                    </a:cubicBezTo>
                    <a:cubicBezTo>
                      <a:pt x="1" y="3"/>
                      <a:pt x="1" y="3"/>
                      <a:pt x="1" y="3"/>
                    </a:cubicBezTo>
                    <a:cubicBezTo>
                      <a:pt x="1" y="6"/>
                      <a:pt x="0" y="13"/>
                      <a:pt x="0" y="19"/>
                    </a:cubicBezTo>
                    <a:cubicBezTo>
                      <a:pt x="0" y="19"/>
                      <a:pt x="0" y="19"/>
                      <a:pt x="0" y="19"/>
                    </a:cubicBezTo>
                    <a:cubicBezTo>
                      <a:pt x="24" y="19"/>
                      <a:pt x="24" y="19"/>
                      <a:pt x="24" y="19"/>
                    </a:cubicBezTo>
                    <a:cubicBezTo>
                      <a:pt x="24" y="14"/>
                      <a:pt x="25" y="7"/>
                      <a:pt x="25" y="4"/>
                    </a:cubicBezTo>
                    <a:cubicBezTo>
                      <a:pt x="26" y="0"/>
                      <a:pt x="31" y="2"/>
                      <a:pt x="35" y="1"/>
                    </a:cubicBezTo>
                    <a:lnTo>
                      <a:pt x="36" y="1"/>
                    </a:ln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7" name="Freeform 285"/>
              <p:cNvSpPr>
                <a:spLocks noEditPoints="1"/>
              </p:cNvSpPr>
              <p:nvPr/>
            </p:nvSpPr>
            <p:spPr bwMode="auto">
              <a:xfrm>
                <a:off x="1289" y="1190"/>
                <a:ext cx="151" cy="35"/>
              </a:xfrm>
              <a:custGeom>
                <a:avLst/>
                <a:gdLst>
                  <a:gd name="T0" fmla="*/ 79 w 79"/>
                  <a:gd name="T1" fmla="*/ 0 h 18"/>
                  <a:gd name="T2" fmla="*/ 61 w 79"/>
                  <a:gd name="T3" fmla="*/ 0 h 18"/>
                  <a:gd name="T4" fmla="*/ 56 w 79"/>
                  <a:gd name="T5" fmla="*/ 3 h 18"/>
                  <a:gd name="T6" fmla="*/ 55 w 79"/>
                  <a:gd name="T7" fmla="*/ 0 h 18"/>
                  <a:gd name="T8" fmla="*/ 52 w 79"/>
                  <a:gd name="T9" fmla="*/ 0 h 18"/>
                  <a:gd name="T10" fmla="*/ 50 w 79"/>
                  <a:gd name="T11" fmla="*/ 4 h 18"/>
                  <a:gd name="T12" fmla="*/ 50 w 79"/>
                  <a:gd name="T13" fmla="*/ 16 h 18"/>
                  <a:gd name="T14" fmla="*/ 52 w 79"/>
                  <a:gd name="T15" fmla="*/ 18 h 18"/>
                  <a:gd name="T16" fmla="*/ 71 w 79"/>
                  <a:gd name="T17" fmla="*/ 18 h 18"/>
                  <a:gd name="T18" fmla="*/ 79 w 79"/>
                  <a:gd name="T19" fmla="*/ 0 h 18"/>
                  <a:gd name="T20" fmla="*/ 27 w 79"/>
                  <a:gd name="T21" fmla="*/ 0 h 18"/>
                  <a:gd name="T22" fmla="*/ 13 w 79"/>
                  <a:gd name="T23" fmla="*/ 0 h 18"/>
                  <a:gd name="T24" fmla="*/ 7 w 79"/>
                  <a:gd name="T25" fmla="*/ 8 h 18"/>
                  <a:gd name="T26" fmla="*/ 3 w 79"/>
                  <a:gd name="T27" fmla="*/ 0 h 18"/>
                  <a:gd name="T28" fmla="*/ 3 w 79"/>
                  <a:gd name="T29" fmla="*/ 0 h 18"/>
                  <a:gd name="T30" fmla="*/ 1 w 79"/>
                  <a:gd name="T31" fmla="*/ 0 h 18"/>
                  <a:gd name="T32" fmla="*/ 1 w 79"/>
                  <a:gd name="T33" fmla="*/ 1 h 18"/>
                  <a:gd name="T34" fmla="*/ 0 w 79"/>
                  <a:gd name="T35" fmla="*/ 17 h 18"/>
                  <a:gd name="T36" fmla="*/ 0 w 79"/>
                  <a:gd name="T37" fmla="*/ 18 h 18"/>
                  <a:gd name="T38" fmla="*/ 24 w 79"/>
                  <a:gd name="T39" fmla="*/ 18 h 18"/>
                  <a:gd name="T40" fmla="*/ 25 w 79"/>
                  <a:gd name="T41" fmla="*/ 2 h 18"/>
                  <a:gd name="T42" fmla="*/ 27 w 79"/>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 h="18">
                    <a:moveTo>
                      <a:pt x="79" y="0"/>
                    </a:moveTo>
                    <a:cubicBezTo>
                      <a:pt x="61" y="0"/>
                      <a:pt x="61" y="0"/>
                      <a:pt x="61" y="0"/>
                    </a:cubicBezTo>
                    <a:cubicBezTo>
                      <a:pt x="58" y="2"/>
                      <a:pt x="56" y="3"/>
                      <a:pt x="56" y="3"/>
                    </a:cubicBezTo>
                    <a:cubicBezTo>
                      <a:pt x="55" y="3"/>
                      <a:pt x="55" y="2"/>
                      <a:pt x="55" y="0"/>
                    </a:cubicBezTo>
                    <a:cubicBezTo>
                      <a:pt x="52" y="0"/>
                      <a:pt x="52" y="0"/>
                      <a:pt x="52" y="0"/>
                    </a:cubicBezTo>
                    <a:cubicBezTo>
                      <a:pt x="51" y="1"/>
                      <a:pt x="51" y="3"/>
                      <a:pt x="50" y="4"/>
                    </a:cubicBezTo>
                    <a:cubicBezTo>
                      <a:pt x="49" y="8"/>
                      <a:pt x="48" y="13"/>
                      <a:pt x="50" y="16"/>
                    </a:cubicBezTo>
                    <a:cubicBezTo>
                      <a:pt x="51" y="16"/>
                      <a:pt x="52" y="17"/>
                      <a:pt x="52" y="18"/>
                    </a:cubicBezTo>
                    <a:cubicBezTo>
                      <a:pt x="71" y="18"/>
                      <a:pt x="71" y="18"/>
                      <a:pt x="71" y="18"/>
                    </a:cubicBezTo>
                    <a:cubicBezTo>
                      <a:pt x="73" y="13"/>
                      <a:pt x="76" y="4"/>
                      <a:pt x="79" y="0"/>
                    </a:cubicBezTo>
                    <a:close/>
                    <a:moveTo>
                      <a:pt x="27" y="0"/>
                    </a:moveTo>
                    <a:cubicBezTo>
                      <a:pt x="13" y="0"/>
                      <a:pt x="13" y="0"/>
                      <a:pt x="13" y="0"/>
                    </a:cubicBezTo>
                    <a:cubicBezTo>
                      <a:pt x="11" y="4"/>
                      <a:pt x="9" y="7"/>
                      <a:pt x="7" y="8"/>
                    </a:cubicBezTo>
                    <a:cubicBezTo>
                      <a:pt x="5" y="10"/>
                      <a:pt x="4" y="4"/>
                      <a:pt x="3" y="0"/>
                    </a:cubicBezTo>
                    <a:cubicBezTo>
                      <a:pt x="3" y="0"/>
                      <a:pt x="3" y="0"/>
                      <a:pt x="3" y="0"/>
                    </a:cubicBezTo>
                    <a:cubicBezTo>
                      <a:pt x="1" y="0"/>
                      <a:pt x="1" y="0"/>
                      <a:pt x="1" y="0"/>
                    </a:cubicBezTo>
                    <a:cubicBezTo>
                      <a:pt x="1" y="1"/>
                      <a:pt x="1" y="1"/>
                      <a:pt x="1" y="1"/>
                    </a:cubicBezTo>
                    <a:cubicBezTo>
                      <a:pt x="1" y="4"/>
                      <a:pt x="0" y="11"/>
                      <a:pt x="0" y="17"/>
                    </a:cubicBezTo>
                    <a:cubicBezTo>
                      <a:pt x="0" y="18"/>
                      <a:pt x="0" y="18"/>
                      <a:pt x="0" y="18"/>
                    </a:cubicBezTo>
                    <a:cubicBezTo>
                      <a:pt x="24" y="18"/>
                      <a:pt x="24" y="18"/>
                      <a:pt x="24" y="18"/>
                    </a:cubicBezTo>
                    <a:cubicBezTo>
                      <a:pt x="24" y="13"/>
                      <a:pt x="25" y="6"/>
                      <a:pt x="25" y="2"/>
                    </a:cubicBezTo>
                    <a:cubicBezTo>
                      <a:pt x="26" y="1"/>
                      <a:pt x="26" y="1"/>
                      <a:pt x="27"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8" name="Freeform 286"/>
              <p:cNvSpPr>
                <a:spLocks noEditPoints="1"/>
              </p:cNvSpPr>
              <p:nvPr/>
            </p:nvSpPr>
            <p:spPr bwMode="auto">
              <a:xfrm>
                <a:off x="1289" y="1192"/>
                <a:ext cx="149" cy="36"/>
              </a:xfrm>
              <a:custGeom>
                <a:avLst/>
                <a:gdLst>
                  <a:gd name="T0" fmla="*/ 78 w 78"/>
                  <a:gd name="T1" fmla="*/ 0 h 19"/>
                  <a:gd name="T2" fmla="*/ 59 w 78"/>
                  <a:gd name="T3" fmla="*/ 0 h 19"/>
                  <a:gd name="T4" fmla="*/ 56 w 78"/>
                  <a:gd name="T5" fmla="*/ 2 h 19"/>
                  <a:gd name="T6" fmla="*/ 55 w 78"/>
                  <a:gd name="T7" fmla="*/ 0 h 19"/>
                  <a:gd name="T8" fmla="*/ 51 w 78"/>
                  <a:gd name="T9" fmla="*/ 0 h 19"/>
                  <a:gd name="T10" fmla="*/ 50 w 78"/>
                  <a:gd name="T11" fmla="*/ 3 h 19"/>
                  <a:gd name="T12" fmla="*/ 50 w 78"/>
                  <a:gd name="T13" fmla="*/ 15 h 19"/>
                  <a:gd name="T14" fmla="*/ 53 w 78"/>
                  <a:gd name="T15" fmla="*/ 19 h 19"/>
                  <a:gd name="T16" fmla="*/ 70 w 78"/>
                  <a:gd name="T17" fmla="*/ 19 h 19"/>
                  <a:gd name="T18" fmla="*/ 70 w 78"/>
                  <a:gd name="T19" fmla="*/ 18 h 19"/>
                  <a:gd name="T20" fmla="*/ 78 w 78"/>
                  <a:gd name="T21" fmla="*/ 0 h 19"/>
                  <a:gd name="T22" fmla="*/ 26 w 78"/>
                  <a:gd name="T23" fmla="*/ 0 h 19"/>
                  <a:gd name="T24" fmla="*/ 13 w 78"/>
                  <a:gd name="T25" fmla="*/ 0 h 19"/>
                  <a:gd name="T26" fmla="*/ 7 w 78"/>
                  <a:gd name="T27" fmla="*/ 7 h 19"/>
                  <a:gd name="T28" fmla="*/ 3 w 78"/>
                  <a:gd name="T29" fmla="*/ 0 h 19"/>
                  <a:gd name="T30" fmla="*/ 1 w 78"/>
                  <a:gd name="T31" fmla="*/ 0 h 19"/>
                  <a:gd name="T32" fmla="*/ 0 w 78"/>
                  <a:gd name="T33" fmla="*/ 16 h 19"/>
                  <a:gd name="T34" fmla="*/ 0 w 78"/>
                  <a:gd name="T35" fmla="*/ 19 h 19"/>
                  <a:gd name="T36" fmla="*/ 24 w 78"/>
                  <a:gd name="T37" fmla="*/ 19 h 19"/>
                  <a:gd name="T38" fmla="*/ 25 w 78"/>
                  <a:gd name="T39" fmla="*/ 1 h 19"/>
                  <a:gd name="T40" fmla="*/ 26 w 78"/>
                  <a:gd name="T4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 h="19">
                    <a:moveTo>
                      <a:pt x="78" y="0"/>
                    </a:moveTo>
                    <a:cubicBezTo>
                      <a:pt x="59" y="0"/>
                      <a:pt x="59" y="0"/>
                      <a:pt x="59" y="0"/>
                    </a:cubicBezTo>
                    <a:cubicBezTo>
                      <a:pt x="58" y="2"/>
                      <a:pt x="56" y="2"/>
                      <a:pt x="56" y="2"/>
                    </a:cubicBezTo>
                    <a:cubicBezTo>
                      <a:pt x="55" y="2"/>
                      <a:pt x="55" y="1"/>
                      <a:pt x="55" y="0"/>
                    </a:cubicBezTo>
                    <a:cubicBezTo>
                      <a:pt x="51" y="0"/>
                      <a:pt x="51" y="0"/>
                      <a:pt x="51" y="0"/>
                    </a:cubicBezTo>
                    <a:cubicBezTo>
                      <a:pt x="51" y="1"/>
                      <a:pt x="51" y="2"/>
                      <a:pt x="50" y="3"/>
                    </a:cubicBezTo>
                    <a:cubicBezTo>
                      <a:pt x="49" y="7"/>
                      <a:pt x="48" y="12"/>
                      <a:pt x="50" y="15"/>
                    </a:cubicBezTo>
                    <a:cubicBezTo>
                      <a:pt x="51" y="16"/>
                      <a:pt x="52" y="17"/>
                      <a:pt x="53" y="19"/>
                    </a:cubicBezTo>
                    <a:cubicBezTo>
                      <a:pt x="70" y="19"/>
                      <a:pt x="70" y="19"/>
                      <a:pt x="70" y="19"/>
                    </a:cubicBezTo>
                    <a:cubicBezTo>
                      <a:pt x="70" y="18"/>
                      <a:pt x="70" y="18"/>
                      <a:pt x="70" y="18"/>
                    </a:cubicBezTo>
                    <a:cubicBezTo>
                      <a:pt x="72" y="13"/>
                      <a:pt x="75" y="5"/>
                      <a:pt x="78" y="0"/>
                    </a:cubicBezTo>
                    <a:close/>
                    <a:moveTo>
                      <a:pt x="26" y="0"/>
                    </a:moveTo>
                    <a:cubicBezTo>
                      <a:pt x="13" y="0"/>
                      <a:pt x="13" y="0"/>
                      <a:pt x="13" y="0"/>
                    </a:cubicBezTo>
                    <a:cubicBezTo>
                      <a:pt x="11" y="3"/>
                      <a:pt x="9" y="6"/>
                      <a:pt x="7" y="7"/>
                    </a:cubicBezTo>
                    <a:cubicBezTo>
                      <a:pt x="5" y="9"/>
                      <a:pt x="4" y="4"/>
                      <a:pt x="3" y="0"/>
                    </a:cubicBezTo>
                    <a:cubicBezTo>
                      <a:pt x="1" y="0"/>
                      <a:pt x="1" y="0"/>
                      <a:pt x="1" y="0"/>
                    </a:cubicBezTo>
                    <a:cubicBezTo>
                      <a:pt x="1" y="4"/>
                      <a:pt x="0" y="10"/>
                      <a:pt x="0" y="16"/>
                    </a:cubicBezTo>
                    <a:cubicBezTo>
                      <a:pt x="0" y="17"/>
                      <a:pt x="0" y="18"/>
                      <a:pt x="0" y="19"/>
                    </a:cubicBezTo>
                    <a:cubicBezTo>
                      <a:pt x="24" y="19"/>
                      <a:pt x="24" y="19"/>
                      <a:pt x="24" y="19"/>
                    </a:cubicBezTo>
                    <a:cubicBezTo>
                      <a:pt x="23" y="13"/>
                      <a:pt x="25" y="5"/>
                      <a:pt x="25" y="1"/>
                    </a:cubicBezTo>
                    <a:cubicBezTo>
                      <a:pt x="26" y="1"/>
                      <a:pt x="26" y="1"/>
                      <a:pt x="26" y="0"/>
                    </a:cubicBezTo>
                    <a:close/>
                  </a:path>
                </a:pathLst>
              </a:custGeom>
              <a:solidFill>
                <a:srgbClr val="E3E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59" name="Freeform 287"/>
              <p:cNvSpPr>
                <a:spLocks noEditPoints="1"/>
              </p:cNvSpPr>
              <p:nvPr/>
            </p:nvSpPr>
            <p:spPr bwMode="auto">
              <a:xfrm>
                <a:off x="1289" y="1196"/>
                <a:ext cx="147" cy="34"/>
              </a:xfrm>
              <a:custGeom>
                <a:avLst/>
                <a:gdLst>
                  <a:gd name="T0" fmla="*/ 77 w 77"/>
                  <a:gd name="T1" fmla="*/ 0 h 18"/>
                  <a:gd name="T2" fmla="*/ 57 w 77"/>
                  <a:gd name="T3" fmla="*/ 0 h 18"/>
                  <a:gd name="T4" fmla="*/ 56 w 77"/>
                  <a:gd name="T5" fmla="*/ 0 h 18"/>
                  <a:gd name="T6" fmla="*/ 55 w 77"/>
                  <a:gd name="T7" fmla="*/ 0 h 18"/>
                  <a:gd name="T8" fmla="*/ 51 w 77"/>
                  <a:gd name="T9" fmla="*/ 0 h 18"/>
                  <a:gd name="T10" fmla="*/ 50 w 77"/>
                  <a:gd name="T11" fmla="*/ 1 h 18"/>
                  <a:gd name="T12" fmla="*/ 50 w 77"/>
                  <a:gd name="T13" fmla="*/ 13 h 18"/>
                  <a:gd name="T14" fmla="*/ 53 w 77"/>
                  <a:gd name="T15" fmla="*/ 18 h 18"/>
                  <a:gd name="T16" fmla="*/ 70 w 77"/>
                  <a:gd name="T17" fmla="*/ 18 h 18"/>
                  <a:gd name="T18" fmla="*/ 70 w 77"/>
                  <a:gd name="T19" fmla="*/ 16 h 18"/>
                  <a:gd name="T20" fmla="*/ 77 w 77"/>
                  <a:gd name="T21" fmla="*/ 0 h 18"/>
                  <a:gd name="T22" fmla="*/ 25 w 77"/>
                  <a:gd name="T23" fmla="*/ 0 h 18"/>
                  <a:gd name="T24" fmla="*/ 12 w 77"/>
                  <a:gd name="T25" fmla="*/ 0 h 18"/>
                  <a:gd name="T26" fmla="*/ 7 w 77"/>
                  <a:gd name="T27" fmla="*/ 5 h 18"/>
                  <a:gd name="T28" fmla="*/ 3 w 77"/>
                  <a:gd name="T29" fmla="*/ 0 h 18"/>
                  <a:gd name="T30" fmla="*/ 1 w 77"/>
                  <a:gd name="T31" fmla="*/ 0 h 18"/>
                  <a:gd name="T32" fmla="*/ 0 w 77"/>
                  <a:gd name="T33" fmla="*/ 14 h 18"/>
                  <a:gd name="T34" fmla="*/ 1 w 77"/>
                  <a:gd name="T35" fmla="*/ 18 h 18"/>
                  <a:gd name="T36" fmla="*/ 24 w 77"/>
                  <a:gd name="T37" fmla="*/ 18 h 18"/>
                  <a:gd name="T38" fmla="*/ 25 w 77"/>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18">
                    <a:moveTo>
                      <a:pt x="77" y="0"/>
                    </a:moveTo>
                    <a:cubicBezTo>
                      <a:pt x="57" y="0"/>
                      <a:pt x="57" y="0"/>
                      <a:pt x="57" y="0"/>
                    </a:cubicBezTo>
                    <a:cubicBezTo>
                      <a:pt x="56" y="0"/>
                      <a:pt x="56" y="0"/>
                      <a:pt x="56" y="0"/>
                    </a:cubicBezTo>
                    <a:cubicBezTo>
                      <a:pt x="56" y="0"/>
                      <a:pt x="55" y="0"/>
                      <a:pt x="55" y="0"/>
                    </a:cubicBezTo>
                    <a:cubicBezTo>
                      <a:pt x="51" y="0"/>
                      <a:pt x="51" y="0"/>
                      <a:pt x="51" y="0"/>
                    </a:cubicBezTo>
                    <a:cubicBezTo>
                      <a:pt x="51" y="0"/>
                      <a:pt x="51" y="1"/>
                      <a:pt x="50" y="1"/>
                    </a:cubicBezTo>
                    <a:cubicBezTo>
                      <a:pt x="49" y="5"/>
                      <a:pt x="48" y="10"/>
                      <a:pt x="50" y="13"/>
                    </a:cubicBezTo>
                    <a:cubicBezTo>
                      <a:pt x="51" y="14"/>
                      <a:pt x="53" y="16"/>
                      <a:pt x="53" y="18"/>
                    </a:cubicBezTo>
                    <a:cubicBezTo>
                      <a:pt x="70" y="18"/>
                      <a:pt x="70" y="18"/>
                      <a:pt x="70" y="18"/>
                    </a:cubicBezTo>
                    <a:cubicBezTo>
                      <a:pt x="70" y="17"/>
                      <a:pt x="70" y="17"/>
                      <a:pt x="70" y="16"/>
                    </a:cubicBezTo>
                    <a:cubicBezTo>
                      <a:pt x="72" y="11"/>
                      <a:pt x="75" y="4"/>
                      <a:pt x="77" y="0"/>
                    </a:cubicBezTo>
                    <a:close/>
                    <a:moveTo>
                      <a:pt x="25" y="0"/>
                    </a:moveTo>
                    <a:cubicBezTo>
                      <a:pt x="12" y="0"/>
                      <a:pt x="12" y="0"/>
                      <a:pt x="12" y="0"/>
                    </a:cubicBezTo>
                    <a:cubicBezTo>
                      <a:pt x="10" y="2"/>
                      <a:pt x="9" y="4"/>
                      <a:pt x="7" y="5"/>
                    </a:cubicBezTo>
                    <a:cubicBezTo>
                      <a:pt x="5" y="7"/>
                      <a:pt x="4" y="3"/>
                      <a:pt x="3" y="0"/>
                    </a:cubicBezTo>
                    <a:cubicBezTo>
                      <a:pt x="1" y="0"/>
                      <a:pt x="1" y="0"/>
                      <a:pt x="1" y="0"/>
                    </a:cubicBezTo>
                    <a:cubicBezTo>
                      <a:pt x="1" y="3"/>
                      <a:pt x="0" y="9"/>
                      <a:pt x="0" y="14"/>
                    </a:cubicBezTo>
                    <a:cubicBezTo>
                      <a:pt x="0" y="16"/>
                      <a:pt x="0" y="17"/>
                      <a:pt x="1" y="18"/>
                    </a:cubicBezTo>
                    <a:cubicBezTo>
                      <a:pt x="24" y="18"/>
                      <a:pt x="24" y="18"/>
                      <a:pt x="24" y="18"/>
                    </a:cubicBezTo>
                    <a:cubicBezTo>
                      <a:pt x="23" y="12"/>
                      <a:pt x="25" y="4"/>
                      <a:pt x="25" y="0"/>
                    </a:cubicBezTo>
                    <a:close/>
                  </a:path>
                </a:pathLst>
              </a:custGeom>
              <a:solidFill>
                <a:srgbClr val="E4E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0" name="Freeform 288"/>
              <p:cNvSpPr>
                <a:spLocks noEditPoints="1"/>
              </p:cNvSpPr>
              <p:nvPr/>
            </p:nvSpPr>
            <p:spPr bwMode="auto">
              <a:xfrm>
                <a:off x="1289" y="1198"/>
                <a:ext cx="147" cy="34"/>
              </a:xfrm>
              <a:custGeom>
                <a:avLst/>
                <a:gdLst>
                  <a:gd name="T0" fmla="*/ 77 w 77"/>
                  <a:gd name="T1" fmla="*/ 0 h 18"/>
                  <a:gd name="T2" fmla="*/ 51 w 77"/>
                  <a:gd name="T3" fmla="*/ 0 h 18"/>
                  <a:gd name="T4" fmla="*/ 50 w 77"/>
                  <a:gd name="T5" fmla="*/ 0 h 18"/>
                  <a:gd name="T6" fmla="*/ 50 w 77"/>
                  <a:gd name="T7" fmla="*/ 12 h 18"/>
                  <a:gd name="T8" fmla="*/ 53 w 77"/>
                  <a:gd name="T9" fmla="*/ 18 h 18"/>
                  <a:gd name="T10" fmla="*/ 69 w 77"/>
                  <a:gd name="T11" fmla="*/ 18 h 18"/>
                  <a:gd name="T12" fmla="*/ 70 w 77"/>
                  <a:gd name="T13" fmla="*/ 15 h 18"/>
                  <a:gd name="T14" fmla="*/ 77 w 77"/>
                  <a:gd name="T15" fmla="*/ 0 h 18"/>
                  <a:gd name="T16" fmla="*/ 25 w 77"/>
                  <a:gd name="T17" fmla="*/ 0 h 18"/>
                  <a:gd name="T18" fmla="*/ 11 w 77"/>
                  <a:gd name="T19" fmla="*/ 0 h 18"/>
                  <a:gd name="T20" fmla="*/ 7 w 77"/>
                  <a:gd name="T21" fmla="*/ 4 h 18"/>
                  <a:gd name="T22" fmla="*/ 4 w 77"/>
                  <a:gd name="T23" fmla="*/ 0 h 18"/>
                  <a:gd name="T24" fmla="*/ 1 w 77"/>
                  <a:gd name="T25" fmla="*/ 0 h 18"/>
                  <a:gd name="T26" fmla="*/ 0 w 77"/>
                  <a:gd name="T27" fmla="*/ 13 h 18"/>
                  <a:gd name="T28" fmla="*/ 2 w 77"/>
                  <a:gd name="T29" fmla="*/ 18 h 18"/>
                  <a:gd name="T30" fmla="*/ 24 w 77"/>
                  <a:gd name="T31" fmla="*/ 18 h 18"/>
                  <a:gd name="T32" fmla="*/ 25 w 77"/>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7" h="18">
                    <a:moveTo>
                      <a:pt x="77" y="0"/>
                    </a:moveTo>
                    <a:cubicBezTo>
                      <a:pt x="51" y="0"/>
                      <a:pt x="51" y="0"/>
                      <a:pt x="51" y="0"/>
                    </a:cubicBezTo>
                    <a:cubicBezTo>
                      <a:pt x="50" y="0"/>
                      <a:pt x="50" y="0"/>
                      <a:pt x="50" y="0"/>
                    </a:cubicBezTo>
                    <a:cubicBezTo>
                      <a:pt x="49" y="4"/>
                      <a:pt x="48" y="9"/>
                      <a:pt x="50" y="12"/>
                    </a:cubicBezTo>
                    <a:cubicBezTo>
                      <a:pt x="51" y="13"/>
                      <a:pt x="54" y="15"/>
                      <a:pt x="53" y="18"/>
                    </a:cubicBezTo>
                    <a:cubicBezTo>
                      <a:pt x="69" y="18"/>
                      <a:pt x="69" y="18"/>
                      <a:pt x="69" y="18"/>
                    </a:cubicBezTo>
                    <a:cubicBezTo>
                      <a:pt x="69" y="17"/>
                      <a:pt x="70" y="16"/>
                      <a:pt x="70" y="15"/>
                    </a:cubicBezTo>
                    <a:cubicBezTo>
                      <a:pt x="72" y="11"/>
                      <a:pt x="74" y="5"/>
                      <a:pt x="77" y="0"/>
                    </a:cubicBezTo>
                    <a:close/>
                    <a:moveTo>
                      <a:pt x="25" y="0"/>
                    </a:moveTo>
                    <a:cubicBezTo>
                      <a:pt x="11" y="0"/>
                      <a:pt x="11" y="0"/>
                      <a:pt x="11" y="0"/>
                    </a:cubicBezTo>
                    <a:cubicBezTo>
                      <a:pt x="10" y="2"/>
                      <a:pt x="8" y="4"/>
                      <a:pt x="7" y="4"/>
                    </a:cubicBezTo>
                    <a:cubicBezTo>
                      <a:pt x="5" y="5"/>
                      <a:pt x="4" y="3"/>
                      <a:pt x="4" y="0"/>
                    </a:cubicBezTo>
                    <a:cubicBezTo>
                      <a:pt x="1" y="0"/>
                      <a:pt x="1" y="0"/>
                      <a:pt x="1" y="0"/>
                    </a:cubicBezTo>
                    <a:cubicBezTo>
                      <a:pt x="1" y="4"/>
                      <a:pt x="0" y="9"/>
                      <a:pt x="0" y="13"/>
                    </a:cubicBezTo>
                    <a:cubicBezTo>
                      <a:pt x="0" y="16"/>
                      <a:pt x="1" y="17"/>
                      <a:pt x="2" y="18"/>
                    </a:cubicBezTo>
                    <a:cubicBezTo>
                      <a:pt x="24" y="18"/>
                      <a:pt x="24" y="18"/>
                      <a:pt x="24" y="18"/>
                    </a:cubicBezTo>
                    <a:cubicBezTo>
                      <a:pt x="23" y="13"/>
                      <a:pt x="24" y="5"/>
                      <a:pt x="25" y="0"/>
                    </a:cubicBezTo>
                    <a:close/>
                  </a:path>
                </a:pathLst>
              </a:custGeom>
              <a:solidFill>
                <a:srgbClr val="E4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1" name="Freeform 289"/>
              <p:cNvSpPr>
                <a:spLocks noEditPoints="1"/>
              </p:cNvSpPr>
              <p:nvPr/>
            </p:nvSpPr>
            <p:spPr bwMode="auto">
              <a:xfrm>
                <a:off x="1289" y="1200"/>
                <a:ext cx="145" cy="36"/>
              </a:xfrm>
              <a:custGeom>
                <a:avLst/>
                <a:gdLst>
                  <a:gd name="T0" fmla="*/ 76 w 76"/>
                  <a:gd name="T1" fmla="*/ 0 h 19"/>
                  <a:gd name="T2" fmla="*/ 50 w 76"/>
                  <a:gd name="T3" fmla="*/ 0 h 19"/>
                  <a:gd name="T4" fmla="*/ 50 w 76"/>
                  <a:gd name="T5" fmla="*/ 11 h 19"/>
                  <a:gd name="T6" fmla="*/ 53 w 76"/>
                  <a:gd name="T7" fmla="*/ 19 h 19"/>
                  <a:gd name="T8" fmla="*/ 69 w 76"/>
                  <a:gd name="T9" fmla="*/ 19 h 19"/>
                  <a:gd name="T10" fmla="*/ 70 w 76"/>
                  <a:gd name="T11" fmla="*/ 14 h 19"/>
                  <a:gd name="T12" fmla="*/ 76 w 76"/>
                  <a:gd name="T13" fmla="*/ 0 h 19"/>
                  <a:gd name="T14" fmla="*/ 25 w 76"/>
                  <a:gd name="T15" fmla="*/ 0 h 19"/>
                  <a:gd name="T16" fmla="*/ 10 w 76"/>
                  <a:gd name="T17" fmla="*/ 0 h 19"/>
                  <a:gd name="T18" fmla="*/ 7 w 76"/>
                  <a:gd name="T19" fmla="*/ 3 h 19"/>
                  <a:gd name="T20" fmla="*/ 4 w 76"/>
                  <a:gd name="T21" fmla="*/ 0 h 19"/>
                  <a:gd name="T22" fmla="*/ 1 w 76"/>
                  <a:gd name="T23" fmla="*/ 0 h 19"/>
                  <a:gd name="T24" fmla="*/ 0 w 76"/>
                  <a:gd name="T25" fmla="*/ 12 h 19"/>
                  <a:gd name="T26" fmla="*/ 4 w 76"/>
                  <a:gd name="T27" fmla="*/ 19 h 19"/>
                  <a:gd name="T28" fmla="*/ 25 w 76"/>
                  <a:gd name="T29" fmla="*/ 19 h 19"/>
                  <a:gd name="T30" fmla="*/ 24 w 76"/>
                  <a:gd name="T31" fmla="*/ 18 h 19"/>
                  <a:gd name="T32" fmla="*/ 25 w 76"/>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6" h="19">
                    <a:moveTo>
                      <a:pt x="76" y="0"/>
                    </a:moveTo>
                    <a:cubicBezTo>
                      <a:pt x="50" y="0"/>
                      <a:pt x="50" y="0"/>
                      <a:pt x="50" y="0"/>
                    </a:cubicBezTo>
                    <a:cubicBezTo>
                      <a:pt x="49" y="4"/>
                      <a:pt x="48" y="9"/>
                      <a:pt x="50" y="11"/>
                    </a:cubicBezTo>
                    <a:cubicBezTo>
                      <a:pt x="52" y="13"/>
                      <a:pt x="54" y="15"/>
                      <a:pt x="53" y="19"/>
                    </a:cubicBezTo>
                    <a:cubicBezTo>
                      <a:pt x="69" y="19"/>
                      <a:pt x="69" y="19"/>
                      <a:pt x="69" y="19"/>
                    </a:cubicBezTo>
                    <a:cubicBezTo>
                      <a:pt x="69" y="17"/>
                      <a:pt x="70" y="15"/>
                      <a:pt x="70" y="14"/>
                    </a:cubicBezTo>
                    <a:cubicBezTo>
                      <a:pt x="72" y="10"/>
                      <a:pt x="74" y="5"/>
                      <a:pt x="76" y="0"/>
                    </a:cubicBezTo>
                    <a:close/>
                    <a:moveTo>
                      <a:pt x="25" y="0"/>
                    </a:moveTo>
                    <a:cubicBezTo>
                      <a:pt x="10" y="0"/>
                      <a:pt x="10" y="0"/>
                      <a:pt x="10" y="0"/>
                    </a:cubicBezTo>
                    <a:cubicBezTo>
                      <a:pt x="9" y="2"/>
                      <a:pt x="8" y="3"/>
                      <a:pt x="7" y="3"/>
                    </a:cubicBezTo>
                    <a:cubicBezTo>
                      <a:pt x="6" y="4"/>
                      <a:pt x="5" y="3"/>
                      <a:pt x="4" y="0"/>
                    </a:cubicBezTo>
                    <a:cubicBezTo>
                      <a:pt x="1" y="0"/>
                      <a:pt x="1" y="0"/>
                      <a:pt x="1" y="0"/>
                    </a:cubicBezTo>
                    <a:cubicBezTo>
                      <a:pt x="0" y="4"/>
                      <a:pt x="0" y="8"/>
                      <a:pt x="0" y="12"/>
                    </a:cubicBezTo>
                    <a:cubicBezTo>
                      <a:pt x="0" y="16"/>
                      <a:pt x="2" y="17"/>
                      <a:pt x="4" y="19"/>
                    </a:cubicBezTo>
                    <a:cubicBezTo>
                      <a:pt x="25" y="19"/>
                      <a:pt x="25" y="19"/>
                      <a:pt x="25" y="19"/>
                    </a:cubicBezTo>
                    <a:cubicBezTo>
                      <a:pt x="24" y="18"/>
                      <a:pt x="24" y="18"/>
                      <a:pt x="24" y="18"/>
                    </a:cubicBezTo>
                    <a:cubicBezTo>
                      <a:pt x="23" y="14"/>
                      <a:pt x="24" y="5"/>
                      <a:pt x="25"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2" name="Freeform 290"/>
              <p:cNvSpPr>
                <a:spLocks noEditPoints="1"/>
              </p:cNvSpPr>
              <p:nvPr/>
            </p:nvSpPr>
            <p:spPr bwMode="auto">
              <a:xfrm>
                <a:off x="1289" y="1204"/>
                <a:ext cx="145" cy="34"/>
              </a:xfrm>
              <a:custGeom>
                <a:avLst/>
                <a:gdLst>
                  <a:gd name="T0" fmla="*/ 76 w 76"/>
                  <a:gd name="T1" fmla="*/ 0 h 18"/>
                  <a:gd name="T2" fmla="*/ 50 w 76"/>
                  <a:gd name="T3" fmla="*/ 0 h 18"/>
                  <a:gd name="T4" fmla="*/ 50 w 76"/>
                  <a:gd name="T5" fmla="*/ 9 h 18"/>
                  <a:gd name="T6" fmla="*/ 53 w 76"/>
                  <a:gd name="T7" fmla="*/ 17 h 18"/>
                  <a:gd name="T8" fmla="*/ 53 w 76"/>
                  <a:gd name="T9" fmla="*/ 18 h 18"/>
                  <a:gd name="T10" fmla="*/ 68 w 76"/>
                  <a:gd name="T11" fmla="*/ 18 h 18"/>
                  <a:gd name="T12" fmla="*/ 70 w 76"/>
                  <a:gd name="T13" fmla="*/ 12 h 18"/>
                  <a:gd name="T14" fmla="*/ 76 w 76"/>
                  <a:gd name="T15" fmla="*/ 0 h 18"/>
                  <a:gd name="T16" fmla="*/ 25 w 76"/>
                  <a:gd name="T17" fmla="*/ 0 h 18"/>
                  <a:gd name="T18" fmla="*/ 9 w 76"/>
                  <a:gd name="T19" fmla="*/ 0 h 18"/>
                  <a:gd name="T20" fmla="*/ 7 w 76"/>
                  <a:gd name="T21" fmla="*/ 1 h 18"/>
                  <a:gd name="T22" fmla="*/ 4 w 76"/>
                  <a:gd name="T23" fmla="*/ 0 h 18"/>
                  <a:gd name="T24" fmla="*/ 1 w 76"/>
                  <a:gd name="T25" fmla="*/ 0 h 18"/>
                  <a:gd name="T26" fmla="*/ 0 w 76"/>
                  <a:gd name="T27" fmla="*/ 10 h 18"/>
                  <a:gd name="T28" fmla="*/ 7 w 76"/>
                  <a:gd name="T29" fmla="*/ 18 h 18"/>
                  <a:gd name="T30" fmla="*/ 25 w 76"/>
                  <a:gd name="T31" fmla="*/ 18 h 18"/>
                  <a:gd name="T32" fmla="*/ 24 w 76"/>
                  <a:gd name="T33" fmla="*/ 16 h 18"/>
                  <a:gd name="T34" fmla="*/ 25 w 76"/>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18">
                    <a:moveTo>
                      <a:pt x="76" y="0"/>
                    </a:moveTo>
                    <a:cubicBezTo>
                      <a:pt x="50" y="0"/>
                      <a:pt x="50" y="0"/>
                      <a:pt x="50" y="0"/>
                    </a:cubicBezTo>
                    <a:cubicBezTo>
                      <a:pt x="48" y="3"/>
                      <a:pt x="48" y="7"/>
                      <a:pt x="50" y="9"/>
                    </a:cubicBezTo>
                    <a:cubicBezTo>
                      <a:pt x="52" y="11"/>
                      <a:pt x="55" y="13"/>
                      <a:pt x="53" y="17"/>
                    </a:cubicBezTo>
                    <a:cubicBezTo>
                      <a:pt x="53" y="18"/>
                      <a:pt x="53" y="18"/>
                      <a:pt x="53" y="18"/>
                    </a:cubicBezTo>
                    <a:cubicBezTo>
                      <a:pt x="68" y="18"/>
                      <a:pt x="68" y="18"/>
                      <a:pt x="68" y="18"/>
                    </a:cubicBezTo>
                    <a:cubicBezTo>
                      <a:pt x="69" y="16"/>
                      <a:pt x="70" y="14"/>
                      <a:pt x="70" y="12"/>
                    </a:cubicBezTo>
                    <a:cubicBezTo>
                      <a:pt x="72" y="9"/>
                      <a:pt x="74" y="4"/>
                      <a:pt x="76" y="0"/>
                    </a:cubicBezTo>
                    <a:close/>
                    <a:moveTo>
                      <a:pt x="25" y="0"/>
                    </a:moveTo>
                    <a:cubicBezTo>
                      <a:pt x="9" y="0"/>
                      <a:pt x="9" y="0"/>
                      <a:pt x="9" y="0"/>
                    </a:cubicBezTo>
                    <a:cubicBezTo>
                      <a:pt x="8" y="0"/>
                      <a:pt x="8" y="1"/>
                      <a:pt x="7" y="1"/>
                    </a:cubicBezTo>
                    <a:cubicBezTo>
                      <a:pt x="6" y="2"/>
                      <a:pt x="5" y="1"/>
                      <a:pt x="4" y="0"/>
                    </a:cubicBezTo>
                    <a:cubicBezTo>
                      <a:pt x="1" y="0"/>
                      <a:pt x="1" y="0"/>
                      <a:pt x="1" y="0"/>
                    </a:cubicBezTo>
                    <a:cubicBezTo>
                      <a:pt x="0" y="3"/>
                      <a:pt x="0" y="7"/>
                      <a:pt x="0" y="10"/>
                    </a:cubicBezTo>
                    <a:cubicBezTo>
                      <a:pt x="0" y="15"/>
                      <a:pt x="3" y="16"/>
                      <a:pt x="7" y="18"/>
                    </a:cubicBezTo>
                    <a:cubicBezTo>
                      <a:pt x="25" y="18"/>
                      <a:pt x="25" y="18"/>
                      <a:pt x="25" y="18"/>
                    </a:cubicBezTo>
                    <a:cubicBezTo>
                      <a:pt x="24" y="16"/>
                      <a:pt x="24" y="16"/>
                      <a:pt x="24" y="16"/>
                    </a:cubicBezTo>
                    <a:cubicBezTo>
                      <a:pt x="23" y="12"/>
                      <a:pt x="24" y="5"/>
                      <a:pt x="25"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3" name="Freeform 291"/>
              <p:cNvSpPr>
                <a:spLocks noEditPoints="1"/>
              </p:cNvSpPr>
              <p:nvPr/>
            </p:nvSpPr>
            <p:spPr bwMode="auto">
              <a:xfrm>
                <a:off x="1289" y="1206"/>
                <a:ext cx="143" cy="34"/>
              </a:xfrm>
              <a:custGeom>
                <a:avLst/>
                <a:gdLst>
                  <a:gd name="T0" fmla="*/ 75 w 75"/>
                  <a:gd name="T1" fmla="*/ 0 h 18"/>
                  <a:gd name="T2" fmla="*/ 49 w 75"/>
                  <a:gd name="T3" fmla="*/ 0 h 18"/>
                  <a:gd name="T4" fmla="*/ 50 w 75"/>
                  <a:gd name="T5" fmla="*/ 8 h 18"/>
                  <a:gd name="T6" fmla="*/ 53 w 75"/>
                  <a:gd name="T7" fmla="*/ 16 h 18"/>
                  <a:gd name="T8" fmla="*/ 52 w 75"/>
                  <a:gd name="T9" fmla="*/ 18 h 18"/>
                  <a:gd name="T10" fmla="*/ 68 w 75"/>
                  <a:gd name="T11" fmla="*/ 18 h 18"/>
                  <a:gd name="T12" fmla="*/ 70 w 75"/>
                  <a:gd name="T13" fmla="*/ 11 h 18"/>
                  <a:gd name="T14" fmla="*/ 75 w 75"/>
                  <a:gd name="T15" fmla="*/ 0 h 18"/>
                  <a:gd name="T16" fmla="*/ 25 w 75"/>
                  <a:gd name="T17" fmla="*/ 0 h 18"/>
                  <a:gd name="T18" fmla="*/ 8 w 75"/>
                  <a:gd name="T19" fmla="*/ 0 h 18"/>
                  <a:gd name="T20" fmla="*/ 7 w 75"/>
                  <a:gd name="T21" fmla="*/ 0 h 18"/>
                  <a:gd name="T22" fmla="*/ 5 w 75"/>
                  <a:gd name="T23" fmla="*/ 0 h 18"/>
                  <a:gd name="T24" fmla="*/ 1 w 75"/>
                  <a:gd name="T25" fmla="*/ 0 h 18"/>
                  <a:gd name="T26" fmla="*/ 0 w 75"/>
                  <a:gd name="T27" fmla="*/ 9 h 18"/>
                  <a:gd name="T28" fmla="*/ 9 w 75"/>
                  <a:gd name="T29" fmla="*/ 18 h 18"/>
                  <a:gd name="T30" fmla="*/ 25 w 75"/>
                  <a:gd name="T31" fmla="*/ 18 h 18"/>
                  <a:gd name="T32" fmla="*/ 24 w 75"/>
                  <a:gd name="T33" fmla="*/ 15 h 18"/>
                  <a:gd name="T34" fmla="*/ 25 w 75"/>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 h="18">
                    <a:moveTo>
                      <a:pt x="75" y="0"/>
                    </a:moveTo>
                    <a:cubicBezTo>
                      <a:pt x="49" y="0"/>
                      <a:pt x="49" y="0"/>
                      <a:pt x="49" y="0"/>
                    </a:cubicBezTo>
                    <a:cubicBezTo>
                      <a:pt x="48" y="3"/>
                      <a:pt x="48" y="6"/>
                      <a:pt x="50" y="8"/>
                    </a:cubicBezTo>
                    <a:cubicBezTo>
                      <a:pt x="52" y="10"/>
                      <a:pt x="55" y="12"/>
                      <a:pt x="53" y="16"/>
                    </a:cubicBezTo>
                    <a:cubicBezTo>
                      <a:pt x="53" y="17"/>
                      <a:pt x="53" y="17"/>
                      <a:pt x="52" y="18"/>
                    </a:cubicBezTo>
                    <a:cubicBezTo>
                      <a:pt x="68" y="18"/>
                      <a:pt x="68" y="18"/>
                      <a:pt x="68" y="18"/>
                    </a:cubicBezTo>
                    <a:cubicBezTo>
                      <a:pt x="69" y="15"/>
                      <a:pt x="69" y="13"/>
                      <a:pt x="70" y="11"/>
                    </a:cubicBezTo>
                    <a:cubicBezTo>
                      <a:pt x="72" y="8"/>
                      <a:pt x="73" y="4"/>
                      <a:pt x="75" y="0"/>
                    </a:cubicBezTo>
                    <a:close/>
                    <a:moveTo>
                      <a:pt x="25" y="0"/>
                    </a:moveTo>
                    <a:cubicBezTo>
                      <a:pt x="8" y="0"/>
                      <a:pt x="8" y="0"/>
                      <a:pt x="8" y="0"/>
                    </a:cubicBezTo>
                    <a:cubicBezTo>
                      <a:pt x="8" y="0"/>
                      <a:pt x="8" y="0"/>
                      <a:pt x="7" y="0"/>
                    </a:cubicBezTo>
                    <a:cubicBezTo>
                      <a:pt x="6" y="1"/>
                      <a:pt x="6" y="1"/>
                      <a:pt x="5" y="0"/>
                    </a:cubicBezTo>
                    <a:cubicBezTo>
                      <a:pt x="1" y="0"/>
                      <a:pt x="1" y="0"/>
                      <a:pt x="1" y="0"/>
                    </a:cubicBezTo>
                    <a:cubicBezTo>
                      <a:pt x="0" y="3"/>
                      <a:pt x="0" y="6"/>
                      <a:pt x="0" y="9"/>
                    </a:cubicBezTo>
                    <a:cubicBezTo>
                      <a:pt x="0" y="15"/>
                      <a:pt x="4" y="15"/>
                      <a:pt x="9" y="18"/>
                    </a:cubicBezTo>
                    <a:cubicBezTo>
                      <a:pt x="25" y="18"/>
                      <a:pt x="25" y="18"/>
                      <a:pt x="25" y="18"/>
                    </a:cubicBezTo>
                    <a:cubicBezTo>
                      <a:pt x="25" y="17"/>
                      <a:pt x="25" y="16"/>
                      <a:pt x="24" y="15"/>
                    </a:cubicBezTo>
                    <a:cubicBezTo>
                      <a:pt x="23" y="11"/>
                      <a:pt x="24" y="5"/>
                      <a:pt x="25"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4" name="Freeform 292"/>
              <p:cNvSpPr>
                <a:spLocks noEditPoints="1"/>
              </p:cNvSpPr>
              <p:nvPr/>
            </p:nvSpPr>
            <p:spPr bwMode="auto">
              <a:xfrm>
                <a:off x="1289" y="1207"/>
                <a:ext cx="141" cy="35"/>
              </a:xfrm>
              <a:custGeom>
                <a:avLst/>
                <a:gdLst>
                  <a:gd name="T0" fmla="*/ 74 w 74"/>
                  <a:gd name="T1" fmla="*/ 0 h 18"/>
                  <a:gd name="T2" fmla="*/ 49 w 74"/>
                  <a:gd name="T3" fmla="*/ 0 h 18"/>
                  <a:gd name="T4" fmla="*/ 50 w 74"/>
                  <a:gd name="T5" fmla="*/ 7 h 18"/>
                  <a:gd name="T6" fmla="*/ 53 w 74"/>
                  <a:gd name="T7" fmla="*/ 15 h 18"/>
                  <a:gd name="T8" fmla="*/ 52 w 74"/>
                  <a:gd name="T9" fmla="*/ 18 h 18"/>
                  <a:gd name="T10" fmla="*/ 68 w 74"/>
                  <a:gd name="T11" fmla="*/ 18 h 18"/>
                  <a:gd name="T12" fmla="*/ 70 w 74"/>
                  <a:gd name="T13" fmla="*/ 10 h 18"/>
                  <a:gd name="T14" fmla="*/ 74 w 74"/>
                  <a:gd name="T15" fmla="*/ 0 h 18"/>
                  <a:gd name="T16" fmla="*/ 24 w 74"/>
                  <a:gd name="T17" fmla="*/ 0 h 18"/>
                  <a:gd name="T18" fmla="*/ 0 w 74"/>
                  <a:gd name="T19" fmla="*/ 0 h 18"/>
                  <a:gd name="T20" fmla="*/ 0 w 74"/>
                  <a:gd name="T21" fmla="*/ 8 h 18"/>
                  <a:gd name="T22" fmla="*/ 9 w 74"/>
                  <a:gd name="T23" fmla="*/ 17 h 18"/>
                  <a:gd name="T24" fmla="*/ 10 w 74"/>
                  <a:gd name="T25" fmla="*/ 18 h 18"/>
                  <a:gd name="T26" fmla="*/ 26 w 74"/>
                  <a:gd name="T27" fmla="*/ 18 h 18"/>
                  <a:gd name="T28" fmla="*/ 24 w 74"/>
                  <a:gd name="T29" fmla="*/ 14 h 18"/>
                  <a:gd name="T30" fmla="*/ 24 w 74"/>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18">
                    <a:moveTo>
                      <a:pt x="74" y="0"/>
                    </a:moveTo>
                    <a:cubicBezTo>
                      <a:pt x="49" y="0"/>
                      <a:pt x="49" y="0"/>
                      <a:pt x="49" y="0"/>
                    </a:cubicBezTo>
                    <a:cubicBezTo>
                      <a:pt x="48" y="3"/>
                      <a:pt x="48" y="5"/>
                      <a:pt x="50" y="7"/>
                    </a:cubicBezTo>
                    <a:cubicBezTo>
                      <a:pt x="52" y="9"/>
                      <a:pt x="55" y="11"/>
                      <a:pt x="53" y="15"/>
                    </a:cubicBezTo>
                    <a:cubicBezTo>
                      <a:pt x="53" y="16"/>
                      <a:pt x="52" y="17"/>
                      <a:pt x="52" y="18"/>
                    </a:cubicBezTo>
                    <a:cubicBezTo>
                      <a:pt x="68" y="18"/>
                      <a:pt x="68" y="18"/>
                      <a:pt x="68" y="18"/>
                    </a:cubicBezTo>
                    <a:cubicBezTo>
                      <a:pt x="68" y="15"/>
                      <a:pt x="69" y="12"/>
                      <a:pt x="70" y="10"/>
                    </a:cubicBezTo>
                    <a:cubicBezTo>
                      <a:pt x="71" y="7"/>
                      <a:pt x="73" y="4"/>
                      <a:pt x="74" y="0"/>
                    </a:cubicBezTo>
                    <a:close/>
                    <a:moveTo>
                      <a:pt x="24" y="0"/>
                    </a:moveTo>
                    <a:cubicBezTo>
                      <a:pt x="0" y="0"/>
                      <a:pt x="0" y="0"/>
                      <a:pt x="0" y="0"/>
                    </a:cubicBezTo>
                    <a:cubicBezTo>
                      <a:pt x="0" y="3"/>
                      <a:pt x="0" y="5"/>
                      <a:pt x="0" y="8"/>
                    </a:cubicBezTo>
                    <a:cubicBezTo>
                      <a:pt x="0" y="14"/>
                      <a:pt x="5" y="14"/>
                      <a:pt x="9" y="17"/>
                    </a:cubicBezTo>
                    <a:cubicBezTo>
                      <a:pt x="9" y="18"/>
                      <a:pt x="10" y="18"/>
                      <a:pt x="10" y="18"/>
                    </a:cubicBezTo>
                    <a:cubicBezTo>
                      <a:pt x="26" y="18"/>
                      <a:pt x="26" y="18"/>
                      <a:pt x="26" y="18"/>
                    </a:cubicBezTo>
                    <a:cubicBezTo>
                      <a:pt x="25" y="17"/>
                      <a:pt x="25" y="15"/>
                      <a:pt x="24" y="14"/>
                    </a:cubicBezTo>
                    <a:cubicBezTo>
                      <a:pt x="23" y="11"/>
                      <a:pt x="24" y="5"/>
                      <a:pt x="24"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5" name="Freeform 293"/>
              <p:cNvSpPr>
                <a:spLocks noEditPoints="1"/>
              </p:cNvSpPr>
              <p:nvPr/>
            </p:nvSpPr>
            <p:spPr bwMode="auto">
              <a:xfrm>
                <a:off x="1289" y="1209"/>
                <a:ext cx="141" cy="37"/>
              </a:xfrm>
              <a:custGeom>
                <a:avLst/>
                <a:gdLst>
                  <a:gd name="T0" fmla="*/ 74 w 74"/>
                  <a:gd name="T1" fmla="*/ 0 h 19"/>
                  <a:gd name="T2" fmla="*/ 49 w 74"/>
                  <a:gd name="T3" fmla="*/ 0 h 19"/>
                  <a:gd name="T4" fmla="*/ 50 w 74"/>
                  <a:gd name="T5" fmla="*/ 6 h 19"/>
                  <a:gd name="T6" fmla="*/ 53 w 74"/>
                  <a:gd name="T7" fmla="*/ 14 h 19"/>
                  <a:gd name="T8" fmla="*/ 52 w 74"/>
                  <a:gd name="T9" fmla="*/ 19 h 19"/>
                  <a:gd name="T10" fmla="*/ 67 w 74"/>
                  <a:gd name="T11" fmla="*/ 19 h 19"/>
                  <a:gd name="T12" fmla="*/ 70 w 74"/>
                  <a:gd name="T13" fmla="*/ 9 h 19"/>
                  <a:gd name="T14" fmla="*/ 74 w 74"/>
                  <a:gd name="T15" fmla="*/ 0 h 19"/>
                  <a:gd name="T16" fmla="*/ 24 w 74"/>
                  <a:gd name="T17" fmla="*/ 0 h 19"/>
                  <a:gd name="T18" fmla="*/ 0 w 74"/>
                  <a:gd name="T19" fmla="*/ 0 h 19"/>
                  <a:gd name="T20" fmla="*/ 0 w 74"/>
                  <a:gd name="T21" fmla="*/ 7 h 19"/>
                  <a:gd name="T22" fmla="*/ 9 w 74"/>
                  <a:gd name="T23" fmla="*/ 16 h 19"/>
                  <a:gd name="T24" fmla="*/ 11 w 74"/>
                  <a:gd name="T25" fmla="*/ 19 h 19"/>
                  <a:gd name="T26" fmla="*/ 26 w 74"/>
                  <a:gd name="T27" fmla="*/ 19 h 19"/>
                  <a:gd name="T28" fmla="*/ 24 w 74"/>
                  <a:gd name="T29" fmla="*/ 13 h 19"/>
                  <a:gd name="T30" fmla="*/ 24 w 74"/>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19">
                    <a:moveTo>
                      <a:pt x="74" y="0"/>
                    </a:moveTo>
                    <a:cubicBezTo>
                      <a:pt x="49" y="0"/>
                      <a:pt x="49" y="0"/>
                      <a:pt x="49" y="0"/>
                    </a:cubicBezTo>
                    <a:cubicBezTo>
                      <a:pt x="48" y="3"/>
                      <a:pt x="49" y="4"/>
                      <a:pt x="50" y="6"/>
                    </a:cubicBezTo>
                    <a:cubicBezTo>
                      <a:pt x="52" y="8"/>
                      <a:pt x="55" y="10"/>
                      <a:pt x="53" y="14"/>
                    </a:cubicBezTo>
                    <a:cubicBezTo>
                      <a:pt x="53" y="15"/>
                      <a:pt x="52" y="17"/>
                      <a:pt x="52" y="19"/>
                    </a:cubicBezTo>
                    <a:cubicBezTo>
                      <a:pt x="67" y="19"/>
                      <a:pt x="67" y="19"/>
                      <a:pt x="67" y="19"/>
                    </a:cubicBezTo>
                    <a:cubicBezTo>
                      <a:pt x="68" y="15"/>
                      <a:pt x="69" y="12"/>
                      <a:pt x="70" y="9"/>
                    </a:cubicBezTo>
                    <a:cubicBezTo>
                      <a:pt x="71" y="7"/>
                      <a:pt x="73" y="3"/>
                      <a:pt x="74" y="0"/>
                    </a:cubicBezTo>
                    <a:close/>
                    <a:moveTo>
                      <a:pt x="24" y="0"/>
                    </a:moveTo>
                    <a:cubicBezTo>
                      <a:pt x="0" y="0"/>
                      <a:pt x="0" y="0"/>
                      <a:pt x="0" y="0"/>
                    </a:cubicBezTo>
                    <a:cubicBezTo>
                      <a:pt x="0" y="3"/>
                      <a:pt x="0" y="5"/>
                      <a:pt x="0" y="7"/>
                    </a:cubicBezTo>
                    <a:cubicBezTo>
                      <a:pt x="0" y="13"/>
                      <a:pt x="5" y="13"/>
                      <a:pt x="9" y="16"/>
                    </a:cubicBezTo>
                    <a:cubicBezTo>
                      <a:pt x="10" y="17"/>
                      <a:pt x="10" y="18"/>
                      <a:pt x="11" y="19"/>
                    </a:cubicBezTo>
                    <a:cubicBezTo>
                      <a:pt x="26" y="19"/>
                      <a:pt x="26" y="19"/>
                      <a:pt x="26" y="19"/>
                    </a:cubicBezTo>
                    <a:cubicBezTo>
                      <a:pt x="25" y="16"/>
                      <a:pt x="25" y="15"/>
                      <a:pt x="24" y="13"/>
                    </a:cubicBezTo>
                    <a:cubicBezTo>
                      <a:pt x="24" y="10"/>
                      <a:pt x="24" y="5"/>
                      <a:pt x="24" y="0"/>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6" name="Freeform 294"/>
              <p:cNvSpPr>
                <a:spLocks noEditPoints="1"/>
              </p:cNvSpPr>
              <p:nvPr/>
            </p:nvSpPr>
            <p:spPr bwMode="auto">
              <a:xfrm>
                <a:off x="1289" y="1213"/>
                <a:ext cx="140" cy="35"/>
              </a:xfrm>
              <a:custGeom>
                <a:avLst/>
                <a:gdLst>
                  <a:gd name="T0" fmla="*/ 73 w 73"/>
                  <a:gd name="T1" fmla="*/ 0 h 18"/>
                  <a:gd name="T2" fmla="*/ 49 w 73"/>
                  <a:gd name="T3" fmla="*/ 0 h 18"/>
                  <a:gd name="T4" fmla="*/ 50 w 73"/>
                  <a:gd name="T5" fmla="*/ 4 h 18"/>
                  <a:gd name="T6" fmla="*/ 53 w 73"/>
                  <a:gd name="T7" fmla="*/ 12 h 18"/>
                  <a:gd name="T8" fmla="*/ 51 w 73"/>
                  <a:gd name="T9" fmla="*/ 18 h 18"/>
                  <a:gd name="T10" fmla="*/ 67 w 73"/>
                  <a:gd name="T11" fmla="*/ 18 h 18"/>
                  <a:gd name="T12" fmla="*/ 70 w 73"/>
                  <a:gd name="T13" fmla="*/ 7 h 18"/>
                  <a:gd name="T14" fmla="*/ 73 w 73"/>
                  <a:gd name="T15" fmla="*/ 0 h 18"/>
                  <a:gd name="T16" fmla="*/ 24 w 73"/>
                  <a:gd name="T17" fmla="*/ 0 h 18"/>
                  <a:gd name="T18" fmla="*/ 0 w 73"/>
                  <a:gd name="T19" fmla="*/ 0 h 18"/>
                  <a:gd name="T20" fmla="*/ 0 w 73"/>
                  <a:gd name="T21" fmla="*/ 5 h 18"/>
                  <a:gd name="T22" fmla="*/ 9 w 73"/>
                  <a:gd name="T23" fmla="*/ 14 h 18"/>
                  <a:gd name="T24" fmla="*/ 12 w 73"/>
                  <a:gd name="T25" fmla="*/ 18 h 18"/>
                  <a:gd name="T26" fmla="*/ 26 w 73"/>
                  <a:gd name="T27" fmla="*/ 18 h 18"/>
                  <a:gd name="T28" fmla="*/ 24 w 73"/>
                  <a:gd name="T29" fmla="*/ 11 h 18"/>
                  <a:gd name="T30" fmla="*/ 24 w 7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8">
                    <a:moveTo>
                      <a:pt x="73" y="0"/>
                    </a:moveTo>
                    <a:cubicBezTo>
                      <a:pt x="49" y="0"/>
                      <a:pt x="49" y="0"/>
                      <a:pt x="49" y="0"/>
                    </a:cubicBezTo>
                    <a:cubicBezTo>
                      <a:pt x="49" y="1"/>
                      <a:pt x="49" y="3"/>
                      <a:pt x="50" y="4"/>
                    </a:cubicBezTo>
                    <a:cubicBezTo>
                      <a:pt x="52" y="6"/>
                      <a:pt x="55" y="8"/>
                      <a:pt x="53" y="12"/>
                    </a:cubicBezTo>
                    <a:cubicBezTo>
                      <a:pt x="53" y="13"/>
                      <a:pt x="52" y="15"/>
                      <a:pt x="51" y="18"/>
                    </a:cubicBezTo>
                    <a:cubicBezTo>
                      <a:pt x="67" y="18"/>
                      <a:pt x="67" y="18"/>
                      <a:pt x="67" y="18"/>
                    </a:cubicBezTo>
                    <a:cubicBezTo>
                      <a:pt x="68" y="14"/>
                      <a:pt x="69" y="10"/>
                      <a:pt x="70" y="7"/>
                    </a:cubicBezTo>
                    <a:cubicBezTo>
                      <a:pt x="71" y="5"/>
                      <a:pt x="72" y="2"/>
                      <a:pt x="73" y="0"/>
                    </a:cubicBezTo>
                    <a:close/>
                    <a:moveTo>
                      <a:pt x="24" y="0"/>
                    </a:moveTo>
                    <a:cubicBezTo>
                      <a:pt x="0" y="0"/>
                      <a:pt x="0" y="0"/>
                      <a:pt x="0" y="0"/>
                    </a:cubicBezTo>
                    <a:cubicBezTo>
                      <a:pt x="0" y="1"/>
                      <a:pt x="0" y="3"/>
                      <a:pt x="0" y="5"/>
                    </a:cubicBezTo>
                    <a:cubicBezTo>
                      <a:pt x="0" y="11"/>
                      <a:pt x="5" y="11"/>
                      <a:pt x="9" y="14"/>
                    </a:cubicBezTo>
                    <a:cubicBezTo>
                      <a:pt x="10" y="15"/>
                      <a:pt x="11" y="16"/>
                      <a:pt x="12" y="18"/>
                    </a:cubicBezTo>
                    <a:cubicBezTo>
                      <a:pt x="26" y="18"/>
                      <a:pt x="26" y="18"/>
                      <a:pt x="26" y="18"/>
                    </a:cubicBezTo>
                    <a:cubicBezTo>
                      <a:pt x="26" y="15"/>
                      <a:pt x="25" y="13"/>
                      <a:pt x="24" y="11"/>
                    </a:cubicBezTo>
                    <a:cubicBezTo>
                      <a:pt x="24" y="8"/>
                      <a:pt x="24" y="4"/>
                      <a:pt x="24" y="0"/>
                    </a:cubicBezTo>
                    <a:close/>
                  </a:path>
                </a:pathLst>
              </a:custGeom>
              <a:solidFill>
                <a:srgbClr val="EA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7" name="Freeform 295"/>
              <p:cNvSpPr>
                <a:spLocks noEditPoints="1"/>
              </p:cNvSpPr>
              <p:nvPr/>
            </p:nvSpPr>
            <p:spPr bwMode="auto">
              <a:xfrm>
                <a:off x="1289" y="1215"/>
                <a:ext cx="140" cy="35"/>
              </a:xfrm>
              <a:custGeom>
                <a:avLst/>
                <a:gdLst>
                  <a:gd name="T0" fmla="*/ 73 w 73"/>
                  <a:gd name="T1" fmla="*/ 0 h 18"/>
                  <a:gd name="T2" fmla="*/ 49 w 73"/>
                  <a:gd name="T3" fmla="*/ 0 h 18"/>
                  <a:gd name="T4" fmla="*/ 50 w 73"/>
                  <a:gd name="T5" fmla="*/ 3 h 18"/>
                  <a:gd name="T6" fmla="*/ 53 w 73"/>
                  <a:gd name="T7" fmla="*/ 11 h 18"/>
                  <a:gd name="T8" fmla="*/ 51 w 73"/>
                  <a:gd name="T9" fmla="*/ 18 h 18"/>
                  <a:gd name="T10" fmla="*/ 66 w 73"/>
                  <a:gd name="T11" fmla="*/ 18 h 18"/>
                  <a:gd name="T12" fmla="*/ 70 w 73"/>
                  <a:gd name="T13" fmla="*/ 6 h 18"/>
                  <a:gd name="T14" fmla="*/ 73 w 73"/>
                  <a:gd name="T15" fmla="*/ 0 h 18"/>
                  <a:gd name="T16" fmla="*/ 24 w 73"/>
                  <a:gd name="T17" fmla="*/ 0 h 18"/>
                  <a:gd name="T18" fmla="*/ 0 w 73"/>
                  <a:gd name="T19" fmla="*/ 0 h 18"/>
                  <a:gd name="T20" fmla="*/ 0 w 73"/>
                  <a:gd name="T21" fmla="*/ 4 h 18"/>
                  <a:gd name="T22" fmla="*/ 9 w 73"/>
                  <a:gd name="T23" fmla="*/ 13 h 18"/>
                  <a:gd name="T24" fmla="*/ 12 w 73"/>
                  <a:gd name="T25" fmla="*/ 18 h 18"/>
                  <a:gd name="T26" fmla="*/ 27 w 73"/>
                  <a:gd name="T27" fmla="*/ 18 h 18"/>
                  <a:gd name="T28" fmla="*/ 24 w 73"/>
                  <a:gd name="T29" fmla="*/ 10 h 18"/>
                  <a:gd name="T30" fmla="*/ 24 w 7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8">
                    <a:moveTo>
                      <a:pt x="73" y="0"/>
                    </a:moveTo>
                    <a:cubicBezTo>
                      <a:pt x="49" y="0"/>
                      <a:pt x="49" y="0"/>
                      <a:pt x="49" y="0"/>
                    </a:cubicBezTo>
                    <a:cubicBezTo>
                      <a:pt x="49" y="1"/>
                      <a:pt x="49" y="2"/>
                      <a:pt x="50" y="3"/>
                    </a:cubicBezTo>
                    <a:cubicBezTo>
                      <a:pt x="52" y="5"/>
                      <a:pt x="55" y="7"/>
                      <a:pt x="53" y="11"/>
                    </a:cubicBezTo>
                    <a:cubicBezTo>
                      <a:pt x="53" y="13"/>
                      <a:pt x="52" y="15"/>
                      <a:pt x="51" y="18"/>
                    </a:cubicBezTo>
                    <a:cubicBezTo>
                      <a:pt x="66" y="18"/>
                      <a:pt x="66" y="18"/>
                      <a:pt x="66" y="18"/>
                    </a:cubicBezTo>
                    <a:cubicBezTo>
                      <a:pt x="68" y="14"/>
                      <a:pt x="69" y="9"/>
                      <a:pt x="70" y="6"/>
                    </a:cubicBezTo>
                    <a:cubicBezTo>
                      <a:pt x="71" y="4"/>
                      <a:pt x="72" y="2"/>
                      <a:pt x="73" y="0"/>
                    </a:cubicBezTo>
                    <a:close/>
                    <a:moveTo>
                      <a:pt x="24" y="0"/>
                    </a:moveTo>
                    <a:cubicBezTo>
                      <a:pt x="0" y="0"/>
                      <a:pt x="0" y="0"/>
                      <a:pt x="0" y="0"/>
                    </a:cubicBezTo>
                    <a:cubicBezTo>
                      <a:pt x="0" y="1"/>
                      <a:pt x="0" y="3"/>
                      <a:pt x="0" y="4"/>
                    </a:cubicBezTo>
                    <a:cubicBezTo>
                      <a:pt x="0" y="10"/>
                      <a:pt x="5" y="10"/>
                      <a:pt x="9" y="13"/>
                    </a:cubicBezTo>
                    <a:cubicBezTo>
                      <a:pt x="10" y="14"/>
                      <a:pt x="11" y="16"/>
                      <a:pt x="12" y="18"/>
                    </a:cubicBezTo>
                    <a:cubicBezTo>
                      <a:pt x="27" y="18"/>
                      <a:pt x="27" y="18"/>
                      <a:pt x="27" y="18"/>
                    </a:cubicBezTo>
                    <a:cubicBezTo>
                      <a:pt x="26" y="15"/>
                      <a:pt x="25" y="12"/>
                      <a:pt x="24" y="10"/>
                    </a:cubicBezTo>
                    <a:cubicBezTo>
                      <a:pt x="24" y="8"/>
                      <a:pt x="24" y="4"/>
                      <a:pt x="24"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8" name="Freeform 296"/>
              <p:cNvSpPr>
                <a:spLocks noEditPoints="1"/>
              </p:cNvSpPr>
              <p:nvPr/>
            </p:nvSpPr>
            <p:spPr bwMode="auto">
              <a:xfrm>
                <a:off x="1289" y="1217"/>
                <a:ext cx="138" cy="34"/>
              </a:xfrm>
              <a:custGeom>
                <a:avLst/>
                <a:gdLst>
                  <a:gd name="T0" fmla="*/ 72 w 72"/>
                  <a:gd name="T1" fmla="*/ 0 h 18"/>
                  <a:gd name="T2" fmla="*/ 49 w 72"/>
                  <a:gd name="T3" fmla="*/ 0 h 18"/>
                  <a:gd name="T4" fmla="*/ 50 w 72"/>
                  <a:gd name="T5" fmla="*/ 2 h 18"/>
                  <a:gd name="T6" fmla="*/ 53 w 72"/>
                  <a:gd name="T7" fmla="*/ 10 h 18"/>
                  <a:gd name="T8" fmla="*/ 50 w 72"/>
                  <a:gd name="T9" fmla="*/ 18 h 18"/>
                  <a:gd name="T10" fmla="*/ 66 w 72"/>
                  <a:gd name="T11" fmla="*/ 18 h 18"/>
                  <a:gd name="T12" fmla="*/ 70 w 72"/>
                  <a:gd name="T13" fmla="*/ 5 h 18"/>
                  <a:gd name="T14" fmla="*/ 72 w 72"/>
                  <a:gd name="T15" fmla="*/ 0 h 18"/>
                  <a:gd name="T16" fmla="*/ 24 w 72"/>
                  <a:gd name="T17" fmla="*/ 0 h 18"/>
                  <a:gd name="T18" fmla="*/ 0 w 72"/>
                  <a:gd name="T19" fmla="*/ 0 h 18"/>
                  <a:gd name="T20" fmla="*/ 0 w 72"/>
                  <a:gd name="T21" fmla="*/ 3 h 18"/>
                  <a:gd name="T22" fmla="*/ 9 w 72"/>
                  <a:gd name="T23" fmla="*/ 12 h 18"/>
                  <a:gd name="T24" fmla="*/ 13 w 72"/>
                  <a:gd name="T25" fmla="*/ 18 h 18"/>
                  <a:gd name="T26" fmla="*/ 27 w 72"/>
                  <a:gd name="T27" fmla="*/ 18 h 18"/>
                  <a:gd name="T28" fmla="*/ 24 w 72"/>
                  <a:gd name="T29" fmla="*/ 9 h 18"/>
                  <a:gd name="T30" fmla="*/ 24 w 72"/>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18">
                    <a:moveTo>
                      <a:pt x="72" y="0"/>
                    </a:moveTo>
                    <a:cubicBezTo>
                      <a:pt x="49" y="0"/>
                      <a:pt x="49" y="0"/>
                      <a:pt x="49" y="0"/>
                    </a:cubicBezTo>
                    <a:cubicBezTo>
                      <a:pt x="49" y="1"/>
                      <a:pt x="49" y="1"/>
                      <a:pt x="50" y="2"/>
                    </a:cubicBezTo>
                    <a:cubicBezTo>
                      <a:pt x="52" y="4"/>
                      <a:pt x="55" y="6"/>
                      <a:pt x="53" y="10"/>
                    </a:cubicBezTo>
                    <a:cubicBezTo>
                      <a:pt x="53" y="12"/>
                      <a:pt x="51" y="15"/>
                      <a:pt x="50" y="18"/>
                    </a:cubicBezTo>
                    <a:cubicBezTo>
                      <a:pt x="66" y="18"/>
                      <a:pt x="66" y="18"/>
                      <a:pt x="66" y="18"/>
                    </a:cubicBezTo>
                    <a:cubicBezTo>
                      <a:pt x="67" y="13"/>
                      <a:pt x="69" y="8"/>
                      <a:pt x="70" y="5"/>
                    </a:cubicBezTo>
                    <a:cubicBezTo>
                      <a:pt x="71" y="4"/>
                      <a:pt x="72" y="2"/>
                      <a:pt x="72" y="0"/>
                    </a:cubicBezTo>
                    <a:close/>
                    <a:moveTo>
                      <a:pt x="24" y="0"/>
                    </a:moveTo>
                    <a:cubicBezTo>
                      <a:pt x="0" y="0"/>
                      <a:pt x="0" y="0"/>
                      <a:pt x="0" y="0"/>
                    </a:cubicBezTo>
                    <a:cubicBezTo>
                      <a:pt x="0" y="1"/>
                      <a:pt x="0" y="2"/>
                      <a:pt x="0" y="3"/>
                    </a:cubicBezTo>
                    <a:cubicBezTo>
                      <a:pt x="0" y="9"/>
                      <a:pt x="5" y="9"/>
                      <a:pt x="9" y="12"/>
                    </a:cubicBezTo>
                    <a:cubicBezTo>
                      <a:pt x="10" y="14"/>
                      <a:pt x="12" y="16"/>
                      <a:pt x="13" y="18"/>
                    </a:cubicBezTo>
                    <a:cubicBezTo>
                      <a:pt x="27" y="18"/>
                      <a:pt x="27" y="18"/>
                      <a:pt x="27" y="18"/>
                    </a:cubicBezTo>
                    <a:cubicBezTo>
                      <a:pt x="26" y="15"/>
                      <a:pt x="25" y="11"/>
                      <a:pt x="24" y="9"/>
                    </a:cubicBezTo>
                    <a:cubicBezTo>
                      <a:pt x="24" y="7"/>
                      <a:pt x="24" y="4"/>
                      <a:pt x="24" y="0"/>
                    </a:cubicBez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69" name="Freeform 297"/>
              <p:cNvSpPr>
                <a:spLocks noEditPoints="1"/>
              </p:cNvSpPr>
              <p:nvPr/>
            </p:nvSpPr>
            <p:spPr bwMode="auto">
              <a:xfrm>
                <a:off x="1289" y="1219"/>
                <a:ext cx="138" cy="36"/>
              </a:xfrm>
              <a:custGeom>
                <a:avLst/>
                <a:gdLst>
                  <a:gd name="T0" fmla="*/ 72 w 72"/>
                  <a:gd name="T1" fmla="*/ 0 h 19"/>
                  <a:gd name="T2" fmla="*/ 50 w 72"/>
                  <a:gd name="T3" fmla="*/ 0 h 19"/>
                  <a:gd name="T4" fmla="*/ 50 w 72"/>
                  <a:gd name="T5" fmla="*/ 1 h 19"/>
                  <a:gd name="T6" fmla="*/ 53 w 72"/>
                  <a:gd name="T7" fmla="*/ 9 h 19"/>
                  <a:gd name="T8" fmla="*/ 50 w 72"/>
                  <a:gd name="T9" fmla="*/ 19 h 19"/>
                  <a:gd name="T10" fmla="*/ 66 w 72"/>
                  <a:gd name="T11" fmla="*/ 19 h 19"/>
                  <a:gd name="T12" fmla="*/ 70 w 72"/>
                  <a:gd name="T13" fmla="*/ 4 h 19"/>
                  <a:gd name="T14" fmla="*/ 72 w 72"/>
                  <a:gd name="T15" fmla="*/ 0 h 19"/>
                  <a:gd name="T16" fmla="*/ 24 w 72"/>
                  <a:gd name="T17" fmla="*/ 0 h 19"/>
                  <a:gd name="T18" fmla="*/ 0 w 72"/>
                  <a:gd name="T19" fmla="*/ 0 h 19"/>
                  <a:gd name="T20" fmla="*/ 0 w 72"/>
                  <a:gd name="T21" fmla="*/ 2 h 19"/>
                  <a:gd name="T22" fmla="*/ 9 w 72"/>
                  <a:gd name="T23" fmla="*/ 11 h 19"/>
                  <a:gd name="T24" fmla="*/ 13 w 72"/>
                  <a:gd name="T25" fmla="*/ 19 h 19"/>
                  <a:gd name="T26" fmla="*/ 28 w 72"/>
                  <a:gd name="T27" fmla="*/ 19 h 19"/>
                  <a:gd name="T28" fmla="*/ 24 w 72"/>
                  <a:gd name="T29" fmla="*/ 8 h 19"/>
                  <a:gd name="T30" fmla="*/ 24 w 72"/>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19">
                    <a:moveTo>
                      <a:pt x="72" y="0"/>
                    </a:moveTo>
                    <a:cubicBezTo>
                      <a:pt x="50" y="0"/>
                      <a:pt x="50" y="0"/>
                      <a:pt x="50" y="0"/>
                    </a:cubicBezTo>
                    <a:cubicBezTo>
                      <a:pt x="50" y="1"/>
                      <a:pt x="50" y="1"/>
                      <a:pt x="50" y="1"/>
                    </a:cubicBezTo>
                    <a:cubicBezTo>
                      <a:pt x="52" y="3"/>
                      <a:pt x="55" y="5"/>
                      <a:pt x="53" y="9"/>
                    </a:cubicBezTo>
                    <a:cubicBezTo>
                      <a:pt x="53" y="11"/>
                      <a:pt x="51" y="15"/>
                      <a:pt x="50" y="19"/>
                    </a:cubicBezTo>
                    <a:cubicBezTo>
                      <a:pt x="66" y="19"/>
                      <a:pt x="66" y="19"/>
                      <a:pt x="66" y="19"/>
                    </a:cubicBezTo>
                    <a:cubicBezTo>
                      <a:pt x="67" y="13"/>
                      <a:pt x="69" y="8"/>
                      <a:pt x="70" y="4"/>
                    </a:cubicBezTo>
                    <a:cubicBezTo>
                      <a:pt x="72" y="0"/>
                      <a:pt x="72" y="0"/>
                      <a:pt x="72" y="0"/>
                    </a:cubicBezTo>
                    <a:close/>
                    <a:moveTo>
                      <a:pt x="24" y="0"/>
                    </a:moveTo>
                    <a:cubicBezTo>
                      <a:pt x="0" y="0"/>
                      <a:pt x="0" y="0"/>
                      <a:pt x="0" y="0"/>
                    </a:cubicBezTo>
                    <a:cubicBezTo>
                      <a:pt x="0" y="1"/>
                      <a:pt x="0" y="2"/>
                      <a:pt x="0" y="2"/>
                    </a:cubicBezTo>
                    <a:cubicBezTo>
                      <a:pt x="0" y="8"/>
                      <a:pt x="5" y="8"/>
                      <a:pt x="9" y="11"/>
                    </a:cubicBezTo>
                    <a:cubicBezTo>
                      <a:pt x="11" y="13"/>
                      <a:pt x="12" y="15"/>
                      <a:pt x="13" y="19"/>
                    </a:cubicBezTo>
                    <a:cubicBezTo>
                      <a:pt x="28" y="19"/>
                      <a:pt x="28" y="19"/>
                      <a:pt x="28" y="19"/>
                    </a:cubicBezTo>
                    <a:cubicBezTo>
                      <a:pt x="26" y="14"/>
                      <a:pt x="25" y="11"/>
                      <a:pt x="24" y="8"/>
                    </a:cubicBezTo>
                    <a:cubicBezTo>
                      <a:pt x="24" y="6"/>
                      <a:pt x="24" y="3"/>
                      <a:pt x="24" y="0"/>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0" name="Freeform 298"/>
              <p:cNvSpPr>
                <a:spLocks noEditPoints="1"/>
              </p:cNvSpPr>
              <p:nvPr/>
            </p:nvSpPr>
            <p:spPr bwMode="auto">
              <a:xfrm>
                <a:off x="1289" y="1223"/>
                <a:ext cx="136" cy="34"/>
              </a:xfrm>
              <a:custGeom>
                <a:avLst/>
                <a:gdLst>
                  <a:gd name="T0" fmla="*/ 71 w 71"/>
                  <a:gd name="T1" fmla="*/ 0 h 18"/>
                  <a:gd name="T2" fmla="*/ 51 w 71"/>
                  <a:gd name="T3" fmla="*/ 0 h 18"/>
                  <a:gd name="T4" fmla="*/ 53 w 71"/>
                  <a:gd name="T5" fmla="*/ 7 h 18"/>
                  <a:gd name="T6" fmla="*/ 49 w 71"/>
                  <a:gd name="T7" fmla="*/ 18 h 18"/>
                  <a:gd name="T8" fmla="*/ 66 w 71"/>
                  <a:gd name="T9" fmla="*/ 18 h 18"/>
                  <a:gd name="T10" fmla="*/ 70 w 71"/>
                  <a:gd name="T11" fmla="*/ 2 h 18"/>
                  <a:gd name="T12" fmla="*/ 71 w 71"/>
                  <a:gd name="T13" fmla="*/ 0 h 18"/>
                  <a:gd name="T14" fmla="*/ 24 w 71"/>
                  <a:gd name="T15" fmla="*/ 0 h 18"/>
                  <a:gd name="T16" fmla="*/ 0 w 71"/>
                  <a:gd name="T17" fmla="*/ 0 h 18"/>
                  <a:gd name="T18" fmla="*/ 0 w 71"/>
                  <a:gd name="T19" fmla="*/ 0 h 18"/>
                  <a:gd name="T20" fmla="*/ 9 w 71"/>
                  <a:gd name="T21" fmla="*/ 9 h 18"/>
                  <a:gd name="T22" fmla="*/ 14 w 71"/>
                  <a:gd name="T23" fmla="*/ 18 h 18"/>
                  <a:gd name="T24" fmla="*/ 28 w 71"/>
                  <a:gd name="T25" fmla="*/ 18 h 18"/>
                  <a:gd name="T26" fmla="*/ 24 w 71"/>
                  <a:gd name="T27" fmla="*/ 6 h 18"/>
                  <a:gd name="T28" fmla="*/ 24 w 71"/>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8">
                    <a:moveTo>
                      <a:pt x="71" y="0"/>
                    </a:moveTo>
                    <a:cubicBezTo>
                      <a:pt x="51" y="0"/>
                      <a:pt x="51" y="0"/>
                      <a:pt x="51" y="0"/>
                    </a:cubicBezTo>
                    <a:cubicBezTo>
                      <a:pt x="53" y="2"/>
                      <a:pt x="54" y="4"/>
                      <a:pt x="53" y="7"/>
                    </a:cubicBezTo>
                    <a:cubicBezTo>
                      <a:pt x="52" y="9"/>
                      <a:pt x="51" y="13"/>
                      <a:pt x="49" y="18"/>
                    </a:cubicBezTo>
                    <a:cubicBezTo>
                      <a:pt x="66" y="18"/>
                      <a:pt x="66" y="18"/>
                      <a:pt x="66" y="18"/>
                    </a:cubicBezTo>
                    <a:cubicBezTo>
                      <a:pt x="67" y="12"/>
                      <a:pt x="69" y="6"/>
                      <a:pt x="70" y="2"/>
                    </a:cubicBezTo>
                    <a:cubicBezTo>
                      <a:pt x="71" y="0"/>
                      <a:pt x="71" y="0"/>
                      <a:pt x="71" y="0"/>
                    </a:cubicBezTo>
                    <a:close/>
                    <a:moveTo>
                      <a:pt x="24" y="0"/>
                    </a:moveTo>
                    <a:cubicBezTo>
                      <a:pt x="0" y="0"/>
                      <a:pt x="0" y="0"/>
                      <a:pt x="0" y="0"/>
                    </a:cubicBezTo>
                    <a:cubicBezTo>
                      <a:pt x="0" y="0"/>
                      <a:pt x="0" y="0"/>
                      <a:pt x="0" y="0"/>
                    </a:cubicBezTo>
                    <a:cubicBezTo>
                      <a:pt x="0" y="6"/>
                      <a:pt x="5" y="6"/>
                      <a:pt x="9" y="9"/>
                    </a:cubicBezTo>
                    <a:cubicBezTo>
                      <a:pt x="11" y="11"/>
                      <a:pt x="12" y="14"/>
                      <a:pt x="14" y="18"/>
                    </a:cubicBezTo>
                    <a:cubicBezTo>
                      <a:pt x="28" y="18"/>
                      <a:pt x="28" y="18"/>
                      <a:pt x="28" y="18"/>
                    </a:cubicBezTo>
                    <a:cubicBezTo>
                      <a:pt x="27" y="13"/>
                      <a:pt x="25" y="9"/>
                      <a:pt x="24" y="6"/>
                    </a:cubicBezTo>
                    <a:cubicBezTo>
                      <a:pt x="24" y="5"/>
                      <a:pt x="24" y="2"/>
                      <a:pt x="24"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1" name="Freeform 299"/>
              <p:cNvSpPr>
                <a:spLocks noEditPoints="1"/>
              </p:cNvSpPr>
              <p:nvPr/>
            </p:nvSpPr>
            <p:spPr bwMode="auto">
              <a:xfrm>
                <a:off x="1289" y="1225"/>
                <a:ext cx="136" cy="34"/>
              </a:xfrm>
              <a:custGeom>
                <a:avLst/>
                <a:gdLst>
                  <a:gd name="T0" fmla="*/ 71 w 71"/>
                  <a:gd name="T1" fmla="*/ 0 h 18"/>
                  <a:gd name="T2" fmla="*/ 52 w 71"/>
                  <a:gd name="T3" fmla="*/ 0 h 18"/>
                  <a:gd name="T4" fmla="*/ 53 w 71"/>
                  <a:gd name="T5" fmla="*/ 6 h 18"/>
                  <a:gd name="T6" fmla="*/ 49 w 71"/>
                  <a:gd name="T7" fmla="*/ 18 h 18"/>
                  <a:gd name="T8" fmla="*/ 65 w 71"/>
                  <a:gd name="T9" fmla="*/ 18 h 18"/>
                  <a:gd name="T10" fmla="*/ 70 w 71"/>
                  <a:gd name="T11" fmla="*/ 1 h 18"/>
                  <a:gd name="T12" fmla="*/ 71 w 71"/>
                  <a:gd name="T13" fmla="*/ 0 h 18"/>
                  <a:gd name="T14" fmla="*/ 24 w 71"/>
                  <a:gd name="T15" fmla="*/ 0 h 18"/>
                  <a:gd name="T16" fmla="*/ 0 w 71"/>
                  <a:gd name="T17" fmla="*/ 0 h 18"/>
                  <a:gd name="T18" fmla="*/ 9 w 71"/>
                  <a:gd name="T19" fmla="*/ 8 h 18"/>
                  <a:gd name="T20" fmla="*/ 14 w 71"/>
                  <a:gd name="T21" fmla="*/ 18 h 18"/>
                  <a:gd name="T22" fmla="*/ 29 w 71"/>
                  <a:gd name="T23" fmla="*/ 18 h 18"/>
                  <a:gd name="T24" fmla="*/ 24 w 71"/>
                  <a:gd name="T25" fmla="*/ 5 h 18"/>
                  <a:gd name="T26" fmla="*/ 24 w 71"/>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 h="18">
                    <a:moveTo>
                      <a:pt x="71" y="0"/>
                    </a:moveTo>
                    <a:cubicBezTo>
                      <a:pt x="52" y="0"/>
                      <a:pt x="52" y="0"/>
                      <a:pt x="52" y="0"/>
                    </a:cubicBezTo>
                    <a:cubicBezTo>
                      <a:pt x="53" y="2"/>
                      <a:pt x="54" y="4"/>
                      <a:pt x="53" y="6"/>
                    </a:cubicBezTo>
                    <a:cubicBezTo>
                      <a:pt x="52" y="8"/>
                      <a:pt x="51" y="13"/>
                      <a:pt x="49" y="18"/>
                    </a:cubicBezTo>
                    <a:cubicBezTo>
                      <a:pt x="65" y="18"/>
                      <a:pt x="65" y="18"/>
                      <a:pt x="65" y="18"/>
                    </a:cubicBezTo>
                    <a:cubicBezTo>
                      <a:pt x="67" y="12"/>
                      <a:pt x="69" y="5"/>
                      <a:pt x="70" y="1"/>
                    </a:cubicBezTo>
                    <a:cubicBezTo>
                      <a:pt x="71" y="0"/>
                      <a:pt x="71" y="0"/>
                      <a:pt x="71" y="0"/>
                    </a:cubicBezTo>
                    <a:close/>
                    <a:moveTo>
                      <a:pt x="24" y="0"/>
                    </a:moveTo>
                    <a:cubicBezTo>
                      <a:pt x="0" y="0"/>
                      <a:pt x="0" y="0"/>
                      <a:pt x="0" y="0"/>
                    </a:cubicBezTo>
                    <a:cubicBezTo>
                      <a:pt x="0" y="5"/>
                      <a:pt x="5" y="5"/>
                      <a:pt x="9" y="8"/>
                    </a:cubicBezTo>
                    <a:cubicBezTo>
                      <a:pt x="11" y="10"/>
                      <a:pt x="13" y="14"/>
                      <a:pt x="14" y="18"/>
                    </a:cubicBezTo>
                    <a:cubicBezTo>
                      <a:pt x="29" y="18"/>
                      <a:pt x="29" y="18"/>
                      <a:pt x="29" y="18"/>
                    </a:cubicBezTo>
                    <a:cubicBezTo>
                      <a:pt x="27" y="13"/>
                      <a:pt x="25" y="8"/>
                      <a:pt x="24" y="5"/>
                    </a:cubicBezTo>
                    <a:cubicBezTo>
                      <a:pt x="24" y="4"/>
                      <a:pt x="24" y="2"/>
                      <a:pt x="24"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2" name="Freeform 300"/>
              <p:cNvSpPr>
                <a:spLocks noEditPoints="1"/>
              </p:cNvSpPr>
              <p:nvPr/>
            </p:nvSpPr>
            <p:spPr bwMode="auto">
              <a:xfrm>
                <a:off x="1289" y="1227"/>
                <a:ext cx="134" cy="36"/>
              </a:xfrm>
              <a:custGeom>
                <a:avLst/>
                <a:gdLst>
                  <a:gd name="T0" fmla="*/ 70 w 70"/>
                  <a:gd name="T1" fmla="*/ 0 h 19"/>
                  <a:gd name="T2" fmla="*/ 53 w 70"/>
                  <a:gd name="T3" fmla="*/ 0 h 19"/>
                  <a:gd name="T4" fmla="*/ 53 w 70"/>
                  <a:gd name="T5" fmla="*/ 5 h 19"/>
                  <a:gd name="T6" fmla="*/ 48 w 70"/>
                  <a:gd name="T7" fmla="*/ 19 h 19"/>
                  <a:gd name="T8" fmla="*/ 65 w 70"/>
                  <a:gd name="T9" fmla="*/ 19 h 19"/>
                  <a:gd name="T10" fmla="*/ 70 w 70"/>
                  <a:gd name="T11" fmla="*/ 0 h 19"/>
                  <a:gd name="T12" fmla="*/ 24 w 70"/>
                  <a:gd name="T13" fmla="*/ 0 h 19"/>
                  <a:gd name="T14" fmla="*/ 0 w 70"/>
                  <a:gd name="T15" fmla="*/ 0 h 19"/>
                  <a:gd name="T16" fmla="*/ 9 w 70"/>
                  <a:gd name="T17" fmla="*/ 7 h 19"/>
                  <a:gd name="T18" fmla="*/ 15 w 70"/>
                  <a:gd name="T19" fmla="*/ 19 h 19"/>
                  <a:gd name="T20" fmla="*/ 29 w 70"/>
                  <a:gd name="T21" fmla="*/ 19 h 19"/>
                  <a:gd name="T22" fmla="*/ 24 w 70"/>
                  <a:gd name="T23" fmla="*/ 4 h 19"/>
                  <a:gd name="T24" fmla="*/ 24 w 70"/>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19">
                    <a:moveTo>
                      <a:pt x="70" y="0"/>
                    </a:moveTo>
                    <a:cubicBezTo>
                      <a:pt x="53" y="0"/>
                      <a:pt x="53" y="0"/>
                      <a:pt x="53" y="0"/>
                    </a:cubicBezTo>
                    <a:cubicBezTo>
                      <a:pt x="53" y="2"/>
                      <a:pt x="54" y="3"/>
                      <a:pt x="53" y="5"/>
                    </a:cubicBezTo>
                    <a:cubicBezTo>
                      <a:pt x="52" y="7"/>
                      <a:pt x="50" y="13"/>
                      <a:pt x="48" y="19"/>
                    </a:cubicBezTo>
                    <a:cubicBezTo>
                      <a:pt x="65" y="19"/>
                      <a:pt x="65" y="19"/>
                      <a:pt x="65" y="19"/>
                    </a:cubicBezTo>
                    <a:cubicBezTo>
                      <a:pt x="66" y="12"/>
                      <a:pt x="68" y="5"/>
                      <a:pt x="70" y="0"/>
                    </a:cubicBezTo>
                    <a:close/>
                    <a:moveTo>
                      <a:pt x="24" y="0"/>
                    </a:moveTo>
                    <a:cubicBezTo>
                      <a:pt x="0" y="0"/>
                      <a:pt x="0" y="0"/>
                      <a:pt x="0" y="0"/>
                    </a:cubicBezTo>
                    <a:cubicBezTo>
                      <a:pt x="1" y="4"/>
                      <a:pt x="5" y="4"/>
                      <a:pt x="9" y="7"/>
                    </a:cubicBezTo>
                    <a:cubicBezTo>
                      <a:pt x="11" y="9"/>
                      <a:pt x="13" y="13"/>
                      <a:pt x="15" y="19"/>
                    </a:cubicBezTo>
                    <a:cubicBezTo>
                      <a:pt x="29" y="19"/>
                      <a:pt x="29" y="19"/>
                      <a:pt x="29" y="19"/>
                    </a:cubicBezTo>
                    <a:cubicBezTo>
                      <a:pt x="27" y="13"/>
                      <a:pt x="25" y="7"/>
                      <a:pt x="24" y="4"/>
                    </a:cubicBezTo>
                    <a:cubicBezTo>
                      <a:pt x="24" y="3"/>
                      <a:pt x="24" y="2"/>
                      <a:pt x="24" y="0"/>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3" name="Freeform 301"/>
              <p:cNvSpPr>
                <a:spLocks noEditPoints="1"/>
              </p:cNvSpPr>
              <p:nvPr/>
            </p:nvSpPr>
            <p:spPr bwMode="auto">
              <a:xfrm>
                <a:off x="1291" y="1230"/>
                <a:ext cx="132" cy="35"/>
              </a:xfrm>
              <a:custGeom>
                <a:avLst/>
                <a:gdLst>
                  <a:gd name="T0" fmla="*/ 69 w 69"/>
                  <a:gd name="T1" fmla="*/ 0 h 18"/>
                  <a:gd name="T2" fmla="*/ 52 w 69"/>
                  <a:gd name="T3" fmla="*/ 0 h 18"/>
                  <a:gd name="T4" fmla="*/ 52 w 69"/>
                  <a:gd name="T5" fmla="*/ 3 h 18"/>
                  <a:gd name="T6" fmla="*/ 47 w 69"/>
                  <a:gd name="T7" fmla="*/ 18 h 18"/>
                  <a:gd name="T8" fmla="*/ 64 w 69"/>
                  <a:gd name="T9" fmla="*/ 18 h 18"/>
                  <a:gd name="T10" fmla="*/ 69 w 69"/>
                  <a:gd name="T11" fmla="*/ 0 h 18"/>
                  <a:gd name="T12" fmla="*/ 23 w 69"/>
                  <a:gd name="T13" fmla="*/ 0 h 18"/>
                  <a:gd name="T14" fmla="*/ 0 w 69"/>
                  <a:gd name="T15" fmla="*/ 0 h 18"/>
                  <a:gd name="T16" fmla="*/ 8 w 69"/>
                  <a:gd name="T17" fmla="*/ 5 h 18"/>
                  <a:gd name="T18" fmla="*/ 14 w 69"/>
                  <a:gd name="T19" fmla="*/ 18 h 18"/>
                  <a:gd name="T20" fmla="*/ 28 w 69"/>
                  <a:gd name="T21" fmla="*/ 18 h 18"/>
                  <a:gd name="T22" fmla="*/ 23 w 69"/>
                  <a:gd name="T23" fmla="*/ 2 h 18"/>
                  <a:gd name="T24" fmla="*/ 23 w 69"/>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8">
                    <a:moveTo>
                      <a:pt x="69" y="0"/>
                    </a:moveTo>
                    <a:cubicBezTo>
                      <a:pt x="52" y="0"/>
                      <a:pt x="52" y="0"/>
                      <a:pt x="52" y="0"/>
                    </a:cubicBezTo>
                    <a:cubicBezTo>
                      <a:pt x="53" y="1"/>
                      <a:pt x="53" y="2"/>
                      <a:pt x="52" y="3"/>
                    </a:cubicBezTo>
                    <a:cubicBezTo>
                      <a:pt x="51" y="6"/>
                      <a:pt x="49" y="12"/>
                      <a:pt x="47" y="18"/>
                    </a:cubicBezTo>
                    <a:cubicBezTo>
                      <a:pt x="64" y="18"/>
                      <a:pt x="64" y="18"/>
                      <a:pt x="64" y="18"/>
                    </a:cubicBezTo>
                    <a:cubicBezTo>
                      <a:pt x="65" y="11"/>
                      <a:pt x="67" y="4"/>
                      <a:pt x="69" y="0"/>
                    </a:cubicBezTo>
                    <a:close/>
                    <a:moveTo>
                      <a:pt x="23" y="0"/>
                    </a:moveTo>
                    <a:cubicBezTo>
                      <a:pt x="0" y="0"/>
                      <a:pt x="0" y="0"/>
                      <a:pt x="0" y="0"/>
                    </a:cubicBezTo>
                    <a:cubicBezTo>
                      <a:pt x="1" y="2"/>
                      <a:pt x="5" y="3"/>
                      <a:pt x="8" y="5"/>
                    </a:cubicBezTo>
                    <a:cubicBezTo>
                      <a:pt x="10" y="7"/>
                      <a:pt x="12" y="12"/>
                      <a:pt x="14" y="18"/>
                    </a:cubicBezTo>
                    <a:cubicBezTo>
                      <a:pt x="28" y="18"/>
                      <a:pt x="28" y="18"/>
                      <a:pt x="28" y="18"/>
                    </a:cubicBezTo>
                    <a:cubicBezTo>
                      <a:pt x="26" y="12"/>
                      <a:pt x="24" y="5"/>
                      <a:pt x="23" y="2"/>
                    </a:cubicBezTo>
                    <a:cubicBezTo>
                      <a:pt x="23" y="2"/>
                      <a:pt x="23" y="1"/>
                      <a:pt x="23" y="0"/>
                    </a:cubicBez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4" name="Freeform 302"/>
              <p:cNvSpPr>
                <a:spLocks noEditPoints="1"/>
              </p:cNvSpPr>
              <p:nvPr/>
            </p:nvSpPr>
            <p:spPr bwMode="auto">
              <a:xfrm>
                <a:off x="1293" y="1232"/>
                <a:ext cx="128" cy="35"/>
              </a:xfrm>
              <a:custGeom>
                <a:avLst/>
                <a:gdLst>
                  <a:gd name="T0" fmla="*/ 67 w 67"/>
                  <a:gd name="T1" fmla="*/ 0 h 18"/>
                  <a:gd name="T2" fmla="*/ 51 w 67"/>
                  <a:gd name="T3" fmla="*/ 0 h 18"/>
                  <a:gd name="T4" fmla="*/ 51 w 67"/>
                  <a:gd name="T5" fmla="*/ 2 h 18"/>
                  <a:gd name="T6" fmla="*/ 45 w 67"/>
                  <a:gd name="T7" fmla="*/ 18 h 18"/>
                  <a:gd name="T8" fmla="*/ 62 w 67"/>
                  <a:gd name="T9" fmla="*/ 18 h 18"/>
                  <a:gd name="T10" fmla="*/ 67 w 67"/>
                  <a:gd name="T11" fmla="*/ 0 h 18"/>
                  <a:gd name="T12" fmla="*/ 22 w 67"/>
                  <a:gd name="T13" fmla="*/ 0 h 18"/>
                  <a:gd name="T14" fmla="*/ 0 w 67"/>
                  <a:gd name="T15" fmla="*/ 0 h 18"/>
                  <a:gd name="T16" fmla="*/ 7 w 67"/>
                  <a:gd name="T17" fmla="*/ 4 h 18"/>
                  <a:gd name="T18" fmla="*/ 13 w 67"/>
                  <a:gd name="T19" fmla="*/ 18 h 18"/>
                  <a:gd name="T20" fmla="*/ 28 w 67"/>
                  <a:gd name="T21" fmla="*/ 18 h 18"/>
                  <a:gd name="T22" fmla="*/ 22 w 67"/>
                  <a:gd name="T23" fmla="*/ 1 h 18"/>
                  <a:gd name="T24" fmla="*/ 22 w 6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 h="18">
                    <a:moveTo>
                      <a:pt x="67" y="0"/>
                    </a:moveTo>
                    <a:cubicBezTo>
                      <a:pt x="51" y="0"/>
                      <a:pt x="51" y="0"/>
                      <a:pt x="51" y="0"/>
                    </a:cubicBezTo>
                    <a:cubicBezTo>
                      <a:pt x="52" y="1"/>
                      <a:pt x="51" y="1"/>
                      <a:pt x="51" y="2"/>
                    </a:cubicBezTo>
                    <a:cubicBezTo>
                      <a:pt x="50" y="5"/>
                      <a:pt x="48" y="12"/>
                      <a:pt x="45" y="18"/>
                    </a:cubicBezTo>
                    <a:cubicBezTo>
                      <a:pt x="62" y="18"/>
                      <a:pt x="62" y="18"/>
                      <a:pt x="62" y="18"/>
                    </a:cubicBezTo>
                    <a:cubicBezTo>
                      <a:pt x="64" y="12"/>
                      <a:pt x="66" y="5"/>
                      <a:pt x="67" y="0"/>
                    </a:cubicBezTo>
                    <a:close/>
                    <a:moveTo>
                      <a:pt x="22" y="0"/>
                    </a:moveTo>
                    <a:cubicBezTo>
                      <a:pt x="0" y="0"/>
                      <a:pt x="0" y="0"/>
                      <a:pt x="0" y="0"/>
                    </a:cubicBezTo>
                    <a:cubicBezTo>
                      <a:pt x="1" y="2"/>
                      <a:pt x="4" y="2"/>
                      <a:pt x="7" y="4"/>
                    </a:cubicBezTo>
                    <a:cubicBezTo>
                      <a:pt x="10" y="7"/>
                      <a:pt x="12" y="12"/>
                      <a:pt x="13" y="18"/>
                    </a:cubicBezTo>
                    <a:cubicBezTo>
                      <a:pt x="28" y="18"/>
                      <a:pt x="28" y="18"/>
                      <a:pt x="28" y="18"/>
                    </a:cubicBezTo>
                    <a:cubicBezTo>
                      <a:pt x="26" y="11"/>
                      <a:pt x="23" y="5"/>
                      <a:pt x="22" y="1"/>
                    </a:cubicBezTo>
                    <a:cubicBezTo>
                      <a:pt x="22" y="1"/>
                      <a:pt x="22" y="0"/>
                      <a:pt x="22" y="0"/>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5" name="Freeform 303"/>
              <p:cNvSpPr>
                <a:spLocks noEditPoints="1"/>
              </p:cNvSpPr>
              <p:nvPr/>
            </p:nvSpPr>
            <p:spPr bwMode="auto">
              <a:xfrm>
                <a:off x="1295" y="1234"/>
                <a:ext cx="126" cy="35"/>
              </a:xfrm>
              <a:custGeom>
                <a:avLst/>
                <a:gdLst>
                  <a:gd name="T0" fmla="*/ 66 w 66"/>
                  <a:gd name="T1" fmla="*/ 0 h 18"/>
                  <a:gd name="T2" fmla="*/ 50 w 66"/>
                  <a:gd name="T3" fmla="*/ 0 h 18"/>
                  <a:gd name="T4" fmla="*/ 50 w 66"/>
                  <a:gd name="T5" fmla="*/ 1 h 18"/>
                  <a:gd name="T6" fmla="*/ 44 w 66"/>
                  <a:gd name="T7" fmla="*/ 18 h 18"/>
                  <a:gd name="T8" fmla="*/ 61 w 66"/>
                  <a:gd name="T9" fmla="*/ 18 h 18"/>
                  <a:gd name="T10" fmla="*/ 66 w 66"/>
                  <a:gd name="T11" fmla="*/ 0 h 18"/>
                  <a:gd name="T12" fmla="*/ 21 w 66"/>
                  <a:gd name="T13" fmla="*/ 0 h 18"/>
                  <a:gd name="T14" fmla="*/ 0 w 66"/>
                  <a:gd name="T15" fmla="*/ 0 h 18"/>
                  <a:gd name="T16" fmla="*/ 6 w 66"/>
                  <a:gd name="T17" fmla="*/ 3 h 18"/>
                  <a:gd name="T18" fmla="*/ 13 w 66"/>
                  <a:gd name="T19" fmla="*/ 18 h 18"/>
                  <a:gd name="T20" fmla="*/ 27 w 66"/>
                  <a:gd name="T21" fmla="*/ 18 h 18"/>
                  <a:gd name="T22" fmla="*/ 21 w 66"/>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6" h="18">
                    <a:moveTo>
                      <a:pt x="66" y="0"/>
                    </a:moveTo>
                    <a:cubicBezTo>
                      <a:pt x="50" y="0"/>
                      <a:pt x="50" y="0"/>
                      <a:pt x="50" y="0"/>
                    </a:cubicBezTo>
                    <a:cubicBezTo>
                      <a:pt x="50" y="1"/>
                      <a:pt x="50" y="1"/>
                      <a:pt x="50" y="1"/>
                    </a:cubicBezTo>
                    <a:cubicBezTo>
                      <a:pt x="49" y="4"/>
                      <a:pt x="46" y="11"/>
                      <a:pt x="44" y="18"/>
                    </a:cubicBezTo>
                    <a:cubicBezTo>
                      <a:pt x="61" y="18"/>
                      <a:pt x="61" y="18"/>
                      <a:pt x="61" y="18"/>
                    </a:cubicBezTo>
                    <a:cubicBezTo>
                      <a:pt x="62" y="12"/>
                      <a:pt x="64" y="5"/>
                      <a:pt x="66" y="0"/>
                    </a:cubicBezTo>
                    <a:close/>
                    <a:moveTo>
                      <a:pt x="21" y="0"/>
                    </a:moveTo>
                    <a:cubicBezTo>
                      <a:pt x="0" y="0"/>
                      <a:pt x="0" y="0"/>
                      <a:pt x="0" y="0"/>
                    </a:cubicBezTo>
                    <a:cubicBezTo>
                      <a:pt x="2" y="1"/>
                      <a:pt x="4" y="2"/>
                      <a:pt x="6" y="3"/>
                    </a:cubicBezTo>
                    <a:cubicBezTo>
                      <a:pt x="9" y="6"/>
                      <a:pt x="11" y="11"/>
                      <a:pt x="13" y="18"/>
                    </a:cubicBezTo>
                    <a:cubicBezTo>
                      <a:pt x="27" y="18"/>
                      <a:pt x="27" y="18"/>
                      <a:pt x="27" y="18"/>
                    </a:cubicBezTo>
                    <a:cubicBezTo>
                      <a:pt x="25" y="11"/>
                      <a:pt x="22" y="4"/>
                      <a:pt x="21"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6" name="Freeform 304"/>
              <p:cNvSpPr>
                <a:spLocks noEditPoints="1"/>
              </p:cNvSpPr>
              <p:nvPr/>
            </p:nvSpPr>
            <p:spPr bwMode="auto">
              <a:xfrm>
                <a:off x="1300" y="1236"/>
                <a:ext cx="119" cy="37"/>
              </a:xfrm>
              <a:custGeom>
                <a:avLst/>
                <a:gdLst>
                  <a:gd name="T0" fmla="*/ 62 w 62"/>
                  <a:gd name="T1" fmla="*/ 0 h 19"/>
                  <a:gd name="T2" fmla="*/ 47 w 62"/>
                  <a:gd name="T3" fmla="*/ 0 h 19"/>
                  <a:gd name="T4" fmla="*/ 47 w 62"/>
                  <a:gd name="T5" fmla="*/ 0 h 19"/>
                  <a:gd name="T6" fmla="*/ 40 w 62"/>
                  <a:gd name="T7" fmla="*/ 19 h 19"/>
                  <a:gd name="T8" fmla="*/ 58 w 62"/>
                  <a:gd name="T9" fmla="*/ 19 h 19"/>
                  <a:gd name="T10" fmla="*/ 62 w 62"/>
                  <a:gd name="T11" fmla="*/ 0 h 19"/>
                  <a:gd name="T12" fmla="*/ 19 w 62"/>
                  <a:gd name="T13" fmla="*/ 0 h 19"/>
                  <a:gd name="T14" fmla="*/ 0 w 62"/>
                  <a:gd name="T15" fmla="*/ 0 h 19"/>
                  <a:gd name="T16" fmla="*/ 3 w 62"/>
                  <a:gd name="T17" fmla="*/ 2 h 19"/>
                  <a:gd name="T18" fmla="*/ 10 w 62"/>
                  <a:gd name="T19" fmla="*/ 19 h 19"/>
                  <a:gd name="T20" fmla="*/ 25 w 62"/>
                  <a:gd name="T21" fmla="*/ 19 h 19"/>
                  <a:gd name="T22" fmla="*/ 19 w 62"/>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19">
                    <a:moveTo>
                      <a:pt x="62" y="0"/>
                    </a:moveTo>
                    <a:cubicBezTo>
                      <a:pt x="47" y="0"/>
                      <a:pt x="47" y="0"/>
                      <a:pt x="47" y="0"/>
                    </a:cubicBezTo>
                    <a:cubicBezTo>
                      <a:pt x="47" y="0"/>
                      <a:pt x="47" y="0"/>
                      <a:pt x="47" y="0"/>
                    </a:cubicBezTo>
                    <a:cubicBezTo>
                      <a:pt x="46" y="3"/>
                      <a:pt x="43" y="11"/>
                      <a:pt x="40" y="19"/>
                    </a:cubicBezTo>
                    <a:cubicBezTo>
                      <a:pt x="58" y="19"/>
                      <a:pt x="58" y="19"/>
                      <a:pt x="58" y="19"/>
                    </a:cubicBezTo>
                    <a:cubicBezTo>
                      <a:pt x="59" y="13"/>
                      <a:pt x="61" y="6"/>
                      <a:pt x="62" y="0"/>
                    </a:cubicBezTo>
                    <a:close/>
                    <a:moveTo>
                      <a:pt x="19" y="0"/>
                    </a:moveTo>
                    <a:cubicBezTo>
                      <a:pt x="0" y="0"/>
                      <a:pt x="0" y="0"/>
                      <a:pt x="0" y="0"/>
                    </a:cubicBezTo>
                    <a:cubicBezTo>
                      <a:pt x="1" y="1"/>
                      <a:pt x="2" y="2"/>
                      <a:pt x="3" y="2"/>
                    </a:cubicBezTo>
                    <a:cubicBezTo>
                      <a:pt x="6" y="5"/>
                      <a:pt x="8" y="11"/>
                      <a:pt x="10" y="19"/>
                    </a:cubicBezTo>
                    <a:cubicBezTo>
                      <a:pt x="25" y="19"/>
                      <a:pt x="25" y="19"/>
                      <a:pt x="25" y="19"/>
                    </a:cubicBezTo>
                    <a:cubicBezTo>
                      <a:pt x="22" y="12"/>
                      <a:pt x="20" y="4"/>
                      <a:pt x="19" y="0"/>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7" name="Freeform 305"/>
              <p:cNvSpPr>
                <a:spLocks noEditPoints="1"/>
              </p:cNvSpPr>
              <p:nvPr/>
            </p:nvSpPr>
            <p:spPr bwMode="auto">
              <a:xfrm>
                <a:off x="1304" y="1240"/>
                <a:ext cx="115" cy="34"/>
              </a:xfrm>
              <a:custGeom>
                <a:avLst/>
                <a:gdLst>
                  <a:gd name="T0" fmla="*/ 60 w 60"/>
                  <a:gd name="T1" fmla="*/ 0 h 18"/>
                  <a:gd name="T2" fmla="*/ 45 w 60"/>
                  <a:gd name="T3" fmla="*/ 0 h 18"/>
                  <a:gd name="T4" fmla="*/ 38 w 60"/>
                  <a:gd name="T5" fmla="*/ 18 h 18"/>
                  <a:gd name="T6" fmla="*/ 56 w 60"/>
                  <a:gd name="T7" fmla="*/ 18 h 18"/>
                  <a:gd name="T8" fmla="*/ 60 w 60"/>
                  <a:gd name="T9" fmla="*/ 0 h 18"/>
                  <a:gd name="T10" fmla="*/ 17 w 60"/>
                  <a:gd name="T11" fmla="*/ 0 h 18"/>
                  <a:gd name="T12" fmla="*/ 0 w 60"/>
                  <a:gd name="T13" fmla="*/ 0 h 18"/>
                  <a:gd name="T14" fmla="*/ 1 w 60"/>
                  <a:gd name="T15" fmla="*/ 0 h 18"/>
                  <a:gd name="T16" fmla="*/ 8 w 60"/>
                  <a:gd name="T17" fmla="*/ 18 h 18"/>
                  <a:gd name="T18" fmla="*/ 23 w 60"/>
                  <a:gd name="T19" fmla="*/ 18 h 18"/>
                  <a:gd name="T20" fmla="*/ 17 w 60"/>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8">
                    <a:moveTo>
                      <a:pt x="60" y="0"/>
                    </a:moveTo>
                    <a:cubicBezTo>
                      <a:pt x="45" y="0"/>
                      <a:pt x="45" y="0"/>
                      <a:pt x="45" y="0"/>
                    </a:cubicBezTo>
                    <a:cubicBezTo>
                      <a:pt x="43" y="3"/>
                      <a:pt x="40" y="11"/>
                      <a:pt x="38" y="18"/>
                    </a:cubicBezTo>
                    <a:cubicBezTo>
                      <a:pt x="56" y="18"/>
                      <a:pt x="56" y="18"/>
                      <a:pt x="56" y="18"/>
                    </a:cubicBezTo>
                    <a:cubicBezTo>
                      <a:pt x="57" y="12"/>
                      <a:pt x="58" y="5"/>
                      <a:pt x="60" y="0"/>
                    </a:cubicBezTo>
                    <a:close/>
                    <a:moveTo>
                      <a:pt x="17" y="0"/>
                    </a:moveTo>
                    <a:cubicBezTo>
                      <a:pt x="0" y="0"/>
                      <a:pt x="0" y="0"/>
                      <a:pt x="0" y="0"/>
                    </a:cubicBezTo>
                    <a:cubicBezTo>
                      <a:pt x="0" y="0"/>
                      <a:pt x="1" y="0"/>
                      <a:pt x="1" y="0"/>
                    </a:cubicBezTo>
                    <a:cubicBezTo>
                      <a:pt x="4" y="3"/>
                      <a:pt x="6" y="9"/>
                      <a:pt x="8" y="18"/>
                    </a:cubicBezTo>
                    <a:cubicBezTo>
                      <a:pt x="23" y="18"/>
                      <a:pt x="23" y="18"/>
                      <a:pt x="23" y="18"/>
                    </a:cubicBezTo>
                    <a:cubicBezTo>
                      <a:pt x="21" y="12"/>
                      <a:pt x="19" y="4"/>
                      <a:pt x="17"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8" name="Freeform 306"/>
              <p:cNvSpPr>
                <a:spLocks noEditPoints="1"/>
              </p:cNvSpPr>
              <p:nvPr/>
            </p:nvSpPr>
            <p:spPr bwMode="auto">
              <a:xfrm>
                <a:off x="1308" y="1242"/>
                <a:ext cx="111" cy="34"/>
              </a:xfrm>
              <a:custGeom>
                <a:avLst/>
                <a:gdLst>
                  <a:gd name="T0" fmla="*/ 58 w 58"/>
                  <a:gd name="T1" fmla="*/ 0 h 18"/>
                  <a:gd name="T2" fmla="*/ 42 w 58"/>
                  <a:gd name="T3" fmla="*/ 0 h 18"/>
                  <a:gd name="T4" fmla="*/ 35 w 58"/>
                  <a:gd name="T5" fmla="*/ 18 h 18"/>
                  <a:gd name="T6" fmla="*/ 54 w 58"/>
                  <a:gd name="T7" fmla="*/ 18 h 18"/>
                  <a:gd name="T8" fmla="*/ 58 w 58"/>
                  <a:gd name="T9" fmla="*/ 0 h 18"/>
                  <a:gd name="T10" fmla="*/ 16 w 58"/>
                  <a:gd name="T11" fmla="*/ 0 h 18"/>
                  <a:gd name="T12" fmla="*/ 0 w 58"/>
                  <a:gd name="T13" fmla="*/ 0 h 18"/>
                  <a:gd name="T14" fmla="*/ 6 w 58"/>
                  <a:gd name="T15" fmla="*/ 18 h 18"/>
                  <a:gd name="T16" fmla="*/ 22 w 58"/>
                  <a:gd name="T17" fmla="*/ 18 h 18"/>
                  <a:gd name="T18" fmla="*/ 16 w 58"/>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18">
                    <a:moveTo>
                      <a:pt x="58" y="0"/>
                    </a:moveTo>
                    <a:cubicBezTo>
                      <a:pt x="42" y="0"/>
                      <a:pt x="42" y="0"/>
                      <a:pt x="42" y="0"/>
                    </a:cubicBezTo>
                    <a:cubicBezTo>
                      <a:pt x="41" y="4"/>
                      <a:pt x="38" y="12"/>
                      <a:pt x="35" y="18"/>
                    </a:cubicBezTo>
                    <a:cubicBezTo>
                      <a:pt x="54" y="18"/>
                      <a:pt x="54" y="18"/>
                      <a:pt x="54" y="18"/>
                    </a:cubicBezTo>
                    <a:cubicBezTo>
                      <a:pt x="55" y="12"/>
                      <a:pt x="56" y="6"/>
                      <a:pt x="58" y="0"/>
                    </a:cubicBezTo>
                    <a:close/>
                    <a:moveTo>
                      <a:pt x="16" y="0"/>
                    </a:moveTo>
                    <a:cubicBezTo>
                      <a:pt x="0" y="0"/>
                      <a:pt x="0" y="0"/>
                      <a:pt x="0" y="0"/>
                    </a:cubicBezTo>
                    <a:cubicBezTo>
                      <a:pt x="2" y="3"/>
                      <a:pt x="5" y="10"/>
                      <a:pt x="6" y="18"/>
                    </a:cubicBezTo>
                    <a:cubicBezTo>
                      <a:pt x="22" y="18"/>
                      <a:pt x="22" y="18"/>
                      <a:pt x="22" y="18"/>
                    </a:cubicBezTo>
                    <a:cubicBezTo>
                      <a:pt x="19" y="12"/>
                      <a:pt x="17" y="5"/>
                      <a:pt x="16"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79" name="Freeform 307"/>
              <p:cNvSpPr>
                <a:spLocks noEditPoints="1"/>
              </p:cNvSpPr>
              <p:nvPr/>
            </p:nvSpPr>
            <p:spPr bwMode="auto">
              <a:xfrm>
                <a:off x="1310" y="1244"/>
                <a:ext cx="107" cy="36"/>
              </a:xfrm>
              <a:custGeom>
                <a:avLst/>
                <a:gdLst>
                  <a:gd name="T0" fmla="*/ 56 w 56"/>
                  <a:gd name="T1" fmla="*/ 0 h 19"/>
                  <a:gd name="T2" fmla="*/ 41 w 56"/>
                  <a:gd name="T3" fmla="*/ 0 h 19"/>
                  <a:gd name="T4" fmla="*/ 34 w 56"/>
                  <a:gd name="T5" fmla="*/ 19 h 19"/>
                  <a:gd name="T6" fmla="*/ 52 w 56"/>
                  <a:gd name="T7" fmla="*/ 19 h 19"/>
                  <a:gd name="T8" fmla="*/ 56 w 56"/>
                  <a:gd name="T9" fmla="*/ 0 h 19"/>
                  <a:gd name="T10" fmla="*/ 15 w 56"/>
                  <a:gd name="T11" fmla="*/ 0 h 19"/>
                  <a:gd name="T12" fmla="*/ 0 w 56"/>
                  <a:gd name="T13" fmla="*/ 0 h 19"/>
                  <a:gd name="T14" fmla="*/ 6 w 56"/>
                  <a:gd name="T15" fmla="*/ 19 h 19"/>
                  <a:gd name="T16" fmla="*/ 21 w 56"/>
                  <a:gd name="T17" fmla="*/ 19 h 19"/>
                  <a:gd name="T18" fmla="*/ 15 w 56"/>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19">
                    <a:moveTo>
                      <a:pt x="56" y="0"/>
                    </a:moveTo>
                    <a:cubicBezTo>
                      <a:pt x="41" y="0"/>
                      <a:pt x="41" y="0"/>
                      <a:pt x="41" y="0"/>
                    </a:cubicBezTo>
                    <a:cubicBezTo>
                      <a:pt x="39" y="5"/>
                      <a:pt x="36" y="13"/>
                      <a:pt x="34" y="19"/>
                    </a:cubicBezTo>
                    <a:cubicBezTo>
                      <a:pt x="52" y="19"/>
                      <a:pt x="52" y="19"/>
                      <a:pt x="52" y="19"/>
                    </a:cubicBezTo>
                    <a:cubicBezTo>
                      <a:pt x="53" y="13"/>
                      <a:pt x="55" y="6"/>
                      <a:pt x="56" y="0"/>
                    </a:cubicBezTo>
                    <a:close/>
                    <a:moveTo>
                      <a:pt x="15" y="0"/>
                    </a:moveTo>
                    <a:cubicBezTo>
                      <a:pt x="0" y="0"/>
                      <a:pt x="0" y="0"/>
                      <a:pt x="0" y="0"/>
                    </a:cubicBezTo>
                    <a:cubicBezTo>
                      <a:pt x="2" y="4"/>
                      <a:pt x="4" y="10"/>
                      <a:pt x="6" y="19"/>
                    </a:cubicBezTo>
                    <a:cubicBezTo>
                      <a:pt x="21" y="19"/>
                      <a:pt x="21" y="19"/>
                      <a:pt x="21" y="19"/>
                    </a:cubicBezTo>
                    <a:cubicBezTo>
                      <a:pt x="19" y="13"/>
                      <a:pt x="17" y="5"/>
                      <a:pt x="15"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0" name="Freeform 308"/>
              <p:cNvSpPr>
                <a:spLocks noEditPoints="1"/>
              </p:cNvSpPr>
              <p:nvPr/>
            </p:nvSpPr>
            <p:spPr bwMode="auto">
              <a:xfrm>
                <a:off x="1310" y="1248"/>
                <a:ext cx="107" cy="34"/>
              </a:xfrm>
              <a:custGeom>
                <a:avLst/>
                <a:gdLst>
                  <a:gd name="T0" fmla="*/ 56 w 56"/>
                  <a:gd name="T1" fmla="*/ 0 h 18"/>
                  <a:gd name="T2" fmla="*/ 40 w 56"/>
                  <a:gd name="T3" fmla="*/ 0 h 18"/>
                  <a:gd name="T4" fmla="*/ 33 w 56"/>
                  <a:gd name="T5" fmla="*/ 18 h 18"/>
                  <a:gd name="T6" fmla="*/ 52 w 56"/>
                  <a:gd name="T7" fmla="*/ 18 h 18"/>
                  <a:gd name="T8" fmla="*/ 56 w 56"/>
                  <a:gd name="T9" fmla="*/ 0 h 18"/>
                  <a:gd name="T10" fmla="*/ 15 w 56"/>
                  <a:gd name="T11" fmla="*/ 0 h 18"/>
                  <a:gd name="T12" fmla="*/ 0 w 56"/>
                  <a:gd name="T13" fmla="*/ 0 h 18"/>
                  <a:gd name="T14" fmla="*/ 6 w 56"/>
                  <a:gd name="T15" fmla="*/ 18 h 18"/>
                  <a:gd name="T16" fmla="*/ 21 w 56"/>
                  <a:gd name="T17" fmla="*/ 18 h 18"/>
                  <a:gd name="T18" fmla="*/ 15 w 56"/>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18">
                    <a:moveTo>
                      <a:pt x="56" y="0"/>
                    </a:moveTo>
                    <a:cubicBezTo>
                      <a:pt x="40" y="0"/>
                      <a:pt x="40" y="0"/>
                      <a:pt x="40" y="0"/>
                    </a:cubicBezTo>
                    <a:cubicBezTo>
                      <a:pt x="38" y="5"/>
                      <a:pt x="35" y="12"/>
                      <a:pt x="33" y="18"/>
                    </a:cubicBezTo>
                    <a:cubicBezTo>
                      <a:pt x="52" y="18"/>
                      <a:pt x="52" y="18"/>
                      <a:pt x="52" y="18"/>
                    </a:cubicBezTo>
                    <a:cubicBezTo>
                      <a:pt x="53" y="12"/>
                      <a:pt x="54" y="5"/>
                      <a:pt x="56" y="0"/>
                    </a:cubicBezTo>
                    <a:close/>
                    <a:moveTo>
                      <a:pt x="15" y="0"/>
                    </a:moveTo>
                    <a:cubicBezTo>
                      <a:pt x="0" y="0"/>
                      <a:pt x="0" y="0"/>
                      <a:pt x="0" y="0"/>
                    </a:cubicBezTo>
                    <a:cubicBezTo>
                      <a:pt x="3" y="3"/>
                      <a:pt x="5" y="10"/>
                      <a:pt x="6" y="18"/>
                    </a:cubicBezTo>
                    <a:cubicBezTo>
                      <a:pt x="21" y="18"/>
                      <a:pt x="21" y="18"/>
                      <a:pt x="21" y="18"/>
                    </a:cubicBezTo>
                    <a:cubicBezTo>
                      <a:pt x="20" y="12"/>
                      <a:pt x="17" y="5"/>
                      <a:pt x="15"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1" name="Freeform 309"/>
              <p:cNvSpPr>
                <a:spLocks noEditPoints="1"/>
              </p:cNvSpPr>
              <p:nvPr/>
            </p:nvSpPr>
            <p:spPr bwMode="auto">
              <a:xfrm>
                <a:off x="1312" y="1250"/>
                <a:ext cx="105" cy="34"/>
              </a:xfrm>
              <a:custGeom>
                <a:avLst/>
                <a:gdLst>
                  <a:gd name="T0" fmla="*/ 55 w 55"/>
                  <a:gd name="T1" fmla="*/ 0 h 18"/>
                  <a:gd name="T2" fmla="*/ 39 w 55"/>
                  <a:gd name="T3" fmla="*/ 0 h 18"/>
                  <a:gd name="T4" fmla="*/ 32 w 55"/>
                  <a:gd name="T5" fmla="*/ 18 h 18"/>
                  <a:gd name="T6" fmla="*/ 51 w 55"/>
                  <a:gd name="T7" fmla="*/ 18 h 18"/>
                  <a:gd name="T8" fmla="*/ 55 w 55"/>
                  <a:gd name="T9" fmla="*/ 0 h 18"/>
                  <a:gd name="T10" fmla="*/ 15 w 55"/>
                  <a:gd name="T11" fmla="*/ 0 h 18"/>
                  <a:gd name="T12" fmla="*/ 0 w 55"/>
                  <a:gd name="T13" fmla="*/ 0 h 18"/>
                  <a:gd name="T14" fmla="*/ 5 w 55"/>
                  <a:gd name="T15" fmla="*/ 18 h 18"/>
                  <a:gd name="T16" fmla="*/ 21 w 55"/>
                  <a:gd name="T17" fmla="*/ 18 h 18"/>
                  <a:gd name="T18" fmla="*/ 15 w 55"/>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18">
                    <a:moveTo>
                      <a:pt x="55" y="0"/>
                    </a:moveTo>
                    <a:cubicBezTo>
                      <a:pt x="39" y="0"/>
                      <a:pt x="39" y="0"/>
                      <a:pt x="39" y="0"/>
                    </a:cubicBezTo>
                    <a:cubicBezTo>
                      <a:pt x="37" y="5"/>
                      <a:pt x="34" y="13"/>
                      <a:pt x="32" y="18"/>
                    </a:cubicBezTo>
                    <a:cubicBezTo>
                      <a:pt x="51" y="18"/>
                      <a:pt x="51" y="18"/>
                      <a:pt x="51" y="18"/>
                    </a:cubicBezTo>
                    <a:cubicBezTo>
                      <a:pt x="52" y="13"/>
                      <a:pt x="53" y="6"/>
                      <a:pt x="55" y="0"/>
                    </a:cubicBezTo>
                    <a:close/>
                    <a:moveTo>
                      <a:pt x="15" y="0"/>
                    </a:moveTo>
                    <a:cubicBezTo>
                      <a:pt x="0" y="0"/>
                      <a:pt x="0" y="0"/>
                      <a:pt x="0" y="0"/>
                    </a:cubicBezTo>
                    <a:cubicBezTo>
                      <a:pt x="2" y="4"/>
                      <a:pt x="4" y="11"/>
                      <a:pt x="5" y="18"/>
                    </a:cubicBezTo>
                    <a:cubicBezTo>
                      <a:pt x="21" y="18"/>
                      <a:pt x="21" y="18"/>
                      <a:pt x="21" y="18"/>
                    </a:cubicBezTo>
                    <a:cubicBezTo>
                      <a:pt x="19" y="13"/>
                      <a:pt x="17" y="6"/>
                      <a:pt x="15" y="0"/>
                    </a:cubicBez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2" name="Freeform 310"/>
              <p:cNvSpPr>
                <a:spLocks noEditPoints="1"/>
              </p:cNvSpPr>
              <p:nvPr/>
            </p:nvSpPr>
            <p:spPr bwMode="auto">
              <a:xfrm>
                <a:off x="1314" y="1251"/>
                <a:ext cx="101" cy="35"/>
              </a:xfrm>
              <a:custGeom>
                <a:avLst/>
                <a:gdLst>
                  <a:gd name="T0" fmla="*/ 53 w 53"/>
                  <a:gd name="T1" fmla="*/ 0 h 18"/>
                  <a:gd name="T2" fmla="*/ 37 w 53"/>
                  <a:gd name="T3" fmla="*/ 0 h 18"/>
                  <a:gd name="T4" fmla="*/ 30 w 53"/>
                  <a:gd name="T5" fmla="*/ 18 h 18"/>
                  <a:gd name="T6" fmla="*/ 50 w 53"/>
                  <a:gd name="T7" fmla="*/ 18 h 18"/>
                  <a:gd name="T8" fmla="*/ 53 w 53"/>
                  <a:gd name="T9" fmla="*/ 0 h 18"/>
                  <a:gd name="T10" fmla="*/ 14 w 53"/>
                  <a:gd name="T11" fmla="*/ 0 h 18"/>
                  <a:gd name="T12" fmla="*/ 0 w 53"/>
                  <a:gd name="T13" fmla="*/ 0 h 18"/>
                  <a:gd name="T14" fmla="*/ 4 w 53"/>
                  <a:gd name="T15" fmla="*/ 18 h 18"/>
                  <a:gd name="T16" fmla="*/ 20 w 53"/>
                  <a:gd name="T17" fmla="*/ 18 h 18"/>
                  <a:gd name="T18" fmla="*/ 14 w 53"/>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18">
                    <a:moveTo>
                      <a:pt x="53" y="0"/>
                    </a:moveTo>
                    <a:cubicBezTo>
                      <a:pt x="37" y="0"/>
                      <a:pt x="37" y="0"/>
                      <a:pt x="37" y="0"/>
                    </a:cubicBezTo>
                    <a:cubicBezTo>
                      <a:pt x="35" y="6"/>
                      <a:pt x="32" y="14"/>
                      <a:pt x="30" y="18"/>
                    </a:cubicBezTo>
                    <a:cubicBezTo>
                      <a:pt x="50" y="18"/>
                      <a:pt x="50" y="18"/>
                      <a:pt x="50" y="18"/>
                    </a:cubicBezTo>
                    <a:cubicBezTo>
                      <a:pt x="50" y="13"/>
                      <a:pt x="52" y="6"/>
                      <a:pt x="53" y="0"/>
                    </a:cubicBezTo>
                    <a:close/>
                    <a:moveTo>
                      <a:pt x="14" y="0"/>
                    </a:moveTo>
                    <a:cubicBezTo>
                      <a:pt x="0" y="0"/>
                      <a:pt x="0" y="0"/>
                      <a:pt x="0" y="0"/>
                    </a:cubicBezTo>
                    <a:cubicBezTo>
                      <a:pt x="2" y="5"/>
                      <a:pt x="3" y="11"/>
                      <a:pt x="4" y="18"/>
                    </a:cubicBezTo>
                    <a:cubicBezTo>
                      <a:pt x="20" y="18"/>
                      <a:pt x="20" y="18"/>
                      <a:pt x="20" y="18"/>
                    </a:cubicBezTo>
                    <a:cubicBezTo>
                      <a:pt x="19" y="13"/>
                      <a:pt x="16" y="6"/>
                      <a:pt x="14"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3" name="Freeform 311"/>
              <p:cNvSpPr>
                <a:spLocks noEditPoints="1"/>
              </p:cNvSpPr>
              <p:nvPr/>
            </p:nvSpPr>
            <p:spPr bwMode="auto">
              <a:xfrm>
                <a:off x="1314" y="1253"/>
                <a:ext cx="101" cy="37"/>
              </a:xfrm>
              <a:custGeom>
                <a:avLst/>
                <a:gdLst>
                  <a:gd name="T0" fmla="*/ 53 w 53"/>
                  <a:gd name="T1" fmla="*/ 0 h 19"/>
                  <a:gd name="T2" fmla="*/ 37 w 53"/>
                  <a:gd name="T3" fmla="*/ 0 h 19"/>
                  <a:gd name="T4" fmla="*/ 30 w 53"/>
                  <a:gd name="T5" fmla="*/ 19 h 19"/>
                  <a:gd name="T6" fmla="*/ 50 w 53"/>
                  <a:gd name="T7" fmla="*/ 19 h 19"/>
                  <a:gd name="T8" fmla="*/ 53 w 53"/>
                  <a:gd name="T9" fmla="*/ 0 h 19"/>
                  <a:gd name="T10" fmla="*/ 15 w 53"/>
                  <a:gd name="T11" fmla="*/ 0 h 19"/>
                  <a:gd name="T12" fmla="*/ 0 w 53"/>
                  <a:gd name="T13" fmla="*/ 0 h 19"/>
                  <a:gd name="T14" fmla="*/ 4 w 53"/>
                  <a:gd name="T15" fmla="*/ 19 h 19"/>
                  <a:gd name="T16" fmla="*/ 21 w 53"/>
                  <a:gd name="T17" fmla="*/ 19 h 19"/>
                  <a:gd name="T18" fmla="*/ 15 w 53"/>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19">
                    <a:moveTo>
                      <a:pt x="53" y="0"/>
                    </a:moveTo>
                    <a:cubicBezTo>
                      <a:pt x="37" y="0"/>
                      <a:pt x="37" y="0"/>
                      <a:pt x="37" y="0"/>
                    </a:cubicBezTo>
                    <a:cubicBezTo>
                      <a:pt x="34" y="7"/>
                      <a:pt x="31" y="15"/>
                      <a:pt x="30" y="19"/>
                    </a:cubicBezTo>
                    <a:cubicBezTo>
                      <a:pt x="50" y="19"/>
                      <a:pt x="50" y="19"/>
                      <a:pt x="50" y="19"/>
                    </a:cubicBezTo>
                    <a:cubicBezTo>
                      <a:pt x="50" y="14"/>
                      <a:pt x="51" y="7"/>
                      <a:pt x="53" y="0"/>
                    </a:cubicBezTo>
                    <a:close/>
                    <a:moveTo>
                      <a:pt x="15" y="0"/>
                    </a:moveTo>
                    <a:cubicBezTo>
                      <a:pt x="0" y="0"/>
                      <a:pt x="0" y="0"/>
                      <a:pt x="0" y="0"/>
                    </a:cubicBezTo>
                    <a:cubicBezTo>
                      <a:pt x="2" y="5"/>
                      <a:pt x="3" y="11"/>
                      <a:pt x="4" y="19"/>
                    </a:cubicBezTo>
                    <a:cubicBezTo>
                      <a:pt x="21" y="19"/>
                      <a:pt x="21" y="19"/>
                      <a:pt x="21" y="19"/>
                    </a:cubicBezTo>
                    <a:cubicBezTo>
                      <a:pt x="19" y="14"/>
                      <a:pt x="17" y="7"/>
                      <a:pt x="15" y="0"/>
                    </a:cubicBezTo>
                    <a:close/>
                  </a:path>
                </a:pathLst>
              </a:custGeom>
              <a:solidFill>
                <a:srgbClr val="F8F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4" name="Freeform 312"/>
              <p:cNvSpPr>
                <a:spLocks noEditPoints="1"/>
              </p:cNvSpPr>
              <p:nvPr/>
            </p:nvSpPr>
            <p:spPr bwMode="auto">
              <a:xfrm>
                <a:off x="1316" y="1257"/>
                <a:ext cx="99" cy="35"/>
              </a:xfrm>
              <a:custGeom>
                <a:avLst/>
                <a:gdLst>
                  <a:gd name="T0" fmla="*/ 52 w 52"/>
                  <a:gd name="T1" fmla="*/ 0 h 18"/>
                  <a:gd name="T2" fmla="*/ 35 w 52"/>
                  <a:gd name="T3" fmla="*/ 0 h 18"/>
                  <a:gd name="T4" fmla="*/ 28 w 52"/>
                  <a:gd name="T5" fmla="*/ 18 h 18"/>
                  <a:gd name="T6" fmla="*/ 28 w 52"/>
                  <a:gd name="T7" fmla="*/ 18 h 18"/>
                  <a:gd name="T8" fmla="*/ 48 w 52"/>
                  <a:gd name="T9" fmla="*/ 18 h 18"/>
                  <a:gd name="T10" fmla="*/ 49 w 52"/>
                  <a:gd name="T11" fmla="*/ 17 h 18"/>
                  <a:gd name="T12" fmla="*/ 52 w 52"/>
                  <a:gd name="T13" fmla="*/ 0 h 18"/>
                  <a:gd name="T14" fmla="*/ 14 w 52"/>
                  <a:gd name="T15" fmla="*/ 0 h 18"/>
                  <a:gd name="T16" fmla="*/ 0 w 52"/>
                  <a:gd name="T17" fmla="*/ 0 h 18"/>
                  <a:gd name="T18" fmla="*/ 3 w 52"/>
                  <a:gd name="T19" fmla="*/ 18 h 18"/>
                  <a:gd name="T20" fmla="*/ 20 w 52"/>
                  <a:gd name="T21" fmla="*/ 18 h 18"/>
                  <a:gd name="T22" fmla="*/ 14 w 52"/>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18">
                    <a:moveTo>
                      <a:pt x="52" y="0"/>
                    </a:moveTo>
                    <a:cubicBezTo>
                      <a:pt x="35" y="0"/>
                      <a:pt x="35" y="0"/>
                      <a:pt x="35" y="0"/>
                    </a:cubicBezTo>
                    <a:cubicBezTo>
                      <a:pt x="33" y="7"/>
                      <a:pt x="29" y="15"/>
                      <a:pt x="28" y="18"/>
                    </a:cubicBezTo>
                    <a:cubicBezTo>
                      <a:pt x="28" y="18"/>
                      <a:pt x="28" y="18"/>
                      <a:pt x="28" y="18"/>
                    </a:cubicBezTo>
                    <a:cubicBezTo>
                      <a:pt x="48" y="18"/>
                      <a:pt x="48" y="18"/>
                      <a:pt x="48" y="18"/>
                    </a:cubicBezTo>
                    <a:cubicBezTo>
                      <a:pt x="49" y="17"/>
                      <a:pt x="49" y="17"/>
                      <a:pt x="49" y="17"/>
                    </a:cubicBezTo>
                    <a:cubicBezTo>
                      <a:pt x="49" y="12"/>
                      <a:pt x="50" y="6"/>
                      <a:pt x="52" y="0"/>
                    </a:cubicBezTo>
                    <a:close/>
                    <a:moveTo>
                      <a:pt x="14" y="0"/>
                    </a:moveTo>
                    <a:cubicBezTo>
                      <a:pt x="0" y="0"/>
                      <a:pt x="0" y="0"/>
                      <a:pt x="0" y="0"/>
                    </a:cubicBezTo>
                    <a:cubicBezTo>
                      <a:pt x="1" y="4"/>
                      <a:pt x="3" y="11"/>
                      <a:pt x="3" y="18"/>
                    </a:cubicBezTo>
                    <a:cubicBezTo>
                      <a:pt x="20" y="18"/>
                      <a:pt x="20" y="18"/>
                      <a:pt x="20" y="18"/>
                    </a:cubicBezTo>
                    <a:cubicBezTo>
                      <a:pt x="19" y="14"/>
                      <a:pt x="16" y="6"/>
                      <a:pt x="14" y="0"/>
                    </a:cubicBezTo>
                    <a:close/>
                  </a:path>
                </a:pathLst>
              </a:custGeom>
              <a:solidFill>
                <a:srgbClr val="F9F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5" name="Freeform 313"/>
              <p:cNvSpPr>
                <a:spLocks noEditPoints="1"/>
              </p:cNvSpPr>
              <p:nvPr/>
            </p:nvSpPr>
            <p:spPr bwMode="auto">
              <a:xfrm>
                <a:off x="1316" y="1259"/>
                <a:ext cx="97" cy="35"/>
              </a:xfrm>
              <a:custGeom>
                <a:avLst/>
                <a:gdLst>
                  <a:gd name="T0" fmla="*/ 51 w 51"/>
                  <a:gd name="T1" fmla="*/ 0 h 18"/>
                  <a:gd name="T2" fmla="*/ 35 w 51"/>
                  <a:gd name="T3" fmla="*/ 0 h 18"/>
                  <a:gd name="T4" fmla="*/ 28 w 51"/>
                  <a:gd name="T5" fmla="*/ 17 h 18"/>
                  <a:gd name="T6" fmla="*/ 28 w 51"/>
                  <a:gd name="T7" fmla="*/ 18 h 18"/>
                  <a:gd name="T8" fmla="*/ 48 w 51"/>
                  <a:gd name="T9" fmla="*/ 18 h 18"/>
                  <a:gd name="T10" fmla="*/ 49 w 51"/>
                  <a:gd name="T11" fmla="*/ 16 h 18"/>
                  <a:gd name="T12" fmla="*/ 51 w 51"/>
                  <a:gd name="T13" fmla="*/ 0 h 18"/>
                  <a:gd name="T14" fmla="*/ 14 w 51"/>
                  <a:gd name="T15" fmla="*/ 0 h 18"/>
                  <a:gd name="T16" fmla="*/ 0 w 51"/>
                  <a:gd name="T17" fmla="*/ 0 h 18"/>
                  <a:gd name="T18" fmla="*/ 4 w 51"/>
                  <a:gd name="T19" fmla="*/ 18 h 18"/>
                  <a:gd name="T20" fmla="*/ 21 w 51"/>
                  <a:gd name="T21" fmla="*/ 18 h 18"/>
                  <a:gd name="T22" fmla="*/ 20 w 51"/>
                  <a:gd name="T23" fmla="*/ 18 h 18"/>
                  <a:gd name="T24" fmla="*/ 14 w 51"/>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 h="18">
                    <a:moveTo>
                      <a:pt x="51" y="0"/>
                    </a:moveTo>
                    <a:cubicBezTo>
                      <a:pt x="35" y="0"/>
                      <a:pt x="35" y="0"/>
                      <a:pt x="35" y="0"/>
                    </a:cubicBezTo>
                    <a:cubicBezTo>
                      <a:pt x="32" y="7"/>
                      <a:pt x="29" y="14"/>
                      <a:pt x="28" y="17"/>
                    </a:cubicBezTo>
                    <a:cubicBezTo>
                      <a:pt x="28" y="17"/>
                      <a:pt x="28" y="18"/>
                      <a:pt x="28" y="18"/>
                    </a:cubicBezTo>
                    <a:cubicBezTo>
                      <a:pt x="48" y="18"/>
                      <a:pt x="48" y="18"/>
                      <a:pt x="48" y="18"/>
                    </a:cubicBezTo>
                    <a:cubicBezTo>
                      <a:pt x="48" y="17"/>
                      <a:pt x="49" y="17"/>
                      <a:pt x="49" y="16"/>
                    </a:cubicBezTo>
                    <a:cubicBezTo>
                      <a:pt x="49" y="11"/>
                      <a:pt x="50" y="6"/>
                      <a:pt x="51" y="0"/>
                    </a:cubicBezTo>
                    <a:close/>
                    <a:moveTo>
                      <a:pt x="14" y="0"/>
                    </a:moveTo>
                    <a:cubicBezTo>
                      <a:pt x="0" y="0"/>
                      <a:pt x="0" y="0"/>
                      <a:pt x="0" y="0"/>
                    </a:cubicBezTo>
                    <a:cubicBezTo>
                      <a:pt x="2" y="5"/>
                      <a:pt x="3" y="11"/>
                      <a:pt x="4" y="18"/>
                    </a:cubicBezTo>
                    <a:cubicBezTo>
                      <a:pt x="21" y="18"/>
                      <a:pt x="21" y="18"/>
                      <a:pt x="21" y="18"/>
                    </a:cubicBezTo>
                    <a:cubicBezTo>
                      <a:pt x="20" y="18"/>
                      <a:pt x="20" y="18"/>
                      <a:pt x="20" y="18"/>
                    </a:cubicBezTo>
                    <a:cubicBezTo>
                      <a:pt x="19" y="14"/>
                      <a:pt x="17" y="7"/>
                      <a:pt x="14"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6" name="Freeform 314"/>
              <p:cNvSpPr>
                <a:spLocks noEditPoints="1"/>
              </p:cNvSpPr>
              <p:nvPr/>
            </p:nvSpPr>
            <p:spPr bwMode="auto">
              <a:xfrm>
                <a:off x="1316" y="1261"/>
                <a:ext cx="97" cy="34"/>
              </a:xfrm>
              <a:custGeom>
                <a:avLst/>
                <a:gdLst>
                  <a:gd name="T0" fmla="*/ 51 w 51"/>
                  <a:gd name="T1" fmla="*/ 0 h 18"/>
                  <a:gd name="T2" fmla="*/ 34 w 51"/>
                  <a:gd name="T3" fmla="*/ 0 h 18"/>
                  <a:gd name="T4" fmla="*/ 28 w 51"/>
                  <a:gd name="T5" fmla="*/ 16 h 18"/>
                  <a:gd name="T6" fmla="*/ 27 w 51"/>
                  <a:gd name="T7" fmla="*/ 18 h 18"/>
                  <a:gd name="T8" fmla="*/ 48 w 51"/>
                  <a:gd name="T9" fmla="*/ 18 h 18"/>
                  <a:gd name="T10" fmla="*/ 49 w 51"/>
                  <a:gd name="T11" fmla="*/ 15 h 18"/>
                  <a:gd name="T12" fmla="*/ 51 w 51"/>
                  <a:gd name="T13" fmla="*/ 0 h 18"/>
                  <a:gd name="T14" fmla="*/ 15 w 51"/>
                  <a:gd name="T15" fmla="*/ 0 h 18"/>
                  <a:gd name="T16" fmla="*/ 0 w 51"/>
                  <a:gd name="T17" fmla="*/ 0 h 18"/>
                  <a:gd name="T18" fmla="*/ 4 w 51"/>
                  <a:gd name="T19" fmla="*/ 18 h 18"/>
                  <a:gd name="T20" fmla="*/ 21 w 51"/>
                  <a:gd name="T21" fmla="*/ 18 h 18"/>
                  <a:gd name="T22" fmla="*/ 20 w 51"/>
                  <a:gd name="T23" fmla="*/ 17 h 18"/>
                  <a:gd name="T24" fmla="*/ 15 w 51"/>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 h="18">
                    <a:moveTo>
                      <a:pt x="51" y="0"/>
                    </a:moveTo>
                    <a:cubicBezTo>
                      <a:pt x="34" y="0"/>
                      <a:pt x="34" y="0"/>
                      <a:pt x="34" y="0"/>
                    </a:cubicBezTo>
                    <a:cubicBezTo>
                      <a:pt x="32" y="6"/>
                      <a:pt x="29" y="13"/>
                      <a:pt x="28" y="16"/>
                    </a:cubicBezTo>
                    <a:cubicBezTo>
                      <a:pt x="28" y="17"/>
                      <a:pt x="27" y="17"/>
                      <a:pt x="27" y="18"/>
                    </a:cubicBezTo>
                    <a:cubicBezTo>
                      <a:pt x="48" y="18"/>
                      <a:pt x="48" y="18"/>
                      <a:pt x="48" y="18"/>
                    </a:cubicBezTo>
                    <a:cubicBezTo>
                      <a:pt x="48" y="17"/>
                      <a:pt x="48" y="16"/>
                      <a:pt x="49" y="15"/>
                    </a:cubicBezTo>
                    <a:cubicBezTo>
                      <a:pt x="49" y="11"/>
                      <a:pt x="50" y="5"/>
                      <a:pt x="51" y="0"/>
                    </a:cubicBezTo>
                    <a:close/>
                    <a:moveTo>
                      <a:pt x="15" y="0"/>
                    </a:moveTo>
                    <a:cubicBezTo>
                      <a:pt x="0" y="0"/>
                      <a:pt x="0" y="0"/>
                      <a:pt x="0" y="0"/>
                    </a:cubicBezTo>
                    <a:cubicBezTo>
                      <a:pt x="2" y="5"/>
                      <a:pt x="3" y="12"/>
                      <a:pt x="4" y="18"/>
                    </a:cubicBezTo>
                    <a:cubicBezTo>
                      <a:pt x="21" y="18"/>
                      <a:pt x="21" y="18"/>
                      <a:pt x="21" y="18"/>
                    </a:cubicBezTo>
                    <a:cubicBezTo>
                      <a:pt x="21" y="18"/>
                      <a:pt x="21" y="17"/>
                      <a:pt x="20" y="17"/>
                    </a:cubicBezTo>
                    <a:cubicBezTo>
                      <a:pt x="19" y="13"/>
                      <a:pt x="17" y="7"/>
                      <a:pt x="15"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7" name="Freeform 315"/>
              <p:cNvSpPr>
                <a:spLocks noEditPoints="1"/>
              </p:cNvSpPr>
              <p:nvPr/>
            </p:nvSpPr>
            <p:spPr bwMode="auto">
              <a:xfrm>
                <a:off x="1318" y="1263"/>
                <a:ext cx="95" cy="36"/>
              </a:xfrm>
              <a:custGeom>
                <a:avLst/>
                <a:gdLst>
                  <a:gd name="T0" fmla="*/ 50 w 50"/>
                  <a:gd name="T1" fmla="*/ 0 h 19"/>
                  <a:gd name="T2" fmla="*/ 33 w 50"/>
                  <a:gd name="T3" fmla="*/ 0 h 19"/>
                  <a:gd name="T4" fmla="*/ 27 w 50"/>
                  <a:gd name="T5" fmla="*/ 15 h 19"/>
                  <a:gd name="T6" fmla="*/ 26 w 50"/>
                  <a:gd name="T7" fmla="*/ 19 h 19"/>
                  <a:gd name="T8" fmla="*/ 47 w 50"/>
                  <a:gd name="T9" fmla="*/ 19 h 19"/>
                  <a:gd name="T10" fmla="*/ 48 w 50"/>
                  <a:gd name="T11" fmla="*/ 14 h 19"/>
                  <a:gd name="T12" fmla="*/ 50 w 50"/>
                  <a:gd name="T13" fmla="*/ 0 h 19"/>
                  <a:gd name="T14" fmla="*/ 14 w 50"/>
                  <a:gd name="T15" fmla="*/ 0 h 19"/>
                  <a:gd name="T16" fmla="*/ 0 w 50"/>
                  <a:gd name="T17" fmla="*/ 0 h 19"/>
                  <a:gd name="T18" fmla="*/ 3 w 50"/>
                  <a:gd name="T19" fmla="*/ 19 h 19"/>
                  <a:gd name="T20" fmla="*/ 21 w 50"/>
                  <a:gd name="T21" fmla="*/ 19 h 19"/>
                  <a:gd name="T22" fmla="*/ 19 w 50"/>
                  <a:gd name="T23" fmla="*/ 16 h 19"/>
                  <a:gd name="T24" fmla="*/ 14 w 50"/>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19">
                    <a:moveTo>
                      <a:pt x="50" y="0"/>
                    </a:moveTo>
                    <a:cubicBezTo>
                      <a:pt x="33" y="0"/>
                      <a:pt x="33" y="0"/>
                      <a:pt x="33" y="0"/>
                    </a:cubicBezTo>
                    <a:cubicBezTo>
                      <a:pt x="31" y="6"/>
                      <a:pt x="28" y="12"/>
                      <a:pt x="27" y="15"/>
                    </a:cubicBezTo>
                    <a:cubicBezTo>
                      <a:pt x="27" y="16"/>
                      <a:pt x="26" y="17"/>
                      <a:pt x="26" y="19"/>
                    </a:cubicBezTo>
                    <a:cubicBezTo>
                      <a:pt x="47" y="19"/>
                      <a:pt x="47" y="19"/>
                      <a:pt x="47" y="19"/>
                    </a:cubicBezTo>
                    <a:cubicBezTo>
                      <a:pt x="47" y="17"/>
                      <a:pt x="47" y="16"/>
                      <a:pt x="48" y="14"/>
                    </a:cubicBezTo>
                    <a:cubicBezTo>
                      <a:pt x="48" y="10"/>
                      <a:pt x="49" y="5"/>
                      <a:pt x="50" y="0"/>
                    </a:cubicBezTo>
                    <a:close/>
                    <a:moveTo>
                      <a:pt x="14" y="0"/>
                    </a:moveTo>
                    <a:cubicBezTo>
                      <a:pt x="0" y="0"/>
                      <a:pt x="0" y="0"/>
                      <a:pt x="0" y="0"/>
                    </a:cubicBezTo>
                    <a:cubicBezTo>
                      <a:pt x="1" y="6"/>
                      <a:pt x="2" y="12"/>
                      <a:pt x="3" y="19"/>
                    </a:cubicBezTo>
                    <a:cubicBezTo>
                      <a:pt x="21" y="19"/>
                      <a:pt x="21" y="19"/>
                      <a:pt x="21" y="19"/>
                    </a:cubicBezTo>
                    <a:cubicBezTo>
                      <a:pt x="20" y="18"/>
                      <a:pt x="20" y="17"/>
                      <a:pt x="19" y="16"/>
                    </a:cubicBezTo>
                    <a:cubicBezTo>
                      <a:pt x="18" y="12"/>
                      <a:pt x="16" y="6"/>
                      <a:pt x="14" y="0"/>
                    </a:cubicBezTo>
                    <a:close/>
                  </a:path>
                </a:pathLst>
              </a:custGeom>
              <a:solidFill>
                <a:srgbClr val="FD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8" name="Freeform 316"/>
              <p:cNvSpPr>
                <a:spLocks noEditPoints="1"/>
              </p:cNvSpPr>
              <p:nvPr/>
            </p:nvSpPr>
            <p:spPr bwMode="auto">
              <a:xfrm>
                <a:off x="1318" y="1267"/>
                <a:ext cx="95" cy="34"/>
              </a:xfrm>
              <a:custGeom>
                <a:avLst/>
                <a:gdLst>
                  <a:gd name="T0" fmla="*/ 50 w 50"/>
                  <a:gd name="T1" fmla="*/ 0 h 18"/>
                  <a:gd name="T2" fmla="*/ 32 w 50"/>
                  <a:gd name="T3" fmla="*/ 0 h 18"/>
                  <a:gd name="T4" fmla="*/ 27 w 50"/>
                  <a:gd name="T5" fmla="*/ 13 h 18"/>
                  <a:gd name="T6" fmla="*/ 26 w 50"/>
                  <a:gd name="T7" fmla="*/ 18 h 18"/>
                  <a:gd name="T8" fmla="*/ 47 w 50"/>
                  <a:gd name="T9" fmla="*/ 18 h 18"/>
                  <a:gd name="T10" fmla="*/ 48 w 50"/>
                  <a:gd name="T11" fmla="*/ 12 h 18"/>
                  <a:gd name="T12" fmla="*/ 50 w 50"/>
                  <a:gd name="T13" fmla="*/ 0 h 18"/>
                  <a:gd name="T14" fmla="*/ 15 w 50"/>
                  <a:gd name="T15" fmla="*/ 0 h 18"/>
                  <a:gd name="T16" fmla="*/ 0 w 50"/>
                  <a:gd name="T17" fmla="*/ 0 h 18"/>
                  <a:gd name="T18" fmla="*/ 3 w 50"/>
                  <a:gd name="T19" fmla="*/ 18 h 18"/>
                  <a:gd name="T20" fmla="*/ 21 w 50"/>
                  <a:gd name="T21" fmla="*/ 18 h 18"/>
                  <a:gd name="T22" fmla="*/ 19 w 50"/>
                  <a:gd name="T23" fmla="*/ 14 h 18"/>
                  <a:gd name="T24" fmla="*/ 15 w 50"/>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18">
                    <a:moveTo>
                      <a:pt x="50" y="0"/>
                    </a:moveTo>
                    <a:cubicBezTo>
                      <a:pt x="32" y="0"/>
                      <a:pt x="32" y="0"/>
                      <a:pt x="32" y="0"/>
                    </a:cubicBezTo>
                    <a:cubicBezTo>
                      <a:pt x="30" y="5"/>
                      <a:pt x="28" y="10"/>
                      <a:pt x="27" y="13"/>
                    </a:cubicBezTo>
                    <a:cubicBezTo>
                      <a:pt x="26" y="14"/>
                      <a:pt x="26" y="16"/>
                      <a:pt x="26" y="18"/>
                    </a:cubicBezTo>
                    <a:cubicBezTo>
                      <a:pt x="47" y="18"/>
                      <a:pt x="47" y="18"/>
                      <a:pt x="47" y="18"/>
                    </a:cubicBezTo>
                    <a:cubicBezTo>
                      <a:pt x="47" y="16"/>
                      <a:pt x="47" y="14"/>
                      <a:pt x="48" y="12"/>
                    </a:cubicBezTo>
                    <a:cubicBezTo>
                      <a:pt x="48" y="8"/>
                      <a:pt x="49" y="4"/>
                      <a:pt x="50" y="0"/>
                    </a:cubicBezTo>
                    <a:close/>
                    <a:moveTo>
                      <a:pt x="15" y="0"/>
                    </a:moveTo>
                    <a:cubicBezTo>
                      <a:pt x="0" y="0"/>
                      <a:pt x="0" y="0"/>
                      <a:pt x="0" y="0"/>
                    </a:cubicBezTo>
                    <a:cubicBezTo>
                      <a:pt x="1" y="5"/>
                      <a:pt x="2" y="11"/>
                      <a:pt x="3" y="18"/>
                    </a:cubicBezTo>
                    <a:cubicBezTo>
                      <a:pt x="21" y="18"/>
                      <a:pt x="21" y="18"/>
                      <a:pt x="21" y="18"/>
                    </a:cubicBezTo>
                    <a:cubicBezTo>
                      <a:pt x="21" y="17"/>
                      <a:pt x="20" y="15"/>
                      <a:pt x="19" y="14"/>
                    </a:cubicBezTo>
                    <a:cubicBezTo>
                      <a:pt x="18" y="11"/>
                      <a:pt x="17" y="5"/>
                      <a:pt x="15"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89" name="Freeform 317"/>
              <p:cNvSpPr>
                <a:spLocks noEditPoints="1"/>
              </p:cNvSpPr>
              <p:nvPr/>
            </p:nvSpPr>
            <p:spPr bwMode="auto">
              <a:xfrm>
                <a:off x="1318" y="1269"/>
                <a:ext cx="93" cy="34"/>
              </a:xfrm>
              <a:custGeom>
                <a:avLst/>
                <a:gdLst>
                  <a:gd name="T0" fmla="*/ 49 w 49"/>
                  <a:gd name="T1" fmla="*/ 0 h 18"/>
                  <a:gd name="T2" fmla="*/ 32 w 49"/>
                  <a:gd name="T3" fmla="*/ 0 h 18"/>
                  <a:gd name="T4" fmla="*/ 27 w 49"/>
                  <a:gd name="T5" fmla="*/ 12 h 18"/>
                  <a:gd name="T6" fmla="*/ 26 w 49"/>
                  <a:gd name="T7" fmla="*/ 18 h 18"/>
                  <a:gd name="T8" fmla="*/ 47 w 49"/>
                  <a:gd name="T9" fmla="*/ 18 h 18"/>
                  <a:gd name="T10" fmla="*/ 48 w 49"/>
                  <a:gd name="T11" fmla="*/ 11 h 18"/>
                  <a:gd name="T12" fmla="*/ 49 w 49"/>
                  <a:gd name="T13" fmla="*/ 0 h 18"/>
                  <a:gd name="T14" fmla="*/ 15 w 49"/>
                  <a:gd name="T15" fmla="*/ 0 h 18"/>
                  <a:gd name="T16" fmla="*/ 0 w 49"/>
                  <a:gd name="T17" fmla="*/ 0 h 18"/>
                  <a:gd name="T18" fmla="*/ 3 w 49"/>
                  <a:gd name="T19" fmla="*/ 17 h 18"/>
                  <a:gd name="T20" fmla="*/ 3 w 49"/>
                  <a:gd name="T21" fmla="*/ 18 h 18"/>
                  <a:gd name="T22" fmla="*/ 22 w 49"/>
                  <a:gd name="T23" fmla="*/ 18 h 18"/>
                  <a:gd name="T24" fmla="*/ 19 w 49"/>
                  <a:gd name="T25" fmla="*/ 13 h 18"/>
                  <a:gd name="T26" fmla="*/ 15 w 4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 h="18">
                    <a:moveTo>
                      <a:pt x="49" y="0"/>
                    </a:moveTo>
                    <a:cubicBezTo>
                      <a:pt x="32" y="0"/>
                      <a:pt x="32" y="0"/>
                      <a:pt x="32" y="0"/>
                    </a:cubicBezTo>
                    <a:cubicBezTo>
                      <a:pt x="30" y="5"/>
                      <a:pt x="28" y="10"/>
                      <a:pt x="27" y="12"/>
                    </a:cubicBezTo>
                    <a:cubicBezTo>
                      <a:pt x="26" y="13"/>
                      <a:pt x="26" y="16"/>
                      <a:pt x="26" y="18"/>
                    </a:cubicBezTo>
                    <a:cubicBezTo>
                      <a:pt x="47" y="18"/>
                      <a:pt x="47" y="18"/>
                      <a:pt x="47" y="18"/>
                    </a:cubicBezTo>
                    <a:cubicBezTo>
                      <a:pt x="47" y="16"/>
                      <a:pt x="47" y="13"/>
                      <a:pt x="48" y="11"/>
                    </a:cubicBezTo>
                    <a:cubicBezTo>
                      <a:pt x="48" y="8"/>
                      <a:pt x="49" y="4"/>
                      <a:pt x="49" y="0"/>
                    </a:cubicBezTo>
                    <a:close/>
                    <a:moveTo>
                      <a:pt x="15" y="0"/>
                    </a:moveTo>
                    <a:cubicBezTo>
                      <a:pt x="0" y="0"/>
                      <a:pt x="0" y="0"/>
                      <a:pt x="0" y="0"/>
                    </a:cubicBezTo>
                    <a:cubicBezTo>
                      <a:pt x="2" y="5"/>
                      <a:pt x="3" y="11"/>
                      <a:pt x="3" y="17"/>
                    </a:cubicBezTo>
                    <a:cubicBezTo>
                      <a:pt x="3" y="18"/>
                      <a:pt x="3" y="18"/>
                      <a:pt x="3" y="18"/>
                    </a:cubicBezTo>
                    <a:cubicBezTo>
                      <a:pt x="22" y="18"/>
                      <a:pt x="22" y="18"/>
                      <a:pt x="22" y="18"/>
                    </a:cubicBezTo>
                    <a:cubicBezTo>
                      <a:pt x="21" y="16"/>
                      <a:pt x="20" y="15"/>
                      <a:pt x="19" y="13"/>
                    </a:cubicBezTo>
                    <a:cubicBezTo>
                      <a:pt x="18" y="10"/>
                      <a:pt x="17" y="5"/>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0" name="Freeform 318"/>
              <p:cNvSpPr>
                <a:spLocks/>
              </p:cNvSpPr>
              <p:nvPr/>
            </p:nvSpPr>
            <p:spPr bwMode="auto">
              <a:xfrm>
                <a:off x="2247" y="1177"/>
                <a:ext cx="19" cy="2"/>
              </a:xfrm>
              <a:custGeom>
                <a:avLst/>
                <a:gdLst>
                  <a:gd name="T0" fmla="*/ 0 w 10"/>
                  <a:gd name="T1" fmla="*/ 1 h 1"/>
                  <a:gd name="T2" fmla="*/ 10 w 10"/>
                  <a:gd name="T3" fmla="*/ 1 h 1"/>
                  <a:gd name="T4" fmla="*/ 0 w 10"/>
                  <a:gd name="T5" fmla="*/ 1 h 1"/>
                </a:gdLst>
                <a:ahLst/>
                <a:cxnLst>
                  <a:cxn ang="0">
                    <a:pos x="T0" y="T1"/>
                  </a:cxn>
                  <a:cxn ang="0">
                    <a:pos x="T2" y="T3"/>
                  </a:cxn>
                  <a:cxn ang="0">
                    <a:pos x="T4" y="T5"/>
                  </a:cxn>
                </a:cxnLst>
                <a:rect l="0" t="0" r="r" b="b"/>
                <a:pathLst>
                  <a:path w="10" h="1">
                    <a:moveTo>
                      <a:pt x="0" y="1"/>
                    </a:moveTo>
                    <a:cubicBezTo>
                      <a:pt x="10" y="1"/>
                      <a:pt x="10" y="1"/>
                      <a:pt x="10" y="1"/>
                    </a:cubicBezTo>
                    <a:cubicBezTo>
                      <a:pt x="9" y="0"/>
                      <a:pt x="5" y="1"/>
                      <a:pt x="0" y="1"/>
                    </a:cubicBezTo>
                    <a:close/>
                  </a:path>
                </a:pathLst>
              </a:custGeom>
              <a:solidFill>
                <a:srgbClr val="D2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1" name="Freeform 319"/>
              <p:cNvSpPr>
                <a:spLocks/>
              </p:cNvSpPr>
              <p:nvPr/>
            </p:nvSpPr>
            <p:spPr bwMode="auto">
              <a:xfrm>
                <a:off x="2232" y="1175"/>
                <a:ext cx="36" cy="6"/>
              </a:xfrm>
              <a:custGeom>
                <a:avLst/>
                <a:gdLst>
                  <a:gd name="T0" fmla="*/ 0 w 19"/>
                  <a:gd name="T1" fmla="*/ 3 h 3"/>
                  <a:gd name="T2" fmla="*/ 19 w 19"/>
                  <a:gd name="T3" fmla="*/ 3 h 3"/>
                  <a:gd name="T4" fmla="*/ 19 w 19"/>
                  <a:gd name="T5" fmla="*/ 3 h 3"/>
                  <a:gd name="T6" fmla="*/ 2 w 19"/>
                  <a:gd name="T7" fmla="*/ 3 h 3"/>
                  <a:gd name="T8" fmla="*/ 0 w 19"/>
                  <a:gd name="T9" fmla="*/ 3 h 3"/>
                </a:gdLst>
                <a:ahLst/>
                <a:cxnLst>
                  <a:cxn ang="0">
                    <a:pos x="T0" y="T1"/>
                  </a:cxn>
                  <a:cxn ang="0">
                    <a:pos x="T2" y="T3"/>
                  </a:cxn>
                  <a:cxn ang="0">
                    <a:pos x="T4" y="T5"/>
                  </a:cxn>
                  <a:cxn ang="0">
                    <a:pos x="T6" y="T7"/>
                  </a:cxn>
                  <a:cxn ang="0">
                    <a:pos x="T8" y="T9"/>
                  </a:cxn>
                </a:cxnLst>
                <a:rect l="0" t="0" r="r" b="b"/>
                <a:pathLst>
                  <a:path w="19" h="3">
                    <a:moveTo>
                      <a:pt x="0" y="3"/>
                    </a:moveTo>
                    <a:cubicBezTo>
                      <a:pt x="19" y="3"/>
                      <a:pt x="19" y="3"/>
                      <a:pt x="19" y="3"/>
                    </a:cubicBezTo>
                    <a:cubicBezTo>
                      <a:pt x="19" y="3"/>
                      <a:pt x="19" y="3"/>
                      <a:pt x="19" y="3"/>
                    </a:cubicBezTo>
                    <a:cubicBezTo>
                      <a:pt x="19" y="0"/>
                      <a:pt x="8" y="2"/>
                      <a:pt x="2" y="3"/>
                    </a:cubicBezTo>
                    <a:cubicBezTo>
                      <a:pt x="1" y="3"/>
                      <a:pt x="1" y="3"/>
                      <a:pt x="0" y="3"/>
                    </a:cubicBezTo>
                    <a:close/>
                  </a:path>
                </a:pathLst>
              </a:custGeom>
              <a:solidFill>
                <a:srgbClr val="D3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2" name="Freeform 320"/>
              <p:cNvSpPr>
                <a:spLocks noEditPoints="1"/>
              </p:cNvSpPr>
              <p:nvPr/>
            </p:nvSpPr>
            <p:spPr bwMode="auto">
              <a:xfrm>
                <a:off x="2094" y="1175"/>
                <a:ext cx="174" cy="9"/>
              </a:xfrm>
              <a:custGeom>
                <a:avLst/>
                <a:gdLst>
                  <a:gd name="T0" fmla="*/ 0 w 91"/>
                  <a:gd name="T1" fmla="*/ 5 h 5"/>
                  <a:gd name="T2" fmla="*/ 9 w 91"/>
                  <a:gd name="T3" fmla="*/ 5 h 5"/>
                  <a:gd name="T4" fmla="*/ 3 w 91"/>
                  <a:gd name="T5" fmla="*/ 4 h 5"/>
                  <a:gd name="T6" fmla="*/ 0 w 91"/>
                  <a:gd name="T7" fmla="*/ 5 h 5"/>
                  <a:gd name="T8" fmla="*/ 70 w 91"/>
                  <a:gd name="T9" fmla="*/ 5 h 5"/>
                  <a:gd name="T10" fmla="*/ 90 w 91"/>
                  <a:gd name="T11" fmla="*/ 5 h 5"/>
                  <a:gd name="T12" fmla="*/ 91 w 91"/>
                  <a:gd name="T13" fmla="*/ 3 h 5"/>
                  <a:gd name="T14" fmla="*/ 74 w 91"/>
                  <a:gd name="T15" fmla="*/ 3 h 5"/>
                  <a:gd name="T16" fmla="*/ 70 w 91"/>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5">
                    <a:moveTo>
                      <a:pt x="0" y="5"/>
                    </a:moveTo>
                    <a:cubicBezTo>
                      <a:pt x="9" y="5"/>
                      <a:pt x="9" y="5"/>
                      <a:pt x="9" y="5"/>
                    </a:cubicBezTo>
                    <a:cubicBezTo>
                      <a:pt x="7" y="4"/>
                      <a:pt x="5" y="4"/>
                      <a:pt x="3" y="4"/>
                    </a:cubicBezTo>
                    <a:cubicBezTo>
                      <a:pt x="2" y="4"/>
                      <a:pt x="0" y="5"/>
                      <a:pt x="0" y="5"/>
                    </a:cubicBezTo>
                    <a:close/>
                    <a:moveTo>
                      <a:pt x="70" y="5"/>
                    </a:moveTo>
                    <a:cubicBezTo>
                      <a:pt x="90" y="5"/>
                      <a:pt x="90" y="5"/>
                      <a:pt x="90" y="5"/>
                    </a:cubicBezTo>
                    <a:cubicBezTo>
                      <a:pt x="91" y="4"/>
                      <a:pt x="91" y="3"/>
                      <a:pt x="91" y="3"/>
                    </a:cubicBezTo>
                    <a:cubicBezTo>
                      <a:pt x="91" y="0"/>
                      <a:pt x="80" y="2"/>
                      <a:pt x="74" y="3"/>
                    </a:cubicBezTo>
                    <a:cubicBezTo>
                      <a:pt x="72" y="3"/>
                      <a:pt x="71" y="4"/>
                      <a:pt x="70" y="5"/>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3" name="Freeform 321"/>
              <p:cNvSpPr>
                <a:spLocks noEditPoints="1"/>
              </p:cNvSpPr>
              <p:nvPr/>
            </p:nvSpPr>
            <p:spPr bwMode="auto">
              <a:xfrm>
                <a:off x="2088" y="1175"/>
                <a:ext cx="180" cy="11"/>
              </a:xfrm>
              <a:custGeom>
                <a:avLst/>
                <a:gdLst>
                  <a:gd name="T0" fmla="*/ 0 w 94"/>
                  <a:gd name="T1" fmla="*/ 6 h 6"/>
                  <a:gd name="T2" fmla="*/ 16 w 94"/>
                  <a:gd name="T3" fmla="*/ 6 h 6"/>
                  <a:gd name="T4" fmla="*/ 6 w 94"/>
                  <a:gd name="T5" fmla="*/ 4 h 6"/>
                  <a:gd name="T6" fmla="*/ 0 w 94"/>
                  <a:gd name="T7" fmla="*/ 6 h 6"/>
                  <a:gd name="T8" fmla="*/ 71 w 94"/>
                  <a:gd name="T9" fmla="*/ 6 h 6"/>
                  <a:gd name="T10" fmla="*/ 93 w 94"/>
                  <a:gd name="T11" fmla="*/ 6 h 6"/>
                  <a:gd name="T12" fmla="*/ 94 w 94"/>
                  <a:gd name="T13" fmla="*/ 3 h 6"/>
                  <a:gd name="T14" fmla="*/ 77 w 94"/>
                  <a:gd name="T15" fmla="*/ 3 h 6"/>
                  <a:gd name="T16" fmla="*/ 71 w 94"/>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6">
                    <a:moveTo>
                      <a:pt x="0" y="6"/>
                    </a:moveTo>
                    <a:cubicBezTo>
                      <a:pt x="16" y="6"/>
                      <a:pt x="16" y="6"/>
                      <a:pt x="16" y="6"/>
                    </a:cubicBezTo>
                    <a:cubicBezTo>
                      <a:pt x="14" y="5"/>
                      <a:pt x="10" y="4"/>
                      <a:pt x="6" y="4"/>
                    </a:cubicBezTo>
                    <a:cubicBezTo>
                      <a:pt x="2" y="5"/>
                      <a:pt x="0" y="5"/>
                      <a:pt x="0" y="6"/>
                    </a:cubicBezTo>
                    <a:close/>
                    <a:moveTo>
                      <a:pt x="71" y="6"/>
                    </a:moveTo>
                    <a:cubicBezTo>
                      <a:pt x="93" y="6"/>
                      <a:pt x="93" y="6"/>
                      <a:pt x="93" y="6"/>
                    </a:cubicBezTo>
                    <a:cubicBezTo>
                      <a:pt x="94" y="5"/>
                      <a:pt x="94" y="4"/>
                      <a:pt x="94" y="3"/>
                    </a:cubicBezTo>
                    <a:cubicBezTo>
                      <a:pt x="94" y="0"/>
                      <a:pt x="83" y="2"/>
                      <a:pt x="77" y="3"/>
                    </a:cubicBezTo>
                    <a:cubicBezTo>
                      <a:pt x="74" y="3"/>
                      <a:pt x="73" y="5"/>
                      <a:pt x="71" y="6"/>
                    </a:cubicBezTo>
                    <a:close/>
                  </a:path>
                </a:pathLst>
              </a:custGeom>
              <a:solidFill>
                <a:srgbClr val="D4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4" name="Freeform 322"/>
              <p:cNvSpPr>
                <a:spLocks noEditPoints="1"/>
              </p:cNvSpPr>
              <p:nvPr/>
            </p:nvSpPr>
            <p:spPr bwMode="auto">
              <a:xfrm>
                <a:off x="2086" y="1175"/>
                <a:ext cx="182" cy="13"/>
              </a:xfrm>
              <a:custGeom>
                <a:avLst/>
                <a:gdLst>
                  <a:gd name="T0" fmla="*/ 0 w 95"/>
                  <a:gd name="T1" fmla="*/ 7 h 7"/>
                  <a:gd name="T2" fmla="*/ 19 w 95"/>
                  <a:gd name="T3" fmla="*/ 7 h 7"/>
                  <a:gd name="T4" fmla="*/ 7 w 95"/>
                  <a:gd name="T5" fmla="*/ 4 h 7"/>
                  <a:gd name="T6" fmla="*/ 0 w 95"/>
                  <a:gd name="T7" fmla="*/ 7 h 7"/>
                  <a:gd name="T8" fmla="*/ 71 w 95"/>
                  <a:gd name="T9" fmla="*/ 7 h 7"/>
                  <a:gd name="T10" fmla="*/ 93 w 95"/>
                  <a:gd name="T11" fmla="*/ 7 h 7"/>
                  <a:gd name="T12" fmla="*/ 95 w 95"/>
                  <a:gd name="T13" fmla="*/ 3 h 7"/>
                  <a:gd name="T14" fmla="*/ 78 w 95"/>
                  <a:gd name="T15" fmla="*/ 3 h 7"/>
                  <a:gd name="T16" fmla="*/ 71 w 9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7">
                    <a:moveTo>
                      <a:pt x="0" y="7"/>
                    </a:moveTo>
                    <a:cubicBezTo>
                      <a:pt x="19" y="7"/>
                      <a:pt x="19" y="7"/>
                      <a:pt x="19" y="7"/>
                    </a:cubicBezTo>
                    <a:cubicBezTo>
                      <a:pt x="18" y="6"/>
                      <a:pt x="13" y="4"/>
                      <a:pt x="7" y="4"/>
                    </a:cubicBezTo>
                    <a:cubicBezTo>
                      <a:pt x="2" y="5"/>
                      <a:pt x="0" y="5"/>
                      <a:pt x="0" y="7"/>
                    </a:cubicBezTo>
                    <a:close/>
                    <a:moveTo>
                      <a:pt x="71" y="7"/>
                    </a:moveTo>
                    <a:cubicBezTo>
                      <a:pt x="93" y="7"/>
                      <a:pt x="93" y="7"/>
                      <a:pt x="93" y="7"/>
                    </a:cubicBezTo>
                    <a:cubicBezTo>
                      <a:pt x="94" y="6"/>
                      <a:pt x="95" y="4"/>
                      <a:pt x="95" y="3"/>
                    </a:cubicBezTo>
                    <a:cubicBezTo>
                      <a:pt x="95" y="0"/>
                      <a:pt x="84" y="2"/>
                      <a:pt x="78" y="3"/>
                    </a:cubicBezTo>
                    <a:cubicBezTo>
                      <a:pt x="75" y="4"/>
                      <a:pt x="72" y="5"/>
                      <a:pt x="71" y="7"/>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5" name="Freeform 323"/>
              <p:cNvSpPr>
                <a:spLocks noEditPoints="1"/>
              </p:cNvSpPr>
              <p:nvPr/>
            </p:nvSpPr>
            <p:spPr bwMode="auto">
              <a:xfrm>
                <a:off x="2086" y="1175"/>
                <a:ext cx="182" cy="17"/>
              </a:xfrm>
              <a:custGeom>
                <a:avLst/>
                <a:gdLst>
                  <a:gd name="T0" fmla="*/ 0 w 95"/>
                  <a:gd name="T1" fmla="*/ 9 h 9"/>
                  <a:gd name="T2" fmla="*/ 19 w 95"/>
                  <a:gd name="T3" fmla="*/ 9 h 9"/>
                  <a:gd name="T4" fmla="*/ 19 w 95"/>
                  <a:gd name="T5" fmla="*/ 7 h 9"/>
                  <a:gd name="T6" fmla="*/ 7 w 95"/>
                  <a:gd name="T7" fmla="*/ 4 h 9"/>
                  <a:gd name="T8" fmla="*/ 0 w 95"/>
                  <a:gd name="T9" fmla="*/ 8 h 9"/>
                  <a:gd name="T10" fmla="*/ 0 w 95"/>
                  <a:gd name="T11" fmla="*/ 9 h 9"/>
                  <a:gd name="T12" fmla="*/ 70 w 95"/>
                  <a:gd name="T13" fmla="*/ 9 h 9"/>
                  <a:gd name="T14" fmla="*/ 92 w 95"/>
                  <a:gd name="T15" fmla="*/ 9 h 9"/>
                  <a:gd name="T16" fmla="*/ 95 w 95"/>
                  <a:gd name="T17" fmla="*/ 3 h 9"/>
                  <a:gd name="T18" fmla="*/ 78 w 95"/>
                  <a:gd name="T19" fmla="*/ 3 h 9"/>
                  <a:gd name="T20" fmla="*/ 70 w 95"/>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9">
                    <a:moveTo>
                      <a:pt x="0" y="9"/>
                    </a:moveTo>
                    <a:cubicBezTo>
                      <a:pt x="19" y="9"/>
                      <a:pt x="19" y="9"/>
                      <a:pt x="19" y="9"/>
                    </a:cubicBezTo>
                    <a:cubicBezTo>
                      <a:pt x="19" y="8"/>
                      <a:pt x="19" y="8"/>
                      <a:pt x="19" y="7"/>
                    </a:cubicBezTo>
                    <a:cubicBezTo>
                      <a:pt x="19" y="6"/>
                      <a:pt x="13" y="4"/>
                      <a:pt x="7" y="4"/>
                    </a:cubicBezTo>
                    <a:cubicBezTo>
                      <a:pt x="1" y="5"/>
                      <a:pt x="0" y="6"/>
                      <a:pt x="0" y="8"/>
                    </a:cubicBezTo>
                    <a:cubicBezTo>
                      <a:pt x="0" y="9"/>
                      <a:pt x="0" y="9"/>
                      <a:pt x="0" y="9"/>
                    </a:cubicBezTo>
                    <a:close/>
                    <a:moveTo>
                      <a:pt x="70" y="9"/>
                    </a:moveTo>
                    <a:cubicBezTo>
                      <a:pt x="92" y="9"/>
                      <a:pt x="92" y="9"/>
                      <a:pt x="92" y="9"/>
                    </a:cubicBezTo>
                    <a:cubicBezTo>
                      <a:pt x="94" y="7"/>
                      <a:pt x="95" y="5"/>
                      <a:pt x="95" y="3"/>
                    </a:cubicBezTo>
                    <a:cubicBezTo>
                      <a:pt x="95" y="0"/>
                      <a:pt x="84" y="2"/>
                      <a:pt x="78" y="3"/>
                    </a:cubicBezTo>
                    <a:cubicBezTo>
                      <a:pt x="74" y="4"/>
                      <a:pt x="71" y="6"/>
                      <a:pt x="70" y="9"/>
                    </a:cubicBezTo>
                    <a:close/>
                  </a:path>
                </a:pathLst>
              </a:custGeom>
              <a:solidFill>
                <a:srgbClr val="D5D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6" name="Freeform 324"/>
              <p:cNvSpPr>
                <a:spLocks noEditPoints="1"/>
              </p:cNvSpPr>
              <p:nvPr/>
            </p:nvSpPr>
            <p:spPr bwMode="auto">
              <a:xfrm>
                <a:off x="2086" y="1175"/>
                <a:ext cx="182" cy="19"/>
              </a:xfrm>
              <a:custGeom>
                <a:avLst/>
                <a:gdLst>
                  <a:gd name="T0" fmla="*/ 0 w 95"/>
                  <a:gd name="T1" fmla="*/ 10 h 10"/>
                  <a:gd name="T2" fmla="*/ 24 w 95"/>
                  <a:gd name="T3" fmla="*/ 10 h 10"/>
                  <a:gd name="T4" fmla="*/ 23 w 95"/>
                  <a:gd name="T5" fmla="*/ 9 h 10"/>
                  <a:gd name="T6" fmla="*/ 19 w 95"/>
                  <a:gd name="T7" fmla="*/ 7 h 10"/>
                  <a:gd name="T8" fmla="*/ 7 w 95"/>
                  <a:gd name="T9" fmla="*/ 4 h 10"/>
                  <a:gd name="T10" fmla="*/ 0 w 95"/>
                  <a:gd name="T11" fmla="*/ 8 h 10"/>
                  <a:gd name="T12" fmla="*/ 0 w 95"/>
                  <a:gd name="T13" fmla="*/ 10 h 10"/>
                  <a:gd name="T14" fmla="*/ 65 w 95"/>
                  <a:gd name="T15" fmla="*/ 10 h 10"/>
                  <a:gd name="T16" fmla="*/ 68 w 95"/>
                  <a:gd name="T17" fmla="*/ 10 h 10"/>
                  <a:gd name="T18" fmla="*/ 66 w 95"/>
                  <a:gd name="T19" fmla="*/ 9 h 10"/>
                  <a:gd name="T20" fmla="*/ 65 w 95"/>
                  <a:gd name="T21" fmla="*/ 10 h 10"/>
                  <a:gd name="T22" fmla="*/ 69 w 95"/>
                  <a:gd name="T23" fmla="*/ 10 h 10"/>
                  <a:gd name="T24" fmla="*/ 91 w 95"/>
                  <a:gd name="T25" fmla="*/ 10 h 10"/>
                  <a:gd name="T26" fmla="*/ 95 w 95"/>
                  <a:gd name="T27" fmla="*/ 3 h 10"/>
                  <a:gd name="T28" fmla="*/ 78 w 95"/>
                  <a:gd name="T29" fmla="*/ 3 h 10"/>
                  <a:gd name="T30" fmla="*/ 69 w 95"/>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5" h="10">
                    <a:moveTo>
                      <a:pt x="0" y="10"/>
                    </a:moveTo>
                    <a:cubicBezTo>
                      <a:pt x="24" y="10"/>
                      <a:pt x="24" y="10"/>
                      <a:pt x="24" y="10"/>
                    </a:cubicBezTo>
                    <a:cubicBezTo>
                      <a:pt x="23" y="10"/>
                      <a:pt x="23" y="9"/>
                      <a:pt x="23" y="9"/>
                    </a:cubicBezTo>
                    <a:cubicBezTo>
                      <a:pt x="21" y="9"/>
                      <a:pt x="19" y="9"/>
                      <a:pt x="19" y="7"/>
                    </a:cubicBezTo>
                    <a:cubicBezTo>
                      <a:pt x="19" y="6"/>
                      <a:pt x="13" y="4"/>
                      <a:pt x="7" y="4"/>
                    </a:cubicBezTo>
                    <a:cubicBezTo>
                      <a:pt x="1" y="5"/>
                      <a:pt x="0" y="6"/>
                      <a:pt x="0" y="8"/>
                    </a:cubicBezTo>
                    <a:cubicBezTo>
                      <a:pt x="0" y="9"/>
                      <a:pt x="0" y="9"/>
                      <a:pt x="0" y="10"/>
                    </a:cubicBezTo>
                    <a:close/>
                    <a:moveTo>
                      <a:pt x="65" y="10"/>
                    </a:moveTo>
                    <a:cubicBezTo>
                      <a:pt x="68" y="10"/>
                      <a:pt x="68" y="10"/>
                      <a:pt x="68" y="10"/>
                    </a:cubicBezTo>
                    <a:cubicBezTo>
                      <a:pt x="68" y="9"/>
                      <a:pt x="67" y="9"/>
                      <a:pt x="66" y="9"/>
                    </a:cubicBezTo>
                    <a:cubicBezTo>
                      <a:pt x="66" y="10"/>
                      <a:pt x="65" y="10"/>
                      <a:pt x="65" y="10"/>
                    </a:cubicBezTo>
                    <a:close/>
                    <a:moveTo>
                      <a:pt x="69" y="10"/>
                    </a:moveTo>
                    <a:cubicBezTo>
                      <a:pt x="91" y="10"/>
                      <a:pt x="91" y="10"/>
                      <a:pt x="91" y="10"/>
                    </a:cubicBezTo>
                    <a:cubicBezTo>
                      <a:pt x="94" y="8"/>
                      <a:pt x="95" y="5"/>
                      <a:pt x="95" y="3"/>
                    </a:cubicBezTo>
                    <a:cubicBezTo>
                      <a:pt x="95" y="0"/>
                      <a:pt x="84" y="2"/>
                      <a:pt x="78" y="3"/>
                    </a:cubicBezTo>
                    <a:cubicBezTo>
                      <a:pt x="73" y="4"/>
                      <a:pt x="70" y="8"/>
                      <a:pt x="69" y="10"/>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7" name="Freeform 325"/>
              <p:cNvSpPr>
                <a:spLocks noEditPoints="1"/>
              </p:cNvSpPr>
              <p:nvPr/>
            </p:nvSpPr>
            <p:spPr bwMode="auto">
              <a:xfrm>
                <a:off x="2086" y="1175"/>
                <a:ext cx="182" cy="21"/>
              </a:xfrm>
              <a:custGeom>
                <a:avLst/>
                <a:gdLst>
                  <a:gd name="T0" fmla="*/ 0 w 95"/>
                  <a:gd name="T1" fmla="*/ 11 h 11"/>
                  <a:gd name="T2" fmla="*/ 24 w 95"/>
                  <a:gd name="T3" fmla="*/ 11 h 11"/>
                  <a:gd name="T4" fmla="*/ 23 w 95"/>
                  <a:gd name="T5" fmla="*/ 9 h 11"/>
                  <a:gd name="T6" fmla="*/ 19 w 95"/>
                  <a:gd name="T7" fmla="*/ 7 h 11"/>
                  <a:gd name="T8" fmla="*/ 7 w 95"/>
                  <a:gd name="T9" fmla="*/ 4 h 11"/>
                  <a:gd name="T10" fmla="*/ 0 w 95"/>
                  <a:gd name="T11" fmla="*/ 8 h 11"/>
                  <a:gd name="T12" fmla="*/ 0 w 95"/>
                  <a:gd name="T13" fmla="*/ 11 h 11"/>
                  <a:gd name="T14" fmla="*/ 62 w 95"/>
                  <a:gd name="T15" fmla="*/ 11 h 11"/>
                  <a:gd name="T16" fmla="*/ 89 w 95"/>
                  <a:gd name="T17" fmla="*/ 11 h 11"/>
                  <a:gd name="T18" fmla="*/ 90 w 95"/>
                  <a:gd name="T19" fmla="*/ 11 h 11"/>
                  <a:gd name="T20" fmla="*/ 95 w 95"/>
                  <a:gd name="T21" fmla="*/ 3 h 11"/>
                  <a:gd name="T22" fmla="*/ 78 w 95"/>
                  <a:gd name="T23" fmla="*/ 3 h 11"/>
                  <a:gd name="T24" fmla="*/ 69 w 95"/>
                  <a:gd name="T25" fmla="*/ 11 h 11"/>
                  <a:gd name="T26" fmla="*/ 66 w 95"/>
                  <a:gd name="T27" fmla="*/ 9 h 11"/>
                  <a:gd name="T28" fmla="*/ 62 w 95"/>
                  <a:gd name="T2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1">
                    <a:moveTo>
                      <a:pt x="0" y="11"/>
                    </a:moveTo>
                    <a:cubicBezTo>
                      <a:pt x="24" y="11"/>
                      <a:pt x="24" y="11"/>
                      <a:pt x="24" y="11"/>
                    </a:cubicBezTo>
                    <a:cubicBezTo>
                      <a:pt x="24" y="10"/>
                      <a:pt x="24" y="9"/>
                      <a:pt x="23" y="9"/>
                    </a:cubicBezTo>
                    <a:cubicBezTo>
                      <a:pt x="21" y="9"/>
                      <a:pt x="19" y="9"/>
                      <a:pt x="19" y="7"/>
                    </a:cubicBezTo>
                    <a:cubicBezTo>
                      <a:pt x="19" y="6"/>
                      <a:pt x="13" y="4"/>
                      <a:pt x="7" y="4"/>
                    </a:cubicBezTo>
                    <a:cubicBezTo>
                      <a:pt x="1" y="5"/>
                      <a:pt x="0" y="6"/>
                      <a:pt x="0" y="8"/>
                    </a:cubicBezTo>
                    <a:cubicBezTo>
                      <a:pt x="0" y="9"/>
                      <a:pt x="0" y="10"/>
                      <a:pt x="0" y="11"/>
                    </a:cubicBezTo>
                    <a:close/>
                    <a:moveTo>
                      <a:pt x="62" y="11"/>
                    </a:moveTo>
                    <a:cubicBezTo>
                      <a:pt x="89" y="11"/>
                      <a:pt x="89" y="11"/>
                      <a:pt x="89" y="11"/>
                    </a:cubicBezTo>
                    <a:cubicBezTo>
                      <a:pt x="89" y="11"/>
                      <a:pt x="89" y="11"/>
                      <a:pt x="90" y="11"/>
                    </a:cubicBezTo>
                    <a:cubicBezTo>
                      <a:pt x="93" y="8"/>
                      <a:pt x="95" y="6"/>
                      <a:pt x="95" y="3"/>
                    </a:cubicBezTo>
                    <a:cubicBezTo>
                      <a:pt x="95" y="0"/>
                      <a:pt x="84" y="2"/>
                      <a:pt x="78" y="3"/>
                    </a:cubicBezTo>
                    <a:cubicBezTo>
                      <a:pt x="72" y="4"/>
                      <a:pt x="69" y="11"/>
                      <a:pt x="69" y="11"/>
                    </a:cubicBezTo>
                    <a:cubicBezTo>
                      <a:pt x="69" y="11"/>
                      <a:pt x="68" y="9"/>
                      <a:pt x="66" y="9"/>
                    </a:cubicBezTo>
                    <a:cubicBezTo>
                      <a:pt x="65" y="10"/>
                      <a:pt x="63" y="10"/>
                      <a:pt x="62" y="11"/>
                    </a:cubicBezTo>
                    <a:close/>
                  </a:path>
                </a:pathLst>
              </a:custGeom>
              <a:solidFill>
                <a:srgbClr val="D7D5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8" name="Freeform 326"/>
              <p:cNvSpPr>
                <a:spLocks noEditPoints="1"/>
              </p:cNvSpPr>
              <p:nvPr/>
            </p:nvSpPr>
            <p:spPr bwMode="auto">
              <a:xfrm>
                <a:off x="2086" y="1175"/>
                <a:ext cx="182" cy="23"/>
              </a:xfrm>
              <a:custGeom>
                <a:avLst/>
                <a:gdLst>
                  <a:gd name="T0" fmla="*/ 1 w 95"/>
                  <a:gd name="T1" fmla="*/ 12 h 12"/>
                  <a:gd name="T2" fmla="*/ 24 w 95"/>
                  <a:gd name="T3" fmla="*/ 12 h 12"/>
                  <a:gd name="T4" fmla="*/ 23 w 95"/>
                  <a:gd name="T5" fmla="*/ 9 h 12"/>
                  <a:gd name="T6" fmla="*/ 19 w 95"/>
                  <a:gd name="T7" fmla="*/ 7 h 12"/>
                  <a:gd name="T8" fmla="*/ 7 w 95"/>
                  <a:gd name="T9" fmla="*/ 4 h 12"/>
                  <a:gd name="T10" fmla="*/ 0 w 95"/>
                  <a:gd name="T11" fmla="*/ 8 h 12"/>
                  <a:gd name="T12" fmla="*/ 1 w 95"/>
                  <a:gd name="T13" fmla="*/ 12 h 12"/>
                  <a:gd name="T14" fmla="*/ 61 w 95"/>
                  <a:gd name="T15" fmla="*/ 12 h 12"/>
                  <a:gd name="T16" fmla="*/ 87 w 95"/>
                  <a:gd name="T17" fmla="*/ 12 h 12"/>
                  <a:gd name="T18" fmla="*/ 90 w 95"/>
                  <a:gd name="T19" fmla="*/ 11 h 12"/>
                  <a:gd name="T20" fmla="*/ 95 w 95"/>
                  <a:gd name="T21" fmla="*/ 3 h 12"/>
                  <a:gd name="T22" fmla="*/ 78 w 95"/>
                  <a:gd name="T23" fmla="*/ 3 h 12"/>
                  <a:gd name="T24" fmla="*/ 69 w 95"/>
                  <a:gd name="T25" fmla="*/ 11 h 12"/>
                  <a:gd name="T26" fmla="*/ 66 w 95"/>
                  <a:gd name="T27" fmla="*/ 9 h 12"/>
                  <a:gd name="T28" fmla="*/ 61 w 95"/>
                  <a:gd name="T2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2">
                    <a:moveTo>
                      <a:pt x="1" y="12"/>
                    </a:moveTo>
                    <a:cubicBezTo>
                      <a:pt x="24" y="12"/>
                      <a:pt x="24" y="12"/>
                      <a:pt x="24" y="12"/>
                    </a:cubicBezTo>
                    <a:cubicBezTo>
                      <a:pt x="24" y="10"/>
                      <a:pt x="24" y="9"/>
                      <a:pt x="23" y="9"/>
                    </a:cubicBezTo>
                    <a:cubicBezTo>
                      <a:pt x="21" y="9"/>
                      <a:pt x="19" y="9"/>
                      <a:pt x="19" y="7"/>
                    </a:cubicBezTo>
                    <a:cubicBezTo>
                      <a:pt x="19" y="6"/>
                      <a:pt x="13" y="4"/>
                      <a:pt x="7" y="4"/>
                    </a:cubicBezTo>
                    <a:cubicBezTo>
                      <a:pt x="1" y="5"/>
                      <a:pt x="0" y="6"/>
                      <a:pt x="0" y="8"/>
                    </a:cubicBezTo>
                    <a:cubicBezTo>
                      <a:pt x="0" y="9"/>
                      <a:pt x="0" y="11"/>
                      <a:pt x="1" y="12"/>
                    </a:cubicBezTo>
                    <a:close/>
                    <a:moveTo>
                      <a:pt x="61" y="12"/>
                    </a:moveTo>
                    <a:cubicBezTo>
                      <a:pt x="87" y="12"/>
                      <a:pt x="87" y="12"/>
                      <a:pt x="87" y="12"/>
                    </a:cubicBezTo>
                    <a:cubicBezTo>
                      <a:pt x="88" y="12"/>
                      <a:pt x="89" y="11"/>
                      <a:pt x="90" y="11"/>
                    </a:cubicBezTo>
                    <a:cubicBezTo>
                      <a:pt x="93" y="8"/>
                      <a:pt x="95" y="6"/>
                      <a:pt x="95" y="3"/>
                    </a:cubicBezTo>
                    <a:cubicBezTo>
                      <a:pt x="95" y="0"/>
                      <a:pt x="84" y="2"/>
                      <a:pt x="78" y="3"/>
                    </a:cubicBezTo>
                    <a:cubicBezTo>
                      <a:pt x="72" y="4"/>
                      <a:pt x="69" y="11"/>
                      <a:pt x="69" y="11"/>
                    </a:cubicBezTo>
                    <a:cubicBezTo>
                      <a:pt x="69" y="11"/>
                      <a:pt x="68" y="9"/>
                      <a:pt x="66" y="9"/>
                    </a:cubicBezTo>
                    <a:cubicBezTo>
                      <a:pt x="64" y="10"/>
                      <a:pt x="62" y="11"/>
                      <a:pt x="61" y="12"/>
                    </a:cubicBezTo>
                    <a:close/>
                  </a:path>
                </a:pathLst>
              </a:custGeom>
              <a:solidFill>
                <a:srgbClr val="D8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199" name="Freeform 327"/>
              <p:cNvSpPr>
                <a:spLocks noEditPoints="1"/>
              </p:cNvSpPr>
              <p:nvPr/>
            </p:nvSpPr>
            <p:spPr bwMode="auto">
              <a:xfrm>
                <a:off x="2086" y="1175"/>
                <a:ext cx="182" cy="27"/>
              </a:xfrm>
              <a:custGeom>
                <a:avLst/>
                <a:gdLst>
                  <a:gd name="T0" fmla="*/ 1 w 95"/>
                  <a:gd name="T1" fmla="*/ 14 h 14"/>
                  <a:gd name="T2" fmla="*/ 24 w 95"/>
                  <a:gd name="T3" fmla="*/ 14 h 14"/>
                  <a:gd name="T4" fmla="*/ 23 w 95"/>
                  <a:gd name="T5" fmla="*/ 9 h 14"/>
                  <a:gd name="T6" fmla="*/ 19 w 95"/>
                  <a:gd name="T7" fmla="*/ 7 h 14"/>
                  <a:gd name="T8" fmla="*/ 7 w 95"/>
                  <a:gd name="T9" fmla="*/ 4 h 14"/>
                  <a:gd name="T10" fmla="*/ 0 w 95"/>
                  <a:gd name="T11" fmla="*/ 8 h 14"/>
                  <a:gd name="T12" fmla="*/ 1 w 95"/>
                  <a:gd name="T13" fmla="*/ 14 h 14"/>
                  <a:gd name="T14" fmla="*/ 60 w 95"/>
                  <a:gd name="T15" fmla="*/ 14 h 14"/>
                  <a:gd name="T16" fmla="*/ 86 w 95"/>
                  <a:gd name="T17" fmla="*/ 14 h 14"/>
                  <a:gd name="T18" fmla="*/ 90 w 95"/>
                  <a:gd name="T19" fmla="*/ 11 h 14"/>
                  <a:gd name="T20" fmla="*/ 95 w 95"/>
                  <a:gd name="T21" fmla="*/ 3 h 14"/>
                  <a:gd name="T22" fmla="*/ 78 w 95"/>
                  <a:gd name="T23" fmla="*/ 3 h 14"/>
                  <a:gd name="T24" fmla="*/ 69 w 95"/>
                  <a:gd name="T25" fmla="*/ 11 h 14"/>
                  <a:gd name="T26" fmla="*/ 66 w 95"/>
                  <a:gd name="T27" fmla="*/ 9 h 14"/>
                  <a:gd name="T28" fmla="*/ 60 w 95"/>
                  <a:gd name="T2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
                    <a:moveTo>
                      <a:pt x="1" y="14"/>
                    </a:moveTo>
                    <a:cubicBezTo>
                      <a:pt x="24" y="14"/>
                      <a:pt x="24" y="14"/>
                      <a:pt x="24" y="14"/>
                    </a:cubicBezTo>
                    <a:cubicBezTo>
                      <a:pt x="24" y="11"/>
                      <a:pt x="24" y="9"/>
                      <a:pt x="23" y="9"/>
                    </a:cubicBezTo>
                    <a:cubicBezTo>
                      <a:pt x="21" y="9"/>
                      <a:pt x="19" y="9"/>
                      <a:pt x="19" y="7"/>
                    </a:cubicBezTo>
                    <a:cubicBezTo>
                      <a:pt x="19" y="6"/>
                      <a:pt x="13" y="4"/>
                      <a:pt x="7" y="4"/>
                    </a:cubicBezTo>
                    <a:cubicBezTo>
                      <a:pt x="1" y="5"/>
                      <a:pt x="0" y="6"/>
                      <a:pt x="0" y="8"/>
                    </a:cubicBezTo>
                    <a:cubicBezTo>
                      <a:pt x="0" y="10"/>
                      <a:pt x="0" y="12"/>
                      <a:pt x="1" y="14"/>
                    </a:cubicBezTo>
                    <a:close/>
                    <a:moveTo>
                      <a:pt x="60" y="14"/>
                    </a:moveTo>
                    <a:cubicBezTo>
                      <a:pt x="86" y="14"/>
                      <a:pt x="86" y="14"/>
                      <a:pt x="86" y="14"/>
                    </a:cubicBezTo>
                    <a:cubicBezTo>
                      <a:pt x="87" y="12"/>
                      <a:pt x="88" y="11"/>
                      <a:pt x="90" y="11"/>
                    </a:cubicBezTo>
                    <a:cubicBezTo>
                      <a:pt x="93" y="8"/>
                      <a:pt x="95" y="6"/>
                      <a:pt x="95" y="3"/>
                    </a:cubicBezTo>
                    <a:cubicBezTo>
                      <a:pt x="95" y="0"/>
                      <a:pt x="84" y="2"/>
                      <a:pt x="78" y="3"/>
                    </a:cubicBezTo>
                    <a:cubicBezTo>
                      <a:pt x="72" y="4"/>
                      <a:pt x="69" y="11"/>
                      <a:pt x="69" y="11"/>
                    </a:cubicBezTo>
                    <a:cubicBezTo>
                      <a:pt x="69" y="11"/>
                      <a:pt x="68" y="9"/>
                      <a:pt x="66" y="9"/>
                    </a:cubicBezTo>
                    <a:cubicBezTo>
                      <a:pt x="64" y="10"/>
                      <a:pt x="61" y="11"/>
                      <a:pt x="60" y="14"/>
                    </a:cubicBezTo>
                    <a:close/>
                  </a:path>
                </a:pathLst>
              </a:custGeom>
              <a:solidFill>
                <a:srgbClr val="D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0" name="Freeform 328"/>
              <p:cNvSpPr>
                <a:spLocks noEditPoints="1"/>
              </p:cNvSpPr>
              <p:nvPr/>
            </p:nvSpPr>
            <p:spPr bwMode="auto">
              <a:xfrm>
                <a:off x="2086" y="1175"/>
                <a:ext cx="182" cy="29"/>
              </a:xfrm>
              <a:custGeom>
                <a:avLst/>
                <a:gdLst>
                  <a:gd name="T0" fmla="*/ 2 w 95"/>
                  <a:gd name="T1" fmla="*/ 15 h 15"/>
                  <a:gd name="T2" fmla="*/ 23 w 95"/>
                  <a:gd name="T3" fmla="*/ 15 h 15"/>
                  <a:gd name="T4" fmla="*/ 23 w 95"/>
                  <a:gd name="T5" fmla="*/ 15 h 15"/>
                  <a:gd name="T6" fmla="*/ 23 w 95"/>
                  <a:gd name="T7" fmla="*/ 9 h 15"/>
                  <a:gd name="T8" fmla="*/ 19 w 95"/>
                  <a:gd name="T9" fmla="*/ 7 h 15"/>
                  <a:gd name="T10" fmla="*/ 7 w 95"/>
                  <a:gd name="T11" fmla="*/ 4 h 15"/>
                  <a:gd name="T12" fmla="*/ 0 w 95"/>
                  <a:gd name="T13" fmla="*/ 8 h 15"/>
                  <a:gd name="T14" fmla="*/ 2 w 95"/>
                  <a:gd name="T15" fmla="*/ 15 h 15"/>
                  <a:gd name="T16" fmla="*/ 60 w 95"/>
                  <a:gd name="T17" fmla="*/ 15 h 15"/>
                  <a:gd name="T18" fmla="*/ 85 w 95"/>
                  <a:gd name="T19" fmla="*/ 15 h 15"/>
                  <a:gd name="T20" fmla="*/ 90 w 95"/>
                  <a:gd name="T21" fmla="*/ 11 h 15"/>
                  <a:gd name="T22" fmla="*/ 95 w 95"/>
                  <a:gd name="T23" fmla="*/ 3 h 15"/>
                  <a:gd name="T24" fmla="*/ 78 w 95"/>
                  <a:gd name="T25" fmla="*/ 3 h 15"/>
                  <a:gd name="T26" fmla="*/ 69 w 95"/>
                  <a:gd name="T27" fmla="*/ 11 h 15"/>
                  <a:gd name="T28" fmla="*/ 66 w 95"/>
                  <a:gd name="T29" fmla="*/ 9 h 15"/>
                  <a:gd name="T30" fmla="*/ 60 w 95"/>
                  <a:gd name="T31" fmla="*/ 14 h 15"/>
                  <a:gd name="T32" fmla="*/ 60 w 95"/>
                  <a:gd name="T3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5" h="15">
                    <a:moveTo>
                      <a:pt x="2" y="15"/>
                    </a:moveTo>
                    <a:cubicBezTo>
                      <a:pt x="23" y="15"/>
                      <a:pt x="23" y="15"/>
                      <a:pt x="23" y="15"/>
                    </a:cubicBezTo>
                    <a:cubicBezTo>
                      <a:pt x="23" y="15"/>
                      <a:pt x="23" y="15"/>
                      <a:pt x="23" y="15"/>
                    </a:cubicBezTo>
                    <a:cubicBezTo>
                      <a:pt x="24" y="11"/>
                      <a:pt x="25" y="9"/>
                      <a:pt x="23" y="9"/>
                    </a:cubicBezTo>
                    <a:cubicBezTo>
                      <a:pt x="21" y="9"/>
                      <a:pt x="19" y="9"/>
                      <a:pt x="19" y="7"/>
                    </a:cubicBezTo>
                    <a:cubicBezTo>
                      <a:pt x="19" y="6"/>
                      <a:pt x="13" y="4"/>
                      <a:pt x="7" y="4"/>
                    </a:cubicBezTo>
                    <a:cubicBezTo>
                      <a:pt x="1" y="5"/>
                      <a:pt x="0" y="6"/>
                      <a:pt x="0" y="8"/>
                    </a:cubicBezTo>
                    <a:cubicBezTo>
                      <a:pt x="0" y="10"/>
                      <a:pt x="0" y="12"/>
                      <a:pt x="2" y="15"/>
                    </a:cubicBezTo>
                    <a:close/>
                    <a:moveTo>
                      <a:pt x="60" y="15"/>
                    </a:moveTo>
                    <a:cubicBezTo>
                      <a:pt x="85" y="15"/>
                      <a:pt x="85" y="15"/>
                      <a:pt x="85" y="15"/>
                    </a:cubicBezTo>
                    <a:cubicBezTo>
                      <a:pt x="87" y="13"/>
                      <a:pt x="88" y="11"/>
                      <a:pt x="90" y="11"/>
                    </a:cubicBezTo>
                    <a:cubicBezTo>
                      <a:pt x="93" y="8"/>
                      <a:pt x="95" y="6"/>
                      <a:pt x="95" y="3"/>
                    </a:cubicBezTo>
                    <a:cubicBezTo>
                      <a:pt x="95" y="0"/>
                      <a:pt x="84" y="2"/>
                      <a:pt x="78" y="3"/>
                    </a:cubicBezTo>
                    <a:cubicBezTo>
                      <a:pt x="72" y="4"/>
                      <a:pt x="69" y="11"/>
                      <a:pt x="69" y="11"/>
                    </a:cubicBezTo>
                    <a:cubicBezTo>
                      <a:pt x="69" y="11"/>
                      <a:pt x="68" y="9"/>
                      <a:pt x="66" y="9"/>
                    </a:cubicBezTo>
                    <a:cubicBezTo>
                      <a:pt x="64" y="10"/>
                      <a:pt x="60" y="11"/>
                      <a:pt x="60" y="14"/>
                    </a:cubicBezTo>
                    <a:lnTo>
                      <a:pt x="60" y="15"/>
                    </a:ln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1" name="Freeform 329"/>
              <p:cNvSpPr>
                <a:spLocks noEditPoints="1"/>
              </p:cNvSpPr>
              <p:nvPr/>
            </p:nvSpPr>
            <p:spPr bwMode="auto">
              <a:xfrm>
                <a:off x="2086" y="1175"/>
                <a:ext cx="182" cy="31"/>
              </a:xfrm>
              <a:custGeom>
                <a:avLst/>
                <a:gdLst>
                  <a:gd name="T0" fmla="*/ 3 w 95"/>
                  <a:gd name="T1" fmla="*/ 16 h 16"/>
                  <a:gd name="T2" fmla="*/ 23 w 95"/>
                  <a:gd name="T3" fmla="*/ 16 h 16"/>
                  <a:gd name="T4" fmla="*/ 23 w 95"/>
                  <a:gd name="T5" fmla="*/ 15 h 16"/>
                  <a:gd name="T6" fmla="*/ 23 w 95"/>
                  <a:gd name="T7" fmla="*/ 9 h 16"/>
                  <a:gd name="T8" fmla="*/ 19 w 95"/>
                  <a:gd name="T9" fmla="*/ 7 h 16"/>
                  <a:gd name="T10" fmla="*/ 7 w 95"/>
                  <a:gd name="T11" fmla="*/ 4 h 16"/>
                  <a:gd name="T12" fmla="*/ 0 w 95"/>
                  <a:gd name="T13" fmla="*/ 8 h 16"/>
                  <a:gd name="T14" fmla="*/ 3 w 95"/>
                  <a:gd name="T15" fmla="*/ 16 h 16"/>
                  <a:gd name="T16" fmla="*/ 60 w 95"/>
                  <a:gd name="T17" fmla="*/ 16 h 16"/>
                  <a:gd name="T18" fmla="*/ 84 w 95"/>
                  <a:gd name="T19" fmla="*/ 16 h 16"/>
                  <a:gd name="T20" fmla="*/ 90 w 95"/>
                  <a:gd name="T21" fmla="*/ 11 h 16"/>
                  <a:gd name="T22" fmla="*/ 95 w 95"/>
                  <a:gd name="T23" fmla="*/ 3 h 16"/>
                  <a:gd name="T24" fmla="*/ 78 w 95"/>
                  <a:gd name="T25" fmla="*/ 3 h 16"/>
                  <a:gd name="T26" fmla="*/ 69 w 95"/>
                  <a:gd name="T27" fmla="*/ 11 h 16"/>
                  <a:gd name="T28" fmla="*/ 66 w 95"/>
                  <a:gd name="T29" fmla="*/ 9 h 16"/>
                  <a:gd name="T30" fmla="*/ 60 w 95"/>
                  <a:gd name="T31" fmla="*/ 14 h 16"/>
                  <a:gd name="T32" fmla="*/ 60 w 95"/>
                  <a:gd name="T3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5" h="16">
                    <a:moveTo>
                      <a:pt x="3" y="16"/>
                    </a:moveTo>
                    <a:cubicBezTo>
                      <a:pt x="23" y="16"/>
                      <a:pt x="23" y="16"/>
                      <a:pt x="23" y="16"/>
                    </a:cubicBezTo>
                    <a:cubicBezTo>
                      <a:pt x="23" y="16"/>
                      <a:pt x="23" y="15"/>
                      <a:pt x="23" y="15"/>
                    </a:cubicBezTo>
                    <a:cubicBezTo>
                      <a:pt x="24" y="11"/>
                      <a:pt x="25" y="9"/>
                      <a:pt x="23" y="9"/>
                    </a:cubicBezTo>
                    <a:cubicBezTo>
                      <a:pt x="21" y="9"/>
                      <a:pt x="19" y="9"/>
                      <a:pt x="19" y="7"/>
                    </a:cubicBezTo>
                    <a:cubicBezTo>
                      <a:pt x="19" y="6"/>
                      <a:pt x="13" y="4"/>
                      <a:pt x="7" y="4"/>
                    </a:cubicBezTo>
                    <a:cubicBezTo>
                      <a:pt x="1" y="5"/>
                      <a:pt x="0" y="6"/>
                      <a:pt x="0" y="8"/>
                    </a:cubicBezTo>
                    <a:cubicBezTo>
                      <a:pt x="0" y="11"/>
                      <a:pt x="1" y="13"/>
                      <a:pt x="3" y="16"/>
                    </a:cubicBezTo>
                    <a:close/>
                    <a:moveTo>
                      <a:pt x="60" y="16"/>
                    </a:moveTo>
                    <a:cubicBezTo>
                      <a:pt x="84" y="16"/>
                      <a:pt x="84" y="16"/>
                      <a:pt x="84" y="16"/>
                    </a:cubicBezTo>
                    <a:cubicBezTo>
                      <a:pt x="86" y="14"/>
                      <a:pt x="88" y="12"/>
                      <a:pt x="90" y="11"/>
                    </a:cubicBezTo>
                    <a:cubicBezTo>
                      <a:pt x="93" y="8"/>
                      <a:pt x="95" y="6"/>
                      <a:pt x="95" y="3"/>
                    </a:cubicBezTo>
                    <a:cubicBezTo>
                      <a:pt x="95" y="0"/>
                      <a:pt x="84" y="2"/>
                      <a:pt x="78" y="3"/>
                    </a:cubicBezTo>
                    <a:cubicBezTo>
                      <a:pt x="72" y="4"/>
                      <a:pt x="69" y="11"/>
                      <a:pt x="69" y="11"/>
                    </a:cubicBezTo>
                    <a:cubicBezTo>
                      <a:pt x="69" y="11"/>
                      <a:pt x="68" y="9"/>
                      <a:pt x="66" y="9"/>
                    </a:cubicBezTo>
                    <a:cubicBezTo>
                      <a:pt x="64" y="10"/>
                      <a:pt x="60" y="11"/>
                      <a:pt x="60" y="14"/>
                    </a:cubicBezTo>
                    <a:cubicBezTo>
                      <a:pt x="60" y="15"/>
                      <a:pt x="60" y="16"/>
                      <a:pt x="60" y="16"/>
                    </a:cubicBezTo>
                    <a:close/>
                  </a:path>
                </a:pathLst>
              </a:custGeom>
              <a:solidFill>
                <a:srgbClr val="DB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2" name="Freeform 330"/>
              <p:cNvSpPr>
                <a:spLocks noEditPoints="1"/>
              </p:cNvSpPr>
              <p:nvPr/>
            </p:nvSpPr>
            <p:spPr bwMode="auto">
              <a:xfrm>
                <a:off x="2086" y="1175"/>
                <a:ext cx="182" cy="32"/>
              </a:xfrm>
              <a:custGeom>
                <a:avLst/>
                <a:gdLst>
                  <a:gd name="T0" fmla="*/ 4 w 95"/>
                  <a:gd name="T1" fmla="*/ 17 h 17"/>
                  <a:gd name="T2" fmla="*/ 23 w 95"/>
                  <a:gd name="T3" fmla="*/ 17 h 17"/>
                  <a:gd name="T4" fmla="*/ 23 w 95"/>
                  <a:gd name="T5" fmla="*/ 15 h 17"/>
                  <a:gd name="T6" fmla="*/ 23 w 95"/>
                  <a:gd name="T7" fmla="*/ 9 h 17"/>
                  <a:gd name="T8" fmla="*/ 19 w 95"/>
                  <a:gd name="T9" fmla="*/ 7 h 17"/>
                  <a:gd name="T10" fmla="*/ 7 w 95"/>
                  <a:gd name="T11" fmla="*/ 4 h 17"/>
                  <a:gd name="T12" fmla="*/ 0 w 95"/>
                  <a:gd name="T13" fmla="*/ 8 h 17"/>
                  <a:gd name="T14" fmla="*/ 4 w 95"/>
                  <a:gd name="T15" fmla="*/ 17 h 17"/>
                  <a:gd name="T16" fmla="*/ 4 w 95"/>
                  <a:gd name="T17" fmla="*/ 17 h 17"/>
                  <a:gd name="T18" fmla="*/ 60 w 95"/>
                  <a:gd name="T19" fmla="*/ 17 h 17"/>
                  <a:gd name="T20" fmla="*/ 84 w 95"/>
                  <a:gd name="T21" fmla="*/ 17 h 17"/>
                  <a:gd name="T22" fmla="*/ 90 w 95"/>
                  <a:gd name="T23" fmla="*/ 11 h 17"/>
                  <a:gd name="T24" fmla="*/ 95 w 95"/>
                  <a:gd name="T25" fmla="*/ 3 h 17"/>
                  <a:gd name="T26" fmla="*/ 78 w 95"/>
                  <a:gd name="T27" fmla="*/ 3 h 17"/>
                  <a:gd name="T28" fmla="*/ 69 w 95"/>
                  <a:gd name="T29" fmla="*/ 11 h 17"/>
                  <a:gd name="T30" fmla="*/ 66 w 95"/>
                  <a:gd name="T31" fmla="*/ 9 h 17"/>
                  <a:gd name="T32" fmla="*/ 60 w 95"/>
                  <a:gd name="T33" fmla="*/ 14 h 17"/>
                  <a:gd name="T34" fmla="*/ 60 w 95"/>
                  <a:gd name="T35"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5" h="17">
                    <a:moveTo>
                      <a:pt x="4" y="17"/>
                    </a:moveTo>
                    <a:cubicBezTo>
                      <a:pt x="23" y="17"/>
                      <a:pt x="23" y="17"/>
                      <a:pt x="23" y="17"/>
                    </a:cubicBezTo>
                    <a:cubicBezTo>
                      <a:pt x="23" y="17"/>
                      <a:pt x="23" y="16"/>
                      <a:pt x="23" y="15"/>
                    </a:cubicBezTo>
                    <a:cubicBezTo>
                      <a:pt x="24" y="11"/>
                      <a:pt x="25" y="9"/>
                      <a:pt x="23" y="9"/>
                    </a:cubicBezTo>
                    <a:cubicBezTo>
                      <a:pt x="21" y="9"/>
                      <a:pt x="19" y="9"/>
                      <a:pt x="19" y="7"/>
                    </a:cubicBezTo>
                    <a:cubicBezTo>
                      <a:pt x="19" y="6"/>
                      <a:pt x="13" y="4"/>
                      <a:pt x="7" y="4"/>
                    </a:cubicBezTo>
                    <a:cubicBezTo>
                      <a:pt x="1" y="5"/>
                      <a:pt x="0" y="6"/>
                      <a:pt x="0" y="8"/>
                    </a:cubicBezTo>
                    <a:cubicBezTo>
                      <a:pt x="0" y="11"/>
                      <a:pt x="1" y="14"/>
                      <a:pt x="4" y="17"/>
                    </a:cubicBezTo>
                    <a:cubicBezTo>
                      <a:pt x="4" y="17"/>
                      <a:pt x="4" y="17"/>
                      <a:pt x="4" y="17"/>
                    </a:cubicBezTo>
                    <a:close/>
                    <a:moveTo>
                      <a:pt x="60" y="17"/>
                    </a:moveTo>
                    <a:cubicBezTo>
                      <a:pt x="84" y="17"/>
                      <a:pt x="84" y="17"/>
                      <a:pt x="84" y="17"/>
                    </a:cubicBezTo>
                    <a:cubicBezTo>
                      <a:pt x="85" y="15"/>
                      <a:pt x="87" y="12"/>
                      <a:pt x="90" y="11"/>
                    </a:cubicBezTo>
                    <a:cubicBezTo>
                      <a:pt x="93" y="8"/>
                      <a:pt x="95" y="6"/>
                      <a:pt x="95" y="3"/>
                    </a:cubicBezTo>
                    <a:cubicBezTo>
                      <a:pt x="95" y="0"/>
                      <a:pt x="84" y="2"/>
                      <a:pt x="78" y="3"/>
                    </a:cubicBezTo>
                    <a:cubicBezTo>
                      <a:pt x="72" y="4"/>
                      <a:pt x="69" y="11"/>
                      <a:pt x="69" y="11"/>
                    </a:cubicBezTo>
                    <a:cubicBezTo>
                      <a:pt x="69" y="11"/>
                      <a:pt x="68" y="9"/>
                      <a:pt x="66" y="9"/>
                    </a:cubicBezTo>
                    <a:cubicBezTo>
                      <a:pt x="64" y="10"/>
                      <a:pt x="60" y="11"/>
                      <a:pt x="60" y="14"/>
                    </a:cubicBezTo>
                    <a:cubicBezTo>
                      <a:pt x="60" y="16"/>
                      <a:pt x="60" y="17"/>
                      <a:pt x="60" y="17"/>
                    </a:cubicBezTo>
                    <a:close/>
                  </a:path>
                </a:pathLst>
              </a:custGeom>
              <a:solidFill>
                <a:srgbClr val="DCD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3" name="Freeform 331"/>
              <p:cNvSpPr>
                <a:spLocks noEditPoints="1"/>
              </p:cNvSpPr>
              <p:nvPr/>
            </p:nvSpPr>
            <p:spPr bwMode="auto">
              <a:xfrm>
                <a:off x="2086" y="1175"/>
                <a:ext cx="182" cy="36"/>
              </a:xfrm>
              <a:custGeom>
                <a:avLst/>
                <a:gdLst>
                  <a:gd name="T0" fmla="*/ 5 w 95"/>
                  <a:gd name="T1" fmla="*/ 19 h 19"/>
                  <a:gd name="T2" fmla="*/ 22 w 95"/>
                  <a:gd name="T3" fmla="*/ 19 h 19"/>
                  <a:gd name="T4" fmla="*/ 23 w 95"/>
                  <a:gd name="T5" fmla="*/ 15 h 19"/>
                  <a:gd name="T6" fmla="*/ 23 w 95"/>
                  <a:gd name="T7" fmla="*/ 9 h 19"/>
                  <a:gd name="T8" fmla="*/ 19 w 95"/>
                  <a:gd name="T9" fmla="*/ 7 h 19"/>
                  <a:gd name="T10" fmla="*/ 7 w 95"/>
                  <a:gd name="T11" fmla="*/ 4 h 19"/>
                  <a:gd name="T12" fmla="*/ 0 w 95"/>
                  <a:gd name="T13" fmla="*/ 8 h 19"/>
                  <a:gd name="T14" fmla="*/ 4 w 95"/>
                  <a:gd name="T15" fmla="*/ 17 h 19"/>
                  <a:gd name="T16" fmla="*/ 5 w 95"/>
                  <a:gd name="T17" fmla="*/ 19 h 19"/>
                  <a:gd name="T18" fmla="*/ 60 w 95"/>
                  <a:gd name="T19" fmla="*/ 19 h 19"/>
                  <a:gd name="T20" fmla="*/ 83 w 95"/>
                  <a:gd name="T21" fmla="*/ 19 h 19"/>
                  <a:gd name="T22" fmla="*/ 90 w 95"/>
                  <a:gd name="T23" fmla="*/ 11 h 19"/>
                  <a:gd name="T24" fmla="*/ 95 w 95"/>
                  <a:gd name="T25" fmla="*/ 3 h 19"/>
                  <a:gd name="T26" fmla="*/ 78 w 95"/>
                  <a:gd name="T27" fmla="*/ 3 h 19"/>
                  <a:gd name="T28" fmla="*/ 69 w 95"/>
                  <a:gd name="T29" fmla="*/ 11 h 19"/>
                  <a:gd name="T30" fmla="*/ 66 w 95"/>
                  <a:gd name="T31" fmla="*/ 9 h 19"/>
                  <a:gd name="T32" fmla="*/ 60 w 95"/>
                  <a:gd name="T33" fmla="*/ 14 h 19"/>
                  <a:gd name="T34" fmla="*/ 60 w 95"/>
                  <a:gd name="T35"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5" h="19">
                    <a:moveTo>
                      <a:pt x="5" y="19"/>
                    </a:moveTo>
                    <a:cubicBezTo>
                      <a:pt x="22" y="19"/>
                      <a:pt x="22" y="19"/>
                      <a:pt x="22" y="19"/>
                    </a:cubicBezTo>
                    <a:cubicBezTo>
                      <a:pt x="23" y="17"/>
                      <a:pt x="23" y="16"/>
                      <a:pt x="23" y="15"/>
                    </a:cubicBezTo>
                    <a:cubicBezTo>
                      <a:pt x="24" y="11"/>
                      <a:pt x="25" y="9"/>
                      <a:pt x="23" y="9"/>
                    </a:cubicBezTo>
                    <a:cubicBezTo>
                      <a:pt x="21" y="9"/>
                      <a:pt x="19" y="9"/>
                      <a:pt x="19" y="7"/>
                    </a:cubicBezTo>
                    <a:cubicBezTo>
                      <a:pt x="19" y="6"/>
                      <a:pt x="13" y="4"/>
                      <a:pt x="7" y="4"/>
                    </a:cubicBezTo>
                    <a:cubicBezTo>
                      <a:pt x="1" y="5"/>
                      <a:pt x="0" y="6"/>
                      <a:pt x="0" y="8"/>
                    </a:cubicBezTo>
                    <a:cubicBezTo>
                      <a:pt x="0" y="11"/>
                      <a:pt x="1" y="14"/>
                      <a:pt x="4" y="17"/>
                    </a:cubicBezTo>
                    <a:cubicBezTo>
                      <a:pt x="4" y="18"/>
                      <a:pt x="5" y="18"/>
                      <a:pt x="5" y="19"/>
                    </a:cubicBezTo>
                    <a:close/>
                    <a:moveTo>
                      <a:pt x="60" y="19"/>
                    </a:moveTo>
                    <a:cubicBezTo>
                      <a:pt x="83" y="19"/>
                      <a:pt x="83" y="19"/>
                      <a:pt x="83" y="19"/>
                    </a:cubicBezTo>
                    <a:cubicBezTo>
                      <a:pt x="84" y="16"/>
                      <a:pt x="87" y="12"/>
                      <a:pt x="90" y="11"/>
                    </a:cubicBezTo>
                    <a:cubicBezTo>
                      <a:pt x="93" y="8"/>
                      <a:pt x="95" y="6"/>
                      <a:pt x="95" y="3"/>
                    </a:cubicBezTo>
                    <a:cubicBezTo>
                      <a:pt x="95" y="0"/>
                      <a:pt x="84" y="2"/>
                      <a:pt x="78" y="3"/>
                    </a:cubicBezTo>
                    <a:cubicBezTo>
                      <a:pt x="72" y="4"/>
                      <a:pt x="69" y="11"/>
                      <a:pt x="69" y="11"/>
                    </a:cubicBezTo>
                    <a:cubicBezTo>
                      <a:pt x="69" y="11"/>
                      <a:pt x="68" y="9"/>
                      <a:pt x="66" y="9"/>
                    </a:cubicBezTo>
                    <a:cubicBezTo>
                      <a:pt x="64" y="10"/>
                      <a:pt x="60" y="11"/>
                      <a:pt x="60" y="14"/>
                    </a:cubicBezTo>
                    <a:cubicBezTo>
                      <a:pt x="60" y="17"/>
                      <a:pt x="60" y="18"/>
                      <a:pt x="60" y="19"/>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4" name="Freeform 332"/>
              <p:cNvSpPr>
                <a:spLocks noEditPoints="1"/>
              </p:cNvSpPr>
              <p:nvPr/>
            </p:nvSpPr>
            <p:spPr bwMode="auto">
              <a:xfrm>
                <a:off x="2086" y="1179"/>
                <a:ext cx="182" cy="34"/>
              </a:xfrm>
              <a:custGeom>
                <a:avLst/>
                <a:gdLst>
                  <a:gd name="T0" fmla="*/ 93 w 95"/>
                  <a:gd name="T1" fmla="*/ 0 h 18"/>
                  <a:gd name="T2" fmla="*/ 88 w 95"/>
                  <a:gd name="T3" fmla="*/ 0 h 18"/>
                  <a:gd name="T4" fmla="*/ 78 w 95"/>
                  <a:gd name="T5" fmla="*/ 1 h 18"/>
                  <a:gd name="T6" fmla="*/ 69 w 95"/>
                  <a:gd name="T7" fmla="*/ 9 h 18"/>
                  <a:gd name="T8" fmla="*/ 66 w 95"/>
                  <a:gd name="T9" fmla="*/ 7 h 18"/>
                  <a:gd name="T10" fmla="*/ 60 w 95"/>
                  <a:gd name="T11" fmla="*/ 12 h 18"/>
                  <a:gd name="T12" fmla="*/ 59 w 95"/>
                  <a:gd name="T13" fmla="*/ 17 h 18"/>
                  <a:gd name="T14" fmla="*/ 58 w 95"/>
                  <a:gd name="T15" fmla="*/ 18 h 18"/>
                  <a:gd name="T16" fmla="*/ 82 w 95"/>
                  <a:gd name="T17" fmla="*/ 18 h 18"/>
                  <a:gd name="T18" fmla="*/ 90 w 95"/>
                  <a:gd name="T19" fmla="*/ 9 h 18"/>
                  <a:gd name="T20" fmla="*/ 95 w 95"/>
                  <a:gd name="T21" fmla="*/ 1 h 18"/>
                  <a:gd name="T22" fmla="*/ 93 w 95"/>
                  <a:gd name="T23" fmla="*/ 0 h 18"/>
                  <a:gd name="T24" fmla="*/ 6 w 95"/>
                  <a:gd name="T25" fmla="*/ 18 h 18"/>
                  <a:gd name="T26" fmla="*/ 22 w 95"/>
                  <a:gd name="T27" fmla="*/ 18 h 18"/>
                  <a:gd name="T28" fmla="*/ 23 w 95"/>
                  <a:gd name="T29" fmla="*/ 13 h 18"/>
                  <a:gd name="T30" fmla="*/ 23 w 95"/>
                  <a:gd name="T31" fmla="*/ 7 h 18"/>
                  <a:gd name="T32" fmla="*/ 19 w 95"/>
                  <a:gd name="T33" fmla="*/ 5 h 18"/>
                  <a:gd name="T34" fmla="*/ 7 w 95"/>
                  <a:gd name="T35" fmla="*/ 2 h 18"/>
                  <a:gd name="T36" fmla="*/ 0 w 95"/>
                  <a:gd name="T37" fmla="*/ 6 h 18"/>
                  <a:gd name="T38" fmla="*/ 4 w 95"/>
                  <a:gd name="T39" fmla="*/ 15 h 18"/>
                  <a:gd name="T40" fmla="*/ 6 w 95"/>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8">
                    <a:moveTo>
                      <a:pt x="93" y="0"/>
                    </a:moveTo>
                    <a:cubicBezTo>
                      <a:pt x="88" y="0"/>
                      <a:pt x="88" y="0"/>
                      <a:pt x="88" y="0"/>
                    </a:cubicBezTo>
                    <a:cubicBezTo>
                      <a:pt x="84" y="0"/>
                      <a:pt x="80" y="1"/>
                      <a:pt x="78" y="1"/>
                    </a:cubicBezTo>
                    <a:cubicBezTo>
                      <a:pt x="72" y="2"/>
                      <a:pt x="69" y="9"/>
                      <a:pt x="69" y="9"/>
                    </a:cubicBezTo>
                    <a:cubicBezTo>
                      <a:pt x="69" y="9"/>
                      <a:pt x="68" y="7"/>
                      <a:pt x="66" y="7"/>
                    </a:cubicBezTo>
                    <a:cubicBezTo>
                      <a:pt x="64" y="8"/>
                      <a:pt x="60" y="9"/>
                      <a:pt x="60" y="12"/>
                    </a:cubicBezTo>
                    <a:cubicBezTo>
                      <a:pt x="60" y="16"/>
                      <a:pt x="60" y="17"/>
                      <a:pt x="59" y="17"/>
                    </a:cubicBezTo>
                    <a:cubicBezTo>
                      <a:pt x="58" y="17"/>
                      <a:pt x="58" y="17"/>
                      <a:pt x="58" y="18"/>
                    </a:cubicBezTo>
                    <a:cubicBezTo>
                      <a:pt x="82" y="18"/>
                      <a:pt x="82" y="18"/>
                      <a:pt x="82" y="18"/>
                    </a:cubicBezTo>
                    <a:cubicBezTo>
                      <a:pt x="83" y="16"/>
                      <a:pt x="86" y="11"/>
                      <a:pt x="90" y="9"/>
                    </a:cubicBezTo>
                    <a:cubicBezTo>
                      <a:pt x="93" y="6"/>
                      <a:pt x="95" y="4"/>
                      <a:pt x="95" y="1"/>
                    </a:cubicBezTo>
                    <a:cubicBezTo>
                      <a:pt x="95" y="0"/>
                      <a:pt x="94" y="0"/>
                      <a:pt x="93" y="0"/>
                    </a:cubicBezTo>
                    <a:close/>
                    <a:moveTo>
                      <a:pt x="6" y="18"/>
                    </a:moveTo>
                    <a:cubicBezTo>
                      <a:pt x="22" y="18"/>
                      <a:pt x="22" y="18"/>
                      <a:pt x="22" y="18"/>
                    </a:cubicBezTo>
                    <a:cubicBezTo>
                      <a:pt x="22" y="16"/>
                      <a:pt x="23" y="15"/>
                      <a:pt x="23" y="13"/>
                    </a:cubicBezTo>
                    <a:cubicBezTo>
                      <a:pt x="24" y="9"/>
                      <a:pt x="25" y="7"/>
                      <a:pt x="23" y="7"/>
                    </a:cubicBezTo>
                    <a:cubicBezTo>
                      <a:pt x="21" y="7"/>
                      <a:pt x="19" y="7"/>
                      <a:pt x="19" y="5"/>
                    </a:cubicBezTo>
                    <a:cubicBezTo>
                      <a:pt x="19" y="4"/>
                      <a:pt x="13" y="2"/>
                      <a:pt x="7" y="2"/>
                    </a:cubicBezTo>
                    <a:cubicBezTo>
                      <a:pt x="1" y="3"/>
                      <a:pt x="0" y="4"/>
                      <a:pt x="0" y="6"/>
                    </a:cubicBezTo>
                    <a:cubicBezTo>
                      <a:pt x="0" y="9"/>
                      <a:pt x="1" y="12"/>
                      <a:pt x="4" y="15"/>
                    </a:cubicBezTo>
                    <a:cubicBezTo>
                      <a:pt x="5" y="16"/>
                      <a:pt x="6" y="17"/>
                      <a:pt x="6" y="18"/>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5" name="Freeform 333"/>
              <p:cNvSpPr>
                <a:spLocks noEditPoints="1"/>
              </p:cNvSpPr>
              <p:nvPr/>
            </p:nvSpPr>
            <p:spPr bwMode="auto">
              <a:xfrm>
                <a:off x="2086" y="1181"/>
                <a:ext cx="182" cy="34"/>
              </a:xfrm>
              <a:custGeom>
                <a:avLst/>
                <a:gdLst>
                  <a:gd name="T0" fmla="*/ 95 w 95"/>
                  <a:gd name="T1" fmla="*/ 0 h 18"/>
                  <a:gd name="T2" fmla="*/ 78 w 95"/>
                  <a:gd name="T3" fmla="*/ 0 h 18"/>
                  <a:gd name="T4" fmla="*/ 78 w 95"/>
                  <a:gd name="T5" fmla="*/ 0 h 18"/>
                  <a:gd name="T6" fmla="*/ 69 w 95"/>
                  <a:gd name="T7" fmla="*/ 8 h 18"/>
                  <a:gd name="T8" fmla="*/ 66 w 95"/>
                  <a:gd name="T9" fmla="*/ 6 h 18"/>
                  <a:gd name="T10" fmla="*/ 60 w 95"/>
                  <a:gd name="T11" fmla="*/ 11 h 18"/>
                  <a:gd name="T12" fmla="*/ 59 w 95"/>
                  <a:gd name="T13" fmla="*/ 16 h 18"/>
                  <a:gd name="T14" fmla="*/ 57 w 95"/>
                  <a:gd name="T15" fmla="*/ 18 h 18"/>
                  <a:gd name="T16" fmla="*/ 81 w 95"/>
                  <a:gd name="T17" fmla="*/ 18 h 18"/>
                  <a:gd name="T18" fmla="*/ 81 w 95"/>
                  <a:gd name="T19" fmla="*/ 17 h 18"/>
                  <a:gd name="T20" fmla="*/ 90 w 95"/>
                  <a:gd name="T21" fmla="*/ 8 h 18"/>
                  <a:gd name="T22" fmla="*/ 95 w 95"/>
                  <a:gd name="T23" fmla="*/ 0 h 18"/>
                  <a:gd name="T24" fmla="*/ 7 w 95"/>
                  <a:gd name="T25" fmla="*/ 18 h 18"/>
                  <a:gd name="T26" fmla="*/ 21 w 95"/>
                  <a:gd name="T27" fmla="*/ 18 h 18"/>
                  <a:gd name="T28" fmla="*/ 23 w 95"/>
                  <a:gd name="T29" fmla="*/ 12 h 18"/>
                  <a:gd name="T30" fmla="*/ 23 w 95"/>
                  <a:gd name="T31" fmla="*/ 6 h 18"/>
                  <a:gd name="T32" fmla="*/ 19 w 95"/>
                  <a:gd name="T33" fmla="*/ 4 h 18"/>
                  <a:gd name="T34" fmla="*/ 7 w 95"/>
                  <a:gd name="T35" fmla="*/ 1 h 18"/>
                  <a:gd name="T36" fmla="*/ 0 w 95"/>
                  <a:gd name="T37" fmla="*/ 5 h 18"/>
                  <a:gd name="T38" fmla="*/ 4 w 95"/>
                  <a:gd name="T39" fmla="*/ 14 h 18"/>
                  <a:gd name="T40" fmla="*/ 7 w 95"/>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8">
                    <a:moveTo>
                      <a:pt x="95" y="0"/>
                    </a:moveTo>
                    <a:cubicBezTo>
                      <a:pt x="78" y="0"/>
                      <a:pt x="78" y="0"/>
                      <a:pt x="78" y="0"/>
                    </a:cubicBezTo>
                    <a:cubicBezTo>
                      <a:pt x="78" y="0"/>
                      <a:pt x="78" y="0"/>
                      <a:pt x="78" y="0"/>
                    </a:cubicBezTo>
                    <a:cubicBezTo>
                      <a:pt x="72" y="1"/>
                      <a:pt x="69" y="8"/>
                      <a:pt x="69" y="8"/>
                    </a:cubicBezTo>
                    <a:cubicBezTo>
                      <a:pt x="69" y="8"/>
                      <a:pt x="68" y="6"/>
                      <a:pt x="66" y="6"/>
                    </a:cubicBezTo>
                    <a:cubicBezTo>
                      <a:pt x="64" y="7"/>
                      <a:pt x="60" y="8"/>
                      <a:pt x="60" y="11"/>
                    </a:cubicBezTo>
                    <a:cubicBezTo>
                      <a:pt x="60" y="15"/>
                      <a:pt x="60" y="16"/>
                      <a:pt x="59" y="16"/>
                    </a:cubicBezTo>
                    <a:cubicBezTo>
                      <a:pt x="58" y="16"/>
                      <a:pt x="58" y="17"/>
                      <a:pt x="57" y="18"/>
                    </a:cubicBezTo>
                    <a:cubicBezTo>
                      <a:pt x="81" y="18"/>
                      <a:pt x="81" y="18"/>
                      <a:pt x="81" y="18"/>
                    </a:cubicBezTo>
                    <a:cubicBezTo>
                      <a:pt x="81" y="18"/>
                      <a:pt x="81" y="18"/>
                      <a:pt x="81" y="17"/>
                    </a:cubicBezTo>
                    <a:cubicBezTo>
                      <a:pt x="83" y="16"/>
                      <a:pt x="86" y="10"/>
                      <a:pt x="90" y="8"/>
                    </a:cubicBezTo>
                    <a:cubicBezTo>
                      <a:pt x="93" y="5"/>
                      <a:pt x="95" y="3"/>
                      <a:pt x="95" y="0"/>
                    </a:cubicBezTo>
                    <a:close/>
                    <a:moveTo>
                      <a:pt x="7" y="18"/>
                    </a:moveTo>
                    <a:cubicBezTo>
                      <a:pt x="21" y="18"/>
                      <a:pt x="21" y="18"/>
                      <a:pt x="21" y="18"/>
                    </a:cubicBezTo>
                    <a:cubicBezTo>
                      <a:pt x="22" y="17"/>
                      <a:pt x="23" y="14"/>
                      <a:pt x="23" y="12"/>
                    </a:cubicBezTo>
                    <a:cubicBezTo>
                      <a:pt x="24" y="8"/>
                      <a:pt x="25" y="6"/>
                      <a:pt x="23" y="6"/>
                    </a:cubicBezTo>
                    <a:cubicBezTo>
                      <a:pt x="21" y="6"/>
                      <a:pt x="19" y="6"/>
                      <a:pt x="19" y="4"/>
                    </a:cubicBezTo>
                    <a:cubicBezTo>
                      <a:pt x="19" y="3"/>
                      <a:pt x="13" y="1"/>
                      <a:pt x="7" y="1"/>
                    </a:cubicBezTo>
                    <a:cubicBezTo>
                      <a:pt x="1" y="2"/>
                      <a:pt x="0" y="3"/>
                      <a:pt x="0" y="5"/>
                    </a:cubicBezTo>
                    <a:cubicBezTo>
                      <a:pt x="0" y="8"/>
                      <a:pt x="1" y="11"/>
                      <a:pt x="4" y="14"/>
                    </a:cubicBezTo>
                    <a:cubicBezTo>
                      <a:pt x="5" y="16"/>
                      <a:pt x="6" y="17"/>
                      <a:pt x="7" y="18"/>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6" name="Freeform 334"/>
              <p:cNvSpPr>
                <a:spLocks noEditPoints="1"/>
              </p:cNvSpPr>
              <p:nvPr/>
            </p:nvSpPr>
            <p:spPr bwMode="auto">
              <a:xfrm>
                <a:off x="2086" y="1183"/>
                <a:ext cx="182" cy="36"/>
              </a:xfrm>
              <a:custGeom>
                <a:avLst/>
                <a:gdLst>
                  <a:gd name="T0" fmla="*/ 95 w 95"/>
                  <a:gd name="T1" fmla="*/ 0 h 19"/>
                  <a:gd name="T2" fmla="*/ 74 w 95"/>
                  <a:gd name="T3" fmla="*/ 0 h 19"/>
                  <a:gd name="T4" fmla="*/ 69 w 95"/>
                  <a:gd name="T5" fmla="*/ 7 h 19"/>
                  <a:gd name="T6" fmla="*/ 66 w 95"/>
                  <a:gd name="T7" fmla="*/ 5 h 19"/>
                  <a:gd name="T8" fmla="*/ 60 w 95"/>
                  <a:gd name="T9" fmla="*/ 10 h 19"/>
                  <a:gd name="T10" fmla="*/ 59 w 95"/>
                  <a:gd name="T11" fmla="*/ 15 h 19"/>
                  <a:gd name="T12" fmla="*/ 57 w 95"/>
                  <a:gd name="T13" fmla="*/ 19 h 19"/>
                  <a:gd name="T14" fmla="*/ 81 w 95"/>
                  <a:gd name="T15" fmla="*/ 19 h 19"/>
                  <a:gd name="T16" fmla="*/ 81 w 95"/>
                  <a:gd name="T17" fmla="*/ 16 h 19"/>
                  <a:gd name="T18" fmla="*/ 90 w 95"/>
                  <a:gd name="T19" fmla="*/ 7 h 19"/>
                  <a:gd name="T20" fmla="*/ 95 w 95"/>
                  <a:gd name="T21" fmla="*/ 0 h 19"/>
                  <a:gd name="T22" fmla="*/ 7 w 95"/>
                  <a:gd name="T23" fmla="*/ 19 h 19"/>
                  <a:gd name="T24" fmla="*/ 21 w 95"/>
                  <a:gd name="T25" fmla="*/ 19 h 19"/>
                  <a:gd name="T26" fmla="*/ 23 w 95"/>
                  <a:gd name="T27" fmla="*/ 11 h 19"/>
                  <a:gd name="T28" fmla="*/ 23 w 95"/>
                  <a:gd name="T29" fmla="*/ 5 h 19"/>
                  <a:gd name="T30" fmla="*/ 19 w 95"/>
                  <a:gd name="T31" fmla="*/ 3 h 19"/>
                  <a:gd name="T32" fmla="*/ 7 w 95"/>
                  <a:gd name="T33" fmla="*/ 0 h 19"/>
                  <a:gd name="T34" fmla="*/ 0 w 95"/>
                  <a:gd name="T35" fmla="*/ 4 h 19"/>
                  <a:gd name="T36" fmla="*/ 4 w 95"/>
                  <a:gd name="T37" fmla="*/ 13 h 19"/>
                  <a:gd name="T38" fmla="*/ 7 w 95"/>
                  <a:gd name="T3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9">
                    <a:moveTo>
                      <a:pt x="95" y="0"/>
                    </a:moveTo>
                    <a:cubicBezTo>
                      <a:pt x="74" y="0"/>
                      <a:pt x="74" y="0"/>
                      <a:pt x="74" y="0"/>
                    </a:cubicBezTo>
                    <a:cubicBezTo>
                      <a:pt x="71" y="2"/>
                      <a:pt x="69" y="7"/>
                      <a:pt x="69" y="7"/>
                    </a:cubicBezTo>
                    <a:cubicBezTo>
                      <a:pt x="69" y="7"/>
                      <a:pt x="68" y="5"/>
                      <a:pt x="66" y="5"/>
                    </a:cubicBezTo>
                    <a:cubicBezTo>
                      <a:pt x="64" y="6"/>
                      <a:pt x="60" y="7"/>
                      <a:pt x="60" y="10"/>
                    </a:cubicBezTo>
                    <a:cubicBezTo>
                      <a:pt x="60" y="14"/>
                      <a:pt x="60" y="15"/>
                      <a:pt x="59" y="15"/>
                    </a:cubicBezTo>
                    <a:cubicBezTo>
                      <a:pt x="58" y="15"/>
                      <a:pt x="57" y="17"/>
                      <a:pt x="57" y="19"/>
                    </a:cubicBezTo>
                    <a:cubicBezTo>
                      <a:pt x="81" y="19"/>
                      <a:pt x="81" y="19"/>
                      <a:pt x="81" y="19"/>
                    </a:cubicBezTo>
                    <a:cubicBezTo>
                      <a:pt x="81" y="18"/>
                      <a:pt x="80" y="17"/>
                      <a:pt x="81" y="16"/>
                    </a:cubicBezTo>
                    <a:cubicBezTo>
                      <a:pt x="83" y="15"/>
                      <a:pt x="86" y="9"/>
                      <a:pt x="90" y="7"/>
                    </a:cubicBezTo>
                    <a:cubicBezTo>
                      <a:pt x="93" y="5"/>
                      <a:pt x="94" y="3"/>
                      <a:pt x="95" y="0"/>
                    </a:cubicBezTo>
                    <a:close/>
                    <a:moveTo>
                      <a:pt x="7" y="19"/>
                    </a:moveTo>
                    <a:cubicBezTo>
                      <a:pt x="21" y="19"/>
                      <a:pt x="21" y="19"/>
                      <a:pt x="21" y="19"/>
                    </a:cubicBezTo>
                    <a:cubicBezTo>
                      <a:pt x="21" y="18"/>
                      <a:pt x="23" y="14"/>
                      <a:pt x="23" y="11"/>
                    </a:cubicBezTo>
                    <a:cubicBezTo>
                      <a:pt x="24" y="7"/>
                      <a:pt x="25" y="5"/>
                      <a:pt x="23" y="5"/>
                    </a:cubicBezTo>
                    <a:cubicBezTo>
                      <a:pt x="21" y="5"/>
                      <a:pt x="19" y="5"/>
                      <a:pt x="19" y="3"/>
                    </a:cubicBezTo>
                    <a:cubicBezTo>
                      <a:pt x="19" y="2"/>
                      <a:pt x="13" y="0"/>
                      <a:pt x="7" y="0"/>
                    </a:cubicBezTo>
                    <a:cubicBezTo>
                      <a:pt x="1" y="1"/>
                      <a:pt x="0" y="2"/>
                      <a:pt x="0" y="4"/>
                    </a:cubicBezTo>
                    <a:cubicBezTo>
                      <a:pt x="0" y="7"/>
                      <a:pt x="1" y="10"/>
                      <a:pt x="4" y="13"/>
                    </a:cubicBezTo>
                    <a:cubicBezTo>
                      <a:pt x="6" y="15"/>
                      <a:pt x="7" y="17"/>
                      <a:pt x="7" y="19"/>
                    </a:cubicBezTo>
                    <a:close/>
                  </a:path>
                </a:pathLst>
              </a:custGeom>
              <a:solidFill>
                <a:srgbClr val="DFDE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7" name="Freeform 335"/>
              <p:cNvSpPr>
                <a:spLocks noEditPoints="1"/>
              </p:cNvSpPr>
              <p:nvPr/>
            </p:nvSpPr>
            <p:spPr bwMode="auto">
              <a:xfrm>
                <a:off x="2086" y="1186"/>
                <a:ext cx="180" cy="35"/>
              </a:xfrm>
              <a:custGeom>
                <a:avLst/>
                <a:gdLst>
                  <a:gd name="T0" fmla="*/ 94 w 94"/>
                  <a:gd name="T1" fmla="*/ 0 h 18"/>
                  <a:gd name="T2" fmla="*/ 73 w 94"/>
                  <a:gd name="T3" fmla="*/ 0 h 18"/>
                  <a:gd name="T4" fmla="*/ 69 w 94"/>
                  <a:gd name="T5" fmla="*/ 5 h 18"/>
                  <a:gd name="T6" fmla="*/ 66 w 94"/>
                  <a:gd name="T7" fmla="*/ 3 h 18"/>
                  <a:gd name="T8" fmla="*/ 60 w 94"/>
                  <a:gd name="T9" fmla="*/ 8 h 18"/>
                  <a:gd name="T10" fmla="*/ 59 w 94"/>
                  <a:gd name="T11" fmla="*/ 13 h 18"/>
                  <a:gd name="T12" fmla="*/ 57 w 94"/>
                  <a:gd name="T13" fmla="*/ 18 h 18"/>
                  <a:gd name="T14" fmla="*/ 81 w 94"/>
                  <a:gd name="T15" fmla="*/ 18 h 18"/>
                  <a:gd name="T16" fmla="*/ 81 w 94"/>
                  <a:gd name="T17" fmla="*/ 14 h 18"/>
                  <a:gd name="T18" fmla="*/ 90 w 94"/>
                  <a:gd name="T19" fmla="*/ 5 h 18"/>
                  <a:gd name="T20" fmla="*/ 94 w 94"/>
                  <a:gd name="T21" fmla="*/ 0 h 18"/>
                  <a:gd name="T22" fmla="*/ 16 w 94"/>
                  <a:gd name="T23" fmla="*/ 0 h 18"/>
                  <a:gd name="T24" fmla="*/ 1 w 94"/>
                  <a:gd name="T25" fmla="*/ 0 h 18"/>
                  <a:gd name="T26" fmla="*/ 0 w 94"/>
                  <a:gd name="T27" fmla="*/ 2 h 18"/>
                  <a:gd name="T28" fmla="*/ 4 w 94"/>
                  <a:gd name="T29" fmla="*/ 11 h 18"/>
                  <a:gd name="T30" fmla="*/ 7 w 94"/>
                  <a:gd name="T31" fmla="*/ 18 h 18"/>
                  <a:gd name="T32" fmla="*/ 24 w 94"/>
                  <a:gd name="T33" fmla="*/ 18 h 18"/>
                  <a:gd name="T34" fmla="*/ 22 w 94"/>
                  <a:gd name="T35" fmla="*/ 17 h 18"/>
                  <a:gd name="T36" fmla="*/ 23 w 94"/>
                  <a:gd name="T37" fmla="*/ 9 h 18"/>
                  <a:gd name="T38" fmla="*/ 23 w 94"/>
                  <a:gd name="T39" fmla="*/ 3 h 18"/>
                  <a:gd name="T40" fmla="*/ 19 w 94"/>
                  <a:gd name="T41" fmla="*/ 1 h 18"/>
                  <a:gd name="T42" fmla="*/ 16 w 94"/>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18">
                    <a:moveTo>
                      <a:pt x="94" y="0"/>
                    </a:moveTo>
                    <a:cubicBezTo>
                      <a:pt x="73" y="0"/>
                      <a:pt x="73" y="0"/>
                      <a:pt x="73" y="0"/>
                    </a:cubicBezTo>
                    <a:cubicBezTo>
                      <a:pt x="70" y="2"/>
                      <a:pt x="69" y="5"/>
                      <a:pt x="69" y="5"/>
                    </a:cubicBezTo>
                    <a:cubicBezTo>
                      <a:pt x="69" y="5"/>
                      <a:pt x="68" y="3"/>
                      <a:pt x="66" y="3"/>
                    </a:cubicBezTo>
                    <a:cubicBezTo>
                      <a:pt x="64" y="4"/>
                      <a:pt x="60" y="5"/>
                      <a:pt x="60" y="8"/>
                    </a:cubicBezTo>
                    <a:cubicBezTo>
                      <a:pt x="60" y="12"/>
                      <a:pt x="60" y="13"/>
                      <a:pt x="59" y="13"/>
                    </a:cubicBezTo>
                    <a:cubicBezTo>
                      <a:pt x="58" y="13"/>
                      <a:pt x="57" y="15"/>
                      <a:pt x="57" y="18"/>
                    </a:cubicBezTo>
                    <a:cubicBezTo>
                      <a:pt x="81" y="18"/>
                      <a:pt x="81" y="18"/>
                      <a:pt x="81" y="18"/>
                    </a:cubicBezTo>
                    <a:cubicBezTo>
                      <a:pt x="82" y="16"/>
                      <a:pt x="80" y="16"/>
                      <a:pt x="81" y="14"/>
                    </a:cubicBezTo>
                    <a:cubicBezTo>
                      <a:pt x="83" y="13"/>
                      <a:pt x="86" y="7"/>
                      <a:pt x="90" y="5"/>
                    </a:cubicBezTo>
                    <a:cubicBezTo>
                      <a:pt x="92" y="3"/>
                      <a:pt x="94" y="1"/>
                      <a:pt x="94" y="0"/>
                    </a:cubicBezTo>
                    <a:close/>
                    <a:moveTo>
                      <a:pt x="16" y="0"/>
                    </a:moveTo>
                    <a:cubicBezTo>
                      <a:pt x="1" y="0"/>
                      <a:pt x="1" y="0"/>
                      <a:pt x="1" y="0"/>
                    </a:cubicBezTo>
                    <a:cubicBezTo>
                      <a:pt x="0" y="0"/>
                      <a:pt x="0" y="1"/>
                      <a:pt x="0" y="2"/>
                    </a:cubicBezTo>
                    <a:cubicBezTo>
                      <a:pt x="0" y="5"/>
                      <a:pt x="1" y="8"/>
                      <a:pt x="4" y="11"/>
                    </a:cubicBezTo>
                    <a:cubicBezTo>
                      <a:pt x="6" y="14"/>
                      <a:pt x="7" y="16"/>
                      <a:pt x="7" y="18"/>
                    </a:cubicBezTo>
                    <a:cubicBezTo>
                      <a:pt x="24" y="18"/>
                      <a:pt x="24" y="18"/>
                      <a:pt x="24" y="18"/>
                    </a:cubicBezTo>
                    <a:cubicBezTo>
                      <a:pt x="23" y="17"/>
                      <a:pt x="23" y="16"/>
                      <a:pt x="22" y="17"/>
                    </a:cubicBezTo>
                    <a:cubicBezTo>
                      <a:pt x="20" y="17"/>
                      <a:pt x="23" y="12"/>
                      <a:pt x="23" y="9"/>
                    </a:cubicBezTo>
                    <a:cubicBezTo>
                      <a:pt x="24" y="5"/>
                      <a:pt x="25" y="3"/>
                      <a:pt x="23" y="3"/>
                    </a:cubicBezTo>
                    <a:cubicBezTo>
                      <a:pt x="21" y="3"/>
                      <a:pt x="19" y="3"/>
                      <a:pt x="19" y="1"/>
                    </a:cubicBezTo>
                    <a:cubicBezTo>
                      <a:pt x="19" y="1"/>
                      <a:pt x="18" y="0"/>
                      <a:pt x="16"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8" name="Freeform 336"/>
              <p:cNvSpPr>
                <a:spLocks noEditPoints="1"/>
              </p:cNvSpPr>
              <p:nvPr/>
            </p:nvSpPr>
            <p:spPr bwMode="auto">
              <a:xfrm>
                <a:off x="2086" y="1188"/>
                <a:ext cx="180" cy="35"/>
              </a:xfrm>
              <a:custGeom>
                <a:avLst/>
                <a:gdLst>
                  <a:gd name="T0" fmla="*/ 94 w 94"/>
                  <a:gd name="T1" fmla="*/ 0 h 18"/>
                  <a:gd name="T2" fmla="*/ 71 w 94"/>
                  <a:gd name="T3" fmla="*/ 0 h 18"/>
                  <a:gd name="T4" fmla="*/ 69 w 94"/>
                  <a:gd name="T5" fmla="*/ 4 h 18"/>
                  <a:gd name="T6" fmla="*/ 66 w 94"/>
                  <a:gd name="T7" fmla="*/ 2 h 18"/>
                  <a:gd name="T8" fmla="*/ 60 w 94"/>
                  <a:gd name="T9" fmla="*/ 7 h 18"/>
                  <a:gd name="T10" fmla="*/ 59 w 94"/>
                  <a:gd name="T11" fmla="*/ 12 h 18"/>
                  <a:gd name="T12" fmla="*/ 56 w 94"/>
                  <a:gd name="T13" fmla="*/ 18 h 18"/>
                  <a:gd name="T14" fmla="*/ 80 w 94"/>
                  <a:gd name="T15" fmla="*/ 18 h 18"/>
                  <a:gd name="T16" fmla="*/ 81 w 94"/>
                  <a:gd name="T17" fmla="*/ 17 h 18"/>
                  <a:gd name="T18" fmla="*/ 81 w 94"/>
                  <a:gd name="T19" fmla="*/ 13 h 18"/>
                  <a:gd name="T20" fmla="*/ 90 w 94"/>
                  <a:gd name="T21" fmla="*/ 4 h 18"/>
                  <a:gd name="T22" fmla="*/ 94 w 94"/>
                  <a:gd name="T23" fmla="*/ 0 h 18"/>
                  <a:gd name="T24" fmla="*/ 19 w 94"/>
                  <a:gd name="T25" fmla="*/ 0 h 18"/>
                  <a:gd name="T26" fmla="*/ 0 w 94"/>
                  <a:gd name="T27" fmla="*/ 0 h 18"/>
                  <a:gd name="T28" fmla="*/ 0 w 94"/>
                  <a:gd name="T29" fmla="*/ 1 h 18"/>
                  <a:gd name="T30" fmla="*/ 4 w 94"/>
                  <a:gd name="T31" fmla="*/ 10 h 18"/>
                  <a:gd name="T32" fmla="*/ 6 w 94"/>
                  <a:gd name="T33" fmla="*/ 18 h 18"/>
                  <a:gd name="T34" fmla="*/ 24 w 94"/>
                  <a:gd name="T35" fmla="*/ 18 h 18"/>
                  <a:gd name="T36" fmla="*/ 22 w 94"/>
                  <a:gd name="T37" fmla="*/ 16 h 18"/>
                  <a:gd name="T38" fmla="*/ 23 w 94"/>
                  <a:gd name="T39" fmla="*/ 8 h 18"/>
                  <a:gd name="T40" fmla="*/ 23 w 94"/>
                  <a:gd name="T41" fmla="*/ 2 h 18"/>
                  <a:gd name="T42" fmla="*/ 19 w 94"/>
                  <a:gd name="T43" fmla="*/ 0 h 18"/>
                  <a:gd name="T44" fmla="*/ 19 w 94"/>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 h="18">
                    <a:moveTo>
                      <a:pt x="94" y="0"/>
                    </a:moveTo>
                    <a:cubicBezTo>
                      <a:pt x="71" y="0"/>
                      <a:pt x="71" y="0"/>
                      <a:pt x="71" y="0"/>
                    </a:cubicBezTo>
                    <a:cubicBezTo>
                      <a:pt x="69" y="2"/>
                      <a:pt x="69" y="4"/>
                      <a:pt x="69" y="4"/>
                    </a:cubicBezTo>
                    <a:cubicBezTo>
                      <a:pt x="69" y="4"/>
                      <a:pt x="68" y="2"/>
                      <a:pt x="66" y="2"/>
                    </a:cubicBezTo>
                    <a:cubicBezTo>
                      <a:pt x="64" y="3"/>
                      <a:pt x="60" y="4"/>
                      <a:pt x="60" y="7"/>
                    </a:cubicBezTo>
                    <a:cubicBezTo>
                      <a:pt x="60" y="11"/>
                      <a:pt x="60" y="12"/>
                      <a:pt x="59" y="12"/>
                    </a:cubicBezTo>
                    <a:cubicBezTo>
                      <a:pt x="58" y="12"/>
                      <a:pt x="57" y="15"/>
                      <a:pt x="56" y="18"/>
                    </a:cubicBezTo>
                    <a:cubicBezTo>
                      <a:pt x="80" y="18"/>
                      <a:pt x="80" y="18"/>
                      <a:pt x="80" y="18"/>
                    </a:cubicBezTo>
                    <a:cubicBezTo>
                      <a:pt x="81" y="18"/>
                      <a:pt x="81" y="18"/>
                      <a:pt x="81" y="17"/>
                    </a:cubicBezTo>
                    <a:cubicBezTo>
                      <a:pt x="82" y="14"/>
                      <a:pt x="80" y="15"/>
                      <a:pt x="81" y="13"/>
                    </a:cubicBezTo>
                    <a:cubicBezTo>
                      <a:pt x="83" y="12"/>
                      <a:pt x="86" y="6"/>
                      <a:pt x="90" y="4"/>
                    </a:cubicBezTo>
                    <a:cubicBezTo>
                      <a:pt x="92" y="2"/>
                      <a:pt x="93" y="1"/>
                      <a:pt x="94" y="0"/>
                    </a:cubicBezTo>
                    <a:close/>
                    <a:moveTo>
                      <a:pt x="19" y="0"/>
                    </a:moveTo>
                    <a:cubicBezTo>
                      <a:pt x="0" y="0"/>
                      <a:pt x="0" y="0"/>
                      <a:pt x="0" y="0"/>
                    </a:cubicBezTo>
                    <a:cubicBezTo>
                      <a:pt x="0" y="0"/>
                      <a:pt x="0" y="1"/>
                      <a:pt x="0" y="1"/>
                    </a:cubicBezTo>
                    <a:cubicBezTo>
                      <a:pt x="0" y="4"/>
                      <a:pt x="1" y="7"/>
                      <a:pt x="4" y="10"/>
                    </a:cubicBezTo>
                    <a:cubicBezTo>
                      <a:pt x="7" y="13"/>
                      <a:pt x="7" y="15"/>
                      <a:pt x="6" y="18"/>
                    </a:cubicBezTo>
                    <a:cubicBezTo>
                      <a:pt x="24" y="18"/>
                      <a:pt x="24" y="18"/>
                      <a:pt x="24" y="18"/>
                    </a:cubicBezTo>
                    <a:cubicBezTo>
                      <a:pt x="24" y="16"/>
                      <a:pt x="23" y="15"/>
                      <a:pt x="22" y="16"/>
                    </a:cubicBezTo>
                    <a:cubicBezTo>
                      <a:pt x="20" y="16"/>
                      <a:pt x="23" y="11"/>
                      <a:pt x="23" y="8"/>
                    </a:cubicBezTo>
                    <a:cubicBezTo>
                      <a:pt x="24" y="4"/>
                      <a:pt x="25" y="2"/>
                      <a:pt x="23" y="2"/>
                    </a:cubicBezTo>
                    <a:cubicBezTo>
                      <a:pt x="21" y="2"/>
                      <a:pt x="19" y="2"/>
                      <a:pt x="19" y="0"/>
                    </a:cubicBezTo>
                    <a:cubicBezTo>
                      <a:pt x="19" y="0"/>
                      <a:pt x="19" y="0"/>
                      <a:pt x="19"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09" name="Freeform 337"/>
              <p:cNvSpPr>
                <a:spLocks noEditPoints="1"/>
              </p:cNvSpPr>
              <p:nvPr/>
            </p:nvSpPr>
            <p:spPr bwMode="auto">
              <a:xfrm>
                <a:off x="2086" y="1190"/>
                <a:ext cx="178" cy="35"/>
              </a:xfrm>
              <a:custGeom>
                <a:avLst/>
                <a:gdLst>
                  <a:gd name="T0" fmla="*/ 93 w 93"/>
                  <a:gd name="T1" fmla="*/ 0 h 18"/>
                  <a:gd name="T2" fmla="*/ 70 w 93"/>
                  <a:gd name="T3" fmla="*/ 0 h 18"/>
                  <a:gd name="T4" fmla="*/ 69 w 93"/>
                  <a:gd name="T5" fmla="*/ 3 h 18"/>
                  <a:gd name="T6" fmla="*/ 66 w 93"/>
                  <a:gd name="T7" fmla="*/ 1 h 18"/>
                  <a:gd name="T8" fmla="*/ 60 w 93"/>
                  <a:gd name="T9" fmla="*/ 6 h 18"/>
                  <a:gd name="T10" fmla="*/ 59 w 93"/>
                  <a:gd name="T11" fmla="*/ 11 h 18"/>
                  <a:gd name="T12" fmla="*/ 56 w 93"/>
                  <a:gd name="T13" fmla="*/ 18 h 18"/>
                  <a:gd name="T14" fmla="*/ 80 w 93"/>
                  <a:gd name="T15" fmla="*/ 18 h 18"/>
                  <a:gd name="T16" fmla="*/ 81 w 93"/>
                  <a:gd name="T17" fmla="*/ 16 h 18"/>
                  <a:gd name="T18" fmla="*/ 81 w 93"/>
                  <a:gd name="T19" fmla="*/ 12 h 18"/>
                  <a:gd name="T20" fmla="*/ 90 w 93"/>
                  <a:gd name="T21" fmla="*/ 3 h 18"/>
                  <a:gd name="T22" fmla="*/ 93 w 93"/>
                  <a:gd name="T23" fmla="*/ 0 h 18"/>
                  <a:gd name="T24" fmla="*/ 19 w 93"/>
                  <a:gd name="T25" fmla="*/ 0 h 18"/>
                  <a:gd name="T26" fmla="*/ 0 w 93"/>
                  <a:gd name="T27" fmla="*/ 0 h 18"/>
                  <a:gd name="T28" fmla="*/ 0 w 93"/>
                  <a:gd name="T29" fmla="*/ 0 h 18"/>
                  <a:gd name="T30" fmla="*/ 4 w 93"/>
                  <a:gd name="T31" fmla="*/ 9 h 18"/>
                  <a:gd name="T32" fmla="*/ 6 w 93"/>
                  <a:gd name="T33" fmla="*/ 17 h 18"/>
                  <a:gd name="T34" fmla="*/ 6 w 93"/>
                  <a:gd name="T35" fmla="*/ 18 h 18"/>
                  <a:gd name="T36" fmla="*/ 24 w 93"/>
                  <a:gd name="T37" fmla="*/ 18 h 18"/>
                  <a:gd name="T38" fmla="*/ 22 w 93"/>
                  <a:gd name="T39" fmla="*/ 15 h 18"/>
                  <a:gd name="T40" fmla="*/ 23 w 93"/>
                  <a:gd name="T41" fmla="*/ 7 h 18"/>
                  <a:gd name="T42" fmla="*/ 23 w 93"/>
                  <a:gd name="T43" fmla="*/ 1 h 18"/>
                  <a:gd name="T44" fmla="*/ 19 w 93"/>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18">
                    <a:moveTo>
                      <a:pt x="93" y="0"/>
                    </a:moveTo>
                    <a:cubicBezTo>
                      <a:pt x="70" y="0"/>
                      <a:pt x="70" y="0"/>
                      <a:pt x="70" y="0"/>
                    </a:cubicBezTo>
                    <a:cubicBezTo>
                      <a:pt x="69" y="2"/>
                      <a:pt x="69" y="3"/>
                      <a:pt x="69" y="3"/>
                    </a:cubicBezTo>
                    <a:cubicBezTo>
                      <a:pt x="69" y="3"/>
                      <a:pt x="68" y="1"/>
                      <a:pt x="66" y="1"/>
                    </a:cubicBezTo>
                    <a:cubicBezTo>
                      <a:pt x="64" y="2"/>
                      <a:pt x="60" y="3"/>
                      <a:pt x="60" y="6"/>
                    </a:cubicBezTo>
                    <a:cubicBezTo>
                      <a:pt x="60" y="10"/>
                      <a:pt x="60" y="11"/>
                      <a:pt x="59" y="11"/>
                    </a:cubicBezTo>
                    <a:cubicBezTo>
                      <a:pt x="58" y="11"/>
                      <a:pt x="57" y="14"/>
                      <a:pt x="56" y="18"/>
                    </a:cubicBezTo>
                    <a:cubicBezTo>
                      <a:pt x="80" y="18"/>
                      <a:pt x="80" y="18"/>
                      <a:pt x="80" y="18"/>
                    </a:cubicBezTo>
                    <a:cubicBezTo>
                      <a:pt x="80" y="18"/>
                      <a:pt x="81" y="17"/>
                      <a:pt x="81" y="16"/>
                    </a:cubicBezTo>
                    <a:cubicBezTo>
                      <a:pt x="82" y="13"/>
                      <a:pt x="80" y="14"/>
                      <a:pt x="81" y="12"/>
                    </a:cubicBezTo>
                    <a:cubicBezTo>
                      <a:pt x="83" y="11"/>
                      <a:pt x="86" y="5"/>
                      <a:pt x="90" y="3"/>
                    </a:cubicBezTo>
                    <a:cubicBezTo>
                      <a:pt x="91" y="2"/>
                      <a:pt x="92" y="1"/>
                      <a:pt x="93" y="0"/>
                    </a:cubicBezTo>
                    <a:close/>
                    <a:moveTo>
                      <a:pt x="19" y="0"/>
                    </a:moveTo>
                    <a:cubicBezTo>
                      <a:pt x="0" y="0"/>
                      <a:pt x="0" y="0"/>
                      <a:pt x="0" y="0"/>
                    </a:cubicBezTo>
                    <a:cubicBezTo>
                      <a:pt x="0" y="0"/>
                      <a:pt x="0" y="0"/>
                      <a:pt x="0" y="0"/>
                    </a:cubicBezTo>
                    <a:cubicBezTo>
                      <a:pt x="0" y="3"/>
                      <a:pt x="1" y="6"/>
                      <a:pt x="4" y="9"/>
                    </a:cubicBezTo>
                    <a:cubicBezTo>
                      <a:pt x="7" y="12"/>
                      <a:pt x="7" y="14"/>
                      <a:pt x="6" y="17"/>
                    </a:cubicBezTo>
                    <a:cubicBezTo>
                      <a:pt x="6" y="18"/>
                      <a:pt x="6" y="18"/>
                      <a:pt x="6" y="18"/>
                    </a:cubicBezTo>
                    <a:cubicBezTo>
                      <a:pt x="24" y="18"/>
                      <a:pt x="24" y="18"/>
                      <a:pt x="24" y="18"/>
                    </a:cubicBezTo>
                    <a:cubicBezTo>
                      <a:pt x="24" y="15"/>
                      <a:pt x="23" y="14"/>
                      <a:pt x="22" y="15"/>
                    </a:cubicBezTo>
                    <a:cubicBezTo>
                      <a:pt x="20" y="15"/>
                      <a:pt x="23" y="10"/>
                      <a:pt x="23" y="7"/>
                    </a:cubicBezTo>
                    <a:cubicBezTo>
                      <a:pt x="24" y="3"/>
                      <a:pt x="25" y="1"/>
                      <a:pt x="23" y="1"/>
                    </a:cubicBezTo>
                    <a:cubicBezTo>
                      <a:pt x="21" y="1"/>
                      <a:pt x="20" y="1"/>
                      <a:pt x="19"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0" name="Freeform 338"/>
              <p:cNvSpPr>
                <a:spLocks noEditPoints="1"/>
              </p:cNvSpPr>
              <p:nvPr/>
            </p:nvSpPr>
            <p:spPr bwMode="auto">
              <a:xfrm>
                <a:off x="2086" y="1192"/>
                <a:ext cx="174" cy="36"/>
              </a:xfrm>
              <a:custGeom>
                <a:avLst/>
                <a:gdLst>
                  <a:gd name="T0" fmla="*/ 91 w 91"/>
                  <a:gd name="T1" fmla="*/ 0 h 19"/>
                  <a:gd name="T2" fmla="*/ 69 w 91"/>
                  <a:gd name="T3" fmla="*/ 0 h 19"/>
                  <a:gd name="T4" fmla="*/ 69 w 91"/>
                  <a:gd name="T5" fmla="*/ 2 h 19"/>
                  <a:gd name="T6" fmla="*/ 67 w 91"/>
                  <a:gd name="T7" fmla="*/ 0 h 19"/>
                  <a:gd name="T8" fmla="*/ 66 w 91"/>
                  <a:gd name="T9" fmla="*/ 0 h 19"/>
                  <a:gd name="T10" fmla="*/ 66 w 91"/>
                  <a:gd name="T11" fmla="*/ 0 h 19"/>
                  <a:gd name="T12" fmla="*/ 60 w 91"/>
                  <a:gd name="T13" fmla="*/ 5 h 19"/>
                  <a:gd name="T14" fmla="*/ 59 w 91"/>
                  <a:gd name="T15" fmla="*/ 10 h 19"/>
                  <a:gd name="T16" fmla="*/ 56 w 91"/>
                  <a:gd name="T17" fmla="*/ 19 h 19"/>
                  <a:gd name="T18" fmla="*/ 80 w 91"/>
                  <a:gd name="T19" fmla="*/ 19 h 19"/>
                  <a:gd name="T20" fmla="*/ 81 w 91"/>
                  <a:gd name="T21" fmla="*/ 15 h 19"/>
                  <a:gd name="T22" fmla="*/ 81 w 91"/>
                  <a:gd name="T23" fmla="*/ 11 h 19"/>
                  <a:gd name="T24" fmla="*/ 90 w 91"/>
                  <a:gd name="T25" fmla="*/ 2 h 19"/>
                  <a:gd name="T26" fmla="*/ 91 w 91"/>
                  <a:gd name="T27" fmla="*/ 0 h 19"/>
                  <a:gd name="T28" fmla="*/ 22 w 91"/>
                  <a:gd name="T29" fmla="*/ 0 h 19"/>
                  <a:gd name="T30" fmla="*/ 0 w 91"/>
                  <a:gd name="T31" fmla="*/ 0 h 19"/>
                  <a:gd name="T32" fmla="*/ 4 w 91"/>
                  <a:gd name="T33" fmla="*/ 8 h 19"/>
                  <a:gd name="T34" fmla="*/ 6 w 91"/>
                  <a:gd name="T35" fmla="*/ 16 h 19"/>
                  <a:gd name="T36" fmla="*/ 6 w 91"/>
                  <a:gd name="T37" fmla="*/ 19 h 19"/>
                  <a:gd name="T38" fmla="*/ 25 w 91"/>
                  <a:gd name="T39" fmla="*/ 19 h 19"/>
                  <a:gd name="T40" fmla="*/ 22 w 91"/>
                  <a:gd name="T41" fmla="*/ 14 h 19"/>
                  <a:gd name="T42" fmla="*/ 23 w 91"/>
                  <a:gd name="T43" fmla="*/ 6 h 19"/>
                  <a:gd name="T44" fmla="*/ 23 w 91"/>
                  <a:gd name="T45" fmla="*/ 0 h 19"/>
                  <a:gd name="T46" fmla="*/ 22 w 91"/>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1" h="19">
                    <a:moveTo>
                      <a:pt x="91" y="0"/>
                    </a:moveTo>
                    <a:cubicBezTo>
                      <a:pt x="69" y="0"/>
                      <a:pt x="69" y="0"/>
                      <a:pt x="69" y="0"/>
                    </a:cubicBezTo>
                    <a:cubicBezTo>
                      <a:pt x="69" y="1"/>
                      <a:pt x="69" y="2"/>
                      <a:pt x="69" y="2"/>
                    </a:cubicBezTo>
                    <a:cubicBezTo>
                      <a:pt x="69" y="2"/>
                      <a:pt x="68" y="1"/>
                      <a:pt x="67" y="0"/>
                    </a:cubicBezTo>
                    <a:cubicBezTo>
                      <a:pt x="66" y="0"/>
                      <a:pt x="66" y="0"/>
                      <a:pt x="66" y="0"/>
                    </a:cubicBezTo>
                    <a:cubicBezTo>
                      <a:pt x="66" y="0"/>
                      <a:pt x="66" y="0"/>
                      <a:pt x="66" y="0"/>
                    </a:cubicBezTo>
                    <a:cubicBezTo>
                      <a:pt x="64" y="1"/>
                      <a:pt x="60" y="2"/>
                      <a:pt x="60" y="5"/>
                    </a:cubicBezTo>
                    <a:cubicBezTo>
                      <a:pt x="60" y="9"/>
                      <a:pt x="60" y="10"/>
                      <a:pt x="59" y="10"/>
                    </a:cubicBezTo>
                    <a:cubicBezTo>
                      <a:pt x="58" y="10"/>
                      <a:pt x="57" y="14"/>
                      <a:pt x="56" y="19"/>
                    </a:cubicBezTo>
                    <a:cubicBezTo>
                      <a:pt x="80" y="19"/>
                      <a:pt x="80" y="19"/>
                      <a:pt x="80" y="19"/>
                    </a:cubicBezTo>
                    <a:cubicBezTo>
                      <a:pt x="80" y="17"/>
                      <a:pt x="80" y="16"/>
                      <a:pt x="81" y="15"/>
                    </a:cubicBezTo>
                    <a:cubicBezTo>
                      <a:pt x="82" y="12"/>
                      <a:pt x="80" y="13"/>
                      <a:pt x="81" y="11"/>
                    </a:cubicBezTo>
                    <a:cubicBezTo>
                      <a:pt x="83" y="10"/>
                      <a:pt x="86" y="4"/>
                      <a:pt x="90" y="2"/>
                    </a:cubicBezTo>
                    <a:cubicBezTo>
                      <a:pt x="90" y="1"/>
                      <a:pt x="91" y="1"/>
                      <a:pt x="91" y="0"/>
                    </a:cubicBezTo>
                    <a:close/>
                    <a:moveTo>
                      <a:pt x="22" y="0"/>
                    </a:moveTo>
                    <a:cubicBezTo>
                      <a:pt x="0" y="0"/>
                      <a:pt x="0" y="0"/>
                      <a:pt x="0" y="0"/>
                    </a:cubicBezTo>
                    <a:cubicBezTo>
                      <a:pt x="0" y="3"/>
                      <a:pt x="1" y="5"/>
                      <a:pt x="4" y="8"/>
                    </a:cubicBezTo>
                    <a:cubicBezTo>
                      <a:pt x="7" y="11"/>
                      <a:pt x="7" y="13"/>
                      <a:pt x="6" y="16"/>
                    </a:cubicBezTo>
                    <a:cubicBezTo>
                      <a:pt x="6" y="17"/>
                      <a:pt x="6" y="18"/>
                      <a:pt x="6" y="19"/>
                    </a:cubicBezTo>
                    <a:cubicBezTo>
                      <a:pt x="25" y="19"/>
                      <a:pt x="25" y="19"/>
                      <a:pt x="25" y="19"/>
                    </a:cubicBezTo>
                    <a:cubicBezTo>
                      <a:pt x="24" y="14"/>
                      <a:pt x="23" y="13"/>
                      <a:pt x="22" y="14"/>
                    </a:cubicBezTo>
                    <a:cubicBezTo>
                      <a:pt x="20" y="14"/>
                      <a:pt x="23" y="9"/>
                      <a:pt x="23" y="6"/>
                    </a:cubicBezTo>
                    <a:cubicBezTo>
                      <a:pt x="24" y="2"/>
                      <a:pt x="25" y="0"/>
                      <a:pt x="23" y="0"/>
                    </a:cubicBezTo>
                    <a:cubicBezTo>
                      <a:pt x="22" y="0"/>
                      <a:pt x="22" y="0"/>
                      <a:pt x="22" y="0"/>
                    </a:cubicBezTo>
                    <a:close/>
                  </a:path>
                </a:pathLst>
              </a:custGeom>
              <a:solidFill>
                <a:srgbClr val="E3E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1" name="Freeform 339"/>
              <p:cNvSpPr>
                <a:spLocks noEditPoints="1"/>
              </p:cNvSpPr>
              <p:nvPr/>
            </p:nvSpPr>
            <p:spPr bwMode="auto">
              <a:xfrm>
                <a:off x="2086" y="1196"/>
                <a:ext cx="171" cy="34"/>
              </a:xfrm>
              <a:custGeom>
                <a:avLst/>
                <a:gdLst>
                  <a:gd name="T0" fmla="*/ 89 w 89"/>
                  <a:gd name="T1" fmla="*/ 0 h 18"/>
                  <a:gd name="T2" fmla="*/ 69 w 89"/>
                  <a:gd name="T3" fmla="*/ 0 h 18"/>
                  <a:gd name="T4" fmla="*/ 69 w 89"/>
                  <a:gd name="T5" fmla="*/ 0 h 18"/>
                  <a:gd name="T6" fmla="*/ 68 w 89"/>
                  <a:gd name="T7" fmla="*/ 0 h 18"/>
                  <a:gd name="T8" fmla="*/ 63 w 89"/>
                  <a:gd name="T9" fmla="*/ 0 h 18"/>
                  <a:gd name="T10" fmla="*/ 60 w 89"/>
                  <a:gd name="T11" fmla="*/ 3 h 18"/>
                  <a:gd name="T12" fmla="*/ 59 w 89"/>
                  <a:gd name="T13" fmla="*/ 8 h 18"/>
                  <a:gd name="T14" fmla="*/ 56 w 89"/>
                  <a:gd name="T15" fmla="*/ 18 h 18"/>
                  <a:gd name="T16" fmla="*/ 79 w 89"/>
                  <a:gd name="T17" fmla="*/ 18 h 18"/>
                  <a:gd name="T18" fmla="*/ 81 w 89"/>
                  <a:gd name="T19" fmla="*/ 13 h 18"/>
                  <a:gd name="T20" fmla="*/ 81 w 89"/>
                  <a:gd name="T21" fmla="*/ 9 h 18"/>
                  <a:gd name="T22" fmla="*/ 89 w 89"/>
                  <a:gd name="T23" fmla="*/ 0 h 18"/>
                  <a:gd name="T24" fmla="*/ 24 w 89"/>
                  <a:gd name="T25" fmla="*/ 0 h 18"/>
                  <a:gd name="T26" fmla="*/ 0 w 89"/>
                  <a:gd name="T27" fmla="*/ 0 h 18"/>
                  <a:gd name="T28" fmla="*/ 4 w 89"/>
                  <a:gd name="T29" fmla="*/ 6 h 18"/>
                  <a:gd name="T30" fmla="*/ 6 w 89"/>
                  <a:gd name="T31" fmla="*/ 14 h 18"/>
                  <a:gd name="T32" fmla="*/ 6 w 89"/>
                  <a:gd name="T33" fmla="*/ 18 h 18"/>
                  <a:gd name="T34" fmla="*/ 25 w 89"/>
                  <a:gd name="T35" fmla="*/ 18 h 18"/>
                  <a:gd name="T36" fmla="*/ 25 w 89"/>
                  <a:gd name="T37" fmla="*/ 17 h 18"/>
                  <a:gd name="T38" fmla="*/ 22 w 89"/>
                  <a:gd name="T39" fmla="*/ 12 h 18"/>
                  <a:gd name="T40" fmla="*/ 23 w 89"/>
                  <a:gd name="T41" fmla="*/ 4 h 18"/>
                  <a:gd name="T42" fmla="*/ 24 w 89"/>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18">
                    <a:moveTo>
                      <a:pt x="89" y="0"/>
                    </a:moveTo>
                    <a:cubicBezTo>
                      <a:pt x="69" y="0"/>
                      <a:pt x="69" y="0"/>
                      <a:pt x="69" y="0"/>
                    </a:cubicBezTo>
                    <a:cubicBezTo>
                      <a:pt x="69" y="0"/>
                      <a:pt x="69" y="0"/>
                      <a:pt x="69" y="0"/>
                    </a:cubicBezTo>
                    <a:cubicBezTo>
                      <a:pt x="68" y="0"/>
                      <a:pt x="68" y="0"/>
                      <a:pt x="68" y="0"/>
                    </a:cubicBezTo>
                    <a:cubicBezTo>
                      <a:pt x="63" y="0"/>
                      <a:pt x="63" y="0"/>
                      <a:pt x="63" y="0"/>
                    </a:cubicBezTo>
                    <a:cubicBezTo>
                      <a:pt x="61" y="0"/>
                      <a:pt x="60" y="1"/>
                      <a:pt x="60" y="3"/>
                    </a:cubicBezTo>
                    <a:cubicBezTo>
                      <a:pt x="60" y="7"/>
                      <a:pt x="60" y="8"/>
                      <a:pt x="59" y="8"/>
                    </a:cubicBezTo>
                    <a:cubicBezTo>
                      <a:pt x="58" y="8"/>
                      <a:pt x="57" y="13"/>
                      <a:pt x="56" y="18"/>
                    </a:cubicBezTo>
                    <a:cubicBezTo>
                      <a:pt x="79" y="18"/>
                      <a:pt x="79" y="18"/>
                      <a:pt x="79" y="18"/>
                    </a:cubicBezTo>
                    <a:cubicBezTo>
                      <a:pt x="80" y="16"/>
                      <a:pt x="80" y="14"/>
                      <a:pt x="81" y="13"/>
                    </a:cubicBezTo>
                    <a:cubicBezTo>
                      <a:pt x="82" y="10"/>
                      <a:pt x="80" y="11"/>
                      <a:pt x="81" y="9"/>
                    </a:cubicBezTo>
                    <a:cubicBezTo>
                      <a:pt x="83" y="8"/>
                      <a:pt x="86" y="2"/>
                      <a:pt x="89" y="0"/>
                    </a:cubicBezTo>
                    <a:close/>
                    <a:moveTo>
                      <a:pt x="24" y="0"/>
                    </a:moveTo>
                    <a:cubicBezTo>
                      <a:pt x="0" y="0"/>
                      <a:pt x="0" y="0"/>
                      <a:pt x="0" y="0"/>
                    </a:cubicBezTo>
                    <a:cubicBezTo>
                      <a:pt x="1" y="2"/>
                      <a:pt x="2" y="4"/>
                      <a:pt x="4" y="6"/>
                    </a:cubicBezTo>
                    <a:cubicBezTo>
                      <a:pt x="7" y="9"/>
                      <a:pt x="7" y="11"/>
                      <a:pt x="6" y="14"/>
                    </a:cubicBezTo>
                    <a:cubicBezTo>
                      <a:pt x="6" y="16"/>
                      <a:pt x="6" y="17"/>
                      <a:pt x="6" y="18"/>
                    </a:cubicBezTo>
                    <a:cubicBezTo>
                      <a:pt x="25" y="18"/>
                      <a:pt x="25" y="18"/>
                      <a:pt x="25" y="18"/>
                    </a:cubicBezTo>
                    <a:cubicBezTo>
                      <a:pt x="25" y="17"/>
                      <a:pt x="25" y="17"/>
                      <a:pt x="25" y="17"/>
                    </a:cubicBezTo>
                    <a:cubicBezTo>
                      <a:pt x="25" y="12"/>
                      <a:pt x="23" y="11"/>
                      <a:pt x="22" y="12"/>
                    </a:cubicBezTo>
                    <a:cubicBezTo>
                      <a:pt x="20" y="12"/>
                      <a:pt x="23" y="7"/>
                      <a:pt x="23" y="4"/>
                    </a:cubicBezTo>
                    <a:cubicBezTo>
                      <a:pt x="24" y="2"/>
                      <a:pt x="24" y="1"/>
                      <a:pt x="24" y="0"/>
                    </a:cubicBezTo>
                    <a:close/>
                  </a:path>
                </a:pathLst>
              </a:custGeom>
              <a:solidFill>
                <a:srgbClr val="E4E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2" name="Freeform 340"/>
              <p:cNvSpPr>
                <a:spLocks noEditPoints="1"/>
              </p:cNvSpPr>
              <p:nvPr/>
            </p:nvSpPr>
            <p:spPr bwMode="auto">
              <a:xfrm>
                <a:off x="2086" y="1198"/>
                <a:ext cx="169" cy="34"/>
              </a:xfrm>
              <a:custGeom>
                <a:avLst/>
                <a:gdLst>
                  <a:gd name="T0" fmla="*/ 88 w 88"/>
                  <a:gd name="T1" fmla="*/ 0 h 18"/>
                  <a:gd name="T2" fmla="*/ 61 w 88"/>
                  <a:gd name="T3" fmla="*/ 0 h 18"/>
                  <a:gd name="T4" fmla="*/ 60 w 88"/>
                  <a:gd name="T5" fmla="*/ 2 h 18"/>
                  <a:gd name="T6" fmla="*/ 59 w 88"/>
                  <a:gd name="T7" fmla="*/ 7 h 18"/>
                  <a:gd name="T8" fmla="*/ 55 w 88"/>
                  <a:gd name="T9" fmla="*/ 18 h 18"/>
                  <a:gd name="T10" fmla="*/ 79 w 88"/>
                  <a:gd name="T11" fmla="*/ 18 h 18"/>
                  <a:gd name="T12" fmla="*/ 81 w 88"/>
                  <a:gd name="T13" fmla="*/ 12 h 18"/>
                  <a:gd name="T14" fmla="*/ 81 w 88"/>
                  <a:gd name="T15" fmla="*/ 8 h 18"/>
                  <a:gd name="T16" fmla="*/ 88 w 88"/>
                  <a:gd name="T17" fmla="*/ 0 h 18"/>
                  <a:gd name="T18" fmla="*/ 24 w 88"/>
                  <a:gd name="T19" fmla="*/ 0 h 18"/>
                  <a:gd name="T20" fmla="*/ 0 w 88"/>
                  <a:gd name="T21" fmla="*/ 0 h 18"/>
                  <a:gd name="T22" fmla="*/ 4 w 88"/>
                  <a:gd name="T23" fmla="*/ 5 h 18"/>
                  <a:gd name="T24" fmla="*/ 6 w 88"/>
                  <a:gd name="T25" fmla="*/ 13 h 18"/>
                  <a:gd name="T26" fmla="*/ 7 w 88"/>
                  <a:gd name="T27" fmla="*/ 18 h 18"/>
                  <a:gd name="T28" fmla="*/ 25 w 88"/>
                  <a:gd name="T29" fmla="*/ 18 h 18"/>
                  <a:gd name="T30" fmla="*/ 25 w 88"/>
                  <a:gd name="T31" fmla="*/ 16 h 18"/>
                  <a:gd name="T32" fmla="*/ 22 w 88"/>
                  <a:gd name="T33" fmla="*/ 11 h 18"/>
                  <a:gd name="T34" fmla="*/ 23 w 88"/>
                  <a:gd name="T35" fmla="*/ 3 h 18"/>
                  <a:gd name="T36" fmla="*/ 24 w 88"/>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18">
                    <a:moveTo>
                      <a:pt x="88" y="0"/>
                    </a:moveTo>
                    <a:cubicBezTo>
                      <a:pt x="61" y="0"/>
                      <a:pt x="61" y="0"/>
                      <a:pt x="61" y="0"/>
                    </a:cubicBezTo>
                    <a:cubicBezTo>
                      <a:pt x="61" y="1"/>
                      <a:pt x="60" y="1"/>
                      <a:pt x="60" y="2"/>
                    </a:cubicBezTo>
                    <a:cubicBezTo>
                      <a:pt x="60" y="6"/>
                      <a:pt x="60" y="7"/>
                      <a:pt x="59" y="7"/>
                    </a:cubicBezTo>
                    <a:cubicBezTo>
                      <a:pt x="57" y="7"/>
                      <a:pt x="56" y="13"/>
                      <a:pt x="55" y="18"/>
                    </a:cubicBezTo>
                    <a:cubicBezTo>
                      <a:pt x="79" y="18"/>
                      <a:pt x="79" y="18"/>
                      <a:pt x="79" y="18"/>
                    </a:cubicBezTo>
                    <a:cubicBezTo>
                      <a:pt x="80" y="16"/>
                      <a:pt x="80" y="13"/>
                      <a:pt x="81" y="12"/>
                    </a:cubicBezTo>
                    <a:cubicBezTo>
                      <a:pt x="82" y="9"/>
                      <a:pt x="80" y="10"/>
                      <a:pt x="81" y="8"/>
                    </a:cubicBezTo>
                    <a:cubicBezTo>
                      <a:pt x="83" y="7"/>
                      <a:pt x="85" y="3"/>
                      <a:pt x="88" y="0"/>
                    </a:cubicBezTo>
                    <a:close/>
                    <a:moveTo>
                      <a:pt x="24" y="0"/>
                    </a:moveTo>
                    <a:cubicBezTo>
                      <a:pt x="0" y="0"/>
                      <a:pt x="0" y="0"/>
                      <a:pt x="0" y="0"/>
                    </a:cubicBezTo>
                    <a:cubicBezTo>
                      <a:pt x="1" y="2"/>
                      <a:pt x="2" y="3"/>
                      <a:pt x="4" y="5"/>
                    </a:cubicBezTo>
                    <a:cubicBezTo>
                      <a:pt x="7" y="8"/>
                      <a:pt x="7" y="10"/>
                      <a:pt x="6" y="13"/>
                    </a:cubicBezTo>
                    <a:cubicBezTo>
                      <a:pt x="6" y="15"/>
                      <a:pt x="6" y="16"/>
                      <a:pt x="7" y="18"/>
                    </a:cubicBezTo>
                    <a:cubicBezTo>
                      <a:pt x="25" y="18"/>
                      <a:pt x="25" y="18"/>
                      <a:pt x="25" y="18"/>
                    </a:cubicBezTo>
                    <a:cubicBezTo>
                      <a:pt x="25" y="18"/>
                      <a:pt x="25" y="17"/>
                      <a:pt x="25" y="16"/>
                    </a:cubicBezTo>
                    <a:cubicBezTo>
                      <a:pt x="25" y="11"/>
                      <a:pt x="23" y="10"/>
                      <a:pt x="22" y="11"/>
                    </a:cubicBezTo>
                    <a:cubicBezTo>
                      <a:pt x="20" y="11"/>
                      <a:pt x="23" y="6"/>
                      <a:pt x="23" y="3"/>
                    </a:cubicBezTo>
                    <a:cubicBezTo>
                      <a:pt x="24" y="2"/>
                      <a:pt x="24" y="1"/>
                      <a:pt x="24" y="0"/>
                    </a:cubicBezTo>
                    <a:close/>
                  </a:path>
                </a:pathLst>
              </a:custGeom>
              <a:solidFill>
                <a:srgbClr val="E4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3" name="Freeform 341"/>
              <p:cNvSpPr>
                <a:spLocks noEditPoints="1"/>
              </p:cNvSpPr>
              <p:nvPr/>
            </p:nvSpPr>
            <p:spPr bwMode="auto">
              <a:xfrm>
                <a:off x="2088" y="1200"/>
                <a:ext cx="165" cy="36"/>
              </a:xfrm>
              <a:custGeom>
                <a:avLst/>
                <a:gdLst>
                  <a:gd name="T0" fmla="*/ 86 w 86"/>
                  <a:gd name="T1" fmla="*/ 0 h 19"/>
                  <a:gd name="T2" fmla="*/ 59 w 86"/>
                  <a:gd name="T3" fmla="*/ 0 h 19"/>
                  <a:gd name="T4" fmla="*/ 59 w 86"/>
                  <a:gd name="T5" fmla="*/ 1 h 19"/>
                  <a:gd name="T6" fmla="*/ 58 w 86"/>
                  <a:gd name="T7" fmla="*/ 6 h 19"/>
                  <a:gd name="T8" fmla="*/ 54 w 86"/>
                  <a:gd name="T9" fmla="*/ 19 h 19"/>
                  <a:gd name="T10" fmla="*/ 78 w 86"/>
                  <a:gd name="T11" fmla="*/ 19 h 19"/>
                  <a:gd name="T12" fmla="*/ 80 w 86"/>
                  <a:gd name="T13" fmla="*/ 11 h 19"/>
                  <a:gd name="T14" fmla="*/ 80 w 86"/>
                  <a:gd name="T15" fmla="*/ 7 h 19"/>
                  <a:gd name="T16" fmla="*/ 86 w 86"/>
                  <a:gd name="T17" fmla="*/ 0 h 19"/>
                  <a:gd name="T18" fmla="*/ 23 w 86"/>
                  <a:gd name="T19" fmla="*/ 0 h 19"/>
                  <a:gd name="T20" fmla="*/ 0 w 86"/>
                  <a:gd name="T21" fmla="*/ 0 h 19"/>
                  <a:gd name="T22" fmla="*/ 3 w 86"/>
                  <a:gd name="T23" fmla="*/ 4 h 19"/>
                  <a:gd name="T24" fmla="*/ 5 w 86"/>
                  <a:gd name="T25" fmla="*/ 12 h 19"/>
                  <a:gd name="T26" fmla="*/ 6 w 86"/>
                  <a:gd name="T27" fmla="*/ 19 h 19"/>
                  <a:gd name="T28" fmla="*/ 24 w 86"/>
                  <a:gd name="T29" fmla="*/ 19 h 19"/>
                  <a:gd name="T30" fmla="*/ 24 w 86"/>
                  <a:gd name="T31" fmla="*/ 15 h 19"/>
                  <a:gd name="T32" fmla="*/ 21 w 86"/>
                  <a:gd name="T33" fmla="*/ 10 h 19"/>
                  <a:gd name="T34" fmla="*/ 22 w 86"/>
                  <a:gd name="T35" fmla="*/ 2 h 19"/>
                  <a:gd name="T36" fmla="*/ 23 w 86"/>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6" h="19">
                    <a:moveTo>
                      <a:pt x="86" y="0"/>
                    </a:moveTo>
                    <a:cubicBezTo>
                      <a:pt x="59" y="0"/>
                      <a:pt x="59" y="0"/>
                      <a:pt x="59" y="0"/>
                    </a:cubicBezTo>
                    <a:cubicBezTo>
                      <a:pt x="59" y="1"/>
                      <a:pt x="59" y="1"/>
                      <a:pt x="59" y="1"/>
                    </a:cubicBezTo>
                    <a:cubicBezTo>
                      <a:pt x="59" y="5"/>
                      <a:pt x="59" y="6"/>
                      <a:pt x="58" y="6"/>
                    </a:cubicBezTo>
                    <a:cubicBezTo>
                      <a:pt x="56" y="6"/>
                      <a:pt x="55" y="13"/>
                      <a:pt x="54" y="19"/>
                    </a:cubicBezTo>
                    <a:cubicBezTo>
                      <a:pt x="78" y="19"/>
                      <a:pt x="78" y="19"/>
                      <a:pt x="78" y="19"/>
                    </a:cubicBezTo>
                    <a:cubicBezTo>
                      <a:pt x="79" y="15"/>
                      <a:pt x="79" y="13"/>
                      <a:pt x="80" y="11"/>
                    </a:cubicBezTo>
                    <a:cubicBezTo>
                      <a:pt x="81" y="8"/>
                      <a:pt x="79" y="9"/>
                      <a:pt x="80" y="7"/>
                    </a:cubicBezTo>
                    <a:cubicBezTo>
                      <a:pt x="82" y="6"/>
                      <a:pt x="83" y="3"/>
                      <a:pt x="86" y="0"/>
                    </a:cubicBezTo>
                    <a:close/>
                    <a:moveTo>
                      <a:pt x="23" y="0"/>
                    </a:moveTo>
                    <a:cubicBezTo>
                      <a:pt x="0" y="0"/>
                      <a:pt x="0" y="0"/>
                      <a:pt x="0" y="0"/>
                    </a:cubicBezTo>
                    <a:cubicBezTo>
                      <a:pt x="1" y="1"/>
                      <a:pt x="2" y="3"/>
                      <a:pt x="3" y="4"/>
                    </a:cubicBezTo>
                    <a:cubicBezTo>
                      <a:pt x="6" y="7"/>
                      <a:pt x="6" y="9"/>
                      <a:pt x="5" y="12"/>
                    </a:cubicBezTo>
                    <a:cubicBezTo>
                      <a:pt x="5" y="14"/>
                      <a:pt x="6" y="16"/>
                      <a:pt x="6" y="19"/>
                    </a:cubicBezTo>
                    <a:cubicBezTo>
                      <a:pt x="24" y="19"/>
                      <a:pt x="24" y="19"/>
                      <a:pt x="24" y="19"/>
                    </a:cubicBezTo>
                    <a:cubicBezTo>
                      <a:pt x="24" y="18"/>
                      <a:pt x="24" y="17"/>
                      <a:pt x="24" y="15"/>
                    </a:cubicBezTo>
                    <a:cubicBezTo>
                      <a:pt x="24" y="10"/>
                      <a:pt x="22" y="9"/>
                      <a:pt x="21" y="10"/>
                    </a:cubicBezTo>
                    <a:cubicBezTo>
                      <a:pt x="19" y="10"/>
                      <a:pt x="22" y="5"/>
                      <a:pt x="22" y="2"/>
                    </a:cubicBezTo>
                    <a:cubicBezTo>
                      <a:pt x="23" y="1"/>
                      <a:pt x="23" y="1"/>
                      <a:pt x="23"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4" name="Freeform 342"/>
              <p:cNvSpPr>
                <a:spLocks noEditPoints="1"/>
              </p:cNvSpPr>
              <p:nvPr/>
            </p:nvSpPr>
            <p:spPr bwMode="auto">
              <a:xfrm>
                <a:off x="2090" y="1204"/>
                <a:ext cx="161" cy="34"/>
              </a:xfrm>
              <a:custGeom>
                <a:avLst/>
                <a:gdLst>
                  <a:gd name="T0" fmla="*/ 84 w 84"/>
                  <a:gd name="T1" fmla="*/ 0 h 18"/>
                  <a:gd name="T2" fmla="*/ 58 w 84"/>
                  <a:gd name="T3" fmla="*/ 0 h 18"/>
                  <a:gd name="T4" fmla="*/ 57 w 84"/>
                  <a:gd name="T5" fmla="*/ 4 h 18"/>
                  <a:gd name="T6" fmla="*/ 53 w 84"/>
                  <a:gd name="T7" fmla="*/ 18 h 18"/>
                  <a:gd name="T8" fmla="*/ 77 w 84"/>
                  <a:gd name="T9" fmla="*/ 18 h 18"/>
                  <a:gd name="T10" fmla="*/ 79 w 84"/>
                  <a:gd name="T11" fmla="*/ 9 h 18"/>
                  <a:gd name="T12" fmla="*/ 79 w 84"/>
                  <a:gd name="T13" fmla="*/ 5 h 18"/>
                  <a:gd name="T14" fmla="*/ 84 w 84"/>
                  <a:gd name="T15" fmla="*/ 0 h 18"/>
                  <a:gd name="T16" fmla="*/ 22 w 84"/>
                  <a:gd name="T17" fmla="*/ 0 h 18"/>
                  <a:gd name="T18" fmla="*/ 0 w 84"/>
                  <a:gd name="T19" fmla="*/ 0 h 18"/>
                  <a:gd name="T20" fmla="*/ 2 w 84"/>
                  <a:gd name="T21" fmla="*/ 2 h 18"/>
                  <a:gd name="T22" fmla="*/ 4 w 84"/>
                  <a:gd name="T23" fmla="*/ 10 h 18"/>
                  <a:gd name="T24" fmla="*/ 5 w 84"/>
                  <a:gd name="T25" fmla="*/ 18 h 18"/>
                  <a:gd name="T26" fmla="*/ 23 w 84"/>
                  <a:gd name="T27" fmla="*/ 18 h 18"/>
                  <a:gd name="T28" fmla="*/ 23 w 84"/>
                  <a:gd name="T29" fmla="*/ 13 h 18"/>
                  <a:gd name="T30" fmla="*/ 20 w 84"/>
                  <a:gd name="T31" fmla="*/ 8 h 18"/>
                  <a:gd name="T32" fmla="*/ 21 w 84"/>
                  <a:gd name="T33" fmla="*/ 0 h 18"/>
                  <a:gd name="T34" fmla="*/ 22 w 84"/>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4" h="18">
                    <a:moveTo>
                      <a:pt x="84" y="0"/>
                    </a:moveTo>
                    <a:cubicBezTo>
                      <a:pt x="58" y="0"/>
                      <a:pt x="58" y="0"/>
                      <a:pt x="58" y="0"/>
                    </a:cubicBezTo>
                    <a:cubicBezTo>
                      <a:pt x="58" y="3"/>
                      <a:pt x="58" y="4"/>
                      <a:pt x="57" y="4"/>
                    </a:cubicBezTo>
                    <a:cubicBezTo>
                      <a:pt x="55" y="4"/>
                      <a:pt x="54" y="11"/>
                      <a:pt x="53" y="18"/>
                    </a:cubicBezTo>
                    <a:cubicBezTo>
                      <a:pt x="77" y="18"/>
                      <a:pt x="77" y="18"/>
                      <a:pt x="77" y="18"/>
                    </a:cubicBezTo>
                    <a:cubicBezTo>
                      <a:pt x="77" y="14"/>
                      <a:pt x="78" y="11"/>
                      <a:pt x="79" y="9"/>
                    </a:cubicBezTo>
                    <a:cubicBezTo>
                      <a:pt x="80" y="6"/>
                      <a:pt x="78" y="7"/>
                      <a:pt x="79" y="5"/>
                    </a:cubicBezTo>
                    <a:cubicBezTo>
                      <a:pt x="80" y="5"/>
                      <a:pt x="82" y="2"/>
                      <a:pt x="84" y="0"/>
                    </a:cubicBezTo>
                    <a:close/>
                    <a:moveTo>
                      <a:pt x="22" y="0"/>
                    </a:moveTo>
                    <a:cubicBezTo>
                      <a:pt x="0" y="0"/>
                      <a:pt x="0" y="0"/>
                      <a:pt x="0" y="0"/>
                    </a:cubicBezTo>
                    <a:cubicBezTo>
                      <a:pt x="0" y="0"/>
                      <a:pt x="1" y="1"/>
                      <a:pt x="2" y="2"/>
                    </a:cubicBezTo>
                    <a:cubicBezTo>
                      <a:pt x="5" y="5"/>
                      <a:pt x="5" y="7"/>
                      <a:pt x="4" y="10"/>
                    </a:cubicBezTo>
                    <a:cubicBezTo>
                      <a:pt x="4" y="13"/>
                      <a:pt x="5" y="15"/>
                      <a:pt x="5" y="18"/>
                    </a:cubicBezTo>
                    <a:cubicBezTo>
                      <a:pt x="23" y="18"/>
                      <a:pt x="23" y="18"/>
                      <a:pt x="23" y="18"/>
                    </a:cubicBezTo>
                    <a:cubicBezTo>
                      <a:pt x="23" y="17"/>
                      <a:pt x="23" y="15"/>
                      <a:pt x="23" y="13"/>
                    </a:cubicBezTo>
                    <a:cubicBezTo>
                      <a:pt x="23" y="8"/>
                      <a:pt x="21" y="7"/>
                      <a:pt x="20" y="8"/>
                    </a:cubicBezTo>
                    <a:cubicBezTo>
                      <a:pt x="18" y="8"/>
                      <a:pt x="21" y="3"/>
                      <a:pt x="21" y="0"/>
                    </a:cubicBezTo>
                    <a:lnTo>
                      <a:pt x="22" y="0"/>
                    </a:ln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5" name="Freeform 343"/>
              <p:cNvSpPr>
                <a:spLocks noEditPoints="1"/>
              </p:cNvSpPr>
              <p:nvPr/>
            </p:nvSpPr>
            <p:spPr bwMode="auto">
              <a:xfrm>
                <a:off x="2092" y="1206"/>
                <a:ext cx="157" cy="34"/>
              </a:xfrm>
              <a:custGeom>
                <a:avLst/>
                <a:gdLst>
                  <a:gd name="T0" fmla="*/ 82 w 82"/>
                  <a:gd name="T1" fmla="*/ 0 h 18"/>
                  <a:gd name="T2" fmla="*/ 57 w 82"/>
                  <a:gd name="T3" fmla="*/ 0 h 18"/>
                  <a:gd name="T4" fmla="*/ 56 w 82"/>
                  <a:gd name="T5" fmla="*/ 3 h 18"/>
                  <a:gd name="T6" fmla="*/ 52 w 82"/>
                  <a:gd name="T7" fmla="*/ 18 h 18"/>
                  <a:gd name="T8" fmla="*/ 75 w 82"/>
                  <a:gd name="T9" fmla="*/ 18 h 18"/>
                  <a:gd name="T10" fmla="*/ 78 w 82"/>
                  <a:gd name="T11" fmla="*/ 8 h 18"/>
                  <a:gd name="T12" fmla="*/ 78 w 82"/>
                  <a:gd name="T13" fmla="*/ 4 h 18"/>
                  <a:gd name="T14" fmla="*/ 82 w 82"/>
                  <a:gd name="T15" fmla="*/ 0 h 18"/>
                  <a:gd name="T16" fmla="*/ 20 w 82"/>
                  <a:gd name="T17" fmla="*/ 0 h 18"/>
                  <a:gd name="T18" fmla="*/ 0 w 82"/>
                  <a:gd name="T19" fmla="*/ 0 h 18"/>
                  <a:gd name="T20" fmla="*/ 1 w 82"/>
                  <a:gd name="T21" fmla="*/ 1 h 18"/>
                  <a:gd name="T22" fmla="*/ 3 w 82"/>
                  <a:gd name="T23" fmla="*/ 9 h 18"/>
                  <a:gd name="T24" fmla="*/ 4 w 82"/>
                  <a:gd name="T25" fmla="*/ 18 h 18"/>
                  <a:gd name="T26" fmla="*/ 22 w 82"/>
                  <a:gd name="T27" fmla="*/ 18 h 18"/>
                  <a:gd name="T28" fmla="*/ 22 w 82"/>
                  <a:gd name="T29" fmla="*/ 12 h 18"/>
                  <a:gd name="T30" fmla="*/ 19 w 82"/>
                  <a:gd name="T31" fmla="*/ 7 h 18"/>
                  <a:gd name="T32" fmla="*/ 20 w 82"/>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18">
                    <a:moveTo>
                      <a:pt x="82" y="0"/>
                    </a:moveTo>
                    <a:cubicBezTo>
                      <a:pt x="57" y="0"/>
                      <a:pt x="57" y="0"/>
                      <a:pt x="57" y="0"/>
                    </a:cubicBezTo>
                    <a:cubicBezTo>
                      <a:pt x="57" y="2"/>
                      <a:pt x="57" y="3"/>
                      <a:pt x="56" y="3"/>
                    </a:cubicBezTo>
                    <a:cubicBezTo>
                      <a:pt x="54" y="3"/>
                      <a:pt x="53" y="12"/>
                      <a:pt x="52" y="18"/>
                    </a:cubicBezTo>
                    <a:cubicBezTo>
                      <a:pt x="75" y="18"/>
                      <a:pt x="75" y="18"/>
                      <a:pt x="75" y="18"/>
                    </a:cubicBezTo>
                    <a:cubicBezTo>
                      <a:pt x="76" y="14"/>
                      <a:pt x="77" y="10"/>
                      <a:pt x="78" y="8"/>
                    </a:cubicBezTo>
                    <a:cubicBezTo>
                      <a:pt x="79" y="5"/>
                      <a:pt x="77" y="6"/>
                      <a:pt x="78" y="4"/>
                    </a:cubicBezTo>
                    <a:cubicBezTo>
                      <a:pt x="79" y="4"/>
                      <a:pt x="80" y="2"/>
                      <a:pt x="82" y="0"/>
                    </a:cubicBezTo>
                    <a:close/>
                    <a:moveTo>
                      <a:pt x="20" y="0"/>
                    </a:moveTo>
                    <a:cubicBezTo>
                      <a:pt x="0" y="0"/>
                      <a:pt x="0" y="0"/>
                      <a:pt x="0" y="0"/>
                    </a:cubicBezTo>
                    <a:cubicBezTo>
                      <a:pt x="0" y="0"/>
                      <a:pt x="0" y="1"/>
                      <a:pt x="1" y="1"/>
                    </a:cubicBezTo>
                    <a:cubicBezTo>
                      <a:pt x="4" y="4"/>
                      <a:pt x="4" y="6"/>
                      <a:pt x="3" y="9"/>
                    </a:cubicBezTo>
                    <a:cubicBezTo>
                      <a:pt x="3" y="12"/>
                      <a:pt x="4" y="14"/>
                      <a:pt x="4" y="18"/>
                    </a:cubicBezTo>
                    <a:cubicBezTo>
                      <a:pt x="22" y="18"/>
                      <a:pt x="22" y="18"/>
                      <a:pt x="22" y="18"/>
                    </a:cubicBezTo>
                    <a:cubicBezTo>
                      <a:pt x="22" y="17"/>
                      <a:pt x="22" y="15"/>
                      <a:pt x="22" y="12"/>
                    </a:cubicBezTo>
                    <a:cubicBezTo>
                      <a:pt x="22" y="7"/>
                      <a:pt x="20" y="6"/>
                      <a:pt x="19" y="7"/>
                    </a:cubicBezTo>
                    <a:cubicBezTo>
                      <a:pt x="17" y="7"/>
                      <a:pt x="19" y="3"/>
                      <a:pt x="20"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6" name="Freeform 344"/>
              <p:cNvSpPr>
                <a:spLocks noEditPoints="1"/>
              </p:cNvSpPr>
              <p:nvPr/>
            </p:nvSpPr>
            <p:spPr bwMode="auto">
              <a:xfrm>
                <a:off x="2094" y="1207"/>
                <a:ext cx="153" cy="35"/>
              </a:xfrm>
              <a:custGeom>
                <a:avLst/>
                <a:gdLst>
                  <a:gd name="T0" fmla="*/ 80 w 80"/>
                  <a:gd name="T1" fmla="*/ 0 h 18"/>
                  <a:gd name="T2" fmla="*/ 56 w 80"/>
                  <a:gd name="T3" fmla="*/ 0 h 18"/>
                  <a:gd name="T4" fmla="*/ 55 w 80"/>
                  <a:gd name="T5" fmla="*/ 2 h 18"/>
                  <a:gd name="T6" fmla="*/ 51 w 80"/>
                  <a:gd name="T7" fmla="*/ 18 h 18"/>
                  <a:gd name="T8" fmla="*/ 74 w 80"/>
                  <a:gd name="T9" fmla="*/ 18 h 18"/>
                  <a:gd name="T10" fmla="*/ 77 w 80"/>
                  <a:gd name="T11" fmla="*/ 7 h 18"/>
                  <a:gd name="T12" fmla="*/ 77 w 80"/>
                  <a:gd name="T13" fmla="*/ 3 h 18"/>
                  <a:gd name="T14" fmla="*/ 80 w 80"/>
                  <a:gd name="T15" fmla="*/ 0 h 18"/>
                  <a:gd name="T16" fmla="*/ 19 w 80"/>
                  <a:gd name="T17" fmla="*/ 0 h 18"/>
                  <a:gd name="T18" fmla="*/ 0 w 80"/>
                  <a:gd name="T19" fmla="*/ 0 h 18"/>
                  <a:gd name="T20" fmla="*/ 0 w 80"/>
                  <a:gd name="T21" fmla="*/ 0 h 18"/>
                  <a:gd name="T22" fmla="*/ 2 w 80"/>
                  <a:gd name="T23" fmla="*/ 8 h 18"/>
                  <a:gd name="T24" fmla="*/ 3 w 80"/>
                  <a:gd name="T25" fmla="*/ 18 h 18"/>
                  <a:gd name="T26" fmla="*/ 3 w 80"/>
                  <a:gd name="T27" fmla="*/ 18 h 18"/>
                  <a:gd name="T28" fmla="*/ 20 w 80"/>
                  <a:gd name="T29" fmla="*/ 18 h 18"/>
                  <a:gd name="T30" fmla="*/ 21 w 80"/>
                  <a:gd name="T31" fmla="*/ 11 h 18"/>
                  <a:gd name="T32" fmla="*/ 18 w 80"/>
                  <a:gd name="T33" fmla="*/ 6 h 18"/>
                  <a:gd name="T34" fmla="*/ 19 w 80"/>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8">
                    <a:moveTo>
                      <a:pt x="80" y="0"/>
                    </a:moveTo>
                    <a:cubicBezTo>
                      <a:pt x="56" y="0"/>
                      <a:pt x="56" y="0"/>
                      <a:pt x="56" y="0"/>
                    </a:cubicBezTo>
                    <a:cubicBezTo>
                      <a:pt x="56" y="2"/>
                      <a:pt x="56" y="2"/>
                      <a:pt x="55" y="2"/>
                    </a:cubicBezTo>
                    <a:cubicBezTo>
                      <a:pt x="53" y="2"/>
                      <a:pt x="52" y="12"/>
                      <a:pt x="51" y="18"/>
                    </a:cubicBezTo>
                    <a:cubicBezTo>
                      <a:pt x="74" y="18"/>
                      <a:pt x="74" y="18"/>
                      <a:pt x="74" y="18"/>
                    </a:cubicBezTo>
                    <a:cubicBezTo>
                      <a:pt x="75" y="13"/>
                      <a:pt x="76" y="9"/>
                      <a:pt x="77" y="7"/>
                    </a:cubicBezTo>
                    <a:cubicBezTo>
                      <a:pt x="78" y="4"/>
                      <a:pt x="76" y="5"/>
                      <a:pt x="77" y="3"/>
                    </a:cubicBezTo>
                    <a:cubicBezTo>
                      <a:pt x="78" y="3"/>
                      <a:pt x="79" y="2"/>
                      <a:pt x="80" y="0"/>
                    </a:cubicBezTo>
                    <a:close/>
                    <a:moveTo>
                      <a:pt x="19" y="0"/>
                    </a:moveTo>
                    <a:cubicBezTo>
                      <a:pt x="0" y="0"/>
                      <a:pt x="0" y="0"/>
                      <a:pt x="0" y="0"/>
                    </a:cubicBezTo>
                    <a:cubicBezTo>
                      <a:pt x="0" y="0"/>
                      <a:pt x="0" y="0"/>
                      <a:pt x="0" y="0"/>
                    </a:cubicBezTo>
                    <a:cubicBezTo>
                      <a:pt x="3" y="3"/>
                      <a:pt x="3" y="5"/>
                      <a:pt x="2" y="8"/>
                    </a:cubicBezTo>
                    <a:cubicBezTo>
                      <a:pt x="2" y="11"/>
                      <a:pt x="3" y="13"/>
                      <a:pt x="3" y="18"/>
                    </a:cubicBezTo>
                    <a:cubicBezTo>
                      <a:pt x="3" y="18"/>
                      <a:pt x="3" y="18"/>
                      <a:pt x="3" y="18"/>
                    </a:cubicBezTo>
                    <a:cubicBezTo>
                      <a:pt x="20" y="18"/>
                      <a:pt x="20" y="18"/>
                      <a:pt x="20" y="18"/>
                    </a:cubicBezTo>
                    <a:cubicBezTo>
                      <a:pt x="21" y="17"/>
                      <a:pt x="21" y="15"/>
                      <a:pt x="21" y="11"/>
                    </a:cubicBezTo>
                    <a:cubicBezTo>
                      <a:pt x="21" y="6"/>
                      <a:pt x="19" y="5"/>
                      <a:pt x="18" y="6"/>
                    </a:cubicBezTo>
                    <a:cubicBezTo>
                      <a:pt x="16" y="6"/>
                      <a:pt x="18" y="3"/>
                      <a:pt x="19"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7" name="Freeform 345"/>
              <p:cNvSpPr>
                <a:spLocks noEditPoints="1"/>
              </p:cNvSpPr>
              <p:nvPr/>
            </p:nvSpPr>
            <p:spPr bwMode="auto">
              <a:xfrm>
                <a:off x="2096" y="1209"/>
                <a:ext cx="149" cy="37"/>
              </a:xfrm>
              <a:custGeom>
                <a:avLst/>
                <a:gdLst>
                  <a:gd name="T0" fmla="*/ 78 w 78"/>
                  <a:gd name="T1" fmla="*/ 0 h 19"/>
                  <a:gd name="T2" fmla="*/ 55 w 78"/>
                  <a:gd name="T3" fmla="*/ 0 h 19"/>
                  <a:gd name="T4" fmla="*/ 54 w 78"/>
                  <a:gd name="T5" fmla="*/ 1 h 19"/>
                  <a:gd name="T6" fmla="*/ 49 w 78"/>
                  <a:gd name="T7" fmla="*/ 19 h 19"/>
                  <a:gd name="T8" fmla="*/ 73 w 78"/>
                  <a:gd name="T9" fmla="*/ 19 h 19"/>
                  <a:gd name="T10" fmla="*/ 76 w 78"/>
                  <a:gd name="T11" fmla="*/ 6 h 19"/>
                  <a:gd name="T12" fmla="*/ 76 w 78"/>
                  <a:gd name="T13" fmla="*/ 2 h 19"/>
                  <a:gd name="T14" fmla="*/ 78 w 78"/>
                  <a:gd name="T15" fmla="*/ 0 h 19"/>
                  <a:gd name="T16" fmla="*/ 17 w 78"/>
                  <a:gd name="T17" fmla="*/ 0 h 19"/>
                  <a:gd name="T18" fmla="*/ 0 w 78"/>
                  <a:gd name="T19" fmla="*/ 0 h 19"/>
                  <a:gd name="T20" fmla="*/ 1 w 78"/>
                  <a:gd name="T21" fmla="*/ 7 h 19"/>
                  <a:gd name="T22" fmla="*/ 2 w 78"/>
                  <a:gd name="T23" fmla="*/ 17 h 19"/>
                  <a:gd name="T24" fmla="*/ 2 w 78"/>
                  <a:gd name="T25" fmla="*/ 19 h 19"/>
                  <a:gd name="T26" fmla="*/ 19 w 78"/>
                  <a:gd name="T27" fmla="*/ 19 h 19"/>
                  <a:gd name="T28" fmla="*/ 20 w 78"/>
                  <a:gd name="T29" fmla="*/ 10 h 19"/>
                  <a:gd name="T30" fmla="*/ 17 w 78"/>
                  <a:gd name="T31" fmla="*/ 5 h 19"/>
                  <a:gd name="T32" fmla="*/ 17 w 7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 h="19">
                    <a:moveTo>
                      <a:pt x="78" y="0"/>
                    </a:moveTo>
                    <a:cubicBezTo>
                      <a:pt x="55" y="0"/>
                      <a:pt x="55" y="0"/>
                      <a:pt x="55" y="0"/>
                    </a:cubicBezTo>
                    <a:cubicBezTo>
                      <a:pt x="55" y="1"/>
                      <a:pt x="54" y="1"/>
                      <a:pt x="54" y="1"/>
                    </a:cubicBezTo>
                    <a:cubicBezTo>
                      <a:pt x="52" y="1"/>
                      <a:pt x="51" y="12"/>
                      <a:pt x="49" y="19"/>
                    </a:cubicBezTo>
                    <a:cubicBezTo>
                      <a:pt x="73" y="19"/>
                      <a:pt x="73" y="19"/>
                      <a:pt x="73" y="19"/>
                    </a:cubicBezTo>
                    <a:cubicBezTo>
                      <a:pt x="74" y="13"/>
                      <a:pt x="75" y="8"/>
                      <a:pt x="76" y="6"/>
                    </a:cubicBezTo>
                    <a:cubicBezTo>
                      <a:pt x="77" y="3"/>
                      <a:pt x="75" y="4"/>
                      <a:pt x="76" y="2"/>
                    </a:cubicBezTo>
                    <a:cubicBezTo>
                      <a:pt x="77" y="2"/>
                      <a:pt x="77" y="1"/>
                      <a:pt x="78" y="0"/>
                    </a:cubicBezTo>
                    <a:close/>
                    <a:moveTo>
                      <a:pt x="17" y="0"/>
                    </a:moveTo>
                    <a:cubicBezTo>
                      <a:pt x="0" y="0"/>
                      <a:pt x="0" y="0"/>
                      <a:pt x="0" y="0"/>
                    </a:cubicBezTo>
                    <a:cubicBezTo>
                      <a:pt x="2" y="3"/>
                      <a:pt x="2" y="5"/>
                      <a:pt x="1" y="7"/>
                    </a:cubicBezTo>
                    <a:cubicBezTo>
                      <a:pt x="1" y="10"/>
                      <a:pt x="2" y="12"/>
                      <a:pt x="2" y="17"/>
                    </a:cubicBezTo>
                    <a:cubicBezTo>
                      <a:pt x="2" y="18"/>
                      <a:pt x="2" y="18"/>
                      <a:pt x="2" y="19"/>
                    </a:cubicBezTo>
                    <a:cubicBezTo>
                      <a:pt x="19" y="19"/>
                      <a:pt x="19" y="19"/>
                      <a:pt x="19" y="19"/>
                    </a:cubicBezTo>
                    <a:cubicBezTo>
                      <a:pt x="20" y="16"/>
                      <a:pt x="20" y="15"/>
                      <a:pt x="20" y="10"/>
                    </a:cubicBezTo>
                    <a:cubicBezTo>
                      <a:pt x="20" y="5"/>
                      <a:pt x="18" y="4"/>
                      <a:pt x="17" y="5"/>
                    </a:cubicBezTo>
                    <a:cubicBezTo>
                      <a:pt x="16" y="5"/>
                      <a:pt x="17" y="3"/>
                      <a:pt x="17" y="0"/>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8" name="Freeform 346"/>
              <p:cNvSpPr>
                <a:spLocks noEditPoints="1"/>
              </p:cNvSpPr>
              <p:nvPr/>
            </p:nvSpPr>
            <p:spPr bwMode="auto">
              <a:xfrm>
                <a:off x="2098" y="1213"/>
                <a:ext cx="145" cy="35"/>
              </a:xfrm>
              <a:custGeom>
                <a:avLst/>
                <a:gdLst>
                  <a:gd name="T0" fmla="*/ 76 w 76"/>
                  <a:gd name="T1" fmla="*/ 0 h 18"/>
                  <a:gd name="T2" fmla="*/ 52 w 76"/>
                  <a:gd name="T3" fmla="*/ 0 h 18"/>
                  <a:gd name="T4" fmla="*/ 48 w 76"/>
                  <a:gd name="T5" fmla="*/ 18 h 18"/>
                  <a:gd name="T6" fmla="*/ 71 w 76"/>
                  <a:gd name="T7" fmla="*/ 18 h 18"/>
                  <a:gd name="T8" fmla="*/ 75 w 76"/>
                  <a:gd name="T9" fmla="*/ 4 h 18"/>
                  <a:gd name="T10" fmla="*/ 75 w 76"/>
                  <a:gd name="T11" fmla="*/ 0 h 18"/>
                  <a:gd name="T12" fmla="*/ 76 w 76"/>
                  <a:gd name="T13" fmla="*/ 0 h 18"/>
                  <a:gd name="T14" fmla="*/ 16 w 76"/>
                  <a:gd name="T15" fmla="*/ 0 h 18"/>
                  <a:gd name="T16" fmla="*/ 0 w 76"/>
                  <a:gd name="T17" fmla="*/ 0 h 18"/>
                  <a:gd name="T18" fmla="*/ 0 w 76"/>
                  <a:gd name="T19" fmla="*/ 5 h 18"/>
                  <a:gd name="T20" fmla="*/ 1 w 76"/>
                  <a:gd name="T21" fmla="*/ 15 h 18"/>
                  <a:gd name="T22" fmla="*/ 1 w 76"/>
                  <a:gd name="T23" fmla="*/ 18 h 18"/>
                  <a:gd name="T24" fmla="*/ 17 w 76"/>
                  <a:gd name="T25" fmla="*/ 18 h 18"/>
                  <a:gd name="T26" fmla="*/ 19 w 76"/>
                  <a:gd name="T27" fmla="*/ 8 h 18"/>
                  <a:gd name="T28" fmla="*/ 16 w 76"/>
                  <a:gd name="T29" fmla="*/ 3 h 18"/>
                  <a:gd name="T30" fmla="*/ 16 w 76"/>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18">
                    <a:moveTo>
                      <a:pt x="76" y="0"/>
                    </a:moveTo>
                    <a:cubicBezTo>
                      <a:pt x="52" y="0"/>
                      <a:pt x="52" y="0"/>
                      <a:pt x="52" y="0"/>
                    </a:cubicBezTo>
                    <a:cubicBezTo>
                      <a:pt x="50" y="2"/>
                      <a:pt x="49" y="12"/>
                      <a:pt x="48" y="18"/>
                    </a:cubicBezTo>
                    <a:cubicBezTo>
                      <a:pt x="71" y="18"/>
                      <a:pt x="71" y="18"/>
                      <a:pt x="71" y="18"/>
                    </a:cubicBezTo>
                    <a:cubicBezTo>
                      <a:pt x="73" y="12"/>
                      <a:pt x="74" y="6"/>
                      <a:pt x="75" y="4"/>
                    </a:cubicBezTo>
                    <a:cubicBezTo>
                      <a:pt x="76" y="1"/>
                      <a:pt x="74" y="2"/>
                      <a:pt x="75" y="0"/>
                    </a:cubicBezTo>
                    <a:cubicBezTo>
                      <a:pt x="76" y="0"/>
                      <a:pt x="76" y="0"/>
                      <a:pt x="76" y="0"/>
                    </a:cubicBezTo>
                    <a:close/>
                    <a:moveTo>
                      <a:pt x="16" y="0"/>
                    </a:moveTo>
                    <a:cubicBezTo>
                      <a:pt x="0" y="0"/>
                      <a:pt x="0" y="0"/>
                      <a:pt x="0" y="0"/>
                    </a:cubicBezTo>
                    <a:cubicBezTo>
                      <a:pt x="1" y="2"/>
                      <a:pt x="1" y="3"/>
                      <a:pt x="0" y="5"/>
                    </a:cubicBezTo>
                    <a:cubicBezTo>
                      <a:pt x="0" y="8"/>
                      <a:pt x="1" y="10"/>
                      <a:pt x="1" y="15"/>
                    </a:cubicBezTo>
                    <a:cubicBezTo>
                      <a:pt x="1" y="16"/>
                      <a:pt x="1" y="17"/>
                      <a:pt x="1" y="18"/>
                    </a:cubicBezTo>
                    <a:cubicBezTo>
                      <a:pt x="17" y="18"/>
                      <a:pt x="17" y="18"/>
                      <a:pt x="17" y="18"/>
                    </a:cubicBezTo>
                    <a:cubicBezTo>
                      <a:pt x="19" y="15"/>
                      <a:pt x="19" y="13"/>
                      <a:pt x="19" y="8"/>
                    </a:cubicBezTo>
                    <a:cubicBezTo>
                      <a:pt x="19" y="3"/>
                      <a:pt x="17" y="2"/>
                      <a:pt x="16" y="3"/>
                    </a:cubicBezTo>
                    <a:cubicBezTo>
                      <a:pt x="15" y="3"/>
                      <a:pt x="15" y="2"/>
                      <a:pt x="16" y="0"/>
                    </a:cubicBezTo>
                    <a:close/>
                  </a:path>
                </a:pathLst>
              </a:custGeom>
              <a:solidFill>
                <a:srgbClr val="EA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19" name="Freeform 347"/>
              <p:cNvSpPr>
                <a:spLocks noEditPoints="1"/>
              </p:cNvSpPr>
              <p:nvPr/>
            </p:nvSpPr>
            <p:spPr bwMode="auto">
              <a:xfrm>
                <a:off x="2098" y="1215"/>
                <a:ext cx="145" cy="35"/>
              </a:xfrm>
              <a:custGeom>
                <a:avLst/>
                <a:gdLst>
                  <a:gd name="T0" fmla="*/ 75 w 76"/>
                  <a:gd name="T1" fmla="*/ 0 h 18"/>
                  <a:gd name="T2" fmla="*/ 51 w 76"/>
                  <a:gd name="T3" fmla="*/ 0 h 18"/>
                  <a:gd name="T4" fmla="*/ 48 w 76"/>
                  <a:gd name="T5" fmla="*/ 17 h 18"/>
                  <a:gd name="T6" fmla="*/ 48 w 76"/>
                  <a:gd name="T7" fmla="*/ 18 h 18"/>
                  <a:gd name="T8" fmla="*/ 71 w 76"/>
                  <a:gd name="T9" fmla="*/ 18 h 18"/>
                  <a:gd name="T10" fmla="*/ 75 w 76"/>
                  <a:gd name="T11" fmla="*/ 3 h 18"/>
                  <a:gd name="T12" fmla="*/ 75 w 76"/>
                  <a:gd name="T13" fmla="*/ 0 h 18"/>
                  <a:gd name="T14" fmla="*/ 16 w 76"/>
                  <a:gd name="T15" fmla="*/ 0 h 18"/>
                  <a:gd name="T16" fmla="*/ 0 w 76"/>
                  <a:gd name="T17" fmla="*/ 0 h 18"/>
                  <a:gd name="T18" fmla="*/ 0 w 76"/>
                  <a:gd name="T19" fmla="*/ 4 h 18"/>
                  <a:gd name="T20" fmla="*/ 1 w 76"/>
                  <a:gd name="T21" fmla="*/ 14 h 18"/>
                  <a:gd name="T22" fmla="*/ 0 w 76"/>
                  <a:gd name="T23" fmla="*/ 18 h 18"/>
                  <a:gd name="T24" fmla="*/ 16 w 76"/>
                  <a:gd name="T25" fmla="*/ 18 h 18"/>
                  <a:gd name="T26" fmla="*/ 17 w 76"/>
                  <a:gd name="T27" fmla="*/ 17 h 18"/>
                  <a:gd name="T28" fmla="*/ 19 w 76"/>
                  <a:gd name="T29" fmla="*/ 7 h 18"/>
                  <a:gd name="T30" fmla="*/ 16 w 76"/>
                  <a:gd name="T31" fmla="*/ 2 h 18"/>
                  <a:gd name="T32" fmla="*/ 16 w 76"/>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6" h="18">
                    <a:moveTo>
                      <a:pt x="75" y="0"/>
                    </a:moveTo>
                    <a:cubicBezTo>
                      <a:pt x="51" y="0"/>
                      <a:pt x="51" y="0"/>
                      <a:pt x="51" y="0"/>
                    </a:cubicBezTo>
                    <a:cubicBezTo>
                      <a:pt x="50" y="4"/>
                      <a:pt x="49" y="12"/>
                      <a:pt x="48" y="17"/>
                    </a:cubicBezTo>
                    <a:cubicBezTo>
                      <a:pt x="48" y="18"/>
                      <a:pt x="48" y="18"/>
                      <a:pt x="48" y="18"/>
                    </a:cubicBezTo>
                    <a:cubicBezTo>
                      <a:pt x="71" y="18"/>
                      <a:pt x="71" y="18"/>
                      <a:pt x="71" y="18"/>
                    </a:cubicBezTo>
                    <a:cubicBezTo>
                      <a:pt x="72" y="12"/>
                      <a:pt x="74" y="5"/>
                      <a:pt x="75" y="3"/>
                    </a:cubicBezTo>
                    <a:cubicBezTo>
                      <a:pt x="76" y="1"/>
                      <a:pt x="74" y="1"/>
                      <a:pt x="75" y="0"/>
                    </a:cubicBezTo>
                    <a:close/>
                    <a:moveTo>
                      <a:pt x="16" y="0"/>
                    </a:moveTo>
                    <a:cubicBezTo>
                      <a:pt x="0" y="0"/>
                      <a:pt x="0" y="0"/>
                      <a:pt x="0" y="0"/>
                    </a:cubicBezTo>
                    <a:cubicBezTo>
                      <a:pt x="1" y="1"/>
                      <a:pt x="1" y="3"/>
                      <a:pt x="0" y="4"/>
                    </a:cubicBezTo>
                    <a:cubicBezTo>
                      <a:pt x="0" y="7"/>
                      <a:pt x="1" y="9"/>
                      <a:pt x="1" y="14"/>
                    </a:cubicBezTo>
                    <a:cubicBezTo>
                      <a:pt x="1" y="15"/>
                      <a:pt x="1" y="17"/>
                      <a:pt x="0" y="18"/>
                    </a:cubicBezTo>
                    <a:cubicBezTo>
                      <a:pt x="16" y="18"/>
                      <a:pt x="16" y="18"/>
                      <a:pt x="16" y="18"/>
                    </a:cubicBezTo>
                    <a:cubicBezTo>
                      <a:pt x="16" y="18"/>
                      <a:pt x="17" y="17"/>
                      <a:pt x="17" y="17"/>
                    </a:cubicBezTo>
                    <a:cubicBezTo>
                      <a:pt x="19" y="14"/>
                      <a:pt x="19" y="12"/>
                      <a:pt x="19" y="7"/>
                    </a:cubicBezTo>
                    <a:cubicBezTo>
                      <a:pt x="19" y="2"/>
                      <a:pt x="17" y="1"/>
                      <a:pt x="16" y="2"/>
                    </a:cubicBezTo>
                    <a:cubicBezTo>
                      <a:pt x="15" y="2"/>
                      <a:pt x="15" y="1"/>
                      <a:pt x="16"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0" name="Freeform 348"/>
              <p:cNvSpPr>
                <a:spLocks noEditPoints="1"/>
              </p:cNvSpPr>
              <p:nvPr/>
            </p:nvSpPr>
            <p:spPr bwMode="auto">
              <a:xfrm>
                <a:off x="2098" y="1217"/>
                <a:ext cx="143" cy="34"/>
              </a:xfrm>
              <a:custGeom>
                <a:avLst/>
                <a:gdLst>
                  <a:gd name="T0" fmla="*/ 75 w 75"/>
                  <a:gd name="T1" fmla="*/ 0 h 18"/>
                  <a:gd name="T2" fmla="*/ 51 w 75"/>
                  <a:gd name="T3" fmla="*/ 0 h 18"/>
                  <a:gd name="T4" fmla="*/ 48 w 75"/>
                  <a:gd name="T5" fmla="*/ 16 h 18"/>
                  <a:gd name="T6" fmla="*/ 48 w 75"/>
                  <a:gd name="T7" fmla="*/ 18 h 18"/>
                  <a:gd name="T8" fmla="*/ 71 w 75"/>
                  <a:gd name="T9" fmla="*/ 18 h 18"/>
                  <a:gd name="T10" fmla="*/ 75 w 75"/>
                  <a:gd name="T11" fmla="*/ 2 h 18"/>
                  <a:gd name="T12" fmla="*/ 75 w 75"/>
                  <a:gd name="T13" fmla="*/ 0 h 18"/>
                  <a:gd name="T14" fmla="*/ 15 w 75"/>
                  <a:gd name="T15" fmla="*/ 0 h 18"/>
                  <a:gd name="T16" fmla="*/ 1 w 75"/>
                  <a:gd name="T17" fmla="*/ 0 h 18"/>
                  <a:gd name="T18" fmla="*/ 0 w 75"/>
                  <a:gd name="T19" fmla="*/ 3 h 18"/>
                  <a:gd name="T20" fmla="*/ 1 w 75"/>
                  <a:gd name="T21" fmla="*/ 13 h 18"/>
                  <a:gd name="T22" fmla="*/ 0 w 75"/>
                  <a:gd name="T23" fmla="*/ 18 h 18"/>
                  <a:gd name="T24" fmla="*/ 16 w 75"/>
                  <a:gd name="T25" fmla="*/ 18 h 18"/>
                  <a:gd name="T26" fmla="*/ 17 w 75"/>
                  <a:gd name="T27" fmla="*/ 16 h 18"/>
                  <a:gd name="T28" fmla="*/ 19 w 75"/>
                  <a:gd name="T29" fmla="*/ 6 h 18"/>
                  <a:gd name="T30" fmla="*/ 16 w 75"/>
                  <a:gd name="T31" fmla="*/ 1 h 18"/>
                  <a:gd name="T32" fmla="*/ 15 w 75"/>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18">
                    <a:moveTo>
                      <a:pt x="75" y="0"/>
                    </a:moveTo>
                    <a:cubicBezTo>
                      <a:pt x="51" y="0"/>
                      <a:pt x="51" y="0"/>
                      <a:pt x="51" y="0"/>
                    </a:cubicBezTo>
                    <a:cubicBezTo>
                      <a:pt x="50" y="4"/>
                      <a:pt x="49" y="12"/>
                      <a:pt x="48" y="16"/>
                    </a:cubicBezTo>
                    <a:cubicBezTo>
                      <a:pt x="48" y="17"/>
                      <a:pt x="48" y="18"/>
                      <a:pt x="48" y="18"/>
                    </a:cubicBezTo>
                    <a:cubicBezTo>
                      <a:pt x="71" y="18"/>
                      <a:pt x="71" y="18"/>
                      <a:pt x="71" y="18"/>
                    </a:cubicBezTo>
                    <a:cubicBezTo>
                      <a:pt x="72" y="12"/>
                      <a:pt x="74" y="4"/>
                      <a:pt x="75" y="2"/>
                    </a:cubicBezTo>
                    <a:cubicBezTo>
                      <a:pt x="75" y="1"/>
                      <a:pt x="75" y="1"/>
                      <a:pt x="75" y="0"/>
                    </a:cubicBezTo>
                    <a:close/>
                    <a:moveTo>
                      <a:pt x="15" y="0"/>
                    </a:moveTo>
                    <a:cubicBezTo>
                      <a:pt x="1" y="0"/>
                      <a:pt x="1" y="0"/>
                      <a:pt x="1" y="0"/>
                    </a:cubicBezTo>
                    <a:cubicBezTo>
                      <a:pt x="1" y="1"/>
                      <a:pt x="1" y="2"/>
                      <a:pt x="0" y="3"/>
                    </a:cubicBezTo>
                    <a:cubicBezTo>
                      <a:pt x="0" y="6"/>
                      <a:pt x="1" y="8"/>
                      <a:pt x="1" y="13"/>
                    </a:cubicBezTo>
                    <a:cubicBezTo>
                      <a:pt x="1" y="15"/>
                      <a:pt x="1" y="17"/>
                      <a:pt x="0" y="18"/>
                    </a:cubicBezTo>
                    <a:cubicBezTo>
                      <a:pt x="16" y="18"/>
                      <a:pt x="16" y="18"/>
                      <a:pt x="16" y="18"/>
                    </a:cubicBezTo>
                    <a:cubicBezTo>
                      <a:pt x="16" y="18"/>
                      <a:pt x="16" y="17"/>
                      <a:pt x="17" y="16"/>
                    </a:cubicBezTo>
                    <a:cubicBezTo>
                      <a:pt x="19" y="13"/>
                      <a:pt x="19" y="11"/>
                      <a:pt x="19" y="6"/>
                    </a:cubicBezTo>
                    <a:cubicBezTo>
                      <a:pt x="19" y="1"/>
                      <a:pt x="17" y="0"/>
                      <a:pt x="16" y="1"/>
                    </a:cubicBezTo>
                    <a:cubicBezTo>
                      <a:pt x="15" y="1"/>
                      <a:pt x="15" y="1"/>
                      <a:pt x="15" y="0"/>
                    </a:cubicBez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1" name="Freeform 349"/>
              <p:cNvSpPr>
                <a:spLocks noEditPoints="1"/>
              </p:cNvSpPr>
              <p:nvPr/>
            </p:nvSpPr>
            <p:spPr bwMode="auto">
              <a:xfrm>
                <a:off x="2096" y="1219"/>
                <a:ext cx="145" cy="36"/>
              </a:xfrm>
              <a:custGeom>
                <a:avLst/>
                <a:gdLst>
                  <a:gd name="T0" fmla="*/ 76 w 76"/>
                  <a:gd name="T1" fmla="*/ 0 h 19"/>
                  <a:gd name="T2" fmla="*/ 52 w 76"/>
                  <a:gd name="T3" fmla="*/ 0 h 19"/>
                  <a:gd name="T4" fmla="*/ 49 w 76"/>
                  <a:gd name="T5" fmla="*/ 15 h 19"/>
                  <a:gd name="T6" fmla="*/ 48 w 76"/>
                  <a:gd name="T7" fmla="*/ 19 h 19"/>
                  <a:gd name="T8" fmla="*/ 72 w 76"/>
                  <a:gd name="T9" fmla="*/ 19 h 19"/>
                  <a:gd name="T10" fmla="*/ 76 w 76"/>
                  <a:gd name="T11" fmla="*/ 1 h 19"/>
                  <a:gd name="T12" fmla="*/ 76 w 76"/>
                  <a:gd name="T13" fmla="*/ 0 h 19"/>
                  <a:gd name="T14" fmla="*/ 19 w 76"/>
                  <a:gd name="T15" fmla="*/ 0 h 19"/>
                  <a:gd name="T16" fmla="*/ 2 w 76"/>
                  <a:gd name="T17" fmla="*/ 0 h 19"/>
                  <a:gd name="T18" fmla="*/ 1 w 76"/>
                  <a:gd name="T19" fmla="*/ 2 h 19"/>
                  <a:gd name="T20" fmla="*/ 2 w 76"/>
                  <a:gd name="T21" fmla="*/ 12 h 19"/>
                  <a:gd name="T22" fmla="*/ 0 w 76"/>
                  <a:gd name="T23" fmla="*/ 19 h 19"/>
                  <a:gd name="T24" fmla="*/ 17 w 76"/>
                  <a:gd name="T25" fmla="*/ 19 h 19"/>
                  <a:gd name="T26" fmla="*/ 18 w 76"/>
                  <a:gd name="T27" fmla="*/ 15 h 19"/>
                  <a:gd name="T28" fmla="*/ 20 w 76"/>
                  <a:gd name="T29" fmla="*/ 5 h 19"/>
                  <a:gd name="T30" fmla="*/ 19 w 76"/>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19">
                    <a:moveTo>
                      <a:pt x="76" y="0"/>
                    </a:moveTo>
                    <a:cubicBezTo>
                      <a:pt x="52" y="0"/>
                      <a:pt x="52" y="0"/>
                      <a:pt x="52" y="0"/>
                    </a:cubicBezTo>
                    <a:cubicBezTo>
                      <a:pt x="51" y="5"/>
                      <a:pt x="50" y="11"/>
                      <a:pt x="49" y="15"/>
                    </a:cubicBezTo>
                    <a:cubicBezTo>
                      <a:pt x="49" y="16"/>
                      <a:pt x="49" y="17"/>
                      <a:pt x="48" y="19"/>
                    </a:cubicBezTo>
                    <a:cubicBezTo>
                      <a:pt x="72" y="19"/>
                      <a:pt x="72" y="19"/>
                      <a:pt x="72" y="19"/>
                    </a:cubicBezTo>
                    <a:cubicBezTo>
                      <a:pt x="73" y="12"/>
                      <a:pt x="75" y="3"/>
                      <a:pt x="76" y="1"/>
                    </a:cubicBezTo>
                    <a:cubicBezTo>
                      <a:pt x="76" y="1"/>
                      <a:pt x="76" y="1"/>
                      <a:pt x="76" y="0"/>
                    </a:cubicBezTo>
                    <a:close/>
                    <a:moveTo>
                      <a:pt x="19" y="0"/>
                    </a:moveTo>
                    <a:cubicBezTo>
                      <a:pt x="2" y="0"/>
                      <a:pt x="2" y="0"/>
                      <a:pt x="2" y="0"/>
                    </a:cubicBezTo>
                    <a:cubicBezTo>
                      <a:pt x="2" y="1"/>
                      <a:pt x="2" y="2"/>
                      <a:pt x="1" y="2"/>
                    </a:cubicBezTo>
                    <a:cubicBezTo>
                      <a:pt x="1" y="5"/>
                      <a:pt x="2" y="7"/>
                      <a:pt x="2" y="12"/>
                    </a:cubicBezTo>
                    <a:cubicBezTo>
                      <a:pt x="2" y="14"/>
                      <a:pt x="1" y="16"/>
                      <a:pt x="0" y="19"/>
                    </a:cubicBezTo>
                    <a:cubicBezTo>
                      <a:pt x="17" y="19"/>
                      <a:pt x="17" y="19"/>
                      <a:pt x="17" y="19"/>
                    </a:cubicBezTo>
                    <a:cubicBezTo>
                      <a:pt x="17" y="17"/>
                      <a:pt x="17" y="16"/>
                      <a:pt x="18" y="15"/>
                    </a:cubicBezTo>
                    <a:cubicBezTo>
                      <a:pt x="20" y="12"/>
                      <a:pt x="20" y="10"/>
                      <a:pt x="20" y="5"/>
                    </a:cubicBezTo>
                    <a:cubicBezTo>
                      <a:pt x="20" y="3"/>
                      <a:pt x="19" y="1"/>
                      <a:pt x="19" y="0"/>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2" name="Freeform 350"/>
              <p:cNvSpPr>
                <a:spLocks noEditPoints="1"/>
              </p:cNvSpPr>
              <p:nvPr/>
            </p:nvSpPr>
            <p:spPr bwMode="auto">
              <a:xfrm>
                <a:off x="2094" y="1223"/>
                <a:ext cx="147" cy="34"/>
              </a:xfrm>
              <a:custGeom>
                <a:avLst/>
                <a:gdLst>
                  <a:gd name="T0" fmla="*/ 77 w 77"/>
                  <a:gd name="T1" fmla="*/ 0 h 18"/>
                  <a:gd name="T2" fmla="*/ 52 w 77"/>
                  <a:gd name="T3" fmla="*/ 0 h 18"/>
                  <a:gd name="T4" fmla="*/ 50 w 77"/>
                  <a:gd name="T5" fmla="*/ 13 h 18"/>
                  <a:gd name="T6" fmla="*/ 49 w 77"/>
                  <a:gd name="T7" fmla="*/ 18 h 18"/>
                  <a:gd name="T8" fmla="*/ 72 w 77"/>
                  <a:gd name="T9" fmla="*/ 18 h 18"/>
                  <a:gd name="T10" fmla="*/ 77 w 77"/>
                  <a:gd name="T11" fmla="*/ 0 h 18"/>
                  <a:gd name="T12" fmla="*/ 20 w 77"/>
                  <a:gd name="T13" fmla="*/ 0 h 18"/>
                  <a:gd name="T14" fmla="*/ 3 w 77"/>
                  <a:gd name="T15" fmla="*/ 0 h 18"/>
                  <a:gd name="T16" fmla="*/ 2 w 77"/>
                  <a:gd name="T17" fmla="*/ 0 h 18"/>
                  <a:gd name="T18" fmla="*/ 3 w 77"/>
                  <a:gd name="T19" fmla="*/ 10 h 18"/>
                  <a:gd name="T20" fmla="*/ 0 w 77"/>
                  <a:gd name="T21" fmla="*/ 18 h 18"/>
                  <a:gd name="T22" fmla="*/ 17 w 77"/>
                  <a:gd name="T23" fmla="*/ 18 h 18"/>
                  <a:gd name="T24" fmla="*/ 19 w 77"/>
                  <a:gd name="T25" fmla="*/ 13 h 18"/>
                  <a:gd name="T26" fmla="*/ 21 w 77"/>
                  <a:gd name="T27" fmla="*/ 3 h 18"/>
                  <a:gd name="T28" fmla="*/ 20 w 77"/>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8">
                    <a:moveTo>
                      <a:pt x="77" y="0"/>
                    </a:moveTo>
                    <a:cubicBezTo>
                      <a:pt x="52" y="0"/>
                      <a:pt x="52" y="0"/>
                      <a:pt x="52" y="0"/>
                    </a:cubicBezTo>
                    <a:cubicBezTo>
                      <a:pt x="52" y="4"/>
                      <a:pt x="51" y="10"/>
                      <a:pt x="50" y="13"/>
                    </a:cubicBezTo>
                    <a:cubicBezTo>
                      <a:pt x="50" y="14"/>
                      <a:pt x="49" y="16"/>
                      <a:pt x="49" y="18"/>
                    </a:cubicBezTo>
                    <a:cubicBezTo>
                      <a:pt x="72" y="18"/>
                      <a:pt x="72" y="18"/>
                      <a:pt x="72" y="18"/>
                    </a:cubicBezTo>
                    <a:cubicBezTo>
                      <a:pt x="74" y="11"/>
                      <a:pt x="76" y="2"/>
                      <a:pt x="77" y="0"/>
                    </a:cubicBezTo>
                    <a:close/>
                    <a:moveTo>
                      <a:pt x="20" y="0"/>
                    </a:moveTo>
                    <a:cubicBezTo>
                      <a:pt x="3" y="0"/>
                      <a:pt x="3" y="0"/>
                      <a:pt x="3" y="0"/>
                    </a:cubicBezTo>
                    <a:cubicBezTo>
                      <a:pt x="3" y="0"/>
                      <a:pt x="2" y="0"/>
                      <a:pt x="2" y="0"/>
                    </a:cubicBezTo>
                    <a:cubicBezTo>
                      <a:pt x="2" y="3"/>
                      <a:pt x="3" y="5"/>
                      <a:pt x="3" y="10"/>
                    </a:cubicBezTo>
                    <a:cubicBezTo>
                      <a:pt x="3" y="12"/>
                      <a:pt x="2" y="15"/>
                      <a:pt x="0" y="18"/>
                    </a:cubicBezTo>
                    <a:cubicBezTo>
                      <a:pt x="17" y="18"/>
                      <a:pt x="17" y="18"/>
                      <a:pt x="17" y="18"/>
                    </a:cubicBezTo>
                    <a:cubicBezTo>
                      <a:pt x="18" y="16"/>
                      <a:pt x="18" y="14"/>
                      <a:pt x="19" y="13"/>
                    </a:cubicBezTo>
                    <a:cubicBezTo>
                      <a:pt x="21" y="10"/>
                      <a:pt x="21" y="8"/>
                      <a:pt x="21" y="3"/>
                    </a:cubicBezTo>
                    <a:cubicBezTo>
                      <a:pt x="21" y="2"/>
                      <a:pt x="20" y="1"/>
                      <a:pt x="20"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3" name="Freeform 351"/>
              <p:cNvSpPr>
                <a:spLocks noEditPoints="1"/>
              </p:cNvSpPr>
              <p:nvPr/>
            </p:nvSpPr>
            <p:spPr bwMode="auto">
              <a:xfrm>
                <a:off x="2094" y="1225"/>
                <a:ext cx="145" cy="34"/>
              </a:xfrm>
              <a:custGeom>
                <a:avLst/>
                <a:gdLst>
                  <a:gd name="T0" fmla="*/ 76 w 76"/>
                  <a:gd name="T1" fmla="*/ 0 h 18"/>
                  <a:gd name="T2" fmla="*/ 52 w 76"/>
                  <a:gd name="T3" fmla="*/ 0 h 18"/>
                  <a:gd name="T4" fmla="*/ 50 w 76"/>
                  <a:gd name="T5" fmla="*/ 12 h 18"/>
                  <a:gd name="T6" fmla="*/ 49 w 76"/>
                  <a:gd name="T7" fmla="*/ 18 h 18"/>
                  <a:gd name="T8" fmla="*/ 72 w 76"/>
                  <a:gd name="T9" fmla="*/ 18 h 18"/>
                  <a:gd name="T10" fmla="*/ 76 w 76"/>
                  <a:gd name="T11" fmla="*/ 0 h 18"/>
                  <a:gd name="T12" fmla="*/ 20 w 76"/>
                  <a:gd name="T13" fmla="*/ 0 h 18"/>
                  <a:gd name="T14" fmla="*/ 2 w 76"/>
                  <a:gd name="T15" fmla="*/ 0 h 18"/>
                  <a:gd name="T16" fmla="*/ 3 w 76"/>
                  <a:gd name="T17" fmla="*/ 9 h 18"/>
                  <a:gd name="T18" fmla="*/ 0 w 76"/>
                  <a:gd name="T19" fmla="*/ 18 h 18"/>
                  <a:gd name="T20" fmla="*/ 17 w 76"/>
                  <a:gd name="T21" fmla="*/ 18 h 18"/>
                  <a:gd name="T22" fmla="*/ 19 w 76"/>
                  <a:gd name="T23" fmla="*/ 12 h 18"/>
                  <a:gd name="T24" fmla="*/ 21 w 76"/>
                  <a:gd name="T25" fmla="*/ 2 h 18"/>
                  <a:gd name="T26" fmla="*/ 20 w 76"/>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6" h="18">
                    <a:moveTo>
                      <a:pt x="76" y="0"/>
                    </a:moveTo>
                    <a:cubicBezTo>
                      <a:pt x="52" y="0"/>
                      <a:pt x="52" y="0"/>
                      <a:pt x="52" y="0"/>
                    </a:cubicBezTo>
                    <a:cubicBezTo>
                      <a:pt x="51" y="4"/>
                      <a:pt x="51" y="9"/>
                      <a:pt x="50" y="12"/>
                    </a:cubicBezTo>
                    <a:cubicBezTo>
                      <a:pt x="50" y="13"/>
                      <a:pt x="49" y="16"/>
                      <a:pt x="49" y="18"/>
                    </a:cubicBezTo>
                    <a:cubicBezTo>
                      <a:pt x="72" y="18"/>
                      <a:pt x="72" y="18"/>
                      <a:pt x="72" y="18"/>
                    </a:cubicBezTo>
                    <a:cubicBezTo>
                      <a:pt x="73" y="12"/>
                      <a:pt x="75" y="4"/>
                      <a:pt x="76" y="0"/>
                    </a:cubicBezTo>
                    <a:close/>
                    <a:moveTo>
                      <a:pt x="20" y="0"/>
                    </a:moveTo>
                    <a:cubicBezTo>
                      <a:pt x="2" y="0"/>
                      <a:pt x="2" y="0"/>
                      <a:pt x="2" y="0"/>
                    </a:cubicBezTo>
                    <a:cubicBezTo>
                      <a:pt x="2" y="2"/>
                      <a:pt x="3" y="5"/>
                      <a:pt x="3" y="9"/>
                    </a:cubicBezTo>
                    <a:cubicBezTo>
                      <a:pt x="3" y="12"/>
                      <a:pt x="1" y="15"/>
                      <a:pt x="0" y="18"/>
                    </a:cubicBezTo>
                    <a:cubicBezTo>
                      <a:pt x="17" y="18"/>
                      <a:pt x="17" y="18"/>
                      <a:pt x="17" y="18"/>
                    </a:cubicBezTo>
                    <a:cubicBezTo>
                      <a:pt x="17" y="16"/>
                      <a:pt x="18" y="14"/>
                      <a:pt x="19" y="12"/>
                    </a:cubicBezTo>
                    <a:cubicBezTo>
                      <a:pt x="21" y="9"/>
                      <a:pt x="21" y="7"/>
                      <a:pt x="21" y="2"/>
                    </a:cubicBezTo>
                    <a:cubicBezTo>
                      <a:pt x="21" y="1"/>
                      <a:pt x="20" y="1"/>
                      <a:pt x="20"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4" name="Freeform 352"/>
              <p:cNvSpPr>
                <a:spLocks noEditPoints="1"/>
              </p:cNvSpPr>
              <p:nvPr/>
            </p:nvSpPr>
            <p:spPr bwMode="auto">
              <a:xfrm>
                <a:off x="2092" y="1227"/>
                <a:ext cx="147" cy="36"/>
              </a:xfrm>
              <a:custGeom>
                <a:avLst/>
                <a:gdLst>
                  <a:gd name="T0" fmla="*/ 77 w 77"/>
                  <a:gd name="T1" fmla="*/ 0 h 19"/>
                  <a:gd name="T2" fmla="*/ 53 w 77"/>
                  <a:gd name="T3" fmla="*/ 0 h 19"/>
                  <a:gd name="T4" fmla="*/ 51 w 77"/>
                  <a:gd name="T5" fmla="*/ 11 h 19"/>
                  <a:gd name="T6" fmla="*/ 49 w 77"/>
                  <a:gd name="T7" fmla="*/ 19 h 19"/>
                  <a:gd name="T8" fmla="*/ 73 w 77"/>
                  <a:gd name="T9" fmla="*/ 19 h 19"/>
                  <a:gd name="T10" fmla="*/ 77 w 77"/>
                  <a:gd name="T11" fmla="*/ 0 h 19"/>
                  <a:gd name="T12" fmla="*/ 21 w 77"/>
                  <a:gd name="T13" fmla="*/ 0 h 19"/>
                  <a:gd name="T14" fmla="*/ 3 w 77"/>
                  <a:gd name="T15" fmla="*/ 0 h 19"/>
                  <a:gd name="T16" fmla="*/ 4 w 77"/>
                  <a:gd name="T17" fmla="*/ 8 h 19"/>
                  <a:gd name="T18" fmla="*/ 0 w 77"/>
                  <a:gd name="T19" fmla="*/ 19 h 19"/>
                  <a:gd name="T20" fmla="*/ 18 w 77"/>
                  <a:gd name="T21" fmla="*/ 19 h 19"/>
                  <a:gd name="T22" fmla="*/ 20 w 77"/>
                  <a:gd name="T23" fmla="*/ 11 h 19"/>
                  <a:gd name="T24" fmla="*/ 22 w 77"/>
                  <a:gd name="T25" fmla="*/ 1 h 19"/>
                  <a:gd name="T26" fmla="*/ 21 w 77"/>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9">
                    <a:moveTo>
                      <a:pt x="77" y="0"/>
                    </a:moveTo>
                    <a:cubicBezTo>
                      <a:pt x="53" y="0"/>
                      <a:pt x="53" y="0"/>
                      <a:pt x="53" y="0"/>
                    </a:cubicBezTo>
                    <a:cubicBezTo>
                      <a:pt x="52" y="4"/>
                      <a:pt x="52" y="8"/>
                      <a:pt x="51" y="11"/>
                    </a:cubicBezTo>
                    <a:cubicBezTo>
                      <a:pt x="51" y="13"/>
                      <a:pt x="50" y="15"/>
                      <a:pt x="49" y="19"/>
                    </a:cubicBezTo>
                    <a:cubicBezTo>
                      <a:pt x="73" y="19"/>
                      <a:pt x="73" y="19"/>
                      <a:pt x="73" y="19"/>
                    </a:cubicBezTo>
                    <a:cubicBezTo>
                      <a:pt x="74" y="13"/>
                      <a:pt x="76" y="5"/>
                      <a:pt x="77" y="0"/>
                    </a:cubicBezTo>
                    <a:close/>
                    <a:moveTo>
                      <a:pt x="21" y="0"/>
                    </a:moveTo>
                    <a:cubicBezTo>
                      <a:pt x="3" y="0"/>
                      <a:pt x="3" y="0"/>
                      <a:pt x="3" y="0"/>
                    </a:cubicBezTo>
                    <a:cubicBezTo>
                      <a:pt x="3" y="2"/>
                      <a:pt x="4" y="5"/>
                      <a:pt x="4" y="8"/>
                    </a:cubicBezTo>
                    <a:cubicBezTo>
                      <a:pt x="4" y="11"/>
                      <a:pt x="2" y="15"/>
                      <a:pt x="0" y="19"/>
                    </a:cubicBezTo>
                    <a:cubicBezTo>
                      <a:pt x="18" y="19"/>
                      <a:pt x="18" y="19"/>
                      <a:pt x="18" y="19"/>
                    </a:cubicBezTo>
                    <a:cubicBezTo>
                      <a:pt x="18" y="16"/>
                      <a:pt x="19" y="13"/>
                      <a:pt x="20" y="11"/>
                    </a:cubicBezTo>
                    <a:cubicBezTo>
                      <a:pt x="22" y="8"/>
                      <a:pt x="22" y="6"/>
                      <a:pt x="22" y="1"/>
                    </a:cubicBezTo>
                    <a:cubicBezTo>
                      <a:pt x="22" y="1"/>
                      <a:pt x="22" y="1"/>
                      <a:pt x="21" y="0"/>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5" name="Freeform 353"/>
              <p:cNvSpPr>
                <a:spLocks noEditPoints="1"/>
              </p:cNvSpPr>
              <p:nvPr/>
            </p:nvSpPr>
            <p:spPr bwMode="auto">
              <a:xfrm>
                <a:off x="2092" y="1230"/>
                <a:ext cx="147" cy="35"/>
              </a:xfrm>
              <a:custGeom>
                <a:avLst/>
                <a:gdLst>
                  <a:gd name="T0" fmla="*/ 77 w 77"/>
                  <a:gd name="T1" fmla="*/ 0 h 18"/>
                  <a:gd name="T2" fmla="*/ 53 w 77"/>
                  <a:gd name="T3" fmla="*/ 0 h 18"/>
                  <a:gd name="T4" fmla="*/ 51 w 77"/>
                  <a:gd name="T5" fmla="*/ 9 h 18"/>
                  <a:gd name="T6" fmla="*/ 49 w 77"/>
                  <a:gd name="T7" fmla="*/ 18 h 18"/>
                  <a:gd name="T8" fmla="*/ 73 w 77"/>
                  <a:gd name="T9" fmla="*/ 18 h 18"/>
                  <a:gd name="T10" fmla="*/ 77 w 77"/>
                  <a:gd name="T11" fmla="*/ 0 h 18"/>
                  <a:gd name="T12" fmla="*/ 22 w 77"/>
                  <a:gd name="T13" fmla="*/ 0 h 18"/>
                  <a:gd name="T14" fmla="*/ 3 w 77"/>
                  <a:gd name="T15" fmla="*/ 0 h 18"/>
                  <a:gd name="T16" fmla="*/ 4 w 77"/>
                  <a:gd name="T17" fmla="*/ 6 h 18"/>
                  <a:gd name="T18" fmla="*/ 0 w 77"/>
                  <a:gd name="T19" fmla="*/ 18 h 18"/>
                  <a:gd name="T20" fmla="*/ 18 w 77"/>
                  <a:gd name="T21" fmla="*/ 18 h 18"/>
                  <a:gd name="T22" fmla="*/ 20 w 77"/>
                  <a:gd name="T23" fmla="*/ 9 h 18"/>
                  <a:gd name="T24" fmla="*/ 22 w 7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18">
                    <a:moveTo>
                      <a:pt x="77" y="0"/>
                    </a:moveTo>
                    <a:cubicBezTo>
                      <a:pt x="53" y="0"/>
                      <a:pt x="53" y="0"/>
                      <a:pt x="53" y="0"/>
                    </a:cubicBezTo>
                    <a:cubicBezTo>
                      <a:pt x="52" y="3"/>
                      <a:pt x="52" y="7"/>
                      <a:pt x="51" y="9"/>
                    </a:cubicBezTo>
                    <a:cubicBezTo>
                      <a:pt x="51" y="11"/>
                      <a:pt x="50" y="14"/>
                      <a:pt x="49" y="18"/>
                    </a:cubicBezTo>
                    <a:cubicBezTo>
                      <a:pt x="73" y="18"/>
                      <a:pt x="73" y="18"/>
                      <a:pt x="73" y="18"/>
                    </a:cubicBezTo>
                    <a:cubicBezTo>
                      <a:pt x="74" y="12"/>
                      <a:pt x="75" y="4"/>
                      <a:pt x="77" y="0"/>
                    </a:cubicBezTo>
                    <a:close/>
                    <a:moveTo>
                      <a:pt x="22" y="0"/>
                    </a:moveTo>
                    <a:cubicBezTo>
                      <a:pt x="3" y="0"/>
                      <a:pt x="3" y="0"/>
                      <a:pt x="3" y="0"/>
                    </a:cubicBezTo>
                    <a:cubicBezTo>
                      <a:pt x="4" y="1"/>
                      <a:pt x="4" y="3"/>
                      <a:pt x="4" y="6"/>
                    </a:cubicBezTo>
                    <a:cubicBezTo>
                      <a:pt x="4" y="9"/>
                      <a:pt x="2" y="14"/>
                      <a:pt x="0" y="18"/>
                    </a:cubicBezTo>
                    <a:cubicBezTo>
                      <a:pt x="18" y="18"/>
                      <a:pt x="18" y="18"/>
                      <a:pt x="18" y="18"/>
                    </a:cubicBezTo>
                    <a:cubicBezTo>
                      <a:pt x="18" y="14"/>
                      <a:pt x="18" y="11"/>
                      <a:pt x="20" y="9"/>
                    </a:cubicBezTo>
                    <a:cubicBezTo>
                      <a:pt x="22" y="6"/>
                      <a:pt x="22" y="4"/>
                      <a:pt x="22" y="0"/>
                    </a:cubicBez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6" name="Freeform 354"/>
              <p:cNvSpPr>
                <a:spLocks noEditPoints="1"/>
              </p:cNvSpPr>
              <p:nvPr/>
            </p:nvSpPr>
            <p:spPr bwMode="auto">
              <a:xfrm>
                <a:off x="2090" y="1232"/>
                <a:ext cx="147" cy="35"/>
              </a:xfrm>
              <a:custGeom>
                <a:avLst/>
                <a:gdLst>
                  <a:gd name="T0" fmla="*/ 77 w 77"/>
                  <a:gd name="T1" fmla="*/ 0 h 18"/>
                  <a:gd name="T2" fmla="*/ 53 w 77"/>
                  <a:gd name="T3" fmla="*/ 0 h 18"/>
                  <a:gd name="T4" fmla="*/ 52 w 77"/>
                  <a:gd name="T5" fmla="*/ 8 h 18"/>
                  <a:gd name="T6" fmla="*/ 50 w 77"/>
                  <a:gd name="T7" fmla="*/ 18 h 18"/>
                  <a:gd name="T8" fmla="*/ 73 w 77"/>
                  <a:gd name="T9" fmla="*/ 18 h 18"/>
                  <a:gd name="T10" fmla="*/ 77 w 77"/>
                  <a:gd name="T11" fmla="*/ 0 h 18"/>
                  <a:gd name="T12" fmla="*/ 23 w 77"/>
                  <a:gd name="T13" fmla="*/ 0 h 18"/>
                  <a:gd name="T14" fmla="*/ 5 w 77"/>
                  <a:gd name="T15" fmla="*/ 0 h 18"/>
                  <a:gd name="T16" fmla="*/ 5 w 77"/>
                  <a:gd name="T17" fmla="*/ 5 h 18"/>
                  <a:gd name="T18" fmla="*/ 0 w 77"/>
                  <a:gd name="T19" fmla="*/ 18 h 18"/>
                  <a:gd name="T20" fmla="*/ 19 w 77"/>
                  <a:gd name="T21" fmla="*/ 18 h 18"/>
                  <a:gd name="T22" fmla="*/ 21 w 77"/>
                  <a:gd name="T23" fmla="*/ 8 h 18"/>
                  <a:gd name="T24" fmla="*/ 23 w 7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18">
                    <a:moveTo>
                      <a:pt x="77" y="0"/>
                    </a:moveTo>
                    <a:cubicBezTo>
                      <a:pt x="53" y="0"/>
                      <a:pt x="53" y="0"/>
                      <a:pt x="53" y="0"/>
                    </a:cubicBezTo>
                    <a:cubicBezTo>
                      <a:pt x="53" y="3"/>
                      <a:pt x="52" y="6"/>
                      <a:pt x="52" y="8"/>
                    </a:cubicBezTo>
                    <a:cubicBezTo>
                      <a:pt x="52" y="10"/>
                      <a:pt x="51" y="14"/>
                      <a:pt x="50" y="18"/>
                    </a:cubicBezTo>
                    <a:cubicBezTo>
                      <a:pt x="73" y="18"/>
                      <a:pt x="73" y="18"/>
                      <a:pt x="73" y="18"/>
                    </a:cubicBezTo>
                    <a:cubicBezTo>
                      <a:pt x="74" y="13"/>
                      <a:pt x="76" y="5"/>
                      <a:pt x="77" y="0"/>
                    </a:cubicBezTo>
                    <a:close/>
                    <a:moveTo>
                      <a:pt x="23" y="0"/>
                    </a:moveTo>
                    <a:cubicBezTo>
                      <a:pt x="5" y="0"/>
                      <a:pt x="5" y="0"/>
                      <a:pt x="5" y="0"/>
                    </a:cubicBezTo>
                    <a:cubicBezTo>
                      <a:pt x="5" y="1"/>
                      <a:pt x="5" y="3"/>
                      <a:pt x="5" y="5"/>
                    </a:cubicBezTo>
                    <a:cubicBezTo>
                      <a:pt x="5" y="9"/>
                      <a:pt x="2" y="13"/>
                      <a:pt x="0" y="18"/>
                    </a:cubicBezTo>
                    <a:cubicBezTo>
                      <a:pt x="19" y="18"/>
                      <a:pt x="19" y="18"/>
                      <a:pt x="19" y="18"/>
                    </a:cubicBezTo>
                    <a:cubicBezTo>
                      <a:pt x="19" y="14"/>
                      <a:pt x="19" y="10"/>
                      <a:pt x="21" y="8"/>
                    </a:cubicBezTo>
                    <a:cubicBezTo>
                      <a:pt x="23" y="5"/>
                      <a:pt x="23" y="4"/>
                      <a:pt x="23" y="0"/>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7" name="Freeform 355"/>
              <p:cNvSpPr>
                <a:spLocks noEditPoints="1"/>
              </p:cNvSpPr>
              <p:nvPr/>
            </p:nvSpPr>
            <p:spPr bwMode="auto">
              <a:xfrm>
                <a:off x="2090" y="1234"/>
                <a:ext cx="147" cy="35"/>
              </a:xfrm>
              <a:custGeom>
                <a:avLst/>
                <a:gdLst>
                  <a:gd name="T0" fmla="*/ 77 w 77"/>
                  <a:gd name="T1" fmla="*/ 0 h 18"/>
                  <a:gd name="T2" fmla="*/ 53 w 77"/>
                  <a:gd name="T3" fmla="*/ 0 h 18"/>
                  <a:gd name="T4" fmla="*/ 52 w 77"/>
                  <a:gd name="T5" fmla="*/ 7 h 18"/>
                  <a:gd name="T6" fmla="*/ 50 w 77"/>
                  <a:gd name="T7" fmla="*/ 18 h 18"/>
                  <a:gd name="T8" fmla="*/ 73 w 77"/>
                  <a:gd name="T9" fmla="*/ 18 h 18"/>
                  <a:gd name="T10" fmla="*/ 77 w 77"/>
                  <a:gd name="T11" fmla="*/ 0 h 18"/>
                  <a:gd name="T12" fmla="*/ 23 w 77"/>
                  <a:gd name="T13" fmla="*/ 0 h 18"/>
                  <a:gd name="T14" fmla="*/ 5 w 77"/>
                  <a:gd name="T15" fmla="*/ 0 h 18"/>
                  <a:gd name="T16" fmla="*/ 5 w 77"/>
                  <a:gd name="T17" fmla="*/ 4 h 18"/>
                  <a:gd name="T18" fmla="*/ 0 w 77"/>
                  <a:gd name="T19" fmla="*/ 18 h 18"/>
                  <a:gd name="T20" fmla="*/ 20 w 77"/>
                  <a:gd name="T21" fmla="*/ 18 h 18"/>
                  <a:gd name="T22" fmla="*/ 21 w 77"/>
                  <a:gd name="T23" fmla="*/ 7 h 18"/>
                  <a:gd name="T24" fmla="*/ 23 w 7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18">
                    <a:moveTo>
                      <a:pt x="77" y="0"/>
                    </a:moveTo>
                    <a:cubicBezTo>
                      <a:pt x="53" y="0"/>
                      <a:pt x="53" y="0"/>
                      <a:pt x="53" y="0"/>
                    </a:cubicBezTo>
                    <a:cubicBezTo>
                      <a:pt x="53" y="3"/>
                      <a:pt x="52" y="5"/>
                      <a:pt x="52" y="7"/>
                    </a:cubicBezTo>
                    <a:cubicBezTo>
                      <a:pt x="52" y="9"/>
                      <a:pt x="51" y="13"/>
                      <a:pt x="50" y="18"/>
                    </a:cubicBezTo>
                    <a:cubicBezTo>
                      <a:pt x="73" y="18"/>
                      <a:pt x="73" y="18"/>
                      <a:pt x="73" y="18"/>
                    </a:cubicBezTo>
                    <a:cubicBezTo>
                      <a:pt x="74" y="14"/>
                      <a:pt x="76" y="6"/>
                      <a:pt x="77" y="0"/>
                    </a:cubicBezTo>
                    <a:close/>
                    <a:moveTo>
                      <a:pt x="23" y="0"/>
                    </a:moveTo>
                    <a:cubicBezTo>
                      <a:pt x="5" y="0"/>
                      <a:pt x="5" y="0"/>
                      <a:pt x="5" y="0"/>
                    </a:cubicBezTo>
                    <a:cubicBezTo>
                      <a:pt x="5" y="1"/>
                      <a:pt x="5" y="3"/>
                      <a:pt x="5" y="4"/>
                    </a:cubicBezTo>
                    <a:cubicBezTo>
                      <a:pt x="5" y="8"/>
                      <a:pt x="1" y="13"/>
                      <a:pt x="0" y="18"/>
                    </a:cubicBezTo>
                    <a:cubicBezTo>
                      <a:pt x="20" y="18"/>
                      <a:pt x="20" y="18"/>
                      <a:pt x="20" y="18"/>
                    </a:cubicBezTo>
                    <a:cubicBezTo>
                      <a:pt x="19" y="14"/>
                      <a:pt x="19" y="10"/>
                      <a:pt x="21" y="7"/>
                    </a:cubicBezTo>
                    <a:cubicBezTo>
                      <a:pt x="23" y="5"/>
                      <a:pt x="23" y="3"/>
                      <a:pt x="23"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8" name="Freeform 356"/>
              <p:cNvSpPr>
                <a:spLocks noEditPoints="1"/>
              </p:cNvSpPr>
              <p:nvPr/>
            </p:nvSpPr>
            <p:spPr bwMode="auto">
              <a:xfrm>
                <a:off x="2088" y="1236"/>
                <a:ext cx="149" cy="37"/>
              </a:xfrm>
              <a:custGeom>
                <a:avLst/>
                <a:gdLst>
                  <a:gd name="T0" fmla="*/ 78 w 78"/>
                  <a:gd name="T1" fmla="*/ 0 h 19"/>
                  <a:gd name="T2" fmla="*/ 54 w 78"/>
                  <a:gd name="T3" fmla="*/ 0 h 19"/>
                  <a:gd name="T4" fmla="*/ 53 w 78"/>
                  <a:gd name="T5" fmla="*/ 6 h 19"/>
                  <a:gd name="T6" fmla="*/ 50 w 78"/>
                  <a:gd name="T7" fmla="*/ 19 h 19"/>
                  <a:gd name="T8" fmla="*/ 74 w 78"/>
                  <a:gd name="T9" fmla="*/ 19 h 19"/>
                  <a:gd name="T10" fmla="*/ 78 w 78"/>
                  <a:gd name="T11" fmla="*/ 0 h 19"/>
                  <a:gd name="T12" fmla="*/ 24 w 78"/>
                  <a:gd name="T13" fmla="*/ 0 h 19"/>
                  <a:gd name="T14" fmla="*/ 6 w 78"/>
                  <a:gd name="T15" fmla="*/ 0 h 19"/>
                  <a:gd name="T16" fmla="*/ 6 w 78"/>
                  <a:gd name="T17" fmla="*/ 3 h 19"/>
                  <a:gd name="T18" fmla="*/ 0 w 78"/>
                  <a:gd name="T19" fmla="*/ 19 h 19"/>
                  <a:gd name="T20" fmla="*/ 21 w 78"/>
                  <a:gd name="T21" fmla="*/ 19 h 19"/>
                  <a:gd name="T22" fmla="*/ 22 w 78"/>
                  <a:gd name="T23" fmla="*/ 6 h 19"/>
                  <a:gd name="T24" fmla="*/ 24 w 78"/>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19">
                    <a:moveTo>
                      <a:pt x="78" y="0"/>
                    </a:moveTo>
                    <a:cubicBezTo>
                      <a:pt x="54" y="0"/>
                      <a:pt x="54" y="0"/>
                      <a:pt x="54" y="0"/>
                    </a:cubicBezTo>
                    <a:cubicBezTo>
                      <a:pt x="54" y="3"/>
                      <a:pt x="53" y="5"/>
                      <a:pt x="53" y="6"/>
                    </a:cubicBezTo>
                    <a:cubicBezTo>
                      <a:pt x="53" y="8"/>
                      <a:pt x="52" y="13"/>
                      <a:pt x="50" y="19"/>
                    </a:cubicBezTo>
                    <a:cubicBezTo>
                      <a:pt x="74" y="19"/>
                      <a:pt x="74" y="19"/>
                      <a:pt x="74" y="19"/>
                    </a:cubicBezTo>
                    <a:cubicBezTo>
                      <a:pt x="75" y="15"/>
                      <a:pt x="76" y="7"/>
                      <a:pt x="78" y="0"/>
                    </a:cubicBezTo>
                    <a:close/>
                    <a:moveTo>
                      <a:pt x="24" y="0"/>
                    </a:moveTo>
                    <a:cubicBezTo>
                      <a:pt x="6" y="0"/>
                      <a:pt x="6" y="0"/>
                      <a:pt x="6" y="0"/>
                    </a:cubicBezTo>
                    <a:cubicBezTo>
                      <a:pt x="6" y="1"/>
                      <a:pt x="6" y="2"/>
                      <a:pt x="6" y="3"/>
                    </a:cubicBezTo>
                    <a:cubicBezTo>
                      <a:pt x="6" y="7"/>
                      <a:pt x="2" y="13"/>
                      <a:pt x="0" y="19"/>
                    </a:cubicBezTo>
                    <a:cubicBezTo>
                      <a:pt x="21" y="19"/>
                      <a:pt x="21" y="19"/>
                      <a:pt x="21" y="19"/>
                    </a:cubicBezTo>
                    <a:cubicBezTo>
                      <a:pt x="20" y="14"/>
                      <a:pt x="20" y="9"/>
                      <a:pt x="22" y="6"/>
                    </a:cubicBezTo>
                    <a:cubicBezTo>
                      <a:pt x="24" y="4"/>
                      <a:pt x="24" y="3"/>
                      <a:pt x="24" y="0"/>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29" name="Freeform 357"/>
              <p:cNvSpPr>
                <a:spLocks noEditPoints="1"/>
              </p:cNvSpPr>
              <p:nvPr/>
            </p:nvSpPr>
            <p:spPr bwMode="auto">
              <a:xfrm>
                <a:off x="2088" y="1240"/>
                <a:ext cx="148" cy="34"/>
              </a:xfrm>
              <a:custGeom>
                <a:avLst/>
                <a:gdLst>
                  <a:gd name="T0" fmla="*/ 77 w 77"/>
                  <a:gd name="T1" fmla="*/ 0 h 18"/>
                  <a:gd name="T2" fmla="*/ 54 w 77"/>
                  <a:gd name="T3" fmla="*/ 0 h 18"/>
                  <a:gd name="T4" fmla="*/ 53 w 77"/>
                  <a:gd name="T5" fmla="*/ 4 h 18"/>
                  <a:gd name="T6" fmla="*/ 50 w 77"/>
                  <a:gd name="T7" fmla="*/ 18 h 18"/>
                  <a:gd name="T8" fmla="*/ 74 w 77"/>
                  <a:gd name="T9" fmla="*/ 18 h 18"/>
                  <a:gd name="T10" fmla="*/ 74 w 77"/>
                  <a:gd name="T11" fmla="*/ 17 h 18"/>
                  <a:gd name="T12" fmla="*/ 77 w 77"/>
                  <a:gd name="T13" fmla="*/ 0 h 18"/>
                  <a:gd name="T14" fmla="*/ 24 w 77"/>
                  <a:gd name="T15" fmla="*/ 0 h 18"/>
                  <a:gd name="T16" fmla="*/ 6 w 77"/>
                  <a:gd name="T17" fmla="*/ 0 h 18"/>
                  <a:gd name="T18" fmla="*/ 6 w 77"/>
                  <a:gd name="T19" fmla="*/ 1 h 18"/>
                  <a:gd name="T20" fmla="*/ 0 w 77"/>
                  <a:gd name="T21" fmla="*/ 18 h 18"/>
                  <a:gd name="T22" fmla="*/ 21 w 77"/>
                  <a:gd name="T23" fmla="*/ 18 h 18"/>
                  <a:gd name="T24" fmla="*/ 21 w 77"/>
                  <a:gd name="T25" fmla="*/ 17 h 18"/>
                  <a:gd name="T26" fmla="*/ 22 w 77"/>
                  <a:gd name="T27" fmla="*/ 4 h 18"/>
                  <a:gd name="T28" fmla="*/ 24 w 77"/>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8">
                    <a:moveTo>
                      <a:pt x="77" y="0"/>
                    </a:moveTo>
                    <a:cubicBezTo>
                      <a:pt x="54" y="0"/>
                      <a:pt x="54" y="0"/>
                      <a:pt x="54" y="0"/>
                    </a:cubicBezTo>
                    <a:cubicBezTo>
                      <a:pt x="54" y="1"/>
                      <a:pt x="53" y="3"/>
                      <a:pt x="53" y="4"/>
                    </a:cubicBezTo>
                    <a:cubicBezTo>
                      <a:pt x="53" y="6"/>
                      <a:pt x="51" y="12"/>
                      <a:pt x="50" y="18"/>
                    </a:cubicBezTo>
                    <a:cubicBezTo>
                      <a:pt x="74" y="18"/>
                      <a:pt x="74" y="18"/>
                      <a:pt x="74" y="18"/>
                    </a:cubicBezTo>
                    <a:cubicBezTo>
                      <a:pt x="74" y="17"/>
                      <a:pt x="74" y="17"/>
                      <a:pt x="74" y="17"/>
                    </a:cubicBezTo>
                    <a:cubicBezTo>
                      <a:pt x="74" y="14"/>
                      <a:pt x="76" y="6"/>
                      <a:pt x="77" y="0"/>
                    </a:cubicBezTo>
                    <a:close/>
                    <a:moveTo>
                      <a:pt x="24" y="0"/>
                    </a:moveTo>
                    <a:cubicBezTo>
                      <a:pt x="6" y="0"/>
                      <a:pt x="6" y="0"/>
                      <a:pt x="6" y="0"/>
                    </a:cubicBezTo>
                    <a:cubicBezTo>
                      <a:pt x="6" y="0"/>
                      <a:pt x="6" y="1"/>
                      <a:pt x="6" y="1"/>
                    </a:cubicBezTo>
                    <a:cubicBezTo>
                      <a:pt x="6" y="6"/>
                      <a:pt x="1" y="12"/>
                      <a:pt x="0" y="18"/>
                    </a:cubicBezTo>
                    <a:cubicBezTo>
                      <a:pt x="21" y="18"/>
                      <a:pt x="21" y="18"/>
                      <a:pt x="21" y="18"/>
                    </a:cubicBezTo>
                    <a:cubicBezTo>
                      <a:pt x="21" y="18"/>
                      <a:pt x="21" y="17"/>
                      <a:pt x="21" y="17"/>
                    </a:cubicBezTo>
                    <a:cubicBezTo>
                      <a:pt x="20" y="13"/>
                      <a:pt x="20" y="7"/>
                      <a:pt x="22" y="4"/>
                    </a:cubicBezTo>
                    <a:cubicBezTo>
                      <a:pt x="23" y="2"/>
                      <a:pt x="24" y="1"/>
                      <a:pt x="24"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0" name="Freeform 358"/>
              <p:cNvSpPr>
                <a:spLocks noEditPoints="1"/>
              </p:cNvSpPr>
              <p:nvPr/>
            </p:nvSpPr>
            <p:spPr bwMode="auto">
              <a:xfrm>
                <a:off x="2088" y="1242"/>
                <a:ext cx="148" cy="34"/>
              </a:xfrm>
              <a:custGeom>
                <a:avLst/>
                <a:gdLst>
                  <a:gd name="T0" fmla="*/ 77 w 77"/>
                  <a:gd name="T1" fmla="*/ 0 h 18"/>
                  <a:gd name="T2" fmla="*/ 54 w 77"/>
                  <a:gd name="T3" fmla="*/ 0 h 18"/>
                  <a:gd name="T4" fmla="*/ 53 w 77"/>
                  <a:gd name="T5" fmla="*/ 3 h 18"/>
                  <a:gd name="T6" fmla="*/ 50 w 77"/>
                  <a:gd name="T7" fmla="*/ 18 h 18"/>
                  <a:gd name="T8" fmla="*/ 74 w 77"/>
                  <a:gd name="T9" fmla="*/ 18 h 18"/>
                  <a:gd name="T10" fmla="*/ 74 w 77"/>
                  <a:gd name="T11" fmla="*/ 16 h 18"/>
                  <a:gd name="T12" fmla="*/ 77 w 77"/>
                  <a:gd name="T13" fmla="*/ 0 h 18"/>
                  <a:gd name="T14" fmla="*/ 23 w 77"/>
                  <a:gd name="T15" fmla="*/ 0 h 18"/>
                  <a:gd name="T16" fmla="*/ 6 w 77"/>
                  <a:gd name="T17" fmla="*/ 0 h 18"/>
                  <a:gd name="T18" fmla="*/ 6 w 77"/>
                  <a:gd name="T19" fmla="*/ 0 h 18"/>
                  <a:gd name="T20" fmla="*/ 0 w 77"/>
                  <a:gd name="T21" fmla="*/ 18 h 18"/>
                  <a:gd name="T22" fmla="*/ 21 w 77"/>
                  <a:gd name="T23" fmla="*/ 18 h 18"/>
                  <a:gd name="T24" fmla="*/ 21 w 77"/>
                  <a:gd name="T25" fmla="*/ 16 h 18"/>
                  <a:gd name="T26" fmla="*/ 22 w 77"/>
                  <a:gd name="T27" fmla="*/ 3 h 18"/>
                  <a:gd name="T28" fmla="*/ 23 w 77"/>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8">
                    <a:moveTo>
                      <a:pt x="77" y="0"/>
                    </a:moveTo>
                    <a:cubicBezTo>
                      <a:pt x="54" y="0"/>
                      <a:pt x="54" y="0"/>
                      <a:pt x="54" y="0"/>
                    </a:cubicBezTo>
                    <a:cubicBezTo>
                      <a:pt x="53" y="1"/>
                      <a:pt x="53" y="2"/>
                      <a:pt x="53" y="3"/>
                    </a:cubicBezTo>
                    <a:cubicBezTo>
                      <a:pt x="53" y="6"/>
                      <a:pt x="51" y="11"/>
                      <a:pt x="50" y="18"/>
                    </a:cubicBezTo>
                    <a:cubicBezTo>
                      <a:pt x="74" y="18"/>
                      <a:pt x="74" y="18"/>
                      <a:pt x="74" y="18"/>
                    </a:cubicBezTo>
                    <a:cubicBezTo>
                      <a:pt x="74" y="18"/>
                      <a:pt x="74" y="17"/>
                      <a:pt x="74" y="16"/>
                    </a:cubicBezTo>
                    <a:cubicBezTo>
                      <a:pt x="74" y="13"/>
                      <a:pt x="76" y="6"/>
                      <a:pt x="77" y="0"/>
                    </a:cubicBezTo>
                    <a:close/>
                    <a:moveTo>
                      <a:pt x="23" y="0"/>
                    </a:moveTo>
                    <a:cubicBezTo>
                      <a:pt x="6" y="0"/>
                      <a:pt x="6" y="0"/>
                      <a:pt x="6" y="0"/>
                    </a:cubicBezTo>
                    <a:cubicBezTo>
                      <a:pt x="6" y="0"/>
                      <a:pt x="6" y="0"/>
                      <a:pt x="6" y="0"/>
                    </a:cubicBezTo>
                    <a:cubicBezTo>
                      <a:pt x="6" y="5"/>
                      <a:pt x="0" y="12"/>
                      <a:pt x="0" y="18"/>
                    </a:cubicBezTo>
                    <a:cubicBezTo>
                      <a:pt x="21" y="18"/>
                      <a:pt x="21" y="18"/>
                      <a:pt x="21" y="18"/>
                    </a:cubicBezTo>
                    <a:cubicBezTo>
                      <a:pt x="21" y="18"/>
                      <a:pt x="21" y="17"/>
                      <a:pt x="21" y="16"/>
                    </a:cubicBezTo>
                    <a:cubicBezTo>
                      <a:pt x="20" y="12"/>
                      <a:pt x="20" y="6"/>
                      <a:pt x="22" y="3"/>
                    </a:cubicBezTo>
                    <a:cubicBezTo>
                      <a:pt x="23" y="2"/>
                      <a:pt x="23" y="1"/>
                      <a:pt x="23"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1" name="Freeform 359"/>
              <p:cNvSpPr>
                <a:spLocks noEditPoints="1"/>
              </p:cNvSpPr>
              <p:nvPr/>
            </p:nvSpPr>
            <p:spPr bwMode="auto">
              <a:xfrm>
                <a:off x="2088" y="1244"/>
                <a:ext cx="148" cy="36"/>
              </a:xfrm>
              <a:custGeom>
                <a:avLst/>
                <a:gdLst>
                  <a:gd name="T0" fmla="*/ 77 w 77"/>
                  <a:gd name="T1" fmla="*/ 0 h 19"/>
                  <a:gd name="T2" fmla="*/ 53 w 77"/>
                  <a:gd name="T3" fmla="*/ 0 h 19"/>
                  <a:gd name="T4" fmla="*/ 53 w 77"/>
                  <a:gd name="T5" fmla="*/ 2 h 19"/>
                  <a:gd name="T6" fmla="*/ 49 w 77"/>
                  <a:gd name="T7" fmla="*/ 19 h 19"/>
                  <a:gd name="T8" fmla="*/ 74 w 77"/>
                  <a:gd name="T9" fmla="*/ 19 h 19"/>
                  <a:gd name="T10" fmla="*/ 74 w 77"/>
                  <a:gd name="T11" fmla="*/ 15 h 19"/>
                  <a:gd name="T12" fmla="*/ 77 w 77"/>
                  <a:gd name="T13" fmla="*/ 0 h 19"/>
                  <a:gd name="T14" fmla="*/ 23 w 77"/>
                  <a:gd name="T15" fmla="*/ 0 h 19"/>
                  <a:gd name="T16" fmla="*/ 6 w 77"/>
                  <a:gd name="T17" fmla="*/ 0 h 19"/>
                  <a:gd name="T18" fmla="*/ 0 w 77"/>
                  <a:gd name="T19" fmla="*/ 17 h 19"/>
                  <a:gd name="T20" fmla="*/ 0 w 77"/>
                  <a:gd name="T21" fmla="*/ 19 h 19"/>
                  <a:gd name="T22" fmla="*/ 21 w 77"/>
                  <a:gd name="T23" fmla="*/ 19 h 19"/>
                  <a:gd name="T24" fmla="*/ 21 w 77"/>
                  <a:gd name="T25" fmla="*/ 15 h 19"/>
                  <a:gd name="T26" fmla="*/ 22 w 77"/>
                  <a:gd name="T27" fmla="*/ 2 h 19"/>
                  <a:gd name="T28" fmla="*/ 23 w 77"/>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9">
                    <a:moveTo>
                      <a:pt x="77" y="0"/>
                    </a:moveTo>
                    <a:cubicBezTo>
                      <a:pt x="53" y="0"/>
                      <a:pt x="53" y="0"/>
                      <a:pt x="53" y="0"/>
                    </a:cubicBezTo>
                    <a:cubicBezTo>
                      <a:pt x="53" y="1"/>
                      <a:pt x="53" y="2"/>
                      <a:pt x="53" y="2"/>
                    </a:cubicBezTo>
                    <a:cubicBezTo>
                      <a:pt x="52" y="5"/>
                      <a:pt x="51" y="11"/>
                      <a:pt x="49" y="19"/>
                    </a:cubicBezTo>
                    <a:cubicBezTo>
                      <a:pt x="74" y="19"/>
                      <a:pt x="74" y="19"/>
                      <a:pt x="74" y="19"/>
                    </a:cubicBezTo>
                    <a:cubicBezTo>
                      <a:pt x="74" y="17"/>
                      <a:pt x="74" y="16"/>
                      <a:pt x="74" y="15"/>
                    </a:cubicBezTo>
                    <a:cubicBezTo>
                      <a:pt x="74" y="12"/>
                      <a:pt x="75" y="6"/>
                      <a:pt x="77" y="0"/>
                    </a:cubicBezTo>
                    <a:close/>
                    <a:moveTo>
                      <a:pt x="23" y="0"/>
                    </a:moveTo>
                    <a:cubicBezTo>
                      <a:pt x="6" y="0"/>
                      <a:pt x="6" y="0"/>
                      <a:pt x="6" y="0"/>
                    </a:cubicBezTo>
                    <a:cubicBezTo>
                      <a:pt x="5" y="5"/>
                      <a:pt x="0" y="11"/>
                      <a:pt x="0" y="17"/>
                    </a:cubicBezTo>
                    <a:cubicBezTo>
                      <a:pt x="0" y="19"/>
                      <a:pt x="0" y="19"/>
                      <a:pt x="0" y="19"/>
                    </a:cubicBezTo>
                    <a:cubicBezTo>
                      <a:pt x="21" y="19"/>
                      <a:pt x="21" y="19"/>
                      <a:pt x="21" y="19"/>
                    </a:cubicBezTo>
                    <a:cubicBezTo>
                      <a:pt x="21" y="17"/>
                      <a:pt x="21" y="16"/>
                      <a:pt x="21" y="15"/>
                    </a:cubicBezTo>
                    <a:cubicBezTo>
                      <a:pt x="20" y="11"/>
                      <a:pt x="20" y="5"/>
                      <a:pt x="22" y="2"/>
                    </a:cubicBezTo>
                    <a:cubicBezTo>
                      <a:pt x="22" y="1"/>
                      <a:pt x="23" y="1"/>
                      <a:pt x="23"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2" name="Freeform 360"/>
              <p:cNvSpPr>
                <a:spLocks noEditPoints="1"/>
              </p:cNvSpPr>
              <p:nvPr/>
            </p:nvSpPr>
            <p:spPr bwMode="auto">
              <a:xfrm>
                <a:off x="2088" y="1248"/>
                <a:ext cx="146" cy="34"/>
              </a:xfrm>
              <a:custGeom>
                <a:avLst/>
                <a:gdLst>
                  <a:gd name="T0" fmla="*/ 76 w 76"/>
                  <a:gd name="T1" fmla="*/ 0 h 18"/>
                  <a:gd name="T2" fmla="*/ 53 w 76"/>
                  <a:gd name="T3" fmla="*/ 0 h 18"/>
                  <a:gd name="T4" fmla="*/ 53 w 76"/>
                  <a:gd name="T5" fmla="*/ 0 h 18"/>
                  <a:gd name="T6" fmla="*/ 49 w 76"/>
                  <a:gd name="T7" fmla="*/ 18 h 18"/>
                  <a:gd name="T8" fmla="*/ 74 w 76"/>
                  <a:gd name="T9" fmla="*/ 18 h 18"/>
                  <a:gd name="T10" fmla="*/ 74 w 76"/>
                  <a:gd name="T11" fmla="*/ 13 h 18"/>
                  <a:gd name="T12" fmla="*/ 76 w 76"/>
                  <a:gd name="T13" fmla="*/ 0 h 18"/>
                  <a:gd name="T14" fmla="*/ 22 w 76"/>
                  <a:gd name="T15" fmla="*/ 0 h 18"/>
                  <a:gd name="T16" fmla="*/ 6 w 76"/>
                  <a:gd name="T17" fmla="*/ 0 h 18"/>
                  <a:gd name="T18" fmla="*/ 0 w 76"/>
                  <a:gd name="T19" fmla="*/ 15 h 18"/>
                  <a:gd name="T20" fmla="*/ 0 w 76"/>
                  <a:gd name="T21" fmla="*/ 18 h 18"/>
                  <a:gd name="T22" fmla="*/ 21 w 76"/>
                  <a:gd name="T23" fmla="*/ 18 h 18"/>
                  <a:gd name="T24" fmla="*/ 21 w 76"/>
                  <a:gd name="T25" fmla="*/ 13 h 18"/>
                  <a:gd name="T26" fmla="*/ 22 w 76"/>
                  <a:gd name="T27" fmla="*/ 0 h 18"/>
                  <a:gd name="T28" fmla="*/ 22 w 76"/>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18">
                    <a:moveTo>
                      <a:pt x="76" y="0"/>
                    </a:moveTo>
                    <a:cubicBezTo>
                      <a:pt x="53" y="0"/>
                      <a:pt x="53" y="0"/>
                      <a:pt x="53" y="0"/>
                    </a:cubicBezTo>
                    <a:cubicBezTo>
                      <a:pt x="53" y="0"/>
                      <a:pt x="53" y="0"/>
                      <a:pt x="53" y="0"/>
                    </a:cubicBezTo>
                    <a:cubicBezTo>
                      <a:pt x="52" y="3"/>
                      <a:pt x="51" y="10"/>
                      <a:pt x="49" y="18"/>
                    </a:cubicBezTo>
                    <a:cubicBezTo>
                      <a:pt x="74" y="18"/>
                      <a:pt x="74" y="18"/>
                      <a:pt x="74" y="18"/>
                    </a:cubicBezTo>
                    <a:cubicBezTo>
                      <a:pt x="74" y="16"/>
                      <a:pt x="74" y="14"/>
                      <a:pt x="74" y="13"/>
                    </a:cubicBezTo>
                    <a:cubicBezTo>
                      <a:pt x="74" y="11"/>
                      <a:pt x="75" y="5"/>
                      <a:pt x="76" y="0"/>
                    </a:cubicBezTo>
                    <a:close/>
                    <a:moveTo>
                      <a:pt x="22" y="0"/>
                    </a:moveTo>
                    <a:cubicBezTo>
                      <a:pt x="6" y="0"/>
                      <a:pt x="6" y="0"/>
                      <a:pt x="6" y="0"/>
                    </a:cubicBezTo>
                    <a:cubicBezTo>
                      <a:pt x="4" y="4"/>
                      <a:pt x="0" y="10"/>
                      <a:pt x="0" y="15"/>
                    </a:cubicBezTo>
                    <a:cubicBezTo>
                      <a:pt x="0" y="16"/>
                      <a:pt x="0" y="17"/>
                      <a:pt x="0" y="18"/>
                    </a:cubicBezTo>
                    <a:cubicBezTo>
                      <a:pt x="21" y="18"/>
                      <a:pt x="21" y="18"/>
                      <a:pt x="21" y="18"/>
                    </a:cubicBezTo>
                    <a:cubicBezTo>
                      <a:pt x="21" y="16"/>
                      <a:pt x="21" y="15"/>
                      <a:pt x="21" y="13"/>
                    </a:cubicBezTo>
                    <a:cubicBezTo>
                      <a:pt x="20" y="9"/>
                      <a:pt x="20" y="3"/>
                      <a:pt x="22" y="0"/>
                    </a:cubicBezTo>
                    <a:cubicBezTo>
                      <a:pt x="22" y="0"/>
                      <a:pt x="22" y="0"/>
                      <a:pt x="22"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3" name="Freeform 361"/>
              <p:cNvSpPr>
                <a:spLocks noEditPoints="1"/>
              </p:cNvSpPr>
              <p:nvPr/>
            </p:nvSpPr>
            <p:spPr bwMode="auto">
              <a:xfrm>
                <a:off x="2088" y="1250"/>
                <a:ext cx="146" cy="34"/>
              </a:xfrm>
              <a:custGeom>
                <a:avLst/>
                <a:gdLst>
                  <a:gd name="T0" fmla="*/ 76 w 76"/>
                  <a:gd name="T1" fmla="*/ 0 h 18"/>
                  <a:gd name="T2" fmla="*/ 53 w 76"/>
                  <a:gd name="T3" fmla="*/ 0 h 18"/>
                  <a:gd name="T4" fmla="*/ 49 w 76"/>
                  <a:gd name="T5" fmla="*/ 18 h 18"/>
                  <a:gd name="T6" fmla="*/ 73 w 76"/>
                  <a:gd name="T7" fmla="*/ 18 h 18"/>
                  <a:gd name="T8" fmla="*/ 74 w 76"/>
                  <a:gd name="T9" fmla="*/ 12 h 18"/>
                  <a:gd name="T10" fmla="*/ 76 w 76"/>
                  <a:gd name="T11" fmla="*/ 0 h 18"/>
                  <a:gd name="T12" fmla="*/ 21 w 76"/>
                  <a:gd name="T13" fmla="*/ 0 h 18"/>
                  <a:gd name="T14" fmla="*/ 5 w 76"/>
                  <a:gd name="T15" fmla="*/ 0 h 18"/>
                  <a:gd name="T16" fmla="*/ 0 w 76"/>
                  <a:gd name="T17" fmla="*/ 14 h 18"/>
                  <a:gd name="T18" fmla="*/ 0 w 76"/>
                  <a:gd name="T19" fmla="*/ 18 h 18"/>
                  <a:gd name="T20" fmla="*/ 22 w 76"/>
                  <a:gd name="T21" fmla="*/ 18 h 18"/>
                  <a:gd name="T22" fmla="*/ 21 w 76"/>
                  <a:gd name="T23" fmla="*/ 12 h 18"/>
                  <a:gd name="T24" fmla="*/ 21 w 76"/>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8">
                    <a:moveTo>
                      <a:pt x="76" y="0"/>
                    </a:moveTo>
                    <a:cubicBezTo>
                      <a:pt x="53" y="0"/>
                      <a:pt x="53" y="0"/>
                      <a:pt x="53" y="0"/>
                    </a:cubicBezTo>
                    <a:cubicBezTo>
                      <a:pt x="52" y="3"/>
                      <a:pt x="51" y="10"/>
                      <a:pt x="49" y="18"/>
                    </a:cubicBezTo>
                    <a:cubicBezTo>
                      <a:pt x="73" y="18"/>
                      <a:pt x="73" y="18"/>
                      <a:pt x="73" y="18"/>
                    </a:cubicBezTo>
                    <a:cubicBezTo>
                      <a:pt x="74" y="16"/>
                      <a:pt x="74" y="14"/>
                      <a:pt x="74" y="12"/>
                    </a:cubicBezTo>
                    <a:cubicBezTo>
                      <a:pt x="74" y="10"/>
                      <a:pt x="75" y="5"/>
                      <a:pt x="76" y="0"/>
                    </a:cubicBezTo>
                    <a:close/>
                    <a:moveTo>
                      <a:pt x="21" y="0"/>
                    </a:moveTo>
                    <a:cubicBezTo>
                      <a:pt x="5" y="0"/>
                      <a:pt x="5" y="0"/>
                      <a:pt x="5" y="0"/>
                    </a:cubicBezTo>
                    <a:cubicBezTo>
                      <a:pt x="4" y="4"/>
                      <a:pt x="0" y="9"/>
                      <a:pt x="0" y="14"/>
                    </a:cubicBezTo>
                    <a:cubicBezTo>
                      <a:pt x="0" y="16"/>
                      <a:pt x="0" y="17"/>
                      <a:pt x="0" y="18"/>
                    </a:cubicBezTo>
                    <a:cubicBezTo>
                      <a:pt x="22" y="18"/>
                      <a:pt x="22" y="18"/>
                      <a:pt x="22" y="18"/>
                    </a:cubicBezTo>
                    <a:cubicBezTo>
                      <a:pt x="21" y="16"/>
                      <a:pt x="21" y="14"/>
                      <a:pt x="21" y="12"/>
                    </a:cubicBezTo>
                    <a:cubicBezTo>
                      <a:pt x="20" y="8"/>
                      <a:pt x="20" y="3"/>
                      <a:pt x="21" y="0"/>
                    </a:cubicBez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4" name="Freeform 362"/>
              <p:cNvSpPr>
                <a:spLocks noEditPoints="1"/>
              </p:cNvSpPr>
              <p:nvPr/>
            </p:nvSpPr>
            <p:spPr bwMode="auto">
              <a:xfrm>
                <a:off x="2088" y="1251"/>
                <a:ext cx="146" cy="35"/>
              </a:xfrm>
              <a:custGeom>
                <a:avLst/>
                <a:gdLst>
                  <a:gd name="T0" fmla="*/ 76 w 76"/>
                  <a:gd name="T1" fmla="*/ 0 h 18"/>
                  <a:gd name="T2" fmla="*/ 53 w 76"/>
                  <a:gd name="T3" fmla="*/ 0 h 18"/>
                  <a:gd name="T4" fmla="*/ 49 w 76"/>
                  <a:gd name="T5" fmla="*/ 18 h 18"/>
                  <a:gd name="T6" fmla="*/ 73 w 76"/>
                  <a:gd name="T7" fmla="*/ 18 h 18"/>
                  <a:gd name="T8" fmla="*/ 74 w 76"/>
                  <a:gd name="T9" fmla="*/ 11 h 18"/>
                  <a:gd name="T10" fmla="*/ 76 w 76"/>
                  <a:gd name="T11" fmla="*/ 0 h 18"/>
                  <a:gd name="T12" fmla="*/ 21 w 76"/>
                  <a:gd name="T13" fmla="*/ 0 h 18"/>
                  <a:gd name="T14" fmla="*/ 5 w 76"/>
                  <a:gd name="T15" fmla="*/ 0 h 18"/>
                  <a:gd name="T16" fmla="*/ 0 w 76"/>
                  <a:gd name="T17" fmla="*/ 13 h 18"/>
                  <a:gd name="T18" fmla="*/ 0 w 76"/>
                  <a:gd name="T19" fmla="*/ 18 h 18"/>
                  <a:gd name="T20" fmla="*/ 22 w 76"/>
                  <a:gd name="T21" fmla="*/ 18 h 18"/>
                  <a:gd name="T22" fmla="*/ 21 w 76"/>
                  <a:gd name="T23" fmla="*/ 11 h 18"/>
                  <a:gd name="T24" fmla="*/ 21 w 76"/>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8">
                    <a:moveTo>
                      <a:pt x="76" y="0"/>
                    </a:moveTo>
                    <a:cubicBezTo>
                      <a:pt x="53" y="0"/>
                      <a:pt x="53" y="0"/>
                      <a:pt x="53" y="0"/>
                    </a:cubicBezTo>
                    <a:cubicBezTo>
                      <a:pt x="52" y="4"/>
                      <a:pt x="50" y="11"/>
                      <a:pt x="49" y="18"/>
                    </a:cubicBezTo>
                    <a:cubicBezTo>
                      <a:pt x="73" y="18"/>
                      <a:pt x="73" y="18"/>
                      <a:pt x="73" y="18"/>
                    </a:cubicBezTo>
                    <a:cubicBezTo>
                      <a:pt x="74" y="15"/>
                      <a:pt x="74" y="13"/>
                      <a:pt x="74" y="11"/>
                    </a:cubicBezTo>
                    <a:cubicBezTo>
                      <a:pt x="74" y="9"/>
                      <a:pt x="75" y="5"/>
                      <a:pt x="76" y="0"/>
                    </a:cubicBezTo>
                    <a:close/>
                    <a:moveTo>
                      <a:pt x="21" y="0"/>
                    </a:moveTo>
                    <a:cubicBezTo>
                      <a:pt x="5" y="0"/>
                      <a:pt x="5" y="0"/>
                      <a:pt x="5" y="0"/>
                    </a:cubicBezTo>
                    <a:cubicBezTo>
                      <a:pt x="3" y="4"/>
                      <a:pt x="0" y="9"/>
                      <a:pt x="0" y="13"/>
                    </a:cubicBezTo>
                    <a:cubicBezTo>
                      <a:pt x="0" y="15"/>
                      <a:pt x="0" y="17"/>
                      <a:pt x="0" y="18"/>
                    </a:cubicBezTo>
                    <a:cubicBezTo>
                      <a:pt x="22" y="18"/>
                      <a:pt x="22" y="18"/>
                      <a:pt x="22" y="18"/>
                    </a:cubicBezTo>
                    <a:cubicBezTo>
                      <a:pt x="22" y="16"/>
                      <a:pt x="21" y="14"/>
                      <a:pt x="21" y="11"/>
                    </a:cubicBezTo>
                    <a:cubicBezTo>
                      <a:pt x="20" y="8"/>
                      <a:pt x="20" y="3"/>
                      <a:pt x="21"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5" name="Freeform 363"/>
              <p:cNvSpPr>
                <a:spLocks noEditPoints="1"/>
              </p:cNvSpPr>
              <p:nvPr/>
            </p:nvSpPr>
            <p:spPr bwMode="auto">
              <a:xfrm>
                <a:off x="2088" y="1253"/>
                <a:ext cx="146" cy="37"/>
              </a:xfrm>
              <a:custGeom>
                <a:avLst/>
                <a:gdLst>
                  <a:gd name="T0" fmla="*/ 76 w 76"/>
                  <a:gd name="T1" fmla="*/ 0 h 19"/>
                  <a:gd name="T2" fmla="*/ 52 w 76"/>
                  <a:gd name="T3" fmla="*/ 0 h 19"/>
                  <a:gd name="T4" fmla="*/ 48 w 76"/>
                  <a:gd name="T5" fmla="*/ 19 h 19"/>
                  <a:gd name="T6" fmla="*/ 73 w 76"/>
                  <a:gd name="T7" fmla="*/ 19 h 19"/>
                  <a:gd name="T8" fmla="*/ 74 w 76"/>
                  <a:gd name="T9" fmla="*/ 10 h 19"/>
                  <a:gd name="T10" fmla="*/ 76 w 76"/>
                  <a:gd name="T11" fmla="*/ 0 h 19"/>
                  <a:gd name="T12" fmla="*/ 21 w 76"/>
                  <a:gd name="T13" fmla="*/ 0 h 19"/>
                  <a:gd name="T14" fmla="*/ 4 w 76"/>
                  <a:gd name="T15" fmla="*/ 0 h 19"/>
                  <a:gd name="T16" fmla="*/ 0 w 76"/>
                  <a:gd name="T17" fmla="*/ 12 h 19"/>
                  <a:gd name="T18" fmla="*/ 0 w 76"/>
                  <a:gd name="T19" fmla="*/ 19 h 19"/>
                  <a:gd name="T20" fmla="*/ 22 w 76"/>
                  <a:gd name="T21" fmla="*/ 19 h 19"/>
                  <a:gd name="T22" fmla="*/ 21 w 76"/>
                  <a:gd name="T23" fmla="*/ 10 h 19"/>
                  <a:gd name="T24" fmla="*/ 21 w 76"/>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9">
                    <a:moveTo>
                      <a:pt x="76" y="0"/>
                    </a:moveTo>
                    <a:cubicBezTo>
                      <a:pt x="52" y="0"/>
                      <a:pt x="52" y="0"/>
                      <a:pt x="52" y="0"/>
                    </a:cubicBezTo>
                    <a:cubicBezTo>
                      <a:pt x="51" y="5"/>
                      <a:pt x="50" y="12"/>
                      <a:pt x="48" y="19"/>
                    </a:cubicBezTo>
                    <a:cubicBezTo>
                      <a:pt x="73" y="19"/>
                      <a:pt x="73" y="19"/>
                      <a:pt x="73" y="19"/>
                    </a:cubicBezTo>
                    <a:cubicBezTo>
                      <a:pt x="74" y="15"/>
                      <a:pt x="74" y="12"/>
                      <a:pt x="74" y="10"/>
                    </a:cubicBezTo>
                    <a:cubicBezTo>
                      <a:pt x="74" y="8"/>
                      <a:pt x="75" y="4"/>
                      <a:pt x="76" y="0"/>
                    </a:cubicBezTo>
                    <a:close/>
                    <a:moveTo>
                      <a:pt x="21" y="0"/>
                    </a:moveTo>
                    <a:cubicBezTo>
                      <a:pt x="4" y="0"/>
                      <a:pt x="4" y="0"/>
                      <a:pt x="4" y="0"/>
                    </a:cubicBezTo>
                    <a:cubicBezTo>
                      <a:pt x="2" y="4"/>
                      <a:pt x="0" y="8"/>
                      <a:pt x="0" y="12"/>
                    </a:cubicBezTo>
                    <a:cubicBezTo>
                      <a:pt x="0" y="14"/>
                      <a:pt x="0" y="16"/>
                      <a:pt x="0" y="19"/>
                    </a:cubicBezTo>
                    <a:cubicBezTo>
                      <a:pt x="22" y="19"/>
                      <a:pt x="22" y="19"/>
                      <a:pt x="22" y="19"/>
                    </a:cubicBezTo>
                    <a:cubicBezTo>
                      <a:pt x="22" y="16"/>
                      <a:pt x="21" y="13"/>
                      <a:pt x="21" y="10"/>
                    </a:cubicBezTo>
                    <a:cubicBezTo>
                      <a:pt x="20" y="7"/>
                      <a:pt x="20" y="3"/>
                      <a:pt x="21" y="0"/>
                    </a:cubicBezTo>
                    <a:close/>
                  </a:path>
                </a:pathLst>
              </a:custGeom>
              <a:solidFill>
                <a:srgbClr val="F8F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6" name="Freeform 364"/>
              <p:cNvSpPr>
                <a:spLocks noEditPoints="1"/>
              </p:cNvSpPr>
              <p:nvPr/>
            </p:nvSpPr>
            <p:spPr bwMode="auto">
              <a:xfrm>
                <a:off x="2086" y="1257"/>
                <a:ext cx="146" cy="35"/>
              </a:xfrm>
              <a:custGeom>
                <a:avLst/>
                <a:gdLst>
                  <a:gd name="T0" fmla="*/ 76 w 76"/>
                  <a:gd name="T1" fmla="*/ 0 h 18"/>
                  <a:gd name="T2" fmla="*/ 53 w 76"/>
                  <a:gd name="T3" fmla="*/ 0 h 18"/>
                  <a:gd name="T4" fmla="*/ 49 w 76"/>
                  <a:gd name="T5" fmla="*/ 18 h 18"/>
                  <a:gd name="T6" fmla="*/ 74 w 76"/>
                  <a:gd name="T7" fmla="*/ 18 h 18"/>
                  <a:gd name="T8" fmla="*/ 75 w 76"/>
                  <a:gd name="T9" fmla="*/ 8 h 18"/>
                  <a:gd name="T10" fmla="*/ 76 w 76"/>
                  <a:gd name="T11" fmla="*/ 0 h 18"/>
                  <a:gd name="T12" fmla="*/ 21 w 76"/>
                  <a:gd name="T13" fmla="*/ 0 h 18"/>
                  <a:gd name="T14" fmla="*/ 5 w 76"/>
                  <a:gd name="T15" fmla="*/ 0 h 18"/>
                  <a:gd name="T16" fmla="*/ 1 w 76"/>
                  <a:gd name="T17" fmla="*/ 10 h 18"/>
                  <a:gd name="T18" fmla="*/ 0 w 76"/>
                  <a:gd name="T19" fmla="*/ 18 h 18"/>
                  <a:gd name="T20" fmla="*/ 23 w 76"/>
                  <a:gd name="T21" fmla="*/ 18 h 18"/>
                  <a:gd name="T22" fmla="*/ 22 w 76"/>
                  <a:gd name="T23" fmla="*/ 8 h 18"/>
                  <a:gd name="T24" fmla="*/ 21 w 76"/>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8">
                    <a:moveTo>
                      <a:pt x="76" y="0"/>
                    </a:moveTo>
                    <a:cubicBezTo>
                      <a:pt x="53" y="0"/>
                      <a:pt x="53" y="0"/>
                      <a:pt x="53" y="0"/>
                    </a:cubicBezTo>
                    <a:cubicBezTo>
                      <a:pt x="52" y="4"/>
                      <a:pt x="51" y="11"/>
                      <a:pt x="49" y="18"/>
                    </a:cubicBezTo>
                    <a:cubicBezTo>
                      <a:pt x="74" y="18"/>
                      <a:pt x="74" y="18"/>
                      <a:pt x="74" y="18"/>
                    </a:cubicBezTo>
                    <a:cubicBezTo>
                      <a:pt x="74" y="14"/>
                      <a:pt x="75" y="10"/>
                      <a:pt x="75" y="8"/>
                    </a:cubicBezTo>
                    <a:cubicBezTo>
                      <a:pt x="75" y="7"/>
                      <a:pt x="76" y="3"/>
                      <a:pt x="76" y="0"/>
                    </a:cubicBezTo>
                    <a:close/>
                    <a:moveTo>
                      <a:pt x="21" y="0"/>
                    </a:moveTo>
                    <a:cubicBezTo>
                      <a:pt x="5" y="0"/>
                      <a:pt x="5" y="0"/>
                      <a:pt x="5" y="0"/>
                    </a:cubicBezTo>
                    <a:cubicBezTo>
                      <a:pt x="3" y="3"/>
                      <a:pt x="1" y="7"/>
                      <a:pt x="1" y="10"/>
                    </a:cubicBezTo>
                    <a:cubicBezTo>
                      <a:pt x="1" y="13"/>
                      <a:pt x="1" y="15"/>
                      <a:pt x="0" y="18"/>
                    </a:cubicBezTo>
                    <a:cubicBezTo>
                      <a:pt x="23" y="18"/>
                      <a:pt x="23" y="18"/>
                      <a:pt x="23" y="18"/>
                    </a:cubicBezTo>
                    <a:cubicBezTo>
                      <a:pt x="23" y="14"/>
                      <a:pt x="22" y="12"/>
                      <a:pt x="22" y="8"/>
                    </a:cubicBezTo>
                    <a:cubicBezTo>
                      <a:pt x="21" y="5"/>
                      <a:pt x="21" y="2"/>
                      <a:pt x="21" y="0"/>
                    </a:cubicBezTo>
                    <a:close/>
                  </a:path>
                </a:pathLst>
              </a:custGeom>
              <a:solidFill>
                <a:srgbClr val="F9F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7" name="Freeform 365"/>
              <p:cNvSpPr>
                <a:spLocks noEditPoints="1"/>
              </p:cNvSpPr>
              <p:nvPr/>
            </p:nvSpPr>
            <p:spPr bwMode="auto">
              <a:xfrm>
                <a:off x="2086" y="1259"/>
                <a:ext cx="146" cy="35"/>
              </a:xfrm>
              <a:custGeom>
                <a:avLst/>
                <a:gdLst>
                  <a:gd name="T0" fmla="*/ 76 w 76"/>
                  <a:gd name="T1" fmla="*/ 0 h 18"/>
                  <a:gd name="T2" fmla="*/ 53 w 76"/>
                  <a:gd name="T3" fmla="*/ 0 h 18"/>
                  <a:gd name="T4" fmla="*/ 49 w 76"/>
                  <a:gd name="T5" fmla="*/ 18 h 18"/>
                  <a:gd name="T6" fmla="*/ 74 w 76"/>
                  <a:gd name="T7" fmla="*/ 18 h 18"/>
                  <a:gd name="T8" fmla="*/ 75 w 76"/>
                  <a:gd name="T9" fmla="*/ 7 h 18"/>
                  <a:gd name="T10" fmla="*/ 76 w 76"/>
                  <a:gd name="T11" fmla="*/ 0 h 18"/>
                  <a:gd name="T12" fmla="*/ 21 w 76"/>
                  <a:gd name="T13" fmla="*/ 0 h 18"/>
                  <a:gd name="T14" fmla="*/ 4 w 76"/>
                  <a:gd name="T15" fmla="*/ 0 h 18"/>
                  <a:gd name="T16" fmla="*/ 1 w 76"/>
                  <a:gd name="T17" fmla="*/ 9 h 18"/>
                  <a:gd name="T18" fmla="*/ 0 w 76"/>
                  <a:gd name="T19" fmla="*/ 18 h 18"/>
                  <a:gd name="T20" fmla="*/ 23 w 76"/>
                  <a:gd name="T21" fmla="*/ 18 h 18"/>
                  <a:gd name="T22" fmla="*/ 22 w 76"/>
                  <a:gd name="T23" fmla="*/ 7 h 18"/>
                  <a:gd name="T24" fmla="*/ 21 w 76"/>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8">
                    <a:moveTo>
                      <a:pt x="76" y="0"/>
                    </a:moveTo>
                    <a:cubicBezTo>
                      <a:pt x="53" y="0"/>
                      <a:pt x="53" y="0"/>
                      <a:pt x="53" y="0"/>
                    </a:cubicBezTo>
                    <a:cubicBezTo>
                      <a:pt x="52" y="5"/>
                      <a:pt x="50" y="12"/>
                      <a:pt x="49" y="18"/>
                    </a:cubicBezTo>
                    <a:cubicBezTo>
                      <a:pt x="74" y="18"/>
                      <a:pt x="74" y="18"/>
                      <a:pt x="74" y="18"/>
                    </a:cubicBezTo>
                    <a:cubicBezTo>
                      <a:pt x="74" y="14"/>
                      <a:pt x="75" y="10"/>
                      <a:pt x="75" y="7"/>
                    </a:cubicBezTo>
                    <a:cubicBezTo>
                      <a:pt x="75" y="6"/>
                      <a:pt x="76" y="3"/>
                      <a:pt x="76" y="0"/>
                    </a:cubicBezTo>
                    <a:close/>
                    <a:moveTo>
                      <a:pt x="21" y="0"/>
                    </a:moveTo>
                    <a:cubicBezTo>
                      <a:pt x="4" y="0"/>
                      <a:pt x="4" y="0"/>
                      <a:pt x="4" y="0"/>
                    </a:cubicBezTo>
                    <a:cubicBezTo>
                      <a:pt x="2" y="3"/>
                      <a:pt x="1" y="6"/>
                      <a:pt x="1" y="9"/>
                    </a:cubicBezTo>
                    <a:cubicBezTo>
                      <a:pt x="1" y="12"/>
                      <a:pt x="1" y="15"/>
                      <a:pt x="0" y="18"/>
                    </a:cubicBezTo>
                    <a:cubicBezTo>
                      <a:pt x="23" y="18"/>
                      <a:pt x="23" y="18"/>
                      <a:pt x="23" y="18"/>
                    </a:cubicBezTo>
                    <a:cubicBezTo>
                      <a:pt x="23" y="14"/>
                      <a:pt x="22" y="11"/>
                      <a:pt x="22" y="7"/>
                    </a:cubicBezTo>
                    <a:cubicBezTo>
                      <a:pt x="21" y="5"/>
                      <a:pt x="21" y="2"/>
                      <a:pt x="21"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8" name="Freeform 366"/>
              <p:cNvSpPr>
                <a:spLocks noEditPoints="1"/>
              </p:cNvSpPr>
              <p:nvPr/>
            </p:nvSpPr>
            <p:spPr bwMode="auto">
              <a:xfrm>
                <a:off x="2086" y="1261"/>
                <a:ext cx="146" cy="34"/>
              </a:xfrm>
              <a:custGeom>
                <a:avLst/>
                <a:gdLst>
                  <a:gd name="T0" fmla="*/ 76 w 76"/>
                  <a:gd name="T1" fmla="*/ 0 h 18"/>
                  <a:gd name="T2" fmla="*/ 53 w 76"/>
                  <a:gd name="T3" fmla="*/ 0 h 18"/>
                  <a:gd name="T4" fmla="*/ 48 w 76"/>
                  <a:gd name="T5" fmla="*/ 18 h 18"/>
                  <a:gd name="T6" fmla="*/ 74 w 76"/>
                  <a:gd name="T7" fmla="*/ 18 h 18"/>
                  <a:gd name="T8" fmla="*/ 75 w 76"/>
                  <a:gd name="T9" fmla="*/ 6 h 18"/>
                  <a:gd name="T10" fmla="*/ 76 w 76"/>
                  <a:gd name="T11" fmla="*/ 0 h 18"/>
                  <a:gd name="T12" fmla="*/ 21 w 76"/>
                  <a:gd name="T13" fmla="*/ 0 h 18"/>
                  <a:gd name="T14" fmla="*/ 3 w 76"/>
                  <a:gd name="T15" fmla="*/ 0 h 18"/>
                  <a:gd name="T16" fmla="*/ 1 w 76"/>
                  <a:gd name="T17" fmla="*/ 8 h 18"/>
                  <a:gd name="T18" fmla="*/ 0 w 76"/>
                  <a:gd name="T19" fmla="*/ 18 h 18"/>
                  <a:gd name="T20" fmla="*/ 23 w 76"/>
                  <a:gd name="T21" fmla="*/ 18 h 18"/>
                  <a:gd name="T22" fmla="*/ 22 w 76"/>
                  <a:gd name="T23" fmla="*/ 6 h 18"/>
                  <a:gd name="T24" fmla="*/ 21 w 76"/>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8">
                    <a:moveTo>
                      <a:pt x="76" y="0"/>
                    </a:moveTo>
                    <a:cubicBezTo>
                      <a:pt x="53" y="0"/>
                      <a:pt x="53" y="0"/>
                      <a:pt x="53" y="0"/>
                    </a:cubicBezTo>
                    <a:cubicBezTo>
                      <a:pt x="51" y="5"/>
                      <a:pt x="50" y="12"/>
                      <a:pt x="48" y="18"/>
                    </a:cubicBezTo>
                    <a:cubicBezTo>
                      <a:pt x="74" y="18"/>
                      <a:pt x="74" y="18"/>
                      <a:pt x="74" y="18"/>
                    </a:cubicBezTo>
                    <a:cubicBezTo>
                      <a:pt x="74" y="13"/>
                      <a:pt x="75" y="9"/>
                      <a:pt x="75" y="6"/>
                    </a:cubicBezTo>
                    <a:cubicBezTo>
                      <a:pt x="75" y="5"/>
                      <a:pt x="75" y="3"/>
                      <a:pt x="76" y="0"/>
                    </a:cubicBezTo>
                    <a:close/>
                    <a:moveTo>
                      <a:pt x="21" y="0"/>
                    </a:moveTo>
                    <a:cubicBezTo>
                      <a:pt x="3" y="0"/>
                      <a:pt x="3" y="0"/>
                      <a:pt x="3" y="0"/>
                    </a:cubicBezTo>
                    <a:cubicBezTo>
                      <a:pt x="2" y="3"/>
                      <a:pt x="1" y="6"/>
                      <a:pt x="1" y="8"/>
                    </a:cubicBezTo>
                    <a:cubicBezTo>
                      <a:pt x="1" y="11"/>
                      <a:pt x="1" y="15"/>
                      <a:pt x="0" y="18"/>
                    </a:cubicBezTo>
                    <a:cubicBezTo>
                      <a:pt x="23" y="18"/>
                      <a:pt x="23" y="18"/>
                      <a:pt x="23" y="18"/>
                    </a:cubicBezTo>
                    <a:cubicBezTo>
                      <a:pt x="24" y="14"/>
                      <a:pt x="22" y="10"/>
                      <a:pt x="22" y="6"/>
                    </a:cubicBezTo>
                    <a:cubicBezTo>
                      <a:pt x="21" y="4"/>
                      <a:pt x="21" y="2"/>
                      <a:pt x="21"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39" name="Freeform 367"/>
              <p:cNvSpPr>
                <a:spLocks noEditPoints="1"/>
              </p:cNvSpPr>
              <p:nvPr/>
            </p:nvSpPr>
            <p:spPr bwMode="auto">
              <a:xfrm>
                <a:off x="2086" y="1263"/>
                <a:ext cx="146" cy="36"/>
              </a:xfrm>
              <a:custGeom>
                <a:avLst/>
                <a:gdLst>
                  <a:gd name="T0" fmla="*/ 76 w 76"/>
                  <a:gd name="T1" fmla="*/ 0 h 19"/>
                  <a:gd name="T2" fmla="*/ 52 w 76"/>
                  <a:gd name="T3" fmla="*/ 0 h 19"/>
                  <a:gd name="T4" fmla="*/ 48 w 76"/>
                  <a:gd name="T5" fmla="*/ 19 h 19"/>
                  <a:gd name="T6" fmla="*/ 74 w 76"/>
                  <a:gd name="T7" fmla="*/ 19 h 19"/>
                  <a:gd name="T8" fmla="*/ 75 w 76"/>
                  <a:gd name="T9" fmla="*/ 5 h 19"/>
                  <a:gd name="T10" fmla="*/ 76 w 76"/>
                  <a:gd name="T11" fmla="*/ 0 h 19"/>
                  <a:gd name="T12" fmla="*/ 21 w 76"/>
                  <a:gd name="T13" fmla="*/ 0 h 19"/>
                  <a:gd name="T14" fmla="*/ 3 w 76"/>
                  <a:gd name="T15" fmla="*/ 0 h 19"/>
                  <a:gd name="T16" fmla="*/ 1 w 76"/>
                  <a:gd name="T17" fmla="*/ 7 h 19"/>
                  <a:gd name="T18" fmla="*/ 0 w 76"/>
                  <a:gd name="T19" fmla="*/ 19 h 19"/>
                  <a:gd name="T20" fmla="*/ 22 w 76"/>
                  <a:gd name="T21" fmla="*/ 19 h 19"/>
                  <a:gd name="T22" fmla="*/ 22 w 76"/>
                  <a:gd name="T23" fmla="*/ 19 h 19"/>
                  <a:gd name="T24" fmla="*/ 22 w 76"/>
                  <a:gd name="T25" fmla="*/ 5 h 19"/>
                  <a:gd name="T26" fmla="*/ 21 w 76"/>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6" h="19">
                    <a:moveTo>
                      <a:pt x="76" y="0"/>
                    </a:moveTo>
                    <a:cubicBezTo>
                      <a:pt x="52" y="0"/>
                      <a:pt x="52" y="0"/>
                      <a:pt x="52" y="0"/>
                    </a:cubicBezTo>
                    <a:cubicBezTo>
                      <a:pt x="51" y="6"/>
                      <a:pt x="50" y="12"/>
                      <a:pt x="48" y="19"/>
                    </a:cubicBezTo>
                    <a:cubicBezTo>
                      <a:pt x="74" y="19"/>
                      <a:pt x="74" y="19"/>
                      <a:pt x="74" y="19"/>
                    </a:cubicBezTo>
                    <a:cubicBezTo>
                      <a:pt x="74" y="13"/>
                      <a:pt x="75" y="8"/>
                      <a:pt x="75" y="5"/>
                    </a:cubicBezTo>
                    <a:cubicBezTo>
                      <a:pt x="75" y="4"/>
                      <a:pt x="75" y="2"/>
                      <a:pt x="76" y="0"/>
                    </a:cubicBezTo>
                    <a:close/>
                    <a:moveTo>
                      <a:pt x="21" y="0"/>
                    </a:moveTo>
                    <a:cubicBezTo>
                      <a:pt x="3" y="0"/>
                      <a:pt x="3" y="0"/>
                      <a:pt x="3" y="0"/>
                    </a:cubicBezTo>
                    <a:cubicBezTo>
                      <a:pt x="2" y="3"/>
                      <a:pt x="1" y="5"/>
                      <a:pt x="1" y="7"/>
                    </a:cubicBezTo>
                    <a:cubicBezTo>
                      <a:pt x="1" y="11"/>
                      <a:pt x="0" y="15"/>
                      <a:pt x="0" y="19"/>
                    </a:cubicBezTo>
                    <a:cubicBezTo>
                      <a:pt x="22" y="19"/>
                      <a:pt x="22" y="19"/>
                      <a:pt x="22" y="19"/>
                    </a:cubicBezTo>
                    <a:cubicBezTo>
                      <a:pt x="22" y="19"/>
                      <a:pt x="22" y="19"/>
                      <a:pt x="22" y="19"/>
                    </a:cubicBezTo>
                    <a:cubicBezTo>
                      <a:pt x="24" y="13"/>
                      <a:pt x="22" y="10"/>
                      <a:pt x="22" y="5"/>
                    </a:cubicBezTo>
                    <a:cubicBezTo>
                      <a:pt x="22" y="4"/>
                      <a:pt x="21" y="2"/>
                      <a:pt x="21" y="0"/>
                    </a:cubicBezTo>
                    <a:close/>
                  </a:path>
                </a:pathLst>
              </a:custGeom>
              <a:solidFill>
                <a:srgbClr val="FD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0" name="Freeform 368"/>
              <p:cNvSpPr>
                <a:spLocks noEditPoints="1"/>
              </p:cNvSpPr>
              <p:nvPr/>
            </p:nvSpPr>
            <p:spPr bwMode="auto">
              <a:xfrm>
                <a:off x="2086" y="1267"/>
                <a:ext cx="144" cy="34"/>
              </a:xfrm>
              <a:custGeom>
                <a:avLst/>
                <a:gdLst>
                  <a:gd name="T0" fmla="*/ 75 w 75"/>
                  <a:gd name="T1" fmla="*/ 0 h 18"/>
                  <a:gd name="T2" fmla="*/ 52 w 75"/>
                  <a:gd name="T3" fmla="*/ 0 h 18"/>
                  <a:gd name="T4" fmla="*/ 48 w 75"/>
                  <a:gd name="T5" fmla="*/ 18 h 18"/>
                  <a:gd name="T6" fmla="*/ 74 w 75"/>
                  <a:gd name="T7" fmla="*/ 18 h 18"/>
                  <a:gd name="T8" fmla="*/ 75 w 75"/>
                  <a:gd name="T9" fmla="*/ 3 h 18"/>
                  <a:gd name="T10" fmla="*/ 75 w 75"/>
                  <a:gd name="T11" fmla="*/ 0 h 18"/>
                  <a:gd name="T12" fmla="*/ 21 w 75"/>
                  <a:gd name="T13" fmla="*/ 0 h 18"/>
                  <a:gd name="T14" fmla="*/ 2 w 75"/>
                  <a:gd name="T15" fmla="*/ 0 h 18"/>
                  <a:gd name="T16" fmla="*/ 1 w 75"/>
                  <a:gd name="T17" fmla="*/ 5 h 18"/>
                  <a:gd name="T18" fmla="*/ 0 w 75"/>
                  <a:gd name="T19" fmla="*/ 18 h 18"/>
                  <a:gd name="T20" fmla="*/ 22 w 75"/>
                  <a:gd name="T21" fmla="*/ 18 h 18"/>
                  <a:gd name="T22" fmla="*/ 22 w 75"/>
                  <a:gd name="T23" fmla="*/ 17 h 18"/>
                  <a:gd name="T24" fmla="*/ 22 w 75"/>
                  <a:gd name="T25" fmla="*/ 3 h 18"/>
                  <a:gd name="T26" fmla="*/ 21 w 75"/>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 h="18">
                    <a:moveTo>
                      <a:pt x="75" y="0"/>
                    </a:moveTo>
                    <a:cubicBezTo>
                      <a:pt x="52" y="0"/>
                      <a:pt x="52" y="0"/>
                      <a:pt x="52" y="0"/>
                    </a:cubicBezTo>
                    <a:cubicBezTo>
                      <a:pt x="51" y="5"/>
                      <a:pt x="49" y="12"/>
                      <a:pt x="48" y="18"/>
                    </a:cubicBezTo>
                    <a:cubicBezTo>
                      <a:pt x="74" y="18"/>
                      <a:pt x="74" y="18"/>
                      <a:pt x="74" y="18"/>
                    </a:cubicBezTo>
                    <a:cubicBezTo>
                      <a:pt x="74" y="12"/>
                      <a:pt x="75" y="6"/>
                      <a:pt x="75" y="3"/>
                    </a:cubicBezTo>
                    <a:cubicBezTo>
                      <a:pt x="75" y="2"/>
                      <a:pt x="75" y="1"/>
                      <a:pt x="75" y="0"/>
                    </a:cubicBezTo>
                    <a:close/>
                    <a:moveTo>
                      <a:pt x="21" y="0"/>
                    </a:moveTo>
                    <a:cubicBezTo>
                      <a:pt x="2" y="0"/>
                      <a:pt x="2" y="0"/>
                      <a:pt x="2" y="0"/>
                    </a:cubicBezTo>
                    <a:cubicBezTo>
                      <a:pt x="1" y="2"/>
                      <a:pt x="1" y="4"/>
                      <a:pt x="1" y="5"/>
                    </a:cubicBezTo>
                    <a:cubicBezTo>
                      <a:pt x="1" y="9"/>
                      <a:pt x="0" y="14"/>
                      <a:pt x="0" y="18"/>
                    </a:cubicBezTo>
                    <a:cubicBezTo>
                      <a:pt x="22" y="18"/>
                      <a:pt x="22" y="18"/>
                      <a:pt x="22" y="18"/>
                    </a:cubicBezTo>
                    <a:cubicBezTo>
                      <a:pt x="22" y="18"/>
                      <a:pt x="22" y="17"/>
                      <a:pt x="22" y="17"/>
                    </a:cubicBezTo>
                    <a:cubicBezTo>
                      <a:pt x="24" y="11"/>
                      <a:pt x="22" y="8"/>
                      <a:pt x="22" y="3"/>
                    </a:cubicBezTo>
                    <a:cubicBezTo>
                      <a:pt x="22" y="2"/>
                      <a:pt x="21" y="1"/>
                      <a:pt x="21"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1" name="Freeform 369"/>
              <p:cNvSpPr>
                <a:spLocks noEditPoints="1"/>
              </p:cNvSpPr>
              <p:nvPr/>
            </p:nvSpPr>
            <p:spPr bwMode="auto">
              <a:xfrm>
                <a:off x="2086" y="1269"/>
                <a:ext cx="144" cy="34"/>
              </a:xfrm>
              <a:custGeom>
                <a:avLst/>
                <a:gdLst>
                  <a:gd name="T0" fmla="*/ 75 w 75"/>
                  <a:gd name="T1" fmla="*/ 0 h 18"/>
                  <a:gd name="T2" fmla="*/ 52 w 75"/>
                  <a:gd name="T3" fmla="*/ 0 h 18"/>
                  <a:gd name="T4" fmla="*/ 48 w 75"/>
                  <a:gd name="T5" fmla="*/ 18 h 18"/>
                  <a:gd name="T6" fmla="*/ 74 w 75"/>
                  <a:gd name="T7" fmla="*/ 18 h 18"/>
                  <a:gd name="T8" fmla="*/ 75 w 75"/>
                  <a:gd name="T9" fmla="*/ 2 h 18"/>
                  <a:gd name="T10" fmla="*/ 75 w 75"/>
                  <a:gd name="T11" fmla="*/ 0 h 18"/>
                  <a:gd name="T12" fmla="*/ 21 w 75"/>
                  <a:gd name="T13" fmla="*/ 0 h 18"/>
                  <a:gd name="T14" fmla="*/ 2 w 75"/>
                  <a:gd name="T15" fmla="*/ 0 h 18"/>
                  <a:gd name="T16" fmla="*/ 1 w 75"/>
                  <a:gd name="T17" fmla="*/ 4 h 18"/>
                  <a:gd name="T18" fmla="*/ 0 w 75"/>
                  <a:gd name="T19" fmla="*/ 18 h 18"/>
                  <a:gd name="T20" fmla="*/ 22 w 75"/>
                  <a:gd name="T21" fmla="*/ 18 h 18"/>
                  <a:gd name="T22" fmla="*/ 22 w 75"/>
                  <a:gd name="T23" fmla="*/ 16 h 18"/>
                  <a:gd name="T24" fmla="*/ 22 w 75"/>
                  <a:gd name="T25" fmla="*/ 2 h 18"/>
                  <a:gd name="T26" fmla="*/ 21 w 75"/>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 h="18">
                    <a:moveTo>
                      <a:pt x="75" y="0"/>
                    </a:moveTo>
                    <a:cubicBezTo>
                      <a:pt x="52" y="0"/>
                      <a:pt x="52" y="0"/>
                      <a:pt x="52" y="0"/>
                    </a:cubicBezTo>
                    <a:cubicBezTo>
                      <a:pt x="50" y="6"/>
                      <a:pt x="49" y="12"/>
                      <a:pt x="48" y="18"/>
                    </a:cubicBezTo>
                    <a:cubicBezTo>
                      <a:pt x="74" y="18"/>
                      <a:pt x="74" y="18"/>
                      <a:pt x="74" y="18"/>
                    </a:cubicBezTo>
                    <a:cubicBezTo>
                      <a:pt x="74" y="12"/>
                      <a:pt x="74" y="5"/>
                      <a:pt x="75" y="2"/>
                    </a:cubicBezTo>
                    <a:cubicBezTo>
                      <a:pt x="75" y="2"/>
                      <a:pt x="75" y="1"/>
                      <a:pt x="75" y="0"/>
                    </a:cubicBezTo>
                    <a:close/>
                    <a:moveTo>
                      <a:pt x="21" y="0"/>
                    </a:moveTo>
                    <a:cubicBezTo>
                      <a:pt x="2" y="0"/>
                      <a:pt x="2" y="0"/>
                      <a:pt x="2" y="0"/>
                    </a:cubicBezTo>
                    <a:cubicBezTo>
                      <a:pt x="1" y="1"/>
                      <a:pt x="1" y="3"/>
                      <a:pt x="1" y="4"/>
                    </a:cubicBezTo>
                    <a:cubicBezTo>
                      <a:pt x="1" y="8"/>
                      <a:pt x="0" y="13"/>
                      <a:pt x="0" y="18"/>
                    </a:cubicBezTo>
                    <a:cubicBezTo>
                      <a:pt x="22" y="18"/>
                      <a:pt x="22" y="18"/>
                      <a:pt x="22" y="18"/>
                    </a:cubicBezTo>
                    <a:cubicBezTo>
                      <a:pt x="22" y="17"/>
                      <a:pt x="22" y="17"/>
                      <a:pt x="22" y="16"/>
                    </a:cubicBezTo>
                    <a:cubicBezTo>
                      <a:pt x="24" y="10"/>
                      <a:pt x="22" y="7"/>
                      <a:pt x="22" y="2"/>
                    </a:cubicBezTo>
                    <a:cubicBezTo>
                      <a:pt x="22" y="1"/>
                      <a:pt x="22" y="1"/>
                      <a:pt x="2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2" name="Freeform 370"/>
              <p:cNvSpPr>
                <a:spLocks noEditPoints="1"/>
              </p:cNvSpPr>
              <p:nvPr/>
            </p:nvSpPr>
            <p:spPr bwMode="auto">
              <a:xfrm>
                <a:off x="3526" y="1171"/>
                <a:ext cx="71" cy="8"/>
              </a:xfrm>
              <a:custGeom>
                <a:avLst/>
                <a:gdLst>
                  <a:gd name="T0" fmla="*/ 0 w 37"/>
                  <a:gd name="T1" fmla="*/ 4 h 4"/>
                  <a:gd name="T2" fmla="*/ 18 w 37"/>
                  <a:gd name="T3" fmla="*/ 4 h 4"/>
                  <a:gd name="T4" fmla="*/ 2 w 37"/>
                  <a:gd name="T5" fmla="*/ 3 h 4"/>
                  <a:gd name="T6" fmla="*/ 0 w 37"/>
                  <a:gd name="T7" fmla="*/ 4 h 4"/>
                  <a:gd name="T8" fmla="*/ 21 w 37"/>
                  <a:gd name="T9" fmla="*/ 4 h 4"/>
                  <a:gd name="T10" fmla="*/ 37 w 37"/>
                  <a:gd name="T11" fmla="*/ 4 h 4"/>
                  <a:gd name="T12" fmla="*/ 25 w 37"/>
                  <a:gd name="T13" fmla="*/ 0 h 4"/>
                  <a:gd name="T14" fmla="*/ 21 w 37"/>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4">
                    <a:moveTo>
                      <a:pt x="0" y="4"/>
                    </a:moveTo>
                    <a:cubicBezTo>
                      <a:pt x="18" y="4"/>
                      <a:pt x="18" y="4"/>
                      <a:pt x="18" y="4"/>
                    </a:cubicBezTo>
                    <a:cubicBezTo>
                      <a:pt x="16" y="3"/>
                      <a:pt x="6" y="3"/>
                      <a:pt x="2" y="3"/>
                    </a:cubicBezTo>
                    <a:cubicBezTo>
                      <a:pt x="0" y="3"/>
                      <a:pt x="0" y="4"/>
                      <a:pt x="0" y="4"/>
                    </a:cubicBezTo>
                    <a:close/>
                    <a:moveTo>
                      <a:pt x="21" y="4"/>
                    </a:moveTo>
                    <a:cubicBezTo>
                      <a:pt x="37" y="4"/>
                      <a:pt x="37" y="4"/>
                      <a:pt x="37" y="4"/>
                    </a:cubicBezTo>
                    <a:cubicBezTo>
                      <a:pt x="34" y="2"/>
                      <a:pt x="27" y="0"/>
                      <a:pt x="25" y="0"/>
                    </a:cubicBezTo>
                    <a:cubicBezTo>
                      <a:pt x="22" y="0"/>
                      <a:pt x="22" y="2"/>
                      <a:pt x="21" y="4"/>
                    </a:cubicBezTo>
                    <a:close/>
                  </a:path>
                </a:pathLst>
              </a:custGeom>
              <a:solidFill>
                <a:srgbClr val="D2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3" name="Freeform 371"/>
              <p:cNvSpPr>
                <a:spLocks noEditPoints="1"/>
              </p:cNvSpPr>
              <p:nvPr/>
            </p:nvSpPr>
            <p:spPr bwMode="auto">
              <a:xfrm>
                <a:off x="3524" y="1171"/>
                <a:ext cx="75" cy="10"/>
              </a:xfrm>
              <a:custGeom>
                <a:avLst/>
                <a:gdLst>
                  <a:gd name="T0" fmla="*/ 2 w 39"/>
                  <a:gd name="T1" fmla="*/ 5 h 5"/>
                  <a:gd name="T2" fmla="*/ 20 w 39"/>
                  <a:gd name="T3" fmla="*/ 5 h 5"/>
                  <a:gd name="T4" fmla="*/ 19 w 39"/>
                  <a:gd name="T5" fmla="*/ 4 h 5"/>
                  <a:gd name="T6" fmla="*/ 3 w 39"/>
                  <a:gd name="T7" fmla="*/ 3 h 5"/>
                  <a:gd name="T8" fmla="*/ 2 w 39"/>
                  <a:gd name="T9" fmla="*/ 5 h 5"/>
                  <a:gd name="T10" fmla="*/ 22 w 39"/>
                  <a:gd name="T11" fmla="*/ 5 h 5"/>
                  <a:gd name="T12" fmla="*/ 39 w 39"/>
                  <a:gd name="T13" fmla="*/ 5 h 5"/>
                  <a:gd name="T14" fmla="*/ 26 w 39"/>
                  <a:gd name="T15" fmla="*/ 0 h 5"/>
                  <a:gd name="T16" fmla="*/ 22 w 39"/>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
                    <a:moveTo>
                      <a:pt x="2" y="5"/>
                    </a:moveTo>
                    <a:cubicBezTo>
                      <a:pt x="20" y="5"/>
                      <a:pt x="20" y="5"/>
                      <a:pt x="20" y="5"/>
                    </a:cubicBezTo>
                    <a:cubicBezTo>
                      <a:pt x="20" y="5"/>
                      <a:pt x="20" y="5"/>
                      <a:pt x="19" y="4"/>
                    </a:cubicBezTo>
                    <a:cubicBezTo>
                      <a:pt x="18" y="3"/>
                      <a:pt x="7" y="3"/>
                      <a:pt x="3" y="3"/>
                    </a:cubicBezTo>
                    <a:cubicBezTo>
                      <a:pt x="0" y="3"/>
                      <a:pt x="1" y="4"/>
                      <a:pt x="2" y="5"/>
                    </a:cubicBezTo>
                    <a:close/>
                    <a:moveTo>
                      <a:pt x="22" y="5"/>
                    </a:moveTo>
                    <a:cubicBezTo>
                      <a:pt x="39" y="5"/>
                      <a:pt x="39" y="5"/>
                      <a:pt x="39" y="5"/>
                    </a:cubicBezTo>
                    <a:cubicBezTo>
                      <a:pt x="38" y="2"/>
                      <a:pt x="29" y="0"/>
                      <a:pt x="26" y="0"/>
                    </a:cubicBezTo>
                    <a:cubicBezTo>
                      <a:pt x="23" y="0"/>
                      <a:pt x="23" y="3"/>
                      <a:pt x="22" y="5"/>
                    </a:cubicBezTo>
                    <a:close/>
                  </a:path>
                </a:pathLst>
              </a:custGeom>
              <a:solidFill>
                <a:srgbClr val="D3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4" name="Freeform 372"/>
              <p:cNvSpPr>
                <a:spLocks noEditPoints="1"/>
              </p:cNvSpPr>
              <p:nvPr/>
            </p:nvSpPr>
            <p:spPr bwMode="auto">
              <a:xfrm>
                <a:off x="3523" y="1171"/>
                <a:ext cx="78" cy="13"/>
              </a:xfrm>
              <a:custGeom>
                <a:avLst/>
                <a:gdLst>
                  <a:gd name="T0" fmla="*/ 4 w 41"/>
                  <a:gd name="T1" fmla="*/ 7 h 7"/>
                  <a:gd name="T2" fmla="*/ 21 w 41"/>
                  <a:gd name="T3" fmla="*/ 7 h 7"/>
                  <a:gd name="T4" fmla="*/ 20 w 41"/>
                  <a:gd name="T5" fmla="*/ 4 h 7"/>
                  <a:gd name="T6" fmla="*/ 4 w 41"/>
                  <a:gd name="T7" fmla="*/ 3 h 7"/>
                  <a:gd name="T8" fmla="*/ 4 w 41"/>
                  <a:gd name="T9" fmla="*/ 7 h 7"/>
                  <a:gd name="T10" fmla="*/ 23 w 41"/>
                  <a:gd name="T11" fmla="*/ 7 h 7"/>
                  <a:gd name="T12" fmla="*/ 41 w 41"/>
                  <a:gd name="T13" fmla="*/ 7 h 7"/>
                  <a:gd name="T14" fmla="*/ 40 w 41"/>
                  <a:gd name="T15" fmla="*/ 6 h 7"/>
                  <a:gd name="T16" fmla="*/ 27 w 41"/>
                  <a:gd name="T17" fmla="*/ 0 h 7"/>
                  <a:gd name="T18" fmla="*/ 23 w 41"/>
                  <a:gd name="T19" fmla="*/ 6 h 7"/>
                  <a:gd name="T20" fmla="*/ 23 w 41"/>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7">
                    <a:moveTo>
                      <a:pt x="4" y="7"/>
                    </a:moveTo>
                    <a:cubicBezTo>
                      <a:pt x="21" y="7"/>
                      <a:pt x="21" y="7"/>
                      <a:pt x="21" y="7"/>
                    </a:cubicBezTo>
                    <a:cubicBezTo>
                      <a:pt x="21" y="6"/>
                      <a:pt x="21" y="5"/>
                      <a:pt x="20" y="4"/>
                    </a:cubicBezTo>
                    <a:cubicBezTo>
                      <a:pt x="19" y="3"/>
                      <a:pt x="8" y="3"/>
                      <a:pt x="4" y="3"/>
                    </a:cubicBezTo>
                    <a:cubicBezTo>
                      <a:pt x="0" y="3"/>
                      <a:pt x="2" y="5"/>
                      <a:pt x="4" y="7"/>
                    </a:cubicBezTo>
                    <a:close/>
                    <a:moveTo>
                      <a:pt x="23" y="7"/>
                    </a:moveTo>
                    <a:cubicBezTo>
                      <a:pt x="41" y="7"/>
                      <a:pt x="41" y="7"/>
                      <a:pt x="41" y="7"/>
                    </a:cubicBezTo>
                    <a:cubicBezTo>
                      <a:pt x="41" y="6"/>
                      <a:pt x="40" y="6"/>
                      <a:pt x="40" y="6"/>
                    </a:cubicBezTo>
                    <a:cubicBezTo>
                      <a:pt x="39" y="3"/>
                      <a:pt x="30" y="0"/>
                      <a:pt x="27" y="0"/>
                    </a:cubicBezTo>
                    <a:cubicBezTo>
                      <a:pt x="23" y="0"/>
                      <a:pt x="24" y="4"/>
                      <a:pt x="23" y="6"/>
                    </a:cubicBezTo>
                    <a:cubicBezTo>
                      <a:pt x="23" y="6"/>
                      <a:pt x="23" y="6"/>
                      <a:pt x="23" y="7"/>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5" name="Freeform 373"/>
              <p:cNvSpPr>
                <a:spLocks noEditPoints="1"/>
              </p:cNvSpPr>
              <p:nvPr/>
            </p:nvSpPr>
            <p:spPr bwMode="auto">
              <a:xfrm>
                <a:off x="3521" y="1171"/>
                <a:ext cx="80" cy="15"/>
              </a:xfrm>
              <a:custGeom>
                <a:avLst/>
                <a:gdLst>
                  <a:gd name="T0" fmla="*/ 7 w 42"/>
                  <a:gd name="T1" fmla="*/ 8 h 8"/>
                  <a:gd name="T2" fmla="*/ 23 w 42"/>
                  <a:gd name="T3" fmla="*/ 8 h 8"/>
                  <a:gd name="T4" fmla="*/ 21 w 42"/>
                  <a:gd name="T5" fmla="*/ 4 h 8"/>
                  <a:gd name="T6" fmla="*/ 5 w 42"/>
                  <a:gd name="T7" fmla="*/ 3 h 8"/>
                  <a:gd name="T8" fmla="*/ 6 w 42"/>
                  <a:gd name="T9" fmla="*/ 7 h 8"/>
                  <a:gd name="T10" fmla="*/ 7 w 42"/>
                  <a:gd name="T11" fmla="*/ 8 h 8"/>
                  <a:gd name="T12" fmla="*/ 24 w 42"/>
                  <a:gd name="T13" fmla="*/ 8 h 8"/>
                  <a:gd name="T14" fmla="*/ 42 w 42"/>
                  <a:gd name="T15" fmla="*/ 8 h 8"/>
                  <a:gd name="T16" fmla="*/ 41 w 42"/>
                  <a:gd name="T17" fmla="*/ 6 h 8"/>
                  <a:gd name="T18" fmla="*/ 28 w 42"/>
                  <a:gd name="T19" fmla="*/ 0 h 8"/>
                  <a:gd name="T20" fmla="*/ 24 w 42"/>
                  <a:gd name="T21" fmla="*/ 6 h 8"/>
                  <a:gd name="T22" fmla="*/ 24 w 42"/>
                  <a:gd name="T2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8">
                    <a:moveTo>
                      <a:pt x="7" y="8"/>
                    </a:moveTo>
                    <a:cubicBezTo>
                      <a:pt x="23" y="8"/>
                      <a:pt x="23" y="8"/>
                      <a:pt x="23" y="8"/>
                    </a:cubicBezTo>
                    <a:cubicBezTo>
                      <a:pt x="22" y="6"/>
                      <a:pt x="22" y="5"/>
                      <a:pt x="21" y="4"/>
                    </a:cubicBezTo>
                    <a:cubicBezTo>
                      <a:pt x="20" y="3"/>
                      <a:pt x="9" y="3"/>
                      <a:pt x="5" y="3"/>
                    </a:cubicBezTo>
                    <a:cubicBezTo>
                      <a:pt x="0" y="3"/>
                      <a:pt x="4" y="6"/>
                      <a:pt x="6" y="7"/>
                    </a:cubicBezTo>
                    <a:cubicBezTo>
                      <a:pt x="6" y="8"/>
                      <a:pt x="7" y="8"/>
                      <a:pt x="7" y="8"/>
                    </a:cubicBezTo>
                    <a:close/>
                    <a:moveTo>
                      <a:pt x="24" y="8"/>
                    </a:moveTo>
                    <a:cubicBezTo>
                      <a:pt x="42" y="8"/>
                      <a:pt x="42" y="8"/>
                      <a:pt x="42" y="8"/>
                    </a:cubicBezTo>
                    <a:cubicBezTo>
                      <a:pt x="42" y="7"/>
                      <a:pt x="42" y="6"/>
                      <a:pt x="41" y="6"/>
                    </a:cubicBezTo>
                    <a:cubicBezTo>
                      <a:pt x="40" y="3"/>
                      <a:pt x="31" y="0"/>
                      <a:pt x="28" y="0"/>
                    </a:cubicBezTo>
                    <a:cubicBezTo>
                      <a:pt x="24" y="0"/>
                      <a:pt x="25" y="4"/>
                      <a:pt x="24" y="6"/>
                    </a:cubicBezTo>
                    <a:cubicBezTo>
                      <a:pt x="24" y="6"/>
                      <a:pt x="24" y="7"/>
                      <a:pt x="24" y="8"/>
                    </a:cubicBezTo>
                    <a:close/>
                  </a:path>
                </a:pathLst>
              </a:custGeom>
              <a:solidFill>
                <a:srgbClr val="D4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6" name="Freeform 374"/>
              <p:cNvSpPr>
                <a:spLocks noEditPoints="1"/>
              </p:cNvSpPr>
              <p:nvPr/>
            </p:nvSpPr>
            <p:spPr bwMode="auto">
              <a:xfrm>
                <a:off x="3521" y="1171"/>
                <a:ext cx="80" cy="17"/>
              </a:xfrm>
              <a:custGeom>
                <a:avLst/>
                <a:gdLst>
                  <a:gd name="T0" fmla="*/ 8 w 42"/>
                  <a:gd name="T1" fmla="*/ 9 h 9"/>
                  <a:gd name="T2" fmla="*/ 23 w 42"/>
                  <a:gd name="T3" fmla="*/ 9 h 9"/>
                  <a:gd name="T4" fmla="*/ 21 w 42"/>
                  <a:gd name="T5" fmla="*/ 4 h 9"/>
                  <a:gd name="T6" fmla="*/ 5 w 42"/>
                  <a:gd name="T7" fmla="*/ 3 h 9"/>
                  <a:gd name="T8" fmla="*/ 6 w 42"/>
                  <a:gd name="T9" fmla="*/ 7 h 9"/>
                  <a:gd name="T10" fmla="*/ 8 w 42"/>
                  <a:gd name="T11" fmla="*/ 9 h 9"/>
                  <a:gd name="T12" fmla="*/ 25 w 42"/>
                  <a:gd name="T13" fmla="*/ 9 h 9"/>
                  <a:gd name="T14" fmla="*/ 42 w 42"/>
                  <a:gd name="T15" fmla="*/ 9 h 9"/>
                  <a:gd name="T16" fmla="*/ 41 w 42"/>
                  <a:gd name="T17" fmla="*/ 6 h 9"/>
                  <a:gd name="T18" fmla="*/ 28 w 42"/>
                  <a:gd name="T19" fmla="*/ 0 h 9"/>
                  <a:gd name="T20" fmla="*/ 24 w 42"/>
                  <a:gd name="T21" fmla="*/ 6 h 9"/>
                  <a:gd name="T22" fmla="*/ 25 w 42"/>
                  <a:gd name="T2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9">
                    <a:moveTo>
                      <a:pt x="8" y="9"/>
                    </a:moveTo>
                    <a:cubicBezTo>
                      <a:pt x="23" y="9"/>
                      <a:pt x="23" y="9"/>
                      <a:pt x="23" y="9"/>
                    </a:cubicBezTo>
                    <a:cubicBezTo>
                      <a:pt x="22" y="7"/>
                      <a:pt x="22" y="5"/>
                      <a:pt x="21" y="4"/>
                    </a:cubicBezTo>
                    <a:cubicBezTo>
                      <a:pt x="20" y="3"/>
                      <a:pt x="9" y="3"/>
                      <a:pt x="5" y="3"/>
                    </a:cubicBezTo>
                    <a:cubicBezTo>
                      <a:pt x="0" y="3"/>
                      <a:pt x="4" y="6"/>
                      <a:pt x="6" y="7"/>
                    </a:cubicBezTo>
                    <a:cubicBezTo>
                      <a:pt x="7" y="8"/>
                      <a:pt x="7" y="9"/>
                      <a:pt x="8" y="9"/>
                    </a:cubicBezTo>
                    <a:close/>
                    <a:moveTo>
                      <a:pt x="25" y="9"/>
                    </a:moveTo>
                    <a:cubicBezTo>
                      <a:pt x="42" y="9"/>
                      <a:pt x="42" y="9"/>
                      <a:pt x="42" y="9"/>
                    </a:cubicBezTo>
                    <a:cubicBezTo>
                      <a:pt x="42" y="8"/>
                      <a:pt x="42" y="7"/>
                      <a:pt x="41" y="6"/>
                    </a:cubicBezTo>
                    <a:cubicBezTo>
                      <a:pt x="40" y="3"/>
                      <a:pt x="31" y="0"/>
                      <a:pt x="28" y="0"/>
                    </a:cubicBezTo>
                    <a:cubicBezTo>
                      <a:pt x="24" y="0"/>
                      <a:pt x="25" y="4"/>
                      <a:pt x="24" y="6"/>
                    </a:cubicBezTo>
                    <a:cubicBezTo>
                      <a:pt x="24" y="7"/>
                      <a:pt x="24" y="8"/>
                      <a:pt x="25" y="9"/>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7" name="Freeform 375"/>
              <p:cNvSpPr>
                <a:spLocks noEditPoints="1"/>
              </p:cNvSpPr>
              <p:nvPr/>
            </p:nvSpPr>
            <p:spPr bwMode="auto">
              <a:xfrm>
                <a:off x="3521" y="1171"/>
                <a:ext cx="80" cy="21"/>
              </a:xfrm>
              <a:custGeom>
                <a:avLst/>
                <a:gdLst>
                  <a:gd name="T0" fmla="*/ 9 w 42"/>
                  <a:gd name="T1" fmla="*/ 11 h 11"/>
                  <a:gd name="T2" fmla="*/ 23 w 42"/>
                  <a:gd name="T3" fmla="*/ 11 h 11"/>
                  <a:gd name="T4" fmla="*/ 21 w 42"/>
                  <a:gd name="T5" fmla="*/ 4 h 11"/>
                  <a:gd name="T6" fmla="*/ 5 w 42"/>
                  <a:gd name="T7" fmla="*/ 3 h 11"/>
                  <a:gd name="T8" fmla="*/ 6 w 42"/>
                  <a:gd name="T9" fmla="*/ 7 h 11"/>
                  <a:gd name="T10" fmla="*/ 9 w 42"/>
                  <a:gd name="T11" fmla="*/ 11 h 11"/>
                  <a:gd name="T12" fmla="*/ 25 w 42"/>
                  <a:gd name="T13" fmla="*/ 11 h 11"/>
                  <a:gd name="T14" fmla="*/ 42 w 42"/>
                  <a:gd name="T15" fmla="*/ 11 h 11"/>
                  <a:gd name="T16" fmla="*/ 41 w 42"/>
                  <a:gd name="T17" fmla="*/ 6 h 11"/>
                  <a:gd name="T18" fmla="*/ 28 w 42"/>
                  <a:gd name="T19" fmla="*/ 0 h 11"/>
                  <a:gd name="T20" fmla="*/ 24 w 42"/>
                  <a:gd name="T21" fmla="*/ 6 h 11"/>
                  <a:gd name="T22" fmla="*/ 25 w 42"/>
                  <a:gd name="T2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11">
                    <a:moveTo>
                      <a:pt x="9" y="11"/>
                    </a:moveTo>
                    <a:cubicBezTo>
                      <a:pt x="23" y="11"/>
                      <a:pt x="23" y="11"/>
                      <a:pt x="23" y="11"/>
                    </a:cubicBezTo>
                    <a:cubicBezTo>
                      <a:pt x="22" y="8"/>
                      <a:pt x="23" y="5"/>
                      <a:pt x="21" y="4"/>
                    </a:cubicBezTo>
                    <a:cubicBezTo>
                      <a:pt x="20" y="3"/>
                      <a:pt x="9" y="3"/>
                      <a:pt x="5" y="3"/>
                    </a:cubicBezTo>
                    <a:cubicBezTo>
                      <a:pt x="0" y="3"/>
                      <a:pt x="4" y="6"/>
                      <a:pt x="6" y="7"/>
                    </a:cubicBezTo>
                    <a:cubicBezTo>
                      <a:pt x="7" y="8"/>
                      <a:pt x="8" y="9"/>
                      <a:pt x="9" y="11"/>
                    </a:cubicBezTo>
                    <a:close/>
                    <a:moveTo>
                      <a:pt x="25" y="11"/>
                    </a:moveTo>
                    <a:cubicBezTo>
                      <a:pt x="42" y="11"/>
                      <a:pt x="42" y="11"/>
                      <a:pt x="42" y="11"/>
                    </a:cubicBezTo>
                    <a:cubicBezTo>
                      <a:pt x="42" y="9"/>
                      <a:pt x="42" y="7"/>
                      <a:pt x="41" y="6"/>
                    </a:cubicBezTo>
                    <a:cubicBezTo>
                      <a:pt x="40" y="3"/>
                      <a:pt x="31" y="0"/>
                      <a:pt x="28" y="0"/>
                    </a:cubicBezTo>
                    <a:cubicBezTo>
                      <a:pt x="24" y="0"/>
                      <a:pt x="25" y="4"/>
                      <a:pt x="24" y="6"/>
                    </a:cubicBezTo>
                    <a:cubicBezTo>
                      <a:pt x="24" y="7"/>
                      <a:pt x="24" y="9"/>
                      <a:pt x="25" y="11"/>
                    </a:cubicBezTo>
                    <a:close/>
                  </a:path>
                </a:pathLst>
              </a:custGeom>
              <a:solidFill>
                <a:srgbClr val="D5D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8" name="Freeform 376"/>
              <p:cNvSpPr>
                <a:spLocks noEditPoints="1"/>
              </p:cNvSpPr>
              <p:nvPr/>
            </p:nvSpPr>
            <p:spPr bwMode="auto">
              <a:xfrm>
                <a:off x="3521" y="1171"/>
                <a:ext cx="80" cy="23"/>
              </a:xfrm>
              <a:custGeom>
                <a:avLst/>
                <a:gdLst>
                  <a:gd name="T0" fmla="*/ 10 w 42"/>
                  <a:gd name="T1" fmla="*/ 12 h 12"/>
                  <a:gd name="T2" fmla="*/ 23 w 42"/>
                  <a:gd name="T3" fmla="*/ 12 h 12"/>
                  <a:gd name="T4" fmla="*/ 21 w 42"/>
                  <a:gd name="T5" fmla="*/ 4 h 12"/>
                  <a:gd name="T6" fmla="*/ 5 w 42"/>
                  <a:gd name="T7" fmla="*/ 3 h 12"/>
                  <a:gd name="T8" fmla="*/ 6 w 42"/>
                  <a:gd name="T9" fmla="*/ 7 h 12"/>
                  <a:gd name="T10" fmla="*/ 10 w 42"/>
                  <a:gd name="T11" fmla="*/ 12 h 12"/>
                  <a:gd name="T12" fmla="*/ 25 w 42"/>
                  <a:gd name="T13" fmla="*/ 12 h 12"/>
                  <a:gd name="T14" fmla="*/ 42 w 42"/>
                  <a:gd name="T15" fmla="*/ 12 h 12"/>
                  <a:gd name="T16" fmla="*/ 41 w 42"/>
                  <a:gd name="T17" fmla="*/ 6 h 12"/>
                  <a:gd name="T18" fmla="*/ 28 w 42"/>
                  <a:gd name="T19" fmla="*/ 0 h 12"/>
                  <a:gd name="T20" fmla="*/ 24 w 42"/>
                  <a:gd name="T21" fmla="*/ 6 h 12"/>
                  <a:gd name="T22" fmla="*/ 25 w 42"/>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12">
                    <a:moveTo>
                      <a:pt x="10" y="12"/>
                    </a:moveTo>
                    <a:cubicBezTo>
                      <a:pt x="23" y="12"/>
                      <a:pt x="23" y="12"/>
                      <a:pt x="23" y="12"/>
                    </a:cubicBezTo>
                    <a:cubicBezTo>
                      <a:pt x="22" y="9"/>
                      <a:pt x="23" y="6"/>
                      <a:pt x="21" y="4"/>
                    </a:cubicBezTo>
                    <a:cubicBezTo>
                      <a:pt x="20" y="3"/>
                      <a:pt x="9" y="3"/>
                      <a:pt x="5" y="3"/>
                    </a:cubicBezTo>
                    <a:cubicBezTo>
                      <a:pt x="0" y="3"/>
                      <a:pt x="4" y="6"/>
                      <a:pt x="6" y="7"/>
                    </a:cubicBezTo>
                    <a:cubicBezTo>
                      <a:pt x="7" y="8"/>
                      <a:pt x="8" y="10"/>
                      <a:pt x="10" y="12"/>
                    </a:cubicBezTo>
                    <a:close/>
                    <a:moveTo>
                      <a:pt x="25" y="12"/>
                    </a:moveTo>
                    <a:cubicBezTo>
                      <a:pt x="42" y="12"/>
                      <a:pt x="42" y="12"/>
                      <a:pt x="42" y="12"/>
                    </a:cubicBezTo>
                    <a:cubicBezTo>
                      <a:pt x="42" y="9"/>
                      <a:pt x="42" y="7"/>
                      <a:pt x="41" y="6"/>
                    </a:cubicBezTo>
                    <a:cubicBezTo>
                      <a:pt x="40" y="3"/>
                      <a:pt x="31" y="0"/>
                      <a:pt x="28" y="0"/>
                    </a:cubicBezTo>
                    <a:cubicBezTo>
                      <a:pt x="24" y="0"/>
                      <a:pt x="25" y="4"/>
                      <a:pt x="24" y="6"/>
                    </a:cubicBezTo>
                    <a:cubicBezTo>
                      <a:pt x="24" y="7"/>
                      <a:pt x="25" y="10"/>
                      <a:pt x="25" y="12"/>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49" name="Freeform 377"/>
              <p:cNvSpPr>
                <a:spLocks noEditPoints="1"/>
              </p:cNvSpPr>
              <p:nvPr/>
            </p:nvSpPr>
            <p:spPr bwMode="auto">
              <a:xfrm>
                <a:off x="3521" y="1171"/>
                <a:ext cx="80" cy="25"/>
              </a:xfrm>
              <a:custGeom>
                <a:avLst/>
                <a:gdLst>
                  <a:gd name="T0" fmla="*/ 10 w 42"/>
                  <a:gd name="T1" fmla="*/ 13 h 13"/>
                  <a:gd name="T2" fmla="*/ 23 w 42"/>
                  <a:gd name="T3" fmla="*/ 13 h 13"/>
                  <a:gd name="T4" fmla="*/ 21 w 42"/>
                  <a:gd name="T5" fmla="*/ 4 h 13"/>
                  <a:gd name="T6" fmla="*/ 5 w 42"/>
                  <a:gd name="T7" fmla="*/ 3 h 13"/>
                  <a:gd name="T8" fmla="*/ 6 w 42"/>
                  <a:gd name="T9" fmla="*/ 7 h 13"/>
                  <a:gd name="T10" fmla="*/ 10 w 42"/>
                  <a:gd name="T11" fmla="*/ 13 h 13"/>
                  <a:gd name="T12" fmla="*/ 26 w 42"/>
                  <a:gd name="T13" fmla="*/ 13 h 13"/>
                  <a:gd name="T14" fmla="*/ 42 w 42"/>
                  <a:gd name="T15" fmla="*/ 13 h 13"/>
                  <a:gd name="T16" fmla="*/ 41 w 42"/>
                  <a:gd name="T17" fmla="*/ 6 h 13"/>
                  <a:gd name="T18" fmla="*/ 28 w 42"/>
                  <a:gd name="T19" fmla="*/ 0 h 13"/>
                  <a:gd name="T20" fmla="*/ 24 w 42"/>
                  <a:gd name="T21" fmla="*/ 6 h 13"/>
                  <a:gd name="T22" fmla="*/ 26 w 42"/>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13">
                    <a:moveTo>
                      <a:pt x="10" y="13"/>
                    </a:moveTo>
                    <a:cubicBezTo>
                      <a:pt x="23" y="13"/>
                      <a:pt x="23" y="13"/>
                      <a:pt x="23" y="13"/>
                    </a:cubicBezTo>
                    <a:cubicBezTo>
                      <a:pt x="22" y="10"/>
                      <a:pt x="23" y="6"/>
                      <a:pt x="21" y="4"/>
                    </a:cubicBezTo>
                    <a:cubicBezTo>
                      <a:pt x="20" y="3"/>
                      <a:pt x="9" y="3"/>
                      <a:pt x="5" y="3"/>
                    </a:cubicBezTo>
                    <a:cubicBezTo>
                      <a:pt x="0" y="3"/>
                      <a:pt x="4" y="6"/>
                      <a:pt x="6" y="7"/>
                    </a:cubicBezTo>
                    <a:cubicBezTo>
                      <a:pt x="8" y="9"/>
                      <a:pt x="9" y="10"/>
                      <a:pt x="10" y="13"/>
                    </a:cubicBezTo>
                    <a:close/>
                    <a:moveTo>
                      <a:pt x="26" y="13"/>
                    </a:moveTo>
                    <a:cubicBezTo>
                      <a:pt x="42" y="13"/>
                      <a:pt x="42" y="13"/>
                      <a:pt x="42" y="13"/>
                    </a:cubicBezTo>
                    <a:cubicBezTo>
                      <a:pt x="42" y="10"/>
                      <a:pt x="42" y="7"/>
                      <a:pt x="41" y="6"/>
                    </a:cubicBezTo>
                    <a:cubicBezTo>
                      <a:pt x="40" y="3"/>
                      <a:pt x="31" y="0"/>
                      <a:pt x="28" y="0"/>
                    </a:cubicBezTo>
                    <a:cubicBezTo>
                      <a:pt x="24" y="0"/>
                      <a:pt x="25" y="4"/>
                      <a:pt x="24" y="6"/>
                    </a:cubicBezTo>
                    <a:cubicBezTo>
                      <a:pt x="24" y="7"/>
                      <a:pt x="25" y="11"/>
                      <a:pt x="26" y="13"/>
                    </a:cubicBezTo>
                    <a:close/>
                  </a:path>
                </a:pathLst>
              </a:custGeom>
              <a:solidFill>
                <a:srgbClr val="D7D5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0" name="Freeform 378"/>
              <p:cNvSpPr>
                <a:spLocks noEditPoints="1"/>
              </p:cNvSpPr>
              <p:nvPr/>
            </p:nvSpPr>
            <p:spPr bwMode="auto">
              <a:xfrm>
                <a:off x="3521" y="1171"/>
                <a:ext cx="80" cy="27"/>
              </a:xfrm>
              <a:custGeom>
                <a:avLst/>
                <a:gdLst>
                  <a:gd name="T0" fmla="*/ 24 w 42"/>
                  <a:gd name="T1" fmla="*/ 14 h 14"/>
                  <a:gd name="T2" fmla="*/ 24 w 42"/>
                  <a:gd name="T3" fmla="*/ 14 h 14"/>
                  <a:gd name="T4" fmla="*/ 24 w 42"/>
                  <a:gd name="T5" fmla="*/ 14 h 14"/>
                  <a:gd name="T6" fmla="*/ 24 w 42"/>
                  <a:gd name="T7" fmla="*/ 14 h 14"/>
                  <a:gd name="T8" fmla="*/ 24 w 42"/>
                  <a:gd name="T9" fmla="*/ 7 h 14"/>
                  <a:gd name="T10" fmla="*/ 24 w 42"/>
                  <a:gd name="T11" fmla="*/ 6 h 14"/>
                  <a:gd name="T12" fmla="*/ 24 w 42"/>
                  <a:gd name="T13" fmla="*/ 6 h 14"/>
                  <a:gd name="T14" fmla="*/ 28 w 42"/>
                  <a:gd name="T15" fmla="*/ 0 h 14"/>
                  <a:gd name="T16" fmla="*/ 41 w 42"/>
                  <a:gd name="T17" fmla="*/ 6 h 14"/>
                  <a:gd name="T18" fmla="*/ 42 w 42"/>
                  <a:gd name="T19" fmla="*/ 14 h 14"/>
                  <a:gd name="T20" fmla="*/ 27 w 42"/>
                  <a:gd name="T21" fmla="*/ 14 h 14"/>
                  <a:gd name="T22" fmla="*/ 24 w 42"/>
                  <a:gd name="T23" fmla="*/ 7 h 14"/>
                  <a:gd name="T24" fmla="*/ 11 w 42"/>
                  <a:gd name="T25" fmla="*/ 14 h 14"/>
                  <a:gd name="T26" fmla="*/ 24 w 42"/>
                  <a:gd name="T27" fmla="*/ 14 h 14"/>
                  <a:gd name="T28" fmla="*/ 24 w 42"/>
                  <a:gd name="T29" fmla="*/ 14 h 14"/>
                  <a:gd name="T30" fmla="*/ 24 w 42"/>
                  <a:gd name="T31" fmla="*/ 14 h 14"/>
                  <a:gd name="T32" fmla="*/ 21 w 42"/>
                  <a:gd name="T33" fmla="*/ 4 h 14"/>
                  <a:gd name="T34" fmla="*/ 5 w 42"/>
                  <a:gd name="T35" fmla="*/ 3 h 14"/>
                  <a:gd name="T36" fmla="*/ 6 w 42"/>
                  <a:gd name="T37" fmla="*/ 7 h 14"/>
                  <a:gd name="T38" fmla="*/ 11 w 42"/>
                  <a:gd name="T39" fmla="*/ 14 h 14"/>
                  <a:gd name="T40" fmla="*/ 24 w 42"/>
                  <a:gd name="T41" fmla="*/ 6 h 14"/>
                  <a:gd name="T42" fmla="*/ 24 w 42"/>
                  <a:gd name="T43" fmla="*/ 7 h 14"/>
                  <a:gd name="T44" fmla="*/ 24 w 42"/>
                  <a:gd name="T4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 h="14">
                    <a:moveTo>
                      <a:pt x="24" y="14"/>
                    </a:moveTo>
                    <a:cubicBezTo>
                      <a:pt x="24" y="14"/>
                      <a:pt x="24" y="14"/>
                      <a:pt x="24" y="14"/>
                    </a:cubicBezTo>
                    <a:cubicBezTo>
                      <a:pt x="24" y="14"/>
                      <a:pt x="24" y="14"/>
                      <a:pt x="24" y="14"/>
                    </a:cubicBezTo>
                    <a:cubicBezTo>
                      <a:pt x="24" y="14"/>
                      <a:pt x="24" y="14"/>
                      <a:pt x="24" y="14"/>
                    </a:cubicBezTo>
                    <a:close/>
                    <a:moveTo>
                      <a:pt x="24" y="7"/>
                    </a:moveTo>
                    <a:cubicBezTo>
                      <a:pt x="24" y="6"/>
                      <a:pt x="24" y="6"/>
                      <a:pt x="24" y="6"/>
                    </a:cubicBezTo>
                    <a:cubicBezTo>
                      <a:pt x="24" y="6"/>
                      <a:pt x="24" y="6"/>
                      <a:pt x="24" y="6"/>
                    </a:cubicBezTo>
                    <a:cubicBezTo>
                      <a:pt x="25" y="4"/>
                      <a:pt x="24" y="0"/>
                      <a:pt x="28" y="0"/>
                    </a:cubicBezTo>
                    <a:cubicBezTo>
                      <a:pt x="31" y="0"/>
                      <a:pt x="40" y="3"/>
                      <a:pt x="41" y="6"/>
                    </a:cubicBezTo>
                    <a:cubicBezTo>
                      <a:pt x="42" y="7"/>
                      <a:pt x="42" y="11"/>
                      <a:pt x="42" y="14"/>
                    </a:cubicBezTo>
                    <a:cubicBezTo>
                      <a:pt x="27" y="14"/>
                      <a:pt x="27" y="14"/>
                      <a:pt x="27" y="14"/>
                    </a:cubicBezTo>
                    <a:cubicBezTo>
                      <a:pt x="26" y="12"/>
                      <a:pt x="24" y="9"/>
                      <a:pt x="24" y="7"/>
                    </a:cubicBezTo>
                    <a:close/>
                    <a:moveTo>
                      <a:pt x="11" y="14"/>
                    </a:moveTo>
                    <a:cubicBezTo>
                      <a:pt x="24" y="14"/>
                      <a:pt x="24" y="14"/>
                      <a:pt x="24" y="14"/>
                    </a:cubicBezTo>
                    <a:cubicBezTo>
                      <a:pt x="24" y="14"/>
                      <a:pt x="24" y="14"/>
                      <a:pt x="24" y="14"/>
                    </a:cubicBezTo>
                    <a:cubicBezTo>
                      <a:pt x="24" y="14"/>
                      <a:pt x="24" y="14"/>
                      <a:pt x="24" y="14"/>
                    </a:cubicBezTo>
                    <a:cubicBezTo>
                      <a:pt x="22" y="11"/>
                      <a:pt x="23" y="6"/>
                      <a:pt x="21" y="4"/>
                    </a:cubicBezTo>
                    <a:cubicBezTo>
                      <a:pt x="20" y="3"/>
                      <a:pt x="9" y="3"/>
                      <a:pt x="5" y="3"/>
                    </a:cubicBezTo>
                    <a:cubicBezTo>
                      <a:pt x="0" y="3"/>
                      <a:pt x="4" y="6"/>
                      <a:pt x="6" y="7"/>
                    </a:cubicBezTo>
                    <a:cubicBezTo>
                      <a:pt x="8" y="9"/>
                      <a:pt x="9" y="11"/>
                      <a:pt x="11" y="14"/>
                    </a:cubicBezTo>
                    <a:close/>
                    <a:moveTo>
                      <a:pt x="24" y="6"/>
                    </a:moveTo>
                    <a:cubicBezTo>
                      <a:pt x="24" y="7"/>
                      <a:pt x="24" y="7"/>
                      <a:pt x="24" y="7"/>
                    </a:cubicBezTo>
                    <a:cubicBezTo>
                      <a:pt x="24" y="7"/>
                      <a:pt x="24" y="6"/>
                      <a:pt x="24" y="6"/>
                    </a:cubicBezTo>
                    <a:close/>
                  </a:path>
                </a:pathLst>
              </a:custGeom>
              <a:solidFill>
                <a:srgbClr val="D8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1" name="Freeform 379"/>
              <p:cNvSpPr>
                <a:spLocks noEditPoints="1"/>
              </p:cNvSpPr>
              <p:nvPr/>
            </p:nvSpPr>
            <p:spPr bwMode="auto">
              <a:xfrm>
                <a:off x="3521" y="1171"/>
                <a:ext cx="80" cy="31"/>
              </a:xfrm>
              <a:custGeom>
                <a:avLst/>
                <a:gdLst>
                  <a:gd name="T0" fmla="*/ 24 w 42"/>
                  <a:gd name="T1" fmla="*/ 16 h 16"/>
                  <a:gd name="T2" fmla="*/ 25 w 42"/>
                  <a:gd name="T3" fmla="*/ 16 h 16"/>
                  <a:gd name="T4" fmla="*/ 24 w 42"/>
                  <a:gd name="T5" fmla="*/ 15 h 16"/>
                  <a:gd name="T6" fmla="*/ 24 w 42"/>
                  <a:gd name="T7" fmla="*/ 16 h 16"/>
                  <a:gd name="T8" fmla="*/ 24 w 42"/>
                  <a:gd name="T9" fmla="*/ 9 h 16"/>
                  <a:gd name="T10" fmla="*/ 24 w 42"/>
                  <a:gd name="T11" fmla="*/ 5 h 16"/>
                  <a:gd name="T12" fmla="*/ 28 w 42"/>
                  <a:gd name="T13" fmla="*/ 0 h 16"/>
                  <a:gd name="T14" fmla="*/ 41 w 42"/>
                  <a:gd name="T15" fmla="*/ 6 h 16"/>
                  <a:gd name="T16" fmla="*/ 42 w 42"/>
                  <a:gd name="T17" fmla="*/ 16 h 16"/>
                  <a:gd name="T18" fmla="*/ 27 w 42"/>
                  <a:gd name="T19" fmla="*/ 16 h 16"/>
                  <a:gd name="T20" fmla="*/ 24 w 42"/>
                  <a:gd name="T21" fmla="*/ 9 h 16"/>
                  <a:gd name="T22" fmla="*/ 12 w 42"/>
                  <a:gd name="T23" fmla="*/ 16 h 16"/>
                  <a:gd name="T24" fmla="*/ 24 w 42"/>
                  <a:gd name="T25" fmla="*/ 16 h 16"/>
                  <a:gd name="T26" fmla="*/ 24 w 42"/>
                  <a:gd name="T27" fmla="*/ 15 h 16"/>
                  <a:gd name="T28" fmla="*/ 24 w 42"/>
                  <a:gd name="T29" fmla="*/ 14 h 16"/>
                  <a:gd name="T30" fmla="*/ 21 w 42"/>
                  <a:gd name="T31" fmla="*/ 4 h 16"/>
                  <a:gd name="T32" fmla="*/ 5 w 42"/>
                  <a:gd name="T33" fmla="*/ 3 h 16"/>
                  <a:gd name="T34" fmla="*/ 6 w 42"/>
                  <a:gd name="T35" fmla="*/ 7 h 16"/>
                  <a:gd name="T36" fmla="*/ 12 w 42"/>
                  <a:gd name="T37" fmla="*/ 15 h 16"/>
                  <a:gd name="T38" fmla="*/ 12 w 42"/>
                  <a:gd name="T39" fmla="*/ 16 h 16"/>
                  <a:gd name="T40" fmla="*/ 24 w 42"/>
                  <a:gd name="T41" fmla="*/ 5 h 16"/>
                  <a:gd name="T42" fmla="*/ 24 w 42"/>
                  <a:gd name="T43" fmla="*/ 9 h 16"/>
                  <a:gd name="T44" fmla="*/ 24 w 42"/>
                  <a:gd name="T45" fmla="*/ 6 h 16"/>
                  <a:gd name="T46" fmla="*/ 24 w 42"/>
                  <a:gd name="T4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 h="16">
                    <a:moveTo>
                      <a:pt x="24" y="16"/>
                    </a:moveTo>
                    <a:cubicBezTo>
                      <a:pt x="25" y="16"/>
                      <a:pt x="25" y="16"/>
                      <a:pt x="25" y="16"/>
                    </a:cubicBezTo>
                    <a:cubicBezTo>
                      <a:pt x="24" y="15"/>
                      <a:pt x="24" y="15"/>
                      <a:pt x="24" y="15"/>
                    </a:cubicBezTo>
                    <a:cubicBezTo>
                      <a:pt x="24" y="16"/>
                      <a:pt x="24" y="16"/>
                      <a:pt x="24" y="16"/>
                    </a:cubicBezTo>
                    <a:close/>
                    <a:moveTo>
                      <a:pt x="24" y="9"/>
                    </a:moveTo>
                    <a:cubicBezTo>
                      <a:pt x="24" y="5"/>
                      <a:pt x="24" y="5"/>
                      <a:pt x="24" y="5"/>
                    </a:cubicBezTo>
                    <a:cubicBezTo>
                      <a:pt x="25" y="3"/>
                      <a:pt x="25" y="0"/>
                      <a:pt x="28" y="0"/>
                    </a:cubicBezTo>
                    <a:cubicBezTo>
                      <a:pt x="31" y="0"/>
                      <a:pt x="40" y="3"/>
                      <a:pt x="41" y="6"/>
                    </a:cubicBezTo>
                    <a:cubicBezTo>
                      <a:pt x="42" y="8"/>
                      <a:pt x="42" y="12"/>
                      <a:pt x="42" y="16"/>
                    </a:cubicBezTo>
                    <a:cubicBezTo>
                      <a:pt x="27" y="16"/>
                      <a:pt x="27" y="16"/>
                      <a:pt x="27" y="16"/>
                    </a:cubicBezTo>
                    <a:cubicBezTo>
                      <a:pt x="27" y="15"/>
                      <a:pt x="25" y="11"/>
                      <a:pt x="24" y="9"/>
                    </a:cubicBezTo>
                    <a:close/>
                    <a:moveTo>
                      <a:pt x="12" y="16"/>
                    </a:moveTo>
                    <a:cubicBezTo>
                      <a:pt x="24" y="16"/>
                      <a:pt x="24" y="16"/>
                      <a:pt x="24" y="16"/>
                    </a:cubicBezTo>
                    <a:cubicBezTo>
                      <a:pt x="24" y="15"/>
                      <a:pt x="24" y="15"/>
                      <a:pt x="24" y="15"/>
                    </a:cubicBezTo>
                    <a:cubicBezTo>
                      <a:pt x="24" y="15"/>
                      <a:pt x="24" y="14"/>
                      <a:pt x="24" y="14"/>
                    </a:cubicBezTo>
                    <a:cubicBezTo>
                      <a:pt x="22" y="11"/>
                      <a:pt x="23" y="6"/>
                      <a:pt x="21" y="4"/>
                    </a:cubicBezTo>
                    <a:cubicBezTo>
                      <a:pt x="20" y="3"/>
                      <a:pt x="9" y="3"/>
                      <a:pt x="5" y="3"/>
                    </a:cubicBezTo>
                    <a:cubicBezTo>
                      <a:pt x="0" y="3"/>
                      <a:pt x="4" y="6"/>
                      <a:pt x="6" y="7"/>
                    </a:cubicBezTo>
                    <a:cubicBezTo>
                      <a:pt x="8" y="9"/>
                      <a:pt x="9" y="11"/>
                      <a:pt x="12" y="15"/>
                    </a:cubicBezTo>
                    <a:cubicBezTo>
                      <a:pt x="12" y="16"/>
                      <a:pt x="12" y="16"/>
                      <a:pt x="12" y="16"/>
                    </a:cubicBezTo>
                    <a:close/>
                    <a:moveTo>
                      <a:pt x="24" y="5"/>
                    </a:moveTo>
                    <a:cubicBezTo>
                      <a:pt x="24" y="9"/>
                      <a:pt x="24" y="9"/>
                      <a:pt x="24" y="9"/>
                    </a:cubicBezTo>
                    <a:cubicBezTo>
                      <a:pt x="24" y="8"/>
                      <a:pt x="24" y="7"/>
                      <a:pt x="24" y="6"/>
                    </a:cubicBezTo>
                    <a:cubicBezTo>
                      <a:pt x="24" y="6"/>
                      <a:pt x="24" y="5"/>
                      <a:pt x="24" y="5"/>
                    </a:cubicBezTo>
                    <a:close/>
                  </a:path>
                </a:pathLst>
              </a:custGeom>
              <a:solidFill>
                <a:srgbClr val="D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2" name="Freeform 380"/>
              <p:cNvSpPr>
                <a:spLocks noEditPoints="1"/>
              </p:cNvSpPr>
              <p:nvPr/>
            </p:nvSpPr>
            <p:spPr bwMode="auto">
              <a:xfrm>
                <a:off x="3521" y="1171"/>
                <a:ext cx="80" cy="33"/>
              </a:xfrm>
              <a:custGeom>
                <a:avLst/>
                <a:gdLst>
                  <a:gd name="T0" fmla="*/ 25 w 42"/>
                  <a:gd name="T1" fmla="*/ 17 h 17"/>
                  <a:gd name="T2" fmla="*/ 26 w 42"/>
                  <a:gd name="T3" fmla="*/ 17 h 17"/>
                  <a:gd name="T4" fmla="*/ 25 w 42"/>
                  <a:gd name="T5" fmla="*/ 16 h 17"/>
                  <a:gd name="T6" fmla="*/ 25 w 42"/>
                  <a:gd name="T7" fmla="*/ 17 h 17"/>
                  <a:gd name="T8" fmla="*/ 25 w 42"/>
                  <a:gd name="T9" fmla="*/ 10 h 17"/>
                  <a:gd name="T10" fmla="*/ 25 w 42"/>
                  <a:gd name="T11" fmla="*/ 3 h 17"/>
                  <a:gd name="T12" fmla="*/ 28 w 42"/>
                  <a:gd name="T13" fmla="*/ 0 h 17"/>
                  <a:gd name="T14" fmla="*/ 41 w 42"/>
                  <a:gd name="T15" fmla="*/ 6 h 17"/>
                  <a:gd name="T16" fmla="*/ 42 w 42"/>
                  <a:gd name="T17" fmla="*/ 17 h 17"/>
                  <a:gd name="T18" fmla="*/ 28 w 42"/>
                  <a:gd name="T19" fmla="*/ 17 h 17"/>
                  <a:gd name="T20" fmla="*/ 28 w 42"/>
                  <a:gd name="T21" fmla="*/ 16 h 17"/>
                  <a:gd name="T22" fmla="*/ 25 w 42"/>
                  <a:gd name="T23" fmla="*/ 10 h 17"/>
                  <a:gd name="T24" fmla="*/ 13 w 42"/>
                  <a:gd name="T25" fmla="*/ 17 h 17"/>
                  <a:gd name="T26" fmla="*/ 25 w 42"/>
                  <a:gd name="T27" fmla="*/ 17 h 17"/>
                  <a:gd name="T28" fmla="*/ 25 w 42"/>
                  <a:gd name="T29" fmla="*/ 16 h 17"/>
                  <a:gd name="T30" fmla="*/ 24 w 42"/>
                  <a:gd name="T31" fmla="*/ 14 h 17"/>
                  <a:gd name="T32" fmla="*/ 21 w 42"/>
                  <a:gd name="T33" fmla="*/ 4 h 17"/>
                  <a:gd name="T34" fmla="*/ 5 w 42"/>
                  <a:gd name="T35" fmla="*/ 3 h 17"/>
                  <a:gd name="T36" fmla="*/ 6 w 42"/>
                  <a:gd name="T37" fmla="*/ 7 h 17"/>
                  <a:gd name="T38" fmla="*/ 12 w 42"/>
                  <a:gd name="T39" fmla="*/ 15 h 17"/>
                  <a:gd name="T40" fmla="*/ 13 w 42"/>
                  <a:gd name="T41" fmla="*/ 17 h 17"/>
                  <a:gd name="T42" fmla="*/ 25 w 42"/>
                  <a:gd name="T43" fmla="*/ 3 h 17"/>
                  <a:gd name="T44" fmla="*/ 25 w 42"/>
                  <a:gd name="T45" fmla="*/ 10 h 17"/>
                  <a:gd name="T46" fmla="*/ 24 w 42"/>
                  <a:gd name="T47" fmla="*/ 6 h 17"/>
                  <a:gd name="T48" fmla="*/ 25 w 42"/>
                  <a:gd name="T49"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17">
                    <a:moveTo>
                      <a:pt x="25" y="17"/>
                    </a:moveTo>
                    <a:cubicBezTo>
                      <a:pt x="26" y="17"/>
                      <a:pt x="26" y="17"/>
                      <a:pt x="26" y="17"/>
                    </a:cubicBezTo>
                    <a:cubicBezTo>
                      <a:pt x="25" y="17"/>
                      <a:pt x="25" y="16"/>
                      <a:pt x="25" y="16"/>
                    </a:cubicBezTo>
                    <a:cubicBezTo>
                      <a:pt x="25" y="17"/>
                      <a:pt x="25" y="17"/>
                      <a:pt x="25" y="17"/>
                    </a:cubicBezTo>
                    <a:close/>
                    <a:moveTo>
                      <a:pt x="25" y="10"/>
                    </a:moveTo>
                    <a:cubicBezTo>
                      <a:pt x="25" y="3"/>
                      <a:pt x="25" y="3"/>
                      <a:pt x="25" y="3"/>
                    </a:cubicBezTo>
                    <a:cubicBezTo>
                      <a:pt x="25" y="1"/>
                      <a:pt x="26" y="0"/>
                      <a:pt x="28" y="0"/>
                    </a:cubicBezTo>
                    <a:cubicBezTo>
                      <a:pt x="31" y="0"/>
                      <a:pt x="40" y="3"/>
                      <a:pt x="41" y="6"/>
                    </a:cubicBezTo>
                    <a:cubicBezTo>
                      <a:pt x="42" y="8"/>
                      <a:pt x="42" y="13"/>
                      <a:pt x="42" y="17"/>
                    </a:cubicBezTo>
                    <a:cubicBezTo>
                      <a:pt x="28" y="17"/>
                      <a:pt x="28" y="17"/>
                      <a:pt x="28" y="17"/>
                    </a:cubicBezTo>
                    <a:cubicBezTo>
                      <a:pt x="28" y="16"/>
                      <a:pt x="28" y="16"/>
                      <a:pt x="28" y="16"/>
                    </a:cubicBezTo>
                    <a:cubicBezTo>
                      <a:pt x="28" y="16"/>
                      <a:pt x="26" y="13"/>
                      <a:pt x="25" y="10"/>
                    </a:cubicBezTo>
                    <a:close/>
                    <a:moveTo>
                      <a:pt x="13" y="17"/>
                    </a:moveTo>
                    <a:cubicBezTo>
                      <a:pt x="25" y="17"/>
                      <a:pt x="25" y="17"/>
                      <a:pt x="25" y="17"/>
                    </a:cubicBezTo>
                    <a:cubicBezTo>
                      <a:pt x="25" y="16"/>
                      <a:pt x="25" y="16"/>
                      <a:pt x="25" y="16"/>
                    </a:cubicBezTo>
                    <a:cubicBezTo>
                      <a:pt x="24" y="15"/>
                      <a:pt x="24" y="14"/>
                      <a:pt x="24" y="14"/>
                    </a:cubicBezTo>
                    <a:cubicBezTo>
                      <a:pt x="22" y="11"/>
                      <a:pt x="23" y="6"/>
                      <a:pt x="21" y="4"/>
                    </a:cubicBezTo>
                    <a:cubicBezTo>
                      <a:pt x="20" y="3"/>
                      <a:pt x="9" y="3"/>
                      <a:pt x="5" y="3"/>
                    </a:cubicBezTo>
                    <a:cubicBezTo>
                      <a:pt x="0" y="3"/>
                      <a:pt x="4" y="6"/>
                      <a:pt x="6" y="7"/>
                    </a:cubicBezTo>
                    <a:cubicBezTo>
                      <a:pt x="8" y="9"/>
                      <a:pt x="9" y="11"/>
                      <a:pt x="12" y="15"/>
                    </a:cubicBezTo>
                    <a:cubicBezTo>
                      <a:pt x="12" y="16"/>
                      <a:pt x="12" y="16"/>
                      <a:pt x="13" y="17"/>
                    </a:cubicBezTo>
                    <a:close/>
                    <a:moveTo>
                      <a:pt x="25" y="3"/>
                    </a:moveTo>
                    <a:cubicBezTo>
                      <a:pt x="25" y="10"/>
                      <a:pt x="25" y="10"/>
                      <a:pt x="25" y="10"/>
                    </a:cubicBezTo>
                    <a:cubicBezTo>
                      <a:pt x="24" y="8"/>
                      <a:pt x="24" y="7"/>
                      <a:pt x="24" y="6"/>
                    </a:cubicBezTo>
                    <a:cubicBezTo>
                      <a:pt x="24" y="5"/>
                      <a:pt x="24" y="4"/>
                      <a:pt x="25" y="3"/>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3" name="Freeform 381"/>
              <p:cNvSpPr>
                <a:spLocks noEditPoints="1"/>
              </p:cNvSpPr>
              <p:nvPr/>
            </p:nvSpPr>
            <p:spPr bwMode="auto">
              <a:xfrm>
                <a:off x="3521" y="1171"/>
                <a:ext cx="80" cy="35"/>
              </a:xfrm>
              <a:custGeom>
                <a:avLst/>
                <a:gdLst>
                  <a:gd name="T0" fmla="*/ 25 w 42"/>
                  <a:gd name="T1" fmla="*/ 18 h 18"/>
                  <a:gd name="T2" fmla="*/ 27 w 42"/>
                  <a:gd name="T3" fmla="*/ 18 h 18"/>
                  <a:gd name="T4" fmla="*/ 25 w 42"/>
                  <a:gd name="T5" fmla="*/ 16 h 18"/>
                  <a:gd name="T6" fmla="*/ 25 w 42"/>
                  <a:gd name="T7" fmla="*/ 18 h 18"/>
                  <a:gd name="T8" fmla="*/ 25 w 42"/>
                  <a:gd name="T9" fmla="*/ 11 h 18"/>
                  <a:gd name="T10" fmla="*/ 25 w 42"/>
                  <a:gd name="T11" fmla="*/ 1 h 18"/>
                  <a:gd name="T12" fmla="*/ 28 w 42"/>
                  <a:gd name="T13" fmla="*/ 0 h 18"/>
                  <a:gd name="T14" fmla="*/ 41 w 42"/>
                  <a:gd name="T15" fmla="*/ 6 h 18"/>
                  <a:gd name="T16" fmla="*/ 42 w 42"/>
                  <a:gd name="T17" fmla="*/ 18 h 18"/>
                  <a:gd name="T18" fmla="*/ 28 w 42"/>
                  <a:gd name="T19" fmla="*/ 18 h 18"/>
                  <a:gd name="T20" fmla="*/ 28 w 42"/>
                  <a:gd name="T21" fmla="*/ 16 h 18"/>
                  <a:gd name="T22" fmla="*/ 25 w 42"/>
                  <a:gd name="T23" fmla="*/ 11 h 18"/>
                  <a:gd name="T24" fmla="*/ 13 w 42"/>
                  <a:gd name="T25" fmla="*/ 18 h 18"/>
                  <a:gd name="T26" fmla="*/ 25 w 42"/>
                  <a:gd name="T27" fmla="*/ 18 h 18"/>
                  <a:gd name="T28" fmla="*/ 25 w 42"/>
                  <a:gd name="T29" fmla="*/ 16 h 18"/>
                  <a:gd name="T30" fmla="*/ 24 w 42"/>
                  <a:gd name="T31" fmla="*/ 14 h 18"/>
                  <a:gd name="T32" fmla="*/ 21 w 42"/>
                  <a:gd name="T33" fmla="*/ 4 h 18"/>
                  <a:gd name="T34" fmla="*/ 5 w 42"/>
                  <a:gd name="T35" fmla="*/ 3 h 18"/>
                  <a:gd name="T36" fmla="*/ 6 w 42"/>
                  <a:gd name="T37" fmla="*/ 7 h 18"/>
                  <a:gd name="T38" fmla="*/ 12 w 42"/>
                  <a:gd name="T39" fmla="*/ 15 h 18"/>
                  <a:gd name="T40" fmla="*/ 13 w 42"/>
                  <a:gd name="T41" fmla="*/ 18 h 18"/>
                  <a:gd name="T42" fmla="*/ 25 w 42"/>
                  <a:gd name="T43" fmla="*/ 1 h 18"/>
                  <a:gd name="T44" fmla="*/ 25 w 42"/>
                  <a:gd name="T45" fmla="*/ 11 h 18"/>
                  <a:gd name="T46" fmla="*/ 24 w 42"/>
                  <a:gd name="T47" fmla="*/ 6 h 18"/>
                  <a:gd name="T48" fmla="*/ 25 w 42"/>
                  <a:gd name="T4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18">
                    <a:moveTo>
                      <a:pt x="25" y="18"/>
                    </a:moveTo>
                    <a:cubicBezTo>
                      <a:pt x="27" y="18"/>
                      <a:pt x="27" y="18"/>
                      <a:pt x="27" y="18"/>
                    </a:cubicBezTo>
                    <a:cubicBezTo>
                      <a:pt x="26" y="18"/>
                      <a:pt x="26" y="17"/>
                      <a:pt x="25" y="16"/>
                    </a:cubicBezTo>
                    <a:cubicBezTo>
                      <a:pt x="25" y="18"/>
                      <a:pt x="25" y="18"/>
                      <a:pt x="25" y="18"/>
                    </a:cubicBezTo>
                    <a:close/>
                    <a:moveTo>
                      <a:pt x="25" y="11"/>
                    </a:moveTo>
                    <a:cubicBezTo>
                      <a:pt x="25" y="1"/>
                      <a:pt x="25" y="1"/>
                      <a:pt x="25" y="1"/>
                    </a:cubicBezTo>
                    <a:cubicBezTo>
                      <a:pt x="26" y="1"/>
                      <a:pt x="26" y="0"/>
                      <a:pt x="28" y="0"/>
                    </a:cubicBezTo>
                    <a:cubicBezTo>
                      <a:pt x="31" y="0"/>
                      <a:pt x="40" y="3"/>
                      <a:pt x="41" y="6"/>
                    </a:cubicBezTo>
                    <a:cubicBezTo>
                      <a:pt x="42" y="8"/>
                      <a:pt x="42" y="15"/>
                      <a:pt x="42" y="18"/>
                    </a:cubicBezTo>
                    <a:cubicBezTo>
                      <a:pt x="28" y="18"/>
                      <a:pt x="28" y="18"/>
                      <a:pt x="28" y="18"/>
                    </a:cubicBezTo>
                    <a:cubicBezTo>
                      <a:pt x="28" y="16"/>
                      <a:pt x="28" y="16"/>
                      <a:pt x="28" y="16"/>
                    </a:cubicBezTo>
                    <a:cubicBezTo>
                      <a:pt x="28" y="16"/>
                      <a:pt x="26" y="14"/>
                      <a:pt x="25" y="11"/>
                    </a:cubicBezTo>
                    <a:close/>
                    <a:moveTo>
                      <a:pt x="13" y="18"/>
                    </a:moveTo>
                    <a:cubicBezTo>
                      <a:pt x="25" y="18"/>
                      <a:pt x="25" y="18"/>
                      <a:pt x="25" y="18"/>
                    </a:cubicBezTo>
                    <a:cubicBezTo>
                      <a:pt x="25" y="16"/>
                      <a:pt x="25" y="16"/>
                      <a:pt x="25" y="16"/>
                    </a:cubicBezTo>
                    <a:cubicBezTo>
                      <a:pt x="25" y="16"/>
                      <a:pt x="24" y="15"/>
                      <a:pt x="24" y="14"/>
                    </a:cubicBezTo>
                    <a:cubicBezTo>
                      <a:pt x="22" y="11"/>
                      <a:pt x="23" y="6"/>
                      <a:pt x="21" y="4"/>
                    </a:cubicBezTo>
                    <a:cubicBezTo>
                      <a:pt x="20" y="3"/>
                      <a:pt x="9" y="3"/>
                      <a:pt x="5" y="3"/>
                    </a:cubicBezTo>
                    <a:cubicBezTo>
                      <a:pt x="0" y="3"/>
                      <a:pt x="4" y="6"/>
                      <a:pt x="6" y="7"/>
                    </a:cubicBezTo>
                    <a:cubicBezTo>
                      <a:pt x="8" y="9"/>
                      <a:pt x="9" y="11"/>
                      <a:pt x="12" y="15"/>
                    </a:cubicBezTo>
                    <a:cubicBezTo>
                      <a:pt x="12" y="16"/>
                      <a:pt x="13" y="17"/>
                      <a:pt x="13" y="18"/>
                    </a:cubicBezTo>
                    <a:close/>
                    <a:moveTo>
                      <a:pt x="25" y="1"/>
                    </a:moveTo>
                    <a:cubicBezTo>
                      <a:pt x="25" y="11"/>
                      <a:pt x="25" y="11"/>
                      <a:pt x="25" y="11"/>
                    </a:cubicBezTo>
                    <a:cubicBezTo>
                      <a:pt x="24" y="9"/>
                      <a:pt x="24" y="7"/>
                      <a:pt x="24" y="6"/>
                    </a:cubicBezTo>
                    <a:cubicBezTo>
                      <a:pt x="24" y="5"/>
                      <a:pt x="25" y="3"/>
                      <a:pt x="25" y="1"/>
                    </a:cubicBezTo>
                    <a:close/>
                  </a:path>
                </a:pathLst>
              </a:custGeom>
              <a:solidFill>
                <a:srgbClr val="DB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4" name="Freeform 382"/>
              <p:cNvSpPr>
                <a:spLocks/>
              </p:cNvSpPr>
              <p:nvPr/>
            </p:nvSpPr>
            <p:spPr bwMode="auto">
              <a:xfrm>
                <a:off x="3521" y="1173"/>
                <a:ext cx="82" cy="34"/>
              </a:xfrm>
              <a:custGeom>
                <a:avLst/>
                <a:gdLst>
                  <a:gd name="T0" fmla="*/ 34 w 43"/>
                  <a:gd name="T1" fmla="*/ 0 h 18"/>
                  <a:gd name="T2" fmla="*/ 25 w 43"/>
                  <a:gd name="T3" fmla="*/ 0 h 18"/>
                  <a:gd name="T4" fmla="*/ 24 w 43"/>
                  <a:gd name="T5" fmla="*/ 5 h 18"/>
                  <a:gd name="T6" fmla="*/ 28 w 43"/>
                  <a:gd name="T7" fmla="*/ 15 h 18"/>
                  <a:gd name="T8" fmla="*/ 28 w 43"/>
                  <a:gd name="T9" fmla="*/ 18 h 18"/>
                  <a:gd name="T10" fmla="*/ 24 w 43"/>
                  <a:gd name="T11" fmla="*/ 13 h 18"/>
                  <a:gd name="T12" fmla="*/ 21 w 43"/>
                  <a:gd name="T13" fmla="*/ 3 h 18"/>
                  <a:gd name="T14" fmla="*/ 5 w 43"/>
                  <a:gd name="T15" fmla="*/ 2 h 18"/>
                  <a:gd name="T16" fmla="*/ 6 w 43"/>
                  <a:gd name="T17" fmla="*/ 6 h 18"/>
                  <a:gd name="T18" fmla="*/ 12 w 43"/>
                  <a:gd name="T19" fmla="*/ 14 h 18"/>
                  <a:gd name="T20" fmla="*/ 14 w 43"/>
                  <a:gd name="T21" fmla="*/ 18 h 18"/>
                  <a:gd name="T22" fmla="*/ 43 w 43"/>
                  <a:gd name="T23" fmla="*/ 18 h 18"/>
                  <a:gd name="T24" fmla="*/ 41 w 43"/>
                  <a:gd name="T25" fmla="*/ 5 h 18"/>
                  <a:gd name="T26" fmla="*/ 34 w 43"/>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18">
                    <a:moveTo>
                      <a:pt x="34" y="0"/>
                    </a:moveTo>
                    <a:cubicBezTo>
                      <a:pt x="25" y="0"/>
                      <a:pt x="25" y="0"/>
                      <a:pt x="25" y="0"/>
                    </a:cubicBezTo>
                    <a:cubicBezTo>
                      <a:pt x="25" y="1"/>
                      <a:pt x="24" y="4"/>
                      <a:pt x="24" y="5"/>
                    </a:cubicBezTo>
                    <a:cubicBezTo>
                      <a:pt x="23" y="7"/>
                      <a:pt x="28" y="15"/>
                      <a:pt x="28" y="15"/>
                    </a:cubicBezTo>
                    <a:cubicBezTo>
                      <a:pt x="28" y="18"/>
                      <a:pt x="28" y="18"/>
                      <a:pt x="28" y="18"/>
                    </a:cubicBezTo>
                    <a:cubicBezTo>
                      <a:pt x="28" y="18"/>
                      <a:pt x="25" y="16"/>
                      <a:pt x="24" y="13"/>
                    </a:cubicBezTo>
                    <a:cubicBezTo>
                      <a:pt x="22" y="10"/>
                      <a:pt x="23" y="5"/>
                      <a:pt x="21" y="3"/>
                    </a:cubicBezTo>
                    <a:cubicBezTo>
                      <a:pt x="20" y="2"/>
                      <a:pt x="9" y="2"/>
                      <a:pt x="5" y="2"/>
                    </a:cubicBezTo>
                    <a:cubicBezTo>
                      <a:pt x="0" y="2"/>
                      <a:pt x="4" y="5"/>
                      <a:pt x="6" y="6"/>
                    </a:cubicBezTo>
                    <a:cubicBezTo>
                      <a:pt x="8" y="8"/>
                      <a:pt x="9" y="10"/>
                      <a:pt x="12" y="14"/>
                    </a:cubicBezTo>
                    <a:cubicBezTo>
                      <a:pt x="12" y="15"/>
                      <a:pt x="13" y="17"/>
                      <a:pt x="14" y="18"/>
                    </a:cubicBezTo>
                    <a:cubicBezTo>
                      <a:pt x="43" y="18"/>
                      <a:pt x="43" y="18"/>
                      <a:pt x="43" y="18"/>
                    </a:cubicBezTo>
                    <a:cubicBezTo>
                      <a:pt x="42" y="15"/>
                      <a:pt x="42" y="7"/>
                      <a:pt x="41" y="5"/>
                    </a:cubicBezTo>
                    <a:cubicBezTo>
                      <a:pt x="41" y="3"/>
                      <a:pt x="37" y="1"/>
                      <a:pt x="34" y="0"/>
                    </a:cubicBezTo>
                    <a:close/>
                  </a:path>
                </a:pathLst>
              </a:custGeom>
              <a:solidFill>
                <a:srgbClr val="DCD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5" name="Freeform 383"/>
              <p:cNvSpPr>
                <a:spLocks/>
              </p:cNvSpPr>
              <p:nvPr/>
            </p:nvSpPr>
            <p:spPr bwMode="auto">
              <a:xfrm>
                <a:off x="3521" y="1175"/>
                <a:ext cx="82" cy="36"/>
              </a:xfrm>
              <a:custGeom>
                <a:avLst/>
                <a:gdLst>
                  <a:gd name="T0" fmla="*/ 37 w 43"/>
                  <a:gd name="T1" fmla="*/ 0 h 19"/>
                  <a:gd name="T2" fmla="*/ 25 w 43"/>
                  <a:gd name="T3" fmla="*/ 0 h 19"/>
                  <a:gd name="T4" fmla="*/ 24 w 43"/>
                  <a:gd name="T5" fmla="*/ 4 h 19"/>
                  <a:gd name="T6" fmla="*/ 28 w 43"/>
                  <a:gd name="T7" fmla="*/ 14 h 19"/>
                  <a:gd name="T8" fmla="*/ 28 w 43"/>
                  <a:gd name="T9" fmla="*/ 17 h 19"/>
                  <a:gd name="T10" fmla="*/ 24 w 43"/>
                  <a:gd name="T11" fmla="*/ 12 h 19"/>
                  <a:gd name="T12" fmla="*/ 21 w 43"/>
                  <a:gd name="T13" fmla="*/ 2 h 19"/>
                  <a:gd name="T14" fmla="*/ 5 w 43"/>
                  <a:gd name="T15" fmla="*/ 1 h 19"/>
                  <a:gd name="T16" fmla="*/ 6 w 43"/>
                  <a:gd name="T17" fmla="*/ 5 h 19"/>
                  <a:gd name="T18" fmla="*/ 12 w 43"/>
                  <a:gd name="T19" fmla="*/ 13 h 19"/>
                  <a:gd name="T20" fmla="*/ 14 w 43"/>
                  <a:gd name="T21" fmla="*/ 19 h 19"/>
                  <a:gd name="T22" fmla="*/ 43 w 43"/>
                  <a:gd name="T23" fmla="*/ 19 h 19"/>
                  <a:gd name="T24" fmla="*/ 43 w 43"/>
                  <a:gd name="T25" fmla="*/ 18 h 19"/>
                  <a:gd name="T26" fmla="*/ 41 w 43"/>
                  <a:gd name="T27" fmla="*/ 4 h 19"/>
                  <a:gd name="T28" fmla="*/ 37 w 43"/>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9">
                    <a:moveTo>
                      <a:pt x="37" y="0"/>
                    </a:moveTo>
                    <a:cubicBezTo>
                      <a:pt x="25" y="0"/>
                      <a:pt x="25" y="0"/>
                      <a:pt x="25" y="0"/>
                    </a:cubicBezTo>
                    <a:cubicBezTo>
                      <a:pt x="24" y="2"/>
                      <a:pt x="24" y="3"/>
                      <a:pt x="24" y="4"/>
                    </a:cubicBezTo>
                    <a:cubicBezTo>
                      <a:pt x="23" y="6"/>
                      <a:pt x="28" y="14"/>
                      <a:pt x="28" y="14"/>
                    </a:cubicBezTo>
                    <a:cubicBezTo>
                      <a:pt x="28" y="17"/>
                      <a:pt x="28" y="17"/>
                      <a:pt x="28" y="17"/>
                    </a:cubicBezTo>
                    <a:cubicBezTo>
                      <a:pt x="28" y="17"/>
                      <a:pt x="25" y="15"/>
                      <a:pt x="24" y="12"/>
                    </a:cubicBezTo>
                    <a:cubicBezTo>
                      <a:pt x="22" y="9"/>
                      <a:pt x="23" y="4"/>
                      <a:pt x="21" y="2"/>
                    </a:cubicBezTo>
                    <a:cubicBezTo>
                      <a:pt x="20" y="1"/>
                      <a:pt x="9" y="1"/>
                      <a:pt x="5" y="1"/>
                    </a:cubicBezTo>
                    <a:cubicBezTo>
                      <a:pt x="0" y="1"/>
                      <a:pt x="4" y="4"/>
                      <a:pt x="6" y="5"/>
                    </a:cubicBezTo>
                    <a:cubicBezTo>
                      <a:pt x="8" y="7"/>
                      <a:pt x="9" y="9"/>
                      <a:pt x="12" y="13"/>
                    </a:cubicBezTo>
                    <a:cubicBezTo>
                      <a:pt x="13" y="15"/>
                      <a:pt x="13" y="17"/>
                      <a:pt x="14" y="19"/>
                    </a:cubicBezTo>
                    <a:cubicBezTo>
                      <a:pt x="43" y="19"/>
                      <a:pt x="43" y="19"/>
                      <a:pt x="43" y="19"/>
                    </a:cubicBezTo>
                    <a:cubicBezTo>
                      <a:pt x="43" y="19"/>
                      <a:pt x="43" y="18"/>
                      <a:pt x="43" y="18"/>
                    </a:cubicBezTo>
                    <a:cubicBezTo>
                      <a:pt x="42" y="16"/>
                      <a:pt x="42" y="7"/>
                      <a:pt x="41" y="4"/>
                    </a:cubicBezTo>
                    <a:cubicBezTo>
                      <a:pt x="41" y="3"/>
                      <a:pt x="39" y="1"/>
                      <a:pt x="37"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6" name="Freeform 384"/>
              <p:cNvSpPr>
                <a:spLocks/>
              </p:cNvSpPr>
              <p:nvPr/>
            </p:nvSpPr>
            <p:spPr bwMode="auto">
              <a:xfrm>
                <a:off x="3524" y="1179"/>
                <a:ext cx="79" cy="34"/>
              </a:xfrm>
              <a:custGeom>
                <a:avLst/>
                <a:gdLst>
                  <a:gd name="T0" fmla="*/ 38 w 41"/>
                  <a:gd name="T1" fmla="*/ 0 h 18"/>
                  <a:gd name="T2" fmla="*/ 22 w 41"/>
                  <a:gd name="T3" fmla="*/ 0 h 18"/>
                  <a:gd name="T4" fmla="*/ 22 w 41"/>
                  <a:gd name="T5" fmla="*/ 2 h 18"/>
                  <a:gd name="T6" fmla="*/ 26 w 41"/>
                  <a:gd name="T7" fmla="*/ 12 h 18"/>
                  <a:gd name="T8" fmla="*/ 26 w 41"/>
                  <a:gd name="T9" fmla="*/ 15 h 18"/>
                  <a:gd name="T10" fmla="*/ 22 w 41"/>
                  <a:gd name="T11" fmla="*/ 10 h 18"/>
                  <a:gd name="T12" fmla="*/ 19 w 41"/>
                  <a:gd name="T13" fmla="*/ 0 h 18"/>
                  <a:gd name="T14" fmla="*/ 18 w 41"/>
                  <a:gd name="T15" fmla="*/ 0 h 18"/>
                  <a:gd name="T16" fmla="*/ 1 w 41"/>
                  <a:gd name="T17" fmla="*/ 0 h 18"/>
                  <a:gd name="T18" fmla="*/ 4 w 41"/>
                  <a:gd name="T19" fmla="*/ 3 h 18"/>
                  <a:gd name="T20" fmla="*/ 10 w 41"/>
                  <a:gd name="T21" fmla="*/ 11 h 18"/>
                  <a:gd name="T22" fmla="*/ 13 w 41"/>
                  <a:gd name="T23" fmla="*/ 18 h 18"/>
                  <a:gd name="T24" fmla="*/ 41 w 41"/>
                  <a:gd name="T25" fmla="*/ 18 h 18"/>
                  <a:gd name="T26" fmla="*/ 41 w 41"/>
                  <a:gd name="T27" fmla="*/ 16 h 18"/>
                  <a:gd name="T28" fmla="*/ 39 w 41"/>
                  <a:gd name="T29" fmla="*/ 2 h 18"/>
                  <a:gd name="T30" fmla="*/ 38 w 41"/>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18">
                    <a:moveTo>
                      <a:pt x="38" y="0"/>
                    </a:moveTo>
                    <a:cubicBezTo>
                      <a:pt x="22" y="0"/>
                      <a:pt x="22" y="0"/>
                      <a:pt x="22" y="0"/>
                    </a:cubicBezTo>
                    <a:cubicBezTo>
                      <a:pt x="22" y="1"/>
                      <a:pt x="22" y="1"/>
                      <a:pt x="22" y="2"/>
                    </a:cubicBezTo>
                    <a:cubicBezTo>
                      <a:pt x="21" y="4"/>
                      <a:pt x="26" y="12"/>
                      <a:pt x="26" y="12"/>
                    </a:cubicBezTo>
                    <a:cubicBezTo>
                      <a:pt x="26" y="15"/>
                      <a:pt x="26" y="15"/>
                      <a:pt x="26" y="15"/>
                    </a:cubicBezTo>
                    <a:cubicBezTo>
                      <a:pt x="26" y="15"/>
                      <a:pt x="23" y="13"/>
                      <a:pt x="22" y="10"/>
                    </a:cubicBezTo>
                    <a:cubicBezTo>
                      <a:pt x="20" y="7"/>
                      <a:pt x="21" y="2"/>
                      <a:pt x="19" y="0"/>
                    </a:cubicBezTo>
                    <a:cubicBezTo>
                      <a:pt x="19" y="0"/>
                      <a:pt x="19" y="0"/>
                      <a:pt x="18" y="0"/>
                    </a:cubicBezTo>
                    <a:cubicBezTo>
                      <a:pt x="1" y="0"/>
                      <a:pt x="1" y="0"/>
                      <a:pt x="1" y="0"/>
                    </a:cubicBezTo>
                    <a:cubicBezTo>
                      <a:pt x="0" y="1"/>
                      <a:pt x="3" y="2"/>
                      <a:pt x="4" y="3"/>
                    </a:cubicBezTo>
                    <a:cubicBezTo>
                      <a:pt x="6" y="5"/>
                      <a:pt x="7" y="7"/>
                      <a:pt x="10" y="11"/>
                    </a:cubicBezTo>
                    <a:cubicBezTo>
                      <a:pt x="11" y="13"/>
                      <a:pt x="12" y="15"/>
                      <a:pt x="13" y="18"/>
                    </a:cubicBezTo>
                    <a:cubicBezTo>
                      <a:pt x="41" y="18"/>
                      <a:pt x="41" y="18"/>
                      <a:pt x="41" y="18"/>
                    </a:cubicBezTo>
                    <a:cubicBezTo>
                      <a:pt x="41" y="17"/>
                      <a:pt x="41" y="17"/>
                      <a:pt x="41" y="16"/>
                    </a:cubicBezTo>
                    <a:cubicBezTo>
                      <a:pt x="40" y="14"/>
                      <a:pt x="40" y="5"/>
                      <a:pt x="39" y="2"/>
                    </a:cubicBezTo>
                    <a:cubicBezTo>
                      <a:pt x="39" y="1"/>
                      <a:pt x="39" y="0"/>
                      <a:pt x="38"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7" name="Freeform 385"/>
              <p:cNvSpPr>
                <a:spLocks/>
              </p:cNvSpPr>
              <p:nvPr/>
            </p:nvSpPr>
            <p:spPr bwMode="auto">
              <a:xfrm>
                <a:off x="3526" y="1181"/>
                <a:ext cx="77" cy="34"/>
              </a:xfrm>
              <a:custGeom>
                <a:avLst/>
                <a:gdLst>
                  <a:gd name="T0" fmla="*/ 38 w 40"/>
                  <a:gd name="T1" fmla="*/ 0 h 18"/>
                  <a:gd name="T2" fmla="*/ 21 w 40"/>
                  <a:gd name="T3" fmla="*/ 0 h 18"/>
                  <a:gd name="T4" fmla="*/ 21 w 40"/>
                  <a:gd name="T5" fmla="*/ 1 h 18"/>
                  <a:gd name="T6" fmla="*/ 25 w 40"/>
                  <a:gd name="T7" fmla="*/ 11 h 18"/>
                  <a:gd name="T8" fmla="*/ 25 w 40"/>
                  <a:gd name="T9" fmla="*/ 14 h 18"/>
                  <a:gd name="T10" fmla="*/ 21 w 40"/>
                  <a:gd name="T11" fmla="*/ 9 h 18"/>
                  <a:gd name="T12" fmla="*/ 19 w 40"/>
                  <a:gd name="T13" fmla="*/ 0 h 18"/>
                  <a:gd name="T14" fmla="*/ 0 w 40"/>
                  <a:gd name="T15" fmla="*/ 0 h 18"/>
                  <a:gd name="T16" fmla="*/ 3 w 40"/>
                  <a:gd name="T17" fmla="*/ 2 h 18"/>
                  <a:gd name="T18" fmla="*/ 9 w 40"/>
                  <a:gd name="T19" fmla="*/ 10 h 18"/>
                  <a:gd name="T20" fmla="*/ 12 w 40"/>
                  <a:gd name="T21" fmla="*/ 18 h 18"/>
                  <a:gd name="T22" fmla="*/ 40 w 40"/>
                  <a:gd name="T23" fmla="*/ 18 h 18"/>
                  <a:gd name="T24" fmla="*/ 40 w 40"/>
                  <a:gd name="T25" fmla="*/ 15 h 18"/>
                  <a:gd name="T26" fmla="*/ 38 w 40"/>
                  <a:gd name="T27" fmla="*/ 1 h 18"/>
                  <a:gd name="T28" fmla="*/ 38 w 40"/>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18">
                    <a:moveTo>
                      <a:pt x="38" y="0"/>
                    </a:moveTo>
                    <a:cubicBezTo>
                      <a:pt x="21" y="0"/>
                      <a:pt x="21" y="0"/>
                      <a:pt x="21" y="0"/>
                    </a:cubicBezTo>
                    <a:cubicBezTo>
                      <a:pt x="21" y="0"/>
                      <a:pt x="21" y="1"/>
                      <a:pt x="21" y="1"/>
                    </a:cubicBezTo>
                    <a:cubicBezTo>
                      <a:pt x="20" y="3"/>
                      <a:pt x="25" y="11"/>
                      <a:pt x="25" y="11"/>
                    </a:cubicBezTo>
                    <a:cubicBezTo>
                      <a:pt x="25" y="14"/>
                      <a:pt x="25" y="14"/>
                      <a:pt x="25" y="14"/>
                    </a:cubicBezTo>
                    <a:cubicBezTo>
                      <a:pt x="25" y="14"/>
                      <a:pt x="22" y="12"/>
                      <a:pt x="21" y="9"/>
                    </a:cubicBezTo>
                    <a:cubicBezTo>
                      <a:pt x="19" y="6"/>
                      <a:pt x="20" y="2"/>
                      <a:pt x="19" y="0"/>
                    </a:cubicBezTo>
                    <a:cubicBezTo>
                      <a:pt x="0" y="0"/>
                      <a:pt x="0" y="0"/>
                      <a:pt x="0" y="0"/>
                    </a:cubicBezTo>
                    <a:cubicBezTo>
                      <a:pt x="1" y="1"/>
                      <a:pt x="2" y="2"/>
                      <a:pt x="3" y="2"/>
                    </a:cubicBezTo>
                    <a:cubicBezTo>
                      <a:pt x="5" y="4"/>
                      <a:pt x="6" y="6"/>
                      <a:pt x="9" y="10"/>
                    </a:cubicBezTo>
                    <a:cubicBezTo>
                      <a:pt x="10" y="12"/>
                      <a:pt x="11" y="15"/>
                      <a:pt x="12" y="18"/>
                    </a:cubicBezTo>
                    <a:cubicBezTo>
                      <a:pt x="40" y="18"/>
                      <a:pt x="40" y="18"/>
                      <a:pt x="40" y="18"/>
                    </a:cubicBezTo>
                    <a:cubicBezTo>
                      <a:pt x="40" y="17"/>
                      <a:pt x="40" y="16"/>
                      <a:pt x="40" y="15"/>
                    </a:cubicBezTo>
                    <a:cubicBezTo>
                      <a:pt x="39" y="13"/>
                      <a:pt x="39" y="4"/>
                      <a:pt x="38" y="1"/>
                    </a:cubicBezTo>
                    <a:cubicBezTo>
                      <a:pt x="38" y="0"/>
                      <a:pt x="38" y="0"/>
                      <a:pt x="38"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8" name="Freeform 386"/>
              <p:cNvSpPr>
                <a:spLocks/>
              </p:cNvSpPr>
              <p:nvPr/>
            </p:nvSpPr>
            <p:spPr bwMode="auto">
              <a:xfrm>
                <a:off x="3530" y="1183"/>
                <a:ext cx="73" cy="36"/>
              </a:xfrm>
              <a:custGeom>
                <a:avLst/>
                <a:gdLst>
                  <a:gd name="T0" fmla="*/ 37 w 38"/>
                  <a:gd name="T1" fmla="*/ 0 h 19"/>
                  <a:gd name="T2" fmla="*/ 19 w 38"/>
                  <a:gd name="T3" fmla="*/ 0 h 19"/>
                  <a:gd name="T4" fmla="*/ 23 w 38"/>
                  <a:gd name="T5" fmla="*/ 10 h 19"/>
                  <a:gd name="T6" fmla="*/ 23 w 38"/>
                  <a:gd name="T7" fmla="*/ 13 h 19"/>
                  <a:gd name="T8" fmla="*/ 19 w 38"/>
                  <a:gd name="T9" fmla="*/ 8 h 19"/>
                  <a:gd name="T10" fmla="*/ 17 w 38"/>
                  <a:gd name="T11" fmla="*/ 0 h 19"/>
                  <a:gd name="T12" fmla="*/ 0 w 38"/>
                  <a:gd name="T13" fmla="*/ 0 h 19"/>
                  <a:gd name="T14" fmla="*/ 1 w 38"/>
                  <a:gd name="T15" fmla="*/ 1 h 19"/>
                  <a:gd name="T16" fmla="*/ 7 w 38"/>
                  <a:gd name="T17" fmla="*/ 9 h 19"/>
                  <a:gd name="T18" fmla="*/ 10 w 38"/>
                  <a:gd name="T19" fmla="*/ 19 h 19"/>
                  <a:gd name="T20" fmla="*/ 38 w 38"/>
                  <a:gd name="T21" fmla="*/ 19 h 19"/>
                  <a:gd name="T22" fmla="*/ 38 w 38"/>
                  <a:gd name="T23" fmla="*/ 14 h 19"/>
                  <a:gd name="T24" fmla="*/ 37 w 38"/>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19">
                    <a:moveTo>
                      <a:pt x="37" y="0"/>
                    </a:moveTo>
                    <a:cubicBezTo>
                      <a:pt x="19" y="0"/>
                      <a:pt x="19" y="0"/>
                      <a:pt x="19" y="0"/>
                    </a:cubicBezTo>
                    <a:cubicBezTo>
                      <a:pt x="19" y="3"/>
                      <a:pt x="23" y="10"/>
                      <a:pt x="23" y="10"/>
                    </a:cubicBezTo>
                    <a:cubicBezTo>
                      <a:pt x="23" y="13"/>
                      <a:pt x="23" y="13"/>
                      <a:pt x="23" y="13"/>
                    </a:cubicBezTo>
                    <a:cubicBezTo>
                      <a:pt x="23" y="13"/>
                      <a:pt x="20" y="11"/>
                      <a:pt x="19" y="8"/>
                    </a:cubicBezTo>
                    <a:cubicBezTo>
                      <a:pt x="17" y="6"/>
                      <a:pt x="18" y="3"/>
                      <a:pt x="17" y="0"/>
                    </a:cubicBezTo>
                    <a:cubicBezTo>
                      <a:pt x="0" y="0"/>
                      <a:pt x="0" y="0"/>
                      <a:pt x="0" y="0"/>
                    </a:cubicBezTo>
                    <a:cubicBezTo>
                      <a:pt x="0" y="1"/>
                      <a:pt x="1" y="1"/>
                      <a:pt x="1" y="1"/>
                    </a:cubicBezTo>
                    <a:cubicBezTo>
                      <a:pt x="3" y="3"/>
                      <a:pt x="4" y="5"/>
                      <a:pt x="7" y="9"/>
                    </a:cubicBezTo>
                    <a:cubicBezTo>
                      <a:pt x="8" y="12"/>
                      <a:pt x="9" y="15"/>
                      <a:pt x="10" y="19"/>
                    </a:cubicBezTo>
                    <a:cubicBezTo>
                      <a:pt x="38" y="19"/>
                      <a:pt x="38" y="19"/>
                      <a:pt x="38" y="19"/>
                    </a:cubicBezTo>
                    <a:cubicBezTo>
                      <a:pt x="38" y="17"/>
                      <a:pt x="38" y="15"/>
                      <a:pt x="38" y="14"/>
                    </a:cubicBezTo>
                    <a:cubicBezTo>
                      <a:pt x="37" y="12"/>
                      <a:pt x="37" y="4"/>
                      <a:pt x="37" y="0"/>
                    </a:cubicBezTo>
                    <a:close/>
                  </a:path>
                </a:pathLst>
              </a:custGeom>
              <a:solidFill>
                <a:srgbClr val="DFDE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59" name="Freeform 387"/>
              <p:cNvSpPr>
                <a:spLocks/>
              </p:cNvSpPr>
              <p:nvPr/>
            </p:nvSpPr>
            <p:spPr bwMode="auto">
              <a:xfrm>
                <a:off x="3532" y="1186"/>
                <a:ext cx="73" cy="35"/>
              </a:xfrm>
              <a:custGeom>
                <a:avLst/>
                <a:gdLst>
                  <a:gd name="T0" fmla="*/ 36 w 38"/>
                  <a:gd name="T1" fmla="*/ 0 h 18"/>
                  <a:gd name="T2" fmla="*/ 18 w 38"/>
                  <a:gd name="T3" fmla="*/ 0 h 18"/>
                  <a:gd name="T4" fmla="*/ 22 w 38"/>
                  <a:gd name="T5" fmla="*/ 8 h 18"/>
                  <a:gd name="T6" fmla="*/ 22 w 38"/>
                  <a:gd name="T7" fmla="*/ 11 h 18"/>
                  <a:gd name="T8" fmla="*/ 18 w 38"/>
                  <a:gd name="T9" fmla="*/ 6 h 18"/>
                  <a:gd name="T10" fmla="*/ 16 w 38"/>
                  <a:gd name="T11" fmla="*/ 0 h 18"/>
                  <a:gd name="T12" fmla="*/ 0 w 38"/>
                  <a:gd name="T13" fmla="*/ 0 h 18"/>
                  <a:gd name="T14" fmla="*/ 6 w 38"/>
                  <a:gd name="T15" fmla="*/ 7 h 18"/>
                  <a:gd name="T16" fmla="*/ 10 w 38"/>
                  <a:gd name="T17" fmla="*/ 18 h 18"/>
                  <a:gd name="T18" fmla="*/ 37 w 38"/>
                  <a:gd name="T19" fmla="*/ 18 h 18"/>
                  <a:gd name="T20" fmla="*/ 37 w 38"/>
                  <a:gd name="T21" fmla="*/ 12 h 18"/>
                  <a:gd name="T22" fmla="*/ 36 w 38"/>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18">
                    <a:moveTo>
                      <a:pt x="36" y="0"/>
                    </a:moveTo>
                    <a:cubicBezTo>
                      <a:pt x="18" y="0"/>
                      <a:pt x="18" y="0"/>
                      <a:pt x="18" y="0"/>
                    </a:cubicBezTo>
                    <a:cubicBezTo>
                      <a:pt x="19" y="3"/>
                      <a:pt x="22" y="8"/>
                      <a:pt x="22" y="8"/>
                    </a:cubicBezTo>
                    <a:cubicBezTo>
                      <a:pt x="22" y="11"/>
                      <a:pt x="22" y="11"/>
                      <a:pt x="22" y="11"/>
                    </a:cubicBezTo>
                    <a:cubicBezTo>
                      <a:pt x="22" y="11"/>
                      <a:pt x="19" y="9"/>
                      <a:pt x="18" y="6"/>
                    </a:cubicBezTo>
                    <a:cubicBezTo>
                      <a:pt x="17" y="4"/>
                      <a:pt x="17" y="2"/>
                      <a:pt x="16" y="0"/>
                    </a:cubicBezTo>
                    <a:cubicBezTo>
                      <a:pt x="0" y="0"/>
                      <a:pt x="0" y="0"/>
                      <a:pt x="0" y="0"/>
                    </a:cubicBezTo>
                    <a:cubicBezTo>
                      <a:pt x="2" y="1"/>
                      <a:pt x="3" y="3"/>
                      <a:pt x="6" y="7"/>
                    </a:cubicBezTo>
                    <a:cubicBezTo>
                      <a:pt x="7" y="10"/>
                      <a:pt x="9" y="14"/>
                      <a:pt x="10" y="18"/>
                    </a:cubicBezTo>
                    <a:cubicBezTo>
                      <a:pt x="37" y="18"/>
                      <a:pt x="37" y="18"/>
                      <a:pt x="37" y="18"/>
                    </a:cubicBezTo>
                    <a:cubicBezTo>
                      <a:pt x="38" y="16"/>
                      <a:pt x="37" y="14"/>
                      <a:pt x="37" y="12"/>
                    </a:cubicBezTo>
                    <a:cubicBezTo>
                      <a:pt x="36" y="10"/>
                      <a:pt x="36" y="3"/>
                      <a:pt x="36"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0" name="Freeform 388"/>
              <p:cNvSpPr>
                <a:spLocks/>
              </p:cNvSpPr>
              <p:nvPr/>
            </p:nvSpPr>
            <p:spPr bwMode="auto">
              <a:xfrm>
                <a:off x="3536" y="1188"/>
                <a:ext cx="69" cy="35"/>
              </a:xfrm>
              <a:custGeom>
                <a:avLst/>
                <a:gdLst>
                  <a:gd name="T0" fmla="*/ 34 w 36"/>
                  <a:gd name="T1" fmla="*/ 0 h 18"/>
                  <a:gd name="T2" fmla="*/ 16 w 36"/>
                  <a:gd name="T3" fmla="*/ 0 h 18"/>
                  <a:gd name="T4" fmla="*/ 20 w 36"/>
                  <a:gd name="T5" fmla="*/ 7 h 18"/>
                  <a:gd name="T6" fmla="*/ 20 w 36"/>
                  <a:gd name="T7" fmla="*/ 10 h 18"/>
                  <a:gd name="T8" fmla="*/ 16 w 36"/>
                  <a:gd name="T9" fmla="*/ 5 h 18"/>
                  <a:gd name="T10" fmla="*/ 15 w 36"/>
                  <a:gd name="T11" fmla="*/ 0 h 18"/>
                  <a:gd name="T12" fmla="*/ 0 w 36"/>
                  <a:gd name="T13" fmla="*/ 0 h 18"/>
                  <a:gd name="T14" fmla="*/ 4 w 36"/>
                  <a:gd name="T15" fmla="*/ 6 h 18"/>
                  <a:gd name="T16" fmla="*/ 8 w 36"/>
                  <a:gd name="T17" fmla="*/ 18 h 18"/>
                  <a:gd name="T18" fmla="*/ 35 w 36"/>
                  <a:gd name="T19" fmla="*/ 18 h 18"/>
                  <a:gd name="T20" fmla="*/ 35 w 36"/>
                  <a:gd name="T21" fmla="*/ 11 h 18"/>
                  <a:gd name="T22" fmla="*/ 34 w 36"/>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8">
                    <a:moveTo>
                      <a:pt x="34" y="0"/>
                    </a:moveTo>
                    <a:cubicBezTo>
                      <a:pt x="16" y="0"/>
                      <a:pt x="16" y="0"/>
                      <a:pt x="16" y="0"/>
                    </a:cubicBezTo>
                    <a:cubicBezTo>
                      <a:pt x="17" y="3"/>
                      <a:pt x="20" y="7"/>
                      <a:pt x="20" y="7"/>
                    </a:cubicBezTo>
                    <a:cubicBezTo>
                      <a:pt x="20" y="10"/>
                      <a:pt x="20" y="10"/>
                      <a:pt x="20" y="10"/>
                    </a:cubicBezTo>
                    <a:cubicBezTo>
                      <a:pt x="20" y="10"/>
                      <a:pt x="17" y="8"/>
                      <a:pt x="16" y="5"/>
                    </a:cubicBezTo>
                    <a:cubicBezTo>
                      <a:pt x="15" y="3"/>
                      <a:pt x="15" y="2"/>
                      <a:pt x="15" y="0"/>
                    </a:cubicBezTo>
                    <a:cubicBezTo>
                      <a:pt x="0" y="0"/>
                      <a:pt x="0" y="0"/>
                      <a:pt x="0" y="0"/>
                    </a:cubicBezTo>
                    <a:cubicBezTo>
                      <a:pt x="1" y="1"/>
                      <a:pt x="2" y="3"/>
                      <a:pt x="4" y="6"/>
                    </a:cubicBezTo>
                    <a:cubicBezTo>
                      <a:pt x="5" y="9"/>
                      <a:pt x="7" y="13"/>
                      <a:pt x="8" y="18"/>
                    </a:cubicBezTo>
                    <a:cubicBezTo>
                      <a:pt x="35" y="18"/>
                      <a:pt x="35" y="18"/>
                      <a:pt x="35" y="18"/>
                    </a:cubicBezTo>
                    <a:cubicBezTo>
                      <a:pt x="36" y="15"/>
                      <a:pt x="36" y="13"/>
                      <a:pt x="35" y="11"/>
                    </a:cubicBezTo>
                    <a:cubicBezTo>
                      <a:pt x="34" y="9"/>
                      <a:pt x="34" y="4"/>
                      <a:pt x="34"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1" name="Freeform 389"/>
              <p:cNvSpPr>
                <a:spLocks/>
              </p:cNvSpPr>
              <p:nvPr/>
            </p:nvSpPr>
            <p:spPr bwMode="auto">
              <a:xfrm>
                <a:off x="3536" y="1190"/>
                <a:ext cx="69" cy="35"/>
              </a:xfrm>
              <a:custGeom>
                <a:avLst/>
                <a:gdLst>
                  <a:gd name="T0" fmla="*/ 34 w 36"/>
                  <a:gd name="T1" fmla="*/ 0 h 18"/>
                  <a:gd name="T2" fmla="*/ 17 w 36"/>
                  <a:gd name="T3" fmla="*/ 0 h 18"/>
                  <a:gd name="T4" fmla="*/ 20 w 36"/>
                  <a:gd name="T5" fmla="*/ 6 h 18"/>
                  <a:gd name="T6" fmla="*/ 20 w 36"/>
                  <a:gd name="T7" fmla="*/ 9 h 18"/>
                  <a:gd name="T8" fmla="*/ 16 w 36"/>
                  <a:gd name="T9" fmla="*/ 4 h 18"/>
                  <a:gd name="T10" fmla="*/ 15 w 36"/>
                  <a:gd name="T11" fmla="*/ 0 h 18"/>
                  <a:gd name="T12" fmla="*/ 0 w 36"/>
                  <a:gd name="T13" fmla="*/ 0 h 18"/>
                  <a:gd name="T14" fmla="*/ 4 w 36"/>
                  <a:gd name="T15" fmla="*/ 5 h 18"/>
                  <a:gd name="T16" fmla="*/ 8 w 36"/>
                  <a:gd name="T17" fmla="*/ 18 h 18"/>
                  <a:gd name="T18" fmla="*/ 35 w 36"/>
                  <a:gd name="T19" fmla="*/ 18 h 18"/>
                  <a:gd name="T20" fmla="*/ 35 w 36"/>
                  <a:gd name="T21" fmla="*/ 10 h 18"/>
                  <a:gd name="T22" fmla="*/ 34 w 36"/>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8">
                    <a:moveTo>
                      <a:pt x="34" y="0"/>
                    </a:moveTo>
                    <a:cubicBezTo>
                      <a:pt x="17" y="0"/>
                      <a:pt x="17" y="0"/>
                      <a:pt x="17" y="0"/>
                    </a:cubicBezTo>
                    <a:cubicBezTo>
                      <a:pt x="18" y="3"/>
                      <a:pt x="20" y="6"/>
                      <a:pt x="20" y="6"/>
                    </a:cubicBezTo>
                    <a:cubicBezTo>
                      <a:pt x="20" y="9"/>
                      <a:pt x="20" y="9"/>
                      <a:pt x="20" y="9"/>
                    </a:cubicBezTo>
                    <a:cubicBezTo>
                      <a:pt x="20" y="9"/>
                      <a:pt x="17" y="7"/>
                      <a:pt x="16" y="4"/>
                    </a:cubicBezTo>
                    <a:cubicBezTo>
                      <a:pt x="15" y="3"/>
                      <a:pt x="15" y="1"/>
                      <a:pt x="15" y="0"/>
                    </a:cubicBezTo>
                    <a:cubicBezTo>
                      <a:pt x="0" y="0"/>
                      <a:pt x="0" y="0"/>
                      <a:pt x="0" y="0"/>
                    </a:cubicBezTo>
                    <a:cubicBezTo>
                      <a:pt x="1" y="1"/>
                      <a:pt x="2" y="3"/>
                      <a:pt x="4" y="5"/>
                    </a:cubicBezTo>
                    <a:cubicBezTo>
                      <a:pt x="6" y="8"/>
                      <a:pt x="7" y="13"/>
                      <a:pt x="8" y="18"/>
                    </a:cubicBezTo>
                    <a:cubicBezTo>
                      <a:pt x="35" y="18"/>
                      <a:pt x="35" y="18"/>
                      <a:pt x="35" y="18"/>
                    </a:cubicBezTo>
                    <a:cubicBezTo>
                      <a:pt x="36" y="15"/>
                      <a:pt x="36" y="12"/>
                      <a:pt x="35" y="10"/>
                    </a:cubicBezTo>
                    <a:cubicBezTo>
                      <a:pt x="34" y="9"/>
                      <a:pt x="34" y="4"/>
                      <a:pt x="34"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2" name="Freeform 390"/>
              <p:cNvSpPr>
                <a:spLocks/>
              </p:cNvSpPr>
              <p:nvPr/>
            </p:nvSpPr>
            <p:spPr bwMode="auto">
              <a:xfrm>
                <a:off x="3538" y="1192"/>
                <a:ext cx="67" cy="36"/>
              </a:xfrm>
              <a:custGeom>
                <a:avLst/>
                <a:gdLst>
                  <a:gd name="T0" fmla="*/ 33 w 35"/>
                  <a:gd name="T1" fmla="*/ 0 h 19"/>
                  <a:gd name="T2" fmla="*/ 16 w 35"/>
                  <a:gd name="T3" fmla="*/ 0 h 19"/>
                  <a:gd name="T4" fmla="*/ 19 w 35"/>
                  <a:gd name="T5" fmla="*/ 5 h 19"/>
                  <a:gd name="T6" fmla="*/ 19 w 35"/>
                  <a:gd name="T7" fmla="*/ 8 h 19"/>
                  <a:gd name="T8" fmla="*/ 15 w 35"/>
                  <a:gd name="T9" fmla="*/ 3 h 19"/>
                  <a:gd name="T10" fmla="*/ 14 w 35"/>
                  <a:gd name="T11" fmla="*/ 0 h 19"/>
                  <a:gd name="T12" fmla="*/ 0 w 35"/>
                  <a:gd name="T13" fmla="*/ 0 h 19"/>
                  <a:gd name="T14" fmla="*/ 3 w 35"/>
                  <a:gd name="T15" fmla="*/ 4 h 19"/>
                  <a:gd name="T16" fmla="*/ 7 w 35"/>
                  <a:gd name="T17" fmla="*/ 19 h 19"/>
                  <a:gd name="T18" fmla="*/ 34 w 35"/>
                  <a:gd name="T19" fmla="*/ 19 h 19"/>
                  <a:gd name="T20" fmla="*/ 34 w 35"/>
                  <a:gd name="T21" fmla="*/ 9 h 19"/>
                  <a:gd name="T22" fmla="*/ 33 w 35"/>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19">
                    <a:moveTo>
                      <a:pt x="33" y="0"/>
                    </a:moveTo>
                    <a:cubicBezTo>
                      <a:pt x="16" y="0"/>
                      <a:pt x="16" y="0"/>
                      <a:pt x="16" y="0"/>
                    </a:cubicBezTo>
                    <a:cubicBezTo>
                      <a:pt x="17" y="3"/>
                      <a:pt x="19" y="5"/>
                      <a:pt x="19" y="5"/>
                    </a:cubicBezTo>
                    <a:cubicBezTo>
                      <a:pt x="19" y="8"/>
                      <a:pt x="19" y="8"/>
                      <a:pt x="19" y="8"/>
                    </a:cubicBezTo>
                    <a:cubicBezTo>
                      <a:pt x="19" y="8"/>
                      <a:pt x="16" y="6"/>
                      <a:pt x="15" y="3"/>
                    </a:cubicBezTo>
                    <a:cubicBezTo>
                      <a:pt x="14" y="2"/>
                      <a:pt x="14" y="1"/>
                      <a:pt x="14" y="0"/>
                    </a:cubicBezTo>
                    <a:cubicBezTo>
                      <a:pt x="0" y="0"/>
                      <a:pt x="0" y="0"/>
                      <a:pt x="0" y="0"/>
                    </a:cubicBezTo>
                    <a:cubicBezTo>
                      <a:pt x="1" y="1"/>
                      <a:pt x="2" y="3"/>
                      <a:pt x="3" y="4"/>
                    </a:cubicBezTo>
                    <a:cubicBezTo>
                      <a:pt x="5" y="7"/>
                      <a:pt x="6" y="13"/>
                      <a:pt x="7" y="19"/>
                    </a:cubicBezTo>
                    <a:cubicBezTo>
                      <a:pt x="34" y="19"/>
                      <a:pt x="34" y="19"/>
                      <a:pt x="34" y="19"/>
                    </a:cubicBezTo>
                    <a:cubicBezTo>
                      <a:pt x="35" y="15"/>
                      <a:pt x="35" y="11"/>
                      <a:pt x="34" y="9"/>
                    </a:cubicBezTo>
                    <a:cubicBezTo>
                      <a:pt x="33" y="8"/>
                      <a:pt x="33" y="4"/>
                      <a:pt x="33" y="0"/>
                    </a:cubicBezTo>
                    <a:close/>
                  </a:path>
                </a:pathLst>
              </a:custGeom>
              <a:solidFill>
                <a:srgbClr val="E3E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3" name="Freeform 391"/>
              <p:cNvSpPr>
                <a:spLocks/>
              </p:cNvSpPr>
              <p:nvPr/>
            </p:nvSpPr>
            <p:spPr bwMode="auto">
              <a:xfrm>
                <a:off x="3540" y="1196"/>
                <a:ext cx="65" cy="34"/>
              </a:xfrm>
              <a:custGeom>
                <a:avLst/>
                <a:gdLst>
                  <a:gd name="T0" fmla="*/ 32 w 34"/>
                  <a:gd name="T1" fmla="*/ 0 h 18"/>
                  <a:gd name="T2" fmla="*/ 16 w 34"/>
                  <a:gd name="T3" fmla="*/ 0 h 18"/>
                  <a:gd name="T4" fmla="*/ 18 w 34"/>
                  <a:gd name="T5" fmla="*/ 3 h 18"/>
                  <a:gd name="T6" fmla="*/ 18 w 34"/>
                  <a:gd name="T7" fmla="*/ 6 h 18"/>
                  <a:gd name="T8" fmla="*/ 14 w 34"/>
                  <a:gd name="T9" fmla="*/ 1 h 18"/>
                  <a:gd name="T10" fmla="*/ 13 w 34"/>
                  <a:gd name="T11" fmla="*/ 0 h 18"/>
                  <a:gd name="T12" fmla="*/ 0 w 34"/>
                  <a:gd name="T13" fmla="*/ 0 h 18"/>
                  <a:gd name="T14" fmla="*/ 2 w 34"/>
                  <a:gd name="T15" fmla="*/ 2 h 18"/>
                  <a:gd name="T16" fmla="*/ 7 w 34"/>
                  <a:gd name="T17" fmla="*/ 18 h 18"/>
                  <a:gd name="T18" fmla="*/ 33 w 34"/>
                  <a:gd name="T19" fmla="*/ 18 h 18"/>
                  <a:gd name="T20" fmla="*/ 33 w 34"/>
                  <a:gd name="T21" fmla="*/ 7 h 18"/>
                  <a:gd name="T22" fmla="*/ 32 w 34"/>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8">
                    <a:moveTo>
                      <a:pt x="32" y="0"/>
                    </a:moveTo>
                    <a:cubicBezTo>
                      <a:pt x="16" y="0"/>
                      <a:pt x="16" y="0"/>
                      <a:pt x="16" y="0"/>
                    </a:cubicBezTo>
                    <a:cubicBezTo>
                      <a:pt x="17" y="2"/>
                      <a:pt x="18" y="3"/>
                      <a:pt x="18" y="3"/>
                    </a:cubicBezTo>
                    <a:cubicBezTo>
                      <a:pt x="18" y="6"/>
                      <a:pt x="18" y="6"/>
                      <a:pt x="18" y="6"/>
                    </a:cubicBezTo>
                    <a:cubicBezTo>
                      <a:pt x="18" y="6"/>
                      <a:pt x="15" y="4"/>
                      <a:pt x="14" y="1"/>
                    </a:cubicBezTo>
                    <a:cubicBezTo>
                      <a:pt x="13" y="0"/>
                      <a:pt x="13" y="0"/>
                      <a:pt x="13" y="0"/>
                    </a:cubicBezTo>
                    <a:cubicBezTo>
                      <a:pt x="0" y="0"/>
                      <a:pt x="0" y="0"/>
                      <a:pt x="0" y="0"/>
                    </a:cubicBezTo>
                    <a:cubicBezTo>
                      <a:pt x="1" y="0"/>
                      <a:pt x="1" y="1"/>
                      <a:pt x="2" y="2"/>
                    </a:cubicBezTo>
                    <a:cubicBezTo>
                      <a:pt x="4" y="6"/>
                      <a:pt x="6" y="12"/>
                      <a:pt x="7" y="18"/>
                    </a:cubicBezTo>
                    <a:cubicBezTo>
                      <a:pt x="33" y="18"/>
                      <a:pt x="33" y="18"/>
                      <a:pt x="33" y="18"/>
                    </a:cubicBezTo>
                    <a:cubicBezTo>
                      <a:pt x="33" y="14"/>
                      <a:pt x="34" y="10"/>
                      <a:pt x="33" y="7"/>
                    </a:cubicBezTo>
                    <a:cubicBezTo>
                      <a:pt x="32" y="6"/>
                      <a:pt x="32" y="3"/>
                      <a:pt x="32" y="0"/>
                    </a:cubicBezTo>
                    <a:close/>
                  </a:path>
                </a:pathLst>
              </a:custGeom>
              <a:solidFill>
                <a:srgbClr val="E4E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4" name="Freeform 392"/>
              <p:cNvSpPr>
                <a:spLocks/>
              </p:cNvSpPr>
              <p:nvPr/>
            </p:nvSpPr>
            <p:spPr bwMode="auto">
              <a:xfrm>
                <a:off x="3542" y="1198"/>
                <a:ext cx="63" cy="34"/>
              </a:xfrm>
              <a:custGeom>
                <a:avLst/>
                <a:gdLst>
                  <a:gd name="T0" fmla="*/ 31 w 33"/>
                  <a:gd name="T1" fmla="*/ 0 h 18"/>
                  <a:gd name="T2" fmla="*/ 15 w 33"/>
                  <a:gd name="T3" fmla="*/ 0 h 18"/>
                  <a:gd name="T4" fmla="*/ 17 w 33"/>
                  <a:gd name="T5" fmla="*/ 2 h 18"/>
                  <a:gd name="T6" fmla="*/ 17 w 33"/>
                  <a:gd name="T7" fmla="*/ 5 h 18"/>
                  <a:gd name="T8" fmla="*/ 13 w 33"/>
                  <a:gd name="T9" fmla="*/ 0 h 18"/>
                  <a:gd name="T10" fmla="*/ 0 w 33"/>
                  <a:gd name="T11" fmla="*/ 0 h 18"/>
                  <a:gd name="T12" fmla="*/ 1 w 33"/>
                  <a:gd name="T13" fmla="*/ 1 h 18"/>
                  <a:gd name="T14" fmla="*/ 6 w 33"/>
                  <a:gd name="T15" fmla="*/ 18 h 18"/>
                  <a:gd name="T16" fmla="*/ 32 w 33"/>
                  <a:gd name="T17" fmla="*/ 18 h 18"/>
                  <a:gd name="T18" fmla="*/ 32 w 33"/>
                  <a:gd name="T19" fmla="*/ 6 h 18"/>
                  <a:gd name="T20" fmla="*/ 31 w 33"/>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8">
                    <a:moveTo>
                      <a:pt x="31" y="0"/>
                    </a:moveTo>
                    <a:cubicBezTo>
                      <a:pt x="15" y="0"/>
                      <a:pt x="15" y="0"/>
                      <a:pt x="15" y="0"/>
                    </a:cubicBezTo>
                    <a:cubicBezTo>
                      <a:pt x="16" y="1"/>
                      <a:pt x="17" y="2"/>
                      <a:pt x="17" y="2"/>
                    </a:cubicBezTo>
                    <a:cubicBezTo>
                      <a:pt x="17" y="5"/>
                      <a:pt x="17" y="5"/>
                      <a:pt x="17" y="5"/>
                    </a:cubicBezTo>
                    <a:cubicBezTo>
                      <a:pt x="17" y="5"/>
                      <a:pt x="14" y="3"/>
                      <a:pt x="13" y="0"/>
                    </a:cubicBezTo>
                    <a:cubicBezTo>
                      <a:pt x="0" y="0"/>
                      <a:pt x="0" y="0"/>
                      <a:pt x="0" y="0"/>
                    </a:cubicBezTo>
                    <a:cubicBezTo>
                      <a:pt x="1" y="1"/>
                      <a:pt x="1" y="1"/>
                      <a:pt x="1" y="1"/>
                    </a:cubicBezTo>
                    <a:cubicBezTo>
                      <a:pt x="3" y="5"/>
                      <a:pt x="5" y="11"/>
                      <a:pt x="6" y="18"/>
                    </a:cubicBezTo>
                    <a:cubicBezTo>
                      <a:pt x="32" y="18"/>
                      <a:pt x="32" y="18"/>
                      <a:pt x="32" y="18"/>
                    </a:cubicBezTo>
                    <a:cubicBezTo>
                      <a:pt x="32" y="13"/>
                      <a:pt x="33" y="9"/>
                      <a:pt x="32" y="6"/>
                    </a:cubicBezTo>
                    <a:cubicBezTo>
                      <a:pt x="31" y="5"/>
                      <a:pt x="31" y="3"/>
                      <a:pt x="31" y="0"/>
                    </a:cubicBezTo>
                    <a:close/>
                  </a:path>
                </a:pathLst>
              </a:custGeom>
              <a:solidFill>
                <a:srgbClr val="E4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5" name="Freeform 393"/>
              <p:cNvSpPr>
                <a:spLocks/>
              </p:cNvSpPr>
              <p:nvPr/>
            </p:nvSpPr>
            <p:spPr bwMode="auto">
              <a:xfrm>
                <a:off x="3544" y="1200"/>
                <a:ext cx="61" cy="36"/>
              </a:xfrm>
              <a:custGeom>
                <a:avLst/>
                <a:gdLst>
                  <a:gd name="T0" fmla="*/ 30 w 32"/>
                  <a:gd name="T1" fmla="*/ 0 h 19"/>
                  <a:gd name="T2" fmla="*/ 15 w 32"/>
                  <a:gd name="T3" fmla="*/ 0 h 19"/>
                  <a:gd name="T4" fmla="*/ 16 w 32"/>
                  <a:gd name="T5" fmla="*/ 1 h 19"/>
                  <a:gd name="T6" fmla="*/ 16 w 32"/>
                  <a:gd name="T7" fmla="*/ 4 h 19"/>
                  <a:gd name="T8" fmla="*/ 12 w 32"/>
                  <a:gd name="T9" fmla="*/ 0 h 19"/>
                  <a:gd name="T10" fmla="*/ 0 w 32"/>
                  <a:gd name="T11" fmla="*/ 0 h 19"/>
                  <a:gd name="T12" fmla="*/ 0 w 32"/>
                  <a:gd name="T13" fmla="*/ 0 h 19"/>
                  <a:gd name="T14" fmla="*/ 5 w 32"/>
                  <a:gd name="T15" fmla="*/ 19 h 19"/>
                  <a:gd name="T16" fmla="*/ 30 w 32"/>
                  <a:gd name="T17" fmla="*/ 19 h 19"/>
                  <a:gd name="T18" fmla="*/ 31 w 32"/>
                  <a:gd name="T19" fmla="*/ 18 h 19"/>
                  <a:gd name="T20" fmla="*/ 31 w 32"/>
                  <a:gd name="T21" fmla="*/ 5 h 19"/>
                  <a:gd name="T22" fmla="*/ 30 w 32"/>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9">
                    <a:moveTo>
                      <a:pt x="30" y="0"/>
                    </a:moveTo>
                    <a:cubicBezTo>
                      <a:pt x="15" y="0"/>
                      <a:pt x="15" y="0"/>
                      <a:pt x="15" y="0"/>
                    </a:cubicBezTo>
                    <a:cubicBezTo>
                      <a:pt x="15" y="1"/>
                      <a:pt x="16" y="1"/>
                      <a:pt x="16" y="1"/>
                    </a:cubicBezTo>
                    <a:cubicBezTo>
                      <a:pt x="16" y="4"/>
                      <a:pt x="16" y="4"/>
                      <a:pt x="16" y="4"/>
                    </a:cubicBezTo>
                    <a:cubicBezTo>
                      <a:pt x="16" y="4"/>
                      <a:pt x="14" y="2"/>
                      <a:pt x="12" y="0"/>
                    </a:cubicBezTo>
                    <a:cubicBezTo>
                      <a:pt x="0" y="0"/>
                      <a:pt x="0" y="0"/>
                      <a:pt x="0" y="0"/>
                    </a:cubicBezTo>
                    <a:cubicBezTo>
                      <a:pt x="0" y="0"/>
                      <a:pt x="0" y="0"/>
                      <a:pt x="0" y="0"/>
                    </a:cubicBezTo>
                    <a:cubicBezTo>
                      <a:pt x="2" y="4"/>
                      <a:pt x="4" y="11"/>
                      <a:pt x="5" y="19"/>
                    </a:cubicBezTo>
                    <a:cubicBezTo>
                      <a:pt x="30" y="19"/>
                      <a:pt x="30" y="19"/>
                      <a:pt x="30" y="19"/>
                    </a:cubicBezTo>
                    <a:cubicBezTo>
                      <a:pt x="31" y="18"/>
                      <a:pt x="31" y="18"/>
                      <a:pt x="31" y="18"/>
                    </a:cubicBezTo>
                    <a:cubicBezTo>
                      <a:pt x="31" y="13"/>
                      <a:pt x="32" y="8"/>
                      <a:pt x="31" y="5"/>
                    </a:cubicBezTo>
                    <a:cubicBezTo>
                      <a:pt x="30" y="4"/>
                      <a:pt x="30" y="2"/>
                      <a:pt x="30"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6" name="Freeform 394"/>
              <p:cNvSpPr>
                <a:spLocks/>
              </p:cNvSpPr>
              <p:nvPr/>
            </p:nvSpPr>
            <p:spPr bwMode="auto">
              <a:xfrm>
                <a:off x="3544" y="1204"/>
                <a:ext cx="61" cy="34"/>
              </a:xfrm>
              <a:custGeom>
                <a:avLst/>
                <a:gdLst>
                  <a:gd name="T0" fmla="*/ 30 w 32"/>
                  <a:gd name="T1" fmla="*/ 0 h 18"/>
                  <a:gd name="T2" fmla="*/ 16 w 32"/>
                  <a:gd name="T3" fmla="*/ 0 h 18"/>
                  <a:gd name="T4" fmla="*/ 16 w 32"/>
                  <a:gd name="T5" fmla="*/ 2 h 18"/>
                  <a:gd name="T6" fmla="*/ 13 w 32"/>
                  <a:gd name="T7" fmla="*/ 0 h 18"/>
                  <a:gd name="T8" fmla="*/ 0 w 32"/>
                  <a:gd name="T9" fmla="*/ 0 h 18"/>
                  <a:gd name="T10" fmla="*/ 5 w 32"/>
                  <a:gd name="T11" fmla="*/ 18 h 18"/>
                  <a:gd name="T12" fmla="*/ 30 w 32"/>
                  <a:gd name="T13" fmla="*/ 18 h 18"/>
                  <a:gd name="T14" fmla="*/ 31 w 32"/>
                  <a:gd name="T15" fmla="*/ 16 h 18"/>
                  <a:gd name="T16" fmla="*/ 31 w 32"/>
                  <a:gd name="T17" fmla="*/ 3 h 18"/>
                  <a:gd name="T18" fmla="*/ 30 w 32"/>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18">
                    <a:moveTo>
                      <a:pt x="30" y="0"/>
                    </a:moveTo>
                    <a:cubicBezTo>
                      <a:pt x="16" y="0"/>
                      <a:pt x="16" y="0"/>
                      <a:pt x="16" y="0"/>
                    </a:cubicBezTo>
                    <a:cubicBezTo>
                      <a:pt x="16" y="2"/>
                      <a:pt x="16" y="2"/>
                      <a:pt x="16" y="2"/>
                    </a:cubicBezTo>
                    <a:cubicBezTo>
                      <a:pt x="16" y="2"/>
                      <a:pt x="15" y="1"/>
                      <a:pt x="13" y="0"/>
                    </a:cubicBezTo>
                    <a:cubicBezTo>
                      <a:pt x="0" y="0"/>
                      <a:pt x="0" y="0"/>
                      <a:pt x="0" y="0"/>
                    </a:cubicBezTo>
                    <a:cubicBezTo>
                      <a:pt x="3" y="4"/>
                      <a:pt x="4" y="11"/>
                      <a:pt x="5" y="18"/>
                    </a:cubicBezTo>
                    <a:cubicBezTo>
                      <a:pt x="30" y="18"/>
                      <a:pt x="30" y="18"/>
                      <a:pt x="30" y="18"/>
                    </a:cubicBezTo>
                    <a:cubicBezTo>
                      <a:pt x="30" y="17"/>
                      <a:pt x="31" y="16"/>
                      <a:pt x="31" y="16"/>
                    </a:cubicBezTo>
                    <a:cubicBezTo>
                      <a:pt x="31" y="11"/>
                      <a:pt x="32" y="6"/>
                      <a:pt x="31" y="3"/>
                    </a:cubicBezTo>
                    <a:cubicBezTo>
                      <a:pt x="30" y="3"/>
                      <a:pt x="30" y="1"/>
                      <a:pt x="30"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7" name="Freeform 395"/>
              <p:cNvSpPr>
                <a:spLocks/>
              </p:cNvSpPr>
              <p:nvPr/>
            </p:nvSpPr>
            <p:spPr bwMode="auto">
              <a:xfrm>
                <a:off x="3545" y="1206"/>
                <a:ext cx="60" cy="34"/>
              </a:xfrm>
              <a:custGeom>
                <a:avLst/>
                <a:gdLst>
                  <a:gd name="T0" fmla="*/ 29 w 31"/>
                  <a:gd name="T1" fmla="*/ 0 h 18"/>
                  <a:gd name="T2" fmla="*/ 15 w 31"/>
                  <a:gd name="T3" fmla="*/ 0 h 18"/>
                  <a:gd name="T4" fmla="*/ 15 w 31"/>
                  <a:gd name="T5" fmla="*/ 1 h 18"/>
                  <a:gd name="T6" fmla="*/ 13 w 31"/>
                  <a:gd name="T7" fmla="*/ 0 h 18"/>
                  <a:gd name="T8" fmla="*/ 0 w 31"/>
                  <a:gd name="T9" fmla="*/ 0 h 18"/>
                  <a:gd name="T10" fmla="*/ 4 w 31"/>
                  <a:gd name="T11" fmla="*/ 18 h 18"/>
                  <a:gd name="T12" fmla="*/ 29 w 31"/>
                  <a:gd name="T13" fmla="*/ 18 h 18"/>
                  <a:gd name="T14" fmla="*/ 30 w 31"/>
                  <a:gd name="T15" fmla="*/ 15 h 18"/>
                  <a:gd name="T16" fmla="*/ 30 w 31"/>
                  <a:gd name="T17" fmla="*/ 2 h 18"/>
                  <a:gd name="T18" fmla="*/ 29 w 31"/>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8">
                    <a:moveTo>
                      <a:pt x="29" y="0"/>
                    </a:moveTo>
                    <a:cubicBezTo>
                      <a:pt x="15" y="0"/>
                      <a:pt x="15" y="0"/>
                      <a:pt x="15" y="0"/>
                    </a:cubicBezTo>
                    <a:cubicBezTo>
                      <a:pt x="15" y="1"/>
                      <a:pt x="15" y="1"/>
                      <a:pt x="15" y="1"/>
                    </a:cubicBezTo>
                    <a:cubicBezTo>
                      <a:pt x="15" y="1"/>
                      <a:pt x="14" y="1"/>
                      <a:pt x="13" y="0"/>
                    </a:cubicBezTo>
                    <a:cubicBezTo>
                      <a:pt x="0" y="0"/>
                      <a:pt x="0" y="0"/>
                      <a:pt x="0" y="0"/>
                    </a:cubicBezTo>
                    <a:cubicBezTo>
                      <a:pt x="2" y="4"/>
                      <a:pt x="4" y="11"/>
                      <a:pt x="4" y="18"/>
                    </a:cubicBezTo>
                    <a:cubicBezTo>
                      <a:pt x="29" y="18"/>
                      <a:pt x="29" y="18"/>
                      <a:pt x="29" y="18"/>
                    </a:cubicBezTo>
                    <a:cubicBezTo>
                      <a:pt x="29" y="17"/>
                      <a:pt x="29" y="16"/>
                      <a:pt x="30" y="15"/>
                    </a:cubicBezTo>
                    <a:cubicBezTo>
                      <a:pt x="30" y="10"/>
                      <a:pt x="31" y="5"/>
                      <a:pt x="30" y="2"/>
                    </a:cubicBezTo>
                    <a:cubicBezTo>
                      <a:pt x="30" y="2"/>
                      <a:pt x="29" y="1"/>
                      <a:pt x="29"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8" name="Freeform 396"/>
              <p:cNvSpPr>
                <a:spLocks/>
              </p:cNvSpPr>
              <p:nvPr/>
            </p:nvSpPr>
            <p:spPr bwMode="auto">
              <a:xfrm>
                <a:off x="3547" y="1207"/>
                <a:ext cx="58" cy="35"/>
              </a:xfrm>
              <a:custGeom>
                <a:avLst/>
                <a:gdLst>
                  <a:gd name="T0" fmla="*/ 28 w 30"/>
                  <a:gd name="T1" fmla="*/ 0 h 18"/>
                  <a:gd name="T2" fmla="*/ 14 w 30"/>
                  <a:gd name="T3" fmla="*/ 0 h 18"/>
                  <a:gd name="T4" fmla="*/ 14 w 30"/>
                  <a:gd name="T5" fmla="*/ 0 h 18"/>
                  <a:gd name="T6" fmla="*/ 13 w 30"/>
                  <a:gd name="T7" fmla="*/ 0 h 18"/>
                  <a:gd name="T8" fmla="*/ 0 w 30"/>
                  <a:gd name="T9" fmla="*/ 0 h 18"/>
                  <a:gd name="T10" fmla="*/ 3 w 30"/>
                  <a:gd name="T11" fmla="*/ 18 h 18"/>
                  <a:gd name="T12" fmla="*/ 28 w 30"/>
                  <a:gd name="T13" fmla="*/ 18 h 18"/>
                  <a:gd name="T14" fmla="*/ 29 w 30"/>
                  <a:gd name="T15" fmla="*/ 14 h 18"/>
                  <a:gd name="T16" fmla="*/ 29 w 30"/>
                  <a:gd name="T17" fmla="*/ 1 h 18"/>
                  <a:gd name="T18" fmla="*/ 28 w 30"/>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8">
                    <a:moveTo>
                      <a:pt x="28" y="0"/>
                    </a:moveTo>
                    <a:cubicBezTo>
                      <a:pt x="14" y="0"/>
                      <a:pt x="14" y="0"/>
                      <a:pt x="14" y="0"/>
                    </a:cubicBezTo>
                    <a:cubicBezTo>
                      <a:pt x="14" y="0"/>
                      <a:pt x="14" y="0"/>
                      <a:pt x="14" y="0"/>
                    </a:cubicBezTo>
                    <a:cubicBezTo>
                      <a:pt x="13" y="0"/>
                      <a:pt x="13" y="0"/>
                      <a:pt x="13" y="0"/>
                    </a:cubicBezTo>
                    <a:cubicBezTo>
                      <a:pt x="0" y="0"/>
                      <a:pt x="0" y="0"/>
                      <a:pt x="0" y="0"/>
                    </a:cubicBezTo>
                    <a:cubicBezTo>
                      <a:pt x="2" y="5"/>
                      <a:pt x="3" y="12"/>
                      <a:pt x="3" y="18"/>
                    </a:cubicBezTo>
                    <a:cubicBezTo>
                      <a:pt x="28" y="18"/>
                      <a:pt x="28" y="18"/>
                      <a:pt x="28" y="18"/>
                    </a:cubicBezTo>
                    <a:cubicBezTo>
                      <a:pt x="28" y="16"/>
                      <a:pt x="28" y="15"/>
                      <a:pt x="29" y="14"/>
                    </a:cubicBezTo>
                    <a:cubicBezTo>
                      <a:pt x="29" y="9"/>
                      <a:pt x="30" y="4"/>
                      <a:pt x="29" y="1"/>
                    </a:cubicBezTo>
                    <a:cubicBezTo>
                      <a:pt x="29" y="1"/>
                      <a:pt x="29" y="1"/>
                      <a:pt x="28"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69" name="Freeform 397"/>
              <p:cNvSpPr>
                <a:spLocks/>
              </p:cNvSpPr>
              <p:nvPr/>
            </p:nvSpPr>
            <p:spPr bwMode="auto">
              <a:xfrm>
                <a:off x="3547" y="1209"/>
                <a:ext cx="58" cy="37"/>
              </a:xfrm>
              <a:custGeom>
                <a:avLst/>
                <a:gdLst>
                  <a:gd name="T0" fmla="*/ 29 w 30"/>
                  <a:gd name="T1" fmla="*/ 0 h 19"/>
                  <a:gd name="T2" fmla="*/ 0 w 30"/>
                  <a:gd name="T3" fmla="*/ 0 h 19"/>
                  <a:gd name="T4" fmla="*/ 3 w 30"/>
                  <a:gd name="T5" fmla="*/ 18 h 19"/>
                  <a:gd name="T6" fmla="*/ 3 w 30"/>
                  <a:gd name="T7" fmla="*/ 19 h 19"/>
                  <a:gd name="T8" fmla="*/ 28 w 30"/>
                  <a:gd name="T9" fmla="*/ 19 h 19"/>
                  <a:gd name="T10" fmla="*/ 29 w 30"/>
                  <a:gd name="T11" fmla="*/ 13 h 19"/>
                  <a:gd name="T12" fmla="*/ 29 w 3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0" h="19">
                    <a:moveTo>
                      <a:pt x="29" y="0"/>
                    </a:moveTo>
                    <a:cubicBezTo>
                      <a:pt x="0" y="0"/>
                      <a:pt x="0" y="0"/>
                      <a:pt x="0" y="0"/>
                    </a:cubicBezTo>
                    <a:cubicBezTo>
                      <a:pt x="2" y="5"/>
                      <a:pt x="3" y="11"/>
                      <a:pt x="3" y="18"/>
                    </a:cubicBezTo>
                    <a:cubicBezTo>
                      <a:pt x="3" y="19"/>
                      <a:pt x="3" y="19"/>
                      <a:pt x="3" y="19"/>
                    </a:cubicBezTo>
                    <a:cubicBezTo>
                      <a:pt x="28" y="19"/>
                      <a:pt x="28" y="19"/>
                      <a:pt x="28" y="19"/>
                    </a:cubicBezTo>
                    <a:cubicBezTo>
                      <a:pt x="28" y="16"/>
                      <a:pt x="28" y="14"/>
                      <a:pt x="29" y="13"/>
                    </a:cubicBezTo>
                    <a:cubicBezTo>
                      <a:pt x="29" y="8"/>
                      <a:pt x="30" y="3"/>
                      <a:pt x="29" y="0"/>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0" name="Freeform 398"/>
              <p:cNvSpPr>
                <a:spLocks/>
              </p:cNvSpPr>
              <p:nvPr/>
            </p:nvSpPr>
            <p:spPr bwMode="auto">
              <a:xfrm>
                <a:off x="3549" y="1213"/>
                <a:ext cx="56" cy="35"/>
              </a:xfrm>
              <a:custGeom>
                <a:avLst/>
                <a:gdLst>
                  <a:gd name="T0" fmla="*/ 28 w 29"/>
                  <a:gd name="T1" fmla="*/ 0 h 18"/>
                  <a:gd name="T2" fmla="*/ 0 w 29"/>
                  <a:gd name="T3" fmla="*/ 0 h 18"/>
                  <a:gd name="T4" fmla="*/ 2 w 29"/>
                  <a:gd name="T5" fmla="*/ 16 h 18"/>
                  <a:gd name="T6" fmla="*/ 2 w 29"/>
                  <a:gd name="T7" fmla="*/ 18 h 18"/>
                  <a:gd name="T8" fmla="*/ 28 w 29"/>
                  <a:gd name="T9" fmla="*/ 18 h 18"/>
                  <a:gd name="T10" fmla="*/ 28 w 29"/>
                  <a:gd name="T11" fmla="*/ 11 h 18"/>
                  <a:gd name="T12" fmla="*/ 28 w 2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9" h="18">
                    <a:moveTo>
                      <a:pt x="28" y="0"/>
                    </a:moveTo>
                    <a:cubicBezTo>
                      <a:pt x="0" y="0"/>
                      <a:pt x="0" y="0"/>
                      <a:pt x="0" y="0"/>
                    </a:cubicBezTo>
                    <a:cubicBezTo>
                      <a:pt x="1" y="4"/>
                      <a:pt x="2" y="10"/>
                      <a:pt x="2" y="16"/>
                    </a:cubicBezTo>
                    <a:cubicBezTo>
                      <a:pt x="2" y="16"/>
                      <a:pt x="2" y="17"/>
                      <a:pt x="2" y="18"/>
                    </a:cubicBezTo>
                    <a:cubicBezTo>
                      <a:pt x="28" y="18"/>
                      <a:pt x="28" y="18"/>
                      <a:pt x="28" y="18"/>
                    </a:cubicBezTo>
                    <a:cubicBezTo>
                      <a:pt x="27" y="15"/>
                      <a:pt x="27" y="12"/>
                      <a:pt x="28" y="11"/>
                    </a:cubicBezTo>
                    <a:cubicBezTo>
                      <a:pt x="28" y="7"/>
                      <a:pt x="29" y="2"/>
                      <a:pt x="28" y="0"/>
                    </a:cubicBezTo>
                    <a:close/>
                  </a:path>
                </a:pathLst>
              </a:custGeom>
              <a:solidFill>
                <a:srgbClr val="EA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1" name="Freeform 399"/>
              <p:cNvSpPr>
                <a:spLocks/>
              </p:cNvSpPr>
              <p:nvPr/>
            </p:nvSpPr>
            <p:spPr bwMode="auto">
              <a:xfrm>
                <a:off x="3549" y="1215"/>
                <a:ext cx="56" cy="35"/>
              </a:xfrm>
              <a:custGeom>
                <a:avLst/>
                <a:gdLst>
                  <a:gd name="T0" fmla="*/ 28 w 29"/>
                  <a:gd name="T1" fmla="*/ 0 h 18"/>
                  <a:gd name="T2" fmla="*/ 0 w 29"/>
                  <a:gd name="T3" fmla="*/ 0 h 18"/>
                  <a:gd name="T4" fmla="*/ 2 w 29"/>
                  <a:gd name="T5" fmla="*/ 15 h 18"/>
                  <a:gd name="T6" fmla="*/ 2 w 29"/>
                  <a:gd name="T7" fmla="*/ 18 h 18"/>
                  <a:gd name="T8" fmla="*/ 28 w 29"/>
                  <a:gd name="T9" fmla="*/ 18 h 18"/>
                  <a:gd name="T10" fmla="*/ 28 w 29"/>
                  <a:gd name="T11" fmla="*/ 10 h 18"/>
                  <a:gd name="T12" fmla="*/ 28 w 2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9" h="18">
                    <a:moveTo>
                      <a:pt x="28" y="0"/>
                    </a:moveTo>
                    <a:cubicBezTo>
                      <a:pt x="0" y="0"/>
                      <a:pt x="0" y="0"/>
                      <a:pt x="0" y="0"/>
                    </a:cubicBezTo>
                    <a:cubicBezTo>
                      <a:pt x="1" y="4"/>
                      <a:pt x="2" y="9"/>
                      <a:pt x="2" y="15"/>
                    </a:cubicBezTo>
                    <a:cubicBezTo>
                      <a:pt x="2" y="16"/>
                      <a:pt x="2" y="17"/>
                      <a:pt x="2" y="18"/>
                    </a:cubicBezTo>
                    <a:cubicBezTo>
                      <a:pt x="28" y="18"/>
                      <a:pt x="28" y="18"/>
                      <a:pt x="28" y="18"/>
                    </a:cubicBezTo>
                    <a:cubicBezTo>
                      <a:pt x="27" y="15"/>
                      <a:pt x="27" y="12"/>
                      <a:pt x="28" y="10"/>
                    </a:cubicBezTo>
                    <a:cubicBezTo>
                      <a:pt x="28" y="6"/>
                      <a:pt x="29" y="3"/>
                      <a:pt x="28"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2" name="Freeform 400"/>
              <p:cNvSpPr>
                <a:spLocks/>
              </p:cNvSpPr>
              <p:nvPr/>
            </p:nvSpPr>
            <p:spPr bwMode="auto">
              <a:xfrm>
                <a:off x="3549" y="1217"/>
                <a:ext cx="54" cy="34"/>
              </a:xfrm>
              <a:custGeom>
                <a:avLst/>
                <a:gdLst>
                  <a:gd name="T0" fmla="*/ 28 w 28"/>
                  <a:gd name="T1" fmla="*/ 0 h 18"/>
                  <a:gd name="T2" fmla="*/ 0 w 28"/>
                  <a:gd name="T3" fmla="*/ 0 h 18"/>
                  <a:gd name="T4" fmla="*/ 2 w 28"/>
                  <a:gd name="T5" fmla="*/ 14 h 18"/>
                  <a:gd name="T6" fmla="*/ 2 w 28"/>
                  <a:gd name="T7" fmla="*/ 18 h 18"/>
                  <a:gd name="T8" fmla="*/ 28 w 28"/>
                  <a:gd name="T9" fmla="*/ 18 h 18"/>
                  <a:gd name="T10" fmla="*/ 28 w 28"/>
                  <a:gd name="T11" fmla="*/ 9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8" y="0"/>
                    </a:moveTo>
                    <a:cubicBezTo>
                      <a:pt x="0" y="0"/>
                      <a:pt x="0" y="0"/>
                      <a:pt x="0" y="0"/>
                    </a:cubicBezTo>
                    <a:cubicBezTo>
                      <a:pt x="1" y="4"/>
                      <a:pt x="2" y="9"/>
                      <a:pt x="2" y="14"/>
                    </a:cubicBezTo>
                    <a:cubicBezTo>
                      <a:pt x="2" y="15"/>
                      <a:pt x="2" y="17"/>
                      <a:pt x="2" y="18"/>
                    </a:cubicBezTo>
                    <a:cubicBezTo>
                      <a:pt x="28" y="18"/>
                      <a:pt x="28" y="18"/>
                      <a:pt x="28" y="18"/>
                    </a:cubicBezTo>
                    <a:cubicBezTo>
                      <a:pt x="27" y="14"/>
                      <a:pt x="27" y="11"/>
                      <a:pt x="28" y="9"/>
                    </a:cubicBezTo>
                    <a:cubicBezTo>
                      <a:pt x="28" y="6"/>
                      <a:pt x="28" y="3"/>
                      <a:pt x="28" y="0"/>
                    </a:cubicBez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3" name="Freeform 401"/>
              <p:cNvSpPr>
                <a:spLocks/>
              </p:cNvSpPr>
              <p:nvPr/>
            </p:nvSpPr>
            <p:spPr bwMode="auto">
              <a:xfrm>
                <a:off x="3551" y="1219"/>
                <a:ext cx="52" cy="36"/>
              </a:xfrm>
              <a:custGeom>
                <a:avLst/>
                <a:gdLst>
                  <a:gd name="T0" fmla="*/ 27 w 27"/>
                  <a:gd name="T1" fmla="*/ 0 h 19"/>
                  <a:gd name="T2" fmla="*/ 0 w 27"/>
                  <a:gd name="T3" fmla="*/ 0 h 19"/>
                  <a:gd name="T4" fmla="*/ 1 w 27"/>
                  <a:gd name="T5" fmla="*/ 13 h 19"/>
                  <a:gd name="T6" fmla="*/ 1 w 27"/>
                  <a:gd name="T7" fmla="*/ 19 h 19"/>
                  <a:gd name="T8" fmla="*/ 27 w 27"/>
                  <a:gd name="T9" fmla="*/ 19 h 19"/>
                  <a:gd name="T10" fmla="*/ 27 w 27"/>
                  <a:gd name="T11" fmla="*/ 8 h 19"/>
                  <a:gd name="T12" fmla="*/ 27 w 2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7" y="0"/>
                    </a:moveTo>
                    <a:cubicBezTo>
                      <a:pt x="0" y="0"/>
                      <a:pt x="0" y="0"/>
                      <a:pt x="0" y="0"/>
                    </a:cubicBezTo>
                    <a:cubicBezTo>
                      <a:pt x="0" y="4"/>
                      <a:pt x="1" y="8"/>
                      <a:pt x="1" y="13"/>
                    </a:cubicBezTo>
                    <a:cubicBezTo>
                      <a:pt x="1" y="15"/>
                      <a:pt x="1" y="17"/>
                      <a:pt x="1" y="19"/>
                    </a:cubicBezTo>
                    <a:cubicBezTo>
                      <a:pt x="27" y="19"/>
                      <a:pt x="27" y="19"/>
                      <a:pt x="27" y="19"/>
                    </a:cubicBezTo>
                    <a:cubicBezTo>
                      <a:pt x="26" y="14"/>
                      <a:pt x="26" y="10"/>
                      <a:pt x="27" y="8"/>
                    </a:cubicBezTo>
                    <a:cubicBezTo>
                      <a:pt x="27" y="5"/>
                      <a:pt x="27" y="3"/>
                      <a:pt x="27" y="0"/>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4" name="Freeform 402"/>
              <p:cNvSpPr>
                <a:spLocks/>
              </p:cNvSpPr>
              <p:nvPr/>
            </p:nvSpPr>
            <p:spPr bwMode="auto">
              <a:xfrm>
                <a:off x="3551" y="1223"/>
                <a:ext cx="52" cy="34"/>
              </a:xfrm>
              <a:custGeom>
                <a:avLst/>
                <a:gdLst>
                  <a:gd name="T0" fmla="*/ 27 w 27"/>
                  <a:gd name="T1" fmla="*/ 0 h 18"/>
                  <a:gd name="T2" fmla="*/ 0 w 27"/>
                  <a:gd name="T3" fmla="*/ 0 h 18"/>
                  <a:gd name="T4" fmla="*/ 1 w 27"/>
                  <a:gd name="T5" fmla="*/ 11 h 18"/>
                  <a:gd name="T6" fmla="*/ 1 w 27"/>
                  <a:gd name="T7" fmla="*/ 18 h 18"/>
                  <a:gd name="T8" fmla="*/ 27 w 27"/>
                  <a:gd name="T9" fmla="*/ 18 h 18"/>
                  <a:gd name="T10" fmla="*/ 27 w 27"/>
                  <a:gd name="T11" fmla="*/ 6 h 18"/>
                  <a:gd name="T12" fmla="*/ 27 w 2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7" h="18">
                    <a:moveTo>
                      <a:pt x="27" y="0"/>
                    </a:moveTo>
                    <a:cubicBezTo>
                      <a:pt x="0" y="0"/>
                      <a:pt x="0" y="0"/>
                      <a:pt x="0" y="0"/>
                    </a:cubicBezTo>
                    <a:cubicBezTo>
                      <a:pt x="1" y="3"/>
                      <a:pt x="1" y="7"/>
                      <a:pt x="1" y="11"/>
                    </a:cubicBezTo>
                    <a:cubicBezTo>
                      <a:pt x="1" y="13"/>
                      <a:pt x="1" y="15"/>
                      <a:pt x="1" y="18"/>
                    </a:cubicBezTo>
                    <a:cubicBezTo>
                      <a:pt x="27" y="18"/>
                      <a:pt x="27" y="18"/>
                      <a:pt x="27" y="18"/>
                    </a:cubicBezTo>
                    <a:cubicBezTo>
                      <a:pt x="26" y="13"/>
                      <a:pt x="26" y="8"/>
                      <a:pt x="27" y="6"/>
                    </a:cubicBezTo>
                    <a:cubicBezTo>
                      <a:pt x="27" y="4"/>
                      <a:pt x="27" y="2"/>
                      <a:pt x="27"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5" name="Freeform 403"/>
              <p:cNvSpPr>
                <a:spLocks/>
              </p:cNvSpPr>
              <p:nvPr/>
            </p:nvSpPr>
            <p:spPr bwMode="auto">
              <a:xfrm>
                <a:off x="3551" y="1225"/>
                <a:ext cx="52" cy="34"/>
              </a:xfrm>
              <a:custGeom>
                <a:avLst/>
                <a:gdLst>
                  <a:gd name="T0" fmla="*/ 27 w 27"/>
                  <a:gd name="T1" fmla="*/ 0 h 18"/>
                  <a:gd name="T2" fmla="*/ 0 w 27"/>
                  <a:gd name="T3" fmla="*/ 0 h 18"/>
                  <a:gd name="T4" fmla="*/ 1 w 27"/>
                  <a:gd name="T5" fmla="*/ 10 h 18"/>
                  <a:gd name="T6" fmla="*/ 1 w 27"/>
                  <a:gd name="T7" fmla="*/ 18 h 18"/>
                  <a:gd name="T8" fmla="*/ 27 w 27"/>
                  <a:gd name="T9" fmla="*/ 18 h 18"/>
                  <a:gd name="T10" fmla="*/ 27 w 27"/>
                  <a:gd name="T11" fmla="*/ 5 h 18"/>
                  <a:gd name="T12" fmla="*/ 27 w 2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7" h="18">
                    <a:moveTo>
                      <a:pt x="27" y="0"/>
                    </a:moveTo>
                    <a:cubicBezTo>
                      <a:pt x="0" y="0"/>
                      <a:pt x="0" y="0"/>
                      <a:pt x="0" y="0"/>
                    </a:cubicBezTo>
                    <a:cubicBezTo>
                      <a:pt x="1" y="3"/>
                      <a:pt x="1" y="6"/>
                      <a:pt x="1" y="10"/>
                    </a:cubicBezTo>
                    <a:cubicBezTo>
                      <a:pt x="1" y="12"/>
                      <a:pt x="1" y="15"/>
                      <a:pt x="1" y="18"/>
                    </a:cubicBezTo>
                    <a:cubicBezTo>
                      <a:pt x="27" y="18"/>
                      <a:pt x="27" y="18"/>
                      <a:pt x="27" y="18"/>
                    </a:cubicBezTo>
                    <a:cubicBezTo>
                      <a:pt x="26" y="13"/>
                      <a:pt x="26" y="7"/>
                      <a:pt x="27" y="5"/>
                    </a:cubicBezTo>
                    <a:cubicBezTo>
                      <a:pt x="27" y="3"/>
                      <a:pt x="27" y="2"/>
                      <a:pt x="27"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6" name="Freeform 404"/>
              <p:cNvSpPr>
                <a:spLocks/>
              </p:cNvSpPr>
              <p:nvPr/>
            </p:nvSpPr>
            <p:spPr bwMode="auto">
              <a:xfrm>
                <a:off x="3551" y="1227"/>
                <a:ext cx="52" cy="36"/>
              </a:xfrm>
              <a:custGeom>
                <a:avLst/>
                <a:gdLst>
                  <a:gd name="T0" fmla="*/ 27 w 27"/>
                  <a:gd name="T1" fmla="*/ 0 h 19"/>
                  <a:gd name="T2" fmla="*/ 0 w 27"/>
                  <a:gd name="T3" fmla="*/ 0 h 19"/>
                  <a:gd name="T4" fmla="*/ 1 w 27"/>
                  <a:gd name="T5" fmla="*/ 9 h 19"/>
                  <a:gd name="T6" fmla="*/ 1 w 27"/>
                  <a:gd name="T7" fmla="*/ 19 h 19"/>
                  <a:gd name="T8" fmla="*/ 27 w 27"/>
                  <a:gd name="T9" fmla="*/ 19 h 19"/>
                  <a:gd name="T10" fmla="*/ 27 w 27"/>
                  <a:gd name="T11" fmla="*/ 4 h 19"/>
                  <a:gd name="T12" fmla="*/ 27 w 2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7" y="0"/>
                    </a:moveTo>
                    <a:cubicBezTo>
                      <a:pt x="0" y="0"/>
                      <a:pt x="0" y="0"/>
                      <a:pt x="0" y="0"/>
                    </a:cubicBezTo>
                    <a:cubicBezTo>
                      <a:pt x="1" y="3"/>
                      <a:pt x="1" y="6"/>
                      <a:pt x="1" y="9"/>
                    </a:cubicBezTo>
                    <a:cubicBezTo>
                      <a:pt x="1" y="12"/>
                      <a:pt x="1" y="15"/>
                      <a:pt x="1" y="19"/>
                    </a:cubicBezTo>
                    <a:cubicBezTo>
                      <a:pt x="27" y="19"/>
                      <a:pt x="27" y="19"/>
                      <a:pt x="27" y="19"/>
                    </a:cubicBezTo>
                    <a:cubicBezTo>
                      <a:pt x="26" y="12"/>
                      <a:pt x="26" y="7"/>
                      <a:pt x="27" y="4"/>
                    </a:cubicBezTo>
                    <a:cubicBezTo>
                      <a:pt x="27" y="3"/>
                      <a:pt x="27" y="1"/>
                      <a:pt x="27" y="0"/>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277" name="Freeform 405"/>
              <p:cNvSpPr>
                <a:spLocks/>
              </p:cNvSpPr>
              <p:nvPr/>
            </p:nvSpPr>
            <p:spPr bwMode="auto">
              <a:xfrm>
                <a:off x="3553" y="1230"/>
                <a:ext cx="52" cy="35"/>
              </a:xfrm>
              <a:custGeom>
                <a:avLst/>
                <a:gdLst>
                  <a:gd name="T0" fmla="*/ 26 w 27"/>
                  <a:gd name="T1" fmla="*/ 0 h 18"/>
                  <a:gd name="T2" fmla="*/ 0 w 27"/>
                  <a:gd name="T3" fmla="*/ 0 h 18"/>
                  <a:gd name="T4" fmla="*/ 0 w 27"/>
                  <a:gd name="T5" fmla="*/ 7 h 18"/>
                  <a:gd name="T6" fmla="*/ 0 w 27"/>
                  <a:gd name="T7" fmla="*/ 18 h 18"/>
                  <a:gd name="T8" fmla="*/ 27 w 27"/>
                  <a:gd name="T9" fmla="*/ 18 h 18"/>
                  <a:gd name="T10" fmla="*/ 26 w 27"/>
                  <a:gd name="T11" fmla="*/ 2 h 18"/>
                  <a:gd name="T12" fmla="*/ 26 w 2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7" h="18">
                    <a:moveTo>
                      <a:pt x="26" y="0"/>
                    </a:moveTo>
                    <a:cubicBezTo>
                      <a:pt x="0" y="0"/>
                      <a:pt x="0" y="0"/>
                      <a:pt x="0" y="0"/>
                    </a:cubicBezTo>
                    <a:cubicBezTo>
                      <a:pt x="0" y="2"/>
                      <a:pt x="0" y="4"/>
                      <a:pt x="0" y="7"/>
                    </a:cubicBezTo>
                    <a:cubicBezTo>
                      <a:pt x="0" y="10"/>
                      <a:pt x="0" y="14"/>
                      <a:pt x="0" y="18"/>
                    </a:cubicBezTo>
                    <a:cubicBezTo>
                      <a:pt x="27" y="18"/>
                      <a:pt x="27" y="18"/>
                      <a:pt x="27" y="18"/>
                    </a:cubicBezTo>
                    <a:cubicBezTo>
                      <a:pt x="25" y="11"/>
                      <a:pt x="25" y="5"/>
                      <a:pt x="26" y="2"/>
                    </a:cubicBezTo>
                    <a:lnTo>
                      <a:pt x="26" y="0"/>
                    </a:ln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grpSp>
        <p:grpSp>
          <p:nvGrpSpPr>
            <p:cNvPr id="749" name="Group 607"/>
            <p:cNvGrpSpPr>
              <a:grpSpLocks/>
            </p:cNvGrpSpPr>
            <p:nvPr/>
          </p:nvGrpSpPr>
          <p:grpSpPr bwMode="auto">
            <a:xfrm>
              <a:off x="3305" y="1144"/>
              <a:ext cx="2375" cy="651"/>
              <a:chOff x="3305" y="1144"/>
              <a:chExt cx="2375" cy="651"/>
            </a:xfrm>
          </p:grpSpPr>
          <p:sp>
            <p:nvSpPr>
              <p:cNvPr id="878" name="Freeform 407"/>
              <p:cNvSpPr>
                <a:spLocks/>
              </p:cNvSpPr>
              <p:nvPr/>
            </p:nvSpPr>
            <p:spPr bwMode="auto">
              <a:xfrm>
                <a:off x="3551" y="1232"/>
                <a:ext cx="54" cy="35"/>
              </a:xfrm>
              <a:custGeom>
                <a:avLst/>
                <a:gdLst>
                  <a:gd name="T0" fmla="*/ 27 w 28"/>
                  <a:gd name="T1" fmla="*/ 0 h 18"/>
                  <a:gd name="T2" fmla="*/ 1 w 28"/>
                  <a:gd name="T3" fmla="*/ 0 h 18"/>
                  <a:gd name="T4" fmla="*/ 1 w 28"/>
                  <a:gd name="T5" fmla="*/ 6 h 18"/>
                  <a:gd name="T6" fmla="*/ 0 w 28"/>
                  <a:gd name="T7" fmla="*/ 18 h 18"/>
                  <a:gd name="T8" fmla="*/ 28 w 28"/>
                  <a:gd name="T9" fmla="*/ 18 h 18"/>
                  <a:gd name="T10" fmla="*/ 27 w 28"/>
                  <a:gd name="T11" fmla="*/ 1 h 18"/>
                  <a:gd name="T12" fmla="*/ 27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7" y="0"/>
                    </a:moveTo>
                    <a:cubicBezTo>
                      <a:pt x="1" y="0"/>
                      <a:pt x="1" y="0"/>
                      <a:pt x="1" y="0"/>
                    </a:cubicBezTo>
                    <a:cubicBezTo>
                      <a:pt x="1" y="2"/>
                      <a:pt x="1" y="4"/>
                      <a:pt x="1" y="6"/>
                    </a:cubicBezTo>
                    <a:cubicBezTo>
                      <a:pt x="1" y="9"/>
                      <a:pt x="1" y="14"/>
                      <a:pt x="0" y="18"/>
                    </a:cubicBezTo>
                    <a:cubicBezTo>
                      <a:pt x="28" y="18"/>
                      <a:pt x="28" y="18"/>
                      <a:pt x="28" y="18"/>
                    </a:cubicBezTo>
                    <a:cubicBezTo>
                      <a:pt x="27" y="11"/>
                      <a:pt x="26" y="4"/>
                      <a:pt x="27" y="1"/>
                    </a:cubicBezTo>
                    <a:lnTo>
                      <a:pt x="27" y="0"/>
                    </a:ln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9" name="Freeform 408"/>
              <p:cNvSpPr>
                <a:spLocks/>
              </p:cNvSpPr>
              <p:nvPr/>
            </p:nvSpPr>
            <p:spPr bwMode="auto">
              <a:xfrm>
                <a:off x="3551" y="1234"/>
                <a:ext cx="54" cy="35"/>
              </a:xfrm>
              <a:custGeom>
                <a:avLst/>
                <a:gdLst>
                  <a:gd name="T0" fmla="*/ 27 w 28"/>
                  <a:gd name="T1" fmla="*/ 0 h 18"/>
                  <a:gd name="T2" fmla="*/ 1 w 28"/>
                  <a:gd name="T3" fmla="*/ 0 h 18"/>
                  <a:gd name="T4" fmla="*/ 1 w 28"/>
                  <a:gd name="T5" fmla="*/ 5 h 18"/>
                  <a:gd name="T6" fmla="*/ 0 w 28"/>
                  <a:gd name="T7" fmla="*/ 18 h 18"/>
                  <a:gd name="T8" fmla="*/ 28 w 28"/>
                  <a:gd name="T9" fmla="*/ 18 h 18"/>
                  <a:gd name="T10" fmla="*/ 27 w 28"/>
                  <a:gd name="T11" fmla="*/ 0 h 18"/>
                </a:gdLst>
                <a:ahLst/>
                <a:cxnLst>
                  <a:cxn ang="0">
                    <a:pos x="T0" y="T1"/>
                  </a:cxn>
                  <a:cxn ang="0">
                    <a:pos x="T2" y="T3"/>
                  </a:cxn>
                  <a:cxn ang="0">
                    <a:pos x="T4" y="T5"/>
                  </a:cxn>
                  <a:cxn ang="0">
                    <a:pos x="T6" y="T7"/>
                  </a:cxn>
                  <a:cxn ang="0">
                    <a:pos x="T8" y="T9"/>
                  </a:cxn>
                  <a:cxn ang="0">
                    <a:pos x="T10" y="T11"/>
                  </a:cxn>
                </a:cxnLst>
                <a:rect l="0" t="0" r="r" b="b"/>
                <a:pathLst>
                  <a:path w="28" h="18">
                    <a:moveTo>
                      <a:pt x="27" y="0"/>
                    </a:moveTo>
                    <a:cubicBezTo>
                      <a:pt x="1" y="0"/>
                      <a:pt x="1" y="0"/>
                      <a:pt x="1" y="0"/>
                    </a:cubicBezTo>
                    <a:cubicBezTo>
                      <a:pt x="1" y="2"/>
                      <a:pt x="1" y="3"/>
                      <a:pt x="1" y="5"/>
                    </a:cubicBezTo>
                    <a:cubicBezTo>
                      <a:pt x="1" y="9"/>
                      <a:pt x="1" y="14"/>
                      <a:pt x="0" y="18"/>
                    </a:cubicBezTo>
                    <a:cubicBezTo>
                      <a:pt x="28" y="18"/>
                      <a:pt x="28" y="18"/>
                      <a:pt x="28" y="18"/>
                    </a:cubicBezTo>
                    <a:cubicBezTo>
                      <a:pt x="27" y="11"/>
                      <a:pt x="26" y="4"/>
                      <a:pt x="27"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0" name="Freeform 409"/>
              <p:cNvSpPr>
                <a:spLocks/>
              </p:cNvSpPr>
              <p:nvPr/>
            </p:nvSpPr>
            <p:spPr bwMode="auto">
              <a:xfrm>
                <a:off x="3551" y="1236"/>
                <a:ext cx="54" cy="37"/>
              </a:xfrm>
              <a:custGeom>
                <a:avLst/>
                <a:gdLst>
                  <a:gd name="T0" fmla="*/ 26 w 28"/>
                  <a:gd name="T1" fmla="*/ 0 h 19"/>
                  <a:gd name="T2" fmla="*/ 1 w 28"/>
                  <a:gd name="T3" fmla="*/ 0 h 19"/>
                  <a:gd name="T4" fmla="*/ 1 w 28"/>
                  <a:gd name="T5" fmla="*/ 4 h 19"/>
                  <a:gd name="T6" fmla="*/ 0 w 28"/>
                  <a:gd name="T7" fmla="*/ 19 h 19"/>
                  <a:gd name="T8" fmla="*/ 28 w 28"/>
                  <a:gd name="T9" fmla="*/ 19 h 19"/>
                  <a:gd name="T10" fmla="*/ 26 w 28"/>
                  <a:gd name="T11" fmla="*/ 0 h 19"/>
                </a:gdLst>
                <a:ahLst/>
                <a:cxnLst>
                  <a:cxn ang="0">
                    <a:pos x="T0" y="T1"/>
                  </a:cxn>
                  <a:cxn ang="0">
                    <a:pos x="T2" y="T3"/>
                  </a:cxn>
                  <a:cxn ang="0">
                    <a:pos x="T4" y="T5"/>
                  </a:cxn>
                  <a:cxn ang="0">
                    <a:pos x="T6" y="T7"/>
                  </a:cxn>
                  <a:cxn ang="0">
                    <a:pos x="T8" y="T9"/>
                  </a:cxn>
                  <a:cxn ang="0">
                    <a:pos x="T10" y="T11"/>
                  </a:cxn>
                </a:cxnLst>
                <a:rect l="0" t="0" r="r" b="b"/>
                <a:pathLst>
                  <a:path w="28" h="19">
                    <a:moveTo>
                      <a:pt x="26" y="0"/>
                    </a:moveTo>
                    <a:cubicBezTo>
                      <a:pt x="1" y="0"/>
                      <a:pt x="1" y="0"/>
                      <a:pt x="1" y="0"/>
                    </a:cubicBezTo>
                    <a:cubicBezTo>
                      <a:pt x="1" y="1"/>
                      <a:pt x="1" y="3"/>
                      <a:pt x="1" y="4"/>
                    </a:cubicBezTo>
                    <a:cubicBezTo>
                      <a:pt x="1" y="8"/>
                      <a:pt x="1" y="13"/>
                      <a:pt x="0" y="19"/>
                    </a:cubicBezTo>
                    <a:cubicBezTo>
                      <a:pt x="28" y="19"/>
                      <a:pt x="28" y="19"/>
                      <a:pt x="28" y="19"/>
                    </a:cubicBezTo>
                    <a:cubicBezTo>
                      <a:pt x="27" y="12"/>
                      <a:pt x="26" y="4"/>
                      <a:pt x="26" y="0"/>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1" name="Freeform 410"/>
              <p:cNvSpPr>
                <a:spLocks/>
              </p:cNvSpPr>
              <p:nvPr/>
            </p:nvSpPr>
            <p:spPr bwMode="auto">
              <a:xfrm>
                <a:off x="3551" y="1240"/>
                <a:ext cx="54" cy="34"/>
              </a:xfrm>
              <a:custGeom>
                <a:avLst/>
                <a:gdLst>
                  <a:gd name="T0" fmla="*/ 26 w 28"/>
                  <a:gd name="T1" fmla="*/ 0 h 18"/>
                  <a:gd name="T2" fmla="*/ 1 w 28"/>
                  <a:gd name="T3" fmla="*/ 0 h 18"/>
                  <a:gd name="T4" fmla="*/ 1 w 28"/>
                  <a:gd name="T5" fmla="*/ 2 h 18"/>
                  <a:gd name="T6" fmla="*/ 0 w 28"/>
                  <a:gd name="T7" fmla="*/ 18 h 18"/>
                  <a:gd name="T8" fmla="*/ 28 w 28"/>
                  <a:gd name="T9" fmla="*/ 18 h 18"/>
                  <a:gd name="T10" fmla="*/ 26 w 28"/>
                  <a:gd name="T11" fmla="*/ 0 h 18"/>
                </a:gdLst>
                <a:ahLst/>
                <a:cxnLst>
                  <a:cxn ang="0">
                    <a:pos x="T0" y="T1"/>
                  </a:cxn>
                  <a:cxn ang="0">
                    <a:pos x="T2" y="T3"/>
                  </a:cxn>
                  <a:cxn ang="0">
                    <a:pos x="T4" y="T5"/>
                  </a:cxn>
                  <a:cxn ang="0">
                    <a:pos x="T6" y="T7"/>
                  </a:cxn>
                  <a:cxn ang="0">
                    <a:pos x="T8" y="T9"/>
                  </a:cxn>
                  <a:cxn ang="0">
                    <a:pos x="T10" y="T11"/>
                  </a:cxn>
                </a:cxnLst>
                <a:rect l="0" t="0" r="r" b="b"/>
                <a:pathLst>
                  <a:path w="28" h="18">
                    <a:moveTo>
                      <a:pt x="26" y="0"/>
                    </a:moveTo>
                    <a:cubicBezTo>
                      <a:pt x="1" y="0"/>
                      <a:pt x="1" y="0"/>
                      <a:pt x="1" y="0"/>
                    </a:cubicBezTo>
                    <a:cubicBezTo>
                      <a:pt x="1" y="0"/>
                      <a:pt x="1" y="1"/>
                      <a:pt x="1" y="2"/>
                    </a:cubicBezTo>
                    <a:cubicBezTo>
                      <a:pt x="1" y="6"/>
                      <a:pt x="1" y="12"/>
                      <a:pt x="0" y="18"/>
                    </a:cubicBezTo>
                    <a:cubicBezTo>
                      <a:pt x="28" y="18"/>
                      <a:pt x="28" y="18"/>
                      <a:pt x="28" y="18"/>
                    </a:cubicBezTo>
                    <a:cubicBezTo>
                      <a:pt x="27" y="11"/>
                      <a:pt x="26" y="4"/>
                      <a:pt x="26"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2" name="Freeform 411"/>
              <p:cNvSpPr>
                <a:spLocks/>
              </p:cNvSpPr>
              <p:nvPr/>
            </p:nvSpPr>
            <p:spPr bwMode="auto">
              <a:xfrm>
                <a:off x="3551" y="1242"/>
                <a:ext cx="56" cy="34"/>
              </a:xfrm>
              <a:custGeom>
                <a:avLst/>
                <a:gdLst>
                  <a:gd name="T0" fmla="*/ 26 w 29"/>
                  <a:gd name="T1" fmla="*/ 0 h 18"/>
                  <a:gd name="T2" fmla="*/ 1 w 29"/>
                  <a:gd name="T3" fmla="*/ 0 h 18"/>
                  <a:gd name="T4" fmla="*/ 1 w 29"/>
                  <a:gd name="T5" fmla="*/ 1 h 18"/>
                  <a:gd name="T6" fmla="*/ 0 w 29"/>
                  <a:gd name="T7" fmla="*/ 18 h 18"/>
                  <a:gd name="T8" fmla="*/ 29 w 29"/>
                  <a:gd name="T9" fmla="*/ 18 h 18"/>
                  <a:gd name="T10" fmla="*/ 26 w 29"/>
                  <a:gd name="T11" fmla="*/ 0 h 18"/>
                </a:gdLst>
                <a:ahLst/>
                <a:cxnLst>
                  <a:cxn ang="0">
                    <a:pos x="T0" y="T1"/>
                  </a:cxn>
                  <a:cxn ang="0">
                    <a:pos x="T2" y="T3"/>
                  </a:cxn>
                  <a:cxn ang="0">
                    <a:pos x="T4" y="T5"/>
                  </a:cxn>
                  <a:cxn ang="0">
                    <a:pos x="T6" y="T7"/>
                  </a:cxn>
                  <a:cxn ang="0">
                    <a:pos x="T8" y="T9"/>
                  </a:cxn>
                  <a:cxn ang="0">
                    <a:pos x="T10" y="T11"/>
                  </a:cxn>
                </a:cxnLst>
                <a:rect l="0" t="0" r="r" b="b"/>
                <a:pathLst>
                  <a:path w="29" h="18">
                    <a:moveTo>
                      <a:pt x="26" y="0"/>
                    </a:moveTo>
                    <a:cubicBezTo>
                      <a:pt x="1" y="0"/>
                      <a:pt x="1" y="0"/>
                      <a:pt x="1" y="0"/>
                    </a:cubicBezTo>
                    <a:cubicBezTo>
                      <a:pt x="1" y="1"/>
                      <a:pt x="1" y="1"/>
                      <a:pt x="1" y="1"/>
                    </a:cubicBezTo>
                    <a:cubicBezTo>
                      <a:pt x="1" y="6"/>
                      <a:pt x="1" y="12"/>
                      <a:pt x="0" y="18"/>
                    </a:cubicBezTo>
                    <a:cubicBezTo>
                      <a:pt x="29" y="18"/>
                      <a:pt x="29" y="18"/>
                      <a:pt x="29" y="18"/>
                    </a:cubicBezTo>
                    <a:cubicBezTo>
                      <a:pt x="27" y="12"/>
                      <a:pt x="27" y="5"/>
                      <a:pt x="26"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3" name="Freeform 412"/>
              <p:cNvSpPr>
                <a:spLocks/>
              </p:cNvSpPr>
              <p:nvPr/>
            </p:nvSpPr>
            <p:spPr bwMode="auto">
              <a:xfrm>
                <a:off x="3551" y="1244"/>
                <a:ext cx="56" cy="36"/>
              </a:xfrm>
              <a:custGeom>
                <a:avLst/>
                <a:gdLst>
                  <a:gd name="T0" fmla="*/ 26 w 29"/>
                  <a:gd name="T1" fmla="*/ 0 h 19"/>
                  <a:gd name="T2" fmla="*/ 1 w 29"/>
                  <a:gd name="T3" fmla="*/ 0 h 19"/>
                  <a:gd name="T4" fmla="*/ 0 w 29"/>
                  <a:gd name="T5" fmla="*/ 19 h 19"/>
                  <a:gd name="T6" fmla="*/ 29 w 29"/>
                  <a:gd name="T7" fmla="*/ 19 h 19"/>
                  <a:gd name="T8" fmla="*/ 26 w 29"/>
                  <a:gd name="T9" fmla="*/ 0 h 19"/>
                </a:gdLst>
                <a:ahLst/>
                <a:cxnLst>
                  <a:cxn ang="0">
                    <a:pos x="T0" y="T1"/>
                  </a:cxn>
                  <a:cxn ang="0">
                    <a:pos x="T2" y="T3"/>
                  </a:cxn>
                  <a:cxn ang="0">
                    <a:pos x="T4" y="T5"/>
                  </a:cxn>
                  <a:cxn ang="0">
                    <a:pos x="T6" y="T7"/>
                  </a:cxn>
                  <a:cxn ang="0">
                    <a:pos x="T8" y="T9"/>
                  </a:cxn>
                </a:cxnLst>
                <a:rect l="0" t="0" r="r" b="b"/>
                <a:pathLst>
                  <a:path w="29" h="19">
                    <a:moveTo>
                      <a:pt x="26" y="0"/>
                    </a:moveTo>
                    <a:cubicBezTo>
                      <a:pt x="1" y="0"/>
                      <a:pt x="1" y="0"/>
                      <a:pt x="1" y="0"/>
                    </a:cubicBezTo>
                    <a:cubicBezTo>
                      <a:pt x="1" y="5"/>
                      <a:pt x="1" y="12"/>
                      <a:pt x="0" y="19"/>
                    </a:cubicBezTo>
                    <a:cubicBezTo>
                      <a:pt x="29" y="19"/>
                      <a:pt x="29" y="19"/>
                      <a:pt x="29" y="19"/>
                    </a:cubicBezTo>
                    <a:cubicBezTo>
                      <a:pt x="28" y="12"/>
                      <a:pt x="27" y="5"/>
                      <a:pt x="26"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4" name="Freeform 413"/>
              <p:cNvSpPr>
                <a:spLocks/>
              </p:cNvSpPr>
              <p:nvPr/>
            </p:nvSpPr>
            <p:spPr bwMode="auto">
              <a:xfrm>
                <a:off x="3551" y="1248"/>
                <a:ext cx="56" cy="34"/>
              </a:xfrm>
              <a:custGeom>
                <a:avLst/>
                <a:gdLst>
                  <a:gd name="T0" fmla="*/ 27 w 29"/>
                  <a:gd name="T1" fmla="*/ 0 h 18"/>
                  <a:gd name="T2" fmla="*/ 1 w 29"/>
                  <a:gd name="T3" fmla="*/ 0 h 18"/>
                  <a:gd name="T4" fmla="*/ 0 w 29"/>
                  <a:gd name="T5" fmla="*/ 18 h 18"/>
                  <a:gd name="T6" fmla="*/ 29 w 29"/>
                  <a:gd name="T7" fmla="*/ 18 h 18"/>
                  <a:gd name="T8" fmla="*/ 27 w 29"/>
                  <a:gd name="T9" fmla="*/ 0 h 18"/>
                </a:gdLst>
                <a:ahLst/>
                <a:cxnLst>
                  <a:cxn ang="0">
                    <a:pos x="T0" y="T1"/>
                  </a:cxn>
                  <a:cxn ang="0">
                    <a:pos x="T2" y="T3"/>
                  </a:cxn>
                  <a:cxn ang="0">
                    <a:pos x="T4" y="T5"/>
                  </a:cxn>
                  <a:cxn ang="0">
                    <a:pos x="T6" y="T7"/>
                  </a:cxn>
                  <a:cxn ang="0">
                    <a:pos x="T8" y="T9"/>
                  </a:cxn>
                </a:cxnLst>
                <a:rect l="0" t="0" r="r" b="b"/>
                <a:pathLst>
                  <a:path w="29" h="18">
                    <a:moveTo>
                      <a:pt x="27" y="0"/>
                    </a:moveTo>
                    <a:cubicBezTo>
                      <a:pt x="1" y="0"/>
                      <a:pt x="1" y="0"/>
                      <a:pt x="1" y="0"/>
                    </a:cubicBezTo>
                    <a:cubicBezTo>
                      <a:pt x="1" y="5"/>
                      <a:pt x="0" y="12"/>
                      <a:pt x="0" y="18"/>
                    </a:cubicBezTo>
                    <a:cubicBezTo>
                      <a:pt x="29" y="18"/>
                      <a:pt x="29" y="18"/>
                      <a:pt x="29" y="18"/>
                    </a:cubicBezTo>
                    <a:cubicBezTo>
                      <a:pt x="28" y="12"/>
                      <a:pt x="27" y="5"/>
                      <a:pt x="27"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5" name="Freeform 414"/>
              <p:cNvSpPr>
                <a:spLocks/>
              </p:cNvSpPr>
              <p:nvPr/>
            </p:nvSpPr>
            <p:spPr bwMode="auto">
              <a:xfrm>
                <a:off x="3549" y="1250"/>
                <a:ext cx="60" cy="34"/>
              </a:xfrm>
              <a:custGeom>
                <a:avLst/>
                <a:gdLst>
                  <a:gd name="T0" fmla="*/ 28 w 31"/>
                  <a:gd name="T1" fmla="*/ 0 h 18"/>
                  <a:gd name="T2" fmla="*/ 2 w 31"/>
                  <a:gd name="T3" fmla="*/ 0 h 18"/>
                  <a:gd name="T4" fmla="*/ 0 w 31"/>
                  <a:gd name="T5" fmla="*/ 18 h 18"/>
                  <a:gd name="T6" fmla="*/ 31 w 31"/>
                  <a:gd name="T7" fmla="*/ 18 h 18"/>
                  <a:gd name="T8" fmla="*/ 28 w 31"/>
                  <a:gd name="T9" fmla="*/ 0 h 18"/>
                </a:gdLst>
                <a:ahLst/>
                <a:cxnLst>
                  <a:cxn ang="0">
                    <a:pos x="T0" y="T1"/>
                  </a:cxn>
                  <a:cxn ang="0">
                    <a:pos x="T2" y="T3"/>
                  </a:cxn>
                  <a:cxn ang="0">
                    <a:pos x="T4" y="T5"/>
                  </a:cxn>
                  <a:cxn ang="0">
                    <a:pos x="T6" y="T7"/>
                  </a:cxn>
                  <a:cxn ang="0">
                    <a:pos x="T8" y="T9"/>
                  </a:cxn>
                </a:cxnLst>
                <a:rect l="0" t="0" r="r" b="b"/>
                <a:pathLst>
                  <a:path w="31" h="18">
                    <a:moveTo>
                      <a:pt x="28" y="0"/>
                    </a:moveTo>
                    <a:cubicBezTo>
                      <a:pt x="2" y="0"/>
                      <a:pt x="2" y="0"/>
                      <a:pt x="2" y="0"/>
                    </a:cubicBezTo>
                    <a:cubicBezTo>
                      <a:pt x="2" y="5"/>
                      <a:pt x="1" y="12"/>
                      <a:pt x="0" y="18"/>
                    </a:cubicBezTo>
                    <a:cubicBezTo>
                      <a:pt x="31" y="18"/>
                      <a:pt x="31" y="18"/>
                      <a:pt x="31" y="18"/>
                    </a:cubicBezTo>
                    <a:cubicBezTo>
                      <a:pt x="29" y="12"/>
                      <a:pt x="28" y="5"/>
                      <a:pt x="28" y="0"/>
                    </a:cubicBez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6" name="Freeform 415"/>
              <p:cNvSpPr>
                <a:spLocks/>
              </p:cNvSpPr>
              <p:nvPr/>
            </p:nvSpPr>
            <p:spPr bwMode="auto">
              <a:xfrm>
                <a:off x="3549" y="1251"/>
                <a:ext cx="60" cy="35"/>
              </a:xfrm>
              <a:custGeom>
                <a:avLst/>
                <a:gdLst>
                  <a:gd name="T0" fmla="*/ 28 w 31"/>
                  <a:gd name="T1" fmla="*/ 0 h 18"/>
                  <a:gd name="T2" fmla="*/ 2 w 31"/>
                  <a:gd name="T3" fmla="*/ 0 h 18"/>
                  <a:gd name="T4" fmla="*/ 0 w 31"/>
                  <a:gd name="T5" fmla="*/ 18 h 18"/>
                  <a:gd name="T6" fmla="*/ 31 w 31"/>
                  <a:gd name="T7" fmla="*/ 18 h 18"/>
                  <a:gd name="T8" fmla="*/ 28 w 31"/>
                  <a:gd name="T9" fmla="*/ 0 h 18"/>
                </a:gdLst>
                <a:ahLst/>
                <a:cxnLst>
                  <a:cxn ang="0">
                    <a:pos x="T0" y="T1"/>
                  </a:cxn>
                  <a:cxn ang="0">
                    <a:pos x="T2" y="T3"/>
                  </a:cxn>
                  <a:cxn ang="0">
                    <a:pos x="T4" y="T5"/>
                  </a:cxn>
                  <a:cxn ang="0">
                    <a:pos x="T6" y="T7"/>
                  </a:cxn>
                  <a:cxn ang="0">
                    <a:pos x="T8" y="T9"/>
                  </a:cxn>
                </a:cxnLst>
                <a:rect l="0" t="0" r="r" b="b"/>
                <a:pathLst>
                  <a:path w="31" h="18">
                    <a:moveTo>
                      <a:pt x="28" y="0"/>
                    </a:moveTo>
                    <a:cubicBezTo>
                      <a:pt x="2" y="0"/>
                      <a:pt x="2" y="0"/>
                      <a:pt x="2" y="0"/>
                    </a:cubicBezTo>
                    <a:cubicBezTo>
                      <a:pt x="2" y="6"/>
                      <a:pt x="1" y="13"/>
                      <a:pt x="0" y="18"/>
                    </a:cubicBezTo>
                    <a:cubicBezTo>
                      <a:pt x="31" y="18"/>
                      <a:pt x="31" y="18"/>
                      <a:pt x="31" y="18"/>
                    </a:cubicBezTo>
                    <a:cubicBezTo>
                      <a:pt x="29" y="13"/>
                      <a:pt x="28" y="6"/>
                      <a:pt x="28"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7" name="Freeform 416"/>
              <p:cNvSpPr>
                <a:spLocks/>
              </p:cNvSpPr>
              <p:nvPr/>
            </p:nvSpPr>
            <p:spPr bwMode="auto">
              <a:xfrm>
                <a:off x="3549" y="1253"/>
                <a:ext cx="62" cy="37"/>
              </a:xfrm>
              <a:custGeom>
                <a:avLst/>
                <a:gdLst>
                  <a:gd name="T0" fmla="*/ 28 w 32"/>
                  <a:gd name="T1" fmla="*/ 0 h 19"/>
                  <a:gd name="T2" fmla="*/ 2 w 32"/>
                  <a:gd name="T3" fmla="*/ 0 h 19"/>
                  <a:gd name="T4" fmla="*/ 0 w 32"/>
                  <a:gd name="T5" fmla="*/ 19 h 19"/>
                  <a:gd name="T6" fmla="*/ 32 w 32"/>
                  <a:gd name="T7" fmla="*/ 19 h 19"/>
                  <a:gd name="T8" fmla="*/ 28 w 32"/>
                  <a:gd name="T9" fmla="*/ 0 h 19"/>
                </a:gdLst>
                <a:ahLst/>
                <a:cxnLst>
                  <a:cxn ang="0">
                    <a:pos x="T0" y="T1"/>
                  </a:cxn>
                  <a:cxn ang="0">
                    <a:pos x="T2" y="T3"/>
                  </a:cxn>
                  <a:cxn ang="0">
                    <a:pos x="T4" y="T5"/>
                  </a:cxn>
                  <a:cxn ang="0">
                    <a:pos x="T6" y="T7"/>
                  </a:cxn>
                  <a:cxn ang="0">
                    <a:pos x="T8" y="T9"/>
                  </a:cxn>
                </a:cxnLst>
                <a:rect l="0" t="0" r="r" b="b"/>
                <a:pathLst>
                  <a:path w="32" h="19">
                    <a:moveTo>
                      <a:pt x="28" y="0"/>
                    </a:moveTo>
                    <a:cubicBezTo>
                      <a:pt x="2" y="0"/>
                      <a:pt x="2" y="0"/>
                      <a:pt x="2" y="0"/>
                    </a:cubicBezTo>
                    <a:cubicBezTo>
                      <a:pt x="2" y="6"/>
                      <a:pt x="1" y="13"/>
                      <a:pt x="0" y="19"/>
                    </a:cubicBezTo>
                    <a:cubicBezTo>
                      <a:pt x="32" y="19"/>
                      <a:pt x="32" y="19"/>
                      <a:pt x="32" y="19"/>
                    </a:cubicBezTo>
                    <a:cubicBezTo>
                      <a:pt x="30" y="13"/>
                      <a:pt x="28" y="6"/>
                      <a:pt x="28" y="0"/>
                    </a:cubicBezTo>
                    <a:close/>
                  </a:path>
                </a:pathLst>
              </a:custGeom>
              <a:solidFill>
                <a:srgbClr val="F8F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8" name="Freeform 417"/>
              <p:cNvSpPr>
                <a:spLocks/>
              </p:cNvSpPr>
              <p:nvPr/>
            </p:nvSpPr>
            <p:spPr bwMode="auto">
              <a:xfrm>
                <a:off x="3549" y="1257"/>
                <a:ext cx="62" cy="35"/>
              </a:xfrm>
              <a:custGeom>
                <a:avLst/>
                <a:gdLst>
                  <a:gd name="T0" fmla="*/ 28 w 32"/>
                  <a:gd name="T1" fmla="*/ 0 h 18"/>
                  <a:gd name="T2" fmla="*/ 2 w 32"/>
                  <a:gd name="T3" fmla="*/ 0 h 18"/>
                  <a:gd name="T4" fmla="*/ 0 w 32"/>
                  <a:gd name="T5" fmla="*/ 18 h 18"/>
                  <a:gd name="T6" fmla="*/ 32 w 32"/>
                  <a:gd name="T7" fmla="*/ 18 h 18"/>
                  <a:gd name="T8" fmla="*/ 32 w 32"/>
                  <a:gd name="T9" fmla="*/ 17 h 18"/>
                  <a:gd name="T10" fmla="*/ 28 w 32"/>
                  <a:gd name="T11" fmla="*/ 0 h 18"/>
                </a:gdLst>
                <a:ahLst/>
                <a:cxnLst>
                  <a:cxn ang="0">
                    <a:pos x="T0" y="T1"/>
                  </a:cxn>
                  <a:cxn ang="0">
                    <a:pos x="T2" y="T3"/>
                  </a:cxn>
                  <a:cxn ang="0">
                    <a:pos x="T4" y="T5"/>
                  </a:cxn>
                  <a:cxn ang="0">
                    <a:pos x="T6" y="T7"/>
                  </a:cxn>
                  <a:cxn ang="0">
                    <a:pos x="T8" y="T9"/>
                  </a:cxn>
                  <a:cxn ang="0">
                    <a:pos x="T10" y="T11"/>
                  </a:cxn>
                </a:cxnLst>
                <a:rect l="0" t="0" r="r" b="b"/>
                <a:pathLst>
                  <a:path w="32" h="18">
                    <a:moveTo>
                      <a:pt x="28" y="0"/>
                    </a:moveTo>
                    <a:cubicBezTo>
                      <a:pt x="2" y="0"/>
                      <a:pt x="2" y="0"/>
                      <a:pt x="2" y="0"/>
                    </a:cubicBezTo>
                    <a:cubicBezTo>
                      <a:pt x="2" y="6"/>
                      <a:pt x="1" y="13"/>
                      <a:pt x="0" y="18"/>
                    </a:cubicBezTo>
                    <a:cubicBezTo>
                      <a:pt x="32" y="18"/>
                      <a:pt x="32" y="18"/>
                      <a:pt x="32" y="18"/>
                    </a:cubicBezTo>
                    <a:cubicBezTo>
                      <a:pt x="32" y="18"/>
                      <a:pt x="32" y="17"/>
                      <a:pt x="32" y="17"/>
                    </a:cubicBezTo>
                    <a:cubicBezTo>
                      <a:pt x="30" y="12"/>
                      <a:pt x="29" y="5"/>
                      <a:pt x="28" y="0"/>
                    </a:cubicBezTo>
                    <a:close/>
                  </a:path>
                </a:pathLst>
              </a:custGeom>
              <a:solidFill>
                <a:srgbClr val="F9F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89" name="Freeform 418"/>
              <p:cNvSpPr>
                <a:spLocks/>
              </p:cNvSpPr>
              <p:nvPr/>
            </p:nvSpPr>
            <p:spPr bwMode="auto">
              <a:xfrm>
                <a:off x="3549" y="1259"/>
                <a:ext cx="62" cy="35"/>
              </a:xfrm>
              <a:custGeom>
                <a:avLst/>
                <a:gdLst>
                  <a:gd name="T0" fmla="*/ 28 w 32"/>
                  <a:gd name="T1" fmla="*/ 0 h 18"/>
                  <a:gd name="T2" fmla="*/ 2 w 32"/>
                  <a:gd name="T3" fmla="*/ 0 h 18"/>
                  <a:gd name="T4" fmla="*/ 0 w 32"/>
                  <a:gd name="T5" fmla="*/ 18 h 18"/>
                  <a:gd name="T6" fmla="*/ 32 w 32"/>
                  <a:gd name="T7" fmla="*/ 18 h 18"/>
                  <a:gd name="T8" fmla="*/ 32 w 32"/>
                  <a:gd name="T9" fmla="*/ 16 h 18"/>
                  <a:gd name="T10" fmla="*/ 28 w 32"/>
                  <a:gd name="T11" fmla="*/ 0 h 18"/>
                </a:gdLst>
                <a:ahLst/>
                <a:cxnLst>
                  <a:cxn ang="0">
                    <a:pos x="T0" y="T1"/>
                  </a:cxn>
                  <a:cxn ang="0">
                    <a:pos x="T2" y="T3"/>
                  </a:cxn>
                  <a:cxn ang="0">
                    <a:pos x="T4" y="T5"/>
                  </a:cxn>
                  <a:cxn ang="0">
                    <a:pos x="T6" y="T7"/>
                  </a:cxn>
                  <a:cxn ang="0">
                    <a:pos x="T8" y="T9"/>
                  </a:cxn>
                  <a:cxn ang="0">
                    <a:pos x="T10" y="T11"/>
                  </a:cxn>
                </a:cxnLst>
                <a:rect l="0" t="0" r="r" b="b"/>
                <a:pathLst>
                  <a:path w="32" h="18">
                    <a:moveTo>
                      <a:pt x="28" y="0"/>
                    </a:moveTo>
                    <a:cubicBezTo>
                      <a:pt x="2" y="0"/>
                      <a:pt x="2" y="0"/>
                      <a:pt x="2" y="0"/>
                    </a:cubicBezTo>
                    <a:cubicBezTo>
                      <a:pt x="1" y="6"/>
                      <a:pt x="0" y="13"/>
                      <a:pt x="0" y="18"/>
                    </a:cubicBezTo>
                    <a:cubicBezTo>
                      <a:pt x="32" y="18"/>
                      <a:pt x="32" y="18"/>
                      <a:pt x="32" y="18"/>
                    </a:cubicBezTo>
                    <a:cubicBezTo>
                      <a:pt x="32" y="17"/>
                      <a:pt x="32" y="17"/>
                      <a:pt x="32" y="16"/>
                    </a:cubicBezTo>
                    <a:cubicBezTo>
                      <a:pt x="30" y="12"/>
                      <a:pt x="29" y="5"/>
                      <a:pt x="28"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0" name="Freeform 419"/>
              <p:cNvSpPr>
                <a:spLocks/>
              </p:cNvSpPr>
              <p:nvPr/>
            </p:nvSpPr>
            <p:spPr bwMode="auto">
              <a:xfrm>
                <a:off x="3549" y="1261"/>
                <a:ext cx="63" cy="34"/>
              </a:xfrm>
              <a:custGeom>
                <a:avLst/>
                <a:gdLst>
                  <a:gd name="T0" fmla="*/ 28 w 33"/>
                  <a:gd name="T1" fmla="*/ 0 h 18"/>
                  <a:gd name="T2" fmla="*/ 2 w 33"/>
                  <a:gd name="T3" fmla="*/ 0 h 18"/>
                  <a:gd name="T4" fmla="*/ 0 w 33"/>
                  <a:gd name="T5" fmla="*/ 18 h 18"/>
                  <a:gd name="T6" fmla="*/ 33 w 33"/>
                  <a:gd name="T7" fmla="*/ 18 h 18"/>
                  <a:gd name="T8" fmla="*/ 32 w 33"/>
                  <a:gd name="T9" fmla="*/ 15 h 18"/>
                  <a:gd name="T10" fmla="*/ 28 w 33"/>
                  <a:gd name="T11" fmla="*/ 0 h 18"/>
                </a:gdLst>
                <a:ahLst/>
                <a:cxnLst>
                  <a:cxn ang="0">
                    <a:pos x="T0" y="T1"/>
                  </a:cxn>
                  <a:cxn ang="0">
                    <a:pos x="T2" y="T3"/>
                  </a:cxn>
                  <a:cxn ang="0">
                    <a:pos x="T4" y="T5"/>
                  </a:cxn>
                  <a:cxn ang="0">
                    <a:pos x="T6" y="T7"/>
                  </a:cxn>
                  <a:cxn ang="0">
                    <a:pos x="T8" y="T9"/>
                  </a:cxn>
                  <a:cxn ang="0">
                    <a:pos x="T10" y="T11"/>
                  </a:cxn>
                </a:cxnLst>
                <a:rect l="0" t="0" r="r" b="b"/>
                <a:pathLst>
                  <a:path w="33" h="18">
                    <a:moveTo>
                      <a:pt x="28" y="0"/>
                    </a:moveTo>
                    <a:cubicBezTo>
                      <a:pt x="2" y="0"/>
                      <a:pt x="2" y="0"/>
                      <a:pt x="2" y="0"/>
                    </a:cubicBezTo>
                    <a:cubicBezTo>
                      <a:pt x="1" y="7"/>
                      <a:pt x="0" y="14"/>
                      <a:pt x="0" y="18"/>
                    </a:cubicBezTo>
                    <a:cubicBezTo>
                      <a:pt x="33" y="18"/>
                      <a:pt x="33" y="18"/>
                      <a:pt x="33" y="18"/>
                    </a:cubicBezTo>
                    <a:cubicBezTo>
                      <a:pt x="33" y="17"/>
                      <a:pt x="32" y="16"/>
                      <a:pt x="32" y="15"/>
                    </a:cubicBezTo>
                    <a:cubicBezTo>
                      <a:pt x="30" y="11"/>
                      <a:pt x="29" y="5"/>
                      <a:pt x="28"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1" name="Freeform 420"/>
              <p:cNvSpPr>
                <a:spLocks/>
              </p:cNvSpPr>
              <p:nvPr/>
            </p:nvSpPr>
            <p:spPr bwMode="auto">
              <a:xfrm>
                <a:off x="3547" y="1263"/>
                <a:ext cx="65" cy="36"/>
              </a:xfrm>
              <a:custGeom>
                <a:avLst/>
                <a:gdLst>
                  <a:gd name="T0" fmla="*/ 29 w 34"/>
                  <a:gd name="T1" fmla="*/ 0 h 19"/>
                  <a:gd name="T2" fmla="*/ 3 w 34"/>
                  <a:gd name="T3" fmla="*/ 0 h 19"/>
                  <a:gd name="T4" fmla="*/ 0 w 34"/>
                  <a:gd name="T5" fmla="*/ 19 h 19"/>
                  <a:gd name="T6" fmla="*/ 34 w 34"/>
                  <a:gd name="T7" fmla="*/ 19 h 19"/>
                  <a:gd name="T8" fmla="*/ 33 w 34"/>
                  <a:gd name="T9" fmla="*/ 14 h 19"/>
                  <a:gd name="T10" fmla="*/ 29 w 34"/>
                  <a:gd name="T11" fmla="*/ 0 h 19"/>
                </a:gdLst>
                <a:ahLst/>
                <a:cxnLst>
                  <a:cxn ang="0">
                    <a:pos x="T0" y="T1"/>
                  </a:cxn>
                  <a:cxn ang="0">
                    <a:pos x="T2" y="T3"/>
                  </a:cxn>
                  <a:cxn ang="0">
                    <a:pos x="T4" y="T5"/>
                  </a:cxn>
                  <a:cxn ang="0">
                    <a:pos x="T6" y="T7"/>
                  </a:cxn>
                  <a:cxn ang="0">
                    <a:pos x="T8" y="T9"/>
                  </a:cxn>
                  <a:cxn ang="0">
                    <a:pos x="T10" y="T11"/>
                  </a:cxn>
                </a:cxnLst>
                <a:rect l="0" t="0" r="r" b="b"/>
                <a:pathLst>
                  <a:path w="34" h="19">
                    <a:moveTo>
                      <a:pt x="29" y="0"/>
                    </a:moveTo>
                    <a:cubicBezTo>
                      <a:pt x="3" y="0"/>
                      <a:pt x="3" y="0"/>
                      <a:pt x="3" y="0"/>
                    </a:cubicBezTo>
                    <a:cubicBezTo>
                      <a:pt x="2" y="7"/>
                      <a:pt x="1" y="14"/>
                      <a:pt x="0" y="19"/>
                    </a:cubicBezTo>
                    <a:cubicBezTo>
                      <a:pt x="34" y="19"/>
                      <a:pt x="34" y="19"/>
                      <a:pt x="34" y="19"/>
                    </a:cubicBezTo>
                    <a:cubicBezTo>
                      <a:pt x="34" y="17"/>
                      <a:pt x="33" y="16"/>
                      <a:pt x="33" y="14"/>
                    </a:cubicBezTo>
                    <a:cubicBezTo>
                      <a:pt x="31" y="10"/>
                      <a:pt x="30" y="5"/>
                      <a:pt x="29" y="0"/>
                    </a:cubicBezTo>
                    <a:close/>
                  </a:path>
                </a:pathLst>
              </a:custGeom>
              <a:solidFill>
                <a:srgbClr val="FD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2" name="Freeform 421"/>
              <p:cNvSpPr>
                <a:spLocks/>
              </p:cNvSpPr>
              <p:nvPr/>
            </p:nvSpPr>
            <p:spPr bwMode="auto">
              <a:xfrm>
                <a:off x="3547" y="1267"/>
                <a:ext cx="65" cy="34"/>
              </a:xfrm>
              <a:custGeom>
                <a:avLst/>
                <a:gdLst>
                  <a:gd name="T0" fmla="*/ 30 w 34"/>
                  <a:gd name="T1" fmla="*/ 0 h 18"/>
                  <a:gd name="T2" fmla="*/ 3 w 34"/>
                  <a:gd name="T3" fmla="*/ 0 h 18"/>
                  <a:gd name="T4" fmla="*/ 0 w 34"/>
                  <a:gd name="T5" fmla="*/ 17 h 18"/>
                  <a:gd name="T6" fmla="*/ 0 w 34"/>
                  <a:gd name="T7" fmla="*/ 18 h 18"/>
                  <a:gd name="T8" fmla="*/ 34 w 34"/>
                  <a:gd name="T9" fmla="*/ 18 h 18"/>
                  <a:gd name="T10" fmla="*/ 33 w 34"/>
                  <a:gd name="T11" fmla="*/ 12 h 18"/>
                  <a:gd name="T12" fmla="*/ 30 w 3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0" y="0"/>
                    </a:moveTo>
                    <a:cubicBezTo>
                      <a:pt x="3" y="0"/>
                      <a:pt x="3" y="0"/>
                      <a:pt x="3" y="0"/>
                    </a:cubicBezTo>
                    <a:cubicBezTo>
                      <a:pt x="2" y="7"/>
                      <a:pt x="1" y="13"/>
                      <a:pt x="0" y="17"/>
                    </a:cubicBezTo>
                    <a:cubicBezTo>
                      <a:pt x="0" y="18"/>
                      <a:pt x="0" y="18"/>
                      <a:pt x="0" y="18"/>
                    </a:cubicBezTo>
                    <a:cubicBezTo>
                      <a:pt x="34" y="18"/>
                      <a:pt x="34" y="18"/>
                      <a:pt x="34" y="18"/>
                    </a:cubicBezTo>
                    <a:cubicBezTo>
                      <a:pt x="34" y="16"/>
                      <a:pt x="33" y="14"/>
                      <a:pt x="33" y="12"/>
                    </a:cubicBezTo>
                    <a:cubicBezTo>
                      <a:pt x="31" y="9"/>
                      <a:pt x="30" y="4"/>
                      <a:pt x="30"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3" name="Freeform 422"/>
              <p:cNvSpPr>
                <a:spLocks/>
              </p:cNvSpPr>
              <p:nvPr/>
            </p:nvSpPr>
            <p:spPr bwMode="auto">
              <a:xfrm>
                <a:off x="3547" y="1269"/>
                <a:ext cx="67" cy="34"/>
              </a:xfrm>
              <a:custGeom>
                <a:avLst/>
                <a:gdLst>
                  <a:gd name="T0" fmla="*/ 30 w 35"/>
                  <a:gd name="T1" fmla="*/ 0 h 18"/>
                  <a:gd name="T2" fmla="*/ 2 w 35"/>
                  <a:gd name="T3" fmla="*/ 0 h 18"/>
                  <a:gd name="T4" fmla="*/ 0 w 35"/>
                  <a:gd name="T5" fmla="*/ 16 h 18"/>
                  <a:gd name="T6" fmla="*/ 0 w 35"/>
                  <a:gd name="T7" fmla="*/ 18 h 18"/>
                  <a:gd name="T8" fmla="*/ 35 w 35"/>
                  <a:gd name="T9" fmla="*/ 18 h 18"/>
                  <a:gd name="T10" fmla="*/ 33 w 35"/>
                  <a:gd name="T11" fmla="*/ 11 h 18"/>
                  <a:gd name="T12" fmla="*/ 30 w 3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5" h="18">
                    <a:moveTo>
                      <a:pt x="30" y="0"/>
                    </a:moveTo>
                    <a:cubicBezTo>
                      <a:pt x="2" y="0"/>
                      <a:pt x="2" y="0"/>
                      <a:pt x="2" y="0"/>
                    </a:cubicBezTo>
                    <a:cubicBezTo>
                      <a:pt x="2" y="6"/>
                      <a:pt x="1" y="13"/>
                      <a:pt x="0" y="16"/>
                    </a:cubicBezTo>
                    <a:cubicBezTo>
                      <a:pt x="0" y="17"/>
                      <a:pt x="0" y="18"/>
                      <a:pt x="0" y="18"/>
                    </a:cubicBezTo>
                    <a:cubicBezTo>
                      <a:pt x="35" y="18"/>
                      <a:pt x="35" y="18"/>
                      <a:pt x="35" y="18"/>
                    </a:cubicBezTo>
                    <a:cubicBezTo>
                      <a:pt x="34" y="16"/>
                      <a:pt x="34" y="13"/>
                      <a:pt x="33" y="11"/>
                    </a:cubicBezTo>
                    <a:cubicBezTo>
                      <a:pt x="32" y="8"/>
                      <a:pt x="31" y="4"/>
                      <a:pt x="3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4" name="Freeform 423"/>
              <p:cNvSpPr>
                <a:spLocks/>
              </p:cNvSpPr>
              <p:nvPr/>
            </p:nvSpPr>
            <p:spPr bwMode="auto">
              <a:xfrm>
                <a:off x="3687" y="1144"/>
                <a:ext cx="130" cy="35"/>
              </a:xfrm>
              <a:custGeom>
                <a:avLst/>
                <a:gdLst>
                  <a:gd name="T0" fmla="*/ 67 w 68"/>
                  <a:gd name="T1" fmla="*/ 0 h 18"/>
                  <a:gd name="T2" fmla="*/ 31 w 68"/>
                  <a:gd name="T3" fmla="*/ 0 h 18"/>
                  <a:gd name="T4" fmla="*/ 33 w 68"/>
                  <a:gd name="T5" fmla="*/ 1 h 18"/>
                  <a:gd name="T6" fmla="*/ 32 w 68"/>
                  <a:gd name="T7" fmla="*/ 3 h 18"/>
                  <a:gd name="T8" fmla="*/ 15 w 68"/>
                  <a:gd name="T9" fmla="*/ 2 h 18"/>
                  <a:gd name="T10" fmla="*/ 0 w 68"/>
                  <a:gd name="T11" fmla="*/ 5 h 18"/>
                  <a:gd name="T12" fmla="*/ 5 w 68"/>
                  <a:gd name="T13" fmla="*/ 11 h 18"/>
                  <a:gd name="T14" fmla="*/ 16 w 68"/>
                  <a:gd name="T15" fmla="*/ 12 h 18"/>
                  <a:gd name="T16" fmla="*/ 21 w 68"/>
                  <a:gd name="T17" fmla="*/ 14 h 18"/>
                  <a:gd name="T18" fmla="*/ 22 w 68"/>
                  <a:gd name="T19" fmla="*/ 18 h 18"/>
                  <a:gd name="T20" fmla="*/ 68 w 68"/>
                  <a:gd name="T21" fmla="*/ 18 h 18"/>
                  <a:gd name="T22" fmla="*/ 67 w 68"/>
                  <a:gd name="T23" fmla="*/ 3 h 18"/>
                  <a:gd name="T24" fmla="*/ 67 w 68"/>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18">
                    <a:moveTo>
                      <a:pt x="67" y="0"/>
                    </a:moveTo>
                    <a:cubicBezTo>
                      <a:pt x="31" y="0"/>
                      <a:pt x="31" y="0"/>
                      <a:pt x="31" y="0"/>
                    </a:cubicBezTo>
                    <a:cubicBezTo>
                      <a:pt x="32" y="0"/>
                      <a:pt x="32" y="1"/>
                      <a:pt x="33" y="1"/>
                    </a:cubicBezTo>
                    <a:cubicBezTo>
                      <a:pt x="34" y="2"/>
                      <a:pt x="32" y="3"/>
                      <a:pt x="32" y="3"/>
                    </a:cubicBezTo>
                    <a:cubicBezTo>
                      <a:pt x="32" y="3"/>
                      <a:pt x="23" y="1"/>
                      <a:pt x="15" y="2"/>
                    </a:cubicBezTo>
                    <a:cubicBezTo>
                      <a:pt x="6" y="2"/>
                      <a:pt x="1" y="4"/>
                      <a:pt x="0" y="5"/>
                    </a:cubicBezTo>
                    <a:cubicBezTo>
                      <a:pt x="0" y="7"/>
                      <a:pt x="1" y="11"/>
                      <a:pt x="5" y="11"/>
                    </a:cubicBezTo>
                    <a:cubicBezTo>
                      <a:pt x="10" y="11"/>
                      <a:pt x="13" y="10"/>
                      <a:pt x="16" y="12"/>
                    </a:cubicBezTo>
                    <a:cubicBezTo>
                      <a:pt x="19" y="13"/>
                      <a:pt x="21" y="14"/>
                      <a:pt x="21" y="14"/>
                    </a:cubicBezTo>
                    <a:cubicBezTo>
                      <a:pt x="21" y="14"/>
                      <a:pt x="22" y="16"/>
                      <a:pt x="22" y="18"/>
                    </a:cubicBezTo>
                    <a:cubicBezTo>
                      <a:pt x="68" y="18"/>
                      <a:pt x="68" y="18"/>
                      <a:pt x="68" y="18"/>
                    </a:cubicBezTo>
                    <a:cubicBezTo>
                      <a:pt x="67" y="10"/>
                      <a:pt x="67" y="4"/>
                      <a:pt x="67" y="3"/>
                    </a:cubicBezTo>
                    <a:cubicBezTo>
                      <a:pt x="67" y="2"/>
                      <a:pt x="67" y="1"/>
                      <a:pt x="67" y="0"/>
                    </a:cubicBezTo>
                    <a:close/>
                  </a:path>
                </a:pathLst>
              </a:custGeom>
              <a:solidFill>
                <a:srgbClr val="D2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5" name="Freeform 424"/>
              <p:cNvSpPr>
                <a:spLocks/>
              </p:cNvSpPr>
              <p:nvPr/>
            </p:nvSpPr>
            <p:spPr bwMode="auto">
              <a:xfrm>
                <a:off x="3687" y="1146"/>
                <a:ext cx="130" cy="35"/>
              </a:xfrm>
              <a:custGeom>
                <a:avLst/>
                <a:gdLst>
                  <a:gd name="T0" fmla="*/ 67 w 68"/>
                  <a:gd name="T1" fmla="*/ 0 h 18"/>
                  <a:gd name="T2" fmla="*/ 33 w 68"/>
                  <a:gd name="T3" fmla="*/ 0 h 18"/>
                  <a:gd name="T4" fmla="*/ 32 w 68"/>
                  <a:gd name="T5" fmla="*/ 2 h 18"/>
                  <a:gd name="T6" fmla="*/ 15 w 68"/>
                  <a:gd name="T7" fmla="*/ 1 h 18"/>
                  <a:gd name="T8" fmla="*/ 0 w 68"/>
                  <a:gd name="T9" fmla="*/ 4 h 18"/>
                  <a:gd name="T10" fmla="*/ 5 w 68"/>
                  <a:gd name="T11" fmla="*/ 10 h 18"/>
                  <a:gd name="T12" fmla="*/ 16 w 68"/>
                  <a:gd name="T13" fmla="*/ 11 h 18"/>
                  <a:gd name="T14" fmla="*/ 21 w 68"/>
                  <a:gd name="T15" fmla="*/ 13 h 18"/>
                  <a:gd name="T16" fmla="*/ 22 w 68"/>
                  <a:gd name="T17" fmla="*/ 18 h 18"/>
                  <a:gd name="T18" fmla="*/ 68 w 68"/>
                  <a:gd name="T19" fmla="*/ 18 h 18"/>
                  <a:gd name="T20" fmla="*/ 67 w 68"/>
                  <a:gd name="T21" fmla="*/ 2 h 18"/>
                  <a:gd name="T22" fmla="*/ 67 w 68"/>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8">
                    <a:moveTo>
                      <a:pt x="67" y="0"/>
                    </a:moveTo>
                    <a:cubicBezTo>
                      <a:pt x="33" y="0"/>
                      <a:pt x="33" y="0"/>
                      <a:pt x="33" y="0"/>
                    </a:cubicBezTo>
                    <a:cubicBezTo>
                      <a:pt x="34" y="1"/>
                      <a:pt x="32" y="2"/>
                      <a:pt x="32" y="2"/>
                    </a:cubicBezTo>
                    <a:cubicBezTo>
                      <a:pt x="32" y="2"/>
                      <a:pt x="23" y="0"/>
                      <a:pt x="15" y="1"/>
                    </a:cubicBezTo>
                    <a:cubicBezTo>
                      <a:pt x="6" y="1"/>
                      <a:pt x="1" y="3"/>
                      <a:pt x="0" y="4"/>
                    </a:cubicBezTo>
                    <a:cubicBezTo>
                      <a:pt x="0" y="6"/>
                      <a:pt x="1" y="10"/>
                      <a:pt x="5" y="10"/>
                    </a:cubicBezTo>
                    <a:cubicBezTo>
                      <a:pt x="10" y="10"/>
                      <a:pt x="13" y="9"/>
                      <a:pt x="16" y="11"/>
                    </a:cubicBezTo>
                    <a:cubicBezTo>
                      <a:pt x="19" y="12"/>
                      <a:pt x="21" y="13"/>
                      <a:pt x="21" y="13"/>
                    </a:cubicBezTo>
                    <a:cubicBezTo>
                      <a:pt x="21" y="13"/>
                      <a:pt x="22" y="15"/>
                      <a:pt x="22" y="18"/>
                    </a:cubicBezTo>
                    <a:cubicBezTo>
                      <a:pt x="68" y="18"/>
                      <a:pt x="68" y="18"/>
                      <a:pt x="68" y="18"/>
                    </a:cubicBezTo>
                    <a:cubicBezTo>
                      <a:pt x="67" y="10"/>
                      <a:pt x="67" y="3"/>
                      <a:pt x="67" y="2"/>
                    </a:cubicBezTo>
                    <a:lnTo>
                      <a:pt x="67" y="0"/>
                    </a:lnTo>
                    <a:close/>
                  </a:path>
                </a:pathLst>
              </a:custGeom>
              <a:solidFill>
                <a:srgbClr val="D3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6" name="Freeform 425"/>
              <p:cNvSpPr>
                <a:spLocks/>
              </p:cNvSpPr>
              <p:nvPr/>
            </p:nvSpPr>
            <p:spPr bwMode="auto">
              <a:xfrm>
                <a:off x="3687" y="1148"/>
                <a:ext cx="130" cy="36"/>
              </a:xfrm>
              <a:custGeom>
                <a:avLst/>
                <a:gdLst>
                  <a:gd name="T0" fmla="*/ 67 w 68"/>
                  <a:gd name="T1" fmla="*/ 0 h 19"/>
                  <a:gd name="T2" fmla="*/ 33 w 68"/>
                  <a:gd name="T3" fmla="*/ 0 h 19"/>
                  <a:gd name="T4" fmla="*/ 32 w 68"/>
                  <a:gd name="T5" fmla="*/ 1 h 19"/>
                  <a:gd name="T6" fmla="*/ 28 w 68"/>
                  <a:gd name="T7" fmla="*/ 0 h 19"/>
                  <a:gd name="T8" fmla="*/ 9 w 68"/>
                  <a:gd name="T9" fmla="*/ 0 h 19"/>
                  <a:gd name="T10" fmla="*/ 0 w 68"/>
                  <a:gd name="T11" fmla="*/ 3 h 19"/>
                  <a:gd name="T12" fmla="*/ 5 w 68"/>
                  <a:gd name="T13" fmla="*/ 9 h 19"/>
                  <a:gd name="T14" fmla="*/ 16 w 68"/>
                  <a:gd name="T15" fmla="*/ 10 h 19"/>
                  <a:gd name="T16" fmla="*/ 21 w 68"/>
                  <a:gd name="T17" fmla="*/ 12 h 19"/>
                  <a:gd name="T18" fmla="*/ 22 w 68"/>
                  <a:gd name="T19" fmla="*/ 19 h 19"/>
                  <a:gd name="T20" fmla="*/ 68 w 68"/>
                  <a:gd name="T21" fmla="*/ 19 h 19"/>
                  <a:gd name="T22" fmla="*/ 67 w 68"/>
                  <a:gd name="T23" fmla="*/ 1 h 19"/>
                  <a:gd name="T24" fmla="*/ 67 w 68"/>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19">
                    <a:moveTo>
                      <a:pt x="67" y="0"/>
                    </a:moveTo>
                    <a:cubicBezTo>
                      <a:pt x="33" y="0"/>
                      <a:pt x="33" y="0"/>
                      <a:pt x="33" y="0"/>
                    </a:cubicBezTo>
                    <a:cubicBezTo>
                      <a:pt x="32" y="1"/>
                      <a:pt x="32" y="1"/>
                      <a:pt x="32" y="1"/>
                    </a:cubicBezTo>
                    <a:cubicBezTo>
                      <a:pt x="32" y="1"/>
                      <a:pt x="30" y="1"/>
                      <a:pt x="28" y="0"/>
                    </a:cubicBezTo>
                    <a:cubicBezTo>
                      <a:pt x="9" y="0"/>
                      <a:pt x="9" y="0"/>
                      <a:pt x="9" y="0"/>
                    </a:cubicBezTo>
                    <a:cubicBezTo>
                      <a:pt x="4" y="1"/>
                      <a:pt x="0" y="2"/>
                      <a:pt x="0" y="3"/>
                    </a:cubicBezTo>
                    <a:cubicBezTo>
                      <a:pt x="0" y="5"/>
                      <a:pt x="1" y="9"/>
                      <a:pt x="5" y="9"/>
                    </a:cubicBezTo>
                    <a:cubicBezTo>
                      <a:pt x="10" y="9"/>
                      <a:pt x="13" y="8"/>
                      <a:pt x="16" y="10"/>
                    </a:cubicBezTo>
                    <a:cubicBezTo>
                      <a:pt x="19" y="11"/>
                      <a:pt x="21" y="12"/>
                      <a:pt x="21" y="12"/>
                    </a:cubicBezTo>
                    <a:cubicBezTo>
                      <a:pt x="21" y="12"/>
                      <a:pt x="22" y="15"/>
                      <a:pt x="22" y="19"/>
                    </a:cubicBezTo>
                    <a:cubicBezTo>
                      <a:pt x="68" y="19"/>
                      <a:pt x="68" y="19"/>
                      <a:pt x="68" y="19"/>
                    </a:cubicBezTo>
                    <a:cubicBezTo>
                      <a:pt x="67" y="10"/>
                      <a:pt x="67" y="2"/>
                      <a:pt x="67" y="1"/>
                    </a:cubicBezTo>
                    <a:lnTo>
                      <a:pt x="67" y="0"/>
                    </a:ln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7" name="Freeform 426"/>
              <p:cNvSpPr>
                <a:spLocks/>
              </p:cNvSpPr>
              <p:nvPr/>
            </p:nvSpPr>
            <p:spPr bwMode="auto">
              <a:xfrm>
                <a:off x="3687" y="1152"/>
                <a:ext cx="130" cy="34"/>
              </a:xfrm>
              <a:custGeom>
                <a:avLst/>
                <a:gdLst>
                  <a:gd name="T0" fmla="*/ 67 w 68"/>
                  <a:gd name="T1" fmla="*/ 0 h 18"/>
                  <a:gd name="T2" fmla="*/ 3 w 68"/>
                  <a:gd name="T3" fmla="*/ 0 h 18"/>
                  <a:gd name="T4" fmla="*/ 0 w 68"/>
                  <a:gd name="T5" fmla="*/ 1 h 18"/>
                  <a:gd name="T6" fmla="*/ 5 w 68"/>
                  <a:gd name="T7" fmla="*/ 7 h 18"/>
                  <a:gd name="T8" fmla="*/ 16 w 68"/>
                  <a:gd name="T9" fmla="*/ 8 h 18"/>
                  <a:gd name="T10" fmla="*/ 21 w 68"/>
                  <a:gd name="T11" fmla="*/ 10 h 18"/>
                  <a:gd name="T12" fmla="*/ 22 w 68"/>
                  <a:gd name="T13" fmla="*/ 18 h 18"/>
                  <a:gd name="T14" fmla="*/ 68 w 68"/>
                  <a:gd name="T15" fmla="*/ 18 h 18"/>
                  <a:gd name="T16" fmla="*/ 67 w 6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18">
                    <a:moveTo>
                      <a:pt x="67" y="0"/>
                    </a:moveTo>
                    <a:cubicBezTo>
                      <a:pt x="3" y="0"/>
                      <a:pt x="3" y="0"/>
                      <a:pt x="3" y="0"/>
                    </a:cubicBezTo>
                    <a:cubicBezTo>
                      <a:pt x="1" y="0"/>
                      <a:pt x="0" y="1"/>
                      <a:pt x="0" y="1"/>
                    </a:cubicBezTo>
                    <a:cubicBezTo>
                      <a:pt x="0" y="3"/>
                      <a:pt x="1" y="7"/>
                      <a:pt x="5" y="7"/>
                    </a:cubicBezTo>
                    <a:cubicBezTo>
                      <a:pt x="10" y="7"/>
                      <a:pt x="13" y="6"/>
                      <a:pt x="16" y="8"/>
                    </a:cubicBezTo>
                    <a:cubicBezTo>
                      <a:pt x="19" y="9"/>
                      <a:pt x="21" y="10"/>
                      <a:pt x="21" y="10"/>
                    </a:cubicBezTo>
                    <a:cubicBezTo>
                      <a:pt x="21" y="10"/>
                      <a:pt x="22" y="14"/>
                      <a:pt x="22" y="18"/>
                    </a:cubicBezTo>
                    <a:cubicBezTo>
                      <a:pt x="68" y="18"/>
                      <a:pt x="68" y="18"/>
                      <a:pt x="68" y="18"/>
                    </a:cubicBezTo>
                    <a:cubicBezTo>
                      <a:pt x="67" y="10"/>
                      <a:pt x="67" y="3"/>
                      <a:pt x="67" y="0"/>
                    </a:cubicBezTo>
                    <a:close/>
                  </a:path>
                </a:pathLst>
              </a:custGeom>
              <a:solidFill>
                <a:srgbClr val="D4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8" name="Freeform 427"/>
              <p:cNvSpPr>
                <a:spLocks/>
              </p:cNvSpPr>
              <p:nvPr/>
            </p:nvSpPr>
            <p:spPr bwMode="auto">
              <a:xfrm>
                <a:off x="3687" y="1154"/>
                <a:ext cx="130" cy="34"/>
              </a:xfrm>
              <a:custGeom>
                <a:avLst/>
                <a:gdLst>
                  <a:gd name="T0" fmla="*/ 67 w 68"/>
                  <a:gd name="T1" fmla="*/ 0 h 18"/>
                  <a:gd name="T2" fmla="*/ 0 w 68"/>
                  <a:gd name="T3" fmla="*/ 0 h 18"/>
                  <a:gd name="T4" fmla="*/ 0 w 68"/>
                  <a:gd name="T5" fmla="*/ 0 h 18"/>
                  <a:gd name="T6" fmla="*/ 5 w 68"/>
                  <a:gd name="T7" fmla="*/ 6 h 18"/>
                  <a:gd name="T8" fmla="*/ 16 w 68"/>
                  <a:gd name="T9" fmla="*/ 7 h 18"/>
                  <a:gd name="T10" fmla="*/ 21 w 68"/>
                  <a:gd name="T11" fmla="*/ 9 h 18"/>
                  <a:gd name="T12" fmla="*/ 23 w 68"/>
                  <a:gd name="T13" fmla="*/ 18 h 18"/>
                  <a:gd name="T14" fmla="*/ 68 w 68"/>
                  <a:gd name="T15" fmla="*/ 18 h 18"/>
                  <a:gd name="T16" fmla="*/ 67 w 6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18">
                    <a:moveTo>
                      <a:pt x="67" y="0"/>
                    </a:moveTo>
                    <a:cubicBezTo>
                      <a:pt x="0" y="0"/>
                      <a:pt x="0" y="0"/>
                      <a:pt x="0" y="0"/>
                    </a:cubicBezTo>
                    <a:cubicBezTo>
                      <a:pt x="0" y="0"/>
                      <a:pt x="0" y="0"/>
                      <a:pt x="0" y="0"/>
                    </a:cubicBezTo>
                    <a:cubicBezTo>
                      <a:pt x="0" y="2"/>
                      <a:pt x="1" y="6"/>
                      <a:pt x="5" y="6"/>
                    </a:cubicBezTo>
                    <a:cubicBezTo>
                      <a:pt x="10" y="6"/>
                      <a:pt x="13" y="5"/>
                      <a:pt x="16" y="7"/>
                    </a:cubicBezTo>
                    <a:cubicBezTo>
                      <a:pt x="19" y="8"/>
                      <a:pt x="21" y="9"/>
                      <a:pt x="21" y="9"/>
                    </a:cubicBezTo>
                    <a:cubicBezTo>
                      <a:pt x="21" y="9"/>
                      <a:pt x="22" y="13"/>
                      <a:pt x="23" y="18"/>
                    </a:cubicBezTo>
                    <a:cubicBezTo>
                      <a:pt x="68" y="18"/>
                      <a:pt x="68" y="18"/>
                      <a:pt x="68" y="18"/>
                    </a:cubicBezTo>
                    <a:cubicBezTo>
                      <a:pt x="67" y="10"/>
                      <a:pt x="67" y="4"/>
                      <a:pt x="67" y="0"/>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99" name="Freeform 428"/>
              <p:cNvSpPr>
                <a:spLocks/>
              </p:cNvSpPr>
              <p:nvPr/>
            </p:nvSpPr>
            <p:spPr bwMode="auto">
              <a:xfrm>
                <a:off x="3687" y="1156"/>
                <a:ext cx="130" cy="36"/>
              </a:xfrm>
              <a:custGeom>
                <a:avLst/>
                <a:gdLst>
                  <a:gd name="T0" fmla="*/ 67 w 68"/>
                  <a:gd name="T1" fmla="*/ 0 h 19"/>
                  <a:gd name="T2" fmla="*/ 0 w 68"/>
                  <a:gd name="T3" fmla="*/ 0 h 19"/>
                  <a:gd name="T4" fmla="*/ 5 w 68"/>
                  <a:gd name="T5" fmla="*/ 5 h 19"/>
                  <a:gd name="T6" fmla="*/ 16 w 68"/>
                  <a:gd name="T7" fmla="*/ 6 h 19"/>
                  <a:gd name="T8" fmla="*/ 21 w 68"/>
                  <a:gd name="T9" fmla="*/ 8 h 19"/>
                  <a:gd name="T10" fmla="*/ 23 w 68"/>
                  <a:gd name="T11" fmla="*/ 19 h 19"/>
                  <a:gd name="T12" fmla="*/ 68 w 68"/>
                  <a:gd name="T13" fmla="*/ 19 h 19"/>
                  <a:gd name="T14" fmla="*/ 67 w 68"/>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19">
                    <a:moveTo>
                      <a:pt x="67" y="0"/>
                    </a:moveTo>
                    <a:cubicBezTo>
                      <a:pt x="0" y="0"/>
                      <a:pt x="0" y="0"/>
                      <a:pt x="0" y="0"/>
                    </a:cubicBezTo>
                    <a:cubicBezTo>
                      <a:pt x="0" y="2"/>
                      <a:pt x="2" y="5"/>
                      <a:pt x="5" y="5"/>
                    </a:cubicBezTo>
                    <a:cubicBezTo>
                      <a:pt x="10" y="5"/>
                      <a:pt x="13" y="4"/>
                      <a:pt x="16" y="6"/>
                    </a:cubicBezTo>
                    <a:cubicBezTo>
                      <a:pt x="19" y="7"/>
                      <a:pt x="21" y="8"/>
                      <a:pt x="21" y="8"/>
                    </a:cubicBezTo>
                    <a:cubicBezTo>
                      <a:pt x="21" y="8"/>
                      <a:pt x="22" y="13"/>
                      <a:pt x="23" y="19"/>
                    </a:cubicBezTo>
                    <a:cubicBezTo>
                      <a:pt x="68" y="19"/>
                      <a:pt x="68" y="19"/>
                      <a:pt x="68" y="19"/>
                    </a:cubicBezTo>
                    <a:cubicBezTo>
                      <a:pt x="67" y="11"/>
                      <a:pt x="67" y="4"/>
                      <a:pt x="67" y="0"/>
                    </a:cubicBezTo>
                    <a:close/>
                  </a:path>
                </a:pathLst>
              </a:custGeom>
              <a:solidFill>
                <a:srgbClr val="D5D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0" name="Freeform 429"/>
              <p:cNvSpPr>
                <a:spLocks/>
              </p:cNvSpPr>
              <p:nvPr/>
            </p:nvSpPr>
            <p:spPr bwMode="auto">
              <a:xfrm>
                <a:off x="3687" y="1160"/>
                <a:ext cx="130" cy="34"/>
              </a:xfrm>
              <a:custGeom>
                <a:avLst/>
                <a:gdLst>
                  <a:gd name="T0" fmla="*/ 67 w 68"/>
                  <a:gd name="T1" fmla="*/ 0 h 18"/>
                  <a:gd name="T2" fmla="*/ 0 w 68"/>
                  <a:gd name="T3" fmla="*/ 0 h 18"/>
                  <a:gd name="T4" fmla="*/ 5 w 68"/>
                  <a:gd name="T5" fmla="*/ 3 h 18"/>
                  <a:gd name="T6" fmla="*/ 16 w 68"/>
                  <a:gd name="T7" fmla="*/ 4 h 18"/>
                  <a:gd name="T8" fmla="*/ 21 w 68"/>
                  <a:gd name="T9" fmla="*/ 6 h 18"/>
                  <a:gd name="T10" fmla="*/ 23 w 68"/>
                  <a:gd name="T11" fmla="*/ 18 h 18"/>
                  <a:gd name="T12" fmla="*/ 68 w 68"/>
                  <a:gd name="T13" fmla="*/ 18 h 18"/>
                  <a:gd name="T14" fmla="*/ 67 w 6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18">
                    <a:moveTo>
                      <a:pt x="67" y="0"/>
                    </a:moveTo>
                    <a:cubicBezTo>
                      <a:pt x="0" y="0"/>
                      <a:pt x="0" y="0"/>
                      <a:pt x="0" y="0"/>
                    </a:cubicBezTo>
                    <a:cubicBezTo>
                      <a:pt x="1" y="1"/>
                      <a:pt x="2" y="3"/>
                      <a:pt x="5" y="3"/>
                    </a:cubicBezTo>
                    <a:cubicBezTo>
                      <a:pt x="10" y="3"/>
                      <a:pt x="13" y="2"/>
                      <a:pt x="16" y="4"/>
                    </a:cubicBezTo>
                    <a:cubicBezTo>
                      <a:pt x="19" y="5"/>
                      <a:pt x="21" y="6"/>
                      <a:pt x="21" y="6"/>
                    </a:cubicBezTo>
                    <a:cubicBezTo>
                      <a:pt x="21" y="6"/>
                      <a:pt x="22" y="12"/>
                      <a:pt x="23" y="18"/>
                    </a:cubicBezTo>
                    <a:cubicBezTo>
                      <a:pt x="68" y="18"/>
                      <a:pt x="68" y="18"/>
                      <a:pt x="68" y="18"/>
                    </a:cubicBezTo>
                    <a:cubicBezTo>
                      <a:pt x="68" y="11"/>
                      <a:pt x="67" y="4"/>
                      <a:pt x="67" y="0"/>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1" name="Freeform 430"/>
              <p:cNvSpPr>
                <a:spLocks/>
              </p:cNvSpPr>
              <p:nvPr/>
            </p:nvSpPr>
            <p:spPr bwMode="auto">
              <a:xfrm>
                <a:off x="3689" y="1161"/>
                <a:ext cx="128" cy="35"/>
              </a:xfrm>
              <a:custGeom>
                <a:avLst/>
                <a:gdLst>
                  <a:gd name="T0" fmla="*/ 66 w 67"/>
                  <a:gd name="T1" fmla="*/ 0 h 18"/>
                  <a:gd name="T2" fmla="*/ 0 w 67"/>
                  <a:gd name="T3" fmla="*/ 0 h 18"/>
                  <a:gd name="T4" fmla="*/ 4 w 67"/>
                  <a:gd name="T5" fmla="*/ 2 h 18"/>
                  <a:gd name="T6" fmla="*/ 15 w 67"/>
                  <a:gd name="T7" fmla="*/ 3 h 18"/>
                  <a:gd name="T8" fmla="*/ 20 w 67"/>
                  <a:gd name="T9" fmla="*/ 5 h 18"/>
                  <a:gd name="T10" fmla="*/ 22 w 67"/>
                  <a:gd name="T11" fmla="*/ 18 h 18"/>
                  <a:gd name="T12" fmla="*/ 67 w 67"/>
                  <a:gd name="T13" fmla="*/ 18 h 18"/>
                  <a:gd name="T14" fmla="*/ 66 w 6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18">
                    <a:moveTo>
                      <a:pt x="66" y="0"/>
                    </a:moveTo>
                    <a:cubicBezTo>
                      <a:pt x="0" y="0"/>
                      <a:pt x="0" y="0"/>
                      <a:pt x="0" y="0"/>
                    </a:cubicBezTo>
                    <a:cubicBezTo>
                      <a:pt x="1" y="1"/>
                      <a:pt x="2" y="2"/>
                      <a:pt x="4" y="2"/>
                    </a:cubicBezTo>
                    <a:cubicBezTo>
                      <a:pt x="9" y="2"/>
                      <a:pt x="12" y="1"/>
                      <a:pt x="15" y="3"/>
                    </a:cubicBezTo>
                    <a:cubicBezTo>
                      <a:pt x="18" y="4"/>
                      <a:pt x="20" y="5"/>
                      <a:pt x="20" y="5"/>
                    </a:cubicBezTo>
                    <a:cubicBezTo>
                      <a:pt x="20" y="5"/>
                      <a:pt x="21" y="12"/>
                      <a:pt x="22" y="18"/>
                    </a:cubicBezTo>
                    <a:cubicBezTo>
                      <a:pt x="67" y="18"/>
                      <a:pt x="67" y="18"/>
                      <a:pt x="67" y="18"/>
                    </a:cubicBezTo>
                    <a:cubicBezTo>
                      <a:pt x="67" y="11"/>
                      <a:pt x="66" y="4"/>
                      <a:pt x="66" y="0"/>
                    </a:cubicBezTo>
                    <a:close/>
                  </a:path>
                </a:pathLst>
              </a:custGeom>
              <a:solidFill>
                <a:srgbClr val="D7D5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2" name="Freeform 431"/>
              <p:cNvSpPr>
                <a:spLocks/>
              </p:cNvSpPr>
              <p:nvPr/>
            </p:nvSpPr>
            <p:spPr bwMode="auto">
              <a:xfrm>
                <a:off x="3693" y="1163"/>
                <a:ext cx="124" cy="35"/>
              </a:xfrm>
              <a:custGeom>
                <a:avLst/>
                <a:gdLst>
                  <a:gd name="T0" fmla="*/ 64 w 65"/>
                  <a:gd name="T1" fmla="*/ 0 h 18"/>
                  <a:gd name="T2" fmla="*/ 0 w 65"/>
                  <a:gd name="T3" fmla="*/ 0 h 18"/>
                  <a:gd name="T4" fmla="*/ 2 w 65"/>
                  <a:gd name="T5" fmla="*/ 1 h 18"/>
                  <a:gd name="T6" fmla="*/ 13 w 65"/>
                  <a:gd name="T7" fmla="*/ 2 h 18"/>
                  <a:gd name="T8" fmla="*/ 18 w 65"/>
                  <a:gd name="T9" fmla="*/ 4 h 18"/>
                  <a:gd name="T10" fmla="*/ 20 w 65"/>
                  <a:gd name="T11" fmla="*/ 18 h 18"/>
                  <a:gd name="T12" fmla="*/ 65 w 65"/>
                  <a:gd name="T13" fmla="*/ 18 h 18"/>
                  <a:gd name="T14" fmla="*/ 64 w 65"/>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8">
                    <a:moveTo>
                      <a:pt x="64" y="0"/>
                    </a:moveTo>
                    <a:cubicBezTo>
                      <a:pt x="0" y="0"/>
                      <a:pt x="0" y="0"/>
                      <a:pt x="0" y="0"/>
                    </a:cubicBezTo>
                    <a:cubicBezTo>
                      <a:pt x="0" y="0"/>
                      <a:pt x="1" y="1"/>
                      <a:pt x="2" y="1"/>
                    </a:cubicBezTo>
                    <a:cubicBezTo>
                      <a:pt x="7" y="1"/>
                      <a:pt x="10" y="0"/>
                      <a:pt x="13" y="2"/>
                    </a:cubicBezTo>
                    <a:cubicBezTo>
                      <a:pt x="16" y="3"/>
                      <a:pt x="18" y="4"/>
                      <a:pt x="18" y="4"/>
                    </a:cubicBezTo>
                    <a:cubicBezTo>
                      <a:pt x="18" y="4"/>
                      <a:pt x="19" y="11"/>
                      <a:pt x="20" y="18"/>
                    </a:cubicBezTo>
                    <a:cubicBezTo>
                      <a:pt x="65" y="18"/>
                      <a:pt x="65" y="18"/>
                      <a:pt x="65" y="18"/>
                    </a:cubicBezTo>
                    <a:cubicBezTo>
                      <a:pt x="65" y="11"/>
                      <a:pt x="64" y="5"/>
                      <a:pt x="64" y="0"/>
                    </a:cubicBezTo>
                    <a:close/>
                  </a:path>
                </a:pathLst>
              </a:custGeom>
              <a:solidFill>
                <a:srgbClr val="D8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3" name="Freeform 432"/>
              <p:cNvSpPr>
                <a:spLocks/>
              </p:cNvSpPr>
              <p:nvPr/>
            </p:nvSpPr>
            <p:spPr bwMode="auto">
              <a:xfrm>
                <a:off x="3718" y="1165"/>
                <a:ext cx="99" cy="37"/>
              </a:xfrm>
              <a:custGeom>
                <a:avLst/>
                <a:gdLst>
                  <a:gd name="T0" fmla="*/ 51 w 52"/>
                  <a:gd name="T1" fmla="*/ 0 h 19"/>
                  <a:gd name="T2" fmla="*/ 0 w 52"/>
                  <a:gd name="T3" fmla="*/ 0 h 19"/>
                  <a:gd name="T4" fmla="*/ 0 w 52"/>
                  <a:gd name="T5" fmla="*/ 1 h 19"/>
                  <a:gd name="T6" fmla="*/ 5 w 52"/>
                  <a:gd name="T7" fmla="*/ 3 h 19"/>
                  <a:gd name="T8" fmla="*/ 8 w 52"/>
                  <a:gd name="T9" fmla="*/ 19 h 19"/>
                  <a:gd name="T10" fmla="*/ 52 w 52"/>
                  <a:gd name="T11" fmla="*/ 19 h 19"/>
                  <a:gd name="T12" fmla="*/ 51 w 52"/>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52" h="19">
                    <a:moveTo>
                      <a:pt x="51" y="0"/>
                    </a:moveTo>
                    <a:cubicBezTo>
                      <a:pt x="0" y="0"/>
                      <a:pt x="0" y="0"/>
                      <a:pt x="0" y="0"/>
                    </a:cubicBezTo>
                    <a:cubicBezTo>
                      <a:pt x="0" y="0"/>
                      <a:pt x="0" y="1"/>
                      <a:pt x="0" y="1"/>
                    </a:cubicBezTo>
                    <a:cubicBezTo>
                      <a:pt x="3" y="2"/>
                      <a:pt x="5" y="3"/>
                      <a:pt x="5" y="3"/>
                    </a:cubicBezTo>
                    <a:cubicBezTo>
                      <a:pt x="5" y="3"/>
                      <a:pt x="6" y="11"/>
                      <a:pt x="8" y="19"/>
                    </a:cubicBezTo>
                    <a:cubicBezTo>
                      <a:pt x="52" y="19"/>
                      <a:pt x="52" y="19"/>
                      <a:pt x="52" y="19"/>
                    </a:cubicBezTo>
                    <a:cubicBezTo>
                      <a:pt x="52" y="12"/>
                      <a:pt x="51" y="5"/>
                      <a:pt x="51" y="0"/>
                    </a:cubicBezTo>
                    <a:close/>
                  </a:path>
                </a:pathLst>
              </a:custGeom>
              <a:solidFill>
                <a:srgbClr val="D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4" name="Freeform 433"/>
              <p:cNvSpPr>
                <a:spLocks/>
              </p:cNvSpPr>
              <p:nvPr/>
            </p:nvSpPr>
            <p:spPr bwMode="auto">
              <a:xfrm>
                <a:off x="3721" y="1169"/>
                <a:ext cx="96" cy="35"/>
              </a:xfrm>
              <a:custGeom>
                <a:avLst/>
                <a:gdLst>
                  <a:gd name="T0" fmla="*/ 49 w 50"/>
                  <a:gd name="T1" fmla="*/ 0 h 18"/>
                  <a:gd name="T2" fmla="*/ 0 w 50"/>
                  <a:gd name="T3" fmla="*/ 0 h 18"/>
                  <a:gd name="T4" fmla="*/ 3 w 50"/>
                  <a:gd name="T5" fmla="*/ 1 h 18"/>
                  <a:gd name="T6" fmla="*/ 6 w 50"/>
                  <a:gd name="T7" fmla="*/ 18 h 18"/>
                  <a:gd name="T8" fmla="*/ 50 w 50"/>
                  <a:gd name="T9" fmla="*/ 18 h 18"/>
                  <a:gd name="T10" fmla="*/ 49 w 50"/>
                  <a:gd name="T11" fmla="*/ 0 h 18"/>
                </a:gdLst>
                <a:ahLst/>
                <a:cxnLst>
                  <a:cxn ang="0">
                    <a:pos x="T0" y="T1"/>
                  </a:cxn>
                  <a:cxn ang="0">
                    <a:pos x="T2" y="T3"/>
                  </a:cxn>
                  <a:cxn ang="0">
                    <a:pos x="T4" y="T5"/>
                  </a:cxn>
                  <a:cxn ang="0">
                    <a:pos x="T6" y="T7"/>
                  </a:cxn>
                  <a:cxn ang="0">
                    <a:pos x="T8" y="T9"/>
                  </a:cxn>
                  <a:cxn ang="0">
                    <a:pos x="T10" y="T11"/>
                  </a:cxn>
                </a:cxnLst>
                <a:rect l="0" t="0" r="r" b="b"/>
                <a:pathLst>
                  <a:path w="50" h="18">
                    <a:moveTo>
                      <a:pt x="49" y="0"/>
                    </a:moveTo>
                    <a:cubicBezTo>
                      <a:pt x="0" y="0"/>
                      <a:pt x="0" y="0"/>
                      <a:pt x="0" y="0"/>
                    </a:cubicBezTo>
                    <a:cubicBezTo>
                      <a:pt x="2" y="1"/>
                      <a:pt x="3" y="1"/>
                      <a:pt x="3" y="1"/>
                    </a:cubicBezTo>
                    <a:cubicBezTo>
                      <a:pt x="3" y="1"/>
                      <a:pt x="4" y="10"/>
                      <a:pt x="6" y="18"/>
                    </a:cubicBezTo>
                    <a:cubicBezTo>
                      <a:pt x="50" y="18"/>
                      <a:pt x="50" y="18"/>
                      <a:pt x="50" y="18"/>
                    </a:cubicBezTo>
                    <a:cubicBezTo>
                      <a:pt x="50" y="11"/>
                      <a:pt x="49" y="5"/>
                      <a:pt x="49" y="0"/>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5" name="Freeform 434"/>
              <p:cNvSpPr>
                <a:spLocks/>
              </p:cNvSpPr>
              <p:nvPr/>
            </p:nvSpPr>
            <p:spPr bwMode="auto">
              <a:xfrm>
                <a:off x="3725" y="1171"/>
                <a:ext cx="92" cy="35"/>
              </a:xfrm>
              <a:custGeom>
                <a:avLst/>
                <a:gdLst>
                  <a:gd name="T0" fmla="*/ 47 w 48"/>
                  <a:gd name="T1" fmla="*/ 0 h 18"/>
                  <a:gd name="T2" fmla="*/ 0 w 48"/>
                  <a:gd name="T3" fmla="*/ 0 h 18"/>
                  <a:gd name="T4" fmla="*/ 1 w 48"/>
                  <a:gd name="T5" fmla="*/ 0 h 18"/>
                  <a:gd name="T6" fmla="*/ 4 w 48"/>
                  <a:gd name="T7" fmla="*/ 18 h 18"/>
                  <a:gd name="T8" fmla="*/ 48 w 48"/>
                  <a:gd name="T9" fmla="*/ 18 h 18"/>
                  <a:gd name="T10" fmla="*/ 47 w 48"/>
                  <a:gd name="T11" fmla="*/ 0 h 18"/>
                </a:gdLst>
                <a:ahLst/>
                <a:cxnLst>
                  <a:cxn ang="0">
                    <a:pos x="T0" y="T1"/>
                  </a:cxn>
                  <a:cxn ang="0">
                    <a:pos x="T2" y="T3"/>
                  </a:cxn>
                  <a:cxn ang="0">
                    <a:pos x="T4" y="T5"/>
                  </a:cxn>
                  <a:cxn ang="0">
                    <a:pos x="T6" y="T7"/>
                  </a:cxn>
                  <a:cxn ang="0">
                    <a:pos x="T8" y="T9"/>
                  </a:cxn>
                  <a:cxn ang="0">
                    <a:pos x="T10" y="T11"/>
                  </a:cxn>
                </a:cxnLst>
                <a:rect l="0" t="0" r="r" b="b"/>
                <a:pathLst>
                  <a:path w="48" h="18">
                    <a:moveTo>
                      <a:pt x="47" y="0"/>
                    </a:moveTo>
                    <a:cubicBezTo>
                      <a:pt x="0" y="0"/>
                      <a:pt x="0" y="0"/>
                      <a:pt x="0" y="0"/>
                    </a:cubicBezTo>
                    <a:cubicBezTo>
                      <a:pt x="1" y="0"/>
                      <a:pt x="1" y="0"/>
                      <a:pt x="1" y="0"/>
                    </a:cubicBezTo>
                    <a:cubicBezTo>
                      <a:pt x="1" y="0"/>
                      <a:pt x="2" y="10"/>
                      <a:pt x="4" y="18"/>
                    </a:cubicBezTo>
                    <a:cubicBezTo>
                      <a:pt x="48" y="18"/>
                      <a:pt x="48" y="18"/>
                      <a:pt x="48" y="18"/>
                    </a:cubicBezTo>
                    <a:cubicBezTo>
                      <a:pt x="48" y="12"/>
                      <a:pt x="48" y="5"/>
                      <a:pt x="47" y="0"/>
                    </a:cubicBezTo>
                    <a:close/>
                  </a:path>
                </a:pathLst>
              </a:custGeom>
              <a:solidFill>
                <a:srgbClr val="DB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6" name="Freeform 435"/>
              <p:cNvSpPr>
                <a:spLocks/>
              </p:cNvSpPr>
              <p:nvPr/>
            </p:nvSpPr>
            <p:spPr bwMode="auto">
              <a:xfrm>
                <a:off x="3727" y="1173"/>
                <a:ext cx="90" cy="34"/>
              </a:xfrm>
              <a:custGeom>
                <a:avLst/>
                <a:gdLst>
                  <a:gd name="T0" fmla="*/ 46 w 47"/>
                  <a:gd name="T1" fmla="*/ 0 h 18"/>
                  <a:gd name="T2" fmla="*/ 0 w 47"/>
                  <a:gd name="T3" fmla="*/ 0 h 18"/>
                  <a:gd name="T4" fmla="*/ 4 w 47"/>
                  <a:gd name="T5" fmla="*/ 18 h 18"/>
                  <a:gd name="T6" fmla="*/ 47 w 47"/>
                  <a:gd name="T7" fmla="*/ 18 h 18"/>
                  <a:gd name="T8" fmla="*/ 46 w 47"/>
                  <a:gd name="T9" fmla="*/ 0 h 18"/>
                </a:gdLst>
                <a:ahLst/>
                <a:cxnLst>
                  <a:cxn ang="0">
                    <a:pos x="T0" y="T1"/>
                  </a:cxn>
                  <a:cxn ang="0">
                    <a:pos x="T2" y="T3"/>
                  </a:cxn>
                  <a:cxn ang="0">
                    <a:pos x="T4" y="T5"/>
                  </a:cxn>
                  <a:cxn ang="0">
                    <a:pos x="T6" y="T7"/>
                  </a:cxn>
                  <a:cxn ang="0">
                    <a:pos x="T8" y="T9"/>
                  </a:cxn>
                </a:cxnLst>
                <a:rect l="0" t="0" r="r" b="b"/>
                <a:pathLst>
                  <a:path w="47" h="18">
                    <a:moveTo>
                      <a:pt x="46" y="0"/>
                    </a:moveTo>
                    <a:cubicBezTo>
                      <a:pt x="0" y="0"/>
                      <a:pt x="0" y="0"/>
                      <a:pt x="0" y="0"/>
                    </a:cubicBezTo>
                    <a:cubicBezTo>
                      <a:pt x="1" y="3"/>
                      <a:pt x="2" y="11"/>
                      <a:pt x="4" y="18"/>
                    </a:cubicBezTo>
                    <a:cubicBezTo>
                      <a:pt x="47" y="18"/>
                      <a:pt x="47" y="18"/>
                      <a:pt x="47" y="18"/>
                    </a:cubicBezTo>
                    <a:cubicBezTo>
                      <a:pt x="47" y="12"/>
                      <a:pt x="47" y="6"/>
                      <a:pt x="46" y="0"/>
                    </a:cubicBezTo>
                    <a:close/>
                  </a:path>
                </a:pathLst>
              </a:custGeom>
              <a:solidFill>
                <a:srgbClr val="DCD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7" name="Freeform 436"/>
              <p:cNvSpPr>
                <a:spLocks/>
              </p:cNvSpPr>
              <p:nvPr/>
            </p:nvSpPr>
            <p:spPr bwMode="auto">
              <a:xfrm>
                <a:off x="3729" y="1175"/>
                <a:ext cx="88" cy="36"/>
              </a:xfrm>
              <a:custGeom>
                <a:avLst/>
                <a:gdLst>
                  <a:gd name="T0" fmla="*/ 45 w 46"/>
                  <a:gd name="T1" fmla="*/ 0 h 19"/>
                  <a:gd name="T2" fmla="*/ 0 w 46"/>
                  <a:gd name="T3" fmla="*/ 0 h 19"/>
                  <a:gd name="T4" fmla="*/ 3 w 46"/>
                  <a:gd name="T5" fmla="*/ 19 h 19"/>
                  <a:gd name="T6" fmla="*/ 46 w 46"/>
                  <a:gd name="T7" fmla="*/ 19 h 19"/>
                  <a:gd name="T8" fmla="*/ 45 w 46"/>
                  <a:gd name="T9" fmla="*/ 0 h 19"/>
                </a:gdLst>
                <a:ahLst/>
                <a:cxnLst>
                  <a:cxn ang="0">
                    <a:pos x="T0" y="T1"/>
                  </a:cxn>
                  <a:cxn ang="0">
                    <a:pos x="T2" y="T3"/>
                  </a:cxn>
                  <a:cxn ang="0">
                    <a:pos x="T4" y="T5"/>
                  </a:cxn>
                  <a:cxn ang="0">
                    <a:pos x="T6" y="T7"/>
                  </a:cxn>
                  <a:cxn ang="0">
                    <a:pos x="T8" y="T9"/>
                  </a:cxn>
                </a:cxnLst>
                <a:rect l="0" t="0" r="r" b="b"/>
                <a:pathLst>
                  <a:path w="46" h="19">
                    <a:moveTo>
                      <a:pt x="45" y="0"/>
                    </a:moveTo>
                    <a:cubicBezTo>
                      <a:pt x="0" y="0"/>
                      <a:pt x="0" y="0"/>
                      <a:pt x="0" y="0"/>
                    </a:cubicBezTo>
                    <a:cubicBezTo>
                      <a:pt x="0" y="4"/>
                      <a:pt x="1" y="12"/>
                      <a:pt x="3" y="19"/>
                    </a:cubicBezTo>
                    <a:cubicBezTo>
                      <a:pt x="46" y="19"/>
                      <a:pt x="46" y="19"/>
                      <a:pt x="46" y="19"/>
                    </a:cubicBezTo>
                    <a:cubicBezTo>
                      <a:pt x="46" y="12"/>
                      <a:pt x="46" y="6"/>
                      <a:pt x="45"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8" name="Freeform 437"/>
              <p:cNvSpPr>
                <a:spLocks/>
              </p:cNvSpPr>
              <p:nvPr/>
            </p:nvSpPr>
            <p:spPr bwMode="auto">
              <a:xfrm>
                <a:off x="3729" y="1179"/>
                <a:ext cx="90" cy="34"/>
              </a:xfrm>
              <a:custGeom>
                <a:avLst/>
                <a:gdLst>
                  <a:gd name="T0" fmla="*/ 45 w 47"/>
                  <a:gd name="T1" fmla="*/ 0 h 18"/>
                  <a:gd name="T2" fmla="*/ 0 w 47"/>
                  <a:gd name="T3" fmla="*/ 0 h 18"/>
                  <a:gd name="T4" fmla="*/ 3 w 47"/>
                  <a:gd name="T5" fmla="*/ 18 h 18"/>
                  <a:gd name="T6" fmla="*/ 47 w 47"/>
                  <a:gd name="T7" fmla="*/ 18 h 18"/>
                  <a:gd name="T8" fmla="*/ 45 w 47"/>
                  <a:gd name="T9" fmla="*/ 0 h 18"/>
                </a:gdLst>
                <a:ahLst/>
                <a:cxnLst>
                  <a:cxn ang="0">
                    <a:pos x="T0" y="T1"/>
                  </a:cxn>
                  <a:cxn ang="0">
                    <a:pos x="T2" y="T3"/>
                  </a:cxn>
                  <a:cxn ang="0">
                    <a:pos x="T4" y="T5"/>
                  </a:cxn>
                  <a:cxn ang="0">
                    <a:pos x="T6" y="T7"/>
                  </a:cxn>
                  <a:cxn ang="0">
                    <a:pos x="T8" y="T9"/>
                  </a:cxn>
                </a:cxnLst>
                <a:rect l="0" t="0" r="r" b="b"/>
                <a:pathLst>
                  <a:path w="47" h="18">
                    <a:moveTo>
                      <a:pt x="45" y="0"/>
                    </a:moveTo>
                    <a:cubicBezTo>
                      <a:pt x="0" y="0"/>
                      <a:pt x="0" y="0"/>
                      <a:pt x="0" y="0"/>
                    </a:cubicBezTo>
                    <a:cubicBezTo>
                      <a:pt x="0" y="4"/>
                      <a:pt x="1" y="12"/>
                      <a:pt x="3" y="18"/>
                    </a:cubicBezTo>
                    <a:cubicBezTo>
                      <a:pt x="47" y="18"/>
                      <a:pt x="47" y="18"/>
                      <a:pt x="47" y="18"/>
                    </a:cubicBezTo>
                    <a:cubicBezTo>
                      <a:pt x="46" y="12"/>
                      <a:pt x="46" y="5"/>
                      <a:pt x="45"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09" name="Freeform 438"/>
              <p:cNvSpPr>
                <a:spLocks/>
              </p:cNvSpPr>
              <p:nvPr/>
            </p:nvSpPr>
            <p:spPr bwMode="auto">
              <a:xfrm>
                <a:off x="3729" y="1181"/>
                <a:ext cx="90" cy="34"/>
              </a:xfrm>
              <a:custGeom>
                <a:avLst/>
                <a:gdLst>
                  <a:gd name="T0" fmla="*/ 46 w 47"/>
                  <a:gd name="T1" fmla="*/ 0 h 18"/>
                  <a:gd name="T2" fmla="*/ 0 w 47"/>
                  <a:gd name="T3" fmla="*/ 0 h 18"/>
                  <a:gd name="T4" fmla="*/ 3 w 47"/>
                  <a:gd name="T5" fmla="*/ 18 h 18"/>
                  <a:gd name="T6" fmla="*/ 4 w 47"/>
                  <a:gd name="T7" fmla="*/ 18 h 18"/>
                  <a:gd name="T8" fmla="*/ 47 w 47"/>
                  <a:gd name="T9" fmla="*/ 18 h 18"/>
                  <a:gd name="T10" fmla="*/ 46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6" y="0"/>
                    </a:moveTo>
                    <a:cubicBezTo>
                      <a:pt x="0" y="0"/>
                      <a:pt x="0" y="0"/>
                      <a:pt x="0" y="0"/>
                    </a:cubicBezTo>
                    <a:cubicBezTo>
                      <a:pt x="1" y="5"/>
                      <a:pt x="2" y="12"/>
                      <a:pt x="3" y="18"/>
                    </a:cubicBezTo>
                    <a:cubicBezTo>
                      <a:pt x="4" y="18"/>
                      <a:pt x="4" y="18"/>
                      <a:pt x="4" y="18"/>
                    </a:cubicBezTo>
                    <a:cubicBezTo>
                      <a:pt x="47" y="18"/>
                      <a:pt x="47" y="18"/>
                      <a:pt x="47" y="18"/>
                    </a:cubicBezTo>
                    <a:cubicBezTo>
                      <a:pt x="46" y="12"/>
                      <a:pt x="46" y="6"/>
                      <a:pt x="46"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0" name="Freeform 439"/>
              <p:cNvSpPr>
                <a:spLocks/>
              </p:cNvSpPr>
              <p:nvPr/>
            </p:nvSpPr>
            <p:spPr bwMode="auto">
              <a:xfrm>
                <a:off x="3729" y="1183"/>
                <a:ext cx="90" cy="36"/>
              </a:xfrm>
              <a:custGeom>
                <a:avLst/>
                <a:gdLst>
                  <a:gd name="T0" fmla="*/ 46 w 47"/>
                  <a:gd name="T1" fmla="*/ 0 h 19"/>
                  <a:gd name="T2" fmla="*/ 0 w 47"/>
                  <a:gd name="T3" fmla="*/ 0 h 19"/>
                  <a:gd name="T4" fmla="*/ 3 w 47"/>
                  <a:gd name="T5" fmla="*/ 17 h 19"/>
                  <a:gd name="T6" fmla="*/ 4 w 47"/>
                  <a:gd name="T7" fmla="*/ 19 h 19"/>
                  <a:gd name="T8" fmla="*/ 47 w 47"/>
                  <a:gd name="T9" fmla="*/ 19 h 19"/>
                  <a:gd name="T10" fmla="*/ 46 w 47"/>
                  <a:gd name="T11" fmla="*/ 0 h 19"/>
                </a:gdLst>
                <a:ahLst/>
                <a:cxnLst>
                  <a:cxn ang="0">
                    <a:pos x="T0" y="T1"/>
                  </a:cxn>
                  <a:cxn ang="0">
                    <a:pos x="T2" y="T3"/>
                  </a:cxn>
                  <a:cxn ang="0">
                    <a:pos x="T4" y="T5"/>
                  </a:cxn>
                  <a:cxn ang="0">
                    <a:pos x="T6" y="T7"/>
                  </a:cxn>
                  <a:cxn ang="0">
                    <a:pos x="T8" y="T9"/>
                  </a:cxn>
                  <a:cxn ang="0">
                    <a:pos x="T10" y="T11"/>
                  </a:cxn>
                </a:cxnLst>
                <a:rect l="0" t="0" r="r" b="b"/>
                <a:pathLst>
                  <a:path w="47" h="19">
                    <a:moveTo>
                      <a:pt x="46" y="0"/>
                    </a:moveTo>
                    <a:cubicBezTo>
                      <a:pt x="0" y="0"/>
                      <a:pt x="0" y="0"/>
                      <a:pt x="0" y="0"/>
                    </a:cubicBezTo>
                    <a:cubicBezTo>
                      <a:pt x="1" y="5"/>
                      <a:pt x="2" y="12"/>
                      <a:pt x="3" y="17"/>
                    </a:cubicBezTo>
                    <a:cubicBezTo>
                      <a:pt x="4" y="19"/>
                      <a:pt x="4" y="19"/>
                      <a:pt x="4" y="19"/>
                    </a:cubicBezTo>
                    <a:cubicBezTo>
                      <a:pt x="47" y="19"/>
                      <a:pt x="47" y="19"/>
                      <a:pt x="47" y="19"/>
                    </a:cubicBezTo>
                    <a:cubicBezTo>
                      <a:pt x="46" y="12"/>
                      <a:pt x="46" y="6"/>
                      <a:pt x="46" y="0"/>
                    </a:cubicBezTo>
                    <a:close/>
                  </a:path>
                </a:pathLst>
              </a:custGeom>
              <a:solidFill>
                <a:srgbClr val="DFDE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1" name="Freeform 440"/>
              <p:cNvSpPr>
                <a:spLocks/>
              </p:cNvSpPr>
              <p:nvPr/>
            </p:nvSpPr>
            <p:spPr bwMode="auto">
              <a:xfrm>
                <a:off x="3729" y="1186"/>
                <a:ext cx="90" cy="35"/>
              </a:xfrm>
              <a:custGeom>
                <a:avLst/>
                <a:gdLst>
                  <a:gd name="T0" fmla="*/ 46 w 47"/>
                  <a:gd name="T1" fmla="*/ 0 h 18"/>
                  <a:gd name="T2" fmla="*/ 0 w 47"/>
                  <a:gd name="T3" fmla="*/ 0 h 18"/>
                  <a:gd name="T4" fmla="*/ 3 w 47"/>
                  <a:gd name="T5" fmla="*/ 15 h 18"/>
                  <a:gd name="T6" fmla="*/ 5 w 47"/>
                  <a:gd name="T7" fmla="*/ 18 h 18"/>
                  <a:gd name="T8" fmla="*/ 47 w 47"/>
                  <a:gd name="T9" fmla="*/ 18 h 18"/>
                  <a:gd name="T10" fmla="*/ 46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6" y="0"/>
                    </a:moveTo>
                    <a:cubicBezTo>
                      <a:pt x="0" y="0"/>
                      <a:pt x="0" y="0"/>
                      <a:pt x="0" y="0"/>
                    </a:cubicBezTo>
                    <a:cubicBezTo>
                      <a:pt x="1" y="4"/>
                      <a:pt x="2" y="10"/>
                      <a:pt x="3" y="15"/>
                    </a:cubicBezTo>
                    <a:cubicBezTo>
                      <a:pt x="4" y="16"/>
                      <a:pt x="4" y="17"/>
                      <a:pt x="5" y="18"/>
                    </a:cubicBezTo>
                    <a:cubicBezTo>
                      <a:pt x="47" y="18"/>
                      <a:pt x="47" y="18"/>
                      <a:pt x="47" y="18"/>
                    </a:cubicBezTo>
                    <a:cubicBezTo>
                      <a:pt x="46" y="12"/>
                      <a:pt x="46" y="5"/>
                      <a:pt x="46"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2" name="Freeform 441"/>
              <p:cNvSpPr>
                <a:spLocks/>
              </p:cNvSpPr>
              <p:nvPr/>
            </p:nvSpPr>
            <p:spPr bwMode="auto">
              <a:xfrm>
                <a:off x="3729" y="1188"/>
                <a:ext cx="90" cy="35"/>
              </a:xfrm>
              <a:custGeom>
                <a:avLst/>
                <a:gdLst>
                  <a:gd name="T0" fmla="*/ 46 w 47"/>
                  <a:gd name="T1" fmla="*/ 0 h 18"/>
                  <a:gd name="T2" fmla="*/ 0 w 47"/>
                  <a:gd name="T3" fmla="*/ 0 h 18"/>
                  <a:gd name="T4" fmla="*/ 3 w 47"/>
                  <a:gd name="T5" fmla="*/ 14 h 18"/>
                  <a:gd name="T6" fmla="*/ 5 w 47"/>
                  <a:gd name="T7" fmla="*/ 18 h 18"/>
                  <a:gd name="T8" fmla="*/ 47 w 47"/>
                  <a:gd name="T9" fmla="*/ 18 h 18"/>
                  <a:gd name="T10" fmla="*/ 46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6" y="0"/>
                    </a:moveTo>
                    <a:cubicBezTo>
                      <a:pt x="0" y="0"/>
                      <a:pt x="0" y="0"/>
                      <a:pt x="0" y="0"/>
                    </a:cubicBezTo>
                    <a:cubicBezTo>
                      <a:pt x="1" y="4"/>
                      <a:pt x="2" y="10"/>
                      <a:pt x="3" y="14"/>
                    </a:cubicBezTo>
                    <a:cubicBezTo>
                      <a:pt x="4" y="15"/>
                      <a:pt x="4" y="17"/>
                      <a:pt x="5" y="18"/>
                    </a:cubicBezTo>
                    <a:cubicBezTo>
                      <a:pt x="47" y="18"/>
                      <a:pt x="47" y="18"/>
                      <a:pt x="47" y="18"/>
                    </a:cubicBezTo>
                    <a:cubicBezTo>
                      <a:pt x="46" y="12"/>
                      <a:pt x="46" y="6"/>
                      <a:pt x="46"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3" name="Freeform 442"/>
              <p:cNvSpPr>
                <a:spLocks/>
              </p:cNvSpPr>
              <p:nvPr/>
            </p:nvSpPr>
            <p:spPr bwMode="auto">
              <a:xfrm>
                <a:off x="3731" y="1190"/>
                <a:ext cx="88" cy="35"/>
              </a:xfrm>
              <a:custGeom>
                <a:avLst/>
                <a:gdLst>
                  <a:gd name="T0" fmla="*/ 45 w 46"/>
                  <a:gd name="T1" fmla="*/ 0 h 18"/>
                  <a:gd name="T2" fmla="*/ 0 w 46"/>
                  <a:gd name="T3" fmla="*/ 0 h 18"/>
                  <a:gd name="T4" fmla="*/ 2 w 46"/>
                  <a:gd name="T5" fmla="*/ 13 h 18"/>
                  <a:gd name="T6" fmla="*/ 4 w 46"/>
                  <a:gd name="T7" fmla="*/ 18 h 18"/>
                  <a:gd name="T8" fmla="*/ 46 w 46"/>
                  <a:gd name="T9" fmla="*/ 18 h 18"/>
                  <a:gd name="T10" fmla="*/ 45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5" y="0"/>
                    </a:moveTo>
                    <a:cubicBezTo>
                      <a:pt x="0" y="0"/>
                      <a:pt x="0" y="0"/>
                      <a:pt x="0" y="0"/>
                    </a:cubicBezTo>
                    <a:cubicBezTo>
                      <a:pt x="0" y="4"/>
                      <a:pt x="1" y="9"/>
                      <a:pt x="2" y="13"/>
                    </a:cubicBezTo>
                    <a:cubicBezTo>
                      <a:pt x="3" y="15"/>
                      <a:pt x="4" y="17"/>
                      <a:pt x="4" y="18"/>
                    </a:cubicBezTo>
                    <a:cubicBezTo>
                      <a:pt x="46" y="18"/>
                      <a:pt x="46" y="18"/>
                      <a:pt x="46" y="18"/>
                    </a:cubicBezTo>
                    <a:cubicBezTo>
                      <a:pt x="46" y="12"/>
                      <a:pt x="45" y="6"/>
                      <a:pt x="45"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4" name="Freeform 443"/>
              <p:cNvSpPr>
                <a:spLocks/>
              </p:cNvSpPr>
              <p:nvPr/>
            </p:nvSpPr>
            <p:spPr bwMode="auto">
              <a:xfrm>
                <a:off x="3731" y="1192"/>
                <a:ext cx="88" cy="36"/>
              </a:xfrm>
              <a:custGeom>
                <a:avLst/>
                <a:gdLst>
                  <a:gd name="T0" fmla="*/ 45 w 46"/>
                  <a:gd name="T1" fmla="*/ 0 h 19"/>
                  <a:gd name="T2" fmla="*/ 0 w 46"/>
                  <a:gd name="T3" fmla="*/ 0 h 19"/>
                  <a:gd name="T4" fmla="*/ 2 w 46"/>
                  <a:gd name="T5" fmla="*/ 12 h 19"/>
                  <a:gd name="T6" fmla="*/ 5 w 46"/>
                  <a:gd name="T7" fmla="*/ 19 h 19"/>
                  <a:gd name="T8" fmla="*/ 46 w 46"/>
                  <a:gd name="T9" fmla="*/ 19 h 19"/>
                  <a:gd name="T10" fmla="*/ 45 w 46"/>
                  <a:gd name="T11" fmla="*/ 0 h 19"/>
                </a:gdLst>
                <a:ahLst/>
                <a:cxnLst>
                  <a:cxn ang="0">
                    <a:pos x="T0" y="T1"/>
                  </a:cxn>
                  <a:cxn ang="0">
                    <a:pos x="T2" y="T3"/>
                  </a:cxn>
                  <a:cxn ang="0">
                    <a:pos x="T4" y="T5"/>
                  </a:cxn>
                  <a:cxn ang="0">
                    <a:pos x="T6" y="T7"/>
                  </a:cxn>
                  <a:cxn ang="0">
                    <a:pos x="T8" y="T9"/>
                  </a:cxn>
                  <a:cxn ang="0">
                    <a:pos x="T10" y="T11"/>
                  </a:cxn>
                </a:cxnLst>
                <a:rect l="0" t="0" r="r" b="b"/>
                <a:pathLst>
                  <a:path w="46" h="19">
                    <a:moveTo>
                      <a:pt x="45" y="0"/>
                    </a:moveTo>
                    <a:cubicBezTo>
                      <a:pt x="0" y="0"/>
                      <a:pt x="0" y="0"/>
                      <a:pt x="0" y="0"/>
                    </a:cubicBezTo>
                    <a:cubicBezTo>
                      <a:pt x="1" y="4"/>
                      <a:pt x="1" y="8"/>
                      <a:pt x="2" y="12"/>
                    </a:cubicBezTo>
                    <a:cubicBezTo>
                      <a:pt x="3" y="14"/>
                      <a:pt x="4" y="17"/>
                      <a:pt x="5" y="19"/>
                    </a:cubicBezTo>
                    <a:cubicBezTo>
                      <a:pt x="46" y="19"/>
                      <a:pt x="46" y="19"/>
                      <a:pt x="46" y="19"/>
                    </a:cubicBezTo>
                    <a:cubicBezTo>
                      <a:pt x="46" y="13"/>
                      <a:pt x="45" y="6"/>
                      <a:pt x="45" y="0"/>
                    </a:cubicBezTo>
                    <a:close/>
                  </a:path>
                </a:pathLst>
              </a:custGeom>
              <a:solidFill>
                <a:srgbClr val="E3E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5" name="Freeform 444"/>
              <p:cNvSpPr>
                <a:spLocks/>
              </p:cNvSpPr>
              <p:nvPr/>
            </p:nvSpPr>
            <p:spPr bwMode="auto">
              <a:xfrm>
                <a:off x="3731" y="1196"/>
                <a:ext cx="88" cy="34"/>
              </a:xfrm>
              <a:custGeom>
                <a:avLst/>
                <a:gdLst>
                  <a:gd name="T0" fmla="*/ 45 w 46"/>
                  <a:gd name="T1" fmla="*/ 0 h 18"/>
                  <a:gd name="T2" fmla="*/ 0 w 46"/>
                  <a:gd name="T3" fmla="*/ 0 h 18"/>
                  <a:gd name="T4" fmla="*/ 2 w 46"/>
                  <a:gd name="T5" fmla="*/ 10 h 18"/>
                  <a:gd name="T6" fmla="*/ 5 w 46"/>
                  <a:gd name="T7" fmla="*/ 18 h 18"/>
                  <a:gd name="T8" fmla="*/ 46 w 46"/>
                  <a:gd name="T9" fmla="*/ 18 h 18"/>
                  <a:gd name="T10" fmla="*/ 45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5" y="0"/>
                    </a:moveTo>
                    <a:cubicBezTo>
                      <a:pt x="0" y="0"/>
                      <a:pt x="0" y="0"/>
                      <a:pt x="0" y="0"/>
                    </a:cubicBezTo>
                    <a:cubicBezTo>
                      <a:pt x="1" y="3"/>
                      <a:pt x="1" y="7"/>
                      <a:pt x="2" y="10"/>
                    </a:cubicBezTo>
                    <a:cubicBezTo>
                      <a:pt x="4" y="13"/>
                      <a:pt x="4" y="16"/>
                      <a:pt x="5" y="18"/>
                    </a:cubicBezTo>
                    <a:cubicBezTo>
                      <a:pt x="46" y="18"/>
                      <a:pt x="46" y="18"/>
                      <a:pt x="46" y="18"/>
                    </a:cubicBezTo>
                    <a:cubicBezTo>
                      <a:pt x="46" y="12"/>
                      <a:pt x="45" y="6"/>
                      <a:pt x="45" y="0"/>
                    </a:cubicBezTo>
                    <a:close/>
                  </a:path>
                </a:pathLst>
              </a:custGeom>
              <a:solidFill>
                <a:srgbClr val="E4E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6" name="Freeform 445"/>
              <p:cNvSpPr>
                <a:spLocks/>
              </p:cNvSpPr>
              <p:nvPr/>
            </p:nvSpPr>
            <p:spPr bwMode="auto">
              <a:xfrm>
                <a:off x="3731" y="1198"/>
                <a:ext cx="88" cy="34"/>
              </a:xfrm>
              <a:custGeom>
                <a:avLst/>
                <a:gdLst>
                  <a:gd name="T0" fmla="*/ 45 w 46"/>
                  <a:gd name="T1" fmla="*/ 0 h 18"/>
                  <a:gd name="T2" fmla="*/ 0 w 46"/>
                  <a:gd name="T3" fmla="*/ 0 h 18"/>
                  <a:gd name="T4" fmla="*/ 2 w 46"/>
                  <a:gd name="T5" fmla="*/ 9 h 18"/>
                  <a:gd name="T6" fmla="*/ 6 w 46"/>
                  <a:gd name="T7" fmla="*/ 18 h 18"/>
                  <a:gd name="T8" fmla="*/ 46 w 46"/>
                  <a:gd name="T9" fmla="*/ 18 h 18"/>
                  <a:gd name="T10" fmla="*/ 45 w 46"/>
                  <a:gd name="T11" fmla="*/ 0 h 18"/>
                </a:gdLst>
                <a:ahLst/>
                <a:cxnLst>
                  <a:cxn ang="0">
                    <a:pos x="T0" y="T1"/>
                  </a:cxn>
                  <a:cxn ang="0">
                    <a:pos x="T2" y="T3"/>
                  </a:cxn>
                  <a:cxn ang="0">
                    <a:pos x="T4" y="T5"/>
                  </a:cxn>
                  <a:cxn ang="0">
                    <a:pos x="T6" y="T7"/>
                  </a:cxn>
                  <a:cxn ang="0">
                    <a:pos x="T8" y="T9"/>
                  </a:cxn>
                  <a:cxn ang="0">
                    <a:pos x="T10" y="T11"/>
                  </a:cxn>
                </a:cxnLst>
                <a:rect l="0" t="0" r="r" b="b"/>
                <a:pathLst>
                  <a:path w="46" h="18">
                    <a:moveTo>
                      <a:pt x="45" y="0"/>
                    </a:moveTo>
                    <a:cubicBezTo>
                      <a:pt x="0" y="0"/>
                      <a:pt x="0" y="0"/>
                      <a:pt x="0" y="0"/>
                    </a:cubicBezTo>
                    <a:cubicBezTo>
                      <a:pt x="1" y="3"/>
                      <a:pt x="2" y="6"/>
                      <a:pt x="2" y="9"/>
                    </a:cubicBezTo>
                    <a:cubicBezTo>
                      <a:pt x="4" y="12"/>
                      <a:pt x="5" y="16"/>
                      <a:pt x="6" y="18"/>
                    </a:cubicBezTo>
                    <a:cubicBezTo>
                      <a:pt x="46" y="18"/>
                      <a:pt x="46" y="18"/>
                      <a:pt x="46" y="18"/>
                    </a:cubicBezTo>
                    <a:cubicBezTo>
                      <a:pt x="46" y="13"/>
                      <a:pt x="45" y="6"/>
                      <a:pt x="45" y="0"/>
                    </a:cubicBezTo>
                    <a:close/>
                  </a:path>
                </a:pathLst>
              </a:custGeom>
              <a:solidFill>
                <a:srgbClr val="E4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7" name="Freeform 446"/>
              <p:cNvSpPr>
                <a:spLocks/>
              </p:cNvSpPr>
              <p:nvPr/>
            </p:nvSpPr>
            <p:spPr bwMode="auto">
              <a:xfrm>
                <a:off x="3733" y="1200"/>
                <a:ext cx="86" cy="36"/>
              </a:xfrm>
              <a:custGeom>
                <a:avLst/>
                <a:gdLst>
                  <a:gd name="T0" fmla="*/ 44 w 45"/>
                  <a:gd name="T1" fmla="*/ 0 h 19"/>
                  <a:gd name="T2" fmla="*/ 0 w 45"/>
                  <a:gd name="T3" fmla="*/ 0 h 19"/>
                  <a:gd name="T4" fmla="*/ 1 w 45"/>
                  <a:gd name="T5" fmla="*/ 8 h 19"/>
                  <a:gd name="T6" fmla="*/ 5 w 45"/>
                  <a:gd name="T7" fmla="*/ 19 h 19"/>
                  <a:gd name="T8" fmla="*/ 45 w 45"/>
                  <a:gd name="T9" fmla="*/ 19 h 19"/>
                  <a:gd name="T10" fmla="*/ 44 w 45"/>
                  <a:gd name="T11" fmla="*/ 0 h 19"/>
                </a:gdLst>
                <a:ahLst/>
                <a:cxnLst>
                  <a:cxn ang="0">
                    <a:pos x="T0" y="T1"/>
                  </a:cxn>
                  <a:cxn ang="0">
                    <a:pos x="T2" y="T3"/>
                  </a:cxn>
                  <a:cxn ang="0">
                    <a:pos x="T4" y="T5"/>
                  </a:cxn>
                  <a:cxn ang="0">
                    <a:pos x="T6" y="T7"/>
                  </a:cxn>
                  <a:cxn ang="0">
                    <a:pos x="T8" y="T9"/>
                  </a:cxn>
                  <a:cxn ang="0">
                    <a:pos x="T10" y="T11"/>
                  </a:cxn>
                </a:cxnLst>
                <a:rect l="0" t="0" r="r" b="b"/>
                <a:pathLst>
                  <a:path w="45" h="19">
                    <a:moveTo>
                      <a:pt x="44" y="0"/>
                    </a:moveTo>
                    <a:cubicBezTo>
                      <a:pt x="0" y="0"/>
                      <a:pt x="0" y="0"/>
                      <a:pt x="0" y="0"/>
                    </a:cubicBezTo>
                    <a:cubicBezTo>
                      <a:pt x="0" y="3"/>
                      <a:pt x="1" y="6"/>
                      <a:pt x="1" y="8"/>
                    </a:cubicBezTo>
                    <a:cubicBezTo>
                      <a:pt x="3" y="12"/>
                      <a:pt x="4" y="16"/>
                      <a:pt x="5" y="19"/>
                    </a:cubicBezTo>
                    <a:cubicBezTo>
                      <a:pt x="45" y="19"/>
                      <a:pt x="45" y="19"/>
                      <a:pt x="45" y="19"/>
                    </a:cubicBezTo>
                    <a:cubicBezTo>
                      <a:pt x="45" y="13"/>
                      <a:pt x="44" y="6"/>
                      <a:pt x="44"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8" name="Freeform 447"/>
              <p:cNvSpPr>
                <a:spLocks/>
              </p:cNvSpPr>
              <p:nvPr/>
            </p:nvSpPr>
            <p:spPr bwMode="auto">
              <a:xfrm>
                <a:off x="3733" y="1204"/>
                <a:ext cx="86" cy="34"/>
              </a:xfrm>
              <a:custGeom>
                <a:avLst/>
                <a:gdLst>
                  <a:gd name="T0" fmla="*/ 44 w 45"/>
                  <a:gd name="T1" fmla="*/ 0 h 18"/>
                  <a:gd name="T2" fmla="*/ 0 w 45"/>
                  <a:gd name="T3" fmla="*/ 0 h 18"/>
                  <a:gd name="T4" fmla="*/ 1 w 45"/>
                  <a:gd name="T5" fmla="*/ 6 h 18"/>
                  <a:gd name="T6" fmla="*/ 5 w 45"/>
                  <a:gd name="T7" fmla="*/ 18 h 18"/>
                  <a:gd name="T8" fmla="*/ 45 w 45"/>
                  <a:gd name="T9" fmla="*/ 18 h 18"/>
                  <a:gd name="T10" fmla="*/ 44 w 45"/>
                  <a:gd name="T11" fmla="*/ 0 h 18"/>
                </a:gdLst>
                <a:ahLst/>
                <a:cxnLst>
                  <a:cxn ang="0">
                    <a:pos x="T0" y="T1"/>
                  </a:cxn>
                  <a:cxn ang="0">
                    <a:pos x="T2" y="T3"/>
                  </a:cxn>
                  <a:cxn ang="0">
                    <a:pos x="T4" y="T5"/>
                  </a:cxn>
                  <a:cxn ang="0">
                    <a:pos x="T6" y="T7"/>
                  </a:cxn>
                  <a:cxn ang="0">
                    <a:pos x="T8" y="T9"/>
                  </a:cxn>
                  <a:cxn ang="0">
                    <a:pos x="T10" y="T11"/>
                  </a:cxn>
                </a:cxnLst>
                <a:rect l="0" t="0" r="r" b="b"/>
                <a:pathLst>
                  <a:path w="45" h="18">
                    <a:moveTo>
                      <a:pt x="44" y="0"/>
                    </a:moveTo>
                    <a:cubicBezTo>
                      <a:pt x="0" y="0"/>
                      <a:pt x="0" y="0"/>
                      <a:pt x="0" y="0"/>
                    </a:cubicBezTo>
                    <a:cubicBezTo>
                      <a:pt x="0" y="2"/>
                      <a:pt x="1" y="4"/>
                      <a:pt x="1" y="6"/>
                    </a:cubicBezTo>
                    <a:cubicBezTo>
                      <a:pt x="3" y="11"/>
                      <a:pt x="5" y="15"/>
                      <a:pt x="5" y="18"/>
                    </a:cubicBezTo>
                    <a:cubicBezTo>
                      <a:pt x="45" y="18"/>
                      <a:pt x="45" y="18"/>
                      <a:pt x="45" y="18"/>
                    </a:cubicBezTo>
                    <a:cubicBezTo>
                      <a:pt x="45" y="12"/>
                      <a:pt x="45" y="6"/>
                      <a:pt x="44"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19" name="Freeform 448"/>
              <p:cNvSpPr>
                <a:spLocks/>
              </p:cNvSpPr>
              <p:nvPr/>
            </p:nvSpPr>
            <p:spPr bwMode="auto">
              <a:xfrm>
                <a:off x="3733" y="1206"/>
                <a:ext cx="86" cy="34"/>
              </a:xfrm>
              <a:custGeom>
                <a:avLst/>
                <a:gdLst>
                  <a:gd name="T0" fmla="*/ 44 w 45"/>
                  <a:gd name="T1" fmla="*/ 0 h 18"/>
                  <a:gd name="T2" fmla="*/ 0 w 45"/>
                  <a:gd name="T3" fmla="*/ 0 h 18"/>
                  <a:gd name="T4" fmla="*/ 1 w 45"/>
                  <a:gd name="T5" fmla="*/ 5 h 18"/>
                  <a:gd name="T6" fmla="*/ 5 w 45"/>
                  <a:gd name="T7" fmla="*/ 18 h 18"/>
                  <a:gd name="T8" fmla="*/ 45 w 45"/>
                  <a:gd name="T9" fmla="*/ 18 h 18"/>
                  <a:gd name="T10" fmla="*/ 44 w 45"/>
                  <a:gd name="T11" fmla="*/ 0 h 18"/>
                </a:gdLst>
                <a:ahLst/>
                <a:cxnLst>
                  <a:cxn ang="0">
                    <a:pos x="T0" y="T1"/>
                  </a:cxn>
                  <a:cxn ang="0">
                    <a:pos x="T2" y="T3"/>
                  </a:cxn>
                  <a:cxn ang="0">
                    <a:pos x="T4" y="T5"/>
                  </a:cxn>
                  <a:cxn ang="0">
                    <a:pos x="T6" y="T7"/>
                  </a:cxn>
                  <a:cxn ang="0">
                    <a:pos x="T8" y="T9"/>
                  </a:cxn>
                  <a:cxn ang="0">
                    <a:pos x="T10" y="T11"/>
                  </a:cxn>
                </a:cxnLst>
                <a:rect l="0" t="0" r="r" b="b"/>
                <a:pathLst>
                  <a:path w="45" h="18">
                    <a:moveTo>
                      <a:pt x="44" y="0"/>
                    </a:moveTo>
                    <a:cubicBezTo>
                      <a:pt x="0" y="0"/>
                      <a:pt x="0" y="0"/>
                      <a:pt x="0" y="0"/>
                    </a:cubicBezTo>
                    <a:cubicBezTo>
                      <a:pt x="1" y="2"/>
                      <a:pt x="1" y="3"/>
                      <a:pt x="1" y="5"/>
                    </a:cubicBezTo>
                    <a:cubicBezTo>
                      <a:pt x="3" y="11"/>
                      <a:pt x="5" y="15"/>
                      <a:pt x="5" y="18"/>
                    </a:cubicBezTo>
                    <a:cubicBezTo>
                      <a:pt x="45" y="18"/>
                      <a:pt x="45" y="18"/>
                      <a:pt x="45" y="18"/>
                    </a:cubicBezTo>
                    <a:cubicBezTo>
                      <a:pt x="45" y="13"/>
                      <a:pt x="45" y="6"/>
                      <a:pt x="44"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0" name="Freeform 449"/>
              <p:cNvSpPr>
                <a:spLocks/>
              </p:cNvSpPr>
              <p:nvPr/>
            </p:nvSpPr>
            <p:spPr bwMode="auto">
              <a:xfrm>
                <a:off x="3733" y="1207"/>
                <a:ext cx="86" cy="35"/>
              </a:xfrm>
              <a:custGeom>
                <a:avLst/>
                <a:gdLst>
                  <a:gd name="T0" fmla="*/ 44 w 45"/>
                  <a:gd name="T1" fmla="*/ 0 h 18"/>
                  <a:gd name="T2" fmla="*/ 0 w 45"/>
                  <a:gd name="T3" fmla="*/ 0 h 18"/>
                  <a:gd name="T4" fmla="*/ 1 w 45"/>
                  <a:gd name="T5" fmla="*/ 4 h 18"/>
                  <a:gd name="T6" fmla="*/ 5 w 45"/>
                  <a:gd name="T7" fmla="*/ 18 h 18"/>
                  <a:gd name="T8" fmla="*/ 45 w 45"/>
                  <a:gd name="T9" fmla="*/ 18 h 18"/>
                  <a:gd name="T10" fmla="*/ 44 w 45"/>
                  <a:gd name="T11" fmla="*/ 0 h 18"/>
                </a:gdLst>
                <a:ahLst/>
                <a:cxnLst>
                  <a:cxn ang="0">
                    <a:pos x="T0" y="T1"/>
                  </a:cxn>
                  <a:cxn ang="0">
                    <a:pos x="T2" y="T3"/>
                  </a:cxn>
                  <a:cxn ang="0">
                    <a:pos x="T4" y="T5"/>
                  </a:cxn>
                  <a:cxn ang="0">
                    <a:pos x="T6" y="T7"/>
                  </a:cxn>
                  <a:cxn ang="0">
                    <a:pos x="T8" y="T9"/>
                  </a:cxn>
                  <a:cxn ang="0">
                    <a:pos x="T10" y="T11"/>
                  </a:cxn>
                </a:cxnLst>
                <a:rect l="0" t="0" r="r" b="b"/>
                <a:pathLst>
                  <a:path w="45" h="18">
                    <a:moveTo>
                      <a:pt x="44" y="0"/>
                    </a:moveTo>
                    <a:cubicBezTo>
                      <a:pt x="0" y="0"/>
                      <a:pt x="0" y="0"/>
                      <a:pt x="0" y="0"/>
                    </a:cubicBezTo>
                    <a:cubicBezTo>
                      <a:pt x="1" y="1"/>
                      <a:pt x="1" y="3"/>
                      <a:pt x="1" y="4"/>
                    </a:cubicBezTo>
                    <a:cubicBezTo>
                      <a:pt x="4" y="10"/>
                      <a:pt x="6" y="15"/>
                      <a:pt x="5" y="18"/>
                    </a:cubicBezTo>
                    <a:cubicBezTo>
                      <a:pt x="45" y="18"/>
                      <a:pt x="45" y="18"/>
                      <a:pt x="45" y="18"/>
                    </a:cubicBezTo>
                    <a:cubicBezTo>
                      <a:pt x="45" y="13"/>
                      <a:pt x="45" y="7"/>
                      <a:pt x="44"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1" name="Freeform 450"/>
              <p:cNvSpPr>
                <a:spLocks/>
              </p:cNvSpPr>
              <p:nvPr/>
            </p:nvSpPr>
            <p:spPr bwMode="auto">
              <a:xfrm>
                <a:off x="3735" y="1209"/>
                <a:ext cx="84" cy="37"/>
              </a:xfrm>
              <a:custGeom>
                <a:avLst/>
                <a:gdLst>
                  <a:gd name="T0" fmla="*/ 43 w 44"/>
                  <a:gd name="T1" fmla="*/ 0 h 19"/>
                  <a:gd name="T2" fmla="*/ 0 w 44"/>
                  <a:gd name="T3" fmla="*/ 0 h 19"/>
                  <a:gd name="T4" fmla="*/ 0 w 44"/>
                  <a:gd name="T5" fmla="*/ 3 h 19"/>
                  <a:gd name="T6" fmla="*/ 4 w 44"/>
                  <a:gd name="T7" fmla="*/ 19 h 19"/>
                  <a:gd name="T8" fmla="*/ 44 w 44"/>
                  <a:gd name="T9" fmla="*/ 19 h 19"/>
                  <a:gd name="T10" fmla="*/ 43 w 44"/>
                  <a:gd name="T11" fmla="*/ 0 h 19"/>
                </a:gdLst>
                <a:ahLst/>
                <a:cxnLst>
                  <a:cxn ang="0">
                    <a:pos x="T0" y="T1"/>
                  </a:cxn>
                  <a:cxn ang="0">
                    <a:pos x="T2" y="T3"/>
                  </a:cxn>
                  <a:cxn ang="0">
                    <a:pos x="T4" y="T5"/>
                  </a:cxn>
                  <a:cxn ang="0">
                    <a:pos x="T6" y="T7"/>
                  </a:cxn>
                  <a:cxn ang="0">
                    <a:pos x="T8" y="T9"/>
                  </a:cxn>
                  <a:cxn ang="0">
                    <a:pos x="T10" y="T11"/>
                  </a:cxn>
                </a:cxnLst>
                <a:rect l="0" t="0" r="r" b="b"/>
                <a:pathLst>
                  <a:path w="44" h="19">
                    <a:moveTo>
                      <a:pt x="43" y="0"/>
                    </a:moveTo>
                    <a:cubicBezTo>
                      <a:pt x="0" y="0"/>
                      <a:pt x="0" y="0"/>
                      <a:pt x="0" y="0"/>
                    </a:cubicBezTo>
                    <a:cubicBezTo>
                      <a:pt x="0" y="1"/>
                      <a:pt x="0" y="2"/>
                      <a:pt x="0" y="3"/>
                    </a:cubicBezTo>
                    <a:cubicBezTo>
                      <a:pt x="3" y="11"/>
                      <a:pt x="5" y="16"/>
                      <a:pt x="4" y="19"/>
                    </a:cubicBezTo>
                    <a:cubicBezTo>
                      <a:pt x="44" y="19"/>
                      <a:pt x="44" y="19"/>
                      <a:pt x="44" y="19"/>
                    </a:cubicBezTo>
                    <a:cubicBezTo>
                      <a:pt x="44" y="13"/>
                      <a:pt x="44" y="7"/>
                      <a:pt x="43" y="0"/>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2" name="Freeform 451"/>
              <p:cNvSpPr>
                <a:spLocks/>
              </p:cNvSpPr>
              <p:nvPr/>
            </p:nvSpPr>
            <p:spPr bwMode="auto">
              <a:xfrm>
                <a:off x="3735" y="1213"/>
                <a:ext cx="84" cy="35"/>
              </a:xfrm>
              <a:custGeom>
                <a:avLst/>
                <a:gdLst>
                  <a:gd name="T0" fmla="*/ 43 w 44"/>
                  <a:gd name="T1" fmla="*/ 0 h 18"/>
                  <a:gd name="T2" fmla="*/ 0 w 44"/>
                  <a:gd name="T3" fmla="*/ 0 h 18"/>
                  <a:gd name="T4" fmla="*/ 0 w 44"/>
                  <a:gd name="T5" fmla="*/ 1 h 18"/>
                  <a:gd name="T6" fmla="*/ 4 w 44"/>
                  <a:gd name="T7" fmla="*/ 17 h 18"/>
                  <a:gd name="T8" fmla="*/ 3 w 44"/>
                  <a:gd name="T9" fmla="*/ 18 h 18"/>
                  <a:gd name="T10" fmla="*/ 44 w 44"/>
                  <a:gd name="T11" fmla="*/ 18 h 18"/>
                  <a:gd name="T12" fmla="*/ 43 w 4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4" h="18">
                    <a:moveTo>
                      <a:pt x="43" y="0"/>
                    </a:moveTo>
                    <a:cubicBezTo>
                      <a:pt x="0" y="0"/>
                      <a:pt x="0" y="0"/>
                      <a:pt x="0" y="0"/>
                    </a:cubicBezTo>
                    <a:cubicBezTo>
                      <a:pt x="0" y="0"/>
                      <a:pt x="0" y="0"/>
                      <a:pt x="0" y="1"/>
                    </a:cubicBezTo>
                    <a:cubicBezTo>
                      <a:pt x="3" y="9"/>
                      <a:pt x="6" y="15"/>
                      <a:pt x="4" y="17"/>
                    </a:cubicBezTo>
                    <a:cubicBezTo>
                      <a:pt x="3" y="17"/>
                      <a:pt x="3" y="18"/>
                      <a:pt x="3" y="18"/>
                    </a:cubicBezTo>
                    <a:cubicBezTo>
                      <a:pt x="44" y="18"/>
                      <a:pt x="44" y="18"/>
                      <a:pt x="44" y="18"/>
                    </a:cubicBezTo>
                    <a:cubicBezTo>
                      <a:pt x="44" y="13"/>
                      <a:pt x="44" y="6"/>
                      <a:pt x="43" y="0"/>
                    </a:cubicBezTo>
                    <a:close/>
                  </a:path>
                </a:pathLst>
              </a:custGeom>
              <a:solidFill>
                <a:srgbClr val="EA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3" name="Freeform 452"/>
              <p:cNvSpPr>
                <a:spLocks/>
              </p:cNvSpPr>
              <p:nvPr/>
            </p:nvSpPr>
            <p:spPr bwMode="auto">
              <a:xfrm>
                <a:off x="3737" y="1215"/>
                <a:ext cx="84" cy="35"/>
              </a:xfrm>
              <a:custGeom>
                <a:avLst/>
                <a:gdLst>
                  <a:gd name="T0" fmla="*/ 43 w 44"/>
                  <a:gd name="T1" fmla="*/ 0 h 18"/>
                  <a:gd name="T2" fmla="*/ 0 w 44"/>
                  <a:gd name="T3" fmla="*/ 0 h 18"/>
                  <a:gd name="T4" fmla="*/ 3 w 44"/>
                  <a:gd name="T5" fmla="*/ 16 h 18"/>
                  <a:gd name="T6" fmla="*/ 2 w 44"/>
                  <a:gd name="T7" fmla="*/ 18 h 18"/>
                  <a:gd name="T8" fmla="*/ 44 w 44"/>
                  <a:gd name="T9" fmla="*/ 18 h 18"/>
                  <a:gd name="T10" fmla="*/ 43 w 44"/>
                  <a:gd name="T11" fmla="*/ 0 h 18"/>
                </a:gdLst>
                <a:ahLst/>
                <a:cxnLst>
                  <a:cxn ang="0">
                    <a:pos x="T0" y="T1"/>
                  </a:cxn>
                  <a:cxn ang="0">
                    <a:pos x="T2" y="T3"/>
                  </a:cxn>
                  <a:cxn ang="0">
                    <a:pos x="T4" y="T5"/>
                  </a:cxn>
                  <a:cxn ang="0">
                    <a:pos x="T6" y="T7"/>
                  </a:cxn>
                  <a:cxn ang="0">
                    <a:pos x="T8" y="T9"/>
                  </a:cxn>
                  <a:cxn ang="0">
                    <a:pos x="T10" y="T11"/>
                  </a:cxn>
                </a:cxnLst>
                <a:rect l="0" t="0" r="r" b="b"/>
                <a:pathLst>
                  <a:path w="44" h="18">
                    <a:moveTo>
                      <a:pt x="43" y="0"/>
                    </a:moveTo>
                    <a:cubicBezTo>
                      <a:pt x="0" y="0"/>
                      <a:pt x="0" y="0"/>
                      <a:pt x="0" y="0"/>
                    </a:cubicBezTo>
                    <a:cubicBezTo>
                      <a:pt x="2" y="8"/>
                      <a:pt x="5" y="14"/>
                      <a:pt x="3" y="16"/>
                    </a:cubicBezTo>
                    <a:cubicBezTo>
                      <a:pt x="2" y="17"/>
                      <a:pt x="2" y="17"/>
                      <a:pt x="2" y="18"/>
                    </a:cubicBezTo>
                    <a:cubicBezTo>
                      <a:pt x="44" y="18"/>
                      <a:pt x="44" y="18"/>
                      <a:pt x="44" y="18"/>
                    </a:cubicBezTo>
                    <a:cubicBezTo>
                      <a:pt x="43" y="13"/>
                      <a:pt x="43" y="7"/>
                      <a:pt x="43"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4" name="Freeform 453"/>
              <p:cNvSpPr>
                <a:spLocks/>
              </p:cNvSpPr>
              <p:nvPr/>
            </p:nvSpPr>
            <p:spPr bwMode="auto">
              <a:xfrm>
                <a:off x="3737" y="1217"/>
                <a:ext cx="84" cy="34"/>
              </a:xfrm>
              <a:custGeom>
                <a:avLst/>
                <a:gdLst>
                  <a:gd name="T0" fmla="*/ 43 w 44"/>
                  <a:gd name="T1" fmla="*/ 0 h 18"/>
                  <a:gd name="T2" fmla="*/ 0 w 44"/>
                  <a:gd name="T3" fmla="*/ 0 h 18"/>
                  <a:gd name="T4" fmla="*/ 3 w 44"/>
                  <a:gd name="T5" fmla="*/ 15 h 18"/>
                  <a:gd name="T6" fmla="*/ 1 w 44"/>
                  <a:gd name="T7" fmla="*/ 18 h 18"/>
                  <a:gd name="T8" fmla="*/ 44 w 44"/>
                  <a:gd name="T9" fmla="*/ 18 h 18"/>
                  <a:gd name="T10" fmla="*/ 43 w 44"/>
                  <a:gd name="T11" fmla="*/ 0 h 18"/>
                </a:gdLst>
                <a:ahLst/>
                <a:cxnLst>
                  <a:cxn ang="0">
                    <a:pos x="T0" y="T1"/>
                  </a:cxn>
                  <a:cxn ang="0">
                    <a:pos x="T2" y="T3"/>
                  </a:cxn>
                  <a:cxn ang="0">
                    <a:pos x="T4" y="T5"/>
                  </a:cxn>
                  <a:cxn ang="0">
                    <a:pos x="T6" y="T7"/>
                  </a:cxn>
                  <a:cxn ang="0">
                    <a:pos x="T8" y="T9"/>
                  </a:cxn>
                  <a:cxn ang="0">
                    <a:pos x="T10" y="T11"/>
                  </a:cxn>
                </a:cxnLst>
                <a:rect l="0" t="0" r="r" b="b"/>
                <a:pathLst>
                  <a:path w="44" h="18">
                    <a:moveTo>
                      <a:pt x="43" y="0"/>
                    </a:moveTo>
                    <a:cubicBezTo>
                      <a:pt x="0" y="0"/>
                      <a:pt x="0" y="0"/>
                      <a:pt x="0" y="0"/>
                    </a:cubicBezTo>
                    <a:cubicBezTo>
                      <a:pt x="3" y="8"/>
                      <a:pt x="4" y="13"/>
                      <a:pt x="3" y="15"/>
                    </a:cubicBezTo>
                    <a:cubicBezTo>
                      <a:pt x="2" y="16"/>
                      <a:pt x="2" y="17"/>
                      <a:pt x="1" y="18"/>
                    </a:cubicBezTo>
                    <a:cubicBezTo>
                      <a:pt x="44" y="18"/>
                      <a:pt x="44" y="18"/>
                      <a:pt x="44" y="18"/>
                    </a:cubicBezTo>
                    <a:cubicBezTo>
                      <a:pt x="43" y="14"/>
                      <a:pt x="43" y="7"/>
                      <a:pt x="43" y="0"/>
                    </a:cubicBez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5" name="Freeform 454"/>
              <p:cNvSpPr>
                <a:spLocks/>
              </p:cNvSpPr>
              <p:nvPr/>
            </p:nvSpPr>
            <p:spPr bwMode="auto">
              <a:xfrm>
                <a:off x="3737" y="1219"/>
                <a:ext cx="84" cy="36"/>
              </a:xfrm>
              <a:custGeom>
                <a:avLst/>
                <a:gdLst>
                  <a:gd name="T0" fmla="*/ 43 w 44"/>
                  <a:gd name="T1" fmla="*/ 0 h 19"/>
                  <a:gd name="T2" fmla="*/ 0 w 44"/>
                  <a:gd name="T3" fmla="*/ 0 h 19"/>
                  <a:gd name="T4" fmla="*/ 3 w 44"/>
                  <a:gd name="T5" fmla="*/ 14 h 19"/>
                  <a:gd name="T6" fmla="*/ 1 w 44"/>
                  <a:gd name="T7" fmla="*/ 19 h 19"/>
                  <a:gd name="T8" fmla="*/ 44 w 44"/>
                  <a:gd name="T9" fmla="*/ 19 h 19"/>
                  <a:gd name="T10" fmla="*/ 43 w 44"/>
                  <a:gd name="T11" fmla="*/ 0 h 19"/>
                </a:gdLst>
                <a:ahLst/>
                <a:cxnLst>
                  <a:cxn ang="0">
                    <a:pos x="T0" y="T1"/>
                  </a:cxn>
                  <a:cxn ang="0">
                    <a:pos x="T2" y="T3"/>
                  </a:cxn>
                  <a:cxn ang="0">
                    <a:pos x="T4" y="T5"/>
                  </a:cxn>
                  <a:cxn ang="0">
                    <a:pos x="T6" y="T7"/>
                  </a:cxn>
                  <a:cxn ang="0">
                    <a:pos x="T8" y="T9"/>
                  </a:cxn>
                  <a:cxn ang="0">
                    <a:pos x="T10" y="T11"/>
                  </a:cxn>
                </a:cxnLst>
                <a:rect l="0" t="0" r="r" b="b"/>
                <a:pathLst>
                  <a:path w="44" h="19">
                    <a:moveTo>
                      <a:pt x="43" y="0"/>
                    </a:moveTo>
                    <a:cubicBezTo>
                      <a:pt x="0" y="0"/>
                      <a:pt x="0" y="0"/>
                      <a:pt x="0" y="0"/>
                    </a:cubicBezTo>
                    <a:cubicBezTo>
                      <a:pt x="3" y="7"/>
                      <a:pt x="4" y="12"/>
                      <a:pt x="3" y="14"/>
                    </a:cubicBezTo>
                    <a:cubicBezTo>
                      <a:pt x="2" y="15"/>
                      <a:pt x="1" y="17"/>
                      <a:pt x="1" y="19"/>
                    </a:cubicBezTo>
                    <a:cubicBezTo>
                      <a:pt x="44" y="19"/>
                      <a:pt x="44" y="19"/>
                      <a:pt x="44" y="19"/>
                    </a:cubicBezTo>
                    <a:cubicBezTo>
                      <a:pt x="43" y="14"/>
                      <a:pt x="43" y="8"/>
                      <a:pt x="43" y="0"/>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6" name="Freeform 455"/>
              <p:cNvSpPr>
                <a:spLocks/>
              </p:cNvSpPr>
              <p:nvPr/>
            </p:nvSpPr>
            <p:spPr bwMode="auto">
              <a:xfrm>
                <a:off x="3737" y="1223"/>
                <a:ext cx="84" cy="34"/>
              </a:xfrm>
              <a:custGeom>
                <a:avLst/>
                <a:gdLst>
                  <a:gd name="T0" fmla="*/ 43 w 44"/>
                  <a:gd name="T1" fmla="*/ 0 h 18"/>
                  <a:gd name="T2" fmla="*/ 1 w 44"/>
                  <a:gd name="T3" fmla="*/ 0 h 18"/>
                  <a:gd name="T4" fmla="*/ 3 w 44"/>
                  <a:gd name="T5" fmla="*/ 12 h 18"/>
                  <a:gd name="T6" fmla="*/ 0 w 44"/>
                  <a:gd name="T7" fmla="*/ 18 h 18"/>
                  <a:gd name="T8" fmla="*/ 44 w 44"/>
                  <a:gd name="T9" fmla="*/ 18 h 18"/>
                  <a:gd name="T10" fmla="*/ 43 w 44"/>
                  <a:gd name="T11" fmla="*/ 0 h 18"/>
                </a:gdLst>
                <a:ahLst/>
                <a:cxnLst>
                  <a:cxn ang="0">
                    <a:pos x="T0" y="T1"/>
                  </a:cxn>
                  <a:cxn ang="0">
                    <a:pos x="T2" y="T3"/>
                  </a:cxn>
                  <a:cxn ang="0">
                    <a:pos x="T4" y="T5"/>
                  </a:cxn>
                  <a:cxn ang="0">
                    <a:pos x="T6" y="T7"/>
                  </a:cxn>
                  <a:cxn ang="0">
                    <a:pos x="T8" y="T9"/>
                  </a:cxn>
                  <a:cxn ang="0">
                    <a:pos x="T10" y="T11"/>
                  </a:cxn>
                </a:cxnLst>
                <a:rect l="0" t="0" r="r" b="b"/>
                <a:pathLst>
                  <a:path w="44" h="18">
                    <a:moveTo>
                      <a:pt x="43" y="0"/>
                    </a:moveTo>
                    <a:cubicBezTo>
                      <a:pt x="1" y="0"/>
                      <a:pt x="1" y="0"/>
                      <a:pt x="1" y="0"/>
                    </a:cubicBezTo>
                    <a:cubicBezTo>
                      <a:pt x="3" y="6"/>
                      <a:pt x="4" y="10"/>
                      <a:pt x="3" y="12"/>
                    </a:cubicBezTo>
                    <a:cubicBezTo>
                      <a:pt x="2" y="13"/>
                      <a:pt x="1" y="15"/>
                      <a:pt x="0" y="18"/>
                    </a:cubicBezTo>
                    <a:cubicBezTo>
                      <a:pt x="44" y="18"/>
                      <a:pt x="44" y="18"/>
                      <a:pt x="44" y="18"/>
                    </a:cubicBezTo>
                    <a:cubicBezTo>
                      <a:pt x="44" y="14"/>
                      <a:pt x="43" y="7"/>
                      <a:pt x="43"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7" name="Freeform 456"/>
              <p:cNvSpPr>
                <a:spLocks/>
              </p:cNvSpPr>
              <p:nvPr/>
            </p:nvSpPr>
            <p:spPr bwMode="auto">
              <a:xfrm>
                <a:off x="3737" y="1225"/>
                <a:ext cx="84" cy="34"/>
              </a:xfrm>
              <a:custGeom>
                <a:avLst/>
                <a:gdLst>
                  <a:gd name="T0" fmla="*/ 43 w 44"/>
                  <a:gd name="T1" fmla="*/ 0 h 18"/>
                  <a:gd name="T2" fmla="*/ 1 w 44"/>
                  <a:gd name="T3" fmla="*/ 0 h 18"/>
                  <a:gd name="T4" fmla="*/ 3 w 44"/>
                  <a:gd name="T5" fmla="*/ 11 h 18"/>
                  <a:gd name="T6" fmla="*/ 0 w 44"/>
                  <a:gd name="T7" fmla="*/ 18 h 18"/>
                  <a:gd name="T8" fmla="*/ 44 w 44"/>
                  <a:gd name="T9" fmla="*/ 18 h 18"/>
                  <a:gd name="T10" fmla="*/ 43 w 44"/>
                  <a:gd name="T11" fmla="*/ 0 h 18"/>
                </a:gdLst>
                <a:ahLst/>
                <a:cxnLst>
                  <a:cxn ang="0">
                    <a:pos x="T0" y="T1"/>
                  </a:cxn>
                  <a:cxn ang="0">
                    <a:pos x="T2" y="T3"/>
                  </a:cxn>
                  <a:cxn ang="0">
                    <a:pos x="T4" y="T5"/>
                  </a:cxn>
                  <a:cxn ang="0">
                    <a:pos x="T6" y="T7"/>
                  </a:cxn>
                  <a:cxn ang="0">
                    <a:pos x="T8" y="T9"/>
                  </a:cxn>
                  <a:cxn ang="0">
                    <a:pos x="T10" y="T11"/>
                  </a:cxn>
                </a:cxnLst>
                <a:rect l="0" t="0" r="r" b="b"/>
                <a:pathLst>
                  <a:path w="44" h="18">
                    <a:moveTo>
                      <a:pt x="43" y="0"/>
                    </a:moveTo>
                    <a:cubicBezTo>
                      <a:pt x="1" y="0"/>
                      <a:pt x="1" y="0"/>
                      <a:pt x="1" y="0"/>
                    </a:cubicBezTo>
                    <a:cubicBezTo>
                      <a:pt x="3" y="6"/>
                      <a:pt x="4" y="9"/>
                      <a:pt x="3" y="11"/>
                    </a:cubicBezTo>
                    <a:cubicBezTo>
                      <a:pt x="2" y="12"/>
                      <a:pt x="1" y="15"/>
                      <a:pt x="0" y="18"/>
                    </a:cubicBezTo>
                    <a:cubicBezTo>
                      <a:pt x="44" y="18"/>
                      <a:pt x="44" y="18"/>
                      <a:pt x="44" y="18"/>
                    </a:cubicBezTo>
                    <a:cubicBezTo>
                      <a:pt x="44" y="14"/>
                      <a:pt x="43" y="7"/>
                      <a:pt x="43"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8" name="Freeform 457"/>
              <p:cNvSpPr>
                <a:spLocks/>
              </p:cNvSpPr>
              <p:nvPr/>
            </p:nvSpPr>
            <p:spPr bwMode="auto">
              <a:xfrm>
                <a:off x="3737" y="1227"/>
                <a:ext cx="84" cy="36"/>
              </a:xfrm>
              <a:custGeom>
                <a:avLst/>
                <a:gdLst>
                  <a:gd name="T0" fmla="*/ 43 w 44"/>
                  <a:gd name="T1" fmla="*/ 0 h 19"/>
                  <a:gd name="T2" fmla="*/ 2 w 44"/>
                  <a:gd name="T3" fmla="*/ 0 h 19"/>
                  <a:gd name="T4" fmla="*/ 3 w 44"/>
                  <a:gd name="T5" fmla="*/ 10 h 19"/>
                  <a:gd name="T6" fmla="*/ 0 w 44"/>
                  <a:gd name="T7" fmla="*/ 19 h 19"/>
                  <a:gd name="T8" fmla="*/ 44 w 44"/>
                  <a:gd name="T9" fmla="*/ 19 h 19"/>
                  <a:gd name="T10" fmla="*/ 44 w 44"/>
                  <a:gd name="T11" fmla="*/ 18 h 19"/>
                  <a:gd name="T12" fmla="*/ 43 w 44"/>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4" h="19">
                    <a:moveTo>
                      <a:pt x="43" y="0"/>
                    </a:moveTo>
                    <a:cubicBezTo>
                      <a:pt x="2" y="0"/>
                      <a:pt x="2" y="0"/>
                      <a:pt x="2" y="0"/>
                    </a:cubicBezTo>
                    <a:cubicBezTo>
                      <a:pt x="3" y="5"/>
                      <a:pt x="4" y="8"/>
                      <a:pt x="3" y="10"/>
                    </a:cubicBezTo>
                    <a:cubicBezTo>
                      <a:pt x="2" y="11"/>
                      <a:pt x="1" y="15"/>
                      <a:pt x="0" y="19"/>
                    </a:cubicBezTo>
                    <a:cubicBezTo>
                      <a:pt x="44" y="19"/>
                      <a:pt x="44" y="19"/>
                      <a:pt x="44" y="19"/>
                    </a:cubicBezTo>
                    <a:cubicBezTo>
                      <a:pt x="44" y="18"/>
                      <a:pt x="44" y="18"/>
                      <a:pt x="44" y="18"/>
                    </a:cubicBezTo>
                    <a:cubicBezTo>
                      <a:pt x="44" y="14"/>
                      <a:pt x="43" y="8"/>
                      <a:pt x="43" y="0"/>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29" name="Freeform 458"/>
              <p:cNvSpPr>
                <a:spLocks/>
              </p:cNvSpPr>
              <p:nvPr/>
            </p:nvSpPr>
            <p:spPr bwMode="auto">
              <a:xfrm>
                <a:off x="3735" y="1230"/>
                <a:ext cx="86" cy="35"/>
              </a:xfrm>
              <a:custGeom>
                <a:avLst/>
                <a:gdLst>
                  <a:gd name="T0" fmla="*/ 44 w 45"/>
                  <a:gd name="T1" fmla="*/ 0 h 18"/>
                  <a:gd name="T2" fmla="*/ 3 w 45"/>
                  <a:gd name="T3" fmla="*/ 0 h 18"/>
                  <a:gd name="T4" fmla="*/ 4 w 45"/>
                  <a:gd name="T5" fmla="*/ 8 h 18"/>
                  <a:gd name="T6" fmla="*/ 0 w 45"/>
                  <a:gd name="T7" fmla="*/ 18 h 18"/>
                  <a:gd name="T8" fmla="*/ 45 w 45"/>
                  <a:gd name="T9" fmla="*/ 18 h 18"/>
                  <a:gd name="T10" fmla="*/ 45 w 45"/>
                  <a:gd name="T11" fmla="*/ 16 h 18"/>
                  <a:gd name="T12" fmla="*/ 44 w 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5" h="18">
                    <a:moveTo>
                      <a:pt x="44" y="0"/>
                    </a:moveTo>
                    <a:cubicBezTo>
                      <a:pt x="3" y="0"/>
                      <a:pt x="3" y="0"/>
                      <a:pt x="3" y="0"/>
                    </a:cubicBezTo>
                    <a:cubicBezTo>
                      <a:pt x="4" y="4"/>
                      <a:pt x="5" y="7"/>
                      <a:pt x="4" y="8"/>
                    </a:cubicBezTo>
                    <a:cubicBezTo>
                      <a:pt x="3" y="9"/>
                      <a:pt x="1" y="13"/>
                      <a:pt x="0" y="18"/>
                    </a:cubicBezTo>
                    <a:cubicBezTo>
                      <a:pt x="45" y="18"/>
                      <a:pt x="45" y="18"/>
                      <a:pt x="45" y="18"/>
                    </a:cubicBezTo>
                    <a:cubicBezTo>
                      <a:pt x="45" y="17"/>
                      <a:pt x="45" y="17"/>
                      <a:pt x="45" y="16"/>
                    </a:cubicBezTo>
                    <a:cubicBezTo>
                      <a:pt x="45" y="12"/>
                      <a:pt x="44" y="6"/>
                      <a:pt x="44" y="0"/>
                    </a:cubicBez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0" name="Freeform 459"/>
              <p:cNvSpPr>
                <a:spLocks/>
              </p:cNvSpPr>
              <p:nvPr/>
            </p:nvSpPr>
            <p:spPr bwMode="auto">
              <a:xfrm>
                <a:off x="3735" y="1232"/>
                <a:ext cx="86" cy="35"/>
              </a:xfrm>
              <a:custGeom>
                <a:avLst/>
                <a:gdLst>
                  <a:gd name="T0" fmla="*/ 44 w 45"/>
                  <a:gd name="T1" fmla="*/ 0 h 18"/>
                  <a:gd name="T2" fmla="*/ 3 w 45"/>
                  <a:gd name="T3" fmla="*/ 0 h 18"/>
                  <a:gd name="T4" fmla="*/ 4 w 45"/>
                  <a:gd name="T5" fmla="*/ 7 h 18"/>
                  <a:gd name="T6" fmla="*/ 0 w 45"/>
                  <a:gd name="T7" fmla="*/ 18 h 18"/>
                  <a:gd name="T8" fmla="*/ 45 w 45"/>
                  <a:gd name="T9" fmla="*/ 18 h 18"/>
                  <a:gd name="T10" fmla="*/ 45 w 45"/>
                  <a:gd name="T11" fmla="*/ 15 h 18"/>
                  <a:gd name="T12" fmla="*/ 44 w 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5" h="18">
                    <a:moveTo>
                      <a:pt x="44" y="0"/>
                    </a:moveTo>
                    <a:cubicBezTo>
                      <a:pt x="3" y="0"/>
                      <a:pt x="3" y="0"/>
                      <a:pt x="3" y="0"/>
                    </a:cubicBezTo>
                    <a:cubicBezTo>
                      <a:pt x="4" y="3"/>
                      <a:pt x="5" y="6"/>
                      <a:pt x="4" y="7"/>
                    </a:cubicBezTo>
                    <a:cubicBezTo>
                      <a:pt x="3" y="8"/>
                      <a:pt x="1" y="13"/>
                      <a:pt x="0" y="18"/>
                    </a:cubicBezTo>
                    <a:cubicBezTo>
                      <a:pt x="45" y="18"/>
                      <a:pt x="45" y="18"/>
                      <a:pt x="45" y="18"/>
                    </a:cubicBezTo>
                    <a:cubicBezTo>
                      <a:pt x="45" y="17"/>
                      <a:pt x="45" y="16"/>
                      <a:pt x="45" y="15"/>
                    </a:cubicBezTo>
                    <a:cubicBezTo>
                      <a:pt x="45" y="12"/>
                      <a:pt x="44" y="6"/>
                      <a:pt x="44" y="0"/>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1" name="Freeform 460"/>
              <p:cNvSpPr>
                <a:spLocks/>
              </p:cNvSpPr>
              <p:nvPr/>
            </p:nvSpPr>
            <p:spPr bwMode="auto">
              <a:xfrm>
                <a:off x="3735" y="1234"/>
                <a:ext cx="86" cy="35"/>
              </a:xfrm>
              <a:custGeom>
                <a:avLst/>
                <a:gdLst>
                  <a:gd name="T0" fmla="*/ 44 w 45"/>
                  <a:gd name="T1" fmla="*/ 0 h 18"/>
                  <a:gd name="T2" fmla="*/ 4 w 45"/>
                  <a:gd name="T3" fmla="*/ 0 h 18"/>
                  <a:gd name="T4" fmla="*/ 4 w 45"/>
                  <a:gd name="T5" fmla="*/ 6 h 18"/>
                  <a:gd name="T6" fmla="*/ 0 w 45"/>
                  <a:gd name="T7" fmla="*/ 18 h 18"/>
                  <a:gd name="T8" fmla="*/ 45 w 45"/>
                  <a:gd name="T9" fmla="*/ 18 h 18"/>
                  <a:gd name="T10" fmla="*/ 45 w 45"/>
                  <a:gd name="T11" fmla="*/ 14 h 18"/>
                  <a:gd name="T12" fmla="*/ 44 w 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5" h="18">
                    <a:moveTo>
                      <a:pt x="44" y="0"/>
                    </a:moveTo>
                    <a:cubicBezTo>
                      <a:pt x="4" y="0"/>
                      <a:pt x="4" y="0"/>
                      <a:pt x="4" y="0"/>
                    </a:cubicBezTo>
                    <a:cubicBezTo>
                      <a:pt x="4" y="3"/>
                      <a:pt x="5" y="5"/>
                      <a:pt x="4" y="6"/>
                    </a:cubicBezTo>
                    <a:cubicBezTo>
                      <a:pt x="3" y="8"/>
                      <a:pt x="1" y="13"/>
                      <a:pt x="0" y="18"/>
                    </a:cubicBezTo>
                    <a:cubicBezTo>
                      <a:pt x="45" y="18"/>
                      <a:pt x="45" y="18"/>
                      <a:pt x="45" y="18"/>
                    </a:cubicBezTo>
                    <a:cubicBezTo>
                      <a:pt x="45" y="17"/>
                      <a:pt x="45" y="15"/>
                      <a:pt x="45" y="14"/>
                    </a:cubicBezTo>
                    <a:cubicBezTo>
                      <a:pt x="45" y="11"/>
                      <a:pt x="44" y="6"/>
                      <a:pt x="44"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2" name="Freeform 461"/>
              <p:cNvSpPr>
                <a:spLocks/>
              </p:cNvSpPr>
              <p:nvPr/>
            </p:nvSpPr>
            <p:spPr bwMode="auto">
              <a:xfrm>
                <a:off x="3733" y="1236"/>
                <a:ext cx="88" cy="37"/>
              </a:xfrm>
              <a:custGeom>
                <a:avLst/>
                <a:gdLst>
                  <a:gd name="T0" fmla="*/ 45 w 46"/>
                  <a:gd name="T1" fmla="*/ 0 h 19"/>
                  <a:gd name="T2" fmla="*/ 5 w 46"/>
                  <a:gd name="T3" fmla="*/ 0 h 19"/>
                  <a:gd name="T4" fmla="*/ 5 w 46"/>
                  <a:gd name="T5" fmla="*/ 5 h 19"/>
                  <a:gd name="T6" fmla="*/ 0 w 46"/>
                  <a:gd name="T7" fmla="*/ 19 h 19"/>
                  <a:gd name="T8" fmla="*/ 45 w 46"/>
                  <a:gd name="T9" fmla="*/ 19 h 19"/>
                  <a:gd name="T10" fmla="*/ 46 w 46"/>
                  <a:gd name="T11" fmla="*/ 13 h 19"/>
                  <a:gd name="T12" fmla="*/ 45 w 46"/>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6" h="19">
                    <a:moveTo>
                      <a:pt x="45" y="0"/>
                    </a:moveTo>
                    <a:cubicBezTo>
                      <a:pt x="5" y="0"/>
                      <a:pt x="5" y="0"/>
                      <a:pt x="5" y="0"/>
                    </a:cubicBezTo>
                    <a:cubicBezTo>
                      <a:pt x="5" y="3"/>
                      <a:pt x="5" y="4"/>
                      <a:pt x="5" y="5"/>
                    </a:cubicBezTo>
                    <a:cubicBezTo>
                      <a:pt x="3" y="7"/>
                      <a:pt x="2" y="12"/>
                      <a:pt x="0" y="19"/>
                    </a:cubicBezTo>
                    <a:cubicBezTo>
                      <a:pt x="45" y="19"/>
                      <a:pt x="45" y="19"/>
                      <a:pt x="45" y="19"/>
                    </a:cubicBezTo>
                    <a:cubicBezTo>
                      <a:pt x="46" y="17"/>
                      <a:pt x="46" y="15"/>
                      <a:pt x="46" y="13"/>
                    </a:cubicBezTo>
                    <a:cubicBezTo>
                      <a:pt x="46" y="10"/>
                      <a:pt x="45" y="6"/>
                      <a:pt x="45" y="0"/>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3" name="Freeform 462"/>
              <p:cNvSpPr>
                <a:spLocks/>
              </p:cNvSpPr>
              <p:nvPr/>
            </p:nvSpPr>
            <p:spPr bwMode="auto">
              <a:xfrm>
                <a:off x="3733" y="1240"/>
                <a:ext cx="88" cy="34"/>
              </a:xfrm>
              <a:custGeom>
                <a:avLst/>
                <a:gdLst>
                  <a:gd name="T0" fmla="*/ 45 w 46"/>
                  <a:gd name="T1" fmla="*/ 0 h 18"/>
                  <a:gd name="T2" fmla="*/ 5 w 46"/>
                  <a:gd name="T3" fmla="*/ 0 h 18"/>
                  <a:gd name="T4" fmla="*/ 5 w 46"/>
                  <a:gd name="T5" fmla="*/ 3 h 18"/>
                  <a:gd name="T6" fmla="*/ 0 w 46"/>
                  <a:gd name="T7" fmla="*/ 18 h 18"/>
                  <a:gd name="T8" fmla="*/ 45 w 46"/>
                  <a:gd name="T9" fmla="*/ 18 h 18"/>
                  <a:gd name="T10" fmla="*/ 46 w 46"/>
                  <a:gd name="T11" fmla="*/ 11 h 18"/>
                  <a:gd name="T12" fmla="*/ 45 w 46"/>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6" h="18">
                    <a:moveTo>
                      <a:pt x="45" y="0"/>
                    </a:moveTo>
                    <a:cubicBezTo>
                      <a:pt x="5" y="0"/>
                      <a:pt x="5" y="0"/>
                      <a:pt x="5" y="0"/>
                    </a:cubicBezTo>
                    <a:cubicBezTo>
                      <a:pt x="5" y="1"/>
                      <a:pt x="5" y="2"/>
                      <a:pt x="5" y="3"/>
                    </a:cubicBezTo>
                    <a:cubicBezTo>
                      <a:pt x="3" y="5"/>
                      <a:pt x="1" y="11"/>
                      <a:pt x="0" y="18"/>
                    </a:cubicBezTo>
                    <a:cubicBezTo>
                      <a:pt x="45" y="18"/>
                      <a:pt x="45" y="18"/>
                      <a:pt x="45" y="18"/>
                    </a:cubicBezTo>
                    <a:cubicBezTo>
                      <a:pt x="46" y="15"/>
                      <a:pt x="46" y="13"/>
                      <a:pt x="46" y="11"/>
                    </a:cubicBezTo>
                    <a:cubicBezTo>
                      <a:pt x="46" y="8"/>
                      <a:pt x="45" y="4"/>
                      <a:pt x="45"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4" name="Freeform 463"/>
              <p:cNvSpPr>
                <a:spLocks/>
              </p:cNvSpPr>
              <p:nvPr/>
            </p:nvSpPr>
            <p:spPr bwMode="auto">
              <a:xfrm>
                <a:off x="3733" y="1242"/>
                <a:ext cx="88" cy="34"/>
              </a:xfrm>
              <a:custGeom>
                <a:avLst/>
                <a:gdLst>
                  <a:gd name="T0" fmla="*/ 45 w 46"/>
                  <a:gd name="T1" fmla="*/ 0 h 18"/>
                  <a:gd name="T2" fmla="*/ 5 w 46"/>
                  <a:gd name="T3" fmla="*/ 0 h 18"/>
                  <a:gd name="T4" fmla="*/ 5 w 46"/>
                  <a:gd name="T5" fmla="*/ 2 h 18"/>
                  <a:gd name="T6" fmla="*/ 0 w 46"/>
                  <a:gd name="T7" fmla="*/ 18 h 18"/>
                  <a:gd name="T8" fmla="*/ 45 w 46"/>
                  <a:gd name="T9" fmla="*/ 18 h 18"/>
                  <a:gd name="T10" fmla="*/ 46 w 46"/>
                  <a:gd name="T11" fmla="*/ 10 h 18"/>
                  <a:gd name="T12" fmla="*/ 45 w 46"/>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6" h="18">
                    <a:moveTo>
                      <a:pt x="45" y="0"/>
                    </a:moveTo>
                    <a:cubicBezTo>
                      <a:pt x="5" y="0"/>
                      <a:pt x="5" y="0"/>
                      <a:pt x="5" y="0"/>
                    </a:cubicBezTo>
                    <a:cubicBezTo>
                      <a:pt x="5" y="1"/>
                      <a:pt x="5" y="2"/>
                      <a:pt x="5" y="2"/>
                    </a:cubicBezTo>
                    <a:cubicBezTo>
                      <a:pt x="3" y="4"/>
                      <a:pt x="1" y="11"/>
                      <a:pt x="0" y="18"/>
                    </a:cubicBezTo>
                    <a:cubicBezTo>
                      <a:pt x="45" y="18"/>
                      <a:pt x="45" y="18"/>
                      <a:pt x="45" y="18"/>
                    </a:cubicBezTo>
                    <a:cubicBezTo>
                      <a:pt x="46" y="15"/>
                      <a:pt x="46" y="12"/>
                      <a:pt x="46" y="10"/>
                    </a:cubicBezTo>
                    <a:cubicBezTo>
                      <a:pt x="46" y="8"/>
                      <a:pt x="46" y="4"/>
                      <a:pt x="45"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5" name="Freeform 464"/>
              <p:cNvSpPr>
                <a:spLocks/>
              </p:cNvSpPr>
              <p:nvPr/>
            </p:nvSpPr>
            <p:spPr bwMode="auto">
              <a:xfrm>
                <a:off x="3733" y="1244"/>
                <a:ext cx="88" cy="36"/>
              </a:xfrm>
              <a:custGeom>
                <a:avLst/>
                <a:gdLst>
                  <a:gd name="T0" fmla="*/ 45 w 46"/>
                  <a:gd name="T1" fmla="*/ 0 h 19"/>
                  <a:gd name="T2" fmla="*/ 5 w 46"/>
                  <a:gd name="T3" fmla="*/ 0 h 19"/>
                  <a:gd name="T4" fmla="*/ 5 w 46"/>
                  <a:gd name="T5" fmla="*/ 1 h 19"/>
                  <a:gd name="T6" fmla="*/ 0 w 46"/>
                  <a:gd name="T7" fmla="*/ 19 h 19"/>
                  <a:gd name="T8" fmla="*/ 45 w 46"/>
                  <a:gd name="T9" fmla="*/ 19 h 19"/>
                  <a:gd name="T10" fmla="*/ 46 w 46"/>
                  <a:gd name="T11" fmla="*/ 9 h 19"/>
                  <a:gd name="T12" fmla="*/ 45 w 46"/>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6" h="19">
                    <a:moveTo>
                      <a:pt x="45" y="0"/>
                    </a:moveTo>
                    <a:cubicBezTo>
                      <a:pt x="5" y="0"/>
                      <a:pt x="5" y="0"/>
                      <a:pt x="5" y="0"/>
                    </a:cubicBezTo>
                    <a:cubicBezTo>
                      <a:pt x="5" y="1"/>
                      <a:pt x="5" y="1"/>
                      <a:pt x="5" y="1"/>
                    </a:cubicBezTo>
                    <a:cubicBezTo>
                      <a:pt x="3" y="3"/>
                      <a:pt x="1" y="11"/>
                      <a:pt x="0" y="19"/>
                    </a:cubicBezTo>
                    <a:cubicBezTo>
                      <a:pt x="45" y="19"/>
                      <a:pt x="45" y="19"/>
                      <a:pt x="45" y="19"/>
                    </a:cubicBezTo>
                    <a:cubicBezTo>
                      <a:pt x="46" y="15"/>
                      <a:pt x="46" y="12"/>
                      <a:pt x="46" y="9"/>
                    </a:cubicBezTo>
                    <a:cubicBezTo>
                      <a:pt x="46" y="7"/>
                      <a:pt x="46" y="4"/>
                      <a:pt x="45"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6" name="Freeform 465"/>
              <p:cNvSpPr>
                <a:spLocks/>
              </p:cNvSpPr>
              <p:nvPr/>
            </p:nvSpPr>
            <p:spPr bwMode="auto">
              <a:xfrm>
                <a:off x="3731" y="1248"/>
                <a:ext cx="90" cy="34"/>
              </a:xfrm>
              <a:custGeom>
                <a:avLst/>
                <a:gdLst>
                  <a:gd name="T0" fmla="*/ 46 w 47"/>
                  <a:gd name="T1" fmla="*/ 0 h 18"/>
                  <a:gd name="T2" fmla="*/ 5 w 47"/>
                  <a:gd name="T3" fmla="*/ 0 h 18"/>
                  <a:gd name="T4" fmla="*/ 0 w 47"/>
                  <a:gd name="T5" fmla="*/ 18 h 18"/>
                  <a:gd name="T6" fmla="*/ 46 w 47"/>
                  <a:gd name="T7" fmla="*/ 18 h 18"/>
                  <a:gd name="T8" fmla="*/ 47 w 47"/>
                  <a:gd name="T9" fmla="*/ 7 h 18"/>
                  <a:gd name="T10" fmla="*/ 46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6" y="0"/>
                    </a:moveTo>
                    <a:cubicBezTo>
                      <a:pt x="5" y="0"/>
                      <a:pt x="5" y="0"/>
                      <a:pt x="5" y="0"/>
                    </a:cubicBezTo>
                    <a:cubicBezTo>
                      <a:pt x="4" y="2"/>
                      <a:pt x="2" y="10"/>
                      <a:pt x="0" y="18"/>
                    </a:cubicBezTo>
                    <a:cubicBezTo>
                      <a:pt x="46" y="18"/>
                      <a:pt x="46" y="18"/>
                      <a:pt x="46" y="18"/>
                    </a:cubicBezTo>
                    <a:cubicBezTo>
                      <a:pt x="46" y="14"/>
                      <a:pt x="47" y="10"/>
                      <a:pt x="47" y="7"/>
                    </a:cubicBezTo>
                    <a:cubicBezTo>
                      <a:pt x="47" y="5"/>
                      <a:pt x="47" y="3"/>
                      <a:pt x="46"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7" name="Freeform 466"/>
              <p:cNvSpPr>
                <a:spLocks/>
              </p:cNvSpPr>
              <p:nvPr/>
            </p:nvSpPr>
            <p:spPr bwMode="auto">
              <a:xfrm>
                <a:off x="3731" y="1250"/>
                <a:ext cx="90" cy="34"/>
              </a:xfrm>
              <a:custGeom>
                <a:avLst/>
                <a:gdLst>
                  <a:gd name="T0" fmla="*/ 46 w 47"/>
                  <a:gd name="T1" fmla="*/ 0 h 18"/>
                  <a:gd name="T2" fmla="*/ 5 w 47"/>
                  <a:gd name="T3" fmla="*/ 0 h 18"/>
                  <a:gd name="T4" fmla="*/ 0 w 47"/>
                  <a:gd name="T5" fmla="*/ 18 h 18"/>
                  <a:gd name="T6" fmla="*/ 46 w 47"/>
                  <a:gd name="T7" fmla="*/ 18 h 18"/>
                  <a:gd name="T8" fmla="*/ 47 w 47"/>
                  <a:gd name="T9" fmla="*/ 6 h 18"/>
                  <a:gd name="T10" fmla="*/ 46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6" y="0"/>
                    </a:moveTo>
                    <a:cubicBezTo>
                      <a:pt x="5" y="0"/>
                      <a:pt x="5" y="0"/>
                      <a:pt x="5" y="0"/>
                    </a:cubicBezTo>
                    <a:cubicBezTo>
                      <a:pt x="3" y="3"/>
                      <a:pt x="1" y="11"/>
                      <a:pt x="0" y="18"/>
                    </a:cubicBezTo>
                    <a:cubicBezTo>
                      <a:pt x="46" y="18"/>
                      <a:pt x="46" y="18"/>
                      <a:pt x="46" y="18"/>
                    </a:cubicBezTo>
                    <a:cubicBezTo>
                      <a:pt x="46" y="14"/>
                      <a:pt x="47" y="9"/>
                      <a:pt x="47" y="6"/>
                    </a:cubicBezTo>
                    <a:cubicBezTo>
                      <a:pt x="47" y="4"/>
                      <a:pt x="47" y="2"/>
                      <a:pt x="46" y="0"/>
                    </a:cubicBez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8" name="Freeform 467"/>
              <p:cNvSpPr>
                <a:spLocks/>
              </p:cNvSpPr>
              <p:nvPr/>
            </p:nvSpPr>
            <p:spPr bwMode="auto">
              <a:xfrm>
                <a:off x="3731" y="1251"/>
                <a:ext cx="90" cy="35"/>
              </a:xfrm>
              <a:custGeom>
                <a:avLst/>
                <a:gdLst>
                  <a:gd name="T0" fmla="*/ 47 w 47"/>
                  <a:gd name="T1" fmla="*/ 0 h 18"/>
                  <a:gd name="T2" fmla="*/ 4 w 47"/>
                  <a:gd name="T3" fmla="*/ 0 h 18"/>
                  <a:gd name="T4" fmla="*/ 0 w 47"/>
                  <a:gd name="T5" fmla="*/ 18 h 18"/>
                  <a:gd name="T6" fmla="*/ 46 w 47"/>
                  <a:gd name="T7" fmla="*/ 18 h 18"/>
                  <a:gd name="T8" fmla="*/ 47 w 47"/>
                  <a:gd name="T9" fmla="*/ 5 h 18"/>
                  <a:gd name="T10" fmla="*/ 47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7" y="0"/>
                    </a:moveTo>
                    <a:cubicBezTo>
                      <a:pt x="4" y="0"/>
                      <a:pt x="4" y="0"/>
                      <a:pt x="4" y="0"/>
                    </a:cubicBezTo>
                    <a:cubicBezTo>
                      <a:pt x="3" y="4"/>
                      <a:pt x="1" y="12"/>
                      <a:pt x="0" y="18"/>
                    </a:cubicBezTo>
                    <a:cubicBezTo>
                      <a:pt x="46" y="18"/>
                      <a:pt x="46" y="18"/>
                      <a:pt x="46" y="18"/>
                    </a:cubicBezTo>
                    <a:cubicBezTo>
                      <a:pt x="46" y="13"/>
                      <a:pt x="47" y="9"/>
                      <a:pt x="47" y="5"/>
                    </a:cubicBezTo>
                    <a:cubicBezTo>
                      <a:pt x="47" y="4"/>
                      <a:pt x="47" y="2"/>
                      <a:pt x="47"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39" name="Freeform 468"/>
              <p:cNvSpPr>
                <a:spLocks/>
              </p:cNvSpPr>
              <p:nvPr/>
            </p:nvSpPr>
            <p:spPr bwMode="auto">
              <a:xfrm>
                <a:off x="3731" y="1253"/>
                <a:ext cx="90" cy="37"/>
              </a:xfrm>
              <a:custGeom>
                <a:avLst/>
                <a:gdLst>
                  <a:gd name="T0" fmla="*/ 47 w 47"/>
                  <a:gd name="T1" fmla="*/ 0 h 19"/>
                  <a:gd name="T2" fmla="*/ 4 w 47"/>
                  <a:gd name="T3" fmla="*/ 0 h 19"/>
                  <a:gd name="T4" fmla="*/ 0 w 47"/>
                  <a:gd name="T5" fmla="*/ 19 h 19"/>
                  <a:gd name="T6" fmla="*/ 45 w 47"/>
                  <a:gd name="T7" fmla="*/ 19 h 19"/>
                  <a:gd name="T8" fmla="*/ 47 w 47"/>
                  <a:gd name="T9" fmla="*/ 4 h 19"/>
                  <a:gd name="T10" fmla="*/ 47 w 47"/>
                  <a:gd name="T11" fmla="*/ 0 h 19"/>
                </a:gdLst>
                <a:ahLst/>
                <a:cxnLst>
                  <a:cxn ang="0">
                    <a:pos x="T0" y="T1"/>
                  </a:cxn>
                  <a:cxn ang="0">
                    <a:pos x="T2" y="T3"/>
                  </a:cxn>
                  <a:cxn ang="0">
                    <a:pos x="T4" y="T5"/>
                  </a:cxn>
                  <a:cxn ang="0">
                    <a:pos x="T6" y="T7"/>
                  </a:cxn>
                  <a:cxn ang="0">
                    <a:pos x="T8" y="T9"/>
                  </a:cxn>
                  <a:cxn ang="0">
                    <a:pos x="T10" y="T11"/>
                  </a:cxn>
                </a:cxnLst>
                <a:rect l="0" t="0" r="r" b="b"/>
                <a:pathLst>
                  <a:path w="47" h="19">
                    <a:moveTo>
                      <a:pt x="47" y="0"/>
                    </a:moveTo>
                    <a:cubicBezTo>
                      <a:pt x="4" y="0"/>
                      <a:pt x="4" y="0"/>
                      <a:pt x="4" y="0"/>
                    </a:cubicBezTo>
                    <a:cubicBezTo>
                      <a:pt x="2" y="5"/>
                      <a:pt x="1" y="12"/>
                      <a:pt x="0" y="19"/>
                    </a:cubicBezTo>
                    <a:cubicBezTo>
                      <a:pt x="45" y="19"/>
                      <a:pt x="45" y="19"/>
                      <a:pt x="45" y="19"/>
                    </a:cubicBezTo>
                    <a:cubicBezTo>
                      <a:pt x="46" y="13"/>
                      <a:pt x="47" y="8"/>
                      <a:pt x="47" y="4"/>
                    </a:cubicBezTo>
                    <a:cubicBezTo>
                      <a:pt x="47" y="3"/>
                      <a:pt x="47" y="2"/>
                      <a:pt x="47" y="0"/>
                    </a:cubicBezTo>
                    <a:close/>
                  </a:path>
                </a:pathLst>
              </a:custGeom>
              <a:solidFill>
                <a:srgbClr val="F8F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0" name="Freeform 469"/>
              <p:cNvSpPr>
                <a:spLocks/>
              </p:cNvSpPr>
              <p:nvPr/>
            </p:nvSpPr>
            <p:spPr bwMode="auto">
              <a:xfrm>
                <a:off x="3731" y="1257"/>
                <a:ext cx="90" cy="35"/>
              </a:xfrm>
              <a:custGeom>
                <a:avLst/>
                <a:gdLst>
                  <a:gd name="T0" fmla="*/ 47 w 47"/>
                  <a:gd name="T1" fmla="*/ 0 h 18"/>
                  <a:gd name="T2" fmla="*/ 3 w 47"/>
                  <a:gd name="T3" fmla="*/ 0 h 18"/>
                  <a:gd name="T4" fmla="*/ 0 w 47"/>
                  <a:gd name="T5" fmla="*/ 18 h 18"/>
                  <a:gd name="T6" fmla="*/ 45 w 47"/>
                  <a:gd name="T7" fmla="*/ 18 h 18"/>
                  <a:gd name="T8" fmla="*/ 47 w 47"/>
                  <a:gd name="T9" fmla="*/ 2 h 18"/>
                  <a:gd name="T10" fmla="*/ 47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7" y="0"/>
                    </a:moveTo>
                    <a:cubicBezTo>
                      <a:pt x="3" y="0"/>
                      <a:pt x="3" y="0"/>
                      <a:pt x="3" y="0"/>
                    </a:cubicBezTo>
                    <a:cubicBezTo>
                      <a:pt x="2" y="5"/>
                      <a:pt x="0" y="12"/>
                      <a:pt x="0" y="18"/>
                    </a:cubicBezTo>
                    <a:cubicBezTo>
                      <a:pt x="45" y="18"/>
                      <a:pt x="45" y="18"/>
                      <a:pt x="45" y="18"/>
                    </a:cubicBezTo>
                    <a:cubicBezTo>
                      <a:pt x="46" y="12"/>
                      <a:pt x="47" y="6"/>
                      <a:pt x="47" y="2"/>
                    </a:cubicBezTo>
                    <a:cubicBezTo>
                      <a:pt x="47" y="1"/>
                      <a:pt x="47" y="0"/>
                      <a:pt x="47" y="0"/>
                    </a:cubicBezTo>
                    <a:close/>
                  </a:path>
                </a:pathLst>
              </a:custGeom>
              <a:solidFill>
                <a:srgbClr val="F9F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1" name="Freeform 470"/>
              <p:cNvSpPr>
                <a:spLocks/>
              </p:cNvSpPr>
              <p:nvPr/>
            </p:nvSpPr>
            <p:spPr bwMode="auto">
              <a:xfrm>
                <a:off x="3731" y="1259"/>
                <a:ext cx="90" cy="35"/>
              </a:xfrm>
              <a:custGeom>
                <a:avLst/>
                <a:gdLst>
                  <a:gd name="T0" fmla="*/ 47 w 47"/>
                  <a:gd name="T1" fmla="*/ 0 h 18"/>
                  <a:gd name="T2" fmla="*/ 3 w 47"/>
                  <a:gd name="T3" fmla="*/ 0 h 18"/>
                  <a:gd name="T4" fmla="*/ 0 w 47"/>
                  <a:gd name="T5" fmla="*/ 18 h 18"/>
                  <a:gd name="T6" fmla="*/ 45 w 47"/>
                  <a:gd name="T7" fmla="*/ 18 h 18"/>
                  <a:gd name="T8" fmla="*/ 47 w 47"/>
                  <a:gd name="T9" fmla="*/ 1 h 18"/>
                  <a:gd name="T10" fmla="*/ 47 w 47"/>
                  <a:gd name="T11" fmla="*/ 0 h 18"/>
                </a:gdLst>
                <a:ahLst/>
                <a:cxnLst>
                  <a:cxn ang="0">
                    <a:pos x="T0" y="T1"/>
                  </a:cxn>
                  <a:cxn ang="0">
                    <a:pos x="T2" y="T3"/>
                  </a:cxn>
                  <a:cxn ang="0">
                    <a:pos x="T4" y="T5"/>
                  </a:cxn>
                  <a:cxn ang="0">
                    <a:pos x="T6" y="T7"/>
                  </a:cxn>
                  <a:cxn ang="0">
                    <a:pos x="T8" y="T9"/>
                  </a:cxn>
                  <a:cxn ang="0">
                    <a:pos x="T10" y="T11"/>
                  </a:cxn>
                </a:cxnLst>
                <a:rect l="0" t="0" r="r" b="b"/>
                <a:pathLst>
                  <a:path w="47" h="18">
                    <a:moveTo>
                      <a:pt x="47" y="0"/>
                    </a:moveTo>
                    <a:cubicBezTo>
                      <a:pt x="3" y="0"/>
                      <a:pt x="3" y="0"/>
                      <a:pt x="3" y="0"/>
                    </a:cubicBezTo>
                    <a:cubicBezTo>
                      <a:pt x="2" y="5"/>
                      <a:pt x="0" y="13"/>
                      <a:pt x="0" y="18"/>
                    </a:cubicBezTo>
                    <a:cubicBezTo>
                      <a:pt x="45" y="18"/>
                      <a:pt x="45" y="18"/>
                      <a:pt x="45" y="18"/>
                    </a:cubicBezTo>
                    <a:cubicBezTo>
                      <a:pt x="46" y="12"/>
                      <a:pt x="47" y="6"/>
                      <a:pt x="47" y="1"/>
                    </a:cubicBezTo>
                    <a:lnTo>
                      <a:pt x="47" y="0"/>
                    </a:ln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2" name="Freeform 471"/>
              <p:cNvSpPr>
                <a:spLocks/>
              </p:cNvSpPr>
              <p:nvPr/>
            </p:nvSpPr>
            <p:spPr bwMode="auto">
              <a:xfrm>
                <a:off x="3729" y="1261"/>
                <a:ext cx="92" cy="34"/>
              </a:xfrm>
              <a:custGeom>
                <a:avLst/>
                <a:gdLst>
                  <a:gd name="T0" fmla="*/ 48 w 48"/>
                  <a:gd name="T1" fmla="*/ 0 h 18"/>
                  <a:gd name="T2" fmla="*/ 4 w 48"/>
                  <a:gd name="T3" fmla="*/ 0 h 18"/>
                  <a:gd name="T4" fmla="*/ 0 w 48"/>
                  <a:gd name="T5" fmla="*/ 18 h 18"/>
                  <a:gd name="T6" fmla="*/ 46 w 48"/>
                  <a:gd name="T7" fmla="*/ 18 h 18"/>
                  <a:gd name="T8" fmla="*/ 48 w 48"/>
                  <a:gd name="T9" fmla="*/ 0 h 18"/>
                </a:gdLst>
                <a:ahLst/>
                <a:cxnLst>
                  <a:cxn ang="0">
                    <a:pos x="T0" y="T1"/>
                  </a:cxn>
                  <a:cxn ang="0">
                    <a:pos x="T2" y="T3"/>
                  </a:cxn>
                  <a:cxn ang="0">
                    <a:pos x="T4" y="T5"/>
                  </a:cxn>
                  <a:cxn ang="0">
                    <a:pos x="T6" y="T7"/>
                  </a:cxn>
                  <a:cxn ang="0">
                    <a:pos x="T8" y="T9"/>
                  </a:cxn>
                </a:cxnLst>
                <a:rect l="0" t="0" r="r" b="b"/>
                <a:pathLst>
                  <a:path w="48" h="18">
                    <a:moveTo>
                      <a:pt x="48" y="0"/>
                    </a:moveTo>
                    <a:cubicBezTo>
                      <a:pt x="4" y="0"/>
                      <a:pt x="4" y="0"/>
                      <a:pt x="4" y="0"/>
                    </a:cubicBezTo>
                    <a:cubicBezTo>
                      <a:pt x="2" y="6"/>
                      <a:pt x="1" y="13"/>
                      <a:pt x="0" y="18"/>
                    </a:cubicBezTo>
                    <a:cubicBezTo>
                      <a:pt x="46" y="18"/>
                      <a:pt x="46" y="18"/>
                      <a:pt x="46" y="18"/>
                    </a:cubicBezTo>
                    <a:cubicBezTo>
                      <a:pt x="47" y="12"/>
                      <a:pt x="48" y="5"/>
                      <a:pt x="48"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3" name="Freeform 472"/>
              <p:cNvSpPr>
                <a:spLocks/>
              </p:cNvSpPr>
              <p:nvPr/>
            </p:nvSpPr>
            <p:spPr bwMode="auto">
              <a:xfrm>
                <a:off x="3729" y="1263"/>
                <a:ext cx="92" cy="36"/>
              </a:xfrm>
              <a:custGeom>
                <a:avLst/>
                <a:gdLst>
                  <a:gd name="T0" fmla="*/ 48 w 48"/>
                  <a:gd name="T1" fmla="*/ 0 h 19"/>
                  <a:gd name="T2" fmla="*/ 3 w 48"/>
                  <a:gd name="T3" fmla="*/ 0 h 19"/>
                  <a:gd name="T4" fmla="*/ 0 w 48"/>
                  <a:gd name="T5" fmla="*/ 19 h 19"/>
                  <a:gd name="T6" fmla="*/ 46 w 48"/>
                  <a:gd name="T7" fmla="*/ 19 h 19"/>
                  <a:gd name="T8" fmla="*/ 48 w 48"/>
                  <a:gd name="T9" fmla="*/ 0 h 19"/>
                </a:gdLst>
                <a:ahLst/>
                <a:cxnLst>
                  <a:cxn ang="0">
                    <a:pos x="T0" y="T1"/>
                  </a:cxn>
                  <a:cxn ang="0">
                    <a:pos x="T2" y="T3"/>
                  </a:cxn>
                  <a:cxn ang="0">
                    <a:pos x="T4" y="T5"/>
                  </a:cxn>
                  <a:cxn ang="0">
                    <a:pos x="T6" y="T7"/>
                  </a:cxn>
                  <a:cxn ang="0">
                    <a:pos x="T8" y="T9"/>
                  </a:cxn>
                </a:cxnLst>
                <a:rect l="0" t="0" r="r" b="b"/>
                <a:pathLst>
                  <a:path w="48" h="19">
                    <a:moveTo>
                      <a:pt x="48" y="0"/>
                    </a:moveTo>
                    <a:cubicBezTo>
                      <a:pt x="3" y="0"/>
                      <a:pt x="3" y="0"/>
                      <a:pt x="3" y="0"/>
                    </a:cubicBezTo>
                    <a:cubicBezTo>
                      <a:pt x="2" y="6"/>
                      <a:pt x="1" y="14"/>
                      <a:pt x="0" y="19"/>
                    </a:cubicBezTo>
                    <a:cubicBezTo>
                      <a:pt x="46" y="19"/>
                      <a:pt x="46" y="19"/>
                      <a:pt x="46" y="19"/>
                    </a:cubicBezTo>
                    <a:cubicBezTo>
                      <a:pt x="47" y="12"/>
                      <a:pt x="48" y="6"/>
                      <a:pt x="48" y="0"/>
                    </a:cubicBezTo>
                    <a:close/>
                  </a:path>
                </a:pathLst>
              </a:custGeom>
              <a:solidFill>
                <a:srgbClr val="FD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4" name="Freeform 473"/>
              <p:cNvSpPr>
                <a:spLocks/>
              </p:cNvSpPr>
              <p:nvPr/>
            </p:nvSpPr>
            <p:spPr bwMode="auto">
              <a:xfrm>
                <a:off x="3729" y="1267"/>
                <a:ext cx="92" cy="34"/>
              </a:xfrm>
              <a:custGeom>
                <a:avLst/>
                <a:gdLst>
                  <a:gd name="T0" fmla="*/ 48 w 48"/>
                  <a:gd name="T1" fmla="*/ 0 h 18"/>
                  <a:gd name="T2" fmla="*/ 3 w 48"/>
                  <a:gd name="T3" fmla="*/ 0 h 18"/>
                  <a:gd name="T4" fmla="*/ 0 w 48"/>
                  <a:gd name="T5" fmla="*/ 18 h 18"/>
                  <a:gd name="T6" fmla="*/ 45 w 48"/>
                  <a:gd name="T7" fmla="*/ 18 h 18"/>
                  <a:gd name="T8" fmla="*/ 48 w 48"/>
                  <a:gd name="T9" fmla="*/ 0 h 18"/>
                </a:gdLst>
                <a:ahLst/>
                <a:cxnLst>
                  <a:cxn ang="0">
                    <a:pos x="T0" y="T1"/>
                  </a:cxn>
                  <a:cxn ang="0">
                    <a:pos x="T2" y="T3"/>
                  </a:cxn>
                  <a:cxn ang="0">
                    <a:pos x="T4" y="T5"/>
                  </a:cxn>
                  <a:cxn ang="0">
                    <a:pos x="T6" y="T7"/>
                  </a:cxn>
                  <a:cxn ang="0">
                    <a:pos x="T8" y="T9"/>
                  </a:cxn>
                </a:cxnLst>
                <a:rect l="0" t="0" r="r" b="b"/>
                <a:pathLst>
                  <a:path w="48" h="18">
                    <a:moveTo>
                      <a:pt x="48" y="0"/>
                    </a:moveTo>
                    <a:cubicBezTo>
                      <a:pt x="3" y="0"/>
                      <a:pt x="3" y="0"/>
                      <a:pt x="3" y="0"/>
                    </a:cubicBezTo>
                    <a:cubicBezTo>
                      <a:pt x="2" y="6"/>
                      <a:pt x="0" y="13"/>
                      <a:pt x="0" y="18"/>
                    </a:cubicBezTo>
                    <a:cubicBezTo>
                      <a:pt x="45" y="18"/>
                      <a:pt x="45" y="18"/>
                      <a:pt x="45" y="18"/>
                    </a:cubicBezTo>
                    <a:cubicBezTo>
                      <a:pt x="46" y="12"/>
                      <a:pt x="47" y="5"/>
                      <a:pt x="48"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5" name="Freeform 474"/>
              <p:cNvSpPr>
                <a:spLocks/>
              </p:cNvSpPr>
              <p:nvPr/>
            </p:nvSpPr>
            <p:spPr bwMode="auto">
              <a:xfrm>
                <a:off x="3729" y="1269"/>
                <a:ext cx="92" cy="34"/>
              </a:xfrm>
              <a:custGeom>
                <a:avLst/>
                <a:gdLst>
                  <a:gd name="T0" fmla="*/ 48 w 48"/>
                  <a:gd name="T1" fmla="*/ 0 h 18"/>
                  <a:gd name="T2" fmla="*/ 3 w 48"/>
                  <a:gd name="T3" fmla="*/ 0 h 18"/>
                  <a:gd name="T4" fmla="*/ 0 w 48"/>
                  <a:gd name="T5" fmla="*/ 17 h 18"/>
                  <a:gd name="T6" fmla="*/ 0 w 48"/>
                  <a:gd name="T7" fmla="*/ 18 h 18"/>
                  <a:gd name="T8" fmla="*/ 45 w 48"/>
                  <a:gd name="T9" fmla="*/ 18 h 18"/>
                  <a:gd name="T10" fmla="*/ 48 w 48"/>
                  <a:gd name="T11" fmla="*/ 0 h 18"/>
                </a:gdLst>
                <a:ahLst/>
                <a:cxnLst>
                  <a:cxn ang="0">
                    <a:pos x="T0" y="T1"/>
                  </a:cxn>
                  <a:cxn ang="0">
                    <a:pos x="T2" y="T3"/>
                  </a:cxn>
                  <a:cxn ang="0">
                    <a:pos x="T4" y="T5"/>
                  </a:cxn>
                  <a:cxn ang="0">
                    <a:pos x="T6" y="T7"/>
                  </a:cxn>
                  <a:cxn ang="0">
                    <a:pos x="T8" y="T9"/>
                  </a:cxn>
                  <a:cxn ang="0">
                    <a:pos x="T10" y="T11"/>
                  </a:cxn>
                </a:cxnLst>
                <a:rect l="0" t="0" r="r" b="b"/>
                <a:pathLst>
                  <a:path w="48" h="18">
                    <a:moveTo>
                      <a:pt x="48" y="0"/>
                    </a:moveTo>
                    <a:cubicBezTo>
                      <a:pt x="3" y="0"/>
                      <a:pt x="3" y="0"/>
                      <a:pt x="3" y="0"/>
                    </a:cubicBezTo>
                    <a:cubicBezTo>
                      <a:pt x="1" y="6"/>
                      <a:pt x="0" y="13"/>
                      <a:pt x="0" y="17"/>
                    </a:cubicBezTo>
                    <a:cubicBezTo>
                      <a:pt x="0" y="18"/>
                      <a:pt x="0" y="18"/>
                      <a:pt x="0" y="18"/>
                    </a:cubicBezTo>
                    <a:cubicBezTo>
                      <a:pt x="45" y="18"/>
                      <a:pt x="45" y="18"/>
                      <a:pt x="45" y="18"/>
                    </a:cubicBezTo>
                    <a:cubicBezTo>
                      <a:pt x="46" y="12"/>
                      <a:pt x="47" y="5"/>
                      <a:pt x="4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6" name="Freeform 475"/>
              <p:cNvSpPr>
                <a:spLocks noEditPoints="1"/>
              </p:cNvSpPr>
              <p:nvPr/>
            </p:nvSpPr>
            <p:spPr bwMode="auto">
              <a:xfrm>
                <a:off x="3976" y="1163"/>
                <a:ext cx="134" cy="16"/>
              </a:xfrm>
              <a:custGeom>
                <a:avLst/>
                <a:gdLst>
                  <a:gd name="T0" fmla="*/ 0 w 70"/>
                  <a:gd name="T1" fmla="*/ 8 h 8"/>
                  <a:gd name="T2" fmla="*/ 17 w 70"/>
                  <a:gd name="T3" fmla="*/ 8 h 8"/>
                  <a:gd name="T4" fmla="*/ 17 w 70"/>
                  <a:gd name="T5" fmla="*/ 6 h 8"/>
                  <a:gd name="T6" fmla="*/ 6 w 70"/>
                  <a:gd name="T7" fmla="*/ 6 h 8"/>
                  <a:gd name="T8" fmla="*/ 0 w 70"/>
                  <a:gd name="T9" fmla="*/ 8 h 8"/>
                  <a:gd name="T10" fmla="*/ 60 w 70"/>
                  <a:gd name="T11" fmla="*/ 8 h 8"/>
                  <a:gd name="T12" fmla="*/ 70 w 70"/>
                  <a:gd name="T13" fmla="*/ 8 h 8"/>
                  <a:gd name="T14" fmla="*/ 68 w 70"/>
                  <a:gd name="T15" fmla="*/ 7 h 8"/>
                  <a:gd name="T16" fmla="*/ 60 w 70"/>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8">
                    <a:moveTo>
                      <a:pt x="0" y="8"/>
                    </a:moveTo>
                    <a:cubicBezTo>
                      <a:pt x="17" y="8"/>
                      <a:pt x="17" y="8"/>
                      <a:pt x="17" y="8"/>
                    </a:cubicBezTo>
                    <a:cubicBezTo>
                      <a:pt x="17" y="6"/>
                      <a:pt x="17" y="6"/>
                      <a:pt x="17" y="6"/>
                    </a:cubicBezTo>
                    <a:cubicBezTo>
                      <a:pt x="17" y="0"/>
                      <a:pt x="13" y="6"/>
                      <a:pt x="6" y="6"/>
                    </a:cubicBezTo>
                    <a:cubicBezTo>
                      <a:pt x="3" y="6"/>
                      <a:pt x="1" y="7"/>
                      <a:pt x="0" y="8"/>
                    </a:cubicBezTo>
                    <a:close/>
                    <a:moveTo>
                      <a:pt x="60" y="8"/>
                    </a:moveTo>
                    <a:cubicBezTo>
                      <a:pt x="70" y="8"/>
                      <a:pt x="70" y="8"/>
                      <a:pt x="70" y="8"/>
                    </a:cubicBezTo>
                    <a:cubicBezTo>
                      <a:pt x="69" y="8"/>
                      <a:pt x="69" y="8"/>
                      <a:pt x="68" y="7"/>
                    </a:cubicBezTo>
                    <a:cubicBezTo>
                      <a:pt x="65" y="6"/>
                      <a:pt x="62" y="7"/>
                      <a:pt x="60" y="8"/>
                    </a:cubicBezTo>
                    <a:close/>
                  </a:path>
                </a:pathLst>
              </a:custGeom>
              <a:solidFill>
                <a:srgbClr val="D2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7" name="Freeform 476"/>
              <p:cNvSpPr>
                <a:spLocks noEditPoints="1"/>
              </p:cNvSpPr>
              <p:nvPr/>
            </p:nvSpPr>
            <p:spPr bwMode="auto">
              <a:xfrm>
                <a:off x="3974" y="1163"/>
                <a:ext cx="138" cy="18"/>
              </a:xfrm>
              <a:custGeom>
                <a:avLst/>
                <a:gdLst>
                  <a:gd name="T0" fmla="*/ 0 w 72"/>
                  <a:gd name="T1" fmla="*/ 9 h 9"/>
                  <a:gd name="T2" fmla="*/ 18 w 72"/>
                  <a:gd name="T3" fmla="*/ 9 h 9"/>
                  <a:gd name="T4" fmla="*/ 18 w 72"/>
                  <a:gd name="T5" fmla="*/ 6 h 9"/>
                  <a:gd name="T6" fmla="*/ 7 w 72"/>
                  <a:gd name="T7" fmla="*/ 6 h 9"/>
                  <a:gd name="T8" fmla="*/ 0 w 72"/>
                  <a:gd name="T9" fmla="*/ 9 h 9"/>
                  <a:gd name="T10" fmla="*/ 59 w 72"/>
                  <a:gd name="T11" fmla="*/ 9 h 9"/>
                  <a:gd name="T12" fmla="*/ 72 w 72"/>
                  <a:gd name="T13" fmla="*/ 9 h 9"/>
                  <a:gd name="T14" fmla="*/ 69 w 72"/>
                  <a:gd name="T15" fmla="*/ 7 h 9"/>
                  <a:gd name="T16" fmla="*/ 59 w 72"/>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9">
                    <a:moveTo>
                      <a:pt x="0" y="9"/>
                    </a:moveTo>
                    <a:cubicBezTo>
                      <a:pt x="18" y="9"/>
                      <a:pt x="18" y="9"/>
                      <a:pt x="18" y="9"/>
                    </a:cubicBezTo>
                    <a:cubicBezTo>
                      <a:pt x="18" y="8"/>
                      <a:pt x="18" y="7"/>
                      <a:pt x="18" y="6"/>
                    </a:cubicBezTo>
                    <a:cubicBezTo>
                      <a:pt x="18" y="0"/>
                      <a:pt x="14" y="6"/>
                      <a:pt x="7" y="6"/>
                    </a:cubicBezTo>
                    <a:cubicBezTo>
                      <a:pt x="3" y="6"/>
                      <a:pt x="1" y="7"/>
                      <a:pt x="0" y="9"/>
                    </a:cubicBezTo>
                    <a:close/>
                    <a:moveTo>
                      <a:pt x="59" y="9"/>
                    </a:moveTo>
                    <a:cubicBezTo>
                      <a:pt x="72" y="9"/>
                      <a:pt x="72" y="9"/>
                      <a:pt x="72" y="9"/>
                    </a:cubicBezTo>
                    <a:cubicBezTo>
                      <a:pt x="71" y="8"/>
                      <a:pt x="70" y="8"/>
                      <a:pt x="69" y="7"/>
                    </a:cubicBezTo>
                    <a:cubicBezTo>
                      <a:pt x="65" y="6"/>
                      <a:pt x="61" y="7"/>
                      <a:pt x="59" y="9"/>
                    </a:cubicBezTo>
                    <a:close/>
                  </a:path>
                </a:pathLst>
              </a:custGeom>
              <a:solidFill>
                <a:srgbClr val="D3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8" name="Freeform 477"/>
              <p:cNvSpPr>
                <a:spLocks noEditPoints="1"/>
              </p:cNvSpPr>
              <p:nvPr/>
            </p:nvSpPr>
            <p:spPr bwMode="auto">
              <a:xfrm>
                <a:off x="3974" y="1163"/>
                <a:ext cx="139" cy="21"/>
              </a:xfrm>
              <a:custGeom>
                <a:avLst/>
                <a:gdLst>
                  <a:gd name="T0" fmla="*/ 0 w 73"/>
                  <a:gd name="T1" fmla="*/ 11 h 11"/>
                  <a:gd name="T2" fmla="*/ 18 w 73"/>
                  <a:gd name="T3" fmla="*/ 11 h 11"/>
                  <a:gd name="T4" fmla="*/ 18 w 73"/>
                  <a:gd name="T5" fmla="*/ 6 h 11"/>
                  <a:gd name="T6" fmla="*/ 7 w 73"/>
                  <a:gd name="T7" fmla="*/ 6 h 11"/>
                  <a:gd name="T8" fmla="*/ 0 w 73"/>
                  <a:gd name="T9" fmla="*/ 11 h 11"/>
                  <a:gd name="T10" fmla="*/ 57 w 73"/>
                  <a:gd name="T11" fmla="*/ 11 h 11"/>
                  <a:gd name="T12" fmla="*/ 73 w 73"/>
                  <a:gd name="T13" fmla="*/ 11 h 11"/>
                  <a:gd name="T14" fmla="*/ 69 w 73"/>
                  <a:gd name="T15" fmla="*/ 7 h 11"/>
                  <a:gd name="T16" fmla="*/ 57 w 73"/>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11">
                    <a:moveTo>
                      <a:pt x="0" y="11"/>
                    </a:moveTo>
                    <a:cubicBezTo>
                      <a:pt x="18" y="11"/>
                      <a:pt x="18" y="11"/>
                      <a:pt x="18" y="11"/>
                    </a:cubicBezTo>
                    <a:cubicBezTo>
                      <a:pt x="18" y="9"/>
                      <a:pt x="18" y="7"/>
                      <a:pt x="18" y="6"/>
                    </a:cubicBezTo>
                    <a:cubicBezTo>
                      <a:pt x="18" y="0"/>
                      <a:pt x="14" y="6"/>
                      <a:pt x="7" y="6"/>
                    </a:cubicBezTo>
                    <a:cubicBezTo>
                      <a:pt x="2" y="6"/>
                      <a:pt x="1" y="8"/>
                      <a:pt x="0" y="11"/>
                    </a:cubicBezTo>
                    <a:close/>
                    <a:moveTo>
                      <a:pt x="57" y="11"/>
                    </a:moveTo>
                    <a:cubicBezTo>
                      <a:pt x="73" y="11"/>
                      <a:pt x="73" y="11"/>
                      <a:pt x="73" y="11"/>
                    </a:cubicBezTo>
                    <a:cubicBezTo>
                      <a:pt x="72" y="9"/>
                      <a:pt x="71" y="8"/>
                      <a:pt x="69" y="7"/>
                    </a:cubicBezTo>
                    <a:cubicBezTo>
                      <a:pt x="64" y="6"/>
                      <a:pt x="60" y="8"/>
                      <a:pt x="57" y="11"/>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49" name="Freeform 478"/>
              <p:cNvSpPr>
                <a:spLocks noEditPoints="1"/>
              </p:cNvSpPr>
              <p:nvPr/>
            </p:nvSpPr>
            <p:spPr bwMode="auto">
              <a:xfrm>
                <a:off x="3974" y="1163"/>
                <a:ext cx="139" cy="23"/>
              </a:xfrm>
              <a:custGeom>
                <a:avLst/>
                <a:gdLst>
                  <a:gd name="T0" fmla="*/ 0 w 73"/>
                  <a:gd name="T1" fmla="*/ 12 h 12"/>
                  <a:gd name="T2" fmla="*/ 18 w 73"/>
                  <a:gd name="T3" fmla="*/ 12 h 12"/>
                  <a:gd name="T4" fmla="*/ 18 w 73"/>
                  <a:gd name="T5" fmla="*/ 6 h 12"/>
                  <a:gd name="T6" fmla="*/ 7 w 73"/>
                  <a:gd name="T7" fmla="*/ 6 h 12"/>
                  <a:gd name="T8" fmla="*/ 0 w 73"/>
                  <a:gd name="T9" fmla="*/ 12 h 12"/>
                  <a:gd name="T10" fmla="*/ 56 w 73"/>
                  <a:gd name="T11" fmla="*/ 12 h 12"/>
                  <a:gd name="T12" fmla="*/ 73 w 73"/>
                  <a:gd name="T13" fmla="*/ 12 h 12"/>
                  <a:gd name="T14" fmla="*/ 69 w 73"/>
                  <a:gd name="T15" fmla="*/ 7 h 12"/>
                  <a:gd name="T16" fmla="*/ 57 w 73"/>
                  <a:gd name="T17" fmla="*/ 11 h 12"/>
                  <a:gd name="T18" fmla="*/ 56 w 73"/>
                  <a:gd name="T1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12">
                    <a:moveTo>
                      <a:pt x="0" y="12"/>
                    </a:moveTo>
                    <a:cubicBezTo>
                      <a:pt x="18" y="12"/>
                      <a:pt x="18" y="12"/>
                      <a:pt x="18" y="12"/>
                    </a:cubicBezTo>
                    <a:cubicBezTo>
                      <a:pt x="18" y="9"/>
                      <a:pt x="18" y="7"/>
                      <a:pt x="18" y="6"/>
                    </a:cubicBezTo>
                    <a:cubicBezTo>
                      <a:pt x="18" y="0"/>
                      <a:pt x="14" y="6"/>
                      <a:pt x="7" y="6"/>
                    </a:cubicBezTo>
                    <a:cubicBezTo>
                      <a:pt x="1" y="6"/>
                      <a:pt x="0" y="9"/>
                      <a:pt x="0" y="12"/>
                    </a:cubicBezTo>
                    <a:close/>
                    <a:moveTo>
                      <a:pt x="56" y="12"/>
                    </a:moveTo>
                    <a:cubicBezTo>
                      <a:pt x="73" y="12"/>
                      <a:pt x="73" y="12"/>
                      <a:pt x="73" y="12"/>
                    </a:cubicBezTo>
                    <a:cubicBezTo>
                      <a:pt x="73" y="10"/>
                      <a:pt x="71" y="8"/>
                      <a:pt x="69" y="7"/>
                    </a:cubicBezTo>
                    <a:cubicBezTo>
                      <a:pt x="64" y="6"/>
                      <a:pt x="59" y="8"/>
                      <a:pt x="57" y="11"/>
                    </a:cubicBezTo>
                    <a:cubicBezTo>
                      <a:pt x="56" y="12"/>
                      <a:pt x="56" y="12"/>
                      <a:pt x="56" y="12"/>
                    </a:cubicBezTo>
                    <a:close/>
                  </a:path>
                </a:pathLst>
              </a:custGeom>
              <a:solidFill>
                <a:srgbClr val="D4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0" name="Freeform 479"/>
              <p:cNvSpPr>
                <a:spLocks noEditPoints="1"/>
              </p:cNvSpPr>
              <p:nvPr/>
            </p:nvSpPr>
            <p:spPr bwMode="auto">
              <a:xfrm>
                <a:off x="3974" y="1163"/>
                <a:ext cx="139" cy="25"/>
              </a:xfrm>
              <a:custGeom>
                <a:avLst/>
                <a:gdLst>
                  <a:gd name="T0" fmla="*/ 0 w 73"/>
                  <a:gd name="T1" fmla="*/ 13 h 13"/>
                  <a:gd name="T2" fmla="*/ 18 w 73"/>
                  <a:gd name="T3" fmla="*/ 13 h 13"/>
                  <a:gd name="T4" fmla="*/ 18 w 73"/>
                  <a:gd name="T5" fmla="*/ 6 h 13"/>
                  <a:gd name="T6" fmla="*/ 7 w 73"/>
                  <a:gd name="T7" fmla="*/ 6 h 13"/>
                  <a:gd name="T8" fmla="*/ 0 w 73"/>
                  <a:gd name="T9" fmla="*/ 13 h 13"/>
                  <a:gd name="T10" fmla="*/ 0 w 73"/>
                  <a:gd name="T11" fmla="*/ 13 h 13"/>
                  <a:gd name="T12" fmla="*/ 56 w 73"/>
                  <a:gd name="T13" fmla="*/ 13 h 13"/>
                  <a:gd name="T14" fmla="*/ 73 w 73"/>
                  <a:gd name="T15" fmla="*/ 13 h 13"/>
                  <a:gd name="T16" fmla="*/ 69 w 73"/>
                  <a:gd name="T17" fmla="*/ 7 h 13"/>
                  <a:gd name="T18" fmla="*/ 57 w 73"/>
                  <a:gd name="T19" fmla="*/ 11 h 13"/>
                  <a:gd name="T20" fmla="*/ 56 w 73"/>
                  <a:gd name="T2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3">
                    <a:moveTo>
                      <a:pt x="0" y="13"/>
                    </a:moveTo>
                    <a:cubicBezTo>
                      <a:pt x="18" y="13"/>
                      <a:pt x="18" y="13"/>
                      <a:pt x="18" y="13"/>
                    </a:cubicBezTo>
                    <a:cubicBezTo>
                      <a:pt x="18" y="10"/>
                      <a:pt x="18" y="7"/>
                      <a:pt x="18" y="6"/>
                    </a:cubicBezTo>
                    <a:cubicBezTo>
                      <a:pt x="18" y="0"/>
                      <a:pt x="14" y="6"/>
                      <a:pt x="7" y="6"/>
                    </a:cubicBezTo>
                    <a:cubicBezTo>
                      <a:pt x="1" y="6"/>
                      <a:pt x="0" y="9"/>
                      <a:pt x="0" y="13"/>
                    </a:cubicBezTo>
                    <a:cubicBezTo>
                      <a:pt x="0" y="13"/>
                      <a:pt x="0" y="13"/>
                      <a:pt x="0" y="13"/>
                    </a:cubicBezTo>
                    <a:close/>
                    <a:moveTo>
                      <a:pt x="56" y="13"/>
                    </a:moveTo>
                    <a:cubicBezTo>
                      <a:pt x="73" y="13"/>
                      <a:pt x="73" y="13"/>
                      <a:pt x="73" y="13"/>
                    </a:cubicBezTo>
                    <a:cubicBezTo>
                      <a:pt x="73" y="10"/>
                      <a:pt x="72" y="8"/>
                      <a:pt x="69" y="7"/>
                    </a:cubicBezTo>
                    <a:cubicBezTo>
                      <a:pt x="64" y="6"/>
                      <a:pt x="59" y="8"/>
                      <a:pt x="57" y="11"/>
                    </a:cubicBezTo>
                    <a:cubicBezTo>
                      <a:pt x="56" y="12"/>
                      <a:pt x="56" y="13"/>
                      <a:pt x="56" y="13"/>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1" name="Freeform 480"/>
              <p:cNvSpPr>
                <a:spLocks noEditPoints="1"/>
              </p:cNvSpPr>
              <p:nvPr/>
            </p:nvSpPr>
            <p:spPr bwMode="auto">
              <a:xfrm>
                <a:off x="3974" y="1163"/>
                <a:ext cx="139" cy="29"/>
              </a:xfrm>
              <a:custGeom>
                <a:avLst/>
                <a:gdLst>
                  <a:gd name="T0" fmla="*/ 0 w 73"/>
                  <a:gd name="T1" fmla="*/ 15 h 15"/>
                  <a:gd name="T2" fmla="*/ 18 w 73"/>
                  <a:gd name="T3" fmla="*/ 15 h 15"/>
                  <a:gd name="T4" fmla="*/ 18 w 73"/>
                  <a:gd name="T5" fmla="*/ 6 h 15"/>
                  <a:gd name="T6" fmla="*/ 7 w 73"/>
                  <a:gd name="T7" fmla="*/ 6 h 15"/>
                  <a:gd name="T8" fmla="*/ 0 w 73"/>
                  <a:gd name="T9" fmla="*/ 13 h 15"/>
                  <a:gd name="T10" fmla="*/ 0 w 73"/>
                  <a:gd name="T11" fmla="*/ 15 h 15"/>
                  <a:gd name="T12" fmla="*/ 55 w 73"/>
                  <a:gd name="T13" fmla="*/ 15 h 15"/>
                  <a:gd name="T14" fmla="*/ 73 w 73"/>
                  <a:gd name="T15" fmla="*/ 15 h 15"/>
                  <a:gd name="T16" fmla="*/ 69 w 73"/>
                  <a:gd name="T17" fmla="*/ 7 h 15"/>
                  <a:gd name="T18" fmla="*/ 57 w 73"/>
                  <a:gd name="T19" fmla="*/ 11 h 15"/>
                  <a:gd name="T20" fmla="*/ 55 w 73"/>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5">
                    <a:moveTo>
                      <a:pt x="0" y="15"/>
                    </a:moveTo>
                    <a:cubicBezTo>
                      <a:pt x="18" y="15"/>
                      <a:pt x="18" y="15"/>
                      <a:pt x="18" y="15"/>
                    </a:cubicBezTo>
                    <a:cubicBezTo>
                      <a:pt x="18" y="11"/>
                      <a:pt x="18" y="8"/>
                      <a:pt x="18" y="6"/>
                    </a:cubicBezTo>
                    <a:cubicBezTo>
                      <a:pt x="18" y="0"/>
                      <a:pt x="14" y="6"/>
                      <a:pt x="7" y="6"/>
                    </a:cubicBezTo>
                    <a:cubicBezTo>
                      <a:pt x="1" y="6"/>
                      <a:pt x="0" y="9"/>
                      <a:pt x="0" y="13"/>
                    </a:cubicBezTo>
                    <a:cubicBezTo>
                      <a:pt x="0" y="13"/>
                      <a:pt x="0" y="14"/>
                      <a:pt x="0" y="15"/>
                    </a:cubicBezTo>
                    <a:close/>
                    <a:moveTo>
                      <a:pt x="55" y="15"/>
                    </a:moveTo>
                    <a:cubicBezTo>
                      <a:pt x="73" y="15"/>
                      <a:pt x="73" y="15"/>
                      <a:pt x="73" y="15"/>
                    </a:cubicBezTo>
                    <a:cubicBezTo>
                      <a:pt x="73" y="11"/>
                      <a:pt x="72" y="8"/>
                      <a:pt x="69" y="7"/>
                    </a:cubicBezTo>
                    <a:cubicBezTo>
                      <a:pt x="64" y="6"/>
                      <a:pt x="59" y="8"/>
                      <a:pt x="57" y="11"/>
                    </a:cubicBezTo>
                    <a:cubicBezTo>
                      <a:pt x="56" y="12"/>
                      <a:pt x="55" y="13"/>
                      <a:pt x="55" y="15"/>
                    </a:cubicBezTo>
                    <a:close/>
                  </a:path>
                </a:pathLst>
              </a:custGeom>
              <a:solidFill>
                <a:srgbClr val="D5D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2" name="Freeform 481"/>
              <p:cNvSpPr>
                <a:spLocks noEditPoints="1"/>
              </p:cNvSpPr>
              <p:nvPr/>
            </p:nvSpPr>
            <p:spPr bwMode="auto">
              <a:xfrm>
                <a:off x="3974" y="1163"/>
                <a:ext cx="141" cy="31"/>
              </a:xfrm>
              <a:custGeom>
                <a:avLst/>
                <a:gdLst>
                  <a:gd name="T0" fmla="*/ 0 w 74"/>
                  <a:gd name="T1" fmla="*/ 16 h 16"/>
                  <a:gd name="T2" fmla="*/ 18 w 74"/>
                  <a:gd name="T3" fmla="*/ 16 h 16"/>
                  <a:gd name="T4" fmla="*/ 18 w 74"/>
                  <a:gd name="T5" fmla="*/ 6 h 16"/>
                  <a:gd name="T6" fmla="*/ 7 w 74"/>
                  <a:gd name="T7" fmla="*/ 6 h 16"/>
                  <a:gd name="T8" fmla="*/ 0 w 74"/>
                  <a:gd name="T9" fmla="*/ 13 h 16"/>
                  <a:gd name="T10" fmla="*/ 0 w 74"/>
                  <a:gd name="T11" fmla="*/ 16 h 16"/>
                  <a:gd name="T12" fmla="*/ 55 w 74"/>
                  <a:gd name="T13" fmla="*/ 16 h 16"/>
                  <a:gd name="T14" fmla="*/ 73 w 74"/>
                  <a:gd name="T15" fmla="*/ 16 h 16"/>
                  <a:gd name="T16" fmla="*/ 69 w 74"/>
                  <a:gd name="T17" fmla="*/ 7 h 16"/>
                  <a:gd name="T18" fmla="*/ 57 w 74"/>
                  <a:gd name="T19" fmla="*/ 11 h 16"/>
                  <a:gd name="T20" fmla="*/ 55 w 74"/>
                  <a:gd name="T21"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16">
                    <a:moveTo>
                      <a:pt x="0" y="16"/>
                    </a:moveTo>
                    <a:cubicBezTo>
                      <a:pt x="18" y="16"/>
                      <a:pt x="18" y="16"/>
                      <a:pt x="18" y="16"/>
                    </a:cubicBezTo>
                    <a:cubicBezTo>
                      <a:pt x="18" y="12"/>
                      <a:pt x="18" y="8"/>
                      <a:pt x="18" y="6"/>
                    </a:cubicBezTo>
                    <a:cubicBezTo>
                      <a:pt x="18" y="0"/>
                      <a:pt x="14" y="6"/>
                      <a:pt x="7" y="6"/>
                    </a:cubicBezTo>
                    <a:cubicBezTo>
                      <a:pt x="1" y="6"/>
                      <a:pt x="0" y="9"/>
                      <a:pt x="0" y="13"/>
                    </a:cubicBezTo>
                    <a:cubicBezTo>
                      <a:pt x="0" y="13"/>
                      <a:pt x="0" y="14"/>
                      <a:pt x="0" y="16"/>
                    </a:cubicBezTo>
                    <a:close/>
                    <a:moveTo>
                      <a:pt x="55" y="16"/>
                    </a:moveTo>
                    <a:cubicBezTo>
                      <a:pt x="73" y="16"/>
                      <a:pt x="73" y="16"/>
                      <a:pt x="73" y="16"/>
                    </a:cubicBezTo>
                    <a:cubicBezTo>
                      <a:pt x="74" y="12"/>
                      <a:pt x="72" y="8"/>
                      <a:pt x="69" y="7"/>
                    </a:cubicBezTo>
                    <a:cubicBezTo>
                      <a:pt x="64" y="6"/>
                      <a:pt x="59" y="8"/>
                      <a:pt x="57" y="11"/>
                    </a:cubicBezTo>
                    <a:cubicBezTo>
                      <a:pt x="56" y="12"/>
                      <a:pt x="55" y="14"/>
                      <a:pt x="55" y="16"/>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3" name="Freeform 482"/>
              <p:cNvSpPr>
                <a:spLocks noEditPoints="1"/>
              </p:cNvSpPr>
              <p:nvPr/>
            </p:nvSpPr>
            <p:spPr bwMode="auto">
              <a:xfrm>
                <a:off x="3974" y="1163"/>
                <a:ext cx="141" cy="33"/>
              </a:xfrm>
              <a:custGeom>
                <a:avLst/>
                <a:gdLst>
                  <a:gd name="T0" fmla="*/ 0 w 74"/>
                  <a:gd name="T1" fmla="*/ 17 h 17"/>
                  <a:gd name="T2" fmla="*/ 18 w 74"/>
                  <a:gd name="T3" fmla="*/ 17 h 17"/>
                  <a:gd name="T4" fmla="*/ 18 w 74"/>
                  <a:gd name="T5" fmla="*/ 6 h 17"/>
                  <a:gd name="T6" fmla="*/ 7 w 74"/>
                  <a:gd name="T7" fmla="*/ 6 h 17"/>
                  <a:gd name="T8" fmla="*/ 0 w 74"/>
                  <a:gd name="T9" fmla="*/ 13 h 17"/>
                  <a:gd name="T10" fmla="*/ 0 w 74"/>
                  <a:gd name="T11" fmla="*/ 17 h 17"/>
                  <a:gd name="T12" fmla="*/ 54 w 74"/>
                  <a:gd name="T13" fmla="*/ 17 h 17"/>
                  <a:gd name="T14" fmla="*/ 73 w 74"/>
                  <a:gd name="T15" fmla="*/ 17 h 17"/>
                  <a:gd name="T16" fmla="*/ 69 w 74"/>
                  <a:gd name="T17" fmla="*/ 7 h 17"/>
                  <a:gd name="T18" fmla="*/ 57 w 74"/>
                  <a:gd name="T19" fmla="*/ 11 h 17"/>
                  <a:gd name="T20" fmla="*/ 54 w 74"/>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17">
                    <a:moveTo>
                      <a:pt x="0" y="17"/>
                    </a:moveTo>
                    <a:cubicBezTo>
                      <a:pt x="18" y="17"/>
                      <a:pt x="18" y="17"/>
                      <a:pt x="18" y="17"/>
                    </a:cubicBezTo>
                    <a:cubicBezTo>
                      <a:pt x="18" y="13"/>
                      <a:pt x="18" y="8"/>
                      <a:pt x="18" y="6"/>
                    </a:cubicBezTo>
                    <a:cubicBezTo>
                      <a:pt x="18" y="0"/>
                      <a:pt x="14" y="6"/>
                      <a:pt x="7" y="6"/>
                    </a:cubicBezTo>
                    <a:cubicBezTo>
                      <a:pt x="1" y="6"/>
                      <a:pt x="0" y="9"/>
                      <a:pt x="0" y="13"/>
                    </a:cubicBezTo>
                    <a:cubicBezTo>
                      <a:pt x="0" y="14"/>
                      <a:pt x="0" y="15"/>
                      <a:pt x="0" y="17"/>
                    </a:cubicBezTo>
                    <a:close/>
                    <a:moveTo>
                      <a:pt x="54" y="17"/>
                    </a:moveTo>
                    <a:cubicBezTo>
                      <a:pt x="73" y="17"/>
                      <a:pt x="73" y="17"/>
                      <a:pt x="73" y="17"/>
                    </a:cubicBezTo>
                    <a:cubicBezTo>
                      <a:pt x="74" y="12"/>
                      <a:pt x="73" y="8"/>
                      <a:pt x="69" y="7"/>
                    </a:cubicBezTo>
                    <a:cubicBezTo>
                      <a:pt x="64" y="6"/>
                      <a:pt x="59" y="8"/>
                      <a:pt x="57" y="11"/>
                    </a:cubicBezTo>
                    <a:cubicBezTo>
                      <a:pt x="56" y="13"/>
                      <a:pt x="55" y="15"/>
                      <a:pt x="54" y="17"/>
                    </a:cubicBezTo>
                    <a:close/>
                  </a:path>
                </a:pathLst>
              </a:custGeom>
              <a:solidFill>
                <a:srgbClr val="D7D5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4" name="Freeform 483"/>
              <p:cNvSpPr>
                <a:spLocks noEditPoints="1"/>
              </p:cNvSpPr>
              <p:nvPr/>
            </p:nvSpPr>
            <p:spPr bwMode="auto">
              <a:xfrm>
                <a:off x="3974" y="1163"/>
                <a:ext cx="141" cy="35"/>
              </a:xfrm>
              <a:custGeom>
                <a:avLst/>
                <a:gdLst>
                  <a:gd name="T0" fmla="*/ 1 w 74"/>
                  <a:gd name="T1" fmla="*/ 18 h 18"/>
                  <a:gd name="T2" fmla="*/ 18 w 74"/>
                  <a:gd name="T3" fmla="*/ 18 h 18"/>
                  <a:gd name="T4" fmla="*/ 18 w 74"/>
                  <a:gd name="T5" fmla="*/ 6 h 18"/>
                  <a:gd name="T6" fmla="*/ 7 w 74"/>
                  <a:gd name="T7" fmla="*/ 6 h 18"/>
                  <a:gd name="T8" fmla="*/ 0 w 74"/>
                  <a:gd name="T9" fmla="*/ 13 h 18"/>
                  <a:gd name="T10" fmla="*/ 1 w 74"/>
                  <a:gd name="T11" fmla="*/ 18 h 18"/>
                  <a:gd name="T12" fmla="*/ 54 w 74"/>
                  <a:gd name="T13" fmla="*/ 18 h 18"/>
                  <a:gd name="T14" fmla="*/ 73 w 74"/>
                  <a:gd name="T15" fmla="*/ 18 h 18"/>
                  <a:gd name="T16" fmla="*/ 69 w 74"/>
                  <a:gd name="T17" fmla="*/ 7 h 18"/>
                  <a:gd name="T18" fmla="*/ 57 w 74"/>
                  <a:gd name="T19" fmla="*/ 11 h 18"/>
                  <a:gd name="T20" fmla="*/ 54 w 74"/>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18">
                    <a:moveTo>
                      <a:pt x="1" y="18"/>
                    </a:moveTo>
                    <a:cubicBezTo>
                      <a:pt x="18" y="18"/>
                      <a:pt x="18" y="18"/>
                      <a:pt x="18" y="18"/>
                    </a:cubicBezTo>
                    <a:cubicBezTo>
                      <a:pt x="18" y="14"/>
                      <a:pt x="18" y="8"/>
                      <a:pt x="18" y="6"/>
                    </a:cubicBezTo>
                    <a:cubicBezTo>
                      <a:pt x="18" y="0"/>
                      <a:pt x="14" y="6"/>
                      <a:pt x="7" y="6"/>
                    </a:cubicBezTo>
                    <a:cubicBezTo>
                      <a:pt x="1" y="6"/>
                      <a:pt x="0" y="9"/>
                      <a:pt x="0" y="13"/>
                    </a:cubicBezTo>
                    <a:cubicBezTo>
                      <a:pt x="0" y="14"/>
                      <a:pt x="0" y="16"/>
                      <a:pt x="1" y="18"/>
                    </a:cubicBezTo>
                    <a:close/>
                    <a:moveTo>
                      <a:pt x="54" y="18"/>
                    </a:moveTo>
                    <a:cubicBezTo>
                      <a:pt x="73" y="18"/>
                      <a:pt x="73" y="18"/>
                      <a:pt x="73" y="18"/>
                    </a:cubicBezTo>
                    <a:cubicBezTo>
                      <a:pt x="74" y="13"/>
                      <a:pt x="73" y="9"/>
                      <a:pt x="69" y="7"/>
                    </a:cubicBezTo>
                    <a:cubicBezTo>
                      <a:pt x="64" y="6"/>
                      <a:pt x="59" y="8"/>
                      <a:pt x="57" y="11"/>
                    </a:cubicBezTo>
                    <a:cubicBezTo>
                      <a:pt x="55" y="13"/>
                      <a:pt x="55" y="16"/>
                      <a:pt x="54" y="18"/>
                    </a:cubicBezTo>
                    <a:close/>
                  </a:path>
                </a:pathLst>
              </a:custGeom>
              <a:solidFill>
                <a:srgbClr val="D8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5" name="Freeform 484"/>
              <p:cNvSpPr>
                <a:spLocks noEditPoints="1"/>
              </p:cNvSpPr>
              <p:nvPr/>
            </p:nvSpPr>
            <p:spPr bwMode="auto">
              <a:xfrm>
                <a:off x="3974" y="1163"/>
                <a:ext cx="141" cy="39"/>
              </a:xfrm>
              <a:custGeom>
                <a:avLst/>
                <a:gdLst>
                  <a:gd name="T0" fmla="*/ 1 w 74"/>
                  <a:gd name="T1" fmla="*/ 20 h 20"/>
                  <a:gd name="T2" fmla="*/ 18 w 74"/>
                  <a:gd name="T3" fmla="*/ 20 h 20"/>
                  <a:gd name="T4" fmla="*/ 18 w 74"/>
                  <a:gd name="T5" fmla="*/ 6 h 20"/>
                  <a:gd name="T6" fmla="*/ 7 w 74"/>
                  <a:gd name="T7" fmla="*/ 6 h 20"/>
                  <a:gd name="T8" fmla="*/ 0 w 74"/>
                  <a:gd name="T9" fmla="*/ 13 h 20"/>
                  <a:gd name="T10" fmla="*/ 1 w 74"/>
                  <a:gd name="T11" fmla="*/ 20 h 20"/>
                  <a:gd name="T12" fmla="*/ 54 w 74"/>
                  <a:gd name="T13" fmla="*/ 20 h 20"/>
                  <a:gd name="T14" fmla="*/ 73 w 74"/>
                  <a:gd name="T15" fmla="*/ 20 h 20"/>
                  <a:gd name="T16" fmla="*/ 69 w 74"/>
                  <a:gd name="T17" fmla="*/ 7 h 20"/>
                  <a:gd name="T18" fmla="*/ 57 w 74"/>
                  <a:gd name="T19" fmla="*/ 11 h 20"/>
                  <a:gd name="T20" fmla="*/ 54 w 74"/>
                  <a:gd name="T2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20">
                    <a:moveTo>
                      <a:pt x="1" y="20"/>
                    </a:moveTo>
                    <a:cubicBezTo>
                      <a:pt x="18" y="20"/>
                      <a:pt x="18" y="20"/>
                      <a:pt x="18" y="20"/>
                    </a:cubicBezTo>
                    <a:cubicBezTo>
                      <a:pt x="18" y="15"/>
                      <a:pt x="18" y="9"/>
                      <a:pt x="18" y="6"/>
                    </a:cubicBezTo>
                    <a:cubicBezTo>
                      <a:pt x="18" y="0"/>
                      <a:pt x="14" y="6"/>
                      <a:pt x="7" y="6"/>
                    </a:cubicBezTo>
                    <a:cubicBezTo>
                      <a:pt x="1" y="6"/>
                      <a:pt x="0" y="9"/>
                      <a:pt x="0" y="13"/>
                    </a:cubicBezTo>
                    <a:cubicBezTo>
                      <a:pt x="0" y="14"/>
                      <a:pt x="0" y="16"/>
                      <a:pt x="1" y="20"/>
                    </a:cubicBezTo>
                    <a:close/>
                    <a:moveTo>
                      <a:pt x="54" y="20"/>
                    </a:moveTo>
                    <a:cubicBezTo>
                      <a:pt x="73" y="20"/>
                      <a:pt x="73" y="20"/>
                      <a:pt x="73" y="20"/>
                    </a:cubicBezTo>
                    <a:cubicBezTo>
                      <a:pt x="74" y="14"/>
                      <a:pt x="73" y="9"/>
                      <a:pt x="69" y="7"/>
                    </a:cubicBezTo>
                    <a:cubicBezTo>
                      <a:pt x="64" y="6"/>
                      <a:pt x="59" y="8"/>
                      <a:pt x="57" y="11"/>
                    </a:cubicBezTo>
                    <a:cubicBezTo>
                      <a:pt x="55" y="13"/>
                      <a:pt x="55" y="17"/>
                      <a:pt x="54" y="20"/>
                    </a:cubicBezTo>
                    <a:close/>
                  </a:path>
                </a:pathLst>
              </a:custGeom>
              <a:solidFill>
                <a:srgbClr val="D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6" name="Freeform 485"/>
              <p:cNvSpPr>
                <a:spLocks noEditPoints="1"/>
              </p:cNvSpPr>
              <p:nvPr/>
            </p:nvSpPr>
            <p:spPr bwMode="auto">
              <a:xfrm>
                <a:off x="3974" y="1163"/>
                <a:ext cx="141" cy="41"/>
              </a:xfrm>
              <a:custGeom>
                <a:avLst/>
                <a:gdLst>
                  <a:gd name="T0" fmla="*/ 1 w 74"/>
                  <a:gd name="T1" fmla="*/ 21 h 21"/>
                  <a:gd name="T2" fmla="*/ 18 w 74"/>
                  <a:gd name="T3" fmla="*/ 21 h 21"/>
                  <a:gd name="T4" fmla="*/ 18 w 74"/>
                  <a:gd name="T5" fmla="*/ 6 h 21"/>
                  <a:gd name="T6" fmla="*/ 7 w 74"/>
                  <a:gd name="T7" fmla="*/ 6 h 21"/>
                  <a:gd name="T8" fmla="*/ 0 w 74"/>
                  <a:gd name="T9" fmla="*/ 13 h 21"/>
                  <a:gd name="T10" fmla="*/ 1 w 74"/>
                  <a:gd name="T11" fmla="*/ 21 h 21"/>
                  <a:gd name="T12" fmla="*/ 54 w 74"/>
                  <a:gd name="T13" fmla="*/ 21 h 21"/>
                  <a:gd name="T14" fmla="*/ 72 w 74"/>
                  <a:gd name="T15" fmla="*/ 21 h 21"/>
                  <a:gd name="T16" fmla="*/ 69 w 74"/>
                  <a:gd name="T17" fmla="*/ 7 h 21"/>
                  <a:gd name="T18" fmla="*/ 57 w 74"/>
                  <a:gd name="T19" fmla="*/ 11 h 21"/>
                  <a:gd name="T20" fmla="*/ 54 w 74"/>
                  <a:gd name="T2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21">
                    <a:moveTo>
                      <a:pt x="1" y="21"/>
                    </a:moveTo>
                    <a:cubicBezTo>
                      <a:pt x="18" y="21"/>
                      <a:pt x="18" y="21"/>
                      <a:pt x="18" y="21"/>
                    </a:cubicBezTo>
                    <a:cubicBezTo>
                      <a:pt x="18" y="16"/>
                      <a:pt x="18" y="9"/>
                      <a:pt x="18" y="6"/>
                    </a:cubicBezTo>
                    <a:cubicBezTo>
                      <a:pt x="18" y="0"/>
                      <a:pt x="14" y="6"/>
                      <a:pt x="7" y="6"/>
                    </a:cubicBezTo>
                    <a:cubicBezTo>
                      <a:pt x="1" y="6"/>
                      <a:pt x="0" y="9"/>
                      <a:pt x="0" y="13"/>
                    </a:cubicBezTo>
                    <a:cubicBezTo>
                      <a:pt x="0" y="14"/>
                      <a:pt x="0" y="17"/>
                      <a:pt x="1" y="21"/>
                    </a:cubicBezTo>
                    <a:close/>
                    <a:moveTo>
                      <a:pt x="54" y="21"/>
                    </a:moveTo>
                    <a:cubicBezTo>
                      <a:pt x="72" y="21"/>
                      <a:pt x="72" y="21"/>
                      <a:pt x="72" y="21"/>
                    </a:cubicBezTo>
                    <a:cubicBezTo>
                      <a:pt x="74" y="15"/>
                      <a:pt x="74" y="9"/>
                      <a:pt x="69" y="7"/>
                    </a:cubicBezTo>
                    <a:cubicBezTo>
                      <a:pt x="64" y="6"/>
                      <a:pt x="59" y="8"/>
                      <a:pt x="57" y="11"/>
                    </a:cubicBezTo>
                    <a:cubicBezTo>
                      <a:pt x="55" y="13"/>
                      <a:pt x="54" y="18"/>
                      <a:pt x="54" y="21"/>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7" name="Freeform 486"/>
              <p:cNvSpPr>
                <a:spLocks noEditPoints="1"/>
              </p:cNvSpPr>
              <p:nvPr/>
            </p:nvSpPr>
            <p:spPr bwMode="auto">
              <a:xfrm>
                <a:off x="3974" y="1171"/>
                <a:ext cx="141" cy="35"/>
              </a:xfrm>
              <a:custGeom>
                <a:avLst/>
                <a:gdLst>
                  <a:gd name="T0" fmla="*/ 17 w 74"/>
                  <a:gd name="T1" fmla="*/ 0 h 18"/>
                  <a:gd name="T2" fmla="*/ 15 w 74"/>
                  <a:gd name="T3" fmla="*/ 0 h 18"/>
                  <a:gd name="T4" fmla="*/ 7 w 74"/>
                  <a:gd name="T5" fmla="*/ 2 h 18"/>
                  <a:gd name="T6" fmla="*/ 0 w 74"/>
                  <a:gd name="T7" fmla="*/ 9 h 18"/>
                  <a:gd name="T8" fmla="*/ 2 w 74"/>
                  <a:gd name="T9" fmla="*/ 18 h 18"/>
                  <a:gd name="T10" fmla="*/ 18 w 74"/>
                  <a:gd name="T11" fmla="*/ 18 h 18"/>
                  <a:gd name="T12" fmla="*/ 18 w 74"/>
                  <a:gd name="T13" fmla="*/ 2 h 18"/>
                  <a:gd name="T14" fmla="*/ 17 w 74"/>
                  <a:gd name="T15" fmla="*/ 0 h 18"/>
                  <a:gd name="T16" fmla="*/ 53 w 74"/>
                  <a:gd name="T17" fmla="*/ 18 h 18"/>
                  <a:gd name="T18" fmla="*/ 72 w 74"/>
                  <a:gd name="T19" fmla="*/ 18 h 18"/>
                  <a:gd name="T20" fmla="*/ 69 w 74"/>
                  <a:gd name="T21" fmla="*/ 3 h 18"/>
                  <a:gd name="T22" fmla="*/ 57 w 74"/>
                  <a:gd name="T23" fmla="*/ 7 h 18"/>
                  <a:gd name="T24" fmla="*/ 53 w 74"/>
                  <a:gd name="T25"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4" h="18">
                    <a:moveTo>
                      <a:pt x="17" y="0"/>
                    </a:moveTo>
                    <a:cubicBezTo>
                      <a:pt x="15" y="0"/>
                      <a:pt x="15" y="0"/>
                      <a:pt x="15" y="0"/>
                    </a:cubicBezTo>
                    <a:cubicBezTo>
                      <a:pt x="13" y="1"/>
                      <a:pt x="11" y="2"/>
                      <a:pt x="7" y="2"/>
                    </a:cubicBezTo>
                    <a:cubicBezTo>
                      <a:pt x="1" y="2"/>
                      <a:pt x="0" y="5"/>
                      <a:pt x="0" y="9"/>
                    </a:cubicBezTo>
                    <a:cubicBezTo>
                      <a:pt x="0" y="10"/>
                      <a:pt x="1" y="14"/>
                      <a:pt x="2" y="18"/>
                    </a:cubicBezTo>
                    <a:cubicBezTo>
                      <a:pt x="18" y="18"/>
                      <a:pt x="18" y="18"/>
                      <a:pt x="18" y="18"/>
                    </a:cubicBezTo>
                    <a:cubicBezTo>
                      <a:pt x="18" y="13"/>
                      <a:pt x="18" y="5"/>
                      <a:pt x="18" y="2"/>
                    </a:cubicBezTo>
                    <a:cubicBezTo>
                      <a:pt x="18" y="1"/>
                      <a:pt x="18" y="0"/>
                      <a:pt x="17" y="0"/>
                    </a:cubicBezTo>
                    <a:close/>
                    <a:moveTo>
                      <a:pt x="53" y="18"/>
                    </a:moveTo>
                    <a:cubicBezTo>
                      <a:pt x="72" y="18"/>
                      <a:pt x="72" y="18"/>
                      <a:pt x="72" y="18"/>
                    </a:cubicBezTo>
                    <a:cubicBezTo>
                      <a:pt x="74" y="12"/>
                      <a:pt x="74" y="5"/>
                      <a:pt x="69" y="3"/>
                    </a:cubicBezTo>
                    <a:cubicBezTo>
                      <a:pt x="64" y="2"/>
                      <a:pt x="59" y="4"/>
                      <a:pt x="57" y="7"/>
                    </a:cubicBezTo>
                    <a:cubicBezTo>
                      <a:pt x="55" y="10"/>
                      <a:pt x="54" y="15"/>
                      <a:pt x="53" y="18"/>
                    </a:cubicBezTo>
                    <a:close/>
                  </a:path>
                </a:pathLst>
              </a:custGeom>
              <a:solidFill>
                <a:srgbClr val="DB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8" name="Freeform 487"/>
              <p:cNvSpPr>
                <a:spLocks noEditPoints="1"/>
              </p:cNvSpPr>
              <p:nvPr/>
            </p:nvSpPr>
            <p:spPr bwMode="auto">
              <a:xfrm>
                <a:off x="3974" y="1173"/>
                <a:ext cx="141" cy="34"/>
              </a:xfrm>
              <a:custGeom>
                <a:avLst/>
                <a:gdLst>
                  <a:gd name="T0" fmla="*/ 18 w 74"/>
                  <a:gd name="T1" fmla="*/ 0 h 18"/>
                  <a:gd name="T2" fmla="*/ 12 w 74"/>
                  <a:gd name="T3" fmla="*/ 0 h 18"/>
                  <a:gd name="T4" fmla="*/ 7 w 74"/>
                  <a:gd name="T5" fmla="*/ 1 h 18"/>
                  <a:gd name="T6" fmla="*/ 0 w 74"/>
                  <a:gd name="T7" fmla="*/ 8 h 18"/>
                  <a:gd name="T8" fmla="*/ 2 w 74"/>
                  <a:gd name="T9" fmla="*/ 18 h 18"/>
                  <a:gd name="T10" fmla="*/ 18 w 74"/>
                  <a:gd name="T11" fmla="*/ 18 h 18"/>
                  <a:gd name="T12" fmla="*/ 18 w 74"/>
                  <a:gd name="T13" fmla="*/ 1 h 18"/>
                  <a:gd name="T14" fmla="*/ 18 w 74"/>
                  <a:gd name="T15" fmla="*/ 0 h 18"/>
                  <a:gd name="T16" fmla="*/ 53 w 74"/>
                  <a:gd name="T17" fmla="*/ 18 h 18"/>
                  <a:gd name="T18" fmla="*/ 71 w 74"/>
                  <a:gd name="T19" fmla="*/ 18 h 18"/>
                  <a:gd name="T20" fmla="*/ 72 w 74"/>
                  <a:gd name="T21" fmla="*/ 18 h 18"/>
                  <a:gd name="T22" fmla="*/ 69 w 74"/>
                  <a:gd name="T23" fmla="*/ 2 h 18"/>
                  <a:gd name="T24" fmla="*/ 57 w 74"/>
                  <a:gd name="T25" fmla="*/ 6 h 18"/>
                  <a:gd name="T26" fmla="*/ 53 w 74"/>
                  <a:gd name="T2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8">
                    <a:moveTo>
                      <a:pt x="18" y="0"/>
                    </a:moveTo>
                    <a:cubicBezTo>
                      <a:pt x="12" y="0"/>
                      <a:pt x="12" y="0"/>
                      <a:pt x="12" y="0"/>
                    </a:cubicBezTo>
                    <a:cubicBezTo>
                      <a:pt x="11" y="1"/>
                      <a:pt x="9" y="1"/>
                      <a:pt x="7" y="1"/>
                    </a:cubicBezTo>
                    <a:cubicBezTo>
                      <a:pt x="1" y="1"/>
                      <a:pt x="0" y="4"/>
                      <a:pt x="0" y="8"/>
                    </a:cubicBezTo>
                    <a:cubicBezTo>
                      <a:pt x="0" y="9"/>
                      <a:pt x="1" y="14"/>
                      <a:pt x="2" y="18"/>
                    </a:cubicBezTo>
                    <a:cubicBezTo>
                      <a:pt x="18" y="18"/>
                      <a:pt x="18" y="18"/>
                      <a:pt x="18" y="18"/>
                    </a:cubicBezTo>
                    <a:cubicBezTo>
                      <a:pt x="18" y="14"/>
                      <a:pt x="18" y="5"/>
                      <a:pt x="18" y="1"/>
                    </a:cubicBezTo>
                    <a:cubicBezTo>
                      <a:pt x="18" y="0"/>
                      <a:pt x="18" y="0"/>
                      <a:pt x="18" y="0"/>
                    </a:cubicBezTo>
                    <a:close/>
                    <a:moveTo>
                      <a:pt x="53" y="18"/>
                    </a:moveTo>
                    <a:cubicBezTo>
                      <a:pt x="71" y="18"/>
                      <a:pt x="71" y="18"/>
                      <a:pt x="71" y="18"/>
                    </a:cubicBezTo>
                    <a:cubicBezTo>
                      <a:pt x="72" y="18"/>
                      <a:pt x="72" y="18"/>
                      <a:pt x="72" y="18"/>
                    </a:cubicBezTo>
                    <a:cubicBezTo>
                      <a:pt x="74" y="11"/>
                      <a:pt x="74" y="4"/>
                      <a:pt x="69" y="2"/>
                    </a:cubicBezTo>
                    <a:cubicBezTo>
                      <a:pt x="64" y="1"/>
                      <a:pt x="59" y="3"/>
                      <a:pt x="57" y="6"/>
                    </a:cubicBezTo>
                    <a:cubicBezTo>
                      <a:pt x="54" y="9"/>
                      <a:pt x="54" y="16"/>
                      <a:pt x="53" y="18"/>
                    </a:cubicBezTo>
                    <a:close/>
                  </a:path>
                </a:pathLst>
              </a:custGeom>
              <a:solidFill>
                <a:srgbClr val="DCD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59" name="Freeform 488"/>
              <p:cNvSpPr>
                <a:spLocks noEditPoints="1"/>
              </p:cNvSpPr>
              <p:nvPr/>
            </p:nvSpPr>
            <p:spPr bwMode="auto">
              <a:xfrm>
                <a:off x="3974" y="1175"/>
                <a:ext cx="141" cy="36"/>
              </a:xfrm>
              <a:custGeom>
                <a:avLst/>
                <a:gdLst>
                  <a:gd name="T0" fmla="*/ 18 w 74"/>
                  <a:gd name="T1" fmla="*/ 0 h 19"/>
                  <a:gd name="T2" fmla="*/ 4 w 74"/>
                  <a:gd name="T3" fmla="*/ 0 h 19"/>
                  <a:gd name="T4" fmla="*/ 0 w 74"/>
                  <a:gd name="T5" fmla="*/ 7 h 19"/>
                  <a:gd name="T6" fmla="*/ 2 w 74"/>
                  <a:gd name="T7" fmla="*/ 19 h 19"/>
                  <a:gd name="T8" fmla="*/ 19 w 74"/>
                  <a:gd name="T9" fmla="*/ 19 h 19"/>
                  <a:gd name="T10" fmla="*/ 18 w 74"/>
                  <a:gd name="T11" fmla="*/ 0 h 19"/>
                  <a:gd name="T12" fmla="*/ 52 w 74"/>
                  <a:gd name="T13" fmla="*/ 19 h 19"/>
                  <a:gd name="T14" fmla="*/ 71 w 74"/>
                  <a:gd name="T15" fmla="*/ 19 h 19"/>
                  <a:gd name="T16" fmla="*/ 72 w 74"/>
                  <a:gd name="T17" fmla="*/ 17 h 19"/>
                  <a:gd name="T18" fmla="*/ 69 w 74"/>
                  <a:gd name="T19" fmla="*/ 1 h 19"/>
                  <a:gd name="T20" fmla="*/ 57 w 74"/>
                  <a:gd name="T21" fmla="*/ 5 h 19"/>
                  <a:gd name="T22" fmla="*/ 52 w 74"/>
                  <a:gd name="T23" fmla="*/ 18 h 19"/>
                  <a:gd name="T24" fmla="*/ 52 w 74"/>
                  <a:gd name="T25"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4" h="19">
                    <a:moveTo>
                      <a:pt x="18" y="0"/>
                    </a:moveTo>
                    <a:cubicBezTo>
                      <a:pt x="4" y="0"/>
                      <a:pt x="4" y="0"/>
                      <a:pt x="4" y="0"/>
                    </a:cubicBezTo>
                    <a:cubicBezTo>
                      <a:pt x="1" y="1"/>
                      <a:pt x="0" y="4"/>
                      <a:pt x="0" y="7"/>
                    </a:cubicBezTo>
                    <a:cubicBezTo>
                      <a:pt x="0" y="8"/>
                      <a:pt x="1" y="13"/>
                      <a:pt x="2" y="19"/>
                    </a:cubicBezTo>
                    <a:cubicBezTo>
                      <a:pt x="19" y="19"/>
                      <a:pt x="19" y="19"/>
                      <a:pt x="19" y="19"/>
                    </a:cubicBezTo>
                    <a:cubicBezTo>
                      <a:pt x="18" y="15"/>
                      <a:pt x="18" y="5"/>
                      <a:pt x="18" y="0"/>
                    </a:cubicBezTo>
                    <a:close/>
                    <a:moveTo>
                      <a:pt x="52" y="19"/>
                    </a:moveTo>
                    <a:cubicBezTo>
                      <a:pt x="71" y="19"/>
                      <a:pt x="71" y="19"/>
                      <a:pt x="71" y="19"/>
                    </a:cubicBezTo>
                    <a:cubicBezTo>
                      <a:pt x="71" y="18"/>
                      <a:pt x="71" y="17"/>
                      <a:pt x="72" y="17"/>
                    </a:cubicBezTo>
                    <a:cubicBezTo>
                      <a:pt x="74" y="10"/>
                      <a:pt x="74" y="3"/>
                      <a:pt x="69" y="1"/>
                    </a:cubicBezTo>
                    <a:cubicBezTo>
                      <a:pt x="64" y="0"/>
                      <a:pt x="59" y="2"/>
                      <a:pt x="57" y="5"/>
                    </a:cubicBezTo>
                    <a:cubicBezTo>
                      <a:pt x="54" y="8"/>
                      <a:pt x="54" y="17"/>
                      <a:pt x="52" y="18"/>
                    </a:cubicBezTo>
                    <a:cubicBezTo>
                      <a:pt x="52" y="18"/>
                      <a:pt x="52" y="19"/>
                      <a:pt x="52" y="19"/>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0" name="Freeform 489"/>
              <p:cNvSpPr>
                <a:spLocks noEditPoints="1"/>
              </p:cNvSpPr>
              <p:nvPr/>
            </p:nvSpPr>
            <p:spPr bwMode="auto">
              <a:xfrm>
                <a:off x="3974" y="1179"/>
                <a:ext cx="141" cy="34"/>
              </a:xfrm>
              <a:custGeom>
                <a:avLst/>
                <a:gdLst>
                  <a:gd name="T0" fmla="*/ 70 w 74"/>
                  <a:gd name="T1" fmla="*/ 0 h 18"/>
                  <a:gd name="T2" fmla="*/ 62 w 74"/>
                  <a:gd name="T3" fmla="*/ 0 h 18"/>
                  <a:gd name="T4" fmla="*/ 57 w 74"/>
                  <a:gd name="T5" fmla="*/ 3 h 18"/>
                  <a:gd name="T6" fmla="*/ 52 w 74"/>
                  <a:gd name="T7" fmla="*/ 16 h 18"/>
                  <a:gd name="T8" fmla="*/ 51 w 74"/>
                  <a:gd name="T9" fmla="*/ 18 h 18"/>
                  <a:gd name="T10" fmla="*/ 70 w 74"/>
                  <a:gd name="T11" fmla="*/ 18 h 18"/>
                  <a:gd name="T12" fmla="*/ 72 w 74"/>
                  <a:gd name="T13" fmla="*/ 15 h 18"/>
                  <a:gd name="T14" fmla="*/ 70 w 74"/>
                  <a:gd name="T15" fmla="*/ 0 h 18"/>
                  <a:gd name="T16" fmla="*/ 18 w 74"/>
                  <a:gd name="T17" fmla="*/ 0 h 18"/>
                  <a:gd name="T18" fmla="*/ 2 w 74"/>
                  <a:gd name="T19" fmla="*/ 0 h 18"/>
                  <a:gd name="T20" fmla="*/ 0 w 74"/>
                  <a:gd name="T21" fmla="*/ 5 h 18"/>
                  <a:gd name="T22" fmla="*/ 2 w 74"/>
                  <a:gd name="T23" fmla="*/ 18 h 18"/>
                  <a:gd name="T24" fmla="*/ 19 w 74"/>
                  <a:gd name="T25" fmla="*/ 18 h 18"/>
                  <a:gd name="T26" fmla="*/ 18 w 74"/>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8">
                    <a:moveTo>
                      <a:pt x="70" y="0"/>
                    </a:moveTo>
                    <a:cubicBezTo>
                      <a:pt x="62" y="0"/>
                      <a:pt x="62" y="0"/>
                      <a:pt x="62" y="0"/>
                    </a:cubicBezTo>
                    <a:cubicBezTo>
                      <a:pt x="60" y="1"/>
                      <a:pt x="58" y="2"/>
                      <a:pt x="57" y="3"/>
                    </a:cubicBezTo>
                    <a:cubicBezTo>
                      <a:pt x="54" y="6"/>
                      <a:pt x="54" y="15"/>
                      <a:pt x="52" y="16"/>
                    </a:cubicBezTo>
                    <a:cubicBezTo>
                      <a:pt x="52" y="17"/>
                      <a:pt x="51" y="17"/>
                      <a:pt x="51" y="18"/>
                    </a:cubicBezTo>
                    <a:cubicBezTo>
                      <a:pt x="70" y="18"/>
                      <a:pt x="70" y="18"/>
                      <a:pt x="70" y="18"/>
                    </a:cubicBezTo>
                    <a:cubicBezTo>
                      <a:pt x="71" y="17"/>
                      <a:pt x="71" y="16"/>
                      <a:pt x="72" y="15"/>
                    </a:cubicBezTo>
                    <a:cubicBezTo>
                      <a:pt x="74" y="8"/>
                      <a:pt x="74" y="2"/>
                      <a:pt x="70" y="0"/>
                    </a:cubicBezTo>
                    <a:close/>
                    <a:moveTo>
                      <a:pt x="18" y="0"/>
                    </a:moveTo>
                    <a:cubicBezTo>
                      <a:pt x="2" y="0"/>
                      <a:pt x="2" y="0"/>
                      <a:pt x="2" y="0"/>
                    </a:cubicBezTo>
                    <a:cubicBezTo>
                      <a:pt x="0" y="1"/>
                      <a:pt x="0" y="3"/>
                      <a:pt x="0" y="5"/>
                    </a:cubicBezTo>
                    <a:cubicBezTo>
                      <a:pt x="0" y="7"/>
                      <a:pt x="1" y="12"/>
                      <a:pt x="2" y="18"/>
                    </a:cubicBezTo>
                    <a:cubicBezTo>
                      <a:pt x="19" y="18"/>
                      <a:pt x="19" y="18"/>
                      <a:pt x="19" y="18"/>
                    </a:cubicBezTo>
                    <a:cubicBezTo>
                      <a:pt x="18" y="15"/>
                      <a:pt x="18" y="5"/>
                      <a:pt x="18"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1" name="Freeform 490"/>
              <p:cNvSpPr>
                <a:spLocks noEditPoints="1"/>
              </p:cNvSpPr>
              <p:nvPr/>
            </p:nvSpPr>
            <p:spPr bwMode="auto">
              <a:xfrm>
                <a:off x="3974" y="1181"/>
                <a:ext cx="141" cy="34"/>
              </a:xfrm>
              <a:custGeom>
                <a:avLst/>
                <a:gdLst>
                  <a:gd name="T0" fmla="*/ 72 w 74"/>
                  <a:gd name="T1" fmla="*/ 0 h 18"/>
                  <a:gd name="T2" fmla="*/ 59 w 74"/>
                  <a:gd name="T3" fmla="*/ 0 h 18"/>
                  <a:gd name="T4" fmla="*/ 57 w 74"/>
                  <a:gd name="T5" fmla="*/ 2 h 18"/>
                  <a:gd name="T6" fmla="*/ 52 w 74"/>
                  <a:gd name="T7" fmla="*/ 15 h 18"/>
                  <a:gd name="T8" fmla="*/ 50 w 74"/>
                  <a:gd name="T9" fmla="*/ 18 h 18"/>
                  <a:gd name="T10" fmla="*/ 69 w 74"/>
                  <a:gd name="T11" fmla="*/ 18 h 18"/>
                  <a:gd name="T12" fmla="*/ 72 w 74"/>
                  <a:gd name="T13" fmla="*/ 14 h 18"/>
                  <a:gd name="T14" fmla="*/ 72 w 74"/>
                  <a:gd name="T15" fmla="*/ 0 h 18"/>
                  <a:gd name="T16" fmla="*/ 18 w 74"/>
                  <a:gd name="T17" fmla="*/ 0 h 18"/>
                  <a:gd name="T18" fmla="*/ 1 w 74"/>
                  <a:gd name="T19" fmla="*/ 0 h 18"/>
                  <a:gd name="T20" fmla="*/ 0 w 74"/>
                  <a:gd name="T21" fmla="*/ 4 h 18"/>
                  <a:gd name="T22" fmla="*/ 3 w 74"/>
                  <a:gd name="T23" fmla="*/ 18 h 18"/>
                  <a:gd name="T24" fmla="*/ 20 w 74"/>
                  <a:gd name="T25" fmla="*/ 18 h 18"/>
                  <a:gd name="T26" fmla="*/ 20 w 74"/>
                  <a:gd name="T27" fmla="*/ 18 h 18"/>
                  <a:gd name="T28" fmla="*/ 18 w 7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4" h="18">
                    <a:moveTo>
                      <a:pt x="72" y="0"/>
                    </a:moveTo>
                    <a:cubicBezTo>
                      <a:pt x="59" y="0"/>
                      <a:pt x="59" y="0"/>
                      <a:pt x="59" y="0"/>
                    </a:cubicBezTo>
                    <a:cubicBezTo>
                      <a:pt x="58" y="1"/>
                      <a:pt x="57" y="2"/>
                      <a:pt x="57" y="2"/>
                    </a:cubicBezTo>
                    <a:cubicBezTo>
                      <a:pt x="54" y="5"/>
                      <a:pt x="54" y="14"/>
                      <a:pt x="52" y="15"/>
                    </a:cubicBezTo>
                    <a:cubicBezTo>
                      <a:pt x="51" y="16"/>
                      <a:pt x="51" y="17"/>
                      <a:pt x="50" y="18"/>
                    </a:cubicBezTo>
                    <a:cubicBezTo>
                      <a:pt x="69" y="18"/>
                      <a:pt x="69" y="18"/>
                      <a:pt x="69" y="18"/>
                    </a:cubicBezTo>
                    <a:cubicBezTo>
                      <a:pt x="70" y="17"/>
                      <a:pt x="71" y="15"/>
                      <a:pt x="72" y="14"/>
                    </a:cubicBezTo>
                    <a:cubicBezTo>
                      <a:pt x="74" y="8"/>
                      <a:pt x="74" y="3"/>
                      <a:pt x="72" y="0"/>
                    </a:cubicBezTo>
                    <a:close/>
                    <a:moveTo>
                      <a:pt x="18" y="0"/>
                    </a:moveTo>
                    <a:cubicBezTo>
                      <a:pt x="1" y="0"/>
                      <a:pt x="1" y="0"/>
                      <a:pt x="1" y="0"/>
                    </a:cubicBezTo>
                    <a:cubicBezTo>
                      <a:pt x="0" y="1"/>
                      <a:pt x="0" y="2"/>
                      <a:pt x="0" y="4"/>
                    </a:cubicBezTo>
                    <a:cubicBezTo>
                      <a:pt x="0" y="6"/>
                      <a:pt x="1" y="12"/>
                      <a:pt x="3" y="18"/>
                    </a:cubicBezTo>
                    <a:cubicBezTo>
                      <a:pt x="20" y="18"/>
                      <a:pt x="20" y="18"/>
                      <a:pt x="20" y="18"/>
                    </a:cubicBezTo>
                    <a:cubicBezTo>
                      <a:pt x="20" y="18"/>
                      <a:pt x="20" y="18"/>
                      <a:pt x="20" y="18"/>
                    </a:cubicBezTo>
                    <a:cubicBezTo>
                      <a:pt x="18" y="16"/>
                      <a:pt x="18" y="6"/>
                      <a:pt x="18"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2" name="Freeform 491"/>
              <p:cNvSpPr>
                <a:spLocks noEditPoints="1"/>
              </p:cNvSpPr>
              <p:nvPr/>
            </p:nvSpPr>
            <p:spPr bwMode="auto">
              <a:xfrm>
                <a:off x="3974" y="1183"/>
                <a:ext cx="141" cy="36"/>
              </a:xfrm>
              <a:custGeom>
                <a:avLst/>
                <a:gdLst>
                  <a:gd name="T0" fmla="*/ 72 w 74"/>
                  <a:gd name="T1" fmla="*/ 0 h 19"/>
                  <a:gd name="T2" fmla="*/ 58 w 74"/>
                  <a:gd name="T3" fmla="*/ 0 h 19"/>
                  <a:gd name="T4" fmla="*/ 57 w 74"/>
                  <a:gd name="T5" fmla="*/ 1 h 19"/>
                  <a:gd name="T6" fmla="*/ 52 w 74"/>
                  <a:gd name="T7" fmla="*/ 14 h 19"/>
                  <a:gd name="T8" fmla="*/ 50 w 74"/>
                  <a:gd name="T9" fmla="*/ 19 h 19"/>
                  <a:gd name="T10" fmla="*/ 69 w 74"/>
                  <a:gd name="T11" fmla="*/ 19 h 19"/>
                  <a:gd name="T12" fmla="*/ 72 w 74"/>
                  <a:gd name="T13" fmla="*/ 13 h 19"/>
                  <a:gd name="T14" fmla="*/ 72 w 74"/>
                  <a:gd name="T15" fmla="*/ 0 h 19"/>
                  <a:gd name="T16" fmla="*/ 18 w 74"/>
                  <a:gd name="T17" fmla="*/ 0 h 19"/>
                  <a:gd name="T18" fmla="*/ 0 w 74"/>
                  <a:gd name="T19" fmla="*/ 0 h 19"/>
                  <a:gd name="T20" fmla="*/ 0 w 74"/>
                  <a:gd name="T21" fmla="*/ 3 h 19"/>
                  <a:gd name="T22" fmla="*/ 3 w 74"/>
                  <a:gd name="T23" fmla="*/ 19 h 19"/>
                  <a:gd name="T24" fmla="*/ 20 w 74"/>
                  <a:gd name="T25" fmla="*/ 19 h 19"/>
                  <a:gd name="T26" fmla="*/ 20 w 74"/>
                  <a:gd name="T27" fmla="*/ 17 h 19"/>
                  <a:gd name="T28" fmla="*/ 18 w 74"/>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4" h="19">
                    <a:moveTo>
                      <a:pt x="72" y="0"/>
                    </a:moveTo>
                    <a:cubicBezTo>
                      <a:pt x="58" y="0"/>
                      <a:pt x="58" y="0"/>
                      <a:pt x="58" y="0"/>
                    </a:cubicBezTo>
                    <a:cubicBezTo>
                      <a:pt x="57" y="1"/>
                      <a:pt x="57" y="1"/>
                      <a:pt x="57" y="1"/>
                    </a:cubicBezTo>
                    <a:cubicBezTo>
                      <a:pt x="54" y="4"/>
                      <a:pt x="54" y="13"/>
                      <a:pt x="52" y="14"/>
                    </a:cubicBezTo>
                    <a:cubicBezTo>
                      <a:pt x="51" y="15"/>
                      <a:pt x="50" y="16"/>
                      <a:pt x="50" y="19"/>
                    </a:cubicBezTo>
                    <a:cubicBezTo>
                      <a:pt x="69" y="19"/>
                      <a:pt x="69" y="19"/>
                      <a:pt x="69" y="19"/>
                    </a:cubicBezTo>
                    <a:cubicBezTo>
                      <a:pt x="70" y="17"/>
                      <a:pt x="71" y="15"/>
                      <a:pt x="72" y="13"/>
                    </a:cubicBezTo>
                    <a:cubicBezTo>
                      <a:pt x="73" y="8"/>
                      <a:pt x="74" y="3"/>
                      <a:pt x="72" y="0"/>
                    </a:cubicBezTo>
                    <a:close/>
                    <a:moveTo>
                      <a:pt x="18" y="0"/>
                    </a:moveTo>
                    <a:cubicBezTo>
                      <a:pt x="0" y="0"/>
                      <a:pt x="0" y="0"/>
                      <a:pt x="0" y="0"/>
                    </a:cubicBezTo>
                    <a:cubicBezTo>
                      <a:pt x="0" y="1"/>
                      <a:pt x="0" y="2"/>
                      <a:pt x="0" y="3"/>
                    </a:cubicBezTo>
                    <a:cubicBezTo>
                      <a:pt x="0" y="5"/>
                      <a:pt x="1" y="12"/>
                      <a:pt x="3" y="19"/>
                    </a:cubicBezTo>
                    <a:cubicBezTo>
                      <a:pt x="20" y="19"/>
                      <a:pt x="20" y="19"/>
                      <a:pt x="20" y="19"/>
                    </a:cubicBezTo>
                    <a:cubicBezTo>
                      <a:pt x="20" y="18"/>
                      <a:pt x="20" y="17"/>
                      <a:pt x="20" y="17"/>
                    </a:cubicBezTo>
                    <a:cubicBezTo>
                      <a:pt x="18" y="15"/>
                      <a:pt x="18" y="7"/>
                      <a:pt x="18" y="0"/>
                    </a:cubicBezTo>
                    <a:close/>
                  </a:path>
                </a:pathLst>
              </a:custGeom>
              <a:solidFill>
                <a:srgbClr val="DFDE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3" name="Freeform 492"/>
              <p:cNvSpPr>
                <a:spLocks noEditPoints="1"/>
              </p:cNvSpPr>
              <p:nvPr/>
            </p:nvSpPr>
            <p:spPr bwMode="auto">
              <a:xfrm>
                <a:off x="3974" y="1186"/>
                <a:ext cx="141" cy="35"/>
              </a:xfrm>
              <a:custGeom>
                <a:avLst/>
                <a:gdLst>
                  <a:gd name="T0" fmla="*/ 73 w 74"/>
                  <a:gd name="T1" fmla="*/ 0 h 18"/>
                  <a:gd name="T2" fmla="*/ 56 w 74"/>
                  <a:gd name="T3" fmla="*/ 0 h 18"/>
                  <a:gd name="T4" fmla="*/ 52 w 74"/>
                  <a:gd name="T5" fmla="*/ 12 h 18"/>
                  <a:gd name="T6" fmla="*/ 50 w 74"/>
                  <a:gd name="T7" fmla="*/ 18 h 18"/>
                  <a:gd name="T8" fmla="*/ 68 w 74"/>
                  <a:gd name="T9" fmla="*/ 18 h 18"/>
                  <a:gd name="T10" fmla="*/ 72 w 74"/>
                  <a:gd name="T11" fmla="*/ 11 h 18"/>
                  <a:gd name="T12" fmla="*/ 73 w 74"/>
                  <a:gd name="T13" fmla="*/ 0 h 18"/>
                  <a:gd name="T14" fmla="*/ 18 w 74"/>
                  <a:gd name="T15" fmla="*/ 0 h 18"/>
                  <a:gd name="T16" fmla="*/ 0 w 74"/>
                  <a:gd name="T17" fmla="*/ 0 h 18"/>
                  <a:gd name="T18" fmla="*/ 0 w 74"/>
                  <a:gd name="T19" fmla="*/ 1 h 18"/>
                  <a:gd name="T20" fmla="*/ 3 w 74"/>
                  <a:gd name="T21" fmla="*/ 18 h 18"/>
                  <a:gd name="T22" fmla="*/ 20 w 74"/>
                  <a:gd name="T23" fmla="*/ 18 h 18"/>
                  <a:gd name="T24" fmla="*/ 20 w 74"/>
                  <a:gd name="T25" fmla="*/ 15 h 18"/>
                  <a:gd name="T26" fmla="*/ 18 w 74"/>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8">
                    <a:moveTo>
                      <a:pt x="73" y="0"/>
                    </a:moveTo>
                    <a:cubicBezTo>
                      <a:pt x="56" y="0"/>
                      <a:pt x="56" y="0"/>
                      <a:pt x="56" y="0"/>
                    </a:cubicBezTo>
                    <a:cubicBezTo>
                      <a:pt x="54" y="3"/>
                      <a:pt x="54" y="11"/>
                      <a:pt x="52" y="12"/>
                    </a:cubicBezTo>
                    <a:cubicBezTo>
                      <a:pt x="51" y="13"/>
                      <a:pt x="50" y="15"/>
                      <a:pt x="50" y="18"/>
                    </a:cubicBezTo>
                    <a:cubicBezTo>
                      <a:pt x="68" y="18"/>
                      <a:pt x="68" y="18"/>
                      <a:pt x="68" y="18"/>
                    </a:cubicBezTo>
                    <a:cubicBezTo>
                      <a:pt x="69" y="16"/>
                      <a:pt x="70" y="13"/>
                      <a:pt x="72" y="11"/>
                    </a:cubicBezTo>
                    <a:cubicBezTo>
                      <a:pt x="73" y="7"/>
                      <a:pt x="74" y="3"/>
                      <a:pt x="73" y="0"/>
                    </a:cubicBezTo>
                    <a:close/>
                    <a:moveTo>
                      <a:pt x="18" y="0"/>
                    </a:moveTo>
                    <a:cubicBezTo>
                      <a:pt x="0" y="0"/>
                      <a:pt x="0" y="0"/>
                      <a:pt x="0" y="0"/>
                    </a:cubicBezTo>
                    <a:cubicBezTo>
                      <a:pt x="0" y="0"/>
                      <a:pt x="0" y="0"/>
                      <a:pt x="0" y="1"/>
                    </a:cubicBezTo>
                    <a:cubicBezTo>
                      <a:pt x="0" y="3"/>
                      <a:pt x="2" y="11"/>
                      <a:pt x="3" y="18"/>
                    </a:cubicBezTo>
                    <a:cubicBezTo>
                      <a:pt x="20" y="18"/>
                      <a:pt x="20" y="18"/>
                      <a:pt x="20" y="18"/>
                    </a:cubicBezTo>
                    <a:cubicBezTo>
                      <a:pt x="20" y="16"/>
                      <a:pt x="20" y="15"/>
                      <a:pt x="20" y="15"/>
                    </a:cubicBezTo>
                    <a:cubicBezTo>
                      <a:pt x="18" y="13"/>
                      <a:pt x="18" y="6"/>
                      <a:pt x="18"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4" name="Freeform 493"/>
              <p:cNvSpPr>
                <a:spLocks noEditPoints="1"/>
              </p:cNvSpPr>
              <p:nvPr/>
            </p:nvSpPr>
            <p:spPr bwMode="auto">
              <a:xfrm>
                <a:off x="3974" y="1188"/>
                <a:ext cx="141" cy="35"/>
              </a:xfrm>
              <a:custGeom>
                <a:avLst/>
                <a:gdLst>
                  <a:gd name="T0" fmla="*/ 73 w 74"/>
                  <a:gd name="T1" fmla="*/ 0 h 18"/>
                  <a:gd name="T2" fmla="*/ 56 w 74"/>
                  <a:gd name="T3" fmla="*/ 0 h 18"/>
                  <a:gd name="T4" fmla="*/ 52 w 74"/>
                  <a:gd name="T5" fmla="*/ 11 h 18"/>
                  <a:gd name="T6" fmla="*/ 50 w 74"/>
                  <a:gd name="T7" fmla="*/ 18 h 18"/>
                  <a:gd name="T8" fmla="*/ 68 w 74"/>
                  <a:gd name="T9" fmla="*/ 18 h 18"/>
                  <a:gd name="T10" fmla="*/ 72 w 74"/>
                  <a:gd name="T11" fmla="*/ 10 h 18"/>
                  <a:gd name="T12" fmla="*/ 73 w 74"/>
                  <a:gd name="T13" fmla="*/ 0 h 18"/>
                  <a:gd name="T14" fmla="*/ 18 w 74"/>
                  <a:gd name="T15" fmla="*/ 0 h 18"/>
                  <a:gd name="T16" fmla="*/ 0 w 74"/>
                  <a:gd name="T17" fmla="*/ 0 h 18"/>
                  <a:gd name="T18" fmla="*/ 4 w 74"/>
                  <a:gd name="T19" fmla="*/ 18 h 18"/>
                  <a:gd name="T20" fmla="*/ 20 w 74"/>
                  <a:gd name="T21" fmla="*/ 18 h 18"/>
                  <a:gd name="T22" fmla="*/ 20 w 74"/>
                  <a:gd name="T23" fmla="*/ 14 h 18"/>
                  <a:gd name="T24" fmla="*/ 18 w 74"/>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4" h="18">
                    <a:moveTo>
                      <a:pt x="73" y="0"/>
                    </a:moveTo>
                    <a:cubicBezTo>
                      <a:pt x="56" y="0"/>
                      <a:pt x="56" y="0"/>
                      <a:pt x="56" y="0"/>
                    </a:cubicBezTo>
                    <a:cubicBezTo>
                      <a:pt x="54" y="4"/>
                      <a:pt x="54" y="10"/>
                      <a:pt x="52" y="11"/>
                    </a:cubicBezTo>
                    <a:cubicBezTo>
                      <a:pt x="51" y="12"/>
                      <a:pt x="50" y="15"/>
                      <a:pt x="50" y="18"/>
                    </a:cubicBezTo>
                    <a:cubicBezTo>
                      <a:pt x="68" y="18"/>
                      <a:pt x="68" y="18"/>
                      <a:pt x="68" y="18"/>
                    </a:cubicBezTo>
                    <a:cubicBezTo>
                      <a:pt x="69" y="16"/>
                      <a:pt x="70" y="13"/>
                      <a:pt x="72" y="10"/>
                    </a:cubicBezTo>
                    <a:cubicBezTo>
                      <a:pt x="73" y="6"/>
                      <a:pt x="74" y="3"/>
                      <a:pt x="73" y="0"/>
                    </a:cubicBezTo>
                    <a:close/>
                    <a:moveTo>
                      <a:pt x="18" y="0"/>
                    </a:moveTo>
                    <a:cubicBezTo>
                      <a:pt x="0" y="0"/>
                      <a:pt x="0" y="0"/>
                      <a:pt x="0" y="0"/>
                    </a:cubicBezTo>
                    <a:cubicBezTo>
                      <a:pt x="0" y="2"/>
                      <a:pt x="2" y="11"/>
                      <a:pt x="4" y="18"/>
                    </a:cubicBezTo>
                    <a:cubicBezTo>
                      <a:pt x="20" y="18"/>
                      <a:pt x="20" y="18"/>
                      <a:pt x="20" y="18"/>
                    </a:cubicBezTo>
                    <a:cubicBezTo>
                      <a:pt x="20" y="16"/>
                      <a:pt x="20" y="14"/>
                      <a:pt x="20" y="14"/>
                    </a:cubicBezTo>
                    <a:cubicBezTo>
                      <a:pt x="18" y="12"/>
                      <a:pt x="18" y="6"/>
                      <a:pt x="18"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5" name="Freeform 494"/>
              <p:cNvSpPr>
                <a:spLocks noEditPoints="1"/>
              </p:cNvSpPr>
              <p:nvPr/>
            </p:nvSpPr>
            <p:spPr bwMode="auto">
              <a:xfrm>
                <a:off x="3974" y="1190"/>
                <a:ext cx="139" cy="35"/>
              </a:xfrm>
              <a:custGeom>
                <a:avLst/>
                <a:gdLst>
                  <a:gd name="T0" fmla="*/ 73 w 73"/>
                  <a:gd name="T1" fmla="*/ 0 h 18"/>
                  <a:gd name="T2" fmla="*/ 55 w 73"/>
                  <a:gd name="T3" fmla="*/ 0 h 18"/>
                  <a:gd name="T4" fmla="*/ 52 w 73"/>
                  <a:gd name="T5" fmla="*/ 10 h 18"/>
                  <a:gd name="T6" fmla="*/ 50 w 73"/>
                  <a:gd name="T7" fmla="*/ 18 h 18"/>
                  <a:gd name="T8" fmla="*/ 67 w 73"/>
                  <a:gd name="T9" fmla="*/ 18 h 18"/>
                  <a:gd name="T10" fmla="*/ 72 w 73"/>
                  <a:gd name="T11" fmla="*/ 9 h 18"/>
                  <a:gd name="T12" fmla="*/ 73 w 73"/>
                  <a:gd name="T13" fmla="*/ 0 h 18"/>
                  <a:gd name="T14" fmla="*/ 18 w 73"/>
                  <a:gd name="T15" fmla="*/ 0 h 18"/>
                  <a:gd name="T16" fmla="*/ 0 w 73"/>
                  <a:gd name="T17" fmla="*/ 0 h 18"/>
                  <a:gd name="T18" fmla="*/ 4 w 73"/>
                  <a:gd name="T19" fmla="*/ 18 h 18"/>
                  <a:gd name="T20" fmla="*/ 20 w 73"/>
                  <a:gd name="T21" fmla="*/ 18 h 18"/>
                  <a:gd name="T22" fmla="*/ 20 w 73"/>
                  <a:gd name="T23" fmla="*/ 13 h 18"/>
                  <a:gd name="T24" fmla="*/ 18 w 73"/>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3" h="18">
                    <a:moveTo>
                      <a:pt x="73" y="0"/>
                    </a:moveTo>
                    <a:cubicBezTo>
                      <a:pt x="55" y="0"/>
                      <a:pt x="55" y="0"/>
                      <a:pt x="55" y="0"/>
                    </a:cubicBezTo>
                    <a:cubicBezTo>
                      <a:pt x="54" y="4"/>
                      <a:pt x="54" y="9"/>
                      <a:pt x="52" y="10"/>
                    </a:cubicBezTo>
                    <a:cubicBezTo>
                      <a:pt x="50" y="11"/>
                      <a:pt x="50" y="14"/>
                      <a:pt x="50" y="18"/>
                    </a:cubicBezTo>
                    <a:cubicBezTo>
                      <a:pt x="67" y="18"/>
                      <a:pt x="67" y="18"/>
                      <a:pt x="67" y="18"/>
                    </a:cubicBezTo>
                    <a:cubicBezTo>
                      <a:pt x="68" y="16"/>
                      <a:pt x="70" y="13"/>
                      <a:pt x="72" y="9"/>
                    </a:cubicBezTo>
                    <a:cubicBezTo>
                      <a:pt x="73" y="6"/>
                      <a:pt x="73" y="3"/>
                      <a:pt x="73" y="0"/>
                    </a:cubicBezTo>
                    <a:close/>
                    <a:moveTo>
                      <a:pt x="18" y="0"/>
                    </a:moveTo>
                    <a:cubicBezTo>
                      <a:pt x="0" y="0"/>
                      <a:pt x="0" y="0"/>
                      <a:pt x="0" y="0"/>
                    </a:cubicBezTo>
                    <a:cubicBezTo>
                      <a:pt x="0" y="4"/>
                      <a:pt x="2" y="12"/>
                      <a:pt x="4" y="18"/>
                    </a:cubicBezTo>
                    <a:cubicBezTo>
                      <a:pt x="20" y="18"/>
                      <a:pt x="20" y="18"/>
                      <a:pt x="20" y="18"/>
                    </a:cubicBezTo>
                    <a:cubicBezTo>
                      <a:pt x="20" y="16"/>
                      <a:pt x="21" y="14"/>
                      <a:pt x="20" y="13"/>
                    </a:cubicBezTo>
                    <a:cubicBezTo>
                      <a:pt x="18" y="12"/>
                      <a:pt x="18" y="6"/>
                      <a:pt x="18"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6" name="Freeform 495"/>
              <p:cNvSpPr>
                <a:spLocks noEditPoints="1"/>
              </p:cNvSpPr>
              <p:nvPr/>
            </p:nvSpPr>
            <p:spPr bwMode="auto">
              <a:xfrm>
                <a:off x="3974" y="1192"/>
                <a:ext cx="139" cy="36"/>
              </a:xfrm>
              <a:custGeom>
                <a:avLst/>
                <a:gdLst>
                  <a:gd name="T0" fmla="*/ 73 w 73"/>
                  <a:gd name="T1" fmla="*/ 0 h 19"/>
                  <a:gd name="T2" fmla="*/ 55 w 73"/>
                  <a:gd name="T3" fmla="*/ 0 h 19"/>
                  <a:gd name="T4" fmla="*/ 52 w 73"/>
                  <a:gd name="T5" fmla="*/ 9 h 19"/>
                  <a:gd name="T6" fmla="*/ 50 w 73"/>
                  <a:gd name="T7" fmla="*/ 19 h 19"/>
                  <a:gd name="T8" fmla="*/ 67 w 73"/>
                  <a:gd name="T9" fmla="*/ 19 h 19"/>
                  <a:gd name="T10" fmla="*/ 72 w 73"/>
                  <a:gd name="T11" fmla="*/ 8 h 19"/>
                  <a:gd name="T12" fmla="*/ 73 w 73"/>
                  <a:gd name="T13" fmla="*/ 0 h 19"/>
                  <a:gd name="T14" fmla="*/ 18 w 73"/>
                  <a:gd name="T15" fmla="*/ 0 h 19"/>
                  <a:gd name="T16" fmla="*/ 0 w 73"/>
                  <a:gd name="T17" fmla="*/ 0 h 19"/>
                  <a:gd name="T18" fmla="*/ 4 w 73"/>
                  <a:gd name="T19" fmla="*/ 19 h 19"/>
                  <a:gd name="T20" fmla="*/ 20 w 73"/>
                  <a:gd name="T21" fmla="*/ 19 h 19"/>
                  <a:gd name="T22" fmla="*/ 20 w 73"/>
                  <a:gd name="T23" fmla="*/ 12 h 19"/>
                  <a:gd name="T24" fmla="*/ 18 w 73"/>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3" h="19">
                    <a:moveTo>
                      <a:pt x="73" y="0"/>
                    </a:moveTo>
                    <a:cubicBezTo>
                      <a:pt x="55" y="0"/>
                      <a:pt x="55" y="0"/>
                      <a:pt x="55" y="0"/>
                    </a:cubicBezTo>
                    <a:cubicBezTo>
                      <a:pt x="54" y="4"/>
                      <a:pt x="54" y="8"/>
                      <a:pt x="52" y="9"/>
                    </a:cubicBezTo>
                    <a:cubicBezTo>
                      <a:pt x="50" y="10"/>
                      <a:pt x="50" y="14"/>
                      <a:pt x="50" y="19"/>
                    </a:cubicBezTo>
                    <a:cubicBezTo>
                      <a:pt x="67" y="19"/>
                      <a:pt x="67" y="19"/>
                      <a:pt x="67" y="19"/>
                    </a:cubicBezTo>
                    <a:cubicBezTo>
                      <a:pt x="67" y="16"/>
                      <a:pt x="70" y="12"/>
                      <a:pt x="72" y="8"/>
                    </a:cubicBezTo>
                    <a:cubicBezTo>
                      <a:pt x="73" y="5"/>
                      <a:pt x="73" y="3"/>
                      <a:pt x="73" y="0"/>
                    </a:cubicBezTo>
                    <a:close/>
                    <a:moveTo>
                      <a:pt x="18" y="0"/>
                    </a:moveTo>
                    <a:cubicBezTo>
                      <a:pt x="0" y="0"/>
                      <a:pt x="0" y="0"/>
                      <a:pt x="0" y="0"/>
                    </a:cubicBezTo>
                    <a:cubicBezTo>
                      <a:pt x="1" y="5"/>
                      <a:pt x="3" y="13"/>
                      <a:pt x="4" y="19"/>
                    </a:cubicBezTo>
                    <a:cubicBezTo>
                      <a:pt x="20" y="19"/>
                      <a:pt x="20" y="19"/>
                      <a:pt x="20" y="19"/>
                    </a:cubicBezTo>
                    <a:cubicBezTo>
                      <a:pt x="20" y="16"/>
                      <a:pt x="21" y="13"/>
                      <a:pt x="20" y="12"/>
                    </a:cubicBezTo>
                    <a:cubicBezTo>
                      <a:pt x="18" y="11"/>
                      <a:pt x="18" y="6"/>
                      <a:pt x="18" y="0"/>
                    </a:cubicBezTo>
                    <a:close/>
                  </a:path>
                </a:pathLst>
              </a:custGeom>
              <a:solidFill>
                <a:srgbClr val="E3E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7" name="Freeform 496"/>
              <p:cNvSpPr>
                <a:spLocks noEditPoints="1"/>
              </p:cNvSpPr>
              <p:nvPr/>
            </p:nvSpPr>
            <p:spPr bwMode="auto">
              <a:xfrm>
                <a:off x="3974" y="1196"/>
                <a:ext cx="139" cy="34"/>
              </a:xfrm>
              <a:custGeom>
                <a:avLst/>
                <a:gdLst>
                  <a:gd name="T0" fmla="*/ 73 w 73"/>
                  <a:gd name="T1" fmla="*/ 0 h 18"/>
                  <a:gd name="T2" fmla="*/ 55 w 73"/>
                  <a:gd name="T3" fmla="*/ 0 h 18"/>
                  <a:gd name="T4" fmla="*/ 52 w 73"/>
                  <a:gd name="T5" fmla="*/ 7 h 18"/>
                  <a:gd name="T6" fmla="*/ 50 w 73"/>
                  <a:gd name="T7" fmla="*/ 18 h 18"/>
                  <a:gd name="T8" fmla="*/ 50 w 73"/>
                  <a:gd name="T9" fmla="*/ 18 h 18"/>
                  <a:gd name="T10" fmla="*/ 67 w 73"/>
                  <a:gd name="T11" fmla="*/ 18 h 18"/>
                  <a:gd name="T12" fmla="*/ 72 w 73"/>
                  <a:gd name="T13" fmla="*/ 6 h 18"/>
                  <a:gd name="T14" fmla="*/ 73 w 73"/>
                  <a:gd name="T15" fmla="*/ 0 h 18"/>
                  <a:gd name="T16" fmla="*/ 18 w 73"/>
                  <a:gd name="T17" fmla="*/ 0 h 18"/>
                  <a:gd name="T18" fmla="*/ 0 w 73"/>
                  <a:gd name="T19" fmla="*/ 0 h 18"/>
                  <a:gd name="T20" fmla="*/ 5 w 73"/>
                  <a:gd name="T21" fmla="*/ 18 h 18"/>
                  <a:gd name="T22" fmla="*/ 20 w 73"/>
                  <a:gd name="T23" fmla="*/ 18 h 18"/>
                  <a:gd name="T24" fmla="*/ 20 w 73"/>
                  <a:gd name="T25" fmla="*/ 10 h 18"/>
                  <a:gd name="T26" fmla="*/ 18 w 73"/>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18">
                    <a:moveTo>
                      <a:pt x="73" y="0"/>
                    </a:moveTo>
                    <a:cubicBezTo>
                      <a:pt x="55" y="0"/>
                      <a:pt x="55" y="0"/>
                      <a:pt x="55" y="0"/>
                    </a:cubicBezTo>
                    <a:cubicBezTo>
                      <a:pt x="54" y="3"/>
                      <a:pt x="54" y="7"/>
                      <a:pt x="52" y="7"/>
                    </a:cubicBezTo>
                    <a:cubicBezTo>
                      <a:pt x="50" y="8"/>
                      <a:pt x="50" y="13"/>
                      <a:pt x="50" y="18"/>
                    </a:cubicBezTo>
                    <a:cubicBezTo>
                      <a:pt x="50" y="18"/>
                      <a:pt x="50" y="18"/>
                      <a:pt x="50" y="18"/>
                    </a:cubicBezTo>
                    <a:cubicBezTo>
                      <a:pt x="67" y="18"/>
                      <a:pt x="67" y="18"/>
                      <a:pt x="67" y="18"/>
                    </a:cubicBezTo>
                    <a:cubicBezTo>
                      <a:pt x="67" y="15"/>
                      <a:pt x="69" y="11"/>
                      <a:pt x="72" y="6"/>
                    </a:cubicBezTo>
                    <a:cubicBezTo>
                      <a:pt x="72" y="4"/>
                      <a:pt x="73" y="2"/>
                      <a:pt x="73" y="0"/>
                    </a:cubicBezTo>
                    <a:close/>
                    <a:moveTo>
                      <a:pt x="18" y="0"/>
                    </a:moveTo>
                    <a:cubicBezTo>
                      <a:pt x="0" y="0"/>
                      <a:pt x="0" y="0"/>
                      <a:pt x="0" y="0"/>
                    </a:cubicBezTo>
                    <a:cubicBezTo>
                      <a:pt x="1" y="5"/>
                      <a:pt x="3" y="12"/>
                      <a:pt x="5" y="18"/>
                    </a:cubicBezTo>
                    <a:cubicBezTo>
                      <a:pt x="20" y="18"/>
                      <a:pt x="20" y="18"/>
                      <a:pt x="20" y="18"/>
                    </a:cubicBezTo>
                    <a:cubicBezTo>
                      <a:pt x="20" y="14"/>
                      <a:pt x="21" y="11"/>
                      <a:pt x="20" y="10"/>
                    </a:cubicBezTo>
                    <a:cubicBezTo>
                      <a:pt x="18" y="9"/>
                      <a:pt x="18" y="4"/>
                      <a:pt x="18" y="0"/>
                    </a:cubicBezTo>
                    <a:close/>
                  </a:path>
                </a:pathLst>
              </a:custGeom>
              <a:solidFill>
                <a:srgbClr val="E4E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8" name="Freeform 497"/>
              <p:cNvSpPr>
                <a:spLocks noEditPoints="1"/>
              </p:cNvSpPr>
              <p:nvPr/>
            </p:nvSpPr>
            <p:spPr bwMode="auto">
              <a:xfrm>
                <a:off x="3976" y="1198"/>
                <a:ext cx="137" cy="34"/>
              </a:xfrm>
              <a:custGeom>
                <a:avLst/>
                <a:gdLst>
                  <a:gd name="T0" fmla="*/ 72 w 72"/>
                  <a:gd name="T1" fmla="*/ 0 h 18"/>
                  <a:gd name="T2" fmla="*/ 53 w 72"/>
                  <a:gd name="T3" fmla="*/ 0 h 18"/>
                  <a:gd name="T4" fmla="*/ 51 w 72"/>
                  <a:gd name="T5" fmla="*/ 6 h 18"/>
                  <a:gd name="T6" fmla="*/ 49 w 72"/>
                  <a:gd name="T7" fmla="*/ 17 h 18"/>
                  <a:gd name="T8" fmla="*/ 49 w 72"/>
                  <a:gd name="T9" fmla="*/ 18 h 18"/>
                  <a:gd name="T10" fmla="*/ 66 w 72"/>
                  <a:gd name="T11" fmla="*/ 18 h 18"/>
                  <a:gd name="T12" fmla="*/ 71 w 72"/>
                  <a:gd name="T13" fmla="*/ 5 h 18"/>
                  <a:gd name="T14" fmla="*/ 72 w 72"/>
                  <a:gd name="T15" fmla="*/ 0 h 18"/>
                  <a:gd name="T16" fmla="*/ 17 w 72"/>
                  <a:gd name="T17" fmla="*/ 0 h 18"/>
                  <a:gd name="T18" fmla="*/ 0 w 72"/>
                  <a:gd name="T19" fmla="*/ 0 h 18"/>
                  <a:gd name="T20" fmla="*/ 4 w 72"/>
                  <a:gd name="T21" fmla="*/ 18 h 18"/>
                  <a:gd name="T22" fmla="*/ 19 w 72"/>
                  <a:gd name="T23" fmla="*/ 18 h 18"/>
                  <a:gd name="T24" fmla="*/ 19 w 72"/>
                  <a:gd name="T25" fmla="*/ 9 h 18"/>
                  <a:gd name="T26" fmla="*/ 17 w 72"/>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18">
                    <a:moveTo>
                      <a:pt x="72" y="0"/>
                    </a:moveTo>
                    <a:cubicBezTo>
                      <a:pt x="53" y="0"/>
                      <a:pt x="53" y="0"/>
                      <a:pt x="53" y="0"/>
                    </a:cubicBezTo>
                    <a:cubicBezTo>
                      <a:pt x="53" y="3"/>
                      <a:pt x="52" y="6"/>
                      <a:pt x="51" y="6"/>
                    </a:cubicBezTo>
                    <a:cubicBezTo>
                      <a:pt x="49" y="7"/>
                      <a:pt x="49" y="12"/>
                      <a:pt x="49" y="17"/>
                    </a:cubicBezTo>
                    <a:cubicBezTo>
                      <a:pt x="49" y="17"/>
                      <a:pt x="49" y="18"/>
                      <a:pt x="49" y="18"/>
                    </a:cubicBezTo>
                    <a:cubicBezTo>
                      <a:pt x="66" y="18"/>
                      <a:pt x="66" y="18"/>
                      <a:pt x="66" y="18"/>
                    </a:cubicBezTo>
                    <a:cubicBezTo>
                      <a:pt x="65" y="16"/>
                      <a:pt x="68" y="11"/>
                      <a:pt x="71" y="5"/>
                    </a:cubicBezTo>
                    <a:cubicBezTo>
                      <a:pt x="71" y="3"/>
                      <a:pt x="72" y="1"/>
                      <a:pt x="72" y="0"/>
                    </a:cubicBezTo>
                    <a:close/>
                    <a:moveTo>
                      <a:pt x="17" y="0"/>
                    </a:moveTo>
                    <a:cubicBezTo>
                      <a:pt x="0" y="0"/>
                      <a:pt x="0" y="0"/>
                      <a:pt x="0" y="0"/>
                    </a:cubicBezTo>
                    <a:cubicBezTo>
                      <a:pt x="1" y="5"/>
                      <a:pt x="3" y="13"/>
                      <a:pt x="4" y="18"/>
                    </a:cubicBezTo>
                    <a:cubicBezTo>
                      <a:pt x="19" y="18"/>
                      <a:pt x="19" y="18"/>
                      <a:pt x="19" y="18"/>
                    </a:cubicBezTo>
                    <a:cubicBezTo>
                      <a:pt x="19" y="14"/>
                      <a:pt x="20" y="10"/>
                      <a:pt x="19" y="9"/>
                    </a:cubicBezTo>
                    <a:cubicBezTo>
                      <a:pt x="18" y="8"/>
                      <a:pt x="17" y="4"/>
                      <a:pt x="17" y="0"/>
                    </a:cubicBezTo>
                    <a:close/>
                  </a:path>
                </a:pathLst>
              </a:custGeom>
              <a:solidFill>
                <a:srgbClr val="E4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69" name="Freeform 498"/>
              <p:cNvSpPr>
                <a:spLocks noEditPoints="1"/>
              </p:cNvSpPr>
              <p:nvPr/>
            </p:nvSpPr>
            <p:spPr bwMode="auto">
              <a:xfrm>
                <a:off x="3976" y="1200"/>
                <a:ext cx="137" cy="36"/>
              </a:xfrm>
              <a:custGeom>
                <a:avLst/>
                <a:gdLst>
                  <a:gd name="T0" fmla="*/ 72 w 72"/>
                  <a:gd name="T1" fmla="*/ 0 h 19"/>
                  <a:gd name="T2" fmla="*/ 53 w 72"/>
                  <a:gd name="T3" fmla="*/ 0 h 19"/>
                  <a:gd name="T4" fmla="*/ 51 w 72"/>
                  <a:gd name="T5" fmla="*/ 5 h 19"/>
                  <a:gd name="T6" fmla="*/ 49 w 72"/>
                  <a:gd name="T7" fmla="*/ 16 h 19"/>
                  <a:gd name="T8" fmla="*/ 49 w 72"/>
                  <a:gd name="T9" fmla="*/ 19 h 19"/>
                  <a:gd name="T10" fmla="*/ 66 w 72"/>
                  <a:gd name="T11" fmla="*/ 19 h 19"/>
                  <a:gd name="T12" fmla="*/ 66 w 72"/>
                  <a:gd name="T13" fmla="*/ 17 h 19"/>
                  <a:gd name="T14" fmla="*/ 71 w 72"/>
                  <a:gd name="T15" fmla="*/ 4 h 19"/>
                  <a:gd name="T16" fmla="*/ 72 w 72"/>
                  <a:gd name="T17" fmla="*/ 0 h 19"/>
                  <a:gd name="T18" fmla="*/ 17 w 72"/>
                  <a:gd name="T19" fmla="*/ 0 h 19"/>
                  <a:gd name="T20" fmla="*/ 0 w 72"/>
                  <a:gd name="T21" fmla="*/ 0 h 19"/>
                  <a:gd name="T22" fmla="*/ 4 w 72"/>
                  <a:gd name="T23" fmla="*/ 19 h 19"/>
                  <a:gd name="T24" fmla="*/ 19 w 72"/>
                  <a:gd name="T25" fmla="*/ 19 h 19"/>
                  <a:gd name="T26" fmla="*/ 19 w 72"/>
                  <a:gd name="T27" fmla="*/ 8 h 19"/>
                  <a:gd name="T28" fmla="*/ 17 w 72"/>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9">
                    <a:moveTo>
                      <a:pt x="72" y="0"/>
                    </a:moveTo>
                    <a:cubicBezTo>
                      <a:pt x="53" y="0"/>
                      <a:pt x="53" y="0"/>
                      <a:pt x="53" y="0"/>
                    </a:cubicBezTo>
                    <a:cubicBezTo>
                      <a:pt x="53" y="3"/>
                      <a:pt x="52" y="5"/>
                      <a:pt x="51" y="5"/>
                    </a:cubicBezTo>
                    <a:cubicBezTo>
                      <a:pt x="49" y="6"/>
                      <a:pt x="49" y="11"/>
                      <a:pt x="49" y="16"/>
                    </a:cubicBezTo>
                    <a:cubicBezTo>
                      <a:pt x="49" y="17"/>
                      <a:pt x="49" y="18"/>
                      <a:pt x="49" y="19"/>
                    </a:cubicBezTo>
                    <a:cubicBezTo>
                      <a:pt x="66" y="19"/>
                      <a:pt x="66" y="19"/>
                      <a:pt x="66" y="19"/>
                    </a:cubicBezTo>
                    <a:cubicBezTo>
                      <a:pt x="66" y="18"/>
                      <a:pt x="66" y="18"/>
                      <a:pt x="66" y="17"/>
                    </a:cubicBezTo>
                    <a:cubicBezTo>
                      <a:pt x="65" y="15"/>
                      <a:pt x="68" y="10"/>
                      <a:pt x="71" y="4"/>
                    </a:cubicBezTo>
                    <a:cubicBezTo>
                      <a:pt x="71" y="2"/>
                      <a:pt x="71" y="1"/>
                      <a:pt x="72" y="0"/>
                    </a:cubicBezTo>
                    <a:close/>
                    <a:moveTo>
                      <a:pt x="17" y="0"/>
                    </a:moveTo>
                    <a:cubicBezTo>
                      <a:pt x="0" y="0"/>
                      <a:pt x="0" y="0"/>
                      <a:pt x="0" y="0"/>
                    </a:cubicBezTo>
                    <a:cubicBezTo>
                      <a:pt x="1" y="6"/>
                      <a:pt x="3" y="14"/>
                      <a:pt x="4" y="19"/>
                    </a:cubicBezTo>
                    <a:cubicBezTo>
                      <a:pt x="19" y="19"/>
                      <a:pt x="19" y="19"/>
                      <a:pt x="19" y="19"/>
                    </a:cubicBezTo>
                    <a:cubicBezTo>
                      <a:pt x="19" y="14"/>
                      <a:pt x="20" y="9"/>
                      <a:pt x="19" y="8"/>
                    </a:cubicBezTo>
                    <a:cubicBezTo>
                      <a:pt x="18" y="7"/>
                      <a:pt x="17" y="4"/>
                      <a:pt x="17"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0" name="Freeform 499"/>
              <p:cNvSpPr>
                <a:spLocks noEditPoints="1"/>
              </p:cNvSpPr>
              <p:nvPr/>
            </p:nvSpPr>
            <p:spPr bwMode="auto">
              <a:xfrm>
                <a:off x="3976" y="1204"/>
                <a:ext cx="136" cy="34"/>
              </a:xfrm>
              <a:custGeom>
                <a:avLst/>
                <a:gdLst>
                  <a:gd name="T0" fmla="*/ 71 w 71"/>
                  <a:gd name="T1" fmla="*/ 0 h 18"/>
                  <a:gd name="T2" fmla="*/ 53 w 71"/>
                  <a:gd name="T3" fmla="*/ 0 h 18"/>
                  <a:gd name="T4" fmla="*/ 51 w 71"/>
                  <a:gd name="T5" fmla="*/ 3 h 18"/>
                  <a:gd name="T6" fmla="*/ 49 w 71"/>
                  <a:gd name="T7" fmla="*/ 14 h 18"/>
                  <a:gd name="T8" fmla="*/ 48 w 71"/>
                  <a:gd name="T9" fmla="*/ 18 h 18"/>
                  <a:gd name="T10" fmla="*/ 66 w 71"/>
                  <a:gd name="T11" fmla="*/ 18 h 18"/>
                  <a:gd name="T12" fmla="*/ 66 w 71"/>
                  <a:gd name="T13" fmla="*/ 15 h 18"/>
                  <a:gd name="T14" fmla="*/ 71 w 71"/>
                  <a:gd name="T15" fmla="*/ 2 h 18"/>
                  <a:gd name="T16" fmla="*/ 71 w 71"/>
                  <a:gd name="T17" fmla="*/ 0 h 18"/>
                  <a:gd name="T18" fmla="*/ 17 w 71"/>
                  <a:gd name="T19" fmla="*/ 0 h 18"/>
                  <a:gd name="T20" fmla="*/ 0 w 71"/>
                  <a:gd name="T21" fmla="*/ 0 h 18"/>
                  <a:gd name="T22" fmla="*/ 4 w 71"/>
                  <a:gd name="T23" fmla="*/ 18 h 18"/>
                  <a:gd name="T24" fmla="*/ 20 w 71"/>
                  <a:gd name="T25" fmla="*/ 18 h 18"/>
                  <a:gd name="T26" fmla="*/ 19 w 71"/>
                  <a:gd name="T27" fmla="*/ 6 h 18"/>
                  <a:gd name="T28" fmla="*/ 17 w 71"/>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8">
                    <a:moveTo>
                      <a:pt x="71" y="0"/>
                    </a:moveTo>
                    <a:cubicBezTo>
                      <a:pt x="53" y="0"/>
                      <a:pt x="53" y="0"/>
                      <a:pt x="53" y="0"/>
                    </a:cubicBezTo>
                    <a:cubicBezTo>
                      <a:pt x="52" y="1"/>
                      <a:pt x="52" y="3"/>
                      <a:pt x="51" y="3"/>
                    </a:cubicBezTo>
                    <a:cubicBezTo>
                      <a:pt x="49" y="4"/>
                      <a:pt x="49" y="9"/>
                      <a:pt x="49" y="14"/>
                    </a:cubicBezTo>
                    <a:cubicBezTo>
                      <a:pt x="49" y="15"/>
                      <a:pt x="49" y="17"/>
                      <a:pt x="48" y="18"/>
                    </a:cubicBezTo>
                    <a:cubicBezTo>
                      <a:pt x="66" y="18"/>
                      <a:pt x="66" y="18"/>
                      <a:pt x="66" y="18"/>
                    </a:cubicBezTo>
                    <a:cubicBezTo>
                      <a:pt x="66" y="17"/>
                      <a:pt x="66" y="16"/>
                      <a:pt x="66" y="15"/>
                    </a:cubicBezTo>
                    <a:cubicBezTo>
                      <a:pt x="65" y="13"/>
                      <a:pt x="68" y="8"/>
                      <a:pt x="71" y="2"/>
                    </a:cubicBezTo>
                    <a:cubicBezTo>
                      <a:pt x="71" y="1"/>
                      <a:pt x="71" y="0"/>
                      <a:pt x="71" y="0"/>
                    </a:cubicBezTo>
                    <a:close/>
                    <a:moveTo>
                      <a:pt x="17" y="0"/>
                    </a:moveTo>
                    <a:cubicBezTo>
                      <a:pt x="0" y="0"/>
                      <a:pt x="0" y="0"/>
                      <a:pt x="0" y="0"/>
                    </a:cubicBezTo>
                    <a:cubicBezTo>
                      <a:pt x="2" y="6"/>
                      <a:pt x="4" y="13"/>
                      <a:pt x="4" y="18"/>
                    </a:cubicBezTo>
                    <a:cubicBezTo>
                      <a:pt x="20" y="18"/>
                      <a:pt x="20" y="18"/>
                      <a:pt x="20" y="18"/>
                    </a:cubicBezTo>
                    <a:cubicBezTo>
                      <a:pt x="19" y="13"/>
                      <a:pt x="20" y="7"/>
                      <a:pt x="19" y="6"/>
                    </a:cubicBezTo>
                    <a:cubicBezTo>
                      <a:pt x="18" y="5"/>
                      <a:pt x="17" y="3"/>
                      <a:pt x="17"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1" name="Freeform 500"/>
              <p:cNvSpPr>
                <a:spLocks noEditPoints="1"/>
              </p:cNvSpPr>
              <p:nvPr/>
            </p:nvSpPr>
            <p:spPr bwMode="auto">
              <a:xfrm>
                <a:off x="3976" y="1206"/>
                <a:ext cx="136" cy="34"/>
              </a:xfrm>
              <a:custGeom>
                <a:avLst/>
                <a:gdLst>
                  <a:gd name="T0" fmla="*/ 71 w 71"/>
                  <a:gd name="T1" fmla="*/ 0 h 18"/>
                  <a:gd name="T2" fmla="*/ 53 w 71"/>
                  <a:gd name="T3" fmla="*/ 0 h 18"/>
                  <a:gd name="T4" fmla="*/ 51 w 71"/>
                  <a:gd name="T5" fmla="*/ 2 h 18"/>
                  <a:gd name="T6" fmla="*/ 49 w 71"/>
                  <a:gd name="T7" fmla="*/ 13 h 18"/>
                  <a:gd name="T8" fmla="*/ 48 w 71"/>
                  <a:gd name="T9" fmla="*/ 18 h 18"/>
                  <a:gd name="T10" fmla="*/ 67 w 71"/>
                  <a:gd name="T11" fmla="*/ 18 h 18"/>
                  <a:gd name="T12" fmla="*/ 66 w 71"/>
                  <a:gd name="T13" fmla="*/ 14 h 18"/>
                  <a:gd name="T14" fmla="*/ 71 w 71"/>
                  <a:gd name="T15" fmla="*/ 1 h 18"/>
                  <a:gd name="T16" fmla="*/ 71 w 71"/>
                  <a:gd name="T17" fmla="*/ 0 h 18"/>
                  <a:gd name="T18" fmla="*/ 17 w 71"/>
                  <a:gd name="T19" fmla="*/ 0 h 18"/>
                  <a:gd name="T20" fmla="*/ 0 w 71"/>
                  <a:gd name="T21" fmla="*/ 0 h 18"/>
                  <a:gd name="T22" fmla="*/ 5 w 71"/>
                  <a:gd name="T23" fmla="*/ 18 h 18"/>
                  <a:gd name="T24" fmla="*/ 20 w 71"/>
                  <a:gd name="T25" fmla="*/ 18 h 18"/>
                  <a:gd name="T26" fmla="*/ 19 w 71"/>
                  <a:gd name="T27" fmla="*/ 5 h 18"/>
                  <a:gd name="T28" fmla="*/ 17 w 71"/>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8">
                    <a:moveTo>
                      <a:pt x="71" y="0"/>
                    </a:moveTo>
                    <a:cubicBezTo>
                      <a:pt x="53" y="0"/>
                      <a:pt x="53" y="0"/>
                      <a:pt x="53" y="0"/>
                    </a:cubicBezTo>
                    <a:cubicBezTo>
                      <a:pt x="52" y="1"/>
                      <a:pt x="52" y="2"/>
                      <a:pt x="51" y="2"/>
                    </a:cubicBezTo>
                    <a:cubicBezTo>
                      <a:pt x="49" y="3"/>
                      <a:pt x="49" y="8"/>
                      <a:pt x="49" y="13"/>
                    </a:cubicBezTo>
                    <a:cubicBezTo>
                      <a:pt x="49" y="15"/>
                      <a:pt x="48" y="17"/>
                      <a:pt x="48" y="18"/>
                    </a:cubicBezTo>
                    <a:cubicBezTo>
                      <a:pt x="67" y="18"/>
                      <a:pt x="67" y="18"/>
                      <a:pt x="67" y="18"/>
                    </a:cubicBezTo>
                    <a:cubicBezTo>
                      <a:pt x="66" y="17"/>
                      <a:pt x="66" y="15"/>
                      <a:pt x="66" y="14"/>
                    </a:cubicBezTo>
                    <a:cubicBezTo>
                      <a:pt x="65" y="12"/>
                      <a:pt x="68" y="7"/>
                      <a:pt x="71" y="1"/>
                    </a:cubicBezTo>
                    <a:cubicBezTo>
                      <a:pt x="71" y="0"/>
                      <a:pt x="71" y="0"/>
                      <a:pt x="71" y="0"/>
                    </a:cubicBezTo>
                    <a:close/>
                    <a:moveTo>
                      <a:pt x="17" y="0"/>
                    </a:moveTo>
                    <a:cubicBezTo>
                      <a:pt x="0" y="0"/>
                      <a:pt x="0" y="0"/>
                      <a:pt x="0" y="0"/>
                    </a:cubicBezTo>
                    <a:cubicBezTo>
                      <a:pt x="2" y="6"/>
                      <a:pt x="4" y="14"/>
                      <a:pt x="5" y="18"/>
                    </a:cubicBezTo>
                    <a:cubicBezTo>
                      <a:pt x="20" y="18"/>
                      <a:pt x="20" y="18"/>
                      <a:pt x="20" y="18"/>
                    </a:cubicBezTo>
                    <a:cubicBezTo>
                      <a:pt x="18" y="13"/>
                      <a:pt x="20" y="6"/>
                      <a:pt x="19" y="5"/>
                    </a:cubicBezTo>
                    <a:cubicBezTo>
                      <a:pt x="18" y="4"/>
                      <a:pt x="17" y="2"/>
                      <a:pt x="17"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2" name="Freeform 501"/>
              <p:cNvSpPr>
                <a:spLocks noEditPoints="1"/>
              </p:cNvSpPr>
              <p:nvPr/>
            </p:nvSpPr>
            <p:spPr bwMode="auto">
              <a:xfrm>
                <a:off x="3978" y="1207"/>
                <a:ext cx="132" cy="35"/>
              </a:xfrm>
              <a:custGeom>
                <a:avLst/>
                <a:gdLst>
                  <a:gd name="T0" fmla="*/ 69 w 69"/>
                  <a:gd name="T1" fmla="*/ 0 h 18"/>
                  <a:gd name="T2" fmla="*/ 51 w 69"/>
                  <a:gd name="T3" fmla="*/ 0 h 18"/>
                  <a:gd name="T4" fmla="*/ 50 w 69"/>
                  <a:gd name="T5" fmla="*/ 1 h 18"/>
                  <a:gd name="T6" fmla="*/ 48 w 69"/>
                  <a:gd name="T7" fmla="*/ 12 h 18"/>
                  <a:gd name="T8" fmla="*/ 46 w 69"/>
                  <a:gd name="T9" fmla="*/ 18 h 18"/>
                  <a:gd name="T10" fmla="*/ 66 w 69"/>
                  <a:gd name="T11" fmla="*/ 18 h 18"/>
                  <a:gd name="T12" fmla="*/ 65 w 69"/>
                  <a:gd name="T13" fmla="*/ 13 h 18"/>
                  <a:gd name="T14" fmla="*/ 69 w 69"/>
                  <a:gd name="T15" fmla="*/ 0 h 18"/>
                  <a:gd name="T16" fmla="*/ 16 w 69"/>
                  <a:gd name="T17" fmla="*/ 0 h 18"/>
                  <a:gd name="T18" fmla="*/ 0 w 69"/>
                  <a:gd name="T19" fmla="*/ 0 h 18"/>
                  <a:gd name="T20" fmla="*/ 4 w 69"/>
                  <a:gd name="T21" fmla="*/ 18 h 18"/>
                  <a:gd name="T22" fmla="*/ 19 w 69"/>
                  <a:gd name="T23" fmla="*/ 18 h 18"/>
                  <a:gd name="T24" fmla="*/ 18 w 69"/>
                  <a:gd name="T25" fmla="*/ 4 h 18"/>
                  <a:gd name="T26" fmla="*/ 16 w 6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18">
                    <a:moveTo>
                      <a:pt x="69" y="0"/>
                    </a:moveTo>
                    <a:cubicBezTo>
                      <a:pt x="51" y="0"/>
                      <a:pt x="51" y="0"/>
                      <a:pt x="51" y="0"/>
                    </a:cubicBezTo>
                    <a:cubicBezTo>
                      <a:pt x="51" y="1"/>
                      <a:pt x="51" y="1"/>
                      <a:pt x="50" y="1"/>
                    </a:cubicBezTo>
                    <a:cubicBezTo>
                      <a:pt x="48" y="2"/>
                      <a:pt x="48" y="7"/>
                      <a:pt x="48" y="12"/>
                    </a:cubicBezTo>
                    <a:cubicBezTo>
                      <a:pt x="48" y="14"/>
                      <a:pt x="47" y="16"/>
                      <a:pt x="46" y="18"/>
                    </a:cubicBezTo>
                    <a:cubicBezTo>
                      <a:pt x="66" y="18"/>
                      <a:pt x="66" y="18"/>
                      <a:pt x="66" y="18"/>
                    </a:cubicBezTo>
                    <a:cubicBezTo>
                      <a:pt x="66" y="17"/>
                      <a:pt x="65" y="15"/>
                      <a:pt x="65" y="13"/>
                    </a:cubicBezTo>
                    <a:cubicBezTo>
                      <a:pt x="64" y="11"/>
                      <a:pt x="67" y="6"/>
                      <a:pt x="69" y="0"/>
                    </a:cubicBezTo>
                    <a:close/>
                    <a:moveTo>
                      <a:pt x="16" y="0"/>
                    </a:moveTo>
                    <a:cubicBezTo>
                      <a:pt x="0" y="0"/>
                      <a:pt x="0" y="0"/>
                      <a:pt x="0" y="0"/>
                    </a:cubicBezTo>
                    <a:cubicBezTo>
                      <a:pt x="1" y="7"/>
                      <a:pt x="4" y="16"/>
                      <a:pt x="4" y="18"/>
                    </a:cubicBezTo>
                    <a:cubicBezTo>
                      <a:pt x="19" y="18"/>
                      <a:pt x="19" y="18"/>
                      <a:pt x="19" y="18"/>
                    </a:cubicBezTo>
                    <a:cubicBezTo>
                      <a:pt x="17" y="13"/>
                      <a:pt x="20" y="5"/>
                      <a:pt x="18" y="4"/>
                    </a:cubicBezTo>
                    <a:cubicBezTo>
                      <a:pt x="17" y="3"/>
                      <a:pt x="17" y="2"/>
                      <a:pt x="16"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3" name="Freeform 502"/>
              <p:cNvSpPr>
                <a:spLocks noEditPoints="1"/>
              </p:cNvSpPr>
              <p:nvPr/>
            </p:nvSpPr>
            <p:spPr bwMode="auto">
              <a:xfrm>
                <a:off x="3978" y="1209"/>
                <a:ext cx="132" cy="37"/>
              </a:xfrm>
              <a:custGeom>
                <a:avLst/>
                <a:gdLst>
                  <a:gd name="T0" fmla="*/ 69 w 69"/>
                  <a:gd name="T1" fmla="*/ 0 h 19"/>
                  <a:gd name="T2" fmla="*/ 50 w 69"/>
                  <a:gd name="T3" fmla="*/ 0 h 19"/>
                  <a:gd name="T4" fmla="*/ 48 w 69"/>
                  <a:gd name="T5" fmla="*/ 11 h 19"/>
                  <a:gd name="T6" fmla="*/ 46 w 69"/>
                  <a:gd name="T7" fmla="*/ 19 h 19"/>
                  <a:gd name="T8" fmla="*/ 66 w 69"/>
                  <a:gd name="T9" fmla="*/ 19 h 19"/>
                  <a:gd name="T10" fmla="*/ 65 w 69"/>
                  <a:gd name="T11" fmla="*/ 12 h 19"/>
                  <a:gd name="T12" fmla="*/ 69 w 69"/>
                  <a:gd name="T13" fmla="*/ 0 h 19"/>
                  <a:gd name="T14" fmla="*/ 17 w 69"/>
                  <a:gd name="T15" fmla="*/ 0 h 19"/>
                  <a:gd name="T16" fmla="*/ 0 w 69"/>
                  <a:gd name="T17" fmla="*/ 0 h 19"/>
                  <a:gd name="T18" fmla="*/ 4 w 69"/>
                  <a:gd name="T19" fmla="*/ 18 h 19"/>
                  <a:gd name="T20" fmla="*/ 4 w 69"/>
                  <a:gd name="T21" fmla="*/ 19 h 19"/>
                  <a:gd name="T22" fmla="*/ 20 w 69"/>
                  <a:gd name="T23" fmla="*/ 19 h 19"/>
                  <a:gd name="T24" fmla="*/ 20 w 69"/>
                  <a:gd name="T25" fmla="*/ 18 h 19"/>
                  <a:gd name="T26" fmla="*/ 18 w 69"/>
                  <a:gd name="T27" fmla="*/ 3 h 19"/>
                  <a:gd name="T28" fmla="*/ 17 w 69"/>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19">
                    <a:moveTo>
                      <a:pt x="69" y="0"/>
                    </a:moveTo>
                    <a:cubicBezTo>
                      <a:pt x="50" y="0"/>
                      <a:pt x="50" y="0"/>
                      <a:pt x="50" y="0"/>
                    </a:cubicBezTo>
                    <a:cubicBezTo>
                      <a:pt x="48" y="2"/>
                      <a:pt x="48" y="6"/>
                      <a:pt x="48" y="11"/>
                    </a:cubicBezTo>
                    <a:cubicBezTo>
                      <a:pt x="48" y="14"/>
                      <a:pt x="47" y="16"/>
                      <a:pt x="46" y="19"/>
                    </a:cubicBezTo>
                    <a:cubicBezTo>
                      <a:pt x="66" y="19"/>
                      <a:pt x="66" y="19"/>
                      <a:pt x="66" y="19"/>
                    </a:cubicBezTo>
                    <a:cubicBezTo>
                      <a:pt x="66" y="16"/>
                      <a:pt x="65" y="14"/>
                      <a:pt x="65" y="12"/>
                    </a:cubicBezTo>
                    <a:cubicBezTo>
                      <a:pt x="64" y="10"/>
                      <a:pt x="66" y="6"/>
                      <a:pt x="69" y="0"/>
                    </a:cubicBezTo>
                    <a:close/>
                    <a:moveTo>
                      <a:pt x="17" y="0"/>
                    </a:moveTo>
                    <a:cubicBezTo>
                      <a:pt x="0" y="0"/>
                      <a:pt x="0" y="0"/>
                      <a:pt x="0" y="0"/>
                    </a:cubicBezTo>
                    <a:cubicBezTo>
                      <a:pt x="2" y="7"/>
                      <a:pt x="4" y="15"/>
                      <a:pt x="4" y="18"/>
                    </a:cubicBezTo>
                    <a:cubicBezTo>
                      <a:pt x="4" y="18"/>
                      <a:pt x="4" y="18"/>
                      <a:pt x="4" y="19"/>
                    </a:cubicBezTo>
                    <a:cubicBezTo>
                      <a:pt x="20" y="19"/>
                      <a:pt x="20" y="19"/>
                      <a:pt x="20" y="19"/>
                    </a:cubicBezTo>
                    <a:cubicBezTo>
                      <a:pt x="20" y="18"/>
                      <a:pt x="20" y="18"/>
                      <a:pt x="20" y="18"/>
                    </a:cubicBezTo>
                    <a:cubicBezTo>
                      <a:pt x="16" y="13"/>
                      <a:pt x="20" y="5"/>
                      <a:pt x="18" y="3"/>
                    </a:cubicBezTo>
                    <a:cubicBezTo>
                      <a:pt x="17" y="2"/>
                      <a:pt x="17" y="1"/>
                      <a:pt x="17" y="0"/>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4" name="Freeform 503"/>
              <p:cNvSpPr>
                <a:spLocks noEditPoints="1"/>
              </p:cNvSpPr>
              <p:nvPr/>
            </p:nvSpPr>
            <p:spPr bwMode="auto">
              <a:xfrm>
                <a:off x="3978" y="1213"/>
                <a:ext cx="130" cy="35"/>
              </a:xfrm>
              <a:custGeom>
                <a:avLst/>
                <a:gdLst>
                  <a:gd name="T0" fmla="*/ 68 w 68"/>
                  <a:gd name="T1" fmla="*/ 0 h 18"/>
                  <a:gd name="T2" fmla="*/ 49 w 68"/>
                  <a:gd name="T3" fmla="*/ 0 h 18"/>
                  <a:gd name="T4" fmla="*/ 48 w 68"/>
                  <a:gd name="T5" fmla="*/ 9 h 18"/>
                  <a:gd name="T6" fmla="*/ 45 w 68"/>
                  <a:gd name="T7" fmla="*/ 18 h 18"/>
                  <a:gd name="T8" fmla="*/ 65 w 68"/>
                  <a:gd name="T9" fmla="*/ 18 h 18"/>
                  <a:gd name="T10" fmla="*/ 65 w 68"/>
                  <a:gd name="T11" fmla="*/ 10 h 18"/>
                  <a:gd name="T12" fmla="*/ 68 w 68"/>
                  <a:gd name="T13" fmla="*/ 0 h 18"/>
                  <a:gd name="T14" fmla="*/ 17 w 68"/>
                  <a:gd name="T15" fmla="*/ 0 h 18"/>
                  <a:gd name="T16" fmla="*/ 0 w 68"/>
                  <a:gd name="T17" fmla="*/ 0 h 18"/>
                  <a:gd name="T18" fmla="*/ 4 w 68"/>
                  <a:gd name="T19" fmla="*/ 16 h 18"/>
                  <a:gd name="T20" fmla="*/ 4 w 68"/>
                  <a:gd name="T21" fmla="*/ 18 h 18"/>
                  <a:gd name="T22" fmla="*/ 21 w 68"/>
                  <a:gd name="T23" fmla="*/ 18 h 18"/>
                  <a:gd name="T24" fmla="*/ 20 w 68"/>
                  <a:gd name="T25" fmla="*/ 16 h 18"/>
                  <a:gd name="T26" fmla="*/ 18 w 68"/>
                  <a:gd name="T27" fmla="*/ 1 h 18"/>
                  <a:gd name="T28" fmla="*/ 17 w 68"/>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 h="18">
                    <a:moveTo>
                      <a:pt x="68" y="0"/>
                    </a:moveTo>
                    <a:cubicBezTo>
                      <a:pt x="49" y="0"/>
                      <a:pt x="49" y="0"/>
                      <a:pt x="49" y="0"/>
                    </a:cubicBezTo>
                    <a:cubicBezTo>
                      <a:pt x="48" y="2"/>
                      <a:pt x="48" y="5"/>
                      <a:pt x="48" y="9"/>
                    </a:cubicBezTo>
                    <a:cubicBezTo>
                      <a:pt x="48" y="13"/>
                      <a:pt x="46" y="15"/>
                      <a:pt x="45" y="18"/>
                    </a:cubicBezTo>
                    <a:cubicBezTo>
                      <a:pt x="65" y="18"/>
                      <a:pt x="65" y="18"/>
                      <a:pt x="65" y="18"/>
                    </a:cubicBezTo>
                    <a:cubicBezTo>
                      <a:pt x="66" y="15"/>
                      <a:pt x="65" y="13"/>
                      <a:pt x="65" y="10"/>
                    </a:cubicBezTo>
                    <a:cubicBezTo>
                      <a:pt x="64" y="8"/>
                      <a:pt x="66" y="5"/>
                      <a:pt x="68" y="0"/>
                    </a:cubicBezTo>
                    <a:close/>
                    <a:moveTo>
                      <a:pt x="17" y="0"/>
                    </a:moveTo>
                    <a:cubicBezTo>
                      <a:pt x="0" y="0"/>
                      <a:pt x="0" y="0"/>
                      <a:pt x="0" y="0"/>
                    </a:cubicBezTo>
                    <a:cubicBezTo>
                      <a:pt x="2" y="6"/>
                      <a:pt x="4" y="13"/>
                      <a:pt x="4" y="16"/>
                    </a:cubicBezTo>
                    <a:cubicBezTo>
                      <a:pt x="4" y="16"/>
                      <a:pt x="4" y="17"/>
                      <a:pt x="4" y="18"/>
                    </a:cubicBezTo>
                    <a:cubicBezTo>
                      <a:pt x="21" y="18"/>
                      <a:pt x="21" y="18"/>
                      <a:pt x="21" y="18"/>
                    </a:cubicBezTo>
                    <a:cubicBezTo>
                      <a:pt x="21" y="17"/>
                      <a:pt x="20" y="17"/>
                      <a:pt x="20" y="16"/>
                    </a:cubicBezTo>
                    <a:cubicBezTo>
                      <a:pt x="16" y="11"/>
                      <a:pt x="20" y="3"/>
                      <a:pt x="18" y="1"/>
                    </a:cubicBezTo>
                    <a:cubicBezTo>
                      <a:pt x="17" y="0"/>
                      <a:pt x="17" y="0"/>
                      <a:pt x="17" y="0"/>
                    </a:cubicBezTo>
                    <a:close/>
                  </a:path>
                </a:pathLst>
              </a:custGeom>
              <a:solidFill>
                <a:srgbClr val="EA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5" name="Freeform 504"/>
              <p:cNvSpPr>
                <a:spLocks noEditPoints="1"/>
              </p:cNvSpPr>
              <p:nvPr/>
            </p:nvSpPr>
            <p:spPr bwMode="auto">
              <a:xfrm>
                <a:off x="3980" y="1215"/>
                <a:ext cx="128" cy="35"/>
              </a:xfrm>
              <a:custGeom>
                <a:avLst/>
                <a:gdLst>
                  <a:gd name="T0" fmla="*/ 67 w 67"/>
                  <a:gd name="T1" fmla="*/ 0 h 18"/>
                  <a:gd name="T2" fmla="*/ 47 w 67"/>
                  <a:gd name="T3" fmla="*/ 0 h 18"/>
                  <a:gd name="T4" fmla="*/ 47 w 67"/>
                  <a:gd name="T5" fmla="*/ 8 h 18"/>
                  <a:gd name="T6" fmla="*/ 44 w 67"/>
                  <a:gd name="T7" fmla="*/ 18 h 18"/>
                  <a:gd name="T8" fmla="*/ 63 w 67"/>
                  <a:gd name="T9" fmla="*/ 18 h 18"/>
                  <a:gd name="T10" fmla="*/ 64 w 67"/>
                  <a:gd name="T11" fmla="*/ 9 h 18"/>
                  <a:gd name="T12" fmla="*/ 67 w 67"/>
                  <a:gd name="T13" fmla="*/ 0 h 18"/>
                  <a:gd name="T14" fmla="*/ 17 w 67"/>
                  <a:gd name="T15" fmla="*/ 0 h 18"/>
                  <a:gd name="T16" fmla="*/ 0 w 67"/>
                  <a:gd name="T17" fmla="*/ 0 h 18"/>
                  <a:gd name="T18" fmla="*/ 3 w 67"/>
                  <a:gd name="T19" fmla="*/ 15 h 18"/>
                  <a:gd name="T20" fmla="*/ 3 w 67"/>
                  <a:gd name="T21" fmla="*/ 18 h 18"/>
                  <a:gd name="T22" fmla="*/ 21 w 67"/>
                  <a:gd name="T23" fmla="*/ 18 h 18"/>
                  <a:gd name="T24" fmla="*/ 19 w 67"/>
                  <a:gd name="T25" fmla="*/ 15 h 18"/>
                  <a:gd name="T26" fmla="*/ 17 w 67"/>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 h="18">
                    <a:moveTo>
                      <a:pt x="67" y="0"/>
                    </a:moveTo>
                    <a:cubicBezTo>
                      <a:pt x="47" y="0"/>
                      <a:pt x="47" y="0"/>
                      <a:pt x="47" y="0"/>
                    </a:cubicBezTo>
                    <a:cubicBezTo>
                      <a:pt x="47" y="2"/>
                      <a:pt x="47" y="5"/>
                      <a:pt x="47" y="8"/>
                    </a:cubicBezTo>
                    <a:cubicBezTo>
                      <a:pt x="47" y="12"/>
                      <a:pt x="44" y="15"/>
                      <a:pt x="44" y="18"/>
                    </a:cubicBezTo>
                    <a:cubicBezTo>
                      <a:pt x="63" y="18"/>
                      <a:pt x="63" y="18"/>
                      <a:pt x="63" y="18"/>
                    </a:cubicBezTo>
                    <a:cubicBezTo>
                      <a:pt x="65" y="16"/>
                      <a:pt x="65" y="12"/>
                      <a:pt x="64" y="9"/>
                    </a:cubicBezTo>
                    <a:cubicBezTo>
                      <a:pt x="63" y="7"/>
                      <a:pt x="65" y="4"/>
                      <a:pt x="67" y="0"/>
                    </a:cubicBezTo>
                    <a:close/>
                    <a:moveTo>
                      <a:pt x="17" y="0"/>
                    </a:moveTo>
                    <a:cubicBezTo>
                      <a:pt x="0" y="0"/>
                      <a:pt x="0" y="0"/>
                      <a:pt x="0" y="0"/>
                    </a:cubicBezTo>
                    <a:cubicBezTo>
                      <a:pt x="1" y="6"/>
                      <a:pt x="3" y="12"/>
                      <a:pt x="3" y="15"/>
                    </a:cubicBezTo>
                    <a:cubicBezTo>
                      <a:pt x="3" y="16"/>
                      <a:pt x="3" y="17"/>
                      <a:pt x="3" y="18"/>
                    </a:cubicBezTo>
                    <a:cubicBezTo>
                      <a:pt x="21" y="18"/>
                      <a:pt x="21" y="18"/>
                      <a:pt x="21" y="18"/>
                    </a:cubicBezTo>
                    <a:cubicBezTo>
                      <a:pt x="20" y="17"/>
                      <a:pt x="20" y="16"/>
                      <a:pt x="19" y="15"/>
                    </a:cubicBezTo>
                    <a:cubicBezTo>
                      <a:pt x="16" y="11"/>
                      <a:pt x="18" y="2"/>
                      <a:pt x="17"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6" name="Freeform 505"/>
              <p:cNvSpPr>
                <a:spLocks noEditPoints="1"/>
              </p:cNvSpPr>
              <p:nvPr/>
            </p:nvSpPr>
            <p:spPr bwMode="auto">
              <a:xfrm>
                <a:off x="3980" y="1217"/>
                <a:ext cx="126" cy="34"/>
              </a:xfrm>
              <a:custGeom>
                <a:avLst/>
                <a:gdLst>
                  <a:gd name="T0" fmla="*/ 66 w 66"/>
                  <a:gd name="T1" fmla="*/ 0 h 18"/>
                  <a:gd name="T2" fmla="*/ 47 w 66"/>
                  <a:gd name="T3" fmla="*/ 0 h 18"/>
                  <a:gd name="T4" fmla="*/ 47 w 66"/>
                  <a:gd name="T5" fmla="*/ 7 h 18"/>
                  <a:gd name="T6" fmla="*/ 43 w 66"/>
                  <a:gd name="T7" fmla="*/ 18 h 18"/>
                  <a:gd name="T8" fmla="*/ 62 w 66"/>
                  <a:gd name="T9" fmla="*/ 18 h 18"/>
                  <a:gd name="T10" fmla="*/ 63 w 66"/>
                  <a:gd name="T11" fmla="*/ 18 h 18"/>
                  <a:gd name="T12" fmla="*/ 64 w 66"/>
                  <a:gd name="T13" fmla="*/ 8 h 18"/>
                  <a:gd name="T14" fmla="*/ 66 w 66"/>
                  <a:gd name="T15" fmla="*/ 0 h 18"/>
                  <a:gd name="T16" fmla="*/ 17 w 66"/>
                  <a:gd name="T17" fmla="*/ 0 h 18"/>
                  <a:gd name="T18" fmla="*/ 0 w 66"/>
                  <a:gd name="T19" fmla="*/ 0 h 18"/>
                  <a:gd name="T20" fmla="*/ 3 w 66"/>
                  <a:gd name="T21" fmla="*/ 14 h 18"/>
                  <a:gd name="T22" fmla="*/ 2 w 66"/>
                  <a:gd name="T23" fmla="*/ 18 h 18"/>
                  <a:gd name="T24" fmla="*/ 21 w 66"/>
                  <a:gd name="T25" fmla="*/ 18 h 18"/>
                  <a:gd name="T26" fmla="*/ 19 w 66"/>
                  <a:gd name="T27" fmla="*/ 14 h 18"/>
                  <a:gd name="T28" fmla="*/ 17 w 66"/>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18">
                    <a:moveTo>
                      <a:pt x="66" y="0"/>
                    </a:moveTo>
                    <a:cubicBezTo>
                      <a:pt x="47" y="0"/>
                      <a:pt x="47" y="0"/>
                      <a:pt x="47" y="0"/>
                    </a:cubicBezTo>
                    <a:cubicBezTo>
                      <a:pt x="47" y="2"/>
                      <a:pt x="47" y="4"/>
                      <a:pt x="47" y="7"/>
                    </a:cubicBezTo>
                    <a:cubicBezTo>
                      <a:pt x="47" y="12"/>
                      <a:pt x="44" y="15"/>
                      <a:pt x="43" y="18"/>
                    </a:cubicBezTo>
                    <a:cubicBezTo>
                      <a:pt x="62" y="18"/>
                      <a:pt x="62" y="18"/>
                      <a:pt x="62" y="18"/>
                    </a:cubicBezTo>
                    <a:cubicBezTo>
                      <a:pt x="62" y="18"/>
                      <a:pt x="63" y="18"/>
                      <a:pt x="63" y="18"/>
                    </a:cubicBezTo>
                    <a:cubicBezTo>
                      <a:pt x="66" y="15"/>
                      <a:pt x="65" y="11"/>
                      <a:pt x="64" y="8"/>
                    </a:cubicBezTo>
                    <a:cubicBezTo>
                      <a:pt x="63" y="7"/>
                      <a:pt x="64" y="4"/>
                      <a:pt x="66" y="0"/>
                    </a:cubicBezTo>
                    <a:close/>
                    <a:moveTo>
                      <a:pt x="17" y="0"/>
                    </a:moveTo>
                    <a:cubicBezTo>
                      <a:pt x="0" y="0"/>
                      <a:pt x="0" y="0"/>
                      <a:pt x="0" y="0"/>
                    </a:cubicBezTo>
                    <a:cubicBezTo>
                      <a:pt x="1" y="6"/>
                      <a:pt x="3" y="12"/>
                      <a:pt x="3" y="14"/>
                    </a:cubicBezTo>
                    <a:cubicBezTo>
                      <a:pt x="3" y="16"/>
                      <a:pt x="3" y="17"/>
                      <a:pt x="2" y="18"/>
                    </a:cubicBezTo>
                    <a:cubicBezTo>
                      <a:pt x="21" y="18"/>
                      <a:pt x="21" y="18"/>
                      <a:pt x="21" y="18"/>
                    </a:cubicBezTo>
                    <a:cubicBezTo>
                      <a:pt x="21" y="17"/>
                      <a:pt x="20" y="16"/>
                      <a:pt x="19" y="14"/>
                    </a:cubicBezTo>
                    <a:cubicBezTo>
                      <a:pt x="16" y="10"/>
                      <a:pt x="18" y="3"/>
                      <a:pt x="17" y="0"/>
                    </a:cubicBez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7" name="Freeform 506"/>
              <p:cNvSpPr>
                <a:spLocks noEditPoints="1"/>
              </p:cNvSpPr>
              <p:nvPr/>
            </p:nvSpPr>
            <p:spPr bwMode="auto">
              <a:xfrm>
                <a:off x="3980" y="1219"/>
                <a:ext cx="126" cy="36"/>
              </a:xfrm>
              <a:custGeom>
                <a:avLst/>
                <a:gdLst>
                  <a:gd name="T0" fmla="*/ 65 w 66"/>
                  <a:gd name="T1" fmla="*/ 0 h 19"/>
                  <a:gd name="T2" fmla="*/ 47 w 66"/>
                  <a:gd name="T3" fmla="*/ 0 h 19"/>
                  <a:gd name="T4" fmla="*/ 47 w 66"/>
                  <a:gd name="T5" fmla="*/ 6 h 19"/>
                  <a:gd name="T6" fmla="*/ 43 w 66"/>
                  <a:gd name="T7" fmla="*/ 18 h 19"/>
                  <a:gd name="T8" fmla="*/ 43 w 66"/>
                  <a:gd name="T9" fmla="*/ 19 h 19"/>
                  <a:gd name="T10" fmla="*/ 62 w 66"/>
                  <a:gd name="T11" fmla="*/ 19 h 19"/>
                  <a:gd name="T12" fmla="*/ 63 w 66"/>
                  <a:gd name="T13" fmla="*/ 17 h 19"/>
                  <a:gd name="T14" fmla="*/ 64 w 66"/>
                  <a:gd name="T15" fmla="*/ 7 h 19"/>
                  <a:gd name="T16" fmla="*/ 65 w 66"/>
                  <a:gd name="T17" fmla="*/ 0 h 19"/>
                  <a:gd name="T18" fmla="*/ 17 w 66"/>
                  <a:gd name="T19" fmla="*/ 0 h 19"/>
                  <a:gd name="T20" fmla="*/ 0 w 66"/>
                  <a:gd name="T21" fmla="*/ 0 h 19"/>
                  <a:gd name="T22" fmla="*/ 3 w 66"/>
                  <a:gd name="T23" fmla="*/ 13 h 19"/>
                  <a:gd name="T24" fmla="*/ 2 w 66"/>
                  <a:gd name="T25" fmla="*/ 19 h 19"/>
                  <a:gd name="T26" fmla="*/ 20 w 66"/>
                  <a:gd name="T27" fmla="*/ 19 h 19"/>
                  <a:gd name="T28" fmla="*/ 19 w 66"/>
                  <a:gd name="T29" fmla="*/ 13 h 19"/>
                  <a:gd name="T30" fmla="*/ 17 w 66"/>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6" h="19">
                    <a:moveTo>
                      <a:pt x="65" y="0"/>
                    </a:moveTo>
                    <a:cubicBezTo>
                      <a:pt x="47" y="0"/>
                      <a:pt x="47" y="0"/>
                      <a:pt x="47" y="0"/>
                    </a:cubicBezTo>
                    <a:cubicBezTo>
                      <a:pt x="47" y="2"/>
                      <a:pt x="47" y="4"/>
                      <a:pt x="47" y="6"/>
                    </a:cubicBezTo>
                    <a:cubicBezTo>
                      <a:pt x="47" y="11"/>
                      <a:pt x="43" y="14"/>
                      <a:pt x="43" y="18"/>
                    </a:cubicBezTo>
                    <a:cubicBezTo>
                      <a:pt x="43" y="18"/>
                      <a:pt x="43" y="19"/>
                      <a:pt x="43" y="19"/>
                    </a:cubicBezTo>
                    <a:cubicBezTo>
                      <a:pt x="62" y="19"/>
                      <a:pt x="62" y="19"/>
                      <a:pt x="62" y="19"/>
                    </a:cubicBezTo>
                    <a:cubicBezTo>
                      <a:pt x="62" y="18"/>
                      <a:pt x="62" y="17"/>
                      <a:pt x="63" y="17"/>
                    </a:cubicBezTo>
                    <a:cubicBezTo>
                      <a:pt x="66" y="14"/>
                      <a:pt x="65" y="10"/>
                      <a:pt x="64" y="7"/>
                    </a:cubicBezTo>
                    <a:cubicBezTo>
                      <a:pt x="63" y="6"/>
                      <a:pt x="64" y="3"/>
                      <a:pt x="65" y="0"/>
                    </a:cubicBezTo>
                    <a:close/>
                    <a:moveTo>
                      <a:pt x="17" y="0"/>
                    </a:moveTo>
                    <a:cubicBezTo>
                      <a:pt x="0" y="0"/>
                      <a:pt x="0" y="0"/>
                      <a:pt x="0" y="0"/>
                    </a:cubicBezTo>
                    <a:cubicBezTo>
                      <a:pt x="2" y="6"/>
                      <a:pt x="3" y="11"/>
                      <a:pt x="3" y="13"/>
                    </a:cubicBezTo>
                    <a:cubicBezTo>
                      <a:pt x="3" y="15"/>
                      <a:pt x="3" y="17"/>
                      <a:pt x="2" y="19"/>
                    </a:cubicBezTo>
                    <a:cubicBezTo>
                      <a:pt x="20" y="19"/>
                      <a:pt x="20" y="19"/>
                      <a:pt x="20" y="19"/>
                    </a:cubicBezTo>
                    <a:cubicBezTo>
                      <a:pt x="21" y="17"/>
                      <a:pt x="21" y="16"/>
                      <a:pt x="19" y="13"/>
                    </a:cubicBezTo>
                    <a:cubicBezTo>
                      <a:pt x="16" y="10"/>
                      <a:pt x="17" y="4"/>
                      <a:pt x="17" y="0"/>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8" name="Freeform 507"/>
              <p:cNvSpPr>
                <a:spLocks noEditPoints="1"/>
              </p:cNvSpPr>
              <p:nvPr/>
            </p:nvSpPr>
            <p:spPr bwMode="auto">
              <a:xfrm>
                <a:off x="3981" y="1223"/>
                <a:ext cx="125" cy="34"/>
              </a:xfrm>
              <a:custGeom>
                <a:avLst/>
                <a:gdLst>
                  <a:gd name="T0" fmla="*/ 64 w 65"/>
                  <a:gd name="T1" fmla="*/ 0 h 18"/>
                  <a:gd name="T2" fmla="*/ 46 w 65"/>
                  <a:gd name="T3" fmla="*/ 0 h 18"/>
                  <a:gd name="T4" fmla="*/ 46 w 65"/>
                  <a:gd name="T5" fmla="*/ 4 h 18"/>
                  <a:gd name="T6" fmla="*/ 42 w 65"/>
                  <a:gd name="T7" fmla="*/ 16 h 18"/>
                  <a:gd name="T8" fmla="*/ 43 w 65"/>
                  <a:gd name="T9" fmla="*/ 18 h 18"/>
                  <a:gd name="T10" fmla="*/ 61 w 65"/>
                  <a:gd name="T11" fmla="*/ 18 h 18"/>
                  <a:gd name="T12" fmla="*/ 62 w 65"/>
                  <a:gd name="T13" fmla="*/ 15 h 18"/>
                  <a:gd name="T14" fmla="*/ 63 w 65"/>
                  <a:gd name="T15" fmla="*/ 5 h 18"/>
                  <a:gd name="T16" fmla="*/ 64 w 65"/>
                  <a:gd name="T17" fmla="*/ 0 h 18"/>
                  <a:gd name="T18" fmla="*/ 16 w 65"/>
                  <a:gd name="T19" fmla="*/ 0 h 18"/>
                  <a:gd name="T20" fmla="*/ 0 w 65"/>
                  <a:gd name="T21" fmla="*/ 0 h 18"/>
                  <a:gd name="T22" fmla="*/ 2 w 65"/>
                  <a:gd name="T23" fmla="*/ 11 h 18"/>
                  <a:gd name="T24" fmla="*/ 0 w 65"/>
                  <a:gd name="T25" fmla="*/ 18 h 18"/>
                  <a:gd name="T26" fmla="*/ 19 w 65"/>
                  <a:gd name="T27" fmla="*/ 18 h 18"/>
                  <a:gd name="T28" fmla="*/ 18 w 65"/>
                  <a:gd name="T29" fmla="*/ 11 h 18"/>
                  <a:gd name="T30" fmla="*/ 16 w 65"/>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5" h="18">
                    <a:moveTo>
                      <a:pt x="64" y="0"/>
                    </a:moveTo>
                    <a:cubicBezTo>
                      <a:pt x="46" y="0"/>
                      <a:pt x="46" y="0"/>
                      <a:pt x="46" y="0"/>
                    </a:cubicBezTo>
                    <a:cubicBezTo>
                      <a:pt x="46" y="1"/>
                      <a:pt x="46" y="2"/>
                      <a:pt x="46" y="4"/>
                    </a:cubicBezTo>
                    <a:cubicBezTo>
                      <a:pt x="46" y="9"/>
                      <a:pt x="42" y="12"/>
                      <a:pt x="42" y="16"/>
                    </a:cubicBezTo>
                    <a:cubicBezTo>
                      <a:pt x="42" y="17"/>
                      <a:pt x="42" y="17"/>
                      <a:pt x="43" y="18"/>
                    </a:cubicBezTo>
                    <a:cubicBezTo>
                      <a:pt x="61" y="18"/>
                      <a:pt x="61" y="18"/>
                      <a:pt x="61" y="18"/>
                    </a:cubicBezTo>
                    <a:cubicBezTo>
                      <a:pt x="61" y="17"/>
                      <a:pt x="61" y="16"/>
                      <a:pt x="62" y="15"/>
                    </a:cubicBezTo>
                    <a:cubicBezTo>
                      <a:pt x="65" y="12"/>
                      <a:pt x="64" y="8"/>
                      <a:pt x="63" y="5"/>
                    </a:cubicBezTo>
                    <a:cubicBezTo>
                      <a:pt x="62" y="4"/>
                      <a:pt x="63" y="2"/>
                      <a:pt x="64" y="0"/>
                    </a:cubicBezTo>
                    <a:close/>
                    <a:moveTo>
                      <a:pt x="16" y="0"/>
                    </a:moveTo>
                    <a:cubicBezTo>
                      <a:pt x="0" y="0"/>
                      <a:pt x="0" y="0"/>
                      <a:pt x="0" y="0"/>
                    </a:cubicBezTo>
                    <a:cubicBezTo>
                      <a:pt x="1" y="5"/>
                      <a:pt x="2" y="9"/>
                      <a:pt x="2" y="11"/>
                    </a:cubicBezTo>
                    <a:cubicBezTo>
                      <a:pt x="2" y="14"/>
                      <a:pt x="2" y="15"/>
                      <a:pt x="0" y="18"/>
                    </a:cubicBezTo>
                    <a:cubicBezTo>
                      <a:pt x="19" y="18"/>
                      <a:pt x="19" y="18"/>
                      <a:pt x="19" y="18"/>
                    </a:cubicBezTo>
                    <a:cubicBezTo>
                      <a:pt x="19" y="16"/>
                      <a:pt x="21" y="15"/>
                      <a:pt x="18" y="11"/>
                    </a:cubicBezTo>
                    <a:cubicBezTo>
                      <a:pt x="16" y="8"/>
                      <a:pt x="16" y="3"/>
                      <a:pt x="16"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79" name="Freeform 508"/>
              <p:cNvSpPr>
                <a:spLocks noEditPoints="1"/>
              </p:cNvSpPr>
              <p:nvPr/>
            </p:nvSpPr>
            <p:spPr bwMode="auto">
              <a:xfrm>
                <a:off x="3980" y="1225"/>
                <a:ext cx="126" cy="34"/>
              </a:xfrm>
              <a:custGeom>
                <a:avLst/>
                <a:gdLst>
                  <a:gd name="T0" fmla="*/ 64 w 66"/>
                  <a:gd name="T1" fmla="*/ 0 h 18"/>
                  <a:gd name="T2" fmla="*/ 47 w 66"/>
                  <a:gd name="T3" fmla="*/ 0 h 18"/>
                  <a:gd name="T4" fmla="*/ 47 w 66"/>
                  <a:gd name="T5" fmla="*/ 3 h 18"/>
                  <a:gd name="T6" fmla="*/ 43 w 66"/>
                  <a:gd name="T7" fmla="*/ 15 h 18"/>
                  <a:gd name="T8" fmla="*/ 44 w 66"/>
                  <a:gd name="T9" fmla="*/ 18 h 18"/>
                  <a:gd name="T10" fmla="*/ 62 w 66"/>
                  <a:gd name="T11" fmla="*/ 18 h 18"/>
                  <a:gd name="T12" fmla="*/ 63 w 66"/>
                  <a:gd name="T13" fmla="*/ 14 h 18"/>
                  <a:gd name="T14" fmla="*/ 64 w 66"/>
                  <a:gd name="T15" fmla="*/ 4 h 18"/>
                  <a:gd name="T16" fmla="*/ 64 w 66"/>
                  <a:gd name="T17" fmla="*/ 0 h 18"/>
                  <a:gd name="T18" fmla="*/ 17 w 66"/>
                  <a:gd name="T19" fmla="*/ 0 h 18"/>
                  <a:gd name="T20" fmla="*/ 1 w 66"/>
                  <a:gd name="T21" fmla="*/ 0 h 18"/>
                  <a:gd name="T22" fmla="*/ 3 w 66"/>
                  <a:gd name="T23" fmla="*/ 10 h 18"/>
                  <a:gd name="T24" fmla="*/ 0 w 66"/>
                  <a:gd name="T25" fmla="*/ 18 h 18"/>
                  <a:gd name="T26" fmla="*/ 20 w 66"/>
                  <a:gd name="T27" fmla="*/ 18 h 18"/>
                  <a:gd name="T28" fmla="*/ 19 w 66"/>
                  <a:gd name="T29" fmla="*/ 10 h 18"/>
                  <a:gd name="T30" fmla="*/ 17 w 66"/>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6" h="18">
                    <a:moveTo>
                      <a:pt x="64" y="0"/>
                    </a:moveTo>
                    <a:cubicBezTo>
                      <a:pt x="47" y="0"/>
                      <a:pt x="47" y="0"/>
                      <a:pt x="47" y="0"/>
                    </a:cubicBezTo>
                    <a:cubicBezTo>
                      <a:pt x="47" y="1"/>
                      <a:pt x="47" y="2"/>
                      <a:pt x="47" y="3"/>
                    </a:cubicBezTo>
                    <a:cubicBezTo>
                      <a:pt x="47" y="8"/>
                      <a:pt x="43" y="11"/>
                      <a:pt x="43" y="15"/>
                    </a:cubicBezTo>
                    <a:cubicBezTo>
                      <a:pt x="43" y="16"/>
                      <a:pt x="44" y="17"/>
                      <a:pt x="44" y="18"/>
                    </a:cubicBezTo>
                    <a:cubicBezTo>
                      <a:pt x="62" y="18"/>
                      <a:pt x="62" y="18"/>
                      <a:pt x="62" y="18"/>
                    </a:cubicBezTo>
                    <a:cubicBezTo>
                      <a:pt x="62" y="17"/>
                      <a:pt x="61" y="15"/>
                      <a:pt x="63" y="14"/>
                    </a:cubicBezTo>
                    <a:cubicBezTo>
                      <a:pt x="66" y="11"/>
                      <a:pt x="65" y="7"/>
                      <a:pt x="64" y="4"/>
                    </a:cubicBezTo>
                    <a:cubicBezTo>
                      <a:pt x="63" y="3"/>
                      <a:pt x="64" y="2"/>
                      <a:pt x="64" y="0"/>
                    </a:cubicBezTo>
                    <a:close/>
                    <a:moveTo>
                      <a:pt x="17" y="0"/>
                    </a:moveTo>
                    <a:cubicBezTo>
                      <a:pt x="1" y="0"/>
                      <a:pt x="1" y="0"/>
                      <a:pt x="1" y="0"/>
                    </a:cubicBezTo>
                    <a:cubicBezTo>
                      <a:pt x="2" y="4"/>
                      <a:pt x="3" y="8"/>
                      <a:pt x="3" y="10"/>
                    </a:cubicBezTo>
                    <a:cubicBezTo>
                      <a:pt x="3" y="13"/>
                      <a:pt x="2" y="15"/>
                      <a:pt x="0" y="18"/>
                    </a:cubicBezTo>
                    <a:cubicBezTo>
                      <a:pt x="20" y="18"/>
                      <a:pt x="20" y="18"/>
                      <a:pt x="20" y="18"/>
                    </a:cubicBezTo>
                    <a:cubicBezTo>
                      <a:pt x="20" y="15"/>
                      <a:pt x="22" y="14"/>
                      <a:pt x="19" y="10"/>
                    </a:cubicBezTo>
                    <a:cubicBezTo>
                      <a:pt x="17" y="7"/>
                      <a:pt x="17" y="3"/>
                      <a:pt x="17"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0" name="Freeform 509"/>
              <p:cNvSpPr>
                <a:spLocks noEditPoints="1"/>
              </p:cNvSpPr>
              <p:nvPr/>
            </p:nvSpPr>
            <p:spPr bwMode="auto">
              <a:xfrm>
                <a:off x="3980" y="1227"/>
                <a:ext cx="126" cy="36"/>
              </a:xfrm>
              <a:custGeom>
                <a:avLst/>
                <a:gdLst>
                  <a:gd name="T0" fmla="*/ 64 w 66"/>
                  <a:gd name="T1" fmla="*/ 0 h 19"/>
                  <a:gd name="T2" fmla="*/ 47 w 66"/>
                  <a:gd name="T3" fmla="*/ 0 h 19"/>
                  <a:gd name="T4" fmla="*/ 47 w 66"/>
                  <a:gd name="T5" fmla="*/ 2 h 19"/>
                  <a:gd name="T6" fmla="*/ 43 w 66"/>
                  <a:gd name="T7" fmla="*/ 14 h 19"/>
                  <a:gd name="T8" fmla="*/ 45 w 66"/>
                  <a:gd name="T9" fmla="*/ 19 h 19"/>
                  <a:gd name="T10" fmla="*/ 63 w 66"/>
                  <a:gd name="T11" fmla="*/ 19 h 19"/>
                  <a:gd name="T12" fmla="*/ 63 w 66"/>
                  <a:gd name="T13" fmla="*/ 13 h 19"/>
                  <a:gd name="T14" fmla="*/ 64 w 66"/>
                  <a:gd name="T15" fmla="*/ 3 h 19"/>
                  <a:gd name="T16" fmla="*/ 64 w 66"/>
                  <a:gd name="T17" fmla="*/ 0 h 19"/>
                  <a:gd name="T18" fmla="*/ 17 w 66"/>
                  <a:gd name="T19" fmla="*/ 0 h 19"/>
                  <a:gd name="T20" fmla="*/ 1 w 66"/>
                  <a:gd name="T21" fmla="*/ 0 h 19"/>
                  <a:gd name="T22" fmla="*/ 3 w 66"/>
                  <a:gd name="T23" fmla="*/ 9 h 19"/>
                  <a:gd name="T24" fmla="*/ 0 w 66"/>
                  <a:gd name="T25" fmla="*/ 19 h 19"/>
                  <a:gd name="T26" fmla="*/ 20 w 66"/>
                  <a:gd name="T27" fmla="*/ 19 h 19"/>
                  <a:gd name="T28" fmla="*/ 19 w 66"/>
                  <a:gd name="T29" fmla="*/ 9 h 19"/>
                  <a:gd name="T30" fmla="*/ 17 w 66"/>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6" h="19">
                    <a:moveTo>
                      <a:pt x="64" y="0"/>
                    </a:moveTo>
                    <a:cubicBezTo>
                      <a:pt x="47" y="0"/>
                      <a:pt x="47" y="0"/>
                      <a:pt x="47" y="0"/>
                    </a:cubicBezTo>
                    <a:cubicBezTo>
                      <a:pt x="47" y="1"/>
                      <a:pt x="47" y="1"/>
                      <a:pt x="47" y="2"/>
                    </a:cubicBezTo>
                    <a:cubicBezTo>
                      <a:pt x="47" y="7"/>
                      <a:pt x="43" y="10"/>
                      <a:pt x="43" y="14"/>
                    </a:cubicBezTo>
                    <a:cubicBezTo>
                      <a:pt x="43" y="16"/>
                      <a:pt x="44" y="17"/>
                      <a:pt x="45" y="19"/>
                    </a:cubicBezTo>
                    <a:cubicBezTo>
                      <a:pt x="63" y="19"/>
                      <a:pt x="63" y="19"/>
                      <a:pt x="63" y="19"/>
                    </a:cubicBezTo>
                    <a:cubicBezTo>
                      <a:pt x="62" y="17"/>
                      <a:pt x="61" y="15"/>
                      <a:pt x="63" y="13"/>
                    </a:cubicBezTo>
                    <a:cubicBezTo>
                      <a:pt x="66" y="10"/>
                      <a:pt x="65" y="6"/>
                      <a:pt x="64" y="3"/>
                    </a:cubicBezTo>
                    <a:cubicBezTo>
                      <a:pt x="63" y="3"/>
                      <a:pt x="63" y="2"/>
                      <a:pt x="64" y="0"/>
                    </a:cubicBezTo>
                    <a:close/>
                    <a:moveTo>
                      <a:pt x="17" y="0"/>
                    </a:moveTo>
                    <a:cubicBezTo>
                      <a:pt x="1" y="0"/>
                      <a:pt x="1" y="0"/>
                      <a:pt x="1" y="0"/>
                    </a:cubicBezTo>
                    <a:cubicBezTo>
                      <a:pt x="2" y="4"/>
                      <a:pt x="3" y="7"/>
                      <a:pt x="3" y="9"/>
                    </a:cubicBezTo>
                    <a:cubicBezTo>
                      <a:pt x="3" y="13"/>
                      <a:pt x="2" y="14"/>
                      <a:pt x="0" y="19"/>
                    </a:cubicBezTo>
                    <a:cubicBezTo>
                      <a:pt x="20" y="19"/>
                      <a:pt x="20" y="19"/>
                      <a:pt x="20" y="19"/>
                    </a:cubicBezTo>
                    <a:cubicBezTo>
                      <a:pt x="19" y="15"/>
                      <a:pt x="22" y="14"/>
                      <a:pt x="19" y="9"/>
                    </a:cubicBezTo>
                    <a:cubicBezTo>
                      <a:pt x="17" y="7"/>
                      <a:pt x="17" y="3"/>
                      <a:pt x="17" y="0"/>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1" name="Freeform 510"/>
              <p:cNvSpPr>
                <a:spLocks noEditPoints="1"/>
              </p:cNvSpPr>
              <p:nvPr/>
            </p:nvSpPr>
            <p:spPr bwMode="auto">
              <a:xfrm>
                <a:off x="3978" y="1230"/>
                <a:ext cx="128" cy="35"/>
              </a:xfrm>
              <a:custGeom>
                <a:avLst/>
                <a:gdLst>
                  <a:gd name="T0" fmla="*/ 65 w 67"/>
                  <a:gd name="T1" fmla="*/ 0 h 18"/>
                  <a:gd name="T2" fmla="*/ 48 w 67"/>
                  <a:gd name="T3" fmla="*/ 0 h 18"/>
                  <a:gd name="T4" fmla="*/ 48 w 67"/>
                  <a:gd name="T5" fmla="*/ 0 h 18"/>
                  <a:gd name="T6" fmla="*/ 44 w 67"/>
                  <a:gd name="T7" fmla="*/ 12 h 18"/>
                  <a:gd name="T8" fmla="*/ 48 w 67"/>
                  <a:gd name="T9" fmla="*/ 18 h 18"/>
                  <a:gd name="T10" fmla="*/ 65 w 67"/>
                  <a:gd name="T11" fmla="*/ 18 h 18"/>
                  <a:gd name="T12" fmla="*/ 64 w 67"/>
                  <a:gd name="T13" fmla="*/ 11 h 18"/>
                  <a:gd name="T14" fmla="*/ 65 w 67"/>
                  <a:gd name="T15" fmla="*/ 1 h 18"/>
                  <a:gd name="T16" fmla="*/ 65 w 67"/>
                  <a:gd name="T17" fmla="*/ 0 h 18"/>
                  <a:gd name="T18" fmla="*/ 18 w 67"/>
                  <a:gd name="T19" fmla="*/ 0 h 18"/>
                  <a:gd name="T20" fmla="*/ 3 w 67"/>
                  <a:gd name="T21" fmla="*/ 0 h 18"/>
                  <a:gd name="T22" fmla="*/ 4 w 67"/>
                  <a:gd name="T23" fmla="*/ 7 h 18"/>
                  <a:gd name="T24" fmla="*/ 1 w 67"/>
                  <a:gd name="T25" fmla="*/ 17 h 18"/>
                  <a:gd name="T26" fmla="*/ 0 w 67"/>
                  <a:gd name="T27" fmla="*/ 18 h 18"/>
                  <a:gd name="T28" fmla="*/ 21 w 67"/>
                  <a:gd name="T29" fmla="*/ 18 h 18"/>
                  <a:gd name="T30" fmla="*/ 21 w 67"/>
                  <a:gd name="T31" fmla="*/ 17 h 18"/>
                  <a:gd name="T32" fmla="*/ 20 w 67"/>
                  <a:gd name="T33" fmla="*/ 7 h 18"/>
                  <a:gd name="T34" fmla="*/ 18 w 67"/>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7" h="18">
                    <a:moveTo>
                      <a:pt x="65" y="0"/>
                    </a:moveTo>
                    <a:cubicBezTo>
                      <a:pt x="48" y="0"/>
                      <a:pt x="48" y="0"/>
                      <a:pt x="48" y="0"/>
                    </a:cubicBezTo>
                    <a:cubicBezTo>
                      <a:pt x="48" y="0"/>
                      <a:pt x="48" y="0"/>
                      <a:pt x="48" y="0"/>
                    </a:cubicBezTo>
                    <a:cubicBezTo>
                      <a:pt x="48" y="5"/>
                      <a:pt x="44" y="8"/>
                      <a:pt x="44" y="12"/>
                    </a:cubicBezTo>
                    <a:cubicBezTo>
                      <a:pt x="44" y="15"/>
                      <a:pt x="46" y="17"/>
                      <a:pt x="48" y="18"/>
                    </a:cubicBezTo>
                    <a:cubicBezTo>
                      <a:pt x="65" y="18"/>
                      <a:pt x="65" y="18"/>
                      <a:pt x="65" y="18"/>
                    </a:cubicBezTo>
                    <a:cubicBezTo>
                      <a:pt x="64" y="16"/>
                      <a:pt x="61" y="13"/>
                      <a:pt x="64" y="11"/>
                    </a:cubicBezTo>
                    <a:cubicBezTo>
                      <a:pt x="67" y="8"/>
                      <a:pt x="66" y="4"/>
                      <a:pt x="65" y="1"/>
                    </a:cubicBezTo>
                    <a:cubicBezTo>
                      <a:pt x="64" y="1"/>
                      <a:pt x="64" y="0"/>
                      <a:pt x="65" y="0"/>
                    </a:cubicBezTo>
                    <a:close/>
                    <a:moveTo>
                      <a:pt x="18" y="0"/>
                    </a:moveTo>
                    <a:cubicBezTo>
                      <a:pt x="3" y="0"/>
                      <a:pt x="3" y="0"/>
                      <a:pt x="3" y="0"/>
                    </a:cubicBezTo>
                    <a:cubicBezTo>
                      <a:pt x="3" y="3"/>
                      <a:pt x="4" y="5"/>
                      <a:pt x="4" y="7"/>
                    </a:cubicBezTo>
                    <a:cubicBezTo>
                      <a:pt x="4" y="11"/>
                      <a:pt x="3" y="12"/>
                      <a:pt x="1" y="17"/>
                    </a:cubicBezTo>
                    <a:cubicBezTo>
                      <a:pt x="0" y="17"/>
                      <a:pt x="0" y="18"/>
                      <a:pt x="0" y="18"/>
                    </a:cubicBezTo>
                    <a:cubicBezTo>
                      <a:pt x="21" y="18"/>
                      <a:pt x="21" y="18"/>
                      <a:pt x="21" y="18"/>
                    </a:cubicBezTo>
                    <a:cubicBezTo>
                      <a:pt x="21" y="18"/>
                      <a:pt x="21" y="18"/>
                      <a:pt x="21" y="17"/>
                    </a:cubicBezTo>
                    <a:cubicBezTo>
                      <a:pt x="20" y="13"/>
                      <a:pt x="24" y="12"/>
                      <a:pt x="20" y="7"/>
                    </a:cubicBezTo>
                    <a:cubicBezTo>
                      <a:pt x="18" y="5"/>
                      <a:pt x="18" y="2"/>
                      <a:pt x="18" y="0"/>
                    </a:cubicBez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2" name="Freeform 511"/>
              <p:cNvSpPr>
                <a:spLocks noEditPoints="1"/>
              </p:cNvSpPr>
              <p:nvPr/>
            </p:nvSpPr>
            <p:spPr bwMode="auto">
              <a:xfrm>
                <a:off x="3976" y="1232"/>
                <a:ext cx="130" cy="35"/>
              </a:xfrm>
              <a:custGeom>
                <a:avLst/>
                <a:gdLst>
                  <a:gd name="T0" fmla="*/ 66 w 68"/>
                  <a:gd name="T1" fmla="*/ 0 h 18"/>
                  <a:gd name="T2" fmla="*/ 49 w 68"/>
                  <a:gd name="T3" fmla="*/ 0 h 18"/>
                  <a:gd name="T4" fmla="*/ 45 w 68"/>
                  <a:gd name="T5" fmla="*/ 11 h 18"/>
                  <a:gd name="T6" fmla="*/ 50 w 68"/>
                  <a:gd name="T7" fmla="*/ 18 h 18"/>
                  <a:gd name="T8" fmla="*/ 50 w 68"/>
                  <a:gd name="T9" fmla="*/ 18 h 18"/>
                  <a:gd name="T10" fmla="*/ 67 w 68"/>
                  <a:gd name="T11" fmla="*/ 18 h 18"/>
                  <a:gd name="T12" fmla="*/ 67 w 68"/>
                  <a:gd name="T13" fmla="*/ 17 h 18"/>
                  <a:gd name="T14" fmla="*/ 65 w 68"/>
                  <a:gd name="T15" fmla="*/ 10 h 18"/>
                  <a:gd name="T16" fmla="*/ 66 w 68"/>
                  <a:gd name="T17" fmla="*/ 0 h 18"/>
                  <a:gd name="T18" fmla="*/ 66 w 68"/>
                  <a:gd name="T19" fmla="*/ 0 h 18"/>
                  <a:gd name="T20" fmla="*/ 19 w 68"/>
                  <a:gd name="T21" fmla="*/ 0 h 18"/>
                  <a:gd name="T22" fmla="*/ 4 w 68"/>
                  <a:gd name="T23" fmla="*/ 0 h 18"/>
                  <a:gd name="T24" fmla="*/ 5 w 68"/>
                  <a:gd name="T25" fmla="*/ 6 h 18"/>
                  <a:gd name="T26" fmla="*/ 2 w 68"/>
                  <a:gd name="T27" fmla="*/ 16 h 18"/>
                  <a:gd name="T28" fmla="*/ 0 w 68"/>
                  <a:gd name="T29" fmla="*/ 18 h 18"/>
                  <a:gd name="T30" fmla="*/ 22 w 68"/>
                  <a:gd name="T31" fmla="*/ 18 h 18"/>
                  <a:gd name="T32" fmla="*/ 22 w 68"/>
                  <a:gd name="T33" fmla="*/ 16 h 18"/>
                  <a:gd name="T34" fmla="*/ 21 w 68"/>
                  <a:gd name="T35" fmla="*/ 6 h 18"/>
                  <a:gd name="T36" fmla="*/ 19 w 68"/>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8" h="18">
                    <a:moveTo>
                      <a:pt x="66" y="0"/>
                    </a:moveTo>
                    <a:cubicBezTo>
                      <a:pt x="49" y="0"/>
                      <a:pt x="49" y="0"/>
                      <a:pt x="49" y="0"/>
                    </a:cubicBezTo>
                    <a:cubicBezTo>
                      <a:pt x="49" y="4"/>
                      <a:pt x="45" y="7"/>
                      <a:pt x="45" y="11"/>
                    </a:cubicBezTo>
                    <a:cubicBezTo>
                      <a:pt x="45" y="15"/>
                      <a:pt x="50" y="18"/>
                      <a:pt x="50" y="18"/>
                    </a:cubicBezTo>
                    <a:cubicBezTo>
                      <a:pt x="50" y="18"/>
                      <a:pt x="50" y="18"/>
                      <a:pt x="50" y="18"/>
                    </a:cubicBezTo>
                    <a:cubicBezTo>
                      <a:pt x="67" y="18"/>
                      <a:pt x="67" y="18"/>
                      <a:pt x="67" y="18"/>
                    </a:cubicBezTo>
                    <a:cubicBezTo>
                      <a:pt x="67" y="18"/>
                      <a:pt x="67" y="18"/>
                      <a:pt x="67" y="17"/>
                    </a:cubicBezTo>
                    <a:cubicBezTo>
                      <a:pt x="65" y="15"/>
                      <a:pt x="62" y="12"/>
                      <a:pt x="65" y="10"/>
                    </a:cubicBezTo>
                    <a:cubicBezTo>
                      <a:pt x="68" y="7"/>
                      <a:pt x="67" y="3"/>
                      <a:pt x="66" y="0"/>
                    </a:cubicBezTo>
                    <a:cubicBezTo>
                      <a:pt x="66" y="0"/>
                      <a:pt x="66" y="0"/>
                      <a:pt x="66" y="0"/>
                    </a:cubicBezTo>
                    <a:close/>
                    <a:moveTo>
                      <a:pt x="19" y="0"/>
                    </a:moveTo>
                    <a:cubicBezTo>
                      <a:pt x="4" y="0"/>
                      <a:pt x="4" y="0"/>
                      <a:pt x="4" y="0"/>
                    </a:cubicBezTo>
                    <a:cubicBezTo>
                      <a:pt x="4" y="2"/>
                      <a:pt x="5" y="4"/>
                      <a:pt x="5" y="6"/>
                    </a:cubicBezTo>
                    <a:cubicBezTo>
                      <a:pt x="5" y="10"/>
                      <a:pt x="4" y="11"/>
                      <a:pt x="2" y="16"/>
                    </a:cubicBezTo>
                    <a:cubicBezTo>
                      <a:pt x="1" y="17"/>
                      <a:pt x="1" y="17"/>
                      <a:pt x="0" y="18"/>
                    </a:cubicBezTo>
                    <a:cubicBezTo>
                      <a:pt x="22" y="18"/>
                      <a:pt x="22" y="18"/>
                      <a:pt x="22" y="18"/>
                    </a:cubicBezTo>
                    <a:cubicBezTo>
                      <a:pt x="22" y="17"/>
                      <a:pt x="22" y="17"/>
                      <a:pt x="22" y="16"/>
                    </a:cubicBezTo>
                    <a:cubicBezTo>
                      <a:pt x="21" y="12"/>
                      <a:pt x="25" y="11"/>
                      <a:pt x="21" y="6"/>
                    </a:cubicBezTo>
                    <a:cubicBezTo>
                      <a:pt x="20" y="4"/>
                      <a:pt x="19" y="2"/>
                      <a:pt x="19" y="0"/>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3" name="Freeform 512"/>
              <p:cNvSpPr>
                <a:spLocks noEditPoints="1"/>
              </p:cNvSpPr>
              <p:nvPr/>
            </p:nvSpPr>
            <p:spPr bwMode="auto">
              <a:xfrm>
                <a:off x="3976" y="1234"/>
                <a:ext cx="130" cy="35"/>
              </a:xfrm>
              <a:custGeom>
                <a:avLst/>
                <a:gdLst>
                  <a:gd name="T0" fmla="*/ 66 w 68"/>
                  <a:gd name="T1" fmla="*/ 0 h 18"/>
                  <a:gd name="T2" fmla="*/ 49 w 68"/>
                  <a:gd name="T3" fmla="*/ 0 h 18"/>
                  <a:gd name="T4" fmla="*/ 45 w 68"/>
                  <a:gd name="T5" fmla="*/ 10 h 18"/>
                  <a:gd name="T6" fmla="*/ 50 w 68"/>
                  <a:gd name="T7" fmla="*/ 17 h 18"/>
                  <a:gd name="T8" fmla="*/ 50 w 68"/>
                  <a:gd name="T9" fmla="*/ 18 h 18"/>
                  <a:gd name="T10" fmla="*/ 68 w 68"/>
                  <a:gd name="T11" fmla="*/ 18 h 18"/>
                  <a:gd name="T12" fmla="*/ 67 w 68"/>
                  <a:gd name="T13" fmla="*/ 16 h 18"/>
                  <a:gd name="T14" fmla="*/ 65 w 68"/>
                  <a:gd name="T15" fmla="*/ 9 h 18"/>
                  <a:gd name="T16" fmla="*/ 66 w 68"/>
                  <a:gd name="T17" fmla="*/ 0 h 18"/>
                  <a:gd name="T18" fmla="*/ 19 w 68"/>
                  <a:gd name="T19" fmla="*/ 0 h 18"/>
                  <a:gd name="T20" fmla="*/ 4 w 68"/>
                  <a:gd name="T21" fmla="*/ 0 h 18"/>
                  <a:gd name="T22" fmla="*/ 5 w 68"/>
                  <a:gd name="T23" fmla="*/ 5 h 18"/>
                  <a:gd name="T24" fmla="*/ 2 w 68"/>
                  <a:gd name="T25" fmla="*/ 15 h 18"/>
                  <a:gd name="T26" fmla="*/ 0 w 68"/>
                  <a:gd name="T27" fmla="*/ 18 h 18"/>
                  <a:gd name="T28" fmla="*/ 22 w 68"/>
                  <a:gd name="T29" fmla="*/ 18 h 18"/>
                  <a:gd name="T30" fmla="*/ 22 w 68"/>
                  <a:gd name="T31" fmla="*/ 15 h 18"/>
                  <a:gd name="T32" fmla="*/ 21 w 68"/>
                  <a:gd name="T33" fmla="*/ 5 h 18"/>
                  <a:gd name="T34" fmla="*/ 19 w 68"/>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18">
                    <a:moveTo>
                      <a:pt x="66" y="0"/>
                    </a:moveTo>
                    <a:cubicBezTo>
                      <a:pt x="49" y="0"/>
                      <a:pt x="49" y="0"/>
                      <a:pt x="49" y="0"/>
                    </a:cubicBezTo>
                    <a:cubicBezTo>
                      <a:pt x="48" y="4"/>
                      <a:pt x="45" y="7"/>
                      <a:pt x="45" y="10"/>
                    </a:cubicBezTo>
                    <a:cubicBezTo>
                      <a:pt x="45" y="14"/>
                      <a:pt x="50" y="17"/>
                      <a:pt x="50" y="17"/>
                    </a:cubicBezTo>
                    <a:cubicBezTo>
                      <a:pt x="50" y="17"/>
                      <a:pt x="50" y="18"/>
                      <a:pt x="50" y="18"/>
                    </a:cubicBezTo>
                    <a:cubicBezTo>
                      <a:pt x="68" y="18"/>
                      <a:pt x="68" y="18"/>
                      <a:pt x="68" y="18"/>
                    </a:cubicBezTo>
                    <a:cubicBezTo>
                      <a:pt x="67" y="18"/>
                      <a:pt x="67" y="17"/>
                      <a:pt x="67" y="16"/>
                    </a:cubicBezTo>
                    <a:cubicBezTo>
                      <a:pt x="65" y="14"/>
                      <a:pt x="62" y="11"/>
                      <a:pt x="65" y="9"/>
                    </a:cubicBezTo>
                    <a:cubicBezTo>
                      <a:pt x="67" y="6"/>
                      <a:pt x="67" y="3"/>
                      <a:pt x="66" y="0"/>
                    </a:cubicBezTo>
                    <a:close/>
                    <a:moveTo>
                      <a:pt x="19" y="0"/>
                    </a:moveTo>
                    <a:cubicBezTo>
                      <a:pt x="4" y="0"/>
                      <a:pt x="4" y="0"/>
                      <a:pt x="4" y="0"/>
                    </a:cubicBezTo>
                    <a:cubicBezTo>
                      <a:pt x="4" y="2"/>
                      <a:pt x="5" y="4"/>
                      <a:pt x="5" y="5"/>
                    </a:cubicBezTo>
                    <a:cubicBezTo>
                      <a:pt x="5" y="9"/>
                      <a:pt x="4" y="10"/>
                      <a:pt x="2" y="15"/>
                    </a:cubicBezTo>
                    <a:cubicBezTo>
                      <a:pt x="1" y="16"/>
                      <a:pt x="0" y="17"/>
                      <a:pt x="0" y="18"/>
                    </a:cubicBezTo>
                    <a:cubicBezTo>
                      <a:pt x="22" y="18"/>
                      <a:pt x="22" y="18"/>
                      <a:pt x="22" y="18"/>
                    </a:cubicBezTo>
                    <a:cubicBezTo>
                      <a:pt x="22" y="17"/>
                      <a:pt x="22" y="16"/>
                      <a:pt x="22" y="15"/>
                    </a:cubicBezTo>
                    <a:cubicBezTo>
                      <a:pt x="21" y="11"/>
                      <a:pt x="25" y="10"/>
                      <a:pt x="21" y="5"/>
                    </a:cubicBezTo>
                    <a:cubicBezTo>
                      <a:pt x="20" y="4"/>
                      <a:pt x="20" y="2"/>
                      <a:pt x="19"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4" name="Freeform 513"/>
              <p:cNvSpPr>
                <a:spLocks noEditPoints="1"/>
              </p:cNvSpPr>
              <p:nvPr/>
            </p:nvSpPr>
            <p:spPr bwMode="auto">
              <a:xfrm>
                <a:off x="3976" y="1236"/>
                <a:ext cx="130" cy="37"/>
              </a:xfrm>
              <a:custGeom>
                <a:avLst/>
                <a:gdLst>
                  <a:gd name="T0" fmla="*/ 66 w 68"/>
                  <a:gd name="T1" fmla="*/ 0 h 19"/>
                  <a:gd name="T2" fmla="*/ 48 w 68"/>
                  <a:gd name="T3" fmla="*/ 0 h 19"/>
                  <a:gd name="T4" fmla="*/ 45 w 68"/>
                  <a:gd name="T5" fmla="*/ 9 h 19"/>
                  <a:gd name="T6" fmla="*/ 50 w 68"/>
                  <a:gd name="T7" fmla="*/ 16 h 19"/>
                  <a:gd name="T8" fmla="*/ 49 w 68"/>
                  <a:gd name="T9" fmla="*/ 19 h 19"/>
                  <a:gd name="T10" fmla="*/ 68 w 68"/>
                  <a:gd name="T11" fmla="*/ 19 h 19"/>
                  <a:gd name="T12" fmla="*/ 67 w 68"/>
                  <a:gd name="T13" fmla="*/ 15 h 19"/>
                  <a:gd name="T14" fmla="*/ 65 w 68"/>
                  <a:gd name="T15" fmla="*/ 8 h 19"/>
                  <a:gd name="T16" fmla="*/ 66 w 68"/>
                  <a:gd name="T17" fmla="*/ 0 h 19"/>
                  <a:gd name="T18" fmla="*/ 19 w 68"/>
                  <a:gd name="T19" fmla="*/ 0 h 19"/>
                  <a:gd name="T20" fmla="*/ 4 w 68"/>
                  <a:gd name="T21" fmla="*/ 0 h 19"/>
                  <a:gd name="T22" fmla="*/ 5 w 68"/>
                  <a:gd name="T23" fmla="*/ 4 h 19"/>
                  <a:gd name="T24" fmla="*/ 2 w 68"/>
                  <a:gd name="T25" fmla="*/ 14 h 19"/>
                  <a:gd name="T26" fmla="*/ 0 w 68"/>
                  <a:gd name="T27" fmla="*/ 19 h 19"/>
                  <a:gd name="T28" fmla="*/ 22 w 68"/>
                  <a:gd name="T29" fmla="*/ 19 h 19"/>
                  <a:gd name="T30" fmla="*/ 22 w 68"/>
                  <a:gd name="T31" fmla="*/ 14 h 19"/>
                  <a:gd name="T32" fmla="*/ 21 w 68"/>
                  <a:gd name="T33" fmla="*/ 4 h 19"/>
                  <a:gd name="T34" fmla="*/ 19 w 68"/>
                  <a:gd name="T3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19">
                    <a:moveTo>
                      <a:pt x="66" y="0"/>
                    </a:moveTo>
                    <a:cubicBezTo>
                      <a:pt x="48" y="0"/>
                      <a:pt x="48" y="0"/>
                      <a:pt x="48" y="0"/>
                    </a:cubicBezTo>
                    <a:cubicBezTo>
                      <a:pt x="47" y="4"/>
                      <a:pt x="45" y="6"/>
                      <a:pt x="45" y="9"/>
                    </a:cubicBezTo>
                    <a:cubicBezTo>
                      <a:pt x="45" y="13"/>
                      <a:pt x="50" y="16"/>
                      <a:pt x="50" y="16"/>
                    </a:cubicBezTo>
                    <a:cubicBezTo>
                      <a:pt x="50" y="16"/>
                      <a:pt x="50" y="17"/>
                      <a:pt x="49" y="19"/>
                    </a:cubicBezTo>
                    <a:cubicBezTo>
                      <a:pt x="68" y="19"/>
                      <a:pt x="68" y="19"/>
                      <a:pt x="68" y="19"/>
                    </a:cubicBezTo>
                    <a:cubicBezTo>
                      <a:pt x="68" y="17"/>
                      <a:pt x="67" y="16"/>
                      <a:pt x="67" y="15"/>
                    </a:cubicBezTo>
                    <a:cubicBezTo>
                      <a:pt x="65" y="13"/>
                      <a:pt x="62" y="10"/>
                      <a:pt x="65" y="8"/>
                    </a:cubicBezTo>
                    <a:cubicBezTo>
                      <a:pt x="67" y="6"/>
                      <a:pt x="67" y="3"/>
                      <a:pt x="66" y="0"/>
                    </a:cubicBezTo>
                    <a:close/>
                    <a:moveTo>
                      <a:pt x="19" y="0"/>
                    </a:moveTo>
                    <a:cubicBezTo>
                      <a:pt x="4" y="0"/>
                      <a:pt x="4" y="0"/>
                      <a:pt x="4" y="0"/>
                    </a:cubicBezTo>
                    <a:cubicBezTo>
                      <a:pt x="5" y="2"/>
                      <a:pt x="5" y="3"/>
                      <a:pt x="5" y="4"/>
                    </a:cubicBezTo>
                    <a:cubicBezTo>
                      <a:pt x="5" y="8"/>
                      <a:pt x="4" y="9"/>
                      <a:pt x="2" y="14"/>
                    </a:cubicBezTo>
                    <a:cubicBezTo>
                      <a:pt x="1" y="15"/>
                      <a:pt x="0" y="17"/>
                      <a:pt x="0" y="19"/>
                    </a:cubicBezTo>
                    <a:cubicBezTo>
                      <a:pt x="22" y="19"/>
                      <a:pt x="22" y="19"/>
                      <a:pt x="22" y="19"/>
                    </a:cubicBezTo>
                    <a:cubicBezTo>
                      <a:pt x="22" y="17"/>
                      <a:pt x="22" y="15"/>
                      <a:pt x="22" y="14"/>
                    </a:cubicBezTo>
                    <a:cubicBezTo>
                      <a:pt x="21" y="10"/>
                      <a:pt x="25" y="9"/>
                      <a:pt x="21" y="4"/>
                    </a:cubicBezTo>
                    <a:cubicBezTo>
                      <a:pt x="20" y="3"/>
                      <a:pt x="20" y="2"/>
                      <a:pt x="19" y="0"/>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5" name="Freeform 514"/>
              <p:cNvSpPr>
                <a:spLocks noEditPoints="1"/>
              </p:cNvSpPr>
              <p:nvPr/>
            </p:nvSpPr>
            <p:spPr bwMode="auto">
              <a:xfrm>
                <a:off x="3974" y="1240"/>
                <a:ext cx="132" cy="34"/>
              </a:xfrm>
              <a:custGeom>
                <a:avLst/>
                <a:gdLst>
                  <a:gd name="T0" fmla="*/ 68 w 69"/>
                  <a:gd name="T1" fmla="*/ 0 h 18"/>
                  <a:gd name="T2" fmla="*/ 49 w 69"/>
                  <a:gd name="T3" fmla="*/ 0 h 18"/>
                  <a:gd name="T4" fmla="*/ 46 w 69"/>
                  <a:gd name="T5" fmla="*/ 7 h 18"/>
                  <a:gd name="T6" fmla="*/ 51 w 69"/>
                  <a:gd name="T7" fmla="*/ 14 h 18"/>
                  <a:gd name="T8" fmla="*/ 50 w 69"/>
                  <a:gd name="T9" fmla="*/ 18 h 18"/>
                  <a:gd name="T10" fmla="*/ 69 w 69"/>
                  <a:gd name="T11" fmla="*/ 18 h 18"/>
                  <a:gd name="T12" fmla="*/ 68 w 69"/>
                  <a:gd name="T13" fmla="*/ 13 h 18"/>
                  <a:gd name="T14" fmla="*/ 66 w 69"/>
                  <a:gd name="T15" fmla="*/ 6 h 18"/>
                  <a:gd name="T16" fmla="*/ 68 w 69"/>
                  <a:gd name="T17" fmla="*/ 0 h 18"/>
                  <a:gd name="T18" fmla="*/ 21 w 69"/>
                  <a:gd name="T19" fmla="*/ 0 h 18"/>
                  <a:gd name="T20" fmla="*/ 6 w 69"/>
                  <a:gd name="T21" fmla="*/ 0 h 18"/>
                  <a:gd name="T22" fmla="*/ 6 w 69"/>
                  <a:gd name="T23" fmla="*/ 2 h 18"/>
                  <a:gd name="T24" fmla="*/ 3 w 69"/>
                  <a:gd name="T25" fmla="*/ 12 h 18"/>
                  <a:gd name="T26" fmla="*/ 0 w 69"/>
                  <a:gd name="T27" fmla="*/ 18 h 18"/>
                  <a:gd name="T28" fmla="*/ 23 w 69"/>
                  <a:gd name="T29" fmla="*/ 18 h 18"/>
                  <a:gd name="T30" fmla="*/ 23 w 69"/>
                  <a:gd name="T31" fmla="*/ 12 h 18"/>
                  <a:gd name="T32" fmla="*/ 22 w 69"/>
                  <a:gd name="T33" fmla="*/ 2 h 18"/>
                  <a:gd name="T34" fmla="*/ 21 w 69"/>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18">
                    <a:moveTo>
                      <a:pt x="68" y="0"/>
                    </a:moveTo>
                    <a:cubicBezTo>
                      <a:pt x="49" y="0"/>
                      <a:pt x="49" y="0"/>
                      <a:pt x="49" y="0"/>
                    </a:cubicBezTo>
                    <a:cubicBezTo>
                      <a:pt x="48" y="2"/>
                      <a:pt x="46" y="5"/>
                      <a:pt x="46" y="7"/>
                    </a:cubicBezTo>
                    <a:cubicBezTo>
                      <a:pt x="46" y="11"/>
                      <a:pt x="51" y="14"/>
                      <a:pt x="51" y="14"/>
                    </a:cubicBezTo>
                    <a:cubicBezTo>
                      <a:pt x="51" y="14"/>
                      <a:pt x="51" y="16"/>
                      <a:pt x="50" y="18"/>
                    </a:cubicBezTo>
                    <a:cubicBezTo>
                      <a:pt x="69" y="18"/>
                      <a:pt x="69" y="18"/>
                      <a:pt x="69" y="18"/>
                    </a:cubicBezTo>
                    <a:cubicBezTo>
                      <a:pt x="69" y="16"/>
                      <a:pt x="68" y="14"/>
                      <a:pt x="68" y="13"/>
                    </a:cubicBezTo>
                    <a:cubicBezTo>
                      <a:pt x="66" y="11"/>
                      <a:pt x="63" y="8"/>
                      <a:pt x="66" y="6"/>
                    </a:cubicBezTo>
                    <a:cubicBezTo>
                      <a:pt x="68" y="4"/>
                      <a:pt x="68" y="2"/>
                      <a:pt x="68" y="0"/>
                    </a:cubicBezTo>
                    <a:close/>
                    <a:moveTo>
                      <a:pt x="21" y="0"/>
                    </a:moveTo>
                    <a:cubicBezTo>
                      <a:pt x="6" y="0"/>
                      <a:pt x="6" y="0"/>
                      <a:pt x="6" y="0"/>
                    </a:cubicBezTo>
                    <a:cubicBezTo>
                      <a:pt x="6" y="0"/>
                      <a:pt x="6" y="1"/>
                      <a:pt x="6" y="2"/>
                    </a:cubicBezTo>
                    <a:cubicBezTo>
                      <a:pt x="6" y="6"/>
                      <a:pt x="5" y="7"/>
                      <a:pt x="3" y="12"/>
                    </a:cubicBezTo>
                    <a:cubicBezTo>
                      <a:pt x="2" y="14"/>
                      <a:pt x="1" y="16"/>
                      <a:pt x="0" y="18"/>
                    </a:cubicBezTo>
                    <a:cubicBezTo>
                      <a:pt x="23" y="18"/>
                      <a:pt x="23" y="18"/>
                      <a:pt x="23" y="18"/>
                    </a:cubicBezTo>
                    <a:cubicBezTo>
                      <a:pt x="23" y="16"/>
                      <a:pt x="23" y="14"/>
                      <a:pt x="23" y="12"/>
                    </a:cubicBezTo>
                    <a:cubicBezTo>
                      <a:pt x="22" y="8"/>
                      <a:pt x="26" y="7"/>
                      <a:pt x="22" y="2"/>
                    </a:cubicBezTo>
                    <a:cubicBezTo>
                      <a:pt x="21" y="2"/>
                      <a:pt x="21" y="1"/>
                      <a:pt x="21"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6" name="Freeform 515"/>
              <p:cNvSpPr>
                <a:spLocks noEditPoints="1"/>
              </p:cNvSpPr>
              <p:nvPr/>
            </p:nvSpPr>
            <p:spPr bwMode="auto">
              <a:xfrm>
                <a:off x="3974" y="1242"/>
                <a:ext cx="132" cy="34"/>
              </a:xfrm>
              <a:custGeom>
                <a:avLst/>
                <a:gdLst>
                  <a:gd name="T0" fmla="*/ 68 w 69"/>
                  <a:gd name="T1" fmla="*/ 0 h 18"/>
                  <a:gd name="T2" fmla="*/ 48 w 69"/>
                  <a:gd name="T3" fmla="*/ 0 h 18"/>
                  <a:gd name="T4" fmla="*/ 46 w 69"/>
                  <a:gd name="T5" fmla="*/ 6 h 18"/>
                  <a:gd name="T6" fmla="*/ 51 w 69"/>
                  <a:gd name="T7" fmla="*/ 13 h 18"/>
                  <a:gd name="T8" fmla="*/ 49 w 69"/>
                  <a:gd name="T9" fmla="*/ 18 h 18"/>
                  <a:gd name="T10" fmla="*/ 69 w 69"/>
                  <a:gd name="T11" fmla="*/ 18 h 18"/>
                  <a:gd name="T12" fmla="*/ 68 w 69"/>
                  <a:gd name="T13" fmla="*/ 12 h 18"/>
                  <a:gd name="T14" fmla="*/ 66 w 69"/>
                  <a:gd name="T15" fmla="*/ 5 h 18"/>
                  <a:gd name="T16" fmla="*/ 68 w 69"/>
                  <a:gd name="T17" fmla="*/ 0 h 18"/>
                  <a:gd name="T18" fmla="*/ 21 w 69"/>
                  <a:gd name="T19" fmla="*/ 0 h 18"/>
                  <a:gd name="T20" fmla="*/ 6 w 69"/>
                  <a:gd name="T21" fmla="*/ 0 h 18"/>
                  <a:gd name="T22" fmla="*/ 6 w 69"/>
                  <a:gd name="T23" fmla="*/ 1 h 18"/>
                  <a:gd name="T24" fmla="*/ 3 w 69"/>
                  <a:gd name="T25" fmla="*/ 11 h 18"/>
                  <a:gd name="T26" fmla="*/ 0 w 69"/>
                  <a:gd name="T27" fmla="*/ 18 h 18"/>
                  <a:gd name="T28" fmla="*/ 23 w 69"/>
                  <a:gd name="T29" fmla="*/ 18 h 18"/>
                  <a:gd name="T30" fmla="*/ 23 w 69"/>
                  <a:gd name="T31" fmla="*/ 11 h 18"/>
                  <a:gd name="T32" fmla="*/ 22 w 69"/>
                  <a:gd name="T33" fmla="*/ 1 h 18"/>
                  <a:gd name="T34" fmla="*/ 21 w 69"/>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18">
                    <a:moveTo>
                      <a:pt x="68" y="0"/>
                    </a:moveTo>
                    <a:cubicBezTo>
                      <a:pt x="48" y="0"/>
                      <a:pt x="48" y="0"/>
                      <a:pt x="48" y="0"/>
                    </a:cubicBezTo>
                    <a:cubicBezTo>
                      <a:pt x="47" y="2"/>
                      <a:pt x="46" y="4"/>
                      <a:pt x="46" y="6"/>
                    </a:cubicBezTo>
                    <a:cubicBezTo>
                      <a:pt x="46" y="10"/>
                      <a:pt x="51" y="13"/>
                      <a:pt x="51" y="13"/>
                    </a:cubicBezTo>
                    <a:cubicBezTo>
                      <a:pt x="51" y="13"/>
                      <a:pt x="51" y="16"/>
                      <a:pt x="49" y="18"/>
                    </a:cubicBezTo>
                    <a:cubicBezTo>
                      <a:pt x="69" y="18"/>
                      <a:pt x="69" y="18"/>
                      <a:pt x="69" y="18"/>
                    </a:cubicBezTo>
                    <a:cubicBezTo>
                      <a:pt x="69" y="16"/>
                      <a:pt x="68" y="13"/>
                      <a:pt x="68" y="12"/>
                    </a:cubicBezTo>
                    <a:cubicBezTo>
                      <a:pt x="66" y="10"/>
                      <a:pt x="63" y="7"/>
                      <a:pt x="66" y="5"/>
                    </a:cubicBezTo>
                    <a:cubicBezTo>
                      <a:pt x="67" y="3"/>
                      <a:pt x="68" y="2"/>
                      <a:pt x="68" y="0"/>
                    </a:cubicBezTo>
                    <a:close/>
                    <a:moveTo>
                      <a:pt x="21" y="0"/>
                    </a:moveTo>
                    <a:cubicBezTo>
                      <a:pt x="6" y="0"/>
                      <a:pt x="6" y="0"/>
                      <a:pt x="6" y="0"/>
                    </a:cubicBezTo>
                    <a:cubicBezTo>
                      <a:pt x="6" y="0"/>
                      <a:pt x="6" y="0"/>
                      <a:pt x="6" y="1"/>
                    </a:cubicBezTo>
                    <a:cubicBezTo>
                      <a:pt x="6" y="5"/>
                      <a:pt x="5" y="6"/>
                      <a:pt x="3" y="11"/>
                    </a:cubicBezTo>
                    <a:cubicBezTo>
                      <a:pt x="1" y="13"/>
                      <a:pt x="1" y="15"/>
                      <a:pt x="0" y="18"/>
                    </a:cubicBezTo>
                    <a:cubicBezTo>
                      <a:pt x="23" y="18"/>
                      <a:pt x="23" y="18"/>
                      <a:pt x="23" y="18"/>
                    </a:cubicBezTo>
                    <a:cubicBezTo>
                      <a:pt x="23" y="15"/>
                      <a:pt x="23" y="13"/>
                      <a:pt x="23" y="11"/>
                    </a:cubicBezTo>
                    <a:cubicBezTo>
                      <a:pt x="22" y="7"/>
                      <a:pt x="26" y="6"/>
                      <a:pt x="22" y="1"/>
                    </a:cubicBezTo>
                    <a:cubicBezTo>
                      <a:pt x="22" y="1"/>
                      <a:pt x="21" y="0"/>
                      <a:pt x="21"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7" name="Freeform 516"/>
              <p:cNvSpPr>
                <a:spLocks noEditPoints="1"/>
              </p:cNvSpPr>
              <p:nvPr/>
            </p:nvSpPr>
            <p:spPr bwMode="auto">
              <a:xfrm>
                <a:off x="3974" y="1244"/>
                <a:ext cx="132" cy="36"/>
              </a:xfrm>
              <a:custGeom>
                <a:avLst/>
                <a:gdLst>
                  <a:gd name="T0" fmla="*/ 68 w 69"/>
                  <a:gd name="T1" fmla="*/ 0 h 19"/>
                  <a:gd name="T2" fmla="*/ 48 w 69"/>
                  <a:gd name="T3" fmla="*/ 0 h 19"/>
                  <a:gd name="T4" fmla="*/ 46 w 69"/>
                  <a:gd name="T5" fmla="*/ 5 h 19"/>
                  <a:gd name="T6" fmla="*/ 51 w 69"/>
                  <a:gd name="T7" fmla="*/ 12 h 19"/>
                  <a:gd name="T8" fmla="*/ 48 w 69"/>
                  <a:gd name="T9" fmla="*/ 18 h 19"/>
                  <a:gd name="T10" fmla="*/ 48 w 69"/>
                  <a:gd name="T11" fmla="*/ 19 h 19"/>
                  <a:gd name="T12" fmla="*/ 69 w 69"/>
                  <a:gd name="T13" fmla="*/ 19 h 19"/>
                  <a:gd name="T14" fmla="*/ 68 w 69"/>
                  <a:gd name="T15" fmla="*/ 11 h 19"/>
                  <a:gd name="T16" fmla="*/ 66 w 69"/>
                  <a:gd name="T17" fmla="*/ 4 h 19"/>
                  <a:gd name="T18" fmla="*/ 68 w 69"/>
                  <a:gd name="T19" fmla="*/ 0 h 19"/>
                  <a:gd name="T20" fmla="*/ 22 w 69"/>
                  <a:gd name="T21" fmla="*/ 0 h 19"/>
                  <a:gd name="T22" fmla="*/ 6 w 69"/>
                  <a:gd name="T23" fmla="*/ 0 h 19"/>
                  <a:gd name="T24" fmla="*/ 3 w 69"/>
                  <a:gd name="T25" fmla="*/ 10 h 19"/>
                  <a:gd name="T26" fmla="*/ 0 w 69"/>
                  <a:gd name="T27" fmla="*/ 19 h 19"/>
                  <a:gd name="T28" fmla="*/ 23 w 69"/>
                  <a:gd name="T29" fmla="*/ 19 h 19"/>
                  <a:gd name="T30" fmla="*/ 23 w 69"/>
                  <a:gd name="T31" fmla="*/ 10 h 19"/>
                  <a:gd name="T32" fmla="*/ 22 w 6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 h="19">
                    <a:moveTo>
                      <a:pt x="68" y="0"/>
                    </a:moveTo>
                    <a:cubicBezTo>
                      <a:pt x="48" y="0"/>
                      <a:pt x="48" y="0"/>
                      <a:pt x="48" y="0"/>
                    </a:cubicBezTo>
                    <a:cubicBezTo>
                      <a:pt x="47" y="2"/>
                      <a:pt x="46" y="3"/>
                      <a:pt x="46" y="5"/>
                    </a:cubicBezTo>
                    <a:cubicBezTo>
                      <a:pt x="46" y="9"/>
                      <a:pt x="51" y="12"/>
                      <a:pt x="51" y="12"/>
                    </a:cubicBezTo>
                    <a:cubicBezTo>
                      <a:pt x="51" y="12"/>
                      <a:pt x="50" y="15"/>
                      <a:pt x="48" y="18"/>
                    </a:cubicBezTo>
                    <a:cubicBezTo>
                      <a:pt x="48" y="18"/>
                      <a:pt x="48" y="18"/>
                      <a:pt x="48" y="19"/>
                    </a:cubicBezTo>
                    <a:cubicBezTo>
                      <a:pt x="69" y="19"/>
                      <a:pt x="69" y="19"/>
                      <a:pt x="69" y="19"/>
                    </a:cubicBezTo>
                    <a:cubicBezTo>
                      <a:pt x="69" y="15"/>
                      <a:pt x="69" y="13"/>
                      <a:pt x="68" y="11"/>
                    </a:cubicBezTo>
                    <a:cubicBezTo>
                      <a:pt x="66" y="9"/>
                      <a:pt x="63" y="6"/>
                      <a:pt x="66" y="4"/>
                    </a:cubicBezTo>
                    <a:cubicBezTo>
                      <a:pt x="67" y="3"/>
                      <a:pt x="67" y="1"/>
                      <a:pt x="68" y="0"/>
                    </a:cubicBezTo>
                    <a:close/>
                    <a:moveTo>
                      <a:pt x="22" y="0"/>
                    </a:moveTo>
                    <a:cubicBezTo>
                      <a:pt x="6" y="0"/>
                      <a:pt x="6" y="0"/>
                      <a:pt x="6" y="0"/>
                    </a:cubicBezTo>
                    <a:cubicBezTo>
                      <a:pt x="6" y="4"/>
                      <a:pt x="5" y="6"/>
                      <a:pt x="3" y="10"/>
                    </a:cubicBezTo>
                    <a:cubicBezTo>
                      <a:pt x="1" y="12"/>
                      <a:pt x="0" y="15"/>
                      <a:pt x="0" y="19"/>
                    </a:cubicBezTo>
                    <a:cubicBezTo>
                      <a:pt x="23" y="19"/>
                      <a:pt x="23" y="19"/>
                      <a:pt x="23" y="19"/>
                    </a:cubicBezTo>
                    <a:cubicBezTo>
                      <a:pt x="23" y="15"/>
                      <a:pt x="23" y="12"/>
                      <a:pt x="23" y="10"/>
                    </a:cubicBezTo>
                    <a:cubicBezTo>
                      <a:pt x="22" y="6"/>
                      <a:pt x="26" y="5"/>
                      <a:pt x="22"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8" name="Freeform 517"/>
              <p:cNvSpPr>
                <a:spLocks noEditPoints="1"/>
              </p:cNvSpPr>
              <p:nvPr/>
            </p:nvSpPr>
            <p:spPr bwMode="auto">
              <a:xfrm>
                <a:off x="3974" y="1248"/>
                <a:ext cx="132" cy="34"/>
              </a:xfrm>
              <a:custGeom>
                <a:avLst/>
                <a:gdLst>
                  <a:gd name="T0" fmla="*/ 67 w 69"/>
                  <a:gd name="T1" fmla="*/ 0 h 18"/>
                  <a:gd name="T2" fmla="*/ 47 w 69"/>
                  <a:gd name="T3" fmla="*/ 0 h 18"/>
                  <a:gd name="T4" fmla="*/ 46 w 69"/>
                  <a:gd name="T5" fmla="*/ 3 h 18"/>
                  <a:gd name="T6" fmla="*/ 51 w 69"/>
                  <a:gd name="T7" fmla="*/ 10 h 18"/>
                  <a:gd name="T8" fmla="*/ 48 w 69"/>
                  <a:gd name="T9" fmla="*/ 16 h 18"/>
                  <a:gd name="T10" fmla="*/ 48 w 69"/>
                  <a:gd name="T11" fmla="*/ 18 h 18"/>
                  <a:gd name="T12" fmla="*/ 69 w 69"/>
                  <a:gd name="T13" fmla="*/ 18 h 18"/>
                  <a:gd name="T14" fmla="*/ 68 w 69"/>
                  <a:gd name="T15" fmla="*/ 9 h 18"/>
                  <a:gd name="T16" fmla="*/ 66 w 69"/>
                  <a:gd name="T17" fmla="*/ 2 h 18"/>
                  <a:gd name="T18" fmla="*/ 67 w 69"/>
                  <a:gd name="T19" fmla="*/ 0 h 18"/>
                  <a:gd name="T20" fmla="*/ 23 w 69"/>
                  <a:gd name="T21" fmla="*/ 0 h 18"/>
                  <a:gd name="T22" fmla="*/ 6 w 69"/>
                  <a:gd name="T23" fmla="*/ 0 h 18"/>
                  <a:gd name="T24" fmla="*/ 3 w 69"/>
                  <a:gd name="T25" fmla="*/ 8 h 18"/>
                  <a:gd name="T26" fmla="*/ 0 w 69"/>
                  <a:gd name="T27" fmla="*/ 18 h 18"/>
                  <a:gd name="T28" fmla="*/ 23 w 69"/>
                  <a:gd name="T29" fmla="*/ 18 h 18"/>
                  <a:gd name="T30" fmla="*/ 23 w 69"/>
                  <a:gd name="T31" fmla="*/ 8 h 18"/>
                  <a:gd name="T32" fmla="*/ 23 w 6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 h="18">
                    <a:moveTo>
                      <a:pt x="67" y="0"/>
                    </a:moveTo>
                    <a:cubicBezTo>
                      <a:pt x="47" y="0"/>
                      <a:pt x="47" y="0"/>
                      <a:pt x="47" y="0"/>
                    </a:cubicBezTo>
                    <a:cubicBezTo>
                      <a:pt x="47" y="1"/>
                      <a:pt x="46" y="2"/>
                      <a:pt x="46" y="3"/>
                    </a:cubicBezTo>
                    <a:cubicBezTo>
                      <a:pt x="46" y="7"/>
                      <a:pt x="51" y="10"/>
                      <a:pt x="51" y="10"/>
                    </a:cubicBezTo>
                    <a:cubicBezTo>
                      <a:pt x="51" y="10"/>
                      <a:pt x="50" y="13"/>
                      <a:pt x="48" y="16"/>
                    </a:cubicBezTo>
                    <a:cubicBezTo>
                      <a:pt x="48" y="16"/>
                      <a:pt x="48" y="17"/>
                      <a:pt x="48" y="18"/>
                    </a:cubicBezTo>
                    <a:cubicBezTo>
                      <a:pt x="69" y="18"/>
                      <a:pt x="69" y="18"/>
                      <a:pt x="69" y="18"/>
                    </a:cubicBezTo>
                    <a:cubicBezTo>
                      <a:pt x="69" y="14"/>
                      <a:pt x="69" y="11"/>
                      <a:pt x="68" y="9"/>
                    </a:cubicBezTo>
                    <a:cubicBezTo>
                      <a:pt x="66" y="7"/>
                      <a:pt x="63" y="4"/>
                      <a:pt x="66" y="2"/>
                    </a:cubicBezTo>
                    <a:cubicBezTo>
                      <a:pt x="67" y="1"/>
                      <a:pt x="67" y="0"/>
                      <a:pt x="67" y="0"/>
                    </a:cubicBezTo>
                    <a:close/>
                    <a:moveTo>
                      <a:pt x="23" y="0"/>
                    </a:moveTo>
                    <a:cubicBezTo>
                      <a:pt x="6" y="0"/>
                      <a:pt x="6" y="0"/>
                      <a:pt x="6" y="0"/>
                    </a:cubicBezTo>
                    <a:cubicBezTo>
                      <a:pt x="6" y="2"/>
                      <a:pt x="5" y="4"/>
                      <a:pt x="3" y="8"/>
                    </a:cubicBezTo>
                    <a:cubicBezTo>
                      <a:pt x="1" y="10"/>
                      <a:pt x="0" y="14"/>
                      <a:pt x="0" y="18"/>
                    </a:cubicBezTo>
                    <a:cubicBezTo>
                      <a:pt x="23" y="18"/>
                      <a:pt x="23" y="18"/>
                      <a:pt x="23" y="18"/>
                    </a:cubicBezTo>
                    <a:cubicBezTo>
                      <a:pt x="23" y="14"/>
                      <a:pt x="23" y="10"/>
                      <a:pt x="23" y="8"/>
                    </a:cubicBezTo>
                    <a:cubicBezTo>
                      <a:pt x="22" y="4"/>
                      <a:pt x="25" y="3"/>
                      <a:pt x="23"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89" name="Freeform 518"/>
              <p:cNvSpPr>
                <a:spLocks noEditPoints="1"/>
              </p:cNvSpPr>
              <p:nvPr/>
            </p:nvSpPr>
            <p:spPr bwMode="auto">
              <a:xfrm>
                <a:off x="3974" y="1250"/>
                <a:ext cx="132" cy="34"/>
              </a:xfrm>
              <a:custGeom>
                <a:avLst/>
                <a:gdLst>
                  <a:gd name="T0" fmla="*/ 67 w 69"/>
                  <a:gd name="T1" fmla="*/ 0 h 18"/>
                  <a:gd name="T2" fmla="*/ 47 w 69"/>
                  <a:gd name="T3" fmla="*/ 0 h 18"/>
                  <a:gd name="T4" fmla="*/ 46 w 69"/>
                  <a:gd name="T5" fmla="*/ 2 h 18"/>
                  <a:gd name="T6" fmla="*/ 51 w 69"/>
                  <a:gd name="T7" fmla="*/ 9 h 18"/>
                  <a:gd name="T8" fmla="*/ 48 w 69"/>
                  <a:gd name="T9" fmla="*/ 15 h 18"/>
                  <a:gd name="T10" fmla="*/ 48 w 69"/>
                  <a:gd name="T11" fmla="*/ 18 h 18"/>
                  <a:gd name="T12" fmla="*/ 69 w 69"/>
                  <a:gd name="T13" fmla="*/ 18 h 18"/>
                  <a:gd name="T14" fmla="*/ 68 w 69"/>
                  <a:gd name="T15" fmla="*/ 8 h 18"/>
                  <a:gd name="T16" fmla="*/ 66 w 69"/>
                  <a:gd name="T17" fmla="*/ 1 h 18"/>
                  <a:gd name="T18" fmla="*/ 67 w 69"/>
                  <a:gd name="T19" fmla="*/ 0 h 18"/>
                  <a:gd name="T20" fmla="*/ 23 w 69"/>
                  <a:gd name="T21" fmla="*/ 0 h 18"/>
                  <a:gd name="T22" fmla="*/ 6 w 69"/>
                  <a:gd name="T23" fmla="*/ 0 h 18"/>
                  <a:gd name="T24" fmla="*/ 3 w 69"/>
                  <a:gd name="T25" fmla="*/ 7 h 18"/>
                  <a:gd name="T26" fmla="*/ 0 w 69"/>
                  <a:gd name="T27" fmla="*/ 18 h 18"/>
                  <a:gd name="T28" fmla="*/ 23 w 69"/>
                  <a:gd name="T29" fmla="*/ 18 h 18"/>
                  <a:gd name="T30" fmla="*/ 23 w 69"/>
                  <a:gd name="T31" fmla="*/ 7 h 18"/>
                  <a:gd name="T32" fmla="*/ 23 w 6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 h="18">
                    <a:moveTo>
                      <a:pt x="67" y="0"/>
                    </a:moveTo>
                    <a:cubicBezTo>
                      <a:pt x="47" y="0"/>
                      <a:pt x="47" y="0"/>
                      <a:pt x="47" y="0"/>
                    </a:cubicBezTo>
                    <a:cubicBezTo>
                      <a:pt x="47" y="1"/>
                      <a:pt x="46" y="1"/>
                      <a:pt x="46" y="2"/>
                    </a:cubicBezTo>
                    <a:cubicBezTo>
                      <a:pt x="46" y="6"/>
                      <a:pt x="51" y="9"/>
                      <a:pt x="51" y="9"/>
                    </a:cubicBezTo>
                    <a:cubicBezTo>
                      <a:pt x="51" y="9"/>
                      <a:pt x="50" y="12"/>
                      <a:pt x="48" y="15"/>
                    </a:cubicBezTo>
                    <a:cubicBezTo>
                      <a:pt x="48" y="15"/>
                      <a:pt x="48" y="17"/>
                      <a:pt x="48" y="18"/>
                    </a:cubicBezTo>
                    <a:cubicBezTo>
                      <a:pt x="69" y="18"/>
                      <a:pt x="69" y="18"/>
                      <a:pt x="69" y="18"/>
                    </a:cubicBezTo>
                    <a:cubicBezTo>
                      <a:pt x="69" y="14"/>
                      <a:pt x="69" y="10"/>
                      <a:pt x="68" y="8"/>
                    </a:cubicBezTo>
                    <a:cubicBezTo>
                      <a:pt x="66" y="6"/>
                      <a:pt x="63" y="3"/>
                      <a:pt x="66" y="1"/>
                    </a:cubicBezTo>
                    <a:cubicBezTo>
                      <a:pt x="66" y="0"/>
                      <a:pt x="66" y="0"/>
                      <a:pt x="67" y="0"/>
                    </a:cubicBezTo>
                    <a:close/>
                    <a:moveTo>
                      <a:pt x="23" y="0"/>
                    </a:moveTo>
                    <a:cubicBezTo>
                      <a:pt x="6" y="0"/>
                      <a:pt x="6" y="0"/>
                      <a:pt x="6" y="0"/>
                    </a:cubicBezTo>
                    <a:cubicBezTo>
                      <a:pt x="5" y="2"/>
                      <a:pt x="4" y="4"/>
                      <a:pt x="3" y="7"/>
                    </a:cubicBezTo>
                    <a:cubicBezTo>
                      <a:pt x="1" y="10"/>
                      <a:pt x="0" y="14"/>
                      <a:pt x="0" y="18"/>
                    </a:cubicBezTo>
                    <a:cubicBezTo>
                      <a:pt x="23" y="18"/>
                      <a:pt x="23" y="18"/>
                      <a:pt x="23" y="18"/>
                    </a:cubicBezTo>
                    <a:cubicBezTo>
                      <a:pt x="23" y="14"/>
                      <a:pt x="23" y="9"/>
                      <a:pt x="23" y="7"/>
                    </a:cubicBezTo>
                    <a:cubicBezTo>
                      <a:pt x="22" y="4"/>
                      <a:pt x="24" y="3"/>
                      <a:pt x="23" y="0"/>
                    </a:cubicBez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0" name="Freeform 519"/>
              <p:cNvSpPr>
                <a:spLocks noEditPoints="1"/>
              </p:cNvSpPr>
              <p:nvPr/>
            </p:nvSpPr>
            <p:spPr bwMode="auto">
              <a:xfrm>
                <a:off x="3972" y="1251"/>
                <a:ext cx="134" cy="35"/>
              </a:xfrm>
              <a:custGeom>
                <a:avLst/>
                <a:gdLst>
                  <a:gd name="T0" fmla="*/ 67 w 70"/>
                  <a:gd name="T1" fmla="*/ 0 h 18"/>
                  <a:gd name="T2" fmla="*/ 47 w 70"/>
                  <a:gd name="T3" fmla="*/ 0 h 18"/>
                  <a:gd name="T4" fmla="*/ 47 w 70"/>
                  <a:gd name="T5" fmla="*/ 1 h 18"/>
                  <a:gd name="T6" fmla="*/ 52 w 70"/>
                  <a:gd name="T7" fmla="*/ 8 h 18"/>
                  <a:gd name="T8" fmla="*/ 49 w 70"/>
                  <a:gd name="T9" fmla="*/ 14 h 18"/>
                  <a:gd name="T10" fmla="*/ 48 w 70"/>
                  <a:gd name="T11" fmla="*/ 18 h 18"/>
                  <a:gd name="T12" fmla="*/ 70 w 70"/>
                  <a:gd name="T13" fmla="*/ 18 h 18"/>
                  <a:gd name="T14" fmla="*/ 69 w 70"/>
                  <a:gd name="T15" fmla="*/ 7 h 18"/>
                  <a:gd name="T16" fmla="*/ 67 w 70"/>
                  <a:gd name="T17" fmla="*/ 0 h 18"/>
                  <a:gd name="T18" fmla="*/ 25 w 70"/>
                  <a:gd name="T19" fmla="*/ 0 h 18"/>
                  <a:gd name="T20" fmla="*/ 6 w 70"/>
                  <a:gd name="T21" fmla="*/ 0 h 18"/>
                  <a:gd name="T22" fmla="*/ 4 w 70"/>
                  <a:gd name="T23" fmla="*/ 6 h 18"/>
                  <a:gd name="T24" fmla="*/ 0 w 70"/>
                  <a:gd name="T25" fmla="*/ 18 h 18"/>
                  <a:gd name="T26" fmla="*/ 24 w 70"/>
                  <a:gd name="T27" fmla="*/ 18 h 18"/>
                  <a:gd name="T28" fmla="*/ 24 w 70"/>
                  <a:gd name="T29" fmla="*/ 6 h 18"/>
                  <a:gd name="T30" fmla="*/ 25 w 70"/>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 h="18">
                    <a:moveTo>
                      <a:pt x="67" y="0"/>
                    </a:moveTo>
                    <a:cubicBezTo>
                      <a:pt x="47" y="0"/>
                      <a:pt x="47" y="0"/>
                      <a:pt x="47" y="0"/>
                    </a:cubicBezTo>
                    <a:cubicBezTo>
                      <a:pt x="47" y="0"/>
                      <a:pt x="47" y="1"/>
                      <a:pt x="47" y="1"/>
                    </a:cubicBezTo>
                    <a:cubicBezTo>
                      <a:pt x="47" y="5"/>
                      <a:pt x="52" y="8"/>
                      <a:pt x="52" y="8"/>
                    </a:cubicBezTo>
                    <a:cubicBezTo>
                      <a:pt x="52" y="8"/>
                      <a:pt x="51" y="11"/>
                      <a:pt x="49" y="14"/>
                    </a:cubicBezTo>
                    <a:cubicBezTo>
                      <a:pt x="49" y="15"/>
                      <a:pt x="49" y="16"/>
                      <a:pt x="48" y="18"/>
                    </a:cubicBezTo>
                    <a:cubicBezTo>
                      <a:pt x="70" y="18"/>
                      <a:pt x="70" y="18"/>
                      <a:pt x="70" y="18"/>
                    </a:cubicBezTo>
                    <a:cubicBezTo>
                      <a:pt x="70" y="14"/>
                      <a:pt x="70" y="9"/>
                      <a:pt x="69" y="7"/>
                    </a:cubicBezTo>
                    <a:cubicBezTo>
                      <a:pt x="67" y="5"/>
                      <a:pt x="64" y="3"/>
                      <a:pt x="67" y="0"/>
                    </a:cubicBezTo>
                    <a:close/>
                    <a:moveTo>
                      <a:pt x="25" y="0"/>
                    </a:moveTo>
                    <a:cubicBezTo>
                      <a:pt x="6" y="0"/>
                      <a:pt x="6" y="0"/>
                      <a:pt x="6" y="0"/>
                    </a:cubicBezTo>
                    <a:cubicBezTo>
                      <a:pt x="6" y="2"/>
                      <a:pt x="5" y="3"/>
                      <a:pt x="4" y="6"/>
                    </a:cubicBezTo>
                    <a:cubicBezTo>
                      <a:pt x="2" y="9"/>
                      <a:pt x="1" y="14"/>
                      <a:pt x="0" y="18"/>
                    </a:cubicBezTo>
                    <a:cubicBezTo>
                      <a:pt x="24" y="18"/>
                      <a:pt x="24" y="18"/>
                      <a:pt x="24" y="18"/>
                    </a:cubicBezTo>
                    <a:cubicBezTo>
                      <a:pt x="24" y="13"/>
                      <a:pt x="24" y="9"/>
                      <a:pt x="24" y="6"/>
                    </a:cubicBezTo>
                    <a:cubicBezTo>
                      <a:pt x="23" y="3"/>
                      <a:pt x="25" y="2"/>
                      <a:pt x="25"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1" name="Freeform 520"/>
              <p:cNvSpPr>
                <a:spLocks noEditPoints="1"/>
              </p:cNvSpPr>
              <p:nvPr/>
            </p:nvSpPr>
            <p:spPr bwMode="auto">
              <a:xfrm>
                <a:off x="3972" y="1253"/>
                <a:ext cx="134" cy="37"/>
              </a:xfrm>
              <a:custGeom>
                <a:avLst/>
                <a:gdLst>
                  <a:gd name="T0" fmla="*/ 66 w 70"/>
                  <a:gd name="T1" fmla="*/ 0 h 19"/>
                  <a:gd name="T2" fmla="*/ 47 w 70"/>
                  <a:gd name="T3" fmla="*/ 0 h 19"/>
                  <a:gd name="T4" fmla="*/ 52 w 70"/>
                  <a:gd name="T5" fmla="*/ 7 h 19"/>
                  <a:gd name="T6" fmla="*/ 49 w 70"/>
                  <a:gd name="T7" fmla="*/ 13 h 19"/>
                  <a:gd name="T8" fmla="*/ 48 w 70"/>
                  <a:gd name="T9" fmla="*/ 19 h 19"/>
                  <a:gd name="T10" fmla="*/ 70 w 70"/>
                  <a:gd name="T11" fmla="*/ 19 h 19"/>
                  <a:gd name="T12" fmla="*/ 69 w 70"/>
                  <a:gd name="T13" fmla="*/ 6 h 19"/>
                  <a:gd name="T14" fmla="*/ 66 w 70"/>
                  <a:gd name="T15" fmla="*/ 0 h 19"/>
                  <a:gd name="T16" fmla="*/ 24 w 70"/>
                  <a:gd name="T17" fmla="*/ 0 h 19"/>
                  <a:gd name="T18" fmla="*/ 6 w 70"/>
                  <a:gd name="T19" fmla="*/ 0 h 19"/>
                  <a:gd name="T20" fmla="*/ 4 w 70"/>
                  <a:gd name="T21" fmla="*/ 5 h 19"/>
                  <a:gd name="T22" fmla="*/ 0 w 70"/>
                  <a:gd name="T23" fmla="*/ 19 h 19"/>
                  <a:gd name="T24" fmla="*/ 23 w 70"/>
                  <a:gd name="T25" fmla="*/ 19 h 19"/>
                  <a:gd name="T26" fmla="*/ 24 w 70"/>
                  <a:gd name="T27" fmla="*/ 5 h 19"/>
                  <a:gd name="T28" fmla="*/ 24 w 70"/>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19">
                    <a:moveTo>
                      <a:pt x="66" y="0"/>
                    </a:moveTo>
                    <a:cubicBezTo>
                      <a:pt x="47" y="0"/>
                      <a:pt x="47" y="0"/>
                      <a:pt x="47" y="0"/>
                    </a:cubicBezTo>
                    <a:cubicBezTo>
                      <a:pt x="47" y="4"/>
                      <a:pt x="52" y="7"/>
                      <a:pt x="52" y="7"/>
                    </a:cubicBezTo>
                    <a:cubicBezTo>
                      <a:pt x="52" y="7"/>
                      <a:pt x="51" y="10"/>
                      <a:pt x="49" y="13"/>
                    </a:cubicBezTo>
                    <a:cubicBezTo>
                      <a:pt x="49" y="14"/>
                      <a:pt x="49" y="16"/>
                      <a:pt x="48" y="19"/>
                    </a:cubicBezTo>
                    <a:cubicBezTo>
                      <a:pt x="70" y="19"/>
                      <a:pt x="70" y="19"/>
                      <a:pt x="70" y="19"/>
                    </a:cubicBezTo>
                    <a:cubicBezTo>
                      <a:pt x="70" y="14"/>
                      <a:pt x="70" y="8"/>
                      <a:pt x="69" y="6"/>
                    </a:cubicBezTo>
                    <a:cubicBezTo>
                      <a:pt x="67" y="5"/>
                      <a:pt x="65" y="2"/>
                      <a:pt x="66" y="0"/>
                    </a:cubicBezTo>
                    <a:close/>
                    <a:moveTo>
                      <a:pt x="24" y="0"/>
                    </a:moveTo>
                    <a:cubicBezTo>
                      <a:pt x="6" y="0"/>
                      <a:pt x="6" y="0"/>
                      <a:pt x="6" y="0"/>
                    </a:cubicBezTo>
                    <a:cubicBezTo>
                      <a:pt x="5" y="2"/>
                      <a:pt x="5" y="3"/>
                      <a:pt x="4" y="5"/>
                    </a:cubicBezTo>
                    <a:cubicBezTo>
                      <a:pt x="2" y="8"/>
                      <a:pt x="1" y="13"/>
                      <a:pt x="0" y="19"/>
                    </a:cubicBezTo>
                    <a:cubicBezTo>
                      <a:pt x="23" y="19"/>
                      <a:pt x="23" y="19"/>
                      <a:pt x="23" y="19"/>
                    </a:cubicBezTo>
                    <a:cubicBezTo>
                      <a:pt x="24" y="13"/>
                      <a:pt x="24" y="8"/>
                      <a:pt x="24" y="5"/>
                    </a:cubicBezTo>
                    <a:cubicBezTo>
                      <a:pt x="23" y="3"/>
                      <a:pt x="24" y="2"/>
                      <a:pt x="24" y="0"/>
                    </a:cubicBezTo>
                    <a:close/>
                  </a:path>
                </a:pathLst>
              </a:custGeom>
              <a:solidFill>
                <a:srgbClr val="F8F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2" name="Freeform 521"/>
              <p:cNvSpPr>
                <a:spLocks noEditPoints="1"/>
              </p:cNvSpPr>
              <p:nvPr/>
            </p:nvSpPr>
            <p:spPr bwMode="auto">
              <a:xfrm>
                <a:off x="3972" y="1257"/>
                <a:ext cx="134" cy="35"/>
              </a:xfrm>
              <a:custGeom>
                <a:avLst/>
                <a:gdLst>
                  <a:gd name="T0" fmla="*/ 66 w 70"/>
                  <a:gd name="T1" fmla="*/ 0 h 18"/>
                  <a:gd name="T2" fmla="*/ 48 w 70"/>
                  <a:gd name="T3" fmla="*/ 0 h 18"/>
                  <a:gd name="T4" fmla="*/ 52 w 70"/>
                  <a:gd name="T5" fmla="*/ 5 h 18"/>
                  <a:gd name="T6" fmla="*/ 49 w 70"/>
                  <a:gd name="T7" fmla="*/ 11 h 18"/>
                  <a:gd name="T8" fmla="*/ 48 w 70"/>
                  <a:gd name="T9" fmla="*/ 18 h 18"/>
                  <a:gd name="T10" fmla="*/ 70 w 70"/>
                  <a:gd name="T11" fmla="*/ 18 h 18"/>
                  <a:gd name="T12" fmla="*/ 69 w 70"/>
                  <a:gd name="T13" fmla="*/ 4 h 18"/>
                  <a:gd name="T14" fmla="*/ 66 w 70"/>
                  <a:gd name="T15" fmla="*/ 0 h 18"/>
                  <a:gd name="T16" fmla="*/ 24 w 70"/>
                  <a:gd name="T17" fmla="*/ 0 h 18"/>
                  <a:gd name="T18" fmla="*/ 5 w 70"/>
                  <a:gd name="T19" fmla="*/ 0 h 18"/>
                  <a:gd name="T20" fmla="*/ 4 w 70"/>
                  <a:gd name="T21" fmla="*/ 3 h 18"/>
                  <a:gd name="T22" fmla="*/ 0 w 70"/>
                  <a:gd name="T23" fmla="*/ 18 h 18"/>
                  <a:gd name="T24" fmla="*/ 23 w 70"/>
                  <a:gd name="T25" fmla="*/ 18 h 18"/>
                  <a:gd name="T26" fmla="*/ 24 w 70"/>
                  <a:gd name="T27" fmla="*/ 3 h 18"/>
                  <a:gd name="T28" fmla="*/ 24 w 70"/>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18">
                    <a:moveTo>
                      <a:pt x="66" y="0"/>
                    </a:moveTo>
                    <a:cubicBezTo>
                      <a:pt x="48" y="0"/>
                      <a:pt x="48" y="0"/>
                      <a:pt x="48" y="0"/>
                    </a:cubicBezTo>
                    <a:cubicBezTo>
                      <a:pt x="48" y="3"/>
                      <a:pt x="52" y="5"/>
                      <a:pt x="52" y="5"/>
                    </a:cubicBezTo>
                    <a:cubicBezTo>
                      <a:pt x="52" y="5"/>
                      <a:pt x="51" y="8"/>
                      <a:pt x="49" y="11"/>
                    </a:cubicBezTo>
                    <a:cubicBezTo>
                      <a:pt x="49" y="12"/>
                      <a:pt x="49" y="14"/>
                      <a:pt x="48" y="18"/>
                    </a:cubicBezTo>
                    <a:cubicBezTo>
                      <a:pt x="70" y="18"/>
                      <a:pt x="70" y="18"/>
                      <a:pt x="70" y="18"/>
                    </a:cubicBezTo>
                    <a:cubicBezTo>
                      <a:pt x="70" y="12"/>
                      <a:pt x="70" y="6"/>
                      <a:pt x="69" y="4"/>
                    </a:cubicBezTo>
                    <a:cubicBezTo>
                      <a:pt x="68" y="3"/>
                      <a:pt x="66" y="1"/>
                      <a:pt x="66" y="0"/>
                    </a:cubicBezTo>
                    <a:close/>
                    <a:moveTo>
                      <a:pt x="24" y="0"/>
                    </a:moveTo>
                    <a:cubicBezTo>
                      <a:pt x="5" y="0"/>
                      <a:pt x="5" y="0"/>
                      <a:pt x="5" y="0"/>
                    </a:cubicBezTo>
                    <a:cubicBezTo>
                      <a:pt x="5" y="1"/>
                      <a:pt x="4" y="2"/>
                      <a:pt x="4" y="3"/>
                    </a:cubicBezTo>
                    <a:cubicBezTo>
                      <a:pt x="2" y="6"/>
                      <a:pt x="1" y="12"/>
                      <a:pt x="0" y="18"/>
                    </a:cubicBezTo>
                    <a:cubicBezTo>
                      <a:pt x="23" y="18"/>
                      <a:pt x="23" y="18"/>
                      <a:pt x="23" y="18"/>
                    </a:cubicBezTo>
                    <a:cubicBezTo>
                      <a:pt x="24" y="12"/>
                      <a:pt x="24" y="6"/>
                      <a:pt x="24" y="3"/>
                    </a:cubicBezTo>
                    <a:cubicBezTo>
                      <a:pt x="23" y="2"/>
                      <a:pt x="24" y="1"/>
                      <a:pt x="24" y="0"/>
                    </a:cubicBezTo>
                    <a:close/>
                  </a:path>
                </a:pathLst>
              </a:custGeom>
              <a:solidFill>
                <a:srgbClr val="F9F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3" name="Freeform 522"/>
              <p:cNvSpPr>
                <a:spLocks noEditPoints="1"/>
              </p:cNvSpPr>
              <p:nvPr/>
            </p:nvSpPr>
            <p:spPr bwMode="auto">
              <a:xfrm>
                <a:off x="3972" y="1259"/>
                <a:ext cx="134" cy="35"/>
              </a:xfrm>
              <a:custGeom>
                <a:avLst/>
                <a:gdLst>
                  <a:gd name="T0" fmla="*/ 66 w 70"/>
                  <a:gd name="T1" fmla="*/ 0 h 18"/>
                  <a:gd name="T2" fmla="*/ 48 w 70"/>
                  <a:gd name="T3" fmla="*/ 0 h 18"/>
                  <a:gd name="T4" fmla="*/ 52 w 70"/>
                  <a:gd name="T5" fmla="*/ 4 h 18"/>
                  <a:gd name="T6" fmla="*/ 49 w 70"/>
                  <a:gd name="T7" fmla="*/ 10 h 18"/>
                  <a:gd name="T8" fmla="*/ 48 w 70"/>
                  <a:gd name="T9" fmla="*/ 18 h 18"/>
                  <a:gd name="T10" fmla="*/ 70 w 70"/>
                  <a:gd name="T11" fmla="*/ 18 h 18"/>
                  <a:gd name="T12" fmla="*/ 69 w 70"/>
                  <a:gd name="T13" fmla="*/ 3 h 18"/>
                  <a:gd name="T14" fmla="*/ 66 w 70"/>
                  <a:gd name="T15" fmla="*/ 0 h 18"/>
                  <a:gd name="T16" fmla="*/ 24 w 70"/>
                  <a:gd name="T17" fmla="*/ 0 h 18"/>
                  <a:gd name="T18" fmla="*/ 5 w 70"/>
                  <a:gd name="T19" fmla="*/ 0 h 18"/>
                  <a:gd name="T20" fmla="*/ 4 w 70"/>
                  <a:gd name="T21" fmla="*/ 2 h 18"/>
                  <a:gd name="T22" fmla="*/ 0 w 70"/>
                  <a:gd name="T23" fmla="*/ 18 h 18"/>
                  <a:gd name="T24" fmla="*/ 23 w 70"/>
                  <a:gd name="T25" fmla="*/ 18 h 18"/>
                  <a:gd name="T26" fmla="*/ 24 w 70"/>
                  <a:gd name="T27" fmla="*/ 2 h 18"/>
                  <a:gd name="T28" fmla="*/ 24 w 70"/>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18">
                    <a:moveTo>
                      <a:pt x="66" y="0"/>
                    </a:moveTo>
                    <a:cubicBezTo>
                      <a:pt x="48" y="0"/>
                      <a:pt x="48" y="0"/>
                      <a:pt x="48" y="0"/>
                    </a:cubicBezTo>
                    <a:cubicBezTo>
                      <a:pt x="49" y="2"/>
                      <a:pt x="52" y="4"/>
                      <a:pt x="52" y="4"/>
                    </a:cubicBezTo>
                    <a:cubicBezTo>
                      <a:pt x="52" y="4"/>
                      <a:pt x="51" y="7"/>
                      <a:pt x="49" y="10"/>
                    </a:cubicBezTo>
                    <a:cubicBezTo>
                      <a:pt x="49" y="11"/>
                      <a:pt x="48" y="14"/>
                      <a:pt x="48" y="18"/>
                    </a:cubicBezTo>
                    <a:cubicBezTo>
                      <a:pt x="70" y="18"/>
                      <a:pt x="70" y="18"/>
                      <a:pt x="70" y="18"/>
                    </a:cubicBezTo>
                    <a:cubicBezTo>
                      <a:pt x="70" y="12"/>
                      <a:pt x="70" y="5"/>
                      <a:pt x="69" y="3"/>
                    </a:cubicBezTo>
                    <a:cubicBezTo>
                      <a:pt x="68" y="2"/>
                      <a:pt x="67" y="1"/>
                      <a:pt x="66" y="0"/>
                    </a:cubicBezTo>
                    <a:close/>
                    <a:moveTo>
                      <a:pt x="24" y="0"/>
                    </a:moveTo>
                    <a:cubicBezTo>
                      <a:pt x="5" y="0"/>
                      <a:pt x="5" y="0"/>
                      <a:pt x="5" y="0"/>
                    </a:cubicBezTo>
                    <a:cubicBezTo>
                      <a:pt x="4" y="1"/>
                      <a:pt x="4" y="1"/>
                      <a:pt x="4" y="2"/>
                    </a:cubicBezTo>
                    <a:cubicBezTo>
                      <a:pt x="1" y="6"/>
                      <a:pt x="0" y="12"/>
                      <a:pt x="0" y="18"/>
                    </a:cubicBezTo>
                    <a:cubicBezTo>
                      <a:pt x="23" y="18"/>
                      <a:pt x="23" y="18"/>
                      <a:pt x="23" y="18"/>
                    </a:cubicBezTo>
                    <a:cubicBezTo>
                      <a:pt x="24" y="12"/>
                      <a:pt x="24" y="5"/>
                      <a:pt x="24" y="2"/>
                    </a:cubicBezTo>
                    <a:cubicBezTo>
                      <a:pt x="23" y="1"/>
                      <a:pt x="23" y="1"/>
                      <a:pt x="24"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4" name="Freeform 523"/>
              <p:cNvSpPr>
                <a:spLocks noEditPoints="1"/>
              </p:cNvSpPr>
              <p:nvPr/>
            </p:nvSpPr>
            <p:spPr bwMode="auto">
              <a:xfrm>
                <a:off x="3972" y="1261"/>
                <a:ext cx="134" cy="34"/>
              </a:xfrm>
              <a:custGeom>
                <a:avLst/>
                <a:gdLst>
                  <a:gd name="T0" fmla="*/ 67 w 70"/>
                  <a:gd name="T1" fmla="*/ 0 h 18"/>
                  <a:gd name="T2" fmla="*/ 49 w 70"/>
                  <a:gd name="T3" fmla="*/ 0 h 18"/>
                  <a:gd name="T4" fmla="*/ 52 w 70"/>
                  <a:gd name="T5" fmla="*/ 3 h 18"/>
                  <a:gd name="T6" fmla="*/ 49 w 70"/>
                  <a:gd name="T7" fmla="*/ 9 h 18"/>
                  <a:gd name="T8" fmla="*/ 48 w 70"/>
                  <a:gd name="T9" fmla="*/ 18 h 18"/>
                  <a:gd name="T10" fmla="*/ 70 w 70"/>
                  <a:gd name="T11" fmla="*/ 18 h 18"/>
                  <a:gd name="T12" fmla="*/ 69 w 70"/>
                  <a:gd name="T13" fmla="*/ 2 h 18"/>
                  <a:gd name="T14" fmla="*/ 67 w 70"/>
                  <a:gd name="T15" fmla="*/ 0 h 18"/>
                  <a:gd name="T16" fmla="*/ 23 w 70"/>
                  <a:gd name="T17" fmla="*/ 0 h 18"/>
                  <a:gd name="T18" fmla="*/ 4 w 70"/>
                  <a:gd name="T19" fmla="*/ 0 h 18"/>
                  <a:gd name="T20" fmla="*/ 4 w 70"/>
                  <a:gd name="T21" fmla="*/ 1 h 18"/>
                  <a:gd name="T22" fmla="*/ 0 w 70"/>
                  <a:gd name="T23" fmla="*/ 18 h 18"/>
                  <a:gd name="T24" fmla="*/ 23 w 70"/>
                  <a:gd name="T25" fmla="*/ 18 h 18"/>
                  <a:gd name="T26" fmla="*/ 24 w 70"/>
                  <a:gd name="T27" fmla="*/ 1 h 18"/>
                  <a:gd name="T28" fmla="*/ 23 w 70"/>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18">
                    <a:moveTo>
                      <a:pt x="67" y="0"/>
                    </a:moveTo>
                    <a:cubicBezTo>
                      <a:pt x="49" y="0"/>
                      <a:pt x="49" y="0"/>
                      <a:pt x="49" y="0"/>
                    </a:cubicBezTo>
                    <a:cubicBezTo>
                      <a:pt x="50" y="2"/>
                      <a:pt x="52" y="3"/>
                      <a:pt x="52" y="3"/>
                    </a:cubicBezTo>
                    <a:cubicBezTo>
                      <a:pt x="52" y="3"/>
                      <a:pt x="51" y="6"/>
                      <a:pt x="49" y="9"/>
                    </a:cubicBezTo>
                    <a:cubicBezTo>
                      <a:pt x="49" y="10"/>
                      <a:pt x="48" y="14"/>
                      <a:pt x="48" y="18"/>
                    </a:cubicBezTo>
                    <a:cubicBezTo>
                      <a:pt x="70" y="18"/>
                      <a:pt x="70" y="18"/>
                      <a:pt x="70" y="18"/>
                    </a:cubicBezTo>
                    <a:cubicBezTo>
                      <a:pt x="70" y="13"/>
                      <a:pt x="70" y="4"/>
                      <a:pt x="69" y="2"/>
                    </a:cubicBezTo>
                    <a:cubicBezTo>
                      <a:pt x="68" y="2"/>
                      <a:pt x="68" y="1"/>
                      <a:pt x="67" y="0"/>
                    </a:cubicBezTo>
                    <a:close/>
                    <a:moveTo>
                      <a:pt x="23" y="0"/>
                    </a:moveTo>
                    <a:cubicBezTo>
                      <a:pt x="4" y="0"/>
                      <a:pt x="4" y="0"/>
                      <a:pt x="4" y="0"/>
                    </a:cubicBezTo>
                    <a:cubicBezTo>
                      <a:pt x="4" y="1"/>
                      <a:pt x="4" y="1"/>
                      <a:pt x="4" y="1"/>
                    </a:cubicBezTo>
                    <a:cubicBezTo>
                      <a:pt x="1" y="5"/>
                      <a:pt x="0" y="12"/>
                      <a:pt x="0" y="18"/>
                    </a:cubicBezTo>
                    <a:cubicBezTo>
                      <a:pt x="23" y="18"/>
                      <a:pt x="23" y="18"/>
                      <a:pt x="23" y="18"/>
                    </a:cubicBezTo>
                    <a:cubicBezTo>
                      <a:pt x="24" y="12"/>
                      <a:pt x="24" y="5"/>
                      <a:pt x="24" y="1"/>
                    </a:cubicBezTo>
                    <a:cubicBezTo>
                      <a:pt x="24" y="1"/>
                      <a:pt x="23" y="1"/>
                      <a:pt x="23"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5" name="Freeform 524"/>
              <p:cNvSpPr>
                <a:spLocks noEditPoints="1"/>
              </p:cNvSpPr>
              <p:nvPr/>
            </p:nvSpPr>
            <p:spPr bwMode="auto">
              <a:xfrm>
                <a:off x="3972" y="1263"/>
                <a:ext cx="134" cy="36"/>
              </a:xfrm>
              <a:custGeom>
                <a:avLst/>
                <a:gdLst>
                  <a:gd name="T0" fmla="*/ 68 w 70"/>
                  <a:gd name="T1" fmla="*/ 0 h 19"/>
                  <a:gd name="T2" fmla="*/ 50 w 70"/>
                  <a:gd name="T3" fmla="*/ 0 h 19"/>
                  <a:gd name="T4" fmla="*/ 52 w 70"/>
                  <a:gd name="T5" fmla="*/ 2 h 19"/>
                  <a:gd name="T6" fmla="*/ 49 w 70"/>
                  <a:gd name="T7" fmla="*/ 8 h 19"/>
                  <a:gd name="T8" fmla="*/ 48 w 70"/>
                  <a:gd name="T9" fmla="*/ 19 h 19"/>
                  <a:gd name="T10" fmla="*/ 70 w 70"/>
                  <a:gd name="T11" fmla="*/ 19 h 19"/>
                  <a:gd name="T12" fmla="*/ 69 w 70"/>
                  <a:gd name="T13" fmla="*/ 1 h 19"/>
                  <a:gd name="T14" fmla="*/ 68 w 70"/>
                  <a:gd name="T15" fmla="*/ 0 h 19"/>
                  <a:gd name="T16" fmla="*/ 24 w 70"/>
                  <a:gd name="T17" fmla="*/ 0 h 19"/>
                  <a:gd name="T18" fmla="*/ 3 w 70"/>
                  <a:gd name="T19" fmla="*/ 0 h 19"/>
                  <a:gd name="T20" fmla="*/ 0 w 70"/>
                  <a:gd name="T21" fmla="*/ 19 h 19"/>
                  <a:gd name="T22" fmla="*/ 23 w 70"/>
                  <a:gd name="T23" fmla="*/ 19 h 19"/>
                  <a:gd name="T24" fmla="*/ 24 w 70"/>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19">
                    <a:moveTo>
                      <a:pt x="68" y="0"/>
                    </a:moveTo>
                    <a:cubicBezTo>
                      <a:pt x="50" y="0"/>
                      <a:pt x="50" y="0"/>
                      <a:pt x="50" y="0"/>
                    </a:cubicBezTo>
                    <a:cubicBezTo>
                      <a:pt x="51" y="1"/>
                      <a:pt x="52" y="2"/>
                      <a:pt x="52" y="2"/>
                    </a:cubicBezTo>
                    <a:cubicBezTo>
                      <a:pt x="52" y="2"/>
                      <a:pt x="51" y="5"/>
                      <a:pt x="49" y="8"/>
                    </a:cubicBezTo>
                    <a:cubicBezTo>
                      <a:pt x="49" y="9"/>
                      <a:pt x="48" y="13"/>
                      <a:pt x="48" y="19"/>
                    </a:cubicBezTo>
                    <a:cubicBezTo>
                      <a:pt x="70" y="19"/>
                      <a:pt x="70" y="19"/>
                      <a:pt x="70" y="19"/>
                    </a:cubicBezTo>
                    <a:cubicBezTo>
                      <a:pt x="70" y="13"/>
                      <a:pt x="70" y="4"/>
                      <a:pt x="69" y="1"/>
                    </a:cubicBezTo>
                    <a:cubicBezTo>
                      <a:pt x="69" y="1"/>
                      <a:pt x="68" y="1"/>
                      <a:pt x="68" y="0"/>
                    </a:cubicBezTo>
                    <a:close/>
                    <a:moveTo>
                      <a:pt x="24" y="0"/>
                    </a:moveTo>
                    <a:cubicBezTo>
                      <a:pt x="3" y="0"/>
                      <a:pt x="3" y="0"/>
                      <a:pt x="3" y="0"/>
                    </a:cubicBezTo>
                    <a:cubicBezTo>
                      <a:pt x="1" y="5"/>
                      <a:pt x="0" y="13"/>
                      <a:pt x="0" y="19"/>
                    </a:cubicBezTo>
                    <a:cubicBezTo>
                      <a:pt x="23" y="19"/>
                      <a:pt x="23" y="19"/>
                      <a:pt x="23" y="19"/>
                    </a:cubicBezTo>
                    <a:cubicBezTo>
                      <a:pt x="24" y="12"/>
                      <a:pt x="24" y="4"/>
                      <a:pt x="24" y="0"/>
                    </a:cubicBezTo>
                    <a:close/>
                  </a:path>
                </a:pathLst>
              </a:custGeom>
              <a:solidFill>
                <a:srgbClr val="FD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6" name="Freeform 525"/>
              <p:cNvSpPr>
                <a:spLocks noEditPoints="1"/>
              </p:cNvSpPr>
              <p:nvPr/>
            </p:nvSpPr>
            <p:spPr bwMode="auto">
              <a:xfrm>
                <a:off x="3972" y="1267"/>
                <a:ext cx="134" cy="34"/>
              </a:xfrm>
              <a:custGeom>
                <a:avLst/>
                <a:gdLst>
                  <a:gd name="T0" fmla="*/ 69 w 70"/>
                  <a:gd name="T1" fmla="*/ 0 h 18"/>
                  <a:gd name="T2" fmla="*/ 52 w 70"/>
                  <a:gd name="T3" fmla="*/ 0 h 18"/>
                  <a:gd name="T4" fmla="*/ 52 w 70"/>
                  <a:gd name="T5" fmla="*/ 0 h 18"/>
                  <a:gd name="T6" fmla="*/ 49 w 70"/>
                  <a:gd name="T7" fmla="*/ 6 h 18"/>
                  <a:gd name="T8" fmla="*/ 48 w 70"/>
                  <a:gd name="T9" fmla="*/ 18 h 18"/>
                  <a:gd name="T10" fmla="*/ 70 w 70"/>
                  <a:gd name="T11" fmla="*/ 18 h 18"/>
                  <a:gd name="T12" fmla="*/ 69 w 70"/>
                  <a:gd name="T13" fmla="*/ 0 h 18"/>
                  <a:gd name="T14" fmla="*/ 24 w 70"/>
                  <a:gd name="T15" fmla="*/ 0 h 18"/>
                  <a:gd name="T16" fmla="*/ 3 w 70"/>
                  <a:gd name="T17" fmla="*/ 0 h 18"/>
                  <a:gd name="T18" fmla="*/ 0 w 70"/>
                  <a:gd name="T19" fmla="*/ 18 h 18"/>
                  <a:gd name="T20" fmla="*/ 23 w 70"/>
                  <a:gd name="T21" fmla="*/ 18 h 18"/>
                  <a:gd name="T22" fmla="*/ 24 w 70"/>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18">
                    <a:moveTo>
                      <a:pt x="69" y="0"/>
                    </a:moveTo>
                    <a:cubicBezTo>
                      <a:pt x="52" y="0"/>
                      <a:pt x="52" y="0"/>
                      <a:pt x="52" y="0"/>
                    </a:cubicBezTo>
                    <a:cubicBezTo>
                      <a:pt x="52" y="0"/>
                      <a:pt x="52" y="0"/>
                      <a:pt x="52" y="0"/>
                    </a:cubicBezTo>
                    <a:cubicBezTo>
                      <a:pt x="52" y="0"/>
                      <a:pt x="51" y="3"/>
                      <a:pt x="49" y="6"/>
                    </a:cubicBezTo>
                    <a:cubicBezTo>
                      <a:pt x="49" y="7"/>
                      <a:pt x="48" y="12"/>
                      <a:pt x="48" y="18"/>
                    </a:cubicBezTo>
                    <a:cubicBezTo>
                      <a:pt x="70" y="18"/>
                      <a:pt x="70" y="18"/>
                      <a:pt x="70" y="18"/>
                    </a:cubicBezTo>
                    <a:cubicBezTo>
                      <a:pt x="70" y="12"/>
                      <a:pt x="70" y="2"/>
                      <a:pt x="69" y="0"/>
                    </a:cubicBezTo>
                    <a:close/>
                    <a:moveTo>
                      <a:pt x="24" y="0"/>
                    </a:moveTo>
                    <a:cubicBezTo>
                      <a:pt x="3" y="0"/>
                      <a:pt x="3" y="0"/>
                      <a:pt x="3" y="0"/>
                    </a:cubicBezTo>
                    <a:cubicBezTo>
                      <a:pt x="1" y="5"/>
                      <a:pt x="0" y="12"/>
                      <a:pt x="0" y="18"/>
                    </a:cubicBezTo>
                    <a:cubicBezTo>
                      <a:pt x="23" y="18"/>
                      <a:pt x="23" y="18"/>
                      <a:pt x="23" y="18"/>
                    </a:cubicBezTo>
                    <a:cubicBezTo>
                      <a:pt x="23" y="12"/>
                      <a:pt x="24" y="4"/>
                      <a:pt x="24"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7" name="Freeform 526"/>
              <p:cNvSpPr>
                <a:spLocks noEditPoints="1"/>
              </p:cNvSpPr>
              <p:nvPr/>
            </p:nvSpPr>
            <p:spPr bwMode="auto">
              <a:xfrm>
                <a:off x="3972" y="1269"/>
                <a:ext cx="134" cy="34"/>
              </a:xfrm>
              <a:custGeom>
                <a:avLst/>
                <a:gdLst>
                  <a:gd name="T0" fmla="*/ 69 w 70"/>
                  <a:gd name="T1" fmla="*/ 0 h 18"/>
                  <a:gd name="T2" fmla="*/ 52 w 70"/>
                  <a:gd name="T3" fmla="*/ 0 h 18"/>
                  <a:gd name="T4" fmla="*/ 49 w 70"/>
                  <a:gd name="T5" fmla="*/ 5 h 18"/>
                  <a:gd name="T6" fmla="*/ 48 w 70"/>
                  <a:gd name="T7" fmla="*/ 18 h 18"/>
                  <a:gd name="T8" fmla="*/ 70 w 70"/>
                  <a:gd name="T9" fmla="*/ 18 h 18"/>
                  <a:gd name="T10" fmla="*/ 70 w 70"/>
                  <a:gd name="T11" fmla="*/ 17 h 18"/>
                  <a:gd name="T12" fmla="*/ 69 w 70"/>
                  <a:gd name="T13" fmla="*/ 0 h 18"/>
                  <a:gd name="T14" fmla="*/ 24 w 70"/>
                  <a:gd name="T15" fmla="*/ 0 h 18"/>
                  <a:gd name="T16" fmla="*/ 2 w 70"/>
                  <a:gd name="T17" fmla="*/ 0 h 18"/>
                  <a:gd name="T18" fmla="*/ 0 w 70"/>
                  <a:gd name="T19" fmla="*/ 18 h 18"/>
                  <a:gd name="T20" fmla="*/ 23 w 70"/>
                  <a:gd name="T21" fmla="*/ 18 h 18"/>
                  <a:gd name="T22" fmla="*/ 24 w 70"/>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18">
                    <a:moveTo>
                      <a:pt x="69" y="0"/>
                    </a:moveTo>
                    <a:cubicBezTo>
                      <a:pt x="52" y="0"/>
                      <a:pt x="52" y="0"/>
                      <a:pt x="52" y="0"/>
                    </a:cubicBezTo>
                    <a:cubicBezTo>
                      <a:pt x="52" y="1"/>
                      <a:pt x="51" y="3"/>
                      <a:pt x="49" y="5"/>
                    </a:cubicBezTo>
                    <a:cubicBezTo>
                      <a:pt x="49" y="6"/>
                      <a:pt x="48" y="12"/>
                      <a:pt x="48" y="18"/>
                    </a:cubicBezTo>
                    <a:cubicBezTo>
                      <a:pt x="70" y="18"/>
                      <a:pt x="70" y="18"/>
                      <a:pt x="70" y="18"/>
                    </a:cubicBezTo>
                    <a:cubicBezTo>
                      <a:pt x="70" y="18"/>
                      <a:pt x="70" y="17"/>
                      <a:pt x="70" y="17"/>
                    </a:cubicBezTo>
                    <a:cubicBezTo>
                      <a:pt x="70" y="12"/>
                      <a:pt x="70" y="4"/>
                      <a:pt x="69" y="0"/>
                    </a:cubicBezTo>
                    <a:close/>
                    <a:moveTo>
                      <a:pt x="24" y="0"/>
                    </a:moveTo>
                    <a:cubicBezTo>
                      <a:pt x="2" y="0"/>
                      <a:pt x="2" y="0"/>
                      <a:pt x="2" y="0"/>
                    </a:cubicBezTo>
                    <a:cubicBezTo>
                      <a:pt x="0" y="5"/>
                      <a:pt x="0" y="13"/>
                      <a:pt x="0" y="18"/>
                    </a:cubicBezTo>
                    <a:cubicBezTo>
                      <a:pt x="23" y="18"/>
                      <a:pt x="23" y="18"/>
                      <a:pt x="23" y="18"/>
                    </a:cubicBezTo>
                    <a:cubicBezTo>
                      <a:pt x="23" y="13"/>
                      <a:pt x="24" y="5"/>
                      <a:pt x="2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8" name="Freeform 527"/>
              <p:cNvSpPr>
                <a:spLocks noEditPoints="1"/>
              </p:cNvSpPr>
              <p:nvPr/>
            </p:nvSpPr>
            <p:spPr bwMode="auto">
              <a:xfrm>
                <a:off x="5486" y="1144"/>
                <a:ext cx="194" cy="35"/>
              </a:xfrm>
              <a:custGeom>
                <a:avLst/>
                <a:gdLst>
                  <a:gd name="T0" fmla="*/ 9 w 101"/>
                  <a:gd name="T1" fmla="*/ 0 h 18"/>
                  <a:gd name="T2" fmla="*/ 8 w 101"/>
                  <a:gd name="T3" fmla="*/ 0 h 18"/>
                  <a:gd name="T4" fmla="*/ 7 w 101"/>
                  <a:gd name="T5" fmla="*/ 0 h 18"/>
                  <a:gd name="T6" fmla="*/ 2 w 101"/>
                  <a:gd name="T7" fmla="*/ 6 h 18"/>
                  <a:gd name="T8" fmla="*/ 0 w 101"/>
                  <a:gd name="T9" fmla="*/ 12 h 18"/>
                  <a:gd name="T10" fmla="*/ 1 w 101"/>
                  <a:gd name="T11" fmla="*/ 16 h 18"/>
                  <a:gd name="T12" fmla="*/ 1 w 101"/>
                  <a:gd name="T13" fmla="*/ 18 h 18"/>
                  <a:gd name="T14" fmla="*/ 27 w 101"/>
                  <a:gd name="T15" fmla="*/ 18 h 18"/>
                  <a:gd name="T16" fmla="*/ 23 w 101"/>
                  <a:gd name="T17" fmla="*/ 15 h 18"/>
                  <a:gd name="T18" fmla="*/ 9 w 101"/>
                  <a:gd name="T19" fmla="*/ 0 h 18"/>
                  <a:gd name="T20" fmla="*/ 51 w 101"/>
                  <a:gd name="T21" fmla="*/ 18 h 18"/>
                  <a:gd name="T22" fmla="*/ 86 w 101"/>
                  <a:gd name="T23" fmla="*/ 18 h 18"/>
                  <a:gd name="T24" fmla="*/ 91 w 101"/>
                  <a:gd name="T25" fmla="*/ 17 h 18"/>
                  <a:gd name="T26" fmla="*/ 101 w 101"/>
                  <a:gd name="T27" fmla="*/ 12 h 18"/>
                  <a:gd name="T28" fmla="*/ 82 w 101"/>
                  <a:gd name="T29" fmla="*/ 10 h 18"/>
                  <a:gd name="T30" fmla="*/ 71 w 101"/>
                  <a:gd name="T31" fmla="*/ 9 h 18"/>
                  <a:gd name="T32" fmla="*/ 67 w 101"/>
                  <a:gd name="T33" fmla="*/ 1 h 18"/>
                  <a:gd name="T34" fmla="*/ 57 w 101"/>
                  <a:gd name="T35" fmla="*/ 1 h 18"/>
                  <a:gd name="T36" fmla="*/ 50 w 101"/>
                  <a:gd name="T37" fmla="*/ 4 h 18"/>
                  <a:gd name="T38" fmla="*/ 50 w 101"/>
                  <a:gd name="T39" fmla="*/ 8 h 18"/>
                  <a:gd name="T40" fmla="*/ 51 w 101"/>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18">
                    <a:moveTo>
                      <a:pt x="9" y="0"/>
                    </a:moveTo>
                    <a:cubicBezTo>
                      <a:pt x="8" y="0"/>
                      <a:pt x="8" y="0"/>
                      <a:pt x="8" y="0"/>
                    </a:cubicBezTo>
                    <a:cubicBezTo>
                      <a:pt x="8" y="0"/>
                      <a:pt x="8" y="0"/>
                      <a:pt x="7" y="0"/>
                    </a:cubicBezTo>
                    <a:cubicBezTo>
                      <a:pt x="4" y="3"/>
                      <a:pt x="4" y="5"/>
                      <a:pt x="2" y="6"/>
                    </a:cubicBezTo>
                    <a:cubicBezTo>
                      <a:pt x="0" y="7"/>
                      <a:pt x="0" y="9"/>
                      <a:pt x="0" y="12"/>
                    </a:cubicBezTo>
                    <a:cubicBezTo>
                      <a:pt x="1" y="15"/>
                      <a:pt x="1" y="16"/>
                      <a:pt x="1" y="16"/>
                    </a:cubicBezTo>
                    <a:cubicBezTo>
                      <a:pt x="1" y="16"/>
                      <a:pt x="1" y="16"/>
                      <a:pt x="1" y="18"/>
                    </a:cubicBezTo>
                    <a:cubicBezTo>
                      <a:pt x="27" y="18"/>
                      <a:pt x="27" y="18"/>
                      <a:pt x="27" y="18"/>
                    </a:cubicBezTo>
                    <a:cubicBezTo>
                      <a:pt x="27" y="16"/>
                      <a:pt x="26" y="15"/>
                      <a:pt x="23" y="15"/>
                    </a:cubicBezTo>
                    <a:cubicBezTo>
                      <a:pt x="19" y="14"/>
                      <a:pt x="13" y="1"/>
                      <a:pt x="9" y="0"/>
                    </a:cubicBezTo>
                    <a:close/>
                    <a:moveTo>
                      <a:pt x="51" y="18"/>
                    </a:moveTo>
                    <a:cubicBezTo>
                      <a:pt x="86" y="18"/>
                      <a:pt x="86" y="18"/>
                      <a:pt x="86" y="18"/>
                    </a:cubicBezTo>
                    <a:cubicBezTo>
                      <a:pt x="88" y="17"/>
                      <a:pt x="89" y="17"/>
                      <a:pt x="91" y="17"/>
                    </a:cubicBezTo>
                    <a:cubicBezTo>
                      <a:pt x="95" y="17"/>
                      <a:pt x="101" y="15"/>
                      <a:pt x="101" y="12"/>
                    </a:cubicBezTo>
                    <a:cubicBezTo>
                      <a:pt x="101" y="8"/>
                      <a:pt x="87" y="10"/>
                      <a:pt x="82" y="10"/>
                    </a:cubicBezTo>
                    <a:cubicBezTo>
                      <a:pt x="77" y="10"/>
                      <a:pt x="74" y="8"/>
                      <a:pt x="71" y="9"/>
                    </a:cubicBezTo>
                    <a:cubicBezTo>
                      <a:pt x="69" y="10"/>
                      <a:pt x="67" y="1"/>
                      <a:pt x="67" y="1"/>
                    </a:cubicBezTo>
                    <a:cubicBezTo>
                      <a:pt x="67" y="1"/>
                      <a:pt x="61" y="1"/>
                      <a:pt x="57" y="1"/>
                    </a:cubicBezTo>
                    <a:cubicBezTo>
                      <a:pt x="52" y="2"/>
                      <a:pt x="50" y="2"/>
                      <a:pt x="50" y="4"/>
                    </a:cubicBezTo>
                    <a:cubicBezTo>
                      <a:pt x="50" y="7"/>
                      <a:pt x="50" y="8"/>
                      <a:pt x="50" y="8"/>
                    </a:cubicBezTo>
                    <a:cubicBezTo>
                      <a:pt x="50" y="8"/>
                      <a:pt x="50" y="12"/>
                      <a:pt x="51" y="18"/>
                    </a:cubicBezTo>
                    <a:close/>
                  </a:path>
                </a:pathLst>
              </a:custGeom>
              <a:solidFill>
                <a:srgbClr val="D2D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999" name="Freeform 528"/>
              <p:cNvSpPr>
                <a:spLocks noEditPoints="1"/>
              </p:cNvSpPr>
              <p:nvPr/>
            </p:nvSpPr>
            <p:spPr bwMode="auto">
              <a:xfrm>
                <a:off x="5486" y="1146"/>
                <a:ext cx="194" cy="35"/>
              </a:xfrm>
              <a:custGeom>
                <a:avLst/>
                <a:gdLst>
                  <a:gd name="T0" fmla="*/ 67 w 101"/>
                  <a:gd name="T1" fmla="*/ 0 h 18"/>
                  <a:gd name="T2" fmla="*/ 59 w 101"/>
                  <a:gd name="T3" fmla="*/ 0 h 18"/>
                  <a:gd name="T4" fmla="*/ 57 w 101"/>
                  <a:gd name="T5" fmla="*/ 0 h 18"/>
                  <a:gd name="T6" fmla="*/ 50 w 101"/>
                  <a:gd name="T7" fmla="*/ 3 h 18"/>
                  <a:gd name="T8" fmla="*/ 50 w 101"/>
                  <a:gd name="T9" fmla="*/ 7 h 18"/>
                  <a:gd name="T10" fmla="*/ 51 w 101"/>
                  <a:gd name="T11" fmla="*/ 18 h 18"/>
                  <a:gd name="T12" fmla="*/ 85 w 101"/>
                  <a:gd name="T13" fmla="*/ 18 h 18"/>
                  <a:gd name="T14" fmla="*/ 91 w 101"/>
                  <a:gd name="T15" fmla="*/ 16 h 18"/>
                  <a:gd name="T16" fmla="*/ 101 w 101"/>
                  <a:gd name="T17" fmla="*/ 11 h 18"/>
                  <a:gd name="T18" fmla="*/ 82 w 101"/>
                  <a:gd name="T19" fmla="*/ 9 h 18"/>
                  <a:gd name="T20" fmla="*/ 71 w 101"/>
                  <a:gd name="T21" fmla="*/ 8 h 18"/>
                  <a:gd name="T22" fmla="*/ 67 w 101"/>
                  <a:gd name="T23" fmla="*/ 0 h 18"/>
                  <a:gd name="T24" fmla="*/ 11 w 101"/>
                  <a:gd name="T25" fmla="*/ 0 h 18"/>
                  <a:gd name="T26" fmla="*/ 6 w 101"/>
                  <a:gd name="T27" fmla="*/ 0 h 18"/>
                  <a:gd name="T28" fmla="*/ 2 w 101"/>
                  <a:gd name="T29" fmla="*/ 5 h 18"/>
                  <a:gd name="T30" fmla="*/ 0 w 101"/>
                  <a:gd name="T31" fmla="*/ 11 h 18"/>
                  <a:gd name="T32" fmla="*/ 1 w 101"/>
                  <a:gd name="T33" fmla="*/ 15 h 18"/>
                  <a:gd name="T34" fmla="*/ 1 w 101"/>
                  <a:gd name="T35" fmla="*/ 18 h 18"/>
                  <a:gd name="T36" fmla="*/ 27 w 101"/>
                  <a:gd name="T37" fmla="*/ 18 h 18"/>
                  <a:gd name="T38" fmla="*/ 23 w 101"/>
                  <a:gd name="T39" fmla="*/ 14 h 18"/>
                  <a:gd name="T40" fmla="*/ 11 w 101"/>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18">
                    <a:moveTo>
                      <a:pt x="67" y="0"/>
                    </a:moveTo>
                    <a:cubicBezTo>
                      <a:pt x="59" y="0"/>
                      <a:pt x="59" y="0"/>
                      <a:pt x="59" y="0"/>
                    </a:cubicBezTo>
                    <a:cubicBezTo>
                      <a:pt x="58" y="0"/>
                      <a:pt x="57" y="0"/>
                      <a:pt x="57" y="0"/>
                    </a:cubicBezTo>
                    <a:cubicBezTo>
                      <a:pt x="52" y="1"/>
                      <a:pt x="50" y="1"/>
                      <a:pt x="50" y="3"/>
                    </a:cubicBezTo>
                    <a:cubicBezTo>
                      <a:pt x="50" y="6"/>
                      <a:pt x="50" y="7"/>
                      <a:pt x="50" y="7"/>
                    </a:cubicBezTo>
                    <a:cubicBezTo>
                      <a:pt x="50" y="7"/>
                      <a:pt x="50" y="12"/>
                      <a:pt x="51" y="18"/>
                    </a:cubicBezTo>
                    <a:cubicBezTo>
                      <a:pt x="85" y="18"/>
                      <a:pt x="85" y="18"/>
                      <a:pt x="85" y="18"/>
                    </a:cubicBezTo>
                    <a:cubicBezTo>
                      <a:pt x="87" y="17"/>
                      <a:pt x="89" y="16"/>
                      <a:pt x="91" y="16"/>
                    </a:cubicBezTo>
                    <a:cubicBezTo>
                      <a:pt x="95" y="16"/>
                      <a:pt x="101" y="14"/>
                      <a:pt x="101" y="11"/>
                    </a:cubicBezTo>
                    <a:cubicBezTo>
                      <a:pt x="101" y="7"/>
                      <a:pt x="87" y="9"/>
                      <a:pt x="82" y="9"/>
                    </a:cubicBezTo>
                    <a:cubicBezTo>
                      <a:pt x="77" y="9"/>
                      <a:pt x="74" y="7"/>
                      <a:pt x="71" y="8"/>
                    </a:cubicBezTo>
                    <a:cubicBezTo>
                      <a:pt x="69" y="9"/>
                      <a:pt x="68" y="1"/>
                      <a:pt x="67" y="0"/>
                    </a:cubicBezTo>
                    <a:close/>
                    <a:moveTo>
                      <a:pt x="11" y="0"/>
                    </a:moveTo>
                    <a:cubicBezTo>
                      <a:pt x="6" y="0"/>
                      <a:pt x="6" y="0"/>
                      <a:pt x="6" y="0"/>
                    </a:cubicBezTo>
                    <a:cubicBezTo>
                      <a:pt x="4" y="2"/>
                      <a:pt x="4" y="4"/>
                      <a:pt x="2" y="5"/>
                    </a:cubicBezTo>
                    <a:cubicBezTo>
                      <a:pt x="0" y="6"/>
                      <a:pt x="0" y="8"/>
                      <a:pt x="0" y="11"/>
                    </a:cubicBezTo>
                    <a:cubicBezTo>
                      <a:pt x="1" y="14"/>
                      <a:pt x="1" y="15"/>
                      <a:pt x="1" y="15"/>
                    </a:cubicBezTo>
                    <a:cubicBezTo>
                      <a:pt x="1" y="15"/>
                      <a:pt x="1" y="15"/>
                      <a:pt x="1" y="18"/>
                    </a:cubicBezTo>
                    <a:cubicBezTo>
                      <a:pt x="27" y="18"/>
                      <a:pt x="27" y="18"/>
                      <a:pt x="27" y="18"/>
                    </a:cubicBezTo>
                    <a:cubicBezTo>
                      <a:pt x="27" y="16"/>
                      <a:pt x="26" y="14"/>
                      <a:pt x="23" y="14"/>
                    </a:cubicBezTo>
                    <a:cubicBezTo>
                      <a:pt x="20" y="13"/>
                      <a:pt x="14" y="4"/>
                      <a:pt x="11" y="0"/>
                    </a:cubicBezTo>
                    <a:close/>
                  </a:path>
                </a:pathLst>
              </a:custGeom>
              <a:solidFill>
                <a:srgbClr val="D3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0" name="Freeform 529"/>
              <p:cNvSpPr>
                <a:spLocks noEditPoints="1"/>
              </p:cNvSpPr>
              <p:nvPr/>
            </p:nvSpPr>
            <p:spPr bwMode="auto">
              <a:xfrm>
                <a:off x="5486" y="1148"/>
                <a:ext cx="194" cy="36"/>
              </a:xfrm>
              <a:custGeom>
                <a:avLst/>
                <a:gdLst>
                  <a:gd name="T0" fmla="*/ 68 w 101"/>
                  <a:gd name="T1" fmla="*/ 0 h 19"/>
                  <a:gd name="T2" fmla="*/ 51 w 101"/>
                  <a:gd name="T3" fmla="*/ 0 h 19"/>
                  <a:gd name="T4" fmla="*/ 50 w 101"/>
                  <a:gd name="T5" fmla="*/ 2 h 19"/>
                  <a:gd name="T6" fmla="*/ 50 w 101"/>
                  <a:gd name="T7" fmla="*/ 6 h 19"/>
                  <a:gd name="T8" fmla="*/ 51 w 101"/>
                  <a:gd name="T9" fmla="*/ 19 h 19"/>
                  <a:gd name="T10" fmla="*/ 83 w 101"/>
                  <a:gd name="T11" fmla="*/ 19 h 19"/>
                  <a:gd name="T12" fmla="*/ 91 w 101"/>
                  <a:gd name="T13" fmla="*/ 15 h 19"/>
                  <a:gd name="T14" fmla="*/ 101 w 101"/>
                  <a:gd name="T15" fmla="*/ 10 h 19"/>
                  <a:gd name="T16" fmla="*/ 82 w 101"/>
                  <a:gd name="T17" fmla="*/ 8 h 19"/>
                  <a:gd name="T18" fmla="*/ 71 w 101"/>
                  <a:gd name="T19" fmla="*/ 7 h 19"/>
                  <a:gd name="T20" fmla="*/ 68 w 101"/>
                  <a:gd name="T21" fmla="*/ 0 h 19"/>
                  <a:gd name="T22" fmla="*/ 12 w 101"/>
                  <a:gd name="T23" fmla="*/ 0 h 19"/>
                  <a:gd name="T24" fmla="*/ 5 w 101"/>
                  <a:gd name="T25" fmla="*/ 0 h 19"/>
                  <a:gd name="T26" fmla="*/ 2 w 101"/>
                  <a:gd name="T27" fmla="*/ 4 h 19"/>
                  <a:gd name="T28" fmla="*/ 0 w 101"/>
                  <a:gd name="T29" fmla="*/ 10 h 19"/>
                  <a:gd name="T30" fmla="*/ 1 w 101"/>
                  <a:gd name="T31" fmla="*/ 14 h 19"/>
                  <a:gd name="T32" fmla="*/ 1 w 101"/>
                  <a:gd name="T33" fmla="*/ 19 h 19"/>
                  <a:gd name="T34" fmla="*/ 27 w 101"/>
                  <a:gd name="T35" fmla="*/ 19 h 19"/>
                  <a:gd name="T36" fmla="*/ 23 w 101"/>
                  <a:gd name="T37" fmla="*/ 13 h 19"/>
                  <a:gd name="T38" fmla="*/ 12 w 101"/>
                  <a:gd name="T3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1" h="19">
                    <a:moveTo>
                      <a:pt x="68" y="0"/>
                    </a:moveTo>
                    <a:cubicBezTo>
                      <a:pt x="51" y="0"/>
                      <a:pt x="51" y="0"/>
                      <a:pt x="51" y="0"/>
                    </a:cubicBezTo>
                    <a:cubicBezTo>
                      <a:pt x="51" y="1"/>
                      <a:pt x="50" y="1"/>
                      <a:pt x="50" y="2"/>
                    </a:cubicBezTo>
                    <a:cubicBezTo>
                      <a:pt x="50" y="5"/>
                      <a:pt x="50" y="6"/>
                      <a:pt x="50" y="6"/>
                    </a:cubicBezTo>
                    <a:cubicBezTo>
                      <a:pt x="50" y="6"/>
                      <a:pt x="50" y="12"/>
                      <a:pt x="51" y="19"/>
                    </a:cubicBezTo>
                    <a:cubicBezTo>
                      <a:pt x="83" y="19"/>
                      <a:pt x="83" y="19"/>
                      <a:pt x="83" y="19"/>
                    </a:cubicBezTo>
                    <a:cubicBezTo>
                      <a:pt x="85" y="17"/>
                      <a:pt x="88" y="15"/>
                      <a:pt x="91" y="15"/>
                    </a:cubicBezTo>
                    <a:cubicBezTo>
                      <a:pt x="95" y="15"/>
                      <a:pt x="101" y="13"/>
                      <a:pt x="101" y="10"/>
                    </a:cubicBezTo>
                    <a:cubicBezTo>
                      <a:pt x="101" y="6"/>
                      <a:pt x="87" y="8"/>
                      <a:pt x="82" y="8"/>
                    </a:cubicBezTo>
                    <a:cubicBezTo>
                      <a:pt x="77" y="8"/>
                      <a:pt x="74" y="6"/>
                      <a:pt x="71" y="7"/>
                    </a:cubicBezTo>
                    <a:cubicBezTo>
                      <a:pt x="69" y="8"/>
                      <a:pt x="68" y="3"/>
                      <a:pt x="68" y="0"/>
                    </a:cubicBezTo>
                    <a:close/>
                    <a:moveTo>
                      <a:pt x="12" y="0"/>
                    </a:moveTo>
                    <a:cubicBezTo>
                      <a:pt x="5" y="0"/>
                      <a:pt x="5" y="0"/>
                      <a:pt x="5" y="0"/>
                    </a:cubicBezTo>
                    <a:cubicBezTo>
                      <a:pt x="4" y="2"/>
                      <a:pt x="3" y="3"/>
                      <a:pt x="2" y="4"/>
                    </a:cubicBezTo>
                    <a:cubicBezTo>
                      <a:pt x="0" y="5"/>
                      <a:pt x="0" y="7"/>
                      <a:pt x="0" y="10"/>
                    </a:cubicBezTo>
                    <a:cubicBezTo>
                      <a:pt x="1" y="13"/>
                      <a:pt x="1" y="14"/>
                      <a:pt x="1" y="14"/>
                    </a:cubicBezTo>
                    <a:cubicBezTo>
                      <a:pt x="1" y="14"/>
                      <a:pt x="0" y="14"/>
                      <a:pt x="1" y="19"/>
                    </a:cubicBezTo>
                    <a:cubicBezTo>
                      <a:pt x="27" y="19"/>
                      <a:pt x="27" y="19"/>
                      <a:pt x="27" y="19"/>
                    </a:cubicBezTo>
                    <a:cubicBezTo>
                      <a:pt x="27" y="15"/>
                      <a:pt x="27" y="13"/>
                      <a:pt x="23" y="13"/>
                    </a:cubicBezTo>
                    <a:cubicBezTo>
                      <a:pt x="20" y="12"/>
                      <a:pt x="16" y="5"/>
                      <a:pt x="12" y="0"/>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1" name="Freeform 530"/>
              <p:cNvSpPr>
                <a:spLocks noEditPoints="1"/>
              </p:cNvSpPr>
              <p:nvPr/>
            </p:nvSpPr>
            <p:spPr bwMode="auto">
              <a:xfrm>
                <a:off x="5486" y="1152"/>
                <a:ext cx="194" cy="34"/>
              </a:xfrm>
              <a:custGeom>
                <a:avLst/>
                <a:gdLst>
                  <a:gd name="T0" fmla="*/ 68 w 101"/>
                  <a:gd name="T1" fmla="*/ 0 h 18"/>
                  <a:gd name="T2" fmla="*/ 50 w 101"/>
                  <a:gd name="T3" fmla="*/ 0 h 18"/>
                  <a:gd name="T4" fmla="*/ 50 w 101"/>
                  <a:gd name="T5" fmla="*/ 0 h 18"/>
                  <a:gd name="T6" fmla="*/ 50 w 101"/>
                  <a:gd name="T7" fmla="*/ 4 h 18"/>
                  <a:gd name="T8" fmla="*/ 51 w 101"/>
                  <a:gd name="T9" fmla="*/ 18 h 18"/>
                  <a:gd name="T10" fmla="*/ 82 w 101"/>
                  <a:gd name="T11" fmla="*/ 18 h 18"/>
                  <a:gd name="T12" fmla="*/ 91 w 101"/>
                  <a:gd name="T13" fmla="*/ 13 h 18"/>
                  <a:gd name="T14" fmla="*/ 101 w 101"/>
                  <a:gd name="T15" fmla="*/ 8 h 18"/>
                  <a:gd name="T16" fmla="*/ 82 w 101"/>
                  <a:gd name="T17" fmla="*/ 6 h 18"/>
                  <a:gd name="T18" fmla="*/ 71 w 101"/>
                  <a:gd name="T19" fmla="*/ 5 h 18"/>
                  <a:gd name="T20" fmla="*/ 68 w 101"/>
                  <a:gd name="T21" fmla="*/ 0 h 18"/>
                  <a:gd name="T22" fmla="*/ 13 w 101"/>
                  <a:gd name="T23" fmla="*/ 0 h 18"/>
                  <a:gd name="T24" fmla="*/ 4 w 101"/>
                  <a:gd name="T25" fmla="*/ 0 h 18"/>
                  <a:gd name="T26" fmla="*/ 2 w 101"/>
                  <a:gd name="T27" fmla="*/ 2 h 18"/>
                  <a:gd name="T28" fmla="*/ 0 w 101"/>
                  <a:gd name="T29" fmla="*/ 8 h 18"/>
                  <a:gd name="T30" fmla="*/ 1 w 101"/>
                  <a:gd name="T31" fmla="*/ 12 h 18"/>
                  <a:gd name="T32" fmla="*/ 1 w 101"/>
                  <a:gd name="T33" fmla="*/ 18 h 18"/>
                  <a:gd name="T34" fmla="*/ 27 w 101"/>
                  <a:gd name="T35" fmla="*/ 18 h 18"/>
                  <a:gd name="T36" fmla="*/ 27 w 101"/>
                  <a:gd name="T37" fmla="*/ 18 h 18"/>
                  <a:gd name="T38" fmla="*/ 23 w 101"/>
                  <a:gd name="T39" fmla="*/ 11 h 18"/>
                  <a:gd name="T40" fmla="*/ 13 w 101"/>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18">
                    <a:moveTo>
                      <a:pt x="68" y="0"/>
                    </a:moveTo>
                    <a:cubicBezTo>
                      <a:pt x="50" y="0"/>
                      <a:pt x="50" y="0"/>
                      <a:pt x="50" y="0"/>
                    </a:cubicBezTo>
                    <a:cubicBezTo>
                      <a:pt x="50" y="0"/>
                      <a:pt x="50" y="0"/>
                      <a:pt x="50" y="0"/>
                    </a:cubicBezTo>
                    <a:cubicBezTo>
                      <a:pt x="50" y="3"/>
                      <a:pt x="50" y="4"/>
                      <a:pt x="50" y="4"/>
                    </a:cubicBezTo>
                    <a:cubicBezTo>
                      <a:pt x="50" y="4"/>
                      <a:pt x="50" y="11"/>
                      <a:pt x="51" y="18"/>
                    </a:cubicBezTo>
                    <a:cubicBezTo>
                      <a:pt x="82" y="18"/>
                      <a:pt x="82" y="18"/>
                      <a:pt x="82" y="18"/>
                    </a:cubicBezTo>
                    <a:cubicBezTo>
                      <a:pt x="84" y="16"/>
                      <a:pt x="88" y="13"/>
                      <a:pt x="91" y="13"/>
                    </a:cubicBezTo>
                    <a:cubicBezTo>
                      <a:pt x="95" y="13"/>
                      <a:pt x="101" y="11"/>
                      <a:pt x="101" y="8"/>
                    </a:cubicBezTo>
                    <a:cubicBezTo>
                      <a:pt x="101" y="4"/>
                      <a:pt x="87" y="6"/>
                      <a:pt x="82" y="6"/>
                    </a:cubicBezTo>
                    <a:cubicBezTo>
                      <a:pt x="77" y="6"/>
                      <a:pt x="74" y="4"/>
                      <a:pt x="71" y="5"/>
                    </a:cubicBezTo>
                    <a:cubicBezTo>
                      <a:pt x="70" y="6"/>
                      <a:pt x="68" y="2"/>
                      <a:pt x="68" y="0"/>
                    </a:cubicBezTo>
                    <a:close/>
                    <a:moveTo>
                      <a:pt x="13" y="0"/>
                    </a:moveTo>
                    <a:cubicBezTo>
                      <a:pt x="4" y="0"/>
                      <a:pt x="4" y="0"/>
                      <a:pt x="4" y="0"/>
                    </a:cubicBezTo>
                    <a:cubicBezTo>
                      <a:pt x="3" y="1"/>
                      <a:pt x="3" y="2"/>
                      <a:pt x="2" y="2"/>
                    </a:cubicBezTo>
                    <a:cubicBezTo>
                      <a:pt x="0" y="3"/>
                      <a:pt x="0" y="5"/>
                      <a:pt x="0" y="8"/>
                    </a:cubicBezTo>
                    <a:cubicBezTo>
                      <a:pt x="1" y="11"/>
                      <a:pt x="1" y="12"/>
                      <a:pt x="1" y="12"/>
                    </a:cubicBezTo>
                    <a:cubicBezTo>
                      <a:pt x="1" y="12"/>
                      <a:pt x="0" y="12"/>
                      <a:pt x="1" y="18"/>
                    </a:cubicBezTo>
                    <a:cubicBezTo>
                      <a:pt x="27" y="18"/>
                      <a:pt x="27" y="18"/>
                      <a:pt x="27" y="18"/>
                    </a:cubicBezTo>
                    <a:cubicBezTo>
                      <a:pt x="27" y="18"/>
                      <a:pt x="27" y="18"/>
                      <a:pt x="27" y="18"/>
                    </a:cubicBezTo>
                    <a:cubicBezTo>
                      <a:pt x="27" y="14"/>
                      <a:pt x="27" y="11"/>
                      <a:pt x="23" y="11"/>
                    </a:cubicBezTo>
                    <a:cubicBezTo>
                      <a:pt x="20" y="10"/>
                      <a:pt x="16" y="4"/>
                      <a:pt x="13" y="0"/>
                    </a:cubicBezTo>
                    <a:close/>
                  </a:path>
                </a:pathLst>
              </a:custGeom>
              <a:solidFill>
                <a:srgbClr val="D4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2" name="Freeform 531"/>
              <p:cNvSpPr>
                <a:spLocks noEditPoints="1"/>
              </p:cNvSpPr>
              <p:nvPr/>
            </p:nvSpPr>
            <p:spPr bwMode="auto">
              <a:xfrm>
                <a:off x="5486" y="1154"/>
                <a:ext cx="194" cy="34"/>
              </a:xfrm>
              <a:custGeom>
                <a:avLst/>
                <a:gdLst>
                  <a:gd name="T0" fmla="*/ 68 w 101"/>
                  <a:gd name="T1" fmla="*/ 0 h 18"/>
                  <a:gd name="T2" fmla="*/ 50 w 101"/>
                  <a:gd name="T3" fmla="*/ 0 h 18"/>
                  <a:gd name="T4" fmla="*/ 50 w 101"/>
                  <a:gd name="T5" fmla="*/ 3 h 18"/>
                  <a:gd name="T6" fmla="*/ 51 w 101"/>
                  <a:gd name="T7" fmla="*/ 18 h 18"/>
                  <a:gd name="T8" fmla="*/ 51 w 101"/>
                  <a:gd name="T9" fmla="*/ 18 h 18"/>
                  <a:gd name="T10" fmla="*/ 81 w 101"/>
                  <a:gd name="T11" fmla="*/ 18 h 18"/>
                  <a:gd name="T12" fmla="*/ 91 w 101"/>
                  <a:gd name="T13" fmla="*/ 12 h 18"/>
                  <a:gd name="T14" fmla="*/ 101 w 101"/>
                  <a:gd name="T15" fmla="*/ 7 h 18"/>
                  <a:gd name="T16" fmla="*/ 82 w 101"/>
                  <a:gd name="T17" fmla="*/ 5 h 18"/>
                  <a:gd name="T18" fmla="*/ 71 w 101"/>
                  <a:gd name="T19" fmla="*/ 4 h 18"/>
                  <a:gd name="T20" fmla="*/ 68 w 101"/>
                  <a:gd name="T21" fmla="*/ 0 h 18"/>
                  <a:gd name="T22" fmla="*/ 14 w 101"/>
                  <a:gd name="T23" fmla="*/ 0 h 18"/>
                  <a:gd name="T24" fmla="*/ 3 w 101"/>
                  <a:gd name="T25" fmla="*/ 0 h 18"/>
                  <a:gd name="T26" fmla="*/ 2 w 101"/>
                  <a:gd name="T27" fmla="*/ 1 h 18"/>
                  <a:gd name="T28" fmla="*/ 0 w 101"/>
                  <a:gd name="T29" fmla="*/ 7 h 18"/>
                  <a:gd name="T30" fmla="*/ 1 w 101"/>
                  <a:gd name="T31" fmla="*/ 11 h 18"/>
                  <a:gd name="T32" fmla="*/ 1 w 101"/>
                  <a:gd name="T33" fmla="*/ 18 h 18"/>
                  <a:gd name="T34" fmla="*/ 27 w 101"/>
                  <a:gd name="T35" fmla="*/ 18 h 18"/>
                  <a:gd name="T36" fmla="*/ 27 w 101"/>
                  <a:gd name="T37" fmla="*/ 17 h 18"/>
                  <a:gd name="T38" fmla="*/ 23 w 101"/>
                  <a:gd name="T39" fmla="*/ 10 h 18"/>
                  <a:gd name="T40" fmla="*/ 14 w 101"/>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18">
                    <a:moveTo>
                      <a:pt x="68" y="0"/>
                    </a:moveTo>
                    <a:cubicBezTo>
                      <a:pt x="50" y="0"/>
                      <a:pt x="50" y="0"/>
                      <a:pt x="50" y="0"/>
                    </a:cubicBezTo>
                    <a:cubicBezTo>
                      <a:pt x="50" y="3"/>
                      <a:pt x="50" y="3"/>
                      <a:pt x="50" y="3"/>
                    </a:cubicBezTo>
                    <a:cubicBezTo>
                      <a:pt x="50" y="3"/>
                      <a:pt x="50" y="10"/>
                      <a:pt x="51" y="18"/>
                    </a:cubicBezTo>
                    <a:cubicBezTo>
                      <a:pt x="51" y="18"/>
                      <a:pt x="51" y="18"/>
                      <a:pt x="51" y="18"/>
                    </a:cubicBezTo>
                    <a:cubicBezTo>
                      <a:pt x="81" y="18"/>
                      <a:pt x="81" y="18"/>
                      <a:pt x="81" y="18"/>
                    </a:cubicBezTo>
                    <a:cubicBezTo>
                      <a:pt x="83" y="16"/>
                      <a:pt x="87" y="12"/>
                      <a:pt x="91" y="12"/>
                    </a:cubicBezTo>
                    <a:cubicBezTo>
                      <a:pt x="95" y="12"/>
                      <a:pt x="101" y="10"/>
                      <a:pt x="101" y="7"/>
                    </a:cubicBezTo>
                    <a:cubicBezTo>
                      <a:pt x="101" y="3"/>
                      <a:pt x="87" y="5"/>
                      <a:pt x="82" y="5"/>
                    </a:cubicBezTo>
                    <a:cubicBezTo>
                      <a:pt x="77" y="5"/>
                      <a:pt x="74" y="3"/>
                      <a:pt x="71" y="4"/>
                    </a:cubicBezTo>
                    <a:cubicBezTo>
                      <a:pt x="70" y="5"/>
                      <a:pt x="69" y="2"/>
                      <a:pt x="68" y="0"/>
                    </a:cubicBezTo>
                    <a:close/>
                    <a:moveTo>
                      <a:pt x="14" y="0"/>
                    </a:moveTo>
                    <a:cubicBezTo>
                      <a:pt x="3" y="0"/>
                      <a:pt x="3" y="0"/>
                      <a:pt x="3" y="0"/>
                    </a:cubicBezTo>
                    <a:cubicBezTo>
                      <a:pt x="3" y="0"/>
                      <a:pt x="3" y="1"/>
                      <a:pt x="2" y="1"/>
                    </a:cubicBezTo>
                    <a:cubicBezTo>
                      <a:pt x="0" y="2"/>
                      <a:pt x="0" y="4"/>
                      <a:pt x="0" y="7"/>
                    </a:cubicBezTo>
                    <a:cubicBezTo>
                      <a:pt x="1" y="10"/>
                      <a:pt x="1" y="11"/>
                      <a:pt x="1" y="11"/>
                    </a:cubicBezTo>
                    <a:cubicBezTo>
                      <a:pt x="1" y="11"/>
                      <a:pt x="0" y="11"/>
                      <a:pt x="1" y="18"/>
                    </a:cubicBezTo>
                    <a:cubicBezTo>
                      <a:pt x="27" y="18"/>
                      <a:pt x="27" y="18"/>
                      <a:pt x="27" y="18"/>
                    </a:cubicBezTo>
                    <a:cubicBezTo>
                      <a:pt x="27" y="18"/>
                      <a:pt x="27" y="17"/>
                      <a:pt x="27" y="17"/>
                    </a:cubicBezTo>
                    <a:cubicBezTo>
                      <a:pt x="27" y="13"/>
                      <a:pt x="27" y="10"/>
                      <a:pt x="23" y="10"/>
                    </a:cubicBezTo>
                    <a:cubicBezTo>
                      <a:pt x="21" y="9"/>
                      <a:pt x="17" y="4"/>
                      <a:pt x="14" y="0"/>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3" name="Freeform 532"/>
              <p:cNvSpPr>
                <a:spLocks noEditPoints="1"/>
              </p:cNvSpPr>
              <p:nvPr/>
            </p:nvSpPr>
            <p:spPr bwMode="auto">
              <a:xfrm>
                <a:off x="5486" y="1156"/>
                <a:ext cx="194" cy="36"/>
              </a:xfrm>
              <a:custGeom>
                <a:avLst/>
                <a:gdLst>
                  <a:gd name="T0" fmla="*/ 69 w 101"/>
                  <a:gd name="T1" fmla="*/ 0 h 19"/>
                  <a:gd name="T2" fmla="*/ 50 w 101"/>
                  <a:gd name="T3" fmla="*/ 0 h 19"/>
                  <a:gd name="T4" fmla="*/ 50 w 101"/>
                  <a:gd name="T5" fmla="*/ 2 h 19"/>
                  <a:gd name="T6" fmla="*/ 51 w 101"/>
                  <a:gd name="T7" fmla="*/ 17 h 19"/>
                  <a:gd name="T8" fmla="*/ 52 w 101"/>
                  <a:gd name="T9" fmla="*/ 19 h 19"/>
                  <a:gd name="T10" fmla="*/ 81 w 101"/>
                  <a:gd name="T11" fmla="*/ 19 h 19"/>
                  <a:gd name="T12" fmla="*/ 80 w 101"/>
                  <a:gd name="T13" fmla="*/ 18 h 19"/>
                  <a:gd name="T14" fmla="*/ 91 w 101"/>
                  <a:gd name="T15" fmla="*/ 11 h 19"/>
                  <a:gd name="T16" fmla="*/ 101 w 101"/>
                  <a:gd name="T17" fmla="*/ 6 h 19"/>
                  <a:gd name="T18" fmla="*/ 82 w 101"/>
                  <a:gd name="T19" fmla="*/ 4 h 19"/>
                  <a:gd name="T20" fmla="*/ 71 w 101"/>
                  <a:gd name="T21" fmla="*/ 3 h 19"/>
                  <a:gd name="T22" fmla="*/ 69 w 101"/>
                  <a:gd name="T23" fmla="*/ 0 h 19"/>
                  <a:gd name="T24" fmla="*/ 15 w 101"/>
                  <a:gd name="T25" fmla="*/ 0 h 19"/>
                  <a:gd name="T26" fmla="*/ 2 w 101"/>
                  <a:gd name="T27" fmla="*/ 0 h 19"/>
                  <a:gd name="T28" fmla="*/ 0 w 101"/>
                  <a:gd name="T29" fmla="*/ 6 h 19"/>
                  <a:gd name="T30" fmla="*/ 1 w 101"/>
                  <a:gd name="T31" fmla="*/ 10 h 19"/>
                  <a:gd name="T32" fmla="*/ 1 w 101"/>
                  <a:gd name="T33" fmla="*/ 19 h 19"/>
                  <a:gd name="T34" fmla="*/ 26 w 101"/>
                  <a:gd name="T35" fmla="*/ 19 h 19"/>
                  <a:gd name="T36" fmla="*/ 27 w 101"/>
                  <a:gd name="T37" fmla="*/ 16 h 19"/>
                  <a:gd name="T38" fmla="*/ 23 w 101"/>
                  <a:gd name="T39" fmla="*/ 9 h 19"/>
                  <a:gd name="T40" fmla="*/ 15 w 101"/>
                  <a:gd name="T4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19">
                    <a:moveTo>
                      <a:pt x="69" y="0"/>
                    </a:moveTo>
                    <a:cubicBezTo>
                      <a:pt x="50" y="0"/>
                      <a:pt x="50" y="0"/>
                      <a:pt x="50" y="0"/>
                    </a:cubicBezTo>
                    <a:cubicBezTo>
                      <a:pt x="50" y="2"/>
                      <a:pt x="50" y="2"/>
                      <a:pt x="50" y="2"/>
                    </a:cubicBezTo>
                    <a:cubicBezTo>
                      <a:pt x="50" y="2"/>
                      <a:pt x="50" y="9"/>
                      <a:pt x="51" y="17"/>
                    </a:cubicBezTo>
                    <a:cubicBezTo>
                      <a:pt x="52" y="17"/>
                      <a:pt x="52" y="18"/>
                      <a:pt x="52" y="19"/>
                    </a:cubicBezTo>
                    <a:cubicBezTo>
                      <a:pt x="81" y="19"/>
                      <a:pt x="81" y="19"/>
                      <a:pt x="81" y="19"/>
                    </a:cubicBezTo>
                    <a:cubicBezTo>
                      <a:pt x="80" y="18"/>
                      <a:pt x="80" y="18"/>
                      <a:pt x="80" y="18"/>
                    </a:cubicBezTo>
                    <a:cubicBezTo>
                      <a:pt x="80" y="18"/>
                      <a:pt x="86" y="11"/>
                      <a:pt x="91" y="11"/>
                    </a:cubicBezTo>
                    <a:cubicBezTo>
                      <a:pt x="95" y="11"/>
                      <a:pt x="101" y="9"/>
                      <a:pt x="101" y="6"/>
                    </a:cubicBezTo>
                    <a:cubicBezTo>
                      <a:pt x="101" y="2"/>
                      <a:pt x="87" y="4"/>
                      <a:pt x="82" y="4"/>
                    </a:cubicBezTo>
                    <a:cubicBezTo>
                      <a:pt x="77" y="4"/>
                      <a:pt x="74" y="2"/>
                      <a:pt x="71" y="3"/>
                    </a:cubicBezTo>
                    <a:cubicBezTo>
                      <a:pt x="70" y="4"/>
                      <a:pt x="69" y="2"/>
                      <a:pt x="69" y="0"/>
                    </a:cubicBezTo>
                    <a:close/>
                    <a:moveTo>
                      <a:pt x="15" y="0"/>
                    </a:moveTo>
                    <a:cubicBezTo>
                      <a:pt x="2" y="0"/>
                      <a:pt x="2" y="0"/>
                      <a:pt x="2" y="0"/>
                    </a:cubicBezTo>
                    <a:cubicBezTo>
                      <a:pt x="0" y="1"/>
                      <a:pt x="0" y="3"/>
                      <a:pt x="0" y="6"/>
                    </a:cubicBezTo>
                    <a:cubicBezTo>
                      <a:pt x="1" y="9"/>
                      <a:pt x="1" y="10"/>
                      <a:pt x="1" y="10"/>
                    </a:cubicBezTo>
                    <a:cubicBezTo>
                      <a:pt x="1" y="10"/>
                      <a:pt x="0" y="10"/>
                      <a:pt x="1" y="19"/>
                    </a:cubicBezTo>
                    <a:cubicBezTo>
                      <a:pt x="26" y="19"/>
                      <a:pt x="26" y="19"/>
                      <a:pt x="26" y="19"/>
                    </a:cubicBezTo>
                    <a:cubicBezTo>
                      <a:pt x="27" y="18"/>
                      <a:pt x="27" y="17"/>
                      <a:pt x="27" y="16"/>
                    </a:cubicBezTo>
                    <a:cubicBezTo>
                      <a:pt x="27" y="12"/>
                      <a:pt x="27" y="9"/>
                      <a:pt x="23" y="9"/>
                    </a:cubicBezTo>
                    <a:cubicBezTo>
                      <a:pt x="21" y="8"/>
                      <a:pt x="18" y="4"/>
                      <a:pt x="15" y="0"/>
                    </a:cubicBezTo>
                    <a:close/>
                  </a:path>
                </a:pathLst>
              </a:custGeom>
              <a:solidFill>
                <a:srgbClr val="D5D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4" name="Freeform 533"/>
              <p:cNvSpPr>
                <a:spLocks noEditPoints="1"/>
              </p:cNvSpPr>
              <p:nvPr/>
            </p:nvSpPr>
            <p:spPr bwMode="auto">
              <a:xfrm>
                <a:off x="5486" y="1160"/>
                <a:ext cx="194" cy="34"/>
              </a:xfrm>
              <a:custGeom>
                <a:avLst/>
                <a:gdLst>
                  <a:gd name="T0" fmla="*/ 69 w 101"/>
                  <a:gd name="T1" fmla="*/ 0 h 18"/>
                  <a:gd name="T2" fmla="*/ 50 w 101"/>
                  <a:gd name="T3" fmla="*/ 0 h 18"/>
                  <a:gd name="T4" fmla="*/ 50 w 101"/>
                  <a:gd name="T5" fmla="*/ 0 h 18"/>
                  <a:gd name="T6" fmla="*/ 51 w 101"/>
                  <a:gd name="T7" fmla="*/ 15 h 18"/>
                  <a:gd name="T8" fmla="*/ 52 w 101"/>
                  <a:gd name="T9" fmla="*/ 18 h 18"/>
                  <a:gd name="T10" fmla="*/ 82 w 101"/>
                  <a:gd name="T11" fmla="*/ 18 h 18"/>
                  <a:gd name="T12" fmla="*/ 82 w 101"/>
                  <a:gd name="T13" fmla="*/ 17 h 18"/>
                  <a:gd name="T14" fmla="*/ 80 w 101"/>
                  <a:gd name="T15" fmla="*/ 16 h 18"/>
                  <a:gd name="T16" fmla="*/ 91 w 101"/>
                  <a:gd name="T17" fmla="*/ 9 h 18"/>
                  <a:gd name="T18" fmla="*/ 101 w 101"/>
                  <a:gd name="T19" fmla="*/ 4 h 18"/>
                  <a:gd name="T20" fmla="*/ 82 w 101"/>
                  <a:gd name="T21" fmla="*/ 2 h 18"/>
                  <a:gd name="T22" fmla="*/ 71 w 101"/>
                  <a:gd name="T23" fmla="*/ 1 h 18"/>
                  <a:gd name="T24" fmla="*/ 69 w 101"/>
                  <a:gd name="T25" fmla="*/ 0 h 18"/>
                  <a:gd name="T26" fmla="*/ 16 w 101"/>
                  <a:gd name="T27" fmla="*/ 0 h 18"/>
                  <a:gd name="T28" fmla="*/ 1 w 101"/>
                  <a:gd name="T29" fmla="*/ 0 h 18"/>
                  <a:gd name="T30" fmla="*/ 0 w 101"/>
                  <a:gd name="T31" fmla="*/ 4 h 18"/>
                  <a:gd name="T32" fmla="*/ 1 w 101"/>
                  <a:gd name="T33" fmla="*/ 8 h 18"/>
                  <a:gd name="T34" fmla="*/ 1 w 101"/>
                  <a:gd name="T35" fmla="*/ 18 h 18"/>
                  <a:gd name="T36" fmla="*/ 26 w 101"/>
                  <a:gd name="T37" fmla="*/ 18 h 18"/>
                  <a:gd name="T38" fmla="*/ 27 w 101"/>
                  <a:gd name="T39" fmla="*/ 14 h 18"/>
                  <a:gd name="T40" fmla="*/ 23 w 101"/>
                  <a:gd name="T41" fmla="*/ 7 h 18"/>
                  <a:gd name="T42" fmla="*/ 16 w 101"/>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18">
                    <a:moveTo>
                      <a:pt x="69" y="0"/>
                    </a:moveTo>
                    <a:cubicBezTo>
                      <a:pt x="50" y="0"/>
                      <a:pt x="50" y="0"/>
                      <a:pt x="50" y="0"/>
                    </a:cubicBezTo>
                    <a:cubicBezTo>
                      <a:pt x="50" y="0"/>
                      <a:pt x="50" y="0"/>
                      <a:pt x="50" y="0"/>
                    </a:cubicBezTo>
                    <a:cubicBezTo>
                      <a:pt x="50" y="0"/>
                      <a:pt x="50" y="7"/>
                      <a:pt x="51" y="15"/>
                    </a:cubicBezTo>
                    <a:cubicBezTo>
                      <a:pt x="52" y="16"/>
                      <a:pt x="52" y="17"/>
                      <a:pt x="52" y="18"/>
                    </a:cubicBezTo>
                    <a:cubicBezTo>
                      <a:pt x="82" y="18"/>
                      <a:pt x="82" y="18"/>
                      <a:pt x="82" y="18"/>
                    </a:cubicBezTo>
                    <a:cubicBezTo>
                      <a:pt x="82" y="17"/>
                      <a:pt x="82" y="17"/>
                      <a:pt x="82" y="17"/>
                    </a:cubicBezTo>
                    <a:cubicBezTo>
                      <a:pt x="80" y="16"/>
                      <a:pt x="80" y="16"/>
                      <a:pt x="80" y="16"/>
                    </a:cubicBezTo>
                    <a:cubicBezTo>
                      <a:pt x="80" y="16"/>
                      <a:pt x="86" y="9"/>
                      <a:pt x="91" y="9"/>
                    </a:cubicBezTo>
                    <a:cubicBezTo>
                      <a:pt x="95" y="9"/>
                      <a:pt x="101" y="7"/>
                      <a:pt x="101" y="4"/>
                    </a:cubicBezTo>
                    <a:cubicBezTo>
                      <a:pt x="101" y="0"/>
                      <a:pt x="87" y="2"/>
                      <a:pt x="82" y="2"/>
                    </a:cubicBezTo>
                    <a:cubicBezTo>
                      <a:pt x="77" y="2"/>
                      <a:pt x="74" y="0"/>
                      <a:pt x="71" y="1"/>
                    </a:cubicBezTo>
                    <a:cubicBezTo>
                      <a:pt x="70" y="2"/>
                      <a:pt x="70" y="1"/>
                      <a:pt x="69" y="0"/>
                    </a:cubicBezTo>
                    <a:close/>
                    <a:moveTo>
                      <a:pt x="16" y="0"/>
                    </a:moveTo>
                    <a:cubicBezTo>
                      <a:pt x="1" y="0"/>
                      <a:pt x="1" y="0"/>
                      <a:pt x="1" y="0"/>
                    </a:cubicBezTo>
                    <a:cubicBezTo>
                      <a:pt x="0" y="1"/>
                      <a:pt x="0" y="2"/>
                      <a:pt x="0" y="4"/>
                    </a:cubicBezTo>
                    <a:cubicBezTo>
                      <a:pt x="1" y="7"/>
                      <a:pt x="1" y="8"/>
                      <a:pt x="1" y="8"/>
                    </a:cubicBezTo>
                    <a:cubicBezTo>
                      <a:pt x="1" y="8"/>
                      <a:pt x="0" y="8"/>
                      <a:pt x="1" y="18"/>
                    </a:cubicBezTo>
                    <a:cubicBezTo>
                      <a:pt x="26" y="18"/>
                      <a:pt x="26" y="18"/>
                      <a:pt x="26" y="18"/>
                    </a:cubicBezTo>
                    <a:cubicBezTo>
                      <a:pt x="26" y="17"/>
                      <a:pt x="27" y="15"/>
                      <a:pt x="27" y="14"/>
                    </a:cubicBezTo>
                    <a:cubicBezTo>
                      <a:pt x="27" y="10"/>
                      <a:pt x="27" y="7"/>
                      <a:pt x="23" y="7"/>
                    </a:cubicBezTo>
                    <a:cubicBezTo>
                      <a:pt x="21" y="6"/>
                      <a:pt x="18" y="3"/>
                      <a:pt x="16" y="0"/>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5" name="Freeform 534"/>
              <p:cNvSpPr>
                <a:spLocks noEditPoints="1"/>
              </p:cNvSpPr>
              <p:nvPr/>
            </p:nvSpPr>
            <p:spPr bwMode="auto">
              <a:xfrm>
                <a:off x="5486" y="1160"/>
                <a:ext cx="194" cy="36"/>
              </a:xfrm>
              <a:custGeom>
                <a:avLst/>
                <a:gdLst>
                  <a:gd name="T0" fmla="*/ 70 w 101"/>
                  <a:gd name="T1" fmla="*/ 1 h 19"/>
                  <a:gd name="T2" fmla="*/ 50 w 101"/>
                  <a:gd name="T3" fmla="*/ 1 h 19"/>
                  <a:gd name="T4" fmla="*/ 51 w 101"/>
                  <a:gd name="T5" fmla="*/ 15 h 19"/>
                  <a:gd name="T6" fmla="*/ 52 w 101"/>
                  <a:gd name="T7" fmla="*/ 19 h 19"/>
                  <a:gd name="T8" fmla="*/ 81 w 101"/>
                  <a:gd name="T9" fmla="*/ 19 h 19"/>
                  <a:gd name="T10" fmla="*/ 82 w 101"/>
                  <a:gd name="T11" fmla="*/ 17 h 19"/>
                  <a:gd name="T12" fmla="*/ 80 w 101"/>
                  <a:gd name="T13" fmla="*/ 16 h 19"/>
                  <a:gd name="T14" fmla="*/ 91 w 101"/>
                  <a:gd name="T15" fmla="*/ 9 h 19"/>
                  <a:gd name="T16" fmla="*/ 101 w 101"/>
                  <a:gd name="T17" fmla="*/ 4 h 19"/>
                  <a:gd name="T18" fmla="*/ 82 w 101"/>
                  <a:gd name="T19" fmla="*/ 2 h 19"/>
                  <a:gd name="T20" fmla="*/ 71 w 101"/>
                  <a:gd name="T21" fmla="*/ 1 h 19"/>
                  <a:gd name="T22" fmla="*/ 70 w 101"/>
                  <a:gd name="T23" fmla="*/ 1 h 19"/>
                  <a:gd name="T24" fmla="*/ 17 w 101"/>
                  <a:gd name="T25" fmla="*/ 1 h 19"/>
                  <a:gd name="T26" fmla="*/ 0 w 101"/>
                  <a:gd name="T27" fmla="*/ 1 h 19"/>
                  <a:gd name="T28" fmla="*/ 0 w 101"/>
                  <a:gd name="T29" fmla="*/ 4 h 19"/>
                  <a:gd name="T30" fmla="*/ 1 w 101"/>
                  <a:gd name="T31" fmla="*/ 8 h 19"/>
                  <a:gd name="T32" fmla="*/ 2 w 101"/>
                  <a:gd name="T33" fmla="*/ 18 h 19"/>
                  <a:gd name="T34" fmla="*/ 2 w 101"/>
                  <a:gd name="T35" fmla="*/ 19 h 19"/>
                  <a:gd name="T36" fmla="*/ 25 w 101"/>
                  <a:gd name="T37" fmla="*/ 19 h 19"/>
                  <a:gd name="T38" fmla="*/ 27 w 101"/>
                  <a:gd name="T39" fmla="*/ 14 h 19"/>
                  <a:gd name="T40" fmla="*/ 23 w 101"/>
                  <a:gd name="T41" fmla="*/ 7 h 19"/>
                  <a:gd name="T42" fmla="*/ 17 w 101"/>
                  <a:gd name="T43"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19">
                    <a:moveTo>
                      <a:pt x="70" y="1"/>
                    </a:moveTo>
                    <a:cubicBezTo>
                      <a:pt x="50" y="1"/>
                      <a:pt x="50" y="1"/>
                      <a:pt x="50" y="1"/>
                    </a:cubicBezTo>
                    <a:cubicBezTo>
                      <a:pt x="50" y="3"/>
                      <a:pt x="51" y="9"/>
                      <a:pt x="51" y="15"/>
                    </a:cubicBezTo>
                    <a:cubicBezTo>
                      <a:pt x="52" y="16"/>
                      <a:pt x="52" y="17"/>
                      <a:pt x="52" y="19"/>
                    </a:cubicBezTo>
                    <a:cubicBezTo>
                      <a:pt x="81" y="19"/>
                      <a:pt x="81" y="19"/>
                      <a:pt x="81" y="19"/>
                    </a:cubicBezTo>
                    <a:cubicBezTo>
                      <a:pt x="82" y="18"/>
                      <a:pt x="82" y="17"/>
                      <a:pt x="82" y="17"/>
                    </a:cubicBezTo>
                    <a:cubicBezTo>
                      <a:pt x="80" y="16"/>
                      <a:pt x="80" y="16"/>
                      <a:pt x="80" y="16"/>
                    </a:cubicBezTo>
                    <a:cubicBezTo>
                      <a:pt x="80" y="16"/>
                      <a:pt x="86" y="9"/>
                      <a:pt x="91" y="9"/>
                    </a:cubicBezTo>
                    <a:cubicBezTo>
                      <a:pt x="95" y="9"/>
                      <a:pt x="101" y="7"/>
                      <a:pt x="101" y="4"/>
                    </a:cubicBezTo>
                    <a:cubicBezTo>
                      <a:pt x="101" y="0"/>
                      <a:pt x="87" y="2"/>
                      <a:pt x="82" y="2"/>
                    </a:cubicBezTo>
                    <a:cubicBezTo>
                      <a:pt x="77" y="2"/>
                      <a:pt x="74" y="0"/>
                      <a:pt x="71" y="1"/>
                    </a:cubicBezTo>
                    <a:cubicBezTo>
                      <a:pt x="71" y="2"/>
                      <a:pt x="70" y="1"/>
                      <a:pt x="70" y="1"/>
                    </a:cubicBezTo>
                    <a:close/>
                    <a:moveTo>
                      <a:pt x="17" y="1"/>
                    </a:moveTo>
                    <a:cubicBezTo>
                      <a:pt x="0" y="1"/>
                      <a:pt x="0" y="1"/>
                      <a:pt x="0" y="1"/>
                    </a:cubicBezTo>
                    <a:cubicBezTo>
                      <a:pt x="0" y="2"/>
                      <a:pt x="0" y="3"/>
                      <a:pt x="0" y="4"/>
                    </a:cubicBezTo>
                    <a:cubicBezTo>
                      <a:pt x="1" y="7"/>
                      <a:pt x="1" y="8"/>
                      <a:pt x="1" y="8"/>
                    </a:cubicBezTo>
                    <a:cubicBezTo>
                      <a:pt x="1" y="8"/>
                      <a:pt x="0" y="9"/>
                      <a:pt x="2" y="18"/>
                    </a:cubicBezTo>
                    <a:cubicBezTo>
                      <a:pt x="2" y="19"/>
                      <a:pt x="2" y="19"/>
                      <a:pt x="2" y="19"/>
                    </a:cubicBezTo>
                    <a:cubicBezTo>
                      <a:pt x="25" y="19"/>
                      <a:pt x="25" y="19"/>
                      <a:pt x="25" y="19"/>
                    </a:cubicBezTo>
                    <a:cubicBezTo>
                      <a:pt x="26" y="18"/>
                      <a:pt x="27" y="16"/>
                      <a:pt x="27" y="14"/>
                    </a:cubicBezTo>
                    <a:cubicBezTo>
                      <a:pt x="27" y="10"/>
                      <a:pt x="27" y="7"/>
                      <a:pt x="23" y="7"/>
                    </a:cubicBezTo>
                    <a:cubicBezTo>
                      <a:pt x="21" y="6"/>
                      <a:pt x="19" y="4"/>
                      <a:pt x="17" y="1"/>
                    </a:cubicBezTo>
                    <a:close/>
                  </a:path>
                </a:pathLst>
              </a:custGeom>
              <a:solidFill>
                <a:srgbClr val="D7D5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6" name="Freeform 535"/>
              <p:cNvSpPr>
                <a:spLocks noEditPoints="1"/>
              </p:cNvSpPr>
              <p:nvPr/>
            </p:nvSpPr>
            <p:spPr bwMode="auto">
              <a:xfrm>
                <a:off x="5486" y="1163"/>
                <a:ext cx="194" cy="35"/>
              </a:xfrm>
              <a:custGeom>
                <a:avLst/>
                <a:gdLst>
                  <a:gd name="T0" fmla="*/ 100 w 101"/>
                  <a:gd name="T1" fmla="*/ 0 h 18"/>
                  <a:gd name="T2" fmla="*/ 84 w 101"/>
                  <a:gd name="T3" fmla="*/ 0 h 18"/>
                  <a:gd name="T4" fmla="*/ 82 w 101"/>
                  <a:gd name="T5" fmla="*/ 0 h 18"/>
                  <a:gd name="T6" fmla="*/ 80 w 101"/>
                  <a:gd name="T7" fmla="*/ 0 h 18"/>
                  <a:gd name="T8" fmla="*/ 50 w 101"/>
                  <a:gd name="T9" fmla="*/ 0 h 18"/>
                  <a:gd name="T10" fmla="*/ 51 w 101"/>
                  <a:gd name="T11" fmla="*/ 13 h 18"/>
                  <a:gd name="T12" fmla="*/ 52 w 101"/>
                  <a:gd name="T13" fmla="*/ 18 h 18"/>
                  <a:gd name="T14" fmla="*/ 80 w 101"/>
                  <a:gd name="T15" fmla="*/ 18 h 18"/>
                  <a:gd name="T16" fmla="*/ 82 w 101"/>
                  <a:gd name="T17" fmla="*/ 15 h 18"/>
                  <a:gd name="T18" fmla="*/ 80 w 101"/>
                  <a:gd name="T19" fmla="*/ 14 h 18"/>
                  <a:gd name="T20" fmla="*/ 91 w 101"/>
                  <a:gd name="T21" fmla="*/ 7 h 18"/>
                  <a:gd name="T22" fmla="*/ 101 w 101"/>
                  <a:gd name="T23" fmla="*/ 2 h 18"/>
                  <a:gd name="T24" fmla="*/ 100 w 101"/>
                  <a:gd name="T25" fmla="*/ 0 h 18"/>
                  <a:gd name="T26" fmla="*/ 18 w 101"/>
                  <a:gd name="T27" fmla="*/ 0 h 18"/>
                  <a:gd name="T28" fmla="*/ 0 w 101"/>
                  <a:gd name="T29" fmla="*/ 0 h 18"/>
                  <a:gd name="T30" fmla="*/ 0 w 101"/>
                  <a:gd name="T31" fmla="*/ 2 h 18"/>
                  <a:gd name="T32" fmla="*/ 1 w 101"/>
                  <a:gd name="T33" fmla="*/ 6 h 18"/>
                  <a:gd name="T34" fmla="*/ 2 w 101"/>
                  <a:gd name="T35" fmla="*/ 16 h 18"/>
                  <a:gd name="T36" fmla="*/ 2 w 101"/>
                  <a:gd name="T37" fmla="*/ 18 h 18"/>
                  <a:gd name="T38" fmla="*/ 25 w 101"/>
                  <a:gd name="T39" fmla="*/ 18 h 18"/>
                  <a:gd name="T40" fmla="*/ 27 w 101"/>
                  <a:gd name="T41" fmla="*/ 12 h 18"/>
                  <a:gd name="T42" fmla="*/ 23 w 101"/>
                  <a:gd name="T43" fmla="*/ 5 h 18"/>
                  <a:gd name="T44" fmla="*/ 18 w 101"/>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18">
                    <a:moveTo>
                      <a:pt x="100" y="0"/>
                    </a:moveTo>
                    <a:cubicBezTo>
                      <a:pt x="84" y="0"/>
                      <a:pt x="84" y="0"/>
                      <a:pt x="84" y="0"/>
                    </a:cubicBezTo>
                    <a:cubicBezTo>
                      <a:pt x="83" y="0"/>
                      <a:pt x="83" y="0"/>
                      <a:pt x="82" y="0"/>
                    </a:cubicBezTo>
                    <a:cubicBezTo>
                      <a:pt x="81" y="0"/>
                      <a:pt x="81" y="0"/>
                      <a:pt x="80" y="0"/>
                    </a:cubicBezTo>
                    <a:cubicBezTo>
                      <a:pt x="50" y="0"/>
                      <a:pt x="50" y="0"/>
                      <a:pt x="50" y="0"/>
                    </a:cubicBezTo>
                    <a:cubicBezTo>
                      <a:pt x="50" y="3"/>
                      <a:pt x="51" y="8"/>
                      <a:pt x="51" y="13"/>
                    </a:cubicBezTo>
                    <a:cubicBezTo>
                      <a:pt x="52" y="14"/>
                      <a:pt x="52" y="16"/>
                      <a:pt x="52" y="18"/>
                    </a:cubicBezTo>
                    <a:cubicBezTo>
                      <a:pt x="80" y="18"/>
                      <a:pt x="80" y="18"/>
                      <a:pt x="80" y="18"/>
                    </a:cubicBezTo>
                    <a:cubicBezTo>
                      <a:pt x="81" y="17"/>
                      <a:pt x="82" y="15"/>
                      <a:pt x="82" y="15"/>
                    </a:cubicBezTo>
                    <a:cubicBezTo>
                      <a:pt x="80" y="14"/>
                      <a:pt x="80" y="14"/>
                      <a:pt x="80" y="14"/>
                    </a:cubicBezTo>
                    <a:cubicBezTo>
                      <a:pt x="80" y="14"/>
                      <a:pt x="86" y="7"/>
                      <a:pt x="91" y="7"/>
                    </a:cubicBezTo>
                    <a:cubicBezTo>
                      <a:pt x="95" y="7"/>
                      <a:pt x="101" y="5"/>
                      <a:pt x="101" y="2"/>
                    </a:cubicBezTo>
                    <a:cubicBezTo>
                      <a:pt x="101" y="1"/>
                      <a:pt x="101" y="0"/>
                      <a:pt x="100" y="0"/>
                    </a:cubicBezTo>
                    <a:close/>
                    <a:moveTo>
                      <a:pt x="18" y="0"/>
                    </a:moveTo>
                    <a:cubicBezTo>
                      <a:pt x="0" y="0"/>
                      <a:pt x="0" y="0"/>
                      <a:pt x="0" y="0"/>
                    </a:cubicBezTo>
                    <a:cubicBezTo>
                      <a:pt x="0" y="1"/>
                      <a:pt x="0" y="1"/>
                      <a:pt x="0" y="2"/>
                    </a:cubicBezTo>
                    <a:cubicBezTo>
                      <a:pt x="1" y="5"/>
                      <a:pt x="1" y="6"/>
                      <a:pt x="1" y="6"/>
                    </a:cubicBezTo>
                    <a:cubicBezTo>
                      <a:pt x="1" y="6"/>
                      <a:pt x="0" y="7"/>
                      <a:pt x="2" y="16"/>
                    </a:cubicBezTo>
                    <a:cubicBezTo>
                      <a:pt x="2" y="18"/>
                      <a:pt x="2" y="18"/>
                      <a:pt x="2" y="18"/>
                    </a:cubicBezTo>
                    <a:cubicBezTo>
                      <a:pt x="25" y="18"/>
                      <a:pt x="25" y="18"/>
                      <a:pt x="25" y="18"/>
                    </a:cubicBezTo>
                    <a:cubicBezTo>
                      <a:pt x="26" y="17"/>
                      <a:pt x="27" y="14"/>
                      <a:pt x="27" y="12"/>
                    </a:cubicBezTo>
                    <a:cubicBezTo>
                      <a:pt x="27" y="8"/>
                      <a:pt x="27" y="5"/>
                      <a:pt x="23" y="5"/>
                    </a:cubicBezTo>
                    <a:cubicBezTo>
                      <a:pt x="21" y="4"/>
                      <a:pt x="20" y="3"/>
                      <a:pt x="18" y="0"/>
                    </a:cubicBezTo>
                    <a:close/>
                  </a:path>
                </a:pathLst>
              </a:custGeom>
              <a:solidFill>
                <a:srgbClr val="D8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7" name="Freeform 536"/>
              <p:cNvSpPr>
                <a:spLocks noEditPoints="1"/>
              </p:cNvSpPr>
              <p:nvPr/>
            </p:nvSpPr>
            <p:spPr bwMode="auto">
              <a:xfrm>
                <a:off x="5486" y="1165"/>
                <a:ext cx="194" cy="37"/>
              </a:xfrm>
              <a:custGeom>
                <a:avLst/>
                <a:gdLst>
                  <a:gd name="T0" fmla="*/ 101 w 101"/>
                  <a:gd name="T1" fmla="*/ 0 h 19"/>
                  <a:gd name="T2" fmla="*/ 50 w 101"/>
                  <a:gd name="T3" fmla="*/ 0 h 19"/>
                  <a:gd name="T4" fmla="*/ 51 w 101"/>
                  <a:gd name="T5" fmla="*/ 12 h 19"/>
                  <a:gd name="T6" fmla="*/ 52 w 101"/>
                  <a:gd name="T7" fmla="*/ 19 h 19"/>
                  <a:gd name="T8" fmla="*/ 78 w 101"/>
                  <a:gd name="T9" fmla="*/ 19 h 19"/>
                  <a:gd name="T10" fmla="*/ 82 w 101"/>
                  <a:gd name="T11" fmla="*/ 14 h 19"/>
                  <a:gd name="T12" fmla="*/ 80 w 101"/>
                  <a:gd name="T13" fmla="*/ 13 h 19"/>
                  <a:gd name="T14" fmla="*/ 91 w 101"/>
                  <a:gd name="T15" fmla="*/ 6 h 19"/>
                  <a:gd name="T16" fmla="*/ 101 w 101"/>
                  <a:gd name="T17" fmla="*/ 1 h 19"/>
                  <a:gd name="T18" fmla="*/ 101 w 101"/>
                  <a:gd name="T19" fmla="*/ 0 h 19"/>
                  <a:gd name="T20" fmla="*/ 19 w 101"/>
                  <a:gd name="T21" fmla="*/ 0 h 19"/>
                  <a:gd name="T22" fmla="*/ 0 w 101"/>
                  <a:gd name="T23" fmla="*/ 0 h 19"/>
                  <a:gd name="T24" fmla="*/ 0 w 101"/>
                  <a:gd name="T25" fmla="*/ 1 h 19"/>
                  <a:gd name="T26" fmla="*/ 1 w 101"/>
                  <a:gd name="T27" fmla="*/ 5 h 19"/>
                  <a:gd name="T28" fmla="*/ 2 w 101"/>
                  <a:gd name="T29" fmla="*/ 15 h 19"/>
                  <a:gd name="T30" fmla="*/ 2 w 101"/>
                  <a:gd name="T31" fmla="*/ 19 h 19"/>
                  <a:gd name="T32" fmla="*/ 24 w 101"/>
                  <a:gd name="T33" fmla="*/ 19 h 19"/>
                  <a:gd name="T34" fmla="*/ 27 w 101"/>
                  <a:gd name="T35" fmla="*/ 11 h 19"/>
                  <a:gd name="T36" fmla="*/ 23 w 101"/>
                  <a:gd name="T37" fmla="*/ 4 h 19"/>
                  <a:gd name="T38" fmla="*/ 19 w 101"/>
                  <a:gd name="T3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1" h="19">
                    <a:moveTo>
                      <a:pt x="101" y="0"/>
                    </a:moveTo>
                    <a:cubicBezTo>
                      <a:pt x="50" y="0"/>
                      <a:pt x="50" y="0"/>
                      <a:pt x="50" y="0"/>
                    </a:cubicBezTo>
                    <a:cubicBezTo>
                      <a:pt x="51" y="3"/>
                      <a:pt x="51" y="7"/>
                      <a:pt x="51" y="12"/>
                    </a:cubicBezTo>
                    <a:cubicBezTo>
                      <a:pt x="52" y="13"/>
                      <a:pt x="52" y="16"/>
                      <a:pt x="52" y="19"/>
                    </a:cubicBezTo>
                    <a:cubicBezTo>
                      <a:pt x="78" y="19"/>
                      <a:pt x="78" y="19"/>
                      <a:pt x="78" y="19"/>
                    </a:cubicBezTo>
                    <a:cubicBezTo>
                      <a:pt x="80" y="16"/>
                      <a:pt x="82" y="14"/>
                      <a:pt x="82" y="14"/>
                    </a:cubicBezTo>
                    <a:cubicBezTo>
                      <a:pt x="80" y="13"/>
                      <a:pt x="80" y="13"/>
                      <a:pt x="80" y="13"/>
                    </a:cubicBezTo>
                    <a:cubicBezTo>
                      <a:pt x="80" y="13"/>
                      <a:pt x="86" y="6"/>
                      <a:pt x="91" y="6"/>
                    </a:cubicBezTo>
                    <a:cubicBezTo>
                      <a:pt x="95" y="6"/>
                      <a:pt x="101" y="4"/>
                      <a:pt x="101" y="1"/>
                    </a:cubicBezTo>
                    <a:cubicBezTo>
                      <a:pt x="101" y="0"/>
                      <a:pt x="101" y="0"/>
                      <a:pt x="101" y="0"/>
                    </a:cubicBezTo>
                    <a:close/>
                    <a:moveTo>
                      <a:pt x="19" y="0"/>
                    </a:moveTo>
                    <a:cubicBezTo>
                      <a:pt x="0" y="0"/>
                      <a:pt x="0" y="0"/>
                      <a:pt x="0" y="0"/>
                    </a:cubicBezTo>
                    <a:cubicBezTo>
                      <a:pt x="0" y="1"/>
                      <a:pt x="0" y="1"/>
                      <a:pt x="0" y="1"/>
                    </a:cubicBezTo>
                    <a:cubicBezTo>
                      <a:pt x="1" y="4"/>
                      <a:pt x="1" y="5"/>
                      <a:pt x="1" y="5"/>
                    </a:cubicBezTo>
                    <a:cubicBezTo>
                      <a:pt x="1" y="5"/>
                      <a:pt x="0" y="6"/>
                      <a:pt x="2" y="15"/>
                    </a:cubicBezTo>
                    <a:cubicBezTo>
                      <a:pt x="2" y="16"/>
                      <a:pt x="2" y="17"/>
                      <a:pt x="2" y="19"/>
                    </a:cubicBezTo>
                    <a:cubicBezTo>
                      <a:pt x="24" y="19"/>
                      <a:pt x="24" y="19"/>
                      <a:pt x="24" y="19"/>
                    </a:cubicBezTo>
                    <a:cubicBezTo>
                      <a:pt x="25" y="17"/>
                      <a:pt x="27" y="14"/>
                      <a:pt x="27" y="11"/>
                    </a:cubicBezTo>
                    <a:cubicBezTo>
                      <a:pt x="27" y="7"/>
                      <a:pt x="27" y="4"/>
                      <a:pt x="23" y="4"/>
                    </a:cubicBezTo>
                    <a:cubicBezTo>
                      <a:pt x="22" y="4"/>
                      <a:pt x="20" y="2"/>
                      <a:pt x="19" y="0"/>
                    </a:cubicBezTo>
                    <a:close/>
                  </a:path>
                </a:pathLst>
              </a:custGeom>
              <a:solidFill>
                <a:srgbClr val="D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8" name="Freeform 537"/>
              <p:cNvSpPr>
                <a:spLocks noEditPoints="1"/>
              </p:cNvSpPr>
              <p:nvPr/>
            </p:nvSpPr>
            <p:spPr bwMode="auto">
              <a:xfrm>
                <a:off x="5486" y="1169"/>
                <a:ext cx="194" cy="35"/>
              </a:xfrm>
              <a:custGeom>
                <a:avLst/>
                <a:gdLst>
                  <a:gd name="T0" fmla="*/ 101 w 101"/>
                  <a:gd name="T1" fmla="*/ 0 h 18"/>
                  <a:gd name="T2" fmla="*/ 50 w 101"/>
                  <a:gd name="T3" fmla="*/ 0 h 18"/>
                  <a:gd name="T4" fmla="*/ 51 w 101"/>
                  <a:gd name="T5" fmla="*/ 10 h 18"/>
                  <a:gd name="T6" fmla="*/ 52 w 101"/>
                  <a:gd name="T7" fmla="*/ 18 h 18"/>
                  <a:gd name="T8" fmla="*/ 77 w 101"/>
                  <a:gd name="T9" fmla="*/ 18 h 18"/>
                  <a:gd name="T10" fmla="*/ 82 w 101"/>
                  <a:gd name="T11" fmla="*/ 12 h 18"/>
                  <a:gd name="T12" fmla="*/ 80 w 101"/>
                  <a:gd name="T13" fmla="*/ 11 h 18"/>
                  <a:gd name="T14" fmla="*/ 91 w 101"/>
                  <a:gd name="T15" fmla="*/ 4 h 18"/>
                  <a:gd name="T16" fmla="*/ 101 w 101"/>
                  <a:gd name="T17" fmla="*/ 0 h 18"/>
                  <a:gd name="T18" fmla="*/ 20 w 101"/>
                  <a:gd name="T19" fmla="*/ 0 h 18"/>
                  <a:gd name="T20" fmla="*/ 1 w 101"/>
                  <a:gd name="T21" fmla="*/ 0 h 18"/>
                  <a:gd name="T22" fmla="*/ 1 w 101"/>
                  <a:gd name="T23" fmla="*/ 3 h 18"/>
                  <a:gd name="T24" fmla="*/ 2 w 101"/>
                  <a:gd name="T25" fmla="*/ 13 h 18"/>
                  <a:gd name="T26" fmla="*/ 2 w 101"/>
                  <a:gd name="T27" fmla="*/ 18 h 18"/>
                  <a:gd name="T28" fmla="*/ 23 w 101"/>
                  <a:gd name="T29" fmla="*/ 18 h 18"/>
                  <a:gd name="T30" fmla="*/ 23 w 101"/>
                  <a:gd name="T31" fmla="*/ 17 h 18"/>
                  <a:gd name="T32" fmla="*/ 27 w 101"/>
                  <a:gd name="T33" fmla="*/ 9 h 18"/>
                  <a:gd name="T34" fmla="*/ 23 w 101"/>
                  <a:gd name="T35" fmla="*/ 2 h 18"/>
                  <a:gd name="T36" fmla="*/ 20 w 101"/>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1" h="18">
                    <a:moveTo>
                      <a:pt x="101" y="0"/>
                    </a:moveTo>
                    <a:cubicBezTo>
                      <a:pt x="50" y="0"/>
                      <a:pt x="50" y="0"/>
                      <a:pt x="50" y="0"/>
                    </a:cubicBezTo>
                    <a:cubicBezTo>
                      <a:pt x="51" y="2"/>
                      <a:pt x="51" y="6"/>
                      <a:pt x="51" y="10"/>
                    </a:cubicBezTo>
                    <a:cubicBezTo>
                      <a:pt x="52" y="11"/>
                      <a:pt x="52" y="14"/>
                      <a:pt x="52" y="18"/>
                    </a:cubicBezTo>
                    <a:cubicBezTo>
                      <a:pt x="77" y="18"/>
                      <a:pt x="77" y="18"/>
                      <a:pt x="77" y="18"/>
                    </a:cubicBezTo>
                    <a:cubicBezTo>
                      <a:pt x="80" y="15"/>
                      <a:pt x="83" y="13"/>
                      <a:pt x="82" y="12"/>
                    </a:cubicBezTo>
                    <a:cubicBezTo>
                      <a:pt x="80" y="11"/>
                      <a:pt x="80" y="11"/>
                      <a:pt x="80" y="11"/>
                    </a:cubicBezTo>
                    <a:cubicBezTo>
                      <a:pt x="80" y="11"/>
                      <a:pt x="86" y="4"/>
                      <a:pt x="91" y="4"/>
                    </a:cubicBezTo>
                    <a:cubicBezTo>
                      <a:pt x="95" y="4"/>
                      <a:pt x="100" y="2"/>
                      <a:pt x="101" y="0"/>
                    </a:cubicBezTo>
                    <a:close/>
                    <a:moveTo>
                      <a:pt x="20" y="0"/>
                    </a:moveTo>
                    <a:cubicBezTo>
                      <a:pt x="1" y="0"/>
                      <a:pt x="1" y="0"/>
                      <a:pt x="1" y="0"/>
                    </a:cubicBezTo>
                    <a:cubicBezTo>
                      <a:pt x="1" y="2"/>
                      <a:pt x="1" y="3"/>
                      <a:pt x="1" y="3"/>
                    </a:cubicBezTo>
                    <a:cubicBezTo>
                      <a:pt x="1" y="3"/>
                      <a:pt x="0" y="4"/>
                      <a:pt x="2" y="13"/>
                    </a:cubicBezTo>
                    <a:cubicBezTo>
                      <a:pt x="2" y="14"/>
                      <a:pt x="2" y="16"/>
                      <a:pt x="2" y="18"/>
                    </a:cubicBezTo>
                    <a:cubicBezTo>
                      <a:pt x="23" y="18"/>
                      <a:pt x="23" y="18"/>
                      <a:pt x="23" y="18"/>
                    </a:cubicBezTo>
                    <a:cubicBezTo>
                      <a:pt x="23" y="18"/>
                      <a:pt x="23" y="17"/>
                      <a:pt x="23" y="17"/>
                    </a:cubicBezTo>
                    <a:cubicBezTo>
                      <a:pt x="23" y="17"/>
                      <a:pt x="26" y="13"/>
                      <a:pt x="27" y="9"/>
                    </a:cubicBezTo>
                    <a:cubicBezTo>
                      <a:pt x="27" y="5"/>
                      <a:pt x="27" y="2"/>
                      <a:pt x="23" y="2"/>
                    </a:cubicBezTo>
                    <a:cubicBezTo>
                      <a:pt x="22" y="2"/>
                      <a:pt x="21" y="1"/>
                      <a:pt x="20" y="0"/>
                    </a:cubicBez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09" name="Freeform 538"/>
              <p:cNvSpPr>
                <a:spLocks noEditPoints="1"/>
              </p:cNvSpPr>
              <p:nvPr/>
            </p:nvSpPr>
            <p:spPr bwMode="auto">
              <a:xfrm>
                <a:off x="5486" y="1171"/>
                <a:ext cx="192" cy="35"/>
              </a:xfrm>
              <a:custGeom>
                <a:avLst/>
                <a:gdLst>
                  <a:gd name="T0" fmla="*/ 100 w 100"/>
                  <a:gd name="T1" fmla="*/ 0 h 18"/>
                  <a:gd name="T2" fmla="*/ 51 w 100"/>
                  <a:gd name="T3" fmla="*/ 0 h 18"/>
                  <a:gd name="T4" fmla="*/ 51 w 100"/>
                  <a:gd name="T5" fmla="*/ 9 h 18"/>
                  <a:gd name="T6" fmla="*/ 52 w 100"/>
                  <a:gd name="T7" fmla="*/ 18 h 18"/>
                  <a:gd name="T8" fmla="*/ 76 w 100"/>
                  <a:gd name="T9" fmla="*/ 18 h 18"/>
                  <a:gd name="T10" fmla="*/ 82 w 100"/>
                  <a:gd name="T11" fmla="*/ 11 h 18"/>
                  <a:gd name="T12" fmla="*/ 80 w 100"/>
                  <a:gd name="T13" fmla="*/ 10 h 18"/>
                  <a:gd name="T14" fmla="*/ 91 w 100"/>
                  <a:gd name="T15" fmla="*/ 3 h 18"/>
                  <a:gd name="T16" fmla="*/ 100 w 100"/>
                  <a:gd name="T17" fmla="*/ 0 h 18"/>
                  <a:gd name="T18" fmla="*/ 21 w 100"/>
                  <a:gd name="T19" fmla="*/ 0 h 18"/>
                  <a:gd name="T20" fmla="*/ 1 w 100"/>
                  <a:gd name="T21" fmla="*/ 0 h 18"/>
                  <a:gd name="T22" fmla="*/ 1 w 100"/>
                  <a:gd name="T23" fmla="*/ 2 h 18"/>
                  <a:gd name="T24" fmla="*/ 2 w 100"/>
                  <a:gd name="T25" fmla="*/ 12 h 18"/>
                  <a:gd name="T26" fmla="*/ 3 w 100"/>
                  <a:gd name="T27" fmla="*/ 18 h 18"/>
                  <a:gd name="T28" fmla="*/ 24 w 100"/>
                  <a:gd name="T29" fmla="*/ 18 h 18"/>
                  <a:gd name="T30" fmla="*/ 23 w 100"/>
                  <a:gd name="T31" fmla="*/ 16 h 18"/>
                  <a:gd name="T32" fmla="*/ 27 w 100"/>
                  <a:gd name="T33" fmla="*/ 8 h 18"/>
                  <a:gd name="T34" fmla="*/ 23 w 100"/>
                  <a:gd name="T35" fmla="*/ 1 h 18"/>
                  <a:gd name="T36" fmla="*/ 21 w 100"/>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0" h="18">
                    <a:moveTo>
                      <a:pt x="100" y="0"/>
                    </a:moveTo>
                    <a:cubicBezTo>
                      <a:pt x="51" y="0"/>
                      <a:pt x="51" y="0"/>
                      <a:pt x="51" y="0"/>
                    </a:cubicBezTo>
                    <a:cubicBezTo>
                      <a:pt x="51" y="2"/>
                      <a:pt x="51" y="6"/>
                      <a:pt x="51" y="9"/>
                    </a:cubicBezTo>
                    <a:cubicBezTo>
                      <a:pt x="52" y="11"/>
                      <a:pt x="52" y="14"/>
                      <a:pt x="52" y="18"/>
                    </a:cubicBezTo>
                    <a:cubicBezTo>
                      <a:pt x="76" y="18"/>
                      <a:pt x="76" y="18"/>
                      <a:pt x="76" y="18"/>
                    </a:cubicBezTo>
                    <a:cubicBezTo>
                      <a:pt x="78" y="15"/>
                      <a:pt x="83" y="12"/>
                      <a:pt x="82" y="11"/>
                    </a:cubicBezTo>
                    <a:cubicBezTo>
                      <a:pt x="80" y="10"/>
                      <a:pt x="80" y="10"/>
                      <a:pt x="80" y="10"/>
                    </a:cubicBezTo>
                    <a:cubicBezTo>
                      <a:pt x="80" y="10"/>
                      <a:pt x="86" y="3"/>
                      <a:pt x="91" y="3"/>
                    </a:cubicBezTo>
                    <a:cubicBezTo>
                      <a:pt x="94" y="3"/>
                      <a:pt x="98" y="2"/>
                      <a:pt x="100" y="0"/>
                    </a:cubicBezTo>
                    <a:close/>
                    <a:moveTo>
                      <a:pt x="21" y="0"/>
                    </a:moveTo>
                    <a:cubicBezTo>
                      <a:pt x="1" y="0"/>
                      <a:pt x="1" y="0"/>
                      <a:pt x="1" y="0"/>
                    </a:cubicBezTo>
                    <a:cubicBezTo>
                      <a:pt x="1" y="1"/>
                      <a:pt x="1" y="2"/>
                      <a:pt x="1" y="2"/>
                    </a:cubicBezTo>
                    <a:cubicBezTo>
                      <a:pt x="1" y="2"/>
                      <a:pt x="0" y="3"/>
                      <a:pt x="2" y="12"/>
                    </a:cubicBezTo>
                    <a:cubicBezTo>
                      <a:pt x="2" y="14"/>
                      <a:pt x="2" y="16"/>
                      <a:pt x="3" y="18"/>
                    </a:cubicBezTo>
                    <a:cubicBezTo>
                      <a:pt x="24" y="18"/>
                      <a:pt x="24" y="18"/>
                      <a:pt x="24" y="18"/>
                    </a:cubicBezTo>
                    <a:cubicBezTo>
                      <a:pt x="23" y="17"/>
                      <a:pt x="23" y="16"/>
                      <a:pt x="23" y="16"/>
                    </a:cubicBezTo>
                    <a:cubicBezTo>
                      <a:pt x="23" y="16"/>
                      <a:pt x="26" y="12"/>
                      <a:pt x="27" y="8"/>
                    </a:cubicBezTo>
                    <a:cubicBezTo>
                      <a:pt x="27" y="4"/>
                      <a:pt x="27" y="1"/>
                      <a:pt x="23" y="1"/>
                    </a:cubicBezTo>
                    <a:cubicBezTo>
                      <a:pt x="22" y="1"/>
                      <a:pt x="22" y="0"/>
                      <a:pt x="21" y="0"/>
                    </a:cubicBezTo>
                    <a:close/>
                  </a:path>
                </a:pathLst>
              </a:custGeom>
              <a:solidFill>
                <a:srgbClr val="DB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0" name="Freeform 539"/>
              <p:cNvSpPr>
                <a:spLocks noEditPoints="1"/>
              </p:cNvSpPr>
              <p:nvPr/>
            </p:nvSpPr>
            <p:spPr bwMode="auto">
              <a:xfrm>
                <a:off x="5486" y="1173"/>
                <a:ext cx="188" cy="34"/>
              </a:xfrm>
              <a:custGeom>
                <a:avLst/>
                <a:gdLst>
                  <a:gd name="T0" fmla="*/ 98 w 98"/>
                  <a:gd name="T1" fmla="*/ 0 h 18"/>
                  <a:gd name="T2" fmla="*/ 51 w 98"/>
                  <a:gd name="T3" fmla="*/ 0 h 18"/>
                  <a:gd name="T4" fmla="*/ 51 w 98"/>
                  <a:gd name="T5" fmla="*/ 8 h 18"/>
                  <a:gd name="T6" fmla="*/ 52 w 98"/>
                  <a:gd name="T7" fmla="*/ 18 h 18"/>
                  <a:gd name="T8" fmla="*/ 75 w 98"/>
                  <a:gd name="T9" fmla="*/ 18 h 18"/>
                  <a:gd name="T10" fmla="*/ 82 w 98"/>
                  <a:gd name="T11" fmla="*/ 10 h 18"/>
                  <a:gd name="T12" fmla="*/ 80 w 98"/>
                  <a:gd name="T13" fmla="*/ 9 h 18"/>
                  <a:gd name="T14" fmla="*/ 91 w 98"/>
                  <a:gd name="T15" fmla="*/ 2 h 18"/>
                  <a:gd name="T16" fmla="*/ 98 w 98"/>
                  <a:gd name="T17" fmla="*/ 0 h 18"/>
                  <a:gd name="T18" fmla="*/ 25 w 98"/>
                  <a:gd name="T19" fmla="*/ 0 h 18"/>
                  <a:gd name="T20" fmla="*/ 1 w 98"/>
                  <a:gd name="T21" fmla="*/ 0 h 18"/>
                  <a:gd name="T22" fmla="*/ 1 w 98"/>
                  <a:gd name="T23" fmla="*/ 1 h 18"/>
                  <a:gd name="T24" fmla="*/ 2 w 98"/>
                  <a:gd name="T25" fmla="*/ 11 h 18"/>
                  <a:gd name="T26" fmla="*/ 3 w 98"/>
                  <a:gd name="T27" fmla="*/ 18 h 18"/>
                  <a:gd name="T28" fmla="*/ 25 w 98"/>
                  <a:gd name="T29" fmla="*/ 18 h 18"/>
                  <a:gd name="T30" fmla="*/ 25 w 98"/>
                  <a:gd name="T31" fmla="*/ 17 h 18"/>
                  <a:gd name="T32" fmla="*/ 23 w 98"/>
                  <a:gd name="T33" fmla="*/ 15 h 18"/>
                  <a:gd name="T34" fmla="*/ 27 w 98"/>
                  <a:gd name="T35" fmla="*/ 7 h 18"/>
                  <a:gd name="T36" fmla="*/ 25 w 98"/>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8" h="18">
                    <a:moveTo>
                      <a:pt x="98" y="0"/>
                    </a:moveTo>
                    <a:cubicBezTo>
                      <a:pt x="51" y="0"/>
                      <a:pt x="51" y="0"/>
                      <a:pt x="51" y="0"/>
                    </a:cubicBezTo>
                    <a:cubicBezTo>
                      <a:pt x="51" y="2"/>
                      <a:pt x="51" y="5"/>
                      <a:pt x="51" y="8"/>
                    </a:cubicBezTo>
                    <a:cubicBezTo>
                      <a:pt x="52" y="10"/>
                      <a:pt x="52" y="14"/>
                      <a:pt x="52" y="18"/>
                    </a:cubicBezTo>
                    <a:cubicBezTo>
                      <a:pt x="75" y="18"/>
                      <a:pt x="75" y="18"/>
                      <a:pt x="75" y="18"/>
                    </a:cubicBezTo>
                    <a:cubicBezTo>
                      <a:pt x="77" y="15"/>
                      <a:pt x="83" y="11"/>
                      <a:pt x="82" y="10"/>
                    </a:cubicBezTo>
                    <a:cubicBezTo>
                      <a:pt x="80" y="9"/>
                      <a:pt x="80" y="9"/>
                      <a:pt x="80" y="9"/>
                    </a:cubicBezTo>
                    <a:cubicBezTo>
                      <a:pt x="80" y="9"/>
                      <a:pt x="86" y="2"/>
                      <a:pt x="91" y="2"/>
                    </a:cubicBezTo>
                    <a:cubicBezTo>
                      <a:pt x="93" y="2"/>
                      <a:pt x="96" y="1"/>
                      <a:pt x="98" y="0"/>
                    </a:cubicBezTo>
                    <a:close/>
                    <a:moveTo>
                      <a:pt x="25" y="0"/>
                    </a:moveTo>
                    <a:cubicBezTo>
                      <a:pt x="1" y="0"/>
                      <a:pt x="1" y="0"/>
                      <a:pt x="1" y="0"/>
                    </a:cubicBezTo>
                    <a:cubicBezTo>
                      <a:pt x="1" y="1"/>
                      <a:pt x="1" y="1"/>
                      <a:pt x="1" y="1"/>
                    </a:cubicBezTo>
                    <a:cubicBezTo>
                      <a:pt x="1" y="1"/>
                      <a:pt x="0" y="2"/>
                      <a:pt x="2" y="11"/>
                    </a:cubicBezTo>
                    <a:cubicBezTo>
                      <a:pt x="2" y="13"/>
                      <a:pt x="2" y="15"/>
                      <a:pt x="3" y="18"/>
                    </a:cubicBezTo>
                    <a:cubicBezTo>
                      <a:pt x="25" y="18"/>
                      <a:pt x="25" y="18"/>
                      <a:pt x="25" y="18"/>
                    </a:cubicBezTo>
                    <a:cubicBezTo>
                      <a:pt x="25" y="18"/>
                      <a:pt x="25" y="18"/>
                      <a:pt x="25" y="17"/>
                    </a:cubicBezTo>
                    <a:cubicBezTo>
                      <a:pt x="23" y="17"/>
                      <a:pt x="23" y="15"/>
                      <a:pt x="23" y="15"/>
                    </a:cubicBezTo>
                    <a:cubicBezTo>
                      <a:pt x="23" y="15"/>
                      <a:pt x="26" y="11"/>
                      <a:pt x="27" y="7"/>
                    </a:cubicBezTo>
                    <a:cubicBezTo>
                      <a:pt x="27" y="4"/>
                      <a:pt x="27" y="1"/>
                      <a:pt x="25" y="0"/>
                    </a:cubicBezTo>
                    <a:close/>
                  </a:path>
                </a:pathLst>
              </a:custGeom>
              <a:solidFill>
                <a:srgbClr val="DCD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1" name="Freeform 540"/>
              <p:cNvSpPr>
                <a:spLocks noEditPoints="1"/>
              </p:cNvSpPr>
              <p:nvPr/>
            </p:nvSpPr>
            <p:spPr bwMode="auto">
              <a:xfrm>
                <a:off x="5488" y="1175"/>
                <a:ext cx="176" cy="36"/>
              </a:xfrm>
              <a:custGeom>
                <a:avLst/>
                <a:gdLst>
                  <a:gd name="T0" fmla="*/ 92 w 92"/>
                  <a:gd name="T1" fmla="*/ 0 h 19"/>
                  <a:gd name="T2" fmla="*/ 50 w 92"/>
                  <a:gd name="T3" fmla="*/ 0 h 19"/>
                  <a:gd name="T4" fmla="*/ 50 w 92"/>
                  <a:gd name="T5" fmla="*/ 7 h 19"/>
                  <a:gd name="T6" fmla="*/ 51 w 92"/>
                  <a:gd name="T7" fmla="*/ 19 h 19"/>
                  <a:gd name="T8" fmla="*/ 73 w 92"/>
                  <a:gd name="T9" fmla="*/ 19 h 19"/>
                  <a:gd name="T10" fmla="*/ 73 w 92"/>
                  <a:gd name="T11" fmla="*/ 19 h 19"/>
                  <a:gd name="T12" fmla="*/ 81 w 92"/>
                  <a:gd name="T13" fmla="*/ 9 h 19"/>
                  <a:gd name="T14" fmla="*/ 79 w 92"/>
                  <a:gd name="T15" fmla="*/ 8 h 19"/>
                  <a:gd name="T16" fmla="*/ 90 w 92"/>
                  <a:gd name="T17" fmla="*/ 1 h 19"/>
                  <a:gd name="T18" fmla="*/ 92 w 92"/>
                  <a:gd name="T19" fmla="*/ 0 h 19"/>
                  <a:gd name="T20" fmla="*/ 25 w 92"/>
                  <a:gd name="T21" fmla="*/ 0 h 19"/>
                  <a:gd name="T22" fmla="*/ 0 w 92"/>
                  <a:gd name="T23" fmla="*/ 0 h 19"/>
                  <a:gd name="T24" fmla="*/ 1 w 92"/>
                  <a:gd name="T25" fmla="*/ 10 h 19"/>
                  <a:gd name="T26" fmla="*/ 2 w 92"/>
                  <a:gd name="T27" fmla="*/ 19 h 19"/>
                  <a:gd name="T28" fmla="*/ 25 w 92"/>
                  <a:gd name="T29" fmla="*/ 19 h 19"/>
                  <a:gd name="T30" fmla="*/ 24 w 92"/>
                  <a:gd name="T31" fmla="*/ 16 h 19"/>
                  <a:gd name="T32" fmla="*/ 22 w 92"/>
                  <a:gd name="T33" fmla="*/ 14 h 19"/>
                  <a:gd name="T34" fmla="*/ 26 w 92"/>
                  <a:gd name="T35" fmla="*/ 6 h 19"/>
                  <a:gd name="T36" fmla="*/ 25 w 92"/>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 h="19">
                    <a:moveTo>
                      <a:pt x="92" y="0"/>
                    </a:moveTo>
                    <a:cubicBezTo>
                      <a:pt x="50" y="0"/>
                      <a:pt x="50" y="0"/>
                      <a:pt x="50" y="0"/>
                    </a:cubicBezTo>
                    <a:cubicBezTo>
                      <a:pt x="50" y="2"/>
                      <a:pt x="50" y="5"/>
                      <a:pt x="50" y="7"/>
                    </a:cubicBezTo>
                    <a:cubicBezTo>
                      <a:pt x="51" y="9"/>
                      <a:pt x="51" y="13"/>
                      <a:pt x="51" y="19"/>
                    </a:cubicBezTo>
                    <a:cubicBezTo>
                      <a:pt x="73" y="19"/>
                      <a:pt x="73" y="19"/>
                      <a:pt x="73" y="19"/>
                    </a:cubicBezTo>
                    <a:cubicBezTo>
                      <a:pt x="73" y="19"/>
                      <a:pt x="73" y="19"/>
                      <a:pt x="73" y="19"/>
                    </a:cubicBezTo>
                    <a:cubicBezTo>
                      <a:pt x="74" y="16"/>
                      <a:pt x="82" y="10"/>
                      <a:pt x="81" y="9"/>
                    </a:cubicBezTo>
                    <a:cubicBezTo>
                      <a:pt x="79" y="8"/>
                      <a:pt x="79" y="8"/>
                      <a:pt x="79" y="8"/>
                    </a:cubicBezTo>
                    <a:cubicBezTo>
                      <a:pt x="79" y="8"/>
                      <a:pt x="85" y="1"/>
                      <a:pt x="90" y="1"/>
                    </a:cubicBezTo>
                    <a:cubicBezTo>
                      <a:pt x="91" y="1"/>
                      <a:pt x="92" y="1"/>
                      <a:pt x="92" y="0"/>
                    </a:cubicBezTo>
                    <a:close/>
                    <a:moveTo>
                      <a:pt x="25" y="0"/>
                    </a:moveTo>
                    <a:cubicBezTo>
                      <a:pt x="0" y="0"/>
                      <a:pt x="0" y="0"/>
                      <a:pt x="0" y="0"/>
                    </a:cubicBezTo>
                    <a:cubicBezTo>
                      <a:pt x="0" y="2"/>
                      <a:pt x="0" y="4"/>
                      <a:pt x="1" y="10"/>
                    </a:cubicBezTo>
                    <a:cubicBezTo>
                      <a:pt x="1" y="12"/>
                      <a:pt x="1" y="15"/>
                      <a:pt x="2" y="19"/>
                    </a:cubicBezTo>
                    <a:cubicBezTo>
                      <a:pt x="25" y="19"/>
                      <a:pt x="25" y="19"/>
                      <a:pt x="25" y="19"/>
                    </a:cubicBezTo>
                    <a:cubicBezTo>
                      <a:pt x="24" y="17"/>
                      <a:pt x="24" y="17"/>
                      <a:pt x="24" y="16"/>
                    </a:cubicBezTo>
                    <a:cubicBezTo>
                      <a:pt x="22" y="16"/>
                      <a:pt x="22" y="14"/>
                      <a:pt x="22" y="14"/>
                    </a:cubicBezTo>
                    <a:cubicBezTo>
                      <a:pt x="22" y="14"/>
                      <a:pt x="25" y="10"/>
                      <a:pt x="26" y="6"/>
                    </a:cubicBezTo>
                    <a:cubicBezTo>
                      <a:pt x="26" y="4"/>
                      <a:pt x="26" y="2"/>
                      <a:pt x="25"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2" name="Freeform 541"/>
              <p:cNvSpPr>
                <a:spLocks noEditPoints="1"/>
              </p:cNvSpPr>
              <p:nvPr/>
            </p:nvSpPr>
            <p:spPr bwMode="auto">
              <a:xfrm>
                <a:off x="5488" y="1179"/>
                <a:ext cx="165" cy="34"/>
              </a:xfrm>
              <a:custGeom>
                <a:avLst/>
                <a:gdLst>
                  <a:gd name="T0" fmla="*/ 86 w 86"/>
                  <a:gd name="T1" fmla="*/ 0 h 18"/>
                  <a:gd name="T2" fmla="*/ 50 w 86"/>
                  <a:gd name="T3" fmla="*/ 0 h 18"/>
                  <a:gd name="T4" fmla="*/ 50 w 86"/>
                  <a:gd name="T5" fmla="*/ 5 h 18"/>
                  <a:gd name="T6" fmla="*/ 51 w 86"/>
                  <a:gd name="T7" fmla="*/ 18 h 18"/>
                  <a:gd name="T8" fmla="*/ 73 w 86"/>
                  <a:gd name="T9" fmla="*/ 18 h 18"/>
                  <a:gd name="T10" fmla="*/ 73 w 86"/>
                  <a:gd name="T11" fmla="*/ 17 h 18"/>
                  <a:gd name="T12" fmla="*/ 81 w 86"/>
                  <a:gd name="T13" fmla="*/ 7 h 18"/>
                  <a:gd name="T14" fmla="*/ 79 w 86"/>
                  <a:gd name="T15" fmla="*/ 6 h 18"/>
                  <a:gd name="T16" fmla="*/ 86 w 86"/>
                  <a:gd name="T17" fmla="*/ 0 h 18"/>
                  <a:gd name="T18" fmla="*/ 26 w 86"/>
                  <a:gd name="T19" fmla="*/ 0 h 18"/>
                  <a:gd name="T20" fmla="*/ 0 w 86"/>
                  <a:gd name="T21" fmla="*/ 0 h 18"/>
                  <a:gd name="T22" fmla="*/ 1 w 86"/>
                  <a:gd name="T23" fmla="*/ 8 h 18"/>
                  <a:gd name="T24" fmla="*/ 2 w 86"/>
                  <a:gd name="T25" fmla="*/ 18 h 18"/>
                  <a:gd name="T26" fmla="*/ 26 w 86"/>
                  <a:gd name="T27" fmla="*/ 18 h 18"/>
                  <a:gd name="T28" fmla="*/ 24 w 86"/>
                  <a:gd name="T29" fmla="*/ 14 h 18"/>
                  <a:gd name="T30" fmla="*/ 22 w 86"/>
                  <a:gd name="T31" fmla="*/ 12 h 18"/>
                  <a:gd name="T32" fmla="*/ 26 w 86"/>
                  <a:gd name="T33" fmla="*/ 4 h 18"/>
                  <a:gd name="T34" fmla="*/ 26 w 86"/>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18">
                    <a:moveTo>
                      <a:pt x="86" y="0"/>
                    </a:moveTo>
                    <a:cubicBezTo>
                      <a:pt x="50" y="0"/>
                      <a:pt x="50" y="0"/>
                      <a:pt x="50" y="0"/>
                    </a:cubicBezTo>
                    <a:cubicBezTo>
                      <a:pt x="50" y="1"/>
                      <a:pt x="50" y="3"/>
                      <a:pt x="50" y="5"/>
                    </a:cubicBezTo>
                    <a:cubicBezTo>
                      <a:pt x="51" y="7"/>
                      <a:pt x="51" y="12"/>
                      <a:pt x="51" y="18"/>
                    </a:cubicBezTo>
                    <a:cubicBezTo>
                      <a:pt x="73" y="18"/>
                      <a:pt x="73" y="18"/>
                      <a:pt x="73" y="18"/>
                    </a:cubicBezTo>
                    <a:cubicBezTo>
                      <a:pt x="73" y="18"/>
                      <a:pt x="73" y="17"/>
                      <a:pt x="73" y="17"/>
                    </a:cubicBezTo>
                    <a:cubicBezTo>
                      <a:pt x="74" y="14"/>
                      <a:pt x="82" y="8"/>
                      <a:pt x="81" y="7"/>
                    </a:cubicBezTo>
                    <a:cubicBezTo>
                      <a:pt x="79" y="6"/>
                      <a:pt x="79" y="6"/>
                      <a:pt x="79" y="6"/>
                    </a:cubicBezTo>
                    <a:cubicBezTo>
                      <a:pt x="79" y="6"/>
                      <a:pt x="83" y="2"/>
                      <a:pt x="86" y="0"/>
                    </a:cubicBezTo>
                    <a:close/>
                    <a:moveTo>
                      <a:pt x="26" y="0"/>
                    </a:moveTo>
                    <a:cubicBezTo>
                      <a:pt x="0" y="0"/>
                      <a:pt x="0" y="0"/>
                      <a:pt x="0" y="0"/>
                    </a:cubicBezTo>
                    <a:cubicBezTo>
                      <a:pt x="0" y="1"/>
                      <a:pt x="0" y="4"/>
                      <a:pt x="1" y="8"/>
                    </a:cubicBezTo>
                    <a:cubicBezTo>
                      <a:pt x="1" y="10"/>
                      <a:pt x="1" y="14"/>
                      <a:pt x="2" y="18"/>
                    </a:cubicBezTo>
                    <a:cubicBezTo>
                      <a:pt x="26" y="18"/>
                      <a:pt x="26" y="18"/>
                      <a:pt x="26" y="18"/>
                    </a:cubicBezTo>
                    <a:cubicBezTo>
                      <a:pt x="25" y="16"/>
                      <a:pt x="24" y="15"/>
                      <a:pt x="24" y="14"/>
                    </a:cubicBezTo>
                    <a:cubicBezTo>
                      <a:pt x="22" y="14"/>
                      <a:pt x="22" y="12"/>
                      <a:pt x="22" y="12"/>
                    </a:cubicBezTo>
                    <a:cubicBezTo>
                      <a:pt x="22" y="12"/>
                      <a:pt x="25" y="8"/>
                      <a:pt x="26" y="4"/>
                    </a:cubicBezTo>
                    <a:cubicBezTo>
                      <a:pt x="26" y="2"/>
                      <a:pt x="26" y="1"/>
                      <a:pt x="26"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3" name="Freeform 542"/>
              <p:cNvSpPr>
                <a:spLocks noEditPoints="1"/>
              </p:cNvSpPr>
              <p:nvPr/>
            </p:nvSpPr>
            <p:spPr bwMode="auto">
              <a:xfrm>
                <a:off x="5488" y="1181"/>
                <a:ext cx="161" cy="34"/>
              </a:xfrm>
              <a:custGeom>
                <a:avLst/>
                <a:gdLst>
                  <a:gd name="T0" fmla="*/ 84 w 84"/>
                  <a:gd name="T1" fmla="*/ 0 h 18"/>
                  <a:gd name="T2" fmla="*/ 50 w 84"/>
                  <a:gd name="T3" fmla="*/ 0 h 18"/>
                  <a:gd name="T4" fmla="*/ 50 w 84"/>
                  <a:gd name="T5" fmla="*/ 4 h 18"/>
                  <a:gd name="T6" fmla="*/ 51 w 84"/>
                  <a:gd name="T7" fmla="*/ 18 h 18"/>
                  <a:gd name="T8" fmla="*/ 72 w 84"/>
                  <a:gd name="T9" fmla="*/ 18 h 18"/>
                  <a:gd name="T10" fmla="*/ 73 w 84"/>
                  <a:gd name="T11" fmla="*/ 16 h 18"/>
                  <a:gd name="T12" fmla="*/ 81 w 84"/>
                  <a:gd name="T13" fmla="*/ 6 h 18"/>
                  <a:gd name="T14" fmla="*/ 79 w 84"/>
                  <a:gd name="T15" fmla="*/ 5 h 18"/>
                  <a:gd name="T16" fmla="*/ 84 w 84"/>
                  <a:gd name="T17" fmla="*/ 0 h 18"/>
                  <a:gd name="T18" fmla="*/ 26 w 84"/>
                  <a:gd name="T19" fmla="*/ 0 h 18"/>
                  <a:gd name="T20" fmla="*/ 0 w 84"/>
                  <a:gd name="T21" fmla="*/ 0 h 18"/>
                  <a:gd name="T22" fmla="*/ 1 w 84"/>
                  <a:gd name="T23" fmla="*/ 7 h 18"/>
                  <a:gd name="T24" fmla="*/ 2 w 84"/>
                  <a:gd name="T25" fmla="*/ 18 h 18"/>
                  <a:gd name="T26" fmla="*/ 26 w 84"/>
                  <a:gd name="T27" fmla="*/ 18 h 18"/>
                  <a:gd name="T28" fmla="*/ 24 w 84"/>
                  <a:gd name="T29" fmla="*/ 13 h 18"/>
                  <a:gd name="T30" fmla="*/ 22 w 84"/>
                  <a:gd name="T31" fmla="*/ 11 h 18"/>
                  <a:gd name="T32" fmla="*/ 26 w 84"/>
                  <a:gd name="T33" fmla="*/ 3 h 18"/>
                  <a:gd name="T34" fmla="*/ 26 w 84"/>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4" h="18">
                    <a:moveTo>
                      <a:pt x="84" y="0"/>
                    </a:moveTo>
                    <a:cubicBezTo>
                      <a:pt x="50" y="0"/>
                      <a:pt x="50" y="0"/>
                      <a:pt x="50" y="0"/>
                    </a:cubicBezTo>
                    <a:cubicBezTo>
                      <a:pt x="50" y="1"/>
                      <a:pt x="50" y="3"/>
                      <a:pt x="50" y="4"/>
                    </a:cubicBezTo>
                    <a:cubicBezTo>
                      <a:pt x="51" y="6"/>
                      <a:pt x="51" y="12"/>
                      <a:pt x="51" y="18"/>
                    </a:cubicBezTo>
                    <a:cubicBezTo>
                      <a:pt x="72" y="18"/>
                      <a:pt x="72" y="18"/>
                      <a:pt x="72" y="18"/>
                    </a:cubicBezTo>
                    <a:cubicBezTo>
                      <a:pt x="72" y="17"/>
                      <a:pt x="73" y="17"/>
                      <a:pt x="73" y="16"/>
                    </a:cubicBezTo>
                    <a:cubicBezTo>
                      <a:pt x="74" y="13"/>
                      <a:pt x="82" y="7"/>
                      <a:pt x="81" y="6"/>
                    </a:cubicBezTo>
                    <a:cubicBezTo>
                      <a:pt x="79" y="5"/>
                      <a:pt x="79" y="5"/>
                      <a:pt x="79" y="5"/>
                    </a:cubicBezTo>
                    <a:cubicBezTo>
                      <a:pt x="79" y="5"/>
                      <a:pt x="81" y="2"/>
                      <a:pt x="84" y="0"/>
                    </a:cubicBezTo>
                    <a:close/>
                    <a:moveTo>
                      <a:pt x="26" y="0"/>
                    </a:moveTo>
                    <a:cubicBezTo>
                      <a:pt x="0" y="0"/>
                      <a:pt x="0" y="0"/>
                      <a:pt x="0" y="0"/>
                    </a:cubicBezTo>
                    <a:cubicBezTo>
                      <a:pt x="0" y="2"/>
                      <a:pt x="0" y="4"/>
                      <a:pt x="1" y="7"/>
                    </a:cubicBezTo>
                    <a:cubicBezTo>
                      <a:pt x="1" y="9"/>
                      <a:pt x="2" y="13"/>
                      <a:pt x="2" y="18"/>
                    </a:cubicBezTo>
                    <a:cubicBezTo>
                      <a:pt x="26" y="18"/>
                      <a:pt x="26" y="18"/>
                      <a:pt x="26" y="18"/>
                    </a:cubicBezTo>
                    <a:cubicBezTo>
                      <a:pt x="25" y="15"/>
                      <a:pt x="24" y="14"/>
                      <a:pt x="24" y="13"/>
                    </a:cubicBezTo>
                    <a:cubicBezTo>
                      <a:pt x="22" y="13"/>
                      <a:pt x="22" y="11"/>
                      <a:pt x="22" y="11"/>
                    </a:cubicBezTo>
                    <a:cubicBezTo>
                      <a:pt x="22" y="11"/>
                      <a:pt x="25" y="7"/>
                      <a:pt x="26" y="3"/>
                    </a:cubicBezTo>
                    <a:cubicBezTo>
                      <a:pt x="26" y="2"/>
                      <a:pt x="26" y="1"/>
                      <a:pt x="26"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4" name="Freeform 543"/>
              <p:cNvSpPr>
                <a:spLocks noEditPoints="1"/>
              </p:cNvSpPr>
              <p:nvPr/>
            </p:nvSpPr>
            <p:spPr bwMode="auto">
              <a:xfrm>
                <a:off x="5488" y="1183"/>
                <a:ext cx="159" cy="36"/>
              </a:xfrm>
              <a:custGeom>
                <a:avLst/>
                <a:gdLst>
                  <a:gd name="T0" fmla="*/ 83 w 83"/>
                  <a:gd name="T1" fmla="*/ 0 h 19"/>
                  <a:gd name="T2" fmla="*/ 50 w 83"/>
                  <a:gd name="T3" fmla="*/ 0 h 19"/>
                  <a:gd name="T4" fmla="*/ 50 w 83"/>
                  <a:gd name="T5" fmla="*/ 3 h 19"/>
                  <a:gd name="T6" fmla="*/ 51 w 83"/>
                  <a:gd name="T7" fmla="*/ 19 h 19"/>
                  <a:gd name="T8" fmla="*/ 72 w 83"/>
                  <a:gd name="T9" fmla="*/ 19 h 19"/>
                  <a:gd name="T10" fmla="*/ 73 w 83"/>
                  <a:gd name="T11" fmla="*/ 15 h 19"/>
                  <a:gd name="T12" fmla="*/ 81 w 83"/>
                  <a:gd name="T13" fmla="*/ 5 h 19"/>
                  <a:gd name="T14" fmla="*/ 79 w 83"/>
                  <a:gd name="T15" fmla="*/ 4 h 19"/>
                  <a:gd name="T16" fmla="*/ 83 w 83"/>
                  <a:gd name="T17" fmla="*/ 0 h 19"/>
                  <a:gd name="T18" fmla="*/ 26 w 83"/>
                  <a:gd name="T19" fmla="*/ 0 h 19"/>
                  <a:gd name="T20" fmla="*/ 0 w 83"/>
                  <a:gd name="T21" fmla="*/ 0 h 19"/>
                  <a:gd name="T22" fmla="*/ 1 w 83"/>
                  <a:gd name="T23" fmla="*/ 6 h 19"/>
                  <a:gd name="T24" fmla="*/ 3 w 83"/>
                  <a:gd name="T25" fmla="*/ 19 h 19"/>
                  <a:gd name="T26" fmla="*/ 27 w 83"/>
                  <a:gd name="T27" fmla="*/ 19 h 19"/>
                  <a:gd name="T28" fmla="*/ 24 w 83"/>
                  <a:gd name="T29" fmla="*/ 12 h 19"/>
                  <a:gd name="T30" fmla="*/ 22 w 83"/>
                  <a:gd name="T31" fmla="*/ 10 h 19"/>
                  <a:gd name="T32" fmla="*/ 26 w 83"/>
                  <a:gd name="T33" fmla="*/ 2 h 19"/>
                  <a:gd name="T34" fmla="*/ 26 w 83"/>
                  <a:gd name="T3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3" h="19">
                    <a:moveTo>
                      <a:pt x="83" y="0"/>
                    </a:moveTo>
                    <a:cubicBezTo>
                      <a:pt x="50" y="0"/>
                      <a:pt x="50" y="0"/>
                      <a:pt x="50" y="0"/>
                    </a:cubicBezTo>
                    <a:cubicBezTo>
                      <a:pt x="50" y="1"/>
                      <a:pt x="50" y="2"/>
                      <a:pt x="50" y="3"/>
                    </a:cubicBezTo>
                    <a:cubicBezTo>
                      <a:pt x="51" y="5"/>
                      <a:pt x="51" y="11"/>
                      <a:pt x="51" y="19"/>
                    </a:cubicBezTo>
                    <a:cubicBezTo>
                      <a:pt x="72" y="19"/>
                      <a:pt x="72" y="19"/>
                      <a:pt x="72" y="19"/>
                    </a:cubicBezTo>
                    <a:cubicBezTo>
                      <a:pt x="72" y="17"/>
                      <a:pt x="73" y="16"/>
                      <a:pt x="73" y="15"/>
                    </a:cubicBezTo>
                    <a:cubicBezTo>
                      <a:pt x="74" y="12"/>
                      <a:pt x="82" y="6"/>
                      <a:pt x="81" y="5"/>
                    </a:cubicBezTo>
                    <a:cubicBezTo>
                      <a:pt x="79" y="4"/>
                      <a:pt x="79" y="4"/>
                      <a:pt x="79" y="4"/>
                    </a:cubicBezTo>
                    <a:cubicBezTo>
                      <a:pt x="79" y="4"/>
                      <a:pt x="81" y="2"/>
                      <a:pt x="83" y="0"/>
                    </a:cubicBezTo>
                    <a:close/>
                    <a:moveTo>
                      <a:pt x="26" y="0"/>
                    </a:moveTo>
                    <a:cubicBezTo>
                      <a:pt x="0" y="0"/>
                      <a:pt x="0" y="0"/>
                      <a:pt x="0" y="0"/>
                    </a:cubicBezTo>
                    <a:cubicBezTo>
                      <a:pt x="0" y="2"/>
                      <a:pt x="0" y="4"/>
                      <a:pt x="1" y="6"/>
                    </a:cubicBezTo>
                    <a:cubicBezTo>
                      <a:pt x="1" y="9"/>
                      <a:pt x="2" y="13"/>
                      <a:pt x="3" y="19"/>
                    </a:cubicBezTo>
                    <a:cubicBezTo>
                      <a:pt x="27" y="19"/>
                      <a:pt x="27" y="19"/>
                      <a:pt x="27" y="19"/>
                    </a:cubicBezTo>
                    <a:cubicBezTo>
                      <a:pt x="25" y="15"/>
                      <a:pt x="24" y="13"/>
                      <a:pt x="24" y="12"/>
                    </a:cubicBezTo>
                    <a:cubicBezTo>
                      <a:pt x="22" y="12"/>
                      <a:pt x="22" y="10"/>
                      <a:pt x="22" y="10"/>
                    </a:cubicBezTo>
                    <a:cubicBezTo>
                      <a:pt x="22" y="10"/>
                      <a:pt x="25" y="6"/>
                      <a:pt x="26" y="2"/>
                    </a:cubicBezTo>
                    <a:cubicBezTo>
                      <a:pt x="26" y="1"/>
                      <a:pt x="26" y="1"/>
                      <a:pt x="26" y="0"/>
                    </a:cubicBezTo>
                    <a:close/>
                  </a:path>
                </a:pathLst>
              </a:custGeom>
              <a:solidFill>
                <a:srgbClr val="DFDE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5" name="Freeform 544"/>
              <p:cNvSpPr>
                <a:spLocks noEditPoints="1"/>
              </p:cNvSpPr>
              <p:nvPr/>
            </p:nvSpPr>
            <p:spPr bwMode="auto">
              <a:xfrm>
                <a:off x="5488" y="1186"/>
                <a:ext cx="157" cy="35"/>
              </a:xfrm>
              <a:custGeom>
                <a:avLst/>
                <a:gdLst>
                  <a:gd name="T0" fmla="*/ 82 w 82"/>
                  <a:gd name="T1" fmla="*/ 0 h 18"/>
                  <a:gd name="T2" fmla="*/ 50 w 82"/>
                  <a:gd name="T3" fmla="*/ 0 h 18"/>
                  <a:gd name="T4" fmla="*/ 50 w 82"/>
                  <a:gd name="T5" fmla="*/ 1 h 18"/>
                  <a:gd name="T6" fmla="*/ 51 w 82"/>
                  <a:gd name="T7" fmla="*/ 18 h 18"/>
                  <a:gd name="T8" fmla="*/ 73 w 82"/>
                  <a:gd name="T9" fmla="*/ 18 h 18"/>
                  <a:gd name="T10" fmla="*/ 73 w 82"/>
                  <a:gd name="T11" fmla="*/ 13 h 18"/>
                  <a:gd name="T12" fmla="*/ 81 w 82"/>
                  <a:gd name="T13" fmla="*/ 3 h 18"/>
                  <a:gd name="T14" fmla="*/ 79 w 82"/>
                  <a:gd name="T15" fmla="*/ 2 h 18"/>
                  <a:gd name="T16" fmla="*/ 82 w 82"/>
                  <a:gd name="T17" fmla="*/ 0 h 18"/>
                  <a:gd name="T18" fmla="*/ 26 w 82"/>
                  <a:gd name="T19" fmla="*/ 0 h 18"/>
                  <a:gd name="T20" fmla="*/ 0 w 82"/>
                  <a:gd name="T21" fmla="*/ 0 h 18"/>
                  <a:gd name="T22" fmla="*/ 1 w 82"/>
                  <a:gd name="T23" fmla="*/ 4 h 18"/>
                  <a:gd name="T24" fmla="*/ 3 w 82"/>
                  <a:gd name="T25" fmla="*/ 18 h 18"/>
                  <a:gd name="T26" fmla="*/ 28 w 82"/>
                  <a:gd name="T27" fmla="*/ 18 h 18"/>
                  <a:gd name="T28" fmla="*/ 24 w 82"/>
                  <a:gd name="T29" fmla="*/ 10 h 18"/>
                  <a:gd name="T30" fmla="*/ 22 w 82"/>
                  <a:gd name="T31" fmla="*/ 8 h 18"/>
                  <a:gd name="T32" fmla="*/ 26 w 82"/>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18">
                    <a:moveTo>
                      <a:pt x="82" y="0"/>
                    </a:moveTo>
                    <a:cubicBezTo>
                      <a:pt x="50" y="0"/>
                      <a:pt x="50" y="0"/>
                      <a:pt x="50" y="0"/>
                    </a:cubicBezTo>
                    <a:cubicBezTo>
                      <a:pt x="50" y="1"/>
                      <a:pt x="50" y="1"/>
                      <a:pt x="50" y="1"/>
                    </a:cubicBezTo>
                    <a:cubicBezTo>
                      <a:pt x="51" y="4"/>
                      <a:pt x="51" y="10"/>
                      <a:pt x="51" y="18"/>
                    </a:cubicBezTo>
                    <a:cubicBezTo>
                      <a:pt x="73" y="18"/>
                      <a:pt x="73" y="18"/>
                      <a:pt x="73" y="18"/>
                    </a:cubicBezTo>
                    <a:cubicBezTo>
                      <a:pt x="72" y="15"/>
                      <a:pt x="72" y="14"/>
                      <a:pt x="73" y="13"/>
                    </a:cubicBezTo>
                    <a:cubicBezTo>
                      <a:pt x="74" y="10"/>
                      <a:pt x="82" y="4"/>
                      <a:pt x="81" y="3"/>
                    </a:cubicBezTo>
                    <a:cubicBezTo>
                      <a:pt x="79" y="2"/>
                      <a:pt x="79" y="2"/>
                      <a:pt x="79" y="2"/>
                    </a:cubicBezTo>
                    <a:cubicBezTo>
                      <a:pt x="79" y="2"/>
                      <a:pt x="80" y="1"/>
                      <a:pt x="82" y="0"/>
                    </a:cubicBezTo>
                    <a:close/>
                    <a:moveTo>
                      <a:pt x="26" y="0"/>
                    </a:moveTo>
                    <a:cubicBezTo>
                      <a:pt x="0" y="0"/>
                      <a:pt x="0" y="0"/>
                      <a:pt x="0" y="0"/>
                    </a:cubicBezTo>
                    <a:cubicBezTo>
                      <a:pt x="0" y="1"/>
                      <a:pt x="0" y="2"/>
                      <a:pt x="1" y="4"/>
                    </a:cubicBezTo>
                    <a:cubicBezTo>
                      <a:pt x="1" y="7"/>
                      <a:pt x="2" y="12"/>
                      <a:pt x="3" y="18"/>
                    </a:cubicBezTo>
                    <a:cubicBezTo>
                      <a:pt x="28" y="18"/>
                      <a:pt x="28" y="18"/>
                      <a:pt x="28" y="18"/>
                    </a:cubicBezTo>
                    <a:cubicBezTo>
                      <a:pt x="26" y="13"/>
                      <a:pt x="24" y="11"/>
                      <a:pt x="24" y="10"/>
                    </a:cubicBezTo>
                    <a:cubicBezTo>
                      <a:pt x="22" y="10"/>
                      <a:pt x="22" y="8"/>
                      <a:pt x="22" y="8"/>
                    </a:cubicBezTo>
                    <a:cubicBezTo>
                      <a:pt x="22" y="8"/>
                      <a:pt x="25" y="4"/>
                      <a:pt x="26"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6" name="Freeform 545"/>
              <p:cNvSpPr>
                <a:spLocks noEditPoints="1"/>
              </p:cNvSpPr>
              <p:nvPr/>
            </p:nvSpPr>
            <p:spPr bwMode="auto">
              <a:xfrm>
                <a:off x="5488" y="1188"/>
                <a:ext cx="157" cy="35"/>
              </a:xfrm>
              <a:custGeom>
                <a:avLst/>
                <a:gdLst>
                  <a:gd name="T0" fmla="*/ 80 w 82"/>
                  <a:gd name="T1" fmla="*/ 0 h 18"/>
                  <a:gd name="T2" fmla="*/ 50 w 82"/>
                  <a:gd name="T3" fmla="*/ 0 h 18"/>
                  <a:gd name="T4" fmla="*/ 50 w 82"/>
                  <a:gd name="T5" fmla="*/ 0 h 18"/>
                  <a:gd name="T6" fmla="*/ 51 w 82"/>
                  <a:gd name="T7" fmla="*/ 18 h 18"/>
                  <a:gd name="T8" fmla="*/ 73 w 82"/>
                  <a:gd name="T9" fmla="*/ 18 h 18"/>
                  <a:gd name="T10" fmla="*/ 73 w 82"/>
                  <a:gd name="T11" fmla="*/ 12 h 18"/>
                  <a:gd name="T12" fmla="*/ 81 w 82"/>
                  <a:gd name="T13" fmla="*/ 2 h 18"/>
                  <a:gd name="T14" fmla="*/ 79 w 82"/>
                  <a:gd name="T15" fmla="*/ 1 h 18"/>
                  <a:gd name="T16" fmla="*/ 80 w 82"/>
                  <a:gd name="T17" fmla="*/ 0 h 18"/>
                  <a:gd name="T18" fmla="*/ 26 w 82"/>
                  <a:gd name="T19" fmla="*/ 0 h 18"/>
                  <a:gd name="T20" fmla="*/ 0 w 82"/>
                  <a:gd name="T21" fmla="*/ 0 h 18"/>
                  <a:gd name="T22" fmla="*/ 1 w 82"/>
                  <a:gd name="T23" fmla="*/ 3 h 18"/>
                  <a:gd name="T24" fmla="*/ 3 w 82"/>
                  <a:gd name="T25" fmla="*/ 18 h 18"/>
                  <a:gd name="T26" fmla="*/ 28 w 82"/>
                  <a:gd name="T27" fmla="*/ 18 h 18"/>
                  <a:gd name="T28" fmla="*/ 24 w 82"/>
                  <a:gd name="T29" fmla="*/ 9 h 18"/>
                  <a:gd name="T30" fmla="*/ 22 w 82"/>
                  <a:gd name="T31" fmla="*/ 7 h 18"/>
                  <a:gd name="T32" fmla="*/ 26 w 82"/>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18">
                    <a:moveTo>
                      <a:pt x="80" y="0"/>
                    </a:moveTo>
                    <a:cubicBezTo>
                      <a:pt x="50" y="0"/>
                      <a:pt x="50" y="0"/>
                      <a:pt x="50" y="0"/>
                    </a:cubicBezTo>
                    <a:cubicBezTo>
                      <a:pt x="50" y="0"/>
                      <a:pt x="50" y="0"/>
                      <a:pt x="50" y="0"/>
                    </a:cubicBezTo>
                    <a:cubicBezTo>
                      <a:pt x="51" y="3"/>
                      <a:pt x="51" y="10"/>
                      <a:pt x="51" y="18"/>
                    </a:cubicBezTo>
                    <a:cubicBezTo>
                      <a:pt x="73" y="18"/>
                      <a:pt x="73" y="18"/>
                      <a:pt x="73" y="18"/>
                    </a:cubicBezTo>
                    <a:cubicBezTo>
                      <a:pt x="72" y="15"/>
                      <a:pt x="72" y="14"/>
                      <a:pt x="73" y="12"/>
                    </a:cubicBezTo>
                    <a:cubicBezTo>
                      <a:pt x="74" y="9"/>
                      <a:pt x="82" y="3"/>
                      <a:pt x="81" y="2"/>
                    </a:cubicBezTo>
                    <a:cubicBezTo>
                      <a:pt x="79" y="1"/>
                      <a:pt x="79" y="1"/>
                      <a:pt x="79" y="1"/>
                    </a:cubicBezTo>
                    <a:cubicBezTo>
                      <a:pt x="79" y="1"/>
                      <a:pt x="80" y="1"/>
                      <a:pt x="80" y="0"/>
                    </a:cubicBezTo>
                    <a:close/>
                    <a:moveTo>
                      <a:pt x="26" y="0"/>
                    </a:moveTo>
                    <a:cubicBezTo>
                      <a:pt x="0" y="0"/>
                      <a:pt x="0" y="0"/>
                      <a:pt x="0" y="0"/>
                    </a:cubicBezTo>
                    <a:cubicBezTo>
                      <a:pt x="0" y="1"/>
                      <a:pt x="0" y="2"/>
                      <a:pt x="1" y="3"/>
                    </a:cubicBezTo>
                    <a:cubicBezTo>
                      <a:pt x="1" y="6"/>
                      <a:pt x="2" y="11"/>
                      <a:pt x="3" y="18"/>
                    </a:cubicBezTo>
                    <a:cubicBezTo>
                      <a:pt x="28" y="18"/>
                      <a:pt x="28" y="18"/>
                      <a:pt x="28" y="18"/>
                    </a:cubicBezTo>
                    <a:cubicBezTo>
                      <a:pt x="26" y="13"/>
                      <a:pt x="24" y="10"/>
                      <a:pt x="24" y="9"/>
                    </a:cubicBezTo>
                    <a:cubicBezTo>
                      <a:pt x="22" y="9"/>
                      <a:pt x="22" y="7"/>
                      <a:pt x="22" y="7"/>
                    </a:cubicBezTo>
                    <a:cubicBezTo>
                      <a:pt x="22" y="7"/>
                      <a:pt x="25" y="4"/>
                      <a:pt x="26"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7" name="Freeform 546"/>
              <p:cNvSpPr>
                <a:spLocks noEditPoints="1"/>
              </p:cNvSpPr>
              <p:nvPr/>
            </p:nvSpPr>
            <p:spPr bwMode="auto">
              <a:xfrm>
                <a:off x="5488" y="1190"/>
                <a:ext cx="157" cy="35"/>
              </a:xfrm>
              <a:custGeom>
                <a:avLst/>
                <a:gdLst>
                  <a:gd name="T0" fmla="*/ 79 w 82"/>
                  <a:gd name="T1" fmla="*/ 0 h 18"/>
                  <a:gd name="T2" fmla="*/ 51 w 82"/>
                  <a:gd name="T3" fmla="*/ 0 h 18"/>
                  <a:gd name="T4" fmla="*/ 51 w 82"/>
                  <a:gd name="T5" fmla="*/ 18 h 18"/>
                  <a:gd name="T6" fmla="*/ 73 w 82"/>
                  <a:gd name="T7" fmla="*/ 18 h 18"/>
                  <a:gd name="T8" fmla="*/ 73 w 82"/>
                  <a:gd name="T9" fmla="*/ 11 h 18"/>
                  <a:gd name="T10" fmla="*/ 81 w 82"/>
                  <a:gd name="T11" fmla="*/ 1 h 18"/>
                  <a:gd name="T12" fmla="*/ 79 w 82"/>
                  <a:gd name="T13" fmla="*/ 0 h 18"/>
                  <a:gd name="T14" fmla="*/ 79 w 82"/>
                  <a:gd name="T15" fmla="*/ 0 h 18"/>
                  <a:gd name="T16" fmla="*/ 25 w 82"/>
                  <a:gd name="T17" fmla="*/ 0 h 18"/>
                  <a:gd name="T18" fmla="*/ 0 w 82"/>
                  <a:gd name="T19" fmla="*/ 0 h 18"/>
                  <a:gd name="T20" fmla="*/ 1 w 82"/>
                  <a:gd name="T21" fmla="*/ 2 h 18"/>
                  <a:gd name="T22" fmla="*/ 3 w 82"/>
                  <a:gd name="T23" fmla="*/ 18 h 18"/>
                  <a:gd name="T24" fmla="*/ 29 w 82"/>
                  <a:gd name="T25" fmla="*/ 18 h 18"/>
                  <a:gd name="T26" fmla="*/ 24 w 82"/>
                  <a:gd name="T27" fmla="*/ 8 h 18"/>
                  <a:gd name="T28" fmla="*/ 22 w 82"/>
                  <a:gd name="T29" fmla="*/ 6 h 18"/>
                  <a:gd name="T30" fmla="*/ 25 w 82"/>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2" h="18">
                    <a:moveTo>
                      <a:pt x="79" y="0"/>
                    </a:moveTo>
                    <a:cubicBezTo>
                      <a:pt x="51" y="0"/>
                      <a:pt x="51" y="0"/>
                      <a:pt x="51" y="0"/>
                    </a:cubicBezTo>
                    <a:cubicBezTo>
                      <a:pt x="51" y="4"/>
                      <a:pt x="51" y="11"/>
                      <a:pt x="51" y="18"/>
                    </a:cubicBezTo>
                    <a:cubicBezTo>
                      <a:pt x="73" y="18"/>
                      <a:pt x="73" y="18"/>
                      <a:pt x="73" y="18"/>
                    </a:cubicBezTo>
                    <a:cubicBezTo>
                      <a:pt x="72" y="14"/>
                      <a:pt x="72" y="13"/>
                      <a:pt x="73" y="11"/>
                    </a:cubicBezTo>
                    <a:cubicBezTo>
                      <a:pt x="74" y="8"/>
                      <a:pt x="82" y="2"/>
                      <a:pt x="81" y="1"/>
                    </a:cubicBezTo>
                    <a:cubicBezTo>
                      <a:pt x="79" y="0"/>
                      <a:pt x="79" y="0"/>
                      <a:pt x="79" y="0"/>
                    </a:cubicBezTo>
                    <a:cubicBezTo>
                      <a:pt x="79" y="0"/>
                      <a:pt x="79" y="0"/>
                      <a:pt x="79" y="0"/>
                    </a:cubicBezTo>
                    <a:close/>
                    <a:moveTo>
                      <a:pt x="25" y="0"/>
                    </a:moveTo>
                    <a:cubicBezTo>
                      <a:pt x="0" y="0"/>
                      <a:pt x="0" y="0"/>
                      <a:pt x="0" y="0"/>
                    </a:cubicBezTo>
                    <a:cubicBezTo>
                      <a:pt x="0" y="1"/>
                      <a:pt x="0" y="2"/>
                      <a:pt x="1" y="2"/>
                    </a:cubicBezTo>
                    <a:cubicBezTo>
                      <a:pt x="1" y="5"/>
                      <a:pt x="2" y="11"/>
                      <a:pt x="3" y="18"/>
                    </a:cubicBezTo>
                    <a:cubicBezTo>
                      <a:pt x="29" y="18"/>
                      <a:pt x="29" y="18"/>
                      <a:pt x="29" y="18"/>
                    </a:cubicBezTo>
                    <a:cubicBezTo>
                      <a:pt x="26" y="13"/>
                      <a:pt x="24" y="9"/>
                      <a:pt x="24" y="8"/>
                    </a:cubicBezTo>
                    <a:cubicBezTo>
                      <a:pt x="22" y="8"/>
                      <a:pt x="22" y="6"/>
                      <a:pt x="22" y="6"/>
                    </a:cubicBezTo>
                    <a:cubicBezTo>
                      <a:pt x="22" y="6"/>
                      <a:pt x="25" y="4"/>
                      <a:pt x="25"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8" name="Freeform 547"/>
              <p:cNvSpPr>
                <a:spLocks noEditPoints="1"/>
              </p:cNvSpPr>
              <p:nvPr/>
            </p:nvSpPr>
            <p:spPr bwMode="auto">
              <a:xfrm>
                <a:off x="5488" y="1192"/>
                <a:ext cx="155" cy="36"/>
              </a:xfrm>
              <a:custGeom>
                <a:avLst/>
                <a:gdLst>
                  <a:gd name="T0" fmla="*/ 81 w 81"/>
                  <a:gd name="T1" fmla="*/ 0 h 19"/>
                  <a:gd name="T2" fmla="*/ 51 w 81"/>
                  <a:gd name="T3" fmla="*/ 0 h 19"/>
                  <a:gd name="T4" fmla="*/ 51 w 81"/>
                  <a:gd name="T5" fmla="*/ 19 h 19"/>
                  <a:gd name="T6" fmla="*/ 73 w 81"/>
                  <a:gd name="T7" fmla="*/ 19 h 19"/>
                  <a:gd name="T8" fmla="*/ 73 w 81"/>
                  <a:gd name="T9" fmla="*/ 10 h 19"/>
                  <a:gd name="T10" fmla="*/ 81 w 81"/>
                  <a:gd name="T11" fmla="*/ 0 h 19"/>
                  <a:gd name="T12" fmla="*/ 25 w 81"/>
                  <a:gd name="T13" fmla="*/ 0 h 19"/>
                  <a:gd name="T14" fmla="*/ 0 w 81"/>
                  <a:gd name="T15" fmla="*/ 0 h 19"/>
                  <a:gd name="T16" fmla="*/ 1 w 81"/>
                  <a:gd name="T17" fmla="*/ 1 h 19"/>
                  <a:gd name="T18" fmla="*/ 3 w 81"/>
                  <a:gd name="T19" fmla="*/ 19 h 19"/>
                  <a:gd name="T20" fmla="*/ 29 w 81"/>
                  <a:gd name="T21" fmla="*/ 19 h 19"/>
                  <a:gd name="T22" fmla="*/ 24 w 81"/>
                  <a:gd name="T23" fmla="*/ 7 h 19"/>
                  <a:gd name="T24" fmla="*/ 22 w 81"/>
                  <a:gd name="T25" fmla="*/ 5 h 19"/>
                  <a:gd name="T26" fmla="*/ 25 w 81"/>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19">
                    <a:moveTo>
                      <a:pt x="81" y="0"/>
                    </a:moveTo>
                    <a:cubicBezTo>
                      <a:pt x="51" y="0"/>
                      <a:pt x="51" y="0"/>
                      <a:pt x="51" y="0"/>
                    </a:cubicBezTo>
                    <a:cubicBezTo>
                      <a:pt x="51" y="4"/>
                      <a:pt x="51" y="11"/>
                      <a:pt x="51" y="19"/>
                    </a:cubicBezTo>
                    <a:cubicBezTo>
                      <a:pt x="73" y="19"/>
                      <a:pt x="73" y="19"/>
                      <a:pt x="73" y="19"/>
                    </a:cubicBezTo>
                    <a:cubicBezTo>
                      <a:pt x="72" y="13"/>
                      <a:pt x="72" y="12"/>
                      <a:pt x="73" y="10"/>
                    </a:cubicBezTo>
                    <a:cubicBezTo>
                      <a:pt x="74" y="7"/>
                      <a:pt x="81" y="2"/>
                      <a:pt x="81" y="0"/>
                    </a:cubicBezTo>
                    <a:close/>
                    <a:moveTo>
                      <a:pt x="25" y="0"/>
                    </a:moveTo>
                    <a:cubicBezTo>
                      <a:pt x="0" y="0"/>
                      <a:pt x="0" y="0"/>
                      <a:pt x="0" y="0"/>
                    </a:cubicBezTo>
                    <a:cubicBezTo>
                      <a:pt x="1" y="1"/>
                      <a:pt x="1" y="1"/>
                      <a:pt x="1" y="1"/>
                    </a:cubicBezTo>
                    <a:cubicBezTo>
                      <a:pt x="1" y="4"/>
                      <a:pt x="2" y="11"/>
                      <a:pt x="3" y="19"/>
                    </a:cubicBezTo>
                    <a:cubicBezTo>
                      <a:pt x="29" y="19"/>
                      <a:pt x="29" y="19"/>
                      <a:pt x="29" y="19"/>
                    </a:cubicBezTo>
                    <a:cubicBezTo>
                      <a:pt x="27" y="12"/>
                      <a:pt x="24" y="8"/>
                      <a:pt x="24" y="7"/>
                    </a:cubicBezTo>
                    <a:cubicBezTo>
                      <a:pt x="22" y="7"/>
                      <a:pt x="22" y="5"/>
                      <a:pt x="22" y="5"/>
                    </a:cubicBezTo>
                    <a:cubicBezTo>
                      <a:pt x="22" y="5"/>
                      <a:pt x="24" y="3"/>
                      <a:pt x="25" y="0"/>
                    </a:cubicBezTo>
                    <a:close/>
                  </a:path>
                </a:pathLst>
              </a:custGeom>
              <a:solidFill>
                <a:srgbClr val="E3E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19" name="Freeform 548"/>
              <p:cNvSpPr>
                <a:spLocks noEditPoints="1"/>
              </p:cNvSpPr>
              <p:nvPr/>
            </p:nvSpPr>
            <p:spPr bwMode="auto">
              <a:xfrm>
                <a:off x="5490" y="1196"/>
                <a:ext cx="151" cy="34"/>
              </a:xfrm>
              <a:custGeom>
                <a:avLst/>
                <a:gdLst>
                  <a:gd name="T0" fmla="*/ 79 w 79"/>
                  <a:gd name="T1" fmla="*/ 0 h 18"/>
                  <a:gd name="T2" fmla="*/ 50 w 79"/>
                  <a:gd name="T3" fmla="*/ 0 h 18"/>
                  <a:gd name="T4" fmla="*/ 50 w 79"/>
                  <a:gd name="T5" fmla="*/ 18 h 18"/>
                  <a:gd name="T6" fmla="*/ 72 w 79"/>
                  <a:gd name="T7" fmla="*/ 18 h 18"/>
                  <a:gd name="T8" fmla="*/ 72 w 79"/>
                  <a:gd name="T9" fmla="*/ 18 h 18"/>
                  <a:gd name="T10" fmla="*/ 72 w 79"/>
                  <a:gd name="T11" fmla="*/ 8 h 18"/>
                  <a:gd name="T12" fmla="*/ 79 w 79"/>
                  <a:gd name="T13" fmla="*/ 0 h 18"/>
                  <a:gd name="T14" fmla="*/ 24 w 79"/>
                  <a:gd name="T15" fmla="*/ 0 h 18"/>
                  <a:gd name="T16" fmla="*/ 0 w 79"/>
                  <a:gd name="T17" fmla="*/ 0 h 18"/>
                  <a:gd name="T18" fmla="*/ 2 w 79"/>
                  <a:gd name="T19" fmla="*/ 18 h 18"/>
                  <a:gd name="T20" fmla="*/ 29 w 79"/>
                  <a:gd name="T21" fmla="*/ 18 h 18"/>
                  <a:gd name="T22" fmla="*/ 23 w 79"/>
                  <a:gd name="T23" fmla="*/ 5 h 18"/>
                  <a:gd name="T24" fmla="*/ 21 w 79"/>
                  <a:gd name="T25" fmla="*/ 3 h 18"/>
                  <a:gd name="T26" fmla="*/ 24 w 7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8">
                    <a:moveTo>
                      <a:pt x="79" y="0"/>
                    </a:moveTo>
                    <a:cubicBezTo>
                      <a:pt x="50" y="0"/>
                      <a:pt x="50" y="0"/>
                      <a:pt x="50" y="0"/>
                    </a:cubicBezTo>
                    <a:cubicBezTo>
                      <a:pt x="50" y="4"/>
                      <a:pt x="50" y="11"/>
                      <a:pt x="50" y="18"/>
                    </a:cubicBezTo>
                    <a:cubicBezTo>
                      <a:pt x="72" y="18"/>
                      <a:pt x="72" y="18"/>
                      <a:pt x="72" y="18"/>
                    </a:cubicBezTo>
                    <a:cubicBezTo>
                      <a:pt x="72" y="18"/>
                      <a:pt x="72" y="18"/>
                      <a:pt x="72" y="18"/>
                    </a:cubicBezTo>
                    <a:cubicBezTo>
                      <a:pt x="71" y="11"/>
                      <a:pt x="71" y="10"/>
                      <a:pt x="72" y="8"/>
                    </a:cubicBezTo>
                    <a:cubicBezTo>
                      <a:pt x="73" y="6"/>
                      <a:pt x="77" y="2"/>
                      <a:pt x="79" y="0"/>
                    </a:cubicBezTo>
                    <a:close/>
                    <a:moveTo>
                      <a:pt x="24" y="0"/>
                    </a:moveTo>
                    <a:cubicBezTo>
                      <a:pt x="0" y="0"/>
                      <a:pt x="0" y="0"/>
                      <a:pt x="0" y="0"/>
                    </a:cubicBezTo>
                    <a:cubicBezTo>
                      <a:pt x="0" y="3"/>
                      <a:pt x="1" y="10"/>
                      <a:pt x="2" y="18"/>
                    </a:cubicBezTo>
                    <a:cubicBezTo>
                      <a:pt x="29" y="18"/>
                      <a:pt x="29" y="18"/>
                      <a:pt x="29" y="18"/>
                    </a:cubicBezTo>
                    <a:cubicBezTo>
                      <a:pt x="26" y="11"/>
                      <a:pt x="23" y="6"/>
                      <a:pt x="23" y="5"/>
                    </a:cubicBezTo>
                    <a:cubicBezTo>
                      <a:pt x="21" y="5"/>
                      <a:pt x="21" y="3"/>
                      <a:pt x="21" y="3"/>
                    </a:cubicBezTo>
                    <a:cubicBezTo>
                      <a:pt x="21" y="3"/>
                      <a:pt x="23" y="2"/>
                      <a:pt x="24" y="0"/>
                    </a:cubicBezTo>
                    <a:close/>
                  </a:path>
                </a:pathLst>
              </a:custGeom>
              <a:solidFill>
                <a:srgbClr val="E4E2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0" name="Freeform 549"/>
              <p:cNvSpPr>
                <a:spLocks noEditPoints="1"/>
              </p:cNvSpPr>
              <p:nvPr/>
            </p:nvSpPr>
            <p:spPr bwMode="auto">
              <a:xfrm>
                <a:off x="5490" y="1198"/>
                <a:ext cx="149" cy="34"/>
              </a:xfrm>
              <a:custGeom>
                <a:avLst/>
                <a:gdLst>
                  <a:gd name="T0" fmla="*/ 78 w 78"/>
                  <a:gd name="T1" fmla="*/ 0 h 18"/>
                  <a:gd name="T2" fmla="*/ 50 w 78"/>
                  <a:gd name="T3" fmla="*/ 0 h 18"/>
                  <a:gd name="T4" fmla="*/ 50 w 78"/>
                  <a:gd name="T5" fmla="*/ 18 h 18"/>
                  <a:gd name="T6" fmla="*/ 72 w 78"/>
                  <a:gd name="T7" fmla="*/ 18 h 18"/>
                  <a:gd name="T8" fmla="*/ 72 w 78"/>
                  <a:gd name="T9" fmla="*/ 17 h 18"/>
                  <a:gd name="T10" fmla="*/ 72 w 78"/>
                  <a:gd name="T11" fmla="*/ 7 h 18"/>
                  <a:gd name="T12" fmla="*/ 78 w 78"/>
                  <a:gd name="T13" fmla="*/ 0 h 18"/>
                  <a:gd name="T14" fmla="*/ 23 w 78"/>
                  <a:gd name="T15" fmla="*/ 0 h 18"/>
                  <a:gd name="T16" fmla="*/ 0 w 78"/>
                  <a:gd name="T17" fmla="*/ 0 h 18"/>
                  <a:gd name="T18" fmla="*/ 3 w 78"/>
                  <a:gd name="T19" fmla="*/ 18 h 18"/>
                  <a:gd name="T20" fmla="*/ 29 w 78"/>
                  <a:gd name="T21" fmla="*/ 18 h 18"/>
                  <a:gd name="T22" fmla="*/ 23 w 78"/>
                  <a:gd name="T23" fmla="*/ 4 h 18"/>
                  <a:gd name="T24" fmla="*/ 21 w 78"/>
                  <a:gd name="T25" fmla="*/ 2 h 18"/>
                  <a:gd name="T26" fmla="*/ 23 w 7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8" h="18">
                    <a:moveTo>
                      <a:pt x="78" y="0"/>
                    </a:moveTo>
                    <a:cubicBezTo>
                      <a:pt x="50" y="0"/>
                      <a:pt x="50" y="0"/>
                      <a:pt x="50" y="0"/>
                    </a:cubicBezTo>
                    <a:cubicBezTo>
                      <a:pt x="50" y="5"/>
                      <a:pt x="50" y="11"/>
                      <a:pt x="50" y="18"/>
                    </a:cubicBezTo>
                    <a:cubicBezTo>
                      <a:pt x="72" y="18"/>
                      <a:pt x="72" y="18"/>
                      <a:pt x="72" y="18"/>
                    </a:cubicBezTo>
                    <a:cubicBezTo>
                      <a:pt x="72" y="17"/>
                      <a:pt x="72" y="17"/>
                      <a:pt x="72" y="17"/>
                    </a:cubicBezTo>
                    <a:cubicBezTo>
                      <a:pt x="71" y="10"/>
                      <a:pt x="71" y="9"/>
                      <a:pt x="72" y="7"/>
                    </a:cubicBezTo>
                    <a:cubicBezTo>
                      <a:pt x="73" y="5"/>
                      <a:pt x="76" y="2"/>
                      <a:pt x="78" y="0"/>
                    </a:cubicBezTo>
                    <a:close/>
                    <a:moveTo>
                      <a:pt x="23" y="0"/>
                    </a:moveTo>
                    <a:cubicBezTo>
                      <a:pt x="0" y="0"/>
                      <a:pt x="0" y="0"/>
                      <a:pt x="0" y="0"/>
                    </a:cubicBezTo>
                    <a:cubicBezTo>
                      <a:pt x="0" y="4"/>
                      <a:pt x="1" y="10"/>
                      <a:pt x="3" y="18"/>
                    </a:cubicBezTo>
                    <a:cubicBezTo>
                      <a:pt x="29" y="18"/>
                      <a:pt x="29" y="18"/>
                      <a:pt x="29" y="18"/>
                    </a:cubicBezTo>
                    <a:cubicBezTo>
                      <a:pt x="26" y="10"/>
                      <a:pt x="23" y="5"/>
                      <a:pt x="23" y="4"/>
                    </a:cubicBezTo>
                    <a:cubicBezTo>
                      <a:pt x="21" y="4"/>
                      <a:pt x="21" y="2"/>
                      <a:pt x="21" y="2"/>
                    </a:cubicBezTo>
                    <a:cubicBezTo>
                      <a:pt x="21" y="2"/>
                      <a:pt x="22" y="1"/>
                      <a:pt x="23" y="0"/>
                    </a:cubicBezTo>
                    <a:close/>
                  </a:path>
                </a:pathLst>
              </a:custGeom>
              <a:solidFill>
                <a:srgbClr val="E4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1" name="Freeform 550"/>
              <p:cNvSpPr>
                <a:spLocks noEditPoints="1"/>
              </p:cNvSpPr>
              <p:nvPr/>
            </p:nvSpPr>
            <p:spPr bwMode="auto">
              <a:xfrm>
                <a:off x="5490" y="1200"/>
                <a:ext cx="148" cy="36"/>
              </a:xfrm>
              <a:custGeom>
                <a:avLst/>
                <a:gdLst>
                  <a:gd name="T0" fmla="*/ 77 w 77"/>
                  <a:gd name="T1" fmla="*/ 0 h 19"/>
                  <a:gd name="T2" fmla="*/ 50 w 77"/>
                  <a:gd name="T3" fmla="*/ 0 h 19"/>
                  <a:gd name="T4" fmla="*/ 50 w 77"/>
                  <a:gd name="T5" fmla="*/ 19 h 19"/>
                  <a:gd name="T6" fmla="*/ 72 w 77"/>
                  <a:gd name="T7" fmla="*/ 19 h 19"/>
                  <a:gd name="T8" fmla="*/ 72 w 77"/>
                  <a:gd name="T9" fmla="*/ 16 h 19"/>
                  <a:gd name="T10" fmla="*/ 72 w 77"/>
                  <a:gd name="T11" fmla="*/ 6 h 19"/>
                  <a:gd name="T12" fmla="*/ 77 w 77"/>
                  <a:gd name="T13" fmla="*/ 0 h 19"/>
                  <a:gd name="T14" fmla="*/ 22 w 77"/>
                  <a:gd name="T15" fmla="*/ 0 h 19"/>
                  <a:gd name="T16" fmla="*/ 0 w 77"/>
                  <a:gd name="T17" fmla="*/ 0 h 19"/>
                  <a:gd name="T18" fmla="*/ 3 w 77"/>
                  <a:gd name="T19" fmla="*/ 19 h 19"/>
                  <a:gd name="T20" fmla="*/ 30 w 77"/>
                  <a:gd name="T21" fmla="*/ 19 h 19"/>
                  <a:gd name="T22" fmla="*/ 23 w 77"/>
                  <a:gd name="T23" fmla="*/ 3 h 19"/>
                  <a:gd name="T24" fmla="*/ 21 w 77"/>
                  <a:gd name="T25" fmla="*/ 1 h 19"/>
                  <a:gd name="T26" fmla="*/ 22 w 77"/>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9">
                    <a:moveTo>
                      <a:pt x="77" y="0"/>
                    </a:moveTo>
                    <a:cubicBezTo>
                      <a:pt x="50" y="0"/>
                      <a:pt x="50" y="0"/>
                      <a:pt x="50" y="0"/>
                    </a:cubicBezTo>
                    <a:cubicBezTo>
                      <a:pt x="50" y="5"/>
                      <a:pt x="50" y="12"/>
                      <a:pt x="50" y="19"/>
                    </a:cubicBezTo>
                    <a:cubicBezTo>
                      <a:pt x="72" y="19"/>
                      <a:pt x="72" y="19"/>
                      <a:pt x="72" y="19"/>
                    </a:cubicBezTo>
                    <a:cubicBezTo>
                      <a:pt x="72" y="17"/>
                      <a:pt x="72" y="16"/>
                      <a:pt x="72" y="16"/>
                    </a:cubicBezTo>
                    <a:cubicBezTo>
                      <a:pt x="71" y="9"/>
                      <a:pt x="71" y="8"/>
                      <a:pt x="72" y="6"/>
                    </a:cubicBezTo>
                    <a:cubicBezTo>
                      <a:pt x="73" y="4"/>
                      <a:pt x="75" y="2"/>
                      <a:pt x="77" y="0"/>
                    </a:cubicBezTo>
                    <a:close/>
                    <a:moveTo>
                      <a:pt x="22" y="0"/>
                    </a:moveTo>
                    <a:cubicBezTo>
                      <a:pt x="0" y="0"/>
                      <a:pt x="0" y="0"/>
                      <a:pt x="0" y="0"/>
                    </a:cubicBezTo>
                    <a:cubicBezTo>
                      <a:pt x="1" y="4"/>
                      <a:pt x="2" y="11"/>
                      <a:pt x="3" y="19"/>
                    </a:cubicBezTo>
                    <a:cubicBezTo>
                      <a:pt x="30" y="19"/>
                      <a:pt x="30" y="19"/>
                      <a:pt x="30" y="19"/>
                    </a:cubicBezTo>
                    <a:cubicBezTo>
                      <a:pt x="26" y="10"/>
                      <a:pt x="23" y="4"/>
                      <a:pt x="23" y="3"/>
                    </a:cubicBezTo>
                    <a:cubicBezTo>
                      <a:pt x="21" y="3"/>
                      <a:pt x="21" y="1"/>
                      <a:pt x="21" y="1"/>
                    </a:cubicBezTo>
                    <a:cubicBezTo>
                      <a:pt x="21" y="1"/>
                      <a:pt x="22" y="1"/>
                      <a:pt x="22"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2" name="Freeform 551"/>
              <p:cNvSpPr>
                <a:spLocks noEditPoints="1"/>
              </p:cNvSpPr>
              <p:nvPr/>
            </p:nvSpPr>
            <p:spPr bwMode="auto">
              <a:xfrm>
                <a:off x="5490" y="1204"/>
                <a:ext cx="144" cy="34"/>
              </a:xfrm>
              <a:custGeom>
                <a:avLst/>
                <a:gdLst>
                  <a:gd name="T0" fmla="*/ 75 w 75"/>
                  <a:gd name="T1" fmla="*/ 0 h 18"/>
                  <a:gd name="T2" fmla="*/ 50 w 75"/>
                  <a:gd name="T3" fmla="*/ 0 h 18"/>
                  <a:gd name="T4" fmla="*/ 50 w 75"/>
                  <a:gd name="T5" fmla="*/ 18 h 18"/>
                  <a:gd name="T6" fmla="*/ 73 w 75"/>
                  <a:gd name="T7" fmla="*/ 18 h 18"/>
                  <a:gd name="T8" fmla="*/ 72 w 75"/>
                  <a:gd name="T9" fmla="*/ 14 h 18"/>
                  <a:gd name="T10" fmla="*/ 72 w 75"/>
                  <a:gd name="T11" fmla="*/ 4 h 18"/>
                  <a:gd name="T12" fmla="*/ 75 w 75"/>
                  <a:gd name="T13" fmla="*/ 0 h 18"/>
                  <a:gd name="T14" fmla="*/ 21 w 75"/>
                  <a:gd name="T15" fmla="*/ 0 h 18"/>
                  <a:gd name="T16" fmla="*/ 0 w 75"/>
                  <a:gd name="T17" fmla="*/ 0 h 18"/>
                  <a:gd name="T18" fmla="*/ 3 w 75"/>
                  <a:gd name="T19" fmla="*/ 18 h 18"/>
                  <a:gd name="T20" fmla="*/ 30 w 75"/>
                  <a:gd name="T21" fmla="*/ 18 h 18"/>
                  <a:gd name="T22" fmla="*/ 23 w 75"/>
                  <a:gd name="T23" fmla="*/ 1 h 18"/>
                  <a:gd name="T24" fmla="*/ 21 w 75"/>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18">
                    <a:moveTo>
                      <a:pt x="75" y="0"/>
                    </a:moveTo>
                    <a:cubicBezTo>
                      <a:pt x="50" y="0"/>
                      <a:pt x="50" y="0"/>
                      <a:pt x="50" y="0"/>
                    </a:cubicBezTo>
                    <a:cubicBezTo>
                      <a:pt x="50" y="4"/>
                      <a:pt x="50" y="11"/>
                      <a:pt x="50" y="18"/>
                    </a:cubicBezTo>
                    <a:cubicBezTo>
                      <a:pt x="73" y="18"/>
                      <a:pt x="73" y="18"/>
                      <a:pt x="73" y="18"/>
                    </a:cubicBezTo>
                    <a:cubicBezTo>
                      <a:pt x="72" y="16"/>
                      <a:pt x="72" y="15"/>
                      <a:pt x="72" y="14"/>
                    </a:cubicBezTo>
                    <a:cubicBezTo>
                      <a:pt x="71" y="7"/>
                      <a:pt x="71" y="6"/>
                      <a:pt x="72" y="4"/>
                    </a:cubicBezTo>
                    <a:cubicBezTo>
                      <a:pt x="73" y="2"/>
                      <a:pt x="74" y="1"/>
                      <a:pt x="75" y="0"/>
                    </a:cubicBezTo>
                    <a:close/>
                    <a:moveTo>
                      <a:pt x="21" y="0"/>
                    </a:moveTo>
                    <a:cubicBezTo>
                      <a:pt x="0" y="0"/>
                      <a:pt x="0" y="0"/>
                      <a:pt x="0" y="0"/>
                    </a:cubicBezTo>
                    <a:cubicBezTo>
                      <a:pt x="1" y="4"/>
                      <a:pt x="2" y="10"/>
                      <a:pt x="3" y="18"/>
                    </a:cubicBezTo>
                    <a:cubicBezTo>
                      <a:pt x="30" y="18"/>
                      <a:pt x="30" y="18"/>
                      <a:pt x="30" y="18"/>
                    </a:cubicBezTo>
                    <a:cubicBezTo>
                      <a:pt x="27" y="8"/>
                      <a:pt x="23" y="2"/>
                      <a:pt x="23" y="1"/>
                    </a:cubicBezTo>
                    <a:cubicBezTo>
                      <a:pt x="21" y="1"/>
                      <a:pt x="21" y="0"/>
                      <a:pt x="21"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3" name="Freeform 552"/>
              <p:cNvSpPr>
                <a:spLocks noEditPoints="1"/>
              </p:cNvSpPr>
              <p:nvPr/>
            </p:nvSpPr>
            <p:spPr bwMode="auto">
              <a:xfrm>
                <a:off x="5490" y="1206"/>
                <a:ext cx="142" cy="34"/>
              </a:xfrm>
              <a:custGeom>
                <a:avLst/>
                <a:gdLst>
                  <a:gd name="T0" fmla="*/ 74 w 74"/>
                  <a:gd name="T1" fmla="*/ 0 h 18"/>
                  <a:gd name="T2" fmla="*/ 50 w 74"/>
                  <a:gd name="T3" fmla="*/ 0 h 18"/>
                  <a:gd name="T4" fmla="*/ 50 w 74"/>
                  <a:gd name="T5" fmla="*/ 18 h 18"/>
                  <a:gd name="T6" fmla="*/ 73 w 74"/>
                  <a:gd name="T7" fmla="*/ 18 h 18"/>
                  <a:gd name="T8" fmla="*/ 72 w 74"/>
                  <a:gd name="T9" fmla="*/ 13 h 18"/>
                  <a:gd name="T10" fmla="*/ 72 w 74"/>
                  <a:gd name="T11" fmla="*/ 3 h 18"/>
                  <a:gd name="T12" fmla="*/ 74 w 74"/>
                  <a:gd name="T13" fmla="*/ 0 h 18"/>
                  <a:gd name="T14" fmla="*/ 22 w 74"/>
                  <a:gd name="T15" fmla="*/ 0 h 18"/>
                  <a:gd name="T16" fmla="*/ 0 w 74"/>
                  <a:gd name="T17" fmla="*/ 0 h 18"/>
                  <a:gd name="T18" fmla="*/ 3 w 74"/>
                  <a:gd name="T19" fmla="*/ 18 h 18"/>
                  <a:gd name="T20" fmla="*/ 31 w 74"/>
                  <a:gd name="T21" fmla="*/ 18 h 18"/>
                  <a:gd name="T22" fmla="*/ 23 w 74"/>
                  <a:gd name="T23" fmla="*/ 0 h 18"/>
                  <a:gd name="T24" fmla="*/ 22 w 74"/>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4" h="18">
                    <a:moveTo>
                      <a:pt x="74" y="0"/>
                    </a:moveTo>
                    <a:cubicBezTo>
                      <a:pt x="50" y="0"/>
                      <a:pt x="50" y="0"/>
                      <a:pt x="50" y="0"/>
                    </a:cubicBezTo>
                    <a:cubicBezTo>
                      <a:pt x="50" y="5"/>
                      <a:pt x="50" y="11"/>
                      <a:pt x="50" y="18"/>
                    </a:cubicBezTo>
                    <a:cubicBezTo>
                      <a:pt x="73" y="18"/>
                      <a:pt x="73" y="18"/>
                      <a:pt x="73" y="18"/>
                    </a:cubicBezTo>
                    <a:cubicBezTo>
                      <a:pt x="73" y="16"/>
                      <a:pt x="72" y="14"/>
                      <a:pt x="72" y="13"/>
                    </a:cubicBezTo>
                    <a:cubicBezTo>
                      <a:pt x="71" y="6"/>
                      <a:pt x="71" y="5"/>
                      <a:pt x="72" y="3"/>
                    </a:cubicBezTo>
                    <a:cubicBezTo>
                      <a:pt x="72" y="2"/>
                      <a:pt x="73" y="1"/>
                      <a:pt x="74" y="0"/>
                    </a:cubicBezTo>
                    <a:close/>
                    <a:moveTo>
                      <a:pt x="22" y="0"/>
                    </a:moveTo>
                    <a:cubicBezTo>
                      <a:pt x="0" y="0"/>
                      <a:pt x="0" y="0"/>
                      <a:pt x="0" y="0"/>
                    </a:cubicBezTo>
                    <a:cubicBezTo>
                      <a:pt x="1" y="4"/>
                      <a:pt x="2" y="11"/>
                      <a:pt x="3" y="18"/>
                    </a:cubicBezTo>
                    <a:cubicBezTo>
                      <a:pt x="31" y="18"/>
                      <a:pt x="31" y="18"/>
                      <a:pt x="31" y="18"/>
                    </a:cubicBezTo>
                    <a:cubicBezTo>
                      <a:pt x="27" y="8"/>
                      <a:pt x="24" y="1"/>
                      <a:pt x="23" y="0"/>
                    </a:cubicBezTo>
                    <a:cubicBezTo>
                      <a:pt x="22" y="0"/>
                      <a:pt x="22" y="0"/>
                      <a:pt x="22"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4" name="Freeform 553"/>
              <p:cNvSpPr>
                <a:spLocks noEditPoints="1"/>
              </p:cNvSpPr>
              <p:nvPr/>
            </p:nvSpPr>
            <p:spPr bwMode="auto">
              <a:xfrm>
                <a:off x="5492" y="1207"/>
                <a:ext cx="138" cy="35"/>
              </a:xfrm>
              <a:custGeom>
                <a:avLst/>
                <a:gdLst>
                  <a:gd name="T0" fmla="*/ 72 w 72"/>
                  <a:gd name="T1" fmla="*/ 0 h 18"/>
                  <a:gd name="T2" fmla="*/ 49 w 72"/>
                  <a:gd name="T3" fmla="*/ 0 h 18"/>
                  <a:gd name="T4" fmla="*/ 49 w 72"/>
                  <a:gd name="T5" fmla="*/ 18 h 18"/>
                  <a:gd name="T6" fmla="*/ 72 w 72"/>
                  <a:gd name="T7" fmla="*/ 18 h 18"/>
                  <a:gd name="T8" fmla="*/ 71 w 72"/>
                  <a:gd name="T9" fmla="*/ 12 h 18"/>
                  <a:gd name="T10" fmla="*/ 71 w 72"/>
                  <a:gd name="T11" fmla="*/ 2 h 18"/>
                  <a:gd name="T12" fmla="*/ 72 w 72"/>
                  <a:gd name="T13" fmla="*/ 0 h 18"/>
                  <a:gd name="T14" fmla="*/ 22 w 72"/>
                  <a:gd name="T15" fmla="*/ 0 h 18"/>
                  <a:gd name="T16" fmla="*/ 0 w 72"/>
                  <a:gd name="T17" fmla="*/ 0 h 18"/>
                  <a:gd name="T18" fmla="*/ 2 w 72"/>
                  <a:gd name="T19" fmla="*/ 18 h 18"/>
                  <a:gd name="T20" fmla="*/ 30 w 72"/>
                  <a:gd name="T21" fmla="*/ 18 h 18"/>
                  <a:gd name="T22" fmla="*/ 22 w 72"/>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18">
                    <a:moveTo>
                      <a:pt x="72" y="0"/>
                    </a:moveTo>
                    <a:cubicBezTo>
                      <a:pt x="49" y="0"/>
                      <a:pt x="49" y="0"/>
                      <a:pt x="49" y="0"/>
                    </a:cubicBezTo>
                    <a:cubicBezTo>
                      <a:pt x="49" y="5"/>
                      <a:pt x="49" y="12"/>
                      <a:pt x="49" y="18"/>
                    </a:cubicBezTo>
                    <a:cubicBezTo>
                      <a:pt x="72" y="18"/>
                      <a:pt x="72" y="18"/>
                      <a:pt x="72" y="18"/>
                    </a:cubicBezTo>
                    <a:cubicBezTo>
                      <a:pt x="72" y="16"/>
                      <a:pt x="71" y="13"/>
                      <a:pt x="71" y="12"/>
                    </a:cubicBezTo>
                    <a:cubicBezTo>
                      <a:pt x="70" y="5"/>
                      <a:pt x="70" y="4"/>
                      <a:pt x="71" y="2"/>
                    </a:cubicBezTo>
                    <a:cubicBezTo>
                      <a:pt x="71" y="1"/>
                      <a:pt x="72" y="1"/>
                      <a:pt x="72" y="0"/>
                    </a:cubicBezTo>
                    <a:close/>
                    <a:moveTo>
                      <a:pt x="22" y="0"/>
                    </a:moveTo>
                    <a:cubicBezTo>
                      <a:pt x="0" y="0"/>
                      <a:pt x="0" y="0"/>
                      <a:pt x="0" y="0"/>
                    </a:cubicBezTo>
                    <a:cubicBezTo>
                      <a:pt x="0" y="5"/>
                      <a:pt x="1" y="11"/>
                      <a:pt x="2" y="18"/>
                    </a:cubicBezTo>
                    <a:cubicBezTo>
                      <a:pt x="30" y="18"/>
                      <a:pt x="30" y="18"/>
                      <a:pt x="30" y="18"/>
                    </a:cubicBezTo>
                    <a:cubicBezTo>
                      <a:pt x="27" y="9"/>
                      <a:pt x="24" y="2"/>
                      <a:pt x="22"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5" name="Freeform 554"/>
              <p:cNvSpPr>
                <a:spLocks noEditPoints="1"/>
              </p:cNvSpPr>
              <p:nvPr/>
            </p:nvSpPr>
            <p:spPr bwMode="auto">
              <a:xfrm>
                <a:off x="5492" y="1209"/>
                <a:ext cx="138" cy="37"/>
              </a:xfrm>
              <a:custGeom>
                <a:avLst/>
                <a:gdLst>
                  <a:gd name="T0" fmla="*/ 71 w 72"/>
                  <a:gd name="T1" fmla="*/ 0 h 19"/>
                  <a:gd name="T2" fmla="*/ 49 w 72"/>
                  <a:gd name="T3" fmla="*/ 0 h 19"/>
                  <a:gd name="T4" fmla="*/ 49 w 72"/>
                  <a:gd name="T5" fmla="*/ 19 h 19"/>
                  <a:gd name="T6" fmla="*/ 72 w 72"/>
                  <a:gd name="T7" fmla="*/ 19 h 19"/>
                  <a:gd name="T8" fmla="*/ 71 w 72"/>
                  <a:gd name="T9" fmla="*/ 11 h 19"/>
                  <a:gd name="T10" fmla="*/ 71 w 72"/>
                  <a:gd name="T11" fmla="*/ 1 h 19"/>
                  <a:gd name="T12" fmla="*/ 71 w 72"/>
                  <a:gd name="T13" fmla="*/ 0 h 19"/>
                  <a:gd name="T14" fmla="*/ 23 w 72"/>
                  <a:gd name="T15" fmla="*/ 0 h 19"/>
                  <a:gd name="T16" fmla="*/ 0 w 72"/>
                  <a:gd name="T17" fmla="*/ 0 h 19"/>
                  <a:gd name="T18" fmla="*/ 3 w 72"/>
                  <a:gd name="T19" fmla="*/ 19 h 19"/>
                  <a:gd name="T20" fmla="*/ 31 w 72"/>
                  <a:gd name="T21" fmla="*/ 19 h 19"/>
                  <a:gd name="T22" fmla="*/ 23 w 72"/>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19">
                    <a:moveTo>
                      <a:pt x="71" y="0"/>
                    </a:moveTo>
                    <a:cubicBezTo>
                      <a:pt x="49" y="0"/>
                      <a:pt x="49" y="0"/>
                      <a:pt x="49" y="0"/>
                    </a:cubicBezTo>
                    <a:cubicBezTo>
                      <a:pt x="49" y="6"/>
                      <a:pt x="49" y="12"/>
                      <a:pt x="49" y="19"/>
                    </a:cubicBezTo>
                    <a:cubicBezTo>
                      <a:pt x="72" y="19"/>
                      <a:pt x="72" y="19"/>
                      <a:pt x="72" y="19"/>
                    </a:cubicBezTo>
                    <a:cubicBezTo>
                      <a:pt x="72" y="15"/>
                      <a:pt x="71" y="12"/>
                      <a:pt x="71" y="11"/>
                    </a:cubicBezTo>
                    <a:cubicBezTo>
                      <a:pt x="70" y="4"/>
                      <a:pt x="70" y="3"/>
                      <a:pt x="71" y="1"/>
                    </a:cubicBezTo>
                    <a:cubicBezTo>
                      <a:pt x="71" y="0"/>
                      <a:pt x="71" y="0"/>
                      <a:pt x="71" y="0"/>
                    </a:cubicBezTo>
                    <a:close/>
                    <a:moveTo>
                      <a:pt x="23" y="0"/>
                    </a:moveTo>
                    <a:cubicBezTo>
                      <a:pt x="0" y="0"/>
                      <a:pt x="0" y="0"/>
                      <a:pt x="0" y="0"/>
                    </a:cubicBezTo>
                    <a:cubicBezTo>
                      <a:pt x="1" y="5"/>
                      <a:pt x="2" y="12"/>
                      <a:pt x="3" y="19"/>
                    </a:cubicBezTo>
                    <a:cubicBezTo>
                      <a:pt x="31" y="19"/>
                      <a:pt x="31" y="19"/>
                      <a:pt x="31" y="19"/>
                    </a:cubicBezTo>
                    <a:cubicBezTo>
                      <a:pt x="28" y="10"/>
                      <a:pt x="25" y="3"/>
                      <a:pt x="23" y="0"/>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6" name="Freeform 555"/>
              <p:cNvSpPr>
                <a:spLocks noEditPoints="1"/>
              </p:cNvSpPr>
              <p:nvPr/>
            </p:nvSpPr>
            <p:spPr bwMode="auto">
              <a:xfrm>
                <a:off x="5492" y="1213"/>
                <a:ext cx="138" cy="35"/>
              </a:xfrm>
              <a:custGeom>
                <a:avLst/>
                <a:gdLst>
                  <a:gd name="T0" fmla="*/ 71 w 72"/>
                  <a:gd name="T1" fmla="*/ 0 h 18"/>
                  <a:gd name="T2" fmla="*/ 49 w 72"/>
                  <a:gd name="T3" fmla="*/ 0 h 18"/>
                  <a:gd name="T4" fmla="*/ 49 w 72"/>
                  <a:gd name="T5" fmla="*/ 18 h 18"/>
                  <a:gd name="T6" fmla="*/ 72 w 72"/>
                  <a:gd name="T7" fmla="*/ 18 h 18"/>
                  <a:gd name="T8" fmla="*/ 71 w 72"/>
                  <a:gd name="T9" fmla="*/ 9 h 18"/>
                  <a:gd name="T10" fmla="*/ 71 w 72"/>
                  <a:gd name="T11" fmla="*/ 0 h 18"/>
                  <a:gd name="T12" fmla="*/ 24 w 72"/>
                  <a:gd name="T13" fmla="*/ 0 h 18"/>
                  <a:gd name="T14" fmla="*/ 0 w 72"/>
                  <a:gd name="T15" fmla="*/ 0 h 18"/>
                  <a:gd name="T16" fmla="*/ 3 w 72"/>
                  <a:gd name="T17" fmla="*/ 18 h 18"/>
                  <a:gd name="T18" fmla="*/ 31 w 72"/>
                  <a:gd name="T19" fmla="*/ 18 h 18"/>
                  <a:gd name="T20" fmla="*/ 24 w 7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8">
                    <a:moveTo>
                      <a:pt x="71" y="0"/>
                    </a:moveTo>
                    <a:cubicBezTo>
                      <a:pt x="49" y="0"/>
                      <a:pt x="49" y="0"/>
                      <a:pt x="49" y="0"/>
                    </a:cubicBezTo>
                    <a:cubicBezTo>
                      <a:pt x="49" y="5"/>
                      <a:pt x="49" y="12"/>
                      <a:pt x="49" y="18"/>
                    </a:cubicBezTo>
                    <a:cubicBezTo>
                      <a:pt x="72" y="18"/>
                      <a:pt x="72" y="18"/>
                      <a:pt x="72" y="18"/>
                    </a:cubicBezTo>
                    <a:cubicBezTo>
                      <a:pt x="72" y="14"/>
                      <a:pt x="71" y="11"/>
                      <a:pt x="71" y="9"/>
                    </a:cubicBezTo>
                    <a:cubicBezTo>
                      <a:pt x="70" y="3"/>
                      <a:pt x="70" y="2"/>
                      <a:pt x="71" y="0"/>
                    </a:cubicBezTo>
                    <a:close/>
                    <a:moveTo>
                      <a:pt x="24" y="0"/>
                    </a:moveTo>
                    <a:cubicBezTo>
                      <a:pt x="0" y="0"/>
                      <a:pt x="0" y="0"/>
                      <a:pt x="0" y="0"/>
                    </a:cubicBezTo>
                    <a:cubicBezTo>
                      <a:pt x="1" y="5"/>
                      <a:pt x="2" y="11"/>
                      <a:pt x="3" y="18"/>
                    </a:cubicBezTo>
                    <a:cubicBezTo>
                      <a:pt x="31" y="18"/>
                      <a:pt x="31" y="18"/>
                      <a:pt x="31" y="18"/>
                    </a:cubicBezTo>
                    <a:cubicBezTo>
                      <a:pt x="28" y="10"/>
                      <a:pt x="25" y="3"/>
                      <a:pt x="24" y="0"/>
                    </a:cubicBezTo>
                    <a:close/>
                  </a:path>
                </a:pathLst>
              </a:custGeom>
              <a:solidFill>
                <a:srgbClr val="EA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7" name="Freeform 556"/>
              <p:cNvSpPr>
                <a:spLocks noEditPoints="1"/>
              </p:cNvSpPr>
              <p:nvPr/>
            </p:nvSpPr>
            <p:spPr bwMode="auto">
              <a:xfrm>
                <a:off x="5492" y="1215"/>
                <a:ext cx="138" cy="35"/>
              </a:xfrm>
              <a:custGeom>
                <a:avLst/>
                <a:gdLst>
                  <a:gd name="T0" fmla="*/ 70 w 72"/>
                  <a:gd name="T1" fmla="*/ 0 h 18"/>
                  <a:gd name="T2" fmla="*/ 49 w 72"/>
                  <a:gd name="T3" fmla="*/ 0 h 18"/>
                  <a:gd name="T4" fmla="*/ 49 w 72"/>
                  <a:gd name="T5" fmla="*/ 18 h 18"/>
                  <a:gd name="T6" fmla="*/ 72 w 72"/>
                  <a:gd name="T7" fmla="*/ 18 h 18"/>
                  <a:gd name="T8" fmla="*/ 71 w 72"/>
                  <a:gd name="T9" fmla="*/ 8 h 18"/>
                  <a:gd name="T10" fmla="*/ 70 w 72"/>
                  <a:gd name="T11" fmla="*/ 0 h 18"/>
                  <a:gd name="T12" fmla="*/ 24 w 72"/>
                  <a:gd name="T13" fmla="*/ 0 h 18"/>
                  <a:gd name="T14" fmla="*/ 0 w 72"/>
                  <a:gd name="T15" fmla="*/ 0 h 18"/>
                  <a:gd name="T16" fmla="*/ 3 w 72"/>
                  <a:gd name="T17" fmla="*/ 18 h 18"/>
                  <a:gd name="T18" fmla="*/ 32 w 72"/>
                  <a:gd name="T19" fmla="*/ 18 h 18"/>
                  <a:gd name="T20" fmla="*/ 24 w 7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8">
                    <a:moveTo>
                      <a:pt x="70" y="0"/>
                    </a:moveTo>
                    <a:cubicBezTo>
                      <a:pt x="49" y="0"/>
                      <a:pt x="49" y="0"/>
                      <a:pt x="49" y="0"/>
                    </a:cubicBezTo>
                    <a:cubicBezTo>
                      <a:pt x="49" y="5"/>
                      <a:pt x="49" y="12"/>
                      <a:pt x="49" y="18"/>
                    </a:cubicBezTo>
                    <a:cubicBezTo>
                      <a:pt x="72" y="18"/>
                      <a:pt x="72" y="18"/>
                      <a:pt x="72" y="18"/>
                    </a:cubicBezTo>
                    <a:cubicBezTo>
                      <a:pt x="72" y="14"/>
                      <a:pt x="71" y="10"/>
                      <a:pt x="71" y="8"/>
                    </a:cubicBezTo>
                    <a:cubicBezTo>
                      <a:pt x="71" y="3"/>
                      <a:pt x="70" y="1"/>
                      <a:pt x="70" y="0"/>
                    </a:cubicBezTo>
                    <a:close/>
                    <a:moveTo>
                      <a:pt x="24" y="0"/>
                    </a:moveTo>
                    <a:cubicBezTo>
                      <a:pt x="0" y="0"/>
                      <a:pt x="0" y="0"/>
                      <a:pt x="0" y="0"/>
                    </a:cubicBezTo>
                    <a:cubicBezTo>
                      <a:pt x="1" y="5"/>
                      <a:pt x="2" y="11"/>
                      <a:pt x="3" y="18"/>
                    </a:cubicBezTo>
                    <a:cubicBezTo>
                      <a:pt x="32" y="18"/>
                      <a:pt x="32" y="18"/>
                      <a:pt x="32" y="18"/>
                    </a:cubicBezTo>
                    <a:cubicBezTo>
                      <a:pt x="29" y="10"/>
                      <a:pt x="26" y="4"/>
                      <a:pt x="24"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8" name="Freeform 557"/>
              <p:cNvSpPr>
                <a:spLocks noEditPoints="1"/>
              </p:cNvSpPr>
              <p:nvPr/>
            </p:nvSpPr>
            <p:spPr bwMode="auto">
              <a:xfrm>
                <a:off x="5492" y="1217"/>
                <a:ext cx="138" cy="34"/>
              </a:xfrm>
              <a:custGeom>
                <a:avLst/>
                <a:gdLst>
                  <a:gd name="T0" fmla="*/ 70 w 72"/>
                  <a:gd name="T1" fmla="*/ 0 h 18"/>
                  <a:gd name="T2" fmla="*/ 49 w 72"/>
                  <a:gd name="T3" fmla="*/ 0 h 18"/>
                  <a:gd name="T4" fmla="*/ 49 w 72"/>
                  <a:gd name="T5" fmla="*/ 18 h 18"/>
                  <a:gd name="T6" fmla="*/ 72 w 72"/>
                  <a:gd name="T7" fmla="*/ 18 h 18"/>
                  <a:gd name="T8" fmla="*/ 71 w 72"/>
                  <a:gd name="T9" fmla="*/ 7 h 18"/>
                  <a:gd name="T10" fmla="*/ 70 w 72"/>
                  <a:gd name="T11" fmla="*/ 0 h 18"/>
                  <a:gd name="T12" fmla="*/ 25 w 72"/>
                  <a:gd name="T13" fmla="*/ 0 h 18"/>
                  <a:gd name="T14" fmla="*/ 0 w 72"/>
                  <a:gd name="T15" fmla="*/ 0 h 18"/>
                  <a:gd name="T16" fmla="*/ 3 w 72"/>
                  <a:gd name="T17" fmla="*/ 18 h 18"/>
                  <a:gd name="T18" fmla="*/ 32 w 72"/>
                  <a:gd name="T19" fmla="*/ 18 h 18"/>
                  <a:gd name="T20" fmla="*/ 25 w 7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8">
                    <a:moveTo>
                      <a:pt x="70" y="0"/>
                    </a:moveTo>
                    <a:cubicBezTo>
                      <a:pt x="49" y="0"/>
                      <a:pt x="49" y="0"/>
                      <a:pt x="49" y="0"/>
                    </a:cubicBezTo>
                    <a:cubicBezTo>
                      <a:pt x="49" y="6"/>
                      <a:pt x="49" y="12"/>
                      <a:pt x="49" y="18"/>
                    </a:cubicBezTo>
                    <a:cubicBezTo>
                      <a:pt x="72" y="18"/>
                      <a:pt x="72" y="18"/>
                      <a:pt x="72" y="18"/>
                    </a:cubicBezTo>
                    <a:cubicBezTo>
                      <a:pt x="72" y="13"/>
                      <a:pt x="71" y="9"/>
                      <a:pt x="71" y="7"/>
                    </a:cubicBezTo>
                    <a:cubicBezTo>
                      <a:pt x="71" y="3"/>
                      <a:pt x="70" y="2"/>
                      <a:pt x="70" y="0"/>
                    </a:cubicBezTo>
                    <a:close/>
                    <a:moveTo>
                      <a:pt x="25" y="0"/>
                    </a:moveTo>
                    <a:cubicBezTo>
                      <a:pt x="0" y="0"/>
                      <a:pt x="0" y="0"/>
                      <a:pt x="0" y="0"/>
                    </a:cubicBezTo>
                    <a:cubicBezTo>
                      <a:pt x="1" y="5"/>
                      <a:pt x="2" y="12"/>
                      <a:pt x="3" y="18"/>
                    </a:cubicBezTo>
                    <a:cubicBezTo>
                      <a:pt x="32" y="18"/>
                      <a:pt x="32" y="18"/>
                      <a:pt x="32" y="18"/>
                    </a:cubicBezTo>
                    <a:cubicBezTo>
                      <a:pt x="29" y="11"/>
                      <a:pt x="27" y="4"/>
                      <a:pt x="25" y="0"/>
                    </a:cubicBez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29" name="Freeform 558"/>
              <p:cNvSpPr>
                <a:spLocks noEditPoints="1"/>
              </p:cNvSpPr>
              <p:nvPr/>
            </p:nvSpPr>
            <p:spPr bwMode="auto">
              <a:xfrm>
                <a:off x="5494" y="1219"/>
                <a:ext cx="138" cy="36"/>
              </a:xfrm>
              <a:custGeom>
                <a:avLst/>
                <a:gdLst>
                  <a:gd name="T0" fmla="*/ 70 w 72"/>
                  <a:gd name="T1" fmla="*/ 0 h 19"/>
                  <a:gd name="T2" fmla="*/ 48 w 72"/>
                  <a:gd name="T3" fmla="*/ 0 h 19"/>
                  <a:gd name="T4" fmla="*/ 48 w 72"/>
                  <a:gd name="T5" fmla="*/ 19 h 19"/>
                  <a:gd name="T6" fmla="*/ 72 w 72"/>
                  <a:gd name="T7" fmla="*/ 19 h 19"/>
                  <a:gd name="T8" fmla="*/ 70 w 72"/>
                  <a:gd name="T9" fmla="*/ 6 h 19"/>
                  <a:gd name="T10" fmla="*/ 70 w 72"/>
                  <a:gd name="T11" fmla="*/ 0 h 19"/>
                  <a:gd name="T12" fmla="*/ 24 w 72"/>
                  <a:gd name="T13" fmla="*/ 0 h 19"/>
                  <a:gd name="T14" fmla="*/ 0 w 72"/>
                  <a:gd name="T15" fmla="*/ 0 h 19"/>
                  <a:gd name="T16" fmla="*/ 3 w 72"/>
                  <a:gd name="T17" fmla="*/ 19 h 19"/>
                  <a:gd name="T18" fmla="*/ 31 w 72"/>
                  <a:gd name="T19" fmla="*/ 19 h 19"/>
                  <a:gd name="T20" fmla="*/ 24 w 72"/>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9">
                    <a:moveTo>
                      <a:pt x="70" y="0"/>
                    </a:moveTo>
                    <a:cubicBezTo>
                      <a:pt x="48" y="0"/>
                      <a:pt x="48" y="0"/>
                      <a:pt x="48" y="0"/>
                    </a:cubicBezTo>
                    <a:cubicBezTo>
                      <a:pt x="48" y="6"/>
                      <a:pt x="48" y="13"/>
                      <a:pt x="48" y="19"/>
                    </a:cubicBezTo>
                    <a:cubicBezTo>
                      <a:pt x="72" y="19"/>
                      <a:pt x="72" y="19"/>
                      <a:pt x="72" y="19"/>
                    </a:cubicBezTo>
                    <a:cubicBezTo>
                      <a:pt x="71" y="13"/>
                      <a:pt x="70" y="8"/>
                      <a:pt x="70" y="6"/>
                    </a:cubicBezTo>
                    <a:cubicBezTo>
                      <a:pt x="70" y="3"/>
                      <a:pt x="70" y="2"/>
                      <a:pt x="70" y="0"/>
                    </a:cubicBezTo>
                    <a:close/>
                    <a:moveTo>
                      <a:pt x="24" y="0"/>
                    </a:moveTo>
                    <a:cubicBezTo>
                      <a:pt x="0" y="0"/>
                      <a:pt x="0" y="0"/>
                      <a:pt x="0" y="0"/>
                    </a:cubicBezTo>
                    <a:cubicBezTo>
                      <a:pt x="0" y="6"/>
                      <a:pt x="1" y="12"/>
                      <a:pt x="3" y="19"/>
                    </a:cubicBezTo>
                    <a:cubicBezTo>
                      <a:pt x="31" y="19"/>
                      <a:pt x="31" y="19"/>
                      <a:pt x="31" y="19"/>
                    </a:cubicBezTo>
                    <a:cubicBezTo>
                      <a:pt x="29" y="11"/>
                      <a:pt x="26" y="5"/>
                      <a:pt x="24" y="0"/>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0" name="Freeform 559"/>
              <p:cNvSpPr>
                <a:spLocks noEditPoints="1"/>
              </p:cNvSpPr>
              <p:nvPr/>
            </p:nvSpPr>
            <p:spPr bwMode="auto">
              <a:xfrm>
                <a:off x="5494" y="1223"/>
                <a:ext cx="138" cy="34"/>
              </a:xfrm>
              <a:custGeom>
                <a:avLst/>
                <a:gdLst>
                  <a:gd name="T0" fmla="*/ 70 w 72"/>
                  <a:gd name="T1" fmla="*/ 0 h 18"/>
                  <a:gd name="T2" fmla="*/ 48 w 72"/>
                  <a:gd name="T3" fmla="*/ 0 h 18"/>
                  <a:gd name="T4" fmla="*/ 48 w 72"/>
                  <a:gd name="T5" fmla="*/ 18 h 18"/>
                  <a:gd name="T6" fmla="*/ 72 w 72"/>
                  <a:gd name="T7" fmla="*/ 18 h 18"/>
                  <a:gd name="T8" fmla="*/ 70 w 72"/>
                  <a:gd name="T9" fmla="*/ 4 h 18"/>
                  <a:gd name="T10" fmla="*/ 70 w 72"/>
                  <a:gd name="T11" fmla="*/ 0 h 18"/>
                  <a:gd name="T12" fmla="*/ 25 w 72"/>
                  <a:gd name="T13" fmla="*/ 0 h 18"/>
                  <a:gd name="T14" fmla="*/ 0 w 72"/>
                  <a:gd name="T15" fmla="*/ 0 h 18"/>
                  <a:gd name="T16" fmla="*/ 3 w 72"/>
                  <a:gd name="T17" fmla="*/ 18 h 18"/>
                  <a:gd name="T18" fmla="*/ 32 w 72"/>
                  <a:gd name="T19" fmla="*/ 18 h 18"/>
                  <a:gd name="T20" fmla="*/ 25 w 7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8">
                    <a:moveTo>
                      <a:pt x="70" y="0"/>
                    </a:moveTo>
                    <a:cubicBezTo>
                      <a:pt x="48" y="0"/>
                      <a:pt x="48" y="0"/>
                      <a:pt x="48" y="0"/>
                    </a:cubicBezTo>
                    <a:cubicBezTo>
                      <a:pt x="48" y="6"/>
                      <a:pt x="48" y="12"/>
                      <a:pt x="48" y="18"/>
                    </a:cubicBezTo>
                    <a:cubicBezTo>
                      <a:pt x="72" y="18"/>
                      <a:pt x="72" y="18"/>
                      <a:pt x="72" y="18"/>
                    </a:cubicBezTo>
                    <a:cubicBezTo>
                      <a:pt x="71" y="12"/>
                      <a:pt x="70" y="6"/>
                      <a:pt x="70" y="4"/>
                    </a:cubicBezTo>
                    <a:cubicBezTo>
                      <a:pt x="70" y="2"/>
                      <a:pt x="70" y="1"/>
                      <a:pt x="70" y="0"/>
                    </a:cubicBezTo>
                    <a:close/>
                    <a:moveTo>
                      <a:pt x="25" y="0"/>
                    </a:moveTo>
                    <a:cubicBezTo>
                      <a:pt x="0" y="0"/>
                      <a:pt x="0" y="0"/>
                      <a:pt x="0" y="0"/>
                    </a:cubicBezTo>
                    <a:cubicBezTo>
                      <a:pt x="1" y="5"/>
                      <a:pt x="2" y="11"/>
                      <a:pt x="3" y="18"/>
                    </a:cubicBezTo>
                    <a:cubicBezTo>
                      <a:pt x="32" y="18"/>
                      <a:pt x="32" y="18"/>
                      <a:pt x="32" y="18"/>
                    </a:cubicBezTo>
                    <a:cubicBezTo>
                      <a:pt x="29" y="11"/>
                      <a:pt x="27" y="4"/>
                      <a:pt x="25" y="0"/>
                    </a:cubicBez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1" name="Freeform 560"/>
              <p:cNvSpPr>
                <a:spLocks noEditPoints="1"/>
              </p:cNvSpPr>
              <p:nvPr/>
            </p:nvSpPr>
            <p:spPr bwMode="auto">
              <a:xfrm>
                <a:off x="5494" y="1225"/>
                <a:ext cx="138" cy="34"/>
              </a:xfrm>
              <a:custGeom>
                <a:avLst/>
                <a:gdLst>
                  <a:gd name="T0" fmla="*/ 70 w 72"/>
                  <a:gd name="T1" fmla="*/ 0 h 18"/>
                  <a:gd name="T2" fmla="*/ 48 w 72"/>
                  <a:gd name="T3" fmla="*/ 0 h 18"/>
                  <a:gd name="T4" fmla="*/ 48 w 72"/>
                  <a:gd name="T5" fmla="*/ 18 h 18"/>
                  <a:gd name="T6" fmla="*/ 72 w 72"/>
                  <a:gd name="T7" fmla="*/ 18 h 18"/>
                  <a:gd name="T8" fmla="*/ 70 w 72"/>
                  <a:gd name="T9" fmla="*/ 3 h 18"/>
                  <a:gd name="T10" fmla="*/ 70 w 72"/>
                  <a:gd name="T11" fmla="*/ 0 h 18"/>
                  <a:gd name="T12" fmla="*/ 26 w 72"/>
                  <a:gd name="T13" fmla="*/ 0 h 18"/>
                  <a:gd name="T14" fmla="*/ 0 w 72"/>
                  <a:gd name="T15" fmla="*/ 0 h 18"/>
                  <a:gd name="T16" fmla="*/ 3 w 72"/>
                  <a:gd name="T17" fmla="*/ 18 h 18"/>
                  <a:gd name="T18" fmla="*/ 32 w 72"/>
                  <a:gd name="T19" fmla="*/ 18 h 18"/>
                  <a:gd name="T20" fmla="*/ 26 w 7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8">
                    <a:moveTo>
                      <a:pt x="70" y="0"/>
                    </a:moveTo>
                    <a:cubicBezTo>
                      <a:pt x="48" y="0"/>
                      <a:pt x="48" y="0"/>
                      <a:pt x="48" y="0"/>
                    </a:cubicBezTo>
                    <a:cubicBezTo>
                      <a:pt x="48" y="6"/>
                      <a:pt x="48" y="12"/>
                      <a:pt x="48" y="18"/>
                    </a:cubicBezTo>
                    <a:cubicBezTo>
                      <a:pt x="72" y="18"/>
                      <a:pt x="72" y="18"/>
                      <a:pt x="72" y="18"/>
                    </a:cubicBezTo>
                    <a:cubicBezTo>
                      <a:pt x="71" y="11"/>
                      <a:pt x="71" y="6"/>
                      <a:pt x="70" y="3"/>
                    </a:cubicBezTo>
                    <a:cubicBezTo>
                      <a:pt x="70" y="0"/>
                      <a:pt x="70" y="0"/>
                      <a:pt x="70" y="0"/>
                    </a:cubicBezTo>
                    <a:close/>
                    <a:moveTo>
                      <a:pt x="26" y="0"/>
                    </a:moveTo>
                    <a:cubicBezTo>
                      <a:pt x="0" y="0"/>
                      <a:pt x="0" y="0"/>
                      <a:pt x="0" y="0"/>
                    </a:cubicBezTo>
                    <a:cubicBezTo>
                      <a:pt x="1" y="5"/>
                      <a:pt x="2" y="12"/>
                      <a:pt x="3" y="18"/>
                    </a:cubicBezTo>
                    <a:cubicBezTo>
                      <a:pt x="32" y="18"/>
                      <a:pt x="32" y="18"/>
                      <a:pt x="32" y="18"/>
                    </a:cubicBezTo>
                    <a:cubicBezTo>
                      <a:pt x="30" y="11"/>
                      <a:pt x="28" y="5"/>
                      <a:pt x="26"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2" name="Freeform 561"/>
              <p:cNvSpPr>
                <a:spLocks noEditPoints="1"/>
              </p:cNvSpPr>
              <p:nvPr/>
            </p:nvSpPr>
            <p:spPr bwMode="auto">
              <a:xfrm>
                <a:off x="5494" y="1227"/>
                <a:ext cx="138" cy="36"/>
              </a:xfrm>
              <a:custGeom>
                <a:avLst/>
                <a:gdLst>
                  <a:gd name="T0" fmla="*/ 70 w 72"/>
                  <a:gd name="T1" fmla="*/ 0 h 19"/>
                  <a:gd name="T2" fmla="*/ 48 w 72"/>
                  <a:gd name="T3" fmla="*/ 0 h 19"/>
                  <a:gd name="T4" fmla="*/ 48 w 72"/>
                  <a:gd name="T5" fmla="*/ 19 h 19"/>
                  <a:gd name="T6" fmla="*/ 72 w 72"/>
                  <a:gd name="T7" fmla="*/ 19 h 19"/>
                  <a:gd name="T8" fmla="*/ 70 w 72"/>
                  <a:gd name="T9" fmla="*/ 2 h 19"/>
                  <a:gd name="T10" fmla="*/ 70 w 72"/>
                  <a:gd name="T11" fmla="*/ 0 h 19"/>
                  <a:gd name="T12" fmla="*/ 26 w 72"/>
                  <a:gd name="T13" fmla="*/ 0 h 19"/>
                  <a:gd name="T14" fmla="*/ 0 w 72"/>
                  <a:gd name="T15" fmla="*/ 0 h 19"/>
                  <a:gd name="T16" fmla="*/ 3 w 72"/>
                  <a:gd name="T17" fmla="*/ 19 h 19"/>
                  <a:gd name="T18" fmla="*/ 33 w 72"/>
                  <a:gd name="T19" fmla="*/ 19 h 19"/>
                  <a:gd name="T20" fmla="*/ 26 w 72"/>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9">
                    <a:moveTo>
                      <a:pt x="70" y="0"/>
                    </a:moveTo>
                    <a:cubicBezTo>
                      <a:pt x="48" y="0"/>
                      <a:pt x="48" y="0"/>
                      <a:pt x="48" y="0"/>
                    </a:cubicBezTo>
                    <a:cubicBezTo>
                      <a:pt x="48" y="6"/>
                      <a:pt x="48" y="13"/>
                      <a:pt x="48" y="19"/>
                    </a:cubicBezTo>
                    <a:cubicBezTo>
                      <a:pt x="72" y="19"/>
                      <a:pt x="72" y="19"/>
                      <a:pt x="72" y="19"/>
                    </a:cubicBezTo>
                    <a:cubicBezTo>
                      <a:pt x="71" y="11"/>
                      <a:pt x="71" y="5"/>
                      <a:pt x="70" y="2"/>
                    </a:cubicBezTo>
                    <a:cubicBezTo>
                      <a:pt x="70" y="0"/>
                      <a:pt x="70" y="0"/>
                      <a:pt x="70" y="0"/>
                    </a:cubicBezTo>
                    <a:close/>
                    <a:moveTo>
                      <a:pt x="26" y="0"/>
                    </a:moveTo>
                    <a:cubicBezTo>
                      <a:pt x="0" y="0"/>
                      <a:pt x="0" y="0"/>
                      <a:pt x="0" y="0"/>
                    </a:cubicBezTo>
                    <a:cubicBezTo>
                      <a:pt x="1" y="6"/>
                      <a:pt x="2" y="12"/>
                      <a:pt x="3" y="19"/>
                    </a:cubicBezTo>
                    <a:cubicBezTo>
                      <a:pt x="33" y="19"/>
                      <a:pt x="33" y="19"/>
                      <a:pt x="33" y="19"/>
                    </a:cubicBezTo>
                    <a:cubicBezTo>
                      <a:pt x="30" y="12"/>
                      <a:pt x="28" y="5"/>
                      <a:pt x="26" y="0"/>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3" name="Freeform 562"/>
              <p:cNvSpPr>
                <a:spLocks noEditPoints="1"/>
              </p:cNvSpPr>
              <p:nvPr/>
            </p:nvSpPr>
            <p:spPr bwMode="auto">
              <a:xfrm>
                <a:off x="5494" y="1230"/>
                <a:ext cx="138" cy="35"/>
              </a:xfrm>
              <a:custGeom>
                <a:avLst/>
                <a:gdLst>
                  <a:gd name="T0" fmla="*/ 70 w 72"/>
                  <a:gd name="T1" fmla="*/ 0 h 18"/>
                  <a:gd name="T2" fmla="*/ 48 w 72"/>
                  <a:gd name="T3" fmla="*/ 0 h 18"/>
                  <a:gd name="T4" fmla="*/ 48 w 72"/>
                  <a:gd name="T5" fmla="*/ 18 h 18"/>
                  <a:gd name="T6" fmla="*/ 72 w 72"/>
                  <a:gd name="T7" fmla="*/ 18 h 18"/>
                  <a:gd name="T8" fmla="*/ 70 w 72"/>
                  <a:gd name="T9" fmla="*/ 0 h 18"/>
                  <a:gd name="T10" fmla="*/ 70 w 72"/>
                  <a:gd name="T11" fmla="*/ 0 h 18"/>
                  <a:gd name="T12" fmla="*/ 27 w 72"/>
                  <a:gd name="T13" fmla="*/ 0 h 18"/>
                  <a:gd name="T14" fmla="*/ 0 w 72"/>
                  <a:gd name="T15" fmla="*/ 0 h 18"/>
                  <a:gd name="T16" fmla="*/ 3 w 72"/>
                  <a:gd name="T17" fmla="*/ 18 h 18"/>
                  <a:gd name="T18" fmla="*/ 33 w 72"/>
                  <a:gd name="T19" fmla="*/ 18 h 18"/>
                  <a:gd name="T20" fmla="*/ 27 w 7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8">
                    <a:moveTo>
                      <a:pt x="70" y="0"/>
                    </a:moveTo>
                    <a:cubicBezTo>
                      <a:pt x="48" y="0"/>
                      <a:pt x="48" y="0"/>
                      <a:pt x="48" y="0"/>
                    </a:cubicBezTo>
                    <a:cubicBezTo>
                      <a:pt x="48" y="6"/>
                      <a:pt x="48" y="12"/>
                      <a:pt x="48" y="18"/>
                    </a:cubicBezTo>
                    <a:cubicBezTo>
                      <a:pt x="72" y="18"/>
                      <a:pt x="72" y="18"/>
                      <a:pt x="72" y="18"/>
                    </a:cubicBezTo>
                    <a:cubicBezTo>
                      <a:pt x="71" y="10"/>
                      <a:pt x="71" y="3"/>
                      <a:pt x="70" y="0"/>
                    </a:cubicBezTo>
                    <a:cubicBezTo>
                      <a:pt x="70" y="0"/>
                      <a:pt x="70" y="0"/>
                      <a:pt x="70" y="0"/>
                    </a:cubicBezTo>
                    <a:close/>
                    <a:moveTo>
                      <a:pt x="27" y="0"/>
                    </a:moveTo>
                    <a:cubicBezTo>
                      <a:pt x="0" y="0"/>
                      <a:pt x="0" y="0"/>
                      <a:pt x="0" y="0"/>
                    </a:cubicBezTo>
                    <a:cubicBezTo>
                      <a:pt x="1" y="5"/>
                      <a:pt x="2" y="11"/>
                      <a:pt x="3" y="18"/>
                    </a:cubicBezTo>
                    <a:cubicBezTo>
                      <a:pt x="33" y="18"/>
                      <a:pt x="33" y="18"/>
                      <a:pt x="33" y="18"/>
                    </a:cubicBezTo>
                    <a:cubicBezTo>
                      <a:pt x="31" y="11"/>
                      <a:pt x="29" y="5"/>
                      <a:pt x="27" y="0"/>
                    </a:cubicBez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4" name="Freeform 563"/>
              <p:cNvSpPr>
                <a:spLocks noEditPoints="1"/>
              </p:cNvSpPr>
              <p:nvPr/>
            </p:nvSpPr>
            <p:spPr bwMode="auto">
              <a:xfrm>
                <a:off x="5496" y="1232"/>
                <a:ext cx="136" cy="35"/>
              </a:xfrm>
              <a:custGeom>
                <a:avLst/>
                <a:gdLst>
                  <a:gd name="T0" fmla="*/ 69 w 71"/>
                  <a:gd name="T1" fmla="*/ 0 h 18"/>
                  <a:gd name="T2" fmla="*/ 47 w 71"/>
                  <a:gd name="T3" fmla="*/ 0 h 18"/>
                  <a:gd name="T4" fmla="*/ 47 w 71"/>
                  <a:gd name="T5" fmla="*/ 18 h 18"/>
                  <a:gd name="T6" fmla="*/ 71 w 71"/>
                  <a:gd name="T7" fmla="*/ 18 h 18"/>
                  <a:gd name="T8" fmla="*/ 69 w 71"/>
                  <a:gd name="T9" fmla="*/ 0 h 18"/>
                  <a:gd name="T10" fmla="*/ 26 w 71"/>
                  <a:gd name="T11" fmla="*/ 0 h 18"/>
                  <a:gd name="T12" fmla="*/ 0 w 71"/>
                  <a:gd name="T13" fmla="*/ 0 h 18"/>
                  <a:gd name="T14" fmla="*/ 3 w 71"/>
                  <a:gd name="T15" fmla="*/ 18 h 18"/>
                  <a:gd name="T16" fmla="*/ 32 w 71"/>
                  <a:gd name="T17" fmla="*/ 18 h 18"/>
                  <a:gd name="T18" fmla="*/ 26 w 71"/>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18">
                    <a:moveTo>
                      <a:pt x="69" y="0"/>
                    </a:moveTo>
                    <a:cubicBezTo>
                      <a:pt x="47" y="0"/>
                      <a:pt x="47" y="0"/>
                      <a:pt x="47" y="0"/>
                    </a:cubicBezTo>
                    <a:cubicBezTo>
                      <a:pt x="47" y="6"/>
                      <a:pt x="47" y="12"/>
                      <a:pt x="47" y="18"/>
                    </a:cubicBezTo>
                    <a:cubicBezTo>
                      <a:pt x="71" y="18"/>
                      <a:pt x="71" y="18"/>
                      <a:pt x="71" y="18"/>
                    </a:cubicBezTo>
                    <a:cubicBezTo>
                      <a:pt x="70" y="11"/>
                      <a:pt x="70" y="4"/>
                      <a:pt x="69" y="0"/>
                    </a:cubicBezTo>
                    <a:close/>
                    <a:moveTo>
                      <a:pt x="26" y="0"/>
                    </a:moveTo>
                    <a:cubicBezTo>
                      <a:pt x="0" y="0"/>
                      <a:pt x="0" y="0"/>
                      <a:pt x="0" y="0"/>
                    </a:cubicBezTo>
                    <a:cubicBezTo>
                      <a:pt x="0" y="5"/>
                      <a:pt x="1" y="12"/>
                      <a:pt x="3" y="18"/>
                    </a:cubicBezTo>
                    <a:cubicBezTo>
                      <a:pt x="32" y="18"/>
                      <a:pt x="32" y="18"/>
                      <a:pt x="32" y="18"/>
                    </a:cubicBezTo>
                    <a:cubicBezTo>
                      <a:pt x="30" y="11"/>
                      <a:pt x="28" y="5"/>
                      <a:pt x="26" y="0"/>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5" name="Freeform 564"/>
              <p:cNvSpPr>
                <a:spLocks noEditPoints="1"/>
              </p:cNvSpPr>
              <p:nvPr/>
            </p:nvSpPr>
            <p:spPr bwMode="auto">
              <a:xfrm>
                <a:off x="5496" y="1234"/>
                <a:ext cx="136" cy="35"/>
              </a:xfrm>
              <a:custGeom>
                <a:avLst/>
                <a:gdLst>
                  <a:gd name="T0" fmla="*/ 69 w 71"/>
                  <a:gd name="T1" fmla="*/ 0 h 18"/>
                  <a:gd name="T2" fmla="*/ 47 w 71"/>
                  <a:gd name="T3" fmla="*/ 0 h 18"/>
                  <a:gd name="T4" fmla="*/ 47 w 71"/>
                  <a:gd name="T5" fmla="*/ 18 h 18"/>
                  <a:gd name="T6" fmla="*/ 71 w 71"/>
                  <a:gd name="T7" fmla="*/ 18 h 18"/>
                  <a:gd name="T8" fmla="*/ 69 w 71"/>
                  <a:gd name="T9" fmla="*/ 0 h 18"/>
                  <a:gd name="T10" fmla="*/ 27 w 71"/>
                  <a:gd name="T11" fmla="*/ 0 h 18"/>
                  <a:gd name="T12" fmla="*/ 0 w 71"/>
                  <a:gd name="T13" fmla="*/ 0 h 18"/>
                  <a:gd name="T14" fmla="*/ 3 w 71"/>
                  <a:gd name="T15" fmla="*/ 18 h 18"/>
                  <a:gd name="T16" fmla="*/ 33 w 71"/>
                  <a:gd name="T17" fmla="*/ 18 h 18"/>
                  <a:gd name="T18" fmla="*/ 33 w 71"/>
                  <a:gd name="T19" fmla="*/ 18 h 18"/>
                  <a:gd name="T20" fmla="*/ 27 w 7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
                    <a:moveTo>
                      <a:pt x="69" y="0"/>
                    </a:moveTo>
                    <a:cubicBezTo>
                      <a:pt x="47" y="0"/>
                      <a:pt x="47" y="0"/>
                      <a:pt x="47" y="0"/>
                    </a:cubicBezTo>
                    <a:cubicBezTo>
                      <a:pt x="47" y="6"/>
                      <a:pt x="47" y="13"/>
                      <a:pt x="47" y="18"/>
                    </a:cubicBezTo>
                    <a:cubicBezTo>
                      <a:pt x="71" y="18"/>
                      <a:pt x="71" y="18"/>
                      <a:pt x="71" y="18"/>
                    </a:cubicBezTo>
                    <a:cubicBezTo>
                      <a:pt x="71" y="11"/>
                      <a:pt x="70" y="4"/>
                      <a:pt x="69" y="0"/>
                    </a:cubicBezTo>
                    <a:close/>
                    <a:moveTo>
                      <a:pt x="27" y="0"/>
                    </a:moveTo>
                    <a:cubicBezTo>
                      <a:pt x="0" y="0"/>
                      <a:pt x="0" y="0"/>
                      <a:pt x="0" y="0"/>
                    </a:cubicBezTo>
                    <a:cubicBezTo>
                      <a:pt x="1" y="6"/>
                      <a:pt x="2" y="12"/>
                      <a:pt x="3" y="18"/>
                    </a:cubicBezTo>
                    <a:cubicBezTo>
                      <a:pt x="33" y="18"/>
                      <a:pt x="33" y="18"/>
                      <a:pt x="33" y="18"/>
                    </a:cubicBezTo>
                    <a:cubicBezTo>
                      <a:pt x="33" y="18"/>
                      <a:pt x="33" y="18"/>
                      <a:pt x="33" y="18"/>
                    </a:cubicBezTo>
                    <a:cubicBezTo>
                      <a:pt x="31" y="11"/>
                      <a:pt x="29" y="5"/>
                      <a:pt x="27"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6" name="Freeform 565"/>
              <p:cNvSpPr>
                <a:spLocks noEditPoints="1"/>
              </p:cNvSpPr>
              <p:nvPr/>
            </p:nvSpPr>
            <p:spPr bwMode="auto">
              <a:xfrm>
                <a:off x="5496" y="1236"/>
                <a:ext cx="138" cy="37"/>
              </a:xfrm>
              <a:custGeom>
                <a:avLst/>
                <a:gdLst>
                  <a:gd name="T0" fmla="*/ 70 w 72"/>
                  <a:gd name="T1" fmla="*/ 0 h 19"/>
                  <a:gd name="T2" fmla="*/ 47 w 72"/>
                  <a:gd name="T3" fmla="*/ 0 h 19"/>
                  <a:gd name="T4" fmla="*/ 47 w 72"/>
                  <a:gd name="T5" fmla="*/ 19 h 19"/>
                  <a:gd name="T6" fmla="*/ 72 w 72"/>
                  <a:gd name="T7" fmla="*/ 19 h 19"/>
                  <a:gd name="T8" fmla="*/ 70 w 72"/>
                  <a:gd name="T9" fmla="*/ 0 h 19"/>
                  <a:gd name="T10" fmla="*/ 27 w 72"/>
                  <a:gd name="T11" fmla="*/ 0 h 19"/>
                  <a:gd name="T12" fmla="*/ 0 w 72"/>
                  <a:gd name="T13" fmla="*/ 0 h 19"/>
                  <a:gd name="T14" fmla="*/ 3 w 72"/>
                  <a:gd name="T15" fmla="*/ 19 h 19"/>
                  <a:gd name="T16" fmla="*/ 33 w 72"/>
                  <a:gd name="T17" fmla="*/ 19 h 19"/>
                  <a:gd name="T18" fmla="*/ 33 w 72"/>
                  <a:gd name="T19" fmla="*/ 17 h 19"/>
                  <a:gd name="T20" fmla="*/ 27 w 72"/>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9">
                    <a:moveTo>
                      <a:pt x="70" y="0"/>
                    </a:moveTo>
                    <a:cubicBezTo>
                      <a:pt x="47" y="0"/>
                      <a:pt x="47" y="0"/>
                      <a:pt x="47" y="0"/>
                    </a:cubicBezTo>
                    <a:cubicBezTo>
                      <a:pt x="47" y="7"/>
                      <a:pt x="47" y="13"/>
                      <a:pt x="47" y="19"/>
                    </a:cubicBezTo>
                    <a:cubicBezTo>
                      <a:pt x="72" y="19"/>
                      <a:pt x="72" y="19"/>
                      <a:pt x="72" y="19"/>
                    </a:cubicBezTo>
                    <a:cubicBezTo>
                      <a:pt x="71" y="12"/>
                      <a:pt x="70" y="5"/>
                      <a:pt x="70" y="0"/>
                    </a:cubicBezTo>
                    <a:close/>
                    <a:moveTo>
                      <a:pt x="27" y="0"/>
                    </a:moveTo>
                    <a:cubicBezTo>
                      <a:pt x="0" y="0"/>
                      <a:pt x="0" y="0"/>
                      <a:pt x="0" y="0"/>
                    </a:cubicBezTo>
                    <a:cubicBezTo>
                      <a:pt x="1" y="6"/>
                      <a:pt x="2" y="12"/>
                      <a:pt x="3" y="19"/>
                    </a:cubicBezTo>
                    <a:cubicBezTo>
                      <a:pt x="33" y="19"/>
                      <a:pt x="33" y="19"/>
                      <a:pt x="33" y="19"/>
                    </a:cubicBezTo>
                    <a:cubicBezTo>
                      <a:pt x="33" y="17"/>
                      <a:pt x="33" y="17"/>
                      <a:pt x="33" y="17"/>
                    </a:cubicBezTo>
                    <a:cubicBezTo>
                      <a:pt x="31" y="11"/>
                      <a:pt x="29" y="5"/>
                      <a:pt x="27" y="0"/>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7" name="Freeform 566"/>
              <p:cNvSpPr>
                <a:spLocks noEditPoints="1"/>
              </p:cNvSpPr>
              <p:nvPr/>
            </p:nvSpPr>
            <p:spPr bwMode="auto">
              <a:xfrm>
                <a:off x="5496" y="1240"/>
                <a:ext cx="138" cy="34"/>
              </a:xfrm>
              <a:custGeom>
                <a:avLst/>
                <a:gdLst>
                  <a:gd name="T0" fmla="*/ 70 w 72"/>
                  <a:gd name="T1" fmla="*/ 0 h 18"/>
                  <a:gd name="T2" fmla="*/ 47 w 72"/>
                  <a:gd name="T3" fmla="*/ 0 h 18"/>
                  <a:gd name="T4" fmla="*/ 47 w 72"/>
                  <a:gd name="T5" fmla="*/ 18 h 18"/>
                  <a:gd name="T6" fmla="*/ 72 w 72"/>
                  <a:gd name="T7" fmla="*/ 18 h 18"/>
                  <a:gd name="T8" fmla="*/ 70 w 72"/>
                  <a:gd name="T9" fmla="*/ 0 h 18"/>
                  <a:gd name="T10" fmla="*/ 28 w 72"/>
                  <a:gd name="T11" fmla="*/ 0 h 18"/>
                  <a:gd name="T12" fmla="*/ 0 w 72"/>
                  <a:gd name="T13" fmla="*/ 0 h 18"/>
                  <a:gd name="T14" fmla="*/ 3 w 72"/>
                  <a:gd name="T15" fmla="*/ 18 h 18"/>
                  <a:gd name="T16" fmla="*/ 33 w 72"/>
                  <a:gd name="T17" fmla="*/ 18 h 18"/>
                  <a:gd name="T18" fmla="*/ 33 w 72"/>
                  <a:gd name="T19" fmla="*/ 15 h 18"/>
                  <a:gd name="T20" fmla="*/ 28 w 7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8">
                    <a:moveTo>
                      <a:pt x="70" y="0"/>
                    </a:moveTo>
                    <a:cubicBezTo>
                      <a:pt x="47" y="0"/>
                      <a:pt x="47" y="0"/>
                      <a:pt x="47" y="0"/>
                    </a:cubicBezTo>
                    <a:cubicBezTo>
                      <a:pt x="47" y="6"/>
                      <a:pt x="47" y="12"/>
                      <a:pt x="47" y="18"/>
                    </a:cubicBezTo>
                    <a:cubicBezTo>
                      <a:pt x="72" y="18"/>
                      <a:pt x="72" y="18"/>
                      <a:pt x="72" y="18"/>
                    </a:cubicBezTo>
                    <a:cubicBezTo>
                      <a:pt x="71" y="11"/>
                      <a:pt x="70" y="4"/>
                      <a:pt x="70" y="0"/>
                    </a:cubicBezTo>
                    <a:close/>
                    <a:moveTo>
                      <a:pt x="28" y="0"/>
                    </a:moveTo>
                    <a:cubicBezTo>
                      <a:pt x="0" y="0"/>
                      <a:pt x="0" y="0"/>
                      <a:pt x="0" y="0"/>
                    </a:cubicBezTo>
                    <a:cubicBezTo>
                      <a:pt x="1" y="5"/>
                      <a:pt x="2" y="12"/>
                      <a:pt x="3" y="18"/>
                    </a:cubicBezTo>
                    <a:cubicBezTo>
                      <a:pt x="33" y="18"/>
                      <a:pt x="33" y="18"/>
                      <a:pt x="33" y="18"/>
                    </a:cubicBezTo>
                    <a:cubicBezTo>
                      <a:pt x="33" y="17"/>
                      <a:pt x="33" y="16"/>
                      <a:pt x="33" y="15"/>
                    </a:cubicBezTo>
                    <a:cubicBezTo>
                      <a:pt x="31" y="9"/>
                      <a:pt x="29" y="4"/>
                      <a:pt x="28"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8" name="Freeform 567"/>
              <p:cNvSpPr>
                <a:spLocks noEditPoints="1"/>
              </p:cNvSpPr>
              <p:nvPr/>
            </p:nvSpPr>
            <p:spPr bwMode="auto">
              <a:xfrm>
                <a:off x="5496" y="1242"/>
                <a:ext cx="138" cy="34"/>
              </a:xfrm>
              <a:custGeom>
                <a:avLst/>
                <a:gdLst>
                  <a:gd name="T0" fmla="*/ 70 w 72"/>
                  <a:gd name="T1" fmla="*/ 0 h 18"/>
                  <a:gd name="T2" fmla="*/ 47 w 72"/>
                  <a:gd name="T3" fmla="*/ 0 h 18"/>
                  <a:gd name="T4" fmla="*/ 47 w 72"/>
                  <a:gd name="T5" fmla="*/ 18 h 18"/>
                  <a:gd name="T6" fmla="*/ 72 w 72"/>
                  <a:gd name="T7" fmla="*/ 18 h 18"/>
                  <a:gd name="T8" fmla="*/ 70 w 72"/>
                  <a:gd name="T9" fmla="*/ 0 h 18"/>
                  <a:gd name="T10" fmla="*/ 28 w 72"/>
                  <a:gd name="T11" fmla="*/ 0 h 18"/>
                  <a:gd name="T12" fmla="*/ 0 w 72"/>
                  <a:gd name="T13" fmla="*/ 0 h 18"/>
                  <a:gd name="T14" fmla="*/ 3 w 72"/>
                  <a:gd name="T15" fmla="*/ 18 h 18"/>
                  <a:gd name="T16" fmla="*/ 34 w 72"/>
                  <a:gd name="T17" fmla="*/ 18 h 18"/>
                  <a:gd name="T18" fmla="*/ 33 w 72"/>
                  <a:gd name="T19" fmla="*/ 14 h 18"/>
                  <a:gd name="T20" fmla="*/ 28 w 7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8">
                    <a:moveTo>
                      <a:pt x="70" y="0"/>
                    </a:moveTo>
                    <a:cubicBezTo>
                      <a:pt x="47" y="0"/>
                      <a:pt x="47" y="0"/>
                      <a:pt x="47" y="0"/>
                    </a:cubicBezTo>
                    <a:cubicBezTo>
                      <a:pt x="47" y="6"/>
                      <a:pt x="47" y="13"/>
                      <a:pt x="47" y="18"/>
                    </a:cubicBezTo>
                    <a:cubicBezTo>
                      <a:pt x="72" y="18"/>
                      <a:pt x="72" y="18"/>
                      <a:pt x="72" y="18"/>
                    </a:cubicBezTo>
                    <a:cubicBezTo>
                      <a:pt x="71" y="12"/>
                      <a:pt x="70" y="5"/>
                      <a:pt x="70" y="0"/>
                    </a:cubicBezTo>
                    <a:close/>
                    <a:moveTo>
                      <a:pt x="28" y="0"/>
                    </a:moveTo>
                    <a:cubicBezTo>
                      <a:pt x="0" y="0"/>
                      <a:pt x="0" y="0"/>
                      <a:pt x="0" y="0"/>
                    </a:cubicBezTo>
                    <a:cubicBezTo>
                      <a:pt x="1" y="6"/>
                      <a:pt x="2" y="12"/>
                      <a:pt x="3" y="18"/>
                    </a:cubicBezTo>
                    <a:cubicBezTo>
                      <a:pt x="34" y="18"/>
                      <a:pt x="34" y="18"/>
                      <a:pt x="34" y="18"/>
                    </a:cubicBezTo>
                    <a:cubicBezTo>
                      <a:pt x="33" y="17"/>
                      <a:pt x="33" y="15"/>
                      <a:pt x="33" y="14"/>
                    </a:cubicBezTo>
                    <a:cubicBezTo>
                      <a:pt x="31" y="9"/>
                      <a:pt x="30" y="4"/>
                      <a:pt x="28"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39" name="Freeform 568"/>
              <p:cNvSpPr>
                <a:spLocks noEditPoints="1"/>
              </p:cNvSpPr>
              <p:nvPr/>
            </p:nvSpPr>
            <p:spPr bwMode="auto">
              <a:xfrm>
                <a:off x="5498" y="1244"/>
                <a:ext cx="136" cy="36"/>
              </a:xfrm>
              <a:custGeom>
                <a:avLst/>
                <a:gdLst>
                  <a:gd name="T0" fmla="*/ 69 w 71"/>
                  <a:gd name="T1" fmla="*/ 0 h 19"/>
                  <a:gd name="T2" fmla="*/ 46 w 71"/>
                  <a:gd name="T3" fmla="*/ 0 h 19"/>
                  <a:gd name="T4" fmla="*/ 46 w 71"/>
                  <a:gd name="T5" fmla="*/ 19 h 19"/>
                  <a:gd name="T6" fmla="*/ 71 w 71"/>
                  <a:gd name="T7" fmla="*/ 19 h 19"/>
                  <a:gd name="T8" fmla="*/ 69 w 71"/>
                  <a:gd name="T9" fmla="*/ 0 h 19"/>
                  <a:gd name="T10" fmla="*/ 28 w 71"/>
                  <a:gd name="T11" fmla="*/ 0 h 19"/>
                  <a:gd name="T12" fmla="*/ 0 w 71"/>
                  <a:gd name="T13" fmla="*/ 0 h 19"/>
                  <a:gd name="T14" fmla="*/ 3 w 71"/>
                  <a:gd name="T15" fmla="*/ 19 h 19"/>
                  <a:gd name="T16" fmla="*/ 33 w 71"/>
                  <a:gd name="T17" fmla="*/ 19 h 19"/>
                  <a:gd name="T18" fmla="*/ 32 w 71"/>
                  <a:gd name="T19" fmla="*/ 13 h 19"/>
                  <a:gd name="T20" fmla="*/ 28 w 71"/>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9">
                    <a:moveTo>
                      <a:pt x="69" y="0"/>
                    </a:moveTo>
                    <a:cubicBezTo>
                      <a:pt x="46" y="0"/>
                      <a:pt x="46" y="0"/>
                      <a:pt x="46" y="0"/>
                    </a:cubicBezTo>
                    <a:cubicBezTo>
                      <a:pt x="46" y="7"/>
                      <a:pt x="46" y="13"/>
                      <a:pt x="46" y="19"/>
                    </a:cubicBezTo>
                    <a:cubicBezTo>
                      <a:pt x="71" y="19"/>
                      <a:pt x="71" y="19"/>
                      <a:pt x="71" y="19"/>
                    </a:cubicBezTo>
                    <a:cubicBezTo>
                      <a:pt x="70" y="12"/>
                      <a:pt x="70" y="5"/>
                      <a:pt x="69" y="0"/>
                    </a:cubicBezTo>
                    <a:close/>
                    <a:moveTo>
                      <a:pt x="28" y="0"/>
                    </a:moveTo>
                    <a:cubicBezTo>
                      <a:pt x="0" y="0"/>
                      <a:pt x="0" y="0"/>
                      <a:pt x="0" y="0"/>
                    </a:cubicBezTo>
                    <a:cubicBezTo>
                      <a:pt x="1" y="6"/>
                      <a:pt x="2" y="12"/>
                      <a:pt x="3" y="19"/>
                    </a:cubicBezTo>
                    <a:cubicBezTo>
                      <a:pt x="33" y="19"/>
                      <a:pt x="33" y="19"/>
                      <a:pt x="33" y="19"/>
                    </a:cubicBezTo>
                    <a:cubicBezTo>
                      <a:pt x="33" y="17"/>
                      <a:pt x="32" y="15"/>
                      <a:pt x="32" y="13"/>
                    </a:cubicBezTo>
                    <a:cubicBezTo>
                      <a:pt x="30" y="9"/>
                      <a:pt x="29" y="4"/>
                      <a:pt x="28"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0" name="Freeform 569"/>
              <p:cNvSpPr>
                <a:spLocks noEditPoints="1"/>
              </p:cNvSpPr>
              <p:nvPr/>
            </p:nvSpPr>
            <p:spPr bwMode="auto">
              <a:xfrm>
                <a:off x="5498" y="1248"/>
                <a:ext cx="136" cy="34"/>
              </a:xfrm>
              <a:custGeom>
                <a:avLst/>
                <a:gdLst>
                  <a:gd name="T0" fmla="*/ 69 w 71"/>
                  <a:gd name="T1" fmla="*/ 0 h 18"/>
                  <a:gd name="T2" fmla="*/ 46 w 71"/>
                  <a:gd name="T3" fmla="*/ 0 h 18"/>
                  <a:gd name="T4" fmla="*/ 46 w 71"/>
                  <a:gd name="T5" fmla="*/ 18 h 18"/>
                  <a:gd name="T6" fmla="*/ 71 w 71"/>
                  <a:gd name="T7" fmla="*/ 18 h 18"/>
                  <a:gd name="T8" fmla="*/ 69 w 71"/>
                  <a:gd name="T9" fmla="*/ 0 h 18"/>
                  <a:gd name="T10" fmla="*/ 28 w 71"/>
                  <a:gd name="T11" fmla="*/ 0 h 18"/>
                  <a:gd name="T12" fmla="*/ 0 w 71"/>
                  <a:gd name="T13" fmla="*/ 0 h 18"/>
                  <a:gd name="T14" fmla="*/ 3 w 71"/>
                  <a:gd name="T15" fmla="*/ 18 h 18"/>
                  <a:gd name="T16" fmla="*/ 34 w 71"/>
                  <a:gd name="T17" fmla="*/ 18 h 18"/>
                  <a:gd name="T18" fmla="*/ 32 w 71"/>
                  <a:gd name="T19" fmla="*/ 11 h 18"/>
                  <a:gd name="T20" fmla="*/ 28 w 7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
                    <a:moveTo>
                      <a:pt x="69" y="0"/>
                    </a:moveTo>
                    <a:cubicBezTo>
                      <a:pt x="46" y="0"/>
                      <a:pt x="46" y="0"/>
                      <a:pt x="46" y="0"/>
                    </a:cubicBezTo>
                    <a:cubicBezTo>
                      <a:pt x="46" y="6"/>
                      <a:pt x="46" y="13"/>
                      <a:pt x="46" y="18"/>
                    </a:cubicBezTo>
                    <a:cubicBezTo>
                      <a:pt x="71" y="18"/>
                      <a:pt x="71" y="18"/>
                      <a:pt x="71" y="18"/>
                    </a:cubicBezTo>
                    <a:cubicBezTo>
                      <a:pt x="70" y="11"/>
                      <a:pt x="70" y="5"/>
                      <a:pt x="69" y="0"/>
                    </a:cubicBezTo>
                    <a:close/>
                    <a:moveTo>
                      <a:pt x="28" y="0"/>
                    </a:moveTo>
                    <a:cubicBezTo>
                      <a:pt x="0" y="0"/>
                      <a:pt x="0" y="0"/>
                      <a:pt x="0" y="0"/>
                    </a:cubicBezTo>
                    <a:cubicBezTo>
                      <a:pt x="1" y="5"/>
                      <a:pt x="2" y="12"/>
                      <a:pt x="3" y="18"/>
                    </a:cubicBezTo>
                    <a:cubicBezTo>
                      <a:pt x="34" y="18"/>
                      <a:pt x="34" y="18"/>
                      <a:pt x="34" y="18"/>
                    </a:cubicBezTo>
                    <a:cubicBezTo>
                      <a:pt x="33" y="16"/>
                      <a:pt x="32" y="13"/>
                      <a:pt x="32" y="11"/>
                    </a:cubicBezTo>
                    <a:cubicBezTo>
                      <a:pt x="30" y="7"/>
                      <a:pt x="29" y="3"/>
                      <a:pt x="28" y="0"/>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1" name="Freeform 570"/>
              <p:cNvSpPr>
                <a:spLocks noEditPoints="1"/>
              </p:cNvSpPr>
              <p:nvPr/>
            </p:nvSpPr>
            <p:spPr bwMode="auto">
              <a:xfrm>
                <a:off x="5498" y="1250"/>
                <a:ext cx="136" cy="34"/>
              </a:xfrm>
              <a:custGeom>
                <a:avLst/>
                <a:gdLst>
                  <a:gd name="T0" fmla="*/ 69 w 71"/>
                  <a:gd name="T1" fmla="*/ 0 h 18"/>
                  <a:gd name="T2" fmla="*/ 46 w 71"/>
                  <a:gd name="T3" fmla="*/ 0 h 18"/>
                  <a:gd name="T4" fmla="*/ 46 w 71"/>
                  <a:gd name="T5" fmla="*/ 18 h 18"/>
                  <a:gd name="T6" fmla="*/ 71 w 71"/>
                  <a:gd name="T7" fmla="*/ 18 h 18"/>
                  <a:gd name="T8" fmla="*/ 69 w 71"/>
                  <a:gd name="T9" fmla="*/ 0 h 18"/>
                  <a:gd name="T10" fmla="*/ 28 w 71"/>
                  <a:gd name="T11" fmla="*/ 0 h 18"/>
                  <a:gd name="T12" fmla="*/ 0 w 71"/>
                  <a:gd name="T13" fmla="*/ 0 h 18"/>
                  <a:gd name="T14" fmla="*/ 3 w 71"/>
                  <a:gd name="T15" fmla="*/ 18 h 18"/>
                  <a:gd name="T16" fmla="*/ 34 w 71"/>
                  <a:gd name="T17" fmla="*/ 18 h 18"/>
                  <a:gd name="T18" fmla="*/ 32 w 71"/>
                  <a:gd name="T19" fmla="*/ 10 h 18"/>
                  <a:gd name="T20" fmla="*/ 28 w 7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
                    <a:moveTo>
                      <a:pt x="69" y="0"/>
                    </a:moveTo>
                    <a:cubicBezTo>
                      <a:pt x="46" y="0"/>
                      <a:pt x="46" y="0"/>
                      <a:pt x="46" y="0"/>
                    </a:cubicBezTo>
                    <a:cubicBezTo>
                      <a:pt x="46" y="6"/>
                      <a:pt x="46" y="13"/>
                      <a:pt x="46" y="18"/>
                    </a:cubicBezTo>
                    <a:cubicBezTo>
                      <a:pt x="71" y="18"/>
                      <a:pt x="71" y="18"/>
                      <a:pt x="71" y="18"/>
                    </a:cubicBezTo>
                    <a:cubicBezTo>
                      <a:pt x="71" y="12"/>
                      <a:pt x="70" y="5"/>
                      <a:pt x="69" y="0"/>
                    </a:cubicBezTo>
                    <a:close/>
                    <a:moveTo>
                      <a:pt x="28" y="0"/>
                    </a:moveTo>
                    <a:cubicBezTo>
                      <a:pt x="0" y="0"/>
                      <a:pt x="0" y="0"/>
                      <a:pt x="0" y="0"/>
                    </a:cubicBezTo>
                    <a:cubicBezTo>
                      <a:pt x="1" y="6"/>
                      <a:pt x="2" y="12"/>
                      <a:pt x="3" y="18"/>
                    </a:cubicBezTo>
                    <a:cubicBezTo>
                      <a:pt x="34" y="18"/>
                      <a:pt x="34" y="18"/>
                      <a:pt x="34" y="18"/>
                    </a:cubicBezTo>
                    <a:cubicBezTo>
                      <a:pt x="33" y="15"/>
                      <a:pt x="32" y="13"/>
                      <a:pt x="32" y="10"/>
                    </a:cubicBezTo>
                    <a:cubicBezTo>
                      <a:pt x="31" y="6"/>
                      <a:pt x="30" y="3"/>
                      <a:pt x="28" y="0"/>
                    </a:cubicBez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2" name="Freeform 571"/>
              <p:cNvSpPr>
                <a:spLocks noEditPoints="1"/>
              </p:cNvSpPr>
              <p:nvPr/>
            </p:nvSpPr>
            <p:spPr bwMode="auto">
              <a:xfrm>
                <a:off x="5498" y="1251"/>
                <a:ext cx="136" cy="35"/>
              </a:xfrm>
              <a:custGeom>
                <a:avLst/>
                <a:gdLst>
                  <a:gd name="T0" fmla="*/ 69 w 71"/>
                  <a:gd name="T1" fmla="*/ 0 h 18"/>
                  <a:gd name="T2" fmla="*/ 46 w 71"/>
                  <a:gd name="T3" fmla="*/ 0 h 18"/>
                  <a:gd name="T4" fmla="*/ 46 w 71"/>
                  <a:gd name="T5" fmla="*/ 18 h 18"/>
                  <a:gd name="T6" fmla="*/ 71 w 71"/>
                  <a:gd name="T7" fmla="*/ 18 h 18"/>
                  <a:gd name="T8" fmla="*/ 69 w 71"/>
                  <a:gd name="T9" fmla="*/ 0 h 18"/>
                  <a:gd name="T10" fmla="*/ 29 w 71"/>
                  <a:gd name="T11" fmla="*/ 0 h 18"/>
                  <a:gd name="T12" fmla="*/ 0 w 71"/>
                  <a:gd name="T13" fmla="*/ 0 h 18"/>
                  <a:gd name="T14" fmla="*/ 3 w 71"/>
                  <a:gd name="T15" fmla="*/ 18 h 18"/>
                  <a:gd name="T16" fmla="*/ 34 w 71"/>
                  <a:gd name="T17" fmla="*/ 18 h 18"/>
                  <a:gd name="T18" fmla="*/ 32 w 71"/>
                  <a:gd name="T19" fmla="*/ 9 h 18"/>
                  <a:gd name="T20" fmla="*/ 29 w 7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
                    <a:moveTo>
                      <a:pt x="69" y="0"/>
                    </a:moveTo>
                    <a:cubicBezTo>
                      <a:pt x="46" y="0"/>
                      <a:pt x="46" y="0"/>
                      <a:pt x="46" y="0"/>
                    </a:cubicBezTo>
                    <a:cubicBezTo>
                      <a:pt x="46" y="7"/>
                      <a:pt x="46" y="13"/>
                      <a:pt x="46" y="18"/>
                    </a:cubicBezTo>
                    <a:cubicBezTo>
                      <a:pt x="71" y="18"/>
                      <a:pt x="71" y="18"/>
                      <a:pt x="71" y="18"/>
                    </a:cubicBezTo>
                    <a:cubicBezTo>
                      <a:pt x="71" y="12"/>
                      <a:pt x="70" y="6"/>
                      <a:pt x="69" y="0"/>
                    </a:cubicBezTo>
                    <a:close/>
                    <a:moveTo>
                      <a:pt x="29" y="0"/>
                    </a:moveTo>
                    <a:cubicBezTo>
                      <a:pt x="0" y="0"/>
                      <a:pt x="0" y="0"/>
                      <a:pt x="0" y="0"/>
                    </a:cubicBezTo>
                    <a:cubicBezTo>
                      <a:pt x="1" y="6"/>
                      <a:pt x="2" y="12"/>
                      <a:pt x="3" y="18"/>
                    </a:cubicBezTo>
                    <a:cubicBezTo>
                      <a:pt x="34" y="18"/>
                      <a:pt x="34" y="18"/>
                      <a:pt x="34" y="18"/>
                    </a:cubicBezTo>
                    <a:cubicBezTo>
                      <a:pt x="33" y="15"/>
                      <a:pt x="33" y="12"/>
                      <a:pt x="32" y="9"/>
                    </a:cubicBezTo>
                    <a:cubicBezTo>
                      <a:pt x="31" y="6"/>
                      <a:pt x="30" y="3"/>
                      <a:pt x="29"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3" name="Freeform 572"/>
              <p:cNvSpPr>
                <a:spLocks noEditPoints="1"/>
              </p:cNvSpPr>
              <p:nvPr/>
            </p:nvSpPr>
            <p:spPr bwMode="auto">
              <a:xfrm>
                <a:off x="5498" y="1253"/>
                <a:ext cx="138" cy="37"/>
              </a:xfrm>
              <a:custGeom>
                <a:avLst/>
                <a:gdLst>
                  <a:gd name="T0" fmla="*/ 70 w 72"/>
                  <a:gd name="T1" fmla="*/ 0 h 19"/>
                  <a:gd name="T2" fmla="*/ 46 w 72"/>
                  <a:gd name="T3" fmla="*/ 0 h 19"/>
                  <a:gd name="T4" fmla="*/ 46 w 72"/>
                  <a:gd name="T5" fmla="*/ 19 h 19"/>
                  <a:gd name="T6" fmla="*/ 72 w 72"/>
                  <a:gd name="T7" fmla="*/ 19 h 19"/>
                  <a:gd name="T8" fmla="*/ 70 w 72"/>
                  <a:gd name="T9" fmla="*/ 0 h 19"/>
                  <a:gd name="T10" fmla="*/ 29 w 72"/>
                  <a:gd name="T11" fmla="*/ 0 h 19"/>
                  <a:gd name="T12" fmla="*/ 0 w 72"/>
                  <a:gd name="T13" fmla="*/ 0 h 19"/>
                  <a:gd name="T14" fmla="*/ 3 w 72"/>
                  <a:gd name="T15" fmla="*/ 19 h 19"/>
                  <a:gd name="T16" fmla="*/ 35 w 72"/>
                  <a:gd name="T17" fmla="*/ 19 h 19"/>
                  <a:gd name="T18" fmla="*/ 32 w 72"/>
                  <a:gd name="T19" fmla="*/ 8 h 19"/>
                  <a:gd name="T20" fmla="*/ 29 w 72"/>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9">
                    <a:moveTo>
                      <a:pt x="70" y="0"/>
                    </a:moveTo>
                    <a:cubicBezTo>
                      <a:pt x="46" y="0"/>
                      <a:pt x="46" y="0"/>
                      <a:pt x="46" y="0"/>
                    </a:cubicBezTo>
                    <a:cubicBezTo>
                      <a:pt x="46" y="7"/>
                      <a:pt x="46" y="14"/>
                      <a:pt x="46" y="19"/>
                    </a:cubicBezTo>
                    <a:cubicBezTo>
                      <a:pt x="72" y="19"/>
                      <a:pt x="72" y="19"/>
                      <a:pt x="72" y="19"/>
                    </a:cubicBezTo>
                    <a:cubicBezTo>
                      <a:pt x="71" y="12"/>
                      <a:pt x="70" y="6"/>
                      <a:pt x="70" y="0"/>
                    </a:cubicBezTo>
                    <a:close/>
                    <a:moveTo>
                      <a:pt x="29" y="0"/>
                    </a:moveTo>
                    <a:cubicBezTo>
                      <a:pt x="0" y="0"/>
                      <a:pt x="0" y="0"/>
                      <a:pt x="0" y="0"/>
                    </a:cubicBezTo>
                    <a:cubicBezTo>
                      <a:pt x="1" y="6"/>
                      <a:pt x="2" y="12"/>
                      <a:pt x="3" y="19"/>
                    </a:cubicBezTo>
                    <a:cubicBezTo>
                      <a:pt x="35" y="19"/>
                      <a:pt x="35" y="19"/>
                      <a:pt x="35" y="19"/>
                    </a:cubicBezTo>
                    <a:cubicBezTo>
                      <a:pt x="34" y="15"/>
                      <a:pt x="33" y="12"/>
                      <a:pt x="32" y="8"/>
                    </a:cubicBezTo>
                    <a:cubicBezTo>
                      <a:pt x="31" y="5"/>
                      <a:pt x="30" y="3"/>
                      <a:pt x="29" y="0"/>
                    </a:cubicBezTo>
                    <a:close/>
                  </a:path>
                </a:pathLst>
              </a:custGeom>
              <a:solidFill>
                <a:srgbClr val="F8F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4" name="Freeform 573"/>
              <p:cNvSpPr>
                <a:spLocks noEditPoints="1"/>
              </p:cNvSpPr>
              <p:nvPr/>
            </p:nvSpPr>
            <p:spPr bwMode="auto">
              <a:xfrm>
                <a:off x="5500" y="1257"/>
                <a:ext cx="136" cy="35"/>
              </a:xfrm>
              <a:custGeom>
                <a:avLst/>
                <a:gdLst>
                  <a:gd name="T0" fmla="*/ 69 w 71"/>
                  <a:gd name="T1" fmla="*/ 0 h 18"/>
                  <a:gd name="T2" fmla="*/ 45 w 71"/>
                  <a:gd name="T3" fmla="*/ 0 h 18"/>
                  <a:gd name="T4" fmla="*/ 45 w 71"/>
                  <a:gd name="T5" fmla="*/ 18 h 18"/>
                  <a:gd name="T6" fmla="*/ 71 w 71"/>
                  <a:gd name="T7" fmla="*/ 18 h 18"/>
                  <a:gd name="T8" fmla="*/ 69 w 71"/>
                  <a:gd name="T9" fmla="*/ 0 h 18"/>
                  <a:gd name="T10" fmla="*/ 29 w 71"/>
                  <a:gd name="T11" fmla="*/ 0 h 18"/>
                  <a:gd name="T12" fmla="*/ 0 w 71"/>
                  <a:gd name="T13" fmla="*/ 0 h 18"/>
                  <a:gd name="T14" fmla="*/ 3 w 71"/>
                  <a:gd name="T15" fmla="*/ 18 h 18"/>
                  <a:gd name="T16" fmla="*/ 34 w 71"/>
                  <a:gd name="T17" fmla="*/ 18 h 18"/>
                  <a:gd name="T18" fmla="*/ 31 w 71"/>
                  <a:gd name="T19" fmla="*/ 6 h 18"/>
                  <a:gd name="T20" fmla="*/ 29 w 7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
                    <a:moveTo>
                      <a:pt x="69" y="0"/>
                    </a:moveTo>
                    <a:cubicBezTo>
                      <a:pt x="45" y="0"/>
                      <a:pt x="45" y="0"/>
                      <a:pt x="45" y="0"/>
                    </a:cubicBezTo>
                    <a:cubicBezTo>
                      <a:pt x="45" y="7"/>
                      <a:pt x="45" y="13"/>
                      <a:pt x="45" y="18"/>
                    </a:cubicBezTo>
                    <a:cubicBezTo>
                      <a:pt x="71" y="18"/>
                      <a:pt x="71" y="18"/>
                      <a:pt x="71" y="18"/>
                    </a:cubicBezTo>
                    <a:cubicBezTo>
                      <a:pt x="70" y="12"/>
                      <a:pt x="69" y="5"/>
                      <a:pt x="69" y="0"/>
                    </a:cubicBezTo>
                    <a:close/>
                    <a:moveTo>
                      <a:pt x="29" y="0"/>
                    </a:moveTo>
                    <a:cubicBezTo>
                      <a:pt x="0" y="0"/>
                      <a:pt x="0" y="0"/>
                      <a:pt x="0" y="0"/>
                    </a:cubicBezTo>
                    <a:cubicBezTo>
                      <a:pt x="1" y="6"/>
                      <a:pt x="2" y="12"/>
                      <a:pt x="3" y="18"/>
                    </a:cubicBezTo>
                    <a:cubicBezTo>
                      <a:pt x="34" y="18"/>
                      <a:pt x="34" y="18"/>
                      <a:pt x="34" y="18"/>
                    </a:cubicBezTo>
                    <a:cubicBezTo>
                      <a:pt x="33" y="14"/>
                      <a:pt x="32" y="10"/>
                      <a:pt x="31" y="6"/>
                    </a:cubicBezTo>
                    <a:cubicBezTo>
                      <a:pt x="30" y="4"/>
                      <a:pt x="29" y="2"/>
                      <a:pt x="29" y="0"/>
                    </a:cubicBezTo>
                    <a:close/>
                  </a:path>
                </a:pathLst>
              </a:custGeom>
              <a:solidFill>
                <a:srgbClr val="F9F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5" name="Freeform 574"/>
              <p:cNvSpPr>
                <a:spLocks noEditPoints="1"/>
              </p:cNvSpPr>
              <p:nvPr/>
            </p:nvSpPr>
            <p:spPr bwMode="auto">
              <a:xfrm>
                <a:off x="5500" y="1259"/>
                <a:ext cx="136" cy="35"/>
              </a:xfrm>
              <a:custGeom>
                <a:avLst/>
                <a:gdLst>
                  <a:gd name="T0" fmla="*/ 69 w 71"/>
                  <a:gd name="T1" fmla="*/ 0 h 18"/>
                  <a:gd name="T2" fmla="*/ 45 w 71"/>
                  <a:gd name="T3" fmla="*/ 0 h 18"/>
                  <a:gd name="T4" fmla="*/ 45 w 71"/>
                  <a:gd name="T5" fmla="*/ 18 h 18"/>
                  <a:gd name="T6" fmla="*/ 71 w 71"/>
                  <a:gd name="T7" fmla="*/ 18 h 18"/>
                  <a:gd name="T8" fmla="*/ 69 w 71"/>
                  <a:gd name="T9" fmla="*/ 0 h 18"/>
                  <a:gd name="T10" fmla="*/ 29 w 71"/>
                  <a:gd name="T11" fmla="*/ 0 h 18"/>
                  <a:gd name="T12" fmla="*/ 0 w 71"/>
                  <a:gd name="T13" fmla="*/ 0 h 18"/>
                  <a:gd name="T14" fmla="*/ 3 w 71"/>
                  <a:gd name="T15" fmla="*/ 18 h 18"/>
                  <a:gd name="T16" fmla="*/ 35 w 71"/>
                  <a:gd name="T17" fmla="*/ 18 h 18"/>
                  <a:gd name="T18" fmla="*/ 31 w 71"/>
                  <a:gd name="T19" fmla="*/ 5 h 18"/>
                  <a:gd name="T20" fmla="*/ 29 w 7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
                    <a:moveTo>
                      <a:pt x="69" y="0"/>
                    </a:moveTo>
                    <a:cubicBezTo>
                      <a:pt x="45" y="0"/>
                      <a:pt x="45" y="0"/>
                      <a:pt x="45" y="0"/>
                    </a:cubicBezTo>
                    <a:cubicBezTo>
                      <a:pt x="45" y="7"/>
                      <a:pt x="45" y="14"/>
                      <a:pt x="45" y="18"/>
                    </a:cubicBezTo>
                    <a:cubicBezTo>
                      <a:pt x="71" y="18"/>
                      <a:pt x="71" y="18"/>
                      <a:pt x="71" y="18"/>
                    </a:cubicBezTo>
                    <a:cubicBezTo>
                      <a:pt x="70" y="12"/>
                      <a:pt x="69" y="6"/>
                      <a:pt x="69" y="0"/>
                    </a:cubicBezTo>
                    <a:close/>
                    <a:moveTo>
                      <a:pt x="29" y="0"/>
                    </a:moveTo>
                    <a:cubicBezTo>
                      <a:pt x="0" y="0"/>
                      <a:pt x="0" y="0"/>
                      <a:pt x="0" y="0"/>
                    </a:cubicBezTo>
                    <a:cubicBezTo>
                      <a:pt x="1" y="6"/>
                      <a:pt x="2" y="12"/>
                      <a:pt x="3" y="18"/>
                    </a:cubicBezTo>
                    <a:cubicBezTo>
                      <a:pt x="35" y="18"/>
                      <a:pt x="35" y="18"/>
                      <a:pt x="35" y="18"/>
                    </a:cubicBezTo>
                    <a:cubicBezTo>
                      <a:pt x="33" y="14"/>
                      <a:pt x="32" y="10"/>
                      <a:pt x="31" y="5"/>
                    </a:cubicBezTo>
                    <a:cubicBezTo>
                      <a:pt x="30" y="3"/>
                      <a:pt x="30" y="2"/>
                      <a:pt x="29"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6" name="Freeform 575"/>
              <p:cNvSpPr>
                <a:spLocks noEditPoints="1"/>
              </p:cNvSpPr>
              <p:nvPr/>
            </p:nvSpPr>
            <p:spPr bwMode="auto">
              <a:xfrm>
                <a:off x="5500" y="1261"/>
                <a:ext cx="136" cy="34"/>
              </a:xfrm>
              <a:custGeom>
                <a:avLst/>
                <a:gdLst>
                  <a:gd name="T0" fmla="*/ 69 w 71"/>
                  <a:gd name="T1" fmla="*/ 0 h 18"/>
                  <a:gd name="T2" fmla="*/ 45 w 71"/>
                  <a:gd name="T3" fmla="*/ 0 h 18"/>
                  <a:gd name="T4" fmla="*/ 45 w 71"/>
                  <a:gd name="T5" fmla="*/ 18 h 18"/>
                  <a:gd name="T6" fmla="*/ 71 w 71"/>
                  <a:gd name="T7" fmla="*/ 18 h 18"/>
                  <a:gd name="T8" fmla="*/ 69 w 71"/>
                  <a:gd name="T9" fmla="*/ 0 h 18"/>
                  <a:gd name="T10" fmla="*/ 29 w 71"/>
                  <a:gd name="T11" fmla="*/ 0 h 18"/>
                  <a:gd name="T12" fmla="*/ 0 w 71"/>
                  <a:gd name="T13" fmla="*/ 0 h 18"/>
                  <a:gd name="T14" fmla="*/ 3 w 71"/>
                  <a:gd name="T15" fmla="*/ 18 h 18"/>
                  <a:gd name="T16" fmla="*/ 35 w 71"/>
                  <a:gd name="T17" fmla="*/ 18 h 18"/>
                  <a:gd name="T18" fmla="*/ 31 w 71"/>
                  <a:gd name="T19" fmla="*/ 4 h 18"/>
                  <a:gd name="T20" fmla="*/ 29 w 7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
                    <a:moveTo>
                      <a:pt x="69" y="0"/>
                    </a:moveTo>
                    <a:cubicBezTo>
                      <a:pt x="45" y="0"/>
                      <a:pt x="45" y="0"/>
                      <a:pt x="45" y="0"/>
                    </a:cubicBezTo>
                    <a:cubicBezTo>
                      <a:pt x="45" y="8"/>
                      <a:pt x="45" y="14"/>
                      <a:pt x="45" y="18"/>
                    </a:cubicBezTo>
                    <a:cubicBezTo>
                      <a:pt x="71" y="18"/>
                      <a:pt x="71" y="18"/>
                      <a:pt x="71" y="18"/>
                    </a:cubicBezTo>
                    <a:cubicBezTo>
                      <a:pt x="70" y="13"/>
                      <a:pt x="70" y="6"/>
                      <a:pt x="69" y="0"/>
                    </a:cubicBezTo>
                    <a:close/>
                    <a:moveTo>
                      <a:pt x="29" y="0"/>
                    </a:moveTo>
                    <a:cubicBezTo>
                      <a:pt x="0" y="0"/>
                      <a:pt x="0" y="0"/>
                      <a:pt x="0" y="0"/>
                    </a:cubicBezTo>
                    <a:cubicBezTo>
                      <a:pt x="1" y="6"/>
                      <a:pt x="2" y="12"/>
                      <a:pt x="3" y="18"/>
                    </a:cubicBezTo>
                    <a:cubicBezTo>
                      <a:pt x="35" y="18"/>
                      <a:pt x="35" y="18"/>
                      <a:pt x="35" y="18"/>
                    </a:cubicBezTo>
                    <a:cubicBezTo>
                      <a:pt x="34" y="14"/>
                      <a:pt x="32" y="9"/>
                      <a:pt x="31" y="4"/>
                    </a:cubicBezTo>
                    <a:cubicBezTo>
                      <a:pt x="30" y="3"/>
                      <a:pt x="30" y="1"/>
                      <a:pt x="29" y="0"/>
                    </a:cubicBezTo>
                    <a:close/>
                  </a:path>
                </a:pathLst>
              </a:custGeom>
              <a:solidFill>
                <a:srgbClr val="FB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7" name="Freeform 576"/>
              <p:cNvSpPr>
                <a:spLocks noEditPoints="1"/>
              </p:cNvSpPr>
              <p:nvPr/>
            </p:nvSpPr>
            <p:spPr bwMode="auto">
              <a:xfrm>
                <a:off x="5500" y="1263"/>
                <a:ext cx="136" cy="36"/>
              </a:xfrm>
              <a:custGeom>
                <a:avLst/>
                <a:gdLst>
                  <a:gd name="T0" fmla="*/ 69 w 71"/>
                  <a:gd name="T1" fmla="*/ 0 h 19"/>
                  <a:gd name="T2" fmla="*/ 45 w 71"/>
                  <a:gd name="T3" fmla="*/ 0 h 19"/>
                  <a:gd name="T4" fmla="*/ 45 w 71"/>
                  <a:gd name="T5" fmla="*/ 19 h 19"/>
                  <a:gd name="T6" fmla="*/ 71 w 71"/>
                  <a:gd name="T7" fmla="*/ 19 h 19"/>
                  <a:gd name="T8" fmla="*/ 69 w 71"/>
                  <a:gd name="T9" fmla="*/ 0 h 19"/>
                  <a:gd name="T10" fmla="*/ 30 w 71"/>
                  <a:gd name="T11" fmla="*/ 0 h 19"/>
                  <a:gd name="T12" fmla="*/ 0 w 71"/>
                  <a:gd name="T13" fmla="*/ 0 h 19"/>
                  <a:gd name="T14" fmla="*/ 3 w 71"/>
                  <a:gd name="T15" fmla="*/ 19 h 19"/>
                  <a:gd name="T16" fmla="*/ 36 w 71"/>
                  <a:gd name="T17" fmla="*/ 19 h 19"/>
                  <a:gd name="T18" fmla="*/ 31 w 71"/>
                  <a:gd name="T19" fmla="*/ 3 h 19"/>
                  <a:gd name="T20" fmla="*/ 30 w 71"/>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9">
                    <a:moveTo>
                      <a:pt x="69" y="0"/>
                    </a:moveTo>
                    <a:cubicBezTo>
                      <a:pt x="45" y="0"/>
                      <a:pt x="45" y="0"/>
                      <a:pt x="45" y="0"/>
                    </a:cubicBezTo>
                    <a:cubicBezTo>
                      <a:pt x="45" y="8"/>
                      <a:pt x="45" y="15"/>
                      <a:pt x="45" y="19"/>
                    </a:cubicBezTo>
                    <a:cubicBezTo>
                      <a:pt x="71" y="19"/>
                      <a:pt x="71" y="19"/>
                      <a:pt x="71" y="19"/>
                    </a:cubicBezTo>
                    <a:cubicBezTo>
                      <a:pt x="70" y="13"/>
                      <a:pt x="70" y="6"/>
                      <a:pt x="69" y="0"/>
                    </a:cubicBezTo>
                    <a:close/>
                    <a:moveTo>
                      <a:pt x="30" y="0"/>
                    </a:moveTo>
                    <a:cubicBezTo>
                      <a:pt x="0" y="0"/>
                      <a:pt x="0" y="0"/>
                      <a:pt x="0" y="0"/>
                    </a:cubicBezTo>
                    <a:cubicBezTo>
                      <a:pt x="1" y="6"/>
                      <a:pt x="2" y="13"/>
                      <a:pt x="3" y="19"/>
                    </a:cubicBezTo>
                    <a:cubicBezTo>
                      <a:pt x="36" y="19"/>
                      <a:pt x="36" y="19"/>
                      <a:pt x="36" y="19"/>
                    </a:cubicBezTo>
                    <a:cubicBezTo>
                      <a:pt x="34" y="14"/>
                      <a:pt x="32" y="8"/>
                      <a:pt x="31" y="3"/>
                    </a:cubicBezTo>
                    <a:cubicBezTo>
                      <a:pt x="30" y="2"/>
                      <a:pt x="30" y="1"/>
                      <a:pt x="30" y="0"/>
                    </a:cubicBezTo>
                    <a:close/>
                  </a:path>
                </a:pathLst>
              </a:custGeom>
              <a:solidFill>
                <a:srgbClr val="FD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8" name="Freeform 577"/>
              <p:cNvSpPr>
                <a:spLocks noEditPoints="1"/>
              </p:cNvSpPr>
              <p:nvPr/>
            </p:nvSpPr>
            <p:spPr bwMode="auto">
              <a:xfrm>
                <a:off x="5500" y="1267"/>
                <a:ext cx="136" cy="34"/>
              </a:xfrm>
              <a:custGeom>
                <a:avLst/>
                <a:gdLst>
                  <a:gd name="T0" fmla="*/ 69 w 71"/>
                  <a:gd name="T1" fmla="*/ 0 h 18"/>
                  <a:gd name="T2" fmla="*/ 45 w 71"/>
                  <a:gd name="T3" fmla="*/ 0 h 18"/>
                  <a:gd name="T4" fmla="*/ 44 w 71"/>
                  <a:gd name="T5" fmla="*/ 18 h 18"/>
                  <a:gd name="T6" fmla="*/ 44 w 71"/>
                  <a:gd name="T7" fmla="*/ 18 h 18"/>
                  <a:gd name="T8" fmla="*/ 71 w 71"/>
                  <a:gd name="T9" fmla="*/ 18 h 18"/>
                  <a:gd name="T10" fmla="*/ 69 w 71"/>
                  <a:gd name="T11" fmla="*/ 0 h 18"/>
                  <a:gd name="T12" fmla="*/ 30 w 71"/>
                  <a:gd name="T13" fmla="*/ 0 h 18"/>
                  <a:gd name="T14" fmla="*/ 0 w 71"/>
                  <a:gd name="T15" fmla="*/ 0 h 18"/>
                  <a:gd name="T16" fmla="*/ 3 w 71"/>
                  <a:gd name="T17" fmla="*/ 18 h 18"/>
                  <a:gd name="T18" fmla="*/ 36 w 71"/>
                  <a:gd name="T19" fmla="*/ 18 h 18"/>
                  <a:gd name="T20" fmla="*/ 31 w 71"/>
                  <a:gd name="T21" fmla="*/ 1 h 18"/>
                  <a:gd name="T22" fmla="*/ 30 w 71"/>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18">
                    <a:moveTo>
                      <a:pt x="69" y="0"/>
                    </a:moveTo>
                    <a:cubicBezTo>
                      <a:pt x="45" y="0"/>
                      <a:pt x="45" y="0"/>
                      <a:pt x="45" y="0"/>
                    </a:cubicBezTo>
                    <a:cubicBezTo>
                      <a:pt x="45" y="8"/>
                      <a:pt x="45" y="15"/>
                      <a:pt x="44" y="18"/>
                    </a:cubicBezTo>
                    <a:cubicBezTo>
                      <a:pt x="44" y="18"/>
                      <a:pt x="44" y="18"/>
                      <a:pt x="44" y="18"/>
                    </a:cubicBezTo>
                    <a:cubicBezTo>
                      <a:pt x="71" y="18"/>
                      <a:pt x="71" y="18"/>
                      <a:pt x="71" y="18"/>
                    </a:cubicBezTo>
                    <a:cubicBezTo>
                      <a:pt x="71" y="12"/>
                      <a:pt x="70" y="6"/>
                      <a:pt x="69" y="0"/>
                    </a:cubicBezTo>
                    <a:close/>
                    <a:moveTo>
                      <a:pt x="30" y="0"/>
                    </a:moveTo>
                    <a:cubicBezTo>
                      <a:pt x="0" y="0"/>
                      <a:pt x="0" y="0"/>
                      <a:pt x="0" y="0"/>
                    </a:cubicBezTo>
                    <a:cubicBezTo>
                      <a:pt x="1" y="6"/>
                      <a:pt x="2" y="12"/>
                      <a:pt x="3" y="18"/>
                    </a:cubicBezTo>
                    <a:cubicBezTo>
                      <a:pt x="36" y="18"/>
                      <a:pt x="36" y="18"/>
                      <a:pt x="36" y="18"/>
                    </a:cubicBezTo>
                    <a:cubicBezTo>
                      <a:pt x="34" y="13"/>
                      <a:pt x="32" y="7"/>
                      <a:pt x="31" y="1"/>
                    </a:cubicBezTo>
                    <a:lnTo>
                      <a:pt x="30" y="0"/>
                    </a:ln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49" name="Freeform 578"/>
              <p:cNvSpPr>
                <a:spLocks noEditPoints="1"/>
              </p:cNvSpPr>
              <p:nvPr/>
            </p:nvSpPr>
            <p:spPr bwMode="auto">
              <a:xfrm>
                <a:off x="5502" y="1269"/>
                <a:ext cx="136" cy="34"/>
              </a:xfrm>
              <a:custGeom>
                <a:avLst/>
                <a:gdLst>
                  <a:gd name="T0" fmla="*/ 68 w 71"/>
                  <a:gd name="T1" fmla="*/ 0 h 18"/>
                  <a:gd name="T2" fmla="*/ 44 w 71"/>
                  <a:gd name="T3" fmla="*/ 0 h 18"/>
                  <a:gd name="T4" fmla="*/ 43 w 71"/>
                  <a:gd name="T5" fmla="*/ 17 h 18"/>
                  <a:gd name="T6" fmla="*/ 43 w 71"/>
                  <a:gd name="T7" fmla="*/ 18 h 18"/>
                  <a:gd name="T8" fmla="*/ 71 w 71"/>
                  <a:gd name="T9" fmla="*/ 18 h 18"/>
                  <a:gd name="T10" fmla="*/ 68 w 71"/>
                  <a:gd name="T11" fmla="*/ 0 h 18"/>
                  <a:gd name="T12" fmla="*/ 30 w 71"/>
                  <a:gd name="T13" fmla="*/ 0 h 18"/>
                  <a:gd name="T14" fmla="*/ 0 w 71"/>
                  <a:gd name="T15" fmla="*/ 0 h 18"/>
                  <a:gd name="T16" fmla="*/ 3 w 71"/>
                  <a:gd name="T17" fmla="*/ 18 h 18"/>
                  <a:gd name="T18" fmla="*/ 36 w 71"/>
                  <a:gd name="T19" fmla="*/ 18 h 18"/>
                  <a:gd name="T20" fmla="*/ 30 w 7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
                    <a:moveTo>
                      <a:pt x="68" y="0"/>
                    </a:moveTo>
                    <a:cubicBezTo>
                      <a:pt x="44" y="0"/>
                      <a:pt x="44" y="0"/>
                      <a:pt x="44" y="0"/>
                    </a:cubicBezTo>
                    <a:cubicBezTo>
                      <a:pt x="44" y="8"/>
                      <a:pt x="44" y="14"/>
                      <a:pt x="43" y="17"/>
                    </a:cubicBezTo>
                    <a:cubicBezTo>
                      <a:pt x="43" y="18"/>
                      <a:pt x="43" y="18"/>
                      <a:pt x="43" y="18"/>
                    </a:cubicBezTo>
                    <a:cubicBezTo>
                      <a:pt x="71" y="18"/>
                      <a:pt x="71" y="18"/>
                      <a:pt x="71" y="18"/>
                    </a:cubicBezTo>
                    <a:cubicBezTo>
                      <a:pt x="70" y="13"/>
                      <a:pt x="69" y="6"/>
                      <a:pt x="68" y="0"/>
                    </a:cubicBezTo>
                    <a:close/>
                    <a:moveTo>
                      <a:pt x="30" y="0"/>
                    </a:moveTo>
                    <a:cubicBezTo>
                      <a:pt x="0" y="0"/>
                      <a:pt x="0" y="0"/>
                      <a:pt x="0" y="0"/>
                    </a:cubicBezTo>
                    <a:cubicBezTo>
                      <a:pt x="1" y="6"/>
                      <a:pt x="2" y="12"/>
                      <a:pt x="3" y="18"/>
                    </a:cubicBezTo>
                    <a:cubicBezTo>
                      <a:pt x="36" y="18"/>
                      <a:pt x="36" y="18"/>
                      <a:pt x="36" y="18"/>
                    </a:cubicBezTo>
                    <a:cubicBezTo>
                      <a:pt x="34" y="13"/>
                      <a:pt x="31" y="6"/>
                      <a:pt x="3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0" name="Freeform 579"/>
              <p:cNvSpPr>
                <a:spLocks/>
              </p:cNvSpPr>
              <p:nvPr/>
            </p:nvSpPr>
            <p:spPr bwMode="auto">
              <a:xfrm>
                <a:off x="3306" y="1694"/>
                <a:ext cx="75" cy="36"/>
              </a:xfrm>
              <a:custGeom>
                <a:avLst/>
                <a:gdLst>
                  <a:gd name="T0" fmla="*/ 1 w 39"/>
                  <a:gd name="T1" fmla="*/ 0 h 19"/>
                  <a:gd name="T2" fmla="*/ 39 w 39"/>
                  <a:gd name="T3" fmla="*/ 0 h 19"/>
                  <a:gd name="T4" fmla="*/ 36 w 39"/>
                  <a:gd name="T5" fmla="*/ 19 h 19"/>
                  <a:gd name="T6" fmla="*/ 0 w 39"/>
                  <a:gd name="T7" fmla="*/ 19 h 19"/>
                  <a:gd name="T8" fmla="*/ 1 w 39"/>
                  <a:gd name="T9" fmla="*/ 0 h 19"/>
                </a:gdLst>
                <a:ahLst/>
                <a:cxnLst>
                  <a:cxn ang="0">
                    <a:pos x="T0" y="T1"/>
                  </a:cxn>
                  <a:cxn ang="0">
                    <a:pos x="T2" y="T3"/>
                  </a:cxn>
                  <a:cxn ang="0">
                    <a:pos x="T4" y="T5"/>
                  </a:cxn>
                  <a:cxn ang="0">
                    <a:pos x="T6" y="T7"/>
                  </a:cxn>
                  <a:cxn ang="0">
                    <a:pos x="T8" y="T9"/>
                  </a:cxn>
                </a:cxnLst>
                <a:rect l="0" t="0" r="r" b="b"/>
                <a:pathLst>
                  <a:path w="39" h="19">
                    <a:moveTo>
                      <a:pt x="1" y="0"/>
                    </a:moveTo>
                    <a:cubicBezTo>
                      <a:pt x="39" y="0"/>
                      <a:pt x="39" y="0"/>
                      <a:pt x="39" y="0"/>
                    </a:cubicBezTo>
                    <a:cubicBezTo>
                      <a:pt x="38" y="6"/>
                      <a:pt x="37" y="13"/>
                      <a:pt x="36" y="19"/>
                    </a:cubicBezTo>
                    <a:cubicBezTo>
                      <a:pt x="0" y="19"/>
                      <a:pt x="0" y="19"/>
                      <a:pt x="0" y="19"/>
                    </a:cubicBezTo>
                    <a:cubicBezTo>
                      <a:pt x="0" y="13"/>
                      <a:pt x="0" y="6"/>
                      <a:pt x="1" y="0"/>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1" name="Freeform 580"/>
              <p:cNvSpPr>
                <a:spLocks/>
              </p:cNvSpPr>
              <p:nvPr/>
            </p:nvSpPr>
            <p:spPr bwMode="auto">
              <a:xfrm>
                <a:off x="3306" y="1697"/>
                <a:ext cx="73" cy="35"/>
              </a:xfrm>
              <a:custGeom>
                <a:avLst/>
                <a:gdLst>
                  <a:gd name="T0" fmla="*/ 0 w 38"/>
                  <a:gd name="T1" fmla="*/ 0 h 18"/>
                  <a:gd name="T2" fmla="*/ 38 w 38"/>
                  <a:gd name="T3" fmla="*/ 0 h 18"/>
                  <a:gd name="T4" fmla="*/ 35 w 38"/>
                  <a:gd name="T5" fmla="*/ 18 h 18"/>
                  <a:gd name="T6" fmla="*/ 1 w 38"/>
                  <a:gd name="T7" fmla="*/ 18 h 18"/>
                  <a:gd name="T8" fmla="*/ 0 w 38"/>
                  <a:gd name="T9" fmla="*/ 0 h 18"/>
                </a:gdLst>
                <a:ahLst/>
                <a:cxnLst>
                  <a:cxn ang="0">
                    <a:pos x="T0" y="T1"/>
                  </a:cxn>
                  <a:cxn ang="0">
                    <a:pos x="T2" y="T3"/>
                  </a:cxn>
                  <a:cxn ang="0">
                    <a:pos x="T4" y="T5"/>
                  </a:cxn>
                  <a:cxn ang="0">
                    <a:pos x="T6" y="T7"/>
                  </a:cxn>
                  <a:cxn ang="0">
                    <a:pos x="T8" y="T9"/>
                  </a:cxn>
                </a:cxnLst>
                <a:rect l="0" t="0" r="r" b="b"/>
                <a:pathLst>
                  <a:path w="38" h="18">
                    <a:moveTo>
                      <a:pt x="0" y="0"/>
                    </a:moveTo>
                    <a:cubicBezTo>
                      <a:pt x="38" y="0"/>
                      <a:pt x="38" y="0"/>
                      <a:pt x="38" y="0"/>
                    </a:cubicBezTo>
                    <a:cubicBezTo>
                      <a:pt x="38" y="6"/>
                      <a:pt x="36" y="12"/>
                      <a:pt x="35" y="18"/>
                    </a:cubicBezTo>
                    <a:cubicBezTo>
                      <a:pt x="1" y="18"/>
                      <a:pt x="1" y="18"/>
                      <a:pt x="1" y="18"/>
                    </a:cubicBezTo>
                    <a:cubicBezTo>
                      <a:pt x="0" y="12"/>
                      <a:pt x="0" y="5"/>
                      <a:pt x="0" y="0"/>
                    </a:cubicBezTo>
                    <a:close/>
                  </a:path>
                </a:pathLst>
              </a:custGeom>
              <a:solidFill>
                <a:srgbClr val="C1BF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2" name="Freeform 581"/>
              <p:cNvSpPr>
                <a:spLocks/>
              </p:cNvSpPr>
              <p:nvPr/>
            </p:nvSpPr>
            <p:spPr bwMode="auto">
              <a:xfrm>
                <a:off x="3306" y="1699"/>
                <a:ext cx="73" cy="35"/>
              </a:xfrm>
              <a:custGeom>
                <a:avLst/>
                <a:gdLst>
                  <a:gd name="T0" fmla="*/ 0 w 38"/>
                  <a:gd name="T1" fmla="*/ 0 h 18"/>
                  <a:gd name="T2" fmla="*/ 38 w 38"/>
                  <a:gd name="T3" fmla="*/ 0 h 18"/>
                  <a:gd name="T4" fmla="*/ 35 w 38"/>
                  <a:gd name="T5" fmla="*/ 18 h 18"/>
                  <a:gd name="T6" fmla="*/ 1 w 38"/>
                  <a:gd name="T7" fmla="*/ 18 h 18"/>
                  <a:gd name="T8" fmla="*/ 0 w 38"/>
                  <a:gd name="T9" fmla="*/ 0 h 18"/>
                </a:gdLst>
                <a:ahLst/>
                <a:cxnLst>
                  <a:cxn ang="0">
                    <a:pos x="T0" y="T1"/>
                  </a:cxn>
                  <a:cxn ang="0">
                    <a:pos x="T2" y="T3"/>
                  </a:cxn>
                  <a:cxn ang="0">
                    <a:pos x="T4" y="T5"/>
                  </a:cxn>
                  <a:cxn ang="0">
                    <a:pos x="T6" y="T7"/>
                  </a:cxn>
                  <a:cxn ang="0">
                    <a:pos x="T8" y="T9"/>
                  </a:cxn>
                </a:cxnLst>
                <a:rect l="0" t="0" r="r" b="b"/>
                <a:pathLst>
                  <a:path w="38" h="18">
                    <a:moveTo>
                      <a:pt x="0" y="0"/>
                    </a:moveTo>
                    <a:cubicBezTo>
                      <a:pt x="38" y="0"/>
                      <a:pt x="38" y="0"/>
                      <a:pt x="38" y="0"/>
                    </a:cubicBezTo>
                    <a:cubicBezTo>
                      <a:pt x="37" y="6"/>
                      <a:pt x="36" y="13"/>
                      <a:pt x="35" y="18"/>
                    </a:cubicBezTo>
                    <a:cubicBezTo>
                      <a:pt x="1" y="18"/>
                      <a:pt x="1" y="18"/>
                      <a:pt x="1" y="18"/>
                    </a:cubicBezTo>
                    <a:cubicBezTo>
                      <a:pt x="0" y="13"/>
                      <a:pt x="0" y="6"/>
                      <a:pt x="0" y="0"/>
                    </a:cubicBezTo>
                    <a:close/>
                  </a:path>
                </a:pathLst>
              </a:custGeom>
              <a:solidFill>
                <a:srgbClr val="C2C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3" name="Freeform 582"/>
              <p:cNvSpPr>
                <a:spLocks/>
              </p:cNvSpPr>
              <p:nvPr/>
            </p:nvSpPr>
            <p:spPr bwMode="auto">
              <a:xfrm>
                <a:off x="3306" y="1701"/>
                <a:ext cx="73" cy="35"/>
              </a:xfrm>
              <a:custGeom>
                <a:avLst/>
                <a:gdLst>
                  <a:gd name="T0" fmla="*/ 0 w 38"/>
                  <a:gd name="T1" fmla="*/ 0 h 18"/>
                  <a:gd name="T2" fmla="*/ 38 w 38"/>
                  <a:gd name="T3" fmla="*/ 0 h 18"/>
                  <a:gd name="T4" fmla="*/ 35 w 38"/>
                  <a:gd name="T5" fmla="*/ 18 h 18"/>
                  <a:gd name="T6" fmla="*/ 1 w 38"/>
                  <a:gd name="T7" fmla="*/ 18 h 18"/>
                  <a:gd name="T8" fmla="*/ 0 w 38"/>
                  <a:gd name="T9" fmla="*/ 0 h 18"/>
                </a:gdLst>
                <a:ahLst/>
                <a:cxnLst>
                  <a:cxn ang="0">
                    <a:pos x="T0" y="T1"/>
                  </a:cxn>
                  <a:cxn ang="0">
                    <a:pos x="T2" y="T3"/>
                  </a:cxn>
                  <a:cxn ang="0">
                    <a:pos x="T4" y="T5"/>
                  </a:cxn>
                  <a:cxn ang="0">
                    <a:pos x="T6" y="T7"/>
                  </a:cxn>
                  <a:cxn ang="0">
                    <a:pos x="T8" y="T9"/>
                  </a:cxn>
                </a:cxnLst>
                <a:rect l="0" t="0" r="r" b="b"/>
                <a:pathLst>
                  <a:path w="38" h="18">
                    <a:moveTo>
                      <a:pt x="0" y="0"/>
                    </a:moveTo>
                    <a:cubicBezTo>
                      <a:pt x="38" y="0"/>
                      <a:pt x="38" y="0"/>
                      <a:pt x="38" y="0"/>
                    </a:cubicBezTo>
                    <a:cubicBezTo>
                      <a:pt x="37" y="7"/>
                      <a:pt x="36" y="13"/>
                      <a:pt x="35" y="18"/>
                    </a:cubicBezTo>
                    <a:cubicBezTo>
                      <a:pt x="1" y="18"/>
                      <a:pt x="1" y="18"/>
                      <a:pt x="1" y="18"/>
                    </a:cubicBezTo>
                    <a:cubicBezTo>
                      <a:pt x="0" y="13"/>
                      <a:pt x="0" y="6"/>
                      <a:pt x="0" y="0"/>
                    </a:cubicBezTo>
                    <a:close/>
                  </a:path>
                </a:pathLst>
              </a:custGeom>
              <a:solidFill>
                <a:srgbClr val="C4C2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4" name="Freeform 583"/>
              <p:cNvSpPr>
                <a:spLocks/>
              </p:cNvSpPr>
              <p:nvPr/>
            </p:nvSpPr>
            <p:spPr bwMode="auto">
              <a:xfrm>
                <a:off x="3306" y="1703"/>
                <a:ext cx="73" cy="37"/>
              </a:xfrm>
              <a:custGeom>
                <a:avLst/>
                <a:gdLst>
                  <a:gd name="T0" fmla="*/ 0 w 38"/>
                  <a:gd name="T1" fmla="*/ 0 h 19"/>
                  <a:gd name="T2" fmla="*/ 38 w 38"/>
                  <a:gd name="T3" fmla="*/ 0 h 19"/>
                  <a:gd name="T4" fmla="*/ 35 w 38"/>
                  <a:gd name="T5" fmla="*/ 19 h 19"/>
                  <a:gd name="T6" fmla="*/ 1 w 38"/>
                  <a:gd name="T7" fmla="*/ 19 h 19"/>
                  <a:gd name="T8" fmla="*/ 0 w 38"/>
                  <a:gd name="T9" fmla="*/ 0 h 19"/>
                </a:gdLst>
                <a:ahLst/>
                <a:cxnLst>
                  <a:cxn ang="0">
                    <a:pos x="T0" y="T1"/>
                  </a:cxn>
                  <a:cxn ang="0">
                    <a:pos x="T2" y="T3"/>
                  </a:cxn>
                  <a:cxn ang="0">
                    <a:pos x="T4" y="T5"/>
                  </a:cxn>
                  <a:cxn ang="0">
                    <a:pos x="T6" y="T7"/>
                  </a:cxn>
                  <a:cxn ang="0">
                    <a:pos x="T8" y="T9"/>
                  </a:cxn>
                </a:cxnLst>
                <a:rect l="0" t="0" r="r" b="b"/>
                <a:pathLst>
                  <a:path w="38" h="19">
                    <a:moveTo>
                      <a:pt x="0" y="0"/>
                    </a:moveTo>
                    <a:cubicBezTo>
                      <a:pt x="38" y="0"/>
                      <a:pt x="38" y="0"/>
                      <a:pt x="38" y="0"/>
                    </a:cubicBezTo>
                    <a:cubicBezTo>
                      <a:pt x="37" y="7"/>
                      <a:pt x="36" y="13"/>
                      <a:pt x="35" y="19"/>
                    </a:cubicBezTo>
                    <a:cubicBezTo>
                      <a:pt x="1" y="19"/>
                      <a:pt x="1" y="19"/>
                      <a:pt x="1" y="19"/>
                    </a:cubicBezTo>
                    <a:cubicBezTo>
                      <a:pt x="0" y="13"/>
                      <a:pt x="0" y="7"/>
                      <a:pt x="0" y="0"/>
                    </a:cubicBezTo>
                    <a:close/>
                  </a:path>
                </a:pathLst>
              </a:custGeom>
              <a:solidFill>
                <a:srgbClr val="C5C3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5" name="Freeform 584"/>
              <p:cNvSpPr>
                <a:spLocks/>
              </p:cNvSpPr>
              <p:nvPr/>
            </p:nvSpPr>
            <p:spPr bwMode="auto">
              <a:xfrm>
                <a:off x="3306" y="1707"/>
                <a:ext cx="73" cy="34"/>
              </a:xfrm>
              <a:custGeom>
                <a:avLst/>
                <a:gdLst>
                  <a:gd name="T0" fmla="*/ 0 w 38"/>
                  <a:gd name="T1" fmla="*/ 0 h 18"/>
                  <a:gd name="T2" fmla="*/ 38 w 38"/>
                  <a:gd name="T3" fmla="*/ 0 h 18"/>
                  <a:gd name="T4" fmla="*/ 35 w 38"/>
                  <a:gd name="T5" fmla="*/ 18 h 18"/>
                  <a:gd name="T6" fmla="*/ 1 w 38"/>
                  <a:gd name="T7" fmla="*/ 18 h 18"/>
                  <a:gd name="T8" fmla="*/ 0 w 38"/>
                  <a:gd name="T9" fmla="*/ 0 h 18"/>
                </a:gdLst>
                <a:ahLst/>
                <a:cxnLst>
                  <a:cxn ang="0">
                    <a:pos x="T0" y="T1"/>
                  </a:cxn>
                  <a:cxn ang="0">
                    <a:pos x="T2" y="T3"/>
                  </a:cxn>
                  <a:cxn ang="0">
                    <a:pos x="T4" y="T5"/>
                  </a:cxn>
                  <a:cxn ang="0">
                    <a:pos x="T6" y="T7"/>
                  </a:cxn>
                  <a:cxn ang="0">
                    <a:pos x="T8" y="T9"/>
                  </a:cxn>
                </a:cxnLst>
                <a:rect l="0" t="0" r="r" b="b"/>
                <a:pathLst>
                  <a:path w="38" h="18">
                    <a:moveTo>
                      <a:pt x="0" y="0"/>
                    </a:moveTo>
                    <a:cubicBezTo>
                      <a:pt x="38" y="0"/>
                      <a:pt x="38" y="0"/>
                      <a:pt x="38" y="0"/>
                    </a:cubicBezTo>
                    <a:cubicBezTo>
                      <a:pt x="37" y="6"/>
                      <a:pt x="35" y="13"/>
                      <a:pt x="35" y="18"/>
                    </a:cubicBezTo>
                    <a:cubicBezTo>
                      <a:pt x="1" y="18"/>
                      <a:pt x="1" y="18"/>
                      <a:pt x="1" y="18"/>
                    </a:cubicBezTo>
                    <a:cubicBezTo>
                      <a:pt x="0" y="13"/>
                      <a:pt x="0" y="6"/>
                      <a:pt x="0" y="0"/>
                    </a:cubicBezTo>
                    <a:close/>
                  </a:path>
                </a:pathLst>
              </a:custGeom>
              <a:solidFill>
                <a:srgbClr val="C6C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6" name="Freeform 585"/>
              <p:cNvSpPr>
                <a:spLocks/>
              </p:cNvSpPr>
              <p:nvPr/>
            </p:nvSpPr>
            <p:spPr bwMode="auto">
              <a:xfrm>
                <a:off x="3306" y="1709"/>
                <a:ext cx="71" cy="34"/>
              </a:xfrm>
              <a:custGeom>
                <a:avLst/>
                <a:gdLst>
                  <a:gd name="T0" fmla="*/ 0 w 37"/>
                  <a:gd name="T1" fmla="*/ 0 h 18"/>
                  <a:gd name="T2" fmla="*/ 37 w 37"/>
                  <a:gd name="T3" fmla="*/ 0 h 18"/>
                  <a:gd name="T4" fmla="*/ 35 w 37"/>
                  <a:gd name="T5" fmla="*/ 18 h 18"/>
                  <a:gd name="T6" fmla="*/ 2 w 37"/>
                  <a:gd name="T7" fmla="*/ 18 h 18"/>
                  <a:gd name="T8" fmla="*/ 0 w 37"/>
                  <a:gd name="T9" fmla="*/ 0 h 18"/>
                </a:gdLst>
                <a:ahLst/>
                <a:cxnLst>
                  <a:cxn ang="0">
                    <a:pos x="T0" y="T1"/>
                  </a:cxn>
                  <a:cxn ang="0">
                    <a:pos x="T2" y="T3"/>
                  </a:cxn>
                  <a:cxn ang="0">
                    <a:pos x="T4" y="T5"/>
                  </a:cxn>
                  <a:cxn ang="0">
                    <a:pos x="T6" y="T7"/>
                  </a:cxn>
                  <a:cxn ang="0">
                    <a:pos x="T8" y="T9"/>
                  </a:cxn>
                </a:cxnLst>
                <a:rect l="0" t="0" r="r" b="b"/>
                <a:pathLst>
                  <a:path w="37" h="18">
                    <a:moveTo>
                      <a:pt x="0" y="0"/>
                    </a:moveTo>
                    <a:cubicBezTo>
                      <a:pt x="37" y="0"/>
                      <a:pt x="37" y="0"/>
                      <a:pt x="37" y="0"/>
                    </a:cubicBezTo>
                    <a:cubicBezTo>
                      <a:pt x="36" y="7"/>
                      <a:pt x="35" y="13"/>
                      <a:pt x="35" y="18"/>
                    </a:cubicBezTo>
                    <a:cubicBezTo>
                      <a:pt x="2" y="18"/>
                      <a:pt x="2" y="18"/>
                      <a:pt x="2" y="18"/>
                    </a:cubicBezTo>
                    <a:cubicBezTo>
                      <a:pt x="1" y="13"/>
                      <a:pt x="0" y="6"/>
                      <a:pt x="0" y="0"/>
                    </a:cubicBezTo>
                    <a:close/>
                  </a:path>
                </a:pathLst>
              </a:custGeom>
              <a:solidFill>
                <a:srgbClr val="C7C6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7" name="Freeform 586"/>
              <p:cNvSpPr>
                <a:spLocks/>
              </p:cNvSpPr>
              <p:nvPr/>
            </p:nvSpPr>
            <p:spPr bwMode="auto">
              <a:xfrm>
                <a:off x="3306" y="1711"/>
                <a:ext cx="71" cy="36"/>
              </a:xfrm>
              <a:custGeom>
                <a:avLst/>
                <a:gdLst>
                  <a:gd name="T0" fmla="*/ 0 w 37"/>
                  <a:gd name="T1" fmla="*/ 0 h 19"/>
                  <a:gd name="T2" fmla="*/ 37 w 37"/>
                  <a:gd name="T3" fmla="*/ 0 h 19"/>
                  <a:gd name="T4" fmla="*/ 35 w 37"/>
                  <a:gd name="T5" fmla="*/ 19 h 19"/>
                  <a:gd name="T6" fmla="*/ 2 w 37"/>
                  <a:gd name="T7" fmla="*/ 19 h 19"/>
                  <a:gd name="T8" fmla="*/ 0 w 37"/>
                  <a:gd name="T9" fmla="*/ 0 h 19"/>
                </a:gdLst>
                <a:ahLst/>
                <a:cxnLst>
                  <a:cxn ang="0">
                    <a:pos x="T0" y="T1"/>
                  </a:cxn>
                  <a:cxn ang="0">
                    <a:pos x="T2" y="T3"/>
                  </a:cxn>
                  <a:cxn ang="0">
                    <a:pos x="T4" y="T5"/>
                  </a:cxn>
                  <a:cxn ang="0">
                    <a:pos x="T6" y="T7"/>
                  </a:cxn>
                  <a:cxn ang="0">
                    <a:pos x="T8" y="T9"/>
                  </a:cxn>
                </a:cxnLst>
                <a:rect l="0" t="0" r="r" b="b"/>
                <a:pathLst>
                  <a:path w="37" h="19">
                    <a:moveTo>
                      <a:pt x="0" y="0"/>
                    </a:moveTo>
                    <a:cubicBezTo>
                      <a:pt x="37" y="0"/>
                      <a:pt x="37" y="0"/>
                      <a:pt x="37" y="0"/>
                    </a:cubicBezTo>
                    <a:cubicBezTo>
                      <a:pt x="36" y="7"/>
                      <a:pt x="35" y="14"/>
                      <a:pt x="35" y="19"/>
                    </a:cubicBezTo>
                    <a:cubicBezTo>
                      <a:pt x="2" y="19"/>
                      <a:pt x="2" y="19"/>
                      <a:pt x="2" y="19"/>
                    </a:cubicBezTo>
                    <a:cubicBezTo>
                      <a:pt x="1" y="14"/>
                      <a:pt x="0" y="7"/>
                      <a:pt x="0" y="0"/>
                    </a:cubicBezTo>
                    <a:close/>
                  </a:path>
                </a:pathLst>
              </a:custGeom>
              <a:solidFill>
                <a:srgbClr val="C9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8" name="Freeform 587"/>
              <p:cNvSpPr>
                <a:spLocks/>
              </p:cNvSpPr>
              <p:nvPr/>
            </p:nvSpPr>
            <p:spPr bwMode="auto">
              <a:xfrm>
                <a:off x="3306" y="1715"/>
                <a:ext cx="71" cy="34"/>
              </a:xfrm>
              <a:custGeom>
                <a:avLst/>
                <a:gdLst>
                  <a:gd name="T0" fmla="*/ 0 w 37"/>
                  <a:gd name="T1" fmla="*/ 0 h 18"/>
                  <a:gd name="T2" fmla="*/ 37 w 37"/>
                  <a:gd name="T3" fmla="*/ 0 h 18"/>
                  <a:gd name="T4" fmla="*/ 35 w 37"/>
                  <a:gd name="T5" fmla="*/ 18 h 18"/>
                  <a:gd name="T6" fmla="*/ 2 w 37"/>
                  <a:gd name="T7" fmla="*/ 18 h 18"/>
                  <a:gd name="T8" fmla="*/ 2 w 37"/>
                  <a:gd name="T9" fmla="*/ 17 h 18"/>
                  <a:gd name="T10" fmla="*/ 0 w 37"/>
                  <a:gd name="T11" fmla="*/ 0 h 18"/>
                </a:gdLst>
                <a:ahLst/>
                <a:cxnLst>
                  <a:cxn ang="0">
                    <a:pos x="T0" y="T1"/>
                  </a:cxn>
                  <a:cxn ang="0">
                    <a:pos x="T2" y="T3"/>
                  </a:cxn>
                  <a:cxn ang="0">
                    <a:pos x="T4" y="T5"/>
                  </a:cxn>
                  <a:cxn ang="0">
                    <a:pos x="T6" y="T7"/>
                  </a:cxn>
                  <a:cxn ang="0">
                    <a:pos x="T8" y="T9"/>
                  </a:cxn>
                  <a:cxn ang="0">
                    <a:pos x="T10" y="T11"/>
                  </a:cxn>
                </a:cxnLst>
                <a:rect l="0" t="0" r="r" b="b"/>
                <a:pathLst>
                  <a:path w="37" h="18">
                    <a:moveTo>
                      <a:pt x="0" y="0"/>
                    </a:moveTo>
                    <a:cubicBezTo>
                      <a:pt x="37" y="0"/>
                      <a:pt x="37" y="0"/>
                      <a:pt x="37" y="0"/>
                    </a:cubicBezTo>
                    <a:cubicBezTo>
                      <a:pt x="36" y="7"/>
                      <a:pt x="35" y="13"/>
                      <a:pt x="35" y="18"/>
                    </a:cubicBezTo>
                    <a:cubicBezTo>
                      <a:pt x="2" y="18"/>
                      <a:pt x="2" y="18"/>
                      <a:pt x="2" y="18"/>
                    </a:cubicBezTo>
                    <a:cubicBezTo>
                      <a:pt x="2" y="17"/>
                      <a:pt x="2" y="17"/>
                      <a:pt x="2" y="17"/>
                    </a:cubicBezTo>
                    <a:cubicBezTo>
                      <a:pt x="1" y="13"/>
                      <a:pt x="0" y="6"/>
                      <a:pt x="0" y="0"/>
                    </a:cubicBezTo>
                    <a:close/>
                  </a:path>
                </a:pathLst>
              </a:custGeom>
              <a:solidFill>
                <a:srgbClr val="CAC8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59" name="Freeform 588"/>
              <p:cNvSpPr>
                <a:spLocks/>
              </p:cNvSpPr>
              <p:nvPr/>
            </p:nvSpPr>
            <p:spPr bwMode="auto">
              <a:xfrm>
                <a:off x="3306" y="1717"/>
                <a:ext cx="71" cy="34"/>
              </a:xfrm>
              <a:custGeom>
                <a:avLst/>
                <a:gdLst>
                  <a:gd name="T0" fmla="*/ 0 w 37"/>
                  <a:gd name="T1" fmla="*/ 0 h 18"/>
                  <a:gd name="T2" fmla="*/ 37 w 37"/>
                  <a:gd name="T3" fmla="*/ 0 h 18"/>
                  <a:gd name="T4" fmla="*/ 35 w 37"/>
                  <a:gd name="T5" fmla="*/ 18 h 18"/>
                  <a:gd name="T6" fmla="*/ 3 w 37"/>
                  <a:gd name="T7" fmla="*/ 18 h 18"/>
                  <a:gd name="T8" fmla="*/ 2 w 37"/>
                  <a:gd name="T9" fmla="*/ 16 h 18"/>
                  <a:gd name="T10" fmla="*/ 0 w 37"/>
                  <a:gd name="T11" fmla="*/ 0 h 18"/>
                </a:gdLst>
                <a:ahLst/>
                <a:cxnLst>
                  <a:cxn ang="0">
                    <a:pos x="T0" y="T1"/>
                  </a:cxn>
                  <a:cxn ang="0">
                    <a:pos x="T2" y="T3"/>
                  </a:cxn>
                  <a:cxn ang="0">
                    <a:pos x="T4" y="T5"/>
                  </a:cxn>
                  <a:cxn ang="0">
                    <a:pos x="T6" y="T7"/>
                  </a:cxn>
                  <a:cxn ang="0">
                    <a:pos x="T8" y="T9"/>
                  </a:cxn>
                  <a:cxn ang="0">
                    <a:pos x="T10" y="T11"/>
                  </a:cxn>
                </a:cxnLst>
                <a:rect l="0" t="0" r="r" b="b"/>
                <a:pathLst>
                  <a:path w="37" h="18">
                    <a:moveTo>
                      <a:pt x="0" y="0"/>
                    </a:moveTo>
                    <a:cubicBezTo>
                      <a:pt x="37" y="0"/>
                      <a:pt x="37" y="0"/>
                      <a:pt x="37" y="0"/>
                    </a:cubicBezTo>
                    <a:cubicBezTo>
                      <a:pt x="36" y="7"/>
                      <a:pt x="34" y="14"/>
                      <a:pt x="35" y="18"/>
                    </a:cubicBezTo>
                    <a:cubicBezTo>
                      <a:pt x="3" y="18"/>
                      <a:pt x="3" y="18"/>
                      <a:pt x="3" y="18"/>
                    </a:cubicBezTo>
                    <a:cubicBezTo>
                      <a:pt x="2" y="18"/>
                      <a:pt x="2" y="17"/>
                      <a:pt x="2" y="16"/>
                    </a:cubicBezTo>
                    <a:cubicBezTo>
                      <a:pt x="1" y="12"/>
                      <a:pt x="0" y="6"/>
                      <a:pt x="0" y="0"/>
                    </a:cubicBezTo>
                    <a:close/>
                  </a:path>
                </a:pathLst>
              </a:custGeom>
              <a:solidFill>
                <a:srgbClr val="CBC9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0" name="Freeform 589"/>
              <p:cNvSpPr>
                <a:spLocks/>
              </p:cNvSpPr>
              <p:nvPr/>
            </p:nvSpPr>
            <p:spPr bwMode="auto">
              <a:xfrm>
                <a:off x="3306" y="1719"/>
                <a:ext cx="71" cy="34"/>
              </a:xfrm>
              <a:custGeom>
                <a:avLst/>
                <a:gdLst>
                  <a:gd name="T0" fmla="*/ 0 w 37"/>
                  <a:gd name="T1" fmla="*/ 0 h 18"/>
                  <a:gd name="T2" fmla="*/ 37 w 37"/>
                  <a:gd name="T3" fmla="*/ 0 h 18"/>
                  <a:gd name="T4" fmla="*/ 35 w 37"/>
                  <a:gd name="T5" fmla="*/ 18 h 18"/>
                  <a:gd name="T6" fmla="*/ 3 w 37"/>
                  <a:gd name="T7" fmla="*/ 18 h 18"/>
                  <a:gd name="T8" fmla="*/ 2 w 37"/>
                  <a:gd name="T9" fmla="*/ 15 h 18"/>
                  <a:gd name="T10" fmla="*/ 0 w 37"/>
                  <a:gd name="T11" fmla="*/ 0 h 18"/>
                </a:gdLst>
                <a:ahLst/>
                <a:cxnLst>
                  <a:cxn ang="0">
                    <a:pos x="T0" y="T1"/>
                  </a:cxn>
                  <a:cxn ang="0">
                    <a:pos x="T2" y="T3"/>
                  </a:cxn>
                  <a:cxn ang="0">
                    <a:pos x="T4" y="T5"/>
                  </a:cxn>
                  <a:cxn ang="0">
                    <a:pos x="T6" y="T7"/>
                  </a:cxn>
                  <a:cxn ang="0">
                    <a:pos x="T8" y="T9"/>
                  </a:cxn>
                  <a:cxn ang="0">
                    <a:pos x="T10" y="T11"/>
                  </a:cxn>
                </a:cxnLst>
                <a:rect l="0" t="0" r="r" b="b"/>
                <a:pathLst>
                  <a:path w="37" h="18">
                    <a:moveTo>
                      <a:pt x="0" y="0"/>
                    </a:moveTo>
                    <a:cubicBezTo>
                      <a:pt x="37" y="0"/>
                      <a:pt x="37" y="0"/>
                      <a:pt x="37" y="0"/>
                    </a:cubicBezTo>
                    <a:cubicBezTo>
                      <a:pt x="35" y="7"/>
                      <a:pt x="34" y="14"/>
                      <a:pt x="35" y="18"/>
                    </a:cubicBezTo>
                    <a:cubicBezTo>
                      <a:pt x="3" y="18"/>
                      <a:pt x="3" y="18"/>
                      <a:pt x="3" y="18"/>
                    </a:cubicBezTo>
                    <a:cubicBezTo>
                      <a:pt x="3" y="17"/>
                      <a:pt x="2" y="16"/>
                      <a:pt x="2" y="15"/>
                    </a:cubicBezTo>
                    <a:cubicBezTo>
                      <a:pt x="1" y="11"/>
                      <a:pt x="0" y="6"/>
                      <a:pt x="0" y="0"/>
                    </a:cubicBezTo>
                    <a:close/>
                  </a:path>
                </a:pathLst>
              </a:custGeom>
              <a:solidFill>
                <a:srgbClr val="CC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1" name="Freeform 590"/>
              <p:cNvSpPr>
                <a:spLocks/>
              </p:cNvSpPr>
              <p:nvPr/>
            </p:nvSpPr>
            <p:spPr bwMode="auto">
              <a:xfrm>
                <a:off x="3306" y="1720"/>
                <a:ext cx="69" cy="37"/>
              </a:xfrm>
              <a:custGeom>
                <a:avLst/>
                <a:gdLst>
                  <a:gd name="T0" fmla="*/ 0 w 36"/>
                  <a:gd name="T1" fmla="*/ 0 h 19"/>
                  <a:gd name="T2" fmla="*/ 36 w 36"/>
                  <a:gd name="T3" fmla="*/ 0 h 19"/>
                  <a:gd name="T4" fmla="*/ 35 w 36"/>
                  <a:gd name="T5" fmla="*/ 19 h 19"/>
                  <a:gd name="T6" fmla="*/ 3 w 36"/>
                  <a:gd name="T7" fmla="*/ 19 h 19"/>
                  <a:gd name="T8" fmla="*/ 2 w 36"/>
                  <a:gd name="T9" fmla="*/ 14 h 19"/>
                  <a:gd name="T10" fmla="*/ 0 w 36"/>
                  <a:gd name="T11" fmla="*/ 0 h 19"/>
                </a:gdLst>
                <a:ahLst/>
                <a:cxnLst>
                  <a:cxn ang="0">
                    <a:pos x="T0" y="T1"/>
                  </a:cxn>
                  <a:cxn ang="0">
                    <a:pos x="T2" y="T3"/>
                  </a:cxn>
                  <a:cxn ang="0">
                    <a:pos x="T4" y="T5"/>
                  </a:cxn>
                  <a:cxn ang="0">
                    <a:pos x="T6" y="T7"/>
                  </a:cxn>
                  <a:cxn ang="0">
                    <a:pos x="T8" y="T9"/>
                  </a:cxn>
                  <a:cxn ang="0">
                    <a:pos x="T10" y="T11"/>
                  </a:cxn>
                </a:cxnLst>
                <a:rect l="0" t="0" r="r" b="b"/>
                <a:pathLst>
                  <a:path w="36" h="19">
                    <a:moveTo>
                      <a:pt x="0" y="0"/>
                    </a:moveTo>
                    <a:cubicBezTo>
                      <a:pt x="36" y="0"/>
                      <a:pt x="36" y="0"/>
                      <a:pt x="36" y="0"/>
                    </a:cubicBezTo>
                    <a:cubicBezTo>
                      <a:pt x="35" y="8"/>
                      <a:pt x="34" y="15"/>
                      <a:pt x="35" y="19"/>
                    </a:cubicBezTo>
                    <a:cubicBezTo>
                      <a:pt x="3" y="19"/>
                      <a:pt x="3" y="19"/>
                      <a:pt x="3" y="19"/>
                    </a:cubicBezTo>
                    <a:cubicBezTo>
                      <a:pt x="3" y="17"/>
                      <a:pt x="3" y="16"/>
                      <a:pt x="2" y="14"/>
                    </a:cubicBezTo>
                    <a:cubicBezTo>
                      <a:pt x="1" y="11"/>
                      <a:pt x="0" y="6"/>
                      <a:pt x="0" y="0"/>
                    </a:cubicBezTo>
                    <a:close/>
                  </a:path>
                </a:pathLst>
              </a:custGeom>
              <a:solidFill>
                <a:srgbClr val="CD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2" name="Freeform 591"/>
              <p:cNvSpPr>
                <a:spLocks/>
              </p:cNvSpPr>
              <p:nvPr/>
            </p:nvSpPr>
            <p:spPr bwMode="auto">
              <a:xfrm>
                <a:off x="3306" y="1724"/>
                <a:ext cx="69" cy="35"/>
              </a:xfrm>
              <a:custGeom>
                <a:avLst/>
                <a:gdLst>
                  <a:gd name="T0" fmla="*/ 0 w 36"/>
                  <a:gd name="T1" fmla="*/ 0 h 18"/>
                  <a:gd name="T2" fmla="*/ 36 w 36"/>
                  <a:gd name="T3" fmla="*/ 0 h 18"/>
                  <a:gd name="T4" fmla="*/ 35 w 36"/>
                  <a:gd name="T5" fmla="*/ 18 h 18"/>
                  <a:gd name="T6" fmla="*/ 4 w 36"/>
                  <a:gd name="T7" fmla="*/ 18 h 18"/>
                  <a:gd name="T8" fmla="*/ 2 w 36"/>
                  <a:gd name="T9" fmla="*/ 12 h 18"/>
                  <a:gd name="T10" fmla="*/ 0 w 36"/>
                  <a:gd name="T11" fmla="*/ 0 h 18"/>
                </a:gdLst>
                <a:ahLst/>
                <a:cxnLst>
                  <a:cxn ang="0">
                    <a:pos x="T0" y="T1"/>
                  </a:cxn>
                  <a:cxn ang="0">
                    <a:pos x="T2" y="T3"/>
                  </a:cxn>
                  <a:cxn ang="0">
                    <a:pos x="T4" y="T5"/>
                  </a:cxn>
                  <a:cxn ang="0">
                    <a:pos x="T6" y="T7"/>
                  </a:cxn>
                  <a:cxn ang="0">
                    <a:pos x="T8" y="T9"/>
                  </a:cxn>
                  <a:cxn ang="0">
                    <a:pos x="T10" y="T11"/>
                  </a:cxn>
                </a:cxnLst>
                <a:rect l="0" t="0" r="r" b="b"/>
                <a:pathLst>
                  <a:path w="36" h="18">
                    <a:moveTo>
                      <a:pt x="0" y="0"/>
                    </a:moveTo>
                    <a:cubicBezTo>
                      <a:pt x="36" y="0"/>
                      <a:pt x="36" y="0"/>
                      <a:pt x="36" y="0"/>
                    </a:cubicBezTo>
                    <a:cubicBezTo>
                      <a:pt x="35" y="8"/>
                      <a:pt x="34" y="15"/>
                      <a:pt x="35" y="18"/>
                    </a:cubicBezTo>
                    <a:cubicBezTo>
                      <a:pt x="4" y="18"/>
                      <a:pt x="4" y="18"/>
                      <a:pt x="4" y="18"/>
                    </a:cubicBezTo>
                    <a:cubicBezTo>
                      <a:pt x="3" y="17"/>
                      <a:pt x="3" y="15"/>
                      <a:pt x="2" y="12"/>
                    </a:cubicBezTo>
                    <a:cubicBezTo>
                      <a:pt x="1" y="9"/>
                      <a:pt x="1" y="4"/>
                      <a:pt x="0" y="0"/>
                    </a:cubicBezTo>
                    <a:close/>
                  </a:path>
                </a:pathLst>
              </a:custGeom>
              <a:solidFill>
                <a:srgbClr val="CFCD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3" name="Freeform 592"/>
              <p:cNvSpPr>
                <a:spLocks/>
              </p:cNvSpPr>
              <p:nvPr/>
            </p:nvSpPr>
            <p:spPr bwMode="auto">
              <a:xfrm>
                <a:off x="3306" y="1726"/>
                <a:ext cx="69" cy="35"/>
              </a:xfrm>
              <a:custGeom>
                <a:avLst/>
                <a:gdLst>
                  <a:gd name="T0" fmla="*/ 0 w 36"/>
                  <a:gd name="T1" fmla="*/ 0 h 18"/>
                  <a:gd name="T2" fmla="*/ 36 w 36"/>
                  <a:gd name="T3" fmla="*/ 0 h 18"/>
                  <a:gd name="T4" fmla="*/ 36 w 36"/>
                  <a:gd name="T5" fmla="*/ 18 h 18"/>
                  <a:gd name="T6" fmla="*/ 36 w 36"/>
                  <a:gd name="T7" fmla="*/ 18 h 18"/>
                  <a:gd name="T8" fmla="*/ 4 w 36"/>
                  <a:gd name="T9" fmla="*/ 18 h 18"/>
                  <a:gd name="T10" fmla="*/ 2 w 36"/>
                  <a:gd name="T11" fmla="*/ 11 h 18"/>
                  <a:gd name="T12" fmla="*/ 0 w 36"/>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6" h="18">
                    <a:moveTo>
                      <a:pt x="0" y="0"/>
                    </a:moveTo>
                    <a:cubicBezTo>
                      <a:pt x="36" y="0"/>
                      <a:pt x="36" y="0"/>
                      <a:pt x="36" y="0"/>
                    </a:cubicBezTo>
                    <a:cubicBezTo>
                      <a:pt x="35" y="8"/>
                      <a:pt x="34" y="15"/>
                      <a:pt x="36" y="18"/>
                    </a:cubicBezTo>
                    <a:cubicBezTo>
                      <a:pt x="36" y="18"/>
                      <a:pt x="36" y="18"/>
                      <a:pt x="36" y="18"/>
                    </a:cubicBezTo>
                    <a:cubicBezTo>
                      <a:pt x="4" y="18"/>
                      <a:pt x="4" y="18"/>
                      <a:pt x="4" y="18"/>
                    </a:cubicBezTo>
                    <a:cubicBezTo>
                      <a:pt x="4" y="17"/>
                      <a:pt x="3" y="14"/>
                      <a:pt x="2" y="11"/>
                    </a:cubicBezTo>
                    <a:cubicBezTo>
                      <a:pt x="1" y="8"/>
                      <a:pt x="1" y="4"/>
                      <a:pt x="0" y="0"/>
                    </a:cubicBezTo>
                    <a:close/>
                  </a:path>
                </a:pathLst>
              </a:custGeom>
              <a:solidFill>
                <a:srgbClr val="D0CE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4" name="Freeform 593"/>
              <p:cNvSpPr>
                <a:spLocks/>
              </p:cNvSpPr>
              <p:nvPr/>
            </p:nvSpPr>
            <p:spPr bwMode="auto">
              <a:xfrm>
                <a:off x="3306" y="1728"/>
                <a:ext cx="71" cy="36"/>
              </a:xfrm>
              <a:custGeom>
                <a:avLst/>
                <a:gdLst>
                  <a:gd name="T0" fmla="*/ 0 w 37"/>
                  <a:gd name="T1" fmla="*/ 0 h 19"/>
                  <a:gd name="T2" fmla="*/ 36 w 37"/>
                  <a:gd name="T3" fmla="*/ 0 h 19"/>
                  <a:gd name="T4" fmla="*/ 36 w 37"/>
                  <a:gd name="T5" fmla="*/ 17 h 19"/>
                  <a:gd name="T6" fmla="*/ 37 w 37"/>
                  <a:gd name="T7" fmla="*/ 19 h 19"/>
                  <a:gd name="T8" fmla="*/ 5 w 37"/>
                  <a:gd name="T9" fmla="*/ 19 h 19"/>
                  <a:gd name="T10" fmla="*/ 2 w 37"/>
                  <a:gd name="T11" fmla="*/ 10 h 19"/>
                  <a:gd name="T12" fmla="*/ 0 w 3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7" h="19">
                    <a:moveTo>
                      <a:pt x="0" y="0"/>
                    </a:moveTo>
                    <a:cubicBezTo>
                      <a:pt x="36" y="0"/>
                      <a:pt x="36" y="0"/>
                      <a:pt x="36" y="0"/>
                    </a:cubicBezTo>
                    <a:cubicBezTo>
                      <a:pt x="35" y="8"/>
                      <a:pt x="34" y="14"/>
                      <a:pt x="36" y="17"/>
                    </a:cubicBezTo>
                    <a:cubicBezTo>
                      <a:pt x="36" y="17"/>
                      <a:pt x="37" y="18"/>
                      <a:pt x="37" y="19"/>
                    </a:cubicBezTo>
                    <a:cubicBezTo>
                      <a:pt x="5" y="19"/>
                      <a:pt x="5" y="19"/>
                      <a:pt x="5" y="19"/>
                    </a:cubicBezTo>
                    <a:cubicBezTo>
                      <a:pt x="4" y="17"/>
                      <a:pt x="3" y="15"/>
                      <a:pt x="2" y="10"/>
                    </a:cubicBezTo>
                    <a:cubicBezTo>
                      <a:pt x="2" y="8"/>
                      <a:pt x="1" y="4"/>
                      <a:pt x="0" y="0"/>
                    </a:cubicBezTo>
                    <a:close/>
                  </a:path>
                </a:pathLst>
              </a:custGeom>
              <a:solidFill>
                <a:srgbClr val="D2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5" name="Freeform 594"/>
              <p:cNvSpPr>
                <a:spLocks/>
              </p:cNvSpPr>
              <p:nvPr/>
            </p:nvSpPr>
            <p:spPr bwMode="auto">
              <a:xfrm>
                <a:off x="3308" y="1732"/>
                <a:ext cx="71" cy="34"/>
              </a:xfrm>
              <a:custGeom>
                <a:avLst/>
                <a:gdLst>
                  <a:gd name="T0" fmla="*/ 0 w 37"/>
                  <a:gd name="T1" fmla="*/ 0 h 18"/>
                  <a:gd name="T2" fmla="*/ 35 w 37"/>
                  <a:gd name="T3" fmla="*/ 0 h 18"/>
                  <a:gd name="T4" fmla="*/ 35 w 37"/>
                  <a:gd name="T5" fmla="*/ 15 h 18"/>
                  <a:gd name="T6" fmla="*/ 37 w 37"/>
                  <a:gd name="T7" fmla="*/ 18 h 18"/>
                  <a:gd name="T8" fmla="*/ 4 w 37"/>
                  <a:gd name="T9" fmla="*/ 18 h 18"/>
                  <a:gd name="T10" fmla="*/ 1 w 37"/>
                  <a:gd name="T11" fmla="*/ 8 h 18"/>
                  <a:gd name="T12" fmla="*/ 0 w 3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7" h="18">
                    <a:moveTo>
                      <a:pt x="0" y="0"/>
                    </a:moveTo>
                    <a:cubicBezTo>
                      <a:pt x="35" y="0"/>
                      <a:pt x="35" y="0"/>
                      <a:pt x="35" y="0"/>
                    </a:cubicBezTo>
                    <a:cubicBezTo>
                      <a:pt x="34" y="6"/>
                      <a:pt x="33" y="12"/>
                      <a:pt x="35" y="15"/>
                    </a:cubicBezTo>
                    <a:cubicBezTo>
                      <a:pt x="36" y="16"/>
                      <a:pt x="36" y="17"/>
                      <a:pt x="37" y="18"/>
                    </a:cubicBezTo>
                    <a:cubicBezTo>
                      <a:pt x="4" y="18"/>
                      <a:pt x="4" y="18"/>
                      <a:pt x="4" y="18"/>
                    </a:cubicBezTo>
                    <a:cubicBezTo>
                      <a:pt x="4" y="17"/>
                      <a:pt x="2" y="14"/>
                      <a:pt x="1" y="8"/>
                    </a:cubicBezTo>
                    <a:cubicBezTo>
                      <a:pt x="1" y="6"/>
                      <a:pt x="0" y="3"/>
                      <a:pt x="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6" name="Freeform 595"/>
              <p:cNvSpPr>
                <a:spLocks/>
              </p:cNvSpPr>
              <p:nvPr/>
            </p:nvSpPr>
            <p:spPr bwMode="auto">
              <a:xfrm>
                <a:off x="3308" y="1734"/>
                <a:ext cx="71" cy="34"/>
              </a:xfrm>
              <a:custGeom>
                <a:avLst/>
                <a:gdLst>
                  <a:gd name="T0" fmla="*/ 0 w 37"/>
                  <a:gd name="T1" fmla="*/ 0 h 18"/>
                  <a:gd name="T2" fmla="*/ 34 w 37"/>
                  <a:gd name="T3" fmla="*/ 0 h 18"/>
                  <a:gd name="T4" fmla="*/ 35 w 37"/>
                  <a:gd name="T5" fmla="*/ 14 h 18"/>
                  <a:gd name="T6" fmla="*/ 37 w 37"/>
                  <a:gd name="T7" fmla="*/ 18 h 18"/>
                  <a:gd name="T8" fmla="*/ 0 w 37"/>
                  <a:gd name="T9" fmla="*/ 18 h 18"/>
                  <a:gd name="T10" fmla="*/ 2 w 37"/>
                  <a:gd name="T11" fmla="*/ 18 h 18"/>
                  <a:gd name="T12" fmla="*/ 1 w 37"/>
                  <a:gd name="T13" fmla="*/ 7 h 18"/>
                  <a:gd name="T14" fmla="*/ 0 w 3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18">
                    <a:moveTo>
                      <a:pt x="0" y="0"/>
                    </a:moveTo>
                    <a:cubicBezTo>
                      <a:pt x="34" y="0"/>
                      <a:pt x="34" y="0"/>
                      <a:pt x="34" y="0"/>
                    </a:cubicBezTo>
                    <a:cubicBezTo>
                      <a:pt x="33" y="6"/>
                      <a:pt x="33" y="11"/>
                      <a:pt x="35" y="14"/>
                    </a:cubicBezTo>
                    <a:cubicBezTo>
                      <a:pt x="36" y="15"/>
                      <a:pt x="37" y="17"/>
                      <a:pt x="37" y="18"/>
                    </a:cubicBezTo>
                    <a:cubicBezTo>
                      <a:pt x="0" y="18"/>
                      <a:pt x="0" y="18"/>
                      <a:pt x="0" y="18"/>
                    </a:cubicBezTo>
                    <a:cubicBezTo>
                      <a:pt x="0" y="18"/>
                      <a:pt x="1" y="18"/>
                      <a:pt x="2" y="18"/>
                    </a:cubicBezTo>
                    <a:cubicBezTo>
                      <a:pt x="6" y="18"/>
                      <a:pt x="4" y="18"/>
                      <a:pt x="1" y="7"/>
                    </a:cubicBezTo>
                    <a:cubicBezTo>
                      <a:pt x="1" y="5"/>
                      <a:pt x="0" y="3"/>
                      <a:pt x="0" y="0"/>
                    </a:cubicBezTo>
                    <a:close/>
                  </a:path>
                </a:pathLst>
              </a:custGeom>
              <a:solidFill>
                <a:srgbClr val="D3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7" name="Freeform 596"/>
              <p:cNvSpPr>
                <a:spLocks/>
              </p:cNvSpPr>
              <p:nvPr/>
            </p:nvSpPr>
            <p:spPr bwMode="auto">
              <a:xfrm>
                <a:off x="3306" y="1736"/>
                <a:ext cx="75" cy="34"/>
              </a:xfrm>
              <a:custGeom>
                <a:avLst/>
                <a:gdLst>
                  <a:gd name="T0" fmla="*/ 1 w 39"/>
                  <a:gd name="T1" fmla="*/ 0 h 18"/>
                  <a:gd name="T2" fmla="*/ 35 w 39"/>
                  <a:gd name="T3" fmla="*/ 0 h 18"/>
                  <a:gd name="T4" fmla="*/ 36 w 39"/>
                  <a:gd name="T5" fmla="*/ 13 h 18"/>
                  <a:gd name="T6" fmla="*/ 39 w 39"/>
                  <a:gd name="T7" fmla="*/ 18 h 18"/>
                  <a:gd name="T8" fmla="*/ 0 w 39"/>
                  <a:gd name="T9" fmla="*/ 18 h 18"/>
                  <a:gd name="T10" fmla="*/ 3 w 39"/>
                  <a:gd name="T11" fmla="*/ 17 h 18"/>
                  <a:gd name="T12" fmla="*/ 2 w 39"/>
                  <a:gd name="T13" fmla="*/ 6 h 18"/>
                  <a:gd name="T14" fmla="*/ 1 w 39"/>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18">
                    <a:moveTo>
                      <a:pt x="1" y="0"/>
                    </a:moveTo>
                    <a:cubicBezTo>
                      <a:pt x="35" y="0"/>
                      <a:pt x="35" y="0"/>
                      <a:pt x="35" y="0"/>
                    </a:cubicBezTo>
                    <a:cubicBezTo>
                      <a:pt x="34" y="6"/>
                      <a:pt x="34" y="10"/>
                      <a:pt x="36" y="13"/>
                    </a:cubicBezTo>
                    <a:cubicBezTo>
                      <a:pt x="37" y="14"/>
                      <a:pt x="38" y="16"/>
                      <a:pt x="39" y="18"/>
                    </a:cubicBezTo>
                    <a:cubicBezTo>
                      <a:pt x="0" y="18"/>
                      <a:pt x="0" y="18"/>
                      <a:pt x="0" y="18"/>
                    </a:cubicBezTo>
                    <a:cubicBezTo>
                      <a:pt x="1" y="17"/>
                      <a:pt x="2" y="17"/>
                      <a:pt x="3" y="17"/>
                    </a:cubicBezTo>
                    <a:cubicBezTo>
                      <a:pt x="7" y="17"/>
                      <a:pt x="5" y="17"/>
                      <a:pt x="2" y="6"/>
                    </a:cubicBezTo>
                    <a:cubicBezTo>
                      <a:pt x="2" y="4"/>
                      <a:pt x="1" y="2"/>
                      <a:pt x="1" y="0"/>
                    </a:cubicBezTo>
                    <a:close/>
                  </a:path>
                </a:pathLst>
              </a:custGeom>
              <a:solidFill>
                <a:srgbClr val="D5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8" name="Freeform 597"/>
              <p:cNvSpPr>
                <a:spLocks/>
              </p:cNvSpPr>
              <p:nvPr/>
            </p:nvSpPr>
            <p:spPr bwMode="auto">
              <a:xfrm>
                <a:off x="3306" y="1738"/>
                <a:ext cx="75" cy="36"/>
              </a:xfrm>
              <a:custGeom>
                <a:avLst/>
                <a:gdLst>
                  <a:gd name="T0" fmla="*/ 1 w 39"/>
                  <a:gd name="T1" fmla="*/ 0 h 19"/>
                  <a:gd name="T2" fmla="*/ 35 w 39"/>
                  <a:gd name="T3" fmla="*/ 0 h 19"/>
                  <a:gd name="T4" fmla="*/ 36 w 39"/>
                  <a:gd name="T5" fmla="*/ 12 h 19"/>
                  <a:gd name="T6" fmla="*/ 39 w 39"/>
                  <a:gd name="T7" fmla="*/ 19 h 19"/>
                  <a:gd name="T8" fmla="*/ 0 w 39"/>
                  <a:gd name="T9" fmla="*/ 19 h 19"/>
                  <a:gd name="T10" fmla="*/ 3 w 39"/>
                  <a:gd name="T11" fmla="*/ 16 h 19"/>
                  <a:gd name="T12" fmla="*/ 2 w 39"/>
                  <a:gd name="T13" fmla="*/ 5 h 19"/>
                  <a:gd name="T14" fmla="*/ 1 w 3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19">
                    <a:moveTo>
                      <a:pt x="1" y="0"/>
                    </a:moveTo>
                    <a:cubicBezTo>
                      <a:pt x="35" y="0"/>
                      <a:pt x="35" y="0"/>
                      <a:pt x="35" y="0"/>
                    </a:cubicBezTo>
                    <a:cubicBezTo>
                      <a:pt x="34" y="5"/>
                      <a:pt x="34" y="9"/>
                      <a:pt x="36" y="12"/>
                    </a:cubicBezTo>
                    <a:cubicBezTo>
                      <a:pt x="37" y="14"/>
                      <a:pt x="38" y="16"/>
                      <a:pt x="39" y="19"/>
                    </a:cubicBezTo>
                    <a:cubicBezTo>
                      <a:pt x="0" y="19"/>
                      <a:pt x="0" y="19"/>
                      <a:pt x="0" y="19"/>
                    </a:cubicBezTo>
                    <a:cubicBezTo>
                      <a:pt x="0" y="16"/>
                      <a:pt x="1" y="16"/>
                      <a:pt x="3" y="16"/>
                    </a:cubicBezTo>
                    <a:cubicBezTo>
                      <a:pt x="7" y="16"/>
                      <a:pt x="5" y="16"/>
                      <a:pt x="2" y="5"/>
                    </a:cubicBezTo>
                    <a:cubicBezTo>
                      <a:pt x="2" y="4"/>
                      <a:pt x="1" y="2"/>
                      <a:pt x="1" y="0"/>
                    </a:cubicBezTo>
                    <a:close/>
                  </a:path>
                </a:pathLst>
              </a:custGeom>
              <a:solidFill>
                <a:srgbClr val="D6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69" name="Freeform 598"/>
              <p:cNvSpPr>
                <a:spLocks/>
              </p:cNvSpPr>
              <p:nvPr/>
            </p:nvSpPr>
            <p:spPr bwMode="auto">
              <a:xfrm>
                <a:off x="3306" y="1741"/>
                <a:ext cx="77" cy="35"/>
              </a:xfrm>
              <a:custGeom>
                <a:avLst/>
                <a:gdLst>
                  <a:gd name="T0" fmla="*/ 1 w 40"/>
                  <a:gd name="T1" fmla="*/ 0 h 18"/>
                  <a:gd name="T2" fmla="*/ 35 w 40"/>
                  <a:gd name="T3" fmla="*/ 0 h 18"/>
                  <a:gd name="T4" fmla="*/ 36 w 40"/>
                  <a:gd name="T5" fmla="*/ 10 h 18"/>
                  <a:gd name="T6" fmla="*/ 40 w 40"/>
                  <a:gd name="T7" fmla="*/ 18 h 18"/>
                  <a:gd name="T8" fmla="*/ 0 w 40"/>
                  <a:gd name="T9" fmla="*/ 18 h 18"/>
                  <a:gd name="T10" fmla="*/ 3 w 40"/>
                  <a:gd name="T11" fmla="*/ 14 h 18"/>
                  <a:gd name="T12" fmla="*/ 2 w 40"/>
                  <a:gd name="T13" fmla="*/ 3 h 18"/>
                  <a:gd name="T14" fmla="*/ 1 w 40"/>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18">
                    <a:moveTo>
                      <a:pt x="1" y="0"/>
                    </a:moveTo>
                    <a:cubicBezTo>
                      <a:pt x="35" y="0"/>
                      <a:pt x="35" y="0"/>
                      <a:pt x="35" y="0"/>
                    </a:cubicBezTo>
                    <a:cubicBezTo>
                      <a:pt x="34" y="4"/>
                      <a:pt x="35" y="8"/>
                      <a:pt x="36" y="10"/>
                    </a:cubicBezTo>
                    <a:cubicBezTo>
                      <a:pt x="38" y="12"/>
                      <a:pt x="39" y="15"/>
                      <a:pt x="40" y="18"/>
                    </a:cubicBezTo>
                    <a:cubicBezTo>
                      <a:pt x="0" y="18"/>
                      <a:pt x="0" y="18"/>
                      <a:pt x="0" y="18"/>
                    </a:cubicBezTo>
                    <a:cubicBezTo>
                      <a:pt x="0" y="14"/>
                      <a:pt x="1" y="14"/>
                      <a:pt x="3" y="14"/>
                    </a:cubicBezTo>
                    <a:cubicBezTo>
                      <a:pt x="7" y="14"/>
                      <a:pt x="5" y="14"/>
                      <a:pt x="2" y="3"/>
                    </a:cubicBezTo>
                    <a:cubicBezTo>
                      <a:pt x="2" y="2"/>
                      <a:pt x="2" y="1"/>
                      <a:pt x="1" y="0"/>
                    </a:cubicBezTo>
                    <a:close/>
                  </a:path>
                </a:pathLst>
              </a:custGeom>
              <a:solidFill>
                <a:srgbClr val="D7D6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0" name="Freeform 599"/>
              <p:cNvSpPr>
                <a:spLocks/>
              </p:cNvSpPr>
              <p:nvPr/>
            </p:nvSpPr>
            <p:spPr bwMode="auto">
              <a:xfrm>
                <a:off x="3306" y="1743"/>
                <a:ext cx="77" cy="35"/>
              </a:xfrm>
              <a:custGeom>
                <a:avLst/>
                <a:gdLst>
                  <a:gd name="T0" fmla="*/ 2 w 40"/>
                  <a:gd name="T1" fmla="*/ 0 h 18"/>
                  <a:gd name="T2" fmla="*/ 35 w 40"/>
                  <a:gd name="T3" fmla="*/ 0 h 18"/>
                  <a:gd name="T4" fmla="*/ 36 w 40"/>
                  <a:gd name="T5" fmla="*/ 9 h 18"/>
                  <a:gd name="T6" fmla="*/ 40 w 40"/>
                  <a:gd name="T7" fmla="*/ 18 h 18"/>
                  <a:gd name="T8" fmla="*/ 0 w 40"/>
                  <a:gd name="T9" fmla="*/ 18 h 18"/>
                  <a:gd name="T10" fmla="*/ 3 w 40"/>
                  <a:gd name="T11" fmla="*/ 13 h 18"/>
                  <a:gd name="T12" fmla="*/ 2 w 40"/>
                  <a:gd name="T13" fmla="*/ 2 h 18"/>
                  <a:gd name="T14" fmla="*/ 2 w 40"/>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18">
                    <a:moveTo>
                      <a:pt x="2" y="0"/>
                    </a:moveTo>
                    <a:cubicBezTo>
                      <a:pt x="35" y="0"/>
                      <a:pt x="35" y="0"/>
                      <a:pt x="35" y="0"/>
                    </a:cubicBezTo>
                    <a:cubicBezTo>
                      <a:pt x="34" y="4"/>
                      <a:pt x="35" y="7"/>
                      <a:pt x="36" y="9"/>
                    </a:cubicBezTo>
                    <a:cubicBezTo>
                      <a:pt x="38" y="12"/>
                      <a:pt x="39" y="15"/>
                      <a:pt x="40" y="18"/>
                    </a:cubicBezTo>
                    <a:cubicBezTo>
                      <a:pt x="0" y="18"/>
                      <a:pt x="0" y="18"/>
                      <a:pt x="0" y="18"/>
                    </a:cubicBezTo>
                    <a:cubicBezTo>
                      <a:pt x="0" y="13"/>
                      <a:pt x="1" y="13"/>
                      <a:pt x="3" y="13"/>
                    </a:cubicBezTo>
                    <a:cubicBezTo>
                      <a:pt x="7" y="13"/>
                      <a:pt x="5" y="13"/>
                      <a:pt x="2" y="2"/>
                    </a:cubicBezTo>
                    <a:cubicBezTo>
                      <a:pt x="2" y="1"/>
                      <a:pt x="2" y="1"/>
                      <a:pt x="2" y="0"/>
                    </a:cubicBezTo>
                    <a:close/>
                  </a:path>
                </a:pathLst>
              </a:custGeom>
              <a:solidFill>
                <a:srgbClr val="D8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1" name="Freeform 600"/>
              <p:cNvSpPr>
                <a:spLocks/>
              </p:cNvSpPr>
              <p:nvPr/>
            </p:nvSpPr>
            <p:spPr bwMode="auto">
              <a:xfrm>
                <a:off x="3306" y="1745"/>
                <a:ext cx="77" cy="35"/>
              </a:xfrm>
              <a:custGeom>
                <a:avLst/>
                <a:gdLst>
                  <a:gd name="T0" fmla="*/ 2 w 40"/>
                  <a:gd name="T1" fmla="*/ 0 h 18"/>
                  <a:gd name="T2" fmla="*/ 35 w 40"/>
                  <a:gd name="T3" fmla="*/ 0 h 18"/>
                  <a:gd name="T4" fmla="*/ 36 w 40"/>
                  <a:gd name="T5" fmla="*/ 8 h 18"/>
                  <a:gd name="T6" fmla="*/ 40 w 40"/>
                  <a:gd name="T7" fmla="*/ 18 h 18"/>
                  <a:gd name="T8" fmla="*/ 0 w 40"/>
                  <a:gd name="T9" fmla="*/ 18 h 18"/>
                  <a:gd name="T10" fmla="*/ 3 w 40"/>
                  <a:gd name="T11" fmla="*/ 12 h 18"/>
                  <a:gd name="T12" fmla="*/ 2 w 40"/>
                  <a:gd name="T13" fmla="*/ 1 h 18"/>
                  <a:gd name="T14" fmla="*/ 2 w 40"/>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18">
                    <a:moveTo>
                      <a:pt x="2" y="0"/>
                    </a:moveTo>
                    <a:cubicBezTo>
                      <a:pt x="35" y="0"/>
                      <a:pt x="35" y="0"/>
                      <a:pt x="35" y="0"/>
                    </a:cubicBezTo>
                    <a:cubicBezTo>
                      <a:pt x="35" y="3"/>
                      <a:pt x="35" y="6"/>
                      <a:pt x="36" y="8"/>
                    </a:cubicBezTo>
                    <a:cubicBezTo>
                      <a:pt x="38" y="11"/>
                      <a:pt x="39" y="15"/>
                      <a:pt x="40" y="18"/>
                    </a:cubicBezTo>
                    <a:cubicBezTo>
                      <a:pt x="0" y="18"/>
                      <a:pt x="0" y="18"/>
                      <a:pt x="0" y="18"/>
                    </a:cubicBezTo>
                    <a:cubicBezTo>
                      <a:pt x="0" y="12"/>
                      <a:pt x="0" y="12"/>
                      <a:pt x="3" y="12"/>
                    </a:cubicBezTo>
                    <a:cubicBezTo>
                      <a:pt x="7" y="12"/>
                      <a:pt x="5" y="12"/>
                      <a:pt x="2" y="1"/>
                    </a:cubicBezTo>
                    <a:lnTo>
                      <a:pt x="2" y="0"/>
                    </a:lnTo>
                    <a:close/>
                  </a:path>
                </a:pathLst>
              </a:custGeom>
              <a:solidFill>
                <a:srgbClr val="DAD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2" name="Freeform 601"/>
              <p:cNvSpPr>
                <a:spLocks/>
              </p:cNvSpPr>
              <p:nvPr/>
            </p:nvSpPr>
            <p:spPr bwMode="auto">
              <a:xfrm>
                <a:off x="3306" y="1747"/>
                <a:ext cx="77" cy="37"/>
              </a:xfrm>
              <a:custGeom>
                <a:avLst/>
                <a:gdLst>
                  <a:gd name="T0" fmla="*/ 2 w 40"/>
                  <a:gd name="T1" fmla="*/ 0 h 19"/>
                  <a:gd name="T2" fmla="*/ 35 w 40"/>
                  <a:gd name="T3" fmla="*/ 0 h 19"/>
                  <a:gd name="T4" fmla="*/ 36 w 40"/>
                  <a:gd name="T5" fmla="*/ 7 h 19"/>
                  <a:gd name="T6" fmla="*/ 40 w 40"/>
                  <a:gd name="T7" fmla="*/ 19 h 19"/>
                  <a:gd name="T8" fmla="*/ 0 w 40"/>
                  <a:gd name="T9" fmla="*/ 19 h 19"/>
                  <a:gd name="T10" fmla="*/ 3 w 40"/>
                  <a:gd name="T11" fmla="*/ 11 h 19"/>
                  <a:gd name="T12" fmla="*/ 2 w 4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0" h="19">
                    <a:moveTo>
                      <a:pt x="2" y="0"/>
                    </a:moveTo>
                    <a:cubicBezTo>
                      <a:pt x="35" y="0"/>
                      <a:pt x="35" y="0"/>
                      <a:pt x="35" y="0"/>
                    </a:cubicBezTo>
                    <a:cubicBezTo>
                      <a:pt x="35" y="3"/>
                      <a:pt x="35" y="5"/>
                      <a:pt x="36" y="7"/>
                    </a:cubicBezTo>
                    <a:cubicBezTo>
                      <a:pt x="38" y="10"/>
                      <a:pt x="40" y="14"/>
                      <a:pt x="40" y="19"/>
                    </a:cubicBezTo>
                    <a:cubicBezTo>
                      <a:pt x="0" y="19"/>
                      <a:pt x="0" y="19"/>
                      <a:pt x="0" y="19"/>
                    </a:cubicBezTo>
                    <a:cubicBezTo>
                      <a:pt x="0" y="11"/>
                      <a:pt x="0" y="11"/>
                      <a:pt x="3" y="11"/>
                    </a:cubicBezTo>
                    <a:cubicBezTo>
                      <a:pt x="7" y="11"/>
                      <a:pt x="5" y="11"/>
                      <a:pt x="2" y="0"/>
                    </a:cubicBezTo>
                    <a:close/>
                  </a:path>
                </a:pathLst>
              </a:custGeom>
              <a:solidFill>
                <a:srgbClr val="DBDA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3" name="Freeform 602"/>
              <p:cNvSpPr>
                <a:spLocks/>
              </p:cNvSpPr>
              <p:nvPr/>
            </p:nvSpPr>
            <p:spPr bwMode="auto">
              <a:xfrm>
                <a:off x="3306" y="1751"/>
                <a:ext cx="79" cy="35"/>
              </a:xfrm>
              <a:custGeom>
                <a:avLst/>
                <a:gdLst>
                  <a:gd name="T0" fmla="*/ 2 w 41"/>
                  <a:gd name="T1" fmla="*/ 0 h 18"/>
                  <a:gd name="T2" fmla="*/ 35 w 41"/>
                  <a:gd name="T3" fmla="*/ 0 h 18"/>
                  <a:gd name="T4" fmla="*/ 36 w 41"/>
                  <a:gd name="T5" fmla="*/ 5 h 18"/>
                  <a:gd name="T6" fmla="*/ 41 w 41"/>
                  <a:gd name="T7" fmla="*/ 18 h 18"/>
                  <a:gd name="T8" fmla="*/ 0 w 41"/>
                  <a:gd name="T9" fmla="*/ 18 h 18"/>
                  <a:gd name="T10" fmla="*/ 3 w 41"/>
                  <a:gd name="T11" fmla="*/ 9 h 18"/>
                  <a:gd name="T12" fmla="*/ 2 w 41"/>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1" h="18">
                    <a:moveTo>
                      <a:pt x="2" y="0"/>
                    </a:moveTo>
                    <a:cubicBezTo>
                      <a:pt x="35" y="0"/>
                      <a:pt x="35" y="0"/>
                      <a:pt x="35" y="0"/>
                    </a:cubicBezTo>
                    <a:cubicBezTo>
                      <a:pt x="35" y="2"/>
                      <a:pt x="35" y="3"/>
                      <a:pt x="36" y="5"/>
                    </a:cubicBezTo>
                    <a:cubicBezTo>
                      <a:pt x="39" y="9"/>
                      <a:pt x="40" y="13"/>
                      <a:pt x="41" y="18"/>
                    </a:cubicBezTo>
                    <a:cubicBezTo>
                      <a:pt x="0" y="18"/>
                      <a:pt x="0" y="18"/>
                      <a:pt x="0" y="18"/>
                    </a:cubicBezTo>
                    <a:cubicBezTo>
                      <a:pt x="0" y="9"/>
                      <a:pt x="0" y="9"/>
                      <a:pt x="3" y="9"/>
                    </a:cubicBezTo>
                    <a:cubicBezTo>
                      <a:pt x="7" y="9"/>
                      <a:pt x="5" y="9"/>
                      <a:pt x="2" y="0"/>
                    </a:cubicBezTo>
                    <a:close/>
                  </a:path>
                </a:pathLst>
              </a:custGeom>
              <a:solidFill>
                <a:srgbClr val="DCD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4" name="Freeform 603"/>
              <p:cNvSpPr>
                <a:spLocks/>
              </p:cNvSpPr>
              <p:nvPr/>
            </p:nvSpPr>
            <p:spPr bwMode="auto">
              <a:xfrm>
                <a:off x="3306" y="1753"/>
                <a:ext cx="79" cy="34"/>
              </a:xfrm>
              <a:custGeom>
                <a:avLst/>
                <a:gdLst>
                  <a:gd name="T0" fmla="*/ 3 w 41"/>
                  <a:gd name="T1" fmla="*/ 0 h 18"/>
                  <a:gd name="T2" fmla="*/ 35 w 41"/>
                  <a:gd name="T3" fmla="*/ 0 h 18"/>
                  <a:gd name="T4" fmla="*/ 36 w 41"/>
                  <a:gd name="T5" fmla="*/ 4 h 18"/>
                  <a:gd name="T6" fmla="*/ 41 w 41"/>
                  <a:gd name="T7" fmla="*/ 18 h 18"/>
                  <a:gd name="T8" fmla="*/ 0 w 41"/>
                  <a:gd name="T9" fmla="*/ 18 h 18"/>
                  <a:gd name="T10" fmla="*/ 3 w 41"/>
                  <a:gd name="T11" fmla="*/ 8 h 18"/>
                  <a:gd name="T12" fmla="*/ 3 w 41"/>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1" h="18">
                    <a:moveTo>
                      <a:pt x="3" y="0"/>
                    </a:moveTo>
                    <a:cubicBezTo>
                      <a:pt x="35" y="0"/>
                      <a:pt x="35" y="0"/>
                      <a:pt x="35" y="0"/>
                    </a:cubicBezTo>
                    <a:cubicBezTo>
                      <a:pt x="35" y="1"/>
                      <a:pt x="35" y="3"/>
                      <a:pt x="36" y="4"/>
                    </a:cubicBezTo>
                    <a:cubicBezTo>
                      <a:pt x="39" y="8"/>
                      <a:pt x="40" y="13"/>
                      <a:pt x="41" y="18"/>
                    </a:cubicBezTo>
                    <a:cubicBezTo>
                      <a:pt x="0" y="18"/>
                      <a:pt x="0" y="18"/>
                      <a:pt x="0" y="18"/>
                    </a:cubicBezTo>
                    <a:cubicBezTo>
                      <a:pt x="0" y="8"/>
                      <a:pt x="0" y="8"/>
                      <a:pt x="3" y="8"/>
                    </a:cubicBezTo>
                    <a:cubicBezTo>
                      <a:pt x="6" y="8"/>
                      <a:pt x="5" y="8"/>
                      <a:pt x="3" y="0"/>
                    </a:cubicBezTo>
                    <a:close/>
                  </a:path>
                </a:pathLst>
              </a:custGeom>
              <a:solidFill>
                <a:srgbClr val="DD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5" name="Freeform 604"/>
              <p:cNvSpPr>
                <a:spLocks/>
              </p:cNvSpPr>
              <p:nvPr/>
            </p:nvSpPr>
            <p:spPr bwMode="auto">
              <a:xfrm>
                <a:off x="3306" y="1755"/>
                <a:ext cx="79" cy="36"/>
              </a:xfrm>
              <a:custGeom>
                <a:avLst/>
                <a:gdLst>
                  <a:gd name="T0" fmla="*/ 3 w 41"/>
                  <a:gd name="T1" fmla="*/ 0 h 19"/>
                  <a:gd name="T2" fmla="*/ 35 w 41"/>
                  <a:gd name="T3" fmla="*/ 0 h 19"/>
                  <a:gd name="T4" fmla="*/ 36 w 41"/>
                  <a:gd name="T5" fmla="*/ 3 h 19"/>
                  <a:gd name="T6" fmla="*/ 41 w 41"/>
                  <a:gd name="T7" fmla="*/ 19 h 19"/>
                  <a:gd name="T8" fmla="*/ 0 w 41"/>
                  <a:gd name="T9" fmla="*/ 19 h 19"/>
                  <a:gd name="T10" fmla="*/ 3 w 41"/>
                  <a:gd name="T11" fmla="*/ 7 h 19"/>
                  <a:gd name="T12" fmla="*/ 3 w 4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1" h="19">
                    <a:moveTo>
                      <a:pt x="3" y="0"/>
                    </a:moveTo>
                    <a:cubicBezTo>
                      <a:pt x="35" y="0"/>
                      <a:pt x="35" y="0"/>
                      <a:pt x="35" y="0"/>
                    </a:cubicBezTo>
                    <a:cubicBezTo>
                      <a:pt x="35" y="1"/>
                      <a:pt x="35" y="2"/>
                      <a:pt x="36" y="3"/>
                    </a:cubicBezTo>
                    <a:cubicBezTo>
                      <a:pt x="39" y="7"/>
                      <a:pt x="40" y="13"/>
                      <a:pt x="41" y="19"/>
                    </a:cubicBezTo>
                    <a:cubicBezTo>
                      <a:pt x="0" y="19"/>
                      <a:pt x="0" y="19"/>
                      <a:pt x="0" y="19"/>
                    </a:cubicBezTo>
                    <a:cubicBezTo>
                      <a:pt x="0" y="7"/>
                      <a:pt x="0" y="7"/>
                      <a:pt x="3" y="7"/>
                    </a:cubicBezTo>
                    <a:cubicBezTo>
                      <a:pt x="6" y="7"/>
                      <a:pt x="5" y="7"/>
                      <a:pt x="3" y="0"/>
                    </a:cubicBezTo>
                    <a:close/>
                  </a:path>
                </a:pathLst>
              </a:custGeom>
              <a:solidFill>
                <a:srgbClr val="DE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6" name="Freeform 605"/>
              <p:cNvSpPr>
                <a:spLocks/>
              </p:cNvSpPr>
              <p:nvPr/>
            </p:nvSpPr>
            <p:spPr bwMode="auto">
              <a:xfrm>
                <a:off x="3306" y="1759"/>
                <a:ext cx="79" cy="34"/>
              </a:xfrm>
              <a:custGeom>
                <a:avLst/>
                <a:gdLst>
                  <a:gd name="T0" fmla="*/ 4 w 41"/>
                  <a:gd name="T1" fmla="*/ 0 h 18"/>
                  <a:gd name="T2" fmla="*/ 35 w 41"/>
                  <a:gd name="T3" fmla="*/ 0 h 18"/>
                  <a:gd name="T4" fmla="*/ 36 w 41"/>
                  <a:gd name="T5" fmla="*/ 1 h 18"/>
                  <a:gd name="T6" fmla="*/ 41 w 41"/>
                  <a:gd name="T7" fmla="*/ 18 h 18"/>
                  <a:gd name="T8" fmla="*/ 0 w 41"/>
                  <a:gd name="T9" fmla="*/ 18 h 18"/>
                  <a:gd name="T10" fmla="*/ 3 w 41"/>
                  <a:gd name="T11" fmla="*/ 5 h 18"/>
                  <a:gd name="T12" fmla="*/ 4 w 41"/>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1" h="18">
                    <a:moveTo>
                      <a:pt x="4" y="0"/>
                    </a:moveTo>
                    <a:cubicBezTo>
                      <a:pt x="35" y="0"/>
                      <a:pt x="35" y="0"/>
                      <a:pt x="35" y="0"/>
                    </a:cubicBezTo>
                    <a:cubicBezTo>
                      <a:pt x="35" y="0"/>
                      <a:pt x="36" y="0"/>
                      <a:pt x="36" y="1"/>
                    </a:cubicBezTo>
                    <a:cubicBezTo>
                      <a:pt x="39" y="6"/>
                      <a:pt x="41" y="11"/>
                      <a:pt x="41" y="18"/>
                    </a:cubicBezTo>
                    <a:cubicBezTo>
                      <a:pt x="0" y="18"/>
                      <a:pt x="0" y="18"/>
                      <a:pt x="0" y="18"/>
                    </a:cubicBezTo>
                    <a:cubicBezTo>
                      <a:pt x="0" y="6"/>
                      <a:pt x="0" y="5"/>
                      <a:pt x="3" y="5"/>
                    </a:cubicBezTo>
                    <a:cubicBezTo>
                      <a:pt x="6" y="5"/>
                      <a:pt x="5" y="5"/>
                      <a:pt x="4" y="0"/>
                    </a:cubicBezTo>
                    <a:close/>
                  </a:path>
                </a:pathLst>
              </a:custGeom>
              <a:solidFill>
                <a:srgbClr val="E0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1077" name="Freeform 606"/>
              <p:cNvSpPr>
                <a:spLocks/>
              </p:cNvSpPr>
              <p:nvPr/>
            </p:nvSpPr>
            <p:spPr bwMode="auto">
              <a:xfrm>
                <a:off x="3305" y="1761"/>
                <a:ext cx="80" cy="34"/>
              </a:xfrm>
              <a:custGeom>
                <a:avLst/>
                <a:gdLst>
                  <a:gd name="T0" fmla="*/ 5 w 42"/>
                  <a:gd name="T1" fmla="*/ 0 h 18"/>
                  <a:gd name="T2" fmla="*/ 37 w 42"/>
                  <a:gd name="T3" fmla="*/ 0 h 18"/>
                  <a:gd name="T4" fmla="*/ 42 w 42"/>
                  <a:gd name="T5" fmla="*/ 18 h 18"/>
                  <a:gd name="T6" fmla="*/ 0 w 42"/>
                  <a:gd name="T7" fmla="*/ 18 h 18"/>
                  <a:gd name="T8" fmla="*/ 1 w 42"/>
                  <a:gd name="T9" fmla="*/ 17 h 18"/>
                  <a:gd name="T10" fmla="*/ 4 w 42"/>
                  <a:gd name="T11" fmla="*/ 4 h 18"/>
                  <a:gd name="T12" fmla="*/ 5 w 42"/>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2" h="18">
                    <a:moveTo>
                      <a:pt x="5" y="0"/>
                    </a:moveTo>
                    <a:cubicBezTo>
                      <a:pt x="37" y="0"/>
                      <a:pt x="37" y="0"/>
                      <a:pt x="37" y="0"/>
                    </a:cubicBezTo>
                    <a:cubicBezTo>
                      <a:pt x="41" y="5"/>
                      <a:pt x="42" y="11"/>
                      <a:pt x="42" y="18"/>
                    </a:cubicBezTo>
                    <a:cubicBezTo>
                      <a:pt x="0" y="18"/>
                      <a:pt x="0" y="18"/>
                      <a:pt x="0" y="18"/>
                    </a:cubicBezTo>
                    <a:cubicBezTo>
                      <a:pt x="0" y="18"/>
                      <a:pt x="1" y="17"/>
                      <a:pt x="1" y="17"/>
                    </a:cubicBezTo>
                    <a:cubicBezTo>
                      <a:pt x="1" y="5"/>
                      <a:pt x="1" y="4"/>
                      <a:pt x="4" y="4"/>
                    </a:cubicBezTo>
                    <a:cubicBezTo>
                      <a:pt x="7" y="4"/>
                      <a:pt x="6" y="4"/>
                      <a:pt x="5" y="0"/>
                    </a:cubicBezTo>
                    <a:close/>
                  </a:path>
                </a:pathLst>
              </a:custGeom>
              <a:solidFill>
                <a:srgbClr val="E1E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grpSp>
        <p:sp>
          <p:nvSpPr>
            <p:cNvPr id="750" name="Freeform 608"/>
            <p:cNvSpPr>
              <a:spLocks/>
            </p:cNvSpPr>
            <p:nvPr/>
          </p:nvSpPr>
          <p:spPr bwMode="auto">
            <a:xfrm>
              <a:off x="3305" y="1763"/>
              <a:ext cx="80" cy="34"/>
            </a:xfrm>
            <a:custGeom>
              <a:avLst/>
              <a:gdLst>
                <a:gd name="T0" fmla="*/ 5 w 42"/>
                <a:gd name="T1" fmla="*/ 0 h 18"/>
                <a:gd name="T2" fmla="*/ 38 w 42"/>
                <a:gd name="T3" fmla="*/ 0 h 18"/>
                <a:gd name="T4" fmla="*/ 42 w 42"/>
                <a:gd name="T5" fmla="*/ 18 h 18"/>
                <a:gd name="T6" fmla="*/ 0 w 42"/>
                <a:gd name="T7" fmla="*/ 18 h 18"/>
                <a:gd name="T8" fmla="*/ 1 w 42"/>
                <a:gd name="T9" fmla="*/ 16 h 18"/>
                <a:gd name="T10" fmla="*/ 4 w 42"/>
                <a:gd name="T11" fmla="*/ 3 h 18"/>
                <a:gd name="T12" fmla="*/ 5 w 42"/>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2" h="18">
                  <a:moveTo>
                    <a:pt x="5" y="0"/>
                  </a:moveTo>
                  <a:cubicBezTo>
                    <a:pt x="38" y="0"/>
                    <a:pt x="38" y="0"/>
                    <a:pt x="38" y="0"/>
                  </a:cubicBezTo>
                  <a:cubicBezTo>
                    <a:pt x="41" y="6"/>
                    <a:pt x="42" y="11"/>
                    <a:pt x="42" y="18"/>
                  </a:cubicBezTo>
                  <a:cubicBezTo>
                    <a:pt x="0" y="18"/>
                    <a:pt x="0" y="18"/>
                    <a:pt x="0" y="18"/>
                  </a:cubicBezTo>
                  <a:cubicBezTo>
                    <a:pt x="0" y="18"/>
                    <a:pt x="0" y="17"/>
                    <a:pt x="1" y="16"/>
                  </a:cubicBezTo>
                  <a:cubicBezTo>
                    <a:pt x="1" y="4"/>
                    <a:pt x="1" y="3"/>
                    <a:pt x="4" y="3"/>
                  </a:cubicBezTo>
                  <a:cubicBezTo>
                    <a:pt x="6" y="3"/>
                    <a:pt x="6" y="3"/>
                    <a:pt x="5" y="0"/>
                  </a:cubicBezTo>
                  <a:close/>
                </a:path>
              </a:pathLst>
            </a:custGeom>
            <a:solidFill>
              <a:srgbClr val="E2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1" name="Freeform 609"/>
            <p:cNvSpPr>
              <a:spLocks/>
            </p:cNvSpPr>
            <p:nvPr/>
          </p:nvSpPr>
          <p:spPr bwMode="auto">
            <a:xfrm>
              <a:off x="3305" y="1764"/>
              <a:ext cx="80" cy="37"/>
            </a:xfrm>
            <a:custGeom>
              <a:avLst/>
              <a:gdLst>
                <a:gd name="T0" fmla="*/ 6 w 42"/>
                <a:gd name="T1" fmla="*/ 0 h 19"/>
                <a:gd name="T2" fmla="*/ 38 w 42"/>
                <a:gd name="T3" fmla="*/ 0 h 19"/>
                <a:gd name="T4" fmla="*/ 42 w 42"/>
                <a:gd name="T5" fmla="*/ 18 h 19"/>
                <a:gd name="T6" fmla="*/ 42 w 42"/>
                <a:gd name="T7" fmla="*/ 19 h 19"/>
                <a:gd name="T8" fmla="*/ 0 w 42"/>
                <a:gd name="T9" fmla="*/ 19 h 19"/>
                <a:gd name="T10" fmla="*/ 1 w 42"/>
                <a:gd name="T11" fmla="*/ 15 h 19"/>
                <a:gd name="T12" fmla="*/ 4 w 42"/>
                <a:gd name="T13" fmla="*/ 2 h 19"/>
                <a:gd name="T14" fmla="*/ 6 w 42"/>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19">
                  <a:moveTo>
                    <a:pt x="6" y="0"/>
                  </a:moveTo>
                  <a:cubicBezTo>
                    <a:pt x="38" y="0"/>
                    <a:pt x="38" y="0"/>
                    <a:pt x="38" y="0"/>
                  </a:cubicBezTo>
                  <a:cubicBezTo>
                    <a:pt x="41" y="6"/>
                    <a:pt x="42" y="11"/>
                    <a:pt x="42" y="18"/>
                  </a:cubicBezTo>
                  <a:cubicBezTo>
                    <a:pt x="42" y="18"/>
                    <a:pt x="42" y="18"/>
                    <a:pt x="42" y="19"/>
                  </a:cubicBezTo>
                  <a:cubicBezTo>
                    <a:pt x="0" y="19"/>
                    <a:pt x="0" y="19"/>
                    <a:pt x="0" y="19"/>
                  </a:cubicBezTo>
                  <a:cubicBezTo>
                    <a:pt x="0" y="18"/>
                    <a:pt x="0" y="16"/>
                    <a:pt x="1" y="15"/>
                  </a:cubicBezTo>
                  <a:cubicBezTo>
                    <a:pt x="1" y="3"/>
                    <a:pt x="1" y="2"/>
                    <a:pt x="4" y="2"/>
                  </a:cubicBezTo>
                  <a:cubicBezTo>
                    <a:pt x="6" y="2"/>
                    <a:pt x="6" y="2"/>
                    <a:pt x="6" y="0"/>
                  </a:cubicBezTo>
                  <a:close/>
                </a:path>
              </a:pathLst>
            </a:custGeom>
            <a:solidFill>
              <a:srgbClr val="E3E2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2" name="Freeform 610"/>
            <p:cNvSpPr>
              <a:spLocks/>
            </p:cNvSpPr>
            <p:nvPr/>
          </p:nvSpPr>
          <p:spPr bwMode="auto">
            <a:xfrm>
              <a:off x="3305" y="1768"/>
              <a:ext cx="80" cy="35"/>
            </a:xfrm>
            <a:custGeom>
              <a:avLst/>
              <a:gdLst>
                <a:gd name="T0" fmla="*/ 3 w 42"/>
                <a:gd name="T1" fmla="*/ 0 h 18"/>
                <a:gd name="T2" fmla="*/ 39 w 42"/>
                <a:gd name="T3" fmla="*/ 0 h 18"/>
                <a:gd name="T4" fmla="*/ 42 w 42"/>
                <a:gd name="T5" fmla="*/ 16 h 18"/>
                <a:gd name="T6" fmla="*/ 42 w 42"/>
                <a:gd name="T7" fmla="*/ 18 h 18"/>
                <a:gd name="T8" fmla="*/ 0 w 42"/>
                <a:gd name="T9" fmla="*/ 18 h 18"/>
                <a:gd name="T10" fmla="*/ 1 w 42"/>
                <a:gd name="T11" fmla="*/ 13 h 18"/>
                <a:gd name="T12" fmla="*/ 3 w 42"/>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2" h="18">
                  <a:moveTo>
                    <a:pt x="3" y="0"/>
                  </a:moveTo>
                  <a:cubicBezTo>
                    <a:pt x="39" y="0"/>
                    <a:pt x="39" y="0"/>
                    <a:pt x="39" y="0"/>
                  </a:cubicBezTo>
                  <a:cubicBezTo>
                    <a:pt x="41" y="5"/>
                    <a:pt x="42" y="10"/>
                    <a:pt x="42" y="16"/>
                  </a:cubicBezTo>
                  <a:cubicBezTo>
                    <a:pt x="42" y="17"/>
                    <a:pt x="42" y="17"/>
                    <a:pt x="42" y="18"/>
                  </a:cubicBezTo>
                  <a:cubicBezTo>
                    <a:pt x="0" y="18"/>
                    <a:pt x="0" y="18"/>
                    <a:pt x="0" y="18"/>
                  </a:cubicBezTo>
                  <a:cubicBezTo>
                    <a:pt x="0" y="16"/>
                    <a:pt x="0" y="15"/>
                    <a:pt x="1" y="13"/>
                  </a:cubicBezTo>
                  <a:cubicBezTo>
                    <a:pt x="1" y="3"/>
                    <a:pt x="1" y="0"/>
                    <a:pt x="3" y="0"/>
                  </a:cubicBezTo>
                  <a:close/>
                </a:path>
              </a:pathLst>
            </a:custGeom>
            <a:solidFill>
              <a:srgbClr val="E4E4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3" name="Freeform 611"/>
            <p:cNvSpPr>
              <a:spLocks/>
            </p:cNvSpPr>
            <p:nvPr/>
          </p:nvSpPr>
          <p:spPr bwMode="auto">
            <a:xfrm>
              <a:off x="3305" y="1770"/>
              <a:ext cx="80" cy="35"/>
            </a:xfrm>
            <a:custGeom>
              <a:avLst/>
              <a:gdLst>
                <a:gd name="T0" fmla="*/ 1 w 42"/>
                <a:gd name="T1" fmla="*/ 0 h 18"/>
                <a:gd name="T2" fmla="*/ 40 w 42"/>
                <a:gd name="T3" fmla="*/ 0 h 18"/>
                <a:gd name="T4" fmla="*/ 42 w 42"/>
                <a:gd name="T5" fmla="*/ 15 h 18"/>
                <a:gd name="T6" fmla="*/ 42 w 42"/>
                <a:gd name="T7" fmla="*/ 18 h 18"/>
                <a:gd name="T8" fmla="*/ 0 w 42"/>
                <a:gd name="T9" fmla="*/ 18 h 18"/>
                <a:gd name="T10" fmla="*/ 1 w 42"/>
                <a:gd name="T11" fmla="*/ 12 h 18"/>
                <a:gd name="T12" fmla="*/ 1 w 42"/>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2" h="18">
                  <a:moveTo>
                    <a:pt x="1" y="0"/>
                  </a:moveTo>
                  <a:cubicBezTo>
                    <a:pt x="40" y="0"/>
                    <a:pt x="40" y="0"/>
                    <a:pt x="40" y="0"/>
                  </a:cubicBezTo>
                  <a:cubicBezTo>
                    <a:pt x="41" y="4"/>
                    <a:pt x="42" y="9"/>
                    <a:pt x="42" y="15"/>
                  </a:cubicBezTo>
                  <a:cubicBezTo>
                    <a:pt x="42" y="16"/>
                    <a:pt x="42" y="17"/>
                    <a:pt x="42" y="18"/>
                  </a:cubicBezTo>
                  <a:cubicBezTo>
                    <a:pt x="0" y="18"/>
                    <a:pt x="0" y="18"/>
                    <a:pt x="0" y="18"/>
                  </a:cubicBezTo>
                  <a:cubicBezTo>
                    <a:pt x="0" y="16"/>
                    <a:pt x="0" y="14"/>
                    <a:pt x="1" y="12"/>
                  </a:cubicBezTo>
                  <a:cubicBezTo>
                    <a:pt x="1" y="5"/>
                    <a:pt x="1" y="2"/>
                    <a:pt x="1" y="0"/>
                  </a:cubicBezTo>
                  <a:close/>
                </a:path>
              </a:pathLst>
            </a:custGeom>
            <a:solidFill>
              <a:srgbClr val="E6E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4" name="Freeform 612"/>
            <p:cNvSpPr>
              <a:spLocks/>
            </p:cNvSpPr>
            <p:nvPr/>
          </p:nvSpPr>
          <p:spPr bwMode="auto">
            <a:xfrm>
              <a:off x="3303" y="1772"/>
              <a:ext cx="82" cy="36"/>
            </a:xfrm>
            <a:custGeom>
              <a:avLst/>
              <a:gdLst>
                <a:gd name="T0" fmla="*/ 2 w 43"/>
                <a:gd name="T1" fmla="*/ 0 h 19"/>
                <a:gd name="T2" fmla="*/ 41 w 43"/>
                <a:gd name="T3" fmla="*/ 0 h 19"/>
                <a:gd name="T4" fmla="*/ 43 w 43"/>
                <a:gd name="T5" fmla="*/ 14 h 19"/>
                <a:gd name="T6" fmla="*/ 43 w 43"/>
                <a:gd name="T7" fmla="*/ 19 h 19"/>
                <a:gd name="T8" fmla="*/ 0 w 43"/>
                <a:gd name="T9" fmla="*/ 19 h 19"/>
                <a:gd name="T10" fmla="*/ 2 w 43"/>
                <a:gd name="T11" fmla="*/ 11 h 19"/>
                <a:gd name="T12" fmla="*/ 2 w 43"/>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3" h="19">
                  <a:moveTo>
                    <a:pt x="2" y="0"/>
                  </a:moveTo>
                  <a:cubicBezTo>
                    <a:pt x="41" y="0"/>
                    <a:pt x="41" y="0"/>
                    <a:pt x="41" y="0"/>
                  </a:cubicBezTo>
                  <a:cubicBezTo>
                    <a:pt x="43" y="4"/>
                    <a:pt x="43" y="9"/>
                    <a:pt x="43" y="14"/>
                  </a:cubicBezTo>
                  <a:cubicBezTo>
                    <a:pt x="42" y="16"/>
                    <a:pt x="43" y="17"/>
                    <a:pt x="43" y="19"/>
                  </a:cubicBezTo>
                  <a:cubicBezTo>
                    <a:pt x="0" y="19"/>
                    <a:pt x="0" y="19"/>
                    <a:pt x="0" y="19"/>
                  </a:cubicBezTo>
                  <a:cubicBezTo>
                    <a:pt x="1" y="16"/>
                    <a:pt x="1" y="14"/>
                    <a:pt x="2" y="11"/>
                  </a:cubicBezTo>
                  <a:cubicBezTo>
                    <a:pt x="2" y="5"/>
                    <a:pt x="2" y="2"/>
                    <a:pt x="2" y="0"/>
                  </a:cubicBezTo>
                  <a:close/>
                </a:path>
              </a:pathLst>
            </a:custGeom>
            <a:solidFill>
              <a:srgbClr val="E7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5" name="Freeform 613"/>
            <p:cNvSpPr>
              <a:spLocks/>
            </p:cNvSpPr>
            <p:nvPr/>
          </p:nvSpPr>
          <p:spPr bwMode="auto">
            <a:xfrm>
              <a:off x="3303" y="1774"/>
              <a:ext cx="84" cy="36"/>
            </a:xfrm>
            <a:custGeom>
              <a:avLst/>
              <a:gdLst>
                <a:gd name="T0" fmla="*/ 2 w 44"/>
                <a:gd name="T1" fmla="*/ 0 h 19"/>
                <a:gd name="T2" fmla="*/ 41 w 44"/>
                <a:gd name="T3" fmla="*/ 0 h 19"/>
                <a:gd name="T4" fmla="*/ 43 w 44"/>
                <a:gd name="T5" fmla="*/ 13 h 19"/>
                <a:gd name="T6" fmla="*/ 44 w 44"/>
                <a:gd name="T7" fmla="*/ 19 h 19"/>
                <a:gd name="T8" fmla="*/ 0 w 44"/>
                <a:gd name="T9" fmla="*/ 19 h 19"/>
                <a:gd name="T10" fmla="*/ 2 w 44"/>
                <a:gd name="T11" fmla="*/ 10 h 19"/>
                <a:gd name="T12" fmla="*/ 2 w 44"/>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4" h="19">
                  <a:moveTo>
                    <a:pt x="2" y="0"/>
                  </a:moveTo>
                  <a:cubicBezTo>
                    <a:pt x="41" y="0"/>
                    <a:pt x="41" y="0"/>
                    <a:pt x="41" y="0"/>
                  </a:cubicBezTo>
                  <a:cubicBezTo>
                    <a:pt x="43" y="4"/>
                    <a:pt x="43" y="8"/>
                    <a:pt x="43" y="13"/>
                  </a:cubicBezTo>
                  <a:cubicBezTo>
                    <a:pt x="42" y="16"/>
                    <a:pt x="43" y="17"/>
                    <a:pt x="44" y="19"/>
                  </a:cubicBezTo>
                  <a:cubicBezTo>
                    <a:pt x="0" y="19"/>
                    <a:pt x="0" y="19"/>
                    <a:pt x="0" y="19"/>
                  </a:cubicBezTo>
                  <a:cubicBezTo>
                    <a:pt x="1" y="16"/>
                    <a:pt x="1" y="14"/>
                    <a:pt x="2" y="10"/>
                  </a:cubicBezTo>
                  <a:cubicBezTo>
                    <a:pt x="2" y="6"/>
                    <a:pt x="2" y="3"/>
                    <a:pt x="2" y="0"/>
                  </a:cubicBezTo>
                  <a:close/>
                </a:path>
              </a:pathLst>
            </a:custGeom>
            <a:solidFill>
              <a:srgbClr val="E8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6" name="Freeform 614"/>
            <p:cNvSpPr>
              <a:spLocks/>
            </p:cNvSpPr>
            <p:nvPr/>
          </p:nvSpPr>
          <p:spPr bwMode="auto">
            <a:xfrm>
              <a:off x="3301" y="1778"/>
              <a:ext cx="86" cy="34"/>
            </a:xfrm>
            <a:custGeom>
              <a:avLst/>
              <a:gdLst>
                <a:gd name="T0" fmla="*/ 3 w 45"/>
                <a:gd name="T1" fmla="*/ 0 h 18"/>
                <a:gd name="T2" fmla="*/ 43 w 45"/>
                <a:gd name="T3" fmla="*/ 0 h 18"/>
                <a:gd name="T4" fmla="*/ 44 w 45"/>
                <a:gd name="T5" fmla="*/ 11 h 18"/>
                <a:gd name="T6" fmla="*/ 45 w 45"/>
                <a:gd name="T7" fmla="*/ 18 h 18"/>
                <a:gd name="T8" fmla="*/ 0 w 45"/>
                <a:gd name="T9" fmla="*/ 18 h 18"/>
                <a:gd name="T10" fmla="*/ 3 w 45"/>
                <a:gd name="T11" fmla="*/ 8 h 18"/>
                <a:gd name="T12" fmla="*/ 3 w 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5" h="18">
                  <a:moveTo>
                    <a:pt x="3" y="0"/>
                  </a:moveTo>
                  <a:cubicBezTo>
                    <a:pt x="43" y="0"/>
                    <a:pt x="43" y="0"/>
                    <a:pt x="43" y="0"/>
                  </a:cubicBezTo>
                  <a:cubicBezTo>
                    <a:pt x="44" y="3"/>
                    <a:pt x="44" y="7"/>
                    <a:pt x="44" y="11"/>
                  </a:cubicBezTo>
                  <a:cubicBezTo>
                    <a:pt x="43" y="15"/>
                    <a:pt x="44" y="16"/>
                    <a:pt x="45" y="18"/>
                  </a:cubicBezTo>
                  <a:cubicBezTo>
                    <a:pt x="0" y="18"/>
                    <a:pt x="0" y="18"/>
                    <a:pt x="0" y="18"/>
                  </a:cubicBezTo>
                  <a:cubicBezTo>
                    <a:pt x="1" y="15"/>
                    <a:pt x="2" y="12"/>
                    <a:pt x="3" y="8"/>
                  </a:cubicBezTo>
                  <a:cubicBezTo>
                    <a:pt x="3" y="4"/>
                    <a:pt x="3" y="2"/>
                    <a:pt x="3" y="0"/>
                  </a:cubicBezTo>
                  <a:close/>
                </a:path>
              </a:pathLst>
            </a:custGeom>
            <a:solidFill>
              <a:srgbClr val="E9E9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7" name="Freeform 615"/>
            <p:cNvSpPr>
              <a:spLocks/>
            </p:cNvSpPr>
            <p:nvPr/>
          </p:nvSpPr>
          <p:spPr bwMode="auto">
            <a:xfrm>
              <a:off x="3299" y="1780"/>
              <a:ext cx="90" cy="34"/>
            </a:xfrm>
            <a:custGeom>
              <a:avLst/>
              <a:gdLst>
                <a:gd name="T0" fmla="*/ 4 w 47"/>
                <a:gd name="T1" fmla="*/ 0 h 18"/>
                <a:gd name="T2" fmla="*/ 44 w 47"/>
                <a:gd name="T3" fmla="*/ 0 h 18"/>
                <a:gd name="T4" fmla="*/ 45 w 47"/>
                <a:gd name="T5" fmla="*/ 10 h 18"/>
                <a:gd name="T6" fmla="*/ 47 w 47"/>
                <a:gd name="T7" fmla="*/ 18 h 18"/>
                <a:gd name="T8" fmla="*/ 0 w 47"/>
                <a:gd name="T9" fmla="*/ 18 h 18"/>
                <a:gd name="T10" fmla="*/ 4 w 47"/>
                <a:gd name="T11" fmla="*/ 7 h 18"/>
                <a:gd name="T12" fmla="*/ 4 w 4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7" h="18">
                  <a:moveTo>
                    <a:pt x="4" y="0"/>
                  </a:moveTo>
                  <a:cubicBezTo>
                    <a:pt x="44" y="0"/>
                    <a:pt x="44" y="0"/>
                    <a:pt x="44" y="0"/>
                  </a:cubicBezTo>
                  <a:cubicBezTo>
                    <a:pt x="45" y="3"/>
                    <a:pt x="45" y="6"/>
                    <a:pt x="45" y="10"/>
                  </a:cubicBezTo>
                  <a:cubicBezTo>
                    <a:pt x="44" y="14"/>
                    <a:pt x="46" y="16"/>
                    <a:pt x="47" y="18"/>
                  </a:cubicBezTo>
                  <a:cubicBezTo>
                    <a:pt x="0" y="18"/>
                    <a:pt x="0" y="18"/>
                    <a:pt x="0" y="18"/>
                  </a:cubicBezTo>
                  <a:cubicBezTo>
                    <a:pt x="2" y="15"/>
                    <a:pt x="3" y="12"/>
                    <a:pt x="4" y="7"/>
                  </a:cubicBezTo>
                  <a:cubicBezTo>
                    <a:pt x="4" y="4"/>
                    <a:pt x="4" y="2"/>
                    <a:pt x="4" y="0"/>
                  </a:cubicBez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8" name="Freeform 616"/>
            <p:cNvSpPr>
              <a:spLocks/>
            </p:cNvSpPr>
            <p:nvPr/>
          </p:nvSpPr>
          <p:spPr bwMode="auto">
            <a:xfrm>
              <a:off x="3299" y="1782"/>
              <a:ext cx="90" cy="36"/>
            </a:xfrm>
            <a:custGeom>
              <a:avLst/>
              <a:gdLst>
                <a:gd name="T0" fmla="*/ 4 w 47"/>
                <a:gd name="T1" fmla="*/ 0 h 19"/>
                <a:gd name="T2" fmla="*/ 44 w 47"/>
                <a:gd name="T3" fmla="*/ 0 h 19"/>
                <a:gd name="T4" fmla="*/ 45 w 47"/>
                <a:gd name="T5" fmla="*/ 9 h 19"/>
                <a:gd name="T6" fmla="*/ 47 w 47"/>
                <a:gd name="T7" fmla="*/ 19 h 19"/>
                <a:gd name="T8" fmla="*/ 0 w 47"/>
                <a:gd name="T9" fmla="*/ 19 h 19"/>
                <a:gd name="T10" fmla="*/ 4 w 47"/>
                <a:gd name="T11" fmla="*/ 6 h 19"/>
                <a:gd name="T12" fmla="*/ 4 w 4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7" h="19">
                  <a:moveTo>
                    <a:pt x="4" y="0"/>
                  </a:moveTo>
                  <a:cubicBezTo>
                    <a:pt x="44" y="0"/>
                    <a:pt x="44" y="0"/>
                    <a:pt x="44" y="0"/>
                  </a:cubicBezTo>
                  <a:cubicBezTo>
                    <a:pt x="45" y="3"/>
                    <a:pt x="45" y="6"/>
                    <a:pt x="45" y="9"/>
                  </a:cubicBezTo>
                  <a:cubicBezTo>
                    <a:pt x="44" y="14"/>
                    <a:pt x="46" y="15"/>
                    <a:pt x="47" y="19"/>
                  </a:cubicBezTo>
                  <a:cubicBezTo>
                    <a:pt x="0" y="19"/>
                    <a:pt x="0" y="19"/>
                    <a:pt x="0" y="19"/>
                  </a:cubicBezTo>
                  <a:cubicBezTo>
                    <a:pt x="2" y="15"/>
                    <a:pt x="3" y="12"/>
                    <a:pt x="4" y="6"/>
                  </a:cubicBezTo>
                  <a:cubicBezTo>
                    <a:pt x="4" y="4"/>
                    <a:pt x="4" y="2"/>
                    <a:pt x="4" y="0"/>
                  </a:cubicBezTo>
                  <a:close/>
                </a:path>
              </a:pathLst>
            </a:custGeom>
            <a:solidFill>
              <a:srgbClr val="ECEB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59" name="Freeform 617"/>
            <p:cNvSpPr>
              <a:spLocks/>
            </p:cNvSpPr>
            <p:nvPr/>
          </p:nvSpPr>
          <p:spPr bwMode="auto">
            <a:xfrm>
              <a:off x="3297" y="1786"/>
              <a:ext cx="92" cy="34"/>
            </a:xfrm>
            <a:custGeom>
              <a:avLst/>
              <a:gdLst>
                <a:gd name="T0" fmla="*/ 5 w 48"/>
                <a:gd name="T1" fmla="*/ 0 h 18"/>
                <a:gd name="T2" fmla="*/ 45 w 48"/>
                <a:gd name="T3" fmla="*/ 0 h 18"/>
                <a:gd name="T4" fmla="*/ 46 w 48"/>
                <a:gd name="T5" fmla="*/ 7 h 18"/>
                <a:gd name="T6" fmla="*/ 48 w 48"/>
                <a:gd name="T7" fmla="*/ 18 h 18"/>
                <a:gd name="T8" fmla="*/ 0 w 48"/>
                <a:gd name="T9" fmla="*/ 18 h 18"/>
                <a:gd name="T10" fmla="*/ 5 w 48"/>
                <a:gd name="T11" fmla="*/ 4 h 18"/>
                <a:gd name="T12" fmla="*/ 5 w 4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8" h="18">
                  <a:moveTo>
                    <a:pt x="5" y="0"/>
                  </a:moveTo>
                  <a:cubicBezTo>
                    <a:pt x="45" y="0"/>
                    <a:pt x="45" y="0"/>
                    <a:pt x="45" y="0"/>
                  </a:cubicBezTo>
                  <a:cubicBezTo>
                    <a:pt x="46" y="2"/>
                    <a:pt x="46" y="4"/>
                    <a:pt x="46" y="7"/>
                  </a:cubicBezTo>
                  <a:cubicBezTo>
                    <a:pt x="45" y="12"/>
                    <a:pt x="47" y="13"/>
                    <a:pt x="48" y="18"/>
                  </a:cubicBezTo>
                  <a:cubicBezTo>
                    <a:pt x="0" y="18"/>
                    <a:pt x="0" y="18"/>
                    <a:pt x="0" y="18"/>
                  </a:cubicBezTo>
                  <a:cubicBezTo>
                    <a:pt x="2" y="14"/>
                    <a:pt x="4" y="10"/>
                    <a:pt x="5" y="4"/>
                  </a:cubicBezTo>
                  <a:lnTo>
                    <a:pt x="5" y="0"/>
                  </a:lnTo>
                  <a:close/>
                </a:path>
              </a:pathLst>
            </a:custGeom>
            <a:solidFill>
              <a:srgbClr val="EDEC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0" name="Freeform 618"/>
            <p:cNvSpPr>
              <a:spLocks/>
            </p:cNvSpPr>
            <p:nvPr/>
          </p:nvSpPr>
          <p:spPr bwMode="auto">
            <a:xfrm>
              <a:off x="3297" y="1787"/>
              <a:ext cx="92" cy="35"/>
            </a:xfrm>
            <a:custGeom>
              <a:avLst/>
              <a:gdLst>
                <a:gd name="T0" fmla="*/ 5 w 48"/>
                <a:gd name="T1" fmla="*/ 0 h 18"/>
                <a:gd name="T2" fmla="*/ 46 w 48"/>
                <a:gd name="T3" fmla="*/ 0 h 18"/>
                <a:gd name="T4" fmla="*/ 46 w 48"/>
                <a:gd name="T5" fmla="*/ 6 h 18"/>
                <a:gd name="T6" fmla="*/ 48 w 48"/>
                <a:gd name="T7" fmla="*/ 18 h 18"/>
                <a:gd name="T8" fmla="*/ 0 w 48"/>
                <a:gd name="T9" fmla="*/ 18 h 18"/>
                <a:gd name="T10" fmla="*/ 5 w 48"/>
                <a:gd name="T11" fmla="*/ 3 h 18"/>
                <a:gd name="T12" fmla="*/ 5 w 4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8" h="18">
                  <a:moveTo>
                    <a:pt x="5" y="0"/>
                  </a:moveTo>
                  <a:cubicBezTo>
                    <a:pt x="46" y="0"/>
                    <a:pt x="46" y="0"/>
                    <a:pt x="46" y="0"/>
                  </a:cubicBezTo>
                  <a:cubicBezTo>
                    <a:pt x="46" y="2"/>
                    <a:pt x="46" y="4"/>
                    <a:pt x="46" y="6"/>
                  </a:cubicBezTo>
                  <a:cubicBezTo>
                    <a:pt x="45" y="12"/>
                    <a:pt x="48" y="12"/>
                    <a:pt x="48" y="18"/>
                  </a:cubicBezTo>
                  <a:cubicBezTo>
                    <a:pt x="0" y="18"/>
                    <a:pt x="0" y="18"/>
                    <a:pt x="0" y="18"/>
                  </a:cubicBezTo>
                  <a:cubicBezTo>
                    <a:pt x="2" y="14"/>
                    <a:pt x="4" y="10"/>
                    <a:pt x="5" y="3"/>
                  </a:cubicBezTo>
                  <a:lnTo>
                    <a:pt x="5" y="0"/>
                  </a:ln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1" name="Freeform 619"/>
            <p:cNvSpPr>
              <a:spLocks/>
            </p:cNvSpPr>
            <p:nvPr/>
          </p:nvSpPr>
          <p:spPr bwMode="auto">
            <a:xfrm>
              <a:off x="3295" y="1789"/>
              <a:ext cx="94" cy="35"/>
            </a:xfrm>
            <a:custGeom>
              <a:avLst/>
              <a:gdLst>
                <a:gd name="T0" fmla="*/ 6 w 49"/>
                <a:gd name="T1" fmla="*/ 0 h 18"/>
                <a:gd name="T2" fmla="*/ 47 w 49"/>
                <a:gd name="T3" fmla="*/ 0 h 18"/>
                <a:gd name="T4" fmla="*/ 47 w 49"/>
                <a:gd name="T5" fmla="*/ 5 h 18"/>
                <a:gd name="T6" fmla="*/ 49 w 49"/>
                <a:gd name="T7" fmla="*/ 18 h 18"/>
                <a:gd name="T8" fmla="*/ 0 w 49"/>
                <a:gd name="T9" fmla="*/ 18 h 18"/>
                <a:gd name="T10" fmla="*/ 6 w 49"/>
                <a:gd name="T11" fmla="*/ 2 h 18"/>
                <a:gd name="T12" fmla="*/ 6 w 4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9" h="18">
                  <a:moveTo>
                    <a:pt x="6" y="0"/>
                  </a:moveTo>
                  <a:cubicBezTo>
                    <a:pt x="47" y="0"/>
                    <a:pt x="47" y="0"/>
                    <a:pt x="47" y="0"/>
                  </a:cubicBezTo>
                  <a:cubicBezTo>
                    <a:pt x="47" y="2"/>
                    <a:pt x="47" y="3"/>
                    <a:pt x="47" y="5"/>
                  </a:cubicBezTo>
                  <a:cubicBezTo>
                    <a:pt x="46" y="11"/>
                    <a:pt x="49" y="11"/>
                    <a:pt x="49" y="18"/>
                  </a:cubicBezTo>
                  <a:cubicBezTo>
                    <a:pt x="0" y="18"/>
                    <a:pt x="0" y="18"/>
                    <a:pt x="0" y="18"/>
                  </a:cubicBezTo>
                  <a:cubicBezTo>
                    <a:pt x="2" y="13"/>
                    <a:pt x="5" y="10"/>
                    <a:pt x="6" y="2"/>
                  </a:cubicBezTo>
                  <a:lnTo>
                    <a:pt x="6" y="0"/>
                  </a:lnTo>
                  <a:close/>
                </a:path>
              </a:pathLst>
            </a:cu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2" name="Freeform 620"/>
            <p:cNvSpPr>
              <a:spLocks/>
            </p:cNvSpPr>
            <p:nvPr/>
          </p:nvSpPr>
          <p:spPr bwMode="auto">
            <a:xfrm>
              <a:off x="3293" y="1791"/>
              <a:ext cx="98" cy="37"/>
            </a:xfrm>
            <a:custGeom>
              <a:avLst/>
              <a:gdLst>
                <a:gd name="T0" fmla="*/ 7 w 51"/>
                <a:gd name="T1" fmla="*/ 0 h 19"/>
                <a:gd name="T2" fmla="*/ 48 w 51"/>
                <a:gd name="T3" fmla="*/ 0 h 19"/>
                <a:gd name="T4" fmla="*/ 48 w 51"/>
                <a:gd name="T5" fmla="*/ 4 h 19"/>
                <a:gd name="T6" fmla="*/ 51 w 51"/>
                <a:gd name="T7" fmla="*/ 19 h 19"/>
                <a:gd name="T8" fmla="*/ 0 w 51"/>
                <a:gd name="T9" fmla="*/ 19 h 19"/>
                <a:gd name="T10" fmla="*/ 7 w 51"/>
                <a:gd name="T11" fmla="*/ 1 h 19"/>
                <a:gd name="T12" fmla="*/ 7 w 5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51" h="19">
                  <a:moveTo>
                    <a:pt x="7" y="0"/>
                  </a:moveTo>
                  <a:cubicBezTo>
                    <a:pt x="48" y="0"/>
                    <a:pt x="48" y="0"/>
                    <a:pt x="48" y="0"/>
                  </a:cubicBezTo>
                  <a:cubicBezTo>
                    <a:pt x="48" y="2"/>
                    <a:pt x="48" y="3"/>
                    <a:pt x="48" y="4"/>
                  </a:cubicBezTo>
                  <a:cubicBezTo>
                    <a:pt x="47" y="11"/>
                    <a:pt x="50" y="10"/>
                    <a:pt x="51" y="19"/>
                  </a:cubicBezTo>
                  <a:cubicBezTo>
                    <a:pt x="0" y="19"/>
                    <a:pt x="0" y="19"/>
                    <a:pt x="0" y="19"/>
                  </a:cubicBezTo>
                  <a:cubicBezTo>
                    <a:pt x="3" y="13"/>
                    <a:pt x="6" y="9"/>
                    <a:pt x="7" y="1"/>
                  </a:cubicBezTo>
                  <a:lnTo>
                    <a:pt x="7" y="0"/>
                  </a:ln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3" name="Freeform 621"/>
            <p:cNvSpPr>
              <a:spLocks/>
            </p:cNvSpPr>
            <p:nvPr/>
          </p:nvSpPr>
          <p:spPr bwMode="auto">
            <a:xfrm>
              <a:off x="3293" y="1795"/>
              <a:ext cx="98" cy="35"/>
            </a:xfrm>
            <a:custGeom>
              <a:avLst/>
              <a:gdLst>
                <a:gd name="T0" fmla="*/ 6 w 51"/>
                <a:gd name="T1" fmla="*/ 0 h 18"/>
                <a:gd name="T2" fmla="*/ 48 w 51"/>
                <a:gd name="T3" fmla="*/ 0 h 18"/>
                <a:gd name="T4" fmla="*/ 48 w 51"/>
                <a:gd name="T5" fmla="*/ 2 h 18"/>
                <a:gd name="T6" fmla="*/ 51 w 51"/>
                <a:gd name="T7" fmla="*/ 18 h 18"/>
                <a:gd name="T8" fmla="*/ 0 w 51"/>
                <a:gd name="T9" fmla="*/ 18 h 18"/>
                <a:gd name="T10" fmla="*/ 6 w 51"/>
                <a:gd name="T11" fmla="*/ 0 h 18"/>
              </a:gdLst>
              <a:ahLst/>
              <a:cxnLst>
                <a:cxn ang="0">
                  <a:pos x="T0" y="T1"/>
                </a:cxn>
                <a:cxn ang="0">
                  <a:pos x="T2" y="T3"/>
                </a:cxn>
                <a:cxn ang="0">
                  <a:pos x="T4" y="T5"/>
                </a:cxn>
                <a:cxn ang="0">
                  <a:pos x="T6" y="T7"/>
                </a:cxn>
                <a:cxn ang="0">
                  <a:pos x="T8" y="T9"/>
                </a:cxn>
                <a:cxn ang="0">
                  <a:pos x="T10" y="T11"/>
                </a:cxn>
              </a:cxnLst>
              <a:rect l="0" t="0" r="r" b="b"/>
              <a:pathLst>
                <a:path w="51" h="18">
                  <a:moveTo>
                    <a:pt x="6" y="0"/>
                  </a:moveTo>
                  <a:cubicBezTo>
                    <a:pt x="48" y="0"/>
                    <a:pt x="48" y="0"/>
                    <a:pt x="48" y="0"/>
                  </a:cubicBezTo>
                  <a:cubicBezTo>
                    <a:pt x="48" y="0"/>
                    <a:pt x="48" y="1"/>
                    <a:pt x="48" y="2"/>
                  </a:cubicBezTo>
                  <a:cubicBezTo>
                    <a:pt x="47" y="9"/>
                    <a:pt x="51" y="8"/>
                    <a:pt x="51" y="18"/>
                  </a:cubicBezTo>
                  <a:cubicBezTo>
                    <a:pt x="0" y="18"/>
                    <a:pt x="0" y="18"/>
                    <a:pt x="0" y="18"/>
                  </a:cubicBezTo>
                  <a:cubicBezTo>
                    <a:pt x="2" y="12"/>
                    <a:pt x="6" y="8"/>
                    <a:pt x="6" y="0"/>
                  </a:cubicBezTo>
                  <a:close/>
                </a:path>
              </a:pathLst>
            </a:custGeom>
            <a:solidFill>
              <a:srgbClr val="F2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4" name="Freeform 622"/>
            <p:cNvSpPr>
              <a:spLocks/>
            </p:cNvSpPr>
            <p:nvPr/>
          </p:nvSpPr>
          <p:spPr bwMode="auto">
            <a:xfrm>
              <a:off x="3291" y="1797"/>
              <a:ext cx="100" cy="34"/>
            </a:xfrm>
            <a:custGeom>
              <a:avLst/>
              <a:gdLst>
                <a:gd name="T0" fmla="*/ 7 w 52"/>
                <a:gd name="T1" fmla="*/ 0 h 18"/>
                <a:gd name="T2" fmla="*/ 49 w 52"/>
                <a:gd name="T3" fmla="*/ 0 h 18"/>
                <a:gd name="T4" fmla="*/ 49 w 52"/>
                <a:gd name="T5" fmla="*/ 1 h 18"/>
                <a:gd name="T6" fmla="*/ 51 w 52"/>
                <a:gd name="T7" fmla="*/ 18 h 18"/>
                <a:gd name="T8" fmla="*/ 0 w 52"/>
                <a:gd name="T9" fmla="*/ 18 h 18"/>
                <a:gd name="T10" fmla="*/ 7 w 52"/>
                <a:gd name="T11" fmla="*/ 0 h 18"/>
              </a:gdLst>
              <a:ahLst/>
              <a:cxnLst>
                <a:cxn ang="0">
                  <a:pos x="T0" y="T1"/>
                </a:cxn>
                <a:cxn ang="0">
                  <a:pos x="T2" y="T3"/>
                </a:cxn>
                <a:cxn ang="0">
                  <a:pos x="T4" y="T5"/>
                </a:cxn>
                <a:cxn ang="0">
                  <a:pos x="T6" y="T7"/>
                </a:cxn>
                <a:cxn ang="0">
                  <a:pos x="T8" y="T9"/>
                </a:cxn>
                <a:cxn ang="0">
                  <a:pos x="T10" y="T11"/>
                </a:cxn>
              </a:cxnLst>
              <a:rect l="0" t="0" r="r" b="b"/>
              <a:pathLst>
                <a:path w="52" h="18">
                  <a:moveTo>
                    <a:pt x="7" y="0"/>
                  </a:moveTo>
                  <a:cubicBezTo>
                    <a:pt x="49" y="0"/>
                    <a:pt x="49" y="0"/>
                    <a:pt x="49" y="0"/>
                  </a:cubicBezTo>
                  <a:cubicBezTo>
                    <a:pt x="49" y="0"/>
                    <a:pt x="49" y="1"/>
                    <a:pt x="49" y="1"/>
                  </a:cubicBezTo>
                  <a:cubicBezTo>
                    <a:pt x="48" y="8"/>
                    <a:pt x="52" y="7"/>
                    <a:pt x="51" y="18"/>
                  </a:cubicBezTo>
                  <a:cubicBezTo>
                    <a:pt x="0" y="18"/>
                    <a:pt x="0" y="18"/>
                    <a:pt x="0" y="18"/>
                  </a:cubicBezTo>
                  <a:cubicBezTo>
                    <a:pt x="2" y="12"/>
                    <a:pt x="7" y="8"/>
                    <a:pt x="7" y="0"/>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5" name="Freeform 623"/>
            <p:cNvSpPr>
              <a:spLocks/>
            </p:cNvSpPr>
            <p:nvPr/>
          </p:nvSpPr>
          <p:spPr bwMode="auto">
            <a:xfrm>
              <a:off x="3291" y="1799"/>
              <a:ext cx="100" cy="36"/>
            </a:xfrm>
            <a:custGeom>
              <a:avLst/>
              <a:gdLst>
                <a:gd name="T0" fmla="*/ 7 w 52"/>
                <a:gd name="T1" fmla="*/ 0 h 19"/>
                <a:gd name="T2" fmla="*/ 49 w 52"/>
                <a:gd name="T3" fmla="*/ 0 h 19"/>
                <a:gd name="T4" fmla="*/ 51 w 52"/>
                <a:gd name="T5" fmla="*/ 19 h 19"/>
                <a:gd name="T6" fmla="*/ 0 w 52"/>
                <a:gd name="T7" fmla="*/ 19 h 19"/>
                <a:gd name="T8" fmla="*/ 7 w 52"/>
                <a:gd name="T9" fmla="*/ 0 h 19"/>
              </a:gdLst>
              <a:ahLst/>
              <a:cxnLst>
                <a:cxn ang="0">
                  <a:pos x="T0" y="T1"/>
                </a:cxn>
                <a:cxn ang="0">
                  <a:pos x="T2" y="T3"/>
                </a:cxn>
                <a:cxn ang="0">
                  <a:pos x="T4" y="T5"/>
                </a:cxn>
                <a:cxn ang="0">
                  <a:pos x="T6" y="T7"/>
                </a:cxn>
                <a:cxn ang="0">
                  <a:pos x="T8" y="T9"/>
                </a:cxn>
              </a:cxnLst>
              <a:rect l="0" t="0" r="r" b="b"/>
              <a:pathLst>
                <a:path w="52" h="19">
                  <a:moveTo>
                    <a:pt x="7" y="0"/>
                  </a:moveTo>
                  <a:cubicBezTo>
                    <a:pt x="49" y="0"/>
                    <a:pt x="49" y="0"/>
                    <a:pt x="49" y="0"/>
                  </a:cubicBezTo>
                  <a:cubicBezTo>
                    <a:pt x="48" y="7"/>
                    <a:pt x="52" y="6"/>
                    <a:pt x="51" y="19"/>
                  </a:cubicBezTo>
                  <a:cubicBezTo>
                    <a:pt x="0" y="19"/>
                    <a:pt x="0" y="19"/>
                    <a:pt x="0" y="19"/>
                  </a:cubicBezTo>
                  <a:cubicBezTo>
                    <a:pt x="2" y="12"/>
                    <a:pt x="6" y="8"/>
                    <a:pt x="7"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6" name="Freeform 624"/>
            <p:cNvSpPr>
              <a:spLocks/>
            </p:cNvSpPr>
            <p:nvPr/>
          </p:nvSpPr>
          <p:spPr bwMode="auto">
            <a:xfrm>
              <a:off x="3291" y="1803"/>
              <a:ext cx="100" cy="34"/>
            </a:xfrm>
            <a:custGeom>
              <a:avLst/>
              <a:gdLst>
                <a:gd name="T0" fmla="*/ 7 w 52"/>
                <a:gd name="T1" fmla="*/ 0 h 18"/>
                <a:gd name="T2" fmla="*/ 49 w 52"/>
                <a:gd name="T3" fmla="*/ 0 h 18"/>
                <a:gd name="T4" fmla="*/ 51 w 52"/>
                <a:gd name="T5" fmla="*/ 18 h 18"/>
                <a:gd name="T6" fmla="*/ 0 w 52"/>
                <a:gd name="T7" fmla="*/ 18 h 18"/>
                <a:gd name="T8" fmla="*/ 7 w 52"/>
                <a:gd name="T9" fmla="*/ 0 h 18"/>
              </a:gdLst>
              <a:ahLst/>
              <a:cxnLst>
                <a:cxn ang="0">
                  <a:pos x="T0" y="T1"/>
                </a:cxn>
                <a:cxn ang="0">
                  <a:pos x="T2" y="T3"/>
                </a:cxn>
                <a:cxn ang="0">
                  <a:pos x="T4" y="T5"/>
                </a:cxn>
                <a:cxn ang="0">
                  <a:pos x="T6" y="T7"/>
                </a:cxn>
                <a:cxn ang="0">
                  <a:pos x="T8" y="T9"/>
                </a:cxn>
              </a:cxnLst>
              <a:rect l="0" t="0" r="r" b="b"/>
              <a:pathLst>
                <a:path w="52" h="18">
                  <a:moveTo>
                    <a:pt x="7" y="0"/>
                  </a:moveTo>
                  <a:cubicBezTo>
                    <a:pt x="49" y="0"/>
                    <a:pt x="49" y="0"/>
                    <a:pt x="49" y="0"/>
                  </a:cubicBezTo>
                  <a:cubicBezTo>
                    <a:pt x="49" y="5"/>
                    <a:pt x="52" y="5"/>
                    <a:pt x="51" y="18"/>
                  </a:cubicBezTo>
                  <a:cubicBezTo>
                    <a:pt x="0" y="18"/>
                    <a:pt x="0" y="18"/>
                    <a:pt x="0" y="18"/>
                  </a:cubicBezTo>
                  <a:cubicBezTo>
                    <a:pt x="1" y="10"/>
                    <a:pt x="5" y="7"/>
                    <a:pt x="7"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7" name="Freeform 625"/>
            <p:cNvSpPr>
              <a:spLocks/>
            </p:cNvSpPr>
            <p:nvPr/>
          </p:nvSpPr>
          <p:spPr bwMode="auto">
            <a:xfrm>
              <a:off x="3289" y="1805"/>
              <a:ext cx="104" cy="34"/>
            </a:xfrm>
            <a:custGeom>
              <a:avLst/>
              <a:gdLst>
                <a:gd name="T0" fmla="*/ 8 w 54"/>
                <a:gd name="T1" fmla="*/ 0 h 18"/>
                <a:gd name="T2" fmla="*/ 50 w 54"/>
                <a:gd name="T3" fmla="*/ 0 h 18"/>
                <a:gd name="T4" fmla="*/ 52 w 54"/>
                <a:gd name="T5" fmla="*/ 18 h 18"/>
                <a:gd name="T6" fmla="*/ 0 w 54"/>
                <a:gd name="T7" fmla="*/ 18 h 18"/>
                <a:gd name="T8" fmla="*/ 8 w 54"/>
                <a:gd name="T9" fmla="*/ 0 h 18"/>
              </a:gdLst>
              <a:ahLst/>
              <a:cxnLst>
                <a:cxn ang="0">
                  <a:pos x="T0" y="T1"/>
                </a:cxn>
                <a:cxn ang="0">
                  <a:pos x="T2" y="T3"/>
                </a:cxn>
                <a:cxn ang="0">
                  <a:pos x="T4" y="T5"/>
                </a:cxn>
                <a:cxn ang="0">
                  <a:pos x="T6" y="T7"/>
                </a:cxn>
                <a:cxn ang="0">
                  <a:pos x="T8" y="T9"/>
                </a:cxn>
              </a:cxnLst>
              <a:rect l="0" t="0" r="r" b="b"/>
              <a:pathLst>
                <a:path w="54" h="18">
                  <a:moveTo>
                    <a:pt x="8" y="0"/>
                  </a:moveTo>
                  <a:cubicBezTo>
                    <a:pt x="50" y="0"/>
                    <a:pt x="50" y="0"/>
                    <a:pt x="50" y="0"/>
                  </a:cubicBezTo>
                  <a:cubicBezTo>
                    <a:pt x="50" y="5"/>
                    <a:pt x="54" y="5"/>
                    <a:pt x="52" y="18"/>
                  </a:cubicBezTo>
                  <a:cubicBezTo>
                    <a:pt x="0" y="18"/>
                    <a:pt x="0" y="18"/>
                    <a:pt x="0" y="18"/>
                  </a:cubicBezTo>
                  <a:cubicBezTo>
                    <a:pt x="2" y="10"/>
                    <a:pt x="6" y="7"/>
                    <a:pt x="8" y="0"/>
                  </a:cubicBezTo>
                  <a:close/>
                </a:path>
              </a:pathLst>
            </a:custGeom>
            <a:solidFill>
              <a:srgbClr val="F7F6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8" name="Freeform 626"/>
            <p:cNvSpPr>
              <a:spLocks/>
            </p:cNvSpPr>
            <p:nvPr/>
          </p:nvSpPr>
          <p:spPr bwMode="auto">
            <a:xfrm>
              <a:off x="3289" y="1807"/>
              <a:ext cx="104" cy="34"/>
            </a:xfrm>
            <a:custGeom>
              <a:avLst/>
              <a:gdLst>
                <a:gd name="T0" fmla="*/ 7 w 54"/>
                <a:gd name="T1" fmla="*/ 0 h 18"/>
                <a:gd name="T2" fmla="*/ 50 w 54"/>
                <a:gd name="T3" fmla="*/ 0 h 18"/>
                <a:gd name="T4" fmla="*/ 52 w 54"/>
                <a:gd name="T5" fmla="*/ 18 h 18"/>
                <a:gd name="T6" fmla="*/ 52 w 54"/>
                <a:gd name="T7" fmla="*/ 18 h 18"/>
                <a:gd name="T8" fmla="*/ 0 w 54"/>
                <a:gd name="T9" fmla="*/ 18 h 18"/>
                <a:gd name="T10" fmla="*/ 7 w 54"/>
                <a:gd name="T11" fmla="*/ 0 h 18"/>
              </a:gdLst>
              <a:ahLst/>
              <a:cxnLst>
                <a:cxn ang="0">
                  <a:pos x="T0" y="T1"/>
                </a:cxn>
                <a:cxn ang="0">
                  <a:pos x="T2" y="T3"/>
                </a:cxn>
                <a:cxn ang="0">
                  <a:pos x="T4" y="T5"/>
                </a:cxn>
                <a:cxn ang="0">
                  <a:pos x="T6" y="T7"/>
                </a:cxn>
                <a:cxn ang="0">
                  <a:pos x="T8" y="T9"/>
                </a:cxn>
                <a:cxn ang="0">
                  <a:pos x="T10" y="T11"/>
                </a:cxn>
              </a:cxnLst>
              <a:rect l="0" t="0" r="r" b="b"/>
              <a:pathLst>
                <a:path w="54" h="18">
                  <a:moveTo>
                    <a:pt x="7" y="0"/>
                  </a:moveTo>
                  <a:cubicBezTo>
                    <a:pt x="50" y="0"/>
                    <a:pt x="50" y="0"/>
                    <a:pt x="50" y="0"/>
                  </a:cubicBezTo>
                  <a:cubicBezTo>
                    <a:pt x="51" y="4"/>
                    <a:pt x="54" y="5"/>
                    <a:pt x="52" y="18"/>
                  </a:cubicBezTo>
                  <a:cubicBezTo>
                    <a:pt x="52" y="18"/>
                    <a:pt x="52" y="18"/>
                    <a:pt x="52" y="18"/>
                  </a:cubicBezTo>
                  <a:cubicBezTo>
                    <a:pt x="0" y="18"/>
                    <a:pt x="0" y="18"/>
                    <a:pt x="0" y="18"/>
                  </a:cubicBezTo>
                  <a:cubicBezTo>
                    <a:pt x="1" y="10"/>
                    <a:pt x="5" y="6"/>
                    <a:pt x="7"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69" name="Freeform 627"/>
            <p:cNvSpPr>
              <a:spLocks/>
            </p:cNvSpPr>
            <p:nvPr/>
          </p:nvSpPr>
          <p:spPr bwMode="auto">
            <a:xfrm>
              <a:off x="3289" y="1808"/>
              <a:ext cx="102" cy="37"/>
            </a:xfrm>
            <a:custGeom>
              <a:avLst/>
              <a:gdLst>
                <a:gd name="T0" fmla="*/ 7 w 53"/>
                <a:gd name="T1" fmla="*/ 0 h 19"/>
                <a:gd name="T2" fmla="*/ 50 w 53"/>
                <a:gd name="T3" fmla="*/ 0 h 19"/>
                <a:gd name="T4" fmla="*/ 52 w 53"/>
                <a:gd name="T5" fmla="*/ 17 h 19"/>
                <a:gd name="T6" fmla="*/ 52 w 53"/>
                <a:gd name="T7" fmla="*/ 19 h 19"/>
                <a:gd name="T8" fmla="*/ 0 w 53"/>
                <a:gd name="T9" fmla="*/ 19 h 19"/>
                <a:gd name="T10" fmla="*/ 7 w 53"/>
                <a:gd name="T11" fmla="*/ 0 h 19"/>
              </a:gdLst>
              <a:ahLst/>
              <a:cxnLst>
                <a:cxn ang="0">
                  <a:pos x="T0" y="T1"/>
                </a:cxn>
                <a:cxn ang="0">
                  <a:pos x="T2" y="T3"/>
                </a:cxn>
                <a:cxn ang="0">
                  <a:pos x="T4" y="T5"/>
                </a:cxn>
                <a:cxn ang="0">
                  <a:pos x="T6" y="T7"/>
                </a:cxn>
                <a:cxn ang="0">
                  <a:pos x="T8" y="T9"/>
                </a:cxn>
                <a:cxn ang="0">
                  <a:pos x="T10" y="T11"/>
                </a:cxn>
              </a:cxnLst>
              <a:rect l="0" t="0" r="r" b="b"/>
              <a:pathLst>
                <a:path w="53" h="19">
                  <a:moveTo>
                    <a:pt x="7" y="0"/>
                  </a:moveTo>
                  <a:cubicBezTo>
                    <a:pt x="50" y="0"/>
                    <a:pt x="50" y="0"/>
                    <a:pt x="50" y="0"/>
                  </a:cubicBezTo>
                  <a:cubicBezTo>
                    <a:pt x="52" y="3"/>
                    <a:pt x="53" y="6"/>
                    <a:pt x="52" y="17"/>
                  </a:cubicBezTo>
                  <a:cubicBezTo>
                    <a:pt x="52" y="19"/>
                    <a:pt x="52" y="19"/>
                    <a:pt x="52" y="19"/>
                  </a:cubicBezTo>
                  <a:cubicBezTo>
                    <a:pt x="0" y="19"/>
                    <a:pt x="0" y="19"/>
                    <a:pt x="0" y="19"/>
                  </a:cubicBezTo>
                  <a:cubicBezTo>
                    <a:pt x="1" y="10"/>
                    <a:pt x="5" y="6"/>
                    <a:pt x="7" y="0"/>
                  </a:cubicBezTo>
                  <a:close/>
                </a:path>
              </a:pathLst>
            </a:custGeom>
            <a:solidFill>
              <a:srgbClr val="F9F9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0" name="Freeform 628"/>
            <p:cNvSpPr>
              <a:spLocks/>
            </p:cNvSpPr>
            <p:nvPr/>
          </p:nvSpPr>
          <p:spPr bwMode="auto">
            <a:xfrm>
              <a:off x="3289" y="1812"/>
              <a:ext cx="102" cy="35"/>
            </a:xfrm>
            <a:custGeom>
              <a:avLst/>
              <a:gdLst>
                <a:gd name="T0" fmla="*/ 6 w 53"/>
                <a:gd name="T1" fmla="*/ 0 h 18"/>
                <a:gd name="T2" fmla="*/ 51 w 53"/>
                <a:gd name="T3" fmla="*/ 0 h 18"/>
                <a:gd name="T4" fmla="*/ 52 w 53"/>
                <a:gd name="T5" fmla="*/ 15 h 18"/>
                <a:gd name="T6" fmla="*/ 52 w 53"/>
                <a:gd name="T7" fmla="*/ 18 h 18"/>
                <a:gd name="T8" fmla="*/ 0 w 53"/>
                <a:gd name="T9" fmla="*/ 18 h 18"/>
                <a:gd name="T10" fmla="*/ 6 w 53"/>
                <a:gd name="T11" fmla="*/ 0 h 18"/>
              </a:gdLst>
              <a:ahLst/>
              <a:cxnLst>
                <a:cxn ang="0">
                  <a:pos x="T0" y="T1"/>
                </a:cxn>
                <a:cxn ang="0">
                  <a:pos x="T2" y="T3"/>
                </a:cxn>
                <a:cxn ang="0">
                  <a:pos x="T4" y="T5"/>
                </a:cxn>
                <a:cxn ang="0">
                  <a:pos x="T6" y="T7"/>
                </a:cxn>
                <a:cxn ang="0">
                  <a:pos x="T8" y="T9"/>
                </a:cxn>
                <a:cxn ang="0">
                  <a:pos x="T10" y="T11"/>
                </a:cxn>
              </a:cxnLst>
              <a:rect l="0" t="0" r="r" b="b"/>
              <a:pathLst>
                <a:path w="53" h="18">
                  <a:moveTo>
                    <a:pt x="6" y="0"/>
                  </a:moveTo>
                  <a:cubicBezTo>
                    <a:pt x="51" y="0"/>
                    <a:pt x="51" y="0"/>
                    <a:pt x="51" y="0"/>
                  </a:cubicBezTo>
                  <a:cubicBezTo>
                    <a:pt x="52" y="2"/>
                    <a:pt x="53" y="5"/>
                    <a:pt x="52" y="15"/>
                  </a:cubicBezTo>
                  <a:cubicBezTo>
                    <a:pt x="52" y="18"/>
                    <a:pt x="52" y="18"/>
                    <a:pt x="52" y="18"/>
                  </a:cubicBezTo>
                  <a:cubicBezTo>
                    <a:pt x="0" y="18"/>
                    <a:pt x="0" y="18"/>
                    <a:pt x="0" y="18"/>
                  </a:cubicBezTo>
                  <a:cubicBezTo>
                    <a:pt x="0" y="9"/>
                    <a:pt x="4" y="5"/>
                    <a:pt x="6" y="0"/>
                  </a:cubicBezTo>
                  <a:close/>
                </a:path>
              </a:pathLst>
            </a:custGeom>
            <a:solidFill>
              <a:srgbClr val="FA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1" name="Freeform 629"/>
            <p:cNvSpPr>
              <a:spLocks/>
            </p:cNvSpPr>
            <p:nvPr/>
          </p:nvSpPr>
          <p:spPr bwMode="auto">
            <a:xfrm>
              <a:off x="3289" y="1814"/>
              <a:ext cx="102" cy="35"/>
            </a:xfrm>
            <a:custGeom>
              <a:avLst/>
              <a:gdLst>
                <a:gd name="T0" fmla="*/ 6 w 53"/>
                <a:gd name="T1" fmla="*/ 0 h 18"/>
                <a:gd name="T2" fmla="*/ 51 w 53"/>
                <a:gd name="T3" fmla="*/ 0 h 18"/>
                <a:gd name="T4" fmla="*/ 52 w 53"/>
                <a:gd name="T5" fmla="*/ 14 h 18"/>
                <a:gd name="T6" fmla="*/ 52 w 53"/>
                <a:gd name="T7" fmla="*/ 18 h 18"/>
                <a:gd name="T8" fmla="*/ 0 w 53"/>
                <a:gd name="T9" fmla="*/ 18 h 18"/>
                <a:gd name="T10" fmla="*/ 6 w 53"/>
                <a:gd name="T11" fmla="*/ 0 h 18"/>
              </a:gdLst>
              <a:ahLst/>
              <a:cxnLst>
                <a:cxn ang="0">
                  <a:pos x="T0" y="T1"/>
                </a:cxn>
                <a:cxn ang="0">
                  <a:pos x="T2" y="T3"/>
                </a:cxn>
                <a:cxn ang="0">
                  <a:pos x="T4" y="T5"/>
                </a:cxn>
                <a:cxn ang="0">
                  <a:pos x="T6" y="T7"/>
                </a:cxn>
                <a:cxn ang="0">
                  <a:pos x="T8" y="T9"/>
                </a:cxn>
                <a:cxn ang="0">
                  <a:pos x="T10" y="T11"/>
                </a:cxn>
              </a:cxnLst>
              <a:rect l="0" t="0" r="r" b="b"/>
              <a:pathLst>
                <a:path w="53" h="18">
                  <a:moveTo>
                    <a:pt x="6" y="0"/>
                  </a:moveTo>
                  <a:cubicBezTo>
                    <a:pt x="51" y="0"/>
                    <a:pt x="51" y="0"/>
                    <a:pt x="51" y="0"/>
                  </a:cubicBezTo>
                  <a:cubicBezTo>
                    <a:pt x="52" y="2"/>
                    <a:pt x="53" y="6"/>
                    <a:pt x="52" y="14"/>
                  </a:cubicBezTo>
                  <a:cubicBezTo>
                    <a:pt x="52" y="18"/>
                    <a:pt x="52" y="18"/>
                    <a:pt x="52" y="18"/>
                  </a:cubicBezTo>
                  <a:cubicBezTo>
                    <a:pt x="0" y="18"/>
                    <a:pt x="0" y="18"/>
                    <a:pt x="0" y="18"/>
                  </a:cubicBezTo>
                  <a:cubicBezTo>
                    <a:pt x="0" y="9"/>
                    <a:pt x="3" y="5"/>
                    <a:pt x="6" y="0"/>
                  </a:cubicBezTo>
                  <a:close/>
                </a:path>
              </a:pathLst>
            </a:custGeom>
            <a:solidFill>
              <a:srgbClr val="FCFC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2" name="Freeform 630"/>
            <p:cNvSpPr>
              <a:spLocks/>
            </p:cNvSpPr>
            <p:nvPr/>
          </p:nvSpPr>
          <p:spPr bwMode="auto">
            <a:xfrm>
              <a:off x="3289" y="1816"/>
              <a:ext cx="102" cy="37"/>
            </a:xfrm>
            <a:custGeom>
              <a:avLst/>
              <a:gdLst>
                <a:gd name="T0" fmla="*/ 5 w 53"/>
                <a:gd name="T1" fmla="*/ 0 h 19"/>
                <a:gd name="T2" fmla="*/ 52 w 53"/>
                <a:gd name="T3" fmla="*/ 0 h 19"/>
                <a:gd name="T4" fmla="*/ 52 w 53"/>
                <a:gd name="T5" fmla="*/ 13 h 19"/>
                <a:gd name="T6" fmla="*/ 51 w 53"/>
                <a:gd name="T7" fmla="*/ 19 h 19"/>
                <a:gd name="T8" fmla="*/ 0 w 53"/>
                <a:gd name="T9" fmla="*/ 19 h 19"/>
                <a:gd name="T10" fmla="*/ 0 w 53"/>
                <a:gd name="T11" fmla="*/ 17 h 19"/>
                <a:gd name="T12" fmla="*/ 5 w 53"/>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53" h="19">
                  <a:moveTo>
                    <a:pt x="5" y="0"/>
                  </a:moveTo>
                  <a:cubicBezTo>
                    <a:pt x="52" y="0"/>
                    <a:pt x="52" y="0"/>
                    <a:pt x="52" y="0"/>
                  </a:cubicBezTo>
                  <a:cubicBezTo>
                    <a:pt x="53" y="3"/>
                    <a:pt x="53" y="6"/>
                    <a:pt x="52" y="13"/>
                  </a:cubicBezTo>
                  <a:cubicBezTo>
                    <a:pt x="51" y="19"/>
                    <a:pt x="51" y="19"/>
                    <a:pt x="51" y="19"/>
                  </a:cubicBezTo>
                  <a:cubicBezTo>
                    <a:pt x="0" y="19"/>
                    <a:pt x="0" y="19"/>
                    <a:pt x="0" y="19"/>
                  </a:cubicBezTo>
                  <a:cubicBezTo>
                    <a:pt x="0" y="17"/>
                    <a:pt x="0" y="17"/>
                    <a:pt x="0" y="17"/>
                  </a:cubicBezTo>
                  <a:cubicBezTo>
                    <a:pt x="0" y="9"/>
                    <a:pt x="3" y="5"/>
                    <a:pt x="5" y="0"/>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3" name="Freeform 631"/>
            <p:cNvSpPr>
              <a:spLocks/>
            </p:cNvSpPr>
            <p:nvPr/>
          </p:nvSpPr>
          <p:spPr bwMode="auto">
            <a:xfrm>
              <a:off x="3289" y="1818"/>
              <a:ext cx="102" cy="36"/>
            </a:xfrm>
            <a:custGeom>
              <a:avLst/>
              <a:gdLst>
                <a:gd name="T0" fmla="*/ 4 w 53"/>
                <a:gd name="T1" fmla="*/ 0 h 19"/>
                <a:gd name="T2" fmla="*/ 52 w 53"/>
                <a:gd name="T3" fmla="*/ 0 h 19"/>
                <a:gd name="T4" fmla="*/ 52 w 53"/>
                <a:gd name="T5" fmla="*/ 12 h 19"/>
                <a:gd name="T6" fmla="*/ 51 w 53"/>
                <a:gd name="T7" fmla="*/ 19 h 19"/>
                <a:gd name="T8" fmla="*/ 0 w 53"/>
                <a:gd name="T9" fmla="*/ 19 h 19"/>
                <a:gd name="T10" fmla="*/ 0 w 53"/>
                <a:gd name="T11" fmla="*/ 16 h 19"/>
                <a:gd name="T12" fmla="*/ 4 w 53"/>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53" h="19">
                  <a:moveTo>
                    <a:pt x="4" y="0"/>
                  </a:moveTo>
                  <a:cubicBezTo>
                    <a:pt x="52" y="0"/>
                    <a:pt x="52" y="0"/>
                    <a:pt x="52" y="0"/>
                  </a:cubicBezTo>
                  <a:cubicBezTo>
                    <a:pt x="53" y="3"/>
                    <a:pt x="53" y="6"/>
                    <a:pt x="52" y="12"/>
                  </a:cubicBezTo>
                  <a:cubicBezTo>
                    <a:pt x="51" y="19"/>
                    <a:pt x="51" y="19"/>
                    <a:pt x="51" y="19"/>
                  </a:cubicBezTo>
                  <a:cubicBezTo>
                    <a:pt x="0" y="19"/>
                    <a:pt x="0" y="19"/>
                    <a:pt x="0" y="19"/>
                  </a:cubicBezTo>
                  <a:cubicBezTo>
                    <a:pt x="0" y="18"/>
                    <a:pt x="0" y="17"/>
                    <a:pt x="0" y="16"/>
                  </a:cubicBezTo>
                  <a:cubicBezTo>
                    <a:pt x="0" y="9"/>
                    <a:pt x="2" y="5"/>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4" name="Freeform 632"/>
            <p:cNvSpPr>
              <a:spLocks/>
            </p:cNvSpPr>
            <p:nvPr/>
          </p:nvSpPr>
          <p:spPr bwMode="auto">
            <a:xfrm>
              <a:off x="4349" y="545"/>
              <a:ext cx="162" cy="636"/>
            </a:xfrm>
            <a:custGeom>
              <a:avLst/>
              <a:gdLst>
                <a:gd name="T0" fmla="*/ 7 w 85"/>
                <a:gd name="T1" fmla="*/ 8 h 332"/>
                <a:gd name="T2" fmla="*/ 10 w 85"/>
                <a:gd name="T3" fmla="*/ 5 h 332"/>
                <a:gd name="T4" fmla="*/ 15 w 85"/>
                <a:gd name="T5" fmla="*/ 3 h 332"/>
                <a:gd name="T6" fmla="*/ 30 w 85"/>
                <a:gd name="T7" fmla="*/ 2 h 332"/>
                <a:gd name="T8" fmla="*/ 41 w 85"/>
                <a:gd name="T9" fmla="*/ 12 h 332"/>
                <a:gd name="T10" fmla="*/ 43 w 85"/>
                <a:gd name="T11" fmla="*/ 28 h 332"/>
                <a:gd name="T12" fmla="*/ 39 w 85"/>
                <a:gd name="T13" fmla="*/ 39 h 332"/>
                <a:gd name="T14" fmla="*/ 44 w 85"/>
                <a:gd name="T15" fmla="*/ 44 h 332"/>
                <a:gd name="T16" fmla="*/ 64 w 85"/>
                <a:gd name="T17" fmla="*/ 56 h 332"/>
                <a:gd name="T18" fmla="*/ 73 w 85"/>
                <a:gd name="T19" fmla="*/ 80 h 332"/>
                <a:gd name="T20" fmla="*/ 76 w 85"/>
                <a:gd name="T21" fmla="*/ 105 h 332"/>
                <a:gd name="T22" fmla="*/ 75 w 85"/>
                <a:gd name="T23" fmla="*/ 120 h 332"/>
                <a:gd name="T24" fmla="*/ 84 w 85"/>
                <a:gd name="T25" fmla="*/ 171 h 332"/>
                <a:gd name="T26" fmla="*/ 75 w 85"/>
                <a:gd name="T27" fmla="*/ 177 h 332"/>
                <a:gd name="T28" fmla="*/ 65 w 85"/>
                <a:gd name="T29" fmla="*/ 181 h 332"/>
                <a:gd name="T30" fmla="*/ 64 w 85"/>
                <a:gd name="T31" fmla="*/ 198 h 332"/>
                <a:gd name="T32" fmla="*/ 63 w 85"/>
                <a:gd name="T33" fmla="*/ 217 h 332"/>
                <a:gd name="T34" fmla="*/ 70 w 85"/>
                <a:gd name="T35" fmla="*/ 261 h 332"/>
                <a:gd name="T36" fmla="*/ 67 w 85"/>
                <a:gd name="T37" fmla="*/ 319 h 332"/>
                <a:gd name="T38" fmla="*/ 67 w 85"/>
                <a:gd name="T39" fmla="*/ 328 h 332"/>
                <a:gd name="T40" fmla="*/ 59 w 85"/>
                <a:gd name="T41" fmla="*/ 329 h 332"/>
                <a:gd name="T42" fmla="*/ 59 w 85"/>
                <a:gd name="T43" fmla="*/ 326 h 332"/>
                <a:gd name="T44" fmla="*/ 43 w 85"/>
                <a:gd name="T45" fmla="*/ 332 h 332"/>
                <a:gd name="T46" fmla="*/ 23 w 85"/>
                <a:gd name="T47" fmla="*/ 328 h 332"/>
                <a:gd name="T48" fmla="*/ 26 w 85"/>
                <a:gd name="T49" fmla="*/ 323 h 332"/>
                <a:gd name="T50" fmla="*/ 33 w 85"/>
                <a:gd name="T51" fmla="*/ 321 h 332"/>
                <a:gd name="T52" fmla="*/ 32 w 85"/>
                <a:gd name="T53" fmla="*/ 318 h 332"/>
                <a:gd name="T54" fmla="*/ 15 w 85"/>
                <a:gd name="T55" fmla="*/ 320 h 332"/>
                <a:gd name="T56" fmla="*/ 0 w 85"/>
                <a:gd name="T57" fmla="*/ 316 h 332"/>
                <a:gd name="T58" fmla="*/ 5 w 85"/>
                <a:gd name="T59" fmla="*/ 311 h 332"/>
                <a:gd name="T60" fmla="*/ 16 w 85"/>
                <a:gd name="T61" fmla="*/ 310 h 332"/>
                <a:gd name="T62" fmla="*/ 21 w 85"/>
                <a:gd name="T63" fmla="*/ 307 h 332"/>
                <a:gd name="T64" fmla="*/ 25 w 85"/>
                <a:gd name="T65" fmla="*/ 285 h 332"/>
                <a:gd name="T66" fmla="*/ 29 w 85"/>
                <a:gd name="T67" fmla="*/ 268 h 332"/>
                <a:gd name="T68" fmla="*/ 22 w 85"/>
                <a:gd name="T69" fmla="*/ 240 h 332"/>
                <a:gd name="T70" fmla="*/ 20 w 85"/>
                <a:gd name="T71" fmla="*/ 216 h 332"/>
                <a:gd name="T72" fmla="*/ 13 w 85"/>
                <a:gd name="T73" fmla="*/ 166 h 332"/>
                <a:gd name="T74" fmla="*/ 12 w 85"/>
                <a:gd name="T75" fmla="*/ 143 h 332"/>
                <a:gd name="T76" fmla="*/ 12 w 85"/>
                <a:gd name="T77" fmla="*/ 136 h 332"/>
                <a:gd name="T78" fmla="*/ 11 w 85"/>
                <a:gd name="T79" fmla="*/ 133 h 332"/>
                <a:gd name="T80" fmla="*/ 8 w 85"/>
                <a:gd name="T81" fmla="*/ 149 h 332"/>
                <a:gd name="T82" fmla="*/ 7 w 85"/>
                <a:gd name="T83" fmla="*/ 137 h 332"/>
                <a:gd name="T84" fmla="*/ 9 w 85"/>
                <a:gd name="T85" fmla="*/ 119 h 332"/>
                <a:gd name="T86" fmla="*/ 12 w 85"/>
                <a:gd name="T87" fmla="*/ 91 h 332"/>
                <a:gd name="T88" fmla="*/ 16 w 85"/>
                <a:gd name="T89" fmla="*/ 79 h 332"/>
                <a:gd name="T90" fmla="*/ 18 w 85"/>
                <a:gd name="T91" fmla="*/ 65 h 332"/>
                <a:gd name="T92" fmla="*/ 19 w 85"/>
                <a:gd name="T93" fmla="*/ 56 h 332"/>
                <a:gd name="T94" fmla="*/ 18 w 85"/>
                <a:gd name="T95" fmla="*/ 51 h 332"/>
                <a:gd name="T96" fmla="*/ 11 w 85"/>
                <a:gd name="T97" fmla="*/ 46 h 332"/>
                <a:gd name="T98" fmla="*/ 4 w 85"/>
                <a:gd name="T99" fmla="*/ 43 h 332"/>
                <a:gd name="T100" fmla="*/ 5 w 85"/>
                <a:gd name="T101" fmla="*/ 38 h 332"/>
                <a:gd name="T102" fmla="*/ 6 w 85"/>
                <a:gd name="T103" fmla="*/ 37 h 332"/>
                <a:gd name="T104" fmla="*/ 4 w 85"/>
                <a:gd name="T105" fmla="*/ 35 h 332"/>
                <a:gd name="T106" fmla="*/ 1 w 85"/>
                <a:gd name="T107" fmla="*/ 33 h 332"/>
                <a:gd name="T108" fmla="*/ 3 w 85"/>
                <a:gd name="T109" fmla="*/ 27 h 332"/>
                <a:gd name="T110" fmla="*/ 5 w 85"/>
                <a:gd name="T111" fmla="*/ 22 h 332"/>
                <a:gd name="T112" fmla="*/ 7 w 85"/>
                <a:gd name="T113" fmla="*/ 15 h 332"/>
                <a:gd name="T114" fmla="*/ 7 w 85"/>
                <a:gd name="T115" fmla="*/ 8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332">
                  <a:moveTo>
                    <a:pt x="7" y="8"/>
                  </a:moveTo>
                  <a:cubicBezTo>
                    <a:pt x="5" y="7"/>
                    <a:pt x="7" y="5"/>
                    <a:pt x="10" y="5"/>
                  </a:cubicBezTo>
                  <a:cubicBezTo>
                    <a:pt x="12" y="5"/>
                    <a:pt x="11" y="3"/>
                    <a:pt x="15" y="3"/>
                  </a:cubicBezTo>
                  <a:cubicBezTo>
                    <a:pt x="19" y="3"/>
                    <a:pt x="25" y="0"/>
                    <a:pt x="30" y="2"/>
                  </a:cubicBezTo>
                  <a:cubicBezTo>
                    <a:pt x="34" y="3"/>
                    <a:pt x="38" y="7"/>
                    <a:pt x="41" y="12"/>
                  </a:cubicBezTo>
                  <a:cubicBezTo>
                    <a:pt x="44" y="18"/>
                    <a:pt x="45" y="23"/>
                    <a:pt x="43" y="28"/>
                  </a:cubicBezTo>
                  <a:cubicBezTo>
                    <a:pt x="41" y="32"/>
                    <a:pt x="39" y="39"/>
                    <a:pt x="39" y="39"/>
                  </a:cubicBezTo>
                  <a:cubicBezTo>
                    <a:pt x="39" y="39"/>
                    <a:pt x="40" y="41"/>
                    <a:pt x="44" y="44"/>
                  </a:cubicBezTo>
                  <a:cubicBezTo>
                    <a:pt x="47" y="47"/>
                    <a:pt x="58" y="49"/>
                    <a:pt x="64" y="56"/>
                  </a:cubicBezTo>
                  <a:cubicBezTo>
                    <a:pt x="70" y="63"/>
                    <a:pt x="70" y="76"/>
                    <a:pt x="73" y="80"/>
                  </a:cubicBezTo>
                  <a:cubicBezTo>
                    <a:pt x="76" y="85"/>
                    <a:pt x="74" y="98"/>
                    <a:pt x="76" y="105"/>
                  </a:cubicBezTo>
                  <a:cubicBezTo>
                    <a:pt x="79" y="111"/>
                    <a:pt x="75" y="118"/>
                    <a:pt x="75" y="120"/>
                  </a:cubicBezTo>
                  <a:cubicBezTo>
                    <a:pt x="75" y="122"/>
                    <a:pt x="83" y="168"/>
                    <a:pt x="84" y="171"/>
                  </a:cubicBezTo>
                  <a:cubicBezTo>
                    <a:pt x="85" y="174"/>
                    <a:pt x="82" y="175"/>
                    <a:pt x="75" y="177"/>
                  </a:cubicBezTo>
                  <a:cubicBezTo>
                    <a:pt x="68" y="178"/>
                    <a:pt x="66" y="179"/>
                    <a:pt x="65" y="181"/>
                  </a:cubicBezTo>
                  <a:cubicBezTo>
                    <a:pt x="64" y="183"/>
                    <a:pt x="64" y="193"/>
                    <a:pt x="64" y="198"/>
                  </a:cubicBezTo>
                  <a:cubicBezTo>
                    <a:pt x="64" y="203"/>
                    <a:pt x="63" y="210"/>
                    <a:pt x="63" y="217"/>
                  </a:cubicBezTo>
                  <a:cubicBezTo>
                    <a:pt x="64" y="225"/>
                    <a:pt x="70" y="248"/>
                    <a:pt x="70" y="261"/>
                  </a:cubicBezTo>
                  <a:cubicBezTo>
                    <a:pt x="69" y="273"/>
                    <a:pt x="67" y="314"/>
                    <a:pt x="67" y="319"/>
                  </a:cubicBezTo>
                  <a:cubicBezTo>
                    <a:pt x="67" y="323"/>
                    <a:pt x="67" y="328"/>
                    <a:pt x="67" y="328"/>
                  </a:cubicBezTo>
                  <a:cubicBezTo>
                    <a:pt x="59" y="329"/>
                    <a:pt x="59" y="329"/>
                    <a:pt x="59" y="329"/>
                  </a:cubicBezTo>
                  <a:cubicBezTo>
                    <a:pt x="59" y="326"/>
                    <a:pt x="59" y="326"/>
                    <a:pt x="59" y="326"/>
                  </a:cubicBezTo>
                  <a:cubicBezTo>
                    <a:pt x="59" y="326"/>
                    <a:pt x="54" y="331"/>
                    <a:pt x="43" y="332"/>
                  </a:cubicBezTo>
                  <a:cubicBezTo>
                    <a:pt x="31" y="332"/>
                    <a:pt x="25" y="330"/>
                    <a:pt x="23" y="328"/>
                  </a:cubicBezTo>
                  <a:cubicBezTo>
                    <a:pt x="22" y="327"/>
                    <a:pt x="23" y="323"/>
                    <a:pt x="26" y="323"/>
                  </a:cubicBezTo>
                  <a:cubicBezTo>
                    <a:pt x="30" y="323"/>
                    <a:pt x="32" y="322"/>
                    <a:pt x="33" y="321"/>
                  </a:cubicBezTo>
                  <a:cubicBezTo>
                    <a:pt x="34" y="320"/>
                    <a:pt x="32" y="318"/>
                    <a:pt x="32" y="318"/>
                  </a:cubicBezTo>
                  <a:cubicBezTo>
                    <a:pt x="32" y="318"/>
                    <a:pt x="23" y="321"/>
                    <a:pt x="15" y="320"/>
                  </a:cubicBezTo>
                  <a:cubicBezTo>
                    <a:pt x="6" y="319"/>
                    <a:pt x="1" y="318"/>
                    <a:pt x="0" y="316"/>
                  </a:cubicBezTo>
                  <a:cubicBezTo>
                    <a:pt x="0" y="315"/>
                    <a:pt x="1" y="311"/>
                    <a:pt x="5" y="311"/>
                  </a:cubicBezTo>
                  <a:cubicBezTo>
                    <a:pt x="10" y="311"/>
                    <a:pt x="13" y="311"/>
                    <a:pt x="16" y="310"/>
                  </a:cubicBezTo>
                  <a:cubicBezTo>
                    <a:pt x="19" y="308"/>
                    <a:pt x="21" y="307"/>
                    <a:pt x="21" y="307"/>
                  </a:cubicBezTo>
                  <a:cubicBezTo>
                    <a:pt x="21" y="307"/>
                    <a:pt x="23" y="293"/>
                    <a:pt x="25" y="285"/>
                  </a:cubicBezTo>
                  <a:cubicBezTo>
                    <a:pt x="28" y="276"/>
                    <a:pt x="31" y="271"/>
                    <a:pt x="29" y="268"/>
                  </a:cubicBezTo>
                  <a:cubicBezTo>
                    <a:pt x="27" y="266"/>
                    <a:pt x="22" y="248"/>
                    <a:pt x="22" y="240"/>
                  </a:cubicBezTo>
                  <a:cubicBezTo>
                    <a:pt x="23" y="231"/>
                    <a:pt x="23" y="224"/>
                    <a:pt x="20" y="216"/>
                  </a:cubicBezTo>
                  <a:cubicBezTo>
                    <a:pt x="18" y="208"/>
                    <a:pt x="12" y="181"/>
                    <a:pt x="13" y="166"/>
                  </a:cubicBezTo>
                  <a:cubicBezTo>
                    <a:pt x="13" y="151"/>
                    <a:pt x="12" y="147"/>
                    <a:pt x="12" y="143"/>
                  </a:cubicBezTo>
                  <a:cubicBezTo>
                    <a:pt x="12" y="139"/>
                    <a:pt x="12" y="136"/>
                    <a:pt x="12" y="136"/>
                  </a:cubicBezTo>
                  <a:cubicBezTo>
                    <a:pt x="11" y="135"/>
                    <a:pt x="11" y="134"/>
                    <a:pt x="11" y="133"/>
                  </a:cubicBezTo>
                  <a:cubicBezTo>
                    <a:pt x="9" y="136"/>
                    <a:pt x="8" y="142"/>
                    <a:pt x="8" y="149"/>
                  </a:cubicBezTo>
                  <a:cubicBezTo>
                    <a:pt x="7" y="155"/>
                    <a:pt x="6" y="145"/>
                    <a:pt x="7" y="137"/>
                  </a:cubicBezTo>
                  <a:cubicBezTo>
                    <a:pt x="8" y="129"/>
                    <a:pt x="10" y="125"/>
                    <a:pt x="9" y="119"/>
                  </a:cubicBezTo>
                  <a:cubicBezTo>
                    <a:pt x="9" y="113"/>
                    <a:pt x="8" y="102"/>
                    <a:pt x="12" y="91"/>
                  </a:cubicBezTo>
                  <a:cubicBezTo>
                    <a:pt x="16" y="80"/>
                    <a:pt x="15" y="85"/>
                    <a:pt x="16" y="79"/>
                  </a:cubicBezTo>
                  <a:cubicBezTo>
                    <a:pt x="17" y="73"/>
                    <a:pt x="18" y="68"/>
                    <a:pt x="18" y="65"/>
                  </a:cubicBezTo>
                  <a:cubicBezTo>
                    <a:pt x="18" y="62"/>
                    <a:pt x="19" y="56"/>
                    <a:pt x="19" y="56"/>
                  </a:cubicBezTo>
                  <a:cubicBezTo>
                    <a:pt x="19" y="56"/>
                    <a:pt x="20" y="55"/>
                    <a:pt x="18" y="51"/>
                  </a:cubicBezTo>
                  <a:cubicBezTo>
                    <a:pt x="16" y="47"/>
                    <a:pt x="15" y="46"/>
                    <a:pt x="11" y="46"/>
                  </a:cubicBezTo>
                  <a:cubicBezTo>
                    <a:pt x="6" y="46"/>
                    <a:pt x="3" y="46"/>
                    <a:pt x="4" y="43"/>
                  </a:cubicBezTo>
                  <a:cubicBezTo>
                    <a:pt x="5" y="40"/>
                    <a:pt x="4" y="39"/>
                    <a:pt x="5" y="38"/>
                  </a:cubicBezTo>
                  <a:cubicBezTo>
                    <a:pt x="6" y="38"/>
                    <a:pt x="6" y="37"/>
                    <a:pt x="6" y="37"/>
                  </a:cubicBezTo>
                  <a:cubicBezTo>
                    <a:pt x="5" y="36"/>
                    <a:pt x="4" y="36"/>
                    <a:pt x="4" y="35"/>
                  </a:cubicBezTo>
                  <a:cubicBezTo>
                    <a:pt x="4" y="33"/>
                    <a:pt x="2" y="34"/>
                    <a:pt x="1" y="33"/>
                  </a:cubicBezTo>
                  <a:cubicBezTo>
                    <a:pt x="0" y="32"/>
                    <a:pt x="2" y="29"/>
                    <a:pt x="3" y="27"/>
                  </a:cubicBezTo>
                  <a:cubicBezTo>
                    <a:pt x="5" y="25"/>
                    <a:pt x="6" y="24"/>
                    <a:pt x="5" y="22"/>
                  </a:cubicBezTo>
                  <a:cubicBezTo>
                    <a:pt x="4" y="20"/>
                    <a:pt x="5" y="18"/>
                    <a:pt x="7" y="15"/>
                  </a:cubicBezTo>
                  <a:cubicBezTo>
                    <a:pt x="8" y="12"/>
                    <a:pt x="9" y="11"/>
                    <a:pt x="7" y="8"/>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5" name="Freeform 633"/>
            <p:cNvSpPr>
              <a:spLocks/>
            </p:cNvSpPr>
            <p:nvPr/>
          </p:nvSpPr>
          <p:spPr bwMode="auto">
            <a:xfrm>
              <a:off x="4370" y="618"/>
              <a:ext cx="57" cy="189"/>
            </a:xfrm>
            <a:custGeom>
              <a:avLst/>
              <a:gdLst>
                <a:gd name="T0" fmla="*/ 29 w 30"/>
                <a:gd name="T1" fmla="*/ 0 h 99"/>
                <a:gd name="T2" fmla="*/ 28 w 30"/>
                <a:gd name="T3" fmla="*/ 1 h 99"/>
                <a:gd name="T4" fmla="*/ 30 w 30"/>
                <a:gd name="T5" fmla="*/ 4 h 99"/>
                <a:gd name="T6" fmla="*/ 12 w 30"/>
                <a:gd name="T7" fmla="*/ 35 h 99"/>
                <a:gd name="T8" fmla="*/ 7 w 30"/>
                <a:gd name="T9" fmla="*/ 67 h 99"/>
                <a:gd name="T10" fmla="*/ 11 w 30"/>
                <a:gd name="T11" fmla="*/ 87 h 99"/>
                <a:gd name="T12" fmla="*/ 17 w 30"/>
                <a:gd name="T13" fmla="*/ 98 h 99"/>
                <a:gd name="T14" fmla="*/ 9 w 30"/>
                <a:gd name="T15" fmla="*/ 99 h 99"/>
                <a:gd name="T16" fmla="*/ 1 w 30"/>
                <a:gd name="T17" fmla="*/ 99 h 99"/>
                <a:gd name="T18" fmla="*/ 0 w 30"/>
                <a:gd name="T19" fmla="*/ 95 h 99"/>
                <a:gd name="T20" fmla="*/ 0 w 30"/>
                <a:gd name="T21" fmla="*/ 95 h 99"/>
                <a:gd name="T22" fmla="*/ 0 w 30"/>
                <a:gd name="T23" fmla="*/ 95 h 99"/>
                <a:gd name="T24" fmla="*/ 2 w 30"/>
                <a:gd name="T25" fmla="*/ 83 h 99"/>
                <a:gd name="T26" fmla="*/ 6 w 30"/>
                <a:gd name="T27" fmla="*/ 65 h 99"/>
                <a:gd name="T28" fmla="*/ 6 w 30"/>
                <a:gd name="T29" fmla="*/ 51 h 99"/>
                <a:gd name="T30" fmla="*/ 10 w 30"/>
                <a:gd name="T31" fmla="*/ 25 h 99"/>
                <a:gd name="T32" fmla="*/ 8 w 30"/>
                <a:gd name="T33" fmla="*/ 21 h 99"/>
                <a:gd name="T34" fmla="*/ 8 w 30"/>
                <a:gd name="T35" fmla="*/ 18 h 99"/>
                <a:gd name="T36" fmla="*/ 8 w 30"/>
                <a:gd name="T37" fmla="*/ 17 h 99"/>
                <a:gd name="T38" fmla="*/ 29 w 30"/>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 h="99">
                  <a:moveTo>
                    <a:pt x="29" y="0"/>
                  </a:moveTo>
                  <a:cubicBezTo>
                    <a:pt x="28" y="1"/>
                    <a:pt x="28" y="1"/>
                    <a:pt x="28" y="1"/>
                  </a:cubicBezTo>
                  <a:cubicBezTo>
                    <a:pt x="28" y="1"/>
                    <a:pt x="28" y="2"/>
                    <a:pt x="30" y="4"/>
                  </a:cubicBezTo>
                  <a:cubicBezTo>
                    <a:pt x="23" y="11"/>
                    <a:pt x="15" y="25"/>
                    <a:pt x="12" y="35"/>
                  </a:cubicBezTo>
                  <a:cubicBezTo>
                    <a:pt x="9" y="45"/>
                    <a:pt x="8" y="58"/>
                    <a:pt x="7" y="67"/>
                  </a:cubicBezTo>
                  <a:cubicBezTo>
                    <a:pt x="6" y="76"/>
                    <a:pt x="8" y="80"/>
                    <a:pt x="11" y="87"/>
                  </a:cubicBezTo>
                  <a:cubicBezTo>
                    <a:pt x="14" y="93"/>
                    <a:pt x="17" y="98"/>
                    <a:pt x="17" y="98"/>
                  </a:cubicBezTo>
                  <a:cubicBezTo>
                    <a:pt x="17" y="98"/>
                    <a:pt x="14" y="98"/>
                    <a:pt x="9" y="99"/>
                  </a:cubicBezTo>
                  <a:cubicBezTo>
                    <a:pt x="5" y="99"/>
                    <a:pt x="1" y="99"/>
                    <a:pt x="1" y="99"/>
                  </a:cubicBezTo>
                  <a:cubicBezTo>
                    <a:pt x="1" y="99"/>
                    <a:pt x="1" y="98"/>
                    <a:pt x="0" y="95"/>
                  </a:cubicBezTo>
                  <a:cubicBezTo>
                    <a:pt x="0" y="95"/>
                    <a:pt x="0" y="95"/>
                    <a:pt x="0" y="95"/>
                  </a:cubicBezTo>
                  <a:cubicBezTo>
                    <a:pt x="0" y="95"/>
                    <a:pt x="0" y="95"/>
                    <a:pt x="0" y="95"/>
                  </a:cubicBezTo>
                  <a:cubicBezTo>
                    <a:pt x="0" y="91"/>
                    <a:pt x="1" y="86"/>
                    <a:pt x="2" y="83"/>
                  </a:cubicBezTo>
                  <a:cubicBezTo>
                    <a:pt x="3" y="81"/>
                    <a:pt x="5" y="69"/>
                    <a:pt x="6" y="65"/>
                  </a:cubicBezTo>
                  <a:cubicBezTo>
                    <a:pt x="6" y="62"/>
                    <a:pt x="6" y="57"/>
                    <a:pt x="6" y="51"/>
                  </a:cubicBezTo>
                  <a:cubicBezTo>
                    <a:pt x="6" y="44"/>
                    <a:pt x="12" y="27"/>
                    <a:pt x="10" y="25"/>
                  </a:cubicBezTo>
                  <a:cubicBezTo>
                    <a:pt x="9" y="24"/>
                    <a:pt x="8" y="22"/>
                    <a:pt x="8" y="21"/>
                  </a:cubicBezTo>
                  <a:cubicBezTo>
                    <a:pt x="8" y="19"/>
                    <a:pt x="8" y="18"/>
                    <a:pt x="8" y="18"/>
                  </a:cubicBezTo>
                  <a:cubicBezTo>
                    <a:pt x="8" y="18"/>
                    <a:pt x="8" y="18"/>
                    <a:pt x="8" y="17"/>
                  </a:cubicBezTo>
                  <a:cubicBezTo>
                    <a:pt x="14" y="9"/>
                    <a:pt x="22" y="3"/>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6" name="Freeform 634"/>
            <p:cNvSpPr>
              <a:spLocks/>
            </p:cNvSpPr>
            <p:nvPr/>
          </p:nvSpPr>
          <p:spPr bwMode="auto">
            <a:xfrm>
              <a:off x="2455" y="545"/>
              <a:ext cx="165" cy="636"/>
            </a:xfrm>
            <a:custGeom>
              <a:avLst/>
              <a:gdLst>
                <a:gd name="T0" fmla="*/ 78 w 86"/>
                <a:gd name="T1" fmla="*/ 8 h 332"/>
                <a:gd name="T2" fmla="*/ 75 w 86"/>
                <a:gd name="T3" fmla="*/ 5 h 332"/>
                <a:gd name="T4" fmla="*/ 71 w 86"/>
                <a:gd name="T5" fmla="*/ 3 h 332"/>
                <a:gd name="T6" fmla="*/ 56 w 86"/>
                <a:gd name="T7" fmla="*/ 2 h 332"/>
                <a:gd name="T8" fmla="*/ 44 w 86"/>
                <a:gd name="T9" fmla="*/ 12 h 332"/>
                <a:gd name="T10" fmla="*/ 42 w 86"/>
                <a:gd name="T11" fmla="*/ 28 h 332"/>
                <a:gd name="T12" fmla="*/ 46 w 86"/>
                <a:gd name="T13" fmla="*/ 39 h 332"/>
                <a:gd name="T14" fmla="*/ 42 w 86"/>
                <a:gd name="T15" fmla="*/ 44 h 332"/>
                <a:gd name="T16" fmla="*/ 21 w 86"/>
                <a:gd name="T17" fmla="*/ 56 h 332"/>
                <a:gd name="T18" fmla="*/ 12 w 86"/>
                <a:gd name="T19" fmla="*/ 80 h 332"/>
                <a:gd name="T20" fmla="*/ 9 w 86"/>
                <a:gd name="T21" fmla="*/ 105 h 332"/>
                <a:gd name="T22" fmla="*/ 10 w 86"/>
                <a:gd name="T23" fmla="*/ 120 h 332"/>
                <a:gd name="T24" fmla="*/ 1 w 86"/>
                <a:gd name="T25" fmla="*/ 171 h 332"/>
                <a:gd name="T26" fmla="*/ 10 w 86"/>
                <a:gd name="T27" fmla="*/ 177 h 332"/>
                <a:gd name="T28" fmla="*/ 20 w 86"/>
                <a:gd name="T29" fmla="*/ 181 h 332"/>
                <a:gd name="T30" fmla="*/ 21 w 86"/>
                <a:gd name="T31" fmla="*/ 198 h 332"/>
                <a:gd name="T32" fmla="*/ 22 w 86"/>
                <a:gd name="T33" fmla="*/ 217 h 332"/>
                <a:gd name="T34" fmla="*/ 15 w 86"/>
                <a:gd name="T35" fmla="*/ 261 h 332"/>
                <a:gd name="T36" fmla="*/ 18 w 86"/>
                <a:gd name="T37" fmla="*/ 319 h 332"/>
                <a:gd name="T38" fmla="*/ 18 w 86"/>
                <a:gd name="T39" fmla="*/ 328 h 332"/>
                <a:gd name="T40" fmla="*/ 26 w 86"/>
                <a:gd name="T41" fmla="*/ 329 h 332"/>
                <a:gd name="T42" fmla="*/ 26 w 86"/>
                <a:gd name="T43" fmla="*/ 326 h 332"/>
                <a:gd name="T44" fmla="*/ 43 w 86"/>
                <a:gd name="T45" fmla="*/ 332 h 332"/>
                <a:gd name="T46" fmla="*/ 62 w 86"/>
                <a:gd name="T47" fmla="*/ 328 h 332"/>
                <a:gd name="T48" fmla="*/ 59 w 86"/>
                <a:gd name="T49" fmla="*/ 323 h 332"/>
                <a:gd name="T50" fmla="*/ 52 w 86"/>
                <a:gd name="T51" fmla="*/ 321 h 332"/>
                <a:gd name="T52" fmla="*/ 53 w 86"/>
                <a:gd name="T53" fmla="*/ 318 h 332"/>
                <a:gd name="T54" fmla="*/ 70 w 86"/>
                <a:gd name="T55" fmla="*/ 320 h 332"/>
                <a:gd name="T56" fmla="*/ 85 w 86"/>
                <a:gd name="T57" fmla="*/ 316 h 332"/>
                <a:gd name="T58" fmla="*/ 80 w 86"/>
                <a:gd name="T59" fmla="*/ 311 h 332"/>
                <a:gd name="T60" fmla="*/ 69 w 86"/>
                <a:gd name="T61" fmla="*/ 310 h 332"/>
                <a:gd name="T62" fmla="*/ 64 w 86"/>
                <a:gd name="T63" fmla="*/ 307 h 332"/>
                <a:gd name="T64" fmla="*/ 60 w 86"/>
                <a:gd name="T65" fmla="*/ 285 h 332"/>
                <a:gd name="T66" fmla="*/ 57 w 86"/>
                <a:gd name="T67" fmla="*/ 268 h 332"/>
                <a:gd name="T68" fmla="*/ 63 w 86"/>
                <a:gd name="T69" fmla="*/ 240 h 332"/>
                <a:gd name="T70" fmla="*/ 65 w 86"/>
                <a:gd name="T71" fmla="*/ 216 h 332"/>
                <a:gd name="T72" fmla="*/ 73 w 86"/>
                <a:gd name="T73" fmla="*/ 166 h 332"/>
                <a:gd name="T74" fmla="*/ 73 w 86"/>
                <a:gd name="T75" fmla="*/ 143 h 332"/>
                <a:gd name="T76" fmla="*/ 74 w 86"/>
                <a:gd name="T77" fmla="*/ 136 h 332"/>
                <a:gd name="T78" fmla="*/ 74 w 86"/>
                <a:gd name="T79" fmla="*/ 133 h 332"/>
                <a:gd name="T80" fmla="*/ 77 w 86"/>
                <a:gd name="T81" fmla="*/ 149 h 332"/>
                <a:gd name="T82" fmla="*/ 78 w 86"/>
                <a:gd name="T83" fmla="*/ 137 h 332"/>
                <a:gd name="T84" fmla="*/ 76 w 86"/>
                <a:gd name="T85" fmla="*/ 119 h 332"/>
                <a:gd name="T86" fmla="*/ 73 w 86"/>
                <a:gd name="T87" fmla="*/ 91 h 332"/>
                <a:gd name="T88" fmla="*/ 69 w 86"/>
                <a:gd name="T89" fmla="*/ 79 h 332"/>
                <a:gd name="T90" fmla="*/ 67 w 86"/>
                <a:gd name="T91" fmla="*/ 65 h 332"/>
                <a:gd name="T92" fmla="*/ 66 w 86"/>
                <a:gd name="T93" fmla="*/ 56 h 332"/>
                <a:gd name="T94" fmla="*/ 67 w 86"/>
                <a:gd name="T95" fmla="*/ 51 h 332"/>
                <a:gd name="T96" fmla="*/ 74 w 86"/>
                <a:gd name="T97" fmla="*/ 46 h 332"/>
                <a:gd name="T98" fmla="*/ 81 w 86"/>
                <a:gd name="T99" fmla="*/ 43 h 332"/>
                <a:gd name="T100" fmla="*/ 80 w 86"/>
                <a:gd name="T101" fmla="*/ 38 h 332"/>
                <a:gd name="T102" fmla="*/ 80 w 86"/>
                <a:gd name="T103" fmla="*/ 37 h 332"/>
                <a:gd name="T104" fmla="*/ 81 w 86"/>
                <a:gd name="T105" fmla="*/ 35 h 332"/>
                <a:gd name="T106" fmla="*/ 84 w 86"/>
                <a:gd name="T107" fmla="*/ 33 h 332"/>
                <a:gd name="T108" fmla="*/ 82 w 86"/>
                <a:gd name="T109" fmla="*/ 27 h 332"/>
                <a:gd name="T110" fmla="*/ 80 w 86"/>
                <a:gd name="T111" fmla="*/ 22 h 332"/>
                <a:gd name="T112" fmla="*/ 78 w 86"/>
                <a:gd name="T113" fmla="*/ 15 h 332"/>
                <a:gd name="T114" fmla="*/ 78 w 86"/>
                <a:gd name="T115" fmla="*/ 8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6" h="332">
                  <a:moveTo>
                    <a:pt x="78" y="8"/>
                  </a:moveTo>
                  <a:cubicBezTo>
                    <a:pt x="80" y="7"/>
                    <a:pt x="78" y="5"/>
                    <a:pt x="75" y="5"/>
                  </a:cubicBezTo>
                  <a:cubicBezTo>
                    <a:pt x="73" y="5"/>
                    <a:pt x="75" y="3"/>
                    <a:pt x="71" y="3"/>
                  </a:cubicBezTo>
                  <a:cubicBezTo>
                    <a:pt x="67" y="3"/>
                    <a:pt x="60" y="0"/>
                    <a:pt x="56" y="2"/>
                  </a:cubicBezTo>
                  <a:cubicBezTo>
                    <a:pt x="51" y="3"/>
                    <a:pt x="47" y="7"/>
                    <a:pt x="44" y="12"/>
                  </a:cubicBezTo>
                  <a:cubicBezTo>
                    <a:pt x="41" y="18"/>
                    <a:pt x="41" y="23"/>
                    <a:pt x="42" y="28"/>
                  </a:cubicBezTo>
                  <a:cubicBezTo>
                    <a:pt x="44" y="32"/>
                    <a:pt x="46" y="39"/>
                    <a:pt x="46" y="39"/>
                  </a:cubicBezTo>
                  <a:cubicBezTo>
                    <a:pt x="46" y="39"/>
                    <a:pt x="45" y="41"/>
                    <a:pt x="42" y="44"/>
                  </a:cubicBezTo>
                  <a:cubicBezTo>
                    <a:pt x="38" y="47"/>
                    <a:pt x="27" y="49"/>
                    <a:pt x="21" y="56"/>
                  </a:cubicBezTo>
                  <a:cubicBezTo>
                    <a:pt x="15" y="63"/>
                    <a:pt x="15" y="76"/>
                    <a:pt x="12" y="80"/>
                  </a:cubicBezTo>
                  <a:cubicBezTo>
                    <a:pt x="9" y="85"/>
                    <a:pt x="11" y="98"/>
                    <a:pt x="9" y="105"/>
                  </a:cubicBezTo>
                  <a:cubicBezTo>
                    <a:pt x="7" y="111"/>
                    <a:pt x="10" y="118"/>
                    <a:pt x="10" y="120"/>
                  </a:cubicBezTo>
                  <a:cubicBezTo>
                    <a:pt x="10" y="122"/>
                    <a:pt x="2" y="168"/>
                    <a:pt x="1" y="171"/>
                  </a:cubicBezTo>
                  <a:cubicBezTo>
                    <a:pt x="0" y="174"/>
                    <a:pt x="3" y="175"/>
                    <a:pt x="10" y="177"/>
                  </a:cubicBezTo>
                  <a:cubicBezTo>
                    <a:pt x="17" y="178"/>
                    <a:pt x="19" y="179"/>
                    <a:pt x="20" y="181"/>
                  </a:cubicBezTo>
                  <a:cubicBezTo>
                    <a:pt x="21" y="183"/>
                    <a:pt x="21" y="193"/>
                    <a:pt x="21" y="198"/>
                  </a:cubicBezTo>
                  <a:cubicBezTo>
                    <a:pt x="21" y="203"/>
                    <a:pt x="23" y="210"/>
                    <a:pt x="22" y="217"/>
                  </a:cubicBezTo>
                  <a:cubicBezTo>
                    <a:pt x="21" y="225"/>
                    <a:pt x="15" y="248"/>
                    <a:pt x="15" y="261"/>
                  </a:cubicBezTo>
                  <a:cubicBezTo>
                    <a:pt x="16" y="273"/>
                    <a:pt x="19" y="314"/>
                    <a:pt x="18" y="319"/>
                  </a:cubicBezTo>
                  <a:cubicBezTo>
                    <a:pt x="18" y="323"/>
                    <a:pt x="18" y="328"/>
                    <a:pt x="18" y="328"/>
                  </a:cubicBezTo>
                  <a:cubicBezTo>
                    <a:pt x="26" y="329"/>
                    <a:pt x="26" y="329"/>
                    <a:pt x="26" y="329"/>
                  </a:cubicBezTo>
                  <a:cubicBezTo>
                    <a:pt x="26" y="326"/>
                    <a:pt x="26" y="326"/>
                    <a:pt x="26" y="326"/>
                  </a:cubicBezTo>
                  <a:cubicBezTo>
                    <a:pt x="26" y="326"/>
                    <a:pt x="31" y="331"/>
                    <a:pt x="43" y="332"/>
                  </a:cubicBezTo>
                  <a:cubicBezTo>
                    <a:pt x="54" y="332"/>
                    <a:pt x="60" y="330"/>
                    <a:pt x="62" y="328"/>
                  </a:cubicBezTo>
                  <a:cubicBezTo>
                    <a:pt x="63" y="327"/>
                    <a:pt x="62" y="323"/>
                    <a:pt x="59" y="323"/>
                  </a:cubicBezTo>
                  <a:cubicBezTo>
                    <a:pt x="55" y="323"/>
                    <a:pt x="54" y="322"/>
                    <a:pt x="52" y="321"/>
                  </a:cubicBezTo>
                  <a:cubicBezTo>
                    <a:pt x="51" y="320"/>
                    <a:pt x="53" y="318"/>
                    <a:pt x="53" y="318"/>
                  </a:cubicBezTo>
                  <a:cubicBezTo>
                    <a:pt x="53" y="318"/>
                    <a:pt x="62" y="321"/>
                    <a:pt x="70" y="320"/>
                  </a:cubicBezTo>
                  <a:cubicBezTo>
                    <a:pt x="79" y="319"/>
                    <a:pt x="85" y="318"/>
                    <a:pt x="85" y="316"/>
                  </a:cubicBezTo>
                  <a:cubicBezTo>
                    <a:pt x="86" y="315"/>
                    <a:pt x="84" y="311"/>
                    <a:pt x="80" y="311"/>
                  </a:cubicBezTo>
                  <a:cubicBezTo>
                    <a:pt x="75" y="311"/>
                    <a:pt x="72" y="311"/>
                    <a:pt x="69" y="310"/>
                  </a:cubicBezTo>
                  <a:cubicBezTo>
                    <a:pt x="66" y="308"/>
                    <a:pt x="64" y="307"/>
                    <a:pt x="64" y="307"/>
                  </a:cubicBezTo>
                  <a:cubicBezTo>
                    <a:pt x="64" y="307"/>
                    <a:pt x="62" y="293"/>
                    <a:pt x="60" y="285"/>
                  </a:cubicBezTo>
                  <a:cubicBezTo>
                    <a:pt x="57" y="276"/>
                    <a:pt x="55" y="271"/>
                    <a:pt x="57" y="268"/>
                  </a:cubicBezTo>
                  <a:cubicBezTo>
                    <a:pt x="59" y="266"/>
                    <a:pt x="63" y="248"/>
                    <a:pt x="63" y="240"/>
                  </a:cubicBezTo>
                  <a:cubicBezTo>
                    <a:pt x="62" y="231"/>
                    <a:pt x="62" y="224"/>
                    <a:pt x="65" y="216"/>
                  </a:cubicBezTo>
                  <a:cubicBezTo>
                    <a:pt x="68" y="208"/>
                    <a:pt x="73" y="181"/>
                    <a:pt x="73" y="166"/>
                  </a:cubicBezTo>
                  <a:cubicBezTo>
                    <a:pt x="72" y="151"/>
                    <a:pt x="73" y="147"/>
                    <a:pt x="73" y="143"/>
                  </a:cubicBezTo>
                  <a:cubicBezTo>
                    <a:pt x="74" y="139"/>
                    <a:pt x="74" y="136"/>
                    <a:pt x="74" y="136"/>
                  </a:cubicBezTo>
                  <a:cubicBezTo>
                    <a:pt x="74" y="135"/>
                    <a:pt x="74" y="134"/>
                    <a:pt x="74" y="133"/>
                  </a:cubicBezTo>
                  <a:cubicBezTo>
                    <a:pt x="76" y="136"/>
                    <a:pt x="77" y="142"/>
                    <a:pt x="77" y="149"/>
                  </a:cubicBezTo>
                  <a:cubicBezTo>
                    <a:pt x="78" y="155"/>
                    <a:pt x="80" y="145"/>
                    <a:pt x="78" y="137"/>
                  </a:cubicBezTo>
                  <a:cubicBezTo>
                    <a:pt x="77" y="129"/>
                    <a:pt x="75" y="125"/>
                    <a:pt x="76" y="119"/>
                  </a:cubicBezTo>
                  <a:cubicBezTo>
                    <a:pt x="76" y="113"/>
                    <a:pt x="77" y="102"/>
                    <a:pt x="73" y="91"/>
                  </a:cubicBezTo>
                  <a:cubicBezTo>
                    <a:pt x="69" y="80"/>
                    <a:pt x="70" y="85"/>
                    <a:pt x="69" y="79"/>
                  </a:cubicBezTo>
                  <a:cubicBezTo>
                    <a:pt x="69" y="73"/>
                    <a:pt x="67" y="68"/>
                    <a:pt x="67" y="65"/>
                  </a:cubicBezTo>
                  <a:cubicBezTo>
                    <a:pt x="67" y="62"/>
                    <a:pt x="66" y="56"/>
                    <a:pt x="66" y="56"/>
                  </a:cubicBezTo>
                  <a:cubicBezTo>
                    <a:pt x="66" y="56"/>
                    <a:pt x="65" y="55"/>
                    <a:pt x="67" y="51"/>
                  </a:cubicBezTo>
                  <a:cubicBezTo>
                    <a:pt x="69" y="47"/>
                    <a:pt x="70" y="46"/>
                    <a:pt x="74" y="46"/>
                  </a:cubicBezTo>
                  <a:cubicBezTo>
                    <a:pt x="79" y="46"/>
                    <a:pt x="82" y="46"/>
                    <a:pt x="81" y="43"/>
                  </a:cubicBezTo>
                  <a:cubicBezTo>
                    <a:pt x="80" y="40"/>
                    <a:pt x="81" y="39"/>
                    <a:pt x="80" y="38"/>
                  </a:cubicBezTo>
                  <a:cubicBezTo>
                    <a:pt x="80" y="38"/>
                    <a:pt x="79" y="37"/>
                    <a:pt x="80" y="37"/>
                  </a:cubicBezTo>
                  <a:cubicBezTo>
                    <a:pt x="81" y="36"/>
                    <a:pt x="81" y="36"/>
                    <a:pt x="81" y="35"/>
                  </a:cubicBezTo>
                  <a:cubicBezTo>
                    <a:pt x="81" y="33"/>
                    <a:pt x="83" y="34"/>
                    <a:pt x="84" y="33"/>
                  </a:cubicBezTo>
                  <a:cubicBezTo>
                    <a:pt x="85" y="32"/>
                    <a:pt x="84" y="29"/>
                    <a:pt x="82" y="27"/>
                  </a:cubicBezTo>
                  <a:cubicBezTo>
                    <a:pt x="81" y="25"/>
                    <a:pt x="80" y="24"/>
                    <a:pt x="80" y="22"/>
                  </a:cubicBezTo>
                  <a:cubicBezTo>
                    <a:pt x="81" y="20"/>
                    <a:pt x="80" y="18"/>
                    <a:pt x="78" y="15"/>
                  </a:cubicBezTo>
                  <a:cubicBezTo>
                    <a:pt x="77" y="12"/>
                    <a:pt x="76" y="11"/>
                    <a:pt x="78" y="8"/>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7" name="Freeform 635"/>
            <p:cNvSpPr>
              <a:spLocks/>
            </p:cNvSpPr>
            <p:nvPr/>
          </p:nvSpPr>
          <p:spPr bwMode="auto">
            <a:xfrm>
              <a:off x="2540" y="618"/>
              <a:ext cx="57" cy="189"/>
            </a:xfrm>
            <a:custGeom>
              <a:avLst/>
              <a:gdLst>
                <a:gd name="T0" fmla="*/ 2 w 30"/>
                <a:gd name="T1" fmla="*/ 0 h 99"/>
                <a:gd name="T2" fmla="*/ 2 w 30"/>
                <a:gd name="T3" fmla="*/ 1 h 99"/>
                <a:gd name="T4" fmla="*/ 0 w 30"/>
                <a:gd name="T5" fmla="*/ 4 h 99"/>
                <a:gd name="T6" fmla="*/ 18 w 30"/>
                <a:gd name="T7" fmla="*/ 35 h 99"/>
                <a:gd name="T8" fmla="*/ 24 w 30"/>
                <a:gd name="T9" fmla="*/ 67 h 99"/>
                <a:gd name="T10" fmla="*/ 19 w 30"/>
                <a:gd name="T11" fmla="*/ 87 h 99"/>
                <a:gd name="T12" fmla="*/ 13 w 30"/>
                <a:gd name="T13" fmla="*/ 98 h 99"/>
                <a:gd name="T14" fmla="*/ 21 w 30"/>
                <a:gd name="T15" fmla="*/ 99 h 99"/>
                <a:gd name="T16" fmla="*/ 29 w 30"/>
                <a:gd name="T17" fmla="*/ 99 h 99"/>
                <a:gd name="T18" fmla="*/ 30 w 30"/>
                <a:gd name="T19" fmla="*/ 95 h 99"/>
                <a:gd name="T20" fmla="*/ 30 w 30"/>
                <a:gd name="T21" fmla="*/ 95 h 99"/>
                <a:gd name="T22" fmla="*/ 30 w 30"/>
                <a:gd name="T23" fmla="*/ 95 h 99"/>
                <a:gd name="T24" fmla="*/ 28 w 30"/>
                <a:gd name="T25" fmla="*/ 83 h 99"/>
                <a:gd name="T26" fmla="*/ 25 w 30"/>
                <a:gd name="T27" fmla="*/ 65 h 99"/>
                <a:gd name="T28" fmla="*/ 24 w 30"/>
                <a:gd name="T29" fmla="*/ 51 h 99"/>
                <a:gd name="T30" fmla="*/ 20 w 30"/>
                <a:gd name="T31" fmla="*/ 25 h 99"/>
                <a:gd name="T32" fmla="*/ 23 w 30"/>
                <a:gd name="T33" fmla="*/ 21 h 99"/>
                <a:gd name="T34" fmla="*/ 22 w 30"/>
                <a:gd name="T35" fmla="*/ 18 h 99"/>
                <a:gd name="T36" fmla="*/ 22 w 30"/>
                <a:gd name="T37" fmla="*/ 17 h 99"/>
                <a:gd name="T38" fmla="*/ 2 w 30"/>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 h="99">
                  <a:moveTo>
                    <a:pt x="2" y="0"/>
                  </a:moveTo>
                  <a:cubicBezTo>
                    <a:pt x="2" y="1"/>
                    <a:pt x="2" y="1"/>
                    <a:pt x="2" y="1"/>
                  </a:cubicBezTo>
                  <a:cubicBezTo>
                    <a:pt x="2" y="1"/>
                    <a:pt x="2" y="2"/>
                    <a:pt x="0" y="4"/>
                  </a:cubicBezTo>
                  <a:cubicBezTo>
                    <a:pt x="7" y="11"/>
                    <a:pt x="15" y="25"/>
                    <a:pt x="18" y="35"/>
                  </a:cubicBezTo>
                  <a:cubicBezTo>
                    <a:pt x="21" y="45"/>
                    <a:pt x="23" y="58"/>
                    <a:pt x="24" y="67"/>
                  </a:cubicBezTo>
                  <a:cubicBezTo>
                    <a:pt x="24" y="76"/>
                    <a:pt x="22" y="80"/>
                    <a:pt x="19" y="87"/>
                  </a:cubicBezTo>
                  <a:cubicBezTo>
                    <a:pt x="16" y="93"/>
                    <a:pt x="13" y="98"/>
                    <a:pt x="13" y="98"/>
                  </a:cubicBezTo>
                  <a:cubicBezTo>
                    <a:pt x="13" y="98"/>
                    <a:pt x="17" y="98"/>
                    <a:pt x="21" y="99"/>
                  </a:cubicBezTo>
                  <a:cubicBezTo>
                    <a:pt x="25" y="99"/>
                    <a:pt x="29" y="99"/>
                    <a:pt x="29" y="99"/>
                  </a:cubicBezTo>
                  <a:cubicBezTo>
                    <a:pt x="29" y="99"/>
                    <a:pt x="30" y="98"/>
                    <a:pt x="30" y="95"/>
                  </a:cubicBezTo>
                  <a:cubicBezTo>
                    <a:pt x="30" y="95"/>
                    <a:pt x="30" y="95"/>
                    <a:pt x="30" y="95"/>
                  </a:cubicBezTo>
                  <a:cubicBezTo>
                    <a:pt x="30" y="95"/>
                    <a:pt x="30" y="95"/>
                    <a:pt x="30" y="95"/>
                  </a:cubicBezTo>
                  <a:cubicBezTo>
                    <a:pt x="30" y="91"/>
                    <a:pt x="29" y="86"/>
                    <a:pt x="28" y="83"/>
                  </a:cubicBezTo>
                  <a:cubicBezTo>
                    <a:pt x="27" y="81"/>
                    <a:pt x="25" y="69"/>
                    <a:pt x="25" y="65"/>
                  </a:cubicBezTo>
                  <a:cubicBezTo>
                    <a:pt x="24" y="62"/>
                    <a:pt x="24" y="57"/>
                    <a:pt x="24" y="51"/>
                  </a:cubicBezTo>
                  <a:cubicBezTo>
                    <a:pt x="24" y="44"/>
                    <a:pt x="18" y="27"/>
                    <a:pt x="20" y="25"/>
                  </a:cubicBezTo>
                  <a:cubicBezTo>
                    <a:pt x="21" y="24"/>
                    <a:pt x="22" y="22"/>
                    <a:pt x="23" y="21"/>
                  </a:cubicBezTo>
                  <a:cubicBezTo>
                    <a:pt x="22" y="19"/>
                    <a:pt x="22" y="18"/>
                    <a:pt x="22" y="18"/>
                  </a:cubicBezTo>
                  <a:cubicBezTo>
                    <a:pt x="22" y="18"/>
                    <a:pt x="22" y="18"/>
                    <a:pt x="22" y="17"/>
                  </a:cubicBezTo>
                  <a:cubicBezTo>
                    <a:pt x="16" y="9"/>
                    <a:pt x="8" y="3"/>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8" name="Freeform 636"/>
            <p:cNvSpPr>
              <a:spLocks noEditPoints="1"/>
            </p:cNvSpPr>
            <p:nvPr/>
          </p:nvSpPr>
          <p:spPr bwMode="auto">
            <a:xfrm>
              <a:off x="1501" y="528"/>
              <a:ext cx="216" cy="674"/>
            </a:xfrm>
            <a:custGeom>
              <a:avLst/>
              <a:gdLst>
                <a:gd name="T0" fmla="*/ 94 w 113"/>
                <a:gd name="T1" fmla="*/ 71 h 352"/>
                <a:gd name="T2" fmla="*/ 101 w 113"/>
                <a:gd name="T3" fmla="*/ 150 h 352"/>
                <a:gd name="T4" fmla="*/ 101 w 113"/>
                <a:gd name="T5" fmla="*/ 180 h 352"/>
                <a:gd name="T6" fmla="*/ 99 w 113"/>
                <a:gd name="T7" fmla="*/ 193 h 352"/>
                <a:gd name="T8" fmla="*/ 112 w 113"/>
                <a:gd name="T9" fmla="*/ 247 h 352"/>
                <a:gd name="T10" fmla="*/ 84 w 113"/>
                <a:gd name="T11" fmla="*/ 261 h 352"/>
                <a:gd name="T12" fmla="*/ 86 w 113"/>
                <a:gd name="T13" fmla="*/ 194 h 352"/>
                <a:gd name="T14" fmla="*/ 86 w 113"/>
                <a:gd name="T15" fmla="*/ 180 h 352"/>
                <a:gd name="T16" fmla="*/ 84 w 113"/>
                <a:gd name="T17" fmla="*/ 60 h 352"/>
                <a:gd name="T18" fmla="*/ 67 w 113"/>
                <a:gd name="T19" fmla="*/ 11 h 352"/>
                <a:gd name="T20" fmla="*/ 68 w 113"/>
                <a:gd name="T21" fmla="*/ 34 h 352"/>
                <a:gd name="T22" fmla="*/ 61 w 113"/>
                <a:gd name="T23" fmla="*/ 45 h 352"/>
                <a:gd name="T24" fmla="*/ 81 w 113"/>
                <a:gd name="T25" fmla="*/ 60 h 352"/>
                <a:gd name="T26" fmla="*/ 84 w 113"/>
                <a:gd name="T27" fmla="*/ 183 h 352"/>
                <a:gd name="T28" fmla="*/ 80 w 113"/>
                <a:gd name="T29" fmla="*/ 183 h 352"/>
                <a:gd name="T30" fmla="*/ 81 w 113"/>
                <a:gd name="T31" fmla="*/ 195 h 352"/>
                <a:gd name="T32" fmla="*/ 84 w 113"/>
                <a:gd name="T33" fmla="*/ 261 h 352"/>
                <a:gd name="T34" fmla="*/ 78 w 113"/>
                <a:gd name="T35" fmla="*/ 262 h 352"/>
                <a:gd name="T36" fmla="*/ 76 w 113"/>
                <a:gd name="T37" fmla="*/ 306 h 352"/>
                <a:gd name="T38" fmla="*/ 78 w 113"/>
                <a:gd name="T39" fmla="*/ 335 h 352"/>
                <a:gd name="T40" fmla="*/ 60 w 113"/>
                <a:gd name="T41" fmla="*/ 337 h 352"/>
                <a:gd name="T42" fmla="*/ 56 w 113"/>
                <a:gd name="T43" fmla="*/ 316 h 352"/>
                <a:gd name="T44" fmla="*/ 57 w 113"/>
                <a:gd name="T45" fmla="*/ 282 h 352"/>
                <a:gd name="T46" fmla="*/ 48 w 113"/>
                <a:gd name="T47" fmla="*/ 207 h 352"/>
                <a:gd name="T48" fmla="*/ 39 w 113"/>
                <a:gd name="T49" fmla="*/ 223 h 352"/>
                <a:gd name="T50" fmla="*/ 30 w 113"/>
                <a:gd name="T51" fmla="*/ 298 h 352"/>
                <a:gd name="T52" fmla="*/ 32 w 113"/>
                <a:gd name="T53" fmla="*/ 311 h 352"/>
                <a:gd name="T54" fmla="*/ 26 w 113"/>
                <a:gd name="T55" fmla="*/ 334 h 352"/>
                <a:gd name="T56" fmla="*/ 9 w 113"/>
                <a:gd name="T57" fmla="*/ 350 h 352"/>
                <a:gd name="T58" fmla="*/ 12 w 113"/>
                <a:gd name="T59" fmla="*/ 321 h 352"/>
                <a:gd name="T60" fmla="*/ 10 w 113"/>
                <a:gd name="T61" fmla="*/ 304 h 352"/>
                <a:gd name="T62" fmla="*/ 9 w 113"/>
                <a:gd name="T63" fmla="*/ 241 h 352"/>
                <a:gd name="T64" fmla="*/ 9 w 113"/>
                <a:gd name="T65" fmla="*/ 175 h 352"/>
                <a:gd name="T66" fmla="*/ 6 w 113"/>
                <a:gd name="T67" fmla="*/ 164 h 352"/>
                <a:gd name="T68" fmla="*/ 2 w 113"/>
                <a:gd name="T69" fmla="*/ 135 h 352"/>
                <a:gd name="T70" fmla="*/ 7 w 113"/>
                <a:gd name="T71" fmla="*/ 78 h 352"/>
                <a:gd name="T72" fmla="*/ 38 w 113"/>
                <a:gd name="T73" fmla="*/ 53 h 352"/>
                <a:gd name="T74" fmla="*/ 39 w 113"/>
                <a:gd name="T75" fmla="*/ 36 h 352"/>
                <a:gd name="T76" fmla="*/ 34 w 113"/>
                <a:gd name="T77" fmla="*/ 25 h 352"/>
                <a:gd name="T78" fmla="*/ 36 w 113"/>
                <a:gd name="T79" fmla="*/ 1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3" h="352">
                  <a:moveTo>
                    <a:pt x="84" y="60"/>
                  </a:moveTo>
                  <a:cubicBezTo>
                    <a:pt x="89" y="62"/>
                    <a:pt x="94" y="64"/>
                    <a:pt x="94" y="71"/>
                  </a:cubicBezTo>
                  <a:cubicBezTo>
                    <a:pt x="94" y="80"/>
                    <a:pt x="95" y="97"/>
                    <a:pt x="96" y="108"/>
                  </a:cubicBezTo>
                  <a:cubicBezTo>
                    <a:pt x="97" y="119"/>
                    <a:pt x="101" y="143"/>
                    <a:pt x="101" y="150"/>
                  </a:cubicBezTo>
                  <a:cubicBezTo>
                    <a:pt x="101" y="158"/>
                    <a:pt x="102" y="174"/>
                    <a:pt x="101" y="176"/>
                  </a:cubicBezTo>
                  <a:cubicBezTo>
                    <a:pt x="101" y="178"/>
                    <a:pt x="100" y="177"/>
                    <a:pt x="101" y="180"/>
                  </a:cubicBezTo>
                  <a:cubicBezTo>
                    <a:pt x="101" y="183"/>
                    <a:pt x="101" y="186"/>
                    <a:pt x="100" y="188"/>
                  </a:cubicBezTo>
                  <a:cubicBezTo>
                    <a:pt x="98" y="190"/>
                    <a:pt x="99" y="193"/>
                    <a:pt x="99" y="193"/>
                  </a:cubicBezTo>
                  <a:cubicBezTo>
                    <a:pt x="113" y="192"/>
                    <a:pt x="113" y="192"/>
                    <a:pt x="113" y="192"/>
                  </a:cubicBezTo>
                  <a:cubicBezTo>
                    <a:pt x="112" y="247"/>
                    <a:pt x="112" y="247"/>
                    <a:pt x="112" y="247"/>
                  </a:cubicBezTo>
                  <a:cubicBezTo>
                    <a:pt x="90" y="264"/>
                    <a:pt x="90" y="264"/>
                    <a:pt x="90" y="264"/>
                  </a:cubicBezTo>
                  <a:cubicBezTo>
                    <a:pt x="90" y="264"/>
                    <a:pt x="87" y="262"/>
                    <a:pt x="84" y="261"/>
                  </a:cubicBezTo>
                  <a:cubicBezTo>
                    <a:pt x="84" y="194"/>
                    <a:pt x="84" y="194"/>
                    <a:pt x="84" y="194"/>
                  </a:cubicBezTo>
                  <a:cubicBezTo>
                    <a:pt x="86" y="194"/>
                    <a:pt x="86" y="194"/>
                    <a:pt x="86" y="194"/>
                  </a:cubicBezTo>
                  <a:cubicBezTo>
                    <a:pt x="86" y="194"/>
                    <a:pt x="86" y="190"/>
                    <a:pt x="86" y="188"/>
                  </a:cubicBezTo>
                  <a:cubicBezTo>
                    <a:pt x="87" y="185"/>
                    <a:pt x="87" y="183"/>
                    <a:pt x="86" y="180"/>
                  </a:cubicBezTo>
                  <a:cubicBezTo>
                    <a:pt x="86" y="180"/>
                    <a:pt x="85" y="182"/>
                    <a:pt x="84" y="183"/>
                  </a:cubicBezTo>
                  <a:lnTo>
                    <a:pt x="84" y="60"/>
                  </a:lnTo>
                  <a:close/>
                  <a:moveTo>
                    <a:pt x="53" y="0"/>
                  </a:moveTo>
                  <a:cubicBezTo>
                    <a:pt x="59" y="0"/>
                    <a:pt x="66" y="5"/>
                    <a:pt x="67" y="11"/>
                  </a:cubicBezTo>
                  <a:cubicBezTo>
                    <a:pt x="68" y="18"/>
                    <a:pt x="67" y="27"/>
                    <a:pt x="67" y="27"/>
                  </a:cubicBezTo>
                  <a:cubicBezTo>
                    <a:pt x="67" y="27"/>
                    <a:pt x="69" y="31"/>
                    <a:pt x="68" y="34"/>
                  </a:cubicBezTo>
                  <a:cubicBezTo>
                    <a:pt x="66" y="38"/>
                    <a:pt x="62" y="37"/>
                    <a:pt x="62" y="37"/>
                  </a:cubicBezTo>
                  <a:cubicBezTo>
                    <a:pt x="62" y="37"/>
                    <a:pt x="61" y="42"/>
                    <a:pt x="61" y="45"/>
                  </a:cubicBezTo>
                  <a:cubicBezTo>
                    <a:pt x="61" y="48"/>
                    <a:pt x="61" y="50"/>
                    <a:pt x="63" y="52"/>
                  </a:cubicBezTo>
                  <a:cubicBezTo>
                    <a:pt x="66" y="54"/>
                    <a:pt x="75" y="58"/>
                    <a:pt x="81" y="60"/>
                  </a:cubicBezTo>
                  <a:cubicBezTo>
                    <a:pt x="82" y="60"/>
                    <a:pt x="83" y="60"/>
                    <a:pt x="84" y="60"/>
                  </a:cubicBezTo>
                  <a:cubicBezTo>
                    <a:pt x="84" y="183"/>
                    <a:pt x="84" y="183"/>
                    <a:pt x="84" y="183"/>
                  </a:cubicBezTo>
                  <a:cubicBezTo>
                    <a:pt x="83" y="183"/>
                    <a:pt x="83" y="183"/>
                    <a:pt x="83" y="183"/>
                  </a:cubicBezTo>
                  <a:cubicBezTo>
                    <a:pt x="81" y="183"/>
                    <a:pt x="80" y="183"/>
                    <a:pt x="80" y="183"/>
                  </a:cubicBezTo>
                  <a:cubicBezTo>
                    <a:pt x="80" y="183"/>
                    <a:pt x="81" y="186"/>
                    <a:pt x="81" y="189"/>
                  </a:cubicBezTo>
                  <a:cubicBezTo>
                    <a:pt x="81" y="192"/>
                    <a:pt x="81" y="195"/>
                    <a:pt x="81" y="195"/>
                  </a:cubicBezTo>
                  <a:cubicBezTo>
                    <a:pt x="84" y="194"/>
                    <a:pt x="84" y="194"/>
                    <a:pt x="84" y="194"/>
                  </a:cubicBezTo>
                  <a:cubicBezTo>
                    <a:pt x="84" y="261"/>
                    <a:pt x="84" y="261"/>
                    <a:pt x="84" y="261"/>
                  </a:cubicBezTo>
                  <a:cubicBezTo>
                    <a:pt x="83" y="261"/>
                    <a:pt x="83" y="261"/>
                    <a:pt x="83" y="261"/>
                  </a:cubicBezTo>
                  <a:cubicBezTo>
                    <a:pt x="80" y="261"/>
                    <a:pt x="78" y="262"/>
                    <a:pt x="78" y="262"/>
                  </a:cubicBezTo>
                  <a:cubicBezTo>
                    <a:pt x="78" y="262"/>
                    <a:pt x="79" y="278"/>
                    <a:pt x="79" y="284"/>
                  </a:cubicBezTo>
                  <a:cubicBezTo>
                    <a:pt x="79" y="291"/>
                    <a:pt x="79" y="301"/>
                    <a:pt x="76" y="306"/>
                  </a:cubicBezTo>
                  <a:cubicBezTo>
                    <a:pt x="73" y="311"/>
                    <a:pt x="72" y="312"/>
                    <a:pt x="72" y="316"/>
                  </a:cubicBezTo>
                  <a:cubicBezTo>
                    <a:pt x="72" y="320"/>
                    <a:pt x="79" y="332"/>
                    <a:pt x="78" y="335"/>
                  </a:cubicBezTo>
                  <a:cubicBezTo>
                    <a:pt x="78" y="339"/>
                    <a:pt x="77" y="345"/>
                    <a:pt x="71" y="345"/>
                  </a:cubicBezTo>
                  <a:cubicBezTo>
                    <a:pt x="65" y="345"/>
                    <a:pt x="60" y="342"/>
                    <a:pt x="60" y="337"/>
                  </a:cubicBezTo>
                  <a:cubicBezTo>
                    <a:pt x="60" y="332"/>
                    <a:pt x="61" y="329"/>
                    <a:pt x="59" y="327"/>
                  </a:cubicBezTo>
                  <a:cubicBezTo>
                    <a:pt x="57" y="325"/>
                    <a:pt x="60" y="320"/>
                    <a:pt x="56" y="316"/>
                  </a:cubicBezTo>
                  <a:cubicBezTo>
                    <a:pt x="53" y="311"/>
                    <a:pt x="57" y="310"/>
                    <a:pt x="56" y="305"/>
                  </a:cubicBezTo>
                  <a:cubicBezTo>
                    <a:pt x="55" y="301"/>
                    <a:pt x="56" y="287"/>
                    <a:pt x="57" y="282"/>
                  </a:cubicBezTo>
                  <a:cubicBezTo>
                    <a:pt x="57" y="276"/>
                    <a:pt x="56" y="270"/>
                    <a:pt x="53" y="246"/>
                  </a:cubicBezTo>
                  <a:cubicBezTo>
                    <a:pt x="50" y="223"/>
                    <a:pt x="49" y="212"/>
                    <a:pt x="48" y="207"/>
                  </a:cubicBezTo>
                  <a:cubicBezTo>
                    <a:pt x="47" y="202"/>
                    <a:pt x="46" y="196"/>
                    <a:pt x="46" y="196"/>
                  </a:cubicBezTo>
                  <a:cubicBezTo>
                    <a:pt x="46" y="196"/>
                    <a:pt x="42" y="218"/>
                    <a:pt x="39" y="223"/>
                  </a:cubicBezTo>
                  <a:cubicBezTo>
                    <a:pt x="36" y="229"/>
                    <a:pt x="33" y="256"/>
                    <a:pt x="32" y="264"/>
                  </a:cubicBezTo>
                  <a:cubicBezTo>
                    <a:pt x="31" y="272"/>
                    <a:pt x="32" y="295"/>
                    <a:pt x="30" y="298"/>
                  </a:cubicBezTo>
                  <a:cubicBezTo>
                    <a:pt x="28" y="300"/>
                    <a:pt x="27" y="304"/>
                    <a:pt x="27" y="304"/>
                  </a:cubicBezTo>
                  <a:cubicBezTo>
                    <a:pt x="27" y="304"/>
                    <a:pt x="32" y="307"/>
                    <a:pt x="32" y="311"/>
                  </a:cubicBezTo>
                  <a:cubicBezTo>
                    <a:pt x="32" y="315"/>
                    <a:pt x="28" y="318"/>
                    <a:pt x="28" y="323"/>
                  </a:cubicBezTo>
                  <a:cubicBezTo>
                    <a:pt x="29" y="328"/>
                    <a:pt x="28" y="332"/>
                    <a:pt x="26" y="334"/>
                  </a:cubicBezTo>
                  <a:cubicBezTo>
                    <a:pt x="24" y="335"/>
                    <a:pt x="24" y="343"/>
                    <a:pt x="22" y="346"/>
                  </a:cubicBezTo>
                  <a:cubicBezTo>
                    <a:pt x="19" y="350"/>
                    <a:pt x="15" y="352"/>
                    <a:pt x="9" y="350"/>
                  </a:cubicBezTo>
                  <a:cubicBezTo>
                    <a:pt x="4" y="349"/>
                    <a:pt x="4" y="342"/>
                    <a:pt x="7" y="335"/>
                  </a:cubicBezTo>
                  <a:cubicBezTo>
                    <a:pt x="9" y="329"/>
                    <a:pt x="12" y="324"/>
                    <a:pt x="12" y="321"/>
                  </a:cubicBezTo>
                  <a:cubicBezTo>
                    <a:pt x="11" y="319"/>
                    <a:pt x="10" y="315"/>
                    <a:pt x="12" y="312"/>
                  </a:cubicBezTo>
                  <a:cubicBezTo>
                    <a:pt x="15" y="309"/>
                    <a:pt x="12" y="307"/>
                    <a:pt x="10" y="304"/>
                  </a:cubicBezTo>
                  <a:cubicBezTo>
                    <a:pt x="9" y="302"/>
                    <a:pt x="9" y="291"/>
                    <a:pt x="9" y="286"/>
                  </a:cubicBezTo>
                  <a:cubicBezTo>
                    <a:pt x="9" y="280"/>
                    <a:pt x="9" y="252"/>
                    <a:pt x="9" y="241"/>
                  </a:cubicBezTo>
                  <a:cubicBezTo>
                    <a:pt x="9" y="231"/>
                    <a:pt x="8" y="199"/>
                    <a:pt x="9" y="191"/>
                  </a:cubicBezTo>
                  <a:cubicBezTo>
                    <a:pt x="11" y="182"/>
                    <a:pt x="9" y="175"/>
                    <a:pt x="9" y="175"/>
                  </a:cubicBezTo>
                  <a:cubicBezTo>
                    <a:pt x="9" y="175"/>
                    <a:pt x="6" y="177"/>
                    <a:pt x="6" y="174"/>
                  </a:cubicBezTo>
                  <a:cubicBezTo>
                    <a:pt x="6" y="171"/>
                    <a:pt x="7" y="170"/>
                    <a:pt x="6" y="164"/>
                  </a:cubicBezTo>
                  <a:cubicBezTo>
                    <a:pt x="4" y="159"/>
                    <a:pt x="4" y="153"/>
                    <a:pt x="2" y="149"/>
                  </a:cubicBezTo>
                  <a:cubicBezTo>
                    <a:pt x="1" y="145"/>
                    <a:pt x="0" y="137"/>
                    <a:pt x="2" y="135"/>
                  </a:cubicBezTo>
                  <a:cubicBezTo>
                    <a:pt x="4" y="133"/>
                    <a:pt x="1" y="120"/>
                    <a:pt x="3" y="111"/>
                  </a:cubicBezTo>
                  <a:cubicBezTo>
                    <a:pt x="5" y="101"/>
                    <a:pt x="6" y="86"/>
                    <a:pt x="7" y="78"/>
                  </a:cubicBezTo>
                  <a:cubicBezTo>
                    <a:pt x="7" y="70"/>
                    <a:pt x="7" y="64"/>
                    <a:pt x="18" y="61"/>
                  </a:cubicBezTo>
                  <a:cubicBezTo>
                    <a:pt x="28" y="59"/>
                    <a:pt x="36" y="55"/>
                    <a:pt x="38" y="53"/>
                  </a:cubicBezTo>
                  <a:cubicBezTo>
                    <a:pt x="39" y="51"/>
                    <a:pt x="40" y="45"/>
                    <a:pt x="39" y="42"/>
                  </a:cubicBezTo>
                  <a:cubicBezTo>
                    <a:pt x="39" y="40"/>
                    <a:pt x="39" y="38"/>
                    <a:pt x="39" y="36"/>
                  </a:cubicBezTo>
                  <a:cubicBezTo>
                    <a:pt x="39" y="35"/>
                    <a:pt x="36" y="37"/>
                    <a:pt x="35" y="34"/>
                  </a:cubicBezTo>
                  <a:cubicBezTo>
                    <a:pt x="34" y="31"/>
                    <a:pt x="34" y="25"/>
                    <a:pt x="34" y="25"/>
                  </a:cubicBezTo>
                  <a:cubicBezTo>
                    <a:pt x="35" y="24"/>
                    <a:pt x="35" y="24"/>
                    <a:pt x="36" y="24"/>
                  </a:cubicBezTo>
                  <a:cubicBezTo>
                    <a:pt x="36" y="23"/>
                    <a:pt x="36" y="17"/>
                    <a:pt x="36" y="11"/>
                  </a:cubicBezTo>
                  <a:cubicBezTo>
                    <a:pt x="36" y="6"/>
                    <a:pt x="42" y="1"/>
                    <a:pt x="53"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79" name="Freeform 637"/>
            <p:cNvSpPr>
              <a:spLocks/>
            </p:cNvSpPr>
            <p:nvPr/>
          </p:nvSpPr>
          <p:spPr bwMode="auto">
            <a:xfrm>
              <a:off x="1511" y="832"/>
              <a:ext cx="23" cy="21"/>
            </a:xfrm>
            <a:custGeom>
              <a:avLst/>
              <a:gdLst>
                <a:gd name="T0" fmla="*/ 3 w 12"/>
                <a:gd name="T1" fmla="*/ 11 h 11"/>
                <a:gd name="T2" fmla="*/ 3 w 12"/>
                <a:gd name="T3" fmla="*/ 3 h 11"/>
                <a:gd name="T4" fmla="*/ 12 w 12"/>
                <a:gd name="T5" fmla="*/ 2 h 11"/>
                <a:gd name="T6" fmla="*/ 5 w 12"/>
                <a:gd name="T7" fmla="*/ 4 h 11"/>
                <a:gd name="T8" fmla="*/ 3 w 12"/>
                <a:gd name="T9" fmla="*/ 11 h 11"/>
              </a:gdLst>
              <a:ahLst/>
              <a:cxnLst>
                <a:cxn ang="0">
                  <a:pos x="T0" y="T1"/>
                </a:cxn>
                <a:cxn ang="0">
                  <a:pos x="T2" y="T3"/>
                </a:cxn>
                <a:cxn ang="0">
                  <a:pos x="T4" y="T5"/>
                </a:cxn>
                <a:cxn ang="0">
                  <a:pos x="T6" y="T7"/>
                </a:cxn>
                <a:cxn ang="0">
                  <a:pos x="T8" y="T9"/>
                </a:cxn>
              </a:cxnLst>
              <a:rect l="0" t="0" r="r" b="b"/>
              <a:pathLst>
                <a:path w="12" h="11">
                  <a:moveTo>
                    <a:pt x="3" y="11"/>
                  </a:moveTo>
                  <a:cubicBezTo>
                    <a:pt x="3" y="11"/>
                    <a:pt x="0" y="7"/>
                    <a:pt x="3" y="3"/>
                  </a:cubicBezTo>
                  <a:cubicBezTo>
                    <a:pt x="6" y="0"/>
                    <a:pt x="12" y="2"/>
                    <a:pt x="12" y="2"/>
                  </a:cubicBezTo>
                  <a:cubicBezTo>
                    <a:pt x="12" y="2"/>
                    <a:pt x="8" y="2"/>
                    <a:pt x="5" y="4"/>
                  </a:cubicBezTo>
                  <a:cubicBezTo>
                    <a:pt x="3" y="6"/>
                    <a:pt x="4" y="8"/>
                    <a:pt x="3"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0" name="Freeform 638"/>
            <p:cNvSpPr>
              <a:spLocks/>
            </p:cNvSpPr>
            <p:nvPr/>
          </p:nvSpPr>
          <p:spPr bwMode="auto">
            <a:xfrm>
              <a:off x="1666" y="861"/>
              <a:ext cx="26" cy="10"/>
            </a:xfrm>
            <a:custGeom>
              <a:avLst/>
              <a:gdLst>
                <a:gd name="T0" fmla="*/ 0 w 14"/>
                <a:gd name="T1" fmla="*/ 5 h 5"/>
                <a:gd name="T2" fmla="*/ 7 w 14"/>
                <a:gd name="T3" fmla="*/ 0 h 5"/>
                <a:gd name="T4" fmla="*/ 14 w 14"/>
                <a:gd name="T5" fmla="*/ 5 h 5"/>
                <a:gd name="T6" fmla="*/ 7 w 14"/>
                <a:gd name="T7" fmla="*/ 3 h 5"/>
                <a:gd name="T8" fmla="*/ 0 w 14"/>
                <a:gd name="T9" fmla="*/ 5 h 5"/>
              </a:gdLst>
              <a:ahLst/>
              <a:cxnLst>
                <a:cxn ang="0">
                  <a:pos x="T0" y="T1"/>
                </a:cxn>
                <a:cxn ang="0">
                  <a:pos x="T2" y="T3"/>
                </a:cxn>
                <a:cxn ang="0">
                  <a:pos x="T4" y="T5"/>
                </a:cxn>
                <a:cxn ang="0">
                  <a:pos x="T6" y="T7"/>
                </a:cxn>
                <a:cxn ang="0">
                  <a:pos x="T8" y="T9"/>
                </a:cxn>
              </a:cxnLst>
              <a:rect l="0" t="0" r="r" b="b"/>
              <a:pathLst>
                <a:path w="14" h="5">
                  <a:moveTo>
                    <a:pt x="0" y="5"/>
                  </a:moveTo>
                  <a:cubicBezTo>
                    <a:pt x="0" y="5"/>
                    <a:pt x="0" y="0"/>
                    <a:pt x="7" y="0"/>
                  </a:cubicBezTo>
                  <a:cubicBezTo>
                    <a:pt x="13" y="0"/>
                    <a:pt x="14" y="5"/>
                    <a:pt x="14" y="5"/>
                  </a:cubicBezTo>
                  <a:cubicBezTo>
                    <a:pt x="14" y="5"/>
                    <a:pt x="11" y="2"/>
                    <a:pt x="7" y="3"/>
                  </a:cubicBezTo>
                  <a:cubicBezTo>
                    <a:pt x="2" y="3"/>
                    <a:pt x="2" y="3"/>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1" name="Freeform 639"/>
            <p:cNvSpPr>
              <a:spLocks/>
            </p:cNvSpPr>
            <p:nvPr/>
          </p:nvSpPr>
          <p:spPr bwMode="auto">
            <a:xfrm>
              <a:off x="1549" y="622"/>
              <a:ext cx="73" cy="187"/>
            </a:xfrm>
            <a:custGeom>
              <a:avLst/>
              <a:gdLst>
                <a:gd name="T0" fmla="*/ 36 w 38"/>
                <a:gd name="T1" fmla="*/ 0 h 98"/>
                <a:gd name="T2" fmla="*/ 38 w 38"/>
                <a:gd name="T3" fmla="*/ 2 h 98"/>
                <a:gd name="T4" fmla="*/ 32 w 38"/>
                <a:gd name="T5" fmla="*/ 46 h 98"/>
                <a:gd name="T6" fmla="*/ 34 w 38"/>
                <a:gd name="T7" fmla="*/ 98 h 98"/>
                <a:gd name="T8" fmla="*/ 24 w 38"/>
                <a:gd name="T9" fmla="*/ 98 h 98"/>
                <a:gd name="T10" fmla="*/ 0 w 38"/>
                <a:gd name="T11" fmla="*/ 93 h 98"/>
                <a:gd name="T12" fmla="*/ 5 w 38"/>
                <a:gd name="T13" fmla="*/ 82 h 98"/>
                <a:gd name="T14" fmla="*/ 12 w 38"/>
                <a:gd name="T15" fmla="*/ 26 h 98"/>
                <a:gd name="T16" fmla="*/ 12 w 38"/>
                <a:gd name="T17" fmla="*/ 5 h 98"/>
                <a:gd name="T18" fmla="*/ 13 w 38"/>
                <a:gd name="T19" fmla="*/ 4 h 98"/>
                <a:gd name="T20" fmla="*/ 14 w 38"/>
                <a:gd name="T21" fmla="*/ 1 h 98"/>
                <a:gd name="T22" fmla="*/ 26 w 38"/>
                <a:gd name="T23" fmla="*/ 11 h 98"/>
                <a:gd name="T24" fmla="*/ 36 w 38"/>
                <a:gd name="T2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98">
                  <a:moveTo>
                    <a:pt x="36" y="0"/>
                  </a:moveTo>
                  <a:cubicBezTo>
                    <a:pt x="36" y="1"/>
                    <a:pt x="37" y="2"/>
                    <a:pt x="38" y="2"/>
                  </a:cubicBezTo>
                  <a:cubicBezTo>
                    <a:pt x="36" y="9"/>
                    <a:pt x="33" y="30"/>
                    <a:pt x="32" y="46"/>
                  </a:cubicBezTo>
                  <a:cubicBezTo>
                    <a:pt x="31" y="64"/>
                    <a:pt x="34" y="98"/>
                    <a:pt x="34" y="98"/>
                  </a:cubicBezTo>
                  <a:cubicBezTo>
                    <a:pt x="34" y="98"/>
                    <a:pt x="32" y="98"/>
                    <a:pt x="24" y="98"/>
                  </a:cubicBezTo>
                  <a:cubicBezTo>
                    <a:pt x="16" y="98"/>
                    <a:pt x="0" y="93"/>
                    <a:pt x="0" y="93"/>
                  </a:cubicBezTo>
                  <a:cubicBezTo>
                    <a:pt x="0" y="93"/>
                    <a:pt x="3" y="88"/>
                    <a:pt x="5" y="82"/>
                  </a:cubicBezTo>
                  <a:cubicBezTo>
                    <a:pt x="7" y="76"/>
                    <a:pt x="11" y="49"/>
                    <a:pt x="12" y="26"/>
                  </a:cubicBezTo>
                  <a:cubicBezTo>
                    <a:pt x="13" y="14"/>
                    <a:pt x="13" y="8"/>
                    <a:pt x="12" y="5"/>
                  </a:cubicBezTo>
                  <a:cubicBezTo>
                    <a:pt x="12" y="5"/>
                    <a:pt x="13" y="4"/>
                    <a:pt x="13" y="4"/>
                  </a:cubicBezTo>
                  <a:cubicBezTo>
                    <a:pt x="13" y="3"/>
                    <a:pt x="14" y="2"/>
                    <a:pt x="14" y="1"/>
                  </a:cubicBezTo>
                  <a:cubicBezTo>
                    <a:pt x="16" y="6"/>
                    <a:pt x="22" y="11"/>
                    <a:pt x="26" y="11"/>
                  </a:cubicBezTo>
                  <a:cubicBezTo>
                    <a:pt x="29" y="11"/>
                    <a:pt x="34" y="4"/>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2" name="Freeform 640"/>
            <p:cNvSpPr>
              <a:spLocks/>
            </p:cNvSpPr>
            <p:nvPr/>
          </p:nvSpPr>
          <p:spPr bwMode="auto">
            <a:xfrm>
              <a:off x="1582" y="645"/>
              <a:ext cx="30" cy="183"/>
            </a:xfrm>
            <a:custGeom>
              <a:avLst/>
              <a:gdLst>
                <a:gd name="T0" fmla="*/ 0 w 16"/>
                <a:gd name="T1" fmla="*/ 4 h 96"/>
                <a:gd name="T2" fmla="*/ 8 w 16"/>
                <a:gd name="T3" fmla="*/ 0 h 96"/>
                <a:gd name="T4" fmla="*/ 16 w 16"/>
                <a:gd name="T5" fmla="*/ 4 h 96"/>
                <a:gd name="T6" fmla="*/ 11 w 16"/>
                <a:gd name="T7" fmla="*/ 6 h 96"/>
                <a:gd name="T8" fmla="*/ 13 w 16"/>
                <a:gd name="T9" fmla="*/ 40 h 96"/>
                <a:gd name="T10" fmla="*/ 12 w 16"/>
                <a:gd name="T11" fmla="*/ 88 h 96"/>
                <a:gd name="T12" fmla="*/ 6 w 16"/>
                <a:gd name="T13" fmla="*/ 89 h 96"/>
                <a:gd name="T14" fmla="*/ 6 w 16"/>
                <a:gd name="T15" fmla="*/ 33 h 96"/>
                <a:gd name="T16" fmla="*/ 6 w 16"/>
                <a:gd name="T17" fmla="*/ 7 h 96"/>
                <a:gd name="T18" fmla="*/ 0 w 16"/>
                <a:gd name="T19" fmla="*/ 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96">
                  <a:moveTo>
                    <a:pt x="0" y="4"/>
                  </a:moveTo>
                  <a:cubicBezTo>
                    <a:pt x="0" y="4"/>
                    <a:pt x="3" y="0"/>
                    <a:pt x="8" y="0"/>
                  </a:cubicBezTo>
                  <a:cubicBezTo>
                    <a:pt x="13" y="0"/>
                    <a:pt x="16" y="4"/>
                    <a:pt x="16" y="4"/>
                  </a:cubicBezTo>
                  <a:cubicBezTo>
                    <a:pt x="16" y="4"/>
                    <a:pt x="11" y="3"/>
                    <a:pt x="11" y="6"/>
                  </a:cubicBezTo>
                  <a:cubicBezTo>
                    <a:pt x="11" y="10"/>
                    <a:pt x="13" y="28"/>
                    <a:pt x="13" y="40"/>
                  </a:cubicBezTo>
                  <a:cubicBezTo>
                    <a:pt x="13" y="52"/>
                    <a:pt x="14" y="83"/>
                    <a:pt x="12" y="88"/>
                  </a:cubicBezTo>
                  <a:cubicBezTo>
                    <a:pt x="11" y="94"/>
                    <a:pt x="7" y="96"/>
                    <a:pt x="6" y="89"/>
                  </a:cubicBezTo>
                  <a:cubicBezTo>
                    <a:pt x="5" y="81"/>
                    <a:pt x="5" y="41"/>
                    <a:pt x="6" y="33"/>
                  </a:cubicBezTo>
                  <a:cubicBezTo>
                    <a:pt x="6" y="25"/>
                    <a:pt x="7" y="9"/>
                    <a:pt x="6" y="7"/>
                  </a:cubicBezTo>
                  <a:cubicBezTo>
                    <a:pt x="5" y="4"/>
                    <a:pt x="3" y="3"/>
                    <a:pt x="0" y="4"/>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3" name="Freeform 641"/>
            <p:cNvSpPr>
              <a:spLocks noEditPoints="1"/>
            </p:cNvSpPr>
            <p:nvPr/>
          </p:nvSpPr>
          <p:spPr bwMode="auto">
            <a:xfrm>
              <a:off x="3264" y="528"/>
              <a:ext cx="215" cy="674"/>
            </a:xfrm>
            <a:custGeom>
              <a:avLst/>
              <a:gdLst>
                <a:gd name="T0" fmla="*/ 93 w 112"/>
                <a:gd name="T1" fmla="*/ 71 h 352"/>
                <a:gd name="T2" fmla="*/ 100 w 112"/>
                <a:gd name="T3" fmla="*/ 150 h 352"/>
                <a:gd name="T4" fmla="*/ 100 w 112"/>
                <a:gd name="T5" fmla="*/ 180 h 352"/>
                <a:gd name="T6" fmla="*/ 98 w 112"/>
                <a:gd name="T7" fmla="*/ 193 h 352"/>
                <a:gd name="T8" fmla="*/ 111 w 112"/>
                <a:gd name="T9" fmla="*/ 247 h 352"/>
                <a:gd name="T10" fmla="*/ 83 w 112"/>
                <a:gd name="T11" fmla="*/ 261 h 352"/>
                <a:gd name="T12" fmla="*/ 86 w 112"/>
                <a:gd name="T13" fmla="*/ 194 h 352"/>
                <a:gd name="T14" fmla="*/ 86 w 112"/>
                <a:gd name="T15" fmla="*/ 180 h 352"/>
                <a:gd name="T16" fmla="*/ 83 w 112"/>
                <a:gd name="T17" fmla="*/ 60 h 352"/>
                <a:gd name="T18" fmla="*/ 67 w 112"/>
                <a:gd name="T19" fmla="*/ 11 h 352"/>
                <a:gd name="T20" fmla="*/ 67 w 112"/>
                <a:gd name="T21" fmla="*/ 34 h 352"/>
                <a:gd name="T22" fmla="*/ 61 w 112"/>
                <a:gd name="T23" fmla="*/ 45 h 352"/>
                <a:gd name="T24" fmla="*/ 81 w 112"/>
                <a:gd name="T25" fmla="*/ 60 h 352"/>
                <a:gd name="T26" fmla="*/ 83 w 112"/>
                <a:gd name="T27" fmla="*/ 183 h 352"/>
                <a:gd name="T28" fmla="*/ 80 w 112"/>
                <a:gd name="T29" fmla="*/ 183 h 352"/>
                <a:gd name="T30" fmla="*/ 80 w 112"/>
                <a:gd name="T31" fmla="*/ 195 h 352"/>
                <a:gd name="T32" fmla="*/ 83 w 112"/>
                <a:gd name="T33" fmla="*/ 261 h 352"/>
                <a:gd name="T34" fmla="*/ 78 w 112"/>
                <a:gd name="T35" fmla="*/ 262 h 352"/>
                <a:gd name="T36" fmla="*/ 75 w 112"/>
                <a:gd name="T37" fmla="*/ 306 h 352"/>
                <a:gd name="T38" fmla="*/ 78 w 112"/>
                <a:gd name="T39" fmla="*/ 335 h 352"/>
                <a:gd name="T40" fmla="*/ 60 w 112"/>
                <a:gd name="T41" fmla="*/ 337 h 352"/>
                <a:gd name="T42" fmla="*/ 56 w 112"/>
                <a:gd name="T43" fmla="*/ 316 h 352"/>
                <a:gd name="T44" fmla="*/ 56 w 112"/>
                <a:gd name="T45" fmla="*/ 282 h 352"/>
                <a:gd name="T46" fmla="*/ 48 w 112"/>
                <a:gd name="T47" fmla="*/ 207 h 352"/>
                <a:gd name="T48" fmla="*/ 39 w 112"/>
                <a:gd name="T49" fmla="*/ 223 h 352"/>
                <a:gd name="T50" fmla="*/ 29 w 112"/>
                <a:gd name="T51" fmla="*/ 298 h 352"/>
                <a:gd name="T52" fmla="*/ 31 w 112"/>
                <a:gd name="T53" fmla="*/ 311 h 352"/>
                <a:gd name="T54" fmla="*/ 26 w 112"/>
                <a:gd name="T55" fmla="*/ 334 h 352"/>
                <a:gd name="T56" fmla="*/ 9 w 112"/>
                <a:gd name="T57" fmla="*/ 350 h 352"/>
                <a:gd name="T58" fmla="*/ 11 w 112"/>
                <a:gd name="T59" fmla="*/ 321 h 352"/>
                <a:gd name="T60" fmla="*/ 10 w 112"/>
                <a:gd name="T61" fmla="*/ 304 h 352"/>
                <a:gd name="T62" fmla="*/ 9 w 112"/>
                <a:gd name="T63" fmla="*/ 241 h 352"/>
                <a:gd name="T64" fmla="*/ 9 w 112"/>
                <a:gd name="T65" fmla="*/ 175 h 352"/>
                <a:gd name="T66" fmla="*/ 5 w 112"/>
                <a:gd name="T67" fmla="*/ 164 h 352"/>
                <a:gd name="T68" fmla="*/ 2 w 112"/>
                <a:gd name="T69" fmla="*/ 135 h 352"/>
                <a:gd name="T70" fmla="*/ 6 w 112"/>
                <a:gd name="T71" fmla="*/ 78 h 352"/>
                <a:gd name="T72" fmla="*/ 37 w 112"/>
                <a:gd name="T73" fmla="*/ 53 h 352"/>
                <a:gd name="T74" fmla="*/ 38 w 112"/>
                <a:gd name="T75" fmla="*/ 36 h 352"/>
                <a:gd name="T76" fmla="*/ 34 w 112"/>
                <a:gd name="T77" fmla="*/ 25 h 352"/>
                <a:gd name="T78" fmla="*/ 36 w 112"/>
                <a:gd name="T79" fmla="*/ 1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2" h="352">
                  <a:moveTo>
                    <a:pt x="83" y="60"/>
                  </a:moveTo>
                  <a:cubicBezTo>
                    <a:pt x="89" y="62"/>
                    <a:pt x="93" y="64"/>
                    <a:pt x="93" y="71"/>
                  </a:cubicBezTo>
                  <a:cubicBezTo>
                    <a:pt x="94" y="80"/>
                    <a:pt x="94" y="97"/>
                    <a:pt x="96" y="108"/>
                  </a:cubicBezTo>
                  <a:cubicBezTo>
                    <a:pt x="97" y="119"/>
                    <a:pt x="100" y="143"/>
                    <a:pt x="100" y="150"/>
                  </a:cubicBezTo>
                  <a:cubicBezTo>
                    <a:pt x="101" y="158"/>
                    <a:pt x="101" y="174"/>
                    <a:pt x="101" y="176"/>
                  </a:cubicBezTo>
                  <a:cubicBezTo>
                    <a:pt x="101" y="178"/>
                    <a:pt x="100" y="177"/>
                    <a:pt x="100" y="180"/>
                  </a:cubicBezTo>
                  <a:cubicBezTo>
                    <a:pt x="101" y="183"/>
                    <a:pt x="101" y="186"/>
                    <a:pt x="99" y="188"/>
                  </a:cubicBezTo>
                  <a:cubicBezTo>
                    <a:pt x="98" y="190"/>
                    <a:pt x="98" y="193"/>
                    <a:pt x="98" y="193"/>
                  </a:cubicBezTo>
                  <a:cubicBezTo>
                    <a:pt x="112" y="192"/>
                    <a:pt x="112" y="192"/>
                    <a:pt x="112" y="192"/>
                  </a:cubicBezTo>
                  <a:cubicBezTo>
                    <a:pt x="111" y="247"/>
                    <a:pt x="111" y="247"/>
                    <a:pt x="111" y="247"/>
                  </a:cubicBezTo>
                  <a:cubicBezTo>
                    <a:pt x="89" y="264"/>
                    <a:pt x="89" y="264"/>
                    <a:pt x="89" y="264"/>
                  </a:cubicBezTo>
                  <a:cubicBezTo>
                    <a:pt x="89" y="264"/>
                    <a:pt x="86" y="262"/>
                    <a:pt x="83" y="261"/>
                  </a:cubicBezTo>
                  <a:cubicBezTo>
                    <a:pt x="83" y="194"/>
                    <a:pt x="83" y="194"/>
                    <a:pt x="83" y="194"/>
                  </a:cubicBezTo>
                  <a:cubicBezTo>
                    <a:pt x="86" y="194"/>
                    <a:pt x="86" y="194"/>
                    <a:pt x="86" y="194"/>
                  </a:cubicBezTo>
                  <a:cubicBezTo>
                    <a:pt x="86" y="194"/>
                    <a:pt x="85" y="190"/>
                    <a:pt x="86" y="188"/>
                  </a:cubicBezTo>
                  <a:cubicBezTo>
                    <a:pt x="87" y="185"/>
                    <a:pt x="86" y="183"/>
                    <a:pt x="86" y="180"/>
                  </a:cubicBezTo>
                  <a:cubicBezTo>
                    <a:pt x="86" y="180"/>
                    <a:pt x="85" y="182"/>
                    <a:pt x="83" y="183"/>
                  </a:cubicBezTo>
                  <a:lnTo>
                    <a:pt x="83" y="60"/>
                  </a:lnTo>
                  <a:close/>
                  <a:moveTo>
                    <a:pt x="52" y="0"/>
                  </a:moveTo>
                  <a:cubicBezTo>
                    <a:pt x="59" y="0"/>
                    <a:pt x="66" y="5"/>
                    <a:pt x="67" y="11"/>
                  </a:cubicBezTo>
                  <a:cubicBezTo>
                    <a:pt x="67" y="18"/>
                    <a:pt x="67" y="27"/>
                    <a:pt x="67" y="27"/>
                  </a:cubicBezTo>
                  <a:cubicBezTo>
                    <a:pt x="67" y="27"/>
                    <a:pt x="69" y="31"/>
                    <a:pt x="67" y="34"/>
                  </a:cubicBezTo>
                  <a:cubicBezTo>
                    <a:pt x="66" y="38"/>
                    <a:pt x="62" y="37"/>
                    <a:pt x="62" y="37"/>
                  </a:cubicBezTo>
                  <a:cubicBezTo>
                    <a:pt x="62" y="37"/>
                    <a:pt x="61" y="42"/>
                    <a:pt x="61" y="45"/>
                  </a:cubicBezTo>
                  <a:cubicBezTo>
                    <a:pt x="61" y="48"/>
                    <a:pt x="61" y="50"/>
                    <a:pt x="63" y="52"/>
                  </a:cubicBezTo>
                  <a:cubicBezTo>
                    <a:pt x="65" y="54"/>
                    <a:pt x="74" y="58"/>
                    <a:pt x="81" y="60"/>
                  </a:cubicBezTo>
                  <a:cubicBezTo>
                    <a:pt x="82" y="60"/>
                    <a:pt x="82" y="60"/>
                    <a:pt x="83" y="60"/>
                  </a:cubicBezTo>
                  <a:cubicBezTo>
                    <a:pt x="83" y="183"/>
                    <a:pt x="83" y="183"/>
                    <a:pt x="83" y="183"/>
                  </a:cubicBezTo>
                  <a:cubicBezTo>
                    <a:pt x="83" y="183"/>
                    <a:pt x="83" y="183"/>
                    <a:pt x="83" y="183"/>
                  </a:cubicBezTo>
                  <a:cubicBezTo>
                    <a:pt x="81" y="183"/>
                    <a:pt x="80" y="183"/>
                    <a:pt x="80" y="183"/>
                  </a:cubicBezTo>
                  <a:cubicBezTo>
                    <a:pt x="80" y="183"/>
                    <a:pt x="81" y="186"/>
                    <a:pt x="81" y="189"/>
                  </a:cubicBezTo>
                  <a:cubicBezTo>
                    <a:pt x="81" y="192"/>
                    <a:pt x="80" y="195"/>
                    <a:pt x="80" y="195"/>
                  </a:cubicBezTo>
                  <a:cubicBezTo>
                    <a:pt x="83" y="194"/>
                    <a:pt x="83" y="194"/>
                    <a:pt x="83" y="194"/>
                  </a:cubicBezTo>
                  <a:cubicBezTo>
                    <a:pt x="83" y="261"/>
                    <a:pt x="83" y="261"/>
                    <a:pt x="83" y="261"/>
                  </a:cubicBezTo>
                  <a:cubicBezTo>
                    <a:pt x="83" y="261"/>
                    <a:pt x="83" y="261"/>
                    <a:pt x="83" y="261"/>
                  </a:cubicBezTo>
                  <a:cubicBezTo>
                    <a:pt x="79" y="261"/>
                    <a:pt x="78" y="262"/>
                    <a:pt x="78" y="262"/>
                  </a:cubicBezTo>
                  <a:cubicBezTo>
                    <a:pt x="78" y="262"/>
                    <a:pt x="79" y="278"/>
                    <a:pt x="79" y="284"/>
                  </a:cubicBezTo>
                  <a:cubicBezTo>
                    <a:pt x="79" y="291"/>
                    <a:pt x="78" y="301"/>
                    <a:pt x="75" y="306"/>
                  </a:cubicBezTo>
                  <a:cubicBezTo>
                    <a:pt x="72" y="311"/>
                    <a:pt x="72" y="312"/>
                    <a:pt x="72" y="316"/>
                  </a:cubicBezTo>
                  <a:cubicBezTo>
                    <a:pt x="72" y="320"/>
                    <a:pt x="78" y="332"/>
                    <a:pt x="78" y="335"/>
                  </a:cubicBezTo>
                  <a:cubicBezTo>
                    <a:pt x="78" y="339"/>
                    <a:pt x="77" y="345"/>
                    <a:pt x="71" y="345"/>
                  </a:cubicBezTo>
                  <a:cubicBezTo>
                    <a:pt x="64" y="345"/>
                    <a:pt x="60" y="342"/>
                    <a:pt x="60" y="337"/>
                  </a:cubicBezTo>
                  <a:cubicBezTo>
                    <a:pt x="60" y="332"/>
                    <a:pt x="60" y="329"/>
                    <a:pt x="58" y="327"/>
                  </a:cubicBezTo>
                  <a:cubicBezTo>
                    <a:pt x="56" y="325"/>
                    <a:pt x="59" y="320"/>
                    <a:pt x="56" y="316"/>
                  </a:cubicBezTo>
                  <a:cubicBezTo>
                    <a:pt x="52" y="311"/>
                    <a:pt x="56" y="310"/>
                    <a:pt x="55" y="305"/>
                  </a:cubicBezTo>
                  <a:cubicBezTo>
                    <a:pt x="54" y="301"/>
                    <a:pt x="56" y="287"/>
                    <a:pt x="56" y="282"/>
                  </a:cubicBezTo>
                  <a:cubicBezTo>
                    <a:pt x="57" y="276"/>
                    <a:pt x="56" y="270"/>
                    <a:pt x="53" y="246"/>
                  </a:cubicBezTo>
                  <a:cubicBezTo>
                    <a:pt x="50" y="223"/>
                    <a:pt x="48" y="212"/>
                    <a:pt x="48" y="207"/>
                  </a:cubicBezTo>
                  <a:cubicBezTo>
                    <a:pt x="47" y="202"/>
                    <a:pt x="45" y="196"/>
                    <a:pt x="45" y="196"/>
                  </a:cubicBezTo>
                  <a:cubicBezTo>
                    <a:pt x="45" y="196"/>
                    <a:pt x="42" y="218"/>
                    <a:pt x="39" y="223"/>
                  </a:cubicBezTo>
                  <a:cubicBezTo>
                    <a:pt x="36" y="229"/>
                    <a:pt x="33" y="256"/>
                    <a:pt x="32" y="264"/>
                  </a:cubicBezTo>
                  <a:cubicBezTo>
                    <a:pt x="31" y="272"/>
                    <a:pt x="31" y="295"/>
                    <a:pt x="29" y="298"/>
                  </a:cubicBezTo>
                  <a:cubicBezTo>
                    <a:pt x="27" y="300"/>
                    <a:pt x="27" y="304"/>
                    <a:pt x="27" y="304"/>
                  </a:cubicBezTo>
                  <a:cubicBezTo>
                    <a:pt x="27" y="304"/>
                    <a:pt x="31" y="307"/>
                    <a:pt x="31" y="311"/>
                  </a:cubicBezTo>
                  <a:cubicBezTo>
                    <a:pt x="31" y="315"/>
                    <a:pt x="28" y="318"/>
                    <a:pt x="28" y="323"/>
                  </a:cubicBezTo>
                  <a:cubicBezTo>
                    <a:pt x="28" y="328"/>
                    <a:pt x="28" y="332"/>
                    <a:pt x="26" y="334"/>
                  </a:cubicBezTo>
                  <a:cubicBezTo>
                    <a:pt x="23" y="335"/>
                    <a:pt x="24" y="343"/>
                    <a:pt x="21" y="346"/>
                  </a:cubicBezTo>
                  <a:cubicBezTo>
                    <a:pt x="19" y="350"/>
                    <a:pt x="14" y="352"/>
                    <a:pt x="9" y="350"/>
                  </a:cubicBezTo>
                  <a:cubicBezTo>
                    <a:pt x="4" y="349"/>
                    <a:pt x="4" y="342"/>
                    <a:pt x="6" y="335"/>
                  </a:cubicBezTo>
                  <a:cubicBezTo>
                    <a:pt x="9" y="329"/>
                    <a:pt x="12" y="324"/>
                    <a:pt x="11" y="321"/>
                  </a:cubicBezTo>
                  <a:cubicBezTo>
                    <a:pt x="10" y="319"/>
                    <a:pt x="9" y="315"/>
                    <a:pt x="12" y="312"/>
                  </a:cubicBezTo>
                  <a:cubicBezTo>
                    <a:pt x="15" y="309"/>
                    <a:pt x="12" y="307"/>
                    <a:pt x="10" y="304"/>
                  </a:cubicBezTo>
                  <a:cubicBezTo>
                    <a:pt x="8" y="302"/>
                    <a:pt x="9" y="291"/>
                    <a:pt x="8" y="286"/>
                  </a:cubicBezTo>
                  <a:cubicBezTo>
                    <a:pt x="8" y="280"/>
                    <a:pt x="9" y="252"/>
                    <a:pt x="9" y="241"/>
                  </a:cubicBezTo>
                  <a:cubicBezTo>
                    <a:pt x="8" y="231"/>
                    <a:pt x="7" y="199"/>
                    <a:pt x="9" y="191"/>
                  </a:cubicBezTo>
                  <a:cubicBezTo>
                    <a:pt x="10" y="182"/>
                    <a:pt x="9" y="175"/>
                    <a:pt x="9" y="175"/>
                  </a:cubicBezTo>
                  <a:cubicBezTo>
                    <a:pt x="9" y="175"/>
                    <a:pt x="6" y="177"/>
                    <a:pt x="6" y="174"/>
                  </a:cubicBezTo>
                  <a:cubicBezTo>
                    <a:pt x="6" y="171"/>
                    <a:pt x="7" y="170"/>
                    <a:pt x="5" y="164"/>
                  </a:cubicBezTo>
                  <a:cubicBezTo>
                    <a:pt x="4" y="159"/>
                    <a:pt x="4" y="153"/>
                    <a:pt x="2" y="149"/>
                  </a:cubicBezTo>
                  <a:cubicBezTo>
                    <a:pt x="0" y="145"/>
                    <a:pt x="0" y="137"/>
                    <a:pt x="2" y="135"/>
                  </a:cubicBezTo>
                  <a:cubicBezTo>
                    <a:pt x="4" y="133"/>
                    <a:pt x="1" y="120"/>
                    <a:pt x="3" y="111"/>
                  </a:cubicBezTo>
                  <a:cubicBezTo>
                    <a:pt x="5" y="101"/>
                    <a:pt x="6" y="86"/>
                    <a:pt x="6" y="78"/>
                  </a:cubicBezTo>
                  <a:cubicBezTo>
                    <a:pt x="6" y="70"/>
                    <a:pt x="7" y="64"/>
                    <a:pt x="17" y="61"/>
                  </a:cubicBezTo>
                  <a:cubicBezTo>
                    <a:pt x="28" y="59"/>
                    <a:pt x="36" y="55"/>
                    <a:pt x="37" y="53"/>
                  </a:cubicBezTo>
                  <a:cubicBezTo>
                    <a:pt x="39" y="51"/>
                    <a:pt x="39" y="45"/>
                    <a:pt x="39" y="42"/>
                  </a:cubicBezTo>
                  <a:cubicBezTo>
                    <a:pt x="39" y="40"/>
                    <a:pt x="38" y="38"/>
                    <a:pt x="38" y="36"/>
                  </a:cubicBezTo>
                  <a:cubicBezTo>
                    <a:pt x="38" y="35"/>
                    <a:pt x="35" y="37"/>
                    <a:pt x="35" y="34"/>
                  </a:cubicBezTo>
                  <a:cubicBezTo>
                    <a:pt x="34" y="31"/>
                    <a:pt x="33" y="25"/>
                    <a:pt x="34" y="25"/>
                  </a:cubicBezTo>
                  <a:cubicBezTo>
                    <a:pt x="35" y="24"/>
                    <a:pt x="35" y="24"/>
                    <a:pt x="36" y="24"/>
                  </a:cubicBezTo>
                  <a:cubicBezTo>
                    <a:pt x="36" y="23"/>
                    <a:pt x="35" y="17"/>
                    <a:pt x="36" y="11"/>
                  </a:cubicBezTo>
                  <a:cubicBezTo>
                    <a:pt x="36" y="6"/>
                    <a:pt x="42" y="1"/>
                    <a:pt x="52"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4" name="Freeform 642"/>
            <p:cNvSpPr>
              <a:spLocks/>
            </p:cNvSpPr>
            <p:nvPr/>
          </p:nvSpPr>
          <p:spPr bwMode="auto">
            <a:xfrm>
              <a:off x="3274" y="832"/>
              <a:ext cx="23" cy="21"/>
            </a:xfrm>
            <a:custGeom>
              <a:avLst/>
              <a:gdLst>
                <a:gd name="T0" fmla="*/ 3 w 12"/>
                <a:gd name="T1" fmla="*/ 11 h 11"/>
                <a:gd name="T2" fmla="*/ 3 w 12"/>
                <a:gd name="T3" fmla="*/ 3 h 11"/>
                <a:gd name="T4" fmla="*/ 12 w 12"/>
                <a:gd name="T5" fmla="*/ 2 h 11"/>
                <a:gd name="T6" fmla="*/ 5 w 12"/>
                <a:gd name="T7" fmla="*/ 4 h 11"/>
                <a:gd name="T8" fmla="*/ 3 w 12"/>
                <a:gd name="T9" fmla="*/ 11 h 11"/>
              </a:gdLst>
              <a:ahLst/>
              <a:cxnLst>
                <a:cxn ang="0">
                  <a:pos x="T0" y="T1"/>
                </a:cxn>
                <a:cxn ang="0">
                  <a:pos x="T2" y="T3"/>
                </a:cxn>
                <a:cxn ang="0">
                  <a:pos x="T4" y="T5"/>
                </a:cxn>
                <a:cxn ang="0">
                  <a:pos x="T6" y="T7"/>
                </a:cxn>
                <a:cxn ang="0">
                  <a:pos x="T8" y="T9"/>
                </a:cxn>
              </a:cxnLst>
              <a:rect l="0" t="0" r="r" b="b"/>
              <a:pathLst>
                <a:path w="12" h="11">
                  <a:moveTo>
                    <a:pt x="3" y="11"/>
                  </a:moveTo>
                  <a:cubicBezTo>
                    <a:pt x="3" y="11"/>
                    <a:pt x="0" y="7"/>
                    <a:pt x="3" y="3"/>
                  </a:cubicBezTo>
                  <a:cubicBezTo>
                    <a:pt x="5" y="0"/>
                    <a:pt x="12" y="2"/>
                    <a:pt x="12" y="2"/>
                  </a:cubicBezTo>
                  <a:cubicBezTo>
                    <a:pt x="12" y="2"/>
                    <a:pt x="7" y="2"/>
                    <a:pt x="5" y="4"/>
                  </a:cubicBezTo>
                  <a:cubicBezTo>
                    <a:pt x="2" y="6"/>
                    <a:pt x="3" y="8"/>
                    <a:pt x="3"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5" name="Freeform 643"/>
            <p:cNvSpPr>
              <a:spLocks/>
            </p:cNvSpPr>
            <p:nvPr/>
          </p:nvSpPr>
          <p:spPr bwMode="auto">
            <a:xfrm>
              <a:off x="3429" y="861"/>
              <a:ext cx="27" cy="10"/>
            </a:xfrm>
            <a:custGeom>
              <a:avLst/>
              <a:gdLst>
                <a:gd name="T0" fmla="*/ 0 w 14"/>
                <a:gd name="T1" fmla="*/ 5 h 5"/>
                <a:gd name="T2" fmla="*/ 6 w 14"/>
                <a:gd name="T3" fmla="*/ 0 h 5"/>
                <a:gd name="T4" fmla="*/ 14 w 14"/>
                <a:gd name="T5" fmla="*/ 5 h 5"/>
                <a:gd name="T6" fmla="*/ 6 w 14"/>
                <a:gd name="T7" fmla="*/ 3 h 5"/>
                <a:gd name="T8" fmla="*/ 0 w 14"/>
                <a:gd name="T9" fmla="*/ 5 h 5"/>
              </a:gdLst>
              <a:ahLst/>
              <a:cxnLst>
                <a:cxn ang="0">
                  <a:pos x="T0" y="T1"/>
                </a:cxn>
                <a:cxn ang="0">
                  <a:pos x="T2" y="T3"/>
                </a:cxn>
                <a:cxn ang="0">
                  <a:pos x="T4" y="T5"/>
                </a:cxn>
                <a:cxn ang="0">
                  <a:pos x="T6" y="T7"/>
                </a:cxn>
                <a:cxn ang="0">
                  <a:pos x="T8" y="T9"/>
                </a:cxn>
              </a:cxnLst>
              <a:rect l="0" t="0" r="r" b="b"/>
              <a:pathLst>
                <a:path w="14" h="5">
                  <a:moveTo>
                    <a:pt x="0" y="5"/>
                  </a:moveTo>
                  <a:cubicBezTo>
                    <a:pt x="0" y="5"/>
                    <a:pt x="0" y="0"/>
                    <a:pt x="6" y="0"/>
                  </a:cubicBezTo>
                  <a:cubicBezTo>
                    <a:pt x="13" y="0"/>
                    <a:pt x="14" y="5"/>
                    <a:pt x="14" y="5"/>
                  </a:cubicBezTo>
                  <a:cubicBezTo>
                    <a:pt x="14" y="5"/>
                    <a:pt x="11" y="2"/>
                    <a:pt x="6" y="3"/>
                  </a:cubicBezTo>
                  <a:cubicBezTo>
                    <a:pt x="2" y="3"/>
                    <a:pt x="2" y="3"/>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6" name="Freeform 644"/>
            <p:cNvSpPr>
              <a:spLocks/>
            </p:cNvSpPr>
            <p:nvPr/>
          </p:nvSpPr>
          <p:spPr bwMode="auto">
            <a:xfrm>
              <a:off x="3312" y="622"/>
              <a:ext cx="71" cy="187"/>
            </a:xfrm>
            <a:custGeom>
              <a:avLst/>
              <a:gdLst>
                <a:gd name="T0" fmla="*/ 36 w 37"/>
                <a:gd name="T1" fmla="*/ 0 h 98"/>
                <a:gd name="T2" fmla="*/ 37 w 37"/>
                <a:gd name="T3" fmla="*/ 2 h 98"/>
                <a:gd name="T4" fmla="*/ 32 w 37"/>
                <a:gd name="T5" fmla="*/ 46 h 98"/>
                <a:gd name="T6" fmla="*/ 34 w 37"/>
                <a:gd name="T7" fmla="*/ 98 h 98"/>
                <a:gd name="T8" fmla="*/ 23 w 37"/>
                <a:gd name="T9" fmla="*/ 98 h 98"/>
                <a:gd name="T10" fmla="*/ 0 w 37"/>
                <a:gd name="T11" fmla="*/ 93 h 98"/>
                <a:gd name="T12" fmla="*/ 4 w 37"/>
                <a:gd name="T13" fmla="*/ 82 h 98"/>
                <a:gd name="T14" fmla="*/ 12 w 37"/>
                <a:gd name="T15" fmla="*/ 26 h 98"/>
                <a:gd name="T16" fmla="*/ 12 w 37"/>
                <a:gd name="T17" fmla="*/ 5 h 98"/>
                <a:gd name="T18" fmla="*/ 12 w 37"/>
                <a:gd name="T19" fmla="*/ 4 h 98"/>
                <a:gd name="T20" fmla="*/ 14 w 37"/>
                <a:gd name="T21" fmla="*/ 1 h 98"/>
                <a:gd name="T22" fmla="*/ 25 w 37"/>
                <a:gd name="T23" fmla="*/ 11 h 98"/>
                <a:gd name="T24" fmla="*/ 36 w 37"/>
                <a:gd name="T2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98">
                  <a:moveTo>
                    <a:pt x="36" y="0"/>
                  </a:moveTo>
                  <a:cubicBezTo>
                    <a:pt x="36" y="1"/>
                    <a:pt x="37" y="2"/>
                    <a:pt x="37" y="2"/>
                  </a:cubicBezTo>
                  <a:cubicBezTo>
                    <a:pt x="36" y="9"/>
                    <a:pt x="33" y="30"/>
                    <a:pt x="32" y="46"/>
                  </a:cubicBezTo>
                  <a:cubicBezTo>
                    <a:pt x="31" y="64"/>
                    <a:pt x="34" y="98"/>
                    <a:pt x="34" y="98"/>
                  </a:cubicBezTo>
                  <a:cubicBezTo>
                    <a:pt x="34" y="98"/>
                    <a:pt x="31" y="98"/>
                    <a:pt x="23" y="98"/>
                  </a:cubicBezTo>
                  <a:cubicBezTo>
                    <a:pt x="16" y="98"/>
                    <a:pt x="0" y="93"/>
                    <a:pt x="0" y="93"/>
                  </a:cubicBezTo>
                  <a:cubicBezTo>
                    <a:pt x="0" y="93"/>
                    <a:pt x="2" y="88"/>
                    <a:pt x="4" y="82"/>
                  </a:cubicBezTo>
                  <a:cubicBezTo>
                    <a:pt x="7" y="76"/>
                    <a:pt x="11" y="49"/>
                    <a:pt x="12" y="26"/>
                  </a:cubicBezTo>
                  <a:cubicBezTo>
                    <a:pt x="12" y="14"/>
                    <a:pt x="12" y="8"/>
                    <a:pt x="12" y="5"/>
                  </a:cubicBezTo>
                  <a:cubicBezTo>
                    <a:pt x="12" y="5"/>
                    <a:pt x="12" y="4"/>
                    <a:pt x="12" y="4"/>
                  </a:cubicBezTo>
                  <a:cubicBezTo>
                    <a:pt x="13" y="3"/>
                    <a:pt x="13" y="2"/>
                    <a:pt x="14" y="1"/>
                  </a:cubicBezTo>
                  <a:cubicBezTo>
                    <a:pt x="16" y="6"/>
                    <a:pt x="22" y="11"/>
                    <a:pt x="25" y="11"/>
                  </a:cubicBezTo>
                  <a:cubicBezTo>
                    <a:pt x="29" y="11"/>
                    <a:pt x="34" y="4"/>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7" name="Freeform 645"/>
            <p:cNvSpPr>
              <a:spLocks/>
            </p:cNvSpPr>
            <p:nvPr/>
          </p:nvSpPr>
          <p:spPr bwMode="auto">
            <a:xfrm>
              <a:off x="3345" y="645"/>
              <a:ext cx="28" cy="183"/>
            </a:xfrm>
            <a:custGeom>
              <a:avLst/>
              <a:gdLst>
                <a:gd name="T0" fmla="*/ 0 w 15"/>
                <a:gd name="T1" fmla="*/ 4 h 96"/>
                <a:gd name="T2" fmla="*/ 8 w 15"/>
                <a:gd name="T3" fmla="*/ 0 h 96"/>
                <a:gd name="T4" fmla="*/ 15 w 15"/>
                <a:gd name="T5" fmla="*/ 4 h 96"/>
                <a:gd name="T6" fmla="*/ 10 w 15"/>
                <a:gd name="T7" fmla="*/ 6 h 96"/>
                <a:gd name="T8" fmla="*/ 12 w 15"/>
                <a:gd name="T9" fmla="*/ 40 h 96"/>
                <a:gd name="T10" fmla="*/ 12 w 15"/>
                <a:gd name="T11" fmla="*/ 88 h 96"/>
                <a:gd name="T12" fmla="*/ 6 w 15"/>
                <a:gd name="T13" fmla="*/ 89 h 96"/>
                <a:gd name="T14" fmla="*/ 5 w 15"/>
                <a:gd name="T15" fmla="*/ 33 h 96"/>
                <a:gd name="T16" fmla="*/ 6 w 15"/>
                <a:gd name="T17" fmla="*/ 7 h 96"/>
                <a:gd name="T18" fmla="*/ 0 w 15"/>
                <a:gd name="T19" fmla="*/ 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96">
                  <a:moveTo>
                    <a:pt x="0" y="4"/>
                  </a:moveTo>
                  <a:cubicBezTo>
                    <a:pt x="0" y="4"/>
                    <a:pt x="3" y="0"/>
                    <a:pt x="8" y="0"/>
                  </a:cubicBezTo>
                  <a:cubicBezTo>
                    <a:pt x="12" y="0"/>
                    <a:pt x="15" y="4"/>
                    <a:pt x="15" y="4"/>
                  </a:cubicBezTo>
                  <a:cubicBezTo>
                    <a:pt x="15" y="4"/>
                    <a:pt x="10" y="3"/>
                    <a:pt x="10" y="6"/>
                  </a:cubicBezTo>
                  <a:cubicBezTo>
                    <a:pt x="11" y="10"/>
                    <a:pt x="12" y="28"/>
                    <a:pt x="12" y="40"/>
                  </a:cubicBezTo>
                  <a:cubicBezTo>
                    <a:pt x="12" y="52"/>
                    <a:pt x="13" y="83"/>
                    <a:pt x="12" y="88"/>
                  </a:cubicBezTo>
                  <a:cubicBezTo>
                    <a:pt x="11" y="94"/>
                    <a:pt x="6" y="96"/>
                    <a:pt x="6" y="89"/>
                  </a:cubicBezTo>
                  <a:cubicBezTo>
                    <a:pt x="5" y="81"/>
                    <a:pt x="5" y="41"/>
                    <a:pt x="5" y="33"/>
                  </a:cubicBezTo>
                  <a:cubicBezTo>
                    <a:pt x="5" y="25"/>
                    <a:pt x="7" y="9"/>
                    <a:pt x="6" y="7"/>
                  </a:cubicBezTo>
                  <a:cubicBezTo>
                    <a:pt x="5" y="4"/>
                    <a:pt x="3" y="3"/>
                    <a:pt x="0" y="4"/>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8" name="Freeform 646"/>
            <p:cNvSpPr>
              <a:spLocks noEditPoints="1"/>
            </p:cNvSpPr>
            <p:nvPr/>
          </p:nvSpPr>
          <p:spPr bwMode="auto">
            <a:xfrm>
              <a:off x="4846" y="528"/>
              <a:ext cx="216" cy="674"/>
            </a:xfrm>
            <a:custGeom>
              <a:avLst/>
              <a:gdLst>
                <a:gd name="T0" fmla="*/ 46 w 113"/>
                <a:gd name="T1" fmla="*/ 11 h 352"/>
                <a:gd name="T2" fmla="*/ 45 w 113"/>
                <a:gd name="T3" fmla="*/ 34 h 352"/>
                <a:gd name="T4" fmla="*/ 52 w 113"/>
                <a:gd name="T5" fmla="*/ 45 h 352"/>
                <a:gd name="T6" fmla="*/ 32 w 113"/>
                <a:gd name="T7" fmla="*/ 60 h 352"/>
                <a:gd name="T8" fmla="*/ 29 w 113"/>
                <a:gd name="T9" fmla="*/ 183 h 352"/>
                <a:gd name="T10" fmla="*/ 33 w 113"/>
                <a:gd name="T11" fmla="*/ 183 h 352"/>
                <a:gd name="T12" fmla="*/ 32 w 113"/>
                <a:gd name="T13" fmla="*/ 195 h 352"/>
                <a:gd name="T14" fmla="*/ 29 w 113"/>
                <a:gd name="T15" fmla="*/ 261 h 352"/>
                <a:gd name="T16" fmla="*/ 35 w 113"/>
                <a:gd name="T17" fmla="*/ 262 h 352"/>
                <a:gd name="T18" fmla="*/ 37 w 113"/>
                <a:gd name="T19" fmla="*/ 306 h 352"/>
                <a:gd name="T20" fmla="*/ 35 w 113"/>
                <a:gd name="T21" fmla="*/ 335 h 352"/>
                <a:gd name="T22" fmla="*/ 53 w 113"/>
                <a:gd name="T23" fmla="*/ 337 h 352"/>
                <a:gd name="T24" fmla="*/ 57 w 113"/>
                <a:gd name="T25" fmla="*/ 316 h 352"/>
                <a:gd name="T26" fmla="*/ 56 w 113"/>
                <a:gd name="T27" fmla="*/ 282 h 352"/>
                <a:gd name="T28" fmla="*/ 65 w 113"/>
                <a:gd name="T29" fmla="*/ 207 h 352"/>
                <a:gd name="T30" fmla="*/ 74 w 113"/>
                <a:gd name="T31" fmla="*/ 223 h 352"/>
                <a:gd name="T32" fmla="*/ 83 w 113"/>
                <a:gd name="T33" fmla="*/ 298 h 352"/>
                <a:gd name="T34" fmla="*/ 81 w 113"/>
                <a:gd name="T35" fmla="*/ 311 h 352"/>
                <a:gd name="T36" fmla="*/ 87 w 113"/>
                <a:gd name="T37" fmla="*/ 334 h 352"/>
                <a:gd name="T38" fmla="*/ 104 w 113"/>
                <a:gd name="T39" fmla="*/ 350 h 352"/>
                <a:gd name="T40" fmla="*/ 102 w 113"/>
                <a:gd name="T41" fmla="*/ 321 h 352"/>
                <a:gd name="T42" fmla="*/ 103 w 113"/>
                <a:gd name="T43" fmla="*/ 304 h 352"/>
                <a:gd name="T44" fmla="*/ 104 w 113"/>
                <a:gd name="T45" fmla="*/ 241 h 352"/>
                <a:gd name="T46" fmla="*/ 104 w 113"/>
                <a:gd name="T47" fmla="*/ 175 h 352"/>
                <a:gd name="T48" fmla="*/ 107 w 113"/>
                <a:gd name="T49" fmla="*/ 164 h 352"/>
                <a:gd name="T50" fmla="*/ 111 w 113"/>
                <a:gd name="T51" fmla="*/ 135 h 352"/>
                <a:gd name="T52" fmla="*/ 106 w 113"/>
                <a:gd name="T53" fmla="*/ 78 h 352"/>
                <a:gd name="T54" fmla="*/ 75 w 113"/>
                <a:gd name="T55" fmla="*/ 53 h 352"/>
                <a:gd name="T56" fmla="*/ 74 w 113"/>
                <a:gd name="T57" fmla="*/ 36 h 352"/>
                <a:gd name="T58" fmla="*/ 79 w 113"/>
                <a:gd name="T59" fmla="*/ 25 h 352"/>
                <a:gd name="T60" fmla="*/ 77 w 113"/>
                <a:gd name="T61" fmla="*/ 11 h 352"/>
                <a:gd name="T62" fmla="*/ 29 w 113"/>
                <a:gd name="T63" fmla="*/ 60 h 352"/>
                <a:gd name="T64" fmla="*/ 17 w 113"/>
                <a:gd name="T65" fmla="*/ 108 h 352"/>
                <a:gd name="T66" fmla="*/ 12 w 113"/>
                <a:gd name="T67" fmla="*/ 176 h 352"/>
                <a:gd name="T68" fmla="*/ 14 w 113"/>
                <a:gd name="T69" fmla="*/ 188 h 352"/>
                <a:gd name="T70" fmla="*/ 0 w 113"/>
                <a:gd name="T71" fmla="*/ 192 h 352"/>
                <a:gd name="T72" fmla="*/ 23 w 113"/>
                <a:gd name="T73" fmla="*/ 264 h 352"/>
                <a:gd name="T74" fmla="*/ 29 w 113"/>
                <a:gd name="T75" fmla="*/ 194 h 352"/>
                <a:gd name="T76" fmla="*/ 27 w 113"/>
                <a:gd name="T77" fmla="*/ 188 h 352"/>
                <a:gd name="T78" fmla="*/ 29 w 113"/>
                <a:gd name="T79" fmla="*/ 183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3" h="352">
                  <a:moveTo>
                    <a:pt x="60" y="0"/>
                  </a:moveTo>
                  <a:cubicBezTo>
                    <a:pt x="54" y="0"/>
                    <a:pt x="47" y="5"/>
                    <a:pt x="46" y="11"/>
                  </a:cubicBezTo>
                  <a:cubicBezTo>
                    <a:pt x="45" y="18"/>
                    <a:pt x="46" y="27"/>
                    <a:pt x="46" y="27"/>
                  </a:cubicBezTo>
                  <a:cubicBezTo>
                    <a:pt x="46" y="27"/>
                    <a:pt x="44" y="31"/>
                    <a:pt x="45" y="34"/>
                  </a:cubicBezTo>
                  <a:cubicBezTo>
                    <a:pt x="47" y="38"/>
                    <a:pt x="51" y="37"/>
                    <a:pt x="51" y="37"/>
                  </a:cubicBezTo>
                  <a:cubicBezTo>
                    <a:pt x="51" y="37"/>
                    <a:pt x="52" y="42"/>
                    <a:pt x="52" y="45"/>
                  </a:cubicBezTo>
                  <a:cubicBezTo>
                    <a:pt x="52" y="48"/>
                    <a:pt x="52" y="50"/>
                    <a:pt x="50" y="52"/>
                  </a:cubicBezTo>
                  <a:cubicBezTo>
                    <a:pt x="47" y="54"/>
                    <a:pt x="38" y="58"/>
                    <a:pt x="32" y="60"/>
                  </a:cubicBezTo>
                  <a:cubicBezTo>
                    <a:pt x="31" y="60"/>
                    <a:pt x="30" y="60"/>
                    <a:pt x="29" y="60"/>
                  </a:cubicBezTo>
                  <a:cubicBezTo>
                    <a:pt x="29" y="183"/>
                    <a:pt x="29" y="183"/>
                    <a:pt x="29" y="183"/>
                  </a:cubicBezTo>
                  <a:cubicBezTo>
                    <a:pt x="30" y="183"/>
                    <a:pt x="30" y="183"/>
                    <a:pt x="30" y="183"/>
                  </a:cubicBezTo>
                  <a:cubicBezTo>
                    <a:pt x="32" y="183"/>
                    <a:pt x="33" y="183"/>
                    <a:pt x="33" y="183"/>
                  </a:cubicBezTo>
                  <a:cubicBezTo>
                    <a:pt x="33" y="183"/>
                    <a:pt x="32" y="186"/>
                    <a:pt x="32" y="189"/>
                  </a:cubicBezTo>
                  <a:cubicBezTo>
                    <a:pt x="32" y="192"/>
                    <a:pt x="32" y="195"/>
                    <a:pt x="32" y="195"/>
                  </a:cubicBezTo>
                  <a:cubicBezTo>
                    <a:pt x="29" y="194"/>
                    <a:pt x="29" y="194"/>
                    <a:pt x="29" y="194"/>
                  </a:cubicBezTo>
                  <a:cubicBezTo>
                    <a:pt x="29" y="261"/>
                    <a:pt x="29" y="261"/>
                    <a:pt x="29" y="261"/>
                  </a:cubicBezTo>
                  <a:cubicBezTo>
                    <a:pt x="30" y="261"/>
                    <a:pt x="30" y="261"/>
                    <a:pt x="30" y="261"/>
                  </a:cubicBezTo>
                  <a:cubicBezTo>
                    <a:pt x="33" y="261"/>
                    <a:pt x="35" y="262"/>
                    <a:pt x="35" y="262"/>
                  </a:cubicBezTo>
                  <a:cubicBezTo>
                    <a:pt x="35" y="262"/>
                    <a:pt x="34" y="278"/>
                    <a:pt x="34" y="284"/>
                  </a:cubicBezTo>
                  <a:cubicBezTo>
                    <a:pt x="34" y="291"/>
                    <a:pt x="35" y="301"/>
                    <a:pt x="37" y="306"/>
                  </a:cubicBezTo>
                  <a:cubicBezTo>
                    <a:pt x="40" y="311"/>
                    <a:pt x="41" y="312"/>
                    <a:pt x="41" y="316"/>
                  </a:cubicBezTo>
                  <a:cubicBezTo>
                    <a:pt x="41" y="320"/>
                    <a:pt x="35" y="332"/>
                    <a:pt x="35" y="335"/>
                  </a:cubicBezTo>
                  <a:cubicBezTo>
                    <a:pt x="35" y="339"/>
                    <a:pt x="36" y="345"/>
                    <a:pt x="42" y="345"/>
                  </a:cubicBezTo>
                  <a:cubicBezTo>
                    <a:pt x="48" y="345"/>
                    <a:pt x="53" y="342"/>
                    <a:pt x="53" y="337"/>
                  </a:cubicBezTo>
                  <a:cubicBezTo>
                    <a:pt x="53" y="332"/>
                    <a:pt x="52" y="329"/>
                    <a:pt x="54" y="327"/>
                  </a:cubicBezTo>
                  <a:cubicBezTo>
                    <a:pt x="57" y="325"/>
                    <a:pt x="53" y="320"/>
                    <a:pt x="57" y="316"/>
                  </a:cubicBezTo>
                  <a:cubicBezTo>
                    <a:pt x="61" y="311"/>
                    <a:pt x="57" y="310"/>
                    <a:pt x="57" y="305"/>
                  </a:cubicBezTo>
                  <a:cubicBezTo>
                    <a:pt x="58" y="301"/>
                    <a:pt x="57" y="287"/>
                    <a:pt x="56" y="282"/>
                  </a:cubicBezTo>
                  <a:cubicBezTo>
                    <a:pt x="56" y="276"/>
                    <a:pt x="57" y="270"/>
                    <a:pt x="60" y="246"/>
                  </a:cubicBezTo>
                  <a:cubicBezTo>
                    <a:pt x="63" y="223"/>
                    <a:pt x="64" y="212"/>
                    <a:pt x="65" y="207"/>
                  </a:cubicBezTo>
                  <a:cubicBezTo>
                    <a:pt x="66" y="202"/>
                    <a:pt x="67" y="196"/>
                    <a:pt x="67" y="196"/>
                  </a:cubicBezTo>
                  <a:cubicBezTo>
                    <a:pt x="67" y="196"/>
                    <a:pt x="71" y="218"/>
                    <a:pt x="74" y="223"/>
                  </a:cubicBezTo>
                  <a:cubicBezTo>
                    <a:pt x="77" y="229"/>
                    <a:pt x="80" y="256"/>
                    <a:pt x="81" y="264"/>
                  </a:cubicBezTo>
                  <a:cubicBezTo>
                    <a:pt x="82" y="272"/>
                    <a:pt x="81" y="295"/>
                    <a:pt x="83" y="298"/>
                  </a:cubicBezTo>
                  <a:cubicBezTo>
                    <a:pt x="85" y="300"/>
                    <a:pt x="86" y="304"/>
                    <a:pt x="86" y="304"/>
                  </a:cubicBezTo>
                  <a:cubicBezTo>
                    <a:pt x="86" y="304"/>
                    <a:pt x="81" y="307"/>
                    <a:pt x="81" y="311"/>
                  </a:cubicBezTo>
                  <a:cubicBezTo>
                    <a:pt x="81" y="315"/>
                    <a:pt x="85" y="318"/>
                    <a:pt x="85" y="323"/>
                  </a:cubicBezTo>
                  <a:cubicBezTo>
                    <a:pt x="84" y="328"/>
                    <a:pt x="85" y="332"/>
                    <a:pt x="87" y="334"/>
                  </a:cubicBezTo>
                  <a:cubicBezTo>
                    <a:pt x="89" y="335"/>
                    <a:pt x="89" y="343"/>
                    <a:pt x="91" y="346"/>
                  </a:cubicBezTo>
                  <a:cubicBezTo>
                    <a:pt x="94" y="350"/>
                    <a:pt x="98" y="352"/>
                    <a:pt x="104" y="350"/>
                  </a:cubicBezTo>
                  <a:cubicBezTo>
                    <a:pt x="109" y="349"/>
                    <a:pt x="109" y="342"/>
                    <a:pt x="106" y="335"/>
                  </a:cubicBezTo>
                  <a:cubicBezTo>
                    <a:pt x="104" y="329"/>
                    <a:pt x="101" y="324"/>
                    <a:pt x="102" y="321"/>
                  </a:cubicBezTo>
                  <a:cubicBezTo>
                    <a:pt x="102" y="319"/>
                    <a:pt x="103" y="315"/>
                    <a:pt x="101" y="312"/>
                  </a:cubicBezTo>
                  <a:cubicBezTo>
                    <a:pt x="98" y="309"/>
                    <a:pt x="101" y="307"/>
                    <a:pt x="103" y="304"/>
                  </a:cubicBezTo>
                  <a:cubicBezTo>
                    <a:pt x="104" y="302"/>
                    <a:pt x="104" y="291"/>
                    <a:pt x="104" y="286"/>
                  </a:cubicBezTo>
                  <a:cubicBezTo>
                    <a:pt x="104" y="280"/>
                    <a:pt x="104" y="252"/>
                    <a:pt x="104" y="241"/>
                  </a:cubicBezTo>
                  <a:cubicBezTo>
                    <a:pt x="104" y="231"/>
                    <a:pt x="105" y="199"/>
                    <a:pt x="104" y="191"/>
                  </a:cubicBezTo>
                  <a:cubicBezTo>
                    <a:pt x="102" y="182"/>
                    <a:pt x="104" y="175"/>
                    <a:pt x="104" y="175"/>
                  </a:cubicBezTo>
                  <a:cubicBezTo>
                    <a:pt x="104" y="175"/>
                    <a:pt x="107" y="177"/>
                    <a:pt x="107" y="174"/>
                  </a:cubicBezTo>
                  <a:cubicBezTo>
                    <a:pt x="107" y="171"/>
                    <a:pt x="106" y="170"/>
                    <a:pt x="107" y="164"/>
                  </a:cubicBezTo>
                  <a:cubicBezTo>
                    <a:pt x="109" y="159"/>
                    <a:pt x="109" y="153"/>
                    <a:pt x="111" y="149"/>
                  </a:cubicBezTo>
                  <a:cubicBezTo>
                    <a:pt x="113" y="145"/>
                    <a:pt x="113" y="137"/>
                    <a:pt x="111" y="135"/>
                  </a:cubicBezTo>
                  <a:cubicBezTo>
                    <a:pt x="109" y="133"/>
                    <a:pt x="112" y="120"/>
                    <a:pt x="110" y="111"/>
                  </a:cubicBezTo>
                  <a:cubicBezTo>
                    <a:pt x="108" y="101"/>
                    <a:pt x="107" y="86"/>
                    <a:pt x="106" y="78"/>
                  </a:cubicBezTo>
                  <a:cubicBezTo>
                    <a:pt x="106" y="70"/>
                    <a:pt x="106" y="64"/>
                    <a:pt x="95" y="61"/>
                  </a:cubicBezTo>
                  <a:cubicBezTo>
                    <a:pt x="85" y="59"/>
                    <a:pt x="77" y="55"/>
                    <a:pt x="75" y="53"/>
                  </a:cubicBezTo>
                  <a:cubicBezTo>
                    <a:pt x="74" y="51"/>
                    <a:pt x="73" y="45"/>
                    <a:pt x="74" y="42"/>
                  </a:cubicBezTo>
                  <a:cubicBezTo>
                    <a:pt x="74" y="40"/>
                    <a:pt x="74" y="38"/>
                    <a:pt x="74" y="36"/>
                  </a:cubicBezTo>
                  <a:cubicBezTo>
                    <a:pt x="74" y="35"/>
                    <a:pt x="77" y="37"/>
                    <a:pt x="78" y="34"/>
                  </a:cubicBezTo>
                  <a:cubicBezTo>
                    <a:pt x="79" y="31"/>
                    <a:pt x="79" y="25"/>
                    <a:pt x="79" y="25"/>
                  </a:cubicBezTo>
                  <a:cubicBezTo>
                    <a:pt x="78" y="24"/>
                    <a:pt x="78" y="24"/>
                    <a:pt x="77" y="24"/>
                  </a:cubicBezTo>
                  <a:cubicBezTo>
                    <a:pt x="77" y="23"/>
                    <a:pt x="77" y="17"/>
                    <a:pt x="77" y="11"/>
                  </a:cubicBezTo>
                  <a:cubicBezTo>
                    <a:pt x="77" y="6"/>
                    <a:pt x="71" y="1"/>
                    <a:pt x="60" y="0"/>
                  </a:cubicBezTo>
                  <a:close/>
                  <a:moveTo>
                    <a:pt x="29" y="60"/>
                  </a:moveTo>
                  <a:cubicBezTo>
                    <a:pt x="24" y="62"/>
                    <a:pt x="19" y="64"/>
                    <a:pt x="19" y="71"/>
                  </a:cubicBezTo>
                  <a:cubicBezTo>
                    <a:pt x="19" y="80"/>
                    <a:pt x="18" y="97"/>
                    <a:pt x="17" y="108"/>
                  </a:cubicBezTo>
                  <a:cubicBezTo>
                    <a:pt x="16" y="119"/>
                    <a:pt x="13" y="143"/>
                    <a:pt x="12" y="150"/>
                  </a:cubicBezTo>
                  <a:cubicBezTo>
                    <a:pt x="12" y="158"/>
                    <a:pt x="11" y="174"/>
                    <a:pt x="12" y="176"/>
                  </a:cubicBezTo>
                  <a:cubicBezTo>
                    <a:pt x="12" y="178"/>
                    <a:pt x="13" y="177"/>
                    <a:pt x="13" y="180"/>
                  </a:cubicBezTo>
                  <a:cubicBezTo>
                    <a:pt x="12" y="183"/>
                    <a:pt x="12" y="186"/>
                    <a:pt x="14" y="188"/>
                  </a:cubicBezTo>
                  <a:cubicBezTo>
                    <a:pt x="15" y="190"/>
                    <a:pt x="14" y="193"/>
                    <a:pt x="14" y="193"/>
                  </a:cubicBezTo>
                  <a:cubicBezTo>
                    <a:pt x="0" y="192"/>
                    <a:pt x="0" y="192"/>
                    <a:pt x="0" y="192"/>
                  </a:cubicBezTo>
                  <a:cubicBezTo>
                    <a:pt x="1" y="247"/>
                    <a:pt x="1" y="247"/>
                    <a:pt x="1" y="247"/>
                  </a:cubicBezTo>
                  <a:cubicBezTo>
                    <a:pt x="23" y="264"/>
                    <a:pt x="23" y="264"/>
                    <a:pt x="23" y="264"/>
                  </a:cubicBezTo>
                  <a:cubicBezTo>
                    <a:pt x="23" y="264"/>
                    <a:pt x="26" y="262"/>
                    <a:pt x="29" y="261"/>
                  </a:cubicBezTo>
                  <a:cubicBezTo>
                    <a:pt x="29" y="194"/>
                    <a:pt x="29" y="194"/>
                    <a:pt x="29" y="194"/>
                  </a:cubicBezTo>
                  <a:cubicBezTo>
                    <a:pt x="27" y="194"/>
                    <a:pt x="27" y="194"/>
                    <a:pt x="27" y="194"/>
                  </a:cubicBezTo>
                  <a:cubicBezTo>
                    <a:pt x="27" y="194"/>
                    <a:pt x="27" y="190"/>
                    <a:pt x="27" y="188"/>
                  </a:cubicBezTo>
                  <a:cubicBezTo>
                    <a:pt x="26" y="185"/>
                    <a:pt x="26" y="183"/>
                    <a:pt x="27" y="180"/>
                  </a:cubicBezTo>
                  <a:cubicBezTo>
                    <a:pt x="27" y="180"/>
                    <a:pt x="28" y="182"/>
                    <a:pt x="29" y="183"/>
                  </a:cubicBezTo>
                  <a:lnTo>
                    <a:pt x="29" y="60"/>
                  </a:ln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89" name="Freeform 647"/>
            <p:cNvSpPr>
              <a:spLocks/>
            </p:cNvSpPr>
            <p:nvPr/>
          </p:nvSpPr>
          <p:spPr bwMode="auto">
            <a:xfrm>
              <a:off x="5029" y="832"/>
              <a:ext cx="23" cy="21"/>
            </a:xfrm>
            <a:custGeom>
              <a:avLst/>
              <a:gdLst>
                <a:gd name="T0" fmla="*/ 9 w 12"/>
                <a:gd name="T1" fmla="*/ 11 h 11"/>
                <a:gd name="T2" fmla="*/ 9 w 12"/>
                <a:gd name="T3" fmla="*/ 3 h 11"/>
                <a:gd name="T4" fmla="*/ 0 w 12"/>
                <a:gd name="T5" fmla="*/ 2 h 11"/>
                <a:gd name="T6" fmla="*/ 7 w 12"/>
                <a:gd name="T7" fmla="*/ 4 h 11"/>
                <a:gd name="T8" fmla="*/ 9 w 12"/>
                <a:gd name="T9" fmla="*/ 11 h 11"/>
              </a:gdLst>
              <a:ahLst/>
              <a:cxnLst>
                <a:cxn ang="0">
                  <a:pos x="T0" y="T1"/>
                </a:cxn>
                <a:cxn ang="0">
                  <a:pos x="T2" y="T3"/>
                </a:cxn>
                <a:cxn ang="0">
                  <a:pos x="T4" y="T5"/>
                </a:cxn>
                <a:cxn ang="0">
                  <a:pos x="T6" y="T7"/>
                </a:cxn>
                <a:cxn ang="0">
                  <a:pos x="T8" y="T9"/>
                </a:cxn>
              </a:cxnLst>
              <a:rect l="0" t="0" r="r" b="b"/>
              <a:pathLst>
                <a:path w="12" h="11">
                  <a:moveTo>
                    <a:pt x="9" y="11"/>
                  </a:moveTo>
                  <a:cubicBezTo>
                    <a:pt x="9" y="11"/>
                    <a:pt x="12" y="7"/>
                    <a:pt x="9" y="3"/>
                  </a:cubicBezTo>
                  <a:cubicBezTo>
                    <a:pt x="6" y="0"/>
                    <a:pt x="0" y="2"/>
                    <a:pt x="0" y="2"/>
                  </a:cubicBezTo>
                  <a:cubicBezTo>
                    <a:pt x="0" y="2"/>
                    <a:pt x="4" y="2"/>
                    <a:pt x="7" y="4"/>
                  </a:cubicBezTo>
                  <a:cubicBezTo>
                    <a:pt x="9" y="6"/>
                    <a:pt x="9" y="8"/>
                    <a:pt x="9"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0" name="Freeform 648"/>
            <p:cNvSpPr>
              <a:spLocks/>
            </p:cNvSpPr>
            <p:nvPr/>
          </p:nvSpPr>
          <p:spPr bwMode="auto">
            <a:xfrm>
              <a:off x="4871" y="861"/>
              <a:ext cx="26" cy="10"/>
            </a:xfrm>
            <a:custGeom>
              <a:avLst/>
              <a:gdLst>
                <a:gd name="T0" fmla="*/ 14 w 14"/>
                <a:gd name="T1" fmla="*/ 5 h 5"/>
                <a:gd name="T2" fmla="*/ 7 w 14"/>
                <a:gd name="T3" fmla="*/ 0 h 5"/>
                <a:gd name="T4" fmla="*/ 0 w 14"/>
                <a:gd name="T5" fmla="*/ 5 h 5"/>
                <a:gd name="T6" fmla="*/ 7 w 14"/>
                <a:gd name="T7" fmla="*/ 3 h 5"/>
                <a:gd name="T8" fmla="*/ 14 w 14"/>
                <a:gd name="T9" fmla="*/ 5 h 5"/>
              </a:gdLst>
              <a:ahLst/>
              <a:cxnLst>
                <a:cxn ang="0">
                  <a:pos x="T0" y="T1"/>
                </a:cxn>
                <a:cxn ang="0">
                  <a:pos x="T2" y="T3"/>
                </a:cxn>
                <a:cxn ang="0">
                  <a:pos x="T4" y="T5"/>
                </a:cxn>
                <a:cxn ang="0">
                  <a:pos x="T6" y="T7"/>
                </a:cxn>
                <a:cxn ang="0">
                  <a:pos x="T8" y="T9"/>
                </a:cxn>
              </a:cxnLst>
              <a:rect l="0" t="0" r="r" b="b"/>
              <a:pathLst>
                <a:path w="14" h="5">
                  <a:moveTo>
                    <a:pt x="14" y="5"/>
                  </a:moveTo>
                  <a:cubicBezTo>
                    <a:pt x="14" y="5"/>
                    <a:pt x="14" y="0"/>
                    <a:pt x="7" y="0"/>
                  </a:cubicBezTo>
                  <a:cubicBezTo>
                    <a:pt x="1" y="0"/>
                    <a:pt x="0" y="5"/>
                    <a:pt x="0" y="5"/>
                  </a:cubicBezTo>
                  <a:cubicBezTo>
                    <a:pt x="0" y="5"/>
                    <a:pt x="3" y="2"/>
                    <a:pt x="7" y="3"/>
                  </a:cubicBezTo>
                  <a:cubicBezTo>
                    <a:pt x="12" y="3"/>
                    <a:pt x="12" y="3"/>
                    <a:pt x="14"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1" name="Freeform 649"/>
            <p:cNvSpPr>
              <a:spLocks/>
            </p:cNvSpPr>
            <p:nvPr/>
          </p:nvSpPr>
          <p:spPr bwMode="auto">
            <a:xfrm>
              <a:off x="4941" y="622"/>
              <a:ext cx="73" cy="187"/>
            </a:xfrm>
            <a:custGeom>
              <a:avLst/>
              <a:gdLst>
                <a:gd name="T0" fmla="*/ 2 w 38"/>
                <a:gd name="T1" fmla="*/ 0 h 98"/>
                <a:gd name="T2" fmla="*/ 0 w 38"/>
                <a:gd name="T3" fmla="*/ 2 h 98"/>
                <a:gd name="T4" fmla="*/ 6 w 38"/>
                <a:gd name="T5" fmla="*/ 46 h 98"/>
                <a:gd name="T6" fmla="*/ 4 w 38"/>
                <a:gd name="T7" fmla="*/ 98 h 98"/>
                <a:gd name="T8" fmla="*/ 14 w 38"/>
                <a:gd name="T9" fmla="*/ 98 h 98"/>
                <a:gd name="T10" fmla="*/ 38 w 38"/>
                <a:gd name="T11" fmla="*/ 93 h 98"/>
                <a:gd name="T12" fmla="*/ 33 w 38"/>
                <a:gd name="T13" fmla="*/ 82 h 98"/>
                <a:gd name="T14" fmla="*/ 26 w 38"/>
                <a:gd name="T15" fmla="*/ 26 h 98"/>
                <a:gd name="T16" fmla="*/ 26 w 38"/>
                <a:gd name="T17" fmla="*/ 5 h 98"/>
                <a:gd name="T18" fmla="*/ 25 w 38"/>
                <a:gd name="T19" fmla="*/ 4 h 98"/>
                <a:gd name="T20" fmla="*/ 24 w 38"/>
                <a:gd name="T21" fmla="*/ 1 h 98"/>
                <a:gd name="T22" fmla="*/ 12 w 38"/>
                <a:gd name="T23" fmla="*/ 11 h 98"/>
                <a:gd name="T24" fmla="*/ 2 w 38"/>
                <a:gd name="T2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98">
                  <a:moveTo>
                    <a:pt x="2" y="0"/>
                  </a:moveTo>
                  <a:cubicBezTo>
                    <a:pt x="2" y="1"/>
                    <a:pt x="1" y="2"/>
                    <a:pt x="0" y="2"/>
                  </a:cubicBezTo>
                  <a:cubicBezTo>
                    <a:pt x="2" y="9"/>
                    <a:pt x="5" y="30"/>
                    <a:pt x="6" y="46"/>
                  </a:cubicBezTo>
                  <a:cubicBezTo>
                    <a:pt x="7" y="64"/>
                    <a:pt x="4" y="98"/>
                    <a:pt x="4" y="98"/>
                  </a:cubicBezTo>
                  <a:cubicBezTo>
                    <a:pt x="4" y="98"/>
                    <a:pt x="6" y="98"/>
                    <a:pt x="14" y="98"/>
                  </a:cubicBezTo>
                  <a:cubicBezTo>
                    <a:pt x="22" y="98"/>
                    <a:pt x="38" y="93"/>
                    <a:pt x="38" y="93"/>
                  </a:cubicBezTo>
                  <a:cubicBezTo>
                    <a:pt x="38" y="93"/>
                    <a:pt x="35" y="88"/>
                    <a:pt x="33" y="82"/>
                  </a:cubicBezTo>
                  <a:cubicBezTo>
                    <a:pt x="31" y="76"/>
                    <a:pt x="27" y="49"/>
                    <a:pt x="26" y="26"/>
                  </a:cubicBezTo>
                  <a:cubicBezTo>
                    <a:pt x="25" y="14"/>
                    <a:pt x="25" y="8"/>
                    <a:pt x="26" y="5"/>
                  </a:cubicBezTo>
                  <a:cubicBezTo>
                    <a:pt x="26" y="5"/>
                    <a:pt x="26" y="4"/>
                    <a:pt x="25" y="4"/>
                  </a:cubicBezTo>
                  <a:cubicBezTo>
                    <a:pt x="25" y="3"/>
                    <a:pt x="24" y="2"/>
                    <a:pt x="24" y="1"/>
                  </a:cubicBezTo>
                  <a:cubicBezTo>
                    <a:pt x="22" y="6"/>
                    <a:pt x="16" y="11"/>
                    <a:pt x="12" y="11"/>
                  </a:cubicBezTo>
                  <a:cubicBezTo>
                    <a:pt x="9" y="11"/>
                    <a:pt x="4" y="4"/>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2" name="Freeform 650"/>
            <p:cNvSpPr>
              <a:spLocks/>
            </p:cNvSpPr>
            <p:nvPr/>
          </p:nvSpPr>
          <p:spPr bwMode="auto">
            <a:xfrm>
              <a:off x="4951" y="645"/>
              <a:ext cx="31" cy="183"/>
            </a:xfrm>
            <a:custGeom>
              <a:avLst/>
              <a:gdLst>
                <a:gd name="T0" fmla="*/ 16 w 16"/>
                <a:gd name="T1" fmla="*/ 4 h 96"/>
                <a:gd name="T2" fmla="*/ 8 w 16"/>
                <a:gd name="T3" fmla="*/ 0 h 96"/>
                <a:gd name="T4" fmla="*/ 0 w 16"/>
                <a:gd name="T5" fmla="*/ 4 h 96"/>
                <a:gd name="T6" fmla="*/ 5 w 16"/>
                <a:gd name="T7" fmla="*/ 6 h 96"/>
                <a:gd name="T8" fmla="*/ 3 w 16"/>
                <a:gd name="T9" fmla="*/ 40 h 96"/>
                <a:gd name="T10" fmla="*/ 4 w 16"/>
                <a:gd name="T11" fmla="*/ 88 h 96"/>
                <a:gd name="T12" fmla="*/ 10 w 16"/>
                <a:gd name="T13" fmla="*/ 89 h 96"/>
                <a:gd name="T14" fmla="*/ 10 w 16"/>
                <a:gd name="T15" fmla="*/ 33 h 96"/>
                <a:gd name="T16" fmla="*/ 10 w 16"/>
                <a:gd name="T17" fmla="*/ 7 h 96"/>
                <a:gd name="T18" fmla="*/ 16 w 16"/>
                <a:gd name="T19" fmla="*/ 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96">
                  <a:moveTo>
                    <a:pt x="16" y="4"/>
                  </a:moveTo>
                  <a:cubicBezTo>
                    <a:pt x="16" y="4"/>
                    <a:pt x="13" y="0"/>
                    <a:pt x="8" y="0"/>
                  </a:cubicBezTo>
                  <a:cubicBezTo>
                    <a:pt x="3" y="0"/>
                    <a:pt x="0" y="4"/>
                    <a:pt x="0" y="4"/>
                  </a:cubicBezTo>
                  <a:cubicBezTo>
                    <a:pt x="0" y="4"/>
                    <a:pt x="5" y="3"/>
                    <a:pt x="5" y="6"/>
                  </a:cubicBezTo>
                  <a:cubicBezTo>
                    <a:pt x="5" y="10"/>
                    <a:pt x="3" y="28"/>
                    <a:pt x="3" y="40"/>
                  </a:cubicBezTo>
                  <a:cubicBezTo>
                    <a:pt x="3" y="52"/>
                    <a:pt x="2" y="83"/>
                    <a:pt x="4" y="88"/>
                  </a:cubicBezTo>
                  <a:cubicBezTo>
                    <a:pt x="5" y="94"/>
                    <a:pt x="9" y="96"/>
                    <a:pt x="10" y="89"/>
                  </a:cubicBezTo>
                  <a:cubicBezTo>
                    <a:pt x="11" y="81"/>
                    <a:pt x="11" y="41"/>
                    <a:pt x="10" y="33"/>
                  </a:cubicBezTo>
                  <a:cubicBezTo>
                    <a:pt x="10" y="25"/>
                    <a:pt x="9" y="9"/>
                    <a:pt x="10" y="7"/>
                  </a:cubicBezTo>
                  <a:cubicBezTo>
                    <a:pt x="11" y="4"/>
                    <a:pt x="13" y="3"/>
                    <a:pt x="16" y="4"/>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3" name="Freeform 651"/>
            <p:cNvSpPr>
              <a:spLocks noEditPoints="1"/>
            </p:cNvSpPr>
            <p:nvPr/>
          </p:nvSpPr>
          <p:spPr bwMode="auto">
            <a:xfrm>
              <a:off x="5370" y="528"/>
              <a:ext cx="216" cy="674"/>
            </a:xfrm>
            <a:custGeom>
              <a:avLst/>
              <a:gdLst>
                <a:gd name="T0" fmla="*/ 46 w 113"/>
                <a:gd name="T1" fmla="*/ 11 h 352"/>
                <a:gd name="T2" fmla="*/ 45 w 113"/>
                <a:gd name="T3" fmla="*/ 34 h 352"/>
                <a:gd name="T4" fmla="*/ 52 w 113"/>
                <a:gd name="T5" fmla="*/ 45 h 352"/>
                <a:gd name="T6" fmla="*/ 31 w 113"/>
                <a:gd name="T7" fmla="*/ 60 h 352"/>
                <a:gd name="T8" fmla="*/ 29 w 113"/>
                <a:gd name="T9" fmla="*/ 183 h 352"/>
                <a:gd name="T10" fmla="*/ 32 w 113"/>
                <a:gd name="T11" fmla="*/ 183 h 352"/>
                <a:gd name="T12" fmla="*/ 32 w 113"/>
                <a:gd name="T13" fmla="*/ 195 h 352"/>
                <a:gd name="T14" fmla="*/ 29 w 113"/>
                <a:gd name="T15" fmla="*/ 261 h 352"/>
                <a:gd name="T16" fmla="*/ 34 w 113"/>
                <a:gd name="T17" fmla="*/ 262 h 352"/>
                <a:gd name="T18" fmla="*/ 37 w 113"/>
                <a:gd name="T19" fmla="*/ 306 h 352"/>
                <a:gd name="T20" fmla="*/ 34 w 113"/>
                <a:gd name="T21" fmla="*/ 335 h 352"/>
                <a:gd name="T22" fmla="*/ 53 w 113"/>
                <a:gd name="T23" fmla="*/ 337 h 352"/>
                <a:gd name="T24" fmla="*/ 57 w 113"/>
                <a:gd name="T25" fmla="*/ 316 h 352"/>
                <a:gd name="T26" fmla="*/ 56 w 113"/>
                <a:gd name="T27" fmla="*/ 282 h 352"/>
                <a:gd name="T28" fmla="*/ 65 w 113"/>
                <a:gd name="T29" fmla="*/ 207 h 352"/>
                <a:gd name="T30" fmla="*/ 73 w 113"/>
                <a:gd name="T31" fmla="*/ 223 h 352"/>
                <a:gd name="T32" fmla="*/ 83 w 113"/>
                <a:gd name="T33" fmla="*/ 298 h 352"/>
                <a:gd name="T34" fmla="*/ 81 w 113"/>
                <a:gd name="T35" fmla="*/ 311 h 352"/>
                <a:gd name="T36" fmla="*/ 87 w 113"/>
                <a:gd name="T37" fmla="*/ 334 h 352"/>
                <a:gd name="T38" fmla="*/ 103 w 113"/>
                <a:gd name="T39" fmla="*/ 350 h 352"/>
                <a:gd name="T40" fmla="*/ 101 w 113"/>
                <a:gd name="T41" fmla="*/ 321 h 352"/>
                <a:gd name="T42" fmla="*/ 102 w 113"/>
                <a:gd name="T43" fmla="*/ 304 h 352"/>
                <a:gd name="T44" fmla="*/ 104 w 113"/>
                <a:gd name="T45" fmla="*/ 241 h 352"/>
                <a:gd name="T46" fmla="*/ 103 w 113"/>
                <a:gd name="T47" fmla="*/ 175 h 352"/>
                <a:gd name="T48" fmla="*/ 107 w 113"/>
                <a:gd name="T49" fmla="*/ 164 h 352"/>
                <a:gd name="T50" fmla="*/ 110 w 113"/>
                <a:gd name="T51" fmla="*/ 135 h 352"/>
                <a:gd name="T52" fmla="*/ 106 w 113"/>
                <a:gd name="T53" fmla="*/ 78 h 352"/>
                <a:gd name="T54" fmla="*/ 75 w 113"/>
                <a:gd name="T55" fmla="*/ 53 h 352"/>
                <a:gd name="T56" fmla="*/ 74 w 113"/>
                <a:gd name="T57" fmla="*/ 36 h 352"/>
                <a:gd name="T58" fmla="*/ 78 w 113"/>
                <a:gd name="T59" fmla="*/ 25 h 352"/>
                <a:gd name="T60" fmla="*/ 77 w 113"/>
                <a:gd name="T61" fmla="*/ 11 h 352"/>
                <a:gd name="T62" fmla="*/ 29 w 113"/>
                <a:gd name="T63" fmla="*/ 60 h 352"/>
                <a:gd name="T64" fmla="*/ 17 w 113"/>
                <a:gd name="T65" fmla="*/ 108 h 352"/>
                <a:gd name="T66" fmla="*/ 11 w 113"/>
                <a:gd name="T67" fmla="*/ 176 h 352"/>
                <a:gd name="T68" fmla="*/ 13 w 113"/>
                <a:gd name="T69" fmla="*/ 188 h 352"/>
                <a:gd name="T70" fmla="*/ 0 w 113"/>
                <a:gd name="T71" fmla="*/ 192 h 352"/>
                <a:gd name="T72" fmla="*/ 23 w 113"/>
                <a:gd name="T73" fmla="*/ 264 h 352"/>
                <a:gd name="T74" fmla="*/ 29 w 113"/>
                <a:gd name="T75" fmla="*/ 194 h 352"/>
                <a:gd name="T76" fmla="*/ 26 w 113"/>
                <a:gd name="T77" fmla="*/ 188 h 352"/>
                <a:gd name="T78" fmla="*/ 29 w 113"/>
                <a:gd name="T79" fmla="*/ 183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3" h="352">
                  <a:moveTo>
                    <a:pt x="60" y="0"/>
                  </a:moveTo>
                  <a:cubicBezTo>
                    <a:pt x="54" y="0"/>
                    <a:pt x="47" y="5"/>
                    <a:pt x="46" y="11"/>
                  </a:cubicBezTo>
                  <a:cubicBezTo>
                    <a:pt x="45" y="18"/>
                    <a:pt x="45" y="27"/>
                    <a:pt x="45" y="27"/>
                  </a:cubicBezTo>
                  <a:cubicBezTo>
                    <a:pt x="45" y="27"/>
                    <a:pt x="43" y="31"/>
                    <a:pt x="45" y="34"/>
                  </a:cubicBezTo>
                  <a:cubicBezTo>
                    <a:pt x="47" y="38"/>
                    <a:pt x="51" y="37"/>
                    <a:pt x="51" y="37"/>
                  </a:cubicBezTo>
                  <a:cubicBezTo>
                    <a:pt x="51" y="37"/>
                    <a:pt x="52" y="42"/>
                    <a:pt x="52" y="45"/>
                  </a:cubicBezTo>
                  <a:cubicBezTo>
                    <a:pt x="52" y="48"/>
                    <a:pt x="52" y="50"/>
                    <a:pt x="49" y="52"/>
                  </a:cubicBezTo>
                  <a:cubicBezTo>
                    <a:pt x="47" y="54"/>
                    <a:pt x="38" y="58"/>
                    <a:pt x="31" y="60"/>
                  </a:cubicBezTo>
                  <a:cubicBezTo>
                    <a:pt x="31" y="60"/>
                    <a:pt x="30" y="60"/>
                    <a:pt x="29" y="60"/>
                  </a:cubicBezTo>
                  <a:cubicBezTo>
                    <a:pt x="29" y="183"/>
                    <a:pt x="29" y="183"/>
                    <a:pt x="29" y="183"/>
                  </a:cubicBezTo>
                  <a:cubicBezTo>
                    <a:pt x="29" y="183"/>
                    <a:pt x="29" y="183"/>
                    <a:pt x="29" y="183"/>
                  </a:cubicBezTo>
                  <a:cubicBezTo>
                    <a:pt x="32" y="183"/>
                    <a:pt x="32" y="183"/>
                    <a:pt x="32" y="183"/>
                  </a:cubicBezTo>
                  <a:cubicBezTo>
                    <a:pt x="32" y="183"/>
                    <a:pt x="32" y="186"/>
                    <a:pt x="32" y="189"/>
                  </a:cubicBezTo>
                  <a:cubicBezTo>
                    <a:pt x="32" y="192"/>
                    <a:pt x="32" y="195"/>
                    <a:pt x="32" y="195"/>
                  </a:cubicBezTo>
                  <a:cubicBezTo>
                    <a:pt x="29" y="194"/>
                    <a:pt x="29" y="194"/>
                    <a:pt x="29" y="194"/>
                  </a:cubicBezTo>
                  <a:cubicBezTo>
                    <a:pt x="29" y="261"/>
                    <a:pt x="29" y="261"/>
                    <a:pt x="29" y="261"/>
                  </a:cubicBezTo>
                  <a:cubicBezTo>
                    <a:pt x="29" y="261"/>
                    <a:pt x="29" y="261"/>
                    <a:pt x="30" y="261"/>
                  </a:cubicBezTo>
                  <a:cubicBezTo>
                    <a:pt x="33" y="261"/>
                    <a:pt x="34" y="262"/>
                    <a:pt x="34" y="262"/>
                  </a:cubicBezTo>
                  <a:cubicBezTo>
                    <a:pt x="34" y="262"/>
                    <a:pt x="34" y="278"/>
                    <a:pt x="34" y="284"/>
                  </a:cubicBezTo>
                  <a:cubicBezTo>
                    <a:pt x="34" y="291"/>
                    <a:pt x="34" y="301"/>
                    <a:pt x="37" y="306"/>
                  </a:cubicBezTo>
                  <a:cubicBezTo>
                    <a:pt x="40" y="311"/>
                    <a:pt x="40" y="312"/>
                    <a:pt x="40" y="316"/>
                  </a:cubicBezTo>
                  <a:cubicBezTo>
                    <a:pt x="40" y="320"/>
                    <a:pt x="34" y="332"/>
                    <a:pt x="34" y="335"/>
                  </a:cubicBezTo>
                  <a:cubicBezTo>
                    <a:pt x="34" y="339"/>
                    <a:pt x="35" y="345"/>
                    <a:pt x="42" y="345"/>
                  </a:cubicBezTo>
                  <a:cubicBezTo>
                    <a:pt x="48" y="345"/>
                    <a:pt x="53" y="342"/>
                    <a:pt x="53" y="337"/>
                  </a:cubicBezTo>
                  <a:cubicBezTo>
                    <a:pt x="53" y="332"/>
                    <a:pt x="52" y="329"/>
                    <a:pt x="54" y="327"/>
                  </a:cubicBezTo>
                  <a:cubicBezTo>
                    <a:pt x="56" y="325"/>
                    <a:pt x="53" y="320"/>
                    <a:pt x="57" y="316"/>
                  </a:cubicBezTo>
                  <a:cubicBezTo>
                    <a:pt x="60" y="311"/>
                    <a:pt x="56" y="310"/>
                    <a:pt x="57" y="305"/>
                  </a:cubicBezTo>
                  <a:cubicBezTo>
                    <a:pt x="58" y="301"/>
                    <a:pt x="56" y="287"/>
                    <a:pt x="56" y="282"/>
                  </a:cubicBezTo>
                  <a:cubicBezTo>
                    <a:pt x="56" y="276"/>
                    <a:pt x="57" y="270"/>
                    <a:pt x="59" y="246"/>
                  </a:cubicBezTo>
                  <a:cubicBezTo>
                    <a:pt x="62" y="223"/>
                    <a:pt x="64" y="212"/>
                    <a:pt x="65" y="207"/>
                  </a:cubicBezTo>
                  <a:cubicBezTo>
                    <a:pt x="65" y="202"/>
                    <a:pt x="67" y="196"/>
                    <a:pt x="67" y="196"/>
                  </a:cubicBezTo>
                  <a:cubicBezTo>
                    <a:pt x="67" y="196"/>
                    <a:pt x="70" y="218"/>
                    <a:pt x="73" y="223"/>
                  </a:cubicBezTo>
                  <a:cubicBezTo>
                    <a:pt x="76" y="229"/>
                    <a:pt x="80" y="256"/>
                    <a:pt x="81" y="264"/>
                  </a:cubicBezTo>
                  <a:cubicBezTo>
                    <a:pt x="82" y="272"/>
                    <a:pt x="81" y="295"/>
                    <a:pt x="83" y="298"/>
                  </a:cubicBezTo>
                  <a:cubicBezTo>
                    <a:pt x="85" y="300"/>
                    <a:pt x="86" y="304"/>
                    <a:pt x="86" y="304"/>
                  </a:cubicBezTo>
                  <a:cubicBezTo>
                    <a:pt x="86" y="304"/>
                    <a:pt x="81" y="307"/>
                    <a:pt x="81" y="311"/>
                  </a:cubicBezTo>
                  <a:cubicBezTo>
                    <a:pt x="81" y="315"/>
                    <a:pt x="84" y="318"/>
                    <a:pt x="84" y="323"/>
                  </a:cubicBezTo>
                  <a:cubicBezTo>
                    <a:pt x="84" y="328"/>
                    <a:pt x="85" y="332"/>
                    <a:pt x="87" y="334"/>
                  </a:cubicBezTo>
                  <a:cubicBezTo>
                    <a:pt x="89" y="335"/>
                    <a:pt x="88" y="343"/>
                    <a:pt x="91" y="346"/>
                  </a:cubicBezTo>
                  <a:cubicBezTo>
                    <a:pt x="94" y="350"/>
                    <a:pt x="98" y="352"/>
                    <a:pt x="103" y="350"/>
                  </a:cubicBezTo>
                  <a:cubicBezTo>
                    <a:pt x="109" y="349"/>
                    <a:pt x="109" y="342"/>
                    <a:pt x="106" y="335"/>
                  </a:cubicBezTo>
                  <a:cubicBezTo>
                    <a:pt x="103" y="329"/>
                    <a:pt x="100" y="324"/>
                    <a:pt x="101" y="321"/>
                  </a:cubicBezTo>
                  <a:cubicBezTo>
                    <a:pt x="102" y="319"/>
                    <a:pt x="103" y="315"/>
                    <a:pt x="100" y="312"/>
                  </a:cubicBezTo>
                  <a:cubicBezTo>
                    <a:pt x="98" y="309"/>
                    <a:pt x="101" y="307"/>
                    <a:pt x="102" y="304"/>
                  </a:cubicBezTo>
                  <a:cubicBezTo>
                    <a:pt x="104" y="302"/>
                    <a:pt x="104" y="291"/>
                    <a:pt x="104" y="286"/>
                  </a:cubicBezTo>
                  <a:cubicBezTo>
                    <a:pt x="104" y="280"/>
                    <a:pt x="103" y="252"/>
                    <a:pt x="104" y="241"/>
                  </a:cubicBezTo>
                  <a:cubicBezTo>
                    <a:pt x="104" y="231"/>
                    <a:pt x="105" y="199"/>
                    <a:pt x="103" y="191"/>
                  </a:cubicBezTo>
                  <a:cubicBezTo>
                    <a:pt x="102" y="182"/>
                    <a:pt x="103" y="175"/>
                    <a:pt x="103" y="175"/>
                  </a:cubicBezTo>
                  <a:cubicBezTo>
                    <a:pt x="103" y="175"/>
                    <a:pt x="107" y="177"/>
                    <a:pt x="107" y="174"/>
                  </a:cubicBezTo>
                  <a:cubicBezTo>
                    <a:pt x="107" y="171"/>
                    <a:pt x="105" y="170"/>
                    <a:pt x="107" y="164"/>
                  </a:cubicBezTo>
                  <a:cubicBezTo>
                    <a:pt x="108" y="159"/>
                    <a:pt x="109" y="153"/>
                    <a:pt x="110" y="149"/>
                  </a:cubicBezTo>
                  <a:cubicBezTo>
                    <a:pt x="112" y="145"/>
                    <a:pt x="113" y="137"/>
                    <a:pt x="110" y="135"/>
                  </a:cubicBezTo>
                  <a:cubicBezTo>
                    <a:pt x="108" y="133"/>
                    <a:pt x="111" y="120"/>
                    <a:pt x="109" y="111"/>
                  </a:cubicBezTo>
                  <a:cubicBezTo>
                    <a:pt x="108" y="101"/>
                    <a:pt x="106" y="86"/>
                    <a:pt x="106" y="78"/>
                  </a:cubicBezTo>
                  <a:cubicBezTo>
                    <a:pt x="106" y="70"/>
                    <a:pt x="105" y="64"/>
                    <a:pt x="95" y="61"/>
                  </a:cubicBezTo>
                  <a:cubicBezTo>
                    <a:pt x="84" y="59"/>
                    <a:pt x="76" y="55"/>
                    <a:pt x="75" y="53"/>
                  </a:cubicBezTo>
                  <a:cubicBezTo>
                    <a:pt x="73" y="51"/>
                    <a:pt x="73" y="45"/>
                    <a:pt x="73" y="42"/>
                  </a:cubicBezTo>
                  <a:cubicBezTo>
                    <a:pt x="74" y="40"/>
                    <a:pt x="74" y="38"/>
                    <a:pt x="74" y="36"/>
                  </a:cubicBezTo>
                  <a:cubicBezTo>
                    <a:pt x="74" y="35"/>
                    <a:pt x="77" y="37"/>
                    <a:pt x="78" y="34"/>
                  </a:cubicBezTo>
                  <a:cubicBezTo>
                    <a:pt x="78" y="31"/>
                    <a:pt x="79" y="25"/>
                    <a:pt x="78" y="25"/>
                  </a:cubicBezTo>
                  <a:cubicBezTo>
                    <a:pt x="78" y="24"/>
                    <a:pt x="77" y="24"/>
                    <a:pt x="77" y="24"/>
                  </a:cubicBezTo>
                  <a:cubicBezTo>
                    <a:pt x="77" y="23"/>
                    <a:pt x="77" y="17"/>
                    <a:pt x="77" y="11"/>
                  </a:cubicBezTo>
                  <a:cubicBezTo>
                    <a:pt x="76" y="6"/>
                    <a:pt x="70" y="1"/>
                    <a:pt x="60" y="0"/>
                  </a:cubicBezTo>
                  <a:close/>
                  <a:moveTo>
                    <a:pt x="29" y="60"/>
                  </a:moveTo>
                  <a:cubicBezTo>
                    <a:pt x="23" y="62"/>
                    <a:pt x="19" y="64"/>
                    <a:pt x="19" y="71"/>
                  </a:cubicBezTo>
                  <a:cubicBezTo>
                    <a:pt x="19" y="80"/>
                    <a:pt x="18" y="97"/>
                    <a:pt x="17" y="108"/>
                  </a:cubicBezTo>
                  <a:cubicBezTo>
                    <a:pt x="15" y="119"/>
                    <a:pt x="12" y="143"/>
                    <a:pt x="12" y="150"/>
                  </a:cubicBezTo>
                  <a:cubicBezTo>
                    <a:pt x="12" y="158"/>
                    <a:pt x="11" y="174"/>
                    <a:pt x="11" y="176"/>
                  </a:cubicBezTo>
                  <a:cubicBezTo>
                    <a:pt x="11" y="178"/>
                    <a:pt x="13" y="177"/>
                    <a:pt x="12" y="180"/>
                  </a:cubicBezTo>
                  <a:cubicBezTo>
                    <a:pt x="12" y="183"/>
                    <a:pt x="12" y="186"/>
                    <a:pt x="13" y="188"/>
                  </a:cubicBezTo>
                  <a:cubicBezTo>
                    <a:pt x="15" y="190"/>
                    <a:pt x="14" y="193"/>
                    <a:pt x="14" y="193"/>
                  </a:cubicBezTo>
                  <a:cubicBezTo>
                    <a:pt x="0" y="192"/>
                    <a:pt x="0" y="192"/>
                    <a:pt x="0" y="192"/>
                  </a:cubicBezTo>
                  <a:cubicBezTo>
                    <a:pt x="1" y="247"/>
                    <a:pt x="1" y="247"/>
                    <a:pt x="1" y="247"/>
                  </a:cubicBezTo>
                  <a:cubicBezTo>
                    <a:pt x="23" y="264"/>
                    <a:pt x="23" y="264"/>
                    <a:pt x="23" y="264"/>
                  </a:cubicBezTo>
                  <a:cubicBezTo>
                    <a:pt x="23" y="264"/>
                    <a:pt x="26" y="262"/>
                    <a:pt x="29" y="261"/>
                  </a:cubicBezTo>
                  <a:cubicBezTo>
                    <a:pt x="29" y="194"/>
                    <a:pt x="29" y="194"/>
                    <a:pt x="29" y="194"/>
                  </a:cubicBezTo>
                  <a:cubicBezTo>
                    <a:pt x="27" y="194"/>
                    <a:pt x="27" y="194"/>
                    <a:pt x="27" y="194"/>
                  </a:cubicBezTo>
                  <a:cubicBezTo>
                    <a:pt x="27" y="194"/>
                    <a:pt x="27" y="190"/>
                    <a:pt x="26" y="188"/>
                  </a:cubicBezTo>
                  <a:cubicBezTo>
                    <a:pt x="26" y="185"/>
                    <a:pt x="26" y="183"/>
                    <a:pt x="26" y="180"/>
                  </a:cubicBezTo>
                  <a:cubicBezTo>
                    <a:pt x="26" y="180"/>
                    <a:pt x="27" y="182"/>
                    <a:pt x="29" y="183"/>
                  </a:cubicBezTo>
                  <a:lnTo>
                    <a:pt x="29" y="60"/>
                  </a:ln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4" name="Freeform 652"/>
            <p:cNvSpPr>
              <a:spLocks/>
            </p:cNvSpPr>
            <p:nvPr/>
          </p:nvSpPr>
          <p:spPr bwMode="auto">
            <a:xfrm>
              <a:off x="5551" y="832"/>
              <a:ext cx="25" cy="21"/>
            </a:xfrm>
            <a:custGeom>
              <a:avLst/>
              <a:gdLst>
                <a:gd name="T0" fmla="*/ 10 w 13"/>
                <a:gd name="T1" fmla="*/ 11 h 11"/>
                <a:gd name="T2" fmla="*/ 10 w 13"/>
                <a:gd name="T3" fmla="*/ 3 h 11"/>
                <a:gd name="T4" fmla="*/ 0 w 13"/>
                <a:gd name="T5" fmla="*/ 2 h 11"/>
                <a:gd name="T6" fmla="*/ 7 w 13"/>
                <a:gd name="T7" fmla="*/ 4 h 11"/>
                <a:gd name="T8" fmla="*/ 10 w 13"/>
                <a:gd name="T9" fmla="*/ 11 h 11"/>
              </a:gdLst>
              <a:ahLst/>
              <a:cxnLst>
                <a:cxn ang="0">
                  <a:pos x="T0" y="T1"/>
                </a:cxn>
                <a:cxn ang="0">
                  <a:pos x="T2" y="T3"/>
                </a:cxn>
                <a:cxn ang="0">
                  <a:pos x="T4" y="T5"/>
                </a:cxn>
                <a:cxn ang="0">
                  <a:pos x="T6" y="T7"/>
                </a:cxn>
                <a:cxn ang="0">
                  <a:pos x="T8" y="T9"/>
                </a:cxn>
              </a:cxnLst>
              <a:rect l="0" t="0" r="r" b="b"/>
              <a:pathLst>
                <a:path w="13" h="11">
                  <a:moveTo>
                    <a:pt x="10" y="11"/>
                  </a:moveTo>
                  <a:cubicBezTo>
                    <a:pt x="10" y="11"/>
                    <a:pt x="13" y="7"/>
                    <a:pt x="10" y="3"/>
                  </a:cubicBezTo>
                  <a:cubicBezTo>
                    <a:pt x="7" y="0"/>
                    <a:pt x="0" y="2"/>
                    <a:pt x="0" y="2"/>
                  </a:cubicBezTo>
                  <a:cubicBezTo>
                    <a:pt x="0" y="2"/>
                    <a:pt x="5" y="2"/>
                    <a:pt x="7" y="4"/>
                  </a:cubicBezTo>
                  <a:cubicBezTo>
                    <a:pt x="10" y="6"/>
                    <a:pt x="9" y="8"/>
                    <a:pt x="10"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5" name="Freeform 653"/>
            <p:cNvSpPr>
              <a:spLocks/>
            </p:cNvSpPr>
            <p:nvPr/>
          </p:nvSpPr>
          <p:spPr bwMode="auto">
            <a:xfrm>
              <a:off x="5393" y="861"/>
              <a:ext cx="27" cy="10"/>
            </a:xfrm>
            <a:custGeom>
              <a:avLst/>
              <a:gdLst>
                <a:gd name="T0" fmla="*/ 14 w 14"/>
                <a:gd name="T1" fmla="*/ 5 h 5"/>
                <a:gd name="T2" fmla="*/ 8 w 14"/>
                <a:gd name="T3" fmla="*/ 0 h 5"/>
                <a:gd name="T4" fmla="*/ 0 w 14"/>
                <a:gd name="T5" fmla="*/ 5 h 5"/>
                <a:gd name="T6" fmla="*/ 8 w 14"/>
                <a:gd name="T7" fmla="*/ 3 h 5"/>
                <a:gd name="T8" fmla="*/ 14 w 14"/>
                <a:gd name="T9" fmla="*/ 5 h 5"/>
              </a:gdLst>
              <a:ahLst/>
              <a:cxnLst>
                <a:cxn ang="0">
                  <a:pos x="T0" y="T1"/>
                </a:cxn>
                <a:cxn ang="0">
                  <a:pos x="T2" y="T3"/>
                </a:cxn>
                <a:cxn ang="0">
                  <a:pos x="T4" y="T5"/>
                </a:cxn>
                <a:cxn ang="0">
                  <a:pos x="T6" y="T7"/>
                </a:cxn>
                <a:cxn ang="0">
                  <a:pos x="T8" y="T9"/>
                </a:cxn>
              </a:cxnLst>
              <a:rect l="0" t="0" r="r" b="b"/>
              <a:pathLst>
                <a:path w="14" h="5">
                  <a:moveTo>
                    <a:pt x="14" y="5"/>
                  </a:moveTo>
                  <a:cubicBezTo>
                    <a:pt x="14" y="5"/>
                    <a:pt x="14" y="0"/>
                    <a:pt x="8" y="0"/>
                  </a:cubicBezTo>
                  <a:cubicBezTo>
                    <a:pt x="1" y="0"/>
                    <a:pt x="0" y="5"/>
                    <a:pt x="0" y="5"/>
                  </a:cubicBezTo>
                  <a:cubicBezTo>
                    <a:pt x="0" y="5"/>
                    <a:pt x="4" y="2"/>
                    <a:pt x="8" y="3"/>
                  </a:cubicBezTo>
                  <a:cubicBezTo>
                    <a:pt x="12" y="3"/>
                    <a:pt x="12" y="3"/>
                    <a:pt x="14"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6" name="Freeform 654"/>
            <p:cNvSpPr>
              <a:spLocks/>
            </p:cNvSpPr>
            <p:nvPr/>
          </p:nvSpPr>
          <p:spPr bwMode="auto">
            <a:xfrm>
              <a:off x="5465" y="622"/>
              <a:ext cx="73" cy="187"/>
            </a:xfrm>
            <a:custGeom>
              <a:avLst/>
              <a:gdLst>
                <a:gd name="T0" fmla="*/ 1 w 38"/>
                <a:gd name="T1" fmla="*/ 0 h 98"/>
                <a:gd name="T2" fmla="*/ 0 w 38"/>
                <a:gd name="T3" fmla="*/ 2 h 98"/>
                <a:gd name="T4" fmla="*/ 5 w 38"/>
                <a:gd name="T5" fmla="*/ 46 h 98"/>
                <a:gd name="T6" fmla="*/ 3 w 38"/>
                <a:gd name="T7" fmla="*/ 98 h 98"/>
                <a:gd name="T8" fmla="*/ 14 w 38"/>
                <a:gd name="T9" fmla="*/ 98 h 98"/>
                <a:gd name="T10" fmla="*/ 38 w 38"/>
                <a:gd name="T11" fmla="*/ 93 h 98"/>
                <a:gd name="T12" fmla="*/ 33 w 38"/>
                <a:gd name="T13" fmla="*/ 82 h 98"/>
                <a:gd name="T14" fmla="*/ 26 w 38"/>
                <a:gd name="T15" fmla="*/ 26 h 98"/>
                <a:gd name="T16" fmla="*/ 26 w 38"/>
                <a:gd name="T17" fmla="*/ 5 h 98"/>
                <a:gd name="T18" fmla="*/ 25 w 38"/>
                <a:gd name="T19" fmla="*/ 4 h 98"/>
                <a:gd name="T20" fmla="*/ 24 w 38"/>
                <a:gd name="T21" fmla="*/ 1 h 98"/>
                <a:gd name="T22" fmla="*/ 12 w 38"/>
                <a:gd name="T23" fmla="*/ 11 h 98"/>
                <a:gd name="T24" fmla="*/ 1 w 38"/>
                <a:gd name="T2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98">
                  <a:moveTo>
                    <a:pt x="1" y="0"/>
                  </a:moveTo>
                  <a:cubicBezTo>
                    <a:pt x="1" y="1"/>
                    <a:pt x="1" y="2"/>
                    <a:pt x="0" y="2"/>
                  </a:cubicBezTo>
                  <a:cubicBezTo>
                    <a:pt x="1" y="9"/>
                    <a:pt x="4" y="30"/>
                    <a:pt x="5" y="46"/>
                  </a:cubicBezTo>
                  <a:cubicBezTo>
                    <a:pt x="7" y="64"/>
                    <a:pt x="3" y="98"/>
                    <a:pt x="3" y="98"/>
                  </a:cubicBezTo>
                  <a:cubicBezTo>
                    <a:pt x="3" y="98"/>
                    <a:pt x="6" y="98"/>
                    <a:pt x="14" y="98"/>
                  </a:cubicBezTo>
                  <a:cubicBezTo>
                    <a:pt x="22" y="98"/>
                    <a:pt x="38" y="93"/>
                    <a:pt x="38" y="93"/>
                  </a:cubicBezTo>
                  <a:cubicBezTo>
                    <a:pt x="38" y="93"/>
                    <a:pt x="35" y="88"/>
                    <a:pt x="33" y="82"/>
                  </a:cubicBezTo>
                  <a:cubicBezTo>
                    <a:pt x="31" y="76"/>
                    <a:pt x="27" y="49"/>
                    <a:pt x="26" y="26"/>
                  </a:cubicBezTo>
                  <a:cubicBezTo>
                    <a:pt x="25" y="14"/>
                    <a:pt x="25" y="8"/>
                    <a:pt x="26" y="5"/>
                  </a:cubicBezTo>
                  <a:cubicBezTo>
                    <a:pt x="25" y="5"/>
                    <a:pt x="25" y="4"/>
                    <a:pt x="25" y="4"/>
                  </a:cubicBezTo>
                  <a:cubicBezTo>
                    <a:pt x="24" y="3"/>
                    <a:pt x="24" y="2"/>
                    <a:pt x="24" y="1"/>
                  </a:cubicBezTo>
                  <a:cubicBezTo>
                    <a:pt x="21" y="6"/>
                    <a:pt x="15" y="11"/>
                    <a:pt x="12" y="11"/>
                  </a:cubicBezTo>
                  <a:cubicBezTo>
                    <a:pt x="8" y="11"/>
                    <a:pt x="4" y="4"/>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7" name="Freeform 655"/>
            <p:cNvSpPr>
              <a:spLocks/>
            </p:cNvSpPr>
            <p:nvPr/>
          </p:nvSpPr>
          <p:spPr bwMode="auto">
            <a:xfrm>
              <a:off x="5475" y="645"/>
              <a:ext cx="29" cy="183"/>
            </a:xfrm>
            <a:custGeom>
              <a:avLst/>
              <a:gdLst>
                <a:gd name="T0" fmla="*/ 15 w 15"/>
                <a:gd name="T1" fmla="*/ 4 h 96"/>
                <a:gd name="T2" fmla="*/ 8 w 15"/>
                <a:gd name="T3" fmla="*/ 0 h 96"/>
                <a:gd name="T4" fmla="*/ 0 w 15"/>
                <a:gd name="T5" fmla="*/ 4 h 96"/>
                <a:gd name="T6" fmla="*/ 5 w 15"/>
                <a:gd name="T7" fmla="*/ 6 h 96"/>
                <a:gd name="T8" fmla="*/ 3 w 15"/>
                <a:gd name="T9" fmla="*/ 40 h 96"/>
                <a:gd name="T10" fmla="*/ 3 w 15"/>
                <a:gd name="T11" fmla="*/ 88 h 96"/>
                <a:gd name="T12" fmla="*/ 10 w 15"/>
                <a:gd name="T13" fmla="*/ 89 h 96"/>
                <a:gd name="T14" fmla="*/ 10 w 15"/>
                <a:gd name="T15" fmla="*/ 33 h 96"/>
                <a:gd name="T16" fmla="*/ 9 w 15"/>
                <a:gd name="T17" fmla="*/ 7 h 96"/>
                <a:gd name="T18" fmla="*/ 15 w 15"/>
                <a:gd name="T19" fmla="*/ 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96">
                  <a:moveTo>
                    <a:pt x="15" y="4"/>
                  </a:moveTo>
                  <a:cubicBezTo>
                    <a:pt x="15" y="4"/>
                    <a:pt x="12" y="0"/>
                    <a:pt x="8" y="0"/>
                  </a:cubicBezTo>
                  <a:cubicBezTo>
                    <a:pt x="3" y="0"/>
                    <a:pt x="0" y="4"/>
                    <a:pt x="0" y="4"/>
                  </a:cubicBezTo>
                  <a:cubicBezTo>
                    <a:pt x="0" y="4"/>
                    <a:pt x="5" y="3"/>
                    <a:pt x="5" y="6"/>
                  </a:cubicBezTo>
                  <a:cubicBezTo>
                    <a:pt x="5" y="10"/>
                    <a:pt x="3" y="28"/>
                    <a:pt x="3" y="40"/>
                  </a:cubicBezTo>
                  <a:cubicBezTo>
                    <a:pt x="3" y="52"/>
                    <a:pt x="2" y="83"/>
                    <a:pt x="3" y="88"/>
                  </a:cubicBezTo>
                  <a:cubicBezTo>
                    <a:pt x="5" y="94"/>
                    <a:pt x="9" y="96"/>
                    <a:pt x="10" y="89"/>
                  </a:cubicBezTo>
                  <a:cubicBezTo>
                    <a:pt x="10" y="81"/>
                    <a:pt x="10" y="41"/>
                    <a:pt x="10" y="33"/>
                  </a:cubicBezTo>
                  <a:cubicBezTo>
                    <a:pt x="10" y="25"/>
                    <a:pt x="9" y="9"/>
                    <a:pt x="9" y="7"/>
                  </a:cubicBezTo>
                  <a:cubicBezTo>
                    <a:pt x="10" y="4"/>
                    <a:pt x="13" y="3"/>
                    <a:pt x="15" y="4"/>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8" name="Freeform 656"/>
            <p:cNvSpPr>
              <a:spLocks/>
            </p:cNvSpPr>
            <p:nvPr/>
          </p:nvSpPr>
          <p:spPr bwMode="auto">
            <a:xfrm>
              <a:off x="2207" y="606"/>
              <a:ext cx="52" cy="77"/>
            </a:xfrm>
            <a:custGeom>
              <a:avLst/>
              <a:gdLst>
                <a:gd name="T0" fmla="*/ 2 w 27"/>
                <a:gd name="T1" fmla="*/ 11 h 40"/>
                <a:gd name="T2" fmla="*/ 3 w 27"/>
                <a:gd name="T3" fmla="*/ 23 h 40"/>
                <a:gd name="T4" fmla="*/ 2 w 27"/>
                <a:gd name="T5" fmla="*/ 35 h 40"/>
                <a:gd name="T6" fmla="*/ 21 w 27"/>
                <a:gd name="T7" fmla="*/ 39 h 40"/>
                <a:gd name="T8" fmla="*/ 2 w 27"/>
                <a:gd name="T9" fmla="*/ 11 h 40"/>
              </a:gdLst>
              <a:ahLst/>
              <a:cxnLst>
                <a:cxn ang="0">
                  <a:pos x="T0" y="T1"/>
                </a:cxn>
                <a:cxn ang="0">
                  <a:pos x="T2" y="T3"/>
                </a:cxn>
                <a:cxn ang="0">
                  <a:pos x="T4" y="T5"/>
                </a:cxn>
                <a:cxn ang="0">
                  <a:pos x="T6" y="T7"/>
                </a:cxn>
                <a:cxn ang="0">
                  <a:pos x="T8" y="T9"/>
                </a:cxn>
              </a:cxnLst>
              <a:rect l="0" t="0" r="r" b="b"/>
              <a:pathLst>
                <a:path w="27" h="40">
                  <a:moveTo>
                    <a:pt x="2" y="11"/>
                  </a:moveTo>
                  <a:cubicBezTo>
                    <a:pt x="10" y="15"/>
                    <a:pt x="1" y="19"/>
                    <a:pt x="3" y="23"/>
                  </a:cubicBezTo>
                  <a:cubicBezTo>
                    <a:pt x="6" y="27"/>
                    <a:pt x="0" y="30"/>
                    <a:pt x="2" y="35"/>
                  </a:cubicBezTo>
                  <a:cubicBezTo>
                    <a:pt x="3" y="40"/>
                    <a:pt x="15" y="40"/>
                    <a:pt x="21" y="39"/>
                  </a:cubicBezTo>
                  <a:cubicBezTo>
                    <a:pt x="27" y="39"/>
                    <a:pt x="19" y="0"/>
                    <a:pt x="2" y="11"/>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99" name="Freeform 657"/>
            <p:cNvSpPr>
              <a:spLocks/>
            </p:cNvSpPr>
            <p:nvPr/>
          </p:nvSpPr>
          <p:spPr bwMode="auto">
            <a:xfrm>
              <a:off x="2184" y="536"/>
              <a:ext cx="109" cy="149"/>
            </a:xfrm>
            <a:custGeom>
              <a:avLst/>
              <a:gdLst>
                <a:gd name="T0" fmla="*/ 5 w 57"/>
                <a:gd name="T1" fmla="*/ 14 h 78"/>
                <a:gd name="T2" fmla="*/ 40 w 57"/>
                <a:gd name="T3" fmla="*/ 23 h 78"/>
                <a:gd name="T4" fmla="*/ 47 w 57"/>
                <a:gd name="T5" fmla="*/ 38 h 78"/>
                <a:gd name="T6" fmla="*/ 50 w 57"/>
                <a:gd name="T7" fmla="*/ 53 h 78"/>
                <a:gd name="T8" fmla="*/ 45 w 57"/>
                <a:gd name="T9" fmla="*/ 70 h 78"/>
                <a:gd name="T10" fmla="*/ 28 w 57"/>
                <a:gd name="T11" fmla="*/ 76 h 78"/>
                <a:gd name="T12" fmla="*/ 11 w 57"/>
                <a:gd name="T13" fmla="*/ 33 h 78"/>
                <a:gd name="T14" fmla="*/ 5 w 57"/>
                <a:gd name="T15" fmla="*/ 14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78">
                  <a:moveTo>
                    <a:pt x="5" y="14"/>
                  </a:moveTo>
                  <a:cubicBezTo>
                    <a:pt x="15" y="0"/>
                    <a:pt x="40" y="6"/>
                    <a:pt x="40" y="23"/>
                  </a:cubicBezTo>
                  <a:cubicBezTo>
                    <a:pt x="40" y="40"/>
                    <a:pt x="50" y="29"/>
                    <a:pt x="47" y="38"/>
                  </a:cubicBezTo>
                  <a:cubicBezTo>
                    <a:pt x="43" y="47"/>
                    <a:pt x="54" y="46"/>
                    <a:pt x="50" y="53"/>
                  </a:cubicBezTo>
                  <a:cubicBezTo>
                    <a:pt x="45" y="60"/>
                    <a:pt x="57" y="62"/>
                    <a:pt x="45" y="70"/>
                  </a:cubicBezTo>
                  <a:cubicBezTo>
                    <a:pt x="34" y="78"/>
                    <a:pt x="28" y="76"/>
                    <a:pt x="28" y="76"/>
                  </a:cubicBezTo>
                  <a:cubicBezTo>
                    <a:pt x="28" y="76"/>
                    <a:pt x="31" y="27"/>
                    <a:pt x="11" y="33"/>
                  </a:cubicBezTo>
                  <a:cubicBezTo>
                    <a:pt x="5" y="35"/>
                    <a:pt x="0" y="20"/>
                    <a:pt x="5" y="14"/>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0" name="Freeform 658"/>
            <p:cNvSpPr>
              <a:spLocks/>
            </p:cNvSpPr>
            <p:nvPr/>
          </p:nvSpPr>
          <p:spPr bwMode="auto">
            <a:xfrm>
              <a:off x="2138" y="547"/>
              <a:ext cx="186" cy="637"/>
            </a:xfrm>
            <a:custGeom>
              <a:avLst/>
              <a:gdLst>
                <a:gd name="T0" fmla="*/ 59 w 97"/>
                <a:gd name="T1" fmla="*/ 11 h 333"/>
                <a:gd name="T2" fmla="*/ 66 w 97"/>
                <a:gd name="T3" fmla="*/ 49 h 333"/>
                <a:gd name="T4" fmla="*/ 74 w 97"/>
                <a:gd name="T5" fmla="*/ 71 h 333"/>
                <a:gd name="T6" fmla="*/ 76 w 97"/>
                <a:gd name="T7" fmla="*/ 118 h 333"/>
                <a:gd name="T8" fmla="*/ 71 w 97"/>
                <a:gd name="T9" fmla="*/ 141 h 333"/>
                <a:gd name="T10" fmla="*/ 70 w 97"/>
                <a:gd name="T11" fmla="*/ 166 h 333"/>
                <a:gd name="T12" fmla="*/ 67 w 97"/>
                <a:gd name="T13" fmla="*/ 213 h 333"/>
                <a:gd name="T14" fmla="*/ 67 w 97"/>
                <a:gd name="T15" fmla="*/ 228 h 333"/>
                <a:gd name="T16" fmla="*/ 87 w 97"/>
                <a:gd name="T17" fmla="*/ 290 h 333"/>
                <a:gd name="T18" fmla="*/ 95 w 97"/>
                <a:gd name="T19" fmla="*/ 316 h 333"/>
                <a:gd name="T20" fmla="*/ 93 w 97"/>
                <a:gd name="T21" fmla="*/ 324 h 333"/>
                <a:gd name="T22" fmla="*/ 89 w 97"/>
                <a:gd name="T23" fmla="*/ 309 h 333"/>
                <a:gd name="T24" fmla="*/ 67 w 97"/>
                <a:gd name="T25" fmla="*/ 326 h 333"/>
                <a:gd name="T26" fmla="*/ 71 w 97"/>
                <a:gd name="T27" fmla="*/ 314 h 333"/>
                <a:gd name="T28" fmla="*/ 62 w 97"/>
                <a:gd name="T29" fmla="*/ 263 h 333"/>
                <a:gd name="T30" fmla="*/ 54 w 97"/>
                <a:gd name="T31" fmla="*/ 264 h 333"/>
                <a:gd name="T32" fmla="*/ 47 w 97"/>
                <a:gd name="T33" fmla="*/ 301 h 333"/>
                <a:gd name="T34" fmla="*/ 44 w 97"/>
                <a:gd name="T35" fmla="*/ 324 h 333"/>
                <a:gd name="T36" fmla="*/ 41 w 97"/>
                <a:gd name="T37" fmla="*/ 330 h 333"/>
                <a:gd name="T38" fmla="*/ 41 w 97"/>
                <a:gd name="T39" fmla="*/ 314 h 333"/>
                <a:gd name="T40" fmla="*/ 19 w 97"/>
                <a:gd name="T41" fmla="*/ 330 h 333"/>
                <a:gd name="T42" fmla="*/ 16 w 97"/>
                <a:gd name="T43" fmla="*/ 319 h 333"/>
                <a:gd name="T44" fmla="*/ 34 w 97"/>
                <a:gd name="T45" fmla="*/ 265 h 333"/>
                <a:gd name="T46" fmla="*/ 37 w 97"/>
                <a:gd name="T47" fmla="*/ 237 h 333"/>
                <a:gd name="T48" fmla="*/ 32 w 97"/>
                <a:gd name="T49" fmla="*/ 213 h 333"/>
                <a:gd name="T50" fmla="*/ 28 w 97"/>
                <a:gd name="T51" fmla="*/ 189 h 333"/>
                <a:gd name="T52" fmla="*/ 25 w 97"/>
                <a:gd name="T53" fmla="*/ 189 h 333"/>
                <a:gd name="T54" fmla="*/ 19 w 97"/>
                <a:gd name="T55" fmla="*/ 187 h 333"/>
                <a:gd name="T56" fmla="*/ 21 w 97"/>
                <a:gd name="T57" fmla="*/ 169 h 333"/>
                <a:gd name="T58" fmla="*/ 2 w 97"/>
                <a:gd name="T59" fmla="*/ 125 h 333"/>
                <a:gd name="T60" fmla="*/ 24 w 97"/>
                <a:gd name="T61" fmla="*/ 105 h 333"/>
                <a:gd name="T62" fmla="*/ 41 w 97"/>
                <a:gd name="T63" fmla="*/ 64 h 333"/>
                <a:gd name="T64" fmla="*/ 41 w 97"/>
                <a:gd name="T65" fmla="*/ 46 h 333"/>
                <a:gd name="T66" fmla="*/ 30 w 97"/>
                <a:gd name="T67" fmla="*/ 28 h 333"/>
                <a:gd name="T68" fmla="*/ 30 w 97"/>
                <a:gd name="T69" fmla="*/ 1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7" h="333">
                  <a:moveTo>
                    <a:pt x="43" y="0"/>
                  </a:moveTo>
                  <a:cubicBezTo>
                    <a:pt x="50" y="0"/>
                    <a:pt x="56" y="4"/>
                    <a:pt x="59" y="11"/>
                  </a:cubicBezTo>
                  <a:cubicBezTo>
                    <a:pt x="62" y="18"/>
                    <a:pt x="63" y="27"/>
                    <a:pt x="62" y="31"/>
                  </a:cubicBezTo>
                  <a:cubicBezTo>
                    <a:pt x="61" y="35"/>
                    <a:pt x="64" y="45"/>
                    <a:pt x="66" y="49"/>
                  </a:cubicBezTo>
                  <a:cubicBezTo>
                    <a:pt x="68" y="54"/>
                    <a:pt x="71" y="60"/>
                    <a:pt x="71" y="60"/>
                  </a:cubicBezTo>
                  <a:cubicBezTo>
                    <a:pt x="71" y="60"/>
                    <a:pt x="74" y="65"/>
                    <a:pt x="74" y="71"/>
                  </a:cubicBezTo>
                  <a:cubicBezTo>
                    <a:pt x="74" y="77"/>
                    <a:pt x="73" y="87"/>
                    <a:pt x="76" y="98"/>
                  </a:cubicBezTo>
                  <a:cubicBezTo>
                    <a:pt x="78" y="110"/>
                    <a:pt x="78" y="113"/>
                    <a:pt x="76" y="118"/>
                  </a:cubicBezTo>
                  <a:cubicBezTo>
                    <a:pt x="74" y="124"/>
                    <a:pt x="67" y="135"/>
                    <a:pt x="67" y="135"/>
                  </a:cubicBezTo>
                  <a:cubicBezTo>
                    <a:pt x="67" y="135"/>
                    <a:pt x="73" y="139"/>
                    <a:pt x="71" y="141"/>
                  </a:cubicBezTo>
                  <a:cubicBezTo>
                    <a:pt x="69" y="144"/>
                    <a:pt x="67" y="145"/>
                    <a:pt x="67" y="145"/>
                  </a:cubicBezTo>
                  <a:cubicBezTo>
                    <a:pt x="67" y="145"/>
                    <a:pt x="74" y="155"/>
                    <a:pt x="70" y="166"/>
                  </a:cubicBezTo>
                  <a:cubicBezTo>
                    <a:pt x="67" y="177"/>
                    <a:pt x="66" y="184"/>
                    <a:pt x="66" y="194"/>
                  </a:cubicBezTo>
                  <a:cubicBezTo>
                    <a:pt x="67" y="204"/>
                    <a:pt x="67" y="213"/>
                    <a:pt x="67" y="213"/>
                  </a:cubicBezTo>
                  <a:cubicBezTo>
                    <a:pt x="63" y="213"/>
                    <a:pt x="63" y="213"/>
                    <a:pt x="63" y="213"/>
                  </a:cubicBezTo>
                  <a:cubicBezTo>
                    <a:pt x="63" y="213"/>
                    <a:pt x="63" y="222"/>
                    <a:pt x="67" y="228"/>
                  </a:cubicBezTo>
                  <a:cubicBezTo>
                    <a:pt x="71" y="234"/>
                    <a:pt x="77" y="243"/>
                    <a:pt x="79" y="258"/>
                  </a:cubicBezTo>
                  <a:cubicBezTo>
                    <a:pt x="80" y="274"/>
                    <a:pt x="83" y="287"/>
                    <a:pt x="87" y="290"/>
                  </a:cubicBezTo>
                  <a:cubicBezTo>
                    <a:pt x="92" y="294"/>
                    <a:pt x="97" y="294"/>
                    <a:pt x="97" y="300"/>
                  </a:cubicBezTo>
                  <a:cubicBezTo>
                    <a:pt x="97" y="306"/>
                    <a:pt x="95" y="313"/>
                    <a:pt x="95" y="316"/>
                  </a:cubicBezTo>
                  <a:cubicBezTo>
                    <a:pt x="95" y="319"/>
                    <a:pt x="95" y="324"/>
                    <a:pt x="95" y="324"/>
                  </a:cubicBezTo>
                  <a:cubicBezTo>
                    <a:pt x="93" y="324"/>
                    <a:pt x="93" y="324"/>
                    <a:pt x="93" y="324"/>
                  </a:cubicBezTo>
                  <a:cubicBezTo>
                    <a:pt x="93" y="324"/>
                    <a:pt x="94" y="320"/>
                    <a:pt x="93" y="316"/>
                  </a:cubicBezTo>
                  <a:cubicBezTo>
                    <a:pt x="93" y="312"/>
                    <a:pt x="92" y="307"/>
                    <a:pt x="89" y="309"/>
                  </a:cubicBezTo>
                  <a:cubicBezTo>
                    <a:pt x="87" y="310"/>
                    <a:pt x="83" y="318"/>
                    <a:pt x="81" y="321"/>
                  </a:cubicBezTo>
                  <a:cubicBezTo>
                    <a:pt x="79" y="325"/>
                    <a:pt x="75" y="328"/>
                    <a:pt x="67" y="326"/>
                  </a:cubicBezTo>
                  <a:cubicBezTo>
                    <a:pt x="60" y="324"/>
                    <a:pt x="57" y="319"/>
                    <a:pt x="61" y="318"/>
                  </a:cubicBezTo>
                  <a:cubicBezTo>
                    <a:pt x="65" y="317"/>
                    <a:pt x="70" y="319"/>
                    <a:pt x="71" y="314"/>
                  </a:cubicBezTo>
                  <a:cubicBezTo>
                    <a:pt x="72" y="310"/>
                    <a:pt x="74" y="299"/>
                    <a:pt x="72" y="293"/>
                  </a:cubicBezTo>
                  <a:cubicBezTo>
                    <a:pt x="70" y="288"/>
                    <a:pt x="64" y="270"/>
                    <a:pt x="62" y="263"/>
                  </a:cubicBezTo>
                  <a:cubicBezTo>
                    <a:pt x="60" y="256"/>
                    <a:pt x="56" y="249"/>
                    <a:pt x="56" y="249"/>
                  </a:cubicBezTo>
                  <a:cubicBezTo>
                    <a:pt x="56" y="249"/>
                    <a:pt x="57" y="259"/>
                    <a:pt x="54" y="264"/>
                  </a:cubicBezTo>
                  <a:cubicBezTo>
                    <a:pt x="52" y="269"/>
                    <a:pt x="45" y="288"/>
                    <a:pt x="43" y="292"/>
                  </a:cubicBezTo>
                  <a:cubicBezTo>
                    <a:pt x="42" y="296"/>
                    <a:pt x="45" y="299"/>
                    <a:pt x="47" y="301"/>
                  </a:cubicBezTo>
                  <a:cubicBezTo>
                    <a:pt x="49" y="303"/>
                    <a:pt x="48" y="309"/>
                    <a:pt x="46" y="313"/>
                  </a:cubicBezTo>
                  <a:cubicBezTo>
                    <a:pt x="44" y="317"/>
                    <a:pt x="44" y="322"/>
                    <a:pt x="44" y="324"/>
                  </a:cubicBezTo>
                  <a:cubicBezTo>
                    <a:pt x="44" y="326"/>
                    <a:pt x="44" y="330"/>
                    <a:pt x="44" y="330"/>
                  </a:cubicBezTo>
                  <a:cubicBezTo>
                    <a:pt x="41" y="330"/>
                    <a:pt x="41" y="330"/>
                    <a:pt x="41" y="330"/>
                  </a:cubicBezTo>
                  <a:cubicBezTo>
                    <a:pt x="41" y="330"/>
                    <a:pt x="42" y="325"/>
                    <a:pt x="42" y="321"/>
                  </a:cubicBezTo>
                  <a:cubicBezTo>
                    <a:pt x="42" y="317"/>
                    <a:pt x="42" y="315"/>
                    <a:pt x="41" y="314"/>
                  </a:cubicBezTo>
                  <a:cubicBezTo>
                    <a:pt x="39" y="313"/>
                    <a:pt x="33" y="319"/>
                    <a:pt x="30" y="323"/>
                  </a:cubicBezTo>
                  <a:cubicBezTo>
                    <a:pt x="28" y="327"/>
                    <a:pt x="27" y="333"/>
                    <a:pt x="19" y="330"/>
                  </a:cubicBezTo>
                  <a:cubicBezTo>
                    <a:pt x="10" y="328"/>
                    <a:pt x="4" y="324"/>
                    <a:pt x="7" y="321"/>
                  </a:cubicBezTo>
                  <a:cubicBezTo>
                    <a:pt x="9" y="319"/>
                    <a:pt x="13" y="321"/>
                    <a:pt x="16" y="319"/>
                  </a:cubicBezTo>
                  <a:cubicBezTo>
                    <a:pt x="18" y="318"/>
                    <a:pt x="23" y="305"/>
                    <a:pt x="26" y="298"/>
                  </a:cubicBezTo>
                  <a:cubicBezTo>
                    <a:pt x="29" y="290"/>
                    <a:pt x="33" y="274"/>
                    <a:pt x="34" y="265"/>
                  </a:cubicBezTo>
                  <a:cubicBezTo>
                    <a:pt x="35" y="256"/>
                    <a:pt x="36" y="249"/>
                    <a:pt x="37" y="245"/>
                  </a:cubicBezTo>
                  <a:cubicBezTo>
                    <a:pt x="37" y="242"/>
                    <a:pt x="37" y="237"/>
                    <a:pt x="37" y="237"/>
                  </a:cubicBezTo>
                  <a:cubicBezTo>
                    <a:pt x="37" y="237"/>
                    <a:pt x="34" y="226"/>
                    <a:pt x="33" y="221"/>
                  </a:cubicBezTo>
                  <a:cubicBezTo>
                    <a:pt x="32" y="217"/>
                    <a:pt x="32" y="213"/>
                    <a:pt x="32" y="213"/>
                  </a:cubicBezTo>
                  <a:cubicBezTo>
                    <a:pt x="32" y="213"/>
                    <a:pt x="27" y="214"/>
                    <a:pt x="27" y="211"/>
                  </a:cubicBezTo>
                  <a:cubicBezTo>
                    <a:pt x="27" y="208"/>
                    <a:pt x="29" y="195"/>
                    <a:pt x="28" y="189"/>
                  </a:cubicBezTo>
                  <a:cubicBezTo>
                    <a:pt x="28" y="183"/>
                    <a:pt x="26" y="183"/>
                    <a:pt x="26" y="183"/>
                  </a:cubicBezTo>
                  <a:cubicBezTo>
                    <a:pt x="26" y="183"/>
                    <a:pt x="25" y="187"/>
                    <a:pt x="25" y="189"/>
                  </a:cubicBezTo>
                  <a:cubicBezTo>
                    <a:pt x="25" y="192"/>
                    <a:pt x="23" y="191"/>
                    <a:pt x="22" y="189"/>
                  </a:cubicBezTo>
                  <a:cubicBezTo>
                    <a:pt x="22" y="187"/>
                    <a:pt x="19" y="189"/>
                    <a:pt x="19" y="187"/>
                  </a:cubicBezTo>
                  <a:cubicBezTo>
                    <a:pt x="19" y="185"/>
                    <a:pt x="18" y="181"/>
                    <a:pt x="18" y="178"/>
                  </a:cubicBezTo>
                  <a:cubicBezTo>
                    <a:pt x="19" y="175"/>
                    <a:pt x="21" y="169"/>
                    <a:pt x="21" y="169"/>
                  </a:cubicBezTo>
                  <a:cubicBezTo>
                    <a:pt x="0" y="169"/>
                    <a:pt x="0" y="169"/>
                    <a:pt x="0" y="169"/>
                  </a:cubicBezTo>
                  <a:cubicBezTo>
                    <a:pt x="2" y="125"/>
                    <a:pt x="2" y="125"/>
                    <a:pt x="2" y="125"/>
                  </a:cubicBezTo>
                  <a:cubicBezTo>
                    <a:pt x="22" y="125"/>
                    <a:pt x="22" y="125"/>
                    <a:pt x="22" y="125"/>
                  </a:cubicBezTo>
                  <a:cubicBezTo>
                    <a:pt x="22" y="125"/>
                    <a:pt x="24" y="112"/>
                    <a:pt x="24" y="105"/>
                  </a:cubicBezTo>
                  <a:cubicBezTo>
                    <a:pt x="24" y="99"/>
                    <a:pt x="23" y="90"/>
                    <a:pt x="27" y="83"/>
                  </a:cubicBezTo>
                  <a:cubicBezTo>
                    <a:pt x="32" y="75"/>
                    <a:pt x="37" y="69"/>
                    <a:pt x="41" y="64"/>
                  </a:cubicBezTo>
                  <a:cubicBezTo>
                    <a:pt x="45" y="60"/>
                    <a:pt x="45" y="59"/>
                    <a:pt x="44" y="55"/>
                  </a:cubicBezTo>
                  <a:cubicBezTo>
                    <a:pt x="43" y="51"/>
                    <a:pt x="43" y="46"/>
                    <a:pt x="41" y="46"/>
                  </a:cubicBezTo>
                  <a:cubicBezTo>
                    <a:pt x="38" y="46"/>
                    <a:pt x="36" y="46"/>
                    <a:pt x="34" y="43"/>
                  </a:cubicBezTo>
                  <a:cubicBezTo>
                    <a:pt x="33" y="39"/>
                    <a:pt x="30" y="33"/>
                    <a:pt x="30" y="28"/>
                  </a:cubicBezTo>
                  <a:cubicBezTo>
                    <a:pt x="29" y="24"/>
                    <a:pt x="30" y="23"/>
                    <a:pt x="30" y="22"/>
                  </a:cubicBezTo>
                  <a:cubicBezTo>
                    <a:pt x="29" y="20"/>
                    <a:pt x="30" y="16"/>
                    <a:pt x="30" y="12"/>
                  </a:cubicBezTo>
                  <a:cubicBezTo>
                    <a:pt x="30" y="9"/>
                    <a:pt x="35" y="0"/>
                    <a:pt x="43"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1" name="Freeform 659"/>
            <p:cNvSpPr>
              <a:spLocks/>
            </p:cNvSpPr>
            <p:nvPr/>
          </p:nvSpPr>
          <p:spPr bwMode="auto">
            <a:xfrm>
              <a:off x="2224" y="629"/>
              <a:ext cx="38" cy="31"/>
            </a:xfrm>
            <a:custGeom>
              <a:avLst/>
              <a:gdLst>
                <a:gd name="T0" fmla="*/ 19 w 20"/>
                <a:gd name="T1" fmla="*/ 0 h 16"/>
                <a:gd name="T2" fmla="*/ 20 w 20"/>
                <a:gd name="T3" fmla="*/ 3 h 16"/>
                <a:gd name="T4" fmla="*/ 0 w 20"/>
                <a:gd name="T5" fmla="*/ 16 h 16"/>
                <a:gd name="T6" fmla="*/ 1 w 20"/>
                <a:gd name="T7" fmla="*/ 8 h 16"/>
                <a:gd name="T8" fmla="*/ 10 w 20"/>
                <a:gd name="T9" fmla="*/ 1 h 16"/>
                <a:gd name="T10" fmla="*/ 19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19" y="0"/>
                  </a:moveTo>
                  <a:cubicBezTo>
                    <a:pt x="19" y="1"/>
                    <a:pt x="19" y="2"/>
                    <a:pt x="20" y="3"/>
                  </a:cubicBezTo>
                  <a:cubicBezTo>
                    <a:pt x="9" y="3"/>
                    <a:pt x="4" y="10"/>
                    <a:pt x="0" y="16"/>
                  </a:cubicBezTo>
                  <a:cubicBezTo>
                    <a:pt x="1" y="14"/>
                    <a:pt x="1" y="10"/>
                    <a:pt x="1" y="8"/>
                  </a:cubicBezTo>
                  <a:cubicBezTo>
                    <a:pt x="3" y="5"/>
                    <a:pt x="7" y="3"/>
                    <a:pt x="10" y="1"/>
                  </a:cubicBezTo>
                  <a:cubicBezTo>
                    <a:pt x="13" y="0"/>
                    <a:pt x="17"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2" name="Freeform 660"/>
            <p:cNvSpPr>
              <a:spLocks/>
            </p:cNvSpPr>
            <p:nvPr/>
          </p:nvSpPr>
          <p:spPr bwMode="auto">
            <a:xfrm>
              <a:off x="633" y="551"/>
              <a:ext cx="155" cy="630"/>
            </a:xfrm>
            <a:custGeom>
              <a:avLst/>
              <a:gdLst>
                <a:gd name="T0" fmla="*/ 30 w 81"/>
                <a:gd name="T1" fmla="*/ 7 h 329"/>
                <a:gd name="T2" fmla="*/ 21 w 81"/>
                <a:gd name="T3" fmla="*/ 39 h 329"/>
                <a:gd name="T4" fmla="*/ 11 w 81"/>
                <a:gd name="T5" fmla="*/ 54 h 329"/>
                <a:gd name="T6" fmla="*/ 2 w 81"/>
                <a:gd name="T7" fmla="*/ 77 h 329"/>
                <a:gd name="T8" fmla="*/ 12 w 81"/>
                <a:gd name="T9" fmla="*/ 110 h 329"/>
                <a:gd name="T10" fmla="*/ 8 w 81"/>
                <a:gd name="T11" fmla="*/ 127 h 329"/>
                <a:gd name="T12" fmla="*/ 6 w 81"/>
                <a:gd name="T13" fmla="*/ 152 h 329"/>
                <a:gd name="T14" fmla="*/ 10 w 81"/>
                <a:gd name="T15" fmla="*/ 204 h 329"/>
                <a:gd name="T16" fmla="*/ 15 w 81"/>
                <a:gd name="T17" fmla="*/ 242 h 329"/>
                <a:gd name="T18" fmla="*/ 24 w 81"/>
                <a:gd name="T19" fmla="*/ 296 h 329"/>
                <a:gd name="T20" fmla="*/ 23 w 81"/>
                <a:gd name="T21" fmla="*/ 313 h 329"/>
                <a:gd name="T22" fmla="*/ 39 w 81"/>
                <a:gd name="T23" fmla="*/ 328 h 329"/>
                <a:gd name="T24" fmla="*/ 37 w 81"/>
                <a:gd name="T25" fmla="*/ 311 h 329"/>
                <a:gd name="T26" fmla="*/ 33 w 81"/>
                <a:gd name="T27" fmla="*/ 277 h 329"/>
                <a:gd name="T28" fmla="*/ 34 w 81"/>
                <a:gd name="T29" fmla="*/ 241 h 329"/>
                <a:gd name="T30" fmla="*/ 48 w 81"/>
                <a:gd name="T31" fmla="*/ 251 h 329"/>
                <a:gd name="T32" fmla="*/ 48 w 81"/>
                <a:gd name="T33" fmla="*/ 298 h 329"/>
                <a:gd name="T34" fmla="*/ 47 w 81"/>
                <a:gd name="T35" fmla="*/ 321 h 329"/>
                <a:gd name="T36" fmla="*/ 51 w 81"/>
                <a:gd name="T37" fmla="*/ 323 h 329"/>
                <a:gd name="T38" fmla="*/ 50 w 81"/>
                <a:gd name="T39" fmla="*/ 314 h 329"/>
                <a:gd name="T40" fmla="*/ 61 w 81"/>
                <a:gd name="T41" fmla="*/ 327 h 329"/>
                <a:gd name="T42" fmla="*/ 69 w 81"/>
                <a:gd name="T43" fmla="*/ 320 h 329"/>
                <a:gd name="T44" fmla="*/ 60 w 81"/>
                <a:gd name="T45" fmla="*/ 294 h 329"/>
                <a:gd name="T46" fmla="*/ 68 w 81"/>
                <a:gd name="T47" fmla="*/ 239 h 329"/>
                <a:gd name="T48" fmla="*/ 73 w 81"/>
                <a:gd name="T49" fmla="*/ 215 h 329"/>
                <a:gd name="T50" fmla="*/ 71 w 81"/>
                <a:gd name="T51" fmla="*/ 155 h 329"/>
                <a:gd name="T52" fmla="*/ 70 w 81"/>
                <a:gd name="T53" fmla="*/ 132 h 329"/>
                <a:gd name="T54" fmla="*/ 79 w 81"/>
                <a:gd name="T55" fmla="*/ 117 h 329"/>
                <a:gd name="T56" fmla="*/ 80 w 81"/>
                <a:gd name="T57" fmla="*/ 104 h 329"/>
                <a:gd name="T58" fmla="*/ 70 w 81"/>
                <a:gd name="T59" fmla="*/ 67 h 329"/>
                <a:gd name="T60" fmla="*/ 60 w 81"/>
                <a:gd name="T61" fmla="*/ 54 h 329"/>
                <a:gd name="T62" fmla="*/ 58 w 81"/>
                <a:gd name="T63" fmla="*/ 1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329">
                  <a:moveTo>
                    <a:pt x="38" y="5"/>
                  </a:moveTo>
                  <a:cubicBezTo>
                    <a:pt x="38" y="5"/>
                    <a:pt x="33" y="3"/>
                    <a:pt x="30" y="7"/>
                  </a:cubicBezTo>
                  <a:cubicBezTo>
                    <a:pt x="27" y="10"/>
                    <a:pt x="25" y="18"/>
                    <a:pt x="24" y="22"/>
                  </a:cubicBezTo>
                  <a:cubicBezTo>
                    <a:pt x="23" y="26"/>
                    <a:pt x="24" y="37"/>
                    <a:pt x="21" y="39"/>
                  </a:cubicBezTo>
                  <a:cubicBezTo>
                    <a:pt x="16" y="41"/>
                    <a:pt x="21" y="47"/>
                    <a:pt x="17" y="48"/>
                  </a:cubicBezTo>
                  <a:cubicBezTo>
                    <a:pt x="13" y="49"/>
                    <a:pt x="11" y="54"/>
                    <a:pt x="11" y="54"/>
                  </a:cubicBezTo>
                  <a:cubicBezTo>
                    <a:pt x="11" y="54"/>
                    <a:pt x="3" y="52"/>
                    <a:pt x="1" y="57"/>
                  </a:cubicBezTo>
                  <a:cubicBezTo>
                    <a:pt x="0" y="61"/>
                    <a:pt x="1" y="73"/>
                    <a:pt x="2" y="77"/>
                  </a:cubicBezTo>
                  <a:cubicBezTo>
                    <a:pt x="2" y="81"/>
                    <a:pt x="8" y="100"/>
                    <a:pt x="8" y="104"/>
                  </a:cubicBezTo>
                  <a:cubicBezTo>
                    <a:pt x="9" y="107"/>
                    <a:pt x="12" y="110"/>
                    <a:pt x="12" y="110"/>
                  </a:cubicBezTo>
                  <a:cubicBezTo>
                    <a:pt x="12" y="110"/>
                    <a:pt x="12" y="115"/>
                    <a:pt x="10" y="120"/>
                  </a:cubicBezTo>
                  <a:cubicBezTo>
                    <a:pt x="8" y="126"/>
                    <a:pt x="8" y="127"/>
                    <a:pt x="8" y="127"/>
                  </a:cubicBezTo>
                  <a:cubicBezTo>
                    <a:pt x="8" y="127"/>
                    <a:pt x="6" y="140"/>
                    <a:pt x="4" y="145"/>
                  </a:cubicBezTo>
                  <a:cubicBezTo>
                    <a:pt x="3" y="150"/>
                    <a:pt x="3" y="150"/>
                    <a:pt x="6" y="152"/>
                  </a:cubicBezTo>
                  <a:cubicBezTo>
                    <a:pt x="9" y="153"/>
                    <a:pt x="11" y="155"/>
                    <a:pt x="11" y="161"/>
                  </a:cubicBezTo>
                  <a:cubicBezTo>
                    <a:pt x="11" y="166"/>
                    <a:pt x="8" y="185"/>
                    <a:pt x="10" y="204"/>
                  </a:cubicBezTo>
                  <a:cubicBezTo>
                    <a:pt x="12" y="223"/>
                    <a:pt x="12" y="242"/>
                    <a:pt x="12" y="242"/>
                  </a:cubicBezTo>
                  <a:cubicBezTo>
                    <a:pt x="15" y="242"/>
                    <a:pt x="15" y="242"/>
                    <a:pt x="15" y="242"/>
                  </a:cubicBezTo>
                  <a:cubicBezTo>
                    <a:pt x="15" y="242"/>
                    <a:pt x="14" y="256"/>
                    <a:pt x="17" y="268"/>
                  </a:cubicBezTo>
                  <a:cubicBezTo>
                    <a:pt x="21" y="281"/>
                    <a:pt x="24" y="292"/>
                    <a:pt x="24" y="296"/>
                  </a:cubicBezTo>
                  <a:cubicBezTo>
                    <a:pt x="24" y="299"/>
                    <a:pt x="24" y="301"/>
                    <a:pt x="23" y="303"/>
                  </a:cubicBezTo>
                  <a:cubicBezTo>
                    <a:pt x="23" y="305"/>
                    <a:pt x="21" y="308"/>
                    <a:pt x="23" y="313"/>
                  </a:cubicBezTo>
                  <a:cubicBezTo>
                    <a:pt x="25" y="317"/>
                    <a:pt x="26" y="321"/>
                    <a:pt x="26" y="323"/>
                  </a:cubicBezTo>
                  <a:cubicBezTo>
                    <a:pt x="26" y="326"/>
                    <a:pt x="33" y="329"/>
                    <a:pt x="39" y="328"/>
                  </a:cubicBezTo>
                  <a:cubicBezTo>
                    <a:pt x="45" y="328"/>
                    <a:pt x="45" y="324"/>
                    <a:pt x="43" y="321"/>
                  </a:cubicBezTo>
                  <a:cubicBezTo>
                    <a:pt x="41" y="319"/>
                    <a:pt x="39" y="315"/>
                    <a:pt x="37" y="311"/>
                  </a:cubicBezTo>
                  <a:cubicBezTo>
                    <a:pt x="36" y="306"/>
                    <a:pt x="37" y="303"/>
                    <a:pt x="36" y="298"/>
                  </a:cubicBezTo>
                  <a:cubicBezTo>
                    <a:pt x="34" y="293"/>
                    <a:pt x="33" y="289"/>
                    <a:pt x="33" y="277"/>
                  </a:cubicBezTo>
                  <a:cubicBezTo>
                    <a:pt x="33" y="265"/>
                    <a:pt x="33" y="260"/>
                    <a:pt x="33" y="252"/>
                  </a:cubicBezTo>
                  <a:cubicBezTo>
                    <a:pt x="33" y="245"/>
                    <a:pt x="34" y="241"/>
                    <a:pt x="34" y="241"/>
                  </a:cubicBezTo>
                  <a:cubicBezTo>
                    <a:pt x="51" y="240"/>
                    <a:pt x="51" y="240"/>
                    <a:pt x="51" y="240"/>
                  </a:cubicBezTo>
                  <a:cubicBezTo>
                    <a:pt x="51" y="240"/>
                    <a:pt x="49" y="246"/>
                    <a:pt x="48" y="251"/>
                  </a:cubicBezTo>
                  <a:cubicBezTo>
                    <a:pt x="47" y="256"/>
                    <a:pt x="48" y="266"/>
                    <a:pt x="48" y="276"/>
                  </a:cubicBezTo>
                  <a:cubicBezTo>
                    <a:pt x="49" y="286"/>
                    <a:pt x="49" y="296"/>
                    <a:pt x="48" y="298"/>
                  </a:cubicBezTo>
                  <a:cubicBezTo>
                    <a:pt x="46" y="299"/>
                    <a:pt x="44" y="305"/>
                    <a:pt x="45" y="309"/>
                  </a:cubicBezTo>
                  <a:cubicBezTo>
                    <a:pt x="46" y="314"/>
                    <a:pt x="48" y="318"/>
                    <a:pt x="47" y="321"/>
                  </a:cubicBezTo>
                  <a:cubicBezTo>
                    <a:pt x="47" y="323"/>
                    <a:pt x="48" y="323"/>
                    <a:pt x="48" y="323"/>
                  </a:cubicBezTo>
                  <a:cubicBezTo>
                    <a:pt x="51" y="323"/>
                    <a:pt x="51" y="323"/>
                    <a:pt x="51" y="323"/>
                  </a:cubicBezTo>
                  <a:cubicBezTo>
                    <a:pt x="51" y="323"/>
                    <a:pt x="50" y="319"/>
                    <a:pt x="50" y="317"/>
                  </a:cubicBezTo>
                  <a:cubicBezTo>
                    <a:pt x="50" y="315"/>
                    <a:pt x="50" y="314"/>
                    <a:pt x="50" y="314"/>
                  </a:cubicBezTo>
                  <a:cubicBezTo>
                    <a:pt x="50" y="314"/>
                    <a:pt x="54" y="319"/>
                    <a:pt x="54" y="321"/>
                  </a:cubicBezTo>
                  <a:cubicBezTo>
                    <a:pt x="55" y="323"/>
                    <a:pt x="54" y="327"/>
                    <a:pt x="61" y="327"/>
                  </a:cubicBezTo>
                  <a:cubicBezTo>
                    <a:pt x="68" y="328"/>
                    <a:pt x="73" y="328"/>
                    <a:pt x="73" y="326"/>
                  </a:cubicBezTo>
                  <a:cubicBezTo>
                    <a:pt x="74" y="323"/>
                    <a:pt x="72" y="322"/>
                    <a:pt x="69" y="320"/>
                  </a:cubicBezTo>
                  <a:cubicBezTo>
                    <a:pt x="65" y="317"/>
                    <a:pt x="63" y="312"/>
                    <a:pt x="61" y="309"/>
                  </a:cubicBezTo>
                  <a:cubicBezTo>
                    <a:pt x="59" y="306"/>
                    <a:pt x="59" y="300"/>
                    <a:pt x="60" y="294"/>
                  </a:cubicBezTo>
                  <a:cubicBezTo>
                    <a:pt x="61" y="288"/>
                    <a:pt x="68" y="262"/>
                    <a:pt x="68" y="254"/>
                  </a:cubicBezTo>
                  <a:cubicBezTo>
                    <a:pt x="68" y="246"/>
                    <a:pt x="68" y="239"/>
                    <a:pt x="68" y="239"/>
                  </a:cubicBezTo>
                  <a:cubicBezTo>
                    <a:pt x="68" y="239"/>
                    <a:pt x="72" y="239"/>
                    <a:pt x="73" y="239"/>
                  </a:cubicBezTo>
                  <a:cubicBezTo>
                    <a:pt x="75" y="239"/>
                    <a:pt x="73" y="225"/>
                    <a:pt x="73" y="215"/>
                  </a:cubicBezTo>
                  <a:cubicBezTo>
                    <a:pt x="73" y="205"/>
                    <a:pt x="73" y="169"/>
                    <a:pt x="72" y="164"/>
                  </a:cubicBezTo>
                  <a:cubicBezTo>
                    <a:pt x="71" y="158"/>
                    <a:pt x="71" y="155"/>
                    <a:pt x="71" y="155"/>
                  </a:cubicBezTo>
                  <a:cubicBezTo>
                    <a:pt x="71" y="155"/>
                    <a:pt x="74" y="156"/>
                    <a:pt x="73" y="153"/>
                  </a:cubicBezTo>
                  <a:cubicBezTo>
                    <a:pt x="73" y="149"/>
                    <a:pt x="70" y="137"/>
                    <a:pt x="70" y="132"/>
                  </a:cubicBezTo>
                  <a:cubicBezTo>
                    <a:pt x="70" y="128"/>
                    <a:pt x="70" y="123"/>
                    <a:pt x="70" y="123"/>
                  </a:cubicBezTo>
                  <a:cubicBezTo>
                    <a:pt x="70" y="123"/>
                    <a:pt x="79" y="122"/>
                    <a:pt x="79" y="117"/>
                  </a:cubicBezTo>
                  <a:cubicBezTo>
                    <a:pt x="79" y="112"/>
                    <a:pt x="79" y="112"/>
                    <a:pt x="80" y="110"/>
                  </a:cubicBezTo>
                  <a:cubicBezTo>
                    <a:pt x="80" y="109"/>
                    <a:pt x="81" y="107"/>
                    <a:pt x="80" y="104"/>
                  </a:cubicBezTo>
                  <a:cubicBezTo>
                    <a:pt x="79" y="101"/>
                    <a:pt x="77" y="98"/>
                    <a:pt x="75" y="89"/>
                  </a:cubicBezTo>
                  <a:cubicBezTo>
                    <a:pt x="73" y="81"/>
                    <a:pt x="70" y="71"/>
                    <a:pt x="70" y="67"/>
                  </a:cubicBezTo>
                  <a:cubicBezTo>
                    <a:pt x="70" y="64"/>
                    <a:pt x="68" y="63"/>
                    <a:pt x="64" y="61"/>
                  </a:cubicBezTo>
                  <a:cubicBezTo>
                    <a:pt x="60" y="59"/>
                    <a:pt x="64" y="58"/>
                    <a:pt x="60" y="54"/>
                  </a:cubicBezTo>
                  <a:cubicBezTo>
                    <a:pt x="55" y="50"/>
                    <a:pt x="62" y="47"/>
                    <a:pt x="59" y="40"/>
                  </a:cubicBezTo>
                  <a:cubicBezTo>
                    <a:pt x="56" y="33"/>
                    <a:pt x="59" y="22"/>
                    <a:pt x="58" y="16"/>
                  </a:cubicBezTo>
                  <a:cubicBezTo>
                    <a:pt x="57" y="11"/>
                    <a:pt x="50" y="0"/>
                    <a:pt x="38" y="5"/>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3" name="Freeform 661"/>
            <p:cNvSpPr>
              <a:spLocks/>
            </p:cNvSpPr>
            <p:nvPr/>
          </p:nvSpPr>
          <p:spPr bwMode="auto">
            <a:xfrm>
              <a:off x="687" y="641"/>
              <a:ext cx="46" cy="97"/>
            </a:xfrm>
            <a:custGeom>
              <a:avLst/>
              <a:gdLst>
                <a:gd name="T0" fmla="*/ 18 w 24"/>
                <a:gd name="T1" fmla="*/ 3 h 51"/>
                <a:gd name="T2" fmla="*/ 24 w 24"/>
                <a:gd name="T3" fmla="*/ 11 h 51"/>
                <a:gd name="T4" fmla="*/ 21 w 24"/>
                <a:gd name="T5" fmla="*/ 15 h 51"/>
                <a:gd name="T6" fmla="*/ 21 w 24"/>
                <a:gd name="T7" fmla="*/ 26 h 51"/>
                <a:gd name="T8" fmla="*/ 20 w 24"/>
                <a:gd name="T9" fmla="*/ 46 h 51"/>
                <a:gd name="T10" fmla="*/ 20 w 24"/>
                <a:gd name="T11" fmla="*/ 51 h 51"/>
                <a:gd name="T12" fmla="*/ 15 w 24"/>
                <a:gd name="T13" fmla="*/ 34 h 51"/>
                <a:gd name="T14" fmla="*/ 6 w 24"/>
                <a:gd name="T15" fmla="*/ 14 h 51"/>
                <a:gd name="T16" fmla="*/ 0 w 24"/>
                <a:gd name="T17" fmla="*/ 3 h 51"/>
                <a:gd name="T18" fmla="*/ 2 w 24"/>
                <a:gd name="T19" fmla="*/ 0 h 51"/>
                <a:gd name="T20" fmla="*/ 8 w 24"/>
                <a:gd name="T21" fmla="*/ 5 h 51"/>
                <a:gd name="T22" fmla="*/ 14 w 24"/>
                <a:gd name="T23" fmla="*/ 9 h 51"/>
                <a:gd name="T24" fmla="*/ 10 w 24"/>
                <a:gd name="T25" fmla="*/ 16 h 51"/>
                <a:gd name="T26" fmla="*/ 15 w 24"/>
                <a:gd name="T27" fmla="*/ 25 h 51"/>
                <a:gd name="T28" fmla="*/ 15 w 24"/>
                <a:gd name="T29" fmla="*/ 16 h 51"/>
                <a:gd name="T30" fmla="*/ 18 w 24"/>
                <a:gd name="T31"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51">
                  <a:moveTo>
                    <a:pt x="18" y="3"/>
                  </a:moveTo>
                  <a:cubicBezTo>
                    <a:pt x="24" y="11"/>
                    <a:pt x="24" y="11"/>
                    <a:pt x="24" y="11"/>
                  </a:cubicBezTo>
                  <a:cubicBezTo>
                    <a:pt x="24" y="11"/>
                    <a:pt x="22" y="15"/>
                    <a:pt x="21" y="15"/>
                  </a:cubicBezTo>
                  <a:cubicBezTo>
                    <a:pt x="20" y="16"/>
                    <a:pt x="21" y="20"/>
                    <a:pt x="21" y="26"/>
                  </a:cubicBezTo>
                  <a:cubicBezTo>
                    <a:pt x="21" y="32"/>
                    <a:pt x="21" y="44"/>
                    <a:pt x="20" y="46"/>
                  </a:cubicBezTo>
                  <a:cubicBezTo>
                    <a:pt x="20" y="49"/>
                    <a:pt x="20" y="51"/>
                    <a:pt x="20" y="51"/>
                  </a:cubicBezTo>
                  <a:cubicBezTo>
                    <a:pt x="20" y="51"/>
                    <a:pt x="17" y="41"/>
                    <a:pt x="15" y="34"/>
                  </a:cubicBezTo>
                  <a:cubicBezTo>
                    <a:pt x="13" y="27"/>
                    <a:pt x="8" y="18"/>
                    <a:pt x="6" y="14"/>
                  </a:cubicBezTo>
                  <a:cubicBezTo>
                    <a:pt x="3" y="9"/>
                    <a:pt x="0" y="3"/>
                    <a:pt x="0" y="3"/>
                  </a:cubicBezTo>
                  <a:cubicBezTo>
                    <a:pt x="2" y="0"/>
                    <a:pt x="2" y="0"/>
                    <a:pt x="2" y="0"/>
                  </a:cubicBezTo>
                  <a:cubicBezTo>
                    <a:pt x="2" y="0"/>
                    <a:pt x="5" y="3"/>
                    <a:pt x="8" y="5"/>
                  </a:cubicBezTo>
                  <a:cubicBezTo>
                    <a:pt x="11" y="8"/>
                    <a:pt x="14" y="9"/>
                    <a:pt x="14" y="9"/>
                  </a:cubicBezTo>
                  <a:cubicBezTo>
                    <a:pt x="14" y="9"/>
                    <a:pt x="8" y="12"/>
                    <a:pt x="10" y="16"/>
                  </a:cubicBezTo>
                  <a:cubicBezTo>
                    <a:pt x="12" y="20"/>
                    <a:pt x="14" y="21"/>
                    <a:pt x="15" y="25"/>
                  </a:cubicBezTo>
                  <a:cubicBezTo>
                    <a:pt x="15" y="29"/>
                    <a:pt x="14" y="20"/>
                    <a:pt x="15" y="16"/>
                  </a:cubicBezTo>
                  <a:cubicBezTo>
                    <a:pt x="17" y="13"/>
                    <a:pt x="20" y="15"/>
                    <a:pt x="18"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4" name="Freeform 662"/>
            <p:cNvSpPr>
              <a:spLocks/>
            </p:cNvSpPr>
            <p:nvPr/>
          </p:nvSpPr>
          <p:spPr bwMode="auto">
            <a:xfrm>
              <a:off x="727" y="786"/>
              <a:ext cx="6" cy="10"/>
            </a:xfrm>
            <a:custGeom>
              <a:avLst/>
              <a:gdLst>
                <a:gd name="T0" fmla="*/ 2 w 6"/>
                <a:gd name="T1" fmla="*/ 0 h 10"/>
                <a:gd name="T2" fmla="*/ 6 w 6"/>
                <a:gd name="T3" fmla="*/ 10 h 10"/>
                <a:gd name="T4" fmla="*/ 0 w 6"/>
                <a:gd name="T5" fmla="*/ 10 h 10"/>
                <a:gd name="T6" fmla="*/ 2 w 6"/>
                <a:gd name="T7" fmla="*/ 0 h 10"/>
              </a:gdLst>
              <a:ahLst/>
              <a:cxnLst>
                <a:cxn ang="0">
                  <a:pos x="T0" y="T1"/>
                </a:cxn>
                <a:cxn ang="0">
                  <a:pos x="T2" y="T3"/>
                </a:cxn>
                <a:cxn ang="0">
                  <a:pos x="T4" y="T5"/>
                </a:cxn>
                <a:cxn ang="0">
                  <a:pos x="T6" y="T7"/>
                </a:cxn>
              </a:cxnLst>
              <a:rect l="0" t="0" r="r" b="b"/>
              <a:pathLst>
                <a:path w="6" h="10">
                  <a:moveTo>
                    <a:pt x="2" y="0"/>
                  </a:moveTo>
                  <a:lnTo>
                    <a:pt x="6" y="10"/>
                  </a:lnTo>
                  <a:lnTo>
                    <a:pt x="0" y="1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5" name="Freeform 663"/>
            <p:cNvSpPr>
              <a:spLocks/>
            </p:cNvSpPr>
            <p:nvPr/>
          </p:nvSpPr>
          <p:spPr bwMode="auto">
            <a:xfrm>
              <a:off x="2643" y="551"/>
              <a:ext cx="155" cy="630"/>
            </a:xfrm>
            <a:custGeom>
              <a:avLst/>
              <a:gdLst>
                <a:gd name="T0" fmla="*/ 30 w 81"/>
                <a:gd name="T1" fmla="*/ 7 h 329"/>
                <a:gd name="T2" fmla="*/ 21 w 81"/>
                <a:gd name="T3" fmla="*/ 39 h 329"/>
                <a:gd name="T4" fmla="*/ 11 w 81"/>
                <a:gd name="T5" fmla="*/ 54 h 329"/>
                <a:gd name="T6" fmla="*/ 2 w 81"/>
                <a:gd name="T7" fmla="*/ 77 h 329"/>
                <a:gd name="T8" fmla="*/ 12 w 81"/>
                <a:gd name="T9" fmla="*/ 110 h 329"/>
                <a:gd name="T10" fmla="*/ 8 w 81"/>
                <a:gd name="T11" fmla="*/ 127 h 329"/>
                <a:gd name="T12" fmla="*/ 6 w 81"/>
                <a:gd name="T13" fmla="*/ 152 h 329"/>
                <a:gd name="T14" fmla="*/ 10 w 81"/>
                <a:gd name="T15" fmla="*/ 204 h 329"/>
                <a:gd name="T16" fmla="*/ 15 w 81"/>
                <a:gd name="T17" fmla="*/ 242 h 329"/>
                <a:gd name="T18" fmla="*/ 24 w 81"/>
                <a:gd name="T19" fmla="*/ 296 h 329"/>
                <a:gd name="T20" fmla="*/ 23 w 81"/>
                <a:gd name="T21" fmla="*/ 313 h 329"/>
                <a:gd name="T22" fmla="*/ 39 w 81"/>
                <a:gd name="T23" fmla="*/ 328 h 329"/>
                <a:gd name="T24" fmla="*/ 37 w 81"/>
                <a:gd name="T25" fmla="*/ 311 h 329"/>
                <a:gd name="T26" fmla="*/ 33 w 81"/>
                <a:gd name="T27" fmla="*/ 277 h 329"/>
                <a:gd name="T28" fmla="*/ 34 w 81"/>
                <a:gd name="T29" fmla="*/ 241 h 329"/>
                <a:gd name="T30" fmla="*/ 48 w 81"/>
                <a:gd name="T31" fmla="*/ 251 h 329"/>
                <a:gd name="T32" fmla="*/ 48 w 81"/>
                <a:gd name="T33" fmla="*/ 298 h 329"/>
                <a:gd name="T34" fmla="*/ 47 w 81"/>
                <a:gd name="T35" fmla="*/ 321 h 329"/>
                <a:gd name="T36" fmla="*/ 51 w 81"/>
                <a:gd name="T37" fmla="*/ 323 h 329"/>
                <a:gd name="T38" fmla="*/ 50 w 81"/>
                <a:gd name="T39" fmla="*/ 314 h 329"/>
                <a:gd name="T40" fmla="*/ 61 w 81"/>
                <a:gd name="T41" fmla="*/ 327 h 329"/>
                <a:gd name="T42" fmla="*/ 69 w 81"/>
                <a:gd name="T43" fmla="*/ 320 h 329"/>
                <a:gd name="T44" fmla="*/ 60 w 81"/>
                <a:gd name="T45" fmla="*/ 294 h 329"/>
                <a:gd name="T46" fmla="*/ 68 w 81"/>
                <a:gd name="T47" fmla="*/ 239 h 329"/>
                <a:gd name="T48" fmla="*/ 73 w 81"/>
                <a:gd name="T49" fmla="*/ 215 h 329"/>
                <a:gd name="T50" fmla="*/ 71 w 81"/>
                <a:gd name="T51" fmla="*/ 155 h 329"/>
                <a:gd name="T52" fmla="*/ 70 w 81"/>
                <a:gd name="T53" fmla="*/ 132 h 329"/>
                <a:gd name="T54" fmla="*/ 79 w 81"/>
                <a:gd name="T55" fmla="*/ 117 h 329"/>
                <a:gd name="T56" fmla="*/ 80 w 81"/>
                <a:gd name="T57" fmla="*/ 104 h 329"/>
                <a:gd name="T58" fmla="*/ 70 w 81"/>
                <a:gd name="T59" fmla="*/ 67 h 329"/>
                <a:gd name="T60" fmla="*/ 60 w 81"/>
                <a:gd name="T61" fmla="*/ 54 h 329"/>
                <a:gd name="T62" fmla="*/ 58 w 81"/>
                <a:gd name="T63" fmla="*/ 1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329">
                  <a:moveTo>
                    <a:pt x="38" y="5"/>
                  </a:moveTo>
                  <a:cubicBezTo>
                    <a:pt x="38" y="5"/>
                    <a:pt x="33" y="3"/>
                    <a:pt x="30" y="7"/>
                  </a:cubicBezTo>
                  <a:cubicBezTo>
                    <a:pt x="27" y="10"/>
                    <a:pt x="25" y="18"/>
                    <a:pt x="24" y="22"/>
                  </a:cubicBezTo>
                  <a:cubicBezTo>
                    <a:pt x="23" y="26"/>
                    <a:pt x="24" y="37"/>
                    <a:pt x="21" y="39"/>
                  </a:cubicBezTo>
                  <a:cubicBezTo>
                    <a:pt x="16" y="41"/>
                    <a:pt x="21" y="47"/>
                    <a:pt x="17" y="48"/>
                  </a:cubicBezTo>
                  <a:cubicBezTo>
                    <a:pt x="13" y="49"/>
                    <a:pt x="11" y="54"/>
                    <a:pt x="11" y="54"/>
                  </a:cubicBezTo>
                  <a:cubicBezTo>
                    <a:pt x="11" y="54"/>
                    <a:pt x="3" y="52"/>
                    <a:pt x="1" y="57"/>
                  </a:cubicBezTo>
                  <a:cubicBezTo>
                    <a:pt x="0" y="61"/>
                    <a:pt x="1" y="73"/>
                    <a:pt x="2" y="77"/>
                  </a:cubicBezTo>
                  <a:cubicBezTo>
                    <a:pt x="2" y="81"/>
                    <a:pt x="8" y="100"/>
                    <a:pt x="8" y="104"/>
                  </a:cubicBezTo>
                  <a:cubicBezTo>
                    <a:pt x="9" y="107"/>
                    <a:pt x="12" y="110"/>
                    <a:pt x="12" y="110"/>
                  </a:cubicBezTo>
                  <a:cubicBezTo>
                    <a:pt x="12" y="110"/>
                    <a:pt x="12" y="115"/>
                    <a:pt x="10" y="120"/>
                  </a:cubicBezTo>
                  <a:cubicBezTo>
                    <a:pt x="8" y="126"/>
                    <a:pt x="8" y="127"/>
                    <a:pt x="8" y="127"/>
                  </a:cubicBezTo>
                  <a:cubicBezTo>
                    <a:pt x="8" y="127"/>
                    <a:pt x="6" y="140"/>
                    <a:pt x="4" y="145"/>
                  </a:cubicBezTo>
                  <a:cubicBezTo>
                    <a:pt x="3" y="150"/>
                    <a:pt x="3" y="150"/>
                    <a:pt x="6" y="152"/>
                  </a:cubicBezTo>
                  <a:cubicBezTo>
                    <a:pt x="9" y="153"/>
                    <a:pt x="11" y="155"/>
                    <a:pt x="11" y="161"/>
                  </a:cubicBezTo>
                  <a:cubicBezTo>
                    <a:pt x="11" y="166"/>
                    <a:pt x="8" y="185"/>
                    <a:pt x="10" y="204"/>
                  </a:cubicBezTo>
                  <a:cubicBezTo>
                    <a:pt x="12" y="223"/>
                    <a:pt x="12" y="242"/>
                    <a:pt x="12" y="242"/>
                  </a:cubicBezTo>
                  <a:cubicBezTo>
                    <a:pt x="15" y="242"/>
                    <a:pt x="15" y="242"/>
                    <a:pt x="15" y="242"/>
                  </a:cubicBezTo>
                  <a:cubicBezTo>
                    <a:pt x="15" y="242"/>
                    <a:pt x="14" y="256"/>
                    <a:pt x="17" y="268"/>
                  </a:cubicBezTo>
                  <a:cubicBezTo>
                    <a:pt x="21" y="281"/>
                    <a:pt x="24" y="292"/>
                    <a:pt x="24" y="296"/>
                  </a:cubicBezTo>
                  <a:cubicBezTo>
                    <a:pt x="24" y="299"/>
                    <a:pt x="24" y="301"/>
                    <a:pt x="23" y="303"/>
                  </a:cubicBezTo>
                  <a:cubicBezTo>
                    <a:pt x="23" y="305"/>
                    <a:pt x="21" y="308"/>
                    <a:pt x="23" y="313"/>
                  </a:cubicBezTo>
                  <a:cubicBezTo>
                    <a:pt x="25" y="317"/>
                    <a:pt x="25" y="321"/>
                    <a:pt x="25" y="323"/>
                  </a:cubicBezTo>
                  <a:cubicBezTo>
                    <a:pt x="25" y="326"/>
                    <a:pt x="33" y="329"/>
                    <a:pt x="39" y="328"/>
                  </a:cubicBezTo>
                  <a:cubicBezTo>
                    <a:pt x="45" y="328"/>
                    <a:pt x="44" y="324"/>
                    <a:pt x="43" y="321"/>
                  </a:cubicBezTo>
                  <a:cubicBezTo>
                    <a:pt x="41" y="319"/>
                    <a:pt x="39" y="315"/>
                    <a:pt x="37" y="311"/>
                  </a:cubicBezTo>
                  <a:cubicBezTo>
                    <a:pt x="36" y="306"/>
                    <a:pt x="37" y="303"/>
                    <a:pt x="36" y="298"/>
                  </a:cubicBezTo>
                  <a:cubicBezTo>
                    <a:pt x="34" y="293"/>
                    <a:pt x="33" y="289"/>
                    <a:pt x="33" y="277"/>
                  </a:cubicBezTo>
                  <a:cubicBezTo>
                    <a:pt x="33" y="265"/>
                    <a:pt x="33" y="260"/>
                    <a:pt x="33" y="252"/>
                  </a:cubicBezTo>
                  <a:cubicBezTo>
                    <a:pt x="33" y="245"/>
                    <a:pt x="34" y="241"/>
                    <a:pt x="34" y="241"/>
                  </a:cubicBezTo>
                  <a:cubicBezTo>
                    <a:pt x="51" y="240"/>
                    <a:pt x="51" y="240"/>
                    <a:pt x="51" y="240"/>
                  </a:cubicBezTo>
                  <a:cubicBezTo>
                    <a:pt x="51" y="240"/>
                    <a:pt x="49" y="246"/>
                    <a:pt x="48" y="251"/>
                  </a:cubicBezTo>
                  <a:cubicBezTo>
                    <a:pt x="47" y="256"/>
                    <a:pt x="48" y="266"/>
                    <a:pt x="48" y="276"/>
                  </a:cubicBezTo>
                  <a:cubicBezTo>
                    <a:pt x="49" y="286"/>
                    <a:pt x="49" y="296"/>
                    <a:pt x="48" y="298"/>
                  </a:cubicBezTo>
                  <a:cubicBezTo>
                    <a:pt x="46" y="299"/>
                    <a:pt x="44" y="305"/>
                    <a:pt x="45" y="309"/>
                  </a:cubicBezTo>
                  <a:cubicBezTo>
                    <a:pt x="46" y="314"/>
                    <a:pt x="48" y="318"/>
                    <a:pt x="47" y="321"/>
                  </a:cubicBezTo>
                  <a:cubicBezTo>
                    <a:pt x="47" y="323"/>
                    <a:pt x="48" y="323"/>
                    <a:pt x="48" y="323"/>
                  </a:cubicBezTo>
                  <a:cubicBezTo>
                    <a:pt x="51" y="323"/>
                    <a:pt x="51" y="323"/>
                    <a:pt x="51" y="323"/>
                  </a:cubicBezTo>
                  <a:cubicBezTo>
                    <a:pt x="51" y="323"/>
                    <a:pt x="50" y="319"/>
                    <a:pt x="50" y="317"/>
                  </a:cubicBezTo>
                  <a:cubicBezTo>
                    <a:pt x="50" y="315"/>
                    <a:pt x="50" y="314"/>
                    <a:pt x="50" y="314"/>
                  </a:cubicBezTo>
                  <a:cubicBezTo>
                    <a:pt x="50" y="314"/>
                    <a:pt x="54" y="319"/>
                    <a:pt x="54" y="321"/>
                  </a:cubicBezTo>
                  <a:cubicBezTo>
                    <a:pt x="55" y="323"/>
                    <a:pt x="54" y="327"/>
                    <a:pt x="61" y="327"/>
                  </a:cubicBezTo>
                  <a:cubicBezTo>
                    <a:pt x="68" y="328"/>
                    <a:pt x="73" y="328"/>
                    <a:pt x="73" y="326"/>
                  </a:cubicBezTo>
                  <a:cubicBezTo>
                    <a:pt x="74" y="323"/>
                    <a:pt x="72" y="322"/>
                    <a:pt x="69" y="320"/>
                  </a:cubicBezTo>
                  <a:cubicBezTo>
                    <a:pt x="65" y="317"/>
                    <a:pt x="63" y="312"/>
                    <a:pt x="61" y="309"/>
                  </a:cubicBezTo>
                  <a:cubicBezTo>
                    <a:pt x="59" y="306"/>
                    <a:pt x="59" y="300"/>
                    <a:pt x="60" y="294"/>
                  </a:cubicBezTo>
                  <a:cubicBezTo>
                    <a:pt x="61" y="288"/>
                    <a:pt x="68" y="262"/>
                    <a:pt x="68" y="254"/>
                  </a:cubicBezTo>
                  <a:cubicBezTo>
                    <a:pt x="68" y="246"/>
                    <a:pt x="68" y="239"/>
                    <a:pt x="68" y="239"/>
                  </a:cubicBezTo>
                  <a:cubicBezTo>
                    <a:pt x="68" y="239"/>
                    <a:pt x="72" y="239"/>
                    <a:pt x="73" y="239"/>
                  </a:cubicBezTo>
                  <a:cubicBezTo>
                    <a:pt x="75" y="239"/>
                    <a:pt x="73" y="225"/>
                    <a:pt x="73" y="215"/>
                  </a:cubicBezTo>
                  <a:cubicBezTo>
                    <a:pt x="73" y="205"/>
                    <a:pt x="73" y="169"/>
                    <a:pt x="72" y="164"/>
                  </a:cubicBezTo>
                  <a:cubicBezTo>
                    <a:pt x="71" y="158"/>
                    <a:pt x="71" y="155"/>
                    <a:pt x="71" y="155"/>
                  </a:cubicBezTo>
                  <a:cubicBezTo>
                    <a:pt x="71" y="155"/>
                    <a:pt x="74" y="156"/>
                    <a:pt x="73" y="153"/>
                  </a:cubicBezTo>
                  <a:cubicBezTo>
                    <a:pt x="73" y="149"/>
                    <a:pt x="70" y="137"/>
                    <a:pt x="70" y="132"/>
                  </a:cubicBezTo>
                  <a:cubicBezTo>
                    <a:pt x="70" y="128"/>
                    <a:pt x="70" y="123"/>
                    <a:pt x="70" y="123"/>
                  </a:cubicBezTo>
                  <a:cubicBezTo>
                    <a:pt x="70" y="123"/>
                    <a:pt x="79" y="122"/>
                    <a:pt x="79" y="117"/>
                  </a:cubicBezTo>
                  <a:cubicBezTo>
                    <a:pt x="79" y="112"/>
                    <a:pt x="79" y="112"/>
                    <a:pt x="80" y="110"/>
                  </a:cubicBezTo>
                  <a:cubicBezTo>
                    <a:pt x="80" y="109"/>
                    <a:pt x="81" y="107"/>
                    <a:pt x="80" y="104"/>
                  </a:cubicBezTo>
                  <a:cubicBezTo>
                    <a:pt x="79" y="101"/>
                    <a:pt x="77" y="98"/>
                    <a:pt x="75" y="89"/>
                  </a:cubicBezTo>
                  <a:cubicBezTo>
                    <a:pt x="73" y="81"/>
                    <a:pt x="70" y="71"/>
                    <a:pt x="70" y="67"/>
                  </a:cubicBezTo>
                  <a:cubicBezTo>
                    <a:pt x="70" y="64"/>
                    <a:pt x="68" y="63"/>
                    <a:pt x="64" y="61"/>
                  </a:cubicBezTo>
                  <a:cubicBezTo>
                    <a:pt x="60" y="59"/>
                    <a:pt x="64" y="58"/>
                    <a:pt x="60" y="54"/>
                  </a:cubicBezTo>
                  <a:cubicBezTo>
                    <a:pt x="55" y="50"/>
                    <a:pt x="62" y="47"/>
                    <a:pt x="59" y="40"/>
                  </a:cubicBezTo>
                  <a:cubicBezTo>
                    <a:pt x="56" y="33"/>
                    <a:pt x="59" y="22"/>
                    <a:pt x="58" y="16"/>
                  </a:cubicBezTo>
                  <a:cubicBezTo>
                    <a:pt x="57" y="11"/>
                    <a:pt x="50" y="0"/>
                    <a:pt x="38" y="5"/>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6" name="Freeform 664"/>
            <p:cNvSpPr>
              <a:spLocks/>
            </p:cNvSpPr>
            <p:nvPr/>
          </p:nvSpPr>
          <p:spPr bwMode="auto">
            <a:xfrm>
              <a:off x="2696" y="641"/>
              <a:ext cx="46" cy="97"/>
            </a:xfrm>
            <a:custGeom>
              <a:avLst/>
              <a:gdLst>
                <a:gd name="T0" fmla="*/ 18 w 24"/>
                <a:gd name="T1" fmla="*/ 3 h 51"/>
                <a:gd name="T2" fmla="*/ 24 w 24"/>
                <a:gd name="T3" fmla="*/ 11 h 51"/>
                <a:gd name="T4" fmla="*/ 21 w 24"/>
                <a:gd name="T5" fmla="*/ 15 h 51"/>
                <a:gd name="T6" fmla="*/ 21 w 24"/>
                <a:gd name="T7" fmla="*/ 26 h 51"/>
                <a:gd name="T8" fmla="*/ 20 w 24"/>
                <a:gd name="T9" fmla="*/ 46 h 51"/>
                <a:gd name="T10" fmla="*/ 20 w 24"/>
                <a:gd name="T11" fmla="*/ 51 h 51"/>
                <a:gd name="T12" fmla="*/ 15 w 24"/>
                <a:gd name="T13" fmla="*/ 34 h 51"/>
                <a:gd name="T14" fmla="*/ 6 w 24"/>
                <a:gd name="T15" fmla="*/ 14 h 51"/>
                <a:gd name="T16" fmla="*/ 0 w 24"/>
                <a:gd name="T17" fmla="*/ 3 h 51"/>
                <a:gd name="T18" fmla="*/ 2 w 24"/>
                <a:gd name="T19" fmla="*/ 0 h 51"/>
                <a:gd name="T20" fmla="*/ 8 w 24"/>
                <a:gd name="T21" fmla="*/ 5 h 51"/>
                <a:gd name="T22" fmla="*/ 14 w 24"/>
                <a:gd name="T23" fmla="*/ 9 h 51"/>
                <a:gd name="T24" fmla="*/ 10 w 24"/>
                <a:gd name="T25" fmla="*/ 16 h 51"/>
                <a:gd name="T26" fmla="*/ 15 w 24"/>
                <a:gd name="T27" fmla="*/ 25 h 51"/>
                <a:gd name="T28" fmla="*/ 15 w 24"/>
                <a:gd name="T29" fmla="*/ 16 h 51"/>
                <a:gd name="T30" fmla="*/ 18 w 24"/>
                <a:gd name="T31"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51">
                  <a:moveTo>
                    <a:pt x="18" y="3"/>
                  </a:moveTo>
                  <a:cubicBezTo>
                    <a:pt x="24" y="11"/>
                    <a:pt x="24" y="11"/>
                    <a:pt x="24" y="11"/>
                  </a:cubicBezTo>
                  <a:cubicBezTo>
                    <a:pt x="24" y="11"/>
                    <a:pt x="22" y="15"/>
                    <a:pt x="21" y="15"/>
                  </a:cubicBezTo>
                  <a:cubicBezTo>
                    <a:pt x="20" y="16"/>
                    <a:pt x="21" y="20"/>
                    <a:pt x="21" y="26"/>
                  </a:cubicBezTo>
                  <a:cubicBezTo>
                    <a:pt x="21" y="32"/>
                    <a:pt x="21" y="44"/>
                    <a:pt x="20" y="46"/>
                  </a:cubicBezTo>
                  <a:cubicBezTo>
                    <a:pt x="20" y="49"/>
                    <a:pt x="20" y="51"/>
                    <a:pt x="20" y="51"/>
                  </a:cubicBezTo>
                  <a:cubicBezTo>
                    <a:pt x="20" y="51"/>
                    <a:pt x="17" y="41"/>
                    <a:pt x="15" y="34"/>
                  </a:cubicBezTo>
                  <a:cubicBezTo>
                    <a:pt x="13" y="27"/>
                    <a:pt x="8" y="18"/>
                    <a:pt x="6" y="14"/>
                  </a:cubicBezTo>
                  <a:cubicBezTo>
                    <a:pt x="3" y="9"/>
                    <a:pt x="0" y="3"/>
                    <a:pt x="0" y="3"/>
                  </a:cubicBezTo>
                  <a:cubicBezTo>
                    <a:pt x="2" y="0"/>
                    <a:pt x="2" y="0"/>
                    <a:pt x="2" y="0"/>
                  </a:cubicBezTo>
                  <a:cubicBezTo>
                    <a:pt x="2" y="0"/>
                    <a:pt x="5" y="3"/>
                    <a:pt x="8" y="5"/>
                  </a:cubicBezTo>
                  <a:cubicBezTo>
                    <a:pt x="10" y="8"/>
                    <a:pt x="14" y="9"/>
                    <a:pt x="14" y="9"/>
                  </a:cubicBezTo>
                  <a:cubicBezTo>
                    <a:pt x="14" y="9"/>
                    <a:pt x="8" y="12"/>
                    <a:pt x="10" y="16"/>
                  </a:cubicBezTo>
                  <a:cubicBezTo>
                    <a:pt x="12" y="20"/>
                    <a:pt x="14" y="21"/>
                    <a:pt x="15" y="25"/>
                  </a:cubicBezTo>
                  <a:cubicBezTo>
                    <a:pt x="15" y="29"/>
                    <a:pt x="14" y="20"/>
                    <a:pt x="15" y="16"/>
                  </a:cubicBezTo>
                  <a:cubicBezTo>
                    <a:pt x="16" y="13"/>
                    <a:pt x="20" y="15"/>
                    <a:pt x="18"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7" name="Freeform 665"/>
            <p:cNvSpPr>
              <a:spLocks/>
            </p:cNvSpPr>
            <p:nvPr/>
          </p:nvSpPr>
          <p:spPr bwMode="auto">
            <a:xfrm>
              <a:off x="2737" y="786"/>
              <a:ext cx="5" cy="10"/>
            </a:xfrm>
            <a:custGeom>
              <a:avLst/>
              <a:gdLst>
                <a:gd name="T0" fmla="*/ 1 w 5"/>
                <a:gd name="T1" fmla="*/ 0 h 10"/>
                <a:gd name="T2" fmla="*/ 5 w 5"/>
                <a:gd name="T3" fmla="*/ 10 h 10"/>
                <a:gd name="T4" fmla="*/ 0 w 5"/>
                <a:gd name="T5" fmla="*/ 10 h 10"/>
                <a:gd name="T6" fmla="*/ 1 w 5"/>
                <a:gd name="T7" fmla="*/ 0 h 10"/>
              </a:gdLst>
              <a:ahLst/>
              <a:cxnLst>
                <a:cxn ang="0">
                  <a:pos x="T0" y="T1"/>
                </a:cxn>
                <a:cxn ang="0">
                  <a:pos x="T2" y="T3"/>
                </a:cxn>
                <a:cxn ang="0">
                  <a:pos x="T4" y="T5"/>
                </a:cxn>
                <a:cxn ang="0">
                  <a:pos x="T6" y="T7"/>
                </a:cxn>
              </a:cxnLst>
              <a:rect l="0" t="0" r="r" b="b"/>
              <a:pathLst>
                <a:path w="5" h="10">
                  <a:moveTo>
                    <a:pt x="1" y="0"/>
                  </a:moveTo>
                  <a:lnTo>
                    <a:pt x="5" y="10"/>
                  </a:lnTo>
                  <a:lnTo>
                    <a:pt x="0" y="1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8" name="Freeform 666"/>
            <p:cNvSpPr>
              <a:spLocks/>
            </p:cNvSpPr>
            <p:nvPr/>
          </p:nvSpPr>
          <p:spPr bwMode="auto">
            <a:xfrm>
              <a:off x="4701" y="551"/>
              <a:ext cx="154" cy="630"/>
            </a:xfrm>
            <a:custGeom>
              <a:avLst/>
              <a:gdLst>
                <a:gd name="T0" fmla="*/ 51 w 81"/>
                <a:gd name="T1" fmla="*/ 7 h 329"/>
                <a:gd name="T2" fmla="*/ 60 w 81"/>
                <a:gd name="T3" fmla="*/ 39 h 329"/>
                <a:gd name="T4" fmla="*/ 69 w 81"/>
                <a:gd name="T5" fmla="*/ 54 h 329"/>
                <a:gd name="T6" fmla="*/ 79 w 81"/>
                <a:gd name="T7" fmla="*/ 77 h 329"/>
                <a:gd name="T8" fmla="*/ 69 w 81"/>
                <a:gd name="T9" fmla="*/ 110 h 329"/>
                <a:gd name="T10" fmla="*/ 72 w 81"/>
                <a:gd name="T11" fmla="*/ 127 h 329"/>
                <a:gd name="T12" fmla="*/ 75 w 81"/>
                <a:gd name="T13" fmla="*/ 152 h 329"/>
                <a:gd name="T14" fmla="*/ 71 w 81"/>
                <a:gd name="T15" fmla="*/ 204 h 329"/>
                <a:gd name="T16" fmla="*/ 66 w 81"/>
                <a:gd name="T17" fmla="*/ 242 h 329"/>
                <a:gd name="T18" fmla="*/ 57 w 81"/>
                <a:gd name="T19" fmla="*/ 296 h 329"/>
                <a:gd name="T20" fmla="*/ 58 w 81"/>
                <a:gd name="T21" fmla="*/ 313 h 329"/>
                <a:gd name="T22" fmla="*/ 42 w 81"/>
                <a:gd name="T23" fmla="*/ 328 h 329"/>
                <a:gd name="T24" fmla="*/ 43 w 81"/>
                <a:gd name="T25" fmla="*/ 311 h 329"/>
                <a:gd name="T26" fmla="*/ 47 w 81"/>
                <a:gd name="T27" fmla="*/ 277 h 329"/>
                <a:gd name="T28" fmla="*/ 47 w 81"/>
                <a:gd name="T29" fmla="*/ 241 h 329"/>
                <a:gd name="T30" fmla="*/ 32 w 81"/>
                <a:gd name="T31" fmla="*/ 251 h 329"/>
                <a:gd name="T32" fmla="*/ 33 w 81"/>
                <a:gd name="T33" fmla="*/ 298 h 329"/>
                <a:gd name="T34" fmla="*/ 33 w 81"/>
                <a:gd name="T35" fmla="*/ 321 h 329"/>
                <a:gd name="T36" fmla="*/ 30 w 81"/>
                <a:gd name="T37" fmla="*/ 323 h 329"/>
                <a:gd name="T38" fmla="*/ 30 w 81"/>
                <a:gd name="T39" fmla="*/ 314 h 329"/>
                <a:gd name="T40" fmla="*/ 19 w 81"/>
                <a:gd name="T41" fmla="*/ 327 h 329"/>
                <a:gd name="T42" fmla="*/ 12 w 81"/>
                <a:gd name="T43" fmla="*/ 320 h 329"/>
                <a:gd name="T44" fmla="*/ 21 w 81"/>
                <a:gd name="T45" fmla="*/ 294 h 329"/>
                <a:gd name="T46" fmla="*/ 13 w 81"/>
                <a:gd name="T47" fmla="*/ 239 h 329"/>
                <a:gd name="T48" fmla="*/ 7 w 81"/>
                <a:gd name="T49" fmla="*/ 215 h 329"/>
                <a:gd name="T50" fmla="*/ 10 w 81"/>
                <a:gd name="T51" fmla="*/ 155 h 329"/>
                <a:gd name="T52" fmla="*/ 11 w 81"/>
                <a:gd name="T53" fmla="*/ 132 h 329"/>
                <a:gd name="T54" fmla="*/ 2 w 81"/>
                <a:gd name="T55" fmla="*/ 117 h 329"/>
                <a:gd name="T56" fmla="*/ 1 w 81"/>
                <a:gd name="T57" fmla="*/ 104 h 329"/>
                <a:gd name="T58" fmla="*/ 11 w 81"/>
                <a:gd name="T59" fmla="*/ 67 h 329"/>
                <a:gd name="T60" fmla="*/ 21 w 81"/>
                <a:gd name="T61" fmla="*/ 54 h 329"/>
                <a:gd name="T62" fmla="*/ 23 w 81"/>
                <a:gd name="T63" fmla="*/ 1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329">
                  <a:moveTo>
                    <a:pt x="42" y="5"/>
                  </a:moveTo>
                  <a:cubicBezTo>
                    <a:pt x="42" y="5"/>
                    <a:pt x="48" y="3"/>
                    <a:pt x="51" y="7"/>
                  </a:cubicBezTo>
                  <a:cubicBezTo>
                    <a:pt x="53" y="10"/>
                    <a:pt x="56" y="18"/>
                    <a:pt x="57" y="22"/>
                  </a:cubicBezTo>
                  <a:cubicBezTo>
                    <a:pt x="58" y="26"/>
                    <a:pt x="57" y="37"/>
                    <a:pt x="60" y="39"/>
                  </a:cubicBezTo>
                  <a:cubicBezTo>
                    <a:pt x="65" y="41"/>
                    <a:pt x="59" y="47"/>
                    <a:pt x="63" y="48"/>
                  </a:cubicBezTo>
                  <a:cubicBezTo>
                    <a:pt x="67" y="49"/>
                    <a:pt x="69" y="54"/>
                    <a:pt x="69" y="54"/>
                  </a:cubicBezTo>
                  <a:cubicBezTo>
                    <a:pt x="69" y="54"/>
                    <a:pt x="78" y="52"/>
                    <a:pt x="79" y="57"/>
                  </a:cubicBezTo>
                  <a:cubicBezTo>
                    <a:pt x="81" y="61"/>
                    <a:pt x="79" y="73"/>
                    <a:pt x="79" y="77"/>
                  </a:cubicBezTo>
                  <a:cubicBezTo>
                    <a:pt x="79" y="81"/>
                    <a:pt x="72" y="100"/>
                    <a:pt x="72" y="104"/>
                  </a:cubicBezTo>
                  <a:cubicBezTo>
                    <a:pt x="72" y="107"/>
                    <a:pt x="69" y="110"/>
                    <a:pt x="69" y="110"/>
                  </a:cubicBezTo>
                  <a:cubicBezTo>
                    <a:pt x="69" y="110"/>
                    <a:pt x="69" y="115"/>
                    <a:pt x="70" y="120"/>
                  </a:cubicBezTo>
                  <a:cubicBezTo>
                    <a:pt x="72" y="126"/>
                    <a:pt x="72" y="127"/>
                    <a:pt x="72" y="127"/>
                  </a:cubicBezTo>
                  <a:cubicBezTo>
                    <a:pt x="72" y="127"/>
                    <a:pt x="75" y="140"/>
                    <a:pt x="76" y="145"/>
                  </a:cubicBezTo>
                  <a:cubicBezTo>
                    <a:pt x="78" y="150"/>
                    <a:pt x="78" y="150"/>
                    <a:pt x="75" y="152"/>
                  </a:cubicBezTo>
                  <a:cubicBezTo>
                    <a:pt x="72" y="153"/>
                    <a:pt x="70" y="155"/>
                    <a:pt x="70" y="161"/>
                  </a:cubicBezTo>
                  <a:cubicBezTo>
                    <a:pt x="70" y="166"/>
                    <a:pt x="73" y="185"/>
                    <a:pt x="71" y="204"/>
                  </a:cubicBezTo>
                  <a:cubicBezTo>
                    <a:pt x="69" y="223"/>
                    <a:pt x="68" y="242"/>
                    <a:pt x="68" y="242"/>
                  </a:cubicBezTo>
                  <a:cubicBezTo>
                    <a:pt x="66" y="242"/>
                    <a:pt x="66" y="242"/>
                    <a:pt x="66" y="242"/>
                  </a:cubicBezTo>
                  <a:cubicBezTo>
                    <a:pt x="66" y="242"/>
                    <a:pt x="67" y="256"/>
                    <a:pt x="63" y="268"/>
                  </a:cubicBezTo>
                  <a:cubicBezTo>
                    <a:pt x="60" y="281"/>
                    <a:pt x="57" y="292"/>
                    <a:pt x="57" y="296"/>
                  </a:cubicBezTo>
                  <a:cubicBezTo>
                    <a:pt x="57" y="299"/>
                    <a:pt x="56" y="301"/>
                    <a:pt x="57" y="303"/>
                  </a:cubicBezTo>
                  <a:cubicBezTo>
                    <a:pt x="58" y="305"/>
                    <a:pt x="60" y="308"/>
                    <a:pt x="58" y="313"/>
                  </a:cubicBezTo>
                  <a:cubicBezTo>
                    <a:pt x="56" y="317"/>
                    <a:pt x="55" y="321"/>
                    <a:pt x="55" y="323"/>
                  </a:cubicBezTo>
                  <a:cubicBezTo>
                    <a:pt x="55" y="326"/>
                    <a:pt x="48" y="329"/>
                    <a:pt x="42" y="328"/>
                  </a:cubicBezTo>
                  <a:cubicBezTo>
                    <a:pt x="36" y="328"/>
                    <a:pt x="36" y="324"/>
                    <a:pt x="38" y="321"/>
                  </a:cubicBezTo>
                  <a:cubicBezTo>
                    <a:pt x="39" y="319"/>
                    <a:pt x="42" y="315"/>
                    <a:pt x="43" y="311"/>
                  </a:cubicBezTo>
                  <a:cubicBezTo>
                    <a:pt x="44" y="306"/>
                    <a:pt x="44" y="303"/>
                    <a:pt x="45" y="298"/>
                  </a:cubicBezTo>
                  <a:cubicBezTo>
                    <a:pt x="46" y="293"/>
                    <a:pt x="47" y="289"/>
                    <a:pt x="47" y="277"/>
                  </a:cubicBezTo>
                  <a:cubicBezTo>
                    <a:pt x="47" y="265"/>
                    <a:pt x="47" y="260"/>
                    <a:pt x="47" y="252"/>
                  </a:cubicBezTo>
                  <a:cubicBezTo>
                    <a:pt x="47" y="245"/>
                    <a:pt x="47" y="241"/>
                    <a:pt x="47" y="241"/>
                  </a:cubicBezTo>
                  <a:cubicBezTo>
                    <a:pt x="30" y="240"/>
                    <a:pt x="30" y="240"/>
                    <a:pt x="30" y="240"/>
                  </a:cubicBezTo>
                  <a:cubicBezTo>
                    <a:pt x="30" y="240"/>
                    <a:pt x="31" y="246"/>
                    <a:pt x="32" y="251"/>
                  </a:cubicBezTo>
                  <a:cubicBezTo>
                    <a:pt x="33" y="256"/>
                    <a:pt x="33" y="266"/>
                    <a:pt x="32" y="276"/>
                  </a:cubicBezTo>
                  <a:cubicBezTo>
                    <a:pt x="32" y="286"/>
                    <a:pt x="31" y="296"/>
                    <a:pt x="33" y="298"/>
                  </a:cubicBezTo>
                  <a:cubicBezTo>
                    <a:pt x="34" y="299"/>
                    <a:pt x="37" y="305"/>
                    <a:pt x="36" y="309"/>
                  </a:cubicBezTo>
                  <a:cubicBezTo>
                    <a:pt x="34" y="314"/>
                    <a:pt x="33" y="318"/>
                    <a:pt x="33" y="321"/>
                  </a:cubicBezTo>
                  <a:cubicBezTo>
                    <a:pt x="34" y="323"/>
                    <a:pt x="33" y="323"/>
                    <a:pt x="33" y="323"/>
                  </a:cubicBezTo>
                  <a:cubicBezTo>
                    <a:pt x="30" y="323"/>
                    <a:pt x="30" y="323"/>
                    <a:pt x="30" y="323"/>
                  </a:cubicBezTo>
                  <a:cubicBezTo>
                    <a:pt x="30" y="323"/>
                    <a:pt x="31" y="319"/>
                    <a:pt x="31" y="317"/>
                  </a:cubicBezTo>
                  <a:cubicBezTo>
                    <a:pt x="31" y="315"/>
                    <a:pt x="30" y="314"/>
                    <a:pt x="30" y="314"/>
                  </a:cubicBezTo>
                  <a:cubicBezTo>
                    <a:pt x="30" y="314"/>
                    <a:pt x="27" y="319"/>
                    <a:pt x="26" y="321"/>
                  </a:cubicBezTo>
                  <a:cubicBezTo>
                    <a:pt x="25" y="323"/>
                    <a:pt x="26" y="327"/>
                    <a:pt x="19" y="327"/>
                  </a:cubicBezTo>
                  <a:cubicBezTo>
                    <a:pt x="13" y="328"/>
                    <a:pt x="8" y="328"/>
                    <a:pt x="7" y="326"/>
                  </a:cubicBezTo>
                  <a:cubicBezTo>
                    <a:pt x="7" y="323"/>
                    <a:pt x="8" y="322"/>
                    <a:pt x="12" y="320"/>
                  </a:cubicBezTo>
                  <a:cubicBezTo>
                    <a:pt x="16" y="317"/>
                    <a:pt x="17" y="312"/>
                    <a:pt x="19" y="309"/>
                  </a:cubicBezTo>
                  <a:cubicBezTo>
                    <a:pt x="22" y="306"/>
                    <a:pt x="22" y="300"/>
                    <a:pt x="21" y="294"/>
                  </a:cubicBezTo>
                  <a:cubicBezTo>
                    <a:pt x="19" y="288"/>
                    <a:pt x="13" y="262"/>
                    <a:pt x="13" y="254"/>
                  </a:cubicBezTo>
                  <a:cubicBezTo>
                    <a:pt x="12" y="246"/>
                    <a:pt x="13" y="239"/>
                    <a:pt x="13" y="239"/>
                  </a:cubicBezTo>
                  <a:cubicBezTo>
                    <a:pt x="13" y="239"/>
                    <a:pt x="9" y="239"/>
                    <a:pt x="7" y="239"/>
                  </a:cubicBezTo>
                  <a:cubicBezTo>
                    <a:pt x="6" y="239"/>
                    <a:pt x="7" y="225"/>
                    <a:pt x="7" y="215"/>
                  </a:cubicBezTo>
                  <a:cubicBezTo>
                    <a:pt x="7" y="205"/>
                    <a:pt x="8" y="169"/>
                    <a:pt x="9" y="164"/>
                  </a:cubicBezTo>
                  <a:cubicBezTo>
                    <a:pt x="10" y="158"/>
                    <a:pt x="10" y="155"/>
                    <a:pt x="10" y="155"/>
                  </a:cubicBezTo>
                  <a:cubicBezTo>
                    <a:pt x="10" y="155"/>
                    <a:pt x="7" y="156"/>
                    <a:pt x="7" y="153"/>
                  </a:cubicBezTo>
                  <a:cubicBezTo>
                    <a:pt x="8" y="149"/>
                    <a:pt x="11" y="137"/>
                    <a:pt x="11" y="132"/>
                  </a:cubicBezTo>
                  <a:cubicBezTo>
                    <a:pt x="11" y="128"/>
                    <a:pt x="10" y="123"/>
                    <a:pt x="10" y="123"/>
                  </a:cubicBezTo>
                  <a:cubicBezTo>
                    <a:pt x="10" y="123"/>
                    <a:pt x="2" y="122"/>
                    <a:pt x="2" y="117"/>
                  </a:cubicBezTo>
                  <a:cubicBezTo>
                    <a:pt x="2" y="112"/>
                    <a:pt x="1" y="112"/>
                    <a:pt x="1" y="110"/>
                  </a:cubicBezTo>
                  <a:cubicBezTo>
                    <a:pt x="0" y="109"/>
                    <a:pt x="0" y="107"/>
                    <a:pt x="1" y="104"/>
                  </a:cubicBezTo>
                  <a:cubicBezTo>
                    <a:pt x="2" y="101"/>
                    <a:pt x="4" y="98"/>
                    <a:pt x="6" y="89"/>
                  </a:cubicBezTo>
                  <a:cubicBezTo>
                    <a:pt x="7" y="81"/>
                    <a:pt x="11" y="71"/>
                    <a:pt x="11" y="67"/>
                  </a:cubicBezTo>
                  <a:cubicBezTo>
                    <a:pt x="11" y="64"/>
                    <a:pt x="12" y="63"/>
                    <a:pt x="16" y="61"/>
                  </a:cubicBezTo>
                  <a:cubicBezTo>
                    <a:pt x="21" y="59"/>
                    <a:pt x="17" y="58"/>
                    <a:pt x="21" y="54"/>
                  </a:cubicBezTo>
                  <a:cubicBezTo>
                    <a:pt x="25" y="50"/>
                    <a:pt x="18" y="47"/>
                    <a:pt x="21" y="40"/>
                  </a:cubicBezTo>
                  <a:cubicBezTo>
                    <a:pt x="25" y="33"/>
                    <a:pt x="22" y="22"/>
                    <a:pt x="23" y="16"/>
                  </a:cubicBezTo>
                  <a:cubicBezTo>
                    <a:pt x="24" y="11"/>
                    <a:pt x="30" y="0"/>
                    <a:pt x="42" y="5"/>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09" name="Freeform 667"/>
            <p:cNvSpPr>
              <a:spLocks/>
            </p:cNvSpPr>
            <p:nvPr/>
          </p:nvSpPr>
          <p:spPr bwMode="auto">
            <a:xfrm>
              <a:off x="4754" y="641"/>
              <a:ext cx="48" cy="97"/>
            </a:xfrm>
            <a:custGeom>
              <a:avLst/>
              <a:gdLst>
                <a:gd name="T0" fmla="*/ 7 w 25"/>
                <a:gd name="T1" fmla="*/ 3 h 51"/>
                <a:gd name="T2" fmla="*/ 0 w 25"/>
                <a:gd name="T3" fmla="*/ 11 h 51"/>
                <a:gd name="T4" fmla="*/ 3 w 25"/>
                <a:gd name="T5" fmla="*/ 15 h 51"/>
                <a:gd name="T6" fmla="*/ 4 w 25"/>
                <a:gd name="T7" fmla="*/ 26 h 51"/>
                <a:gd name="T8" fmla="*/ 4 w 25"/>
                <a:gd name="T9" fmla="*/ 46 h 51"/>
                <a:gd name="T10" fmla="*/ 5 w 25"/>
                <a:gd name="T11" fmla="*/ 51 h 51"/>
                <a:gd name="T12" fmla="*/ 10 w 25"/>
                <a:gd name="T13" fmla="*/ 34 h 51"/>
                <a:gd name="T14" fmla="*/ 19 w 25"/>
                <a:gd name="T15" fmla="*/ 14 h 51"/>
                <a:gd name="T16" fmla="*/ 25 w 25"/>
                <a:gd name="T17" fmla="*/ 3 h 51"/>
                <a:gd name="T18" fmla="*/ 23 w 25"/>
                <a:gd name="T19" fmla="*/ 0 h 51"/>
                <a:gd name="T20" fmla="*/ 17 w 25"/>
                <a:gd name="T21" fmla="*/ 5 h 51"/>
                <a:gd name="T22" fmla="*/ 11 w 25"/>
                <a:gd name="T23" fmla="*/ 9 h 51"/>
                <a:gd name="T24" fmla="*/ 15 w 25"/>
                <a:gd name="T25" fmla="*/ 16 h 51"/>
                <a:gd name="T26" fmla="*/ 10 w 25"/>
                <a:gd name="T27" fmla="*/ 25 h 51"/>
                <a:gd name="T28" fmla="*/ 9 w 25"/>
                <a:gd name="T29" fmla="*/ 16 h 51"/>
                <a:gd name="T30" fmla="*/ 7 w 25"/>
                <a:gd name="T31"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51">
                  <a:moveTo>
                    <a:pt x="7" y="3"/>
                  </a:moveTo>
                  <a:cubicBezTo>
                    <a:pt x="0" y="11"/>
                    <a:pt x="0" y="11"/>
                    <a:pt x="0" y="11"/>
                  </a:cubicBezTo>
                  <a:cubicBezTo>
                    <a:pt x="0" y="11"/>
                    <a:pt x="2" y="15"/>
                    <a:pt x="3" y="15"/>
                  </a:cubicBezTo>
                  <a:cubicBezTo>
                    <a:pt x="4" y="16"/>
                    <a:pt x="4" y="20"/>
                    <a:pt x="4" y="26"/>
                  </a:cubicBezTo>
                  <a:cubicBezTo>
                    <a:pt x="4" y="32"/>
                    <a:pt x="4" y="44"/>
                    <a:pt x="4" y="46"/>
                  </a:cubicBezTo>
                  <a:cubicBezTo>
                    <a:pt x="4" y="49"/>
                    <a:pt x="5" y="51"/>
                    <a:pt x="5" y="51"/>
                  </a:cubicBezTo>
                  <a:cubicBezTo>
                    <a:pt x="5" y="51"/>
                    <a:pt x="8" y="41"/>
                    <a:pt x="10" y="34"/>
                  </a:cubicBezTo>
                  <a:cubicBezTo>
                    <a:pt x="11" y="27"/>
                    <a:pt x="16" y="18"/>
                    <a:pt x="19" y="14"/>
                  </a:cubicBezTo>
                  <a:cubicBezTo>
                    <a:pt x="22" y="9"/>
                    <a:pt x="25" y="3"/>
                    <a:pt x="25" y="3"/>
                  </a:cubicBezTo>
                  <a:cubicBezTo>
                    <a:pt x="23" y="0"/>
                    <a:pt x="23" y="0"/>
                    <a:pt x="23" y="0"/>
                  </a:cubicBezTo>
                  <a:cubicBezTo>
                    <a:pt x="23" y="0"/>
                    <a:pt x="19" y="3"/>
                    <a:pt x="17" y="5"/>
                  </a:cubicBezTo>
                  <a:cubicBezTo>
                    <a:pt x="14" y="8"/>
                    <a:pt x="11" y="9"/>
                    <a:pt x="11" y="9"/>
                  </a:cubicBezTo>
                  <a:cubicBezTo>
                    <a:pt x="11" y="9"/>
                    <a:pt x="16" y="12"/>
                    <a:pt x="15" y="16"/>
                  </a:cubicBezTo>
                  <a:cubicBezTo>
                    <a:pt x="13" y="20"/>
                    <a:pt x="11" y="21"/>
                    <a:pt x="10" y="25"/>
                  </a:cubicBezTo>
                  <a:cubicBezTo>
                    <a:pt x="9" y="29"/>
                    <a:pt x="11" y="20"/>
                    <a:pt x="9" y="16"/>
                  </a:cubicBezTo>
                  <a:cubicBezTo>
                    <a:pt x="8" y="13"/>
                    <a:pt x="5" y="15"/>
                    <a:pt x="7"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0" name="Freeform 668"/>
            <p:cNvSpPr>
              <a:spLocks/>
            </p:cNvSpPr>
            <p:nvPr/>
          </p:nvSpPr>
          <p:spPr bwMode="auto">
            <a:xfrm>
              <a:off x="4754" y="786"/>
              <a:ext cx="8" cy="10"/>
            </a:xfrm>
            <a:custGeom>
              <a:avLst/>
              <a:gdLst>
                <a:gd name="T0" fmla="*/ 6 w 8"/>
                <a:gd name="T1" fmla="*/ 0 h 10"/>
                <a:gd name="T2" fmla="*/ 0 w 8"/>
                <a:gd name="T3" fmla="*/ 10 h 10"/>
                <a:gd name="T4" fmla="*/ 8 w 8"/>
                <a:gd name="T5" fmla="*/ 10 h 10"/>
                <a:gd name="T6" fmla="*/ 6 w 8"/>
                <a:gd name="T7" fmla="*/ 0 h 10"/>
              </a:gdLst>
              <a:ahLst/>
              <a:cxnLst>
                <a:cxn ang="0">
                  <a:pos x="T0" y="T1"/>
                </a:cxn>
                <a:cxn ang="0">
                  <a:pos x="T2" y="T3"/>
                </a:cxn>
                <a:cxn ang="0">
                  <a:pos x="T4" y="T5"/>
                </a:cxn>
                <a:cxn ang="0">
                  <a:pos x="T6" y="T7"/>
                </a:cxn>
              </a:cxnLst>
              <a:rect l="0" t="0" r="r" b="b"/>
              <a:pathLst>
                <a:path w="8" h="10">
                  <a:moveTo>
                    <a:pt x="6" y="0"/>
                  </a:moveTo>
                  <a:lnTo>
                    <a:pt x="0" y="10"/>
                  </a:lnTo>
                  <a:lnTo>
                    <a:pt x="8" y="10"/>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1" name="Freeform 669"/>
            <p:cNvSpPr>
              <a:spLocks/>
            </p:cNvSpPr>
            <p:nvPr/>
          </p:nvSpPr>
          <p:spPr bwMode="auto">
            <a:xfrm>
              <a:off x="69" y="606"/>
              <a:ext cx="52" cy="77"/>
            </a:xfrm>
            <a:custGeom>
              <a:avLst/>
              <a:gdLst>
                <a:gd name="T0" fmla="*/ 1 w 27"/>
                <a:gd name="T1" fmla="*/ 11 h 40"/>
                <a:gd name="T2" fmla="*/ 3 w 27"/>
                <a:gd name="T3" fmla="*/ 23 h 40"/>
                <a:gd name="T4" fmla="*/ 1 w 27"/>
                <a:gd name="T5" fmla="*/ 35 h 40"/>
                <a:gd name="T6" fmla="*/ 21 w 27"/>
                <a:gd name="T7" fmla="*/ 39 h 40"/>
                <a:gd name="T8" fmla="*/ 1 w 27"/>
                <a:gd name="T9" fmla="*/ 11 h 40"/>
              </a:gdLst>
              <a:ahLst/>
              <a:cxnLst>
                <a:cxn ang="0">
                  <a:pos x="T0" y="T1"/>
                </a:cxn>
                <a:cxn ang="0">
                  <a:pos x="T2" y="T3"/>
                </a:cxn>
                <a:cxn ang="0">
                  <a:pos x="T4" y="T5"/>
                </a:cxn>
                <a:cxn ang="0">
                  <a:pos x="T6" y="T7"/>
                </a:cxn>
                <a:cxn ang="0">
                  <a:pos x="T8" y="T9"/>
                </a:cxn>
              </a:cxnLst>
              <a:rect l="0" t="0" r="r" b="b"/>
              <a:pathLst>
                <a:path w="27" h="40">
                  <a:moveTo>
                    <a:pt x="1" y="11"/>
                  </a:moveTo>
                  <a:cubicBezTo>
                    <a:pt x="9" y="15"/>
                    <a:pt x="1" y="19"/>
                    <a:pt x="3" y="23"/>
                  </a:cubicBezTo>
                  <a:cubicBezTo>
                    <a:pt x="6" y="27"/>
                    <a:pt x="0" y="30"/>
                    <a:pt x="1" y="35"/>
                  </a:cubicBezTo>
                  <a:cubicBezTo>
                    <a:pt x="3" y="40"/>
                    <a:pt x="15" y="40"/>
                    <a:pt x="21" y="39"/>
                  </a:cubicBezTo>
                  <a:cubicBezTo>
                    <a:pt x="27" y="39"/>
                    <a:pt x="18" y="0"/>
                    <a:pt x="1" y="11"/>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2" name="Freeform 670"/>
            <p:cNvSpPr>
              <a:spLocks/>
            </p:cNvSpPr>
            <p:nvPr/>
          </p:nvSpPr>
          <p:spPr bwMode="auto">
            <a:xfrm>
              <a:off x="46" y="536"/>
              <a:ext cx="107" cy="149"/>
            </a:xfrm>
            <a:custGeom>
              <a:avLst/>
              <a:gdLst>
                <a:gd name="T0" fmla="*/ 5 w 56"/>
                <a:gd name="T1" fmla="*/ 14 h 78"/>
                <a:gd name="T2" fmla="*/ 39 w 56"/>
                <a:gd name="T3" fmla="*/ 23 h 78"/>
                <a:gd name="T4" fmla="*/ 46 w 56"/>
                <a:gd name="T5" fmla="*/ 38 h 78"/>
                <a:gd name="T6" fmla="*/ 49 w 56"/>
                <a:gd name="T7" fmla="*/ 53 h 78"/>
                <a:gd name="T8" fmla="*/ 45 w 56"/>
                <a:gd name="T9" fmla="*/ 70 h 78"/>
                <a:gd name="T10" fmla="*/ 28 w 56"/>
                <a:gd name="T11" fmla="*/ 76 h 78"/>
                <a:gd name="T12" fmla="*/ 11 w 56"/>
                <a:gd name="T13" fmla="*/ 33 h 78"/>
                <a:gd name="T14" fmla="*/ 5 w 56"/>
                <a:gd name="T15" fmla="*/ 14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78">
                  <a:moveTo>
                    <a:pt x="5" y="14"/>
                  </a:moveTo>
                  <a:cubicBezTo>
                    <a:pt x="14" y="0"/>
                    <a:pt x="40" y="6"/>
                    <a:pt x="39" y="23"/>
                  </a:cubicBezTo>
                  <a:cubicBezTo>
                    <a:pt x="39" y="40"/>
                    <a:pt x="50" y="29"/>
                    <a:pt x="46" y="38"/>
                  </a:cubicBezTo>
                  <a:cubicBezTo>
                    <a:pt x="43" y="47"/>
                    <a:pt x="54" y="46"/>
                    <a:pt x="49" y="53"/>
                  </a:cubicBezTo>
                  <a:cubicBezTo>
                    <a:pt x="45" y="60"/>
                    <a:pt x="56" y="62"/>
                    <a:pt x="45" y="70"/>
                  </a:cubicBezTo>
                  <a:cubicBezTo>
                    <a:pt x="34" y="78"/>
                    <a:pt x="28" y="76"/>
                    <a:pt x="28" y="76"/>
                  </a:cubicBezTo>
                  <a:cubicBezTo>
                    <a:pt x="28" y="76"/>
                    <a:pt x="31" y="27"/>
                    <a:pt x="11" y="33"/>
                  </a:cubicBezTo>
                  <a:cubicBezTo>
                    <a:pt x="5" y="35"/>
                    <a:pt x="0" y="20"/>
                    <a:pt x="5" y="14"/>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3" name="Freeform 671"/>
            <p:cNvSpPr>
              <a:spLocks/>
            </p:cNvSpPr>
            <p:nvPr/>
          </p:nvSpPr>
          <p:spPr bwMode="auto">
            <a:xfrm>
              <a:off x="-2" y="547"/>
              <a:ext cx="186" cy="637"/>
            </a:xfrm>
            <a:custGeom>
              <a:avLst/>
              <a:gdLst>
                <a:gd name="T0" fmla="*/ 60 w 97"/>
                <a:gd name="T1" fmla="*/ 11 h 333"/>
                <a:gd name="T2" fmla="*/ 67 w 97"/>
                <a:gd name="T3" fmla="*/ 49 h 333"/>
                <a:gd name="T4" fmla="*/ 74 w 97"/>
                <a:gd name="T5" fmla="*/ 71 h 333"/>
                <a:gd name="T6" fmla="*/ 76 w 97"/>
                <a:gd name="T7" fmla="*/ 118 h 333"/>
                <a:gd name="T8" fmla="*/ 72 w 97"/>
                <a:gd name="T9" fmla="*/ 141 h 333"/>
                <a:gd name="T10" fmla="*/ 71 w 97"/>
                <a:gd name="T11" fmla="*/ 166 h 333"/>
                <a:gd name="T12" fmla="*/ 67 w 97"/>
                <a:gd name="T13" fmla="*/ 213 h 333"/>
                <a:gd name="T14" fmla="*/ 67 w 97"/>
                <a:gd name="T15" fmla="*/ 228 h 333"/>
                <a:gd name="T16" fmla="*/ 88 w 97"/>
                <a:gd name="T17" fmla="*/ 290 h 333"/>
                <a:gd name="T18" fmla="*/ 96 w 97"/>
                <a:gd name="T19" fmla="*/ 316 h 333"/>
                <a:gd name="T20" fmla="*/ 94 w 97"/>
                <a:gd name="T21" fmla="*/ 324 h 333"/>
                <a:gd name="T22" fmla="*/ 90 w 97"/>
                <a:gd name="T23" fmla="*/ 309 h 333"/>
                <a:gd name="T24" fmla="*/ 68 w 97"/>
                <a:gd name="T25" fmla="*/ 326 h 333"/>
                <a:gd name="T26" fmla="*/ 72 w 97"/>
                <a:gd name="T27" fmla="*/ 314 h 333"/>
                <a:gd name="T28" fmla="*/ 63 w 97"/>
                <a:gd name="T29" fmla="*/ 263 h 333"/>
                <a:gd name="T30" fmla="*/ 55 w 97"/>
                <a:gd name="T31" fmla="*/ 264 h 333"/>
                <a:gd name="T32" fmla="*/ 48 w 97"/>
                <a:gd name="T33" fmla="*/ 301 h 333"/>
                <a:gd name="T34" fmla="*/ 44 w 97"/>
                <a:gd name="T35" fmla="*/ 324 h 333"/>
                <a:gd name="T36" fmla="*/ 41 w 97"/>
                <a:gd name="T37" fmla="*/ 330 h 333"/>
                <a:gd name="T38" fmla="*/ 42 w 97"/>
                <a:gd name="T39" fmla="*/ 314 h 333"/>
                <a:gd name="T40" fmla="*/ 19 w 97"/>
                <a:gd name="T41" fmla="*/ 330 h 333"/>
                <a:gd name="T42" fmla="*/ 16 w 97"/>
                <a:gd name="T43" fmla="*/ 319 h 333"/>
                <a:gd name="T44" fmla="*/ 35 w 97"/>
                <a:gd name="T45" fmla="*/ 265 h 333"/>
                <a:gd name="T46" fmla="*/ 37 w 97"/>
                <a:gd name="T47" fmla="*/ 237 h 333"/>
                <a:gd name="T48" fmla="*/ 33 w 97"/>
                <a:gd name="T49" fmla="*/ 213 h 333"/>
                <a:gd name="T50" fmla="*/ 29 w 97"/>
                <a:gd name="T51" fmla="*/ 189 h 333"/>
                <a:gd name="T52" fmla="*/ 26 w 97"/>
                <a:gd name="T53" fmla="*/ 189 h 333"/>
                <a:gd name="T54" fmla="*/ 20 w 97"/>
                <a:gd name="T55" fmla="*/ 187 h 333"/>
                <a:gd name="T56" fmla="*/ 22 w 97"/>
                <a:gd name="T57" fmla="*/ 169 h 333"/>
                <a:gd name="T58" fmla="*/ 3 w 97"/>
                <a:gd name="T59" fmla="*/ 125 h 333"/>
                <a:gd name="T60" fmla="*/ 24 w 97"/>
                <a:gd name="T61" fmla="*/ 105 h 333"/>
                <a:gd name="T62" fmla="*/ 42 w 97"/>
                <a:gd name="T63" fmla="*/ 64 h 333"/>
                <a:gd name="T64" fmla="*/ 41 w 97"/>
                <a:gd name="T65" fmla="*/ 46 h 333"/>
                <a:gd name="T66" fmla="*/ 30 w 97"/>
                <a:gd name="T67" fmla="*/ 28 h 333"/>
                <a:gd name="T68" fmla="*/ 31 w 97"/>
                <a:gd name="T69" fmla="*/ 1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7" h="333">
                  <a:moveTo>
                    <a:pt x="44" y="0"/>
                  </a:moveTo>
                  <a:cubicBezTo>
                    <a:pt x="51" y="0"/>
                    <a:pt x="57" y="4"/>
                    <a:pt x="60" y="11"/>
                  </a:cubicBezTo>
                  <a:cubicBezTo>
                    <a:pt x="63" y="18"/>
                    <a:pt x="64" y="27"/>
                    <a:pt x="63" y="31"/>
                  </a:cubicBezTo>
                  <a:cubicBezTo>
                    <a:pt x="62" y="35"/>
                    <a:pt x="65" y="45"/>
                    <a:pt x="67" y="49"/>
                  </a:cubicBezTo>
                  <a:cubicBezTo>
                    <a:pt x="68" y="54"/>
                    <a:pt x="71" y="60"/>
                    <a:pt x="71" y="60"/>
                  </a:cubicBezTo>
                  <a:cubicBezTo>
                    <a:pt x="71" y="60"/>
                    <a:pt x="74" y="65"/>
                    <a:pt x="74" y="71"/>
                  </a:cubicBezTo>
                  <a:cubicBezTo>
                    <a:pt x="74" y="77"/>
                    <a:pt x="74" y="87"/>
                    <a:pt x="76" y="98"/>
                  </a:cubicBezTo>
                  <a:cubicBezTo>
                    <a:pt x="79" y="110"/>
                    <a:pt x="78" y="113"/>
                    <a:pt x="76" y="118"/>
                  </a:cubicBezTo>
                  <a:cubicBezTo>
                    <a:pt x="74" y="124"/>
                    <a:pt x="68" y="135"/>
                    <a:pt x="68" y="135"/>
                  </a:cubicBezTo>
                  <a:cubicBezTo>
                    <a:pt x="68" y="135"/>
                    <a:pt x="74" y="139"/>
                    <a:pt x="72" y="141"/>
                  </a:cubicBezTo>
                  <a:cubicBezTo>
                    <a:pt x="70" y="144"/>
                    <a:pt x="67" y="145"/>
                    <a:pt x="67" y="145"/>
                  </a:cubicBezTo>
                  <a:cubicBezTo>
                    <a:pt x="67" y="145"/>
                    <a:pt x="74" y="155"/>
                    <a:pt x="71" y="166"/>
                  </a:cubicBezTo>
                  <a:cubicBezTo>
                    <a:pt x="67" y="177"/>
                    <a:pt x="67" y="184"/>
                    <a:pt x="67" y="194"/>
                  </a:cubicBezTo>
                  <a:cubicBezTo>
                    <a:pt x="67" y="204"/>
                    <a:pt x="67" y="213"/>
                    <a:pt x="67" y="213"/>
                  </a:cubicBezTo>
                  <a:cubicBezTo>
                    <a:pt x="63" y="213"/>
                    <a:pt x="63" y="213"/>
                    <a:pt x="63" y="213"/>
                  </a:cubicBezTo>
                  <a:cubicBezTo>
                    <a:pt x="63" y="213"/>
                    <a:pt x="63" y="222"/>
                    <a:pt x="67" y="228"/>
                  </a:cubicBezTo>
                  <a:cubicBezTo>
                    <a:pt x="71" y="234"/>
                    <a:pt x="78" y="243"/>
                    <a:pt x="79" y="258"/>
                  </a:cubicBezTo>
                  <a:cubicBezTo>
                    <a:pt x="80" y="274"/>
                    <a:pt x="84" y="287"/>
                    <a:pt x="88" y="290"/>
                  </a:cubicBezTo>
                  <a:cubicBezTo>
                    <a:pt x="93" y="294"/>
                    <a:pt x="97" y="294"/>
                    <a:pt x="97" y="300"/>
                  </a:cubicBezTo>
                  <a:cubicBezTo>
                    <a:pt x="97" y="306"/>
                    <a:pt x="96" y="313"/>
                    <a:pt x="96" y="316"/>
                  </a:cubicBezTo>
                  <a:cubicBezTo>
                    <a:pt x="96" y="319"/>
                    <a:pt x="96" y="324"/>
                    <a:pt x="96" y="324"/>
                  </a:cubicBezTo>
                  <a:cubicBezTo>
                    <a:pt x="94" y="324"/>
                    <a:pt x="94" y="324"/>
                    <a:pt x="94" y="324"/>
                  </a:cubicBezTo>
                  <a:cubicBezTo>
                    <a:pt x="94" y="324"/>
                    <a:pt x="95" y="320"/>
                    <a:pt x="94" y="316"/>
                  </a:cubicBezTo>
                  <a:cubicBezTo>
                    <a:pt x="94" y="312"/>
                    <a:pt x="93" y="307"/>
                    <a:pt x="90" y="309"/>
                  </a:cubicBezTo>
                  <a:cubicBezTo>
                    <a:pt x="87" y="310"/>
                    <a:pt x="83" y="318"/>
                    <a:pt x="81" y="321"/>
                  </a:cubicBezTo>
                  <a:cubicBezTo>
                    <a:pt x="79" y="325"/>
                    <a:pt x="76" y="328"/>
                    <a:pt x="68" y="326"/>
                  </a:cubicBezTo>
                  <a:cubicBezTo>
                    <a:pt x="60" y="324"/>
                    <a:pt x="58" y="319"/>
                    <a:pt x="62" y="318"/>
                  </a:cubicBezTo>
                  <a:cubicBezTo>
                    <a:pt x="66" y="317"/>
                    <a:pt x="71" y="319"/>
                    <a:pt x="72" y="314"/>
                  </a:cubicBezTo>
                  <a:cubicBezTo>
                    <a:pt x="73" y="310"/>
                    <a:pt x="74" y="299"/>
                    <a:pt x="73" y="293"/>
                  </a:cubicBezTo>
                  <a:cubicBezTo>
                    <a:pt x="71" y="288"/>
                    <a:pt x="65" y="270"/>
                    <a:pt x="63" y="263"/>
                  </a:cubicBezTo>
                  <a:cubicBezTo>
                    <a:pt x="60" y="256"/>
                    <a:pt x="57" y="249"/>
                    <a:pt x="57" y="249"/>
                  </a:cubicBezTo>
                  <a:cubicBezTo>
                    <a:pt x="57" y="249"/>
                    <a:pt x="57" y="259"/>
                    <a:pt x="55" y="264"/>
                  </a:cubicBezTo>
                  <a:cubicBezTo>
                    <a:pt x="53" y="269"/>
                    <a:pt x="46" y="288"/>
                    <a:pt x="44" y="292"/>
                  </a:cubicBezTo>
                  <a:cubicBezTo>
                    <a:pt x="43" y="296"/>
                    <a:pt x="45" y="299"/>
                    <a:pt x="48" y="301"/>
                  </a:cubicBezTo>
                  <a:cubicBezTo>
                    <a:pt x="50" y="303"/>
                    <a:pt x="48" y="309"/>
                    <a:pt x="47" y="313"/>
                  </a:cubicBezTo>
                  <a:cubicBezTo>
                    <a:pt x="45" y="317"/>
                    <a:pt x="44" y="322"/>
                    <a:pt x="44" y="324"/>
                  </a:cubicBezTo>
                  <a:cubicBezTo>
                    <a:pt x="44" y="326"/>
                    <a:pt x="44" y="330"/>
                    <a:pt x="44" y="330"/>
                  </a:cubicBezTo>
                  <a:cubicBezTo>
                    <a:pt x="41" y="330"/>
                    <a:pt x="41" y="330"/>
                    <a:pt x="41" y="330"/>
                  </a:cubicBezTo>
                  <a:cubicBezTo>
                    <a:pt x="41" y="330"/>
                    <a:pt x="42" y="325"/>
                    <a:pt x="42" y="321"/>
                  </a:cubicBezTo>
                  <a:cubicBezTo>
                    <a:pt x="42" y="317"/>
                    <a:pt x="43" y="315"/>
                    <a:pt x="42" y="314"/>
                  </a:cubicBezTo>
                  <a:cubicBezTo>
                    <a:pt x="40" y="313"/>
                    <a:pt x="34" y="319"/>
                    <a:pt x="31" y="323"/>
                  </a:cubicBezTo>
                  <a:cubicBezTo>
                    <a:pt x="28" y="327"/>
                    <a:pt x="28" y="333"/>
                    <a:pt x="19" y="330"/>
                  </a:cubicBezTo>
                  <a:cubicBezTo>
                    <a:pt x="11" y="328"/>
                    <a:pt x="5" y="324"/>
                    <a:pt x="7" y="321"/>
                  </a:cubicBezTo>
                  <a:cubicBezTo>
                    <a:pt x="9" y="319"/>
                    <a:pt x="14" y="321"/>
                    <a:pt x="16" y="319"/>
                  </a:cubicBezTo>
                  <a:cubicBezTo>
                    <a:pt x="19" y="318"/>
                    <a:pt x="24" y="305"/>
                    <a:pt x="27" y="298"/>
                  </a:cubicBezTo>
                  <a:cubicBezTo>
                    <a:pt x="30" y="290"/>
                    <a:pt x="34" y="274"/>
                    <a:pt x="35" y="265"/>
                  </a:cubicBezTo>
                  <a:cubicBezTo>
                    <a:pt x="36" y="256"/>
                    <a:pt x="37" y="249"/>
                    <a:pt x="37" y="245"/>
                  </a:cubicBezTo>
                  <a:cubicBezTo>
                    <a:pt x="37" y="242"/>
                    <a:pt x="37" y="237"/>
                    <a:pt x="37" y="237"/>
                  </a:cubicBezTo>
                  <a:cubicBezTo>
                    <a:pt x="37" y="237"/>
                    <a:pt x="35" y="226"/>
                    <a:pt x="34" y="221"/>
                  </a:cubicBezTo>
                  <a:cubicBezTo>
                    <a:pt x="33" y="217"/>
                    <a:pt x="33" y="213"/>
                    <a:pt x="33" y="213"/>
                  </a:cubicBezTo>
                  <a:cubicBezTo>
                    <a:pt x="33" y="213"/>
                    <a:pt x="28" y="214"/>
                    <a:pt x="28" y="211"/>
                  </a:cubicBezTo>
                  <a:cubicBezTo>
                    <a:pt x="28" y="208"/>
                    <a:pt x="29" y="195"/>
                    <a:pt x="29" y="189"/>
                  </a:cubicBezTo>
                  <a:cubicBezTo>
                    <a:pt x="28" y="183"/>
                    <a:pt x="26" y="183"/>
                    <a:pt x="26" y="183"/>
                  </a:cubicBezTo>
                  <a:cubicBezTo>
                    <a:pt x="26" y="183"/>
                    <a:pt x="26" y="187"/>
                    <a:pt x="26" y="189"/>
                  </a:cubicBezTo>
                  <a:cubicBezTo>
                    <a:pt x="26" y="192"/>
                    <a:pt x="24" y="191"/>
                    <a:pt x="23" y="189"/>
                  </a:cubicBezTo>
                  <a:cubicBezTo>
                    <a:pt x="22" y="187"/>
                    <a:pt x="20" y="189"/>
                    <a:pt x="20" y="187"/>
                  </a:cubicBezTo>
                  <a:cubicBezTo>
                    <a:pt x="20" y="185"/>
                    <a:pt x="19" y="181"/>
                    <a:pt x="19" y="178"/>
                  </a:cubicBezTo>
                  <a:cubicBezTo>
                    <a:pt x="20" y="175"/>
                    <a:pt x="22" y="169"/>
                    <a:pt x="22" y="169"/>
                  </a:cubicBezTo>
                  <a:cubicBezTo>
                    <a:pt x="0" y="169"/>
                    <a:pt x="0" y="169"/>
                    <a:pt x="0" y="169"/>
                  </a:cubicBezTo>
                  <a:cubicBezTo>
                    <a:pt x="3" y="125"/>
                    <a:pt x="3" y="125"/>
                    <a:pt x="3" y="125"/>
                  </a:cubicBezTo>
                  <a:cubicBezTo>
                    <a:pt x="23" y="125"/>
                    <a:pt x="23" y="125"/>
                    <a:pt x="23" y="125"/>
                  </a:cubicBezTo>
                  <a:cubicBezTo>
                    <a:pt x="23" y="125"/>
                    <a:pt x="24" y="112"/>
                    <a:pt x="24" y="105"/>
                  </a:cubicBezTo>
                  <a:cubicBezTo>
                    <a:pt x="24" y="99"/>
                    <a:pt x="23" y="90"/>
                    <a:pt x="28" y="83"/>
                  </a:cubicBezTo>
                  <a:cubicBezTo>
                    <a:pt x="32" y="75"/>
                    <a:pt x="38" y="69"/>
                    <a:pt x="42" y="64"/>
                  </a:cubicBezTo>
                  <a:cubicBezTo>
                    <a:pt x="46" y="60"/>
                    <a:pt x="46" y="59"/>
                    <a:pt x="45" y="55"/>
                  </a:cubicBezTo>
                  <a:cubicBezTo>
                    <a:pt x="44" y="51"/>
                    <a:pt x="44" y="46"/>
                    <a:pt x="41" y="46"/>
                  </a:cubicBezTo>
                  <a:cubicBezTo>
                    <a:pt x="39" y="46"/>
                    <a:pt x="36" y="46"/>
                    <a:pt x="35" y="43"/>
                  </a:cubicBezTo>
                  <a:cubicBezTo>
                    <a:pt x="34" y="39"/>
                    <a:pt x="31" y="33"/>
                    <a:pt x="30" y="28"/>
                  </a:cubicBezTo>
                  <a:cubicBezTo>
                    <a:pt x="30" y="24"/>
                    <a:pt x="31" y="23"/>
                    <a:pt x="30" y="22"/>
                  </a:cubicBezTo>
                  <a:cubicBezTo>
                    <a:pt x="30" y="20"/>
                    <a:pt x="31" y="16"/>
                    <a:pt x="31" y="12"/>
                  </a:cubicBezTo>
                  <a:cubicBezTo>
                    <a:pt x="31" y="9"/>
                    <a:pt x="36" y="0"/>
                    <a:pt x="44"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4" name="Freeform 672"/>
            <p:cNvSpPr>
              <a:spLocks/>
            </p:cNvSpPr>
            <p:nvPr/>
          </p:nvSpPr>
          <p:spPr bwMode="auto">
            <a:xfrm>
              <a:off x="84" y="629"/>
              <a:ext cx="39" cy="31"/>
            </a:xfrm>
            <a:custGeom>
              <a:avLst/>
              <a:gdLst>
                <a:gd name="T0" fmla="*/ 19 w 20"/>
                <a:gd name="T1" fmla="*/ 0 h 16"/>
                <a:gd name="T2" fmla="*/ 20 w 20"/>
                <a:gd name="T3" fmla="*/ 3 h 16"/>
                <a:gd name="T4" fmla="*/ 0 w 20"/>
                <a:gd name="T5" fmla="*/ 16 h 16"/>
                <a:gd name="T6" fmla="*/ 2 w 20"/>
                <a:gd name="T7" fmla="*/ 8 h 16"/>
                <a:gd name="T8" fmla="*/ 11 w 20"/>
                <a:gd name="T9" fmla="*/ 1 h 16"/>
                <a:gd name="T10" fmla="*/ 19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19" y="0"/>
                  </a:moveTo>
                  <a:cubicBezTo>
                    <a:pt x="20" y="1"/>
                    <a:pt x="20" y="2"/>
                    <a:pt x="20" y="3"/>
                  </a:cubicBezTo>
                  <a:cubicBezTo>
                    <a:pt x="10" y="3"/>
                    <a:pt x="5" y="10"/>
                    <a:pt x="0" y="16"/>
                  </a:cubicBezTo>
                  <a:cubicBezTo>
                    <a:pt x="2" y="14"/>
                    <a:pt x="2" y="10"/>
                    <a:pt x="2" y="8"/>
                  </a:cubicBezTo>
                  <a:cubicBezTo>
                    <a:pt x="4" y="5"/>
                    <a:pt x="8" y="3"/>
                    <a:pt x="11" y="1"/>
                  </a:cubicBezTo>
                  <a:cubicBezTo>
                    <a:pt x="14" y="0"/>
                    <a:pt x="17"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5" name="Freeform 673"/>
            <p:cNvSpPr>
              <a:spLocks/>
            </p:cNvSpPr>
            <p:nvPr/>
          </p:nvSpPr>
          <p:spPr bwMode="auto">
            <a:xfrm>
              <a:off x="4131" y="606"/>
              <a:ext cx="51" cy="77"/>
            </a:xfrm>
            <a:custGeom>
              <a:avLst/>
              <a:gdLst>
                <a:gd name="T0" fmla="*/ 1 w 27"/>
                <a:gd name="T1" fmla="*/ 11 h 40"/>
                <a:gd name="T2" fmla="*/ 3 w 27"/>
                <a:gd name="T3" fmla="*/ 23 h 40"/>
                <a:gd name="T4" fmla="*/ 1 w 27"/>
                <a:gd name="T5" fmla="*/ 35 h 40"/>
                <a:gd name="T6" fmla="*/ 21 w 27"/>
                <a:gd name="T7" fmla="*/ 39 h 40"/>
                <a:gd name="T8" fmla="*/ 1 w 27"/>
                <a:gd name="T9" fmla="*/ 11 h 40"/>
              </a:gdLst>
              <a:ahLst/>
              <a:cxnLst>
                <a:cxn ang="0">
                  <a:pos x="T0" y="T1"/>
                </a:cxn>
                <a:cxn ang="0">
                  <a:pos x="T2" y="T3"/>
                </a:cxn>
                <a:cxn ang="0">
                  <a:pos x="T4" y="T5"/>
                </a:cxn>
                <a:cxn ang="0">
                  <a:pos x="T6" y="T7"/>
                </a:cxn>
                <a:cxn ang="0">
                  <a:pos x="T8" y="T9"/>
                </a:cxn>
              </a:cxnLst>
              <a:rect l="0" t="0" r="r" b="b"/>
              <a:pathLst>
                <a:path w="27" h="40">
                  <a:moveTo>
                    <a:pt x="1" y="11"/>
                  </a:moveTo>
                  <a:cubicBezTo>
                    <a:pt x="9" y="15"/>
                    <a:pt x="1" y="19"/>
                    <a:pt x="3" y="23"/>
                  </a:cubicBezTo>
                  <a:cubicBezTo>
                    <a:pt x="6" y="27"/>
                    <a:pt x="0" y="30"/>
                    <a:pt x="1" y="35"/>
                  </a:cubicBezTo>
                  <a:cubicBezTo>
                    <a:pt x="3" y="40"/>
                    <a:pt x="15" y="40"/>
                    <a:pt x="21" y="39"/>
                  </a:cubicBezTo>
                  <a:cubicBezTo>
                    <a:pt x="27" y="39"/>
                    <a:pt x="18" y="0"/>
                    <a:pt x="1" y="11"/>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6" name="Freeform 674"/>
            <p:cNvSpPr>
              <a:spLocks/>
            </p:cNvSpPr>
            <p:nvPr/>
          </p:nvSpPr>
          <p:spPr bwMode="auto">
            <a:xfrm>
              <a:off x="4108" y="536"/>
              <a:ext cx="107" cy="149"/>
            </a:xfrm>
            <a:custGeom>
              <a:avLst/>
              <a:gdLst>
                <a:gd name="T0" fmla="*/ 5 w 56"/>
                <a:gd name="T1" fmla="*/ 14 h 78"/>
                <a:gd name="T2" fmla="*/ 39 w 56"/>
                <a:gd name="T3" fmla="*/ 23 h 78"/>
                <a:gd name="T4" fmla="*/ 46 w 56"/>
                <a:gd name="T5" fmla="*/ 38 h 78"/>
                <a:gd name="T6" fmla="*/ 49 w 56"/>
                <a:gd name="T7" fmla="*/ 53 h 78"/>
                <a:gd name="T8" fmla="*/ 45 w 56"/>
                <a:gd name="T9" fmla="*/ 70 h 78"/>
                <a:gd name="T10" fmla="*/ 28 w 56"/>
                <a:gd name="T11" fmla="*/ 76 h 78"/>
                <a:gd name="T12" fmla="*/ 11 w 56"/>
                <a:gd name="T13" fmla="*/ 33 h 78"/>
                <a:gd name="T14" fmla="*/ 5 w 56"/>
                <a:gd name="T15" fmla="*/ 14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78">
                  <a:moveTo>
                    <a:pt x="5" y="14"/>
                  </a:moveTo>
                  <a:cubicBezTo>
                    <a:pt x="14" y="0"/>
                    <a:pt x="40" y="6"/>
                    <a:pt x="39" y="23"/>
                  </a:cubicBezTo>
                  <a:cubicBezTo>
                    <a:pt x="39" y="40"/>
                    <a:pt x="50" y="29"/>
                    <a:pt x="46" y="38"/>
                  </a:cubicBezTo>
                  <a:cubicBezTo>
                    <a:pt x="43" y="47"/>
                    <a:pt x="54" y="46"/>
                    <a:pt x="49" y="53"/>
                  </a:cubicBezTo>
                  <a:cubicBezTo>
                    <a:pt x="45" y="60"/>
                    <a:pt x="56" y="62"/>
                    <a:pt x="45" y="70"/>
                  </a:cubicBezTo>
                  <a:cubicBezTo>
                    <a:pt x="34" y="78"/>
                    <a:pt x="28" y="76"/>
                    <a:pt x="28" y="76"/>
                  </a:cubicBezTo>
                  <a:cubicBezTo>
                    <a:pt x="28" y="76"/>
                    <a:pt x="31" y="27"/>
                    <a:pt x="11" y="33"/>
                  </a:cubicBezTo>
                  <a:cubicBezTo>
                    <a:pt x="5" y="35"/>
                    <a:pt x="0" y="20"/>
                    <a:pt x="5" y="14"/>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7" name="Freeform 675"/>
            <p:cNvSpPr>
              <a:spLocks/>
            </p:cNvSpPr>
            <p:nvPr/>
          </p:nvSpPr>
          <p:spPr bwMode="auto">
            <a:xfrm>
              <a:off x="4060" y="547"/>
              <a:ext cx="185" cy="637"/>
            </a:xfrm>
            <a:custGeom>
              <a:avLst/>
              <a:gdLst>
                <a:gd name="T0" fmla="*/ 60 w 97"/>
                <a:gd name="T1" fmla="*/ 11 h 333"/>
                <a:gd name="T2" fmla="*/ 67 w 97"/>
                <a:gd name="T3" fmla="*/ 49 h 333"/>
                <a:gd name="T4" fmla="*/ 74 w 97"/>
                <a:gd name="T5" fmla="*/ 71 h 333"/>
                <a:gd name="T6" fmla="*/ 76 w 97"/>
                <a:gd name="T7" fmla="*/ 118 h 333"/>
                <a:gd name="T8" fmla="*/ 72 w 97"/>
                <a:gd name="T9" fmla="*/ 141 h 333"/>
                <a:gd name="T10" fmla="*/ 71 w 97"/>
                <a:gd name="T11" fmla="*/ 166 h 333"/>
                <a:gd name="T12" fmla="*/ 67 w 97"/>
                <a:gd name="T13" fmla="*/ 213 h 333"/>
                <a:gd name="T14" fmla="*/ 67 w 97"/>
                <a:gd name="T15" fmla="*/ 228 h 333"/>
                <a:gd name="T16" fmla="*/ 88 w 97"/>
                <a:gd name="T17" fmla="*/ 290 h 333"/>
                <a:gd name="T18" fmla="*/ 96 w 97"/>
                <a:gd name="T19" fmla="*/ 316 h 333"/>
                <a:gd name="T20" fmla="*/ 94 w 97"/>
                <a:gd name="T21" fmla="*/ 324 h 333"/>
                <a:gd name="T22" fmla="*/ 90 w 97"/>
                <a:gd name="T23" fmla="*/ 309 h 333"/>
                <a:gd name="T24" fmla="*/ 68 w 97"/>
                <a:gd name="T25" fmla="*/ 326 h 333"/>
                <a:gd name="T26" fmla="*/ 72 w 97"/>
                <a:gd name="T27" fmla="*/ 314 h 333"/>
                <a:gd name="T28" fmla="*/ 63 w 97"/>
                <a:gd name="T29" fmla="*/ 263 h 333"/>
                <a:gd name="T30" fmla="*/ 55 w 97"/>
                <a:gd name="T31" fmla="*/ 264 h 333"/>
                <a:gd name="T32" fmla="*/ 48 w 97"/>
                <a:gd name="T33" fmla="*/ 301 h 333"/>
                <a:gd name="T34" fmla="*/ 44 w 97"/>
                <a:gd name="T35" fmla="*/ 324 h 333"/>
                <a:gd name="T36" fmla="*/ 41 w 97"/>
                <a:gd name="T37" fmla="*/ 330 h 333"/>
                <a:gd name="T38" fmla="*/ 42 w 97"/>
                <a:gd name="T39" fmla="*/ 314 h 333"/>
                <a:gd name="T40" fmla="*/ 19 w 97"/>
                <a:gd name="T41" fmla="*/ 330 h 333"/>
                <a:gd name="T42" fmla="*/ 16 w 97"/>
                <a:gd name="T43" fmla="*/ 319 h 333"/>
                <a:gd name="T44" fmla="*/ 35 w 97"/>
                <a:gd name="T45" fmla="*/ 265 h 333"/>
                <a:gd name="T46" fmla="*/ 38 w 97"/>
                <a:gd name="T47" fmla="*/ 237 h 333"/>
                <a:gd name="T48" fmla="*/ 33 w 97"/>
                <a:gd name="T49" fmla="*/ 213 h 333"/>
                <a:gd name="T50" fmla="*/ 29 w 97"/>
                <a:gd name="T51" fmla="*/ 189 h 333"/>
                <a:gd name="T52" fmla="*/ 26 w 97"/>
                <a:gd name="T53" fmla="*/ 189 h 333"/>
                <a:gd name="T54" fmla="*/ 20 w 97"/>
                <a:gd name="T55" fmla="*/ 187 h 333"/>
                <a:gd name="T56" fmla="*/ 22 w 97"/>
                <a:gd name="T57" fmla="*/ 169 h 333"/>
                <a:gd name="T58" fmla="*/ 3 w 97"/>
                <a:gd name="T59" fmla="*/ 125 h 333"/>
                <a:gd name="T60" fmla="*/ 24 w 97"/>
                <a:gd name="T61" fmla="*/ 105 h 333"/>
                <a:gd name="T62" fmla="*/ 42 w 97"/>
                <a:gd name="T63" fmla="*/ 64 h 333"/>
                <a:gd name="T64" fmla="*/ 41 w 97"/>
                <a:gd name="T65" fmla="*/ 46 h 333"/>
                <a:gd name="T66" fmla="*/ 30 w 97"/>
                <a:gd name="T67" fmla="*/ 28 h 333"/>
                <a:gd name="T68" fmla="*/ 31 w 97"/>
                <a:gd name="T69" fmla="*/ 1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7" h="333">
                  <a:moveTo>
                    <a:pt x="44" y="0"/>
                  </a:moveTo>
                  <a:cubicBezTo>
                    <a:pt x="51" y="0"/>
                    <a:pt x="57" y="4"/>
                    <a:pt x="60" y="11"/>
                  </a:cubicBezTo>
                  <a:cubicBezTo>
                    <a:pt x="63" y="18"/>
                    <a:pt x="64" y="27"/>
                    <a:pt x="63" y="31"/>
                  </a:cubicBezTo>
                  <a:cubicBezTo>
                    <a:pt x="62" y="35"/>
                    <a:pt x="65" y="45"/>
                    <a:pt x="67" y="49"/>
                  </a:cubicBezTo>
                  <a:cubicBezTo>
                    <a:pt x="68" y="54"/>
                    <a:pt x="71" y="60"/>
                    <a:pt x="71" y="60"/>
                  </a:cubicBezTo>
                  <a:cubicBezTo>
                    <a:pt x="71" y="60"/>
                    <a:pt x="74" y="65"/>
                    <a:pt x="74" y="71"/>
                  </a:cubicBezTo>
                  <a:cubicBezTo>
                    <a:pt x="74" y="77"/>
                    <a:pt x="74" y="87"/>
                    <a:pt x="76" y="98"/>
                  </a:cubicBezTo>
                  <a:cubicBezTo>
                    <a:pt x="79" y="110"/>
                    <a:pt x="78" y="113"/>
                    <a:pt x="76" y="118"/>
                  </a:cubicBezTo>
                  <a:cubicBezTo>
                    <a:pt x="74" y="124"/>
                    <a:pt x="68" y="135"/>
                    <a:pt x="68" y="135"/>
                  </a:cubicBezTo>
                  <a:cubicBezTo>
                    <a:pt x="68" y="135"/>
                    <a:pt x="74" y="139"/>
                    <a:pt x="72" y="141"/>
                  </a:cubicBezTo>
                  <a:cubicBezTo>
                    <a:pt x="70" y="144"/>
                    <a:pt x="67" y="145"/>
                    <a:pt x="67" y="145"/>
                  </a:cubicBezTo>
                  <a:cubicBezTo>
                    <a:pt x="67" y="145"/>
                    <a:pt x="74" y="155"/>
                    <a:pt x="71" y="166"/>
                  </a:cubicBezTo>
                  <a:cubicBezTo>
                    <a:pt x="67" y="177"/>
                    <a:pt x="67" y="184"/>
                    <a:pt x="67" y="194"/>
                  </a:cubicBezTo>
                  <a:cubicBezTo>
                    <a:pt x="67" y="204"/>
                    <a:pt x="67" y="213"/>
                    <a:pt x="67" y="213"/>
                  </a:cubicBezTo>
                  <a:cubicBezTo>
                    <a:pt x="63" y="213"/>
                    <a:pt x="63" y="213"/>
                    <a:pt x="63" y="213"/>
                  </a:cubicBezTo>
                  <a:cubicBezTo>
                    <a:pt x="63" y="213"/>
                    <a:pt x="63" y="222"/>
                    <a:pt x="67" y="228"/>
                  </a:cubicBezTo>
                  <a:cubicBezTo>
                    <a:pt x="71" y="234"/>
                    <a:pt x="78" y="243"/>
                    <a:pt x="79" y="258"/>
                  </a:cubicBezTo>
                  <a:cubicBezTo>
                    <a:pt x="80" y="274"/>
                    <a:pt x="84" y="287"/>
                    <a:pt x="88" y="290"/>
                  </a:cubicBezTo>
                  <a:cubicBezTo>
                    <a:pt x="93" y="294"/>
                    <a:pt x="97" y="294"/>
                    <a:pt x="97" y="300"/>
                  </a:cubicBezTo>
                  <a:cubicBezTo>
                    <a:pt x="97" y="306"/>
                    <a:pt x="96" y="313"/>
                    <a:pt x="96" y="316"/>
                  </a:cubicBezTo>
                  <a:cubicBezTo>
                    <a:pt x="96" y="319"/>
                    <a:pt x="96" y="324"/>
                    <a:pt x="96" y="324"/>
                  </a:cubicBezTo>
                  <a:cubicBezTo>
                    <a:pt x="94" y="324"/>
                    <a:pt x="94" y="324"/>
                    <a:pt x="94" y="324"/>
                  </a:cubicBezTo>
                  <a:cubicBezTo>
                    <a:pt x="94" y="324"/>
                    <a:pt x="95" y="320"/>
                    <a:pt x="94" y="316"/>
                  </a:cubicBezTo>
                  <a:cubicBezTo>
                    <a:pt x="94" y="312"/>
                    <a:pt x="93" y="307"/>
                    <a:pt x="90" y="309"/>
                  </a:cubicBezTo>
                  <a:cubicBezTo>
                    <a:pt x="87" y="310"/>
                    <a:pt x="83" y="318"/>
                    <a:pt x="81" y="321"/>
                  </a:cubicBezTo>
                  <a:cubicBezTo>
                    <a:pt x="79" y="325"/>
                    <a:pt x="76" y="328"/>
                    <a:pt x="68" y="326"/>
                  </a:cubicBezTo>
                  <a:cubicBezTo>
                    <a:pt x="60" y="324"/>
                    <a:pt x="58" y="319"/>
                    <a:pt x="62" y="318"/>
                  </a:cubicBezTo>
                  <a:cubicBezTo>
                    <a:pt x="66" y="317"/>
                    <a:pt x="71" y="319"/>
                    <a:pt x="72" y="314"/>
                  </a:cubicBezTo>
                  <a:cubicBezTo>
                    <a:pt x="73" y="310"/>
                    <a:pt x="74" y="299"/>
                    <a:pt x="73" y="293"/>
                  </a:cubicBezTo>
                  <a:cubicBezTo>
                    <a:pt x="71" y="288"/>
                    <a:pt x="65" y="270"/>
                    <a:pt x="63" y="263"/>
                  </a:cubicBezTo>
                  <a:cubicBezTo>
                    <a:pt x="60" y="256"/>
                    <a:pt x="57" y="249"/>
                    <a:pt x="57" y="249"/>
                  </a:cubicBezTo>
                  <a:cubicBezTo>
                    <a:pt x="57" y="249"/>
                    <a:pt x="57" y="259"/>
                    <a:pt x="55" y="264"/>
                  </a:cubicBezTo>
                  <a:cubicBezTo>
                    <a:pt x="53" y="269"/>
                    <a:pt x="46" y="288"/>
                    <a:pt x="44" y="292"/>
                  </a:cubicBezTo>
                  <a:cubicBezTo>
                    <a:pt x="43" y="296"/>
                    <a:pt x="45" y="299"/>
                    <a:pt x="48" y="301"/>
                  </a:cubicBezTo>
                  <a:cubicBezTo>
                    <a:pt x="50" y="303"/>
                    <a:pt x="48" y="309"/>
                    <a:pt x="47" y="313"/>
                  </a:cubicBezTo>
                  <a:cubicBezTo>
                    <a:pt x="45" y="317"/>
                    <a:pt x="44" y="322"/>
                    <a:pt x="44" y="324"/>
                  </a:cubicBezTo>
                  <a:cubicBezTo>
                    <a:pt x="44" y="326"/>
                    <a:pt x="44" y="330"/>
                    <a:pt x="44" y="330"/>
                  </a:cubicBezTo>
                  <a:cubicBezTo>
                    <a:pt x="41" y="330"/>
                    <a:pt x="41" y="330"/>
                    <a:pt x="41" y="330"/>
                  </a:cubicBezTo>
                  <a:cubicBezTo>
                    <a:pt x="41" y="330"/>
                    <a:pt x="42" y="325"/>
                    <a:pt x="42" y="321"/>
                  </a:cubicBezTo>
                  <a:cubicBezTo>
                    <a:pt x="42" y="317"/>
                    <a:pt x="43" y="315"/>
                    <a:pt x="42" y="314"/>
                  </a:cubicBezTo>
                  <a:cubicBezTo>
                    <a:pt x="40" y="313"/>
                    <a:pt x="34" y="319"/>
                    <a:pt x="31" y="323"/>
                  </a:cubicBezTo>
                  <a:cubicBezTo>
                    <a:pt x="28" y="327"/>
                    <a:pt x="28" y="333"/>
                    <a:pt x="19" y="330"/>
                  </a:cubicBezTo>
                  <a:cubicBezTo>
                    <a:pt x="11" y="328"/>
                    <a:pt x="5" y="324"/>
                    <a:pt x="7" y="321"/>
                  </a:cubicBezTo>
                  <a:cubicBezTo>
                    <a:pt x="9" y="319"/>
                    <a:pt x="14" y="321"/>
                    <a:pt x="16" y="319"/>
                  </a:cubicBezTo>
                  <a:cubicBezTo>
                    <a:pt x="19" y="318"/>
                    <a:pt x="24" y="305"/>
                    <a:pt x="27" y="298"/>
                  </a:cubicBezTo>
                  <a:cubicBezTo>
                    <a:pt x="30" y="290"/>
                    <a:pt x="34" y="274"/>
                    <a:pt x="35" y="265"/>
                  </a:cubicBezTo>
                  <a:cubicBezTo>
                    <a:pt x="36" y="256"/>
                    <a:pt x="37" y="249"/>
                    <a:pt x="37" y="245"/>
                  </a:cubicBezTo>
                  <a:cubicBezTo>
                    <a:pt x="38" y="242"/>
                    <a:pt x="38" y="237"/>
                    <a:pt x="38" y="237"/>
                  </a:cubicBezTo>
                  <a:cubicBezTo>
                    <a:pt x="38" y="237"/>
                    <a:pt x="35" y="226"/>
                    <a:pt x="34" y="221"/>
                  </a:cubicBezTo>
                  <a:cubicBezTo>
                    <a:pt x="33" y="217"/>
                    <a:pt x="33" y="213"/>
                    <a:pt x="33" y="213"/>
                  </a:cubicBezTo>
                  <a:cubicBezTo>
                    <a:pt x="33" y="213"/>
                    <a:pt x="28" y="214"/>
                    <a:pt x="28" y="211"/>
                  </a:cubicBezTo>
                  <a:cubicBezTo>
                    <a:pt x="28" y="208"/>
                    <a:pt x="29" y="195"/>
                    <a:pt x="29" y="189"/>
                  </a:cubicBezTo>
                  <a:cubicBezTo>
                    <a:pt x="28" y="183"/>
                    <a:pt x="26" y="183"/>
                    <a:pt x="26" y="183"/>
                  </a:cubicBezTo>
                  <a:cubicBezTo>
                    <a:pt x="26" y="183"/>
                    <a:pt x="26" y="187"/>
                    <a:pt x="26" y="189"/>
                  </a:cubicBezTo>
                  <a:cubicBezTo>
                    <a:pt x="26" y="192"/>
                    <a:pt x="24" y="191"/>
                    <a:pt x="23" y="189"/>
                  </a:cubicBezTo>
                  <a:cubicBezTo>
                    <a:pt x="22" y="187"/>
                    <a:pt x="20" y="189"/>
                    <a:pt x="20" y="187"/>
                  </a:cubicBezTo>
                  <a:cubicBezTo>
                    <a:pt x="20" y="185"/>
                    <a:pt x="19" y="181"/>
                    <a:pt x="19" y="178"/>
                  </a:cubicBezTo>
                  <a:cubicBezTo>
                    <a:pt x="20" y="175"/>
                    <a:pt x="22" y="169"/>
                    <a:pt x="22" y="169"/>
                  </a:cubicBezTo>
                  <a:cubicBezTo>
                    <a:pt x="0" y="169"/>
                    <a:pt x="0" y="169"/>
                    <a:pt x="0" y="169"/>
                  </a:cubicBezTo>
                  <a:cubicBezTo>
                    <a:pt x="3" y="125"/>
                    <a:pt x="3" y="125"/>
                    <a:pt x="3" y="125"/>
                  </a:cubicBezTo>
                  <a:cubicBezTo>
                    <a:pt x="23" y="125"/>
                    <a:pt x="23" y="125"/>
                    <a:pt x="23" y="125"/>
                  </a:cubicBezTo>
                  <a:cubicBezTo>
                    <a:pt x="23" y="125"/>
                    <a:pt x="24" y="112"/>
                    <a:pt x="24" y="105"/>
                  </a:cubicBezTo>
                  <a:cubicBezTo>
                    <a:pt x="24" y="99"/>
                    <a:pt x="23" y="90"/>
                    <a:pt x="28" y="83"/>
                  </a:cubicBezTo>
                  <a:cubicBezTo>
                    <a:pt x="32" y="75"/>
                    <a:pt x="38" y="69"/>
                    <a:pt x="42" y="64"/>
                  </a:cubicBezTo>
                  <a:cubicBezTo>
                    <a:pt x="46" y="60"/>
                    <a:pt x="46" y="59"/>
                    <a:pt x="45" y="55"/>
                  </a:cubicBezTo>
                  <a:cubicBezTo>
                    <a:pt x="44" y="51"/>
                    <a:pt x="44" y="46"/>
                    <a:pt x="41" y="46"/>
                  </a:cubicBezTo>
                  <a:cubicBezTo>
                    <a:pt x="39" y="46"/>
                    <a:pt x="36" y="46"/>
                    <a:pt x="35" y="43"/>
                  </a:cubicBezTo>
                  <a:cubicBezTo>
                    <a:pt x="34" y="39"/>
                    <a:pt x="31" y="33"/>
                    <a:pt x="30" y="28"/>
                  </a:cubicBezTo>
                  <a:cubicBezTo>
                    <a:pt x="30" y="24"/>
                    <a:pt x="31" y="23"/>
                    <a:pt x="30" y="22"/>
                  </a:cubicBezTo>
                  <a:cubicBezTo>
                    <a:pt x="30" y="20"/>
                    <a:pt x="31" y="16"/>
                    <a:pt x="31" y="12"/>
                  </a:cubicBezTo>
                  <a:cubicBezTo>
                    <a:pt x="31" y="9"/>
                    <a:pt x="36" y="0"/>
                    <a:pt x="44"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8" name="Freeform 676"/>
            <p:cNvSpPr>
              <a:spLocks/>
            </p:cNvSpPr>
            <p:nvPr/>
          </p:nvSpPr>
          <p:spPr bwMode="auto">
            <a:xfrm>
              <a:off x="4146" y="629"/>
              <a:ext cx="38" cy="31"/>
            </a:xfrm>
            <a:custGeom>
              <a:avLst/>
              <a:gdLst>
                <a:gd name="T0" fmla="*/ 19 w 20"/>
                <a:gd name="T1" fmla="*/ 0 h 16"/>
                <a:gd name="T2" fmla="*/ 20 w 20"/>
                <a:gd name="T3" fmla="*/ 3 h 16"/>
                <a:gd name="T4" fmla="*/ 0 w 20"/>
                <a:gd name="T5" fmla="*/ 16 h 16"/>
                <a:gd name="T6" fmla="*/ 2 w 20"/>
                <a:gd name="T7" fmla="*/ 8 h 16"/>
                <a:gd name="T8" fmla="*/ 11 w 20"/>
                <a:gd name="T9" fmla="*/ 1 h 16"/>
                <a:gd name="T10" fmla="*/ 19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19" y="0"/>
                  </a:moveTo>
                  <a:cubicBezTo>
                    <a:pt x="20" y="1"/>
                    <a:pt x="20" y="2"/>
                    <a:pt x="20" y="3"/>
                  </a:cubicBezTo>
                  <a:cubicBezTo>
                    <a:pt x="10" y="3"/>
                    <a:pt x="5" y="10"/>
                    <a:pt x="0" y="16"/>
                  </a:cubicBezTo>
                  <a:cubicBezTo>
                    <a:pt x="2" y="14"/>
                    <a:pt x="2" y="10"/>
                    <a:pt x="2" y="8"/>
                  </a:cubicBezTo>
                  <a:cubicBezTo>
                    <a:pt x="4" y="5"/>
                    <a:pt x="8" y="3"/>
                    <a:pt x="11" y="1"/>
                  </a:cubicBezTo>
                  <a:cubicBezTo>
                    <a:pt x="14" y="0"/>
                    <a:pt x="17" y="0"/>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19" name="Freeform 677"/>
            <p:cNvSpPr>
              <a:spLocks/>
            </p:cNvSpPr>
            <p:nvPr/>
          </p:nvSpPr>
          <p:spPr bwMode="auto">
            <a:xfrm>
              <a:off x="1178" y="541"/>
              <a:ext cx="163" cy="645"/>
            </a:xfrm>
            <a:custGeom>
              <a:avLst/>
              <a:gdLst>
                <a:gd name="T0" fmla="*/ 48 w 85"/>
                <a:gd name="T1" fmla="*/ 0 h 337"/>
                <a:gd name="T2" fmla="*/ 34 w 85"/>
                <a:gd name="T3" fmla="*/ 19 h 337"/>
                <a:gd name="T4" fmla="*/ 36 w 85"/>
                <a:gd name="T5" fmla="*/ 31 h 337"/>
                <a:gd name="T6" fmla="*/ 39 w 85"/>
                <a:gd name="T7" fmla="*/ 38 h 337"/>
                <a:gd name="T8" fmla="*/ 40 w 85"/>
                <a:gd name="T9" fmla="*/ 43 h 337"/>
                <a:gd name="T10" fmla="*/ 39 w 85"/>
                <a:gd name="T11" fmla="*/ 46 h 337"/>
                <a:gd name="T12" fmla="*/ 34 w 85"/>
                <a:gd name="T13" fmla="*/ 50 h 337"/>
                <a:gd name="T14" fmla="*/ 25 w 85"/>
                <a:gd name="T15" fmla="*/ 54 h 337"/>
                <a:gd name="T16" fmla="*/ 12 w 85"/>
                <a:gd name="T17" fmla="*/ 60 h 337"/>
                <a:gd name="T18" fmla="*/ 11 w 85"/>
                <a:gd name="T19" fmla="*/ 70 h 337"/>
                <a:gd name="T20" fmla="*/ 8 w 85"/>
                <a:gd name="T21" fmla="*/ 81 h 337"/>
                <a:gd name="T22" fmla="*/ 4 w 85"/>
                <a:gd name="T23" fmla="*/ 111 h 337"/>
                <a:gd name="T24" fmla="*/ 19 w 85"/>
                <a:gd name="T25" fmla="*/ 117 h 337"/>
                <a:gd name="T26" fmla="*/ 18 w 85"/>
                <a:gd name="T27" fmla="*/ 128 h 337"/>
                <a:gd name="T28" fmla="*/ 17 w 85"/>
                <a:gd name="T29" fmla="*/ 141 h 337"/>
                <a:gd name="T30" fmla="*/ 17 w 85"/>
                <a:gd name="T31" fmla="*/ 179 h 337"/>
                <a:gd name="T32" fmla="*/ 17 w 85"/>
                <a:gd name="T33" fmla="*/ 218 h 337"/>
                <a:gd name="T34" fmla="*/ 28 w 85"/>
                <a:gd name="T35" fmla="*/ 220 h 337"/>
                <a:gd name="T36" fmla="*/ 33 w 85"/>
                <a:gd name="T37" fmla="*/ 220 h 337"/>
                <a:gd name="T38" fmla="*/ 33 w 85"/>
                <a:gd name="T39" fmla="*/ 233 h 337"/>
                <a:gd name="T40" fmla="*/ 35 w 85"/>
                <a:gd name="T41" fmla="*/ 270 h 337"/>
                <a:gd name="T42" fmla="*/ 37 w 85"/>
                <a:gd name="T43" fmla="*/ 300 h 337"/>
                <a:gd name="T44" fmla="*/ 32 w 85"/>
                <a:gd name="T45" fmla="*/ 322 h 337"/>
                <a:gd name="T46" fmla="*/ 26 w 85"/>
                <a:gd name="T47" fmla="*/ 330 h 337"/>
                <a:gd name="T48" fmla="*/ 25 w 85"/>
                <a:gd name="T49" fmla="*/ 334 h 337"/>
                <a:gd name="T50" fmla="*/ 42 w 85"/>
                <a:gd name="T51" fmla="*/ 333 h 337"/>
                <a:gd name="T52" fmla="*/ 44 w 85"/>
                <a:gd name="T53" fmla="*/ 324 h 337"/>
                <a:gd name="T54" fmla="*/ 48 w 85"/>
                <a:gd name="T55" fmla="*/ 318 h 337"/>
                <a:gd name="T56" fmla="*/ 48 w 85"/>
                <a:gd name="T57" fmla="*/ 321 h 337"/>
                <a:gd name="T58" fmla="*/ 44 w 85"/>
                <a:gd name="T59" fmla="*/ 331 h 337"/>
                <a:gd name="T60" fmla="*/ 48 w 85"/>
                <a:gd name="T61" fmla="*/ 337 h 337"/>
                <a:gd name="T62" fmla="*/ 62 w 85"/>
                <a:gd name="T63" fmla="*/ 332 h 337"/>
                <a:gd name="T64" fmla="*/ 63 w 85"/>
                <a:gd name="T65" fmla="*/ 317 h 337"/>
                <a:gd name="T66" fmla="*/ 63 w 85"/>
                <a:gd name="T67" fmla="*/ 304 h 337"/>
                <a:gd name="T68" fmla="*/ 67 w 85"/>
                <a:gd name="T69" fmla="*/ 275 h 337"/>
                <a:gd name="T70" fmla="*/ 71 w 85"/>
                <a:gd name="T71" fmla="*/ 239 h 337"/>
                <a:gd name="T72" fmla="*/ 70 w 85"/>
                <a:gd name="T73" fmla="*/ 222 h 337"/>
                <a:gd name="T74" fmla="*/ 70 w 85"/>
                <a:gd name="T75" fmla="*/ 217 h 337"/>
                <a:gd name="T76" fmla="*/ 80 w 85"/>
                <a:gd name="T77" fmla="*/ 215 h 337"/>
                <a:gd name="T78" fmla="*/ 79 w 85"/>
                <a:gd name="T79" fmla="*/ 183 h 337"/>
                <a:gd name="T80" fmla="*/ 78 w 85"/>
                <a:gd name="T81" fmla="*/ 153 h 337"/>
                <a:gd name="T82" fmla="*/ 77 w 85"/>
                <a:gd name="T83" fmla="*/ 142 h 337"/>
                <a:gd name="T84" fmla="*/ 77 w 85"/>
                <a:gd name="T85" fmla="*/ 135 h 337"/>
                <a:gd name="T86" fmla="*/ 75 w 85"/>
                <a:gd name="T87" fmla="*/ 125 h 337"/>
                <a:gd name="T88" fmla="*/ 83 w 85"/>
                <a:gd name="T89" fmla="*/ 119 h 337"/>
                <a:gd name="T90" fmla="*/ 85 w 85"/>
                <a:gd name="T91" fmla="*/ 89 h 337"/>
                <a:gd name="T92" fmla="*/ 83 w 85"/>
                <a:gd name="T93" fmla="*/ 64 h 337"/>
                <a:gd name="T94" fmla="*/ 79 w 85"/>
                <a:gd name="T95" fmla="*/ 58 h 337"/>
                <a:gd name="T96" fmla="*/ 67 w 85"/>
                <a:gd name="T97" fmla="*/ 55 h 337"/>
                <a:gd name="T98" fmla="*/ 60 w 85"/>
                <a:gd name="T99" fmla="*/ 47 h 337"/>
                <a:gd name="T100" fmla="*/ 57 w 85"/>
                <a:gd name="T101" fmla="*/ 41 h 337"/>
                <a:gd name="T102" fmla="*/ 60 w 85"/>
                <a:gd name="T103" fmla="*/ 32 h 337"/>
                <a:gd name="T104" fmla="*/ 63 w 85"/>
                <a:gd name="T105" fmla="*/ 19 h 337"/>
                <a:gd name="T106" fmla="*/ 48 w 85"/>
                <a:gd name="T10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5" h="337">
                  <a:moveTo>
                    <a:pt x="48" y="0"/>
                  </a:moveTo>
                  <a:cubicBezTo>
                    <a:pt x="37" y="0"/>
                    <a:pt x="34" y="9"/>
                    <a:pt x="34" y="19"/>
                  </a:cubicBezTo>
                  <a:cubicBezTo>
                    <a:pt x="32" y="19"/>
                    <a:pt x="33" y="31"/>
                    <a:pt x="36" y="31"/>
                  </a:cubicBezTo>
                  <a:cubicBezTo>
                    <a:pt x="36" y="32"/>
                    <a:pt x="37" y="37"/>
                    <a:pt x="39" y="38"/>
                  </a:cubicBezTo>
                  <a:cubicBezTo>
                    <a:pt x="40" y="39"/>
                    <a:pt x="40" y="40"/>
                    <a:pt x="40" y="43"/>
                  </a:cubicBezTo>
                  <a:cubicBezTo>
                    <a:pt x="40" y="45"/>
                    <a:pt x="39" y="46"/>
                    <a:pt x="39" y="46"/>
                  </a:cubicBezTo>
                  <a:cubicBezTo>
                    <a:pt x="39" y="46"/>
                    <a:pt x="34" y="47"/>
                    <a:pt x="34" y="50"/>
                  </a:cubicBezTo>
                  <a:cubicBezTo>
                    <a:pt x="33" y="52"/>
                    <a:pt x="29" y="54"/>
                    <a:pt x="25" y="54"/>
                  </a:cubicBezTo>
                  <a:cubicBezTo>
                    <a:pt x="20" y="54"/>
                    <a:pt x="12" y="57"/>
                    <a:pt x="12" y="60"/>
                  </a:cubicBezTo>
                  <a:cubicBezTo>
                    <a:pt x="12" y="63"/>
                    <a:pt x="12" y="70"/>
                    <a:pt x="11" y="70"/>
                  </a:cubicBezTo>
                  <a:cubicBezTo>
                    <a:pt x="9" y="69"/>
                    <a:pt x="9" y="75"/>
                    <a:pt x="8" y="81"/>
                  </a:cubicBezTo>
                  <a:cubicBezTo>
                    <a:pt x="7" y="87"/>
                    <a:pt x="0" y="106"/>
                    <a:pt x="4" y="111"/>
                  </a:cubicBezTo>
                  <a:cubicBezTo>
                    <a:pt x="9" y="117"/>
                    <a:pt x="19" y="117"/>
                    <a:pt x="19" y="117"/>
                  </a:cubicBezTo>
                  <a:cubicBezTo>
                    <a:pt x="19" y="117"/>
                    <a:pt x="19" y="120"/>
                    <a:pt x="18" y="128"/>
                  </a:cubicBezTo>
                  <a:cubicBezTo>
                    <a:pt x="17" y="135"/>
                    <a:pt x="15" y="141"/>
                    <a:pt x="17" y="141"/>
                  </a:cubicBezTo>
                  <a:cubicBezTo>
                    <a:pt x="18" y="141"/>
                    <a:pt x="17" y="166"/>
                    <a:pt x="17" y="179"/>
                  </a:cubicBezTo>
                  <a:cubicBezTo>
                    <a:pt x="17" y="192"/>
                    <a:pt x="17" y="215"/>
                    <a:pt x="17" y="218"/>
                  </a:cubicBezTo>
                  <a:cubicBezTo>
                    <a:pt x="17" y="220"/>
                    <a:pt x="25" y="220"/>
                    <a:pt x="28" y="220"/>
                  </a:cubicBezTo>
                  <a:cubicBezTo>
                    <a:pt x="30" y="220"/>
                    <a:pt x="33" y="220"/>
                    <a:pt x="33" y="220"/>
                  </a:cubicBezTo>
                  <a:cubicBezTo>
                    <a:pt x="33" y="220"/>
                    <a:pt x="33" y="227"/>
                    <a:pt x="33" y="233"/>
                  </a:cubicBezTo>
                  <a:cubicBezTo>
                    <a:pt x="34" y="238"/>
                    <a:pt x="34" y="264"/>
                    <a:pt x="35" y="270"/>
                  </a:cubicBezTo>
                  <a:cubicBezTo>
                    <a:pt x="35" y="276"/>
                    <a:pt x="38" y="291"/>
                    <a:pt x="37" y="300"/>
                  </a:cubicBezTo>
                  <a:cubicBezTo>
                    <a:pt x="37" y="308"/>
                    <a:pt x="35" y="317"/>
                    <a:pt x="32" y="322"/>
                  </a:cubicBezTo>
                  <a:cubicBezTo>
                    <a:pt x="29" y="326"/>
                    <a:pt x="28" y="328"/>
                    <a:pt x="26" y="330"/>
                  </a:cubicBezTo>
                  <a:cubicBezTo>
                    <a:pt x="25" y="332"/>
                    <a:pt x="21" y="334"/>
                    <a:pt x="25" y="334"/>
                  </a:cubicBezTo>
                  <a:cubicBezTo>
                    <a:pt x="30" y="334"/>
                    <a:pt x="40" y="335"/>
                    <a:pt x="42" y="333"/>
                  </a:cubicBezTo>
                  <a:cubicBezTo>
                    <a:pt x="44" y="331"/>
                    <a:pt x="42" y="326"/>
                    <a:pt x="44" y="324"/>
                  </a:cubicBezTo>
                  <a:cubicBezTo>
                    <a:pt x="45" y="321"/>
                    <a:pt x="48" y="318"/>
                    <a:pt x="48" y="318"/>
                  </a:cubicBezTo>
                  <a:cubicBezTo>
                    <a:pt x="48" y="321"/>
                    <a:pt x="48" y="321"/>
                    <a:pt x="48" y="321"/>
                  </a:cubicBezTo>
                  <a:cubicBezTo>
                    <a:pt x="48" y="321"/>
                    <a:pt x="44" y="329"/>
                    <a:pt x="44" y="331"/>
                  </a:cubicBezTo>
                  <a:cubicBezTo>
                    <a:pt x="45" y="333"/>
                    <a:pt x="45" y="337"/>
                    <a:pt x="48" y="337"/>
                  </a:cubicBezTo>
                  <a:cubicBezTo>
                    <a:pt x="51" y="337"/>
                    <a:pt x="61" y="335"/>
                    <a:pt x="62" y="332"/>
                  </a:cubicBezTo>
                  <a:cubicBezTo>
                    <a:pt x="63" y="328"/>
                    <a:pt x="62" y="320"/>
                    <a:pt x="63" y="317"/>
                  </a:cubicBezTo>
                  <a:cubicBezTo>
                    <a:pt x="64" y="314"/>
                    <a:pt x="64" y="309"/>
                    <a:pt x="63" y="304"/>
                  </a:cubicBezTo>
                  <a:cubicBezTo>
                    <a:pt x="62" y="300"/>
                    <a:pt x="64" y="284"/>
                    <a:pt x="67" y="275"/>
                  </a:cubicBezTo>
                  <a:cubicBezTo>
                    <a:pt x="71" y="266"/>
                    <a:pt x="71" y="247"/>
                    <a:pt x="71" y="239"/>
                  </a:cubicBezTo>
                  <a:cubicBezTo>
                    <a:pt x="71" y="231"/>
                    <a:pt x="70" y="225"/>
                    <a:pt x="70" y="222"/>
                  </a:cubicBezTo>
                  <a:cubicBezTo>
                    <a:pt x="70" y="218"/>
                    <a:pt x="70" y="217"/>
                    <a:pt x="70" y="217"/>
                  </a:cubicBezTo>
                  <a:cubicBezTo>
                    <a:pt x="70" y="217"/>
                    <a:pt x="80" y="217"/>
                    <a:pt x="80" y="215"/>
                  </a:cubicBezTo>
                  <a:cubicBezTo>
                    <a:pt x="80" y="213"/>
                    <a:pt x="79" y="192"/>
                    <a:pt x="79" y="183"/>
                  </a:cubicBezTo>
                  <a:cubicBezTo>
                    <a:pt x="79" y="174"/>
                    <a:pt x="78" y="161"/>
                    <a:pt x="78" y="153"/>
                  </a:cubicBezTo>
                  <a:cubicBezTo>
                    <a:pt x="77" y="145"/>
                    <a:pt x="77" y="142"/>
                    <a:pt x="77" y="142"/>
                  </a:cubicBezTo>
                  <a:cubicBezTo>
                    <a:pt x="77" y="142"/>
                    <a:pt x="78" y="141"/>
                    <a:pt x="77" y="135"/>
                  </a:cubicBezTo>
                  <a:cubicBezTo>
                    <a:pt x="76" y="130"/>
                    <a:pt x="75" y="125"/>
                    <a:pt x="75" y="125"/>
                  </a:cubicBezTo>
                  <a:cubicBezTo>
                    <a:pt x="75" y="125"/>
                    <a:pt x="81" y="125"/>
                    <a:pt x="83" y="119"/>
                  </a:cubicBezTo>
                  <a:cubicBezTo>
                    <a:pt x="84" y="112"/>
                    <a:pt x="85" y="102"/>
                    <a:pt x="85" y="89"/>
                  </a:cubicBezTo>
                  <a:cubicBezTo>
                    <a:pt x="84" y="77"/>
                    <a:pt x="83" y="67"/>
                    <a:pt x="83" y="64"/>
                  </a:cubicBezTo>
                  <a:cubicBezTo>
                    <a:pt x="83" y="61"/>
                    <a:pt x="84" y="60"/>
                    <a:pt x="79" y="58"/>
                  </a:cubicBezTo>
                  <a:cubicBezTo>
                    <a:pt x="74" y="57"/>
                    <a:pt x="71" y="58"/>
                    <a:pt x="67" y="55"/>
                  </a:cubicBezTo>
                  <a:cubicBezTo>
                    <a:pt x="63" y="52"/>
                    <a:pt x="62" y="48"/>
                    <a:pt x="60" y="47"/>
                  </a:cubicBezTo>
                  <a:cubicBezTo>
                    <a:pt x="58" y="45"/>
                    <a:pt x="55" y="43"/>
                    <a:pt x="57" y="41"/>
                  </a:cubicBezTo>
                  <a:cubicBezTo>
                    <a:pt x="58" y="39"/>
                    <a:pt x="60" y="36"/>
                    <a:pt x="60" y="32"/>
                  </a:cubicBezTo>
                  <a:cubicBezTo>
                    <a:pt x="64" y="32"/>
                    <a:pt x="65" y="19"/>
                    <a:pt x="63" y="19"/>
                  </a:cubicBezTo>
                  <a:cubicBezTo>
                    <a:pt x="62" y="10"/>
                    <a:pt x="61" y="0"/>
                    <a:pt x="48"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0" name="Freeform 678"/>
            <p:cNvSpPr>
              <a:spLocks/>
            </p:cNvSpPr>
            <p:nvPr/>
          </p:nvSpPr>
          <p:spPr bwMode="auto">
            <a:xfrm>
              <a:off x="1245" y="627"/>
              <a:ext cx="48" cy="100"/>
            </a:xfrm>
            <a:custGeom>
              <a:avLst/>
              <a:gdLst>
                <a:gd name="T0" fmla="*/ 4 w 25"/>
                <a:gd name="T1" fmla="*/ 1 h 52"/>
                <a:gd name="T2" fmla="*/ 4 w 25"/>
                <a:gd name="T3" fmla="*/ 1 h 52"/>
                <a:gd name="T4" fmla="*/ 2 w 25"/>
                <a:gd name="T5" fmla="*/ 2 h 52"/>
                <a:gd name="T6" fmla="*/ 0 w 25"/>
                <a:gd name="T7" fmla="*/ 24 h 52"/>
                <a:gd name="T8" fmla="*/ 5 w 25"/>
                <a:gd name="T9" fmla="*/ 43 h 52"/>
                <a:gd name="T10" fmla="*/ 6 w 25"/>
                <a:gd name="T11" fmla="*/ 52 h 52"/>
                <a:gd name="T12" fmla="*/ 11 w 25"/>
                <a:gd name="T13" fmla="*/ 38 h 52"/>
                <a:gd name="T14" fmla="*/ 21 w 25"/>
                <a:gd name="T15" fmla="*/ 16 h 52"/>
                <a:gd name="T16" fmla="*/ 25 w 25"/>
                <a:gd name="T17" fmla="*/ 2 h 52"/>
                <a:gd name="T18" fmla="*/ 25 w 25"/>
                <a:gd name="T19" fmla="*/ 2 h 52"/>
                <a:gd name="T20" fmla="*/ 23 w 25"/>
                <a:gd name="T21" fmla="*/ 0 h 52"/>
                <a:gd name="T22" fmla="*/ 20 w 25"/>
                <a:gd name="T23" fmla="*/ 8 h 52"/>
                <a:gd name="T24" fmla="*/ 14 w 25"/>
                <a:gd name="T25" fmla="*/ 14 h 52"/>
                <a:gd name="T26" fmla="*/ 14 w 25"/>
                <a:gd name="T27" fmla="*/ 19 h 52"/>
                <a:gd name="T28" fmla="*/ 11 w 25"/>
                <a:gd name="T29" fmla="*/ 23 h 52"/>
                <a:gd name="T30" fmla="*/ 11 w 25"/>
                <a:gd name="T31" fmla="*/ 18 h 52"/>
                <a:gd name="T32" fmla="*/ 7 w 25"/>
                <a:gd name="T33" fmla="*/ 15 h 52"/>
                <a:gd name="T34" fmla="*/ 4 w 25"/>
                <a:gd name="T35"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52">
                  <a:moveTo>
                    <a:pt x="4" y="1"/>
                  </a:moveTo>
                  <a:cubicBezTo>
                    <a:pt x="4" y="1"/>
                    <a:pt x="4" y="1"/>
                    <a:pt x="4" y="1"/>
                  </a:cubicBezTo>
                  <a:cubicBezTo>
                    <a:pt x="4" y="1"/>
                    <a:pt x="3" y="1"/>
                    <a:pt x="2" y="2"/>
                  </a:cubicBezTo>
                  <a:cubicBezTo>
                    <a:pt x="1" y="5"/>
                    <a:pt x="0" y="19"/>
                    <a:pt x="0" y="24"/>
                  </a:cubicBezTo>
                  <a:cubicBezTo>
                    <a:pt x="0" y="29"/>
                    <a:pt x="3" y="38"/>
                    <a:pt x="5" y="43"/>
                  </a:cubicBezTo>
                  <a:cubicBezTo>
                    <a:pt x="6" y="48"/>
                    <a:pt x="6" y="52"/>
                    <a:pt x="6" y="52"/>
                  </a:cubicBezTo>
                  <a:cubicBezTo>
                    <a:pt x="6" y="52"/>
                    <a:pt x="8" y="44"/>
                    <a:pt x="11" y="38"/>
                  </a:cubicBezTo>
                  <a:cubicBezTo>
                    <a:pt x="13" y="31"/>
                    <a:pt x="18" y="23"/>
                    <a:pt x="21" y="16"/>
                  </a:cubicBezTo>
                  <a:cubicBezTo>
                    <a:pt x="24" y="11"/>
                    <a:pt x="25" y="6"/>
                    <a:pt x="25" y="2"/>
                  </a:cubicBezTo>
                  <a:cubicBezTo>
                    <a:pt x="25" y="2"/>
                    <a:pt x="25" y="2"/>
                    <a:pt x="25" y="2"/>
                  </a:cubicBezTo>
                  <a:cubicBezTo>
                    <a:pt x="24" y="2"/>
                    <a:pt x="23" y="1"/>
                    <a:pt x="23" y="0"/>
                  </a:cubicBezTo>
                  <a:cubicBezTo>
                    <a:pt x="22" y="3"/>
                    <a:pt x="21" y="6"/>
                    <a:pt x="20" y="8"/>
                  </a:cubicBezTo>
                  <a:cubicBezTo>
                    <a:pt x="19" y="11"/>
                    <a:pt x="15" y="12"/>
                    <a:pt x="14" y="14"/>
                  </a:cubicBezTo>
                  <a:cubicBezTo>
                    <a:pt x="12" y="15"/>
                    <a:pt x="15" y="17"/>
                    <a:pt x="14" y="19"/>
                  </a:cubicBezTo>
                  <a:cubicBezTo>
                    <a:pt x="12" y="22"/>
                    <a:pt x="11" y="23"/>
                    <a:pt x="11" y="23"/>
                  </a:cubicBezTo>
                  <a:cubicBezTo>
                    <a:pt x="11" y="23"/>
                    <a:pt x="12" y="21"/>
                    <a:pt x="11" y="18"/>
                  </a:cubicBezTo>
                  <a:cubicBezTo>
                    <a:pt x="10" y="16"/>
                    <a:pt x="9" y="18"/>
                    <a:pt x="7" y="15"/>
                  </a:cubicBezTo>
                  <a:cubicBezTo>
                    <a:pt x="6" y="12"/>
                    <a:pt x="5" y="5"/>
                    <a:pt x="4"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1" name="Freeform 679"/>
            <p:cNvSpPr>
              <a:spLocks/>
            </p:cNvSpPr>
            <p:nvPr/>
          </p:nvSpPr>
          <p:spPr bwMode="auto">
            <a:xfrm>
              <a:off x="1228" y="782"/>
              <a:ext cx="71" cy="33"/>
            </a:xfrm>
            <a:custGeom>
              <a:avLst/>
              <a:gdLst>
                <a:gd name="T0" fmla="*/ 20 w 37"/>
                <a:gd name="T1" fmla="*/ 0 h 17"/>
                <a:gd name="T2" fmla="*/ 17 w 37"/>
                <a:gd name="T3" fmla="*/ 0 h 17"/>
                <a:gd name="T4" fmla="*/ 11 w 37"/>
                <a:gd name="T5" fmla="*/ 9 h 17"/>
                <a:gd name="T6" fmla="*/ 0 w 37"/>
                <a:gd name="T7" fmla="*/ 11 h 17"/>
                <a:gd name="T8" fmla="*/ 8 w 37"/>
                <a:gd name="T9" fmla="*/ 14 h 17"/>
                <a:gd name="T10" fmla="*/ 15 w 37"/>
                <a:gd name="T11" fmla="*/ 12 h 17"/>
                <a:gd name="T12" fmla="*/ 28 w 37"/>
                <a:gd name="T13" fmla="*/ 16 h 17"/>
                <a:gd name="T14" fmla="*/ 37 w 37"/>
                <a:gd name="T15" fmla="*/ 13 h 17"/>
                <a:gd name="T16" fmla="*/ 24 w 37"/>
                <a:gd name="T17" fmla="*/ 11 h 17"/>
                <a:gd name="T18" fmla="*/ 20 w 37"/>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7">
                  <a:moveTo>
                    <a:pt x="20" y="0"/>
                  </a:moveTo>
                  <a:cubicBezTo>
                    <a:pt x="17" y="0"/>
                    <a:pt x="17" y="0"/>
                    <a:pt x="17" y="0"/>
                  </a:cubicBezTo>
                  <a:cubicBezTo>
                    <a:pt x="17" y="0"/>
                    <a:pt x="15" y="8"/>
                    <a:pt x="11" y="9"/>
                  </a:cubicBezTo>
                  <a:cubicBezTo>
                    <a:pt x="7" y="11"/>
                    <a:pt x="0" y="11"/>
                    <a:pt x="0" y="11"/>
                  </a:cubicBezTo>
                  <a:cubicBezTo>
                    <a:pt x="0" y="11"/>
                    <a:pt x="3" y="14"/>
                    <a:pt x="8" y="14"/>
                  </a:cubicBezTo>
                  <a:cubicBezTo>
                    <a:pt x="13" y="14"/>
                    <a:pt x="15" y="12"/>
                    <a:pt x="15" y="12"/>
                  </a:cubicBezTo>
                  <a:cubicBezTo>
                    <a:pt x="15" y="12"/>
                    <a:pt x="22" y="17"/>
                    <a:pt x="28" y="16"/>
                  </a:cubicBezTo>
                  <a:cubicBezTo>
                    <a:pt x="35" y="15"/>
                    <a:pt x="37" y="13"/>
                    <a:pt x="37" y="13"/>
                  </a:cubicBezTo>
                  <a:cubicBezTo>
                    <a:pt x="37" y="13"/>
                    <a:pt x="28" y="14"/>
                    <a:pt x="24" y="11"/>
                  </a:cubicBezTo>
                  <a:cubicBezTo>
                    <a:pt x="20" y="8"/>
                    <a:pt x="20" y="5"/>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2" name="Freeform 680"/>
            <p:cNvSpPr>
              <a:spLocks/>
            </p:cNvSpPr>
            <p:nvPr/>
          </p:nvSpPr>
          <p:spPr bwMode="auto">
            <a:xfrm>
              <a:off x="5595" y="541"/>
              <a:ext cx="163" cy="645"/>
            </a:xfrm>
            <a:custGeom>
              <a:avLst/>
              <a:gdLst>
                <a:gd name="T0" fmla="*/ 48 w 85"/>
                <a:gd name="T1" fmla="*/ 0 h 337"/>
                <a:gd name="T2" fmla="*/ 35 w 85"/>
                <a:gd name="T3" fmla="*/ 19 h 337"/>
                <a:gd name="T4" fmla="*/ 37 w 85"/>
                <a:gd name="T5" fmla="*/ 31 h 337"/>
                <a:gd name="T6" fmla="*/ 39 w 85"/>
                <a:gd name="T7" fmla="*/ 38 h 337"/>
                <a:gd name="T8" fmla="*/ 41 w 85"/>
                <a:gd name="T9" fmla="*/ 43 h 337"/>
                <a:gd name="T10" fmla="*/ 39 w 85"/>
                <a:gd name="T11" fmla="*/ 46 h 337"/>
                <a:gd name="T12" fmla="*/ 34 w 85"/>
                <a:gd name="T13" fmla="*/ 50 h 337"/>
                <a:gd name="T14" fmla="*/ 25 w 85"/>
                <a:gd name="T15" fmla="*/ 54 h 337"/>
                <a:gd name="T16" fmla="*/ 13 w 85"/>
                <a:gd name="T17" fmla="*/ 60 h 337"/>
                <a:gd name="T18" fmla="*/ 11 w 85"/>
                <a:gd name="T19" fmla="*/ 70 h 337"/>
                <a:gd name="T20" fmla="*/ 8 w 85"/>
                <a:gd name="T21" fmla="*/ 81 h 337"/>
                <a:gd name="T22" fmla="*/ 4 w 85"/>
                <a:gd name="T23" fmla="*/ 111 h 337"/>
                <a:gd name="T24" fmla="*/ 19 w 85"/>
                <a:gd name="T25" fmla="*/ 117 h 337"/>
                <a:gd name="T26" fmla="*/ 18 w 85"/>
                <a:gd name="T27" fmla="*/ 128 h 337"/>
                <a:gd name="T28" fmla="*/ 17 w 85"/>
                <a:gd name="T29" fmla="*/ 141 h 337"/>
                <a:gd name="T30" fmla="*/ 17 w 85"/>
                <a:gd name="T31" fmla="*/ 179 h 337"/>
                <a:gd name="T32" fmla="*/ 17 w 85"/>
                <a:gd name="T33" fmla="*/ 218 h 337"/>
                <a:gd name="T34" fmla="*/ 28 w 85"/>
                <a:gd name="T35" fmla="*/ 220 h 337"/>
                <a:gd name="T36" fmla="*/ 33 w 85"/>
                <a:gd name="T37" fmla="*/ 220 h 337"/>
                <a:gd name="T38" fmla="*/ 34 w 85"/>
                <a:gd name="T39" fmla="*/ 233 h 337"/>
                <a:gd name="T40" fmla="*/ 35 w 85"/>
                <a:gd name="T41" fmla="*/ 270 h 337"/>
                <a:gd name="T42" fmla="*/ 38 w 85"/>
                <a:gd name="T43" fmla="*/ 300 h 337"/>
                <a:gd name="T44" fmla="*/ 32 w 85"/>
                <a:gd name="T45" fmla="*/ 322 h 337"/>
                <a:gd name="T46" fmla="*/ 27 w 85"/>
                <a:gd name="T47" fmla="*/ 330 h 337"/>
                <a:gd name="T48" fmla="*/ 25 w 85"/>
                <a:gd name="T49" fmla="*/ 334 h 337"/>
                <a:gd name="T50" fmla="*/ 42 w 85"/>
                <a:gd name="T51" fmla="*/ 333 h 337"/>
                <a:gd name="T52" fmla="*/ 44 w 85"/>
                <a:gd name="T53" fmla="*/ 324 h 337"/>
                <a:gd name="T54" fmla="*/ 48 w 85"/>
                <a:gd name="T55" fmla="*/ 318 h 337"/>
                <a:gd name="T56" fmla="*/ 48 w 85"/>
                <a:gd name="T57" fmla="*/ 321 h 337"/>
                <a:gd name="T58" fmla="*/ 45 w 85"/>
                <a:gd name="T59" fmla="*/ 331 h 337"/>
                <a:gd name="T60" fmla="*/ 48 w 85"/>
                <a:gd name="T61" fmla="*/ 337 h 337"/>
                <a:gd name="T62" fmla="*/ 62 w 85"/>
                <a:gd name="T63" fmla="*/ 332 h 337"/>
                <a:gd name="T64" fmla="*/ 63 w 85"/>
                <a:gd name="T65" fmla="*/ 317 h 337"/>
                <a:gd name="T66" fmla="*/ 63 w 85"/>
                <a:gd name="T67" fmla="*/ 304 h 337"/>
                <a:gd name="T68" fmla="*/ 67 w 85"/>
                <a:gd name="T69" fmla="*/ 275 h 337"/>
                <a:gd name="T70" fmla="*/ 71 w 85"/>
                <a:gd name="T71" fmla="*/ 239 h 337"/>
                <a:gd name="T72" fmla="*/ 70 w 85"/>
                <a:gd name="T73" fmla="*/ 222 h 337"/>
                <a:gd name="T74" fmla="*/ 70 w 85"/>
                <a:gd name="T75" fmla="*/ 217 h 337"/>
                <a:gd name="T76" fmla="*/ 80 w 85"/>
                <a:gd name="T77" fmla="*/ 215 h 337"/>
                <a:gd name="T78" fmla="*/ 79 w 85"/>
                <a:gd name="T79" fmla="*/ 183 h 337"/>
                <a:gd name="T80" fmla="*/ 78 w 85"/>
                <a:gd name="T81" fmla="*/ 153 h 337"/>
                <a:gd name="T82" fmla="*/ 77 w 85"/>
                <a:gd name="T83" fmla="*/ 142 h 337"/>
                <a:gd name="T84" fmla="*/ 77 w 85"/>
                <a:gd name="T85" fmla="*/ 135 h 337"/>
                <a:gd name="T86" fmla="*/ 76 w 85"/>
                <a:gd name="T87" fmla="*/ 125 h 337"/>
                <a:gd name="T88" fmla="*/ 83 w 85"/>
                <a:gd name="T89" fmla="*/ 119 h 337"/>
                <a:gd name="T90" fmla="*/ 85 w 85"/>
                <a:gd name="T91" fmla="*/ 89 h 337"/>
                <a:gd name="T92" fmla="*/ 83 w 85"/>
                <a:gd name="T93" fmla="*/ 64 h 337"/>
                <a:gd name="T94" fmla="*/ 79 w 85"/>
                <a:gd name="T95" fmla="*/ 58 h 337"/>
                <a:gd name="T96" fmla="*/ 67 w 85"/>
                <a:gd name="T97" fmla="*/ 55 h 337"/>
                <a:gd name="T98" fmla="*/ 60 w 85"/>
                <a:gd name="T99" fmla="*/ 47 h 337"/>
                <a:gd name="T100" fmla="*/ 57 w 85"/>
                <a:gd name="T101" fmla="*/ 41 h 337"/>
                <a:gd name="T102" fmla="*/ 60 w 85"/>
                <a:gd name="T103" fmla="*/ 32 h 337"/>
                <a:gd name="T104" fmla="*/ 63 w 85"/>
                <a:gd name="T105" fmla="*/ 19 h 337"/>
                <a:gd name="T106" fmla="*/ 48 w 85"/>
                <a:gd name="T10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5" h="337">
                  <a:moveTo>
                    <a:pt x="48" y="0"/>
                  </a:moveTo>
                  <a:cubicBezTo>
                    <a:pt x="37" y="0"/>
                    <a:pt x="35" y="9"/>
                    <a:pt x="35" y="19"/>
                  </a:cubicBezTo>
                  <a:cubicBezTo>
                    <a:pt x="32" y="19"/>
                    <a:pt x="34" y="31"/>
                    <a:pt x="37" y="31"/>
                  </a:cubicBezTo>
                  <a:cubicBezTo>
                    <a:pt x="36" y="32"/>
                    <a:pt x="38" y="37"/>
                    <a:pt x="39" y="38"/>
                  </a:cubicBezTo>
                  <a:cubicBezTo>
                    <a:pt x="40" y="39"/>
                    <a:pt x="41" y="40"/>
                    <a:pt x="41" y="43"/>
                  </a:cubicBezTo>
                  <a:cubicBezTo>
                    <a:pt x="41" y="45"/>
                    <a:pt x="39" y="46"/>
                    <a:pt x="39" y="46"/>
                  </a:cubicBezTo>
                  <a:cubicBezTo>
                    <a:pt x="39" y="46"/>
                    <a:pt x="34" y="47"/>
                    <a:pt x="34" y="50"/>
                  </a:cubicBezTo>
                  <a:cubicBezTo>
                    <a:pt x="34" y="52"/>
                    <a:pt x="29" y="54"/>
                    <a:pt x="25" y="54"/>
                  </a:cubicBezTo>
                  <a:cubicBezTo>
                    <a:pt x="21" y="54"/>
                    <a:pt x="13" y="57"/>
                    <a:pt x="13" y="60"/>
                  </a:cubicBezTo>
                  <a:cubicBezTo>
                    <a:pt x="13" y="63"/>
                    <a:pt x="12" y="70"/>
                    <a:pt x="11" y="70"/>
                  </a:cubicBezTo>
                  <a:cubicBezTo>
                    <a:pt x="9" y="69"/>
                    <a:pt x="9" y="75"/>
                    <a:pt x="8" y="81"/>
                  </a:cubicBezTo>
                  <a:cubicBezTo>
                    <a:pt x="7" y="87"/>
                    <a:pt x="0" y="106"/>
                    <a:pt x="4" y="111"/>
                  </a:cubicBezTo>
                  <a:cubicBezTo>
                    <a:pt x="9" y="117"/>
                    <a:pt x="19" y="117"/>
                    <a:pt x="19" y="117"/>
                  </a:cubicBezTo>
                  <a:cubicBezTo>
                    <a:pt x="19" y="117"/>
                    <a:pt x="19" y="120"/>
                    <a:pt x="18" y="128"/>
                  </a:cubicBezTo>
                  <a:cubicBezTo>
                    <a:pt x="17" y="135"/>
                    <a:pt x="16" y="141"/>
                    <a:pt x="17" y="141"/>
                  </a:cubicBezTo>
                  <a:cubicBezTo>
                    <a:pt x="18" y="141"/>
                    <a:pt x="17" y="166"/>
                    <a:pt x="17" y="179"/>
                  </a:cubicBezTo>
                  <a:cubicBezTo>
                    <a:pt x="17" y="192"/>
                    <a:pt x="17" y="215"/>
                    <a:pt x="17" y="218"/>
                  </a:cubicBezTo>
                  <a:cubicBezTo>
                    <a:pt x="17" y="220"/>
                    <a:pt x="25" y="220"/>
                    <a:pt x="28" y="220"/>
                  </a:cubicBezTo>
                  <a:cubicBezTo>
                    <a:pt x="31" y="220"/>
                    <a:pt x="33" y="220"/>
                    <a:pt x="33" y="220"/>
                  </a:cubicBezTo>
                  <a:cubicBezTo>
                    <a:pt x="33" y="220"/>
                    <a:pt x="33" y="227"/>
                    <a:pt x="34" y="233"/>
                  </a:cubicBezTo>
                  <a:cubicBezTo>
                    <a:pt x="34" y="238"/>
                    <a:pt x="34" y="264"/>
                    <a:pt x="35" y="270"/>
                  </a:cubicBezTo>
                  <a:cubicBezTo>
                    <a:pt x="36" y="276"/>
                    <a:pt x="38" y="291"/>
                    <a:pt x="38" y="300"/>
                  </a:cubicBezTo>
                  <a:cubicBezTo>
                    <a:pt x="38" y="308"/>
                    <a:pt x="35" y="317"/>
                    <a:pt x="32" y="322"/>
                  </a:cubicBezTo>
                  <a:cubicBezTo>
                    <a:pt x="29" y="326"/>
                    <a:pt x="29" y="328"/>
                    <a:pt x="27" y="330"/>
                  </a:cubicBezTo>
                  <a:cubicBezTo>
                    <a:pt x="25" y="332"/>
                    <a:pt x="21" y="334"/>
                    <a:pt x="25" y="334"/>
                  </a:cubicBezTo>
                  <a:cubicBezTo>
                    <a:pt x="30" y="334"/>
                    <a:pt x="40" y="335"/>
                    <a:pt x="42" y="333"/>
                  </a:cubicBezTo>
                  <a:cubicBezTo>
                    <a:pt x="44" y="331"/>
                    <a:pt x="42" y="326"/>
                    <a:pt x="44" y="324"/>
                  </a:cubicBezTo>
                  <a:cubicBezTo>
                    <a:pt x="46" y="321"/>
                    <a:pt x="48" y="318"/>
                    <a:pt x="48" y="318"/>
                  </a:cubicBezTo>
                  <a:cubicBezTo>
                    <a:pt x="48" y="321"/>
                    <a:pt x="48" y="321"/>
                    <a:pt x="48" y="321"/>
                  </a:cubicBezTo>
                  <a:cubicBezTo>
                    <a:pt x="48" y="321"/>
                    <a:pt x="44" y="329"/>
                    <a:pt x="45" y="331"/>
                  </a:cubicBezTo>
                  <a:cubicBezTo>
                    <a:pt x="45" y="333"/>
                    <a:pt x="45" y="337"/>
                    <a:pt x="48" y="337"/>
                  </a:cubicBezTo>
                  <a:cubicBezTo>
                    <a:pt x="52" y="337"/>
                    <a:pt x="61" y="335"/>
                    <a:pt x="62" y="332"/>
                  </a:cubicBezTo>
                  <a:cubicBezTo>
                    <a:pt x="63" y="328"/>
                    <a:pt x="62" y="320"/>
                    <a:pt x="63" y="317"/>
                  </a:cubicBezTo>
                  <a:cubicBezTo>
                    <a:pt x="65" y="314"/>
                    <a:pt x="64" y="309"/>
                    <a:pt x="63" y="304"/>
                  </a:cubicBezTo>
                  <a:cubicBezTo>
                    <a:pt x="62" y="300"/>
                    <a:pt x="64" y="284"/>
                    <a:pt x="67" y="275"/>
                  </a:cubicBezTo>
                  <a:cubicBezTo>
                    <a:pt x="71" y="266"/>
                    <a:pt x="72" y="247"/>
                    <a:pt x="71" y="239"/>
                  </a:cubicBezTo>
                  <a:cubicBezTo>
                    <a:pt x="71" y="231"/>
                    <a:pt x="70" y="225"/>
                    <a:pt x="70" y="222"/>
                  </a:cubicBezTo>
                  <a:cubicBezTo>
                    <a:pt x="70" y="218"/>
                    <a:pt x="70" y="217"/>
                    <a:pt x="70" y="217"/>
                  </a:cubicBezTo>
                  <a:cubicBezTo>
                    <a:pt x="70" y="217"/>
                    <a:pt x="81" y="217"/>
                    <a:pt x="80" y="215"/>
                  </a:cubicBezTo>
                  <a:cubicBezTo>
                    <a:pt x="80" y="213"/>
                    <a:pt x="79" y="192"/>
                    <a:pt x="79" y="183"/>
                  </a:cubicBezTo>
                  <a:cubicBezTo>
                    <a:pt x="79" y="174"/>
                    <a:pt x="79" y="161"/>
                    <a:pt x="78" y="153"/>
                  </a:cubicBezTo>
                  <a:cubicBezTo>
                    <a:pt x="77" y="145"/>
                    <a:pt x="77" y="142"/>
                    <a:pt x="77" y="142"/>
                  </a:cubicBezTo>
                  <a:cubicBezTo>
                    <a:pt x="77" y="142"/>
                    <a:pt x="78" y="141"/>
                    <a:pt x="77" y="135"/>
                  </a:cubicBezTo>
                  <a:cubicBezTo>
                    <a:pt x="76" y="130"/>
                    <a:pt x="76" y="125"/>
                    <a:pt x="76" y="125"/>
                  </a:cubicBezTo>
                  <a:cubicBezTo>
                    <a:pt x="76" y="125"/>
                    <a:pt x="81" y="125"/>
                    <a:pt x="83" y="119"/>
                  </a:cubicBezTo>
                  <a:cubicBezTo>
                    <a:pt x="85" y="112"/>
                    <a:pt x="85" y="102"/>
                    <a:pt x="85" y="89"/>
                  </a:cubicBezTo>
                  <a:cubicBezTo>
                    <a:pt x="85" y="77"/>
                    <a:pt x="83" y="67"/>
                    <a:pt x="83" y="64"/>
                  </a:cubicBezTo>
                  <a:cubicBezTo>
                    <a:pt x="83" y="61"/>
                    <a:pt x="84" y="60"/>
                    <a:pt x="79" y="58"/>
                  </a:cubicBezTo>
                  <a:cubicBezTo>
                    <a:pt x="75" y="57"/>
                    <a:pt x="72" y="58"/>
                    <a:pt x="67" y="55"/>
                  </a:cubicBezTo>
                  <a:cubicBezTo>
                    <a:pt x="63" y="52"/>
                    <a:pt x="62" y="48"/>
                    <a:pt x="60" y="47"/>
                  </a:cubicBezTo>
                  <a:cubicBezTo>
                    <a:pt x="58" y="45"/>
                    <a:pt x="56" y="43"/>
                    <a:pt x="57" y="41"/>
                  </a:cubicBezTo>
                  <a:cubicBezTo>
                    <a:pt x="58" y="39"/>
                    <a:pt x="61" y="36"/>
                    <a:pt x="60" y="32"/>
                  </a:cubicBezTo>
                  <a:cubicBezTo>
                    <a:pt x="64" y="32"/>
                    <a:pt x="65" y="19"/>
                    <a:pt x="63" y="19"/>
                  </a:cubicBezTo>
                  <a:cubicBezTo>
                    <a:pt x="62" y="10"/>
                    <a:pt x="61" y="0"/>
                    <a:pt x="48" y="0"/>
                  </a:cubicBezTo>
                  <a:close/>
                </a:path>
              </a:pathLst>
            </a:custGeom>
            <a:solidFill>
              <a:srgbClr val="E5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3" name="Freeform 681"/>
            <p:cNvSpPr>
              <a:spLocks/>
            </p:cNvSpPr>
            <p:nvPr/>
          </p:nvSpPr>
          <p:spPr bwMode="auto">
            <a:xfrm>
              <a:off x="5662" y="627"/>
              <a:ext cx="48" cy="100"/>
            </a:xfrm>
            <a:custGeom>
              <a:avLst/>
              <a:gdLst>
                <a:gd name="T0" fmla="*/ 5 w 25"/>
                <a:gd name="T1" fmla="*/ 1 h 52"/>
                <a:gd name="T2" fmla="*/ 4 w 25"/>
                <a:gd name="T3" fmla="*/ 1 h 52"/>
                <a:gd name="T4" fmla="*/ 3 w 25"/>
                <a:gd name="T5" fmla="*/ 2 h 52"/>
                <a:gd name="T6" fmla="*/ 0 w 25"/>
                <a:gd name="T7" fmla="*/ 24 h 52"/>
                <a:gd name="T8" fmla="*/ 5 w 25"/>
                <a:gd name="T9" fmla="*/ 43 h 52"/>
                <a:gd name="T10" fmla="*/ 7 w 25"/>
                <a:gd name="T11" fmla="*/ 52 h 52"/>
                <a:gd name="T12" fmla="*/ 11 w 25"/>
                <a:gd name="T13" fmla="*/ 38 h 52"/>
                <a:gd name="T14" fmla="*/ 21 w 25"/>
                <a:gd name="T15" fmla="*/ 16 h 52"/>
                <a:gd name="T16" fmla="*/ 25 w 25"/>
                <a:gd name="T17" fmla="*/ 2 h 52"/>
                <a:gd name="T18" fmla="*/ 25 w 25"/>
                <a:gd name="T19" fmla="*/ 2 h 52"/>
                <a:gd name="T20" fmla="*/ 23 w 25"/>
                <a:gd name="T21" fmla="*/ 0 h 52"/>
                <a:gd name="T22" fmla="*/ 20 w 25"/>
                <a:gd name="T23" fmla="*/ 8 h 52"/>
                <a:gd name="T24" fmla="*/ 14 w 25"/>
                <a:gd name="T25" fmla="*/ 14 h 52"/>
                <a:gd name="T26" fmla="*/ 14 w 25"/>
                <a:gd name="T27" fmla="*/ 19 h 52"/>
                <a:gd name="T28" fmla="*/ 11 w 25"/>
                <a:gd name="T29" fmla="*/ 23 h 52"/>
                <a:gd name="T30" fmla="*/ 11 w 25"/>
                <a:gd name="T31" fmla="*/ 18 h 52"/>
                <a:gd name="T32" fmla="*/ 8 w 25"/>
                <a:gd name="T33" fmla="*/ 15 h 52"/>
                <a:gd name="T34" fmla="*/ 5 w 25"/>
                <a:gd name="T35"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52">
                  <a:moveTo>
                    <a:pt x="5" y="1"/>
                  </a:moveTo>
                  <a:cubicBezTo>
                    <a:pt x="4" y="1"/>
                    <a:pt x="4" y="1"/>
                    <a:pt x="4" y="1"/>
                  </a:cubicBezTo>
                  <a:cubicBezTo>
                    <a:pt x="4" y="1"/>
                    <a:pt x="3" y="1"/>
                    <a:pt x="3" y="2"/>
                  </a:cubicBezTo>
                  <a:cubicBezTo>
                    <a:pt x="1" y="5"/>
                    <a:pt x="0" y="19"/>
                    <a:pt x="0" y="24"/>
                  </a:cubicBezTo>
                  <a:cubicBezTo>
                    <a:pt x="0" y="29"/>
                    <a:pt x="3" y="38"/>
                    <a:pt x="5" y="43"/>
                  </a:cubicBezTo>
                  <a:cubicBezTo>
                    <a:pt x="7" y="48"/>
                    <a:pt x="7" y="52"/>
                    <a:pt x="7" y="52"/>
                  </a:cubicBezTo>
                  <a:cubicBezTo>
                    <a:pt x="7" y="52"/>
                    <a:pt x="9" y="44"/>
                    <a:pt x="11" y="38"/>
                  </a:cubicBezTo>
                  <a:cubicBezTo>
                    <a:pt x="13" y="31"/>
                    <a:pt x="18" y="23"/>
                    <a:pt x="21" y="16"/>
                  </a:cubicBezTo>
                  <a:cubicBezTo>
                    <a:pt x="24" y="11"/>
                    <a:pt x="25" y="6"/>
                    <a:pt x="25" y="2"/>
                  </a:cubicBezTo>
                  <a:cubicBezTo>
                    <a:pt x="25" y="2"/>
                    <a:pt x="25" y="2"/>
                    <a:pt x="25" y="2"/>
                  </a:cubicBezTo>
                  <a:cubicBezTo>
                    <a:pt x="24" y="2"/>
                    <a:pt x="24" y="1"/>
                    <a:pt x="23" y="0"/>
                  </a:cubicBezTo>
                  <a:cubicBezTo>
                    <a:pt x="23" y="3"/>
                    <a:pt x="21" y="6"/>
                    <a:pt x="20" y="8"/>
                  </a:cubicBezTo>
                  <a:cubicBezTo>
                    <a:pt x="19" y="11"/>
                    <a:pt x="15" y="12"/>
                    <a:pt x="14" y="14"/>
                  </a:cubicBezTo>
                  <a:cubicBezTo>
                    <a:pt x="13" y="15"/>
                    <a:pt x="15" y="17"/>
                    <a:pt x="14" y="19"/>
                  </a:cubicBezTo>
                  <a:cubicBezTo>
                    <a:pt x="13" y="22"/>
                    <a:pt x="11" y="23"/>
                    <a:pt x="11" y="23"/>
                  </a:cubicBezTo>
                  <a:cubicBezTo>
                    <a:pt x="11" y="23"/>
                    <a:pt x="12" y="21"/>
                    <a:pt x="11" y="18"/>
                  </a:cubicBezTo>
                  <a:cubicBezTo>
                    <a:pt x="11" y="16"/>
                    <a:pt x="9" y="18"/>
                    <a:pt x="8" y="15"/>
                  </a:cubicBezTo>
                  <a:cubicBezTo>
                    <a:pt x="6" y="12"/>
                    <a:pt x="5" y="5"/>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4" name="Freeform 682"/>
            <p:cNvSpPr>
              <a:spLocks/>
            </p:cNvSpPr>
            <p:nvPr/>
          </p:nvSpPr>
          <p:spPr bwMode="auto">
            <a:xfrm>
              <a:off x="5645" y="782"/>
              <a:ext cx="71" cy="33"/>
            </a:xfrm>
            <a:custGeom>
              <a:avLst/>
              <a:gdLst>
                <a:gd name="T0" fmla="*/ 20 w 37"/>
                <a:gd name="T1" fmla="*/ 0 h 17"/>
                <a:gd name="T2" fmla="*/ 18 w 37"/>
                <a:gd name="T3" fmla="*/ 0 h 17"/>
                <a:gd name="T4" fmla="*/ 11 w 37"/>
                <a:gd name="T5" fmla="*/ 9 h 17"/>
                <a:gd name="T6" fmla="*/ 0 w 37"/>
                <a:gd name="T7" fmla="*/ 11 h 17"/>
                <a:gd name="T8" fmla="*/ 8 w 37"/>
                <a:gd name="T9" fmla="*/ 14 h 17"/>
                <a:gd name="T10" fmla="*/ 15 w 37"/>
                <a:gd name="T11" fmla="*/ 12 h 17"/>
                <a:gd name="T12" fmla="*/ 29 w 37"/>
                <a:gd name="T13" fmla="*/ 16 h 17"/>
                <a:gd name="T14" fmla="*/ 37 w 37"/>
                <a:gd name="T15" fmla="*/ 13 h 17"/>
                <a:gd name="T16" fmla="*/ 24 w 37"/>
                <a:gd name="T17" fmla="*/ 11 h 17"/>
                <a:gd name="T18" fmla="*/ 20 w 37"/>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7">
                  <a:moveTo>
                    <a:pt x="20" y="0"/>
                  </a:moveTo>
                  <a:cubicBezTo>
                    <a:pt x="18" y="0"/>
                    <a:pt x="18" y="0"/>
                    <a:pt x="18" y="0"/>
                  </a:cubicBezTo>
                  <a:cubicBezTo>
                    <a:pt x="18" y="0"/>
                    <a:pt x="15" y="8"/>
                    <a:pt x="11" y="9"/>
                  </a:cubicBezTo>
                  <a:cubicBezTo>
                    <a:pt x="7" y="11"/>
                    <a:pt x="0" y="11"/>
                    <a:pt x="0" y="11"/>
                  </a:cubicBezTo>
                  <a:cubicBezTo>
                    <a:pt x="0" y="11"/>
                    <a:pt x="4" y="14"/>
                    <a:pt x="8" y="14"/>
                  </a:cubicBezTo>
                  <a:cubicBezTo>
                    <a:pt x="13" y="14"/>
                    <a:pt x="15" y="12"/>
                    <a:pt x="15" y="12"/>
                  </a:cubicBezTo>
                  <a:cubicBezTo>
                    <a:pt x="15" y="12"/>
                    <a:pt x="22" y="17"/>
                    <a:pt x="29" y="16"/>
                  </a:cubicBezTo>
                  <a:cubicBezTo>
                    <a:pt x="35" y="15"/>
                    <a:pt x="37" y="13"/>
                    <a:pt x="37" y="13"/>
                  </a:cubicBezTo>
                  <a:cubicBezTo>
                    <a:pt x="37" y="13"/>
                    <a:pt x="28" y="14"/>
                    <a:pt x="24" y="11"/>
                  </a:cubicBezTo>
                  <a:cubicBezTo>
                    <a:pt x="21" y="8"/>
                    <a:pt x="20" y="5"/>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5" name="Freeform 683"/>
            <p:cNvSpPr>
              <a:spLocks noEditPoints="1"/>
            </p:cNvSpPr>
            <p:nvPr/>
          </p:nvSpPr>
          <p:spPr bwMode="auto">
            <a:xfrm>
              <a:off x="3909" y="528"/>
              <a:ext cx="214" cy="674"/>
            </a:xfrm>
            <a:custGeom>
              <a:avLst/>
              <a:gdLst>
                <a:gd name="T0" fmla="*/ 45 w 112"/>
                <a:gd name="T1" fmla="*/ 11 h 352"/>
                <a:gd name="T2" fmla="*/ 44 w 112"/>
                <a:gd name="T3" fmla="*/ 34 h 352"/>
                <a:gd name="T4" fmla="*/ 51 w 112"/>
                <a:gd name="T5" fmla="*/ 45 h 352"/>
                <a:gd name="T6" fmla="*/ 31 w 112"/>
                <a:gd name="T7" fmla="*/ 60 h 352"/>
                <a:gd name="T8" fmla="*/ 29 w 112"/>
                <a:gd name="T9" fmla="*/ 183 h 352"/>
                <a:gd name="T10" fmla="*/ 32 w 112"/>
                <a:gd name="T11" fmla="*/ 183 h 352"/>
                <a:gd name="T12" fmla="*/ 31 w 112"/>
                <a:gd name="T13" fmla="*/ 195 h 352"/>
                <a:gd name="T14" fmla="*/ 29 w 112"/>
                <a:gd name="T15" fmla="*/ 261 h 352"/>
                <a:gd name="T16" fmla="*/ 34 w 112"/>
                <a:gd name="T17" fmla="*/ 262 h 352"/>
                <a:gd name="T18" fmla="*/ 37 w 112"/>
                <a:gd name="T19" fmla="*/ 306 h 352"/>
                <a:gd name="T20" fmla="*/ 34 w 112"/>
                <a:gd name="T21" fmla="*/ 335 h 352"/>
                <a:gd name="T22" fmla="*/ 52 w 112"/>
                <a:gd name="T23" fmla="*/ 337 h 352"/>
                <a:gd name="T24" fmla="*/ 56 w 112"/>
                <a:gd name="T25" fmla="*/ 316 h 352"/>
                <a:gd name="T26" fmla="*/ 55 w 112"/>
                <a:gd name="T27" fmla="*/ 282 h 352"/>
                <a:gd name="T28" fmla="*/ 64 w 112"/>
                <a:gd name="T29" fmla="*/ 207 h 352"/>
                <a:gd name="T30" fmla="*/ 73 w 112"/>
                <a:gd name="T31" fmla="*/ 223 h 352"/>
                <a:gd name="T32" fmla="*/ 82 w 112"/>
                <a:gd name="T33" fmla="*/ 298 h 352"/>
                <a:gd name="T34" fmla="*/ 80 w 112"/>
                <a:gd name="T35" fmla="*/ 311 h 352"/>
                <a:gd name="T36" fmla="*/ 86 w 112"/>
                <a:gd name="T37" fmla="*/ 334 h 352"/>
                <a:gd name="T38" fmla="*/ 103 w 112"/>
                <a:gd name="T39" fmla="*/ 350 h 352"/>
                <a:gd name="T40" fmla="*/ 101 w 112"/>
                <a:gd name="T41" fmla="*/ 321 h 352"/>
                <a:gd name="T42" fmla="*/ 102 w 112"/>
                <a:gd name="T43" fmla="*/ 304 h 352"/>
                <a:gd name="T44" fmla="*/ 103 w 112"/>
                <a:gd name="T45" fmla="*/ 241 h 352"/>
                <a:gd name="T46" fmla="*/ 103 w 112"/>
                <a:gd name="T47" fmla="*/ 175 h 352"/>
                <a:gd name="T48" fmla="*/ 106 w 112"/>
                <a:gd name="T49" fmla="*/ 164 h 352"/>
                <a:gd name="T50" fmla="*/ 110 w 112"/>
                <a:gd name="T51" fmla="*/ 135 h 352"/>
                <a:gd name="T52" fmla="*/ 106 w 112"/>
                <a:gd name="T53" fmla="*/ 78 h 352"/>
                <a:gd name="T54" fmla="*/ 74 w 112"/>
                <a:gd name="T55" fmla="*/ 53 h 352"/>
                <a:gd name="T56" fmla="*/ 73 w 112"/>
                <a:gd name="T57" fmla="*/ 36 h 352"/>
                <a:gd name="T58" fmla="*/ 78 w 112"/>
                <a:gd name="T59" fmla="*/ 25 h 352"/>
                <a:gd name="T60" fmla="*/ 76 w 112"/>
                <a:gd name="T61" fmla="*/ 11 h 352"/>
                <a:gd name="T62" fmla="*/ 29 w 112"/>
                <a:gd name="T63" fmla="*/ 60 h 352"/>
                <a:gd name="T64" fmla="*/ 16 w 112"/>
                <a:gd name="T65" fmla="*/ 108 h 352"/>
                <a:gd name="T66" fmla="*/ 11 w 112"/>
                <a:gd name="T67" fmla="*/ 176 h 352"/>
                <a:gd name="T68" fmla="*/ 13 w 112"/>
                <a:gd name="T69" fmla="*/ 188 h 352"/>
                <a:gd name="T70" fmla="*/ 0 w 112"/>
                <a:gd name="T71" fmla="*/ 192 h 352"/>
                <a:gd name="T72" fmla="*/ 22 w 112"/>
                <a:gd name="T73" fmla="*/ 264 h 352"/>
                <a:gd name="T74" fmla="*/ 29 w 112"/>
                <a:gd name="T75" fmla="*/ 194 h 352"/>
                <a:gd name="T76" fmla="*/ 26 w 112"/>
                <a:gd name="T77" fmla="*/ 188 h 352"/>
                <a:gd name="T78" fmla="*/ 29 w 112"/>
                <a:gd name="T79" fmla="*/ 183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2" h="352">
                  <a:moveTo>
                    <a:pt x="59" y="0"/>
                  </a:moveTo>
                  <a:cubicBezTo>
                    <a:pt x="53" y="0"/>
                    <a:pt x="46" y="5"/>
                    <a:pt x="45" y="11"/>
                  </a:cubicBezTo>
                  <a:cubicBezTo>
                    <a:pt x="44" y="18"/>
                    <a:pt x="45" y="27"/>
                    <a:pt x="45" y="27"/>
                  </a:cubicBezTo>
                  <a:cubicBezTo>
                    <a:pt x="45" y="27"/>
                    <a:pt x="43" y="31"/>
                    <a:pt x="44" y="34"/>
                  </a:cubicBezTo>
                  <a:cubicBezTo>
                    <a:pt x="46" y="38"/>
                    <a:pt x="50" y="37"/>
                    <a:pt x="50" y="37"/>
                  </a:cubicBezTo>
                  <a:cubicBezTo>
                    <a:pt x="50" y="37"/>
                    <a:pt x="51" y="42"/>
                    <a:pt x="51" y="45"/>
                  </a:cubicBezTo>
                  <a:cubicBezTo>
                    <a:pt x="51" y="48"/>
                    <a:pt x="51" y="50"/>
                    <a:pt x="49" y="52"/>
                  </a:cubicBezTo>
                  <a:cubicBezTo>
                    <a:pt x="46" y="54"/>
                    <a:pt x="38" y="58"/>
                    <a:pt x="31" y="60"/>
                  </a:cubicBezTo>
                  <a:cubicBezTo>
                    <a:pt x="30" y="60"/>
                    <a:pt x="29" y="60"/>
                    <a:pt x="29" y="60"/>
                  </a:cubicBezTo>
                  <a:cubicBezTo>
                    <a:pt x="29" y="183"/>
                    <a:pt x="29" y="183"/>
                    <a:pt x="29" y="183"/>
                  </a:cubicBezTo>
                  <a:cubicBezTo>
                    <a:pt x="29" y="183"/>
                    <a:pt x="29" y="183"/>
                    <a:pt x="29" y="183"/>
                  </a:cubicBezTo>
                  <a:cubicBezTo>
                    <a:pt x="31" y="183"/>
                    <a:pt x="32" y="183"/>
                    <a:pt x="32" y="183"/>
                  </a:cubicBezTo>
                  <a:cubicBezTo>
                    <a:pt x="32" y="183"/>
                    <a:pt x="31" y="186"/>
                    <a:pt x="31" y="189"/>
                  </a:cubicBezTo>
                  <a:cubicBezTo>
                    <a:pt x="31" y="192"/>
                    <a:pt x="31" y="195"/>
                    <a:pt x="31" y="195"/>
                  </a:cubicBezTo>
                  <a:cubicBezTo>
                    <a:pt x="29" y="194"/>
                    <a:pt x="29" y="194"/>
                    <a:pt x="29" y="194"/>
                  </a:cubicBezTo>
                  <a:cubicBezTo>
                    <a:pt x="29" y="261"/>
                    <a:pt x="29" y="261"/>
                    <a:pt x="29" y="261"/>
                  </a:cubicBezTo>
                  <a:cubicBezTo>
                    <a:pt x="29" y="261"/>
                    <a:pt x="29" y="261"/>
                    <a:pt x="29" y="261"/>
                  </a:cubicBezTo>
                  <a:cubicBezTo>
                    <a:pt x="32" y="261"/>
                    <a:pt x="34" y="262"/>
                    <a:pt x="34" y="262"/>
                  </a:cubicBezTo>
                  <a:cubicBezTo>
                    <a:pt x="34" y="262"/>
                    <a:pt x="33" y="278"/>
                    <a:pt x="33" y="284"/>
                  </a:cubicBezTo>
                  <a:cubicBezTo>
                    <a:pt x="33" y="291"/>
                    <a:pt x="34" y="301"/>
                    <a:pt x="37" y="306"/>
                  </a:cubicBezTo>
                  <a:cubicBezTo>
                    <a:pt x="39" y="311"/>
                    <a:pt x="40" y="312"/>
                    <a:pt x="40" y="316"/>
                  </a:cubicBezTo>
                  <a:cubicBezTo>
                    <a:pt x="40" y="320"/>
                    <a:pt x="34" y="332"/>
                    <a:pt x="34" y="335"/>
                  </a:cubicBezTo>
                  <a:cubicBezTo>
                    <a:pt x="34" y="339"/>
                    <a:pt x="35" y="345"/>
                    <a:pt x="41" y="345"/>
                  </a:cubicBezTo>
                  <a:cubicBezTo>
                    <a:pt x="48" y="345"/>
                    <a:pt x="52" y="342"/>
                    <a:pt x="52" y="337"/>
                  </a:cubicBezTo>
                  <a:cubicBezTo>
                    <a:pt x="52" y="332"/>
                    <a:pt x="51" y="329"/>
                    <a:pt x="54" y="327"/>
                  </a:cubicBezTo>
                  <a:cubicBezTo>
                    <a:pt x="56" y="325"/>
                    <a:pt x="52" y="320"/>
                    <a:pt x="56" y="316"/>
                  </a:cubicBezTo>
                  <a:cubicBezTo>
                    <a:pt x="60" y="311"/>
                    <a:pt x="56" y="310"/>
                    <a:pt x="57" y="305"/>
                  </a:cubicBezTo>
                  <a:cubicBezTo>
                    <a:pt x="58" y="301"/>
                    <a:pt x="56" y="287"/>
                    <a:pt x="55" y="282"/>
                  </a:cubicBezTo>
                  <a:cubicBezTo>
                    <a:pt x="55" y="276"/>
                    <a:pt x="56" y="270"/>
                    <a:pt x="59" y="246"/>
                  </a:cubicBezTo>
                  <a:cubicBezTo>
                    <a:pt x="62" y="223"/>
                    <a:pt x="63" y="212"/>
                    <a:pt x="64" y="207"/>
                  </a:cubicBezTo>
                  <a:cubicBezTo>
                    <a:pt x="65" y="202"/>
                    <a:pt x="66" y="196"/>
                    <a:pt x="66" y="196"/>
                  </a:cubicBezTo>
                  <a:cubicBezTo>
                    <a:pt x="66" y="196"/>
                    <a:pt x="70" y="218"/>
                    <a:pt x="73" y="223"/>
                  </a:cubicBezTo>
                  <a:cubicBezTo>
                    <a:pt x="76" y="229"/>
                    <a:pt x="79" y="256"/>
                    <a:pt x="80" y="264"/>
                  </a:cubicBezTo>
                  <a:cubicBezTo>
                    <a:pt x="81" y="272"/>
                    <a:pt x="81" y="295"/>
                    <a:pt x="82" y="298"/>
                  </a:cubicBezTo>
                  <a:cubicBezTo>
                    <a:pt x="84" y="300"/>
                    <a:pt x="85" y="304"/>
                    <a:pt x="85" y="304"/>
                  </a:cubicBezTo>
                  <a:cubicBezTo>
                    <a:pt x="85" y="304"/>
                    <a:pt x="80" y="307"/>
                    <a:pt x="80" y="311"/>
                  </a:cubicBezTo>
                  <a:cubicBezTo>
                    <a:pt x="80" y="315"/>
                    <a:pt x="84" y="318"/>
                    <a:pt x="84" y="323"/>
                  </a:cubicBezTo>
                  <a:cubicBezTo>
                    <a:pt x="84" y="328"/>
                    <a:pt x="84" y="332"/>
                    <a:pt x="86" y="334"/>
                  </a:cubicBezTo>
                  <a:cubicBezTo>
                    <a:pt x="88" y="335"/>
                    <a:pt x="88" y="343"/>
                    <a:pt x="91" y="346"/>
                  </a:cubicBezTo>
                  <a:cubicBezTo>
                    <a:pt x="93" y="350"/>
                    <a:pt x="98" y="352"/>
                    <a:pt x="103" y="350"/>
                  </a:cubicBezTo>
                  <a:cubicBezTo>
                    <a:pt x="108" y="349"/>
                    <a:pt x="108" y="342"/>
                    <a:pt x="106" y="335"/>
                  </a:cubicBezTo>
                  <a:cubicBezTo>
                    <a:pt x="103" y="329"/>
                    <a:pt x="100" y="324"/>
                    <a:pt x="101" y="321"/>
                  </a:cubicBezTo>
                  <a:cubicBezTo>
                    <a:pt x="102" y="319"/>
                    <a:pt x="103" y="315"/>
                    <a:pt x="100" y="312"/>
                  </a:cubicBezTo>
                  <a:cubicBezTo>
                    <a:pt x="97" y="309"/>
                    <a:pt x="100" y="307"/>
                    <a:pt x="102" y="304"/>
                  </a:cubicBezTo>
                  <a:cubicBezTo>
                    <a:pt x="104" y="302"/>
                    <a:pt x="103" y="291"/>
                    <a:pt x="103" y="286"/>
                  </a:cubicBezTo>
                  <a:cubicBezTo>
                    <a:pt x="104" y="280"/>
                    <a:pt x="103" y="252"/>
                    <a:pt x="103" y="241"/>
                  </a:cubicBezTo>
                  <a:cubicBezTo>
                    <a:pt x="104" y="231"/>
                    <a:pt x="104" y="199"/>
                    <a:pt x="103" y="191"/>
                  </a:cubicBezTo>
                  <a:cubicBezTo>
                    <a:pt x="101" y="182"/>
                    <a:pt x="103" y="175"/>
                    <a:pt x="103" y="175"/>
                  </a:cubicBezTo>
                  <a:cubicBezTo>
                    <a:pt x="103" y="175"/>
                    <a:pt x="106" y="177"/>
                    <a:pt x="106" y="174"/>
                  </a:cubicBezTo>
                  <a:cubicBezTo>
                    <a:pt x="106" y="171"/>
                    <a:pt x="105" y="170"/>
                    <a:pt x="106" y="164"/>
                  </a:cubicBezTo>
                  <a:cubicBezTo>
                    <a:pt x="108" y="159"/>
                    <a:pt x="108" y="153"/>
                    <a:pt x="110" y="149"/>
                  </a:cubicBezTo>
                  <a:cubicBezTo>
                    <a:pt x="112" y="145"/>
                    <a:pt x="112" y="137"/>
                    <a:pt x="110" y="135"/>
                  </a:cubicBezTo>
                  <a:cubicBezTo>
                    <a:pt x="108" y="133"/>
                    <a:pt x="111" y="120"/>
                    <a:pt x="109" y="111"/>
                  </a:cubicBezTo>
                  <a:cubicBezTo>
                    <a:pt x="107" y="101"/>
                    <a:pt x="106" y="86"/>
                    <a:pt x="106" y="78"/>
                  </a:cubicBezTo>
                  <a:cubicBezTo>
                    <a:pt x="105" y="70"/>
                    <a:pt x="105" y="64"/>
                    <a:pt x="94" y="61"/>
                  </a:cubicBezTo>
                  <a:cubicBezTo>
                    <a:pt x="84" y="59"/>
                    <a:pt x="76" y="55"/>
                    <a:pt x="74" y="53"/>
                  </a:cubicBezTo>
                  <a:cubicBezTo>
                    <a:pt x="73" y="51"/>
                    <a:pt x="72" y="45"/>
                    <a:pt x="73" y="42"/>
                  </a:cubicBezTo>
                  <a:cubicBezTo>
                    <a:pt x="73" y="40"/>
                    <a:pt x="73" y="38"/>
                    <a:pt x="73" y="36"/>
                  </a:cubicBezTo>
                  <a:cubicBezTo>
                    <a:pt x="73" y="35"/>
                    <a:pt x="76" y="37"/>
                    <a:pt x="77" y="34"/>
                  </a:cubicBezTo>
                  <a:cubicBezTo>
                    <a:pt x="78" y="31"/>
                    <a:pt x="78" y="25"/>
                    <a:pt x="78" y="25"/>
                  </a:cubicBezTo>
                  <a:cubicBezTo>
                    <a:pt x="77" y="24"/>
                    <a:pt x="77" y="24"/>
                    <a:pt x="76" y="24"/>
                  </a:cubicBezTo>
                  <a:cubicBezTo>
                    <a:pt x="76" y="23"/>
                    <a:pt x="77" y="17"/>
                    <a:pt x="76" y="11"/>
                  </a:cubicBezTo>
                  <a:cubicBezTo>
                    <a:pt x="76" y="6"/>
                    <a:pt x="70" y="1"/>
                    <a:pt x="59" y="0"/>
                  </a:cubicBezTo>
                  <a:close/>
                  <a:moveTo>
                    <a:pt x="29" y="60"/>
                  </a:moveTo>
                  <a:cubicBezTo>
                    <a:pt x="23" y="62"/>
                    <a:pt x="19" y="64"/>
                    <a:pt x="18" y="71"/>
                  </a:cubicBezTo>
                  <a:cubicBezTo>
                    <a:pt x="18" y="80"/>
                    <a:pt x="17" y="97"/>
                    <a:pt x="16" y="108"/>
                  </a:cubicBezTo>
                  <a:cubicBezTo>
                    <a:pt x="15" y="119"/>
                    <a:pt x="12" y="143"/>
                    <a:pt x="11" y="150"/>
                  </a:cubicBezTo>
                  <a:cubicBezTo>
                    <a:pt x="11" y="158"/>
                    <a:pt x="11" y="174"/>
                    <a:pt x="11" y="176"/>
                  </a:cubicBezTo>
                  <a:cubicBezTo>
                    <a:pt x="11" y="178"/>
                    <a:pt x="12" y="177"/>
                    <a:pt x="12" y="180"/>
                  </a:cubicBezTo>
                  <a:cubicBezTo>
                    <a:pt x="11" y="183"/>
                    <a:pt x="11" y="186"/>
                    <a:pt x="13" y="188"/>
                  </a:cubicBezTo>
                  <a:cubicBezTo>
                    <a:pt x="14" y="190"/>
                    <a:pt x="13" y="193"/>
                    <a:pt x="13" y="193"/>
                  </a:cubicBezTo>
                  <a:cubicBezTo>
                    <a:pt x="0" y="192"/>
                    <a:pt x="0" y="192"/>
                    <a:pt x="0" y="192"/>
                  </a:cubicBezTo>
                  <a:cubicBezTo>
                    <a:pt x="1" y="247"/>
                    <a:pt x="1" y="247"/>
                    <a:pt x="1" y="247"/>
                  </a:cubicBezTo>
                  <a:cubicBezTo>
                    <a:pt x="22" y="264"/>
                    <a:pt x="22" y="264"/>
                    <a:pt x="22" y="264"/>
                  </a:cubicBezTo>
                  <a:cubicBezTo>
                    <a:pt x="22" y="264"/>
                    <a:pt x="26" y="262"/>
                    <a:pt x="29" y="261"/>
                  </a:cubicBezTo>
                  <a:cubicBezTo>
                    <a:pt x="29" y="194"/>
                    <a:pt x="29" y="194"/>
                    <a:pt x="29" y="194"/>
                  </a:cubicBezTo>
                  <a:cubicBezTo>
                    <a:pt x="26" y="194"/>
                    <a:pt x="26" y="194"/>
                    <a:pt x="26" y="194"/>
                  </a:cubicBezTo>
                  <a:cubicBezTo>
                    <a:pt x="26" y="194"/>
                    <a:pt x="27" y="190"/>
                    <a:pt x="26" y="188"/>
                  </a:cubicBezTo>
                  <a:cubicBezTo>
                    <a:pt x="25" y="185"/>
                    <a:pt x="25" y="183"/>
                    <a:pt x="26" y="180"/>
                  </a:cubicBezTo>
                  <a:cubicBezTo>
                    <a:pt x="26" y="180"/>
                    <a:pt x="27" y="182"/>
                    <a:pt x="29" y="183"/>
                  </a:cubicBezTo>
                  <a:lnTo>
                    <a:pt x="29" y="60"/>
                  </a:ln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6" name="Freeform 684"/>
            <p:cNvSpPr>
              <a:spLocks/>
            </p:cNvSpPr>
            <p:nvPr/>
          </p:nvSpPr>
          <p:spPr bwMode="auto">
            <a:xfrm>
              <a:off x="4090" y="832"/>
              <a:ext cx="23" cy="21"/>
            </a:xfrm>
            <a:custGeom>
              <a:avLst/>
              <a:gdLst>
                <a:gd name="T0" fmla="*/ 9 w 12"/>
                <a:gd name="T1" fmla="*/ 11 h 11"/>
                <a:gd name="T2" fmla="*/ 9 w 12"/>
                <a:gd name="T3" fmla="*/ 3 h 11"/>
                <a:gd name="T4" fmla="*/ 0 w 12"/>
                <a:gd name="T5" fmla="*/ 2 h 11"/>
                <a:gd name="T6" fmla="*/ 7 w 12"/>
                <a:gd name="T7" fmla="*/ 4 h 11"/>
                <a:gd name="T8" fmla="*/ 9 w 12"/>
                <a:gd name="T9" fmla="*/ 11 h 11"/>
              </a:gdLst>
              <a:ahLst/>
              <a:cxnLst>
                <a:cxn ang="0">
                  <a:pos x="T0" y="T1"/>
                </a:cxn>
                <a:cxn ang="0">
                  <a:pos x="T2" y="T3"/>
                </a:cxn>
                <a:cxn ang="0">
                  <a:pos x="T4" y="T5"/>
                </a:cxn>
                <a:cxn ang="0">
                  <a:pos x="T6" y="T7"/>
                </a:cxn>
                <a:cxn ang="0">
                  <a:pos x="T8" y="T9"/>
                </a:cxn>
              </a:cxnLst>
              <a:rect l="0" t="0" r="r" b="b"/>
              <a:pathLst>
                <a:path w="12" h="11">
                  <a:moveTo>
                    <a:pt x="9" y="11"/>
                  </a:moveTo>
                  <a:cubicBezTo>
                    <a:pt x="9" y="11"/>
                    <a:pt x="12" y="7"/>
                    <a:pt x="9" y="3"/>
                  </a:cubicBezTo>
                  <a:cubicBezTo>
                    <a:pt x="6" y="0"/>
                    <a:pt x="0" y="2"/>
                    <a:pt x="0" y="2"/>
                  </a:cubicBezTo>
                  <a:cubicBezTo>
                    <a:pt x="0" y="2"/>
                    <a:pt x="4" y="2"/>
                    <a:pt x="7" y="4"/>
                  </a:cubicBezTo>
                  <a:cubicBezTo>
                    <a:pt x="10" y="6"/>
                    <a:pt x="9" y="8"/>
                    <a:pt x="9"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7" name="Freeform 685"/>
            <p:cNvSpPr>
              <a:spLocks/>
            </p:cNvSpPr>
            <p:nvPr/>
          </p:nvSpPr>
          <p:spPr bwMode="auto">
            <a:xfrm>
              <a:off x="3932" y="861"/>
              <a:ext cx="27" cy="10"/>
            </a:xfrm>
            <a:custGeom>
              <a:avLst/>
              <a:gdLst>
                <a:gd name="T0" fmla="*/ 14 w 14"/>
                <a:gd name="T1" fmla="*/ 5 h 5"/>
                <a:gd name="T2" fmla="*/ 7 w 14"/>
                <a:gd name="T3" fmla="*/ 0 h 5"/>
                <a:gd name="T4" fmla="*/ 0 w 14"/>
                <a:gd name="T5" fmla="*/ 5 h 5"/>
                <a:gd name="T6" fmla="*/ 8 w 14"/>
                <a:gd name="T7" fmla="*/ 3 h 5"/>
                <a:gd name="T8" fmla="*/ 14 w 14"/>
                <a:gd name="T9" fmla="*/ 5 h 5"/>
              </a:gdLst>
              <a:ahLst/>
              <a:cxnLst>
                <a:cxn ang="0">
                  <a:pos x="T0" y="T1"/>
                </a:cxn>
                <a:cxn ang="0">
                  <a:pos x="T2" y="T3"/>
                </a:cxn>
                <a:cxn ang="0">
                  <a:pos x="T4" y="T5"/>
                </a:cxn>
                <a:cxn ang="0">
                  <a:pos x="T6" y="T7"/>
                </a:cxn>
                <a:cxn ang="0">
                  <a:pos x="T8" y="T9"/>
                </a:cxn>
              </a:cxnLst>
              <a:rect l="0" t="0" r="r" b="b"/>
              <a:pathLst>
                <a:path w="14" h="5">
                  <a:moveTo>
                    <a:pt x="14" y="5"/>
                  </a:moveTo>
                  <a:cubicBezTo>
                    <a:pt x="14" y="5"/>
                    <a:pt x="14" y="0"/>
                    <a:pt x="7" y="0"/>
                  </a:cubicBezTo>
                  <a:cubicBezTo>
                    <a:pt x="1" y="0"/>
                    <a:pt x="0" y="5"/>
                    <a:pt x="0" y="5"/>
                  </a:cubicBezTo>
                  <a:cubicBezTo>
                    <a:pt x="0" y="5"/>
                    <a:pt x="3" y="2"/>
                    <a:pt x="8" y="3"/>
                  </a:cubicBezTo>
                  <a:cubicBezTo>
                    <a:pt x="12" y="3"/>
                    <a:pt x="12" y="3"/>
                    <a:pt x="14"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8" name="Freeform 686"/>
            <p:cNvSpPr>
              <a:spLocks/>
            </p:cNvSpPr>
            <p:nvPr/>
          </p:nvSpPr>
          <p:spPr bwMode="auto">
            <a:xfrm>
              <a:off x="4003" y="622"/>
              <a:ext cx="72" cy="187"/>
            </a:xfrm>
            <a:custGeom>
              <a:avLst/>
              <a:gdLst>
                <a:gd name="T0" fmla="*/ 2 w 38"/>
                <a:gd name="T1" fmla="*/ 0 h 98"/>
                <a:gd name="T2" fmla="*/ 0 w 38"/>
                <a:gd name="T3" fmla="*/ 2 h 98"/>
                <a:gd name="T4" fmla="*/ 6 w 38"/>
                <a:gd name="T5" fmla="*/ 46 h 98"/>
                <a:gd name="T6" fmla="*/ 4 w 38"/>
                <a:gd name="T7" fmla="*/ 98 h 98"/>
                <a:gd name="T8" fmla="*/ 14 w 38"/>
                <a:gd name="T9" fmla="*/ 98 h 98"/>
                <a:gd name="T10" fmla="*/ 38 w 38"/>
                <a:gd name="T11" fmla="*/ 93 h 98"/>
                <a:gd name="T12" fmla="*/ 33 w 38"/>
                <a:gd name="T13" fmla="*/ 82 h 98"/>
                <a:gd name="T14" fmla="*/ 26 w 38"/>
                <a:gd name="T15" fmla="*/ 26 h 98"/>
                <a:gd name="T16" fmla="*/ 26 w 38"/>
                <a:gd name="T17" fmla="*/ 5 h 98"/>
                <a:gd name="T18" fmla="*/ 25 w 38"/>
                <a:gd name="T19" fmla="*/ 4 h 98"/>
                <a:gd name="T20" fmla="*/ 24 w 38"/>
                <a:gd name="T21" fmla="*/ 1 h 98"/>
                <a:gd name="T22" fmla="*/ 12 w 38"/>
                <a:gd name="T23" fmla="*/ 11 h 98"/>
                <a:gd name="T24" fmla="*/ 2 w 38"/>
                <a:gd name="T2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98">
                  <a:moveTo>
                    <a:pt x="2" y="0"/>
                  </a:moveTo>
                  <a:cubicBezTo>
                    <a:pt x="2" y="1"/>
                    <a:pt x="1" y="2"/>
                    <a:pt x="0" y="2"/>
                  </a:cubicBezTo>
                  <a:cubicBezTo>
                    <a:pt x="2" y="9"/>
                    <a:pt x="5" y="30"/>
                    <a:pt x="6" y="46"/>
                  </a:cubicBezTo>
                  <a:cubicBezTo>
                    <a:pt x="7" y="64"/>
                    <a:pt x="4" y="98"/>
                    <a:pt x="4" y="98"/>
                  </a:cubicBezTo>
                  <a:cubicBezTo>
                    <a:pt x="4" y="98"/>
                    <a:pt x="6" y="98"/>
                    <a:pt x="14" y="98"/>
                  </a:cubicBezTo>
                  <a:cubicBezTo>
                    <a:pt x="22" y="98"/>
                    <a:pt x="38" y="93"/>
                    <a:pt x="38" y="93"/>
                  </a:cubicBezTo>
                  <a:cubicBezTo>
                    <a:pt x="38" y="93"/>
                    <a:pt x="35" y="88"/>
                    <a:pt x="33" y="82"/>
                  </a:cubicBezTo>
                  <a:cubicBezTo>
                    <a:pt x="31" y="76"/>
                    <a:pt x="27" y="49"/>
                    <a:pt x="26" y="26"/>
                  </a:cubicBezTo>
                  <a:cubicBezTo>
                    <a:pt x="26" y="14"/>
                    <a:pt x="26" y="8"/>
                    <a:pt x="26" y="5"/>
                  </a:cubicBezTo>
                  <a:cubicBezTo>
                    <a:pt x="26" y="5"/>
                    <a:pt x="26" y="4"/>
                    <a:pt x="25" y="4"/>
                  </a:cubicBezTo>
                  <a:cubicBezTo>
                    <a:pt x="25" y="3"/>
                    <a:pt x="25" y="2"/>
                    <a:pt x="24" y="1"/>
                  </a:cubicBezTo>
                  <a:cubicBezTo>
                    <a:pt x="22" y="6"/>
                    <a:pt x="16" y="11"/>
                    <a:pt x="12" y="11"/>
                  </a:cubicBezTo>
                  <a:cubicBezTo>
                    <a:pt x="9" y="11"/>
                    <a:pt x="4" y="4"/>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29" name="Freeform 687"/>
            <p:cNvSpPr>
              <a:spLocks/>
            </p:cNvSpPr>
            <p:nvPr/>
          </p:nvSpPr>
          <p:spPr bwMode="auto">
            <a:xfrm>
              <a:off x="4012" y="645"/>
              <a:ext cx="31" cy="183"/>
            </a:xfrm>
            <a:custGeom>
              <a:avLst/>
              <a:gdLst>
                <a:gd name="T0" fmla="*/ 16 w 16"/>
                <a:gd name="T1" fmla="*/ 4 h 96"/>
                <a:gd name="T2" fmla="*/ 8 w 16"/>
                <a:gd name="T3" fmla="*/ 0 h 96"/>
                <a:gd name="T4" fmla="*/ 0 w 16"/>
                <a:gd name="T5" fmla="*/ 4 h 96"/>
                <a:gd name="T6" fmla="*/ 5 w 16"/>
                <a:gd name="T7" fmla="*/ 6 h 96"/>
                <a:gd name="T8" fmla="*/ 3 w 16"/>
                <a:gd name="T9" fmla="*/ 40 h 96"/>
                <a:gd name="T10" fmla="*/ 4 w 16"/>
                <a:gd name="T11" fmla="*/ 88 h 96"/>
                <a:gd name="T12" fmla="*/ 10 w 16"/>
                <a:gd name="T13" fmla="*/ 89 h 96"/>
                <a:gd name="T14" fmla="*/ 11 w 16"/>
                <a:gd name="T15" fmla="*/ 33 h 96"/>
                <a:gd name="T16" fmla="*/ 10 w 16"/>
                <a:gd name="T17" fmla="*/ 7 h 96"/>
                <a:gd name="T18" fmla="*/ 16 w 16"/>
                <a:gd name="T19" fmla="*/ 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96">
                  <a:moveTo>
                    <a:pt x="16" y="4"/>
                  </a:moveTo>
                  <a:cubicBezTo>
                    <a:pt x="16" y="4"/>
                    <a:pt x="13" y="0"/>
                    <a:pt x="8" y="0"/>
                  </a:cubicBezTo>
                  <a:cubicBezTo>
                    <a:pt x="3" y="0"/>
                    <a:pt x="0" y="4"/>
                    <a:pt x="0" y="4"/>
                  </a:cubicBezTo>
                  <a:cubicBezTo>
                    <a:pt x="0" y="4"/>
                    <a:pt x="6" y="3"/>
                    <a:pt x="5" y="6"/>
                  </a:cubicBezTo>
                  <a:cubicBezTo>
                    <a:pt x="5" y="10"/>
                    <a:pt x="3" y="28"/>
                    <a:pt x="3" y="40"/>
                  </a:cubicBezTo>
                  <a:cubicBezTo>
                    <a:pt x="3" y="52"/>
                    <a:pt x="3" y="83"/>
                    <a:pt x="4" y="88"/>
                  </a:cubicBezTo>
                  <a:cubicBezTo>
                    <a:pt x="5" y="94"/>
                    <a:pt x="9" y="96"/>
                    <a:pt x="10" y="89"/>
                  </a:cubicBezTo>
                  <a:cubicBezTo>
                    <a:pt x="11" y="81"/>
                    <a:pt x="11" y="41"/>
                    <a:pt x="11" y="33"/>
                  </a:cubicBezTo>
                  <a:cubicBezTo>
                    <a:pt x="10" y="25"/>
                    <a:pt x="9" y="9"/>
                    <a:pt x="10" y="7"/>
                  </a:cubicBezTo>
                  <a:cubicBezTo>
                    <a:pt x="11" y="4"/>
                    <a:pt x="13" y="3"/>
                    <a:pt x="16" y="4"/>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0" name="Freeform 688"/>
            <p:cNvSpPr>
              <a:spLocks noEditPoints="1"/>
            </p:cNvSpPr>
            <p:nvPr/>
          </p:nvSpPr>
          <p:spPr bwMode="auto">
            <a:xfrm>
              <a:off x="3960" y="421"/>
              <a:ext cx="1033" cy="2479"/>
            </a:xfrm>
            <a:custGeom>
              <a:avLst/>
              <a:gdLst>
                <a:gd name="T0" fmla="*/ 471 w 540"/>
                <a:gd name="T1" fmla="*/ 272 h 1295"/>
                <a:gd name="T2" fmla="*/ 525 w 540"/>
                <a:gd name="T3" fmla="*/ 521 h 1295"/>
                <a:gd name="T4" fmla="*/ 452 w 540"/>
                <a:gd name="T5" fmla="*/ 623 h 1295"/>
                <a:gd name="T6" fmla="*/ 451 w 540"/>
                <a:gd name="T7" fmla="*/ 492 h 1295"/>
                <a:gd name="T8" fmla="*/ 451 w 540"/>
                <a:gd name="T9" fmla="*/ 449 h 1295"/>
                <a:gd name="T10" fmla="*/ 330 w 540"/>
                <a:gd name="T11" fmla="*/ 10 h 1295"/>
                <a:gd name="T12" fmla="*/ 364 w 540"/>
                <a:gd name="T13" fmla="*/ 38 h 1295"/>
                <a:gd name="T14" fmla="*/ 374 w 540"/>
                <a:gd name="T15" fmla="*/ 112 h 1295"/>
                <a:gd name="T16" fmla="*/ 358 w 540"/>
                <a:gd name="T17" fmla="*/ 142 h 1295"/>
                <a:gd name="T18" fmla="*/ 355 w 540"/>
                <a:gd name="T19" fmla="*/ 188 h 1295"/>
                <a:gd name="T20" fmla="*/ 425 w 540"/>
                <a:gd name="T21" fmla="*/ 230 h 1295"/>
                <a:gd name="T22" fmla="*/ 451 w 540"/>
                <a:gd name="T23" fmla="*/ 449 h 1295"/>
                <a:gd name="T24" fmla="*/ 441 w 540"/>
                <a:gd name="T25" fmla="*/ 520 h 1295"/>
                <a:gd name="T26" fmla="*/ 451 w 540"/>
                <a:gd name="T27" fmla="*/ 622 h 1295"/>
                <a:gd name="T28" fmla="*/ 429 w 540"/>
                <a:gd name="T29" fmla="*/ 642 h 1295"/>
                <a:gd name="T30" fmla="*/ 400 w 540"/>
                <a:gd name="T31" fmla="*/ 721 h 1295"/>
                <a:gd name="T32" fmla="*/ 360 w 540"/>
                <a:gd name="T33" fmla="*/ 1005 h 1295"/>
                <a:gd name="T34" fmla="*/ 332 w 540"/>
                <a:gd name="T35" fmla="*/ 1162 h 1295"/>
                <a:gd name="T36" fmla="*/ 345 w 540"/>
                <a:gd name="T37" fmla="*/ 1231 h 1295"/>
                <a:gd name="T38" fmla="*/ 333 w 540"/>
                <a:gd name="T39" fmla="*/ 1279 h 1295"/>
                <a:gd name="T40" fmla="*/ 273 w 540"/>
                <a:gd name="T41" fmla="*/ 1260 h 1295"/>
                <a:gd name="T42" fmla="*/ 277 w 540"/>
                <a:gd name="T43" fmla="*/ 1209 h 1295"/>
                <a:gd name="T44" fmla="*/ 272 w 540"/>
                <a:gd name="T45" fmla="*/ 1152 h 1295"/>
                <a:gd name="T46" fmla="*/ 274 w 540"/>
                <a:gd name="T47" fmla="*/ 1050 h 1295"/>
                <a:gd name="T48" fmla="*/ 284 w 540"/>
                <a:gd name="T49" fmla="*/ 961 h 1295"/>
                <a:gd name="T50" fmla="*/ 278 w 540"/>
                <a:gd name="T51" fmla="*/ 836 h 1295"/>
                <a:gd name="T52" fmla="*/ 250 w 540"/>
                <a:gd name="T53" fmla="*/ 789 h 1295"/>
                <a:gd name="T54" fmla="*/ 158 w 540"/>
                <a:gd name="T55" fmla="*/ 1136 h 1295"/>
                <a:gd name="T56" fmla="*/ 163 w 540"/>
                <a:gd name="T57" fmla="*/ 469 h 1295"/>
                <a:gd name="T58" fmla="*/ 158 w 540"/>
                <a:gd name="T59" fmla="*/ 437 h 1295"/>
                <a:gd name="T60" fmla="*/ 190 w 540"/>
                <a:gd name="T61" fmla="*/ 217 h 1295"/>
                <a:gd name="T62" fmla="*/ 272 w 540"/>
                <a:gd name="T63" fmla="*/ 185 h 1295"/>
                <a:gd name="T64" fmla="*/ 260 w 540"/>
                <a:gd name="T65" fmla="*/ 132 h 1295"/>
                <a:gd name="T66" fmla="*/ 265 w 540"/>
                <a:gd name="T67" fmla="*/ 69 h 1295"/>
                <a:gd name="T68" fmla="*/ 290 w 540"/>
                <a:gd name="T69" fmla="*/ 21 h 1295"/>
                <a:gd name="T70" fmla="*/ 330 w 540"/>
                <a:gd name="T71" fmla="*/ 10 h 1295"/>
                <a:gd name="T72" fmla="*/ 155 w 540"/>
                <a:gd name="T73" fmla="*/ 1151 h 1295"/>
                <a:gd name="T74" fmla="*/ 131 w 540"/>
                <a:gd name="T75" fmla="*/ 1241 h 1295"/>
                <a:gd name="T76" fmla="*/ 100 w 540"/>
                <a:gd name="T77" fmla="*/ 1255 h 1295"/>
                <a:gd name="T78" fmla="*/ 0 w 540"/>
                <a:gd name="T79" fmla="*/ 1285 h 1295"/>
                <a:gd name="T80" fmla="*/ 51 w 540"/>
                <a:gd name="T81" fmla="*/ 1218 h 1295"/>
                <a:gd name="T82" fmla="*/ 76 w 540"/>
                <a:gd name="T83" fmla="*/ 1101 h 1295"/>
                <a:gd name="T84" fmla="*/ 135 w 540"/>
                <a:gd name="T85" fmla="*/ 784 h 1295"/>
                <a:gd name="T86" fmla="*/ 154 w 540"/>
                <a:gd name="T87" fmla="*/ 662 h 1295"/>
                <a:gd name="T88" fmla="*/ 132 w 540"/>
                <a:gd name="T89" fmla="*/ 648 h 1295"/>
                <a:gd name="T90" fmla="*/ 126 w 540"/>
                <a:gd name="T91" fmla="*/ 610 h 1295"/>
                <a:gd name="T92" fmla="*/ 83 w 540"/>
                <a:gd name="T93" fmla="*/ 489 h 1295"/>
                <a:gd name="T94" fmla="*/ 114 w 540"/>
                <a:gd name="T95" fmla="*/ 341 h 1295"/>
                <a:gd name="T96" fmla="*/ 147 w 540"/>
                <a:gd name="T97" fmla="*/ 238 h 1295"/>
                <a:gd name="T98" fmla="*/ 158 w 540"/>
                <a:gd name="T99" fmla="*/ 437 h 1295"/>
                <a:gd name="T100" fmla="*/ 150 w 540"/>
                <a:gd name="T101" fmla="*/ 466 h 1295"/>
                <a:gd name="T102" fmla="*/ 158 w 540"/>
                <a:gd name="T103" fmla="*/ 509 h 1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0" h="1295">
                  <a:moveTo>
                    <a:pt x="451" y="240"/>
                  </a:moveTo>
                  <a:cubicBezTo>
                    <a:pt x="460" y="246"/>
                    <a:pt x="468" y="256"/>
                    <a:pt x="471" y="272"/>
                  </a:cubicBezTo>
                  <a:cubicBezTo>
                    <a:pt x="476" y="302"/>
                    <a:pt x="507" y="404"/>
                    <a:pt x="523" y="432"/>
                  </a:cubicBezTo>
                  <a:cubicBezTo>
                    <a:pt x="538" y="460"/>
                    <a:pt x="540" y="497"/>
                    <a:pt x="525" y="521"/>
                  </a:cubicBezTo>
                  <a:cubicBezTo>
                    <a:pt x="509" y="544"/>
                    <a:pt x="473" y="601"/>
                    <a:pt x="467" y="610"/>
                  </a:cubicBezTo>
                  <a:cubicBezTo>
                    <a:pt x="462" y="618"/>
                    <a:pt x="460" y="623"/>
                    <a:pt x="452" y="623"/>
                  </a:cubicBezTo>
                  <a:cubicBezTo>
                    <a:pt x="452" y="622"/>
                    <a:pt x="451" y="622"/>
                    <a:pt x="451" y="622"/>
                  </a:cubicBezTo>
                  <a:cubicBezTo>
                    <a:pt x="451" y="492"/>
                    <a:pt x="451" y="492"/>
                    <a:pt x="451" y="492"/>
                  </a:cubicBezTo>
                  <a:cubicBezTo>
                    <a:pt x="458" y="480"/>
                    <a:pt x="466" y="471"/>
                    <a:pt x="463" y="465"/>
                  </a:cubicBezTo>
                  <a:cubicBezTo>
                    <a:pt x="458" y="457"/>
                    <a:pt x="455" y="456"/>
                    <a:pt x="451" y="449"/>
                  </a:cubicBezTo>
                  <a:lnTo>
                    <a:pt x="451" y="240"/>
                  </a:lnTo>
                  <a:close/>
                  <a:moveTo>
                    <a:pt x="330" y="10"/>
                  </a:moveTo>
                  <a:cubicBezTo>
                    <a:pt x="337" y="16"/>
                    <a:pt x="345" y="27"/>
                    <a:pt x="352" y="23"/>
                  </a:cubicBezTo>
                  <a:cubicBezTo>
                    <a:pt x="358" y="20"/>
                    <a:pt x="357" y="38"/>
                    <a:pt x="364" y="38"/>
                  </a:cubicBezTo>
                  <a:cubicBezTo>
                    <a:pt x="372" y="38"/>
                    <a:pt x="380" y="64"/>
                    <a:pt x="379" y="78"/>
                  </a:cubicBezTo>
                  <a:cubicBezTo>
                    <a:pt x="378" y="92"/>
                    <a:pt x="375" y="106"/>
                    <a:pt x="374" y="112"/>
                  </a:cubicBezTo>
                  <a:cubicBezTo>
                    <a:pt x="373" y="118"/>
                    <a:pt x="370" y="141"/>
                    <a:pt x="365" y="141"/>
                  </a:cubicBezTo>
                  <a:cubicBezTo>
                    <a:pt x="360" y="141"/>
                    <a:pt x="358" y="142"/>
                    <a:pt x="358" y="142"/>
                  </a:cubicBezTo>
                  <a:cubicBezTo>
                    <a:pt x="358" y="142"/>
                    <a:pt x="353" y="160"/>
                    <a:pt x="353" y="174"/>
                  </a:cubicBezTo>
                  <a:cubicBezTo>
                    <a:pt x="353" y="188"/>
                    <a:pt x="355" y="188"/>
                    <a:pt x="355" y="188"/>
                  </a:cubicBezTo>
                  <a:cubicBezTo>
                    <a:pt x="363" y="202"/>
                    <a:pt x="363" y="202"/>
                    <a:pt x="363" y="202"/>
                  </a:cubicBezTo>
                  <a:cubicBezTo>
                    <a:pt x="363" y="202"/>
                    <a:pt x="406" y="224"/>
                    <a:pt x="425" y="230"/>
                  </a:cubicBezTo>
                  <a:cubicBezTo>
                    <a:pt x="434" y="232"/>
                    <a:pt x="443" y="235"/>
                    <a:pt x="451" y="240"/>
                  </a:cubicBezTo>
                  <a:cubicBezTo>
                    <a:pt x="451" y="449"/>
                    <a:pt x="451" y="449"/>
                    <a:pt x="451" y="449"/>
                  </a:cubicBezTo>
                  <a:cubicBezTo>
                    <a:pt x="448" y="445"/>
                    <a:pt x="446" y="439"/>
                    <a:pt x="443" y="426"/>
                  </a:cubicBezTo>
                  <a:cubicBezTo>
                    <a:pt x="443" y="453"/>
                    <a:pt x="434" y="493"/>
                    <a:pt x="441" y="520"/>
                  </a:cubicBezTo>
                  <a:cubicBezTo>
                    <a:pt x="440" y="510"/>
                    <a:pt x="445" y="500"/>
                    <a:pt x="451" y="492"/>
                  </a:cubicBezTo>
                  <a:cubicBezTo>
                    <a:pt x="451" y="622"/>
                    <a:pt x="451" y="622"/>
                    <a:pt x="451" y="622"/>
                  </a:cubicBezTo>
                  <a:cubicBezTo>
                    <a:pt x="444" y="622"/>
                    <a:pt x="439" y="623"/>
                    <a:pt x="439" y="623"/>
                  </a:cubicBezTo>
                  <a:cubicBezTo>
                    <a:pt x="439" y="623"/>
                    <a:pt x="435" y="638"/>
                    <a:pt x="429" y="642"/>
                  </a:cubicBezTo>
                  <a:cubicBezTo>
                    <a:pt x="423" y="647"/>
                    <a:pt x="415" y="662"/>
                    <a:pt x="413" y="657"/>
                  </a:cubicBezTo>
                  <a:cubicBezTo>
                    <a:pt x="411" y="651"/>
                    <a:pt x="406" y="696"/>
                    <a:pt x="400" y="721"/>
                  </a:cubicBezTo>
                  <a:cubicBezTo>
                    <a:pt x="395" y="745"/>
                    <a:pt x="369" y="915"/>
                    <a:pt x="369" y="939"/>
                  </a:cubicBezTo>
                  <a:cubicBezTo>
                    <a:pt x="369" y="963"/>
                    <a:pt x="359" y="988"/>
                    <a:pt x="360" y="1005"/>
                  </a:cubicBezTo>
                  <a:cubicBezTo>
                    <a:pt x="361" y="1022"/>
                    <a:pt x="357" y="1068"/>
                    <a:pt x="356" y="1093"/>
                  </a:cubicBezTo>
                  <a:cubicBezTo>
                    <a:pt x="355" y="1118"/>
                    <a:pt x="332" y="1144"/>
                    <a:pt x="332" y="1162"/>
                  </a:cubicBezTo>
                  <a:cubicBezTo>
                    <a:pt x="332" y="1181"/>
                    <a:pt x="338" y="1189"/>
                    <a:pt x="335" y="1200"/>
                  </a:cubicBezTo>
                  <a:cubicBezTo>
                    <a:pt x="332" y="1210"/>
                    <a:pt x="333" y="1218"/>
                    <a:pt x="345" y="1231"/>
                  </a:cubicBezTo>
                  <a:cubicBezTo>
                    <a:pt x="356" y="1243"/>
                    <a:pt x="361" y="1255"/>
                    <a:pt x="360" y="1264"/>
                  </a:cubicBezTo>
                  <a:cubicBezTo>
                    <a:pt x="359" y="1274"/>
                    <a:pt x="356" y="1278"/>
                    <a:pt x="333" y="1279"/>
                  </a:cubicBezTo>
                  <a:cubicBezTo>
                    <a:pt x="310" y="1280"/>
                    <a:pt x="288" y="1273"/>
                    <a:pt x="288" y="1267"/>
                  </a:cubicBezTo>
                  <a:cubicBezTo>
                    <a:pt x="288" y="1262"/>
                    <a:pt x="280" y="1260"/>
                    <a:pt x="273" y="1260"/>
                  </a:cubicBezTo>
                  <a:cubicBezTo>
                    <a:pt x="266" y="1260"/>
                    <a:pt x="267" y="1253"/>
                    <a:pt x="270" y="1239"/>
                  </a:cubicBezTo>
                  <a:cubicBezTo>
                    <a:pt x="273" y="1226"/>
                    <a:pt x="283" y="1208"/>
                    <a:pt x="277" y="1209"/>
                  </a:cubicBezTo>
                  <a:cubicBezTo>
                    <a:pt x="271" y="1211"/>
                    <a:pt x="266" y="1208"/>
                    <a:pt x="266" y="1188"/>
                  </a:cubicBezTo>
                  <a:cubicBezTo>
                    <a:pt x="266" y="1169"/>
                    <a:pt x="264" y="1163"/>
                    <a:pt x="272" y="1152"/>
                  </a:cubicBezTo>
                  <a:cubicBezTo>
                    <a:pt x="281" y="1140"/>
                    <a:pt x="279" y="1119"/>
                    <a:pt x="277" y="1102"/>
                  </a:cubicBezTo>
                  <a:cubicBezTo>
                    <a:pt x="275" y="1084"/>
                    <a:pt x="269" y="1072"/>
                    <a:pt x="274" y="1050"/>
                  </a:cubicBezTo>
                  <a:cubicBezTo>
                    <a:pt x="279" y="1029"/>
                    <a:pt x="280" y="1003"/>
                    <a:pt x="277" y="993"/>
                  </a:cubicBezTo>
                  <a:cubicBezTo>
                    <a:pt x="274" y="982"/>
                    <a:pt x="276" y="969"/>
                    <a:pt x="284" y="961"/>
                  </a:cubicBezTo>
                  <a:cubicBezTo>
                    <a:pt x="292" y="952"/>
                    <a:pt x="280" y="937"/>
                    <a:pt x="280" y="927"/>
                  </a:cubicBezTo>
                  <a:cubicBezTo>
                    <a:pt x="280" y="917"/>
                    <a:pt x="283" y="877"/>
                    <a:pt x="278" y="836"/>
                  </a:cubicBezTo>
                  <a:cubicBezTo>
                    <a:pt x="273" y="796"/>
                    <a:pt x="272" y="765"/>
                    <a:pt x="271" y="754"/>
                  </a:cubicBezTo>
                  <a:cubicBezTo>
                    <a:pt x="270" y="744"/>
                    <a:pt x="265" y="749"/>
                    <a:pt x="250" y="789"/>
                  </a:cubicBezTo>
                  <a:cubicBezTo>
                    <a:pt x="236" y="830"/>
                    <a:pt x="199" y="956"/>
                    <a:pt x="192" y="984"/>
                  </a:cubicBezTo>
                  <a:cubicBezTo>
                    <a:pt x="186" y="1008"/>
                    <a:pt x="166" y="1096"/>
                    <a:pt x="158" y="1136"/>
                  </a:cubicBezTo>
                  <a:cubicBezTo>
                    <a:pt x="158" y="509"/>
                    <a:pt x="158" y="509"/>
                    <a:pt x="158" y="509"/>
                  </a:cubicBezTo>
                  <a:cubicBezTo>
                    <a:pt x="160" y="506"/>
                    <a:pt x="158" y="485"/>
                    <a:pt x="163" y="469"/>
                  </a:cubicBezTo>
                  <a:cubicBezTo>
                    <a:pt x="169" y="451"/>
                    <a:pt x="171" y="426"/>
                    <a:pt x="172" y="396"/>
                  </a:cubicBezTo>
                  <a:cubicBezTo>
                    <a:pt x="172" y="396"/>
                    <a:pt x="165" y="421"/>
                    <a:pt x="158" y="437"/>
                  </a:cubicBezTo>
                  <a:cubicBezTo>
                    <a:pt x="158" y="224"/>
                    <a:pt x="158" y="224"/>
                    <a:pt x="158" y="224"/>
                  </a:cubicBezTo>
                  <a:cubicBezTo>
                    <a:pt x="164" y="221"/>
                    <a:pt x="175" y="219"/>
                    <a:pt x="190" y="217"/>
                  </a:cubicBezTo>
                  <a:cubicBezTo>
                    <a:pt x="226" y="212"/>
                    <a:pt x="252" y="202"/>
                    <a:pt x="261" y="195"/>
                  </a:cubicBezTo>
                  <a:cubicBezTo>
                    <a:pt x="266" y="191"/>
                    <a:pt x="269" y="188"/>
                    <a:pt x="272" y="185"/>
                  </a:cubicBezTo>
                  <a:cubicBezTo>
                    <a:pt x="274" y="182"/>
                    <a:pt x="279" y="177"/>
                    <a:pt x="275" y="177"/>
                  </a:cubicBezTo>
                  <a:cubicBezTo>
                    <a:pt x="266" y="176"/>
                    <a:pt x="264" y="142"/>
                    <a:pt x="260" y="132"/>
                  </a:cubicBezTo>
                  <a:cubicBezTo>
                    <a:pt x="255" y="122"/>
                    <a:pt x="257" y="115"/>
                    <a:pt x="260" y="106"/>
                  </a:cubicBezTo>
                  <a:cubicBezTo>
                    <a:pt x="263" y="97"/>
                    <a:pt x="257" y="83"/>
                    <a:pt x="265" y="69"/>
                  </a:cubicBezTo>
                  <a:cubicBezTo>
                    <a:pt x="272" y="55"/>
                    <a:pt x="262" y="37"/>
                    <a:pt x="272" y="35"/>
                  </a:cubicBezTo>
                  <a:cubicBezTo>
                    <a:pt x="283" y="33"/>
                    <a:pt x="279" y="21"/>
                    <a:pt x="290" y="21"/>
                  </a:cubicBezTo>
                  <a:cubicBezTo>
                    <a:pt x="300" y="21"/>
                    <a:pt x="301" y="6"/>
                    <a:pt x="312" y="11"/>
                  </a:cubicBezTo>
                  <a:cubicBezTo>
                    <a:pt x="322" y="16"/>
                    <a:pt x="322" y="0"/>
                    <a:pt x="330" y="10"/>
                  </a:cubicBezTo>
                  <a:close/>
                  <a:moveTo>
                    <a:pt x="158" y="1136"/>
                  </a:moveTo>
                  <a:cubicBezTo>
                    <a:pt x="156" y="1142"/>
                    <a:pt x="155" y="1147"/>
                    <a:pt x="155" y="1151"/>
                  </a:cubicBezTo>
                  <a:cubicBezTo>
                    <a:pt x="150" y="1175"/>
                    <a:pt x="144" y="1223"/>
                    <a:pt x="137" y="1223"/>
                  </a:cubicBezTo>
                  <a:cubicBezTo>
                    <a:pt x="131" y="1223"/>
                    <a:pt x="132" y="1228"/>
                    <a:pt x="131" y="1241"/>
                  </a:cubicBezTo>
                  <a:cubicBezTo>
                    <a:pt x="131" y="1255"/>
                    <a:pt x="117" y="1257"/>
                    <a:pt x="109" y="1260"/>
                  </a:cubicBezTo>
                  <a:cubicBezTo>
                    <a:pt x="102" y="1263"/>
                    <a:pt x="100" y="1255"/>
                    <a:pt x="100" y="1255"/>
                  </a:cubicBezTo>
                  <a:cubicBezTo>
                    <a:pt x="100" y="1255"/>
                    <a:pt x="87" y="1281"/>
                    <a:pt x="65" y="1284"/>
                  </a:cubicBezTo>
                  <a:cubicBezTo>
                    <a:pt x="43" y="1287"/>
                    <a:pt x="0" y="1295"/>
                    <a:pt x="0" y="1285"/>
                  </a:cubicBezTo>
                  <a:cubicBezTo>
                    <a:pt x="0" y="1274"/>
                    <a:pt x="5" y="1264"/>
                    <a:pt x="20" y="1256"/>
                  </a:cubicBezTo>
                  <a:cubicBezTo>
                    <a:pt x="34" y="1247"/>
                    <a:pt x="45" y="1224"/>
                    <a:pt x="51" y="1218"/>
                  </a:cubicBezTo>
                  <a:cubicBezTo>
                    <a:pt x="56" y="1212"/>
                    <a:pt x="49" y="1214"/>
                    <a:pt x="53" y="1203"/>
                  </a:cubicBezTo>
                  <a:cubicBezTo>
                    <a:pt x="58" y="1191"/>
                    <a:pt x="73" y="1123"/>
                    <a:pt x="76" y="1101"/>
                  </a:cubicBezTo>
                  <a:cubicBezTo>
                    <a:pt x="78" y="1078"/>
                    <a:pt x="77" y="1002"/>
                    <a:pt x="87" y="967"/>
                  </a:cubicBezTo>
                  <a:cubicBezTo>
                    <a:pt x="98" y="931"/>
                    <a:pt x="131" y="816"/>
                    <a:pt x="135" y="784"/>
                  </a:cubicBezTo>
                  <a:cubicBezTo>
                    <a:pt x="140" y="753"/>
                    <a:pt x="147" y="721"/>
                    <a:pt x="147" y="703"/>
                  </a:cubicBezTo>
                  <a:cubicBezTo>
                    <a:pt x="147" y="686"/>
                    <a:pt x="149" y="674"/>
                    <a:pt x="154" y="662"/>
                  </a:cubicBezTo>
                  <a:cubicBezTo>
                    <a:pt x="158" y="649"/>
                    <a:pt x="153" y="632"/>
                    <a:pt x="153" y="632"/>
                  </a:cubicBezTo>
                  <a:cubicBezTo>
                    <a:pt x="153" y="632"/>
                    <a:pt x="140" y="642"/>
                    <a:pt x="132" y="648"/>
                  </a:cubicBezTo>
                  <a:cubicBezTo>
                    <a:pt x="125" y="655"/>
                    <a:pt x="125" y="645"/>
                    <a:pt x="129" y="629"/>
                  </a:cubicBezTo>
                  <a:cubicBezTo>
                    <a:pt x="132" y="614"/>
                    <a:pt x="130" y="605"/>
                    <a:pt x="126" y="610"/>
                  </a:cubicBezTo>
                  <a:cubicBezTo>
                    <a:pt x="122" y="615"/>
                    <a:pt x="119" y="585"/>
                    <a:pt x="109" y="566"/>
                  </a:cubicBezTo>
                  <a:cubicBezTo>
                    <a:pt x="100" y="548"/>
                    <a:pt x="78" y="511"/>
                    <a:pt x="83" y="489"/>
                  </a:cubicBezTo>
                  <a:cubicBezTo>
                    <a:pt x="88" y="468"/>
                    <a:pt x="90" y="431"/>
                    <a:pt x="96" y="412"/>
                  </a:cubicBezTo>
                  <a:cubicBezTo>
                    <a:pt x="102" y="394"/>
                    <a:pt x="107" y="361"/>
                    <a:pt x="114" y="341"/>
                  </a:cubicBezTo>
                  <a:cubicBezTo>
                    <a:pt x="121" y="321"/>
                    <a:pt x="120" y="311"/>
                    <a:pt x="129" y="291"/>
                  </a:cubicBezTo>
                  <a:cubicBezTo>
                    <a:pt x="137" y="271"/>
                    <a:pt x="147" y="247"/>
                    <a:pt x="147" y="238"/>
                  </a:cubicBezTo>
                  <a:cubicBezTo>
                    <a:pt x="147" y="232"/>
                    <a:pt x="149" y="228"/>
                    <a:pt x="158" y="224"/>
                  </a:cubicBezTo>
                  <a:cubicBezTo>
                    <a:pt x="158" y="437"/>
                    <a:pt x="158" y="437"/>
                    <a:pt x="158" y="437"/>
                  </a:cubicBezTo>
                  <a:cubicBezTo>
                    <a:pt x="155" y="443"/>
                    <a:pt x="152" y="448"/>
                    <a:pt x="150" y="449"/>
                  </a:cubicBezTo>
                  <a:cubicBezTo>
                    <a:pt x="142" y="451"/>
                    <a:pt x="141" y="461"/>
                    <a:pt x="150" y="466"/>
                  </a:cubicBezTo>
                  <a:cubicBezTo>
                    <a:pt x="158" y="471"/>
                    <a:pt x="153" y="504"/>
                    <a:pt x="157" y="509"/>
                  </a:cubicBezTo>
                  <a:cubicBezTo>
                    <a:pt x="157" y="509"/>
                    <a:pt x="157" y="509"/>
                    <a:pt x="158" y="509"/>
                  </a:cubicBezTo>
                  <a:lnTo>
                    <a:pt x="158" y="1136"/>
                  </a:lnTo>
                  <a:close/>
                </a:path>
              </a:pathLst>
            </a:custGeom>
            <a:solidFill>
              <a:srgbClr val="19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1" name="Freeform 689"/>
            <p:cNvSpPr>
              <a:spLocks/>
            </p:cNvSpPr>
            <p:nvPr/>
          </p:nvSpPr>
          <p:spPr bwMode="auto">
            <a:xfrm>
              <a:off x="4343" y="775"/>
              <a:ext cx="365" cy="714"/>
            </a:xfrm>
            <a:custGeom>
              <a:avLst/>
              <a:gdLst>
                <a:gd name="T0" fmla="*/ 153 w 191"/>
                <a:gd name="T1" fmla="*/ 0 h 373"/>
                <a:gd name="T2" fmla="*/ 155 w 191"/>
                <a:gd name="T3" fmla="*/ 3 h 373"/>
                <a:gd name="T4" fmla="*/ 162 w 191"/>
                <a:gd name="T5" fmla="*/ 15 h 373"/>
                <a:gd name="T6" fmla="*/ 162 w 191"/>
                <a:gd name="T7" fmla="*/ 17 h 373"/>
                <a:gd name="T8" fmla="*/ 156 w 191"/>
                <a:gd name="T9" fmla="*/ 149 h 373"/>
                <a:gd name="T10" fmla="*/ 157 w 191"/>
                <a:gd name="T11" fmla="*/ 255 h 373"/>
                <a:gd name="T12" fmla="*/ 175 w 191"/>
                <a:gd name="T13" fmla="*/ 334 h 373"/>
                <a:gd name="T14" fmla="*/ 191 w 191"/>
                <a:gd name="T15" fmla="*/ 372 h 373"/>
                <a:gd name="T16" fmla="*/ 126 w 191"/>
                <a:gd name="T17" fmla="*/ 368 h 373"/>
                <a:gd name="T18" fmla="*/ 20 w 191"/>
                <a:gd name="T19" fmla="*/ 369 h 373"/>
                <a:gd name="T20" fmla="*/ 0 w 191"/>
                <a:gd name="T21" fmla="*/ 361 h 373"/>
                <a:gd name="T22" fmla="*/ 24 w 191"/>
                <a:gd name="T23" fmla="*/ 291 h 373"/>
                <a:gd name="T24" fmla="*/ 44 w 191"/>
                <a:gd name="T25" fmla="*/ 155 h 373"/>
                <a:gd name="T26" fmla="*/ 52 w 191"/>
                <a:gd name="T27" fmla="*/ 32 h 373"/>
                <a:gd name="T28" fmla="*/ 60 w 191"/>
                <a:gd name="T29" fmla="*/ 11 h 373"/>
                <a:gd name="T30" fmla="*/ 61 w 191"/>
                <a:gd name="T31" fmla="*/ 10 h 373"/>
                <a:gd name="T32" fmla="*/ 72 w 191"/>
                <a:gd name="T33" fmla="*/ 0 h 373"/>
                <a:gd name="T34" fmla="*/ 91 w 191"/>
                <a:gd name="T35" fmla="*/ 23 h 373"/>
                <a:gd name="T36" fmla="*/ 121 w 191"/>
                <a:gd name="T37" fmla="*/ 33 h 373"/>
                <a:gd name="T38" fmla="*/ 153 w 191"/>
                <a:gd name="T3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1" h="373">
                  <a:moveTo>
                    <a:pt x="153" y="0"/>
                  </a:moveTo>
                  <a:cubicBezTo>
                    <a:pt x="154" y="3"/>
                    <a:pt x="155" y="3"/>
                    <a:pt x="155" y="3"/>
                  </a:cubicBezTo>
                  <a:cubicBezTo>
                    <a:pt x="162" y="15"/>
                    <a:pt x="162" y="15"/>
                    <a:pt x="162" y="15"/>
                  </a:cubicBezTo>
                  <a:cubicBezTo>
                    <a:pt x="162" y="16"/>
                    <a:pt x="162" y="16"/>
                    <a:pt x="162" y="17"/>
                  </a:cubicBezTo>
                  <a:cubicBezTo>
                    <a:pt x="159" y="37"/>
                    <a:pt x="156" y="104"/>
                    <a:pt x="156" y="149"/>
                  </a:cubicBezTo>
                  <a:cubicBezTo>
                    <a:pt x="156" y="194"/>
                    <a:pt x="150" y="218"/>
                    <a:pt x="157" y="255"/>
                  </a:cubicBezTo>
                  <a:cubicBezTo>
                    <a:pt x="164" y="291"/>
                    <a:pt x="165" y="312"/>
                    <a:pt x="175" y="334"/>
                  </a:cubicBezTo>
                  <a:cubicBezTo>
                    <a:pt x="185" y="356"/>
                    <a:pt x="191" y="372"/>
                    <a:pt x="191" y="372"/>
                  </a:cubicBezTo>
                  <a:cubicBezTo>
                    <a:pt x="191" y="372"/>
                    <a:pt x="159" y="368"/>
                    <a:pt x="126" y="368"/>
                  </a:cubicBezTo>
                  <a:cubicBezTo>
                    <a:pt x="93" y="368"/>
                    <a:pt x="33" y="373"/>
                    <a:pt x="20" y="369"/>
                  </a:cubicBezTo>
                  <a:cubicBezTo>
                    <a:pt x="8" y="366"/>
                    <a:pt x="0" y="361"/>
                    <a:pt x="0" y="361"/>
                  </a:cubicBezTo>
                  <a:cubicBezTo>
                    <a:pt x="0" y="361"/>
                    <a:pt x="14" y="328"/>
                    <a:pt x="24" y="291"/>
                  </a:cubicBezTo>
                  <a:cubicBezTo>
                    <a:pt x="34" y="255"/>
                    <a:pt x="44" y="205"/>
                    <a:pt x="44" y="155"/>
                  </a:cubicBezTo>
                  <a:cubicBezTo>
                    <a:pt x="44" y="105"/>
                    <a:pt x="42" y="57"/>
                    <a:pt x="52" y="32"/>
                  </a:cubicBezTo>
                  <a:cubicBezTo>
                    <a:pt x="56" y="23"/>
                    <a:pt x="58" y="16"/>
                    <a:pt x="60" y="11"/>
                  </a:cubicBezTo>
                  <a:cubicBezTo>
                    <a:pt x="60" y="11"/>
                    <a:pt x="58" y="12"/>
                    <a:pt x="61" y="10"/>
                  </a:cubicBezTo>
                  <a:cubicBezTo>
                    <a:pt x="63" y="8"/>
                    <a:pt x="69" y="3"/>
                    <a:pt x="72" y="0"/>
                  </a:cubicBezTo>
                  <a:cubicBezTo>
                    <a:pt x="77" y="6"/>
                    <a:pt x="80" y="10"/>
                    <a:pt x="91" y="23"/>
                  </a:cubicBezTo>
                  <a:cubicBezTo>
                    <a:pt x="102" y="36"/>
                    <a:pt x="103" y="45"/>
                    <a:pt x="121" y="33"/>
                  </a:cubicBezTo>
                  <a:cubicBezTo>
                    <a:pt x="135" y="24"/>
                    <a:pt x="144" y="11"/>
                    <a:pt x="15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2" name="Freeform 690"/>
            <p:cNvSpPr>
              <a:spLocks/>
            </p:cNvSpPr>
            <p:nvPr/>
          </p:nvSpPr>
          <p:spPr bwMode="auto">
            <a:xfrm>
              <a:off x="4400" y="857"/>
              <a:ext cx="176" cy="706"/>
            </a:xfrm>
            <a:custGeom>
              <a:avLst/>
              <a:gdLst>
                <a:gd name="T0" fmla="*/ 77 w 92"/>
                <a:gd name="T1" fmla="*/ 0 h 369"/>
                <a:gd name="T2" fmla="*/ 59 w 92"/>
                <a:gd name="T3" fmla="*/ 18 h 369"/>
                <a:gd name="T4" fmla="*/ 65 w 92"/>
                <a:gd name="T5" fmla="*/ 29 h 369"/>
                <a:gd name="T6" fmla="*/ 37 w 92"/>
                <a:gd name="T7" fmla="*/ 139 h 369"/>
                <a:gd name="T8" fmla="*/ 4 w 92"/>
                <a:gd name="T9" fmla="*/ 314 h 369"/>
                <a:gd name="T10" fmla="*/ 15 w 92"/>
                <a:gd name="T11" fmla="*/ 354 h 369"/>
                <a:gd name="T12" fmla="*/ 35 w 92"/>
                <a:gd name="T13" fmla="*/ 356 h 369"/>
                <a:gd name="T14" fmla="*/ 59 w 92"/>
                <a:gd name="T15" fmla="*/ 311 h 369"/>
                <a:gd name="T16" fmla="*/ 80 w 92"/>
                <a:gd name="T17" fmla="*/ 168 h 369"/>
                <a:gd name="T18" fmla="*/ 87 w 92"/>
                <a:gd name="T19" fmla="*/ 57 h 369"/>
                <a:gd name="T20" fmla="*/ 81 w 92"/>
                <a:gd name="T21" fmla="*/ 29 h 369"/>
                <a:gd name="T22" fmla="*/ 92 w 92"/>
                <a:gd name="T23" fmla="*/ 17 h 369"/>
                <a:gd name="T24" fmla="*/ 77 w 92"/>
                <a:gd name="T25"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369">
                  <a:moveTo>
                    <a:pt x="77" y="0"/>
                  </a:moveTo>
                  <a:cubicBezTo>
                    <a:pt x="59" y="18"/>
                    <a:pt x="59" y="18"/>
                    <a:pt x="59" y="18"/>
                  </a:cubicBezTo>
                  <a:cubicBezTo>
                    <a:pt x="59" y="18"/>
                    <a:pt x="68" y="21"/>
                    <a:pt x="65" y="29"/>
                  </a:cubicBezTo>
                  <a:cubicBezTo>
                    <a:pt x="62" y="37"/>
                    <a:pt x="49" y="81"/>
                    <a:pt x="37" y="139"/>
                  </a:cubicBezTo>
                  <a:cubicBezTo>
                    <a:pt x="24" y="198"/>
                    <a:pt x="7" y="300"/>
                    <a:pt x="4" y="314"/>
                  </a:cubicBezTo>
                  <a:cubicBezTo>
                    <a:pt x="0" y="329"/>
                    <a:pt x="5" y="339"/>
                    <a:pt x="15" y="354"/>
                  </a:cubicBezTo>
                  <a:cubicBezTo>
                    <a:pt x="24" y="369"/>
                    <a:pt x="25" y="369"/>
                    <a:pt x="35" y="356"/>
                  </a:cubicBezTo>
                  <a:cubicBezTo>
                    <a:pt x="45" y="343"/>
                    <a:pt x="52" y="348"/>
                    <a:pt x="59" y="311"/>
                  </a:cubicBezTo>
                  <a:cubicBezTo>
                    <a:pt x="65" y="274"/>
                    <a:pt x="75" y="200"/>
                    <a:pt x="80" y="168"/>
                  </a:cubicBezTo>
                  <a:cubicBezTo>
                    <a:pt x="85" y="135"/>
                    <a:pt x="91" y="72"/>
                    <a:pt x="87" y="57"/>
                  </a:cubicBezTo>
                  <a:cubicBezTo>
                    <a:pt x="83" y="43"/>
                    <a:pt x="80" y="35"/>
                    <a:pt x="81" y="29"/>
                  </a:cubicBezTo>
                  <a:cubicBezTo>
                    <a:pt x="83" y="23"/>
                    <a:pt x="92" y="17"/>
                    <a:pt x="92" y="17"/>
                  </a:cubicBezTo>
                  <a:cubicBezTo>
                    <a:pt x="92" y="17"/>
                    <a:pt x="85" y="4"/>
                    <a:pt x="77" y="0"/>
                  </a:cubicBezTo>
                  <a:close/>
                </a:path>
              </a:pathLst>
            </a:custGeom>
            <a:solidFill>
              <a:srgbClr val="19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3" name="Freeform 691"/>
            <p:cNvSpPr>
              <a:spLocks/>
            </p:cNvSpPr>
            <p:nvPr/>
          </p:nvSpPr>
          <p:spPr bwMode="auto">
            <a:xfrm>
              <a:off x="3050" y="434"/>
              <a:ext cx="379" cy="1296"/>
            </a:xfrm>
            <a:custGeom>
              <a:avLst/>
              <a:gdLst>
                <a:gd name="T0" fmla="*/ 116 w 198"/>
                <a:gd name="T1" fmla="*/ 0 h 677"/>
                <a:gd name="T2" fmla="*/ 82 w 198"/>
                <a:gd name="T3" fmla="*/ 33 h 677"/>
                <a:gd name="T4" fmla="*/ 85 w 198"/>
                <a:gd name="T5" fmla="*/ 69 h 677"/>
                <a:gd name="T6" fmla="*/ 89 w 198"/>
                <a:gd name="T7" fmla="*/ 74 h 677"/>
                <a:gd name="T8" fmla="*/ 93 w 198"/>
                <a:gd name="T9" fmla="*/ 91 h 677"/>
                <a:gd name="T10" fmla="*/ 98 w 198"/>
                <a:gd name="T11" fmla="*/ 100 h 677"/>
                <a:gd name="T12" fmla="*/ 92 w 198"/>
                <a:gd name="T13" fmla="*/ 112 h 677"/>
                <a:gd name="T14" fmla="*/ 63 w 198"/>
                <a:gd name="T15" fmla="*/ 124 h 677"/>
                <a:gd name="T16" fmla="*/ 42 w 198"/>
                <a:gd name="T17" fmla="*/ 144 h 677"/>
                <a:gd name="T18" fmla="*/ 21 w 198"/>
                <a:gd name="T19" fmla="*/ 177 h 677"/>
                <a:gd name="T20" fmla="*/ 4 w 198"/>
                <a:gd name="T21" fmla="*/ 215 h 677"/>
                <a:gd name="T22" fmla="*/ 37 w 198"/>
                <a:gd name="T23" fmla="*/ 234 h 677"/>
                <a:gd name="T24" fmla="*/ 53 w 198"/>
                <a:gd name="T25" fmla="*/ 228 h 677"/>
                <a:gd name="T26" fmla="*/ 42 w 198"/>
                <a:gd name="T27" fmla="*/ 290 h 677"/>
                <a:gd name="T28" fmla="*/ 35 w 198"/>
                <a:gd name="T29" fmla="*/ 354 h 677"/>
                <a:gd name="T30" fmla="*/ 47 w 198"/>
                <a:gd name="T31" fmla="*/ 360 h 677"/>
                <a:gd name="T32" fmla="*/ 56 w 198"/>
                <a:gd name="T33" fmla="*/ 441 h 677"/>
                <a:gd name="T34" fmla="*/ 68 w 198"/>
                <a:gd name="T35" fmla="*/ 519 h 677"/>
                <a:gd name="T36" fmla="*/ 70 w 198"/>
                <a:gd name="T37" fmla="*/ 567 h 677"/>
                <a:gd name="T38" fmla="*/ 47 w 198"/>
                <a:gd name="T39" fmla="*/ 599 h 677"/>
                <a:gd name="T40" fmla="*/ 20 w 198"/>
                <a:gd name="T41" fmla="*/ 605 h 677"/>
                <a:gd name="T42" fmla="*/ 23 w 198"/>
                <a:gd name="T43" fmla="*/ 617 h 677"/>
                <a:gd name="T44" fmla="*/ 66 w 198"/>
                <a:gd name="T45" fmla="*/ 613 h 677"/>
                <a:gd name="T46" fmla="*/ 81 w 198"/>
                <a:gd name="T47" fmla="*/ 607 h 677"/>
                <a:gd name="T48" fmla="*/ 92 w 198"/>
                <a:gd name="T49" fmla="*/ 614 h 677"/>
                <a:gd name="T50" fmla="*/ 108 w 198"/>
                <a:gd name="T51" fmla="*/ 605 h 677"/>
                <a:gd name="T52" fmla="*/ 110 w 198"/>
                <a:gd name="T53" fmla="*/ 578 h 677"/>
                <a:gd name="T54" fmla="*/ 107 w 198"/>
                <a:gd name="T55" fmla="*/ 548 h 677"/>
                <a:gd name="T56" fmla="*/ 113 w 198"/>
                <a:gd name="T57" fmla="*/ 505 h 677"/>
                <a:gd name="T58" fmla="*/ 113 w 198"/>
                <a:gd name="T59" fmla="*/ 470 h 677"/>
                <a:gd name="T60" fmla="*/ 109 w 198"/>
                <a:gd name="T61" fmla="*/ 437 h 677"/>
                <a:gd name="T62" fmla="*/ 110 w 198"/>
                <a:gd name="T63" fmla="*/ 415 h 677"/>
                <a:gd name="T64" fmla="*/ 122 w 198"/>
                <a:gd name="T65" fmla="*/ 477 h 677"/>
                <a:gd name="T66" fmla="*/ 128 w 198"/>
                <a:gd name="T67" fmla="*/ 550 h 677"/>
                <a:gd name="T68" fmla="*/ 139 w 198"/>
                <a:gd name="T69" fmla="*/ 596 h 677"/>
                <a:gd name="T70" fmla="*/ 144 w 198"/>
                <a:gd name="T71" fmla="*/ 616 h 677"/>
                <a:gd name="T72" fmla="*/ 138 w 198"/>
                <a:gd name="T73" fmla="*/ 641 h 677"/>
                <a:gd name="T74" fmla="*/ 142 w 198"/>
                <a:gd name="T75" fmla="*/ 677 h 677"/>
                <a:gd name="T76" fmla="*/ 174 w 198"/>
                <a:gd name="T77" fmla="*/ 655 h 677"/>
                <a:gd name="T78" fmla="*/ 176 w 198"/>
                <a:gd name="T79" fmla="*/ 620 h 677"/>
                <a:gd name="T80" fmla="*/ 180 w 198"/>
                <a:gd name="T81" fmla="*/ 593 h 677"/>
                <a:gd name="T82" fmla="*/ 180 w 198"/>
                <a:gd name="T83" fmla="*/ 554 h 677"/>
                <a:gd name="T84" fmla="*/ 174 w 198"/>
                <a:gd name="T85" fmla="*/ 487 h 677"/>
                <a:gd name="T86" fmla="*/ 167 w 198"/>
                <a:gd name="T87" fmla="*/ 407 h 677"/>
                <a:gd name="T88" fmla="*/ 166 w 198"/>
                <a:gd name="T89" fmla="*/ 363 h 677"/>
                <a:gd name="T90" fmla="*/ 188 w 198"/>
                <a:gd name="T91" fmla="*/ 355 h 677"/>
                <a:gd name="T92" fmla="*/ 180 w 198"/>
                <a:gd name="T93" fmla="*/ 304 h 677"/>
                <a:gd name="T94" fmla="*/ 168 w 198"/>
                <a:gd name="T95" fmla="*/ 252 h 677"/>
                <a:gd name="T96" fmla="*/ 172 w 198"/>
                <a:gd name="T97" fmla="*/ 217 h 677"/>
                <a:gd name="T98" fmla="*/ 190 w 198"/>
                <a:gd name="T99" fmla="*/ 172 h 677"/>
                <a:gd name="T100" fmla="*/ 191 w 198"/>
                <a:gd name="T101" fmla="*/ 122 h 677"/>
                <a:gd name="T102" fmla="*/ 160 w 198"/>
                <a:gd name="T103" fmla="*/ 111 h 677"/>
                <a:gd name="T104" fmla="*/ 144 w 198"/>
                <a:gd name="T105" fmla="*/ 93 h 677"/>
                <a:gd name="T106" fmla="*/ 139 w 198"/>
                <a:gd name="T107" fmla="*/ 86 h 677"/>
                <a:gd name="T108" fmla="*/ 140 w 198"/>
                <a:gd name="T109" fmla="*/ 75 h 677"/>
                <a:gd name="T110" fmla="*/ 149 w 198"/>
                <a:gd name="T111" fmla="*/ 63 h 677"/>
                <a:gd name="T112" fmla="*/ 150 w 198"/>
                <a:gd name="T113" fmla="*/ 27 h 677"/>
                <a:gd name="T114" fmla="*/ 116 w 198"/>
                <a:gd name="T115" fmla="*/ 0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 h="677">
                  <a:moveTo>
                    <a:pt x="116" y="0"/>
                  </a:moveTo>
                  <a:cubicBezTo>
                    <a:pt x="103" y="0"/>
                    <a:pt x="82" y="13"/>
                    <a:pt x="82" y="33"/>
                  </a:cubicBezTo>
                  <a:cubicBezTo>
                    <a:pt x="82" y="53"/>
                    <a:pt x="84" y="62"/>
                    <a:pt x="85" y="69"/>
                  </a:cubicBezTo>
                  <a:cubicBezTo>
                    <a:pt x="87" y="75"/>
                    <a:pt x="89" y="74"/>
                    <a:pt x="89" y="74"/>
                  </a:cubicBezTo>
                  <a:cubicBezTo>
                    <a:pt x="89" y="74"/>
                    <a:pt x="89" y="88"/>
                    <a:pt x="93" y="91"/>
                  </a:cubicBezTo>
                  <a:cubicBezTo>
                    <a:pt x="97" y="94"/>
                    <a:pt x="98" y="95"/>
                    <a:pt x="98" y="100"/>
                  </a:cubicBezTo>
                  <a:cubicBezTo>
                    <a:pt x="98" y="104"/>
                    <a:pt x="96" y="107"/>
                    <a:pt x="92" y="112"/>
                  </a:cubicBezTo>
                  <a:cubicBezTo>
                    <a:pt x="88" y="116"/>
                    <a:pt x="72" y="121"/>
                    <a:pt x="63" y="124"/>
                  </a:cubicBezTo>
                  <a:cubicBezTo>
                    <a:pt x="54" y="127"/>
                    <a:pt x="47" y="133"/>
                    <a:pt x="42" y="144"/>
                  </a:cubicBezTo>
                  <a:cubicBezTo>
                    <a:pt x="37" y="155"/>
                    <a:pt x="30" y="168"/>
                    <a:pt x="21" y="177"/>
                  </a:cubicBezTo>
                  <a:cubicBezTo>
                    <a:pt x="12" y="187"/>
                    <a:pt x="0" y="201"/>
                    <a:pt x="4" y="215"/>
                  </a:cubicBezTo>
                  <a:cubicBezTo>
                    <a:pt x="7" y="230"/>
                    <a:pt x="27" y="240"/>
                    <a:pt x="37" y="234"/>
                  </a:cubicBezTo>
                  <a:cubicBezTo>
                    <a:pt x="48" y="229"/>
                    <a:pt x="53" y="228"/>
                    <a:pt x="53" y="228"/>
                  </a:cubicBezTo>
                  <a:cubicBezTo>
                    <a:pt x="53" y="228"/>
                    <a:pt x="46" y="259"/>
                    <a:pt x="42" y="290"/>
                  </a:cubicBezTo>
                  <a:cubicBezTo>
                    <a:pt x="39" y="321"/>
                    <a:pt x="30" y="351"/>
                    <a:pt x="35" y="354"/>
                  </a:cubicBezTo>
                  <a:cubicBezTo>
                    <a:pt x="40" y="356"/>
                    <a:pt x="47" y="360"/>
                    <a:pt x="47" y="360"/>
                  </a:cubicBezTo>
                  <a:cubicBezTo>
                    <a:pt x="47" y="360"/>
                    <a:pt x="49" y="403"/>
                    <a:pt x="56" y="441"/>
                  </a:cubicBezTo>
                  <a:cubicBezTo>
                    <a:pt x="64" y="479"/>
                    <a:pt x="67" y="496"/>
                    <a:pt x="68" y="519"/>
                  </a:cubicBezTo>
                  <a:cubicBezTo>
                    <a:pt x="69" y="541"/>
                    <a:pt x="72" y="558"/>
                    <a:pt x="70" y="567"/>
                  </a:cubicBezTo>
                  <a:cubicBezTo>
                    <a:pt x="68" y="577"/>
                    <a:pt x="55" y="595"/>
                    <a:pt x="47" y="599"/>
                  </a:cubicBezTo>
                  <a:cubicBezTo>
                    <a:pt x="40" y="602"/>
                    <a:pt x="26" y="602"/>
                    <a:pt x="20" y="605"/>
                  </a:cubicBezTo>
                  <a:cubicBezTo>
                    <a:pt x="15" y="608"/>
                    <a:pt x="11" y="615"/>
                    <a:pt x="23" y="617"/>
                  </a:cubicBezTo>
                  <a:cubicBezTo>
                    <a:pt x="36" y="619"/>
                    <a:pt x="60" y="615"/>
                    <a:pt x="66" y="613"/>
                  </a:cubicBezTo>
                  <a:cubicBezTo>
                    <a:pt x="72" y="611"/>
                    <a:pt x="81" y="607"/>
                    <a:pt x="81" y="607"/>
                  </a:cubicBezTo>
                  <a:cubicBezTo>
                    <a:pt x="81" y="607"/>
                    <a:pt x="78" y="614"/>
                    <a:pt x="92" y="614"/>
                  </a:cubicBezTo>
                  <a:cubicBezTo>
                    <a:pt x="105" y="614"/>
                    <a:pt x="108" y="613"/>
                    <a:pt x="108" y="605"/>
                  </a:cubicBezTo>
                  <a:cubicBezTo>
                    <a:pt x="109" y="596"/>
                    <a:pt x="108" y="584"/>
                    <a:pt x="110" y="578"/>
                  </a:cubicBezTo>
                  <a:cubicBezTo>
                    <a:pt x="112" y="572"/>
                    <a:pt x="102" y="557"/>
                    <a:pt x="107" y="548"/>
                  </a:cubicBezTo>
                  <a:cubicBezTo>
                    <a:pt x="112" y="540"/>
                    <a:pt x="117" y="518"/>
                    <a:pt x="113" y="505"/>
                  </a:cubicBezTo>
                  <a:cubicBezTo>
                    <a:pt x="108" y="492"/>
                    <a:pt x="114" y="479"/>
                    <a:pt x="113" y="470"/>
                  </a:cubicBezTo>
                  <a:cubicBezTo>
                    <a:pt x="111" y="462"/>
                    <a:pt x="109" y="450"/>
                    <a:pt x="109" y="437"/>
                  </a:cubicBezTo>
                  <a:cubicBezTo>
                    <a:pt x="109" y="424"/>
                    <a:pt x="110" y="415"/>
                    <a:pt x="110" y="415"/>
                  </a:cubicBezTo>
                  <a:cubicBezTo>
                    <a:pt x="110" y="415"/>
                    <a:pt x="119" y="464"/>
                    <a:pt x="122" y="477"/>
                  </a:cubicBezTo>
                  <a:cubicBezTo>
                    <a:pt x="124" y="490"/>
                    <a:pt x="128" y="536"/>
                    <a:pt x="128" y="550"/>
                  </a:cubicBezTo>
                  <a:cubicBezTo>
                    <a:pt x="128" y="564"/>
                    <a:pt x="139" y="583"/>
                    <a:pt x="139" y="596"/>
                  </a:cubicBezTo>
                  <a:cubicBezTo>
                    <a:pt x="140" y="609"/>
                    <a:pt x="140" y="616"/>
                    <a:pt x="144" y="616"/>
                  </a:cubicBezTo>
                  <a:cubicBezTo>
                    <a:pt x="147" y="616"/>
                    <a:pt x="140" y="630"/>
                    <a:pt x="138" y="641"/>
                  </a:cubicBezTo>
                  <a:cubicBezTo>
                    <a:pt x="135" y="652"/>
                    <a:pt x="128" y="677"/>
                    <a:pt x="142" y="677"/>
                  </a:cubicBezTo>
                  <a:cubicBezTo>
                    <a:pt x="157" y="677"/>
                    <a:pt x="173" y="671"/>
                    <a:pt x="174" y="655"/>
                  </a:cubicBezTo>
                  <a:cubicBezTo>
                    <a:pt x="174" y="640"/>
                    <a:pt x="172" y="626"/>
                    <a:pt x="176" y="620"/>
                  </a:cubicBezTo>
                  <a:cubicBezTo>
                    <a:pt x="180" y="614"/>
                    <a:pt x="181" y="601"/>
                    <a:pt x="180" y="593"/>
                  </a:cubicBezTo>
                  <a:cubicBezTo>
                    <a:pt x="180" y="585"/>
                    <a:pt x="182" y="571"/>
                    <a:pt x="180" y="554"/>
                  </a:cubicBezTo>
                  <a:cubicBezTo>
                    <a:pt x="178" y="537"/>
                    <a:pt x="178" y="509"/>
                    <a:pt x="174" y="487"/>
                  </a:cubicBezTo>
                  <a:cubicBezTo>
                    <a:pt x="170" y="466"/>
                    <a:pt x="169" y="433"/>
                    <a:pt x="167" y="407"/>
                  </a:cubicBezTo>
                  <a:cubicBezTo>
                    <a:pt x="165" y="381"/>
                    <a:pt x="164" y="368"/>
                    <a:pt x="166" y="363"/>
                  </a:cubicBezTo>
                  <a:cubicBezTo>
                    <a:pt x="169" y="359"/>
                    <a:pt x="184" y="356"/>
                    <a:pt x="188" y="355"/>
                  </a:cubicBezTo>
                  <a:cubicBezTo>
                    <a:pt x="192" y="354"/>
                    <a:pt x="183" y="327"/>
                    <a:pt x="180" y="304"/>
                  </a:cubicBezTo>
                  <a:cubicBezTo>
                    <a:pt x="177" y="282"/>
                    <a:pt x="171" y="268"/>
                    <a:pt x="168" y="252"/>
                  </a:cubicBezTo>
                  <a:cubicBezTo>
                    <a:pt x="165" y="236"/>
                    <a:pt x="165" y="229"/>
                    <a:pt x="172" y="217"/>
                  </a:cubicBezTo>
                  <a:cubicBezTo>
                    <a:pt x="178" y="206"/>
                    <a:pt x="186" y="198"/>
                    <a:pt x="190" y="172"/>
                  </a:cubicBezTo>
                  <a:cubicBezTo>
                    <a:pt x="193" y="146"/>
                    <a:pt x="198" y="129"/>
                    <a:pt x="191" y="122"/>
                  </a:cubicBezTo>
                  <a:cubicBezTo>
                    <a:pt x="184" y="116"/>
                    <a:pt x="170" y="119"/>
                    <a:pt x="160" y="111"/>
                  </a:cubicBezTo>
                  <a:cubicBezTo>
                    <a:pt x="150" y="103"/>
                    <a:pt x="149" y="94"/>
                    <a:pt x="144" y="93"/>
                  </a:cubicBezTo>
                  <a:cubicBezTo>
                    <a:pt x="140" y="92"/>
                    <a:pt x="139" y="91"/>
                    <a:pt x="139" y="86"/>
                  </a:cubicBezTo>
                  <a:cubicBezTo>
                    <a:pt x="139" y="80"/>
                    <a:pt x="140" y="75"/>
                    <a:pt x="140" y="75"/>
                  </a:cubicBezTo>
                  <a:cubicBezTo>
                    <a:pt x="140" y="75"/>
                    <a:pt x="147" y="70"/>
                    <a:pt x="149" y="63"/>
                  </a:cubicBezTo>
                  <a:cubicBezTo>
                    <a:pt x="150" y="56"/>
                    <a:pt x="152" y="39"/>
                    <a:pt x="150" y="27"/>
                  </a:cubicBezTo>
                  <a:cubicBezTo>
                    <a:pt x="148" y="15"/>
                    <a:pt x="137" y="0"/>
                    <a:pt x="116" y="0"/>
                  </a:cubicBezTo>
                  <a:close/>
                </a:path>
              </a:pathLst>
            </a:custGeom>
            <a:solidFill>
              <a:srgbClr val="73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4" name="Freeform 692"/>
            <p:cNvSpPr>
              <a:spLocks/>
            </p:cNvSpPr>
            <p:nvPr/>
          </p:nvSpPr>
          <p:spPr bwMode="auto">
            <a:xfrm>
              <a:off x="3230" y="603"/>
              <a:ext cx="94" cy="72"/>
            </a:xfrm>
            <a:custGeom>
              <a:avLst/>
              <a:gdLst>
                <a:gd name="T0" fmla="*/ 3 w 49"/>
                <a:gd name="T1" fmla="*/ 17 h 38"/>
                <a:gd name="T2" fmla="*/ 0 w 49"/>
                <a:gd name="T3" fmla="*/ 22 h 38"/>
                <a:gd name="T4" fmla="*/ 2 w 49"/>
                <a:gd name="T5" fmla="*/ 38 h 38"/>
                <a:gd name="T6" fmla="*/ 12 w 49"/>
                <a:gd name="T7" fmla="*/ 21 h 38"/>
                <a:gd name="T8" fmla="*/ 20 w 49"/>
                <a:gd name="T9" fmla="*/ 28 h 38"/>
                <a:gd name="T10" fmla="*/ 22 w 49"/>
                <a:gd name="T11" fmla="*/ 35 h 38"/>
                <a:gd name="T12" fmla="*/ 49 w 49"/>
                <a:gd name="T13" fmla="*/ 5 h 38"/>
                <a:gd name="T14" fmla="*/ 45 w 49"/>
                <a:gd name="T15" fmla="*/ 0 h 38"/>
                <a:gd name="T16" fmla="*/ 13 w 49"/>
                <a:gd name="T17" fmla="*/ 20 h 38"/>
                <a:gd name="T18" fmla="*/ 3 w 49"/>
                <a:gd name="T19" fmla="*/ 1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38">
                  <a:moveTo>
                    <a:pt x="3" y="17"/>
                  </a:moveTo>
                  <a:cubicBezTo>
                    <a:pt x="2" y="18"/>
                    <a:pt x="1" y="20"/>
                    <a:pt x="0" y="22"/>
                  </a:cubicBezTo>
                  <a:cubicBezTo>
                    <a:pt x="1" y="27"/>
                    <a:pt x="2" y="33"/>
                    <a:pt x="2" y="38"/>
                  </a:cubicBezTo>
                  <a:cubicBezTo>
                    <a:pt x="9" y="33"/>
                    <a:pt x="6" y="22"/>
                    <a:pt x="12" y="21"/>
                  </a:cubicBezTo>
                  <a:cubicBezTo>
                    <a:pt x="18" y="21"/>
                    <a:pt x="19" y="24"/>
                    <a:pt x="20" y="28"/>
                  </a:cubicBezTo>
                  <a:cubicBezTo>
                    <a:pt x="21" y="32"/>
                    <a:pt x="22" y="35"/>
                    <a:pt x="22" y="35"/>
                  </a:cubicBezTo>
                  <a:cubicBezTo>
                    <a:pt x="22" y="35"/>
                    <a:pt x="43" y="13"/>
                    <a:pt x="49" y="5"/>
                  </a:cubicBezTo>
                  <a:cubicBezTo>
                    <a:pt x="46" y="4"/>
                    <a:pt x="45" y="3"/>
                    <a:pt x="45" y="0"/>
                  </a:cubicBezTo>
                  <a:cubicBezTo>
                    <a:pt x="38" y="7"/>
                    <a:pt x="21" y="20"/>
                    <a:pt x="13" y="20"/>
                  </a:cubicBezTo>
                  <a:cubicBezTo>
                    <a:pt x="9" y="20"/>
                    <a:pt x="6" y="19"/>
                    <a:pt x="3"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5" name="Freeform 693"/>
            <p:cNvSpPr>
              <a:spLocks/>
            </p:cNvSpPr>
            <p:nvPr/>
          </p:nvSpPr>
          <p:spPr bwMode="auto">
            <a:xfrm>
              <a:off x="3184" y="796"/>
              <a:ext cx="42" cy="53"/>
            </a:xfrm>
            <a:custGeom>
              <a:avLst/>
              <a:gdLst>
                <a:gd name="T0" fmla="*/ 10 w 22"/>
                <a:gd name="T1" fmla="*/ 0 h 28"/>
                <a:gd name="T2" fmla="*/ 22 w 22"/>
                <a:gd name="T3" fmla="*/ 0 h 28"/>
                <a:gd name="T4" fmla="*/ 11 w 22"/>
                <a:gd name="T5" fmla="*/ 15 h 28"/>
                <a:gd name="T6" fmla="*/ 12 w 22"/>
                <a:gd name="T7" fmla="*/ 26 h 28"/>
                <a:gd name="T8" fmla="*/ 2 w 22"/>
                <a:gd name="T9" fmla="*/ 28 h 28"/>
                <a:gd name="T10" fmla="*/ 2 w 22"/>
                <a:gd name="T11" fmla="*/ 13 h 28"/>
                <a:gd name="T12" fmla="*/ 10 w 22"/>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2" h="28">
                  <a:moveTo>
                    <a:pt x="10" y="0"/>
                  </a:moveTo>
                  <a:cubicBezTo>
                    <a:pt x="22" y="0"/>
                    <a:pt x="22" y="0"/>
                    <a:pt x="22" y="0"/>
                  </a:cubicBezTo>
                  <a:cubicBezTo>
                    <a:pt x="22" y="0"/>
                    <a:pt x="11" y="7"/>
                    <a:pt x="11" y="15"/>
                  </a:cubicBezTo>
                  <a:cubicBezTo>
                    <a:pt x="11" y="23"/>
                    <a:pt x="12" y="26"/>
                    <a:pt x="12" y="26"/>
                  </a:cubicBezTo>
                  <a:cubicBezTo>
                    <a:pt x="2" y="28"/>
                    <a:pt x="2" y="28"/>
                    <a:pt x="2" y="28"/>
                  </a:cubicBezTo>
                  <a:cubicBezTo>
                    <a:pt x="2" y="28"/>
                    <a:pt x="0" y="20"/>
                    <a:pt x="2" y="13"/>
                  </a:cubicBezTo>
                  <a:cubicBezTo>
                    <a:pt x="5" y="5"/>
                    <a:pt x="8" y="3"/>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6" name="Freeform 694"/>
            <p:cNvSpPr>
              <a:spLocks/>
            </p:cNvSpPr>
            <p:nvPr/>
          </p:nvSpPr>
          <p:spPr bwMode="auto">
            <a:xfrm>
              <a:off x="3184" y="926"/>
              <a:ext cx="17" cy="48"/>
            </a:xfrm>
            <a:custGeom>
              <a:avLst/>
              <a:gdLst>
                <a:gd name="T0" fmla="*/ 7 w 9"/>
                <a:gd name="T1" fmla="*/ 0 h 25"/>
                <a:gd name="T2" fmla="*/ 9 w 9"/>
                <a:gd name="T3" fmla="*/ 19 h 25"/>
                <a:gd name="T4" fmla="*/ 9 w 9"/>
                <a:gd name="T5" fmla="*/ 25 h 25"/>
                <a:gd name="T6" fmla="*/ 0 w 9"/>
                <a:gd name="T7" fmla="*/ 23 h 25"/>
                <a:gd name="T8" fmla="*/ 7 w 9"/>
                <a:gd name="T9" fmla="*/ 0 h 25"/>
              </a:gdLst>
              <a:ahLst/>
              <a:cxnLst>
                <a:cxn ang="0">
                  <a:pos x="T0" y="T1"/>
                </a:cxn>
                <a:cxn ang="0">
                  <a:pos x="T2" y="T3"/>
                </a:cxn>
                <a:cxn ang="0">
                  <a:pos x="T4" y="T5"/>
                </a:cxn>
                <a:cxn ang="0">
                  <a:pos x="T6" y="T7"/>
                </a:cxn>
                <a:cxn ang="0">
                  <a:pos x="T8" y="T9"/>
                </a:cxn>
              </a:cxnLst>
              <a:rect l="0" t="0" r="r" b="b"/>
              <a:pathLst>
                <a:path w="9" h="25">
                  <a:moveTo>
                    <a:pt x="7" y="0"/>
                  </a:moveTo>
                  <a:cubicBezTo>
                    <a:pt x="7" y="0"/>
                    <a:pt x="8" y="14"/>
                    <a:pt x="9" y="19"/>
                  </a:cubicBezTo>
                  <a:cubicBezTo>
                    <a:pt x="9" y="23"/>
                    <a:pt x="9" y="25"/>
                    <a:pt x="9" y="25"/>
                  </a:cubicBezTo>
                  <a:cubicBezTo>
                    <a:pt x="0" y="23"/>
                    <a:pt x="0" y="23"/>
                    <a:pt x="0" y="23"/>
                  </a:cubicBezTo>
                  <a:cubicBezTo>
                    <a:pt x="0" y="23"/>
                    <a:pt x="2" y="12"/>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7" name="Freeform 695"/>
            <p:cNvSpPr>
              <a:spLocks/>
            </p:cNvSpPr>
            <p:nvPr/>
          </p:nvSpPr>
          <p:spPr bwMode="auto">
            <a:xfrm>
              <a:off x="2794" y="549"/>
              <a:ext cx="159" cy="239"/>
            </a:xfrm>
            <a:custGeom>
              <a:avLst/>
              <a:gdLst>
                <a:gd name="T0" fmla="*/ 4 w 83"/>
                <a:gd name="T1" fmla="*/ 34 h 125"/>
                <a:gd name="T2" fmla="*/ 9 w 83"/>
                <a:gd name="T3" fmla="*/ 70 h 125"/>
                <a:gd name="T4" fmla="*/ 4 w 83"/>
                <a:gd name="T5" fmla="*/ 108 h 125"/>
                <a:gd name="T6" fmla="*/ 65 w 83"/>
                <a:gd name="T7" fmla="*/ 122 h 125"/>
                <a:gd name="T8" fmla="*/ 4 w 83"/>
                <a:gd name="T9" fmla="*/ 34 h 125"/>
              </a:gdLst>
              <a:ahLst/>
              <a:cxnLst>
                <a:cxn ang="0">
                  <a:pos x="T0" y="T1"/>
                </a:cxn>
                <a:cxn ang="0">
                  <a:pos x="T2" y="T3"/>
                </a:cxn>
                <a:cxn ang="0">
                  <a:pos x="T4" y="T5"/>
                </a:cxn>
                <a:cxn ang="0">
                  <a:pos x="T6" y="T7"/>
                </a:cxn>
                <a:cxn ang="0">
                  <a:pos x="T8" y="T9"/>
                </a:cxn>
              </a:cxnLst>
              <a:rect l="0" t="0" r="r" b="b"/>
              <a:pathLst>
                <a:path w="83" h="125">
                  <a:moveTo>
                    <a:pt x="4" y="34"/>
                  </a:moveTo>
                  <a:cubicBezTo>
                    <a:pt x="29" y="45"/>
                    <a:pt x="1" y="58"/>
                    <a:pt x="9" y="70"/>
                  </a:cubicBezTo>
                  <a:cubicBezTo>
                    <a:pt x="17" y="83"/>
                    <a:pt x="0" y="92"/>
                    <a:pt x="4" y="108"/>
                  </a:cubicBezTo>
                  <a:cubicBezTo>
                    <a:pt x="8" y="125"/>
                    <a:pt x="46" y="124"/>
                    <a:pt x="65" y="122"/>
                  </a:cubicBezTo>
                  <a:cubicBezTo>
                    <a:pt x="83" y="121"/>
                    <a:pt x="57" y="0"/>
                    <a:pt x="4" y="34"/>
                  </a:cubicBezTo>
                  <a:close/>
                </a:path>
              </a:pathLst>
            </a:custGeom>
            <a:solidFill>
              <a:srgbClr val="19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8" name="Freeform 696"/>
            <p:cNvSpPr>
              <a:spLocks/>
            </p:cNvSpPr>
            <p:nvPr/>
          </p:nvSpPr>
          <p:spPr bwMode="auto">
            <a:xfrm>
              <a:off x="2721" y="329"/>
              <a:ext cx="337" cy="465"/>
            </a:xfrm>
            <a:custGeom>
              <a:avLst/>
              <a:gdLst>
                <a:gd name="T0" fmla="*/ 15 w 176"/>
                <a:gd name="T1" fmla="*/ 42 h 243"/>
                <a:gd name="T2" fmla="*/ 123 w 176"/>
                <a:gd name="T3" fmla="*/ 71 h 243"/>
                <a:gd name="T4" fmla="*/ 145 w 176"/>
                <a:gd name="T5" fmla="*/ 118 h 243"/>
                <a:gd name="T6" fmla="*/ 155 w 176"/>
                <a:gd name="T7" fmla="*/ 164 h 243"/>
                <a:gd name="T8" fmla="*/ 141 w 176"/>
                <a:gd name="T9" fmla="*/ 217 h 243"/>
                <a:gd name="T10" fmla="*/ 87 w 176"/>
                <a:gd name="T11" fmla="*/ 235 h 243"/>
                <a:gd name="T12" fmla="*/ 35 w 176"/>
                <a:gd name="T13" fmla="*/ 101 h 243"/>
                <a:gd name="T14" fmla="*/ 15 w 176"/>
                <a:gd name="T15" fmla="*/ 42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43">
                  <a:moveTo>
                    <a:pt x="15" y="42"/>
                  </a:moveTo>
                  <a:cubicBezTo>
                    <a:pt x="45" y="0"/>
                    <a:pt x="124" y="17"/>
                    <a:pt x="123" y="71"/>
                  </a:cubicBezTo>
                  <a:cubicBezTo>
                    <a:pt x="123" y="125"/>
                    <a:pt x="156" y="91"/>
                    <a:pt x="145" y="118"/>
                  </a:cubicBezTo>
                  <a:cubicBezTo>
                    <a:pt x="134" y="145"/>
                    <a:pt x="169" y="142"/>
                    <a:pt x="155" y="164"/>
                  </a:cubicBezTo>
                  <a:cubicBezTo>
                    <a:pt x="140" y="187"/>
                    <a:pt x="176" y="192"/>
                    <a:pt x="141" y="217"/>
                  </a:cubicBezTo>
                  <a:cubicBezTo>
                    <a:pt x="107" y="243"/>
                    <a:pt x="87" y="235"/>
                    <a:pt x="87" y="235"/>
                  </a:cubicBezTo>
                  <a:cubicBezTo>
                    <a:pt x="87" y="235"/>
                    <a:pt x="97" y="84"/>
                    <a:pt x="35" y="101"/>
                  </a:cubicBezTo>
                  <a:cubicBezTo>
                    <a:pt x="16" y="107"/>
                    <a:pt x="0" y="62"/>
                    <a:pt x="15" y="42"/>
                  </a:cubicBezTo>
                  <a:close/>
                </a:path>
              </a:pathLst>
            </a:custGeom>
            <a:solidFill>
              <a:srgbClr val="19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39" name="Freeform 697"/>
            <p:cNvSpPr>
              <a:spLocks/>
            </p:cNvSpPr>
            <p:nvPr/>
          </p:nvSpPr>
          <p:spPr bwMode="auto">
            <a:xfrm>
              <a:off x="2574" y="363"/>
              <a:ext cx="579" cy="1989"/>
            </a:xfrm>
            <a:custGeom>
              <a:avLst/>
              <a:gdLst>
                <a:gd name="T0" fmla="*/ 187 w 303"/>
                <a:gd name="T1" fmla="*/ 34 h 1039"/>
                <a:gd name="T2" fmla="*/ 207 w 303"/>
                <a:gd name="T3" fmla="*/ 153 h 1039"/>
                <a:gd name="T4" fmla="*/ 231 w 303"/>
                <a:gd name="T5" fmla="*/ 221 h 1039"/>
                <a:gd name="T6" fmla="*/ 238 w 303"/>
                <a:gd name="T7" fmla="*/ 369 h 1039"/>
                <a:gd name="T8" fmla="*/ 223 w 303"/>
                <a:gd name="T9" fmla="*/ 441 h 1039"/>
                <a:gd name="T10" fmla="*/ 220 w 303"/>
                <a:gd name="T11" fmla="*/ 518 h 1039"/>
                <a:gd name="T12" fmla="*/ 210 w 303"/>
                <a:gd name="T13" fmla="*/ 664 h 1039"/>
                <a:gd name="T14" fmla="*/ 210 w 303"/>
                <a:gd name="T15" fmla="*/ 712 h 1039"/>
                <a:gd name="T16" fmla="*/ 275 w 303"/>
                <a:gd name="T17" fmla="*/ 907 h 1039"/>
                <a:gd name="T18" fmla="*/ 299 w 303"/>
                <a:gd name="T19" fmla="*/ 988 h 1039"/>
                <a:gd name="T20" fmla="*/ 293 w 303"/>
                <a:gd name="T21" fmla="*/ 1012 h 1039"/>
                <a:gd name="T22" fmla="*/ 280 w 303"/>
                <a:gd name="T23" fmla="*/ 964 h 1039"/>
                <a:gd name="T24" fmla="*/ 211 w 303"/>
                <a:gd name="T25" fmla="*/ 1019 h 1039"/>
                <a:gd name="T26" fmla="*/ 223 w 303"/>
                <a:gd name="T27" fmla="*/ 982 h 1039"/>
                <a:gd name="T28" fmla="*/ 195 w 303"/>
                <a:gd name="T29" fmla="*/ 822 h 1039"/>
                <a:gd name="T30" fmla="*/ 171 w 303"/>
                <a:gd name="T31" fmla="*/ 825 h 1039"/>
                <a:gd name="T32" fmla="*/ 147 w 303"/>
                <a:gd name="T33" fmla="*/ 941 h 1039"/>
                <a:gd name="T34" fmla="*/ 138 w 303"/>
                <a:gd name="T35" fmla="*/ 1011 h 1039"/>
                <a:gd name="T36" fmla="*/ 128 w 303"/>
                <a:gd name="T37" fmla="*/ 1032 h 1039"/>
                <a:gd name="T38" fmla="*/ 129 w 303"/>
                <a:gd name="T39" fmla="*/ 980 h 1039"/>
                <a:gd name="T40" fmla="*/ 60 w 303"/>
                <a:gd name="T41" fmla="*/ 1032 h 1039"/>
                <a:gd name="T42" fmla="*/ 50 w 303"/>
                <a:gd name="T43" fmla="*/ 997 h 1039"/>
                <a:gd name="T44" fmla="*/ 107 w 303"/>
                <a:gd name="T45" fmla="*/ 827 h 1039"/>
                <a:gd name="T46" fmla="*/ 116 w 303"/>
                <a:gd name="T47" fmla="*/ 739 h 1039"/>
                <a:gd name="T48" fmla="*/ 101 w 303"/>
                <a:gd name="T49" fmla="*/ 667 h 1039"/>
                <a:gd name="T50" fmla="*/ 89 w 303"/>
                <a:gd name="T51" fmla="*/ 590 h 1039"/>
                <a:gd name="T52" fmla="*/ 80 w 303"/>
                <a:gd name="T53" fmla="*/ 591 h 1039"/>
                <a:gd name="T54" fmla="*/ 61 w 303"/>
                <a:gd name="T55" fmla="*/ 585 h 1039"/>
                <a:gd name="T56" fmla="*/ 67 w 303"/>
                <a:gd name="T57" fmla="*/ 529 h 1039"/>
                <a:gd name="T58" fmla="*/ 9 w 303"/>
                <a:gd name="T59" fmla="*/ 391 h 1039"/>
                <a:gd name="T60" fmla="*/ 75 w 303"/>
                <a:gd name="T61" fmla="*/ 328 h 1039"/>
                <a:gd name="T62" fmla="*/ 130 w 303"/>
                <a:gd name="T63" fmla="*/ 201 h 1039"/>
                <a:gd name="T64" fmla="*/ 128 w 303"/>
                <a:gd name="T65" fmla="*/ 143 h 1039"/>
                <a:gd name="T66" fmla="*/ 94 w 303"/>
                <a:gd name="T67" fmla="*/ 88 h 1039"/>
                <a:gd name="T68" fmla="*/ 95 w 303"/>
                <a:gd name="T69" fmla="*/ 38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3" h="1039">
                  <a:moveTo>
                    <a:pt x="137" y="0"/>
                  </a:moveTo>
                  <a:cubicBezTo>
                    <a:pt x="158" y="0"/>
                    <a:pt x="177" y="11"/>
                    <a:pt x="187" y="34"/>
                  </a:cubicBezTo>
                  <a:cubicBezTo>
                    <a:pt x="196" y="57"/>
                    <a:pt x="198" y="83"/>
                    <a:pt x="195" y="97"/>
                  </a:cubicBezTo>
                  <a:cubicBezTo>
                    <a:pt x="192" y="108"/>
                    <a:pt x="202" y="141"/>
                    <a:pt x="207" y="153"/>
                  </a:cubicBezTo>
                  <a:cubicBezTo>
                    <a:pt x="213" y="167"/>
                    <a:pt x="222" y="187"/>
                    <a:pt x="222" y="187"/>
                  </a:cubicBezTo>
                  <a:cubicBezTo>
                    <a:pt x="222" y="187"/>
                    <a:pt x="231" y="201"/>
                    <a:pt x="231" y="221"/>
                  </a:cubicBezTo>
                  <a:cubicBezTo>
                    <a:pt x="231" y="241"/>
                    <a:pt x="231" y="270"/>
                    <a:pt x="238" y="306"/>
                  </a:cubicBezTo>
                  <a:cubicBezTo>
                    <a:pt x="245" y="343"/>
                    <a:pt x="244" y="351"/>
                    <a:pt x="238" y="369"/>
                  </a:cubicBezTo>
                  <a:cubicBezTo>
                    <a:pt x="231" y="388"/>
                    <a:pt x="211" y="423"/>
                    <a:pt x="211" y="423"/>
                  </a:cubicBezTo>
                  <a:cubicBezTo>
                    <a:pt x="211" y="423"/>
                    <a:pt x="231" y="432"/>
                    <a:pt x="223" y="441"/>
                  </a:cubicBezTo>
                  <a:cubicBezTo>
                    <a:pt x="216" y="450"/>
                    <a:pt x="210" y="453"/>
                    <a:pt x="210" y="453"/>
                  </a:cubicBezTo>
                  <a:cubicBezTo>
                    <a:pt x="210" y="453"/>
                    <a:pt x="231" y="484"/>
                    <a:pt x="220" y="518"/>
                  </a:cubicBezTo>
                  <a:cubicBezTo>
                    <a:pt x="209" y="551"/>
                    <a:pt x="207" y="576"/>
                    <a:pt x="208" y="606"/>
                  </a:cubicBezTo>
                  <a:cubicBezTo>
                    <a:pt x="210" y="637"/>
                    <a:pt x="210" y="664"/>
                    <a:pt x="210" y="664"/>
                  </a:cubicBezTo>
                  <a:cubicBezTo>
                    <a:pt x="197" y="666"/>
                    <a:pt x="197" y="666"/>
                    <a:pt x="197" y="666"/>
                  </a:cubicBezTo>
                  <a:cubicBezTo>
                    <a:pt x="197" y="666"/>
                    <a:pt x="197" y="695"/>
                    <a:pt x="210" y="712"/>
                  </a:cubicBezTo>
                  <a:cubicBezTo>
                    <a:pt x="222" y="730"/>
                    <a:pt x="243" y="760"/>
                    <a:pt x="247" y="807"/>
                  </a:cubicBezTo>
                  <a:cubicBezTo>
                    <a:pt x="250" y="854"/>
                    <a:pt x="261" y="895"/>
                    <a:pt x="275" y="907"/>
                  </a:cubicBezTo>
                  <a:cubicBezTo>
                    <a:pt x="289" y="918"/>
                    <a:pt x="303" y="917"/>
                    <a:pt x="303" y="936"/>
                  </a:cubicBezTo>
                  <a:cubicBezTo>
                    <a:pt x="303" y="956"/>
                    <a:pt x="299" y="978"/>
                    <a:pt x="299" y="988"/>
                  </a:cubicBezTo>
                  <a:cubicBezTo>
                    <a:pt x="299" y="997"/>
                    <a:pt x="299" y="1011"/>
                    <a:pt x="299" y="1011"/>
                  </a:cubicBezTo>
                  <a:cubicBezTo>
                    <a:pt x="293" y="1012"/>
                    <a:pt x="293" y="1012"/>
                    <a:pt x="293" y="1012"/>
                  </a:cubicBezTo>
                  <a:cubicBezTo>
                    <a:pt x="293" y="1012"/>
                    <a:pt x="295" y="1001"/>
                    <a:pt x="293" y="988"/>
                  </a:cubicBezTo>
                  <a:cubicBezTo>
                    <a:pt x="292" y="976"/>
                    <a:pt x="288" y="959"/>
                    <a:pt x="280" y="964"/>
                  </a:cubicBezTo>
                  <a:cubicBezTo>
                    <a:pt x="272" y="969"/>
                    <a:pt x="259" y="993"/>
                    <a:pt x="253" y="1004"/>
                  </a:cubicBezTo>
                  <a:cubicBezTo>
                    <a:pt x="247" y="1015"/>
                    <a:pt x="235" y="1026"/>
                    <a:pt x="211" y="1019"/>
                  </a:cubicBezTo>
                  <a:cubicBezTo>
                    <a:pt x="188" y="1012"/>
                    <a:pt x="179" y="997"/>
                    <a:pt x="192" y="993"/>
                  </a:cubicBezTo>
                  <a:cubicBezTo>
                    <a:pt x="205" y="989"/>
                    <a:pt x="220" y="995"/>
                    <a:pt x="223" y="982"/>
                  </a:cubicBezTo>
                  <a:cubicBezTo>
                    <a:pt x="226" y="968"/>
                    <a:pt x="232" y="934"/>
                    <a:pt x="226" y="916"/>
                  </a:cubicBezTo>
                  <a:cubicBezTo>
                    <a:pt x="221" y="898"/>
                    <a:pt x="203" y="842"/>
                    <a:pt x="195" y="822"/>
                  </a:cubicBezTo>
                  <a:cubicBezTo>
                    <a:pt x="188" y="801"/>
                    <a:pt x="177" y="776"/>
                    <a:pt x="177" y="776"/>
                  </a:cubicBezTo>
                  <a:cubicBezTo>
                    <a:pt x="177" y="776"/>
                    <a:pt x="178" y="809"/>
                    <a:pt x="171" y="825"/>
                  </a:cubicBezTo>
                  <a:cubicBezTo>
                    <a:pt x="165" y="840"/>
                    <a:pt x="141" y="900"/>
                    <a:pt x="137" y="913"/>
                  </a:cubicBezTo>
                  <a:cubicBezTo>
                    <a:pt x="133" y="926"/>
                    <a:pt x="141" y="934"/>
                    <a:pt x="147" y="941"/>
                  </a:cubicBezTo>
                  <a:cubicBezTo>
                    <a:pt x="154" y="947"/>
                    <a:pt x="150" y="964"/>
                    <a:pt x="145" y="976"/>
                  </a:cubicBezTo>
                  <a:cubicBezTo>
                    <a:pt x="140" y="989"/>
                    <a:pt x="138" y="1005"/>
                    <a:pt x="138" y="1011"/>
                  </a:cubicBezTo>
                  <a:cubicBezTo>
                    <a:pt x="138" y="1018"/>
                    <a:pt x="138" y="1032"/>
                    <a:pt x="138" y="1032"/>
                  </a:cubicBezTo>
                  <a:cubicBezTo>
                    <a:pt x="128" y="1032"/>
                    <a:pt x="128" y="1032"/>
                    <a:pt x="128" y="1032"/>
                  </a:cubicBezTo>
                  <a:cubicBezTo>
                    <a:pt x="128" y="1032"/>
                    <a:pt x="131" y="1017"/>
                    <a:pt x="131" y="1004"/>
                  </a:cubicBezTo>
                  <a:cubicBezTo>
                    <a:pt x="131" y="991"/>
                    <a:pt x="133" y="982"/>
                    <a:pt x="129" y="980"/>
                  </a:cubicBezTo>
                  <a:cubicBezTo>
                    <a:pt x="124" y="978"/>
                    <a:pt x="104" y="996"/>
                    <a:pt x="96" y="1008"/>
                  </a:cubicBezTo>
                  <a:cubicBezTo>
                    <a:pt x="88" y="1021"/>
                    <a:pt x="86" y="1039"/>
                    <a:pt x="60" y="1032"/>
                  </a:cubicBezTo>
                  <a:cubicBezTo>
                    <a:pt x="33" y="1026"/>
                    <a:pt x="15" y="1011"/>
                    <a:pt x="22" y="1003"/>
                  </a:cubicBezTo>
                  <a:cubicBezTo>
                    <a:pt x="28" y="995"/>
                    <a:pt x="42" y="1002"/>
                    <a:pt x="50" y="997"/>
                  </a:cubicBezTo>
                  <a:cubicBezTo>
                    <a:pt x="58" y="993"/>
                    <a:pt x="74" y="953"/>
                    <a:pt x="83" y="929"/>
                  </a:cubicBezTo>
                  <a:cubicBezTo>
                    <a:pt x="93" y="906"/>
                    <a:pt x="104" y="857"/>
                    <a:pt x="107" y="827"/>
                  </a:cubicBezTo>
                  <a:cubicBezTo>
                    <a:pt x="110" y="798"/>
                    <a:pt x="115" y="776"/>
                    <a:pt x="115" y="766"/>
                  </a:cubicBezTo>
                  <a:cubicBezTo>
                    <a:pt x="116" y="757"/>
                    <a:pt x="116" y="739"/>
                    <a:pt x="116" y="739"/>
                  </a:cubicBezTo>
                  <a:cubicBezTo>
                    <a:pt x="116" y="739"/>
                    <a:pt x="107" y="705"/>
                    <a:pt x="104" y="691"/>
                  </a:cubicBezTo>
                  <a:cubicBezTo>
                    <a:pt x="101" y="677"/>
                    <a:pt x="101" y="667"/>
                    <a:pt x="101" y="667"/>
                  </a:cubicBezTo>
                  <a:cubicBezTo>
                    <a:pt x="101" y="667"/>
                    <a:pt x="86" y="670"/>
                    <a:pt x="86" y="660"/>
                  </a:cubicBezTo>
                  <a:cubicBezTo>
                    <a:pt x="86" y="650"/>
                    <a:pt x="91" y="609"/>
                    <a:pt x="89" y="590"/>
                  </a:cubicBezTo>
                  <a:cubicBezTo>
                    <a:pt x="88" y="571"/>
                    <a:pt x="81" y="572"/>
                    <a:pt x="81" y="572"/>
                  </a:cubicBezTo>
                  <a:cubicBezTo>
                    <a:pt x="81" y="572"/>
                    <a:pt x="80" y="582"/>
                    <a:pt x="80" y="591"/>
                  </a:cubicBezTo>
                  <a:cubicBezTo>
                    <a:pt x="80" y="599"/>
                    <a:pt x="74" y="597"/>
                    <a:pt x="71" y="591"/>
                  </a:cubicBezTo>
                  <a:cubicBezTo>
                    <a:pt x="69" y="585"/>
                    <a:pt x="61" y="591"/>
                    <a:pt x="61" y="585"/>
                  </a:cubicBezTo>
                  <a:cubicBezTo>
                    <a:pt x="61" y="579"/>
                    <a:pt x="57" y="566"/>
                    <a:pt x="59" y="556"/>
                  </a:cubicBezTo>
                  <a:cubicBezTo>
                    <a:pt x="60" y="547"/>
                    <a:pt x="67" y="529"/>
                    <a:pt x="67" y="529"/>
                  </a:cubicBezTo>
                  <a:cubicBezTo>
                    <a:pt x="0" y="527"/>
                    <a:pt x="0" y="527"/>
                    <a:pt x="0" y="527"/>
                  </a:cubicBezTo>
                  <a:cubicBezTo>
                    <a:pt x="9" y="391"/>
                    <a:pt x="9" y="391"/>
                    <a:pt x="9" y="391"/>
                  </a:cubicBezTo>
                  <a:cubicBezTo>
                    <a:pt x="71" y="391"/>
                    <a:pt x="71" y="391"/>
                    <a:pt x="71" y="391"/>
                  </a:cubicBezTo>
                  <a:cubicBezTo>
                    <a:pt x="71" y="391"/>
                    <a:pt x="75" y="349"/>
                    <a:pt x="75" y="328"/>
                  </a:cubicBezTo>
                  <a:cubicBezTo>
                    <a:pt x="75" y="308"/>
                    <a:pt x="72" y="280"/>
                    <a:pt x="86" y="257"/>
                  </a:cubicBezTo>
                  <a:cubicBezTo>
                    <a:pt x="100" y="234"/>
                    <a:pt x="118" y="215"/>
                    <a:pt x="130" y="201"/>
                  </a:cubicBezTo>
                  <a:cubicBezTo>
                    <a:pt x="141" y="186"/>
                    <a:pt x="143" y="185"/>
                    <a:pt x="140" y="172"/>
                  </a:cubicBezTo>
                  <a:cubicBezTo>
                    <a:pt x="136" y="159"/>
                    <a:pt x="136" y="142"/>
                    <a:pt x="128" y="143"/>
                  </a:cubicBezTo>
                  <a:cubicBezTo>
                    <a:pt x="120" y="144"/>
                    <a:pt x="113" y="143"/>
                    <a:pt x="108" y="132"/>
                  </a:cubicBezTo>
                  <a:cubicBezTo>
                    <a:pt x="104" y="122"/>
                    <a:pt x="94" y="102"/>
                    <a:pt x="94" y="88"/>
                  </a:cubicBezTo>
                  <a:cubicBezTo>
                    <a:pt x="93" y="74"/>
                    <a:pt x="96" y="72"/>
                    <a:pt x="94" y="67"/>
                  </a:cubicBezTo>
                  <a:cubicBezTo>
                    <a:pt x="92" y="63"/>
                    <a:pt x="95" y="49"/>
                    <a:pt x="95" y="38"/>
                  </a:cubicBezTo>
                  <a:cubicBezTo>
                    <a:pt x="96" y="27"/>
                    <a:pt x="110" y="0"/>
                    <a:pt x="137" y="0"/>
                  </a:cubicBezTo>
                  <a:close/>
                </a:path>
              </a:pathLst>
            </a:custGeom>
            <a:solidFill>
              <a:srgbClr val="19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0" name="Freeform 698"/>
            <p:cNvSpPr>
              <a:spLocks/>
            </p:cNvSpPr>
            <p:nvPr/>
          </p:nvSpPr>
          <p:spPr bwMode="auto">
            <a:xfrm>
              <a:off x="2844" y="618"/>
              <a:ext cx="120" cy="99"/>
            </a:xfrm>
            <a:custGeom>
              <a:avLst/>
              <a:gdLst>
                <a:gd name="T0" fmla="*/ 59 w 63"/>
                <a:gd name="T1" fmla="*/ 0 h 52"/>
                <a:gd name="T2" fmla="*/ 63 w 63"/>
                <a:gd name="T3" fmla="*/ 11 h 52"/>
                <a:gd name="T4" fmla="*/ 0 w 63"/>
                <a:gd name="T5" fmla="*/ 52 h 52"/>
                <a:gd name="T6" fmla="*/ 4 w 63"/>
                <a:gd name="T7" fmla="*/ 25 h 52"/>
                <a:gd name="T8" fmla="*/ 34 w 63"/>
                <a:gd name="T9" fmla="*/ 5 h 52"/>
                <a:gd name="T10" fmla="*/ 59 w 63"/>
                <a:gd name="T11" fmla="*/ 0 h 52"/>
              </a:gdLst>
              <a:ahLst/>
              <a:cxnLst>
                <a:cxn ang="0">
                  <a:pos x="T0" y="T1"/>
                </a:cxn>
                <a:cxn ang="0">
                  <a:pos x="T2" y="T3"/>
                </a:cxn>
                <a:cxn ang="0">
                  <a:pos x="T4" y="T5"/>
                </a:cxn>
                <a:cxn ang="0">
                  <a:pos x="T6" y="T7"/>
                </a:cxn>
                <a:cxn ang="0">
                  <a:pos x="T8" y="T9"/>
                </a:cxn>
                <a:cxn ang="0">
                  <a:pos x="T10" y="T11"/>
                </a:cxn>
              </a:cxnLst>
              <a:rect l="0" t="0" r="r" b="b"/>
              <a:pathLst>
                <a:path w="63" h="52">
                  <a:moveTo>
                    <a:pt x="59" y="0"/>
                  </a:moveTo>
                  <a:cubicBezTo>
                    <a:pt x="60" y="4"/>
                    <a:pt x="62" y="7"/>
                    <a:pt x="63" y="11"/>
                  </a:cubicBezTo>
                  <a:cubicBezTo>
                    <a:pt x="31" y="9"/>
                    <a:pt x="13" y="33"/>
                    <a:pt x="0" y="52"/>
                  </a:cubicBezTo>
                  <a:cubicBezTo>
                    <a:pt x="5" y="44"/>
                    <a:pt x="4" y="31"/>
                    <a:pt x="4" y="25"/>
                  </a:cubicBezTo>
                  <a:cubicBezTo>
                    <a:pt x="11" y="17"/>
                    <a:pt x="23" y="9"/>
                    <a:pt x="34" y="5"/>
                  </a:cubicBezTo>
                  <a:cubicBezTo>
                    <a:pt x="42" y="2"/>
                    <a:pt x="53" y="0"/>
                    <a:pt x="5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1" name="Freeform 699"/>
            <p:cNvSpPr>
              <a:spLocks/>
            </p:cNvSpPr>
            <p:nvPr/>
          </p:nvSpPr>
          <p:spPr bwMode="auto">
            <a:xfrm>
              <a:off x="604" y="333"/>
              <a:ext cx="654" cy="2063"/>
            </a:xfrm>
            <a:custGeom>
              <a:avLst/>
              <a:gdLst>
                <a:gd name="T0" fmla="*/ 230 w 342"/>
                <a:gd name="T1" fmla="*/ 37 h 1078"/>
                <a:gd name="T2" fmla="*/ 223 w 342"/>
                <a:gd name="T3" fmla="*/ 116 h 1078"/>
                <a:gd name="T4" fmla="*/ 203 w 342"/>
                <a:gd name="T5" fmla="*/ 159 h 1078"/>
                <a:gd name="T6" fmla="*/ 238 w 342"/>
                <a:gd name="T7" fmla="*/ 185 h 1078"/>
                <a:gd name="T8" fmla="*/ 304 w 342"/>
                <a:gd name="T9" fmla="*/ 272 h 1078"/>
                <a:gd name="T10" fmla="*/ 329 w 342"/>
                <a:gd name="T11" fmla="*/ 358 h 1078"/>
                <a:gd name="T12" fmla="*/ 278 w 342"/>
                <a:gd name="T13" fmla="*/ 377 h 1078"/>
                <a:gd name="T14" fmla="*/ 278 w 342"/>
                <a:gd name="T15" fmla="*/ 450 h 1078"/>
                <a:gd name="T16" fmla="*/ 286 w 342"/>
                <a:gd name="T17" fmla="*/ 572 h 1078"/>
                <a:gd name="T18" fmla="*/ 269 w 342"/>
                <a:gd name="T19" fmla="*/ 671 h 1078"/>
                <a:gd name="T20" fmla="*/ 233 w 342"/>
                <a:gd name="T21" fmla="*/ 921 h 1078"/>
                <a:gd name="T22" fmla="*/ 256 w 342"/>
                <a:gd name="T23" fmla="*/ 982 h 1078"/>
                <a:gd name="T24" fmla="*/ 284 w 342"/>
                <a:gd name="T25" fmla="*/ 1008 h 1078"/>
                <a:gd name="T26" fmla="*/ 257 w 342"/>
                <a:gd name="T27" fmla="*/ 1028 h 1078"/>
                <a:gd name="T28" fmla="*/ 212 w 342"/>
                <a:gd name="T29" fmla="*/ 1021 h 1078"/>
                <a:gd name="T30" fmla="*/ 158 w 342"/>
                <a:gd name="T31" fmla="*/ 1010 h 1078"/>
                <a:gd name="T32" fmla="*/ 162 w 342"/>
                <a:gd name="T33" fmla="*/ 952 h 1078"/>
                <a:gd name="T34" fmla="*/ 157 w 342"/>
                <a:gd name="T35" fmla="*/ 746 h 1078"/>
                <a:gd name="T36" fmla="*/ 74 w 342"/>
                <a:gd name="T37" fmla="*/ 1019 h 1078"/>
                <a:gd name="T38" fmla="*/ 88 w 342"/>
                <a:gd name="T39" fmla="*/ 1057 h 1078"/>
                <a:gd name="T40" fmla="*/ 24 w 342"/>
                <a:gd name="T41" fmla="*/ 1063 h 1078"/>
                <a:gd name="T42" fmla="*/ 2 w 342"/>
                <a:gd name="T43" fmla="*/ 1025 h 1078"/>
                <a:gd name="T44" fmla="*/ 6 w 342"/>
                <a:gd name="T45" fmla="*/ 980 h 1078"/>
                <a:gd name="T46" fmla="*/ 71 w 342"/>
                <a:gd name="T47" fmla="*/ 568 h 1078"/>
                <a:gd name="T48" fmla="*/ 70 w 342"/>
                <a:gd name="T49" fmla="*/ 492 h 1078"/>
                <a:gd name="T50" fmla="*/ 80 w 342"/>
                <a:gd name="T51" fmla="*/ 408 h 1078"/>
                <a:gd name="T52" fmla="*/ 56 w 342"/>
                <a:gd name="T53" fmla="*/ 284 h 1078"/>
                <a:gd name="T54" fmla="*/ 89 w 342"/>
                <a:gd name="T55" fmla="*/ 178 h 1078"/>
                <a:gd name="T56" fmla="*/ 134 w 342"/>
                <a:gd name="T57" fmla="*/ 138 h 1078"/>
                <a:gd name="T58" fmla="*/ 137 w 342"/>
                <a:gd name="T59" fmla="*/ 122 h 1078"/>
                <a:gd name="T60" fmla="*/ 126 w 342"/>
                <a:gd name="T61" fmla="*/ 88 h 1078"/>
                <a:gd name="T62" fmla="*/ 142 w 342"/>
                <a:gd name="T63" fmla="*/ 22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2" h="1078">
                  <a:moveTo>
                    <a:pt x="206" y="13"/>
                  </a:moveTo>
                  <a:cubicBezTo>
                    <a:pt x="214" y="14"/>
                    <a:pt x="223" y="19"/>
                    <a:pt x="230" y="37"/>
                  </a:cubicBezTo>
                  <a:cubicBezTo>
                    <a:pt x="236" y="55"/>
                    <a:pt x="237" y="68"/>
                    <a:pt x="231" y="81"/>
                  </a:cubicBezTo>
                  <a:cubicBezTo>
                    <a:pt x="225" y="94"/>
                    <a:pt x="225" y="104"/>
                    <a:pt x="223" y="116"/>
                  </a:cubicBezTo>
                  <a:cubicBezTo>
                    <a:pt x="220" y="128"/>
                    <a:pt x="212" y="147"/>
                    <a:pt x="206" y="149"/>
                  </a:cubicBezTo>
                  <a:cubicBezTo>
                    <a:pt x="201" y="150"/>
                    <a:pt x="203" y="154"/>
                    <a:pt x="203" y="159"/>
                  </a:cubicBezTo>
                  <a:cubicBezTo>
                    <a:pt x="203" y="165"/>
                    <a:pt x="206" y="172"/>
                    <a:pt x="206" y="172"/>
                  </a:cubicBezTo>
                  <a:cubicBezTo>
                    <a:pt x="206" y="172"/>
                    <a:pt x="222" y="181"/>
                    <a:pt x="238" y="185"/>
                  </a:cubicBezTo>
                  <a:cubicBezTo>
                    <a:pt x="253" y="189"/>
                    <a:pt x="277" y="206"/>
                    <a:pt x="279" y="228"/>
                  </a:cubicBezTo>
                  <a:cubicBezTo>
                    <a:pt x="281" y="250"/>
                    <a:pt x="291" y="260"/>
                    <a:pt x="304" y="272"/>
                  </a:cubicBezTo>
                  <a:cubicBezTo>
                    <a:pt x="317" y="283"/>
                    <a:pt x="331" y="283"/>
                    <a:pt x="335" y="303"/>
                  </a:cubicBezTo>
                  <a:cubicBezTo>
                    <a:pt x="339" y="324"/>
                    <a:pt x="342" y="352"/>
                    <a:pt x="329" y="358"/>
                  </a:cubicBezTo>
                  <a:cubicBezTo>
                    <a:pt x="316" y="364"/>
                    <a:pt x="284" y="361"/>
                    <a:pt x="284" y="361"/>
                  </a:cubicBezTo>
                  <a:cubicBezTo>
                    <a:pt x="284" y="361"/>
                    <a:pt x="283" y="372"/>
                    <a:pt x="278" y="377"/>
                  </a:cubicBezTo>
                  <a:cubicBezTo>
                    <a:pt x="273" y="383"/>
                    <a:pt x="265" y="386"/>
                    <a:pt x="265" y="386"/>
                  </a:cubicBezTo>
                  <a:cubicBezTo>
                    <a:pt x="265" y="386"/>
                    <a:pt x="275" y="424"/>
                    <a:pt x="278" y="450"/>
                  </a:cubicBezTo>
                  <a:cubicBezTo>
                    <a:pt x="280" y="476"/>
                    <a:pt x="284" y="530"/>
                    <a:pt x="286" y="543"/>
                  </a:cubicBezTo>
                  <a:cubicBezTo>
                    <a:pt x="289" y="556"/>
                    <a:pt x="291" y="567"/>
                    <a:pt x="286" y="572"/>
                  </a:cubicBezTo>
                  <a:cubicBezTo>
                    <a:pt x="280" y="576"/>
                    <a:pt x="277" y="577"/>
                    <a:pt x="277" y="577"/>
                  </a:cubicBezTo>
                  <a:cubicBezTo>
                    <a:pt x="277" y="577"/>
                    <a:pt x="275" y="635"/>
                    <a:pt x="269" y="671"/>
                  </a:cubicBezTo>
                  <a:cubicBezTo>
                    <a:pt x="264" y="707"/>
                    <a:pt x="255" y="747"/>
                    <a:pt x="248" y="789"/>
                  </a:cubicBezTo>
                  <a:cubicBezTo>
                    <a:pt x="241" y="831"/>
                    <a:pt x="235" y="900"/>
                    <a:pt x="233" y="921"/>
                  </a:cubicBezTo>
                  <a:cubicBezTo>
                    <a:pt x="230" y="942"/>
                    <a:pt x="229" y="943"/>
                    <a:pt x="233" y="952"/>
                  </a:cubicBezTo>
                  <a:cubicBezTo>
                    <a:pt x="236" y="961"/>
                    <a:pt x="261" y="979"/>
                    <a:pt x="256" y="982"/>
                  </a:cubicBezTo>
                  <a:cubicBezTo>
                    <a:pt x="252" y="985"/>
                    <a:pt x="252" y="985"/>
                    <a:pt x="252" y="985"/>
                  </a:cubicBezTo>
                  <a:cubicBezTo>
                    <a:pt x="252" y="985"/>
                    <a:pt x="269" y="1008"/>
                    <a:pt x="284" y="1008"/>
                  </a:cubicBezTo>
                  <a:cubicBezTo>
                    <a:pt x="299" y="1008"/>
                    <a:pt x="317" y="1013"/>
                    <a:pt x="317" y="1024"/>
                  </a:cubicBezTo>
                  <a:cubicBezTo>
                    <a:pt x="317" y="1035"/>
                    <a:pt x="272" y="1028"/>
                    <a:pt x="257" y="1028"/>
                  </a:cubicBezTo>
                  <a:cubicBezTo>
                    <a:pt x="242" y="1028"/>
                    <a:pt x="226" y="1021"/>
                    <a:pt x="219" y="1017"/>
                  </a:cubicBezTo>
                  <a:cubicBezTo>
                    <a:pt x="211" y="1014"/>
                    <a:pt x="212" y="1021"/>
                    <a:pt x="212" y="1021"/>
                  </a:cubicBezTo>
                  <a:cubicBezTo>
                    <a:pt x="212" y="1021"/>
                    <a:pt x="192" y="1021"/>
                    <a:pt x="178" y="1020"/>
                  </a:cubicBezTo>
                  <a:cubicBezTo>
                    <a:pt x="164" y="1018"/>
                    <a:pt x="158" y="1018"/>
                    <a:pt x="158" y="1010"/>
                  </a:cubicBezTo>
                  <a:cubicBezTo>
                    <a:pt x="158" y="1002"/>
                    <a:pt x="158" y="999"/>
                    <a:pt x="158" y="999"/>
                  </a:cubicBezTo>
                  <a:cubicBezTo>
                    <a:pt x="158" y="999"/>
                    <a:pt x="158" y="977"/>
                    <a:pt x="162" y="952"/>
                  </a:cubicBezTo>
                  <a:cubicBezTo>
                    <a:pt x="165" y="928"/>
                    <a:pt x="163" y="833"/>
                    <a:pt x="162" y="804"/>
                  </a:cubicBezTo>
                  <a:cubicBezTo>
                    <a:pt x="160" y="775"/>
                    <a:pt x="157" y="746"/>
                    <a:pt x="157" y="746"/>
                  </a:cubicBezTo>
                  <a:cubicBezTo>
                    <a:pt x="157" y="746"/>
                    <a:pt x="128" y="846"/>
                    <a:pt x="113" y="901"/>
                  </a:cubicBezTo>
                  <a:cubicBezTo>
                    <a:pt x="97" y="957"/>
                    <a:pt x="78" y="1016"/>
                    <a:pt x="74" y="1019"/>
                  </a:cubicBezTo>
                  <a:cubicBezTo>
                    <a:pt x="70" y="1021"/>
                    <a:pt x="71" y="1025"/>
                    <a:pt x="71" y="1025"/>
                  </a:cubicBezTo>
                  <a:cubicBezTo>
                    <a:pt x="71" y="1025"/>
                    <a:pt x="87" y="1044"/>
                    <a:pt x="88" y="1057"/>
                  </a:cubicBezTo>
                  <a:cubicBezTo>
                    <a:pt x="89" y="1070"/>
                    <a:pt x="92" y="1075"/>
                    <a:pt x="79" y="1077"/>
                  </a:cubicBezTo>
                  <a:cubicBezTo>
                    <a:pt x="66" y="1078"/>
                    <a:pt x="35" y="1070"/>
                    <a:pt x="24" y="1063"/>
                  </a:cubicBezTo>
                  <a:cubicBezTo>
                    <a:pt x="14" y="1055"/>
                    <a:pt x="13" y="1047"/>
                    <a:pt x="8" y="1043"/>
                  </a:cubicBezTo>
                  <a:cubicBezTo>
                    <a:pt x="2" y="1040"/>
                    <a:pt x="0" y="1034"/>
                    <a:pt x="2" y="1025"/>
                  </a:cubicBezTo>
                  <a:cubicBezTo>
                    <a:pt x="5" y="1016"/>
                    <a:pt x="5" y="1014"/>
                    <a:pt x="5" y="1014"/>
                  </a:cubicBezTo>
                  <a:cubicBezTo>
                    <a:pt x="5" y="1014"/>
                    <a:pt x="1" y="1011"/>
                    <a:pt x="6" y="980"/>
                  </a:cubicBezTo>
                  <a:cubicBezTo>
                    <a:pt x="11" y="950"/>
                    <a:pt x="35" y="786"/>
                    <a:pt x="50" y="712"/>
                  </a:cubicBezTo>
                  <a:cubicBezTo>
                    <a:pt x="66" y="639"/>
                    <a:pt x="71" y="577"/>
                    <a:pt x="71" y="568"/>
                  </a:cubicBezTo>
                  <a:cubicBezTo>
                    <a:pt x="71" y="558"/>
                    <a:pt x="68" y="559"/>
                    <a:pt x="62" y="556"/>
                  </a:cubicBezTo>
                  <a:cubicBezTo>
                    <a:pt x="56" y="552"/>
                    <a:pt x="68" y="513"/>
                    <a:pt x="70" y="492"/>
                  </a:cubicBezTo>
                  <a:cubicBezTo>
                    <a:pt x="71" y="471"/>
                    <a:pt x="73" y="456"/>
                    <a:pt x="73" y="442"/>
                  </a:cubicBezTo>
                  <a:cubicBezTo>
                    <a:pt x="72" y="428"/>
                    <a:pt x="78" y="419"/>
                    <a:pt x="80" y="408"/>
                  </a:cubicBezTo>
                  <a:cubicBezTo>
                    <a:pt x="81" y="397"/>
                    <a:pt x="85" y="368"/>
                    <a:pt x="77" y="344"/>
                  </a:cubicBezTo>
                  <a:cubicBezTo>
                    <a:pt x="68" y="319"/>
                    <a:pt x="60" y="289"/>
                    <a:pt x="56" y="284"/>
                  </a:cubicBezTo>
                  <a:cubicBezTo>
                    <a:pt x="52" y="279"/>
                    <a:pt x="56" y="261"/>
                    <a:pt x="58" y="238"/>
                  </a:cubicBezTo>
                  <a:cubicBezTo>
                    <a:pt x="60" y="214"/>
                    <a:pt x="66" y="190"/>
                    <a:pt x="89" y="178"/>
                  </a:cubicBezTo>
                  <a:cubicBezTo>
                    <a:pt x="112" y="165"/>
                    <a:pt x="122" y="162"/>
                    <a:pt x="128" y="152"/>
                  </a:cubicBezTo>
                  <a:cubicBezTo>
                    <a:pt x="135" y="141"/>
                    <a:pt x="131" y="140"/>
                    <a:pt x="134" y="138"/>
                  </a:cubicBezTo>
                  <a:cubicBezTo>
                    <a:pt x="137" y="136"/>
                    <a:pt x="138" y="135"/>
                    <a:pt x="138" y="135"/>
                  </a:cubicBezTo>
                  <a:cubicBezTo>
                    <a:pt x="138" y="135"/>
                    <a:pt x="138" y="126"/>
                    <a:pt x="137" y="122"/>
                  </a:cubicBezTo>
                  <a:cubicBezTo>
                    <a:pt x="136" y="118"/>
                    <a:pt x="132" y="118"/>
                    <a:pt x="131" y="113"/>
                  </a:cubicBezTo>
                  <a:cubicBezTo>
                    <a:pt x="129" y="109"/>
                    <a:pt x="125" y="96"/>
                    <a:pt x="126" y="88"/>
                  </a:cubicBezTo>
                  <a:cubicBezTo>
                    <a:pt x="127" y="80"/>
                    <a:pt x="129" y="79"/>
                    <a:pt x="129" y="79"/>
                  </a:cubicBezTo>
                  <a:cubicBezTo>
                    <a:pt x="129" y="79"/>
                    <a:pt x="125" y="35"/>
                    <a:pt x="142" y="22"/>
                  </a:cubicBezTo>
                  <a:cubicBezTo>
                    <a:pt x="159" y="10"/>
                    <a:pt x="189" y="0"/>
                    <a:pt x="206" y="13"/>
                  </a:cubicBezTo>
                  <a:close/>
                </a:path>
              </a:pathLst>
            </a:custGeom>
            <a:solidFill>
              <a:srgbClr val="19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2" name="Freeform 700"/>
            <p:cNvSpPr>
              <a:spLocks/>
            </p:cNvSpPr>
            <p:nvPr/>
          </p:nvSpPr>
          <p:spPr bwMode="auto">
            <a:xfrm>
              <a:off x="859" y="593"/>
              <a:ext cx="147" cy="126"/>
            </a:xfrm>
            <a:custGeom>
              <a:avLst/>
              <a:gdLst>
                <a:gd name="T0" fmla="*/ 70 w 77"/>
                <a:gd name="T1" fmla="*/ 26 h 66"/>
                <a:gd name="T2" fmla="*/ 73 w 77"/>
                <a:gd name="T3" fmla="*/ 36 h 66"/>
                <a:gd name="T4" fmla="*/ 74 w 77"/>
                <a:gd name="T5" fmla="*/ 37 h 66"/>
                <a:gd name="T6" fmla="*/ 77 w 77"/>
                <a:gd name="T7" fmla="*/ 66 h 66"/>
                <a:gd name="T8" fmla="*/ 74 w 77"/>
                <a:gd name="T9" fmla="*/ 63 h 66"/>
                <a:gd name="T10" fmla="*/ 63 w 77"/>
                <a:gd name="T11" fmla="*/ 48 h 66"/>
                <a:gd name="T12" fmla="*/ 56 w 77"/>
                <a:gd name="T13" fmla="*/ 63 h 66"/>
                <a:gd name="T14" fmla="*/ 0 w 77"/>
                <a:gd name="T15" fmla="*/ 4 h 66"/>
                <a:gd name="T16" fmla="*/ 1 w 77"/>
                <a:gd name="T17" fmla="*/ 2 h 66"/>
                <a:gd name="T18" fmla="*/ 5 w 77"/>
                <a:gd name="T19" fmla="*/ 0 h 66"/>
                <a:gd name="T20" fmla="*/ 27 w 77"/>
                <a:gd name="T21" fmla="*/ 25 h 66"/>
                <a:gd name="T22" fmla="*/ 63 w 77"/>
                <a:gd name="T23" fmla="*/ 45 h 66"/>
                <a:gd name="T24" fmla="*/ 70 w 77"/>
                <a:gd name="T25" fmla="*/ 2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66">
                  <a:moveTo>
                    <a:pt x="70" y="26"/>
                  </a:moveTo>
                  <a:cubicBezTo>
                    <a:pt x="71" y="31"/>
                    <a:pt x="73" y="36"/>
                    <a:pt x="73" y="36"/>
                  </a:cubicBezTo>
                  <a:cubicBezTo>
                    <a:pt x="73" y="36"/>
                    <a:pt x="74" y="37"/>
                    <a:pt x="74" y="37"/>
                  </a:cubicBezTo>
                  <a:cubicBezTo>
                    <a:pt x="74" y="43"/>
                    <a:pt x="76" y="56"/>
                    <a:pt x="77" y="66"/>
                  </a:cubicBezTo>
                  <a:cubicBezTo>
                    <a:pt x="76" y="66"/>
                    <a:pt x="75" y="65"/>
                    <a:pt x="74" y="63"/>
                  </a:cubicBezTo>
                  <a:cubicBezTo>
                    <a:pt x="69" y="52"/>
                    <a:pt x="67" y="46"/>
                    <a:pt x="63" y="48"/>
                  </a:cubicBezTo>
                  <a:cubicBezTo>
                    <a:pt x="61" y="50"/>
                    <a:pt x="58" y="57"/>
                    <a:pt x="56" y="63"/>
                  </a:cubicBezTo>
                  <a:cubicBezTo>
                    <a:pt x="43" y="48"/>
                    <a:pt x="12" y="14"/>
                    <a:pt x="0" y="4"/>
                  </a:cubicBezTo>
                  <a:cubicBezTo>
                    <a:pt x="0" y="3"/>
                    <a:pt x="0" y="3"/>
                    <a:pt x="1" y="2"/>
                  </a:cubicBezTo>
                  <a:cubicBezTo>
                    <a:pt x="3" y="1"/>
                    <a:pt x="4" y="0"/>
                    <a:pt x="5" y="0"/>
                  </a:cubicBezTo>
                  <a:cubicBezTo>
                    <a:pt x="8" y="6"/>
                    <a:pt x="17" y="19"/>
                    <a:pt x="27" y="25"/>
                  </a:cubicBezTo>
                  <a:cubicBezTo>
                    <a:pt x="38" y="31"/>
                    <a:pt x="63" y="45"/>
                    <a:pt x="63" y="45"/>
                  </a:cubicBezTo>
                  <a:cubicBezTo>
                    <a:pt x="63" y="45"/>
                    <a:pt x="68" y="33"/>
                    <a:pt x="70"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3" name="Freeform 701"/>
            <p:cNvSpPr>
              <a:spLocks/>
            </p:cNvSpPr>
            <p:nvPr/>
          </p:nvSpPr>
          <p:spPr bwMode="auto">
            <a:xfrm>
              <a:off x="1029" y="882"/>
              <a:ext cx="74" cy="105"/>
            </a:xfrm>
            <a:custGeom>
              <a:avLst/>
              <a:gdLst>
                <a:gd name="T0" fmla="*/ 7 w 39"/>
                <a:gd name="T1" fmla="*/ 43 h 55"/>
                <a:gd name="T2" fmla="*/ 21 w 39"/>
                <a:gd name="T3" fmla="*/ 27 h 55"/>
                <a:gd name="T4" fmla="*/ 5 w 39"/>
                <a:gd name="T5" fmla="*/ 8 h 55"/>
                <a:gd name="T6" fmla="*/ 19 w 39"/>
                <a:gd name="T7" fmla="*/ 8 h 55"/>
                <a:gd name="T8" fmla="*/ 39 w 39"/>
                <a:gd name="T9" fmla="*/ 55 h 55"/>
                <a:gd name="T10" fmla="*/ 7 w 39"/>
                <a:gd name="T11" fmla="*/ 43 h 55"/>
              </a:gdLst>
              <a:ahLst/>
              <a:cxnLst>
                <a:cxn ang="0">
                  <a:pos x="T0" y="T1"/>
                </a:cxn>
                <a:cxn ang="0">
                  <a:pos x="T2" y="T3"/>
                </a:cxn>
                <a:cxn ang="0">
                  <a:pos x="T4" y="T5"/>
                </a:cxn>
                <a:cxn ang="0">
                  <a:pos x="T6" y="T7"/>
                </a:cxn>
                <a:cxn ang="0">
                  <a:pos x="T8" y="T9"/>
                </a:cxn>
                <a:cxn ang="0">
                  <a:pos x="T10" y="T11"/>
                </a:cxn>
              </a:cxnLst>
              <a:rect l="0" t="0" r="r" b="b"/>
              <a:pathLst>
                <a:path w="39" h="55">
                  <a:moveTo>
                    <a:pt x="7" y="43"/>
                  </a:moveTo>
                  <a:cubicBezTo>
                    <a:pt x="7" y="43"/>
                    <a:pt x="21" y="38"/>
                    <a:pt x="21" y="27"/>
                  </a:cubicBezTo>
                  <a:cubicBezTo>
                    <a:pt x="21" y="16"/>
                    <a:pt x="11" y="8"/>
                    <a:pt x="5" y="8"/>
                  </a:cubicBezTo>
                  <a:cubicBezTo>
                    <a:pt x="0" y="7"/>
                    <a:pt x="8" y="0"/>
                    <a:pt x="19" y="8"/>
                  </a:cubicBezTo>
                  <a:cubicBezTo>
                    <a:pt x="30" y="17"/>
                    <a:pt x="39" y="55"/>
                    <a:pt x="39" y="55"/>
                  </a:cubicBezTo>
                  <a:cubicBezTo>
                    <a:pt x="39" y="55"/>
                    <a:pt x="16" y="47"/>
                    <a:pt x="7"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4" name="Freeform 702"/>
            <p:cNvSpPr>
              <a:spLocks/>
            </p:cNvSpPr>
            <p:nvPr/>
          </p:nvSpPr>
          <p:spPr bwMode="auto">
            <a:xfrm>
              <a:off x="1098" y="1001"/>
              <a:ext cx="17" cy="80"/>
            </a:xfrm>
            <a:custGeom>
              <a:avLst/>
              <a:gdLst>
                <a:gd name="T0" fmla="*/ 3 w 9"/>
                <a:gd name="T1" fmla="*/ 0 h 42"/>
                <a:gd name="T2" fmla="*/ 9 w 9"/>
                <a:gd name="T3" fmla="*/ 35 h 42"/>
                <a:gd name="T4" fmla="*/ 0 w 9"/>
                <a:gd name="T5" fmla="*/ 42 h 42"/>
                <a:gd name="T6" fmla="*/ 3 w 9"/>
                <a:gd name="T7" fmla="*/ 0 h 42"/>
              </a:gdLst>
              <a:ahLst/>
              <a:cxnLst>
                <a:cxn ang="0">
                  <a:pos x="T0" y="T1"/>
                </a:cxn>
                <a:cxn ang="0">
                  <a:pos x="T2" y="T3"/>
                </a:cxn>
                <a:cxn ang="0">
                  <a:pos x="T4" y="T5"/>
                </a:cxn>
                <a:cxn ang="0">
                  <a:pos x="T6" y="T7"/>
                </a:cxn>
              </a:cxnLst>
              <a:rect l="0" t="0" r="r" b="b"/>
              <a:pathLst>
                <a:path w="9" h="42">
                  <a:moveTo>
                    <a:pt x="3" y="0"/>
                  </a:moveTo>
                  <a:cubicBezTo>
                    <a:pt x="9" y="35"/>
                    <a:pt x="9" y="35"/>
                    <a:pt x="9" y="35"/>
                  </a:cubicBezTo>
                  <a:cubicBezTo>
                    <a:pt x="0" y="42"/>
                    <a:pt x="0" y="42"/>
                    <a:pt x="0" y="42"/>
                  </a:cubicBezTo>
                  <a:cubicBezTo>
                    <a:pt x="0" y="42"/>
                    <a:pt x="2" y="12"/>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5" name="Freeform 703"/>
            <p:cNvSpPr>
              <a:spLocks noEditPoints="1"/>
            </p:cNvSpPr>
            <p:nvPr/>
          </p:nvSpPr>
          <p:spPr bwMode="auto">
            <a:xfrm>
              <a:off x="4962" y="363"/>
              <a:ext cx="488" cy="1980"/>
            </a:xfrm>
            <a:custGeom>
              <a:avLst/>
              <a:gdLst>
                <a:gd name="T0" fmla="*/ 122 w 255"/>
                <a:gd name="T1" fmla="*/ 0 h 1034"/>
                <a:gd name="T2" fmla="*/ 168 w 255"/>
                <a:gd name="T3" fmla="*/ 41 h 1034"/>
                <a:gd name="T4" fmla="*/ 176 w 255"/>
                <a:gd name="T5" fmla="*/ 71 h 1034"/>
                <a:gd name="T6" fmla="*/ 183 w 255"/>
                <a:gd name="T7" fmla="*/ 112 h 1034"/>
                <a:gd name="T8" fmla="*/ 196 w 255"/>
                <a:gd name="T9" fmla="*/ 152 h 1034"/>
                <a:gd name="T10" fmla="*/ 203 w 255"/>
                <a:gd name="T11" fmla="*/ 172 h 1034"/>
                <a:gd name="T12" fmla="*/ 240 w 255"/>
                <a:gd name="T13" fmla="*/ 194 h 1034"/>
                <a:gd name="T14" fmla="*/ 252 w 255"/>
                <a:gd name="T15" fmla="*/ 271 h 1034"/>
                <a:gd name="T16" fmla="*/ 245 w 255"/>
                <a:gd name="T17" fmla="*/ 338 h 1034"/>
                <a:gd name="T18" fmla="*/ 219 w 255"/>
                <a:gd name="T19" fmla="*/ 357 h 1034"/>
                <a:gd name="T20" fmla="*/ 226 w 255"/>
                <a:gd name="T21" fmla="*/ 424 h 1034"/>
                <a:gd name="T22" fmla="*/ 235 w 255"/>
                <a:gd name="T23" fmla="*/ 473 h 1034"/>
                <a:gd name="T24" fmla="*/ 222 w 255"/>
                <a:gd name="T25" fmla="*/ 475 h 1034"/>
                <a:gd name="T26" fmla="*/ 216 w 255"/>
                <a:gd name="T27" fmla="*/ 541 h 1034"/>
                <a:gd name="T28" fmla="*/ 196 w 255"/>
                <a:gd name="T29" fmla="*/ 650 h 1034"/>
                <a:gd name="T30" fmla="*/ 189 w 255"/>
                <a:gd name="T31" fmla="*/ 664 h 1034"/>
                <a:gd name="T32" fmla="*/ 179 w 255"/>
                <a:gd name="T33" fmla="*/ 664 h 1034"/>
                <a:gd name="T34" fmla="*/ 177 w 255"/>
                <a:gd name="T35" fmla="*/ 697 h 1034"/>
                <a:gd name="T36" fmla="*/ 170 w 255"/>
                <a:gd name="T37" fmla="*/ 765 h 1034"/>
                <a:gd name="T38" fmla="*/ 141 w 255"/>
                <a:gd name="T39" fmla="*/ 872 h 1034"/>
                <a:gd name="T40" fmla="*/ 161 w 255"/>
                <a:gd name="T41" fmla="*/ 933 h 1034"/>
                <a:gd name="T42" fmla="*/ 179 w 255"/>
                <a:gd name="T43" fmla="*/ 973 h 1034"/>
                <a:gd name="T44" fmla="*/ 152 w 255"/>
                <a:gd name="T45" fmla="*/ 975 h 1034"/>
                <a:gd name="T46" fmla="*/ 139 w 255"/>
                <a:gd name="T47" fmla="*/ 966 h 1034"/>
                <a:gd name="T48" fmla="*/ 143 w 255"/>
                <a:gd name="T49" fmla="*/ 986 h 1034"/>
                <a:gd name="T50" fmla="*/ 128 w 255"/>
                <a:gd name="T51" fmla="*/ 1034 h 1034"/>
                <a:gd name="T52" fmla="*/ 122 w 255"/>
                <a:gd name="T53" fmla="*/ 1033 h 1034"/>
                <a:gd name="T54" fmla="*/ 122 w 255"/>
                <a:gd name="T55" fmla="*/ 726 h 1034"/>
                <a:gd name="T56" fmla="*/ 125 w 255"/>
                <a:gd name="T57" fmla="*/ 709 h 1034"/>
                <a:gd name="T58" fmla="*/ 125 w 255"/>
                <a:gd name="T59" fmla="*/ 662 h 1034"/>
                <a:gd name="T60" fmla="*/ 122 w 255"/>
                <a:gd name="T61" fmla="*/ 680 h 1034"/>
                <a:gd name="T62" fmla="*/ 122 w 255"/>
                <a:gd name="T63" fmla="*/ 0 h 1034"/>
                <a:gd name="T64" fmla="*/ 121 w 255"/>
                <a:gd name="T65" fmla="*/ 0 h 1034"/>
                <a:gd name="T66" fmla="*/ 122 w 255"/>
                <a:gd name="T67" fmla="*/ 0 h 1034"/>
                <a:gd name="T68" fmla="*/ 122 w 255"/>
                <a:gd name="T69" fmla="*/ 680 h 1034"/>
                <a:gd name="T70" fmla="*/ 119 w 255"/>
                <a:gd name="T71" fmla="*/ 698 h 1034"/>
                <a:gd name="T72" fmla="*/ 120 w 255"/>
                <a:gd name="T73" fmla="*/ 721 h 1034"/>
                <a:gd name="T74" fmla="*/ 121 w 255"/>
                <a:gd name="T75" fmla="*/ 737 h 1034"/>
                <a:gd name="T76" fmla="*/ 122 w 255"/>
                <a:gd name="T77" fmla="*/ 726 h 1034"/>
                <a:gd name="T78" fmla="*/ 122 w 255"/>
                <a:gd name="T79" fmla="*/ 1033 h 1034"/>
                <a:gd name="T80" fmla="*/ 101 w 255"/>
                <a:gd name="T81" fmla="*/ 992 h 1034"/>
                <a:gd name="T82" fmla="*/ 100 w 255"/>
                <a:gd name="T83" fmla="*/ 948 h 1034"/>
                <a:gd name="T84" fmla="*/ 92 w 255"/>
                <a:gd name="T85" fmla="*/ 901 h 1034"/>
                <a:gd name="T86" fmla="*/ 59 w 255"/>
                <a:gd name="T87" fmla="*/ 756 h 1034"/>
                <a:gd name="T88" fmla="*/ 61 w 255"/>
                <a:gd name="T89" fmla="*/ 692 h 1034"/>
                <a:gd name="T90" fmla="*/ 57 w 255"/>
                <a:gd name="T91" fmla="*/ 661 h 1034"/>
                <a:gd name="T92" fmla="*/ 39 w 255"/>
                <a:gd name="T93" fmla="*/ 645 h 1034"/>
                <a:gd name="T94" fmla="*/ 34 w 255"/>
                <a:gd name="T95" fmla="*/ 530 h 1034"/>
                <a:gd name="T96" fmla="*/ 35 w 255"/>
                <a:gd name="T97" fmla="*/ 468 h 1034"/>
                <a:gd name="T98" fmla="*/ 13 w 255"/>
                <a:gd name="T99" fmla="*/ 464 h 1034"/>
                <a:gd name="T100" fmla="*/ 31 w 255"/>
                <a:gd name="T101" fmla="*/ 411 h 1034"/>
                <a:gd name="T102" fmla="*/ 34 w 255"/>
                <a:gd name="T103" fmla="*/ 372 h 1034"/>
                <a:gd name="T104" fmla="*/ 2 w 255"/>
                <a:gd name="T105" fmla="*/ 344 h 1034"/>
                <a:gd name="T106" fmla="*/ 2 w 255"/>
                <a:gd name="T107" fmla="*/ 266 h 1034"/>
                <a:gd name="T108" fmla="*/ 8 w 255"/>
                <a:gd name="T109" fmla="*/ 232 h 1034"/>
                <a:gd name="T110" fmla="*/ 31 w 255"/>
                <a:gd name="T111" fmla="*/ 175 h 1034"/>
                <a:gd name="T112" fmla="*/ 55 w 255"/>
                <a:gd name="T113" fmla="*/ 166 h 1034"/>
                <a:gd name="T114" fmla="*/ 57 w 255"/>
                <a:gd name="T115" fmla="*/ 143 h 1034"/>
                <a:gd name="T116" fmla="*/ 71 w 255"/>
                <a:gd name="T117" fmla="*/ 115 h 1034"/>
                <a:gd name="T118" fmla="*/ 73 w 255"/>
                <a:gd name="T119" fmla="*/ 73 h 1034"/>
                <a:gd name="T120" fmla="*/ 121 w 255"/>
                <a:gd name="T121" fmla="*/ 0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5" h="1034">
                  <a:moveTo>
                    <a:pt x="122" y="0"/>
                  </a:moveTo>
                  <a:cubicBezTo>
                    <a:pt x="145" y="0"/>
                    <a:pt x="164" y="21"/>
                    <a:pt x="168" y="41"/>
                  </a:cubicBezTo>
                  <a:cubicBezTo>
                    <a:pt x="173" y="61"/>
                    <a:pt x="176" y="60"/>
                    <a:pt x="176" y="71"/>
                  </a:cubicBezTo>
                  <a:cubicBezTo>
                    <a:pt x="176" y="82"/>
                    <a:pt x="181" y="94"/>
                    <a:pt x="183" y="112"/>
                  </a:cubicBezTo>
                  <a:cubicBezTo>
                    <a:pt x="185" y="129"/>
                    <a:pt x="187" y="141"/>
                    <a:pt x="196" y="152"/>
                  </a:cubicBezTo>
                  <a:cubicBezTo>
                    <a:pt x="205" y="162"/>
                    <a:pt x="203" y="172"/>
                    <a:pt x="203" y="172"/>
                  </a:cubicBezTo>
                  <a:cubicBezTo>
                    <a:pt x="203" y="172"/>
                    <a:pt x="233" y="174"/>
                    <a:pt x="240" y="194"/>
                  </a:cubicBezTo>
                  <a:cubicBezTo>
                    <a:pt x="248" y="214"/>
                    <a:pt x="249" y="248"/>
                    <a:pt x="252" y="271"/>
                  </a:cubicBezTo>
                  <a:cubicBezTo>
                    <a:pt x="255" y="294"/>
                    <a:pt x="253" y="321"/>
                    <a:pt x="245" y="338"/>
                  </a:cubicBezTo>
                  <a:cubicBezTo>
                    <a:pt x="236" y="355"/>
                    <a:pt x="219" y="357"/>
                    <a:pt x="219" y="357"/>
                  </a:cubicBezTo>
                  <a:cubicBezTo>
                    <a:pt x="219" y="357"/>
                    <a:pt x="216" y="393"/>
                    <a:pt x="226" y="424"/>
                  </a:cubicBezTo>
                  <a:cubicBezTo>
                    <a:pt x="236" y="455"/>
                    <a:pt x="244" y="471"/>
                    <a:pt x="235" y="473"/>
                  </a:cubicBezTo>
                  <a:cubicBezTo>
                    <a:pt x="226" y="474"/>
                    <a:pt x="222" y="475"/>
                    <a:pt x="222" y="475"/>
                  </a:cubicBezTo>
                  <a:cubicBezTo>
                    <a:pt x="222" y="475"/>
                    <a:pt x="222" y="515"/>
                    <a:pt x="216" y="541"/>
                  </a:cubicBezTo>
                  <a:cubicBezTo>
                    <a:pt x="210" y="567"/>
                    <a:pt x="196" y="634"/>
                    <a:pt x="196" y="650"/>
                  </a:cubicBezTo>
                  <a:cubicBezTo>
                    <a:pt x="196" y="667"/>
                    <a:pt x="195" y="664"/>
                    <a:pt x="189" y="664"/>
                  </a:cubicBezTo>
                  <a:cubicBezTo>
                    <a:pt x="183" y="664"/>
                    <a:pt x="179" y="664"/>
                    <a:pt x="179" y="664"/>
                  </a:cubicBezTo>
                  <a:cubicBezTo>
                    <a:pt x="179" y="664"/>
                    <a:pt x="180" y="691"/>
                    <a:pt x="177" y="697"/>
                  </a:cubicBezTo>
                  <a:cubicBezTo>
                    <a:pt x="174" y="704"/>
                    <a:pt x="179" y="733"/>
                    <a:pt x="170" y="765"/>
                  </a:cubicBezTo>
                  <a:cubicBezTo>
                    <a:pt x="160" y="796"/>
                    <a:pt x="141" y="849"/>
                    <a:pt x="141" y="872"/>
                  </a:cubicBezTo>
                  <a:cubicBezTo>
                    <a:pt x="141" y="894"/>
                    <a:pt x="150" y="922"/>
                    <a:pt x="161" y="933"/>
                  </a:cubicBezTo>
                  <a:cubicBezTo>
                    <a:pt x="171" y="944"/>
                    <a:pt x="187" y="967"/>
                    <a:pt x="179" y="973"/>
                  </a:cubicBezTo>
                  <a:cubicBezTo>
                    <a:pt x="170" y="978"/>
                    <a:pt x="159" y="977"/>
                    <a:pt x="152" y="975"/>
                  </a:cubicBezTo>
                  <a:cubicBezTo>
                    <a:pt x="145" y="973"/>
                    <a:pt x="139" y="966"/>
                    <a:pt x="139" y="966"/>
                  </a:cubicBezTo>
                  <a:cubicBezTo>
                    <a:pt x="139" y="966"/>
                    <a:pt x="140" y="977"/>
                    <a:pt x="143" y="986"/>
                  </a:cubicBezTo>
                  <a:cubicBezTo>
                    <a:pt x="146" y="995"/>
                    <a:pt x="143" y="1034"/>
                    <a:pt x="128" y="1034"/>
                  </a:cubicBezTo>
                  <a:cubicBezTo>
                    <a:pt x="126" y="1034"/>
                    <a:pt x="124" y="1033"/>
                    <a:pt x="122" y="1033"/>
                  </a:cubicBezTo>
                  <a:cubicBezTo>
                    <a:pt x="122" y="726"/>
                    <a:pt x="122" y="726"/>
                    <a:pt x="122" y="726"/>
                  </a:cubicBezTo>
                  <a:cubicBezTo>
                    <a:pt x="122" y="720"/>
                    <a:pt x="123" y="713"/>
                    <a:pt x="125" y="709"/>
                  </a:cubicBezTo>
                  <a:cubicBezTo>
                    <a:pt x="128" y="701"/>
                    <a:pt x="125" y="685"/>
                    <a:pt x="125" y="662"/>
                  </a:cubicBezTo>
                  <a:cubicBezTo>
                    <a:pt x="125" y="662"/>
                    <a:pt x="124" y="671"/>
                    <a:pt x="122" y="680"/>
                  </a:cubicBezTo>
                  <a:lnTo>
                    <a:pt x="122" y="0"/>
                  </a:lnTo>
                  <a:close/>
                  <a:moveTo>
                    <a:pt x="121" y="0"/>
                  </a:moveTo>
                  <a:cubicBezTo>
                    <a:pt x="122" y="0"/>
                    <a:pt x="122" y="0"/>
                    <a:pt x="122" y="0"/>
                  </a:cubicBezTo>
                  <a:cubicBezTo>
                    <a:pt x="122" y="680"/>
                    <a:pt x="122" y="680"/>
                    <a:pt x="122" y="680"/>
                  </a:cubicBezTo>
                  <a:cubicBezTo>
                    <a:pt x="121" y="687"/>
                    <a:pt x="120" y="694"/>
                    <a:pt x="119" y="698"/>
                  </a:cubicBezTo>
                  <a:cubicBezTo>
                    <a:pt x="116" y="708"/>
                    <a:pt x="120" y="714"/>
                    <a:pt x="120" y="721"/>
                  </a:cubicBezTo>
                  <a:cubicBezTo>
                    <a:pt x="120" y="728"/>
                    <a:pt x="121" y="737"/>
                    <a:pt x="121" y="737"/>
                  </a:cubicBezTo>
                  <a:cubicBezTo>
                    <a:pt x="121" y="737"/>
                    <a:pt x="122" y="732"/>
                    <a:pt x="122" y="726"/>
                  </a:cubicBezTo>
                  <a:cubicBezTo>
                    <a:pt x="122" y="1033"/>
                    <a:pt x="122" y="1033"/>
                    <a:pt x="122" y="1033"/>
                  </a:cubicBezTo>
                  <a:cubicBezTo>
                    <a:pt x="110" y="1029"/>
                    <a:pt x="101" y="1014"/>
                    <a:pt x="101" y="992"/>
                  </a:cubicBezTo>
                  <a:cubicBezTo>
                    <a:pt x="102" y="967"/>
                    <a:pt x="96" y="963"/>
                    <a:pt x="100" y="948"/>
                  </a:cubicBezTo>
                  <a:cubicBezTo>
                    <a:pt x="104" y="934"/>
                    <a:pt x="100" y="923"/>
                    <a:pt x="92" y="901"/>
                  </a:cubicBezTo>
                  <a:cubicBezTo>
                    <a:pt x="85" y="878"/>
                    <a:pt x="58" y="781"/>
                    <a:pt x="59" y="756"/>
                  </a:cubicBezTo>
                  <a:cubicBezTo>
                    <a:pt x="61" y="731"/>
                    <a:pt x="63" y="709"/>
                    <a:pt x="61" y="692"/>
                  </a:cubicBezTo>
                  <a:cubicBezTo>
                    <a:pt x="59" y="675"/>
                    <a:pt x="57" y="661"/>
                    <a:pt x="57" y="661"/>
                  </a:cubicBezTo>
                  <a:cubicBezTo>
                    <a:pt x="57" y="661"/>
                    <a:pt x="39" y="669"/>
                    <a:pt x="39" y="645"/>
                  </a:cubicBezTo>
                  <a:cubicBezTo>
                    <a:pt x="39" y="621"/>
                    <a:pt x="35" y="551"/>
                    <a:pt x="34" y="530"/>
                  </a:cubicBezTo>
                  <a:cubicBezTo>
                    <a:pt x="32" y="509"/>
                    <a:pt x="35" y="468"/>
                    <a:pt x="35" y="468"/>
                  </a:cubicBezTo>
                  <a:cubicBezTo>
                    <a:pt x="35" y="468"/>
                    <a:pt x="18" y="467"/>
                    <a:pt x="13" y="464"/>
                  </a:cubicBezTo>
                  <a:cubicBezTo>
                    <a:pt x="7" y="462"/>
                    <a:pt x="27" y="426"/>
                    <a:pt x="31" y="411"/>
                  </a:cubicBezTo>
                  <a:cubicBezTo>
                    <a:pt x="35" y="397"/>
                    <a:pt x="34" y="372"/>
                    <a:pt x="34" y="372"/>
                  </a:cubicBezTo>
                  <a:cubicBezTo>
                    <a:pt x="34" y="372"/>
                    <a:pt x="4" y="370"/>
                    <a:pt x="2" y="344"/>
                  </a:cubicBezTo>
                  <a:cubicBezTo>
                    <a:pt x="1" y="319"/>
                    <a:pt x="0" y="282"/>
                    <a:pt x="2" y="266"/>
                  </a:cubicBezTo>
                  <a:cubicBezTo>
                    <a:pt x="5" y="251"/>
                    <a:pt x="5" y="253"/>
                    <a:pt x="8" y="232"/>
                  </a:cubicBezTo>
                  <a:cubicBezTo>
                    <a:pt x="10" y="212"/>
                    <a:pt x="21" y="177"/>
                    <a:pt x="31" y="175"/>
                  </a:cubicBezTo>
                  <a:cubicBezTo>
                    <a:pt x="42" y="174"/>
                    <a:pt x="55" y="166"/>
                    <a:pt x="55" y="166"/>
                  </a:cubicBezTo>
                  <a:cubicBezTo>
                    <a:pt x="55" y="166"/>
                    <a:pt x="44" y="154"/>
                    <a:pt x="57" y="143"/>
                  </a:cubicBezTo>
                  <a:cubicBezTo>
                    <a:pt x="70" y="133"/>
                    <a:pt x="77" y="129"/>
                    <a:pt x="71" y="115"/>
                  </a:cubicBezTo>
                  <a:cubicBezTo>
                    <a:pt x="66" y="101"/>
                    <a:pt x="70" y="91"/>
                    <a:pt x="73" y="73"/>
                  </a:cubicBezTo>
                  <a:cubicBezTo>
                    <a:pt x="76" y="55"/>
                    <a:pt x="85" y="1"/>
                    <a:pt x="121" y="0"/>
                  </a:cubicBezTo>
                  <a:close/>
                </a:path>
              </a:pathLst>
            </a:custGeom>
            <a:solidFill>
              <a:srgbClr val="1F1F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6" name="Freeform 704"/>
            <p:cNvSpPr>
              <a:spLocks/>
            </p:cNvSpPr>
            <p:nvPr/>
          </p:nvSpPr>
          <p:spPr bwMode="auto">
            <a:xfrm>
              <a:off x="5159" y="643"/>
              <a:ext cx="117" cy="226"/>
            </a:xfrm>
            <a:custGeom>
              <a:avLst/>
              <a:gdLst>
                <a:gd name="T0" fmla="*/ 1 w 61"/>
                <a:gd name="T1" fmla="*/ 3 h 118"/>
                <a:gd name="T2" fmla="*/ 17 w 61"/>
                <a:gd name="T3" fmla="*/ 27 h 118"/>
                <a:gd name="T4" fmla="*/ 27 w 61"/>
                <a:gd name="T5" fmla="*/ 82 h 118"/>
                <a:gd name="T6" fmla="*/ 38 w 61"/>
                <a:gd name="T7" fmla="*/ 59 h 118"/>
                <a:gd name="T8" fmla="*/ 43 w 61"/>
                <a:gd name="T9" fmla="*/ 32 h 118"/>
                <a:gd name="T10" fmla="*/ 60 w 61"/>
                <a:gd name="T11" fmla="*/ 0 h 118"/>
                <a:gd name="T12" fmla="*/ 60 w 61"/>
                <a:gd name="T13" fmla="*/ 21 h 118"/>
                <a:gd name="T14" fmla="*/ 43 w 61"/>
                <a:gd name="T15" fmla="*/ 74 h 118"/>
                <a:gd name="T16" fmla="*/ 29 w 61"/>
                <a:gd name="T17" fmla="*/ 111 h 118"/>
                <a:gd name="T18" fmla="*/ 14 w 61"/>
                <a:gd name="T19" fmla="*/ 76 h 118"/>
                <a:gd name="T20" fmla="*/ 1 w 61"/>
                <a:gd name="T21" fmla="*/ 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18">
                  <a:moveTo>
                    <a:pt x="1" y="3"/>
                  </a:moveTo>
                  <a:cubicBezTo>
                    <a:pt x="1" y="3"/>
                    <a:pt x="17" y="16"/>
                    <a:pt x="17" y="27"/>
                  </a:cubicBezTo>
                  <a:cubicBezTo>
                    <a:pt x="17" y="37"/>
                    <a:pt x="24" y="72"/>
                    <a:pt x="27" y="82"/>
                  </a:cubicBezTo>
                  <a:cubicBezTo>
                    <a:pt x="30" y="93"/>
                    <a:pt x="32" y="70"/>
                    <a:pt x="38" y="59"/>
                  </a:cubicBezTo>
                  <a:cubicBezTo>
                    <a:pt x="43" y="49"/>
                    <a:pt x="46" y="40"/>
                    <a:pt x="43" y="32"/>
                  </a:cubicBezTo>
                  <a:cubicBezTo>
                    <a:pt x="39" y="24"/>
                    <a:pt x="52" y="20"/>
                    <a:pt x="60" y="0"/>
                  </a:cubicBezTo>
                  <a:cubicBezTo>
                    <a:pt x="61" y="8"/>
                    <a:pt x="60" y="14"/>
                    <a:pt x="60" y="21"/>
                  </a:cubicBezTo>
                  <a:cubicBezTo>
                    <a:pt x="60" y="29"/>
                    <a:pt x="47" y="66"/>
                    <a:pt x="43" y="74"/>
                  </a:cubicBezTo>
                  <a:cubicBezTo>
                    <a:pt x="40" y="81"/>
                    <a:pt x="30" y="104"/>
                    <a:pt x="29" y="111"/>
                  </a:cubicBezTo>
                  <a:cubicBezTo>
                    <a:pt x="28" y="118"/>
                    <a:pt x="19" y="98"/>
                    <a:pt x="14" y="76"/>
                  </a:cubicBezTo>
                  <a:cubicBezTo>
                    <a:pt x="9" y="55"/>
                    <a:pt x="0" y="23"/>
                    <a:pt x="1"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7" name="Freeform 705"/>
            <p:cNvSpPr>
              <a:spLocks/>
            </p:cNvSpPr>
            <p:nvPr/>
          </p:nvSpPr>
          <p:spPr bwMode="auto">
            <a:xfrm>
              <a:off x="5100" y="951"/>
              <a:ext cx="21" cy="50"/>
            </a:xfrm>
            <a:custGeom>
              <a:avLst/>
              <a:gdLst>
                <a:gd name="T0" fmla="*/ 8 w 11"/>
                <a:gd name="T1" fmla="*/ 26 h 26"/>
                <a:gd name="T2" fmla="*/ 11 w 11"/>
                <a:gd name="T3" fmla="*/ 11 h 26"/>
                <a:gd name="T4" fmla="*/ 11 w 11"/>
                <a:gd name="T5" fmla="*/ 0 h 26"/>
                <a:gd name="T6" fmla="*/ 2 w 11"/>
                <a:gd name="T7" fmla="*/ 2 h 26"/>
                <a:gd name="T8" fmla="*/ 0 w 11"/>
                <a:gd name="T9" fmla="*/ 23 h 26"/>
                <a:gd name="T10" fmla="*/ 8 w 11"/>
                <a:gd name="T11" fmla="*/ 26 h 26"/>
              </a:gdLst>
              <a:ahLst/>
              <a:cxnLst>
                <a:cxn ang="0">
                  <a:pos x="T0" y="T1"/>
                </a:cxn>
                <a:cxn ang="0">
                  <a:pos x="T2" y="T3"/>
                </a:cxn>
                <a:cxn ang="0">
                  <a:pos x="T4" y="T5"/>
                </a:cxn>
                <a:cxn ang="0">
                  <a:pos x="T6" y="T7"/>
                </a:cxn>
                <a:cxn ang="0">
                  <a:pos x="T8" y="T9"/>
                </a:cxn>
                <a:cxn ang="0">
                  <a:pos x="T10" y="T11"/>
                </a:cxn>
              </a:cxnLst>
              <a:rect l="0" t="0" r="r" b="b"/>
              <a:pathLst>
                <a:path w="11" h="26">
                  <a:moveTo>
                    <a:pt x="8" y="26"/>
                  </a:moveTo>
                  <a:cubicBezTo>
                    <a:pt x="8" y="26"/>
                    <a:pt x="10" y="19"/>
                    <a:pt x="11" y="11"/>
                  </a:cubicBezTo>
                  <a:cubicBezTo>
                    <a:pt x="11" y="3"/>
                    <a:pt x="11" y="0"/>
                    <a:pt x="11" y="0"/>
                  </a:cubicBezTo>
                  <a:cubicBezTo>
                    <a:pt x="2" y="2"/>
                    <a:pt x="2" y="2"/>
                    <a:pt x="2" y="2"/>
                  </a:cubicBezTo>
                  <a:cubicBezTo>
                    <a:pt x="2" y="2"/>
                    <a:pt x="1" y="18"/>
                    <a:pt x="0" y="23"/>
                  </a:cubicBezTo>
                  <a:cubicBezTo>
                    <a:pt x="4" y="26"/>
                    <a:pt x="8" y="26"/>
                    <a:pt x="8"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8" name="Freeform 706"/>
            <p:cNvSpPr>
              <a:spLocks/>
            </p:cNvSpPr>
            <p:nvPr/>
          </p:nvSpPr>
          <p:spPr bwMode="auto">
            <a:xfrm>
              <a:off x="5263" y="1050"/>
              <a:ext cx="23" cy="50"/>
            </a:xfrm>
            <a:custGeom>
              <a:avLst/>
              <a:gdLst>
                <a:gd name="T0" fmla="*/ 3 w 12"/>
                <a:gd name="T1" fmla="*/ 0 h 26"/>
                <a:gd name="T2" fmla="*/ 0 w 12"/>
                <a:gd name="T3" fmla="*/ 21 h 26"/>
                <a:gd name="T4" fmla="*/ 12 w 12"/>
                <a:gd name="T5" fmla="*/ 21 h 26"/>
                <a:gd name="T6" fmla="*/ 12 w 12"/>
                <a:gd name="T7" fmla="*/ 0 h 26"/>
                <a:gd name="T8" fmla="*/ 3 w 12"/>
                <a:gd name="T9" fmla="*/ 0 h 26"/>
              </a:gdLst>
              <a:ahLst/>
              <a:cxnLst>
                <a:cxn ang="0">
                  <a:pos x="T0" y="T1"/>
                </a:cxn>
                <a:cxn ang="0">
                  <a:pos x="T2" y="T3"/>
                </a:cxn>
                <a:cxn ang="0">
                  <a:pos x="T4" y="T5"/>
                </a:cxn>
                <a:cxn ang="0">
                  <a:pos x="T6" y="T7"/>
                </a:cxn>
                <a:cxn ang="0">
                  <a:pos x="T8" y="T9"/>
                </a:cxn>
              </a:cxnLst>
              <a:rect l="0" t="0" r="r" b="b"/>
              <a:pathLst>
                <a:path w="12" h="26">
                  <a:moveTo>
                    <a:pt x="3" y="0"/>
                  </a:moveTo>
                  <a:cubicBezTo>
                    <a:pt x="3" y="0"/>
                    <a:pt x="1" y="16"/>
                    <a:pt x="0" y="21"/>
                  </a:cubicBezTo>
                  <a:cubicBezTo>
                    <a:pt x="0" y="26"/>
                    <a:pt x="12" y="21"/>
                    <a:pt x="12" y="21"/>
                  </a:cubicBezTo>
                  <a:cubicBezTo>
                    <a:pt x="12" y="0"/>
                    <a:pt x="12" y="0"/>
                    <a:pt x="12" y="0"/>
                  </a:cubicBez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49" name="Freeform 707"/>
            <p:cNvSpPr>
              <a:spLocks/>
            </p:cNvSpPr>
            <p:nvPr/>
          </p:nvSpPr>
          <p:spPr bwMode="auto">
            <a:xfrm>
              <a:off x="325" y="469"/>
              <a:ext cx="325" cy="1286"/>
            </a:xfrm>
            <a:custGeom>
              <a:avLst/>
              <a:gdLst>
                <a:gd name="T0" fmla="*/ 73 w 170"/>
                <a:gd name="T1" fmla="*/ 0 h 672"/>
                <a:gd name="T2" fmla="*/ 101 w 170"/>
                <a:gd name="T3" fmla="*/ 38 h 672"/>
                <a:gd name="T4" fmla="*/ 97 w 170"/>
                <a:gd name="T5" fmla="*/ 61 h 672"/>
                <a:gd name="T6" fmla="*/ 92 w 170"/>
                <a:gd name="T7" fmla="*/ 75 h 672"/>
                <a:gd name="T8" fmla="*/ 89 w 170"/>
                <a:gd name="T9" fmla="*/ 84 h 672"/>
                <a:gd name="T10" fmla="*/ 92 w 170"/>
                <a:gd name="T11" fmla="*/ 92 h 672"/>
                <a:gd name="T12" fmla="*/ 102 w 170"/>
                <a:gd name="T13" fmla="*/ 98 h 672"/>
                <a:gd name="T14" fmla="*/ 120 w 170"/>
                <a:gd name="T15" fmla="*/ 107 h 672"/>
                <a:gd name="T16" fmla="*/ 145 w 170"/>
                <a:gd name="T17" fmla="*/ 120 h 672"/>
                <a:gd name="T18" fmla="*/ 148 w 170"/>
                <a:gd name="T19" fmla="*/ 138 h 672"/>
                <a:gd name="T20" fmla="*/ 154 w 170"/>
                <a:gd name="T21" fmla="*/ 161 h 672"/>
                <a:gd name="T22" fmla="*/ 161 w 170"/>
                <a:gd name="T23" fmla="*/ 222 h 672"/>
                <a:gd name="T24" fmla="*/ 132 w 170"/>
                <a:gd name="T25" fmla="*/ 233 h 672"/>
                <a:gd name="T26" fmla="*/ 134 w 170"/>
                <a:gd name="T27" fmla="*/ 255 h 672"/>
                <a:gd name="T28" fmla="*/ 136 w 170"/>
                <a:gd name="T29" fmla="*/ 280 h 672"/>
                <a:gd name="T30" fmla="*/ 135 w 170"/>
                <a:gd name="T31" fmla="*/ 356 h 672"/>
                <a:gd name="T32" fmla="*/ 135 w 170"/>
                <a:gd name="T33" fmla="*/ 434 h 672"/>
                <a:gd name="T34" fmla="*/ 114 w 170"/>
                <a:gd name="T35" fmla="*/ 438 h 672"/>
                <a:gd name="T36" fmla="*/ 104 w 170"/>
                <a:gd name="T37" fmla="*/ 438 h 672"/>
                <a:gd name="T38" fmla="*/ 103 w 170"/>
                <a:gd name="T39" fmla="*/ 464 h 672"/>
                <a:gd name="T40" fmla="*/ 100 w 170"/>
                <a:gd name="T41" fmla="*/ 538 h 672"/>
                <a:gd name="T42" fmla="*/ 95 w 170"/>
                <a:gd name="T43" fmla="*/ 597 h 672"/>
                <a:gd name="T44" fmla="*/ 105 w 170"/>
                <a:gd name="T45" fmla="*/ 641 h 672"/>
                <a:gd name="T46" fmla="*/ 117 w 170"/>
                <a:gd name="T47" fmla="*/ 657 h 672"/>
                <a:gd name="T48" fmla="*/ 119 w 170"/>
                <a:gd name="T49" fmla="*/ 666 h 672"/>
                <a:gd name="T50" fmla="*/ 86 w 170"/>
                <a:gd name="T51" fmla="*/ 663 h 672"/>
                <a:gd name="T52" fmla="*/ 82 w 170"/>
                <a:gd name="T53" fmla="*/ 645 h 672"/>
                <a:gd name="T54" fmla="*/ 74 w 170"/>
                <a:gd name="T55" fmla="*/ 633 h 672"/>
                <a:gd name="T56" fmla="*/ 74 w 170"/>
                <a:gd name="T57" fmla="*/ 640 h 672"/>
                <a:gd name="T58" fmla="*/ 81 w 170"/>
                <a:gd name="T59" fmla="*/ 660 h 672"/>
                <a:gd name="T60" fmla="*/ 74 w 170"/>
                <a:gd name="T61" fmla="*/ 672 h 672"/>
                <a:gd name="T62" fmla="*/ 46 w 170"/>
                <a:gd name="T63" fmla="*/ 661 h 672"/>
                <a:gd name="T64" fmla="*/ 43 w 170"/>
                <a:gd name="T65" fmla="*/ 632 h 672"/>
                <a:gd name="T66" fmla="*/ 44 w 170"/>
                <a:gd name="T67" fmla="*/ 607 h 672"/>
                <a:gd name="T68" fmla="*/ 35 w 170"/>
                <a:gd name="T69" fmla="*/ 548 h 672"/>
                <a:gd name="T70" fmla="*/ 28 w 170"/>
                <a:gd name="T71" fmla="*/ 477 h 672"/>
                <a:gd name="T72" fmla="*/ 30 w 170"/>
                <a:gd name="T73" fmla="*/ 441 h 672"/>
                <a:gd name="T74" fmla="*/ 29 w 170"/>
                <a:gd name="T75" fmla="*/ 433 h 672"/>
                <a:gd name="T76" fmla="*/ 10 w 170"/>
                <a:gd name="T77" fmla="*/ 429 h 672"/>
                <a:gd name="T78" fmla="*/ 12 w 170"/>
                <a:gd name="T79" fmla="*/ 365 h 672"/>
                <a:gd name="T80" fmla="*/ 15 w 170"/>
                <a:gd name="T81" fmla="*/ 304 h 672"/>
                <a:gd name="T82" fmla="*/ 16 w 170"/>
                <a:gd name="T83" fmla="*/ 284 h 672"/>
                <a:gd name="T84" fmla="*/ 16 w 170"/>
                <a:gd name="T85" fmla="*/ 270 h 672"/>
                <a:gd name="T86" fmla="*/ 19 w 170"/>
                <a:gd name="T87" fmla="*/ 248 h 672"/>
                <a:gd name="T88" fmla="*/ 4 w 170"/>
                <a:gd name="T89" fmla="*/ 236 h 672"/>
                <a:gd name="T90" fmla="*/ 1 w 170"/>
                <a:gd name="T91" fmla="*/ 178 h 672"/>
                <a:gd name="T92" fmla="*/ 4 w 170"/>
                <a:gd name="T93" fmla="*/ 127 h 672"/>
                <a:gd name="T94" fmla="*/ 12 w 170"/>
                <a:gd name="T95" fmla="*/ 116 h 672"/>
                <a:gd name="T96" fmla="*/ 35 w 170"/>
                <a:gd name="T97" fmla="*/ 108 h 672"/>
                <a:gd name="T98" fmla="*/ 50 w 170"/>
                <a:gd name="T99" fmla="*/ 93 h 672"/>
                <a:gd name="T100" fmla="*/ 56 w 170"/>
                <a:gd name="T101" fmla="*/ 81 h 672"/>
                <a:gd name="T102" fmla="*/ 50 w 170"/>
                <a:gd name="T103" fmla="*/ 63 h 672"/>
                <a:gd name="T104" fmla="*/ 44 w 170"/>
                <a:gd name="T105" fmla="*/ 37 h 672"/>
                <a:gd name="T106" fmla="*/ 73 w 170"/>
                <a:gd name="T107" fmla="*/ 0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0" h="672">
                  <a:moveTo>
                    <a:pt x="73" y="0"/>
                  </a:moveTo>
                  <a:cubicBezTo>
                    <a:pt x="96" y="0"/>
                    <a:pt x="101" y="18"/>
                    <a:pt x="101" y="38"/>
                  </a:cubicBezTo>
                  <a:cubicBezTo>
                    <a:pt x="106" y="38"/>
                    <a:pt x="103" y="61"/>
                    <a:pt x="97" y="61"/>
                  </a:cubicBezTo>
                  <a:cubicBezTo>
                    <a:pt x="98" y="64"/>
                    <a:pt x="95" y="73"/>
                    <a:pt x="92" y="75"/>
                  </a:cubicBezTo>
                  <a:cubicBezTo>
                    <a:pt x="89" y="77"/>
                    <a:pt x="89" y="80"/>
                    <a:pt x="89" y="84"/>
                  </a:cubicBezTo>
                  <a:cubicBezTo>
                    <a:pt x="89" y="89"/>
                    <a:pt x="92" y="92"/>
                    <a:pt x="92" y="92"/>
                  </a:cubicBezTo>
                  <a:cubicBezTo>
                    <a:pt x="92" y="92"/>
                    <a:pt x="101" y="93"/>
                    <a:pt x="102" y="98"/>
                  </a:cubicBezTo>
                  <a:cubicBezTo>
                    <a:pt x="103" y="104"/>
                    <a:pt x="111" y="106"/>
                    <a:pt x="120" y="107"/>
                  </a:cubicBezTo>
                  <a:cubicBezTo>
                    <a:pt x="129" y="107"/>
                    <a:pt x="145" y="113"/>
                    <a:pt x="145" y="120"/>
                  </a:cubicBezTo>
                  <a:cubicBezTo>
                    <a:pt x="145" y="126"/>
                    <a:pt x="145" y="139"/>
                    <a:pt x="148" y="138"/>
                  </a:cubicBezTo>
                  <a:cubicBezTo>
                    <a:pt x="151" y="137"/>
                    <a:pt x="151" y="150"/>
                    <a:pt x="154" y="161"/>
                  </a:cubicBezTo>
                  <a:cubicBezTo>
                    <a:pt x="156" y="173"/>
                    <a:pt x="170" y="210"/>
                    <a:pt x="161" y="222"/>
                  </a:cubicBezTo>
                  <a:cubicBezTo>
                    <a:pt x="152" y="233"/>
                    <a:pt x="132" y="233"/>
                    <a:pt x="132" y="233"/>
                  </a:cubicBezTo>
                  <a:cubicBezTo>
                    <a:pt x="132" y="233"/>
                    <a:pt x="132" y="240"/>
                    <a:pt x="134" y="255"/>
                  </a:cubicBezTo>
                  <a:cubicBezTo>
                    <a:pt x="136" y="270"/>
                    <a:pt x="139" y="280"/>
                    <a:pt x="136" y="280"/>
                  </a:cubicBezTo>
                  <a:cubicBezTo>
                    <a:pt x="133" y="280"/>
                    <a:pt x="135" y="330"/>
                    <a:pt x="135" y="356"/>
                  </a:cubicBezTo>
                  <a:cubicBezTo>
                    <a:pt x="135" y="382"/>
                    <a:pt x="135" y="429"/>
                    <a:pt x="135" y="434"/>
                  </a:cubicBezTo>
                  <a:cubicBezTo>
                    <a:pt x="135" y="439"/>
                    <a:pt x="119" y="438"/>
                    <a:pt x="114" y="438"/>
                  </a:cubicBezTo>
                  <a:cubicBezTo>
                    <a:pt x="109" y="438"/>
                    <a:pt x="104" y="438"/>
                    <a:pt x="104" y="438"/>
                  </a:cubicBezTo>
                  <a:cubicBezTo>
                    <a:pt x="104" y="438"/>
                    <a:pt x="104" y="453"/>
                    <a:pt x="103" y="464"/>
                  </a:cubicBezTo>
                  <a:cubicBezTo>
                    <a:pt x="102" y="474"/>
                    <a:pt x="102" y="525"/>
                    <a:pt x="100" y="538"/>
                  </a:cubicBezTo>
                  <a:cubicBezTo>
                    <a:pt x="99" y="550"/>
                    <a:pt x="94" y="579"/>
                    <a:pt x="95" y="597"/>
                  </a:cubicBezTo>
                  <a:cubicBezTo>
                    <a:pt x="95" y="615"/>
                    <a:pt x="100" y="632"/>
                    <a:pt x="105" y="641"/>
                  </a:cubicBezTo>
                  <a:cubicBezTo>
                    <a:pt x="111" y="650"/>
                    <a:pt x="113" y="654"/>
                    <a:pt x="117" y="657"/>
                  </a:cubicBezTo>
                  <a:cubicBezTo>
                    <a:pt x="120" y="661"/>
                    <a:pt x="128" y="665"/>
                    <a:pt x="119" y="666"/>
                  </a:cubicBezTo>
                  <a:cubicBezTo>
                    <a:pt x="110" y="666"/>
                    <a:pt x="90" y="667"/>
                    <a:pt x="86" y="663"/>
                  </a:cubicBezTo>
                  <a:cubicBezTo>
                    <a:pt x="82" y="660"/>
                    <a:pt x="85" y="650"/>
                    <a:pt x="82" y="645"/>
                  </a:cubicBezTo>
                  <a:cubicBezTo>
                    <a:pt x="79" y="639"/>
                    <a:pt x="74" y="633"/>
                    <a:pt x="74" y="633"/>
                  </a:cubicBezTo>
                  <a:cubicBezTo>
                    <a:pt x="74" y="640"/>
                    <a:pt x="74" y="640"/>
                    <a:pt x="74" y="640"/>
                  </a:cubicBezTo>
                  <a:cubicBezTo>
                    <a:pt x="74" y="640"/>
                    <a:pt x="82" y="656"/>
                    <a:pt x="81" y="660"/>
                  </a:cubicBezTo>
                  <a:cubicBezTo>
                    <a:pt x="80" y="664"/>
                    <a:pt x="80" y="672"/>
                    <a:pt x="74" y="672"/>
                  </a:cubicBezTo>
                  <a:cubicBezTo>
                    <a:pt x="67" y="672"/>
                    <a:pt x="48" y="667"/>
                    <a:pt x="46" y="661"/>
                  </a:cubicBezTo>
                  <a:cubicBezTo>
                    <a:pt x="44" y="654"/>
                    <a:pt x="46" y="637"/>
                    <a:pt x="43" y="632"/>
                  </a:cubicBezTo>
                  <a:cubicBezTo>
                    <a:pt x="41" y="626"/>
                    <a:pt x="43" y="616"/>
                    <a:pt x="44" y="607"/>
                  </a:cubicBezTo>
                  <a:cubicBezTo>
                    <a:pt x="45" y="597"/>
                    <a:pt x="43" y="567"/>
                    <a:pt x="35" y="548"/>
                  </a:cubicBezTo>
                  <a:cubicBezTo>
                    <a:pt x="28" y="529"/>
                    <a:pt x="27" y="493"/>
                    <a:pt x="28" y="477"/>
                  </a:cubicBezTo>
                  <a:cubicBezTo>
                    <a:pt x="28" y="461"/>
                    <a:pt x="30" y="449"/>
                    <a:pt x="30" y="441"/>
                  </a:cubicBezTo>
                  <a:cubicBezTo>
                    <a:pt x="29" y="434"/>
                    <a:pt x="29" y="433"/>
                    <a:pt x="29" y="433"/>
                  </a:cubicBezTo>
                  <a:cubicBezTo>
                    <a:pt x="29" y="433"/>
                    <a:pt x="9" y="433"/>
                    <a:pt x="10" y="429"/>
                  </a:cubicBezTo>
                  <a:cubicBezTo>
                    <a:pt x="10" y="425"/>
                    <a:pt x="12" y="383"/>
                    <a:pt x="12" y="365"/>
                  </a:cubicBezTo>
                  <a:cubicBezTo>
                    <a:pt x="12" y="346"/>
                    <a:pt x="13" y="320"/>
                    <a:pt x="15" y="304"/>
                  </a:cubicBezTo>
                  <a:cubicBezTo>
                    <a:pt x="16" y="289"/>
                    <a:pt x="16" y="284"/>
                    <a:pt x="16" y="284"/>
                  </a:cubicBezTo>
                  <a:cubicBezTo>
                    <a:pt x="16" y="284"/>
                    <a:pt x="15" y="281"/>
                    <a:pt x="16" y="270"/>
                  </a:cubicBezTo>
                  <a:cubicBezTo>
                    <a:pt x="18" y="258"/>
                    <a:pt x="19" y="248"/>
                    <a:pt x="19" y="248"/>
                  </a:cubicBezTo>
                  <a:cubicBezTo>
                    <a:pt x="19" y="248"/>
                    <a:pt x="8" y="249"/>
                    <a:pt x="4" y="236"/>
                  </a:cubicBezTo>
                  <a:cubicBezTo>
                    <a:pt x="1" y="223"/>
                    <a:pt x="0" y="203"/>
                    <a:pt x="1" y="178"/>
                  </a:cubicBezTo>
                  <a:cubicBezTo>
                    <a:pt x="1" y="152"/>
                    <a:pt x="4" y="134"/>
                    <a:pt x="4" y="127"/>
                  </a:cubicBezTo>
                  <a:cubicBezTo>
                    <a:pt x="4" y="121"/>
                    <a:pt x="2" y="118"/>
                    <a:pt x="12" y="116"/>
                  </a:cubicBezTo>
                  <a:cubicBezTo>
                    <a:pt x="21" y="113"/>
                    <a:pt x="27" y="114"/>
                    <a:pt x="35" y="108"/>
                  </a:cubicBezTo>
                  <a:cubicBezTo>
                    <a:pt x="43" y="102"/>
                    <a:pt x="47" y="96"/>
                    <a:pt x="50" y="93"/>
                  </a:cubicBezTo>
                  <a:cubicBezTo>
                    <a:pt x="54" y="90"/>
                    <a:pt x="59" y="85"/>
                    <a:pt x="56" y="81"/>
                  </a:cubicBezTo>
                  <a:cubicBezTo>
                    <a:pt x="54" y="77"/>
                    <a:pt x="49" y="72"/>
                    <a:pt x="50" y="63"/>
                  </a:cubicBezTo>
                  <a:cubicBezTo>
                    <a:pt x="42" y="63"/>
                    <a:pt x="39" y="38"/>
                    <a:pt x="44" y="37"/>
                  </a:cubicBezTo>
                  <a:cubicBezTo>
                    <a:pt x="46" y="19"/>
                    <a:pt x="48" y="0"/>
                    <a:pt x="73" y="0"/>
                  </a:cubicBezTo>
                  <a:close/>
                </a:path>
              </a:pathLst>
            </a:custGeom>
            <a:solidFill>
              <a:srgbClr val="73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0" name="Freeform 708"/>
            <p:cNvSpPr>
              <a:spLocks/>
            </p:cNvSpPr>
            <p:nvPr/>
          </p:nvSpPr>
          <p:spPr bwMode="auto">
            <a:xfrm>
              <a:off x="421" y="641"/>
              <a:ext cx="95" cy="199"/>
            </a:xfrm>
            <a:custGeom>
              <a:avLst/>
              <a:gdLst>
                <a:gd name="T0" fmla="*/ 41 w 50"/>
                <a:gd name="T1" fmla="*/ 0 h 104"/>
                <a:gd name="T2" fmla="*/ 42 w 50"/>
                <a:gd name="T3" fmla="*/ 2 h 104"/>
                <a:gd name="T4" fmla="*/ 45 w 50"/>
                <a:gd name="T5" fmla="*/ 3 h 104"/>
                <a:gd name="T6" fmla="*/ 50 w 50"/>
                <a:gd name="T7" fmla="*/ 47 h 104"/>
                <a:gd name="T8" fmla="*/ 41 w 50"/>
                <a:gd name="T9" fmla="*/ 85 h 104"/>
                <a:gd name="T10" fmla="*/ 37 w 50"/>
                <a:gd name="T11" fmla="*/ 104 h 104"/>
                <a:gd name="T12" fmla="*/ 28 w 50"/>
                <a:gd name="T13" fmla="*/ 74 h 104"/>
                <a:gd name="T14" fmla="*/ 8 w 50"/>
                <a:gd name="T15" fmla="*/ 32 h 104"/>
                <a:gd name="T16" fmla="*/ 0 w 50"/>
                <a:gd name="T17" fmla="*/ 4 h 104"/>
                <a:gd name="T18" fmla="*/ 0 w 50"/>
                <a:gd name="T19" fmla="*/ 3 h 104"/>
                <a:gd name="T20" fmla="*/ 4 w 50"/>
                <a:gd name="T21" fmla="*/ 0 h 104"/>
                <a:gd name="T22" fmla="*/ 10 w 50"/>
                <a:gd name="T23" fmla="*/ 16 h 104"/>
                <a:gd name="T24" fmla="*/ 22 w 50"/>
                <a:gd name="T25" fmla="*/ 26 h 104"/>
                <a:gd name="T26" fmla="*/ 22 w 50"/>
                <a:gd name="T27" fmla="*/ 38 h 104"/>
                <a:gd name="T28" fmla="*/ 27 w 50"/>
                <a:gd name="T29" fmla="*/ 46 h 104"/>
                <a:gd name="T30" fmla="*/ 28 w 50"/>
                <a:gd name="T31" fmla="*/ 36 h 104"/>
                <a:gd name="T32" fmla="*/ 35 w 50"/>
                <a:gd name="T33" fmla="*/ 29 h 104"/>
                <a:gd name="T34" fmla="*/ 41 w 50"/>
                <a:gd name="T3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104">
                  <a:moveTo>
                    <a:pt x="41" y="0"/>
                  </a:moveTo>
                  <a:cubicBezTo>
                    <a:pt x="42" y="1"/>
                    <a:pt x="42" y="2"/>
                    <a:pt x="42" y="2"/>
                  </a:cubicBezTo>
                  <a:cubicBezTo>
                    <a:pt x="42" y="2"/>
                    <a:pt x="43" y="2"/>
                    <a:pt x="45" y="3"/>
                  </a:cubicBezTo>
                  <a:cubicBezTo>
                    <a:pt x="48" y="9"/>
                    <a:pt x="50" y="38"/>
                    <a:pt x="50" y="47"/>
                  </a:cubicBezTo>
                  <a:cubicBezTo>
                    <a:pt x="50" y="57"/>
                    <a:pt x="44" y="75"/>
                    <a:pt x="41" y="85"/>
                  </a:cubicBezTo>
                  <a:cubicBezTo>
                    <a:pt x="37" y="95"/>
                    <a:pt x="37" y="104"/>
                    <a:pt x="37" y="104"/>
                  </a:cubicBezTo>
                  <a:cubicBezTo>
                    <a:pt x="37" y="104"/>
                    <a:pt x="33" y="87"/>
                    <a:pt x="28" y="74"/>
                  </a:cubicBezTo>
                  <a:cubicBezTo>
                    <a:pt x="23" y="61"/>
                    <a:pt x="14" y="44"/>
                    <a:pt x="8" y="32"/>
                  </a:cubicBezTo>
                  <a:cubicBezTo>
                    <a:pt x="2" y="22"/>
                    <a:pt x="0" y="12"/>
                    <a:pt x="0" y="4"/>
                  </a:cubicBezTo>
                  <a:cubicBezTo>
                    <a:pt x="0" y="4"/>
                    <a:pt x="0" y="3"/>
                    <a:pt x="0" y="3"/>
                  </a:cubicBezTo>
                  <a:cubicBezTo>
                    <a:pt x="2" y="2"/>
                    <a:pt x="3" y="1"/>
                    <a:pt x="4" y="0"/>
                  </a:cubicBezTo>
                  <a:cubicBezTo>
                    <a:pt x="5" y="5"/>
                    <a:pt x="7" y="12"/>
                    <a:pt x="10" y="16"/>
                  </a:cubicBezTo>
                  <a:cubicBezTo>
                    <a:pt x="13" y="21"/>
                    <a:pt x="19" y="23"/>
                    <a:pt x="22" y="26"/>
                  </a:cubicBezTo>
                  <a:cubicBezTo>
                    <a:pt x="25" y="30"/>
                    <a:pt x="19" y="33"/>
                    <a:pt x="22" y="38"/>
                  </a:cubicBezTo>
                  <a:cubicBezTo>
                    <a:pt x="25" y="43"/>
                    <a:pt x="27" y="46"/>
                    <a:pt x="27" y="46"/>
                  </a:cubicBezTo>
                  <a:cubicBezTo>
                    <a:pt x="27" y="46"/>
                    <a:pt x="27" y="40"/>
                    <a:pt x="28" y="36"/>
                  </a:cubicBezTo>
                  <a:cubicBezTo>
                    <a:pt x="29" y="32"/>
                    <a:pt x="32" y="36"/>
                    <a:pt x="35" y="29"/>
                  </a:cubicBezTo>
                  <a:cubicBezTo>
                    <a:pt x="37" y="23"/>
                    <a:pt x="39" y="10"/>
                    <a:pt x="4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1" name="Freeform 709"/>
            <p:cNvSpPr>
              <a:spLocks/>
            </p:cNvSpPr>
            <p:nvPr/>
          </p:nvSpPr>
          <p:spPr bwMode="auto">
            <a:xfrm>
              <a:off x="409" y="949"/>
              <a:ext cx="142" cy="65"/>
            </a:xfrm>
            <a:custGeom>
              <a:avLst/>
              <a:gdLst>
                <a:gd name="T0" fmla="*/ 34 w 74"/>
                <a:gd name="T1" fmla="*/ 0 h 34"/>
                <a:gd name="T2" fmla="*/ 39 w 74"/>
                <a:gd name="T3" fmla="*/ 0 h 34"/>
                <a:gd name="T4" fmla="*/ 52 w 74"/>
                <a:gd name="T5" fmla="*/ 19 h 34"/>
                <a:gd name="T6" fmla="*/ 74 w 74"/>
                <a:gd name="T7" fmla="*/ 22 h 34"/>
                <a:gd name="T8" fmla="*/ 57 w 74"/>
                <a:gd name="T9" fmla="*/ 29 h 34"/>
                <a:gd name="T10" fmla="*/ 44 w 74"/>
                <a:gd name="T11" fmla="*/ 24 h 34"/>
                <a:gd name="T12" fmla="*/ 17 w 74"/>
                <a:gd name="T13" fmla="*/ 32 h 34"/>
                <a:gd name="T14" fmla="*/ 0 w 74"/>
                <a:gd name="T15" fmla="*/ 25 h 34"/>
                <a:gd name="T16" fmla="*/ 26 w 74"/>
                <a:gd name="T17" fmla="*/ 22 h 34"/>
                <a:gd name="T18" fmla="*/ 34 w 7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34">
                  <a:moveTo>
                    <a:pt x="34" y="0"/>
                  </a:moveTo>
                  <a:cubicBezTo>
                    <a:pt x="39" y="0"/>
                    <a:pt x="39" y="0"/>
                    <a:pt x="39" y="0"/>
                  </a:cubicBezTo>
                  <a:cubicBezTo>
                    <a:pt x="39" y="0"/>
                    <a:pt x="44" y="15"/>
                    <a:pt x="52" y="19"/>
                  </a:cubicBezTo>
                  <a:cubicBezTo>
                    <a:pt x="60" y="22"/>
                    <a:pt x="74" y="22"/>
                    <a:pt x="74" y="22"/>
                  </a:cubicBezTo>
                  <a:cubicBezTo>
                    <a:pt x="74" y="22"/>
                    <a:pt x="67" y="29"/>
                    <a:pt x="57" y="29"/>
                  </a:cubicBezTo>
                  <a:cubicBezTo>
                    <a:pt x="48" y="29"/>
                    <a:pt x="44" y="24"/>
                    <a:pt x="44" y="24"/>
                  </a:cubicBezTo>
                  <a:cubicBezTo>
                    <a:pt x="44" y="24"/>
                    <a:pt x="30" y="34"/>
                    <a:pt x="17" y="32"/>
                  </a:cubicBezTo>
                  <a:cubicBezTo>
                    <a:pt x="4" y="30"/>
                    <a:pt x="0" y="25"/>
                    <a:pt x="0" y="25"/>
                  </a:cubicBezTo>
                  <a:cubicBezTo>
                    <a:pt x="0" y="25"/>
                    <a:pt x="18" y="28"/>
                    <a:pt x="26" y="22"/>
                  </a:cubicBezTo>
                  <a:cubicBezTo>
                    <a:pt x="33" y="16"/>
                    <a:pt x="33" y="10"/>
                    <a:pt x="3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2" name="Freeform 710"/>
            <p:cNvSpPr>
              <a:spLocks/>
            </p:cNvSpPr>
            <p:nvPr/>
          </p:nvSpPr>
          <p:spPr bwMode="auto">
            <a:xfrm>
              <a:off x="2122" y="521"/>
              <a:ext cx="163" cy="636"/>
            </a:xfrm>
            <a:custGeom>
              <a:avLst/>
              <a:gdLst>
                <a:gd name="T0" fmla="*/ 7 w 85"/>
                <a:gd name="T1" fmla="*/ 8 h 332"/>
                <a:gd name="T2" fmla="*/ 10 w 85"/>
                <a:gd name="T3" fmla="*/ 5 h 332"/>
                <a:gd name="T4" fmla="*/ 15 w 85"/>
                <a:gd name="T5" fmla="*/ 3 h 332"/>
                <a:gd name="T6" fmla="*/ 30 w 85"/>
                <a:gd name="T7" fmla="*/ 2 h 332"/>
                <a:gd name="T8" fmla="*/ 41 w 85"/>
                <a:gd name="T9" fmla="*/ 12 h 332"/>
                <a:gd name="T10" fmla="*/ 43 w 85"/>
                <a:gd name="T11" fmla="*/ 28 h 332"/>
                <a:gd name="T12" fmla="*/ 39 w 85"/>
                <a:gd name="T13" fmla="*/ 39 h 332"/>
                <a:gd name="T14" fmla="*/ 44 w 85"/>
                <a:gd name="T15" fmla="*/ 44 h 332"/>
                <a:gd name="T16" fmla="*/ 64 w 85"/>
                <a:gd name="T17" fmla="*/ 56 h 332"/>
                <a:gd name="T18" fmla="*/ 73 w 85"/>
                <a:gd name="T19" fmla="*/ 80 h 332"/>
                <a:gd name="T20" fmla="*/ 76 w 85"/>
                <a:gd name="T21" fmla="*/ 105 h 332"/>
                <a:gd name="T22" fmla="*/ 75 w 85"/>
                <a:gd name="T23" fmla="*/ 120 h 332"/>
                <a:gd name="T24" fmla="*/ 84 w 85"/>
                <a:gd name="T25" fmla="*/ 171 h 332"/>
                <a:gd name="T26" fmla="*/ 75 w 85"/>
                <a:gd name="T27" fmla="*/ 177 h 332"/>
                <a:gd name="T28" fmla="*/ 65 w 85"/>
                <a:gd name="T29" fmla="*/ 181 h 332"/>
                <a:gd name="T30" fmla="*/ 64 w 85"/>
                <a:gd name="T31" fmla="*/ 198 h 332"/>
                <a:gd name="T32" fmla="*/ 63 w 85"/>
                <a:gd name="T33" fmla="*/ 217 h 332"/>
                <a:gd name="T34" fmla="*/ 70 w 85"/>
                <a:gd name="T35" fmla="*/ 261 h 332"/>
                <a:gd name="T36" fmla="*/ 67 w 85"/>
                <a:gd name="T37" fmla="*/ 319 h 332"/>
                <a:gd name="T38" fmla="*/ 67 w 85"/>
                <a:gd name="T39" fmla="*/ 328 h 332"/>
                <a:gd name="T40" fmla="*/ 59 w 85"/>
                <a:gd name="T41" fmla="*/ 329 h 332"/>
                <a:gd name="T42" fmla="*/ 59 w 85"/>
                <a:gd name="T43" fmla="*/ 326 h 332"/>
                <a:gd name="T44" fmla="*/ 43 w 85"/>
                <a:gd name="T45" fmla="*/ 332 h 332"/>
                <a:gd name="T46" fmla="*/ 23 w 85"/>
                <a:gd name="T47" fmla="*/ 328 h 332"/>
                <a:gd name="T48" fmla="*/ 26 w 85"/>
                <a:gd name="T49" fmla="*/ 323 h 332"/>
                <a:gd name="T50" fmla="*/ 33 w 85"/>
                <a:gd name="T51" fmla="*/ 321 h 332"/>
                <a:gd name="T52" fmla="*/ 32 w 85"/>
                <a:gd name="T53" fmla="*/ 318 h 332"/>
                <a:gd name="T54" fmla="*/ 15 w 85"/>
                <a:gd name="T55" fmla="*/ 320 h 332"/>
                <a:gd name="T56" fmla="*/ 0 w 85"/>
                <a:gd name="T57" fmla="*/ 316 h 332"/>
                <a:gd name="T58" fmla="*/ 5 w 85"/>
                <a:gd name="T59" fmla="*/ 311 h 332"/>
                <a:gd name="T60" fmla="*/ 16 w 85"/>
                <a:gd name="T61" fmla="*/ 310 h 332"/>
                <a:gd name="T62" fmla="*/ 21 w 85"/>
                <a:gd name="T63" fmla="*/ 307 h 332"/>
                <a:gd name="T64" fmla="*/ 25 w 85"/>
                <a:gd name="T65" fmla="*/ 285 h 332"/>
                <a:gd name="T66" fmla="*/ 29 w 85"/>
                <a:gd name="T67" fmla="*/ 268 h 332"/>
                <a:gd name="T68" fmla="*/ 22 w 85"/>
                <a:gd name="T69" fmla="*/ 240 h 332"/>
                <a:gd name="T70" fmla="*/ 20 w 85"/>
                <a:gd name="T71" fmla="*/ 216 h 332"/>
                <a:gd name="T72" fmla="*/ 13 w 85"/>
                <a:gd name="T73" fmla="*/ 166 h 332"/>
                <a:gd name="T74" fmla="*/ 12 w 85"/>
                <a:gd name="T75" fmla="*/ 143 h 332"/>
                <a:gd name="T76" fmla="*/ 12 w 85"/>
                <a:gd name="T77" fmla="*/ 136 h 332"/>
                <a:gd name="T78" fmla="*/ 11 w 85"/>
                <a:gd name="T79" fmla="*/ 133 h 332"/>
                <a:gd name="T80" fmla="*/ 8 w 85"/>
                <a:gd name="T81" fmla="*/ 149 h 332"/>
                <a:gd name="T82" fmla="*/ 7 w 85"/>
                <a:gd name="T83" fmla="*/ 137 h 332"/>
                <a:gd name="T84" fmla="*/ 9 w 85"/>
                <a:gd name="T85" fmla="*/ 119 h 332"/>
                <a:gd name="T86" fmla="*/ 12 w 85"/>
                <a:gd name="T87" fmla="*/ 91 h 332"/>
                <a:gd name="T88" fmla="*/ 16 w 85"/>
                <a:gd name="T89" fmla="*/ 79 h 332"/>
                <a:gd name="T90" fmla="*/ 18 w 85"/>
                <a:gd name="T91" fmla="*/ 65 h 332"/>
                <a:gd name="T92" fmla="*/ 19 w 85"/>
                <a:gd name="T93" fmla="*/ 56 h 332"/>
                <a:gd name="T94" fmla="*/ 18 w 85"/>
                <a:gd name="T95" fmla="*/ 51 h 332"/>
                <a:gd name="T96" fmla="*/ 11 w 85"/>
                <a:gd name="T97" fmla="*/ 46 h 332"/>
                <a:gd name="T98" fmla="*/ 4 w 85"/>
                <a:gd name="T99" fmla="*/ 43 h 332"/>
                <a:gd name="T100" fmla="*/ 5 w 85"/>
                <a:gd name="T101" fmla="*/ 38 h 332"/>
                <a:gd name="T102" fmla="*/ 6 w 85"/>
                <a:gd name="T103" fmla="*/ 37 h 332"/>
                <a:gd name="T104" fmla="*/ 4 w 85"/>
                <a:gd name="T105" fmla="*/ 35 h 332"/>
                <a:gd name="T106" fmla="*/ 1 w 85"/>
                <a:gd name="T107" fmla="*/ 33 h 332"/>
                <a:gd name="T108" fmla="*/ 3 w 85"/>
                <a:gd name="T109" fmla="*/ 27 h 332"/>
                <a:gd name="T110" fmla="*/ 5 w 85"/>
                <a:gd name="T111" fmla="*/ 22 h 332"/>
                <a:gd name="T112" fmla="*/ 7 w 85"/>
                <a:gd name="T113" fmla="*/ 15 h 332"/>
                <a:gd name="T114" fmla="*/ 7 w 85"/>
                <a:gd name="T115" fmla="*/ 8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332">
                  <a:moveTo>
                    <a:pt x="7" y="8"/>
                  </a:moveTo>
                  <a:cubicBezTo>
                    <a:pt x="5" y="7"/>
                    <a:pt x="7" y="5"/>
                    <a:pt x="10" y="5"/>
                  </a:cubicBezTo>
                  <a:cubicBezTo>
                    <a:pt x="12" y="5"/>
                    <a:pt x="10" y="3"/>
                    <a:pt x="15" y="3"/>
                  </a:cubicBezTo>
                  <a:cubicBezTo>
                    <a:pt x="19" y="3"/>
                    <a:pt x="25" y="0"/>
                    <a:pt x="30" y="2"/>
                  </a:cubicBezTo>
                  <a:cubicBezTo>
                    <a:pt x="34" y="3"/>
                    <a:pt x="38" y="7"/>
                    <a:pt x="41" y="12"/>
                  </a:cubicBezTo>
                  <a:cubicBezTo>
                    <a:pt x="44" y="18"/>
                    <a:pt x="45" y="23"/>
                    <a:pt x="43" y="28"/>
                  </a:cubicBezTo>
                  <a:cubicBezTo>
                    <a:pt x="41" y="32"/>
                    <a:pt x="39" y="39"/>
                    <a:pt x="39" y="39"/>
                  </a:cubicBezTo>
                  <a:cubicBezTo>
                    <a:pt x="39" y="39"/>
                    <a:pt x="40" y="41"/>
                    <a:pt x="44" y="44"/>
                  </a:cubicBezTo>
                  <a:cubicBezTo>
                    <a:pt x="47" y="47"/>
                    <a:pt x="58" y="49"/>
                    <a:pt x="64" y="56"/>
                  </a:cubicBezTo>
                  <a:cubicBezTo>
                    <a:pt x="70" y="63"/>
                    <a:pt x="70" y="76"/>
                    <a:pt x="73" y="80"/>
                  </a:cubicBezTo>
                  <a:cubicBezTo>
                    <a:pt x="76" y="85"/>
                    <a:pt x="74" y="98"/>
                    <a:pt x="76" y="105"/>
                  </a:cubicBezTo>
                  <a:cubicBezTo>
                    <a:pt x="79" y="111"/>
                    <a:pt x="75" y="118"/>
                    <a:pt x="75" y="120"/>
                  </a:cubicBezTo>
                  <a:cubicBezTo>
                    <a:pt x="75" y="122"/>
                    <a:pt x="83" y="168"/>
                    <a:pt x="84" y="171"/>
                  </a:cubicBezTo>
                  <a:cubicBezTo>
                    <a:pt x="85" y="174"/>
                    <a:pt x="82" y="175"/>
                    <a:pt x="75" y="177"/>
                  </a:cubicBezTo>
                  <a:cubicBezTo>
                    <a:pt x="68" y="178"/>
                    <a:pt x="66" y="179"/>
                    <a:pt x="65" y="181"/>
                  </a:cubicBezTo>
                  <a:cubicBezTo>
                    <a:pt x="64" y="183"/>
                    <a:pt x="64" y="193"/>
                    <a:pt x="64" y="198"/>
                  </a:cubicBezTo>
                  <a:cubicBezTo>
                    <a:pt x="64" y="203"/>
                    <a:pt x="63" y="210"/>
                    <a:pt x="63" y="217"/>
                  </a:cubicBezTo>
                  <a:cubicBezTo>
                    <a:pt x="64" y="225"/>
                    <a:pt x="70" y="248"/>
                    <a:pt x="70" y="261"/>
                  </a:cubicBezTo>
                  <a:cubicBezTo>
                    <a:pt x="69" y="273"/>
                    <a:pt x="67" y="314"/>
                    <a:pt x="67" y="319"/>
                  </a:cubicBezTo>
                  <a:cubicBezTo>
                    <a:pt x="67" y="323"/>
                    <a:pt x="67" y="328"/>
                    <a:pt x="67" y="328"/>
                  </a:cubicBezTo>
                  <a:cubicBezTo>
                    <a:pt x="59" y="329"/>
                    <a:pt x="59" y="329"/>
                    <a:pt x="59" y="329"/>
                  </a:cubicBezTo>
                  <a:cubicBezTo>
                    <a:pt x="59" y="326"/>
                    <a:pt x="59" y="326"/>
                    <a:pt x="59" y="326"/>
                  </a:cubicBezTo>
                  <a:cubicBezTo>
                    <a:pt x="59" y="326"/>
                    <a:pt x="54" y="331"/>
                    <a:pt x="43" y="332"/>
                  </a:cubicBezTo>
                  <a:cubicBezTo>
                    <a:pt x="31" y="332"/>
                    <a:pt x="25" y="330"/>
                    <a:pt x="23" y="328"/>
                  </a:cubicBezTo>
                  <a:cubicBezTo>
                    <a:pt x="22" y="327"/>
                    <a:pt x="23" y="323"/>
                    <a:pt x="26" y="323"/>
                  </a:cubicBezTo>
                  <a:cubicBezTo>
                    <a:pt x="30" y="323"/>
                    <a:pt x="32" y="322"/>
                    <a:pt x="33" y="321"/>
                  </a:cubicBezTo>
                  <a:cubicBezTo>
                    <a:pt x="34" y="320"/>
                    <a:pt x="32" y="318"/>
                    <a:pt x="32" y="318"/>
                  </a:cubicBezTo>
                  <a:cubicBezTo>
                    <a:pt x="32" y="318"/>
                    <a:pt x="23" y="321"/>
                    <a:pt x="15" y="320"/>
                  </a:cubicBezTo>
                  <a:cubicBezTo>
                    <a:pt x="6" y="319"/>
                    <a:pt x="1" y="318"/>
                    <a:pt x="0" y="316"/>
                  </a:cubicBezTo>
                  <a:cubicBezTo>
                    <a:pt x="0" y="315"/>
                    <a:pt x="1" y="311"/>
                    <a:pt x="5" y="311"/>
                  </a:cubicBezTo>
                  <a:cubicBezTo>
                    <a:pt x="10" y="311"/>
                    <a:pt x="13" y="311"/>
                    <a:pt x="16" y="310"/>
                  </a:cubicBezTo>
                  <a:cubicBezTo>
                    <a:pt x="19" y="308"/>
                    <a:pt x="21" y="307"/>
                    <a:pt x="21" y="307"/>
                  </a:cubicBezTo>
                  <a:cubicBezTo>
                    <a:pt x="21" y="307"/>
                    <a:pt x="23" y="293"/>
                    <a:pt x="25" y="285"/>
                  </a:cubicBezTo>
                  <a:cubicBezTo>
                    <a:pt x="28" y="276"/>
                    <a:pt x="31" y="271"/>
                    <a:pt x="29" y="268"/>
                  </a:cubicBezTo>
                  <a:cubicBezTo>
                    <a:pt x="26" y="266"/>
                    <a:pt x="22" y="248"/>
                    <a:pt x="22" y="240"/>
                  </a:cubicBezTo>
                  <a:cubicBezTo>
                    <a:pt x="23" y="231"/>
                    <a:pt x="23" y="224"/>
                    <a:pt x="20" y="216"/>
                  </a:cubicBezTo>
                  <a:cubicBezTo>
                    <a:pt x="18" y="208"/>
                    <a:pt x="12" y="181"/>
                    <a:pt x="13" y="166"/>
                  </a:cubicBezTo>
                  <a:cubicBezTo>
                    <a:pt x="13" y="151"/>
                    <a:pt x="12" y="147"/>
                    <a:pt x="12" y="143"/>
                  </a:cubicBezTo>
                  <a:cubicBezTo>
                    <a:pt x="12" y="139"/>
                    <a:pt x="12" y="136"/>
                    <a:pt x="12" y="136"/>
                  </a:cubicBezTo>
                  <a:cubicBezTo>
                    <a:pt x="11" y="135"/>
                    <a:pt x="11" y="134"/>
                    <a:pt x="11" y="133"/>
                  </a:cubicBezTo>
                  <a:cubicBezTo>
                    <a:pt x="9" y="136"/>
                    <a:pt x="8" y="142"/>
                    <a:pt x="8" y="149"/>
                  </a:cubicBezTo>
                  <a:cubicBezTo>
                    <a:pt x="7" y="155"/>
                    <a:pt x="6" y="145"/>
                    <a:pt x="7" y="137"/>
                  </a:cubicBezTo>
                  <a:cubicBezTo>
                    <a:pt x="8" y="129"/>
                    <a:pt x="10" y="125"/>
                    <a:pt x="9" y="119"/>
                  </a:cubicBezTo>
                  <a:cubicBezTo>
                    <a:pt x="9" y="113"/>
                    <a:pt x="8" y="102"/>
                    <a:pt x="12" y="91"/>
                  </a:cubicBezTo>
                  <a:cubicBezTo>
                    <a:pt x="16" y="80"/>
                    <a:pt x="15" y="85"/>
                    <a:pt x="16" y="79"/>
                  </a:cubicBezTo>
                  <a:cubicBezTo>
                    <a:pt x="17" y="73"/>
                    <a:pt x="18" y="68"/>
                    <a:pt x="18" y="65"/>
                  </a:cubicBezTo>
                  <a:cubicBezTo>
                    <a:pt x="18" y="62"/>
                    <a:pt x="19" y="56"/>
                    <a:pt x="19" y="56"/>
                  </a:cubicBezTo>
                  <a:cubicBezTo>
                    <a:pt x="19" y="56"/>
                    <a:pt x="20" y="55"/>
                    <a:pt x="18" y="51"/>
                  </a:cubicBezTo>
                  <a:cubicBezTo>
                    <a:pt x="16" y="47"/>
                    <a:pt x="15" y="46"/>
                    <a:pt x="11" y="46"/>
                  </a:cubicBezTo>
                  <a:cubicBezTo>
                    <a:pt x="6" y="46"/>
                    <a:pt x="3" y="46"/>
                    <a:pt x="4" y="43"/>
                  </a:cubicBezTo>
                  <a:cubicBezTo>
                    <a:pt x="5" y="40"/>
                    <a:pt x="4" y="39"/>
                    <a:pt x="5" y="38"/>
                  </a:cubicBezTo>
                  <a:cubicBezTo>
                    <a:pt x="6" y="38"/>
                    <a:pt x="6" y="37"/>
                    <a:pt x="6" y="37"/>
                  </a:cubicBezTo>
                  <a:cubicBezTo>
                    <a:pt x="5" y="36"/>
                    <a:pt x="4" y="36"/>
                    <a:pt x="4" y="35"/>
                  </a:cubicBezTo>
                  <a:cubicBezTo>
                    <a:pt x="4" y="33"/>
                    <a:pt x="2" y="34"/>
                    <a:pt x="1" y="33"/>
                  </a:cubicBezTo>
                  <a:cubicBezTo>
                    <a:pt x="0" y="32"/>
                    <a:pt x="2" y="29"/>
                    <a:pt x="3" y="27"/>
                  </a:cubicBezTo>
                  <a:cubicBezTo>
                    <a:pt x="5" y="25"/>
                    <a:pt x="6" y="24"/>
                    <a:pt x="5" y="22"/>
                  </a:cubicBezTo>
                  <a:cubicBezTo>
                    <a:pt x="4" y="20"/>
                    <a:pt x="5" y="18"/>
                    <a:pt x="7" y="15"/>
                  </a:cubicBezTo>
                  <a:cubicBezTo>
                    <a:pt x="8" y="12"/>
                    <a:pt x="9" y="11"/>
                    <a:pt x="7" y="8"/>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3" name="Freeform 711"/>
            <p:cNvSpPr>
              <a:spLocks/>
            </p:cNvSpPr>
            <p:nvPr/>
          </p:nvSpPr>
          <p:spPr bwMode="auto">
            <a:xfrm>
              <a:off x="3708" y="618"/>
              <a:ext cx="57" cy="189"/>
            </a:xfrm>
            <a:custGeom>
              <a:avLst/>
              <a:gdLst>
                <a:gd name="T0" fmla="*/ 29 w 30"/>
                <a:gd name="T1" fmla="*/ 0 h 99"/>
                <a:gd name="T2" fmla="*/ 28 w 30"/>
                <a:gd name="T3" fmla="*/ 1 h 99"/>
                <a:gd name="T4" fmla="*/ 30 w 30"/>
                <a:gd name="T5" fmla="*/ 4 h 99"/>
                <a:gd name="T6" fmla="*/ 12 w 30"/>
                <a:gd name="T7" fmla="*/ 35 h 99"/>
                <a:gd name="T8" fmla="*/ 7 w 30"/>
                <a:gd name="T9" fmla="*/ 67 h 99"/>
                <a:gd name="T10" fmla="*/ 11 w 30"/>
                <a:gd name="T11" fmla="*/ 87 h 99"/>
                <a:gd name="T12" fmla="*/ 17 w 30"/>
                <a:gd name="T13" fmla="*/ 98 h 99"/>
                <a:gd name="T14" fmla="*/ 9 w 30"/>
                <a:gd name="T15" fmla="*/ 99 h 99"/>
                <a:gd name="T16" fmla="*/ 1 w 30"/>
                <a:gd name="T17" fmla="*/ 99 h 99"/>
                <a:gd name="T18" fmla="*/ 0 w 30"/>
                <a:gd name="T19" fmla="*/ 95 h 99"/>
                <a:gd name="T20" fmla="*/ 0 w 30"/>
                <a:gd name="T21" fmla="*/ 95 h 99"/>
                <a:gd name="T22" fmla="*/ 0 w 30"/>
                <a:gd name="T23" fmla="*/ 95 h 99"/>
                <a:gd name="T24" fmla="*/ 2 w 30"/>
                <a:gd name="T25" fmla="*/ 83 h 99"/>
                <a:gd name="T26" fmla="*/ 6 w 30"/>
                <a:gd name="T27" fmla="*/ 65 h 99"/>
                <a:gd name="T28" fmla="*/ 6 w 30"/>
                <a:gd name="T29" fmla="*/ 51 h 99"/>
                <a:gd name="T30" fmla="*/ 10 w 30"/>
                <a:gd name="T31" fmla="*/ 25 h 99"/>
                <a:gd name="T32" fmla="*/ 8 w 30"/>
                <a:gd name="T33" fmla="*/ 21 h 99"/>
                <a:gd name="T34" fmla="*/ 8 w 30"/>
                <a:gd name="T35" fmla="*/ 18 h 99"/>
                <a:gd name="T36" fmla="*/ 8 w 30"/>
                <a:gd name="T37" fmla="*/ 17 h 99"/>
                <a:gd name="T38" fmla="*/ 29 w 30"/>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 h="99">
                  <a:moveTo>
                    <a:pt x="29" y="0"/>
                  </a:moveTo>
                  <a:cubicBezTo>
                    <a:pt x="28" y="1"/>
                    <a:pt x="28" y="1"/>
                    <a:pt x="28" y="1"/>
                  </a:cubicBezTo>
                  <a:cubicBezTo>
                    <a:pt x="28" y="1"/>
                    <a:pt x="28" y="2"/>
                    <a:pt x="30" y="4"/>
                  </a:cubicBezTo>
                  <a:cubicBezTo>
                    <a:pt x="23" y="11"/>
                    <a:pt x="15" y="25"/>
                    <a:pt x="12" y="35"/>
                  </a:cubicBezTo>
                  <a:cubicBezTo>
                    <a:pt x="9" y="45"/>
                    <a:pt x="7" y="58"/>
                    <a:pt x="7" y="67"/>
                  </a:cubicBezTo>
                  <a:cubicBezTo>
                    <a:pt x="6" y="76"/>
                    <a:pt x="8" y="80"/>
                    <a:pt x="11" y="87"/>
                  </a:cubicBezTo>
                  <a:cubicBezTo>
                    <a:pt x="14" y="93"/>
                    <a:pt x="17" y="98"/>
                    <a:pt x="17" y="98"/>
                  </a:cubicBezTo>
                  <a:cubicBezTo>
                    <a:pt x="17" y="98"/>
                    <a:pt x="13" y="98"/>
                    <a:pt x="9" y="99"/>
                  </a:cubicBezTo>
                  <a:cubicBezTo>
                    <a:pt x="5" y="99"/>
                    <a:pt x="1" y="99"/>
                    <a:pt x="1" y="99"/>
                  </a:cubicBezTo>
                  <a:cubicBezTo>
                    <a:pt x="1" y="99"/>
                    <a:pt x="1" y="98"/>
                    <a:pt x="0" y="95"/>
                  </a:cubicBezTo>
                  <a:cubicBezTo>
                    <a:pt x="0" y="95"/>
                    <a:pt x="0" y="95"/>
                    <a:pt x="0" y="95"/>
                  </a:cubicBezTo>
                  <a:cubicBezTo>
                    <a:pt x="0" y="95"/>
                    <a:pt x="0" y="95"/>
                    <a:pt x="0" y="95"/>
                  </a:cubicBezTo>
                  <a:cubicBezTo>
                    <a:pt x="0" y="91"/>
                    <a:pt x="1" y="86"/>
                    <a:pt x="2" y="83"/>
                  </a:cubicBezTo>
                  <a:cubicBezTo>
                    <a:pt x="3" y="81"/>
                    <a:pt x="5" y="69"/>
                    <a:pt x="6" y="65"/>
                  </a:cubicBezTo>
                  <a:cubicBezTo>
                    <a:pt x="6" y="62"/>
                    <a:pt x="6" y="57"/>
                    <a:pt x="6" y="51"/>
                  </a:cubicBezTo>
                  <a:cubicBezTo>
                    <a:pt x="6" y="44"/>
                    <a:pt x="12" y="27"/>
                    <a:pt x="10" y="25"/>
                  </a:cubicBezTo>
                  <a:cubicBezTo>
                    <a:pt x="9" y="24"/>
                    <a:pt x="8" y="22"/>
                    <a:pt x="8" y="21"/>
                  </a:cubicBezTo>
                  <a:cubicBezTo>
                    <a:pt x="8" y="19"/>
                    <a:pt x="8" y="18"/>
                    <a:pt x="8" y="18"/>
                  </a:cubicBezTo>
                  <a:cubicBezTo>
                    <a:pt x="8" y="18"/>
                    <a:pt x="8" y="18"/>
                    <a:pt x="8" y="17"/>
                  </a:cubicBezTo>
                  <a:cubicBezTo>
                    <a:pt x="14" y="9"/>
                    <a:pt x="22" y="3"/>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4" name="Freeform 712"/>
            <p:cNvSpPr>
              <a:spLocks noEditPoints="1"/>
            </p:cNvSpPr>
            <p:nvPr/>
          </p:nvSpPr>
          <p:spPr bwMode="auto">
            <a:xfrm>
              <a:off x="1522" y="380"/>
              <a:ext cx="488" cy="1526"/>
            </a:xfrm>
            <a:custGeom>
              <a:avLst/>
              <a:gdLst>
                <a:gd name="T0" fmla="*/ 213 w 255"/>
                <a:gd name="T1" fmla="*/ 161 h 797"/>
                <a:gd name="T2" fmla="*/ 228 w 255"/>
                <a:gd name="T3" fmla="*/ 340 h 797"/>
                <a:gd name="T4" fmla="*/ 228 w 255"/>
                <a:gd name="T5" fmla="*/ 408 h 797"/>
                <a:gd name="T6" fmla="*/ 224 w 255"/>
                <a:gd name="T7" fmla="*/ 436 h 797"/>
                <a:gd name="T8" fmla="*/ 253 w 255"/>
                <a:gd name="T9" fmla="*/ 560 h 797"/>
                <a:gd name="T10" fmla="*/ 190 w 255"/>
                <a:gd name="T11" fmla="*/ 592 h 797"/>
                <a:gd name="T12" fmla="*/ 195 w 255"/>
                <a:gd name="T13" fmla="*/ 439 h 797"/>
                <a:gd name="T14" fmla="*/ 196 w 255"/>
                <a:gd name="T15" fmla="*/ 407 h 797"/>
                <a:gd name="T16" fmla="*/ 190 w 255"/>
                <a:gd name="T17" fmla="*/ 136 h 797"/>
                <a:gd name="T18" fmla="*/ 152 w 255"/>
                <a:gd name="T19" fmla="*/ 25 h 797"/>
                <a:gd name="T20" fmla="*/ 154 w 255"/>
                <a:gd name="T21" fmla="*/ 77 h 797"/>
                <a:gd name="T22" fmla="*/ 138 w 255"/>
                <a:gd name="T23" fmla="*/ 102 h 797"/>
                <a:gd name="T24" fmla="*/ 185 w 255"/>
                <a:gd name="T25" fmla="*/ 135 h 797"/>
                <a:gd name="T26" fmla="*/ 190 w 255"/>
                <a:gd name="T27" fmla="*/ 414 h 797"/>
                <a:gd name="T28" fmla="*/ 182 w 255"/>
                <a:gd name="T29" fmla="*/ 414 h 797"/>
                <a:gd name="T30" fmla="*/ 183 w 255"/>
                <a:gd name="T31" fmla="*/ 441 h 797"/>
                <a:gd name="T32" fmla="*/ 190 w 255"/>
                <a:gd name="T33" fmla="*/ 592 h 797"/>
                <a:gd name="T34" fmla="*/ 177 w 255"/>
                <a:gd name="T35" fmla="*/ 592 h 797"/>
                <a:gd name="T36" fmla="*/ 172 w 255"/>
                <a:gd name="T37" fmla="*/ 693 h 797"/>
                <a:gd name="T38" fmla="*/ 178 w 255"/>
                <a:gd name="T39" fmla="*/ 760 h 797"/>
                <a:gd name="T40" fmla="*/ 136 w 255"/>
                <a:gd name="T41" fmla="*/ 764 h 797"/>
                <a:gd name="T42" fmla="*/ 127 w 255"/>
                <a:gd name="T43" fmla="*/ 715 h 797"/>
                <a:gd name="T44" fmla="*/ 129 w 255"/>
                <a:gd name="T45" fmla="*/ 638 h 797"/>
                <a:gd name="T46" fmla="*/ 109 w 255"/>
                <a:gd name="T47" fmla="*/ 469 h 797"/>
                <a:gd name="T48" fmla="*/ 89 w 255"/>
                <a:gd name="T49" fmla="*/ 505 h 797"/>
                <a:gd name="T50" fmla="*/ 67 w 255"/>
                <a:gd name="T51" fmla="*/ 675 h 797"/>
                <a:gd name="T52" fmla="*/ 72 w 255"/>
                <a:gd name="T53" fmla="*/ 703 h 797"/>
                <a:gd name="T54" fmla="*/ 59 w 255"/>
                <a:gd name="T55" fmla="*/ 756 h 797"/>
                <a:gd name="T56" fmla="*/ 21 w 255"/>
                <a:gd name="T57" fmla="*/ 794 h 797"/>
                <a:gd name="T58" fmla="*/ 26 w 255"/>
                <a:gd name="T59" fmla="*/ 728 h 797"/>
                <a:gd name="T60" fmla="*/ 24 w 255"/>
                <a:gd name="T61" fmla="*/ 689 h 797"/>
                <a:gd name="T62" fmla="*/ 21 w 255"/>
                <a:gd name="T63" fmla="*/ 546 h 797"/>
                <a:gd name="T64" fmla="*/ 21 w 255"/>
                <a:gd name="T65" fmla="*/ 397 h 797"/>
                <a:gd name="T66" fmla="*/ 13 w 255"/>
                <a:gd name="T67" fmla="*/ 372 h 797"/>
                <a:gd name="T68" fmla="*/ 5 w 255"/>
                <a:gd name="T69" fmla="*/ 306 h 797"/>
                <a:gd name="T70" fmla="*/ 15 w 255"/>
                <a:gd name="T71" fmla="*/ 176 h 797"/>
                <a:gd name="T72" fmla="*/ 86 w 255"/>
                <a:gd name="T73" fmla="*/ 120 h 797"/>
                <a:gd name="T74" fmla="*/ 88 w 255"/>
                <a:gd name="T75" fmla="*/ 81 h 797"/>
                <a:gd name="T76" fmla="*/ 78 w 255"/>
                <a:gd name="T77" fmla="*/ 55 h 797"/>
                <a:gd name="T78" fmla="*/ 82 w 255"/>
                <a:gd name="T79" fmla="*/ 25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5" h="797">
                  <a:moveTo>
                    <a:pt x="190" y="136"/>
                  </a:moveTo>
                  <a:cubicBezTo>
                    <a:pt x="203" y="140"/>
                    <a:pt x="212" y="144"/>
                    <a:pt x="213" y="161"/>
                  </a:cubicBezTo>
                  <a:cubicBezTo>
                    <a:pt x="213" y="180"/>
                    <a:pt x="215" y="218"/>
                    <a:pt x="218" y="244"/>
                  </a:cubicBezTo>
                  <a:cubicBezTo>
                    <a:pt x="220" y="269"/>
                    <a:pt x="228" y="323"/>
                    <a:pt x="228" y="340"/>
                  </a:cubicBezTo>
                  <a:cubicBezTo>
                    <a:pt x="229" y="357"/>
                    <a:pt x="231" y="394"/>
                    <a:pt x="230" y="398"/>
                  </a:cubicBezTo>
                  <a:cubicBezTo>
                    <a:pt x="230" y="402"/>
                    <a:pt x="226" y="401"/>
                    <a:pt x="228" y="408"/>
                  </a:cubicBezTo>
                  <a:cubicBezTo>
                    <a:pt x="229" y="415"/>
                    <a:pt x="229" y="421"/>
                    <a:pt x="226" y="426"/>
                  </a:cubicBezTo>
                  <a:cubicBezTo>
                    <a:pt x="222" y="430"/>
                    <a:pt x="224" y="436"/>
                    <a:pt x="224" y="436"/>
                  </a:cubicBezTo>
                  <a:cubicBezTo>
                    <a:pt x="255" y="435"/>
                    <a:pt x="255" y="435"/>
                    <a:pt x="255" y="435"/>
                  </a:cubicBezTo>
                  <a:cubicBezTo>
                    <a:pt x="253" y="560"/>
                    <a:pt x="253" y="560"/>
                    <a:pt x="253" y="560"/>
                  </a:cubicBezTo>
                  <a:cubicBezTo>
                    <a:pt x="203" y="598"/>
                    <a:pt x="203" y="598"/>
                    <a:pt x="203" y="598"/>
                  </a:cubicBezTo>
                  <a:cubicBezTo>
                    <a:pt x="203" y="598"/>
                    <a:pt x="196" y="593"/>
                    <a:pt x="190" y="592"/>
                  </a:cubicBezTo>
                  <a:cubicBezTo>
                    <a:pt x="190" y="440"/>
                    <a:pt x="190" y="440"/>
                    <a:pt x="190" y="440"/>
                  </a:cubicBezTo>
                  <a:cubicBezTo>
                    <a:pt x="195" y="439"/>
                    <a:pt x="195" y="439"/>
                    <a:pt x="195" y="439"/>
                  </a:cubicBezTo>
                  <a:cubicBezTo>
                    <a:pt x="195" y="439"/>
                    <a:pt x="194" y="430"/>
                    <a:pt x="196" y="424"/>
                  </a:cubicBezTo>
                  <a:cubicBezTo>
                    <a:pt x="197" y="419"/>
                    <a:pt x="197" y="413"/>
                    <a:pt x="196" y="407"/>
                  </a:cubicBezTo>
                  <a:cubicBezTo>
                    <a:pt x="196" y="407"/>
                    <a:pt x="194" y="413"/>
                    <a:pt x="190" y="414"/>
                  </a:cubicBezTo>
                  <a:lnTo>
                    <a:pt x="190" y="136"/>
                  </a:lnTo>
                  <a:close/>
                  <a:moveTo>
                    <a:pt x="120" y="0"/>
                  </a:moveTo>
                  <a:cubicBezTo>
                    <a:pt x="134" y="0"/>
                    <a:pt x="150" y="10"/>
                    <a:pt x="152" y="25"/>
                  </a:cubicBezTo>
                  <a:cubicBezTo>
                    <a:pt x="154" y="39"/>
                    <a:pt x="153" y="60"/>
                    <a:pt x="153" y="60"/>
                  </a:cubicBezTo>
                  <a:cubicBezTo>
                    <a:pt x="153" y="60"/>
                    <a:pt x="157" y="69"/>
                    <a:pt x="154" y="77"/>
                  </a:cubicBezTo>
                  <a:cubicBezTo>
                    <a:pt x="150" y="85"/>
                    <a:pt x="141" y="83"/>
                    <a:pt x="141" y="83"/>
                  </a:cubicBezTo>
                  <a:cubicBezTo>
                    <a:pt x="141" y="83"/>
                    <a:pt x="138" y="95"/>
                    <a:pt x="138" y="102"/>
                  </a:cubicBezTo>
                  <a:cubicBezTo>
                    <a:pt x="138" y="109"/>
                    <a:pt x="139" y="113"/>
                    <a:pt x="144" y="118"/>
                  </a:cubicBezTo>
                  <a:cubicBezTo>
                    <a:pt x="149" y="122"/>
                    <a:pt x="169" y="130"/>
                    <a:pt x="185" y="135"/>
                  </a:cubicBezTo>
                  <a:cubicBezTo>
                    <a:pt x="186" y="135"/>
                    <a:pt x="188" y="136"/>
                    <a:pt x="190" y="136"/>
                  </a:cubicBezTo>
                  <a:cubicBezTo>
                    <a:pt x="190" y="414"/>
                    <a:pt x="190" y="414"/>
                    <a:pt x="190" y="414"/>
                  </a:cubicBezTo>
                  <a:cubicBezTo>
                    <a:pt x="189" y="414"/>
                    <a:pt x="189" y="414"/>
                    <a:pt x="189" y="414"/>
                  </a:cubicBezTo>
                  <a:cubicBezTo>
                    <a:pt x="184" y="414"/>
                    <a:pt x="182" y="414"/>
                    <a:pt x="182" y="414"/>
                  </a:cubicBezTo>
                  <a:cubicBezTo>
                    <a:pt x="182" y="414"/>
                    <a:pt x="184" y="422"/>
                    <a:pt x="184" y="428"/>
                  </a:cubicBezTo>
                  <a:cubicBezTo>
                    <a:pt x="184" y="434"/>
                    <a:pt x="183" y="441"/>
                    <a:pt x="183" y="441"/>
                  </a:cubicBezTo>
                  <a:cubicBezTo>
                    <a:pt x="190" y="440"/>
                    <a:pt x="190" y="440"/>
                    <a:pt x="190" y="440"/>
                  </a:cubicBezTo>
                  <a:cubicBezTo>
                    <a:pt x="190" y="592"/>
                    <a:pt x="190" y="592"/>
                    <a:pt x="190" y="592"/>
                  </a:cubicBezTo>
                  <a:cubicBezTo>
                    <a:pt x="189" y="592"/>
                    <a:pt x="189" y="592"/>
                    <a:pt x="188" y="592"/>
                  </a:cubicBezTo>
                  <a:cubicBezTo>
                    <a:pt x="181" y="592"/>
                    <a:pt x="177" y="592"/>
                    <a:pt x="177" y="592"/>
                  </a:cubicBezTo>
                  <a:cubicBezTo>
                    <a:pt x="177" y="592"/>
                    <a:pt x="179" y="629"/>
                    <a:pt x="179" y="644"/>
                  </a:cubicBezTo>
                  <a:cubicBezTo>
                    <a:pt x="179" y="659"/>
                    <a:pt x="178" y="682"/>
                    <a:pt x="172" y="693"/>
                  </a:cubicBezTo>
                  <a:cubicBezTo>
                    <a:pt x="165" y="703"/>
                    <a:pt x="164" y="707"/>
                    <a:pt x="164" y="716"/>
                  </a:cubicBezTo>
                  <a:cubicBezTo>
                    <a:pt x="164" y="726"/>
                    <a:pt x="178" y="751"/>
                    <a:pt x="178" y="760"/>
                  </a:cubicBezTo>
                  <a:cubicBezTo>
                    <a:pt x="177" y="768"/>
                    <a:pt x="175" y="782"/>
                    <a:pt x="161" y="781"/>
                  </a:cubicBezTo>
                  <a:cubicBezTo>
                    <a:pt x="147" y="781"/>
                    <a:pt x="136" y="775"/>
                    <a:pt x="136" y="764"/>
                  </a:cubicBezTo>
                  <a:cubicBezTo>
                    <a:pt x="136" y="752"/>
                    <a:pt x="138" y="745"/>
                    <a:pt x="133" y="740"/>
                  </a:cubicBezTo>
                  <a:cubicBezTo>
                    <a:pt x="128" y="736"/>
                    <a:pt x="135" y="726"/>
                    <a:pt x="127" y="715"/>
                  </a:cubicBezTo>
                  <a:cubicBezTo>
                    <a:pt x="119" y="703"/>
                    <a:pt x="128" y="702"/>
                    <a:pt x="126" y="692"/>
                  </a:cubicBezTo>
                  <a:cubicBezTo>
                    <a:pt x="124" y="682"/>
                    <a:pt x="128" y="650"/>
                    <a:pt x="129" y="638"/>
                  </a:cubicBezTo>
                  <a:cubicBezTo>
                    <a:pt x="129" y="625"/>
                    <a:pt x="127" y="611"/>
                    <a:pt x="121" y="557"/>
                  </a:cubicBezTo>
                  <a:cubicBezTo>
                    <a:pt x="114" y="504"/>
                    <a:pt x="111" y="481"/>
                    <a:pt x="109" y="469"/>
                  </a:cubicBezTo>
                  <a:cubicBezTo>
                    <a:pt x="107" y="457"/>
                    <a:pt x="104" y="443"/>
                    <a:pt x="104" y="443"/>
                  </a:cubicBezTo>
                  <a:cubicBezTo>
                    <a:pt x="104" y="443"/>
                    <a:pt x="96" y="493"/>
                    <a:pt x="89" y="505"/>
                  </a:cubicBezTo>
                  <a:cubicBezTo>
                    <a:pt x="82" y="518"/>
                    <a:pt x="75" y="580"/>
                    <a:pt x="73" y="598"/>
                  </a:cubicBezTo>
                  <a:cubicBezTo>
                    <a:pt x="71" y="616"/>
                    <a:pt x="72" y="669"/>
                    <a:pt x="67" y="675"/>
                  </a:cubicBezTo>
                  <a:cubicBezTo>
                    <a:pt x="63" y="680"/>
                    <a:pt x="61" y="688"/>
                    <a:pt x="61" y="688"/>
                  </a:cubicBezTo>
                  <a:cubicBezTo>
                    <a:pt x="61" y="688"/>
                    <a:pt x="72" y="694"/>
                    <a:pt x="72" y="703"/>
                  </a:cubicBezTo>
                  <a:cubicBezTo>
                    <a:pt x="72" y="713"/>
                    <a:pt x="64" y="720"/>
                    <a:pt x="64" y="731"/>
                  </a:cubicBezTo>
                  <a:cubicBezTo>
                    <a:pt x="65" y="743"/>
                    <a:pt x="64" y="753"/>
                    <a:pt x="59" y="756"/>
                  </a:cubicBezTo>
                  <a:cubicBezTo>
                    <a:pt x="54" y="758"/>
                    <a:pt x="55" y="778"/>
                    <a:pt x="49" y="785"/>
                  </a:cubicBezTo>
                  <a:cubicBezTo>
                    <a:pt x="43" y="792"/>
                    <a:pt x="33" y="797"/>
                    <a:pt x="21" y="794"/>
                  </a:cubicBezTo>
                  <a:cubicBezTo>
                    <a:pt x="9" y="790"/>
                    <a:pt x="9" y="774"/>
                    <a:pt x="15" y="759"/>
                  </a:cubicBezTo>
                  <a:cubicBezTo>
                    <a:pt x="21" y="744"/>
                    <a:pt x="28" y="734"/>
                    <a:pt x="26" y="728"/>
                  </a:cubicBezTo>
                  <a:cubicBezTo>
                    <a:pt x="24" y="722"/>
                    <a:pt x="22" y="713"/>
                    <a:pt x="28" y="707"/>
                  </a:cubicBezTo>
                  <a:cubicBezTo>
                    <a:pt x="34" y="701"/>
                    <a:pt x="27" y="694"/>
                    <a:pt x="24" y="689"/>
                  </a:cubicBezTo>
                  <a:cubicBezTo>
                    <a:pt x="20" y="684"/>
                    <a:pt x="21" y="660"/>
                    <a:pt x="20" y="647"/>
                  </a:cubicBezTo>
                  <a:cubicBezTo>
                    <a:pt x="20" y="634"/>
                    <a:pt x="21" y="570"/>
                    <a:pt x="21" y="546"/>
                  </a:cubicBezTo>
                  <a:cubicBezTo>
                    <a:pt x="20" y="522"/>
                    <a:pt x="18" y="451"/>
                    <a:pt x="21" y="432"/>
                  </a:cubicBezTo>
                  <a:cubicBezTo>
                    <a:pt x="24" y="412"/>
                    <a:pt x="21" y="397"/>
                    <a:pt x="21" y="397"/>
                  </a:cubicBezTo>
                  <a:cubicBezTo>
                    <a:pt x="21" y="397"/>
                    <a:pt x="14" y="401"/>
                    <a:pt x="14" y="394"/>
                  </a:cubicBezTo>
                  <a:cubicBezTo>
                    <a:pt x="14" y="386"/>
                    <a:pt x="17" y="385"/>
                    <a:pt x="13" y="372"/>
                  </a:cubicBezTo>
                  <a:cubicBezTo>
                    <a:pt x="10" y="359"/>
                    <a:pt x="9" y="347"/>
                    <a:pt x="5" y="337"/>
                  </a:cubicBezTo>
                  <a:cubicBezTo>
                    <a:pt x="1" y="327"/>
                    <a:pt x="0" y="311"/>
                    <a:pt x="5" y="306"/>
                  </a:cubicBezTo>
                  <a:cubicBezTo>
                    <a:pt x="10" y="300"/>
                    <a:pt x="3" y="272"/>
                    <a:pt x="7" y="250"/>
                  </a:cubicBezTo>
                  <a:cubicBezTo>
                    <a:pt x="12" y="229"/>
                    <a:pt x="15" y="195"/>
                    <a:pt x="15" y="176"/>
                  </a:cubicBezTo>
                  <a:cubicBezTo>
                    <a:pt x="15" y="158"/>
                    <a:pt x="16" y="144"/>
                    <a:pt x="40" y="138"/>
                  </a:cubicBezTo>
                  <a:cubicBezTo>
                    <a:pt x="64" y="132"/>
                    <a:pt x="82" y="125"/>
                    <a:pt x="86" y="120"/>
                  </a:cubicBezTo>
                  <a:cubicBezTo>
                    <a:pt x="89" y="115"/>
                    <a:pt x="90" y="102"/>
                    <a:pt x="89" y="96"/>
                  </a:cubicBezTo>
                  <a:cubicBezTo>
                    <a:pt x="89" y="90"/>
                    <a:pt x="88" y="85"/>
                    <a:pt x="88" y="81"/>
                  </a:cubicBezTo>
                  <a:cubicBezTo>
                    <a:pt x="88" y="78"/>
                    <a:pt x="81" y="83"/>
                    <a:pt x="80" y="77"/>
                  </a:cubicBezTo>
                  <a:cubicBezTo>
                    <a:pt x="78" y="70"/>
                    <a:pt x="77" y="56"/>
                    <a:pt x="78" y="55"/>
                  </a:cubicBezTo>
                  <a:cubicBezTo>
                    <a:pt x="79" y="54"/>
                    <a:pt x="80" y="54"/>
                    <a:pt x="82" y="54"/>
                  </a:cubicBezTo>
                  <a:cubicBezTo>
                    <a:pt x="81" y="52"/>
                    <a:pt x="81" y="39"/>
                    <a:pt x="82" y="25"/>
                  </a:cubicBezTo>
                  <a:cubicBezTo>
                    <a:pt x="83" y="12"/>
                    <a:pt x="96" y="1"/>
                    <a:pt x="120" y="0"/>
                  </a:cubicBez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5" name="Freeform 713"/>
            <p:cNvSpPr>
              <a:spLocks/>
            </p:cNvSpPr>
            <p:nvPr/>
          </p:nvSpPr>
          <p:spPr bwMode="auto">
            <a:xfrm>
              <a:off x="1545" y="1068"/>
              <a:ext cx="52" cy="51"/>
            </a:xfrm>
            <a:custGeom>
              <a:avLst/>
              <a:gdLst>
                <a:gd name="T0" fmla="*/ 6 w 27"/>
                <a:gd name="T1" fmla="*/ 27 h 27"/>
                <a:gd name="T2" fmla="*/ 6 w 27"/>
                <a:gd name="T3" fmla="*/ 8 h 27"/>
                <a:gd name="T4" fmla="*/ 27 w 27"/>
                <a:gd name="T5" fmla="*/ 6 h 27"/>
                <a:gd name="T6" fmla="*/ 11 w 27"/>
                <a:gd name="T7" fmla="*/ 11 h 27"/>
                <a:gd name="T8" fmla="*/ 6 w 27"/>
                <a:gd name="T9" fmla="*/ 27 h 27"/>
              </a:gdLst>
              <a:ahLst/>
              <a:cxnLst>
                <a:cxn ang="0">
                  <a:pos x="T0" y="T1"/>
                </a:cxn>
                <a:cxn ang="0">
                  <a:pos x="T2" y="T3"/>
                </a:cxn>
                <a:cxn ang="0">
                  <a:pos x="T4" y="T5"/>
                </a:cxn>
                <a:cxn ang="0">
                  <a:pos x="T6" y="T7"/>
                </a:cxn>
                <a:cxn ang="0">
                  <a:pos x="T8" y="T9"/>
                </a:cxn>
              </a:cxnLst>
              <a:rect l="0" t="0" r="r" b="b"/>
              <a:pathLst>
                <a:path w="27" h="27">
                  <a:moveTo>
                    <a:pt x="6" y="27"/>
                  </a:moveTo>
                  <a:cubicBezTo>
                    <a:pt x="6" y="27"/>
                    <a:pt x="0" y="16"/>
                    <a:pt x="6" y="8"/>
                  </a:cubicBezTo>
                  <a:cubicBezTo>
                    <a:pt x="12" y="0"/>
                    <a:pt x="27" y="6"/>
                    <a:pt x="27" y="6"/>
                  </a:cubicBezTo>
                  <a:cubicBezTo>
                    <a:pt x="27" y="6"/>
                    <a:pt x="17" y="6"/>
                    <a:pt x="11" y="11"/>
                  </a:cubicBezTo>
                  <a:cubicBezTo>
                    <a:pt x="5" y="15"/>
                    <a:pt x="7" y="18"/>
                    <a:pt x="6"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6" name="Freeform 714"/>
            <p:cNvSpPr>
              <a:spLocks/>
            </p:cNvSpPr>
            <p:nvPr/>
          </p:nvSpPr>
          <p:spPr bwMode="auto">
            <a:xfrm>
              <a:off x="1897" y="1135"/>
              <a:ext cx="61" cy="21"/>
            </a:xfrm>
            <a:custGeom>
              <a:avLst/>
              <a:gdLst>
                <a:gd name="T0" fmla="*/ 0 w 32"/>
                <a:gd name="T1" fmla="*/ 11 h 11"/>
                <a:gd name="T2" fmla="*/ 14 w 32"/>
                <a:gd name="T3" fmla="*/ 0 h 11"/>
                <a:gd name="T4" fmla="*/ 32 w 32"/>
                <a:gd name="T5" fmla="*/ 11 h 11"/>
                <a:gd name="T6" fmla="*/ 14 w 32"/>
                <a:gd name="T7" fmla="*/ 6 h 11"/>
                <a:gd name="T8" fmla="*/ 0 w 32"/>
                <a:gd name="T9" fmla="*/ 11 h 11"/>
              </a:gdLst>
              <a:ahLst/>
              <a:cxnLst>
                <a:cxn ang="0">
                  <a:pos x="T0" y="T1"/>
                </a:cxn>
                <a:cxn ang="0">
                  <a:pos x="T2" y="T3"/>
                </a:cxn>
                <a:cxn ang="0">
                  <a:pos x="T4" y="T5"/>
                </a:cxn>
                <a:cxn ang="0">
                  <a:pos x="T6" y="T7"/>
                </a:cxn>
                <a:cxn ang="0">
                  <a:pos x="T8" y="T9"/>
                </a:cxn>
              </a:cxnLst>
              <a:rect l="0" t="0" r="r" b="b"/>
              <a:pathLst>
                <a:path w="32" h="11">
                  <a:moveTo>
                    <a:pt x="0" y="11"/>
                  </a:moveTo>
                  <a:cubicBezTo>
                    <a:pt x="0" y="11"/>
                    <a:pt x="0" y="0"/>
                    <a:pt x="14" y="0"/>
                  </a:cubicBezTo>
                  <a:cubicBezTo>
                    <a:pt x="29" y="0"/>
                    <a:pt x="32" y="11"/>
                    <a:pt x="32" y="11"/>
                  </a:cubicBezTo>
                  <a:cubicBezTo>
                    <a:pt x="32" y="11"/>
                    <a:pt x="24" y="5"/>
                    <a:pt x="14" y="6"/>
                  </a:cubicBezTo>
                  <a:cubicBezTo>
                    <a:pt x="4" y="6"/>
                    <a:pt x="4" y="6"/>
                    <a:pt x="0"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7" name="Freeform 715"/>
            <p:cNvSpPr>
              <a:spLocks/>
            </p:cNvSpPr>
            <p:nvPr/>
          </p:nvSpPr>
          <p:spPr bwMode="auto">
            <a:xfrm>
              <a:off x="1631" y="591"/>
              <a:ext cx="163" cy="427"/>
            </a:xfrm>
            <a:custGeom>
              <a:avLst/>
              <a:gdLst>
                <a:gd name="T0" fmla="*/ 82 w 85"/>
                <a:gd name="T1" fmla="*/ 0 h 223"/>
                <a:gd name="T2" fmla="*/ 85 w 85"/>
                <a:gd name="T3" fmla="*/ 6 h 223"/>
                <a:gd name="T4" fmla="*/ 73 w 85"/>
                <a:gd name="T5" fmla="*/ 104 h 223"/>
                <a:gd name="T6" fmla="*/ 77 w 85"/>
                <a:gd name="T7" fmla="*/ 222 h 223"/>
                <a:gd name="T8" fmla="*/ 54 w 85"/>
                <a:gd name="T9" fmla="*/ 223 h 223"/>
                <a:gd name="T10" fmla="*/ 0 w 85"/>
                <a:gd name="T11" fmla="*/ 212 h 223"/>
                <a:gd name="T12" fmla="*/ 11 w 85"/>
                <a:gd name="T13" fmla="*/ 187 h 223"/>
                <a:gd name="T14" fmla="*/ 27 w 85"/>
                <a:gd name="T15" fmla="*/ 59 h 223"/>
                <a:gd name="T16" fmla="*/ 27 w 85"/>
                <a:gd name="T17" fmla="*/ 12 h 223"/>
                <a:gd name="T18" fmla="*/ 29 w 85"/>
                <a:gd name="T19" fmla="*/ 10 h 223"/>
                <a:gd name="T20" fmla="*/ 31 w 85"/>
                <a:gd name="T21" fmla="*/ 3 h 223"/>
                <a:gd name="T22" fmla="*/ 58 w 85"/>
                <a:gd name="T23" fmla="*/ 25 h 223"/>
                <a:gd name="T24" fmla="*/ 82 w 85"/>
                <a:gd name="T25"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 h="223">
                  <a:moveTo>
                    <a:pt x="82" y="0"/>
                  </a:moveTo>
                  <a:cubicBezTo>
                    <a:pt x="82" y="2"/>
                    <a:pt x="83" y="4"/>
                    <a:pt x="85" y="6"/>
                  </a:cubicBezTo>
                  <a:cubicBezTo>
                    <a:pt x="82" y="22"/>
                    <a:pt x="76" y="69"/>
                    <a:pt x="73" y="104"/>
                  </a:cubicBezTo>
                  <a:cubicBezTo>
                    <a:pt x="70" y="145"/>
                    <a:pt x="77" y="222"/>
                    <a:pt x="77" y="222"/>
                  </a:cubicBezTo>
                  <a:cubicBezTo>
                    <a:pt x="77" y="222"/>
                    <a:pt x="72" y="223"/>
                    <a:pt x="54" y="223"/>
                  </a:cubicBezTo>
                  <a:cubicBezTo>
                    <a:pt x="36" y="223"/>
                    <a:pt x="0" y="212"/>
                    <a:pt x="0" y="212"/>
                  </a:cubicBezTo>
                  <a:cubicBezTo>
                    <a:pt x="0" y="212"/>
                    <a:pt x="6" y="201"/>
                    <a:pt x="11" y="187"/>
                  </a:cubicBezTo>
                  <a:cubicBezTo>
                    <a:pt x="16" y="172"/>
                    <a:pt x="25" y="111"/>
                    <a:pt x="27" y="59"/>
                  </a:cubicBezTo>
                  <a:cubicBezTo>
                    <a:pt x="28" y="33"/>
                    <a:pt x="28" y="19"/>
                    <a:pt x="27" y="12"/>
                  </a:cubicBezTo>
                  <a:cubicBezTo>
                    <a:pt x="28" y="11"/>
                    <a:pt x="28" y="11"/>
                    <a:pt x="29" y="10"/>
                  </a:cubicBezTo>
                  <a:cubicBezTo>
                    <a:pt x="30" y="8"/>
                    <a:pt x="31" y="6"/>
                    <a:pt x="31" y="3"/>
                  </a:cubicBezTo>
                  <a:cubicBezTo>
                    <a:pt x="37" y="14"/>
                    <a:pt x="50" y="25"/>
                    <a:pt x="58" y="25"/>
                  </a:cubicBezTo>
                  <a:cubicBezTo>
                    <a:pt x="66" y="25"/>
                    <a:pt x="77" y="9"/>
                    <a:pt x="8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8" name="Freeform 716"/>
            <p:cNvSpPr>
              <a:spLocks/>
            </p:cNvSpPr>
            <p:nvPr/>
          </p:nvSpPr>
          <p:spPr bwMode="auto">
            <a:xfrm>
              <a:off x="1706" y="643"/>
              <a:ext cx="67" cy="419"/>
            </a:xfrm>
            <a:custGeom>
              <a:avLst/>
              <a:gdLst>
                <a:gd name="T0" fmla="*/ 0 w 35"/>
                <a:gd name="T1" fmla="*/ 10 h 219"/>
                <a:gd name="T2" fmla="*/ 17 w 35"/>
                <a:gd name="T3" fmla="*/ 0 h 219"/>
                <a:gd name="T4" fmla="*/ 35 w 35"/>
                <a:gd name="T5" fmla="*/ 10 h 219"/>
                <a:gd name="T6" fmla="*/ 24 w 35"/>
                <a:gd name="T7" fmla="*/ 15 h 219"/>
                <a:gd name="T8" fmla="*/ 28 w 35"/>
                <a:gd name="T9" fmla="*/ 91 h 219"/>
                <a:gd name="T10" fmla="*/ 27 w 35"/>
                <a:gd name="T11" fmla="*/ 201 h 219"/>
                <a:gd name="T12" fmla="*/ 13 w 35"/>
                <a:gd name="T13" fmla="*/ 202 h 219"/>
                <a:gd name="T14" fmla="*/ 12 w 35"/>
                <a:gd name="T15" fmla="*/ 75 h 219"/>
                <a:gd name="T16" fmla="*/ 13 w 35"/>
                <a:gd name="T17" fmla="*/ 16 h 219"/>
                <a:gd name="T18" fmla="*/ 0 w 35"/>
                <a:gd name="T19" fmla="*/ 1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219">
                  <a:moveTo>
                    <a:pt x="0" y="10"/>
                  </a:moveTo>
                  <a:cubicBezTo>
                    <a:pt x="0" y="10"/>
                    <a:pt x="7" y="0"/>
                    <a:pt x="17" y="0"/>
                  </a:cubicBezTo>
                  <a:cubicBezTo>
                    <a:pt x="28" y="0"/>
                    <a:pt x="35" y="10"/>
                    <a:pt x="35" y="10"/>
                  </a:cubicBezTo>
                  <a:cubicBezTo>
                    <a:pt x="35" y="10"/>
                    <a:pt x="23" y="7"/>
                    <a:pt x="24" y="15"/>
                  </a:cubicBezTo>
                  <a:cubicBezTo>
                    <a:pt x="24" y="23"/>
                    <a:pt x="28" y="64"/>
                    <a:pt x="28" y="91"/>
                  </a:cubicBezTo>
                  <a:cubicBezTo>
                    <a:pt x="28" y="118"/>
                    <a:pt x="30" y="188"/>
                    <a:pt x="27" y="201"/>
                  </a:cubicBezTo>
                  <a:cubicBezTo>
                    <a:pt x="24" y="214"/>
                    <a:pt x="15" y="219"/>
                    <a:pt x="13" y="202"/>
                  </a:cubicBezTo>
                  <a:cubicBezTo>
                    <a:pt x="11" y="185"/>
                    <a:pt x="11" y="93"/>
                    <a:pt x="12" y="75"/>
                  </a:cubicBezTo>
                  <a:cubicBezTo>
                    <a:pt x="12" y="58"/>
                    <a:pt x="15" y="21"/>
                    <a:pt x="13" y="16"/>
                  </a:cubicBezTo>
                  <a:cubicBezTo>
                    <a:pt x="11" y="11"/>
                    <a:pt x="6" y="7"/>
                    <a:pt x="0" y="10"/>
                  </a:cubicBez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59" name="Freeform 717"/>
            <p:cNvSpPr>
              <a:spLocks/>
            </p:cNvSpPr>
            <p:nvPr/>
          </p:nvSpPr>
          <p:spPr bwMode="auto">
            <a:xfrm>
              <a:off x="2285" y="438"/>
              <a:ext cx="295" cy="1191"/>
            </a:xfrm>
            <a:custGeom>
              <a:avLst/>
              <a:gdLst>
                <a:gd name="T0" fmla="*/ 97 w 154"/>
                <a:gd name="T1" fmla="*/ 12 h 622"/>
                <a:gd name="T2" fmla="*/ 114 w 154"/>
                <a:gd name="T3" fmla="*/ 72 h 622"/>
                <a:gd name="T4" fmla="*/ 132 w 154"/>
                <a:gd name="T5" fmla="*/ 101 h 622"/>
                <a:gd name="T6" fmla="*/ 150 w 154"/>
                <a:gd name="T7" fmla="*/ 146 h 622"/>
                <a:gd name="T8" fmla="*/ 131 w 154"/>
                <a:gd name="T9" fmla="*/ 208 h 622"/>
                <a:gd name="T10" fmla="*/ 138 w 154"/>
                <a:gd name="T11" fmla="*/ 241 h 622"/>
                <a:gd name="T12" fmla="*/ 142 w 154"/>
                <a:gd name="T13" fmla="*/ 287 h 622"/>
                <a:gd name="T14" fmla="*/ 135 w 154"/>
                <a:gd name="T15" fmla="*/ 387 h 622"/>
                <a:gd name="T16" fmla="*/ 125 w 154"/>
                <a:gd name="T17" fmla="*/ 457 h 622"/>
                <a:gd name="T18" fmla="*/ 108 w 154"/>
                <a:gd name="T19" fmla="*/ 560 h 622"/>
                <a:gd name="T20" fmla="*/ 110 w 154"/>
                <a:gd name="T21" fmla="*/ 592 h 622"/>
                <a:gd name="T22" fmla="*/ 79 w 154"/>
                <a:gd name="T23" fmla="*/ 622 h 622"/>
                <a:gd name="T24" fmla="*/ 82 w 154"/>
                <a:gd name="T25" fmla="*/ 588 h 622"/>
                <a:gd name="T26" fmla="*/ 90 w 154"/>
                <a:gd name="T27" fmla="*/ 524 h 622"/>
                <a:gd name="T28" fmla="*/ 89 w 154"/>
                <a:gd name="T29" fmla="*/ 457 h 622"/>
                <a:gd name="T30" fmla="*/ 62 w 154"/>
                <a:gd name="T31" fmla="*/ 475 h 622"/>
                <a:gd name="T32" fmla="*/ 63 w 154"/>
                <a:gd name="T33" fmla="*/ 564 h 622"/>
                <a:gd name="T34" fmla="*/ 64 w 154"/>
                <a:gd name="T35" fmla="*/ 607 h 622"/>
                <a:gd name="T36" fmla="*/ 57 w 154"/>
                <a:gd name="T37" fmla="*/ 612 h 622"/>
                <a:gd name="T38" fmla="*/ 58 w 154"/>
                <a:gd name="T39" fmla="*/ 594 h 622"/>
                <a:gd name="T40" fmla="*/ 38 w 154"/>
                <a:gd name="T41" fmla="*/ 620 h 622"/>
                <a:gd name="T42" fmla="*/ 23 w 154"/>
                <a:gd name="T43" fmla="*/ 605 h 622"/>
                <a:gd name="T44" fmla="*/ 40 w 154"/>
                <a:gd name="T45" fmla="*/ 556 h 622"/>
                <a:gd name="T46" fmla="*/ 25 w 154"/>
                <a:gd name="T47" fmla="*/ 452 h 622"/>
                <a:gd name="T48" fmla="*/ 14 w 154"/>
                <a:gd name="T49" fmla="*/ 407 h 622"/>
                <a:gd name="T50" fmla="*/ 19 w 154"/>
                <a:gd name="T51" fmla="*/ 293 h 622"/>
                <a:gd name="T52" fmla="*/ 21 w 154"/>
                <a:gd name="T53" fmla="*/ 250 h 622"/>
                <a:gd name="T54" fmla="*/ 4 w 154"/>
                <a:gd name="T55" fmla="*/ 221 h 622"/>
                <a:gd name="T56" fmla="*/ 2 w 154"/>
                <a:gd name="T57" fmla="*/ 197 h 622"/>
                <a:gd name="T58" fmla="*/ 21 w 154"/>
                <a:gd name="T59" fmla="*/ 127 h 622"/>
                <a:gd name="T60" fmla="*/ 40 w 154"/>
                <a:gd name="T61" fmla="*/ 101 h 622"/>
                <a:gd name="T62" fmla="*/ 44 w 154"/>
                <a:gd name="T63" fmla="*/ 3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 h="622">
                  <a:moveTo>
                    <a:pt x="81" y="9"/>
                  </a:moveTo>
                  <a:cubicBezTo>
                    <a:pt x="81" y="9"/>
                    <a:pt x="92" y="6"/>
                    <a:pt x="97" y="12"/>
                  </a:cubicBezTo>
                  <a:cubicBezTo>
                    <a:pt x="102" y="19"/>
                    <a:pt x="107" y="34"/>
                    <a:pt x="108" y="42"/>
                  </a:cubicBezTo>
                  <a:cubicBezTo>
                    <a:pt x="110" y="49"/>
                    <a:pt x="109" y="69"/>
                    <a:pt x="114" y="72"/>
                  </a:cubicBezTo>
                  <a:cubicBezTo>
                    <a:pt x="123" y="78"/>
                    <a:pt x="113" y="88"/>
                    <a:pt x="121" y="90"/>
                  </a:cubicBezTo>
                  <a:cubicBezTo>
                    <a:pt x="129" y="92"/>
                    <a:pt x="132" y="101"/>
                    <a:pt x="132" y="101"/>
                  </a:cubicBezTo>
                  <a:cubicBezTo>
                    <a:pt x="132" y="101"/>
                    <a:pt x="148" y="98"/>
                    <a:pt x="151" y="107"/>
                  </a:cubicBezTo>
                  <a:cubicBezTo>
                    <a:pt x="154" y="115"/>
                    <a:pt x="151" y="138"/>
                    <a:pt x="150" y="146"/>
                  </a:cubicBezTo>
                  <a:cubicBezTo>
                    <a:pt x="150" y="153"/>
                    <a:pt x="138" y="190"/>
                    <a:pt x="138" y="196"/>
                  </a:cubicBezTo>
                  <a:cubicBezTo>
                    <a:pt x="137" y="203"/>
                    <a:pt x="131" y="208"/>
                    <a:pt x="131" y="208"/>
                  </a:cubicBezTo>
                  <a:cubicBezTo>
                    <a:pt x="131" y="208"/>
                    <a:pt x="131" y="218"/>
                    <a:pt x="134" y="228"/>
                  </a:cubicBezTo>
                  <a:cubicBezTo>
                    <a:pt x="138" y="238"/>
                    <a:pt x="138" y="241"/>
                    <a:pt x="138" y="241"/>
                  </a:cubicBezTo>
                  <a:cubicBezTo>
                    <a:pt x="138" y="241"/>
                    <a:pt x="143" y="264"/>
                    <a:pt x="146" y="274"/>
                  </a:cubicBezTo>
                  <a:cubicBezTo>
                    <a:pt x="148" y="284"/>
                    <a:pt x="148" y="285"/>
                    <a:pt x="142" y="287"/>
                  </a:cubicBezTo>
                  <a:cubicBezTo>
                    <a:pt x="137" y="289"/>
                    <a:pt x="133" y="293"/>
                    <a:pt x="133" y="304"/>
                  </a:cubicBezTo>
                  <a:cubicBezTo>
                    <a:pt x="133" y="314"/>
                    <a:pt x="139" y="351"/>
                    <a:pt x="135" y="387"/>
                  </a:cubicBezTo>
                  <a:cubicBezTo>
                    <a:pt x="131" y="422"/>
                    <a:pt x="130" y="457"/>
                    <a:pt x="130" y="457"/>
                  </a:cubicBezTo>
                  <a:cubicBezTo>
                    <a:pt x="125" y="457"/>
                    <a:pt x="125" y="457"/>
                    <a:pt x="125" y="457"/>
                  </a:cubicBezTo>
                  <a:cubicBezTo>
                    <a:pt x="125" y="457"/>
                    <a:pt x="127" y="485"/>
                    <a:pt x="121" y="508"/>
                  </a:cubicBezTo>
                  <a:cubicBezTo>
                    <a:pt x="114" y="532"/>
                    <a:pt x="108" y="553"/>
                    <a:pt x="108" y="560"/>
                  </a:cubicBezTo>
                  <a:cubicBezTo>
                    <a:pt x="108" y="566"/>
                    <a:pt x="108" y="570"/>
                    <a:pt x="109" y="573"/>
                  </a:cubicBezTo>
                  <a:cubicBezTo>
                    <a:pt x="111" y="577"/>
                    <a:pt x="114" y="584"/>
                    <a:pt x="110" y="592"/>
                  </a:cubicBezTo>
                  <a:cubicBezTo>
                    <a:pt x="106" y="600"/>
                    <a:pt x="105" y="607"/>
                    <a:pt x="105" y="612"/>
                  </a:cubicBezTo>
                  <a:cubicBezTo>
                    <a:pt x="105" y="617"/>
                    <a:pt x="91" y="622"/>
                    <a:pt x="79" y="622"/>
                  </a:cubicBezTo>
                  <a:cubicBezTo>
                    <a:pt x="68" y="621"/>
                    <a:pt x="69" y="613"/>
                    <a:pt x="72" y="608"/>
                  </a:cubicBezTo>
                  <a:cubicBezTo>
                    <a:pt x="75" y="603"/>
                    <a:pt x="80" y="597"/>
                    <a:pt x="82" y="588"/>
                  </a:cubicBezTo>
                  <a:cubicBezTo>
                    <a:pt x="85" y="579"/>
                    <a:pt x="83" y="573"/>
                    <a:pt x="86" y="564"/>
                  </a:cubicBezTo>
                  <a:cubicBezTo>
                    <a:pt x="88" y="555"/>
                    <a:pt x="90" y="547"/>
                    <a:pt x="90" y="524"/>
                  </a:cubicBezTo>
                  <a:cubicBezTo>
                    <a:pt x="90" y="501"/>
                    <a:pt x="90" y="492"/>
                    <a:pt x="90" y="477"/>
                  </a:cubicBezTo>
                  <a:cubicBezTo>
                    <a:pt x="90" y="463"/>
                    <a:pt x="89" y="457"/>
                    <a:pt x="89" y="457"/>
                  </a:cubicBezTo>
                  <a:cubicBezTo>
                    <a:pt x="57" y="454"/>
                    <a:pt x="57" y="454"/>
                    <a:pt x="57" y="454"/>
                  </a:cubicBezTo>
                  <a:cubicBezTo>
                    <a:pt x="57" y="454"/>
                    <a:pt x="60" y="466"/>
                    <a:pt x="62" y="475"/>
                  </a:cubicBezTo>
                  <a:cubicBezTo>
                    <a:pt x="64" y="484"/>
                    <a:pt x="63" y="504"/>
                    <a:pt x="62" y="523"/>
                  </a:cubicBezTo>
                  <a:cubicBezTo>
                    <a:pt x="61" y="541"/>
                    <a:pt x="60" y="560"/>
                    <a:pt x="63" y="564"/>
                  </a:cubicBezTo>
                  <a:cubicBezTo>
                    <a:pt x="66" y="567"/>
                    <a:pt x="71" y="577"/>
                    <a:pt x="68" y="585"/>
                  </a:cubicBezTo>
                  <a:cubicBezTo>
                    <a:pt x="66" y="594"/>
                    <a:pt x="63" y="603"/>
                    <a:pt x="64" y="607"/>
                  </a:cubicBezTo>
                  <a:cubicBezTo>
                    <a:pt x="64" y="612"/>
                    <a:pt x="63" y="612"/>
                    <a:pt x="63" y="612"/>
                  </a:cubicBezTo>
                  <a:cubicBezTo>
                    <a:pt x="57" y="612"/>
                    <a:pt x="57" y="612"/>
                    <a:pt x="57" y="612"/>
                  </a:cubicBezTo>
                  <a:cubicBezTo>
                    <a:pt x="57" y="612"/>
                    <a:pt x="59" y="604"/>
                    <a:pt x="59" y="600"/>
                  </a:cubicBezTo>
                  <a:cubicBezTo>
                    <a:pt x="59" y="596"/>
                    <a:pt x="58" y="594"/>
                    <a:pt x="58" y="594"/>
                  </a:cubicBezTo>
                  <a:cubicBezTo>
                    <a:pt x="58" y="594"/>
                    <a:pt x="52" y="603"/>
                    <a:pt x="50" y="607"/>
                  </a:cubicBezTo>
                  <a:cubicBezTo>
                    <a:pt x="49" y="611"/>
                    <a:pt x="50" y="619"/>
                    <a:pt x="38" y="620"/>
                  </a:cubicBezTo>
                  <a:cubicBezTo>
                    <a:pt x="25" y="620"/>
                    <a:pt x="16" y="621"/>
                    <a:pt x="15" y="617"/>
                  </a:cubicBezTo>
                  <a:cubicBezTo>
                    <a:pt x="14" y="612"/>
                    <a:pt x="16" y="610"/>
                    <a:pt x="23" y="605"/>
                  </a:cubicBezTo>
                  <a:cubicBezTo>
                    <a:pt x="30" y="600"/>
                    <a:pt x="34" y="592"/>
                    <a:pt x="38" y="585"/>
                  </a:cubicBezTo>
                  <a:cubicBezTo>
                    <a:pt x="42" y="579"/>
                    <a:pt x="43" y="568"/>
                    <a:pt x="40" y="556"/>
                  </a:cubicBezTo>
                  <a:cubicBezTo>
                    <a:pt x="38" y="544"/>
                    <a:pt x="25" y="495"/>
                    <a:pt x="25" y="480"/>
                  </a:cubicBezTo>
                  <a:cubicBezTo>
                    <a:pt x="24" y="465"/>
                    <a:pt x="25" y="452"/>
                    <a:pt x="25" y="452"/>
                  </a:cubicBezTo>
                  <a:cubicBezTo>
                    <a:pt x="25" y="452"/>
                    <a:pt x="17" y="452"/>
                    <a:pt x="14" y="452"/>
                  </a:cubicBezTo>
                  <a:cubicBezTo>
                    <a:pt x="12" y="452"/>
                    <a:pt x="14" y="426"/>
                    <a:pt x="14" y="407"/>
                  </a:cubicBezTo>
                  <a:cubicBezTo>
                    <a:pt x="14" y="388"/>
                    <a:pt x="16" y="320"/>
                    <a:pt x="17" y="310"/>
                  </a:cubicBezTo>
                  <a:cubicBezTo>
                    <a:pt x="19" y="300"/>
                    <a:pt x="19" y="293"/>
                    <a:pt x="19" y="293"/>
                  </a:cubicBezTo>
                  <a:cubicBezTo>
                    <a:pt x="19" y="293"/>
                    <a:pt x="14" y="295"/>
                    <a:pt x="15" y="289"/>
                  </a:cubicBezTo>
                  <a:cubicBezTo>
                    <a:pt x="16" y="282"/>
                    <a:pt x="21" y="259"/>
                    <a:pt x="21" y="250"/>
                  </a:cubicBezTo>
                  <a:cubicBezTo>
                    <a:pt x="21" y="242"/>
                    <a:pt x="20" y="233"/>
                    <a:pt x="20" y="233"/>
                  </a:cubicBezTo>
                  <a:cubicBezTo>
                    <a:pt x="20" y="233"/>
                    <a:pt x="4" y="231"/>
                    <a:pt x="4" y="221"/>
                  </a:cubicBezTo>
                  <a:cubicBezTo>
                    <a:pt x="4" y="211"/>
                    <a:pt x="3" y="211"/>
                    <a:pt x="2" y="208"/>
                  </a:cubicBezTo>
                  <a:cubicBezTo>
                    <a:pt x="1" y="205"/>
                    <a:pt x="0" y="203"/>
                    <a:pt x="2" y="197"/>
                  </a:cubicBezTo>
                  <a:cubicBezTo>
                    <a:pt x="4" y="191"/>
                    <a:pt x="8" y="185"/>
                    <a:pt x="11" y="169"/>
                  </a:cubicBezTo>
                  <a:cubicBezTo>
                    <a:pt x="15" y="152"/>
                    <a:pt x="21" y="134"/>
                    <a:pt x="21" y="127"/>
                  </a:cubicBezTo>
                  <a:cubicBezTo>
                    <a:pt x="21" y="120"/>
                    <a:pt x="24" y="119"/>
                    <a:pt x="32" y="115"/>
                  </a:cubicBezTo>
                  <a:cubicBezTo>
                    <a:pt x="40" y="112"/>
                    <a:pt x="32" y="109"/>
                    <a:pt x="40" y="101"/>
                  </a:cubicBezTo>
                  <a:cubicBezTo>
                    <a:pt x="49" y="93"/>
                    <a:pt x="35" y="89"/>
                    <a:pt x="41" y="75"/>
                  </a:cubicBezTo>
                  <a:cubicBezTo>
                    <a:pt x="48" y="61"/>
                    <a:pt x="42" y="41"/>
                    <a:pt x="44" y="30"/>
                  </a:cubicBezTo>
                  <a:cubicBezTo>
                    <a:pt x="46" y="20"/>
                    <a:pt x="58" y="0"/>
                    <a:pt x="81" y="9"/>
                  </a:cubicBezTo>
                  <a:close/>
                </a:path>
              </a:pathLst>
            </a:custGeom>
            <a:solidFill>
              <a:srgbClr val="73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0" name="Freeform 718"/>
            <p:cNvSpPr>
              <a:spLocks/>
            </p:cNvSpPr>
            <p:nvPr/>
          </p:nvSpPr>
          <p:spPr bwMode="auto">
            <a:xfrm>
              <a:off x="2389" y="606"/>
              <a:ext cx="89" cy="184"/>
            </a:xfrm>
            <a:custGeom>
              <a:avLst/>
              <a:gdLst>
                <a:gd name="T0" fmla="*/ 12 w 47"/>
                <a:gd name="T1" fmla="*/ 6 h 96"/>
                <a:gd name="T2" fmla="*/ 0 w 47"/>
                <a:gd name="T3" fmla="*/ 22 h 96"/>
                <a:gd name="T4" fmla="*/ 6 w 47"/>
                <a:gd name="T5" fmla="*/ 29 h 96"/>
                <a:gd name="T6" fmla="*/ 7 w 47"/>
                <a:gd name="T7" fmla="*/ 50 h 96"/>
                <a:gd name="T8" fmla="*/ 8 w 47"/>
                <a:gd name="T9" fmla="*/ 88 h 96"/>
                <a:gd name="T10" fmla="*/ 9 w 47"/>
                <a:gd name="T11" fmla="*/ 96 h 96"/>
                <a:gd name="T12" fmla="*/ 18 w 47"/>
                <a:gd name="T13" fmla="*/ 65 h 96"/>
                <a:gd name="T14" fmla="*/ 36 w 47"/>
                <a:gd name="T15" fmla="*/ 26 h 96"/>
                <a:gd name="T16" fmla="*/ 47 w 47"/>
                <a:gd name="T17" fmla="*/ 7 h 96"/>
                <a:gd name="T18" fmla="*/ 43 w 47"/>
                <a:gd name="T19" fmla="*/ 0 h 96"/>
                <a:gd name="T20" fmla="*/ 31 w 47"/>
                <a:gd name="T21" fmla="*/ 11 h 96"/>
                <a:gd name="T22" fmla="*/ 21 w 47"/>
                <a:gd name="T23" fmla="*/ 17 h 96"/>
                <a:gd name="T24" fmla="*/ 27 w 47"/>
                <a:gd name="T25" fmla="*/ 31 h 96"/>
                <a:gd name="T26" fmla="*/ 19 w 47"/>
                <a:gd name="T27" fmla="*/ 48 h 96"/>
                <a:gd name="T28" fmla="*/ 18 w 47"/>
                <a:gd name="T29" fmla="*/ 32 h 96"/>
                <a:gd name="T30" fmla="*/ 12 w 47"/>
                <a:gd name="T31" fmla="*/ 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96">
                  <a:moveTo>
                    <a:pt x="12" y="6"/>
                  </a:moveTo>
                  <a:cubicBezTo>
                    <a:pt x="0" y="22"/>
                    <a:pt x="0" y="22"/>
                    <a:pt x="0" y="22"/>
                  </a:cubicBezTo>
                  <a:cubicBezTo>
                    <a:pt x="0" y="22"/>
                    <a:pt x="4" y="28"/>
                    <a:pt x="6" y="29"/>
                  </a:cubicBezTo>
                  <a:cubicBezTo>
                    <a:pt x="8" y="30"/>
                    <a:pt x="7" y="39"/>
                    <a:pt x="7" y="50"/>
                  </a:cubicBezTo>
                  <a:cubicBezTo>
                    <a:pt x="7" y="61"/>
                    <a:pt x="7" y="84"/>
                    <a:pt x="8" y="88"/>
                  </a:cubicBezTo>
                  <a:cubicBezTo>
                    <a:pt x="8" y="93"/>
                    <a:pt x="9" y="96"/>
                    <a:pt x="9" y="96"/>
                  </a:cubicBezTo>
                  <a:cubicBezTo>
                    <a:pt x="9" y="96"/>
                    <a:pt x="15" y="78"/>
                    <a:pt x="18" y="65"/>
                  </a:cubicBezTo>
                  <a:cubicBezTo>
                    <a:pt x="22" y="51"/>
                    <a:pt x="30" y="35"/>
                    <a:pt x="36" y="26"/>
                  </a:cubicBezTo>
                  <a:cubicBezTo>
                    <a:pt x="41" y="17"/>
                    <a:pt x="47" y="7"/>
                    <a:pt x="47" y="7"/>
                  </a:cubicBezTo>
                  <a:cubicBezTo>
                    <a:pt x="43" y="0"/>
                    <a:pt x="43" y="0"/>
                    <a:pt x="43" y="0"/>
                  </a:cubicBezTo>
                  <a:cubicBezTo>
                    <a:pt x="43" y="0"/>
                    <a:pt x="36" y="6"/>
                    <a:pt x="31" y="11"/>
                  </a:cubicBezTo>
                  <a:cubicBezTo>
                    <a:pt x="26" y="15"/>
                    <a:pt x="21" y="17"/>
                    <a:pt x="21" y="17"/>
                  </a:cubicBezTo>
                  <a:cubicBezTo>
                    <a:pt x="21" y="17"/>
                    <a:pt x="31" y="23"/>
                    <a:pt x="27" y="31"/>
                  </a:cubicBezTo>
                  <a:cubicBezTo>
                    <a:pt x="24" y="39"/>
                    <a:pt x="20" y="40"/>
                    <a:pt x="19" y="48"/>
                  </a:cubicBezTo>
                  <a:cubicBezTo>
                    <a:pt x="17" y="56"/>
                    <a:pt x="20" y="39"/>
                    <a:pt x="18" y="32"/>
                  </a:cubicBezTo>
                  <a:cubicBezTo>
                    <a:pt x="15" y="25"/>
                    <a:pt x="9" y="29"/>
                    <a:pt x="12"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1" name="Freeform 719"/>
            <p:cNvSpPr>
              <a:spLocks/>
            </p:cNvSpPr>
            <p:nvPr/>
          </p:nvSpPr>
          <p:spPr bwMode="auto">
            <a:xfrm>
              <a:off x="2389" y="884"/>
              <a:ext cx="13" cy="19"/>
            </a:xfrm>
            <a:custGeom>
              <a:avLst/>
              <a:gdLst>
                <a:gd name="T0" fmla="*/ 9 w 13"/>
                <a:gd name="T1" fmla="*/ 0 h 19"/>
                <a:gd name="T2" fmla="*/ 0 w 13"/>
                <a:gd name="T3" fmla="*/ 19 h 19"/>
                <a:gd name="T4" fmla="*/ 13 w 13"/>
                <a:gd name="T5" fmla="*/ 19 h 19"/>
                <a:gd name="T6" fmla="*/ 9 w 13"/>
                <a:gd name="T7" fmla="*/ 0 h 19"/>
              </a:gdLst>
              <a:ahLst/>
              <a:cxnLst>
                <a:cxn ang="0">
                  <a:pos x="T0" y="T1"/>
                </a:cxn>
                <a:cxn ang="0">
                  <a:pos x="T2" y="T3"/>
                </a:cxn>
                <a:cxn ang="0">
                  <a:pos x="T4" y="T5"/>
                </a:cxn>
                <a:cxn ang="0">
                  <a:pos x="T6" y="T7"/>
                </a:cxn>
              </a:cxnLst>
              <a:rect l="0" t="0" r="r" b="b"/>
              <a:pathLst>
                <a:path w="13" h="19">
                  <a:moveTo>
                    <a:pt x="9" y="0"/>
                  </a:moveTo>
                  <a:lnTo>
                    <a:pt x="0" y="19"/>
                  </a:lnTo>
                  <a:lnTo>
                    <a:pt x="13" y="19"/>
                  </a:lnTo>
                  <a:lnTo>
                    <a:pt x="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2" name="Freeform 720"/>
            <p:cNvSpPr>
              <a:spLocks/>
            </p:cNvSpPr>
            <p:nvPr/>
          </p:nvSpPr>
          <p:spPr bwMode="auto">
            <a:xfrm>
              <a:off x="3480" y="541"/>
              <a:ext cx="163" cy="645"/>
            </a:xfrm>
            <a:custGeom>
              <a:avLst/>
              <a:gdLst>
                <a:gd name="T0" fmla="*/ 49 w 85"/>
                <a:gd name="T1" fmla="*/ 0 h 337"/>
                <a:gd name="T2" fmla="*/ 35 w 85"/>
                <a:gd name="T3" fmla="*/ 19 h 337"/>
                <a:gd name="T4" fmla="*/ 37 w 85"/>
                <a:gd name="T5" fmla="*/ 31 h 337"/>
                <a:gd name="T6" fmla="*/ 39 w 85"/>
                <a:gd name="T7" fmla="*/ 38 h 337"/>
                <a:gd name="T8" fmla="*/ 41 w 85"/>
                <a:gd name="T9" fmla="*/ 43 h 337"/>
                <a:gd name="T10" fmla="*/ 39 w 85"/>
                <a:gd name="T11" fmla="*/ 46 h 337"/>
                <a:gd name="T12" fmla="*/ 34 w 85"/>
                <a:gd name="T13" fmla="*/ 50 h 337"/>
                <a:gd name="T14" fmla="*/ 25 w 85"/>
                <a:gd name="T15" fmla="*/ 54 h 337"/>
                <a:gd name="T16" fmla="*/ 13 w 85"/>
                <a:gd name="T17" fmla="*/ 60 h 337"/>
                <a:gd name="T18" fmla="*/ 11 w 85"/>
                <a:gd name="T19" fmla="*/ 70 h 337"/>
                <a:gd name="T20" fmla="*/ 9 w 85"/>
                <a:gd name="T21" fmla="*/ 81 h 337"/>
                <a:gd name="T22" fmla="*/ 5 w 85"/>
                <a:gd name="T23" fmla="*/ 111 h 337"/>
                <a:gd name="T24" fmla="*/ 20 w 85"/>
                <a:gd name="T25" fmla="*/ 117 h 337"/>
                <a:gd name="T26" fmla="*/ 18 w 85"/>
                <a:gd name="T27" fmla="*/ 128 h 337"/>
                <a:gd name="T28" fmla="*/ 17 w 85"/>
                <a:gd name="T29" fmla="*/ 141 h 337"/>
                <a:gd name="T30" fmla="*/ 18 w 85"/>
                <a:gd name="T31" fmla="*/ 179 h 337"/>
                <a:gd name="T32" fmla="*/ 18 w 85"/>
                <a:gd name="T33" fmla="*/ 218 h 337"/>
                <a:gd name="T34" fmla="*/ 29 w 85"/>
                <a:gd name="T35" fmla="*/ 220 h 337"/>
                <a:gd name="T36" fmla="*/ 33 w 85"/>
                <a:gd name="T37" fmla="*/ 220 h 337"/>
                <a:gd name="T38" fmla="*/ 34 w 85"/>
                <a:gd name="T39" fmla="*/ 233 h 337"/>
                <a:gd name="T40" fmla="*/ 35 w 85"/>
                <a:gd name="T41" fmla="*/ 270 h 337"/>
                <a:gd name="T42" fmla="*/ 38 w 85"/>
                <a:gd name="T43" fmla="*/ 300 h 337"/>
                <a:gd name="T44" fmla="*/ 33 w 85"/>
                <a:gd name="T45" fmla="*/ 322 h 337"/>
                <a:gd name="T46" fmla="*/ 27 w 85"/>
                <a:gd name="T47" fmla="*/ 330 h 337"/>
                <a:gd name="T48" fmla="*/ 26 w 85"/>
                <a:gd name="T49" fmla="*/ 334 h 337"/>
                <a:gd name="T50" fmla="*/ 42 w 85"/>
                <a:gd name="T51" fmla="*/ 333 h 337"/>
                <a:gd name="T52" fmla="*/ 45 w 85"/>
                <a:gd name="T53" fmla="*/ 324 h 337"/>
                <a:gd name="T54" fmla="*/ 49 w 85"/>
                <a:gd name="T55" fmla="*/ 318 h 337"/>
                <a:gd name="T56" fmla="*/ 49 w 85"/>
                <a:gd name="T57" fmla="*/ 321 h 337"/>
                <a:gd name="T58" fmla="*/ 45 w 85"/>
                <a:gd name="T59" fmla="*/ 331 h 337"/>
                <a:gd name="T60" fmla="*/ 49 w 85"/>
                <a:gd name="T61" fmla="*/ 337 h 337"/>
                <a:gd name="T62" fmla="*/ 62 w 85"/>
                <a:gd name="T63" fmla="*/ 332 h 337"/>
                <a:gd name="T64" fmla="*/ 64 w 85"/>
                <a:gd name="T65" fmla="*/ 317 h 337"/>
                <a:gd name="T66" fmla="*/ 64 w 85"/>
                <a:gd name="T67" fmla="*/ 304 h 337"/>
                <a:gd name="T68" fmla="*/ 68 w 85"/>
                <a:gd name="T69" fmla="*/ 275 h 337"/>
                <a:gd name="T70" fmla="*/ 72 w 85"/>
                <a:gd name="T71" fmla="*/ 239 h 337"/>
                <a:gd name="T72" fmla="*/ 71 w 85"/>
                <a:gd name="T73" fmla="*/ 222 h 337"/>
                <a:gd name="T74" fmla="*/ 71 w 85"/>
                <a:gd name="T75" fmla="*/ 217 h 337"/>
                <a:gd name="T76" fmla="*/ 81 w 85"/>
                <a:gd name="T77" fmla="*/ 215 h 337"/>
                <a:gd name="T78" fmla="*/ 80 w 85"/>
                <a:gd name="T79" fmla="*/ 183 h 337"/>
                <a:gd name="T80" fmla="*/ 78 w 85"/>
                <a:gd name="T81" fmla="*/ 153 h 337"/>
                <a:gd name="T82" fmla="*/ 77 w 85"/>
                <a:gd name="T83" fmla="*/ 142 h 337"/>
                <a:gd name="T84" fmla="*/ 77 w 85"/>
                <a:gd name="T85" fmla="*/ 135 h 337"/>
                <a:gd name="T86" fmla="*/ 76 w 85"/>
                <a:gd name="T87" fmla="*/ 125 h 337"/>
                <a:gd name="T88" fmla="*/ 83 w 85"/>
                <a:gd name="T89" fmla="*/ 119 h 337"/>
                <a:gd name="T90" fmla="*/ 85 w 85"/>
                <a:gd name="T91" fmla="*/ 89 h 337"/>
                <a:gd name="T92" fmla="*/ 84 w 85"/>
                <a:gd name="T93" fmla="*/ 64 h 337"/>
                <a:gd name="T94" fmla="*/ 80 w 85"/>
                <a:gd name="T95" fmla="*/ 58 h 337"/>
                <a:gd name="T96" fmla="*/ 68 w 85"/>
                <a:gd name="T97" fmla="*/ 55 h 337"/>
                <a:gd name="T98" fmla="*/ 60 w 85"/>
                <a:gd name="T99" fmla="*/ 47 h 337"/>
                <a:gd name="T100" fmla="*/ 57 w 85"/>
                <a:gd name="T101" fmla="*/ 41 h 337"/>
                <a:gd name="T102" fmla="*/ 61 w 85"/>
                <a:gd name="T103" fmla="*/ 32 h 337"/>
                <a:gd name="T104" fmla="*/ 63 w 85"/>
                <a:gd name="T105" fmla="*/ 19 h 337"/>
                <a:gd name="T106" fmla="*/ 49 w 85"/>
                <a:gd name="T10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5" h="337">
                  <a:moveTo>
                    <a:pt x="49" y="0"/>
                  </a:moveTo>
                  <a:cubicBezTo>
                    <a:pt x="38" y="0"/>
                    <a:pt x="35" y="9"/>
                    <a:pt x="35" y="19"/>
                  </a:cubicBezTo>
                  <a:cubicBezTo>
                    <a:pt x="32" y="19"/>
                    <a:pt x="34" y="31"/>
                    <a:pt x="37" y="31"/>
                  </a:cubicBezTo>
                  <a:cubicBezTo>
                    <a:pt x="37" y="32"/>
                    <a:pt x="38" y="37"/>
                    <a:pt x="39" y="38"/>
                  </a:cubicBezTo>
                  <a:cubicBezTo>
                    <a:pt x="41" y="39"/>
                    <a:pt x="41" y="40"/>
                    <a:pt x="41" y="43"/>
                  </a:cubicBezTo>
                  <a:cubicBezTo>
                    <a:pt x="41" y="45"/>
                    <a:pt x="39" y="46"/>
                    <a:pt x="39" y="46"/>
                  </a:cubicBezTo>
                  <a:cubicBezTo>
                    <a:pt x="39" y="46"/>
                    <a:pt x="35" y="47"/>
                    <a:pt x="34" y="50"/>
                  </a:cubicBezTo>
                  <a:cubicBezTo>
                    <a:pt x="34" y="52"/>
                    <a:pt x="30" y="54"/>
                    <a:pt x="25" y="54"/>
                  </a:cubicBezTo>
                  <a:cubicBezTo>
                    <a:pt x="21" y="54"/>
                    <a:pt x="13" y="57"/>
                    <a:pt x="13" y="60"/>
                  </a:cubicBezTo>
                  <a:cubicBezTo>
                    <a:pt x="13" y="63"/>
                    <a:pt x="13" y="70"/>
                    <a:pt x="11" y="70"/>
                  </a:cubicBezTo>
                  <a:cubicBezTo>
                    <a:pt x="10" y="69"/>
                    <a:pt x="10" y="75"/>
                    <a:pt x="9" y="81"/>
                  </a:cubicBezTo>
                  <a:cubicBezTo>
                    <a:pt x="7" y="87"/>
                    <a:pt x="0" y="106"/>
                    <a:pt x="5" y="111"/>
                  </a:cubicBezTo>
                  <a:cubicBezTo>
                    <a:pt x="9" y="117"/>
                    <a:pt x="20" y="117"/>
                    <a:pt x="20" y="117"/>
                  </a:cubicBezTo>
                  <a:cubicBezTo>
                    <a:pt x="20" y="117"/>
                    <a:pt x="19" y="120"/>
                    <a:pt x="18" y="128"/>
                  </a:cubicBezTo>
                  <a:cubicBezTo>
                    <a:pt x="17" y="135"/>
                    <a:pt x="16" y="141"/>
                    <a:pt x="17" y="141"/>
                  </a:cubicBezTo>
                  <a:cubicBezTo>
                    <a:pt x="19" y="141"/>
                    <a:pt x="18" y="166"/>
                    <a:pt x="18" y="179"/>
                  </a:cubicBezTo>
                  <a:cubicBezTo>
                    <a:pt x="18" y="192"/>
                    <a:pt x="18" y="215"/>
                    <a:pt x="18" y="218"/>
                  </a:cubicBezTo>
                  <a:cubicBezTo>
                    <a:pt x="18" y="220"/>
                    <a:pt x="26" y="220"/>
                    <a:pt x="29" y="220"/>
                  </a:cubicBezTo>
                  <a:cubicBezTo>
                    <a:pt x="31" y="220"/>
                    <a:pt x="33" y="220"/>
                    <a:pt x="33" y="220"/>
                  </a:cubicBezTo>
                  <a:cubicBezTo>
                    <a:pt x="33" y="220"/>
                    <a:pt x="34" y="227"/>
                    <a:pt x="34" y="233"/>
                  </a:cubicBezTo>
                  <a:cubicBezTo>
                    <a:pt x="35" y="238"/>
                    <a:pt x="35" y="264"/>
                    <a:pt x="35" y="270"/>
                  </a:cubicBezTo>
                  <a:cubicBezTo>
                    <a:pt x="36" y="276"/>
                    <a:pt x="38" y="291"/>
                    <a:pt x="38" y="300"/>
                  </a:cubicBezTo>
                  <a:cubicBezTo>
                    <a:pt x="38" y="308"/>
                    <a:pt x="36" y="317"/>
                    <a:pt x="33" y="322"/>
                  </a:cubicBezTo>
                  <a:cubicBezTo>
                    <a:pt x="30" y="326"/>
                    <a:pt x="29" y="328"/>
                    <a:pt x="27" y="330"/>
                  </a:cubicBezTo>
                  <a:cubicBezTo>
                    <a:pt x="25" y="332"/>
                    <a:pt x="21" y="334"/>
                    <a:pt x="26" y="334"/>
                  </a:cubicBezTo>
                  <a:cubicBezTo>
                    <a:pt x="30" y="334"/>
                    <a:pt x="41" y="335"/>
                    <a:pt x="42" y="333"/>
                  </a:cubicBezTo>
                  <a:cubicBezTo>
                    <a:pt x="44" y="331"/>
                    <a:pt x="43" y="326"/>
                    <a:pt x="45" y="324"/>
                  </a:cubicBezTo>
                  <a:cubicBezTo>
                    <a:pt x="46" y="321"/>
                    <a:pt x="49" y="318"/>
                    <a:pt x="49" y="318"/>
                  </a:cubicBezTo>
                  <a:cubicBezTo>
                    <a:pt x="49" y="321"/>
                    <a:pt x="49" y="321"/>
                    <a:pt x="49" y="321"/>
                  </a:cubicBezTo>
                  <a:cubicBezTo>
                    <a:pt x="49" y="321"/>
                    <a:pt x="44" y="329"/>
                    <a:pt x="45" y="331"/>
                  </a:cubicBezTo>
                  <a:cubicBezTo>
                    <a:pt x="46" y="333"/>
                    <a:pt x="45" y="337"/>
                    <a:pt x="49" y="337"/>
                  </a:cubicBezTo>
                  <a:cubicBezTo>
                    <a:pt x="52" y="337"/>
                    <a:pt x="61" y="335"/>
                    <a:pt x="62" y="332"/>
                  </a:cubicBezTo>
                  <a:cubicBezTo>
                    <a:pt x="63" y="328"/>
                    <a:pt x="63" y="320"/>
                    <a:pt x="64" y="317"/>
                  </a:cubicBezTo>
                  <a:cubicBezTo>
                    <a:pt x="65" y="314"/>
                    <a:pt x="64" y="309"/>
                    <a:pt x="64" y="304"/>
                  </a:cubicBezTo>
                  <a:cubicBezTo>
                    <a:pt x="63" y="300"/>
                    <a:pt x="64" y="284"/>
                    <a:pt x="68" y="275"/>
                  </a:cubicBezTo>
                  <a:cubicBezTo>
                    <a:pt x="71" y="266"/>
                    <a:pt x="72" y="247"/>
                    <a:pt x="72" y="239"/>
                  </a:cubicBezTo>
                  <a:cubicBezTo>
                    <a:pt x="72" y="231"/>
                    <a:pt x="70" y="225"/>
                    <a:pt x="71" y="222"/>
                  </a:cubicBezTo>
                  <a:cubicBezTo>
                    <a:pt x="71" y="218"/>
                    <a:pt x="71" y="217"/>
                    <a:pt x="71" y="217"/>
                  </a:cubicBezTo>
                  <a:cubicBezTo>
                    <a:pt x="71" y="217"/>
                    <a:pt x="81" y="217"/>
                    <a:pt x="81" y="215"/>
                  </a:cubicBezTo>
                  <a:cubicBezTo>
                    <a:pt x="81" y="213"/>
                    <a:pt x="80" y="192"/>
                    <a:pt x="80" y="183"/>
                  </a:cubicBezTo>
                  <a:cubicBezTo>
                    <a:pt x="80" y="174"/>
                    <a:pt x="79" y="161"/>
                    <a:pt x="78" y="153"/>
                  </a:cubicBezTo>
                  <a:cubicBezTo>
                    <a:pt x="77" y="145"/>
                    <a:pt x="77" y="142"/>
                    <a:pt x="77" y="142"/>
                  </a:cubicBezTo>
                  <a:cubicBezTo>
                    <a:pt x="77" y="142"/>
                    <a:pt x="78" y="141"/>
                    <a:pt x="77" y="135"/>
                  </a:cubicBezTo>
                  <a:cubicBezTo>
                    <a:pt x="77" y="130"/>
                    <a:pt x="76" y="125"/>
                    <a:pt x="76" y="125"/>
                  </a:cubicBezTo>
                  <a:cubicBezTo>
                    <a:pt x="76" y="125"/>
                    <a:pt x="82" y="125"/>
                    <a:pt x="83" y="119"/>
                  </a:cubicBezTo>
                  <a:cubicBezTo>
                    <a:pt x="85" y="112"/>
                    <a:pt x="85" y="102"/>
                    <a:pt x="85" y="89"/>
                  </a:cubicBezTo>
                  <a:cubicBezTo>
                    <a:pt x="85" y="77"/>
                    <a:pt x="84" y="67"/>
                    <a:pt x="84" y="64"/>
                  </a:cubicBezTo>
                  <a:cubicBezTo>
                    <a:pt x="84" y="61"/>
                    <a:pt x="85" y="60"/>
                    <a:pt x="80" y="58"/>
                  </a:cubicBezTo>
                  <a:cubicBezTo>
                    <a:pt x="75" y="57"/>
                    <a:pt x="72" y="58"/>
                    <a:pt x="68" y="55"/>
                  </a:cubicBezTo>
                  <a:cubicBezTo>
                    <a:pt x="64" y="52"/>
                    <a:pt x="62" y="48"/>
                    <a:pt x="60" y="47"/>
                  </a:cubicBezTo>
                  <a:cubicBezTo>
                    <a:pt x="58" y="45"/>
                    <a:pt x="56" y="43"/>
                    <a:pt x="57" y="41"/>
                  </a:cubicBezTo>
                  <a:cubicBezTo>
                    <a:pt x="59" y="39"/>
                    <a:pt x="61" y="36"/>
                    <a:pt x="61" y="32"/>
                  </a:cubicBezTo>
                  <a:cubicBezTo>
                    <a:pt x="64" y="32"/>
                    <a:pt x="66" y="19"/>
                    <a:pt x="63" y="19"/>
                  </a:cubicBezTo>
                  <a:cubicBezTo>
                    <a:pt x="63" y="10"/>
                    <a:pt x="61" y="0"/>
                    <a:pt x="49" y="0"/>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3" name="Freeform 721"/>
            <p:cNvSpPr>
              <a:spLocks/>
            </p:cNvSpPr>
            <p:nvPr/>
          </p:nvSpPr>
          <p:spPr bwMode="auto">
            <a:xfrm>
              <a:off x="3549" y="627"/>
              <a:ext cx="48" cy="100"/>
            </a:xfrm>
            <a:custGeom>
              <a:avLst/>
              <a:gdLst>
                <a:gd name="T0" fmla="*/ 4 w 25"/>
                <a:gd name="T1" fmla="*/ 1 h 52"/>
                <a:gd name="T2" fmla="*/ 3 w 25"/>
                <a:gd name="T3" fmla="*/ 1 h 52"/>
                <a:gd name="T4" fmla="*/ 2 w 25"/>
                <a:gd name="T5" fmla="*/ 2 h 52"/>
                <a:gd name="T6" fmla="*/ 0 w 25"/>
                <a:gd name="T7" fmla="*/ 24 h 52"/>
                <a:gd name="T8" fmla="*/ 4 w 25"/>
                <a:gd name="T9" fmla="*/ 43 h 52"/>
                <a:gd name="T10" fmla="*/ 6 w 25"/>
                <a:gd name="T11" fmla="*/ 52 h 52"/>
                <a:gd name="T12" fmla="*/ 10 w 25"/>
                <a:gd name="T13" fmla="*/ 38 h 52"/>
                <a:gd name="T14" fmla="*/ 21 w 25"/>
                <a:gd name="T15" fmla="*/ 16 h 52"/>
                <a:gd name="T16" fmla="*/ 25 w 25"/>
                <a:gd name="T17" fmla="*/ 2 h 52"/>
                <a:gd name="T18" fmla="*/ 24 w 25"/>
                <a:gd name="T19" fmla="*/ 2 h 52"/>
                <a:gd name="T20" fmla="*/ 23 w 25"/>
                <a:gd name="T21" fmla="*/ 0 h 52"/>
                <a:gd name="T22" fmla="*/ 20 w 25"/>
                <a:gd name="T23" fmla="*/ 8 h 52"/>
                <a:gd name="T24" fmla="*/ 13 w 25"/>
                <a:gd name="T25" fmla="*/ 14 h 52"/>
                <a:gd name="T26" fmla="*/ 13 w 25"/>
                <a:gd name="T27" fmla="*/ 19 h 52"/>
                <a:gd name="T28" fmla="*/ 11 w 25"/>
                <a:gd name="T29" fmla="*/ 23 h 52"/>
                <a:gd name="T30" fmla="*/ 11 w 25"/>
                <a:gd name="T31" fmla="*/ 18 h 52"/>
                <a:gd name="T32" fmla="*/ 7 w 25"/>
                <a:gd name="T33" fmla="*/ 15 h 52"/>
                <a:gd name="T34" fmla="*/ 4 w 25"/>
                <a:gd name="T35"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52">
                  <a:moveTo>
                    <a:pt x="4" y="1"/>
                  </a:moveTo>
                  <a:cubicBezTo>
                    <a:pt x="4" y="1"/>
                    <a:pt x="3" y="1"/>
                    <a:pt x="3" y="1"/>
                  </a:cubicBezTo>
                  <a:cubicBezTo>
                    <a:pt x="3" y="1"/>
                    <a:pt x="3" y="1"/>
                    <a:pt x="2" y="2"/>
                  </a:cubicBezTo>
                  <a:cubicBezTo>
                    <a:pt x="0" y="5"/>
                    <a:pt x="0" y="19"/>
                    <a:pt x="0" y="24"/>
                  </a:cubicBezTo>
                  <a:cubicBezTo>
                    <a:pt x="0" y="29"/>
                    <a:pt x="3" y="38"/>
                    <a:pt x="4" y="43"/>
                  </a:cubicBezTo>
                  <a:cubicBezTo>
                    <a:pt x="6" y="48"/>
                    <a:pt x="6" y="52"/>
                    <a:pt x="6" y="52"/>
                  </a:cubicBezTo>
                  <a:cubicBezTo>
                    <a:pt x="6" y="52"/>
                    <a:pt x="8" y="44"/>
                    <a:pt x="10" y="38"/>
                  </a:cubicBezTo>
                  <a:cubicBezTo>
                    <a:pt x="13" y="31"/>
                    <a:pt x="17" y="23"/>
                    <a:pt x="21" y="16"/>
                  </a:cubicBezTo>
                  <a:cubicBezTo>
                    <a:pt x="23" y="11"/>
                    <a:pt x="24" y="6"/>
                    <a:pt x="25" y="2"/>
                  </a:cubicBezTo>
                  <a:cubicBezTo>
                    <a:pt x="25" y="2"/>
                    <a:pt x="24" y="2"/>
                    <a:pt x="24" y="2"/>
                  </a:cubicBezTo>
                  <a:cubicBezTo>
                    <a:pt x="24" y="2"/>
                    <a:pt x="23" y="1"/>
                    <a:pt x="23" y="0"/>
                  </a:cubicBezTo>
                  <a:cubicBezTo>
                    <a:pt x="22" y="3"/>
                    <a:pt x="21" y="6"/>
                    <a:pt x="20" y="8"/>
                  </a:cubicBezTo>
                  <a:cubicBezTo>
                    <a:pt x="18" y="11"/>
                    <a:pt x="15" y="12"/>
                    <a:pt x="13" y="14"/>
                  </a:cubicBezTo>
                  <a:cubicBezTo>
                    <a:pt x="12" y="15"/>
                    <a:pt x="15" y="17"/>
                    <a:pt x="13" y="19"/>
                  </a:cubicBezTo>
                  <a:cubicBezTo>
                    <a:pt x="12" y="22"/>
                    <a:pt x="11" y="23"/>
                    <a:pt x="11" y="23"/>
                  </a:cubicBezTo>
                  <a:cubicBezTo>
                    <a:pt x="11" y="23"/>
                    <a:pt x="11" y="21"/>
                    <a:pt x="11" y="18"/>
                  </a:cubicBezTo>
                  <a:cubicBezTo>
                    <a:pt x="10" y="16"/>
                    <a:pt x="8" y="18"/>
                    <a:pt x="7" y="15"/>
                  </a:cubicBezTo>
                  <a:cubicBezTo>
                    <a:pt x="6" y="12"/>
                    <a:pt x="5" y="5"/>
                    <a:pt x="4"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4" name="Freeform 722"/>
            <p:cNvSpPr>
              <a:spLocks/>
            </p:cNvSpPr>
            <p:nvPr/>
          </p:nvSpPr>
          <p:spPr bwMode="auto">
            <a:xfrm>
              <a:off x="3530" y="782"/>
              <a:ext cx="71" cy="33"/>
            </a:xfrm>
            <a:custGeom>
              <a:avLst/>
              <a:gdLst>
                <a:gd name="T0" fmla="*/ 21 w 37"/>
                <a:gd name="T1" fmla="*/ 0 h 17"/>
                <a:gd name="T2" fmla="*/ 18 w 37"/>
                <a:gd name="T3" fmla="*/ 0 h 17"/>
                <a:gd name="T4" fmla="*/ 11 w 37"/>
                <a:gd name="T5" fmla="*/ 9 h 17"/>
                <a:gd name="T6" fmla="*/ 0 w 37"/>
                <a:gd name="T7" fmla="*/ 11 h 17"/>
                <a:gd name="T8" fmla="*/ 9 w 37"/>
                <a:gd name="T9" fmla="*/ 14 h 17"/>
                <a:gd name="T10" fmla="*/ 15 w 37"/>
                <a:gd name="T11" fmla="*/ 12 h 17"/>
                <a:gd name="T12" fmla="*/ 29 w 37"/>
                <a:gd name="T13" fmla="*/ 16 h 17"/>
                <a:gd name="T14" fmla="*/ 37 w 37"/>
                <a:gd name="T15" fmla="*/ 13 h 17"/>
                <a:gd name="T16" fmla="*/ 25 w 37"/>
                <a:gd name="T17" fmla="*/ 11 h 17"/>
                <a:gd name="T18" fmla="*/ 21 w 37"/>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7">
                  <a:moveTo>
                    <a:pt x="21" y="0"/>
                  </a:moveTo>
                  <a:cubicBezTo>
                    <a:pt x="18" y="0"/>
                    <a:pt x="18" y="0"/>
                    <a:pt x="18" y="0"/>
                  </a:cubicBezTo>
                  <a:cubicBezTo>
                    <a:pt x="18" y="0"/>
                    <a:pt x="15" y="8"/>
                    <a:pt x="11" y="9"/>
                  </a:cubicBezTo>
                  <a:cubicBezTo>
                    <a:pt x="8" y="11"/>
                    <a:pt x="0" y="11"/>
                    <a:pt x="0" y="11"/>
                  </a:cubicBezTo>
                  <a:cubicBezTo>
                    <a:pt x="0" y="11"/>
                    <a:pt x="4" y="14"/>
                    <a:pt x="9" y="14"/>
                  </a:cubicBezTo>
                  <a:cubicBezTo>
                    <a:pt x="14" y="14"/>
                    <a:pt x="15" y="12"/>
                    <a:pt x="15" y="12"/>
                  </a:cubicBezTo>
                  <a:cubicBezTo>
                    <a:pt x="15" y="12"/>
                    <a:pt x="22" y="17"/>
                    <a:pt x="29" y="16"/>
                  </a:cubicBezTo>
                  <a:cubicBezTo>
                    <a:pt x="36" y="15"/>
                    <a:pt x="37" y="13"/>
                    <a:pt x="37" y="13"/>
                  </a:cubicBezTo>
                  <a:cubicBezTo>
                    <a:pt x="37" y="13"/>
                    <a:pt x="29" y="14"/>
                    <a:pt x="25" y="11"/>
                  </a:cubicBezTo>
                  <a:cubicBezTo>
                    <a:pt x="21" y="8"/>
                    <a:pt x="21" y="5"/>
                    <a:pt x="2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5" name="Freeform 723"/>
            <p:cNvSpPr>
              <a:spLocks/>
            </p:cNvSpPr>
            <p:nvPr/>
          </p:nvSpPr>
          <p:spPr bwMode="auto">
            <a:xfrm>
              <a:off x="5486" y="532"/>
              <a:ext cx="209" cy="660"/>
            </a:xfrm>
            <a:custGeom>
              <a:avLst/>
              <a:gdLst>
                <a:gd name="T0" fmla="*/ 73 w 109"/>
                <a:gd name="T1" fmla="*/ 12 h 345"/>
                <a:gd name="T2" fmla="*/ 71 w 109"/>
                <a:gd name="T3" fmla="*/ 37 h 345"/>
                <a:gd name="T4" fmla="*/ 65 w 109"/>
                <a:gd name="T5" fmla="*/ 51 h 345"/>
                <a:gd name="T6" fmla="*/ 76 w 109"/>
                <a:gd name="T7" fmla="*/ 59 h 345"/>
                <a:gd name="T8" fmla="*/ 97 w 109"/>
                <a:gd name="T9" fmla="*/ 87 h 345"/>
                <a:gd name="T10" fmla="*/ 105 w 109"/>
                <a:gd name="T11" fmla="*/ 115 h 345"/>
                <a:gd name="T12" fmla="*/ 89 w 109"/>
                <a:gd name="T13" fmla="*/ 121 h 345"/>
                <a:gd name="T14" fmla="*/ 89 w 109"/>
                <a:gd name="T15" fmla="*/ 144 h 345"/>
                <a:gd name="T16" fmla="*/ 91 w 109"/>
                <a:gd name="T17" fmla="*/ 183 h 345"/>
                <a:gd name="T18" fmla="*/ 86 w 109"/>
                <a:gd name="T19" fmla="*/ 215 h 345"/>
                <a:gd name="T20" fmla="*/ 74 w 109"/>
                <a:gd name="T21" fmla="*/ 295 h 345"/>
                <a:gd name="T22" fmla="*/ 82 w 109"/>
                <a:gd name="T23" fmla="*/ 314 h 345"/>
                <a:gd name="T24" fmla="*/ 91 w 109"/>
                <a:gd name="T25" fmla="*/ 323 h 345"/>
                <a:gd name="T26" fmla="*/ 82 w 109"/>
                <a:gd name="T27" fmla="*/ 329 h 345"/>
                <a:gd name="T28" fmla="*/ 67 w 109"/>
                <a:gd name="T29" fmla="*/ 327 h 345"/>
                <a:gd name="T30" fmla="*/ 50 w 109"/>
                <a:gd name="T31" fmla="*/ 323 h 345"/>
                <a:gd name="T32" fmla="*/ 51 w 109"/>
                <a:gd name="T33" fmla="*/ 305 h 345"/>
                <a:gd name="T34" fmla="*/ 50 w 109"/>
                <a:gd name="T35" fmla="*/ 239 h 345"/>
                <a:gd name="T36" fmla="*/ 23 w 109"/>
                <a:gd name="T37" fmla="*/ 326 h 345"/>
                <a:gd name="T38" fmla="*/ 28 w 109"/>
                <a:gd name="T39" fmla="*/ 339 h 345"/>
                <a:gd name="T40" fmla="*/ 7 w 109"/>
                <a:gd name="T41" fmla="*/ 340 h 345"/>
                <a:gd name="T42" fmla="*/ 0 w 109"/>
                <a:gd name="T43" fmla="*/ 328 h 345"/>
                <a:gd name="T44" fmla="*/ 2 w 109"/>
                <a:gd name="T45" fmla="*/ 314 h 345"/>
                <a:gd name="T46" fmla="*/ 22 w 109"/>
                <a:gd name="T47" fmla="*/ 182 h 345"/>
                <a:gd name="T48" fmla="*/ 22 w 109"/>
                <a:gd name="T49" fmla="*/ 157 h 345"/>
                <a:gd name="T50" fmla="*/ 25 w 109"/>
                <a:gd name="T51" fmla="*/ 131 h 345"/>
                <a:gd name="T52" fmla="*/ 18 w 109"/>
                <a:gd name="T53" fmla="*/ 91 h 345"/>
                <a:gd name="T54" fmla="*/ 28 w 109"/>
                <a:gd name="T55" fmla="*/ 57 h 345"/>
                <a:gd name="T56" fmla="*/ 43 w 109"/>
                <a:gd name="T57" fmla="*/ 44 h 345"/>
                <a:gd name="T58" fmla="*/ 44 w 109"/>
                <a:gd name="T59" fmla="*/ 39 h 345"/>
                <a:gd name="T60" fmla="*/ 40 w 109"/>
                <a:gd name="T61" fmla="*/ 28 h 345"/>
                <a:gd name="T62" fmla="*/ 45 w 109"/>
                <a:gd name="T63" fmla="*/ 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9" h="345">
                  <a:moveTo>
                    <a:pt x="66" y="4"/>
                  </a:moveTo>
                  <a:cubicBezTo>
                    <a:pt x="68" y="5"/>
                    <a:pt x="71" y="6"/>
                    <a:pt x="73" y="12"/>
                  </a:cubicBezTo>
                  <a:cubicBezTo>
                    <a:pt x="75" y="18"/>
                    <a:pt x="75" y="22"/>
                    <a:pt x="74" y="26"/>
                  </a:cubicBezTo>
                  <a:cubicBezTo>
                    <a:pt x="72" y="30"/>
                    <a:pt x="72" y="33"/>
                    <a:pt x="71" y="37"/>
                  </a:cubicBezTo>
                  <a:cubicBezTo>
                    <a:pt x="70" y="41"/>
                    <a:pt x="68" y="47"/>
                    <a:pt x="66" y="48"/>
                  </a:cubicBezTo>
                  <a:cubicBezTo>
                    <a:pt x="64" y="48"/>
                    <a:pt x="65" y="49"/>
                    <a:pt x="65" y="51"/>
                  </a:cubicBezTo>
                  <a:cubicBezTo>
                    <a:pt x="65" y="53"/>
                    <a:pt x="66" y="55"/>
                    <a:pt x="66" y="55"/>
                  </a:cubicBezTo>
                  <a:cubicBezTo>
                    <a:pt x="66" y="55"/>
                    <a:pt x="71" y="58"/>
                    <a:pt x="76" y="59"/>
                  </a:cubicBezTo>
                  <a:cubicBezTo>
                    <a:pt x="81" y="61"/>
                    <a:pt x="88" y="66"/>
                    <a:pt x="89" y="73"/>
                  </a:cubicBezTo>
                  <a:cubicBezTo>
                    <a:pt x="90" y="80"/>
                    <a:pt x="93" y="83"/>
                    <a:pt x="97" y="87"/>
                  </a:cubicBezTo>
                  <a:cubicBezTo>
                    <a:pt x="101" y="91"/>
                    <a:pt x="106" y="91"/>
                    <a:pt x="107" y="97"/>
                  </a:cubicBezTo>
                  <a:cubicBezTo>
                    <a:pt x="108" y="104"/>
                    <a:pt x="109" y="113"/>
                    <a:pt x="105" y="115"/>
                  </a:cubicBezTo>
                  <a:cubicBezTo>
                    <a:pt x="101" y="117"/>
                    <a:pt x="90" y="116"/>
                    <a:pt x="90" y="116"/>
                  </a:cubicBezTo>
                  <a:cubicBezTo>
                    <a:pt x="90" y="116"/>
                    <a:pt x="90" y="119"/>
                    <a:pt x="89" y="121"/>
                  </a:cubicBezTo>
                  <a:cubicBezTo>
                    <a:pt x="87" y="123"/>
                    <a:pt x="84" y="124"/>
                    <a:pt x="84" y="124"/>
                  </a:cubicBezTo>
                  <a:cubicBezTo>
                    <a:pt x="84" y="124"/>
                    <a:pt x="88" y="136"/>
                    <a:pt x="89" y="144"/>
                  </a:cubicBezTo>
                  <a:cubicBezTo>
                    <a:pt x="89" y="152"/>
                    <a:pt x="91" y="170"/>
                    <a:pt x="91" y="174"/>
                  </a:cubicBezTo>
                  <a:cubicBezTo>
                    <a:pt x="92" y="178"/>
                    <a:pt x="93" y="182"/>
                    <a:pt x="91" y="183"/>
                  </a:cubicBezTo>
                  <a:cubicBezTo>
                    <a:pt x="89" y="184"/>
                    <a:pt x="88" y="185"/>
                    <a:pt x="88" y="185"/>
                  </a:cubicBezTo>
                  <a:cubicBezTo>
                    <a:pt x="88" y="185"/>
                    <a:pt x="88" y="203"/>
                    <a:pt x="86" y="215"/>
                  </a:cubicBezTo>
                  <a:cubicBezTo>
                    <a:pt x="84" y="226"/>
                    <a:pt x="81" y="239"/>
                    <a:pt x="79" y="253"/>
                  </a:cubicBezTo>
                  <a:cubicBezTo>
                    <a:pt x="77" y="266"/>
                    <a:pt x="75" y="288"/>
                    <a:pt x="74" y="295"/>
                  </a:cubicBezTo>
                  <a:cubicBezTo>
                    <a:pt x="73" y="302"/>
                    <a:pt x="73" y="302"/>
                    <a:pt x="74" y="305"/>
                  </a:cubicBezTo>
                  <a:cubicBezTo>
                    <a:pt x="75" y="308"/>
                    <a:pt x="83" y="314"/>
                    <a:pt x="82" y="314"/>
                  </a:cubicBezTo>
                  <a:cubicBezTo>
                    <a:pt x="80" y="315"/>
                    <a:pt x="80" y="315"/>
                    <a:pt x="80" y="315"/>
                  </a:cubicBezTo>
                  <a:cubicBezTo>
                    <a:pt x="80" y="315"/>
                    <a:pt x="86" y="323"/>
                    <a:pt x="91" y="323"/>
                  </a:cubicBezTo>
                  <a:cubicBezTo>
                    <a:pt x="95" y="323"/>
                    <a:pt x="101" y="324"/>
                    <a:pt x="101" y="328"/>
                  </a:cubicBezTo>
                  <a:cubicBezTo>
                    <a:pt x="101" y="332"/>
                    <a:pt x="87" y="329"/>
                    <a:pt x="82" y="329"/>
                  </a:cubicBezTo>
                  <a:cubicBezTo>
                    <a:pt x="77" y="329"/>
                    <a:pt x="72" y="327"/>
                    <a:pt x="70" y="326"/>
                  </a:cubicBezTo>
                  <a:cubicBezTo>
                    <a:pt x="67" y="325"/>
                    <a:pt x="67" y="327"/>
                    <a:pt x="67" y="327"/>
                  </a:cubicBezTo>
                  <a:cubicBezTo>
                    <a:pt x="67" y="327"/>
                    <a:pt x="61" y="327"/>
                    <a:pt x="57" y="326"/>
                  </a:cubicBezTo>
                  <a:cubicBezTo>
                    <a:pt x="52" y="326"/>
                    <a:pt x="50" y="326"/>
                    <a:pt x="50" y="323"/>
                  </a:cubicBezTo>
                  <a:cubicBezTo>
                    <a:pt x="50" y="321"/>
                    <a:pt x="50" y="320"/>
                    <a:pt x="50" y="320"/>
                  </a:cubicBezTo>
                  <a:cubicBezTo>
                    <a:pt x="50" y="320"/>
                    <a:pt x="50" y="313"/>
                    <a:pt x="51" y="305"/>
                  </a:cubicBezTo>
                  <a:cubicBezTo>
                    <a:pt x="53" y="297"/>
                    <a:pt x="52" y="267"/>
                    <a:pt x="51" y="258"/>
                  </a:cubicBezTo>
                  <a:cubicBezTo>
                    <a:pt x="51" y="248"/>
                    <a:pt x="50" y="239"/>
                    <a:pt x="50" y="239"/>
                  </a:cubicBezTo>
                  <a:cubicBezTo>
                    <a:pt x="50" y="239"/>
                    <a:pt x="41" y="271"/>
                    <a:pt x="36" y="289"/>
                  </a:cubicBezTo>
                  <a:cubicBezTo>
                    <a:pt x="31" y="306"/>
                    <a:pt x="25" y="325"/>
                    <a:pt x="23" y="326"/>
                  </a:cubicBezTo>
                  <a:cubicBezTo>
                    <a:pt x="22" y="327"/>
                    <a:pt x="22" y="328"/>
                    <a:pt x="22" y="328"/>
                  </a:cubicBezTo>
                  <a:cubicBezTo>
                    <a:pt x="22" y="328"/>
                    <a:pt x="28" y="334"/>
                    <a:pt x="28" y="339"/>
                  </a:cubicBezTo>
                  <a:cubicBezTo>
                    <a:pt x="28" y="343"/>
                    <a:pt x="29" y="344"/>
                    <a:pt x="25" y="345"/>
                  </a:cubicBezTo>
                  <a:cubicBezTo>
                    <a:pt x="21" y="345"/>
                    <a:pt x="11" y="343"/>
                    <a:pt x="7" y="340"/>
                  </a:cubicBezTo>
                  <a:cubicBezTo>
                    <a:pt x="4" y="338"/>
                    <a:pt x="4" y="335"/>
                    <a:pt x="2" y="334"/>
                  </a:cubicBezTo>
                  <a:cubicBezTo>
                    <a:pt x="0" y="333"/>
                    <a:pt x="0" y="331"/>
                    <a:pt x="0" y="328"/>
                  </a:cubicBezTo>
                  <a:cubicBezTo>
                    <a:pt x="1" y="325"/>
                    <a:pt x="1" y="325"/>
                    <a:pt x="1" y="325"/>
                  </a:cubicBezTo>
                  <a:cubicBezTo>
                    <a:pt x="1" y="325"/>
                    <a:pt x="0" y="324"/>
                    <a:pt x="2" y="314"/>
                  </a:cubicBezTo>
                  <a:cubicBezTo>
                    <a:pt x="3" y="304"/>
                    <a:pt x="11" y="252"/>
                    <a:pt x="16" y="228"/>
                  </a:cubicBezTo>
                  <a:cubicBezTo>
                    <a:pt x="21" y="205"/>
                    <a:pt x="22" y="185"/>
                    <a:pt x="22" y="182"/>
                  </a:cubicBezTo>
                  <a:cubicBezTo>
                    <a:pt x="22" y="179"/>
                    <a:pt x="21" y="179"/>
                    <a:pt x="19" y="178"/>
                  </a:cubicBezTo>
                  <a:cubicBezTo>
                    <a:pt x="18" y="177"/>
                    <a:pt x="21" y="164"/>
                    <a:pt x="22" y="157"/>
                  </a:cubicBezTo>
                  <a:cubicBezTo>
                    <a:pt x="23" y="151"/>
                    <a:pt x="23" y="146"/>
                    <a:pt x="23" y="142"/>
                  </a:cubicBezTo>
                  <a:cubicBezTo>
                    <a:pt x="23" y="137"/>
                    <a:pt x="25" y="134"/>
                    <a:pt x="25" y="131"/>
                  </a:cubicBezTo>
                  <a:cubicBezTo>
                    <a:pt x="26" y="127"/>
                    <a:pt x="27" y="118"/>
                    <a:pt x="24" y="110"/>
                  </a:cubicBezTo>
                  <a:cubicBezTo>
                    <a:pt x="21" y="102"/>
                    <a:pt x="19" y="93"/>
                    <a:pt x="18" y="91"/>
                  </a:cubicBezTo>
                  <a:cubicBezTo>
                    <a:pt x="16" y="89"/>
                    <a:pt x="18" y="84"/>
                    <a:pt x="18" y="76"/>
                  </a:cubicBezTo>
                  <a:cubicBezTo>
                    <a:pt x="19" y="69"/>
                    <a:pt x="21" y="61"/>
                    <a:pt x="28" y="57"/>
                  </a:cubicBezTo>
                  <a:cubicBezTo>
                    <a:pt x="36" y="53"/>
                    <a:pt x="39" y="52"/>
                    <a:pt x="41" y="49"/>
                  </a:cubicBezTo>
                  <a:cubicBezTo>
                    <a:pt x="43" y="45"/>
                    <a:pt x="41" y="45"/>
                    <a:pt x="43" y="44"/>
                  </a:cubicBezTo>
                  <a:cubicBezTo>
                    <a:pt x="44" y="44"/>
                    <a:pt x="44" y="43"/>
                    <a:pt x="44" y="43"/>
                  </a:cubicBezTo>
                  <a:cubicBezTo>
                    <a:pt x="44" y="43"/>
                    <a:pt x="44" y="41"/>
                    <a:pt x="44" y="39"/>
                  </a:cubicBezTo>
                  <a:cubicBezTo>
                    <a:pt x="43" y="38"/>
                    <a:pt x="42" y="38"/>
                    <a:pt x="41" y="36"/>
                  </a:cubicBezTo>
                  <a:cubicBezTo>
                    <a:pt x="41" y="35"/>
                    <a:pt x="40" y="31"/>
                    <a:pt x="40" y="28"/>
                  </a:cubicBezTo>
                  <a:cubicBezTo>
                    <a:pt x="40" y="26"/>
                    <a:pt x="41" y="25"/>
                    <a:pt x="41" y="25"/>
                  </a:cubicBezTo>
                  <a:cubicBezTo>
                    <a:pt x="41" y="25"/>
                    <a:pt x="40" y="11"/>
                    <a:pt x="45" y="7"/>
                  </a:cubicBezTo>
                  <a:cubicBezTo>
                    <a:pt x="51" y="3"/>
                    <a:pt x="60" y="0"/>
                    <a:pt x="66" y="4"/>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6" name="Freeform 724"/>
            <p:cNvSpPr>
              <a:spLocks/>
            </p:cNvSpPr>
            <p:nvPr/>
          </p:nvSpPr>
          <p:spPr bwMode="auto">
            <a:xfrm>
              <a:off x="5567" y="616"/>
              <a:ext cx="48" cy="40"/>
            </a:xfrm>
            <a:custGeom>
              <a:avLst/>
              <a:gdLst>
                <a:gd name="T0" fmla="*/ 23 w 25"/>
                <a:gd name="T1" fmla="*/ 8 h 21"/>
                <a:gd name="T2" fmla="*/ 24 w 25"/>
                <a:gd name="T3" fmla="*/ 11 h 21"/>
                <a:gd name="T4" fmla="*/ 24 w 25"/>
                <a:gd name="T5" fmla="*/ 11 h 21"/>
                <a:gd name="T6" fmla="*/ 25 w 25"/>
                <a:gd name="T7" fmla="*/ 21 h 21"/>
                <a:gd name="T8" fmla="*/ 24 w 25"/>
                <a:gd name="T9" fmla="*/ 20 h 21"/>
                <a:gd name="T10" fmla="*/ 21 w 25"/>
                <a:gd name="T11" fmla="*/ 15 h 21"/>
                <a:gd name="T12" fmla="*/ 18 w 25"/>
                <a:gd name="T13" fmla="*/ 20 h 21"/>
                <a:gd name="T14" fmla="*/ 0 w 25"/>
                <a:gd name="T15" fmla="*/ 1 h 21"/>
                <a:gd name="T16" fmla="*/ 1 w 25"/>
                <a:gd name="T17" fmla="*/ 0 h 21"/>
                <a:gd name="T18" fmla="*/ 2 w 25"/>
                <a:gd name="T19" fmla="*/ 0 h 21"/>
                <a:gd name="T20" fmla="*/ 9 w 25"/>
                <a:gd name="T21" fmla="*/ 8 h 21"/>
                <a:gd name="T22" fmla="*/ 20 w 25"/>
                <a:gd name="T23" fmla="*/ 14 h 21"/>
                <a:gd name="T24" fmla="*/ 23 w 25"/>
                <a:gd name="T25"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1">
                  <a:moveTo>
                    <a:pt x="23" y="8"/>
                  </a:moveTo>
                  <a:cubicBezTo>
                    <a:pt x="23" y="10"/>
                    <a:pt x="24" y="11"/>
                    <a:pt x="24" y="11"/>
                  </a:cubicBezTo>
                  <a:cubicBezTo>
                    <a:pt x="24" y="11"/>
                    <a:pt x="24" y="11"/>
                    <a:pt x="24" y="11"/>
                  </a:cubicBezTo>
                  <a:cubicBezTo>
                    <a:pt x="24" y="13"/>
                    <a:pt x="24" y="18"/>
                    <a:pt x="25" y="21"/>
                  </a:cubicBezTo>
                  <a:cubicBezTo>
                    <a:pt x="25" y="21"/>
                    <a:pt x="24" y="21"/>
                    <a:pt x="24" y="20"/>
                  </a:cubicBezTo>
                  <a:cubicBezTo>
                    <a:pt x="22" y="16"/>
                    <a:pt x="22" y="14"/>
                    <a:pt x="21" y="15"/>
                  </a:cubicBezTo>
                  <a:cubicBezTo>
                    <a:pt x="20" y="16"/>
                    <a:pt x="19" y="18"/>
                    <a:pt x="18" y="20"/>
                  </a:cubicBezTo>
                  <a:cubicBezTo>
                    <a:pt x="14" y="15"/>
                    <a:pt x="4" y="4"/>
                    <a:pt x="0" y="1"/>
                  </a:cubicBezTo>
                  <a:cubicBezTo>
                    <a:pt x="0" y="1"/>
                    <a:pt x="0" y="1"/>
                    <a:pt x="1" y="0"/>
                  </a:cubicBezTo>
                  <a:cubicBezTo>
                    <a:pt x="1" y="0"/>
                    <a:pt x="2" y="0"/>
                    <a:pt x="2" y="0"/>
                  </a:cubicBezTo>
                  <a:cubicBezTo>
                    <a:pt x="3" y="2"/>
                    <a:pt x="6" y="6"/>
                    <a:pt x="9" y="8"/>
                  </a:cubicBezTo>
                  <a:cubicBezTo>
                    <a:pt x="12" y="10"/>
                    <a:pt x="20" y="14"/>
                    <a:pt x="20" y="14"/>
                  </a:cubicBezTo>
                  <a:cubicBezTo>
                    <a:pt x="20" y="14"/>
                    <a:pt x="22" y="10"/>
                    <a:pt x="23"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7" name="Freeform 725"/>
            <p:cNvSpPr>
              <a:spLocks/>
            </p:cNvSpPr>
            <p:nvPr/>
          </p:nvSpPr>
          <p:spPr bwMode="auto">
            <a:xfrm>
              <a:off x="5622" y="708"/>
              <a:ext cx="23" cy="34"/>
            </a:xfrm>
            <a:custGeom>
              <a:avLst/>
              <a:gdLst>
                <a:gd name="T0" fmla="*/ 2 w 12"/>
                <a:gd name="T1" fmla="*/ 14 h 18"/>
                <a:gd name="T2" fmla="*/ 7 w 12"/>
                <a:gd name="T3" fmla="*/ 9 h 18"/>
                <a:gd name="T4" fmla="*/ 1 w 12"/>
                <a:gd name="T5" fmla="*/ 2 h 18"/>
                <a:gd name="T6" fmla="*/ 6 w 12"/>
                <a:gd name="T7" fmla="*/ 3 h 18"/>
                <a:gd name="T8" fmla="*/ 12 w 12"/>
                <a:gd name="T9" fmla="*/ 18 h 18"/>
                <a:gd name="T10" fmla="*/ 2 w 12"/>
                <a:gd name="T11" fmla="*/ 14 h 18"/>
              </a:gdLst>
              <a:ahLst/>
              <a:cxnLst>
                <a:cxn ang="0">
                  <a:pos x="T0" y="T1"/>
                </a:cxn>
                <a:cxn ang="0">
                  <a:pos x="T2" y="T3"/>
                </a:cxn>
                <a:cxn ang="0">
                  <a:pos x="T4" y="T5"/>
                </a:cxn>
                <a:cxn ang="0">
                  <a:pos x="T6" y="T7"/>
                </a:cxn>
                <a:cxn ang="0">
                  <a:pos x="T8" y="T9"/>
                </a:cxn>
                <a:cxn ang="0">
                  <a:pos x="T10" y="T11"/>
                </a:cxn>
              </a:cxnLst>
              <a:rect l="0" t="0" r="r" b="b"/>
              <a:pathLst>
                <a:path w="12" h="18">
                  <a:moveTo>
                    <a:pt x="2" y="14"/>
                  </a:moveTo>
                  <a:cubicBezTo>
                    <a:pt x="2" y="14"/>
                    <a:pt x="7" y="12"/>
                    <a:pt x="7" y="9"/>
                  </a:cubicBezTo>
                  <a:cubicBezTo>
                    <a:pt x="7" y="5"/>
                    <a:pt x="3" y="3"/>
                    <a:pt x="1" y="2"/>
                  </a:cubicBezTo>
                  <a:cubicBezTo>
                    <a:pt x="0" y="2"/>
                    <a:pt x="2" y="0"/>
                    <a:pt x="6" y="3"/>
                  </a:cubicBezTo>
                  <a:cubicBezTo>
                    <a:pt x="9" y="5"/>
                    <a:pt x="12" y="18"/>
                    <a:pt x="12" y="18"/>
                  </a:cubicBezTo>
                  <a:cubicBezTo>
                    <a:pt x="12" y="18"/>
                    <a:pt x="5" y="15"/>
                    <a:pt x="2"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8" name="Freeform 726"/>
            <p:cNvSpPr>
              <a:spLocks/>
            </p:cNvSpPr>
            <p:nvPr/>
          </p:nvSpPr>
          <p:spPr bwMode="auto">
            <a:xfrm>
              <a:off x="5643" y="746"/>
              <a:ext cx="6" cy="25"/>
            </a:xfrm>
            <a:custGeom>
              <a:avLst/>
              <a:gdLst>
                <a:gd name="T0" fmla="*/ 1 w 3"/>
                <a:gd name="T1" fmla="*/ 0 h 13"/>
                <a:gd name="T2" fmla="*/ 3 w 3"/>
                <a:gd name="T3" fmla="*/ 11 h 13"/>
                <a:gd name="T4" fmla="*/ 0 w 3"/>
                <a:gd name="T5" fmla="*/ 13 h 13"/>
                <a:gd name="T6" fmla="*/ 1 w 3"/>
                <a:gd name="T7" fmla="*/ 0 h 13"/>
              </a:gdLst>
              <a:ahLst/>
              <a:cxnLst>
                <a:cxn ang="0">
                  <a:pos x="T0" y="T1"/>
                </a:cxn>
                <a:cxn ang="0">
                  <a:pos x="T2" y="T3"/>
                </a:cxn>
                <a:cxn ang="0">
                  <a:pos x="T4" y="T5"/>
                </a:cxn>
                <a:cxn ang="0">
                  <a:pos x="T6" y="T7"/>
                </a:cxn>
              </a:cxnLst>
              <a:rect l="0" t="0" r="r" b="b"/>
              <a:pathLst>
                <a:path w="3" h="13">
                  <a:moveTo>
                    <a:pt x="1" y="0"/>
                  </a:moveTo>
                  <a:cubicBezTo>
                    <a:pt x="3" y="11"/>
                    <a:pt x="3" y="11"/>
                    <a:pt x="3" y="11"/>
                  </a:cubicBezTo>
                  <a:cubicBezTo>
                    <a:pt x="0" y="13"/>
                    <a:pt x="0" y="13"/>
                    <a:pt x="0" y="13"/>
                  </a:cubicBezTo>
                  <a:cubicBezTo>
                    <a:pt x="0" y="13"/>
                    <a:pt x="1" y="4"/>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69" name="Freeform 727"/>
            <p:cNvSpPr>
              <a:spLocks noEditPoints="1"/>
            </p:cNvSpPr>
            <p:nvPr/>
          </p:nvSpPr>
          <p:spPr bwMode="auto">
            <a:xfrm>
              <a:off x="1995" y="537"/>
              <a:ext cx="273" cy="653"/>
            </a:xfrm>
            <a:custGeom>
              <a:avLst/>
              <a:gdLst>
                <a:gd name="T0" fmla="*/ 102 w 143"/>
                <a:gd name="T1" fmla="*/ 303 h 341"/>
                <a:gd name="T2" fmla="*/ 108 w 143"/>
                <a:gd name="T3" fmla="*/ 327 h 341"/>
                <a:gd name="T4" fmla="*/ 117 w 143"/>
                <a:gd name="T5" fmla="*/ 331 h 341"/>
                <a:gd name="T6" fmla="*/ 143 w 143"/>
                <a:gd name="T7" fmla="*/ 339 h 341"/>
                <a:gd name="T8" fmla="*/ 129 w 143"/>
                <a:gd name="T9" fmla="*/ 321 h 341"/>
                <a:gd name="T10" fmla="*/ 123 w 143"/>
                <a:gd name="T11" fmla="*/ 290 h 341"/>
                <a:gd name="T12" fmla="*/ 107 w 143"/>
                <a:gd name="T13" fmla="*/ 207 h 341"/>
                <a:gd name="T14" fmla="*/ 102 w 143"/>
                <a:gd name="T15" fmla="*/ 174 h 341"/>
                <a:gd name="T16" fmla="*/ 108 w 143"/>
                <a:gd name="T17" fmla="*/ 171 h 341"/>
                <a:gd name="T18" fmla="*/ 110 w 143"/>
                <a:gd name="T19" fmla="*/ 161 h 341"/>
                <a:gd name="T20" fmla="*/ 121 w 143"/>
                <a:gd name="T21" fmla="*/ 129 h 341"/>
                <a:gd name="T22" fmla="*/ 113 w 143"/>
                <a:gd name="T23" fmla="*/ 90 h 341"/>
                <a:gd name="T24" fmla="*/ 104 w 143"/>
                <a:gd name="T25" fmla="*/ 62 h 341"/>
                <a:gd name="T26" fmla="*/ 101 w 143"/>
                <a:gd name="T27" fmla="*/ 115 h 341"/>
                <a:gd name="T28" fmla="*/ 103 w 143"/>
                <a:gd name="T29" fmla="*/ 123 h 341"/>
                <a:gd name="T30" fmla="*/ 101 w 143"/>
                <a:gd name="T31" fmla="*/ 134 h 341"/>
                <a:gd name="T32" fmla="*/ 56 w 143"/>
                <a:gd name="T33" fmla="*/ 2 h 341"/>
                <a:gd name="T34" fmla="*/ 47 w 143"/>
                <a:gd name="T35" fmla="*/ 10 h 341"/>
                <a:gd name="T36" fmla="*/ 44 w 143"/>
                <a:gd name="T37" fmla="*/ 29 h 341"/>
                <a:gd name="T38" fmla="*/ 48 w 143"/>
                <a:gd name="T39" fmla="*/ 37 h 341"/>
                <a:gd name="T40" fmla="*/ 49 w 143"/>
                <a:gd name="T41" fmla="*/ 49 h 341"/>
                <a:gd name="T42" fmla="*/ 31 w 143"/>
                <a:gd name="T43" fmla="*/ 60 h 341"/>
                <a:gd name="T44" fmla="*/ 24 w 143"/>
                <a:gd name="T45" fmla="*/ 118 h 341"/>
                <a:gd name="T46" fmla="*/ 27 w 143"/>
                <a:gd name="T47" fmla="*/ 137 h 341"/>
                <a:gd name="T48" fmla="*/ 24 w 143"/>
                <a:gd name="T49" fmla="*/ 164 h 341"/>
                <a:gd name="T50" fmla="*/ 30 w 143"/>
                <a:gd name="T51" fmla="*/ 169 h 341"/>
                <a:gd name="T52" fmla="*/ 37 w 143"/>
                <a:gd name="T53" fmla="*/ 190 h 341"/>
                <a:gd name="T54" fmla="*/ 48 w 143"/>
                <a:gd name="T55" fmla="*/ 265 h 341"/>
                <a:gd name="T56" fmla="*/ 55 w 143"/>
                <a:gd name="T57" fmla="*/ 306 h 341"/>
                <a:gd name="T58" fmla="*/ 52 w 143"/>
                <a:gd name="T59" fmla="*/ 324 h 341"/>
                <a:gd name="T60" fmla="*/ 55 w 143"/>
                <a:gd name="T61" fmla="*/ 337 h 341"/>
                <a:gd name="T62" fmla="*/ 71 w 143"/>
                <a:gd name="T63" fmla="*/ 332 h 341"/>
                <a:gd name="T64" fmla="*/ 70 w 143"/>
                <a:gd name="T65" fmla="*/ 319 h 341"/>
                <a:gd name="T66" fmla="*/ 71 w 143"/>
                <a:gd name="T67" fmla="*/ 303 h 341"/>
                <a:gd name="T68" fmla="*/ 70 w 143"/>
                <a:gd name="T69" fmla="*/ 277 h 341"/>
                <a:gd name="T70" fmla="*/ 68 w 143"/>
                <a:gd name="T71" fmla="*/ 253 h 341"/>
                <a:gd name="T72" fmla="*/ 69 w 143"/>
                <a:gd name="T73" fmla="*/ 220 h 341"/>
                <a:gd name="T74" fmla="*/ 77 w 143"/>
                <a:gd name="T75" fmla="*/ 208 h 341"/>
                <a:gd name="T76" fmla="*/ 101 w 143"/>
                <a:gd name="T77" fmla="*/ 299 h 341"/>
                <a:gd name="T78" fmla="*/ 100 w 143"/>
                <a:gd name="T79" fmla="*/ 123 h 341"/>
                <a:gd name="T80" fmla="*/ 101 w 143"/>
                <a:gd name="T81" fmla="*/ 115 h 341"/>
                <a:gd name="T82" fmla="*/ 93 w 143"/>
                <a:gd name="T83" fmla="*/ 57 h 341"/>
                <a:gd name="T84" fmla="*/ 71 w 143"/>
                <a:gd name="T85" fmla="*/ 48 h 341"/>
                <a:gd name="T86" fmla="*/ 74 w 143"/>
                <a:gd name="T87" fmla="*/ 34 h 341"/>
                <a:gd name="T88" fmla="*/ 73 w 143"/>
                <a:gd name="T89" fmla="*/ 18 h 341"/>
                <a:gd name="T90" fmla="*/ 66 w 143"/>
                <a:gd name="T91" fmla="*/ 5 h 341"/>
                <a:gd name="T92" fmla="*/ 56 w 143"/>
                <a:gd name="T93" fmla="*/ 2 h 341"/>
                <a:gd name="T94" fmla="*/ 19 w 143"/>
                <a:gd name="T95" fmla="*/ 71 h 341"/>
                <a:gd name="T96" fmla="*/ 4 w 143"/>
                <a:gd name="T97" fmla="*/ 137 h 341"/>
                <a:gd name="T98" fmla="*/ 23 w 143"/>
                <a:gd name="T99" fmla="*/ 164 h 341"/>
                <a:gd name="T100" fmla="*/ 24 w 143"/>
                <a:gd name="T101" fmla="*/ 129 h 341"/>
                <a:gd name="T102" fmla="*/ 24 w 143"/>
                <a:gd name="T103" fmla="*/ 118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3" h="341">
                  <a:moveTo>
                    <a:pt x="101" y="299"/>
                  </a:moveTo>
                  <a:cubicBezTo>
                    <a:pt x="102" y="301"/>
                    <a:pt x="102" y="302"/>
                    <a:pt x="102" y="303"/>
                  </a:cubicBezTo>
                  <a:cubicBezTo>
                    <a:pt x="103" y="310"/>
                    <a:pt x="105" y="322"/>
                    <a:pt x="107" y="322"/>
                  </a:cubicBezTo>
                  <a:cubicBezTo>
                    <a:pt x="108" y="322"/>
                    <a:pt x="108" y="324"/>
                    <a:pt x="108" y="327"/>
                  </a:cubicBezTo>
                  <a:cubicBezTo>
                    <a:pt x="108" y="331"/>
                    <a:pt x="112" y="331"/>
                    <a:pt x="114" y="332"/>
                  </a:cubicBezTo>
                  <a:cubicBezTo>
                    <a:pt x="116" y="333"/>
                    <a:pt x="117" y="331"/>
                    <a:pt x="117" y="331"/>
                  </a:cubicBezTo>
                  <a:cubicBezTo>
                    <a:pt x="117" y="331"/>
                    <a:pt x="120" y="338"/>
                    <a:pt x="126" y="338"/>
                  </a:cubicBezTo>
                  <a:cubicBezTo>
                    <a:pt x="132" y="339"/>
                    <a:pt x="143" y="341"/>
                    <a:pt x="143" y="339"/>
                  </a:cubicBezTo>
                  <a:cubicBezTo>
                    <a:pt x="143" y="336"/>
                    <a:pt x="141" y="333"/>
                    <a:pt x="138" y="331"/>
                  </a:cubicBezTo>
                  <a:cubicBezTo>
                    <a:pt x="134" y="329"/>
                    <a:pt x="131" y="323"/>
                    <a:pt x="129" y="321"/>
                  </a:cubicBezTo>
                  <a:cubicBezTo>
                    <a:pt x="128" y="319"/>
                    <a:pt x="130" y="320"/>
                    <a:pt x="129" y="317"/>
                  </a:cubicBezTo>
                  <a:cubicBezTo>
                    <a:pt x="127" y="314"/>
                    <a:pt x="124" y="296"/>
                    <a:pt x="123" y="290"/>
                  </a:cubicBezTo>
                  <a:cubicBezTo>
                    <a:pt x="122" y="284"/>
                    <a:pt x="123" y="264"/>
                    <a:pt x="120" y="255"/>
                  </a:cubicBezTo>
                  <a:cubicBezTo>
                    <a:pt x="117" y="245"/>
                    <a:pt x="108" y="215"/>
                    <a:pt x="107" y="207"/>
                  </a:cubicBezTo>
                  <a:cubicBezTo>
                    <a:pt x="106" y="198"/>
                    <a:pt x="104" y="190"/>
                    <a:pt x="104" y="185"/>
                  </a:cubicBezTo>
                  <a:cubicBezTo>
                    <a:pt x="104" y="181"/>
                    <a:pt x="104" y="178"/>
                    <a:pt x="102" y="174"/>
                  </a:cubicBezTo>
                  <a:cubicBezTo>
                    <a:pt x="101" y="171"/>
                    <a:pt x="103" y="166"/>
                    <a:pt x="103" y="166"/>
                  </a:cubicBezTo>
                  <a:cubicBezTo>
                    <a:pt x="103" y="166"/>
                    <a:pt x="106" y="169"/>
                    <a:pt x="108" y="171"/>
                  </a:cubicBezTo>
                  <a:cubicBezTo>
                    <a:pt x="110" y="172"/>
                    <a:pt x="110" y="170"/>
                    <a:pt x="109" y="166"/>
                  </a:cubicBezTo>
                  <a:cubicBezTo>
                    <a:pt x="108" y="162"/>
                    <a:pt x="109" y="159"/>
                    <a:pt x="110" y="161"/>
                  </a:cubicBezTo>
                  <a:cubicBezTo>
                    <a:pt x="111" y="162"/>
                    <a:pt x="111" y="154"/>
                    <a:pt x="114" y="149"/>
                  </a:cubicBezTo>
                  <a:cubicBezTo>
                    <a:pt x="117" y="144"/>
                    <a:pt x="122" y="134"/>
                    <a:pt x="121" y="129"/>
                  </a:cubicBezTo>
                  <a:cubicBezTo>
                    <a:pt x="120" y="123"/>
                    <a:pt x="119" y="113"/>
                    <a:pt x="118" y="108"/>
                  </a:cubicBezTo>
                  <a:cubicBezTo>
                    <a:pt x="116" y="104"/>
                    <a:pt x="114" y="95"/>
                    <a:pt x="113" y="90"/>
                  </a:cubicBezTo>
                  <a:cubicBezTo>
                    <a:pt x="111" y="84"/>
                    <a:pt x="111" y="82"/>
                    <a:pt x="109" y="76"/>
                  </a:cubicBezTo>
                  <a:cubicBezTo>
                    <a:pt x="107" y="71"/>
                    <a:pt x="104" y="65"/>
                    <a:pt x="104" y="62"/>
                  </a:cubicBezTo>
                  <a:cubicBezTo>
                    <a:pt x="104" y="61"/>
                    <a:pt x="103" y="60"/>
                    <a:pt x="101" y="59"/>
                  </a:cubicBezTo>
                  <a:cubicBezTo>
                    <a:pt x="101" y="115"/>
                    <a:pt x="101" y="115"/>
                    <a:pt x="101" y="115"/>
                  </a:cubicBezTo>
                  <a:cubicBezTo>
                    <a:pt x="102" y="117"/>
                    <a:pt x="103" y="118"/>
                    <a:pt x="103" y="118"/>
                  </a:cubicBezTo>
                  <a:cubicBezTo>
                    <a:pt x="105" y="119"/>
                    <a:pt x="106" y="121"/>
                    <a:pt x="103" y="123"/>
                  </a:cubicBezTo>
                  <a:cubicBezTo>
                    <a:pt x="101" y="124"/>
                    <a:pt x="103" y="133"/>
                    <a:pt x="102" y="134"/>
                  </a:cubicBezTo>
                  <a:cubicBezTo>
                    <a:pt x="101" y="134"/>
                    <a:pt x="101" y="134"/>
                    <a:pt x="101" y="134"/>
                  </a:cubicBezTo>
                  <a:lnTo>
                    <a:pt x="101" y="299"/>
                  </a:lnTo>
                  <a:close/>
                  <a:moveTo>
                    <a:pt x="56" y="2"/>
                  </a:moveTo>
                  <a:cubicBezTo>
                    <a:pt x="54" y="4"/>
                    <a:pt x="52" y="7"/>
                    <a:pt x="50" y="6"/>
                  </a:cubicBezTo>
                  <a:cubicBezTo>
                    <a:pt x="48" y="5"/>
                    <a:pt x="49" y="10"/>
                    <a:pt x="47" y="10"/>
                  </a:cubicBezTo>
                  <a:cubicBezTo>
                    <a:pt x="45" y="10"/>
                    <a:pt x="43" y="16"/>
                    <a:pt x="43" y="20"/>
                  </a:cubicBezTo>
                  <a:cubicBezTo>
                    <a:pt x="43" y="24"/>
                    <a:pt x="44" y="28"/>
                    <a:pt x="44" y="29"/>
                  </a:cubicBezTo>
                  <a:cubicBezTo>
                    <a:pt x="44" y="31"/>
                    <a:pt x="45" y="37"/>
                    <a:pt x="46" y="37"/>
                  </a:cubicBezTo>
                  <a:cubicBezTo>
                    <a:pt x="48" y="37"/>
                    <a:pt x="48" y="37"/>
                    <a:pt x="48" y="37"/>
                  </a:cubicBezTo>
                  <a:cubicBezTo>
                    <a:pt x="48" y="37"/>
                    <a:pt x="50" y="42"/>
                    <a:pt x="50" y="46"/>
                  </a:cubicBezTo>
                  <a:cubicBezTo>
                    <a:pt x="50" y="49"/>
                    <a:pt x="49" y="49"/>
                    <a:pt x="49" y="49"/>
                  </a:cubicBezTo>
                  <a:cubicBezTo>
                    <a:pt x="47" y="53"/>
                    <a:pt x="47" y="53"/>
                    <a:pt x="47" y="53"/>
                  </a:cubicBezTo>
                  <a:cubicBezTo>
                    <a:pt x="47" y="53"/>
                    <a:pt x="36" y="59"/>
                    <a:pt x="31" y="60"/>
                  </a:cubicBezTo>
                  <a:cubicBezTo>
                    <a:pt x="28" y="61"/>
                    <a:pt x="26" y="62"/>
                    <a:pt x="24" y="63"/>
                  </a:cubicBezTo>
                  <a:cubicBezTo>
                    <a:pt x="24" y="118"/>
                    <a:pt x="24" y="118"/>
                    <a:pt x="24" y="118"/>
                  </a:cubicBezTo>
                  <a:cubicBezTo>
                    <a:pt x="25" y="117"/>
                    <a:pt x="25" y="115"/>
                    <a:pt x="26" y="112"/>
                  </a:cubicBezTo>
                  <a:cubicBezTo>
                    <a:pt x="26" y="119"/>
                    <a:pt x="28" y="130"/>
                    <a:pt x="27" y="137"/>
                  </a:cubicBezTo>
                  <a:cubicBezTo>
                    <a:pt x="27" y="134"/>
                    <a:pt x="25" y="132"/>
                    <a:pt x="24" y="129"/>
                  </a:cubicBezTo>
                  <a:cubicBezTo>
                    <a:pt x="24" y="164"/>
                    <a:pt x="24" y="164"/>
                    <a:pt x="24" y="164"/>
                  </a:cubicBezTo>
                  <a:cubicBezTo>
                    <a:pt x="26" y="164"/>
                    <a:pt x="27" y="164"/>
                    <a:pt x="27" y="164"/>
                  </a:cubicBezTo>
                  <a:cubicBezTo>
                    <a:pt x="27" y="164"/>
                    <a:pt x="28" y="168"/>
                    <a:pt x="30" y="169"/>
                  </a:cubicBezTo>
                  <a:cubicBezTo>
                    <a:pt x="31" y="170"/>
                    <a:pt x="33" y="174"/>
                    <a:pt x="34" y="173"/>
                  </a:cubicBezTo>
                  <a:cubicBezTo>
                    <a:pt x="34" y="171"/>
                    <a:pt x="36" y="183"/>
                    <a:pt x="37" y="190"/>
                  </a:cubicBezTo>
                  <a:cubicBezTo>
                    <a:pt x="39" y="196"/>
                    <a:pt x="46" y="241"/>
                    <a:pt x="46" y="247"/>
                  </a:cubicBezTo>
                  <a:cubicBezTo>
                    <a:pt x="46" y="254"/>
                    <a:pt x="48" y="260"/>
                    <a:pt x="48" y="265"/>
                  </a:cubicBezTo>
                  <a:cubicBezTo>
                    <a:pt x="48" y="269"/>
                    <a:pt x="49" y="281"/>
                    <a:pt x="49" y="288"/>
                  </a:cubicBezTo>
                  <a:cubicBezTo>
                    <a:pt x="49" y="295"/>
                    <a:pt x="55" y="301"/>
                    <a:pt x="55" y="306"/>
                  </a:cubicBezTo>
                  <a:cubicBezTo>
                    <a:pt x="55" y="311"/>
                    <a:pt x="54" y="313"/>
                    <a:pt x="54" y="316"/>
                  </a:cubicBezTo>
                  <a:cubicBezTo>
                    <a:pt x="55" y="319"/>
                    <a:pt x="55" y="321"/>
                    <a:pt x="52" y="324"/>
                  </a:cubicBezTo>
                  <a:cubicBezTo>
                    <a:pt x="49" y="328"/>
                    <a:pt x="48" y="331"/>
                    <a:pt x="48" y="333"/>
                  </a:cubicBezTo>
                  <a:cubicBezTo>
                    <a:pt x="48" y="336"/>
                    <a:pt x="49" y="337"/>
                    <a:pt x="55" y="337"/>
                  </a:cubicBezTo>
                  <a:cubicBezTo>
                    <a:pt x="61" y="337"/>
                    <a:pt x="67" y="335"/>
                    <a:pt x="67" y="334"/>
                  </a:cubicBezTo>
                  <a:cubicBezTo>
                    <a:pt x="67" y="332"/>
                    <a:pt x="69" y="332"/>
                    <a:pt x="71" y="332"/>
                  </a:cubicBezTo>
                  <a:cubicBezTo>
                    <a:pt x="73" y="332"/>
                    <a:pt x="72" y="330"/>
                    <a:pt x="71" y="327"/>
                  </a:cubicBezTo>
                  <a:cubicBezTo>
                    <a:pt x="71" y="323"/>
                    <a:pt x="68" y="318"/>
                    <a:pt x="70" y="319"/>
                  </a:cubicBezTo>
                  <a:cubicBezTo>
                    <a:pt x="71" y="319"/>
                    <a:pt x="73" y="318"/>
                    <a:pt x="73" y="313"/>
                  </a:cubicBezTo>
                  <a:cubicBezTo>
                    <a:pt x="73" y="308"/>
                    <a:pt x="73" y="306"/>
                    <a:pt x="71" y="303"/>
                  </a:cubicBezTo>
                  <a:cubicBezTo>
                    <a:pt x="69" y="300"/>
                    <a:pt x="69" y="295"/>
                    <a:pt x="70" y="290"/>
                  </a:cubicBezTo>
                  <a:cubicBezTo>
                    <a:pt x="70" y="286"/>
                    <a:pt x="72" y="282"/>
                    <a:pt x="70" y="277"/>
                  </a:cubicBezTo>
                  <a:cubicBezTo>
                    <a:pt x="69" y="271"/>
                    <a:pt x="69" y="264"/>
                    <a:pt x="70" y="261"/>
                  </a:cubicBezTo>
                  <a:cubicBezTo>
                    <a:pt x="70" y="259"/>
                    <a:pt x="70" y="255"/>
                    <a:pt x="68" y="253"/>
                  </a:cubicBezTo>
                  <a:cubicBezTo>
                    <a:pt x="66" y="251"/>
                    <a:pt x="69" y="247"/>
                    <a:pt x="69" y="244"/>
                  </a:cubicBezTo>
                  <a:cubicBezTo>
                    <a:pt x="69" y="242"/>
                    <a:pt x="68" y="231"/>
                    <a:pt x="69" y="220"/>
                  </a:cubicBezTo>
                  <a:cubicBezTo>
                    <a:pt x="71" y="210"/>
                    <a:pt x="71" y="201"/>
                    <a:pt x="71" y="199"/>
                  </a:cubicBezTo>
                  <a:cubicBezTo>
                    <a:pt x="71" y="196"/>
                    <a:pt x="73" y="197"/>
                    <a:pt x="77" y="208"/>
                  </a:cubicBezTo>
                  <a:cubicBezTo>
                    <a:pt x="81" y="218"/>
                    <a:pt x="90" y="252"/>
                    <a:pt x="92" y="259"/>
                  </a:cubicBezTo>
                  <a:cubicBezTo>
                    <a:pt x="94" y="266"/>
                    <a:pt x="99" y="289"/>
                    <a:pt x="101" y="299"/>
                  </a:cubicBezTo>
                  <a:cubicBezTo>
                    <a:pt x="101" y="134"/>
                    <a:pt x="101" y="134"/>
                    <a:pt x="101" y="134"/>
                  </a:cubicBezTo>
                  <a:cubicBezTo>
                    <a:pt x="101" y="133"/>
                    <a:pt x="101" y="128"/>
                    <a:pt x="100" y="123"/>
                  </a:cubicBezTo>
                  <a:cubicBezTo>
                    <a:pt x="98" y="119"/>
                    <a:pt x="98" y="112"/>
                    <a:pt x="97" y="104"/>
                  </a:cubicBezTo>
                  <a:cubicBezTo>
                    <a:pt x="97" y="104"/>
                    <a:pt x="99" y="111"/>
                    <a:pt x="101" y="115"/>
                  </a:cubicBezTo>
                  <a:cubicBezTo>
                    <a:pt x="101" y="59"/>
                    <a:pt x="101" y="59"/>
                    <a:pt x="101" y="59"/>
                  </a:cubicBezTo>
                  <a:cubicBezTo>
                    <a:pt x="99" y="58"/>
                    <a:pt x="97" y="57"/>
                    <a:pt x="93" y="57"/>
                  </a:cubicBezTo>
                  <a:cubicBezTo>
                    <a:pt x="83" y="55"/>
                    <a:pt x="76" y="53"/>
                    <a:pt x="74" y="51"/>
                  </a:cubicBezTo>
                  <a:cubicBezTo>
                    <a:pt x="73" y="50"/>
                    <a:pt x="72" y="49"/>
                    <a:pt x="71" y="48"/>
                  </a:cubicBezTo>
                  <a:cubicBezTo>
                    <a:pt x="70" y="48"/>
                    <a:pt x="69" y="46"/>
                    <a:pt x="70" y="46"/>
                  </a:cubicBezTo>
                  <a:cubicBezTo>
                    <a:pt x="73" y="46"/>
                    <a:pt x="73" y="37"/>
                    <a:pt x="74" y="34"/>
                  </a:cubicBezTo>
                  <a:cubicBezTo>
                    <a:pt x="76" y="32"/>
                    <a:pt x="75" y="30"/>
                    <a:pt x="74" y="27"/>
                  </a:cubicBezTo>
                  <a:cubicBezTo>
                    <a:pt x="73" y="25"/>
                    <a:pt x="75" y="22"/>
                    <a:pt x="73" y="18"/>
                  </a:cubicBezTo>
                  <a:cubicBezTo>
                    <a:pt x="71" y="14"/>
                    <a:pt x="74" y="9"/>
                    <a:pt x="71" y="9"/>
                  </a:cubicBezTo>
                  <a:cubicBezTo>
                    <a:pt x="68" y="8"/>
                    <a:pt x="69" y="5"/>
                    <a:pt x="66" y="5"/>
                  </a:cubicBezTo>
                  <a:cubicBezTo>
                    <a:pt x="64" y="5"/>
                    <a:pt x="63" y="1"/>
                    <a:pt x="61" y="3"/>
                  </a:cubicBezTo>
                  <a:cubicBezTo>
                    <a:pt x="58" y="4"/>
                    <a:pt x="58" y="0"/>
                    <a:pt x="56" y="2"/>
                  </a:cubicBezTo>
                  <a:close/>
                  <a:moveTo>
                    <a:pt x="24" y="63"/>
                  </a:moveTo>
                  <a:cubicBezTo>
                    <a:pt x="21" y="65"/>
                    <a:pt x="19" y="67"/>
                    <a:pt x="19" y="71"/>
                  </a:cubicBezTo>
                  <a:cubicBezTo>
                    <a:pt x="17" y="79"/>
                    <a:pt x="9" y="106"/>
                    <a:pt x="5" y="113"/>
                  </a:cubicBezTo>
                  <a:cubicBezTo>
                    <a:pt x="1" y="121"/>
                    <a:pt x="0" y="131"/>
                    <a:pt x="4" y="137"/>
                  </a:cubicBezTo>
                  <a:cubicBezTo>
                    <a:pt x="8" y="143"/>
                    <a:pt x="18" y="158"/>
                    <a:pt x="19" y="160"/>
                  </a:cubicBezTo>
                  <a:cubicBezTo>
                    <a:pt x="21" y="163"/>
                    <a:pt x="21" y="164"/>
                    <a:pt x="23" y="164"/>
                  </a:cubicBezTo>
                  <a:cubicBezTo>
                    <a:pt x="24" y="164"/>
                    <a:pt x="24" y="164"/>
                    <a:pt x="24" y="164"/>
                  </a:cubicBezTo>
                  <a:cubicBezTo>
                    <a:pt x="24" y="129"/>
                    <a:pt x="24" y="129"/>
                    <a:pt x="24" y="129"/>
                  </a:cubicBezTo>
                  <a:cubicBezTo>
                    <a:pt x="22" y="126"/>
                    <a:pt x="20" y="124"/>
                    <a:pt x="21" y="122"/>
                  </a:cubicBezTo>
                  <a:cubicBezTo>
                    <a:pt x="22" y="120"/>
                    <a:pt x="23" y="120"/>
                    <a:pt x="24" y="118"/>
                  </a:cubicBezTo>
                  <a:lnTo>
                    <a:pt x="24" y="63"/>
                  </a:ln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0" name="Freeform 728"/>
            <p:cNvSpPr>
              <a:spLocks/>
            </p:cNvSpPr>
            <p:nvPr/>
          </p:nvSpPr>
          <p:spPr bwMode="auto">
            <a:xfrm>
              <a:off x="2071" y="629"/>
              <a:ext cx="96" cy="190"/>
            </a:xfrm>
            <a:custGeom>
              <a:avLst/>
              <a:gdLst>
                <a:gd name="T0" fmla="*/ 10 w 50"/>
                <a:gd name="T1" fmla="*/ 0 h 99"/>
                <a:gd name="T2" fmla="*/ 9 w 50"/>
                <a:gd name="T3" fmla="*/ 1 h 99"/>
                <a:gd name="T4" fmla="*/ 7 w 50"/>
                <a:gd name="T5" fmla="*/ 4 h 99"/>
                <a:gd name="T6" fmla="*/ 7 w 50"/>
                <a:gd name="T7" fmla="*/ 5 h 99"/>
                <a:gd name="T8" fmla="*/ 9 w 50"/>
                <a:gd name="T9" fmla="*/ 40 h 99"/>
                <a:gd name="T10" fmla="*/ 9 w 50"/>
                <a:gd name="T11" fmla="*/ 68 h 99"/>
                <a:gd name="T12" fmla="*/ 4 w 50"/>
                <a:gd name="T13" fmla="*/ 88 h 99"/>
                <a:gd name="T14" fmla="*/ 0 w 50"/>
                <a:gd name="T15" fmla="*/ 98 h 99"/>
                <a:gd name="T16" fmla="*/ 17 w 50"/>
                <a:gd name="T17" fmla="*/ 97 h 99"/>
                <a:gd name="T18" fmla="*/ 45 w 50"/>
                <a:gd name="T19" fmla="*/ 98 h 99"/>
                <a:gd name="T20" fmla="*/ 50 w 50"/>
                <a:gd name="T21" fmla="*/ 96 h 99"/>
                <a:gd name="T22" fmla="*/ 44 w 50"/>
                <a:gd name="T23" fmla="*/ 77 h 99"/>
                <a:gd name="T24" fmla="*/ 39 w 50"/>
                <a:gd name="T25" fmla="*/ 41 h 99"/>
                <a:gd name="T26" fmla="*/ 36 w 50"/>
                <a:gd name="T27" fmla="*/ 9 h 99"/>
                <a:gd name="T28" fmla="*/ 34 w 50"/>
                <a:gd name="T29" fmla="*/ 3 h 99"/>
                <a:gd name="T30" fmla="*/ 34 w 50"/>
                <a:gd name="T31" fmla="*/ 3 h 99"/>
                <a:gd name="T32" fmla="*/ 31 w 50"/>
                <a:gd name="T33" fmla="*/ 0 h 99"/>
                <a:gd name="T34" fmla="*/ 26 w 50"/>
                <a:gd name="T35" fmla="*/ 7 h 99"/>
                <a:gd name="T36" fmla="*/ 18 w 50"/>
                <a:gd name="T37" fmla="*/ 9 h 99"/>
                <a:gd name="T38" fmla="*/ 10 w 50"/>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99">
                  <a:moveTo>
                    <a:pt x="10" y="0"/>
                  </a:moveTo>
                  <a:cubicBezTo>
                    <a:pt x="9" y="1"/>
                    <a:pt x="9" y="1"/>
                    <a:pt x="9" y="1"/>
                  </a:cubicBezTo>
                  <a:cubicBezTo>
                    <a:pt x="7" y="4"/>
                    <a:pt x="7" y="4"/>
                    <a:pt x="7" y="4"/>
                  </a:cubicBezTo>
                  <a:cubicBezTo>
                    <a:pt x="7" y="5"/>
                    <a:pt x="7" y="5"/>
                    <a:pt x="7" y="5"/>
                  </a:cubicBezTo>
                  <a:cubicBezTo>
                    <a:pt x="8" y="10"/>
                    <a:pt x="9" y="28"/>
                    <a:pt x="9" y="40"/>
                  </a:cubicBezTo>
                  <a:cubicBezTo>
                    <a:pt x="9" y="52"/>
                    <a:pt x="11" y="58"/>
                    <a:pt x="9" y="68"/>
                  </a:cubicBezTo>
                  <a:cubicBezTo>
                    <a:pt x="7" y="77"/>
                    <a:pt x="6" y="83"/>
                    <a:pt x="4" y="88"/>
                  </a:cubicBezTo>
                  <a:cubicBezTo>
                    <a:pt x="1" y="94"/>
                    <a:pt x="0" y="98"/>
                    <a:pt x="0" y="98"/>
                  </a:cubicBezTo>
                  <a:cubicBezTo>
                    <a:pt x="0" y="98"/>
                    <a:pt x="8" y="97"/>
                    <a:pt x="17" y="97"/>
                  </a:cubicBezTo>
                  <a:cubicBezTo>
                    <a:pt x="25" y="97"/>
                    <a:pt x="41" y="99"/>
                    <a:pt x="45" y="98"/>
                  </a:cubicBezTo>
                  <a:cubicBezTo>
                    <a:pt x="48" y="97"/>
                    <a:pt x="50" y="96"/>
                    <a:pt x="50" y="96"/>
                  </a:cubicBezTo>
                  <a:cubicBezTo>
                    <a:pt x="50" y="96"/>
                    <a:pt x="46" y="87"/>
                    <a:pt x="44" y="77"/>
                  </a:cubicBezTo>
                  <a:cubicBezTo>
                    <a:pt x="41" y="68"/>
                    <a:pt x="39" y="54"/>
                    <a:pt x="39" y="41"/>
                  </a:cubicBezTo>
                  <a:cubicBezTo>
                    <a:pt x="39" y="28"/>
                    <a:pt x="39" y="16"/>
                    <a:pt x="36" y="9"/>
                  </a:cubicBezTo>
                  <a:cubicBezTo>
                    <a:pt x="35" y="6"/>
                    <a:pt x="35" y="5"/>
                    <a:pt x="34" y="3"/>
                  </a:cubicBezTo>
                  <a:cubicBezTo>
                    <a:pt x="34" y="3"/>
                    <a:pt x="35" y="4"/>
                    <a:pt x="34" y="3"/>
                  </a:cubicBezTo>
                  <a:cubicBezTo>
                    <a:pt x="33" y="3"/>
                    <a:pt x="32" y="1"/>
                    <a:pt x="31" y="0"/>
                  </a:cubicBezTo>
                  <a:cubicBezTo>
                    <a:pt x="30" y="2"/>
                    <a:pt x="29" y="3"/>
                    <a:pt x="26" y="7"/>
                  </a:cubicBezTo>
                  <a:cubicBezTo>
                    <a:pt x="23" y="10"/>
                    <a:pt x="23" y="12"/>
                    <a:pt x="18" y="9"/>
                  </a:cubicBezTo>
                  <a:cubicBezTo>
                    <a:pt x="15" y="7"/>
                    <a:pt x="12" y="3"/>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1" name="Freeform 729"/>
            <p:cNvSpPr>
              <a:spLocks/>
            </p:cNvSpPr>
            <p:nvPr/>
          </p:nvSpPr>
          <p:spPr bwMode="auto">
            <a:xfrm>
              <a:off x="2106" y="652"/>
              <a:ext cx="45" cy="186"/>
            </a:xfrm>
            <a:custGeom>
              <a:avLst/>
              <a:gdLst>
                <a:gd name="T0" fmla="*/ 4 w 24"/>
                <a:gd name="T1" fmla="*/ 0 h 97"/>
                <a:gd name="T2" fmla="*/ 9 w 24"/>
                <a:gd name="T3" fmla="*/ 5 h 97"/>
                <a:gd name="T4" fmla="*/ 7 w 24"/>
                <a:gd name="T5" fmla="*/ 7 h 97"/>
                <a:gd name="T6" fmla="*/ 14 w 24"/>
                <a:gd name="T7" fmla="*/ 36 h 97"/>
                <a:gd name="T8" fmla="*/ 23 w 24"/>
                <a:gd name="T9" fmla="*/ 83 h 97"/>
                <a:gd name="T10" fmla="*/ 20 w 24"/>
                <a:gd name="T11" fmla="*/ 93 h 97"/>
                <a:gd name="T12" fmla="*/ 15 w 24"/>
                <a:gd name="T13" fmla="*/ 94 h 97"/>
                <a:gd name="T14" fmla="*/ 9 w 24"/>
                <a:gd name="T15" fmla="*/ 82 h 97"/>
                <a:gd name="T16" fmla="*/ 3 w 24"/>
                <a:gd name="T17" fmla="*/ 44 h 97"/>
                <a:gd name="T18" fmla="*/ 1 w 24"/>
                <a:gd name="T19" fmla="*/ 15 h 97"/>
                <a:gd name="T20" fmla="*/ 3 w 24"/>
                <a:gd name="T21" fmla="*/ 7 h 97"/>
                <a:gd name="T22" fmla="*/ 0 w 24"/>
                <a:gd name="T23" fmla="*/ 4 h 97"/>
                <a:gd name="T24" fmla="*/ 4 w 24"/>
                <a:gd name="T2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97">
                  <a:moveTo>
                    <a:pt x="4" y="0"/>
                  </a:moveTo>
                  <a:cubicBezTo>
                    <a:pt x="9" y="5"/>
                    <a:pt x="9" y="5"/>
                    <a:pt x="9" y="5"/>
                  </a:cubicBezTo>
                  <a:cubicBezTo>
                    <a:pt x="9" y="5"/>
                    <a:pt x="6" y="5"/>
                    <a:pt x="7" y="7"/>
                  </a:cubicBezTo>
                  <a:cubicBezTo>
                    <a:pt x="8" y="9"/>
                    <a:pt x="11" y="21"/>
                    <a:pt x="14" y="36"/>
                  </a:cubicBezTo>
                  <a:cubicBezTo>
                    <a:pt x="18" y="52"/>
                    <a:pt x="22" y="79"/>
                    <a:pt x="23" y="83"/>
                  </a:cubicBezTo>
                  <a:cubicBezTo>
                    <a:pt x="24" y="87"/>
                    <a:pt x="23" y="89"/>
                    <a:pt x="20" y="93"/>
                  </a:cubicBezTo>
                  <a:cubicBezTo>
                    <a:pt x="18" y="97"/>
                    <a:pt x="17" y="97"/>
                    <a:pt x="15" y="94"/>
                  </a:cubicBezTo>
                  <a:cubicBezTo>
                    <a:pt x="12" y="90"/>
                    <a:pt x="10" y="92"/>
                    <a:pt x="9" y="82"/>
                  </a:cubicBezTo>
                  <a:cubicBezTo>
                    <a:pt x="7" y="72"/>
                    <a:pt x="4" y="53"/>
                    <a:pt x="3" y="44"/>
                  </a:cubicBezTo>
                  <a:cubicBezTo>
                    <a:pt x="2" y="35"/>
                    <a:pt x="0" y="19"/>
                    <a:pt x="1" y="15"/>
                  </a:cubicBezTo>
                  <a:cubicBezTo>
                    <a:pt x="2" y="11"/>
                    <a:pt x="3" y="9"/>
                    <a:pt x="3" y="7"/>
                  </a:cubicBezTo>
                  <a:cubicBezTo>
                    <a:pt x="2" y="6"/>
                    <a:pt x="0" y="4"/>
                    <a:pt x="0" y="4"/>
                  </a:cubicBezTo>
                  <a:cubicBezTo>
                    <a:pt x="0" y="4"/>
                    <a:pt x="2" y="1"/>
                    <a:pt x="4" y="0"/>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2" name="Freeform 730"/>
            <p:cNvSpPr>
              <a:spLocks/>
            </p:cNvSpPr>
            <p:nvPr/>
          </p:nvSpPr>
          <p:spPr bwMode="auto">
            <a:xfrm>
              <a:off x="1352" y="606"/>
              <a:ext cx="52" cy="77"/>
            </a:xfrm>
            <a:custGeom>
              <a:avLst/>
              <a:gdLst>
                <a:gd name="T0" fmla="*/ 26 w 27"/>
                <a:gd name="T1" fmla="*/ 11 h 40"/>
                <a:gd name="T2" fmla="*/ 24 w 27"/>
                <a:gd name="T3" fmla="*/ 23 h 40"/>
                <a:gd name="T4" fmla="*/ 26 w 27"/>
                <a:gd name="T5" fmla="*/ 35 h 40"/>
                <a:gd name="T6" fmla="*/ 6 w 27"/>
                <a:gd name="T7" fmla="*/ 39 h 40"/>
                <a:gd name="T8" fmla="*/ 26 w 27"/>
                <a:gd name="T9" fmla="*/ 11 h 40"/>
              </a:gdLst>
              <a:ahLst/>
              <a:cxnLst>
                <a:cxn ang="0">
                  <a:pos x="T0" y="T1"/>
                </a:cxn>
                <a:cxn ang="0">
                  <a:pos x="T2" y="T3"/>
                </a:cxn>
                <a:cxn ang="0">
                  <a:pos x="T4" y="T5"/>
                </a:cxn>
                <a:cxn ang="0">
                  <a:pos x="T6" y="T7"/>
                </a:cxn>
                <a:cxn ang="0">
                  <a:pos x="T8" y="T9"/>
                </a:cxn>
              </a:cxnLst>
              <a:rect l="0" t="0" r="r" b="b"/>
              <a:pathLst>
                <a:path w="27" h="40">
                  <a:moveTo>
                    <a:pt x="26" y="11"/>
                  </a:moveTo>
                  <a:cubicBezTo>
                    <a:pt x="18" y="15"/>
                    <a:pt x="27" y="19"/>
                    <a:pt x="24" y="23"/>
                  </a:cubicBezTo>
                  <a:cubicBezTo>
                    <a:pt x="22" y="27"/>
                    <a:pt x="27" y="30"/>
                    <a:pt x="26" y="35"/>
                  </a:cubicBezTo>
                  <a:cubicBezTo>
                    <a:pt x="24" y="40"/>
                    <a:pt x="12" y="40"/>
                    <a:pt x="6" y="39"/>
                  </a:cubicBezTo>
                  <a:cubicBezTo>
                    <a:pt x="0" y="39"/>
                    <a:pt x="9" y="0"/>
                    <a:pt x="26" y="11"/>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3" name="Freeform 731"/>
            <p:cNvSpPr>
              <a:spLocks/>
            </p:cNvSpPr>
            <p:nvPr/>
          </p:nvSpPr>
          <p:spPr bwMode="auto">
            <a:xfrm>
              <a:off x="1320" y="536"/>
              <a:ext cx="107" cy="149"/>
            </a:xfrm>
            <a:custGeom>
              <a:avLst/>
              <a:gdLst>
                <a:gd name="T0" fmla="*/ 52 w 56"/>
                <a:gd name="T1" fmla="*/ 14 h 78"/>
                <a:gd name="T2" fmla="*/ 17 w 56"/>
                <a:gd name="T3" fmla="*/ 23 h 78"/>
                <a:gd name="T4" fmla="*/ 10 w 56"/>
                <a:gd name="T5" fmla="*/ 38 h 78"/>
                <a:gd name="T6" fmla="*/ 7 w 56"/>
                <a:gd name="T7" fmla="*/ 53 h 78"/>
                <a:gd name="T8" fmla="*/ 11 w 56"/>
                <a:gd name="T9" fmla="*/ 70 h 78"/>
                <a:gd name="T10" fmla="*/ 28 w 56"/>
                <a:gd name="T11" fmla="*/ 76 h 78"/>
                <a:gd name="T12" fmla="*/ 45 w 56"/>
                <a:gd name="T13" fmla="*/ 33 h 78"/>
                <a:gd name="T14" fmla="*/ 52 w 56"/>
                <a:gd name="T15" fmla="*/ 14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78">
                  <a:moveTo>
                    <a:pt x="52" y="14"/>
                  </a:moveTo>
                  <a:cubicBezTo>
                    <a:pt x="42" y="0"/>
                    <a:pt x="17" y="6"/>
                    <a:pt x="17" y="23"/>
                  </a:cubicBezTo>
                  <a:cubicBezTo>
                    <a:pt x="17" y="40"/>
                    <a:pt x="6" y="29"/>
                    <a:pt x="10" y="38"/>
                  </a:cubicBezTo>
                  <a:cubicBezTo>
                    <a:pt x="13" y="47"/>
                    <a:pt x="2" y="46"/>
                    <a:pt x="7" y="53"/>
                  </a:cubicBezTo>
                  <a:cubicBezTo>
                    <a:pt x="12" y="60"/>
                    <a:pt x="0" y="62"/>
                    <a:pt x="11" y="70"/>
                  </a:cubicBezTo>
                  <a:cubicBezTo>
                    <a:pt x="22" y="78"/>
                    <a:pt x="28" y="76"/>
                    <a:pt x="28" y="76"/>
                  </a:cubicBezTo>
                  <a:cubicBezTo>
                    <a:pt x="28" y="76"/>
                    <a:pt x="25" y="27"/>
                    <a:pt x="45" y="33"/>
                  </a:cubicBezTo>
                  <a:cubicBezTo>
                    <a:pt x="51" y="35"/>
                    <a:pt x="56" y="20"/>
                    <a:pt x="52" y="14"/>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4" name="Freeform 732"/>
            <p:cNvSpPr>
              <a:spLocks/>
            </p:cNvSpPr>
            <p:nvPr/>
          </p:nvSpPr>
          <p:spPr bwMode="auto">
            <a:xfrm>
              <a:off x="1289" y="547"/>
              <a:ext cx="185" cy="637"/>
            </a:xfrm>
            <a:custGeom>
              <a:avLst/>
              <a:gdLst>
                <a:gd name="T0" fmla="*/ 37 w 97"/>
                <a:gd name="T1" fmla="*/ 11 h 333"/>
                <a:gd name="T2" fmla="*/ 31 w 97"/>
                <a:gd name="T3" fmla="*/ 49 h 333"/>
                <a:gd name="T4" fmla="*/ 23 w 97"/>
                <a:gd name="T5" fmla="*/ 71 h 333"/>
                <a:gd name="T6" fmla="*/ 21 w 97"/>
                <a:gd name="T7" fmla="*/ 118 h 333"/>
                <a:gd name="T8" fmla="*/ 25 w 97"/>
                <a:gd name="T9" fmla="*/ 141 h 333"/>
                <a:gd name="T10" fmla="*/ 26 w 97"/>
                <a:gd name="T11" fmla="*/ 166 h 333"/>
                <a:gd name="T12" fmla="*/ 30 w 97"/>
                <a:gd name="T13" fmla="*/ 213 h 333"/>
                <a:gd name="T14" fmla="*/ 30 w 97"/>
                <a:gd name="T15" fmla="*/ 228 h 333"/>
                <a:gd name="T16" fmla="*/ 9 w 97"/>
                <a:gd name="T17" fmla="*/ 290 h 333"/>
                <a:gd name="T18" fmla="*/ 1 w 97"/>
                <a:gd name="T19" fmla="*/ 316 h 333"/>
                <a:gd name="T20" fmla="*/ 3 w 97"/>
                <a:gd name="T21" fmla="*/ 324 h 333"/>
                <a:gd name="T22" fmla="*/ 7 w 97"/>
                <a:gd name="T23" fmla="*/ 309 h 333"/>
                <a:gd name="T24" fmla="*/ 29 w 97"/>
                <a:gd name="T25" fmla="*/ 326 h 333"/>
                <a:gd name="T26" fmla="*/ 25 w 97"/>
                <a:gd name="T27" fmla="*/ 314 h 333"/>
                <a:gd name="T28" fmla="*/ 34 w 97"/>
                <a:gd name="T29" fmla="*/ 263 h 333"/>
                <a:gd name="T30" fmla="*/ 42 w 97"/>
                <a:gd name="T31" fmla="*/ 264 h 333"/>
                <a:gd name="T32" fmla="*/ 50 w 97"/>
                <a:gd name="T33" fmla="*/ 301 h 333"/>
                <a:gd name="T34" fmla="*/ 53 w 97"/>
                <a:gd name="T35" fmla="*/ 324 h 333"/>
                <a:gd name="T36" fmla="*/ 56 w 97"/>
                <a:gd name="T37" fmla="*/ 330 h 333"/>
                <a:gd name="T38" fmla="*/ 56 w 97"/>
                <a:gd name="T39" fmla="*/ 314 h 333"/>
                <a:gd name="T40" fmla="*/ 78 w 97"/>
                <a:gd name="T41" fmla="*/ 330 h 333"/>
                <a:gd name="T42" fmla="*/ 81 w 97"/>
                <a:gd name="T43" fmla="*/ 319 h 333"/>
                <a:gd name="T44" fmla="*/ 63 w 97"/>
                <a:gd name="T45" fmla="*/ 265 h 333"/>
                <a:gd name="T46" fmla="*/ 60 w 97"/>
                <a:gd name="T47" fmla="*/ 237 h 333"/>
                <a:gd name="T48" fmla="*/ 65 w 97"/>
                <a:gd name="T49" fmla="*/ 213 h 333"/>
                <a:gd name="T50" fmla="*/ 68 w 97"/>
                <a:gd name="T51" fmla="*/ 189 h 333"/>
                <a:gd name="T52" fmla="*/ 71 w 97"/>
                <a:gd name="T53" fmla="*/ 189 h 333"/>
                <a:gd name="T54" fmla="*/ 77 w 97"/>
                <a:gd name="T55" fmla="*/ 187 h 333"/>
                <a:gd name="T56" fmla="*/ 75 w 97"/>
                <a:gd name="T57" fmla="*/ 169 h 333"/>
                <a:gd name="T58" fmla="*/ 94 w 97"/>
                <a:gd name="T59" fmla="*/ 125 h 333"/>
                <a:gd name="T60" fmla="*/ 73 w 97"/>
                <a:gd name="T61" fmla="*/ 105 h 333"/>
                <a:gd name="T62" fmla="*/ 55 w 97"/>
                <a:gd name="T63" fmla="*/ 64 h 333"/>
                <a:gd name="T64" fmla="*/ 56 w 97"/>
                <a:gd name="T65" fmla="*/ 46 h 333"/>
                <a:gd name="T66" fmla="*/ 67 w 97"/>
                <a:gd name="T67" fmla="*/ 28 h 333"/>
                <a:gd name="T68" fmla="*/ 66 w 97"/>
                <a:gd name="T69" fmla="*/ 1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7" h="333">
                  <a:moveTo>
                    <a:pt x="53" y="0"/>
                  </a:moveTo>
                  <a:cubicBezTo>
                    <a:pt x="46" y="0"/>
                    <a:pt x="40" y="4"/>
                    <a:pt x="37" y="11"/>
                  </a:cubicBezTo>
                  <a:cubicBezTo>
                    <a:pt x="34" y="18"/>
                    <a:pt x="34" y="27"/>
                    <a:pt x="35" y="31"/>
                  </a:cubicBezTo>
                  <a:cubicBezTo>
                    <a:pt x="35" y="35"/>
                    <a:pt x="32" y="45"/>
                    <a:pt x="31" y="49"/>
                  </a:cubicBezTo>
                  <a:cubicBezTo>
                    <a:pt x="29" y="54"/>
                    <a:pt x="26" y="60"/>
                    <a:pt x="26" y="60"/>
                  </a:cubicBezTo>
                  <a:cubicBezTo>
                    <a:pt x="26" y="60"/>
                    <a:pt x="23" y="65"/>
                    <a:pt x="23" y="71"/>
                  </a:cubicBezTo>
                  <a:cubicBezTo>
                    <a:pt x="23" y="77"/>
                    <a:pt x="23" y="87"/>
                    <a:pt x="21" y="98"/>
                  </a:cubicBezTo>
                  <a:cubicBezTo>
                    <a:pt x="19" y="110"/>
                    <a:pt x="19" y="113"/>
                    <a:pt x="21" y="118"/>
                  </a:cubicBezTo>
                  <a:cubicBezTo>
                    <a:pt x="23" y="124"/>
                    <a:pt x="30" y="135"/>
                    <a:pt x="30" y="135"/>
                  </a:cubicBezTo>
                  <a:cubicBezTo>
                    <a:pt x="30" y="135"/>
                    <a:pt x="23" y="139"/>
                    <a:pt x="25" y="141"/>
                  </a:cubicBezTo>
                  <a:cubicBezTo>
                    <a:pt x="28" y="144"/>
                    <a:pt x="30" y="145"/>
                    <a:pt x="30" y="145"/>
                  </a:cubicBezTo>
                  <a:cubicBezTo>
                    <a:pt x="30" y="145"/>
                    <a:pt x="23" y="155"/>
                    <a:pt x="26" y="166"/>
                  </a:cubicBezTo>
                  <a:cubicBezTo>
                    <a:pt x="30" y="177"/>
                    <a:pt x="31" y="184"/>
                    <a:pt x="30" y="194"/>
                  </a:cubicBezTo>
                  <a:cubicBezTo>
                    <a:pt x="30" y="204"/>
                    <a:pt x="30" y="213"/>
                    <a:pt x="30" y="213"/>
                  </a:cubicBezTo>
                  <a:cubicBezTo>
                    <a:pt x="34" y="213"/>
                    <a:pt x="34" y="213"/>
                    <a:pt x="34" y="213"/>
                  </a:cubicBezTo>
                  <a:cubicBezTo>
                    <a:pt x="34" y="213"/>
                    <a:pt x="34" y="222"/>
                    <a:pt x="30" y="228"/>
                  </a:cubicBezTo>
                  <a:cubicBezTo>
                    <a:pt x="26" y="234"/>
                    <a:pt x="19" y="243"/>
                    <a:pt x="18" y="258"/>
                  </a:cubicBezTo>
                  <a:cubicBezTo>
                    <a:pt x="17" y="274"/>
                    <a:pt x="14" y="287"/>
                    <a:pt x="9" y="290"/>
                  </a:cubicBezTo>
                  <a:cubicBezTo>
                    <a:pt x="5" y="294"/>
                    <a:pt x="0" y="294"/>
                    <a:pt x="0" y="300"/>
                  </a:cubicBezTo>
                  <a:cubicBezTo>
                    <a:pt x="0" y="306"/>
                    <a:pt x="1" y="313"/>
                    <a:pt x="1" y="316"/>
                  </a:cubicBezTo>
                  <a:cubicBezTo>
                    <a:pt x="1" y="319"/>
                    <a:pt x="1" y="324"/>
                    <a:pt x="1" y="324"/>
                  </a:cubicBezTo>
                  <a:cubicBezTo>
                    <a:pt x="3" y="324"/>
                    <a:pt x="3" y="324"/>
                    <a:pt x="3" y="324"/>
                  </a:cubicBezTo>
                  <a:cubicBezTo>
                    <a:pt x="3" y="324"/>
                    <a:pt x="3" y="320"/>
                    <a:pt x="3" y="316"/>
                  </a:cubicBezTo>
                  <a:cubicBezTo>
                    <a:pt x="4" y="312"/>
                    <a:pt x="5" y="307"/>
                    <a:pt x="7" y="309"/>
                  </a:cubicBezTo>
                  <a:cubicBezTo>
                    <a:pt x="10" y="310"/>
                    <a:pt x="14" y="318"/>
                    <a:pt x="16" y="321"/>
                  </a:cubicBezTo>
                  <a:cubicBezTo>
                    <a:pt x="18" y="325"/>
                    <a:pt x="22" y="328"/>
                    <a:pt x="29" y="326"/>
                  </a:cubicBezTo>
                  <a:cubicBezTo>
                    <a:pt x="37" y="324"/>
                    <a:pt x="39" y="319"/>
                    <a:pt x="35" y="318"/>
                  </a:cubicBezTo>
                  <a:cubicBezTo>
                    <a:pt x="31" y="317"/>
                    <a:pt x="26" y="319"/>
                    <a:pt x="25" y="314"/>
                  </a:cubicBezTo>
                  <a:cubicBezTo>
                    <a:pt x="24" y="310"/>
                    <a:pt x="23" y="299"/>
                    <a:pt x="24" y="293"/>
                  </a:cubicBezTo>
                  <a:cubicBezTo>
                    <a:pt x="26" y="288"/>
                    <a:pt x="32" y="270"/>
                    <a:pt x="34" y="263"/>
                  </a:cubicBezTo>
                  <a:cubicBezTo>
                    <a:pt x="37" y="256"/>
                    <a:pt x="40" y="249"/>
                    <a:pt x="40" y="249"/>
                  </a:cubicBezTo>
                  <a:cubicBezTo>
                    <a:pt x="40" y="249"/>
                    <a:pt x="40" y="259"/>
                    <a:pt x="42" y="264"/>
                  </a:cubicBezTo>
                  <a:cubicBezTo>
                    <a:pt x="44" y="269"/>
                    <a:pt x="52" y="288"/>
                    <a:pt x="53" y="292"/>
                  </a:cubicBezTo>
                  <a:cubicBezTo>
                    <a:pt x="55" y="296"/>
                    <a:pt x="52" y="299"/>
                    <a:pt x="50" y="301"/>
                  </a:cubicBezTo>
                  <a:cubicBezTo>
                    <a:pt x="48" y="303"/>
                    <a:pt x="49" y="309"/>
                    <a:pt x="50" y="313"/>
                  </a:cubicBezTo>
                  <a:cubicBezTo>
                    <a:pt x="52" y="317"/>
                    <a:pt x="53" y="322"/>
                    <a:pt x="53" y="324"/>
                  </a:cubicBezTo>
                  <a:cubicBezTo>
                    <a:pt x="53" y="326"/>
                    <a:pt x="53" y="330"/>
                    <a:pt x="53" y="330"/>
                  </a:cubicBezTo>
                  <a:cubicBezTo>
                    <a:pt x="56" y="330"/>
                    <a:pt x="56" y="330"/>
                    <a:pt x="56" y="330"/>
                  </a:cubicBezTo>
                  <a:cubicBezTo>
                    <a:pt x="56" y="330"/>
                    <a:pt x="55" y="325"/>
                    <a:pt x="55" y="321"/>
                  </a:cubicBezTo>
                  <a:cubicBezTo>
                    <a:pt x="55" y="317"/>
                    <a:pt x="54" y="315"/>
                    <a:pt x="56" y="314"/>
                  </a:cubicBezTo>
                  <a:cubicBezTo>
                    <a:pt x="57" y="313"/>
                    <a:pt x="64" y="319"/>
                    <a:pt x="66" y="323"/>
                  </a:cubicBezTo>
                  <a:cubicBezTo>
                    <a:pt x="69" y="327"/>
                    <a:pt x="69" y="333"/>
                    <a:pt x="78" y="330"/>
                  </a:cubicBezTo>
                  <a:cubicBezTo>
                    <a:pt x="86" y="328"/>
                    <a:pt x="92" y="324"/>
                    <a:pt x="90" y="321"/>
                  </a:cubicBezTo>
                  <a:cubicBezTo>
                    <a:pt x="88" y="319"/>
                    <a:pt x="84" y="321"/>
                    <a:pt x="81" y="319"/>
                  </a:cubicBezTo>
                  <a:cubicBezTo>
                    <a:pt x="78" y="318"/>
                    <a:pt x="73" y="305"/>
                    <a:pt x="70" y="298"/>
                  </a:cubicBezTo>
                  <a:cubicBezTo>
                    <a:pt x="67" y="290"/>
                    <a:pt x="64" y="274"/>
                    <a:pt x="63" y="265"/>
                  </a:cubicBezTo>
                  <a:cubicBezTo>
                    <a:pt x="62" y="256"/>
                    <a:pt x="60" y="249"/>
                    <a:pt x="60" y="245"/>
                  </a:cubicBezTo>
                  <a:cubicBezTo>
                    <a:pt x="60" y="242"/>
                    <a:pt x="60" y="237"/>
                    <a:pt x="60" y="237"/>
                  </a:cubicBezTo>
                  <a:cubicBezTo>
                    <a:pt x="60" y="237"/>
                    <a:pt x="63" y="226"/>
                    <a:pt x="64" y="221"/>
                  </a:cubicBezTo>
                  <a:cubicBezTo>
                    <a:pt x="65" y="217"/>
                    <a:pt x="65" y="213"/>
                    <a:pt x="65" y="213"/>
                  </a:cubicBezTo>
                  <a:cubicBezTo>
                    <a:pt x="65" y="213"/>
                    <a:pt x="70" y="214"/>
                    <a:pt x="70" y="211"/>
                  </a:cubicBezTo>
                  <a:cubicBezTo>
                    <a:pt x="70" y="208"/>
                    <a:pt x="68" y="195"/>
                    <a:pt x="68" y="189"/>
                  </a:cubicBezTo>
                  <a:cubicBezTo>
                    <a:pt x="69" y="183"/>
                    <a:pt x="71" y="183"/>
                    <a:pt x="71" y="183"/>
                  </a:cubicBezTo>
                  <a:cubicBezTo>
                    <a:pt x="71" y="183"/>
                    <a:pt x="71" y="187"/>
                    <a:pt x="71" y="189"/>
                  </a:cubicBezTo>
                  <a:cubicBezTo>
                    <a:pt x="71" y="192"/>
                    <a:pt x="73" y="191"/>
                    <a:pt x="74" y="189"/>
                  </a:cubicBezTo>
                  <a:cubicBezTo>
                    <a:pt x="75" y="187"/>
                    <a:pt x="77" y="189"/>
                    <a:pt x="77" y="187"/>
                  </a:cubicBezTo>
                  <a:cubicBezTo>
                    <a:pt x="77" y="185"/>
                    <a:pt x="79" y="181"/>
                    <a:pt x="78" y="178"/>
                  </a:cubicBezTo>
                  <a:cubicBezTo>
                    <a:pt x="78" y="175"/>
                    <a:pt x="75" y="169"/>
                    <a:pt x="75" y="169"/>
                  </a:cubicBezTo>
                  <a:cubicBezTo>
                    <a:pt x="97" y="169"/>
                    <a:pt x="97" y="169"/>
                    <a:pt x="97" y="169"/>
                  </a:cubicBezTo>
                  <a:cubicBezTo>
                    <a:pt x="94" y="125"/>
                    <a:pt x="94" y="125"/>
                    <a:pt x="94" y="125"/>
                  </a:cubicBezTo>
                  <a:cubicBezTo>
                    <a:pt x="74" y="125"/>
                    <a:pt x="74" y="125"/>
                    <a:pt x="74" y="125"/>
                  </a:cubicBezTo>
                  <a:cubicBezTo>
                    <a:pt x="74" y="125"/>
                    <a:pt x="73" y="112"/>
                    <a:pt x="73" y="105"/>
                  </a:cubicBezTo>
                  <a:cubicBezTo>
                    <a:pt x="73" y="99"/>
                    <a:pt x="74" y="90"/>
                    <a:pt x="69" y="83"/>
                  </a:cubicBezTo>
                  <a:cubicBezTo>
                    <a:pt x="65" y="75"/>
                    <a:pt x="59" y="69"/>
                    <a:pt x="55" y="64"/>
                  </a:cubicBezTo>
                  <a:cubicBezTo>
                    <a:pt x="52" y="60"/>
                    <a:pt x="51" y="59"/>
                    <a:pt x="52" y="55"/>
                  </a:cubicBezTo>
                  <a:cubicBezTo>
                    <a:pt x="53" y="51"/>
                    <a:pt x="53" y="46"/>
                    <a:pt x="56" y="46"/>
                  </a:cubicBezTo>
                  <a:cubicBezTo>
                    <a:pt x="59" y="46"/>
                    <a:pt x="61" y="46"/>
                    <a:pt x="62" y="43"/>
                  </a:cubicBezTo>
                  <a:cubicBezTo>
                    <a:pt x="64" y="39"/>
                    <a:pt x="67" y="33"/>
                    <a:pt x="67" y="28"/>
                  </a:cubicBezTo>
                  <a:cubicBezTo>
                    <a:pt x="67" y="24"/>
                    <a:pt x="66" y="23"/>
                    <a:pt x="67" y="22"/>
                  </a:cubicBezTo>
                  <a:cubicBezTo>
                    <a:pt x="67" y="20"/>
                    <a:pt x="67" y="16"/>
                    <a:pt x="66" y="12"/>
                  </a:cubicBezTo>
                  <a:cubicBezTo>
                    <a:pt x="66" y="9"/>
                    <a:pt x="62" y="0"/>
                    <a:pt x="53" y="0"/>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5" name="Freeform 733"/>
            <p:cNvSpPr>
              <a:spLocks/>
            </p:cNvSpPr>
            <p:nvPr/>
          </p:nvSpPr>
          <p:spPr bwMode="auto">
            <a:xfrm>
              <a:off x="1350" y="629"/>
              <a:ext cx="38" cy="31"/>
            </a:xfrm>
            <a:custGeom>
              <a:avLst/>
              <a:gdLst>
                <a:gd name="T0" fmla="*/ 1 w 20"/>
                <a:gd name="T1" fmla="*/ 0 h 16"/>
                <a:gd name="T2" fmla="*/ 0 w 20"/>
                <a:gd name="T3" fmla="*/ 3 h 16"/>
                <a:gd name="T4" fmla="*/ 20 w 20"/>
                <a:gd name="T5" fmla="*/ 16 h 16"/>
                <a:gd name="T6" fmla="*/ 19 w 20"/>
                <a:gd name="T7" fmla="*/ 8 h 16"/>
                <a:gd name="T8" fmla="*/ 9 w 20"/>
                <a:gd name="T9" fmla="*/ 1 h 16"/>
                <a:gd name="T10" fmla="*/ 1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1" y="0"/>
                  </a:moveTo>
                  <a:cubicBezTo>
                    <a:pt x="0" y="1"/>
                    <a:pt x="0" y="2"/>
                    <a:pt x="0" y="3"/>
                  </a:cubicBezTo>
                  <a:cubicBezTo>
                    <a:pt x="10" y="3"/>
                    <a:pt x="16" y="10"/>
                    <a:pt x="20" y="16"/>
                  </a:cubicBezTo>
                  <a:cubicBezTo>
                    <a:pt x="18" y="14"/>
                    <a:pt x="19" y="10"/>
                    <a:pt x="19" y="8"/>
                  </a:cubicBezTo>
                  <a:cubicBezTo>
                    <a:pt x="16" y="5"/>
                    <a:pt x="12" y="3"/>
                    <a:pt x="9" y="1"/>
                  </a:cubicBezTo>
                  <a:cubicBezTo>
                    <a:pt x="6" y="0"/>
                    <a:pt x="3"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6" name="Freeform 734"/>
            <p:cNvSpPr>
              <a:spLocks/>
            </p:cNvSpPr>
            <p:nvPr/>
          </p:nvSpPr>
          <p:spPr bwMode="auto">
            <a:xfrm>
              <a:off x="102" y="545"/>
              <a:ext cx="162" cy="636"/>
            </a:xfrm>
            <a:custGeom>
              <a:avLst/>
              <a:gdLst>
                <a:gd name="T0" fmla="*/ 78 w 85"/>
                <a:gd name="T1" fmla="*/ 8 h 332"/>
                <a:gd name="T2" fmla="*/ 75 w 85"/>
                <a:gd name="T3" fmla="*/ 5 h 332"/>
                <a:gd name="T4" fmla="*/ 70 w 85"/>
                <a:gd name="T5" fmla="*/ 3 h 332"/>
                <a:gd name="T6" fmla="*/ 55 w 85"/>
                <a:gd name="T7" fmla="*/ 2 h 332"/>
                <a:gd name="T8" fmla="*/ 43 w 85"/>
                <a:gd name="T9" fmla="*/ 12 h 332"/>
                <a:gd name="T10" fmla="*/ 42 w 85"/>
                <a:gd name="T11" fmla="*/ 28 h 332"/>
                <a:gd name="T12" fmla="*/ 45 w 85"/>
                <a:gd name="T13" fmla="*/ 39 h 332"/>
                <a:gd name="T14" fmla="*/ 41 w 85"/>
                <a:gd name="T15" fmla="*/ 44 h 332"/>
                <a:gd name="T16" fmla="*/ 21 w 85"/>
                <a:gd name="T17" fmla="*/ 56 h 332"/>
                <a:gd name="T18" fmla="*/ 11 w 85"/>
                <a:gd name="T19" fmla="*/ 80 h 332"/>
                <a:gd name="T20" fmla="*/ 8 w 85"/>
                <a:gd name="T21" fmla="*/ 105 h 332"/>
                <a:gd name="T22" fmla="*/ 10 w 85"/>
                <a:gd name="T23" fmla="*/ 120 h 332"/>
                <a:gd name="T24" fmla="*/ 1 w 85"/>
                <a:gd name="T25" fmla="*/ 171 h 332"/>
                <a:gd name="T26" fmla="*/ 10 w 85"/>
                <a:gd name="T27" fmla="*/ 177 h 332"/>
                <a:gd name="T28" fmla="*/ 19 w 85"/>
                <a:gd name="T29" fmla="*/ 181 h 332"/>
                <a:gd name="T30" fmla="*/ 20 w 85"/>
                <a:gd name="T31" fmla="*/ 198 h 332"/>
                <a:gd name="T32" fmla="*/ 21 w 85"/>
                <a:gd name="T33" fmla="*/ 217 h 332"/>
                <a:gd name="T34" fmla="*/ 15 w 85"/>
                <a:gd name="T35" fmla="*/ 261 h 332"/>
                <a:gd name="T36" fmla="*/ 18 w 85"/>
                <a:gd name="T37" fmla="*/ 319 h 332"/>
                <a:gd name="T38" fmla="*/ 17 w 85"/>
                <a:gd name="T39" fmla="*/ 328 h 332"/>
                <a:gd name="T40" fmla="*/ 26 w 85"/>
                <a:gd name="T41" fmla="*/ 329 h 332"/>
                <a:gd name="T42" fmla="*/ 25 w 85"/>
                <a:gd name="T43" fmla="*/ 326 h 332"/>
                <a:gd name="T44" fmla="*/ 42 w 85"/>
                <a:gd name="T45" fmla="*/ 332 h 332"/>
                <a:gd name="T46" fmla="*/ 61 w 85"/>
                <a:gd name="T47" fmla="*/ 328 h 332"/>
                <a:gd name="T48" fmla="*/ 58 w 85"/>
                <a:gd name="T49" fmla="*/ 323 h 332"/>
                <a:gd name="T50" fmla="*/ 52 w 85"/>
                <a:gd name="T51" fmla="*/ 321 h 332"/>
                <a:gd name="T52" fmla="*/ 53 w 85"/>
                <a:gd name="T53" fmla="*/ 318 h 332"/>
                <a:gd name="T54" fmla="*/ 70 w 85"/>
                <a:gd name="T55" fmla="*/ 320 h 332"/>
                <a:gd name="T56" fmla="*/ 85 w 85"/>
                <a:gd name="T57" fmla="*/ 316 h 332"/>
                <a:gd name="T58" fmla="*/ 79 w 85"/>
                <a:gd name="T59" fmla="*/ 311 h 332"/>
                <a:gd name="T60" fmla="*/ 68 w 85"/>
                <a:gd name="T61" fmla="*/ 310 h 332"/>
                <a:gd name="T62" fmla="*/ 63 w 85"/>
                <a:gd name="T63" fmla="*/ 307 h 332"/>
                <a:gd name="T64" fmla="*/ 59 w 85"/>
                <a:gd name="T65" fmla="*/ 285 h 332"/>
                <a:gd name="T66" fmla="*/ 56 w 85"/>
                <a:gd name="T67" fmla="*/ 268 h 332"/>
                <a:gd name="T68" fmla="*/ 62 w 85"/>
                <a:gd name="T69" fmla="*/ 240 h 332"/>
                <a:gd name="T70" fmla="*/ 64 w 85"/>
                <a:gd name="T71" fmla="*/ 216 h 332"/>
                <a:gd name="T72" fmla="*/ 72 w 85"/>
                <a:gd name="T73" fmla="*/ 166 h 332"/>
                <a:gd name="T74" fmla="*/ 73 w 85"/>
                <a:gd name="T75" fmla="*/ 143 h 332"/>
                <a:gd name="T76" fmla="*/ 73 w 85"/>
                <a:gd name="T77" fmla="*/ 136 h 332"/>
                <a:gd name="T78" fmla="*/ 73 w 85"/>
                <a:gd name="T79" fmla="*/ 133 h 332"/>
                <a:gd name="T80" fmla="*/ 77 w 85"/>
                <a:gd name="T81" fmla="*/ 149 h 332"/>
                <a:gd name="T82" fmla="*/ 78 w 85"/>
                <a:gd name="T83" fmla="*/ 137 h 332"/>
                <a:gd name="T84" fmla="*/ 75 w 85"/>
                <a:gd name="T85" fmla="*/ 119 h 332"/>
                <a:gd name="T86" fmla="*/ 73 w 85"/>
                <a:gd name="T87" fmla="*/ 91 h 332"/>
                <a:gd name="T88" fmla="*/ 69 w 85"/>
                <a:gd name="T89" fmla="*/ 79 h 332"/>
                <a:gd name="T90" fmla="*/ 66 w 85"/>
                <a:gd name="T91" fmla="*/ 65 h 332"/>
                <a:gd name="T92" fmla="*/ 65 w 85"/>
                <a:gd name="T93" fmla="*/ 56 h 332"/>
                <a:gd name="T94" fmla="*/ 67 w 85"/>
                <a:gd name="T95" fmla="*/ 51 h 332"/>
                <a:gd name="T96" fmla="*/ 74 w 85"/>
                <a:gd name="T97" fmla="*/ 46 h 332"/>
                <a:gd name="T98" fmla="*/ 80 w 85"/>
                <a:gd name="T99" fmla="*/ 43 h 332"/>
                <a:gd name="T100" fmla="*/ 80 w 85"/>
                <a:gd name="T101" fmla="*/ 38 h 332"/>
                <a:gd name="T102" fmla="*/ 79 w 85"/>
                <a:gd name="T103" fmla="*/ 37 h 332"/>
                <a:gd name="T104" fmla="*/ 81 w 85"/>
                <a:gd name="T105" fmla="*/ 35 h 332"/>
                <a:gd name="T106" fmla="*/ 83 w 85"/>
                <a:gd name="T107" fmla="*/ 33 h 332"/>
                <a:gd name="T108" fmla="*/ 81 w 85"/>
                <a:gd name="T109" fmla="*/ 27 h 332"/>
                <a:gd name="T110" fmla="*/ 80 w 85"/>
                <a:gd name="T111" fmla="*/ 22 h 332"/>
                <a:gd name="T112" fmla="*/ 78 w 85"/>
                <a:gd name="T113" fmla="*/ 15 h 332"/>
                <a:gd name="T114" fmla="*/ 78 w 85"/>
                <a:gd name="T115" fmla="*/ 8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332">
                  <a:moveTo>
                    <a:pt x="78" y="8"/>
                  </a:moveTo>
                  <a:cubicBezTo>
                    <a:pt x="79" y="7"/>
                    <a:pt x="77" y="5"/>
                    <a:pt x="75" y="5"/>
                  </a:cubicBezTo>
                  <a:cubicBezTo>
                    <a:pt x="72" y="5"/>
                    <a:pt x="74" y="3"/>
                    <a:pt x="70" y="3"/>
                  </a:cubicBezTo>
                  <a:cubicBezTo>
                    <a:pt x="66" y="3"/>
                    <a:pt x="60" y="0"/>
                    <a:pt x="55" y="2"/>
                  </a:cubicBezTo>
                  <a:cubicBezTo>
                    <a:pt x="50" y="3"/>
                    <a:pt x="46" y="7"/>
                    <a:pt x="43" y="12"/>
                  </a:cubicBezTo>
                  <a:cubicBezTo>
                    <a:pt x="41" y="18"/>
                    <a:pt x="40" y="23"/>
                    <a:pt x="42" y="28"/>
                  </a:cubicBezTo>
                  <a:cubicBezTo>
                    <a:pt x="44" y="32"/>
                    <a:pt x="45" y="39"/>
                    <a:pt x="45" y="39"/>
                  </a:cubicBezTo>
                  <a:cubicBezTo>
                    <a:pt x="45" y="39"/>
                    <a:pt x="45" y="41"/>
                    <a:pt x="41" y="44"/>
                  </a:cubicBezTo>
                  <a:cubicBezTo>
                    <a:pt x="37" y="47"/>
                    <a:pt x="27" y="49"/>
                    <a:pt x="21" y="56"/>
                  </a:cubicBezTo>
                  <a:cubicBezTo>
                    <a:pt x="15" y="63"/>
                    <a:pt x="14" y="76"/>
                    <a:pt x="11" y="80"/>
                  </a:cubicBezTo>
                  <a:cubicBezTo>
                    <a:pt x="9" y="85"/>
                    <a:pt x="11" y="98"/>
                    <a:pt x="8" y="105"/>
                  </a:cubicBezTo>
                  <a:cubicBezTo>
                    <a:pt x="6" y="111"/>
                    <a:pt x="10" y="118"/>
                    <a:pt x="10" y="120"/>
                  </a:cubicBezTo>
                  <a:cubicBezTo>
                    <a:pt x="10" y="122"/>
                    <a:pt x="1" y="168"/>
                    <a:pt x="1" y="171"/>
                  </a:cubicBezTo>
                  <a:cubicBezTo>
                    <a:pt x="0" y="174"/>
                    <a:pt x="3" y="175"/>
                    <a:pt x="10" y="177"/>
                  </a:cubicBezTo>
                  <a:cubicBezTo>
                    <a:pt x="16" y="178"/>
                    <a:pt x="18" y="179"/>
                    <a:pt x="19" y="181"/>
                  </a:cubicBezTo>
                  <a:cubicBezTo>
                    <a:pt x="20" y="183"/>
                    <a:pt x="20" y="193"/>
                    <a:pt x="20" y="198"/>
                  </a:cubicBezTo>
                  <a:cubicBezTo>
                    <a:pt x="20" y="203"/>
                    <a:pt x="22" y="210"/>
                    <a:pt x="21" y="217"/>
                  </a:cubicBezTo>
                  <a:cubicBezTo>
                    <a:pt x="20" y="225"/>
                    <a:pt x="15" y="248"/>
                    <a:pt x="15" y="261"/>
                  </a:cubicBezTo>
                  <a:cubicBezTo>
                    <a:pt x="15" y="273"/>
                    <a:pt x="18" y="314"/>
                    <a:pt x="18" y="319"/>
                  </a:cubicBezTo>
                  <a:cubicBezTo>
                    <a:pt x="17" y="323"/>
                    <a:pt x="17" y="328"/>
                    <a:pt x="17" y="328"/>
                  </a:cubicBezTo>
                  <a:cubicBezTo>
                    <a:pt x="26" y="329"/>
                    <a:pt x="26" y="329"/>
                    <a:pt x="26" y="329"/>
                  </a:cubicBezTo>
                  <a:cubicBezTo>
                    <a:pt x="25" y="326"/>
                    <a:pt x="25" y="326"/>
                    <a:pt x="25" y="326"/>
                  </a:cubicBezTo>
                  <a:cubicBezTo>
                    <a:pt x="25" y="326"/>
                    <a:pt x="31" y="331"/>
                    <a:pt x="42" y="332"/>
                  </a:cubicBezTo>
                  <a:cubicBezTo>
                    <a:pt x="53" y="332"/>
                    <a:pt x="60" y="330"/>
                    <a:pt x="61" y="328"/>
                  </a:cubicBezTo>
                  <a:cubicBezTo>
                    <a:pt x="62" y="327"/>
                    <a:pt x="62" y="323"/>
                    <a:pt x="58" y="323"/>
                  </a:cubicBezTo>
                  <a:cubicBezTo>
                    <a:pt x="55" y="323"/>
                    <a:pt x="53" y="322"/>
                    <a:pt x="52" y="321"/>
                  </a:cubicBezTo>
                  <a:cubicBezTo>
                    <a:pt x="50" y="320"/>
                    <a:pt x="53" y="318"/>
                    <a:pt x="53" y="318"/>
                  </a:cubicBezTo>
                  <a:cubicBezTo>
                    <a:pt x="53" y="318"/>
                    <a:pt x="61" y="321"/>
                    <a:pt x="70" y="320"/>
                  </a:cubicBezTo>
                  <a:cubicBezTo>
                    <a:pt x="78" y="319"/>
                    <a:pt x="84" y="318"/>
                    <a:pt x="85" y="316"/>
                  </a:cubicBezTo>
                  <a:cubicBezTo>
                    <a:pt x="85" y="315"/>
                    <a:pt x="84" y="311"/>
                    <a:pt x="79" y="311"/>
                  </a:cubicBezTo>
                  <a:cubicBezTo>
                    <a:pt x="75" y="311"/>
                    <a:pt x="71" y="311"/>
                    <a:pt x="68" y="310"/>
                  </a:cubicBezTo>
                  <a:cubicBezTo>
                    <a:pt x="66" y="308"/>
                    <a:pt x="63" y="307"/>
                    <a:pt x="63" y="307"/>
                  </a:cubicBezTo>
                  <a:cubicBezTo>
                    <a:pt x="63" y="307"/>
                    <a:pt x="62" y="293"/>
                    <a:pt x="59" y="285"/>
                  </a:cubicBezTo>
                  <a:cubicBezTo>
                    <a:pt x="56" y="276"/>
                    <a:pt x="54" y="271"/>
                    <a:pt x="56" y="268"/>
                  </a:cubicBezTo>
                  <a:cubicBezTo>
                    <a:pt x="58" y="266"/>
                    <a:pt x="62" y="248"/>
                    <a:pt x="62" y="240"/>
                  </a:cubicBezTo>
                  <a:cubicBezTo>
                    <a:pt x="62" y="231"/>
                    <a:pt x="62" y="224"/>
                    <a:pt x="64" y="216"/>
                  </a:cubicBezTo>
                  <a:cubicBezTo>
                    <a:pt x="67" y="208"/>
                    <a:pt x="73" y="181"/>
                    <a:pt x="72" y="166"/>
                  </a:cubicBezTo>
                  <a:cubicBezTo>
                    <a:pt x="72" y="151"/>
                    <a:pt x="73" y="147"/>
                    <a:pt x="73" y="143"/>
                  </a:cubicBezTo>
                  <a:cubicBezTo>
                    <a:pt x="73" y="139"/>
                    <a:pt x="73" y="136"/>
                    <a:pt x="73" y="136"/>
                  </a:cubicBezTo>
                  <a:cubicBezTo>
                    <a:pt x="73" y="135"/>
                    <a:pt x="73" y="134"/>
                    <a:pt x="73" y="133"/>
                  </a:cubicBezTo>
                  <a:cubicBezTo>
                    <a:pt x="75" y="136"/>
                    <a:pt x="76" y="142"/>
                    <a:pt x="77" y="149"/>
                  </a:cubicBezTo>
                  <a:cubicBezTo>
                    <a:pt x="77" y="155"/>
                    <a:pt x="79" y="145"/>
                    <a:pt x="78" y="137"/>
                  </a:cubicBezTo>
                  <a:cubicBezTo>
                    <a:pt x="77" y="129"/>
                    <a:pt x="75" y="125"/>
                    <a:pt x="75" y="119"/>
                  </a:cubicBezTo>
                  <a:cubicBezTo>
                    <a:pt x="76" y="113"/>
                    <a:pt x="77" y="102"/>
                    <a:pt x="73" y="91"/>
                  </a:cubicBezTo>
                  <a:cubicBezTo>
                    <a:pt x="69" y="80"/>
                    <a:pt x="70" y="85"/>
                    <a:pt x="69" y="79"/>
                  </a:cubicBezTo>
                  <a:cubicBezTo>
                    <a:pt x="68" y="73"/>
                    <a:pt x="66" y="68"/>
                    <a:pt x="66" y="65"/>
                  </a:cubicBezTo>
                  <a:cubicBezTo>
                    <a:pt x="66" y="62"/>
                    <a:pt x="65" y="56"/>
                    <a:pt x="65" y="56"/>
                  </a:cubicBezTo>
                  <a:cubicBezTo>
                    <a:pt x="65" y="56"/>
                    <a:pt x="64" y="55"/>
                    <a:pt x="67" y="51"/>
                  </a:cubicBezTo>
                  <a:cubicBezTo>
                    <a:pt x="69" y="47"/>
                    <a:pt x="69" y="46"/>
                    <a:pt x="74" y="46"/>
                  </a:cubicBezTo>
                  <a:cubicBezTo>
                    <a:pt x="78" y="46"/>
                    <a:pt x="81" y="46"/>
                    <a:pt x="80" y="43"/>
                  </a:cubicBezTo>
                  <a:cubicBezTo>
                    <a:pt x="79" y="40"/>
                    <a:pt x="81" y="39"/>
                    <a:pt x="80" y="38"/>
                  </a:cubicBezTo>
                  <a:cubicBezTo>
                    <a:pt x="79" y="38"/>
                    <a:pt x="78" y="37"/>
                    <a:pt x="79" y="37"/>
                  </a:cubicBezTo>
                  <a:cubicBezTo>
                    <a:pt x="80" y="36"/>
                    <a:pt x="81" y="36"/>
                    <a:pt x="81" y="35"/>
                  </a:cubicBezTo>
                  <a:cubicBezTo>
                    <a:pt x="81" y="33"/>
                    <a:pt x="82" y="34"/>
                    <a:pt x="83" y="33"/>
                  </a:cubicBezTo>
                  <a:cubicBezTo>
                    <a:pt x="84" y="32"/>
                    <a:pt x="83" y="29"/>
                    <a:pt x="81" y="27"/>
                  </a:cubicBezTo>
                  <a:cubicBezTo>
                    <a:pt x="80" y="25"/>
                    <a:pt x="79" y="24"/>
                    <a:pt x="80" y="22"/>
                  </a:cubicBezTo>
                  <a:cubicBezTo>
                    <a:pt x="81" y="20"/>
                    <a:pt x="79" y="18"/>
                    <a:pt x="78" y="15"/>
                  </a:cubicBezTo>
                  <a:cubicBezTo>
                    <a:pt x="76" y="12"/>
                    <a:pt x="75" y="11"/>
                    <a:pt x="78" y="8"/>
                  </a:cubicBezTo>
                  <a:close/>
                </a:path>
              </a:pathLst>
            </a:custGeom>
            <a:solidFill>
              <a:srgbClr val="C0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877" name="Freeform 735"/>
            <p:cNvSpPr>
              <a:spLocks/>
            </p:cNvSpPr>
            <p:nvPr/>
          </p:nvSpPr>
          <p:spPr bwMode="auto">
            <a:xfrm>
              <a:off x="186" y="618"/>
              <a:ext cx="55" cy="189"/>
            </a:xfrm>
            <a:custGeom>
              <a:avLst/>
              <a:gdLst>
                <a:gd name="T0" fmla="*/ 1 w 29"/>
                <a:gd name="T1" fmla="*/ 0 h 99"/>
                <a:gd name="T2" fmla="*/ 1 w 29"/>
                <a:gd name="T3" fmla="*/ 1 h 99"/>
                <a:gd name="T4" fmla="*/ 0 w 29"/>
                <a:gd name="T5" fmla="*/ 4 h 99"/>
                <a:gd name="T6" fmla="*/ 17 w 29"/>
                <a:gd name="T7" fmla="*/ 35 h 99"/>
                <a:gd name="T8" fmla="*/ 23 w 29"/>
                <a:gd name="T9" fmla="*/ 67 h 99"/>
                <a:gd name="T10" fmla="*/ 19 w 29"/>
                <a:gd name="T11" fmla="*/ 87 h 99"/>
                <a:gd name="T12" fmla="*/ 13 w 29"/>
                <a:gd name="T13" fmla="*/ 98 h 99"/>
                <a:gd name="T14" fmla="*/ 20 w 29"/>
                <a:gd name="T15" fmla="*/ 99 h 99"/>
                <a:gd name="T16" fmla="*/ 29 w 29"/>
                <a:gd name="T17" fmla="*/ 99 h 99"/>
                <a:gd name="T18" fmla="*/ 29 w 29"/>
                <a:gd name="T19" fmla="*/ 95 h 99"/>
                <a:gd name="T20" fmla="*/ 29 w 29"/>
                <a:gd name="T21" fmla="*/ 95 h 99"/>
                <a:gd name="T22" fmla="*/ 29 w 29"/>
                <a:gd name="T23" fmla="*/ 95 h 99"/>
                <a:gd name="T24" fmla="*/ 28 w 29"/>
                <a:gd name="T25" fmla="*/ 83 h 99"/>
                <a:gd name="T26" fmla="*/ 24 w 29"/>
                <a:gd name="T27" fmla="*/ 65 h 99"/>
                <a:gd name="T28" fmla="*/ 24 w 29"/>
                <a:gd name="T29" fmla="*/ 51 h 99"/>
                <a:gd name="T30" fmla="*/ 19 w 29"/>
                <a:gd name="T31" fmla="*/ 25 h 99"/>
                <a:gd name="T32" fmla="*/ 22 w 29"/>
                <a:gd name="T33" fmla="*/ 21 h 99"/>
                <a:gd name="T34" fmla="*/ 21 w 29"/>
                <a:gd name="T35" fmla="*/ 18 h 99"/>
                <a:gd name="T36" fmla="*/ 21 w 29"/>
                <a:gd name="T37" fmla="*/ 17 h 99"/>
                <a:gd name="T38" fmla="*/ 1 w 29"/>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99">
                  <a:moveTo>
                    <a:pt x="1" y="0"/>
                  </a:moveTo>
                  <a:cubicBezTo>
                    <a:pt x="1" y="1"/>
                    <a:pt x="1" y="1"/>
                    <a:pt x="1" y="1"/>
                  </a:cubicBezTo>
                  <a:cubicBezTo>
                    <a:pt x="1" y="1"/>
                    <a:pt x="1" y="2"/>
                    <a:pt x="0" y="4"/>
                  </a:cubicBezTo>
                  <a:cubicBezTo>
                    <a:pt x="7" y="11"/>
                    <a:pt x="14" y="25"/>
                    <a:pt x="17" y="35"/>
                  </a:cubicBezTo>
                  <a:cubicBezTo>
                    <a:pt x="20" y="45"/>
                    <a:pt x="22" y="58"/>
                    <a:pt x="23" y="67"/>
                  </a:cubicBezTo>
                  <a:cubicBezTo>
                    <a:pt x="24" y="76"/>
                    <a:pt x="22" y="80"/>
                    <a:pt x="19" y="87"/>
                  </a:cubicBezTo>
                  <a:cubicBezTo>
                    <a:pt x="15" y="93"/>
                    <a:pt x="13" y="98"/>
                    <a:pt x="13" y="98"/>
                  </a:cubicBezTo>
                  <a:cubicBezTo>
                    <a:pt x="13" y="98"/>
                    <a:pt x="16" y="98"/>
                    <a:pt x="20" y="99"/>
                  </a:cubicBezTo>
                  <a:cubicBezTo>
                    <a:pt x="25" y="99"/>
                    <a:pt x="29" y="99"/>
                    <a:pt x="29" y="99"/>
                  </a:cubicBezTo>
                  <a:cubicBezTo>
                    <a:pt x="29" y="99"/>
                    <a:pt x="29" y="98"/>
                    <a:pt x="29" y="95"/>
                  </a:cubicBezTo>
                  <a:cubicBezTo>
                    <a:pt x="29" y="95"/>
                    <a:pt x="29" y="95"/>
                    <a:pt x="29" y="95"/>
                  </a:cubicBezTo>
                  <a:cubicBezTo>
                    <a:pt x="29" y="95"/>
                    <a:pt x="29" y="95"/>
                    <a:pt x="29" y="95"/>
                  </a:cubicBezTo>
                  <a:cubicBezTo>
                    <a:pt x="29" y="91"/>
                    <a:pt x="29" y="86"/>
                    <a:pt x="28" y="83"/>
                  </a:cubicBezTo>
                  <a:cubicBezTo>
                    <a:pt x="26" y="81"/>
                    <a:pt x="25" y="69"/>
                    <a:pt x="24" y="65"/>
                  </a:cubicBezTo>
                  <a:cubicBezTo>
                    <a:pt x="23" y="62"/>
                    <a:pt x="23" y="57"/>
                    <a:pt x="24" y="51"/>
                  </a:cubicBezTo>
                  <a:cubicBezTo>
                    <a:pt x="24" y="44"/>
                    <a:pt x="17" y="27"/>
                    <a:pt x="19" y="25"/>
                  </a:cubicBezTo>
                  <a:cubicBezTo>
                    <a:pt x="20" y="24"/>
                    <a:pt x="21" y="22"/>
                    <a:pt x="22" y="21"/>
                  </a:cubicBezTo>
                  <a:cubicBezTo>
                    <a:pt x="22" y="19"/>
                    <a:pt x="21" y="18"/>
                    <a:pt x="21" y="18"/>
                  </a:cubicBezTo>
                  <a:cubicBezTo>
                    <a:pt x="21" y="18"/>
                    <a:pt x="21" y="18"/>
                    <a:pt x="21" y="17"/>
                  </a:cubicBezTo>
                  <a:cubicBezTo>
                    <a:pt x="16" y="9"/>
                    <a:pt x="7" y="3"/>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grpSp>
      <p:sp>
        <p:nvSpPr>
          <p:cNvPr id="28" name="Title 13"/>
          <p:cNvSpPr txBox="1">
            <a:spLocks/>
          </p:cNvSpPr>
          <p:nvPr/>
        </p:nvSpPr>
        <p:spPr>
          <a:xfrm>
            <a:off x="5255854" y="239685"/>
            <a:ext cx="5742346" cy="634475"/>
          </a:xfrm>
          <a:prstGeom prst="rect">
            <a:avLst/>
          </a:prstGeom>
        </p:spPr>
        <p:txBody>
          <a:bodyPr vert="horz" lIns="121920" tIns="60960" rIns="121920" bIns="60960" rtlCol="0" anchor="ctr">
            <a:noAutofit/>
          </a:bodyPr>
          <a:lstStyle/>
          <a:p>
            <a:pPr algn="r" rtl="1" fontAlgn="auto">
              <a:spcAft>
                <a:spcPts val="0"/>
              </a:spcAft>
              <a:defRPr/>
            </a:pPr>
            <a:r>
              <a:rPr lang="ar-SA" sz="4000" b="1" u="sng" dirty="0" smtClean="0"/>
              <a:t>أ- </a:t>
            </a:r>
            <a:r>
              <a:rPr lang="ar-JO" sz="4000" b="1" u="sng" dirty="0" smtClean="0"/>
              <a:t>ما </a:t>
            </a:r>
            <a:r>
              <a:rPr lang="ar-JO" sz="4000" b="1" u="sng" dirty="0"/>
              <a:t>المقصود بالتعليم عن بعد؟</a:t>
            </a:r>
            <a:endParaRPr lang="en-US" sz="4000" b="1" u="sng" dirty="0">
              <a:solidFill>
                <a:srgbClr val="F19D19"/>
              </a:solidFill>
              <a:latin typeface="GeosansLight" panose="02000603020000020003"/>
              <a:cs typeface="+mn-cs"/>
            </a:endParaRPr>
          </a:p>
        </p:txBody>
      </p:sp>
      <p:sp>
        <p:nvSpPr>
          <p:cNvPr id="744" name="Content Placeholder 2"/>
          <p:cNvSpPr txBox="1">
            <a:spLocks/>
          </p:cNvSpPr>
          <p:nvPr/>
        </p:nvSpPr>
        <p:spPr>
          <a:xfrm>
            <a:off x="392338" y="4975255"/>
            <a:ext cx="11267807" cy="154649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a:buNone/>
            </a:pPr>
            <a:r>
              <a:rPr lang="ar-JO" sz="3200" b="1" dirty="0">
                <a:solidFill>
                  <a:srgbClr val="C00000"/>
                </a:solidFill>
              </a:rPr>
              <a:t>ومن هنا فإنه يمكن تعريف التعليم عن بعد بأنه أسلوب تعليمى يعتمد على توظيف تكنولوجيا الاتصال فى نقل المعرفة من مصادرها إلى المتعلم وفق احتياجاته التعليمية، وأياً كان مكان تواجده</a:t>
            </a:r>
            <a:endParaRPr lang="en-US" sz="3200" b="1" i="1" dirty="0">
              <a:solidFill>
                <a:srgbClr val="C00000"/>
              </a:solidFill>
            </a:endParaRPr>
          </a:p>
        </p:txBody>
      </p:sp>
      <p:sp>
        <p:nvSpPr>
          <p:cNvPr id="73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8442334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grpId="0" nodeType="afterEffect">
                                  <p:stCondLst>
                                    <p:cond delay="0"/>
                                  </p:stCondLst>
                                  <p:childTnLst>
                                    <p:set>
                                      <p:cBhvr>
                                        <p:cTn id="9" dur="1" fill="hold">
                                          <p:stCondLst>
                                            <p:cond delay="0"/>
                                          </p:stCondLst>
                                        </p:cTn>
                                        <p:tgtEl>
                                          <p:spTgt spid="744"/>
                                        </p:tgtEl>
                                        <p:attrNameLst>
                                          <p:attrName>style.visibility</p:attrName>
                                        </p:attrNameLst>
                                      </p:cBhvr>
                                      <p:to>
                                        <p:strVal val="visible"/>
                                      </p:to>
                                    </p:set>
                                    <p:animEffect transition="in" filter="fade">
                                      <p:cBhvr>
                                        <p:cTn id="10" dur="500"/>
                                        <p:tgtEl>
                                          <p:spTgt spid="7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744" grpId="0"/>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4558878" y="306875"/>
            <a:ext cx="6705682" cy="769441"/>
          </a:xfrm>
          <a:prstGeom prst="rect">
            <a:avLst/>
          </a:prstGeom>
          <a:noFill/>
        </p:spPr>
        <p:txBody>
          <a:bodyPr wrap="none" rtlCol="0">
            <a:spAutoFit/>
          </a:bodyPr>
          <a:lstStyle/>
          <a:p>
            <a:pPr rtl="1"/>
            <a:r>
              <a:rPr lang="ar-JO" sz="4400" b="1" u="sng" dirty="0">
                <a:solidFill>
                  <a:schemeClr val="bg2">
                    <a:lumMod val="10000"/>
                  </a:schemeClr>
                </a:solidFill>
              </a:rPr>
              <a:t>ب. أبرز رواد وأجيال التعليم عن بعد</a:t>
            </a:r>
            <a:endParaRPr lang="en-US" sz="4400" i="1" u="sng" dirty="0">
              <a:solidFill>
                <a:schemeClr val="bg2">
                  <a:lumMod val="10000"/>
                </a:schemeClr>
              </a:solidFill>
            </a:endParaRPr>
          </a:p>
        </p:txBody>
      </p:sp>
      <p:grpSp>
        <p:nvGrpSpPr>
          <p:cNvPr id="221" name="Group 220"/>
          <p:cNvGrpSpPr/>
          <p:nvPr/>
        </p:nvGrpSpPr>
        <p:grpSpPr>
          <a:xfrm>
            <a:off x="8671382" y="1981199"/>
            <a:ext cx="3173413" cy="4875213"/>
            <a:chOff x="5659439" y="1982788"/>
            <a:chExt cx="3173413" cy="4875213"/>
          </a:xfrm>
        </p:grpSpPr>
        <p:sp>
          <p:nvSpPr>
            <p:cNvPr id="21" name="Freeform 5"/>
            <p:cNvSpPr>
              <a:spLocks/>
            </p:cNvSpPr>
            <p:nvPr/>
          </p:nvSpPr>
          <p:spPr bwMode="auto">
            <a:xfrm>
              <a:off x="5659439" y="4095750"/>
              <a:ext cx="660400" cy="2760663"/>
            </a:xfrm>
            <a:custGeom>
              <a:avLst/>
              <a:gdLst>
                <a:gd name="T0" fmla="*/ 31 w 370"/>
                <a:gd name="T1" fmla="*/ 1337 h 1548"/>
                <a:gd name="T2" fmla="*/ 20 w 370"/>
                <a:gd name="T3" fmla="*/ 1217 h 1548"/>
                <a:gd name="T4" fmla="*/ 42 w 370"/>
                <a:gd name="T5" fmla="*/ 1121 h 1548"/>
                <a:gd name="T6" fmla="*/ 48 w 370"/>
                <a:gd name="T7" fmla="*/ 1026 h 1548"/>
                <a:gd name="T8" fmla="*/ 82 w 370"/>
                <a:gd name="T9" fmla="*/ 703 h 1548"/>
                <a:gd name="T10" fmla="*/ 105 w 370"/>
                <a:gd name="T11" fmla="*/ 565 h 1548"/>
                <a:gd name="T12" fmla="*/ 137 w 370"/>
                <a:gd name="T13" fmla="*/ 377 h 1548"/>
                <a:gd name="T14" fmla="*/ 163 w 370"/>
                <a:gd name="T15" fmla="*/ 122 h 1548"/>
                <a:gd name="T16" fmla="*/ 245 w 370"/>
                <a:gd name="T17" fmla="*/ 5 h 1548"/>
                <a:gd name="T18" fmla="*/ 245 w 370"/>
                <a:gd name="T19" fmla="*/ 11 h 1548"/>
                <a:gd name="T20" fmla="*/ 354 w 370"/>
                <a:gd name="T21" fmla="*/ 219 h 1548"/>
                <a:gd name="T22" fmla="*/ 359 w 370"/>
                <a:gd name="T23" fmla="*/ 330 h 1548"/>
                <a:gd name="T24" fmla="*/ 366 w 370"/>
                <a:gd name="T25" fmla="*/ 457 h 1548"/>
                <a:gd name="T26" fmla="*/ 352 w 370"/>
                <a:gd name="T27" fmla="*/ 663 h 1548"/>
                <a:gd name="T28" fmla="*/ 325 w 370"/>
                <a:gd name="T29" fmla="*/ 1108 h 1548"/>
                <a:gd name="T30" fmla="*/ 292 w 370"/>
                <a:gd name="T31" fmla="*/ 1548 h 1548"/>
                <a:gd name="T32" fmla="*/ 0 w 370"/>
                <a:gd name="T33" fmla="*/ 1548 h 1548"/>
                <a:gd name="T34" fmla="*/ 31 w 370"/>
                <a:gd name="T35" fmla="*/ 1337 h 1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0" h="1548">
                  <a:moveTo>
                    <a:pt x="31" y="1337"/>
                  </a:moveTo>
                  <a:cubicBezTo>
                    <a:pt x="38" y="1298"/>
                    <a:pt x="21" y="1256"/>
                    <a:pt x="20" y="1217"/>
                  </a:cubicBezTo>
                  <a:cubicBezTo>
                    <a:pt x="19" y="1179"/>
                    <a:pt x="35" y="1155"/>
                    <a:pt x="42" y="1121"/>
                  </a:cubicBezTo>
                  <a:cubicBezTo>
                    <a:pt x="49" y="1091"/>
                    <a:pt x="48" y="1057"/>
                    <a:pt x="48" y="1026"/>
                  </a:cubicBezTo>
                  <a:cubicBezTo>
                    <a:pt x="48" y="917"/>
                    <a:pt x="50" y="807"/>
                    <a:pt x="82" y="703"/>
                  </a:cubicBezTo>
                  <a:cubicBezTo>
                    <a:pt x="96" y="658"/>
                    <a:pt x="97" y="612"/>
                    <a:pt x="105" y="565"/>
                  </a:cubicBezTo>
                  <a:cubicBezTo>
                    <a:pt x="115" y="502"/>
                    <a:pt x="130" y="440"/>
                    <a:pt x="137" y="377"/>
                  </a:cubicBezTo>
                  <a:cubicBezTo>
                    <a:pt x="146" y="293"/>
                    <a:pt x="150" y="205"/>
                    <a:pt x="163" y="122"/>
                  </a:cubicBezTo>
                  <a:cubicBezTo>
                    <a:pt x="170" y="78"/>
                    <a:pt x="182" y="0"/>
                    <a:pt x="245" y="5"/>
                  </a:cubicBezTo>
                  <a:cubicBezTo>
                    <a:pt x="244" y="9"/>
                    <a:pt x="242" y="9"/>
                    <a:pt x="245" y="11"/>
                  </a:cubicBezTo>
                  <a:cubicBezTo>
                    <a:pt x="307" y="19"/>
                    <a:pt x="344" y="173"/>
                    <a:pt x="354" y="219"/>
                  </a:cubicBezTo>
                  <a:cubicBezTo>
                    <a:pt x="362" y="254"/>
                    <a:pt x="357" y="293"/>
                    <a:pt x="359" y="330"/>
                  </a:cubicBezTo>
                  <a:cubicBezTo>
                    <a:pt x="363" y="372"/>
                    <a:pt x="364" y="415"/>
                    <a:pt x="366" y="457"/>
                  </a:cubicBezTo>
                  <a:cubicBezTo>
                    <a:pt x="370" y="524"/>
                    <a:pt x="359" y="596"/>
                    <a:pt x="352" y="663"/>
                  </a:cubicBezTo>
                  <a:cubicBezTo>
                    <a:pt x="336" y="811"/>
                    <a:pt x="342" y="960"/>
                    <a:pt x="325" y="1108"/>
                  </a:cubicBezTo>
                  <a:cubicBezTo>
                    <a:pt x="315" y="1201"/>
                    <a:pt x="310" y="1455"/>
                    <a:pt x="292" y="1548"/>
                  </a:cubicBezTo>
                  <a:cubicBezTo>
                    <a:pt x="0" y="1548"/>
                    <a:pt x="0" y="1548"/>
                    <a:pt x="0" y="1548"/>
                  </a:cubicBezTo>
                  <a:cubicBezTo>
                    <a:pt x="4" y="1530"/>
                    <a:pt x="22" y="1394"/>
                    <a:pt x="31" y="1337"/>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2" name="Freeform 6"/>
            <p:cNvSpPr>
              <a:spLocks/>
            </p:cNvSpPr>
            <p:nvPr/>
          </p:nvSpPr>
          <p:spPr bwMode="auto">
            <a:xfrm>
              <a:off x="5929314" y="3675063"/>
              <a:ext cx="2424113" cy="3182938"/>
            </a:xfrm>
            <a:custGeom>
              <a:avLst/>
              <a:gdLst>
                <a:gd name="T0" fmla="*/ 27 w 1359"/>
                <a:gd name="T1" fmla="*/ 1623 h 1785"/>
                <a:gd name="T2" fmla="*/ 27 w 1359"/>
                <a:gd name="T3" fmla="*/ 1590 h 1785"/>
                <a:gd name="T4" fmla="*/ 25 w 1359"/>
                <a:gd name="T5" fmla="*/ 1526 h 1785"/>
                <a:gd name="T6" fmla="*/ 50 w 1359"/>
                <a:gd name="T7" fmla="*/ 1404 h 1785"/>
                <a:gd name="T8" fmla="*/ 50 w 1359"/>
                <a:gd name="T9" fmla="*/ 1246 h 1785"/>
                <a:gd name="T10" fmla="*/ 50 w 1359"/>
                <a:gd name="T11" fmla="*/ 1052 h 1785"/>
                <a:gd name="T12" fmla="*/ 36 w 1359"/>
                <a:gd name="T13" fmla="*/ 592 h 1785"/>
                <a:gd name="T14" fmla="*/ 97 w 1359"/>
                <a:gd name="T15" fmla="*/ 227 h 1785"/>
                <a:gd name="T16" fmla="*/ 408 w 1359"/>
                <a:gd name="T17" fmla="*/ 97 h 1785"/>
                <a:gd name="T18" fmla="*/ 566 w 1359"/>
                <a:gd name="T19" fmla="*/ 55 h 1785"/>
                <a:gd name="T20" fmla="*/ 707 w 1359"/>
                <a:gd name="T21" fmla="*/ 24 h 1785"/>
                <a:gd name="T22" fmla="*/ 926 w 1359"/>
                <a:gd name="T23" fmla="*/ 33 h 1785"/>
                <a:gd name="T24" fmla="*/ 1275 w 1359"/>
                <a:gd name="T25" fmla="*/ 196 h 1785"/>
                <a:gd name="T26" fmla="*/ 1359 w 1359"/>
                <a:gd name="T27" fmla="*/ 227 h 1785"/>
                <a:gd name="T28" fmla="*/ 1301 w 1359"/>
                <a:gd name="T29" fmla="*/ 299 h 1785"/>
                <a:gd name="T30" fmla="*/ 1251 w 1359"/>
                <a:gd name="T31" fmla="*/ 443 h 1785"/>
                <a:gd name="T32" fmla="*/ 1141 w 1359"/>
                <a:gd name="T33" fmla="*/ 852 h 1785"/>
                <a:gd name="T34" fmla="*/ 1080 w 1359"/>
                <a:gd name="T35" fmla="*/ 1082 h 1785"/>
                <a:gd name="T36" fmla="*/ 1054 w 1359"/>
                <a:gd name="T37" fmla="*/ 1363 h 1785"/>
                <a:gd name="T38" fmla="*/ 1073 w 1359"/>
                <a:gd name="T39" fmla="*/ 1542 h 1785"/>
                <a:gd name="T40" fmla="*/ 1137 w 1359"/>
                <a:gd name="T41" fmla="*/ 1784 h 1785"/>
                <a:gd name="T42" fmla="*/ 30 w 1359"/>
                <a:gd name="T43" fmla="*/ 1784 h 1785"/>
                <a:gd name="T44" fmla="*/ 27 w 1359"/>
                <a:gd name="T45" fmla="*/ 1623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59" h="1785">
                  <a:moveTo>
                    <a:pt x="27" y="1623"/>
                  </a:moveTo>
                  <a:cubicBezTo>
                    <a:pt x="27" y="1612"/>
                    <a:pt x="27" y="1601"/>
                    <a:pt x="27" y="1590"/>
                  </a:cubicBezTo>
                  <a:cubicBezTo>
                    <a:pt x="27" y="1568"/>
                    <a:pt x="25" y="1547"/>
                    <a:pt x="25" y="1526"/>
                  </a:cubicBezTo>
                  <a:cubicBezTo>
                    <a:pt x="24" y="1485"/>
                    <a:pt x="40" y="1443"/>
                    <a:pt x="50" y="1404"/>
                  </a:cubicBezTo>
                  <a:cubicBezTo>
                    <a:pt x="64" y="1352"/>
                    <a:pt x="55" y="1299"/>
                    <a:pt x="50" y="1246"/>
                  </a:cubicBezTo>
                  <a:cubicBezTo>
                    <a:pt x="43" y="1181"/>
                    <a:pt x="45" y="1117"/>
                    <a:pt x="50" y="1052"/>
                  </a:cubicBezTo>
                  <a:cubicBezTo>
                    <a:pt x="62" y="899"/>
                    <a:pt x="38" y="745"/>
                    <a:pt x="36" y="592"/>
                  </a:cubicBezTo>
                  <a:cubicBezTo>
                    <a:pt x="34" y="485"/>
                    <a:pt x="0" y="301"/>
                    <a:pt x="97" y="227"/>
                  </a:cubicBezTo>
                  <a:cubicBezTo>
                    <a:pt x="185" y="160"/>
                    <a:pt x="308" y="138"/>
                    <a:pt x="408" y="97"/>
                  </a:cubicBezTo>
                  <a:cubicBezTo>
                    <a:pt x="458" y="76"/>
                    <a:pt x="515" y="72"/>
                    <a:pt x="566" y="55"/>
                  </a:cubicBezTo>
                  <a:cubicBezTo>
                    <a:pt x="611" y="40"/>
                    <a:pt x="659" y="31"/>
                    <a:pt x="707" y="24"/>
                  </a:cubicBezTo>
                  <a:cubicBezTo>
                    <a:pt x="765" y="16"/>
                    <a:pt x="878" y="0"/>
                    <a:pt x="926" y="33"/>
                  </a:cubicBezTo>
                  <a:cubicBezTo>
                    <a:pt x="1032" y="105"/>
                    <a:pt x="1155" y="150"/>
                    <a:pt x="1275" y="196"/>
                  </a:cubicBezTo>
                  <a:cubicBezTo>
                    <a:pt x="1303" y="207"/>
                    <a:pt x="1333" y="213"/>
                    <a:pt x="1359" y="227"/>
                  </a:cubicBezTo>
                  <a:cubicBezTo>
                    <a:pt x="1331" y="235"/>
                    <a:pt x="1315" y="276"/>
                    <a:pt x="1301" y="299"/>
                  </a:cubicBezTo>
                  <a:cubicBezTo>
                    <a:pt x="1273" y="344"/>
                    <a:pt x="1263" y="392"/>
                    <a:pt x="1251" y="443"/>
                  </a:cubicBezTo>
                  <a:cubicBezTo>
                    <a:pt x="1218" y="580"/>
                    <a:pt x="1181" y="717"/>
                    <a:pt x="1141" y="852"/>
                  </a:cubicBezTo>
                  <a:cubicBezTo>
                    <a:pt x="1118" y="928"/>
                    <a:pt x="1092" y="1003"/>
                    <a:pt x="1080" y="1082"/>
                  </a:cubicBezTo>
                  <a:cubicBezTo>
                    <a:pt x="1065" y="1175"/>
                    <a:pt x="1063" y="1270"/>
                    <a:pt x="1054" y="1363"/>
                  </a:cubicBezTo>
                  <a:cubicBezTo>
                    <a:pt x="1047" y="1427"/>
                    <a:pt x="1065" y="1479"/>
                    <a:pt x="1073" y="1542"/>
                  </a:cubicBezTo>
                  <a:cubicBezTo>
                    <a:pt x="1075" y="1561"/>
                    <a:pt x="1130" y="1756"/>
                    <a:pt x="1137" y="1784"/>
                  </a:cubicBezTo>
                  <a:cubicBezTo>
                    <a:pt x="30" y="1784"/>
                    <a:pt x="30" y="1784"/>
                    <a:pt x="30" y="1784"/>
                  </a:cubicBezTo>
                  <a:cubicBezTo>
                    <a:pt x="34" y="1755"/>
                    <a:pt x="29" y="1785"/>
                    <a:pt x="27" y="1623"/>
                  </a:cubicBezTo>
                </a:path>
              </a:pathLst>
            </a:custGeom>
            <a:solidFill>
              <a:srgbClr val="2E2E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3" name="Freeform 7"/>
            <p:cNvSpPr>
              <a:spLocks/>
            </p:cNvSpPr>
            <p:nvPr/>
          </p:nvSpPr>
          <p:spPr bwMode="auto">
            <a:xfrm>
              <a:off x="6294439" y="3692525"/>
              <a:ext cx="1169988" cy="2224088"/>
            </a:xfrm>
            <a:custGeom>
              <a:avLst/>
              <a:gdLst>
                <a:gd name="T0" fmla="*/ 291 w 656"/>
                <a:gd name="T1" fmla="*/ 795 h 1247"/>
                <a:gd name="T2" fmla="*/ 94 w 656"/>
                <a:gd name="T3" fmla="*/ 1247 h 1247"/>
                <a:gd name="T4" fmla="*/ 94 w 656"/>
                <a:gd name="T5" fmla="*/ 1125 h 1247"/>
                <a:gd name="T6" fmla="*/ 72 w 656"/>
                <a:gd name="T7" fmla="*/ 387 h 1247"/>
                <a:gd name="T8" fmla="*/ 190 w 656"/>
                <a:gd name="T9" fmla="*/ 92 h 1247"/>
                <a:gd name="T10" fmla="*/ 203 w 656"/>
                <a:gd name="T11" fmla="*/ 87 h 1247"/>
                <a:gd name="T12" fmla="*/ 361 w 656"/>
                <a:gd name="T13" fmla="*/ 45 h 1247"/>
                <a:gd name="T14" fmla="*/ 502 w 656"/>
                <a:gd name="T15" fmla="*/ 14 h 1247"/>
                <a:gd name="T16" fmla="*/ 656 w 656"/>
                <a:gd name="T17" fmla="*/ 4 h 1247"/>
                <a:gd name="T18" fmla="*/ 491 w 656"/>
                <a:gd name="T19" fmla="*/ 364 h 1247"/>
                <a:gd name="T20" fmla="*/ 291 w 656"/>
                <a:gd name="T21" fmla="*/ 795 h 1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6" h="1247">
                  <a:moveTo>
                    <a:pt x="291" y="795"/>
                  </a:moveTo>
                  <a:cubicBezTo>
                    <a:pt x="230" y="947"/>
                    <a:pt x="133" y="1086"/>
                    <a:pt x="94" y="1247"/>
                  </a:cubicBezTo>
                  <a:cubicBezTo>
                    <a:pt x="97" y="1205"/>
                    <a:pt x="100" y="1166"/>
                    <a:pt x="94" y="1125"/>
                  </a:cubicBezTo>
                  <a:cubicBezTo>
                    <a:pt x="61" y="875"/>
                    <a:pt x="0" y="631"/>
                    <a:pt x="72" y="387"/>
                  </a:cubicBezTo>
                  <a:cubicBezTo>
                    <a:pt x="102" y="284"/>
                    <a:pt x="154" y="191"/>
                    <a:pt x="190" y="92"/>
                  </a:cubicBezTo>
                  <a:cubicBezTo>
                    <a:pt x="194" y="90"/>
                    <a:pt x="199" y="89"/>
                    <a:pt x="203" y="87"/>
                  </a:cubicBezTo>
                  <a:cubicBezTo>
                    <a:pt x="253" y="66"/>
                    <a:pt x="310" y="62"/>
                    <a:pt x="361" y="45"/>
                  </a:cubicBezTo>
                  <a:cubicBezTo>
                    <a:pt x="406" y="30"/>
                    <a:pt x="454" y="21"/>
                    <a:pt x="502" y="14"/>
                  </a:cubicBezTo>
                  <a:cubicBezTo>
                    <a:pt x="541" y="9"/>
                    <a:pt x="604" y="0"/>
                    <a:pt x="656" y="4"/>
                  </a:cubicBezTo>
                  <a:cubicBezTo>
                    <a:pt x="641" y="136"/>
                    <a:pt x="547" y="246"/>
                    <a:pt x="491" y="364"/>
                  </a:cubicBezTo>
                  <a:cubicBezTo>
                    <a:pt x="427" y="509"/>
                    <a:pt x="352" y="647"/>
                    <a:pt x="291" y="795"/>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4" name="Freeform 8"/>
            <p:cNvSpPr>
              <a:spLocks/>
            </p:cNvSpPr>
            <p:nvPr/>
          </p:nvSpPr>
          <p:spPr bwMode="auto">
            <a:xfrm>
              <a:off x="6470652" y="4089400"/>
              <a:ext cx="430213" cy="1738313"/>
            </a:xfrm>
            <a:custGeom>
              <a:avLst/>
              <a:gdLst>
                <a:gd name="T0" fmla="*/ 22 w 241"/>
                <a:gd name="T1" fmla="*/ 975 h 975"/>
                <a:gd name="T2" fmla="*/ 0 w 241"/>
                <a:gd name="T3" fmla="*/ 935 h 975"/>
                <a:gd name="T4" fmla="*/ 14 w 241"/>
                <a:gd name="T5" fmla="*/ 678 h 975"/>
                <a:gd name="T6" fmla="*/ 130 w 241"/>
                <a:gd name="T7" fmla="*/ 115 h 975"/>
                <a:gd name="T8" fmla="*/ 176 w 241"/>
                <a:gd name="T9" fmla="*/ 43 h 975"/>
                <a:gd name="T10" fmla="*/ 231 w 241"/>
                <a:gd name="T11" fmla="*/ 15 h 975"/>
                <a:gd name="T12" fmla="*/ 228 w 241"/>
                <a:gd name="T13" fmla="*/ 184 h 975"/>
                <a:gd name="T14" fmla="*/ 181 w 241"/>
                <a:gd name="T15" fmla="*/ 377 h 975"/>
                <a:gd name="T16" fmla="*/ 152 w 241"/>
                <a:gd name="T17" fmla="*/ 572 h 975"/>
                <a:gd name="T18" fmla="*/ 112 w 241"/>
                <a:gd name="T19" fmla="*/ 692 h 975"/>
                <a:gd name="T20" fmla="*/ 22 w 241"/>
                <a:gd name="T21" fmla="*/ 975 h 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1" h="975">
                  <a:moveTo>
                    <a:pt x="22" y="975"/>
                  </a:moveTo>
                  <a:cubicBezTo>
                    <a:pt x="19" y="966"/>
                    <a:pt x="3" y="944"/>
                    <a:pt x="0" y="935"/>
                  </a:cubicBezTo>
                  <a:cubicBezTo>
                    <a:pt x="11" y="850"/>
                    <a:pt x="6" y="763"/>
                    <a:pt x="14" y="678"/>
                  </a:cubicBezTo>
                  <a:cubicBezTo>
                    <a:pt x="31" y="488"/>
                    <a:pt x="56" y="291"/>
                    <a:pt x="130" y="115"/>
                  </a:cubicBezTo>
                  <a:cubicBezTo>
                    <a:pt x="142" y="88"/>
                    <a:pt x="160" y="67"/>
                    <a:pt x="176" y="43"/>
                  </a:cubicBezTo>
                  <a:cubicBezTo>
                    <a:pt x="194" y="17"/>
                    <a:pt x="201" y="0"/>
                    <a:pt x="231" y="15"/>
                  </a:cubicBezTo>
                  <a:cubicBezTo>
                    <a:pt x="231" y="75"/>
                    <a:pt x="241" y="124"/>
                    <a:pt x="228" y="184"/>
                  </a:cubicBezTo>
                  <a:cubicBezTo>
                    <a:pt x="215" y="248"/>
                    <a:pt x="196" y="312"/>
                    <a:pt x="181" y="377"/>
                  </a:cubicBezTo>
                  <a:cubicBezTo>
                    <a:pt x="166" y="441"/>
                    <a:pt x="160" y="506"/>
                    <a:pt x="152" y="572"/>
                  </a:cubicBezTo>
                  <a:cubicBezTo>
                    <a:pt x="137" y="611"/>
                    <a:pt x="124" y="650"/>
                    <a:pt x="112" y="692"/>
                  </a:cubicBezTo>
                  <a:cubicBezTo>
                    <a:pt x="81" y="784"/>
                    <a:pt x="53" y="883"/>
                    <a:pt x="22" y="975"/>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5" name="Freeform 9"/>
            <p:cNvSpPr>
              <a:spLocks/>
            </p:cNvSpPr>
            <p:nvPr/>
          </p:nvSpPr>
          <p:spPr bwMode="auto">
            <a:xfrm>
              <a:off x="6218239" y="3735388"/>
              <a:ext cx="509588" cy="3121025"/>
            </a:xfrm>
            <a:custGeom>
              <a:avLst/>
              <a:gdLst>
                <a:gd name="T0" fmla="*/ 123 w 286"/>
                <a:gd name="T1" fmla="*/ 1345 h 1750"/>
                <a:gd name="T2" fmla="*/ 76 w 286"/>
                <a:gd name="T3" fmla="*/ 1004 h 1750"/>
                <a:gd name="T4" fmla="*/ 32 w 286"/>
                <a:gd name="T5" fmla="*/ 333 h 1750"/>
                <a:gd name="T6" fmla="*/ 49 w 286"/>
                <a:gd name="T7" fmla="*/ 209 h 1750"/>
                <a:gd name="T8" fmla="*/ 135 w 286"/>
                <a:gd name="T9" fmla="*/ 157 h 1750"/>
                <a:gd name="T10" fmla="*/ 105 w 286"/>
                <a:gd name="T11" fmla="*/ 120 h 1750"/>
                <a:gd name="T12" fmla="*/ 231 w 286"/>
                <a:gd name="T13" fmla="*/ 49 h 1750"/>
                <a:gd name="T14" fmla="*/ 286 w 286"/>
                <a:gd name="T15" fmla="*/ 0 h 1750"/>
                <a:gd name="T16" fmla="*/ 271 w 286"/>
                <a:gd name="T17" fmla="*/ 77 h 1750"/>
                <a:gd name="T18" fmla="*/ 269 w 286"/>
                <a:gd name="T19" fmla="*/ 80 h 1750"/>
                <a:gd name="T20" fmla="*/ 270 w 286"/>
                <a:gd name="T21" fmla="*/ 77 h 1750"/>
                <a:gd name="T22" fmla="*/ 269 w 286"/>
                <a:gd name="T23" fmla="*/ 80 h 1750"/>
                <a:gd name="T24" fmla="*/ 176 w 286"/>
                <a:gd name="T25" fmla="*/ 327 h 1750"/>
                <a:gd name="T26" fmla="*/ 126 w 286"/>
                <a:gd name="T27" fmla="*/ 604 h 1750"/>
                <a:gd name="T28" fmla="*/ 134 w 286"/>
                <a:gd name="T29" fmla="*/ 915 h 1750"/>
                <a:gd name="T30" fmla="*/ 165 w 286"/>
                <a:gd name="T31" fmla="*/ 1226 h 1750"/>
                <a:gd name="T32" fmla="*/ 154 w 286"/>
                <a:gd name="T33" fmla="*/ 1750 h 1750"/>
                <a:gd name="T34" fmla="*/ 131 w 286"/>
                <a:gd name="T35" fmla="*/ 1750 h 1750"/>
                <a:gd name="T36" fmla="*/ 123 w 286"/>
                <a:gd name="T37" fmla="*/ 1345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6" h="1750">
                  <a:moveTo>
                    <a:pt x="123" y="1345"/>
                  </a:moveTo>
                  <a:cubicBezTo>
                    <a:pt x="118" y="1216"/>
                    <a:pt x="111" y="1128"/>
                    <a:pt x="76" y="1004"/>
                  </a:cubicBezTo>
                  <a:cubicBezTo>
                    <a:pt x="20" y="805"/>
                    <a:pt x="0" y="536"/>
                    <a:pt x="32" y="333"/>
                  </a:cubicBezTo>
                  <a:cubicBezTo>
                    <a:pt x="38" y="293"/>
                    <a:pt x="49" y="209"/>
                    <a:pt x="49" y="209"/>
                  </a:cubicBezTo>
                  <a:cubicBezTo>
                    <a:pt x="49" y="209"/>
                    <a:pt x="102" y="175"/>
                    <a:pt x="135" y="157"/>
                  </a:cubicBezTo>
                  <a:cubicBezTo>
                    <a:pt x="122" y="142"/>
                    <a:pt x="116" y="136"/>
                    <a:pt x="105" y="120"/>
                  </a:cubicBezTo>
                  <a:cubicBezTo>
                    <a:pt x="124" y="91"/>
                    <a:pt x="231" y="49"/>
                    <a:pt x="231" y="49"/>
                  </a:cubicBezTo>
                  <a:cubicBezTo>
                    <a:pt x="231" y="49"/>
                    <a:pt x="259" y="12"/>
                    <a:pt x="286" y="0"/>
                  </a:cubicBezTo>
                  <a:cubicBezTo>
                    <a:pt x="280" y="26"/>
                    <a:pt x="273" y="51"/>
                    <a:pt x="271" y="77"/>
                  </a:cubicBezTo>
                  <a:cubicBezTo>
                    <a:pt x="270" y="79"/>
                    <a:pt x="270" y="79"/>
                    <a:pt x="269" y="80"/>
                  </a:cubicBezTo>
                  <a:cubicBezTo>
                    <a:pt x="270" y="79"/>
                    <a:pt x="270" y="78"/>
                    <a:pt x="270" y="77"/>
                  </a:cubicBezTo>
                  <a:cubicBezTo>
                    <a:pt x="268" y="77"/>
                    <a:pt x="266" y="86"/>
                    <a:pt x="269" y="80"/>
                  </a:cubicBezTo>
                  <a:cubicBezTo>
                    <a:pt x="246" y="160"/>
                    <a:pt x="202" y="245"/>
                    <a:pt x="176" y="327"/>
                  </a:cubicBezTo>
                  <a:cubicBezTo>
                    <a:pt x="146" y="420"/>
                    <a:pt x="131" y="505"/>
                    <a:pt x="126" y="604"/>
                  </a:cubicBezTo>
                  <a:cubicBezTo>
                    <a:pt x="121" y="705"/>
                    <a:pt x="120" y="816"/>
                    <a:pt x="134" y="915"/>
                  </a:cubicBezTo>
                  <a:cubicBezTo>
                    <a:pt x="150" y="1022"/>
                    <a:pt x="165" y="1116"/>
                    <a:pt x="165" y="1226"/>
                  </a:cubicBezTo>
                  <a:cubicBezTo>
                    <a:pt x="165" y="1341"/>
                    <a:pt x="135" y="1639"/>
                    <a:pt x="154" y="1750"/>
                  </a:cubicBezTo>
                  <a:cubicBezTo>
                    <a:pt x="131" y="1750"/>
                    <a:pt x="131" y="1750"/>
                    <a:pt x="131" y="1750"/>
                  </a:cubicBezTo>
                  <a:cubicBezTo>
                    <a:pt x="128" y="1672"/>
                    <a:pt x="127" y="1423"/>
                    <a:pt x="123" y="1345"/>
                  </a:cubicBezTo>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6" name="Freeform 10"/>
            <p:cNvSpPr>
              <a:spLocks/>
            </p:cNvSpPr>
            <p:nvPr/>
          </p:nvSpPr>
          <p:spPr bwMode="auto">
            <a:xfrm>
              <a:off x="6692902" y="3873500"/>
              <a:ext cx="6350" cy="15875"/>
            </a:xfrm>
            <a:custGeom>
              <a:avLst/>
              <a:gdLst>
                <a:gd name="T0" fmla="*/ 4 w 4"/>
                <a:gd name="T1" fmla="*/ 0 h 9"/>
                <a:gd name="T2" fmla="*/ 3 w 4"/>
                <a:gd name="T3" fmla="*/ 3 h 9"/>
                <a:gd name="T4" fmla="*/ 4 w 4"/>
                <a:gd name="T5" fmla="*/ 0 h 9"/>
              </a:gdLst>
              <a:ahLst/>
              <a:cxnLst>
                <a:cxn ang="0">
                  <a:pos x="T0" y="T1"/>
                </a:cxn>
                <a:cxn ang="0">
                  <a:pos x="T2" y="T3"/>
                </a:cxn>
                <a:cxn ang="0">
                  <a:pos x="T4" y="T5"/>
                </a:cxn>
              </a:cxnLst>
              <a:rect l="0" t="0" r="r" b="b"/>
              <a:pathLst>
                <a:path w="4" h="9">
                  <a:moveTo>
                    <a:pt x="4" y="0"/>
                  </a:moveTo>
                  <a:cubicBezTo>
                    <a:pt x="4" y="1"/>
                    <a:pt x="4" y="2"/>
                    <a:pt x="3" y="3"/>
                  </a:cubicBezTo>
                  <a:cubicBezTo>
                    <a:pt x="0" y="9"/>
                    <a:pt x="2" y="0"/>
                    <a:pt x="4" y="0"/>
                  </a:cubicBezTo>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7" name="Freeform 11"/>
            <p:cNvSpPr>
              <a:spLocks/>
            </p:cNvSpPr>
            <p:nvPr/>
          </p:nvSpPr>
          <p:spPr bwMode="auto">
            <a:xfrm>
              <a:off x="6246814" y="5810250"/>
              <a:ext cx="990600" cy="582613"/>
            </a:xfrm>
            <a:custGeom>
              <a:avLst/>
              <a:gdLst>
                <a:gd name="T0" fmla="*/ 454 w 556"/>
                <a:gd name="T1" fmla="*/ 52 h 327"/>
                <a:gd name="T2" fmla="*/ 274 w 556"/>
                <a:gd name="T3" fmla="*/ 4 h 327"/>
                <a:gd name="T4" fmla="*/ 171 w 556"/>
                <a:gd name="T5" fmla="*/ 21 h 327"/>
                <a:gd name="T6" fmla="*/ 57 w 556"/>
                <a:gd name="T7" fmla="*/ 18 h 327"/>
                <a:gd name="T8" fmla="*/ 107 w 556"/>
                <a:gd name="T9" fmla="*/ 82 h 327"/>
                <a:gd name="T10" fmla="*/ 25 w 556"/>
                <a:gd name="T11" fmla="*/ 111 h 327"/>
                <a:gd name="T12" fmla="*/ 76 w 556"/>
                <a:gd name="T13" fmla="*/ 165 h 327"/>
                <a:gd name="T14" fmla="*/ 91 w 556"/>
                <a:gd name="T15" fmla="*/ 238 h 327"/>
                <a:gd name="T16" fmla="*/ 68 w 556"/>
                <a:gd name="T17" fmla="*/ 274 h 327"/>
                <a:gd name="T18" fmla="*/ 126 w 556"/>
                <a:gd name="T19" fmla="*/ 307 h 327"/>
                <a:gd name="T20" fmla="*/ 295 w 556"/>
                <a:gd name="T21" fmla="*/ 318 h 327"/>
                <a:gd name="T22" fmla="*/ 451 w 556"/>
                <a:gd name="T23" fmla="*/ 256 h 327"/>
                <a:gd name="T24" fmla="*/ 518 w 556"/>
                <a:gd name="T25" fmla="*/ 251 h 327"/>
                <a:gd name="T26" fmla="*/ 541 w 556"/>
                <a:gd name="T27" fmla="*/ 226 h 327"/>
                <a:gd name="T28" fmla="*/ 554 w 556"/>
                <a:gd name="T29" fmla="*/ 129 h 327"/>
                <a:gd name="T30" fmla="*/ 511 w 556"/>
                <a:gd name="T31" fmla="*/ 49 h 327"/>
                <a:gd name="T32" fmla="*/ 454 w 556"/>
                <a:gd name="T33" fmla="*/ 5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6" h="327">
                  <a:moveTo>
                    <a:pt x="454" y="52"/>
                  </a:moveTo>
                  <a:cubicBezTo>
                    <a:pt x="396" y="41"/>
                    <a:pt x="336" y="4"/>
                    <a:pt x="274" y="4"/>
                  </a:cubicBezTo>
                  <a:cubicBezTo>
                    <a:pt x="240" y="4"/>
                    <a:pt x="207" y="21"/>
                    <a:pt x="171" y="21"/>
                  </a:cubicBezTo>
                  <a:cubicBezTo>
                    <a:pt x="140" y="21"/>
                    <a:pt x="82" y="0"/>
                    <a:pt x="57" y="18"/>
                  </a:cubicBezTo>
                  <a:cubicBezTo>
                    <a:pt x="10" y="53"/>
                    <a:pt x="78" y="80"/>
                    <a:pt x="107" y="82"/>
                  </a:cubicBezTo>
                  <a:cubicBezTo>
                    <a:pt x="77" y="90"/>
                    <a:pt x="44" y="81"/>
                    <a:pt x="25" y="111"/>
                  </a:cubicBezTo>
                  <a:cubicBezTo>
                    <a:pt x="0" y="149"/>
                    <a:pt x="41" y="168"/>
                    <a:pt x="76" y="165"/>
                  </a:cubicBezTo>
                  <a:cubicBezTo>
                    <a:pt x="8" y="177"/>
                    <a:pt x="26" y="240"/>
                    <a:pt x="91" y="238"/>
                  </a:cubicBezTo>
                  <a:cubicBezTo>
                    <a:pt x="70" y="239"/>
                    <a:pt x="60" y="255"/>
                    <a:pt x="68" y="274"/>
                  </a:cubicBezTo>
                  <a:cubicBezTo>
                    <a:pt x="78" y="298"/>
                    <a:pt x="105" y="303"/>
                    <a:pt x="126" y="307"/>
                  </a:cubicBezTo>
                  <a:cubicBezTo>
                    <a:pt x="181" y="316"/>
                    <a:pt x="239" y="327"/>
                    <a:pt x="295" y="318"/>
                  </a:cubicBezTo>
                  <a:cubicBezTo>
                    <a:pt x="353" y="308"/>
                    <a:pt x="396" y="273"/>
                    <a:pt x="451" y="256"/>
                  </a:cubicBezTo>
                  <a:cubicBezTo>
                    <a:pt x="473" y="250"/>
                    <a:pt x="497" y="258"/>
                    <a:pt x="518" y="251"/>
                  </a:cubicBezTo>
                  <a:cubicBezTo>
                    <a:pt x="536" y="246"/>
                    <a:pt x="535" y="250"/>
                    <a:pt x="541" y="226"/>
                  </a:cubicBezTo>
                  <a:cubicBezTo>
                    <a:pt x="550" y="197"/>
                    <a:pt x="556" y="160"/>
                    <a:pt x="554" y="129"/>
                  </a:cubicBezTo>
                  <a:cubicBezTo>
                    <a:pt x="553" y="104"/>
                    <a:pt x="541" y="57"/>
                    <a:pt x="511" y="49"/>
                  </a:cubicBezTo>
                  <a:cubicBezTo>
                    <a:pt x="492" y="44"/>
                    <a:pt x="448" y="72"/>
                    <a:pt x="454" y="52"/>
                  </a:cubicBezTo>
                </a:path>
              </a:pathLst>
            </a:custGeom>
            <a:solidFill>
              <a:srgbClr val="EDD7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8" name="Freeform 12"/>
            <p:cNvSpPr>
              <a:spLocks/>
            </p:cNvSpPr>
            <p:nvPr/>
          </p:nvSpPr>
          <p:spPr bwMode="auto">
            <a:xfrm>
              <a:off x="7077077" y="4054475"/>
              <a:ext cx="1755775" cy="2509838"/>
            </a:xfrm>
            <a:custGeom>
              <a:avLst/>
              <a:gdLst>
                <a:gd name="T0" fmla="*/ 679 w 984"/>
                <a:gd name="T1" fmla="*/ 0 h 1407"/>
                <a:gd name="T2" fmla="*/ 800 w 984"/>
                <a:gd name="T3" fmla="*/ 274 h 1407"/>
                <a:gd name="T4" fmla="*/ 972 w 984"/>
                <a:gd name="T5" fmla="*/ 931 h 1407"/>
                <a:gd name="T6" fmla="*/ 965 w 984"/>
                <a:gd name="T7" fmla="*/ 1090 h 1407"/>
                <a:gd name="T8" fmla="*/ 895 w 984"/>
                <a:gd name="T9" fmla="*/ 1236 h 1407"/>
                <a:gd name="T10" fmla="*/ 715 w 984"/>
                <a:gd name="T11" fmla="*/ 1331 h 1407"/>
                <a:gd name="T12" fmla="*/ 397 w 984"/>
                <a:gd name="T13" fmla="*/ 1371 h 1407"/>
                <a:gd name="T14" fmla="*/ 189 w 984"/>
                <a:gd name="T15" fmla="*/ 1387 h 1407"/>
                <a:gd name="T16" fmla="*/ 48 w 984"/>
                <a:gd name="T17" fmla="*/ 1393 h 1407"/>
                <a:gd name="T18" fmla="*/ 11 w 984"/>
                <a:gd name="T19" fmla="*/ 1299 h 1407"/>
                <a:gd name="T20" fmla="*/ 5 w 984"/>
                <a:gd name="T21" fmla="*/ 1058 h 1407"/>
                <a:gd name="T22" fmla="*/ 5 w 984"/>
                <a:gd name="T23" fmla="*/ 1008 h 1407"/>
                <a:gd name="T24" fmla="*/ 133 w 984"/>
                <a:gd name="T25" fmla="*/ 1009 h 1407"/>
                <a:gd name="T26" fmla="*/ 309 w 984"/>
                <a:gd name="T27" fmla="*/ 994 h 1407"/>
                <a:gd name="T28" fmla="*/ 455 w 984"/>
                <a:gd name="T29" fmla="*/ 963 h 1407"/>
                <a:gd name="T30" fmla="*/ 554 w 984"/>
                <a:gd name="T31" fmla="*/ 963 h 1407"/>
                <a:gd name="T32" fmla="*/ 493 w 984"/>
                <a:gd name="T33" fmla="*/ 718 h 1407"/>
                <a:gd name="T34" fmla="*/ 482 w 984"/>
                <a:gd name="T35" fmla="*/ 429 h 1407"/>
                <a:gd name="T36" fmla="*/ 559 w 984"/>
                <a:gd name="T37" fmla="*/ 153 h 1407"/>
                <a:gd name="T38" fmla="*/ 677 w 984"/>
                <a:gd name="T39" fmla="*/ 3 h 1407"/>
                <a:gd name="T40" fmla="*/ 679 w 984"/>
                <a:gd name="T41" fmla="*/ 0 h 1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84" h="1407">
                  <a:moveTo>
                    <a:pt x="679" y="0"/>
                  </a:moveTo>
                  <a:cubicBezTo>
                    <a:pt x="774" y="8"/>
                    <a:pt x="786" y="211"/>
                    <a:pt x="800" y="274"/>
                  </a:cubicBezTo>
                  <a:cubicBezTo>
                    <a:pt x="854" y="511"/>
                    <a:pt x="951" y="848"/>
                    <a:pt x="972" y="931"/>
                  </a:cubicBezTo>
                  <a:cubicBezTo>
                    <a:pt x="984" y="978"/>
                    <a:pt x="979" y="1044"/>
                    <a:pt x="965" y="1090"/>
                  </a:cubicBezTo>
                  <a:cubicBezTo>
                    <a:pt x="947" y="1148"/>
                    <a:pt x="944" y="1194"/>
                    <a:pt x="895" y="1236"/>
                  </a:cubicBezTo>
                  <a:cubicBezTo>
                    <a:pt x="848" y="1275"/>
                    <a:pt x="773" y="1312"/>
                    <a:pt x="715" y="1331"/>
                  </a:cubicBezTo>
                  <a:cubicBezTo>
                    <a:pt x="614" y="1363"/>
                    <a:pt x="502" y="1377"/>
                    <a:pt x="397" y="1371"/>
                  </a:cubicBezTo>
                  <a:cubicBezTo>
                    <a:pt x="327" y="1368"/>
                    <a:pt x="257" y="1378"/>
                    <a:pt x="189" y="1387"/>
                  </a:cubicBezTo>
                  <a:cubicBezTo>
                    <a:pt x="153" y="1392"/>
                    <a:pt x="83" y="1407"/>
                    <a:pt x="48" y="1393"/>
                  </a:cubicBezTo>
                  <a:cubicBezTo>
                    <a:pt x="17" y="1381"/>
                    <a:pt x="12" y="1329"/>
                    <a:pt x="11" y="1299"/>
                  </a:cubicBezTo>
                  <a:cubicBezTo>
                    <a:pt x="6" y="1217"/>
                    <a:pt x="15" y="1139"/>
                    <a:pt x="5" y="1058"/>
                  </a:cubicBezTo>
                  <a:cubicBezTo>
                    <a:pt x="3" y="1041"/>
                    <a:pt x="0" y="1024"/>
                    <a:pt x="5" y="1008"/>
                  </a:cubicBezTo>
                  <a:cubicBezTo>
                    <a:pt x="49" y="1006"/>
                    <a:pt x="91" y="1018"/>
                    <a:pt x="133" y="1009"/>
                  </a:cubicBezTo>
                  <a:cubicBezTo>
                    <a:pt x="192" y="996"/>
                    <a:pt x="249" y="998"/>
                    <a:pt x="309" y="994"/>
                  </a:cubicBezTo>
                  <a:cubicBezTo>
                    <a:pt x="357" y="991"/>
                    <a:pt x="411" y="979"/>
                    <a:pt x="455" y="963"/>
                  </a:cubicBezTo>
                  <a:cubicBezTo>
                    <a:pt x="492" y="950"/>
                    <a:pt x="521" y="944"/>
                    <a:pt x="554" y="963"/>
                  </a:cubicBezTo>
                  <a:cubicBezTo>
                    <a:pt x="516" y="877"/>
                    <a:pt x="505" y="806"/>
                    <a:pt x="493" y="718"/>
                  </a:cubicBezTo>
                  <a:cubicBezTo>
                    <a:pt x="480" y="623"/>
                    <a:pt x="471" y="525"/>
                    <a:pt x="482" y="429"/>
                  </a:cubicBezTo>
                  <a:cubicBezTo>
                    <a:pt x="494" y="331"/>
                    <a:pt x="521" y="245"/>
                    <a:pt x="559" y="153"/>
                  </a:cubicBezTo>
                  <a:cubicBezTo>
                    <a:pt x="584" y="92"/>
                    <a:pt x="629" y="46"/>
                    <a:pt x="677" y="3"/>
                  </a:cubicBezTo>
                  <a:cubicBezTo>
                    <a:pt x="680" y="8"/>
                    <a:pt x="681" y="14"/>
                    <a:pt x="679" y="0"/>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9" name="Freeform 13"/>
            <p:cNvSpPr>
              <a:spLocks/>
            </p:cNvSpPr>
            <p:nvPr/>
          </p:nvSpPr>
          <p:spPr bwMode="auto">
            <a:xfrm>
              <a:off x="6726239" y="3162300"/>
              <a:ext cx="727075" cy="863600"/>
            </a:xfrm>
            <a:custGeom>
              <a:avLst/>
              <a:gdLst>
                <a:gd name="T0" fmla="*/ 330 w 408"/>
                <a:gd name="T1" fmla="*/ 9 h 484"/>
                <a:gd name="T2" fmla="*/ 353 w 408"/>
                <a:gd name="T3" fmla="*/ 133 h 484"/>
                <a:gd name="T4" fmla="*/ 401 w 408"/>
                <a:gd name="T5" fmla="*/ 250 h 484"/>
                <a:gd name="T6" fmla="*/ 398 w 408"/>
                <a:gd name="T7" fmla="*/ 282 h 484"/>
                <a:gd name="T8" fmla="*/ 330 w 408"/>
                <a:gd name="T9" fmla="*/ 360 h 484"/>
                <a:gd name="T10" fmla="*/ 159 w 408"/>
                <a:gd name="T11" fmla="*/ 472 h 484"/>
                <a:gd name="T12" fmla="*/ 85 w 408"/>
                <a:gd name="T13" fmla="*/ 437 h 484"/>
                <a:gd name="T14" fmla="*/ 3 w 408"/>
                <a:gd name="T15" fmla="*/ 369 h 484"/>
                <a:gd name="T16" fmla="*/ 14 w 408"/>
                <a:gd name="T17" fmla="*/ 314 h 484"/>
                <a:gd name="T18" fmla="*/ 15 w 408"/>
                <a:gd name="T19" fmla="*/ 233 h 484"/>
                <a:gd name="T20" fmla="*/ 117 w 408"/>
                <a:gd name="T21" fmla="*/ 128 h 484"/>
                <a:gd name="T22" fmla="*/ 215 w 408"/>
                <a:gd name="T23" fmla="*/ 52 h 484"/>
                <a:gd name="T24" fmla="*/ 330 w 408"/>
                <a:gd name="T25" fmla="*/ 9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8" h="484">
                  <a:moveTo>
                    <a:pt x="330" y="9"/>
                  </a:moveTo>
                  <a:cubicBezTo>
                    <a:pt x="353" y="43"/>
                    <a:pt x="348" y="93"/>
                    <a:pt x="353" y="133"/>
                  </a:cubicBezTo>
                  <a:cubicBezTo>
                    <a:pt x="359" y="180"/>
                    <a:pt x="381" y="208"/>
                    <a:pt x="401" y="250"/>
                  </a:cubicBezTo>
                  <a:cubicBezTo>
                    <a:pt x="408" y="266"/>
                    <a:pt x="407" y="269"/>
                    <a:pt x="398" y="282"/>
                  </a:cubicBezTo>
                  <a:cubicBezTo>
                    <a:pt x="378" y="309"/>
                    <a:pt x="353" y="336"/>
                    <a:pt x="330" y="360"/>
                  </a:cubicBezTo>
                  <a:cubicBezTo>
                    <a:pt x="286" y="405"/>
                    <a:pt x="221" y="454"/>
                    <a:pt x="159" y="472"/>
                  </a:cubicBezTo>
                  <a:cubicBezTo>
                    <a:pt x="119" y="484"/>
                    <a:pt x="114" y="473"/>
                    <a:pt x="85" y="437"/>
                  </a:cubicBezTo>
                  <a:cubicBezTo>
                    <a:pt x="70" y="417"/>
                    <a:pt x="7" y="394"/>
                    <a:pt x="3" y="369"/>
                  </a:cubicBezTo>
                  <a:cubicBezTo>
                    <a:pt x="0" y="355"/>
                    <a:pt x="13" y="344"/>
                    <a:pt x="14" y="314"/>
                  </a:cubicBezTo>
                  <a:cubicBezTo>
                    <a:pt x="15" y="285"/>
                    <a:pt x="2" y="259"/>
                    <a:pt x="15" y="233"/>
                  </a:cubicBezTo>
                  <a:cubicBezTo>
                    <a:pt x="39" y="186"/>
                    <a:pt x="83" y="168"/>
                    <a:pt x="117" y="128"/>
                  </a:cubicBezTo>
                  <a:cubicBezTo>
                    <a:pt x="147" y="93"/>
                    <a:pt x="167" y="63"/>
                    <a:pt x="215" y="52"/>
                  </a:cubicBezTo>
                  <a:cubicBezTo>
                    <a:pt x="254" y="44"/>
                    <a:pt x="296" y="0"/>
                    <a:pt x="330" y="9"/>
                  </a:cubicBezTo>
                </a:path>
              </a:pathLst>
            </a:custGeom>
            <a:solidFill>
              <a:srgbClr val="E7CA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0" name="Freeform 14"/>
            <p:cNvSpPr>
              <a:spLocks/>
            </p:cNvSpPr>
            <p:nvPr/>
          </p:nvSpPr>
          <p:spPr bwMode="auto">
            <a:xfrm>
              <a:off x="6507164" y="3586163"/>
              <a:ext cx="1160463" cy="2257425"/>
            </a:xfrm>
            <a:custGeom>
              <a:avLst/>
              <a:gdLst>
                <a:gd name="T0" fmla="*/ 525 w 651"/>
                <a:gd name="T1" fmla="*/ 0 h 1266"/>
                <a:gd name="T2" fmla="*/ 620 w 651"/>
                <a:gd name="T3" fmla="*/ 98 h 1266"/>
                <a:gd name="T4" fmla="*/ 629 w 651"/>
                <a:gd name="T5" fmla="*/ 232 h 1266"/>
                <a:gd name="T6" fmla="*/ 559 w 651"/>
                <a:gd name="T7" fmla="*/ 239 h 1266"/>
                <a:gd name="T8" fmla="*/ 613 w 651"/>
                <a:gd name="T9" fmla="*/ 320 h 1266"/>
                <a:gd name="T10" fmla="*/ 436 w 651"/>
                <a:gd name="T11" fmla="*/ 517 h 1266"/>
                <a:gd name="T12" fmla="*/ 220 w 651"/>
                <a:gd name="T13" fmla="*/ 833 h 1266"/>
                <a:gd name="T14" fmla="*/ 5 w 651"/>
                <a:gd name="T15" fmla="*/ 1266 h 1266"/>
                <a:gd name="T16" fmla="*/ 0 w 651"/>
                <a:gd name="T17" fmla="*/ 1265 h 1266"/>
                <a:gd name="T18" fmla="*/ 192 w 651"/>
                <a:gd name="T19" fmla="*/ 677 h 1266"/>
                <a:gd name="T20" fmla="*/ 454 w 651"/>
                <a:gd name="T21" fmla="*/ 190 h 1266"/>
                <a:gd name="T22" fmla="*/ 525 w 651"/>
                <a:gd name="T23" fmla="*/ 0 h 1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1" h="1266">
                  <a:moveTo>
                    <a:pt x="525" y="0"/>
                  </a:moveTo>
                  <a:cubicBezTo>
                    <a:pt x="559" y="32"/>
                    <a:pt x="595" y="57"/>
                    <a:pt x="620" y="98"/>
                  </a:cubicBezTo>
                  <a:cubicBezTo>
                    <a:pt x="651" y="147"/>
                    <a:pt x="635" y="171"/>
                    <a:pt x="629" y="232"/>
                  </a:cubicBezTo>
                  <a:cubicBezTo>
                    <a:pt x="606" y="230"/>
                    <a:pt x="581" y="235"/>
                    <a:pt x="559" y="239"/>
                  </a:cubicBezTo>
                  <a:cubicBezTo>
                    <a:pt x="573" y="267"/>
                    <a:pt x="595" y="295"/>
                    <a:pt x="613" y="320"/>
                  </a:cubicBezTo>
                  <a:cubicBezTo>
                    <a:pt x="552" y="383"/>
                    <a:pt x="497" y="453"/>
                    <a:pt x="436" y="517"/>
                  </a:cubicBezTo>
                  <a:cubicBezTo>
                    <a:pt x="347" y="610"/>
                    <a:pt x="290" y="726"/>
                    <a:pt x="220" y="833"/>
                  </a:cubicBezTo>
                  <a:cubicBezTo>
                    <a:pt x="124" y="982"/>
                    <a:pt x="5" y="1266"/>
                    <a:pt x="5" y="1266"/>
                  </a:cubicBezTo>
                  <a:cubicBezTo>
                    <a:pt x="5" y="1266"/>
                    <a:pt x="2" y="1266"/>
                    <a:pt x="0" y="1265"/>
                  </a:cubicBezTo>
                  <a:cubicBezTo>
                    <a:pt x="4" y="1057"/>
                    <a:pt x="108" y="863"/>
                    <a:pt x="192" y="677"/>
                  </a:cubicBezTo>
                  <a:cubicBezTo>
                    <a:pt x="271" y="502"/>
                    <a:pt x="327" y="333"/>
                    <a:pt x="454" y="190"/>
                  </a:cubicBezTo>
                  <a:cubicBezTo>
                    <a:pt x="506" y="132"/>
                    <a:pt x="509" y="56"/>
                    <a:pt x="525" y="0"/>
                  </a:cubicBezTo>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1" name="Freeform 15"/>
            <p:cNvSpPr>
              <a:spLocks/>
            </p:cNvSpPr>
            <p:nvPr/>
          </p:nvSpPr>
          <p:spPr bwMode="auto">
            <a:xfrm>
              <a:off x="6667502" y="3687763"/>
              <a:ext cx="244475" cy="525463"/>
            </a:xfrm>
            <a:custGeom>
              <a:avLst/>
              <a:gdLst>
                <a:gd name="T0" fmla="*/ 137 w 137"/>
                <a:gd name="T1" fmla="*/ 158 h 295"/>
                <a:gd name="T2" fmla="*/ 29 w 137"/>
                <a:gd name="T3" fmla="*/ 259 h 295"/>
                <a:gd name="T4" fmla="*/ 3 w 137"/>
                <a:gd name="T5" fmla="*/ 295 h 295"/>
                <a:gd name="T6" fmla="*/ 9 w 137"/>
                <a:gd name="T7" fmla="*/ 116 h 295"/>
                <a:gd name="T8" fmla="*/ 23 w 137"/>
                <a:gd name="T9" fmla="*/ 49 h 295"/>
                <a:gd name="T10" fmla="*/ 43 w 137"/>
                <a:gd name="T11" fmla="*/ 13 h 295"/>
                <a:gd name="T12" fmla="*/ 57 w 137"/>
                <a:gd name="T13" fmla="*/ 58 h 295"/>
                <a:gd name="T14" fmla="*/ 137 w 137"/>
                <a:gd name="T15" fmla="*/ 158 h 2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7" h="295">
                  <a:moveTo>
                    <a:pt x="137" y="158"/>
                  </a:moveTo>
                  <a:cubicBezTo>
                    <a:pt x="95" y="122"/>
                    <a:pt x="43" y="236"/>
                    <a:pt x="29" y="259"/>
                  </a:cubicBezTo>
                  <a:cubicBezTo>
                    <a:pt x="21" y="272"/>
                    <a:pt x="11" y="284"/>
                    <a:pt x="3" y="295"/>
                  </a:cubicBezTo>
                  <a:cubicBezTo>
                    <a:pt x="9" y="236"/>
                    <a:pt x="0" y="174"/>
                    <a:pt x="9" y="116"/>
                  </a:cubicBezTo>
                  <a:cubicBezTo>
                    <a:pt x="12" y="94"/>
                    <a:pt x="16" y="70"/>
                    <a:pt x="23" y="49"/>
                  </a:cubicBezTo>
                  <a:cubicBezTo>
                    <a:pt x="27" y="37"/>
                    <a:pt x="42" y="0"/>
                    <a:pt x="43" y="13"/>
                  </a:cubicBezTo>
                  <a:cubicBezTo>
                    <a:pt x="44" y="23"/>
                    <a:pt x="52" y="48"/>
                    <a:pt x="57" y="58"/>
                  </a:cubicBezTo>
                  <a:cubicBezTo>
                    <a:pt x="82" y="102"/>
                    <a:pt x="115" y="133"/>
                    <a:pt x="137" y="15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2" name="Freeform 16"/>
            <p:cNvSpPr>
              <a:spLocks/>
            </p:cNvSpPr>
            <p:nvPr/>
          </p:nvSpPr>
          <p:spPr bwMode="auto">
            <a:xfrm>
              <a:off x="6786564" y="3927475"/>
              <a:ext cx="215900" cy="241300"/>
            </a:xfrm>
            <a:custGeom>
              <a:avLst/>
              <a:gdLst>
                <a:gd name="T0" fmla="*/ 87 w 121"/>
                <a:gd name="T1" fmla="*/ 19 h 135"/>
                <a:gd name="T2" fmla="*/ 15 w 121"/>
                <a:gd name="T3" fmla="*/ 34 h 135"/>
                <a:gd name="T4" fmla="*/ 3 w 121"/>
                <a:gd name="T5" fmla="*/ 123 h 135"/>
                <a:gd name="T6" fmla="*/ 57 w 121"/>
                <a:gd name="T7" fmla="*/ 135 h 135"/>
                <a:gd name="T8" fmla="*/ 104 w 121"/>
                <a:gd name="T9" fmla="*/ 87 h 135"/>
                <a:gd name="T10" fmla="*/ 87 w 121"/>
                <a:gd name="T11" fmla="*/ 19 h 135"/>
              </a:gdLst>
              <a:ahLst/>
              <a:cxnLst>
                <a:cxn ang="0">
                  <a:pos x="T0" y="T1"/>
                </a:cxn>
                <a:cxn ang="0">
                  <a:pos x="T2" y="T3"/>
                </a:cxn>
                <a:cxn ang="0">
                  <a:pos x="T4" y="T5"/>
                </a:cxn>
                <a:cxn ang="0">
                  <a:pos x="T6" y="T7"/>
                </a:cxn>
                <a:cxn ang="0">
                  <a:pos x="T8" y="T9"/>
                </a:cxn>
                <a:cxn ang="0">
                  <a:pos x="T10" y="T11"/>
                </a:cxn>
              </a:cxnLst>
              <a:rect l="0" t="0" r="r" b="b"/>
              <a:pathLst>
                <a:path w="121" h="135">
                  <a:moveTo>
                    <a:pt x="87" y="19"/>
                  </a:moveTo>
                  <a:cubicBezTo>
                    <a:pt x="61" y="18"/>
                    <a:pt x="38" y="0"/>
                    <a:pt x="15" y="34"/>
                  </a:cubicBezTo>
                  <a:cubicBezTo>
                    <a:pt x="0" y="57"/>
                    <a:pt x="3" y="96"/>
                    <a:pt x="3" y="123"/>
                  </a:cubicBezTo>
                  <a:cubicBezTo>
                    <a:pt x="24" y="116"/>
                    <a:pt x="42" y="114"/>
                    <a:pt x="57" y="135"/>
                  </a:cubicBezTo>
                  <a:cubicBezTo>
                    <a:pt x="71" y="127"/>
                    <a:pt x="95" y="102"/>
                    <a:pt x="104" y="87"/>
                  </a:cubicBezTo>
                  <a:cubicBezTo>
                    <a:pt x="121" y="59"/>
                    <a:pt x="98" y="45"/>
                    <a:pt x="87" y="19"/>
                  </a:cubicBezTo>
                </a:path>
              </a:pathLst>
            </a:custGeom>
            <a:solidFill>
              <a:srgbClr val="0D0D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3" name="Freeform 17"/>
            <p:cNvSpPr>
              <a:spLocks/>
            </p:cNvSpPr>
            <p:nvPr/>
          </p:nvSpPr>
          <p:spPr bwMode="auto">
            <a:xfrm>
              <a:off x="6994527" y="5849938"/>
              <a:ext cx="184150" cy="574675"/>
            </a:xfrm>
            <a:custGeom>
              <a:avLst/>
              <a:gdLst>
                <a:gd name="T0" fmla="*/ 55 w 104"/>
                <a:gd name="T1" fmla="*/ 12 h 322"/>
                <a:gd name="T2" fmla="*/ 85 w 104"/>
                <a:gd name="T3" fmla="*/ 162 h 322"/>
                <a:gd name="T4" fmla="*/ 79 w 104"/>
                <a:gd name="T5" fmla="*/ 320 h 322"/>
                <a:gd name="T6" fmla="*/ 0 w 104"/>
                <a:gd name="T7" fmla="*/ 297 h 322"/>
                <a:gd name="T8" fmla="*/ 2 w 104"/>
                <a:gd name="T9" fmla="*/ 15 h 322"/>
                <a:gd name="T10" fmla="*/ 55 w 104"/>
                <a:gd name="T11" fmla="*/ 12 h 322"/>
              </a:gdLst>
              <a:ahLst/>
              <a:cxnLst>
                <a:cxn ang="0">
                  <a:pos x="T0" y="T1"/>
                </a:cxn>
                <a:cxn ang="0">
                  <a:pos x="T2" y="T3"/>
                </a:cxn>
                <a:cxn ang="0">
                  <a:pos x="T4" y="T5"/>
                </a:cxn>
                <a:cxn ang="0">
                  <a:pos x="T6" y="T7"/>
                </a:cxn>
                <a:cxn ang="0">
                  <a:pos x="T8" y="T9"/>
                </a:cxn>
                <a:cxn ang="0">
                  <a:pos x="T10" y="T11"/>
                </a:cxn>
              </a:cxnLst>
              <a:rect l="0" t="0" r="r" b="b"/>
              <a:pathLst>
                <a:path w="104" h="322">
                  <a:moveTo>
                    <a:pt x="55" y="12"/>
                  </a:moveTo>
                  <a:cubicBezTo>
                    <a:pt x="84" y="49"/>
                    <a:pt x="80" y="116"/>
                    <a:pt x="85" y="162"/>
                  </a:cubicBezTo>
                  <a:cubicBezTo>
                    <a:pt x="90" y="209"/>
                    <a:pt x="104" y="277"/>
                    <a:pt x="79" y="320"/>
                  </a:cubicBezTo>
                  <a:cubicBezTo>
                    <a:pt x="64" y="322"/>
                    <a:pt x="12" y="308"/>
                    <a:pt x="0" y="297"/>
                  </a:cubicBezTo>
                  <a:cubicBezTo>
                    <a:pt x="29" y="221"/>
                    <a:pt x="33" y="91"/>
                    <a:pt x="2" y="15"/>
                  </a:cubicBezTo>
                  <a:cubicBezTo>
                    <a:pt x="18" y="0"/>
                    <a:pt x="44" y="13"/>
                    <a:pt x="55" y="12"/>
                  </a:cubicBezTo>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4" name="Freeform 18"/>
            <p:cNvSpPr>
              <a:spLocks/>
            </p:cNvSpPr>
            <p:nvPr/>
          </p:nvSpPr>
          <p:spPr bwMode="auto">
            <a:xfrm>
              <a:off x="6892927" y="3476625"/>
              <a:ext cx="592138" cy="735013"/>
            </a:xfrm>
            <a:custGeom>
              <a:avLst/>
              <a:gdLst>
                <a:gd name="T0" fmla="*/ 272 w 332"/>
                <a:gd name="T1" fmla="*/ 0 h 412"/>
                <a:gd name="T2" fmla="*/ 256 w 332"/>
                <a:gd name="T3" fmla="*/ 66 h 412"/>
                <a:gd name="T4" fmla="*/ 191 w 332"/>
                <a:gd name="T5" fmla="*/ 122 h 412"/>
                <a:gd name="T6" fmla="*/ 105 w 332"/>
                <a:gd name="T7" fmla="*/ 181 h 412"/>
                <a:gd name="T8" fmla="*/ 12 w 332"/>
                <a:gd name="T9" fmla="*/ 253 h 412"/>
                <a:gd name="T10" fmla="*/ 29 w 332"/>
                <a:gd name="T11" fmla="*/ 318 h 412"/>
                <a:gd name="T12" fmla="*/ 68 w 332"/>
                <a:gd name="T13" fmla="*/ 375 h 412"/>
                <a:gd name="T14" fmla="*/ 94 w 332"/>
                <a:gd name="T15" fmla="*/ 412 h 412"/>
                <a:gd name="T16" fmla="*/ 265 w 332"/>
                <a:gd name="T17" fmla="*/ 217 h 412"/>
                <a:gd name="T18" fmla="*/ 317 w 332"/>
                <a:gd name="T19" fmla="*/ 140 h 412"/>
                <a:gd name="T20" fmla="*/ 318 w 332"/>
                <a:gd name="T21" fmla="*/ 66 h 412"/>
                <a:gd name="T22" fmla="*/ 272 w 332"/>
                <a:gd name="T23"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2" h="412">
                  <a:moveTo>
                    <a:pt x="272" y="0"/>
                  </a:moveTo>
                  <a:cubicBezTo>
                    <a:pt x="288" y="30"/>
                    <a:pt x="279" y="42"/>
                    <a:pt x="256" y="66"/>
                  </a:cubicBezTo>
                  <a:cubicBezTo>
                    <a:pt x="236" y="87"/>
                    <a:pt x="214" y="105"/>
                    <a:pt x="191" y="122"/>
                  </a:cubicBezTo>
                  <a:cubicBezTo>
                    <a:pt x="163" y="143"/>
                    <a:pt x="136" y="163"/>
                    <a:pt x="105" y="181"/>
                  </a:cubicBezTo>
                  <a:cubicBezTo>
                    <a:pt x="76" y="199"/>
                    <a:pt x="32" y="226"/>
                    <a:pt x="12" y="253"/>
                  </a:cubicBezTo>
                  <a:cubicBezTo>
                    <a:pt x="0" y="269"/>
                    <a:pt x="20" y="301"/>
                    <a:pt x="29" y="318"/>
                  </a:cubicBezTo>
                  <a:cubicBezTo>
                    <a:pt x="40" y="338"/>
                    <a:pt x="56" y="356"/>
                    <a:pt x="68" y="375"/>
                  </a:cubicBezTo>
                  <a:cubicBezTo>
                    <a:pt x="77" y="387"/>
                    <a:pt x="82" y="402"/>
                    <a:pt x="94" y="412"/>
                  </a:cubicBezTo>
                  <a:cubicBezTo>
                    <a:pt x="149" y="346"/>
                    <a:pt x="214" y="287"/>
                    <a:pt x="265" y="217"/>
                  </a:cubicBezTo>
                  <a:cubicBezTo>
                    <a:pt x="284" y="192"/>
                    <a:pt x="304" y="170"/>
                    <a:pt x="317" y="140"/>
                  </a:cubicBezTo>
                  <a:cubicBezTo>
                    <a:pt x="331" y="108"/>
                    <a:pt x="332" y="96"/>
                    <a:pt x="318" y="66"/>
                  </a:cubicBezTo>
                  <a:cubicBezTo>
                    <a:pt x="306" y="38"/>
                    <a:pt x="286" y="17"/>
                    <a:pt x="27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5" name="Freeform 19"/>
            <p:cNvSpPr>
              <a:spLocks/>
            </p:cNvSpPr>
            <p:nvPr/>
          </p:nvSpPr>
          <p:spPr bwMode="auto">
            <a:xfrm>
              <a:off x="6399214" y="2054225"/>
              <a:ext cx="1135063" cy="1641475"/>
            </a:xfrm>
            <a:custGeom>
              <a:avLst/>
              <a:gdLst>
                <a:gd name="T0" fmla="*/ 467 w 636"/>
                <a:gd name="T1" fmla="*/ 756 h 921"/>
                <a:gd name="T2" fmla="*/ 428 w 636"/>
                <a:gd name="T3" fmla="*/ 794 h 921"/>
                <a:gd name="T4" fmla="*/ 352 w 636"/>
                <a:gd name="T5" fmla="*/ 838 h 921"/>
                <a:gd name="T6" fmla="*/ 254 w 636"/>
                <a:gd name="T7" fmla="*/ 884 h 921"/>
                <a:gd name="T8" fmla="*/ 134 w 636"/>
                <a:gd name="T9" fmla="*/ 883 h 921"/>
                <a:gd name="T10" fmla="*/ 103 w 636"/>
                <a:gd name="T11" fmla="*/ 793 h 921"/>
                <a:gd name="T12" fmla="*/ 79 w 636"/>
                <a:gd name="T13" fmla="*/ 726 h 921"/>
                <a:gd name="T14" fmla="*/ 34 w 636"/>
                <a:gd name="T15" fmla="*/ 565 h 921"/>
                <a:gd name="T16" fmla="*/ 16 w 636"/>
                <a:gd name="T17" fmla="*/ 497 h 921"/>
                <a:gd name="T18" fmla="*/ 7 w 636"/>
                <a:gd name="T19" fmla="*/ 424 h 921"/>
                <a:gd name="T20" fmla="*/ 23 w 636"/>
                <a:gd name="T21" fmla="*/ 284 h 921"/>
                <a:gd name="T22" fmla="*/ 83 w 636"/>
                <a:gd name="T23" fmla="*/ 151 h 921"/>
                <a:gd name="T24" fmla="*/ 253 w 636"/>
                <a:gd name="T25" fmla="*/ 34 h 921"/>
                <a:gd name="T26" fmla="*/ 488 w 636"/>
                <a:gd name="T27" fmla="*/ 70 h 921"/>
                <a:gd name="T28" fmla="*/ 602 w 636"/>
                <a:gd name="T29" fmla="*/ 211 h 921"/>
                <a:gd name="T30" fmla="*/ 626 w 636"/>
                <a:gd name="T31" fmla="*/ 425 h 921"/>
                <a:gd name="T32" fmla="*/ 569 w 636"/>
                <a:gd name="T33" fmla="*/ 620 h 921"/>
                <a:gd name="T34" fmla="*/ 522 w 636"/>
                <a:gd name="T35" fmla="*/ 676 h 921"/>
                <a:gd name="T36" fmla="*/ 470 w 636"/>
                <a:gd name="T37" fmla="*/ 720 h 921"/>
                <a:gd name="T38" fmla="*/ 467 w 636"/>
                <a:gd name="T39" fmla="*/ 756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6" h="921">
                  <a:moveTo>
                    <a:pt x="467" y="756"/>
                  </a:moveTo>
                  <a:cubicBezTo>
                    <a:pt x="463" y="772"/>
                    <a:pt x="448" y="781"/>
                    <a:pt x="428" y="794"/>
                  </a:cubicBezTo>
                  <a:cubicBezTo>
                    <a:pt x="402" y="811"/>
                    <a:pt x="381" y="823"/>
                    <a:pt x="352" y="838"/>
                  </a:cubicBezTo>
                  <a:cubicBezTo>
                    <a:pt x="316" y="857"/>
                    <a:pt x="292" y="868"/>
                    <a:pt x="254" y="884"/>
                  </a:cubicBezTo>
                  <a:cubicBezTo>
                    <a:pt x="218" y="899"/>
                    <a:pt x="158" y="921"/>
                    <a:pt x="134" y="883"/>
                  </a:cubicBezTo>
                  <a:cubicBezTo>
                    <a:pt x="110" y="843"/>
                    <a:pt x="111" y="820"/>
                    <a:pt x="103" y="793"/>
                  </a:cubicBezTo>
                  <a:cubicBezTo>
                    <a:pt x="97" y="770"/>
                    <a:pt x="80" y="741"/>
                    <a:pt x="79" y="726"/>
                  </a:cubicBezTo>
                  <a:cubicBezTo>
                    <a:pt x="75" y="667"/>
                    <a:pt x="26" y="613"/>
                    <a:pt x="34" y="565"/>
                  </a:cubicBezTo>
                  <a:cubicBezTo>
                    <a:pt x="38" y="535"/>
                    <a:pt x="31" y="524"/>
                    <a:pt x="16" y="497"/>
                  </a:cubicBezTo>
                  <a:cubicBezTo>
                    <a:pt x="0" y="470"/>
                    <a:pt x="0" y="454"/>
                    <a:pt x="7" y="424"/>
                  </a:cubicBezTo>
                  <a:cubicBezTo>
                    <a:pt x="16" y="383"/>
                    <a:pt x="17" y="326"/>
                    <a:pt x="23" y="284"/>
                  </a:cubicBezTo>
                  <a:cubicBezTo>
                    <a:pt x="27" y="253"/>
                    <a:pt x="61" y="175"/>
                    <a:pt x="83" y="151"/>
                  </a:cubicBezTo>
                  <a:cubicBezTo>
                    <a:pt x="135" y="93"/>
                    <a:pt x="182" y="61"/>
                    <a:pt x="253" y="34"/>
                  </a:cubicBezTo>
                  <a:cubicBezTo>
                    <a:pt x="345" y="0"/>
                    <a:pt x="424" y="30"/>
                    <a:pt x="488" y="70"/>
                  </a:cubicBezTo>
                  <a:cubicBezTo>
                    <a:pt x="539" y="103"/>
                    <a:pt x="582" y="155"/>
                    <a:pt x="602" y="211"/>
                  </a:cubicBezTo>
                  <a:cubicBezTo>
                    <a:pt x="629" y="287"/>
                    <a:pt x="636" y="348"/>
                    <a:pt x="626" y="425"/>
                  </a:cubicBezTo>
                  <a:cubicBezTo>
                    <a:pt x="617" y="495"/>
                    <a:pt x="604" y="558"/>
                    <a:pt x="569" y="620"/>
                  </a:cubicBezTo>
                  <a:cubicBezTo>
                    <a:pt x="552" y="650"/>
                    <a:pt x="530" y="651"/>
                    <a:pt x="522" y="676"/>
                  </a:cubicBezTo>
                  <a:cubicBezTo>
                    <a:pt x="493" y="697"/>
                    <a:pt x="497" y="706"/>
                    <a:pt x="470" y="720"/>
                  </a:cubicBezTo>
                  <a:cubicBezTo>
                    <a:pt x="469" y="724"/>
                    <a:pt x="472" y="739"/>
                    <a:pt x="467" y="756"/>
                  </a:cubicBezTo>
                </a:path>
              </a:pathLst>
            </a:custGeom>
            <a:solidFill>
              <a:srgbClr val="EDD7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6" name="Freeform 20"/>
            <p:cNvSpPr>
              <a:spLocks/>
            </p:cNvSpPr>
            <p:nvPr/>
          </p:nvSpPr>
          <p:spPr bwMode="auto">
            <a:xfrm>
              <a:off x="6399214" y="1982788"/>
              <a:ext cx="1150938" cy="1301750"/>
            </a:xfrm>
            <a:custGeom>
              <a:avLst/>
              <a:gdLst>
                <a:gd name="T0" fmla="*/ 241 w 645"/>
                <a:gd name="T1" fmla="*/ 65 h 730"/>
                <a:gd name="T2" fmla="*/ 505 w 645"/>
                <a:gd name="T3" fmla="*/ 69 h 730"/>
                <a:gd name="T4" fmla="*/ 617 w 645"/>
                <a:gd name="T5" fmla="*/ 250 h 730"/>
                <a:gd name="T6" fmla="*/ 634 w 645"/>
                <a:gd name="T7" fmla="*/ 468 h 730"/>
                <a:gd name="T8" fmla="*/ 573 w 645"/>
                <a:gd name="T9" fmla="*/ 667 h 730"/>
                <a:gd name="T10" fmla="*/ 555 w 645"/>
                <a:gd name="T11" fmla="*/ 711 h 730"/>
                <a:gd name="T12" fmla="*/ 525 w 645"/>
                <a:gd name="T13" fmla="*/ 730 h 730"/>
                <a:gd name="T14" fmla="*/ 543 w 645"/>
                <a:gd name="T15" fmla="*/ 672 h 730"/>
                <a:gd name="T16" fmla="*/ 602 w 645"/>
                <a:gd name="T17" fmla="*/ 593 h 730"/>
                <a:gd name="T18" fmla="*/ 601 w 645"/>
                <a:gd name="T19" fmla="*/ 491 h 730"/>
                <a:gd name="T20" fmla="*/ 565 w 645"/>
                <a:gd name="T21" fmla="*/ 466 h 730"/>
                <a:gd name="T22" fmla="*/ 525 w 645"/>
                <a:gd name="T23" fmla="*/ 498 h 730"/>
                <a:gd name="T24" fmla="*/ 495 w 645"/>
                <a:gd name="T25" fmla="*/ 554 h 730"/>
                <a:gd name="T26" fmla="*/ 459 w 645"/>
                <a:gd name="T27" fmla="*/ 578 h 730"/>
                <a:gd name="T28" fmla="*/ 455 w 645"/>
                <a:gd name="T29" fmla="*/ 584 h 730"/>
                <a:gd name="T30" fmla="*/ 411 w 645"/>
                <a:gd name="T31" fmla="*/ 517 h 730"/>
                <a:gd name="T32" fmla="*/ 402 w 645"/>
                <a:gd name="T33" fmla="*/ 463 h 730"/>
                <a:gd name="T34" fmla="*/ 374 w 645"/>
                <a:gd name="T35" fmla="*/ 433 h 730"/>
                <a:gd name="T36" fmla="*/ 379 w 645"/>
                <a:gd name="T37" fmla="*/ 400 h 730"/>
                <a:gd name="T38" fmla="*/ 388 w 645"/>
                <a:gd name="T39" fmla="*/ 367 h 730"/>
                <a:gd name="T40" fmla="*/ 354 w 645"/>
                <a:gd name="T41" fmla="*/ 309 h 730"/>
                <a:gd name="T42" fmla="*/ 286 w 645"/>
                <a:gd name="T43" fmla="*/ 313 h 730"/>
                <a:gd name="T44" fmla="*/ 279 w 645"/>
                <a:gd name="T45" fmla="*/ 288 h 730"/>
                <a:gd name="T46" fmla="*/ 226 w 645"/>
                <a:gd name="T47" fmla="*/ 289 h 730"/>
                <a:gd name="T48" fmla="*/ 156 w 645"/>
                <a:gd name="T49" fmla="*/ 318 h 730"/>
                <a:gd name="T50" fmla="*/ 106 w 645"/>
                <a:gd name="T51" fmla="*/ 347 h 730"/>
                <a:gd name="T52" fmla="*/ 69 w 645"/>
                <a:gd name="T53" fmla="*/ 327 h 730"/>
                <a:gd name="T54" fmla="*/ 38 w 645"/>
                <a:gd name="T55" fmla="*/ 303 h 730"/>
                <a:gd name="T56" fmla="*/ 22 w 645"/>
                <a:gd name="T57" fmla="*/ 303 h 730"/>
                <a:gd name="T58" fmla="*/ 2 w 645"/>
                <a:gd name="T59" fmla="*/ 241 h 730"/>
                <a:gd name="T60" fmla="*/ 35 w 645"/>
                <a:gd name="T61" fmla="*/ 146 h 730"/>
                <a:gd name="T62" fmla="*/ 241 w 645"/>
                <a:gd name="T63" fmla="*/ 65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5" h="730">
                  <a:moveTo>
                    <a:pt x="241" y="65"/>
                  </a:moveTo>
                  <a:cubicBezTo>
                    <a:pt x="332" y="31"/>
                    <a:pt x="422" y="0"/>
                    <a:pt x="505" y="69"/>
                  </a:cubicBezTo>
                  <a:cubicBezTo>
                    <a:pt x="552" y="107"/>
                    <a:pt x="597" y="194"/>
                    <a:pt x="617" y="250"/>
                  </a:cubicBezTo>
                  <a:cubicBezTo>
                    <a:pt x="644" y="325"/>
                    <a:pt x="645" y="390"/>
                    <a:pt x="634" y="468"/>
                  </a:cubicBezTo>
                  <a:cubicBezTo>
                    <a:pt x="625" y="537"/>
                    <a:pt x="601" y="602"/>
                    <a:pt x="573" y="667"/>
                  </a:cubicBezTo>
                  <a:cubicBezTo>
                    <a:pt x="562" y="692"/>
                    <a:pt x="563" y="686"/>
                    <a:pt x="555" y="711"/>
                  </a:cubicBezTo>
                  <a:cubicBezTo>
                    <a:pt x="545" y="718"/>
                    <a:pt x="535" y="724"/>
                    <a:pt x="525" y="730"/>
                  </a:cubicBezTo>
                  <a:cubicBezTo>
                    <a:pt x="527" y="708"/>
                    <a:pt x="532" y="686"/>
                    <a:pt x="543" y="672"/>
                  </a:cubicBezTo>
                  <a:cubicBezTo>
                    <a:pt x="563" y="645"/>
                    <a:pt x="589" y="627"/>
                    <a:pt x="602" y="593"/>
                  </a:cubicBezTo>
                  <a:cubicBezTo>
                    <a:pt x="613" y="564"/>
                    <a:pt x="616" y="519"/>
                    <a:pt x="601" y="491"/>
                  </a:cubicBezTo>
                  <a:cubicBezTo>
                    <a:pt x="594" y="477"/>
                    <a:pt x="582" y="467"/>
                    <a:pt x="565" y="466"/>
                  </a:cubicBezTo>
                  <a:cubicBezTo>
                    <a:pt x="542" y="464"/>
                    <a:pt x="536" y="478"/>
                    <a:pt x="525" y="498"/>
                  </a:cubicBezTo>
                  <a:cubicBezTo>
                    <a:pt x="514" y="516"/>
                    <a:pt x="502" y="534"/>
                    <a:pt x="495" y="554"/>
                  </a:cubicBezTo>
                  <a:cubicBezTo>
                    <a:pt x="490" y="566"/>
                    <a:pt x="470" y="619"/>
                    <a:pt x="459" y="578"/>
                  </a:cubicBezTo>
                  <a:cubicBezTo>
                    <a:pt x="458" y="580"/>
                    <a:pt x="456" y="583"/>
                    <a:pt x="455" y="584"/>
                  </a:cubicBezTo>
                  <a:cubicBezTo>
                    <a:pt x="460" y="561"/>
                    <a:pt x="437" y="518"/>
                    <a:pt x="411" y="517"/>
                  </a:cubicBezTo>
                  <a:cubicBezTo>
                    <a:pt x="411" y="497"/>
                    <a:pt x="412" y="479"/>
                    <a:pt x="402" y="463"/>
                  </a:cubicBezTo>
                  <a:cubicBezTo>
                    <a:pt x="395" y="452"/>
                    <a:pt x="378" y="446"/>
                    <a:pt x="374" y="433"/>
                  </a:cubicBezTo>
                  <a:cubicBezTo>
                    <a:pt x="372" y="426"/>
                    <a:pt x="377" y="406"/>
                    <a:pt x="379" y="400"/>
                  </a:cubicBezTo>
                  <a:cubicBezTo>
                    <a:pt x="382" y="389"/>
                    <a:pt x="385" y="380"/>
                    <a:pt x="388" y="367"/>
                  </a:cubicBezTo>
                  <a:cubicBezTo>
                    <a:pt x="393" y="340"/>
                    <a:pt x="375" y="324"/>
                    <a:pt x="354" y="309"/>
                  </a:cubicBezTo>
                  <a:cubicBezTo>
                    <a:pt x="330" y="292"/>
                    <a:pt x="311" y="294"/>
                    <a:pt x="286" y="313"/>
                  </a:cubicBezTo>
                  <a:cubicBezTo>
                    <a:pt x="285" y="305"/>
                    <a:pt x="280" y="297"/>
                    <a:pt x="279" y="288"/>
                  </a:cubicBezTo>
                  <a:cubicBezTo>
                    <a:pt x="265" y="304"/>
                    <a:pt x="243" y="288"/>
                    <a:pt x="226" y="289"/>
                  </a:cubicBezTo>
                  <a:cubicBezTo>
                    <a:pt x="195" y="289"/>
                    <a:pt x="178" y="303"/>
                    <a:pt x="156" y="318"/>
                  </a:cubicBezTo>
                  <a:cubicBezTo>
                    <a:pt x="143" y="326"/>
                    <a:pt x="122" y="344"/>
                    <a:pt x="106" y="347"/>
                  </a:cubicBezTo>
                  <a:cubicBezTo>
                    <a:pt x="84" y="352"/>
                    <a:pt x="85" y="344"/>
                    <a:pt x="69" y="327"/>
                  </a:cubicBezTo>
                  <a:cubicBezTo>
                    <a:pt x="59" y="315"/>
                    <a:pt x="53" y="305"/>
                    <a:pt x="38" y="303"/>
                  </a:cubicBezTo>
                  <a:cubicBezTo>
                    <a:pt x="32" y="302"/>
                    <a:pt x="27" y="303"/>
                    <a:pt x="22" y="303"/>
                  </a:cubicBezTo>
                  <a:cubicBezTo>
                    <a:pt x="17" y="282"/>
                    <a:pt x="3" y="262"/>
                    <a:pt x="2" y="241"/>
                  </a:cubicBezTo>
                  <a:cubicBezTo>
                    <a:pt x="0" y="208"/>
                    <a:pt x="13" y="170"/>
                    <a:pt x="35" y="146"/>
                  </a:cubicBezTo>
                  <a:cubicBezTo>
                    <a:pt x="88" y="89"/>
                    <a:pt x="170" y="91"/>
                    <a:pt x="241" y="65"/>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grpSp>
      <p:sp>
        <p:nvSpPr>
          <p:cNvPr id="20" name="Content Placeholder 2"/>
          <p:cNvSpPr txBox="1">
            <a:spLocks/>
          </p:cNvSpPr>
          <p:nvPr/>
        </p:nvSpPr>
        <p:spPr>
          <a:xfrm>
            <a:off x="443140" y="3493599"/>
            <a:ext cx="7911972" cy="272463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ctr" rtl="1" fontAlgn="auto">
              <a:spcAft>
                <a:spcPts val="0"/>
              </a:spcAft>
              <a:buNone/>
            </a:pPr>
            <a:r>
              <a:rPr lang="ar-SA" sz="3200" b="1" dirty="0">
                <a:solidFill>
                  <a:srgbClr val="C00000"/>
                </a:solidFill>
              </a:rPr>
              <a:t>الباحث الأمريكي مايكل مور </a:t>
            </a:r>
            <a:r>
              <a:rPr lang="nl-NL" sz="3200" b="1" dirty="0">
                <a:solidFill>
                  <a:srgbClr val="C00000"/>
                </a:solidFill>
              </a:rPr>
              <a:t>Michael Moore</a:t>
            </a:r>
            <a:r>
              <a:rPr lang="en-US" sz="3200" b="1" dirty="0">
                <a:solidFill>
                  <a:srgbClr val="C00000"/>
                </a:solidFill>
              </a:rPr>
              <a:t>)</a:t>
            </a:r>
            <a:r>
              <a:rPr lang="ar-JO" sz="3200" b="1" dirty="0">
                <a:solidFill>
                  <a:srgbClr val="C00000"/>
                </a:solidFill>
              </a:rPr>
              <a:t>)</a:t>
            </a:r>
            <a:r>
              <a:rPr lang="ar-SA" sz="3200" b="1" dirty="0">
                <a:solidFill>
                  <a:srgbClr val="C00000"/>
                </a:solidFill>
              </a:rPr>
              <a:t> أحد أبرز رواد التعليم عن بعد، فهو أول من أطلق مصطلح التعليم عن بعد Distance learning على مستوى العالم، وأول من طور نظرية التعليم عن بعد في السبعينيات من القرن الماضي</a:t>
            </a:r>
            <a:endParaRPr kumimoji="0" lang="en-US" sz="3200" b="1" i="1" u="none" strike="noStrike" kern="1200" cap="none" spc="0" normalizeH="0" baseline="0" noProof="0" dirty="0">
              <a:ln>
                <a:noFill/>
              </a:ln>
              <a:solidFill>
                <a:srgbClr val="C00000"/>
              </a:solidFill>
              <a:effectLst/>
              <a:uLnTx/>
              <a:uFillTx/>
              <a:latin typeface="Calibri" panose="020F0502020204030204"/>
            </a:endParaRPr>
          </a:p>
        </p:txBody>
      </p:sp>
      <p:sp>
        <p:nvSpPr>
          <p:cNvPr id="2" name="Footer Placeholder 1"/>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5770820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20"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le 37"/>
          <p:cNvSpPr/>
          <p:nvPr/>
        </p:nvSpPr>
        <p:spPr>
          <a:xfrm>
            <a:off x="6792894" y="2551386"/>
            <a:ext cx="5186968" cy="1815882"/>
          </a:xfrm>
          <a:prstGeom prst="rect">
            <a:avLst/>
          </a:prstGeom>
        </p:spPr>
        <p:txBody>
          <a:bodyPr wrap="square">
            <a:spAutoFit/>
          </a:bodyPr>
          <a:lstStyle/>
          <a:p>
            <a:pPr algn="ctr" rtl="1"/>
            <a:r>
              <a:rPr lang="ar-SA" sz="2800" b="1" dirty="0"/>
              <a:t>أما عن أجيال التعليم عن بعد، فنلحظ أنه مر بعدة أجيال متلاحقة نتيجة للتطور المستمر في المستحدثات التكنولوجية، وتلك الآجيال يمكن حصرها في الآتي (الغامدي، 2014):</a:t>
            </a:r>
            <a:endParaRPr lang="en-US" sz="2800" b="1" dirty="0"/>
          </a:p>
        </p:txBody>
      </p:sp>
      <p:grpSp>
        <p:nvGrpSpPr>
          <p:cNvPr id="4" name="Group 83"/>
          <p:cNvGrpSpPr/>
          <p:nvPr/>
        </p:nvGrpSpPr>
        <p:grpSpPr>
          <a:xfrm>
            <a:off x="2757027" y="1714488"/>
            <a:ext cx="3904552" cy="4002491"/>
            <a:chOff x="357158" y="928676"/>
            <a:chExt cx="2522727" cy="2586006"/>
          </a:xfrm>
          <a:solidFill>
            <a:schemeClr val="bg1">
              <a:lumMod val="50000"/>
            </a:schemeClr>
          </a:solidFill>
        </p:grpSpPr>
        <p:sp>
          <p:nvSpPr>
            <p:cNvPr id="64" name="Freeform 5"/>
            <p:cNvSpPr>
              <a:spLocks noEditPoints="1"/>
            </p:cNvSpPr>
            <p:nvPr/>
          </p:nvSpPr>
          <p:spPr bwMode="auto">
            <a:xfrm>
              <a:off x="357158" y="928676"/>
              <a:ext cx="722862" cy="2586006"/>
            </a:xfrm>
            <a:custGeom>
              <a:avLst/>
              <a:gdLst/>
              <a:ahLst/>
              <a:cxnLst>
                <a:cxn ang="0">
                  <a:pos x="412" y="479"/>
                </a:cxn>
                <a:cxn ang="0">
                  <a:pos x="399" y="421"/>
                </a:cxn>
                <a:cxn ang="0">
                  <a:pos x="392" y="355"/>
                </a:cxn>
                <a:cxn ang="0">
                  <a:pos x="357" y="279"/>
                </a:cxn>
                <a:cxn ang="0">
                  <a:pos x="281" y="256"/>
                </a:cxn>
                <a:cxn ang="0">
                  <a:pos x="221" y="259"/>
                </a:cxn>
                <a:cxn ang="0">
                  <a:pos x="161" y="321"/>
                </a:cxn>
                <a:cxn ang="0">
                  <a:pos x="176" y="286"/>
                </a:cxn>
                <a:cxn ang="0">
                  <a:pos x="203" y="227"/>
                </a:cxn>
                <a:cxn ang="0">
                  <a:pos x="223" y="177"/>
                </a:cxn>
                <a:cxn ang="0">
                  <a:pos x="238" y="130"/>
                </a:cxn>
                <a:cxn ang="0">
                  <a:pos x="233" y="56"/>
                </a:cxn>
                <a:cxn ang="0">
                  <a:pos x="198" y="4"/>
                </a:cxn>
                <a:cxn ang="0">
                  <a:pos x="113" y="26"/>
                </a:cxn>
                <a:cxn ang="0">
                  <a:pos x="89" y="83"/>
                </a:cxn>
                <a:cxn ang="0">
                  <a:pos x="86" y="122"/>
                </a:cxn>
                <a:cxn ang="0">
                  <a:pos x="125" y="223"/>
                </a:cxn>
                <a:cxn ang="0">
                  <a:pos x="138" y="275"/>
                </a:cxn>
                <a:cxn ang="0">
                  <a:pos x="140" y="301"/>
                </a:cxn>
                <a:cxn ang="0">
                  <a:pos x="105" y="399"/>
                </a:cxn>
                <a:cxn ang="0">
                  <a:pos x="99" y="297"/>
                </a:cxn>
                <a:cxn ang="0">
                  <a:pos x="131" y="238"/>
                </a:cxn>
                <a:cxn ang="0">
                  <a:pos x="41" y="306"/>
                </a:cxn>
                <a:cxn ang="0">
                  <a:pos x="26" y="444"/>
                </a:cxn>
                <a:cxn ang="0">
                  <a:pos x="37" y="597"/>
                </a:cxn>
                <a:cxn ang="0">
                  <a:pos x="34" y="684"/>
                </a:cxn>
                <a:cxn ang="0">
                  <a:pos x="11" y="775"/>
                </a:cxn>
                <a:cxn ang="0">
                  <a:pos x="7" y="820"/>
                </a:cxn>
                <a:cxn ang="0">
                  <a:pos x="49" y="973"/>
                </a:cxn>
                <a:cxn ang="0">
                  <a:pos x="74" y="1132"/>
                </a:cxn>
                <a:cxn ang="0">
                  <a:pos x="80" y="1213"/>
                </a:cxn>
                <a:cxn ang="0">
                  <a:pos x="80" y="1237"/>
                </a:cxn>
                <a:cxn ang="0">
                  <a:pos x="91" y="1284"/>
                </a:cxn>
                <a:cxn ang="0">
                  <a:pos x="64" y="1342"/>
                </a:cxn>
                <a:cxn ang="0">
                  <a:pos x="27" y="1401"/>
                </a:cxn>
                <a:cxn ang="0">
                  <a:pos x="50" y="1419"/>
                </a:cxn>
                <a:cxn ang="0">
                  <a:pos x="104" y="1400"/>
                </a:cxn>
                <a:cxn ang="0">
                  <a:pos x="134" y="1355"/>
                </a:cxn>
                <a:cxn ang="0">
                  <a:pos x="166" y="1342"/>
                </a:cxn>
                <a:cxn ang="0">
                  <a:pos x="178" y="1244"/>
                </a:cxn>
                <a:cxn ang="0">
                  <a:pos x="180" y="1131"/>
                </a:cxn>
                <a:cxn ang="0">
                  <a:pos x="178" y="969"/>
                </a:cxn>
                <a:cxn ang="0">
                  <a:pos x="207" y="1113"/>
                </a:cxn>
                <a:cxn ang="0">
                  <a:pos x="228" y="1194"/>
                </a:cxn>
                <a:cxn ang="0">
                  <a:pos x="236" y="1282"/>
                </a:cxn>
                <a:cxn ang="0">
                  <a:pos x="252" y="1370"/>
                </a:cxn>
                <a:cxn ang="0">
                  <a:pos x="267" y="1398"/>
                </a:cxn>
                <a:cxn ang="0">
                  <a:pos x="270" y="1440"/>
                </a:cxn>
                <a:cxn ang="0">
                  <a:pos x="304" y="1514"/>
                </a:cxn>
                <a:cxn ang="0">
                  <a:pos x="330" y="1519"/>
                </a:cxn>
                <a:cxn ang="0">
                  <a:pos x="346" y="1455"/>
                </a:cxn>
                <a:cxn ang="0">
                  <a:pos x="334" y="1376"/>
                </a:cxn>
                <a:cxn ang="0">
                  <a:pos x="346" y="1250"/>
                </a:cxn>
                <a:cxn ang="0">
                  <a:pos x="339" y="1176"/>
                </a:cxn>
                <a:cxn ang="0">
                  <a:pos x="335" y="1108"/>
                </a:cxn>
                <a:cxn ang="0">
                  <a:pos x="326" y="1045"/>
                </a:cxn>
                <a:cxn ang="0">
                  <a:pos x="347" y="853"/>
                </a:cxn>
                <a:cxn ang="0">
                  <a:pos x="379" y="802"/>
                </a:cxn>
                <a:cxn ang="0">
                  <a:pos x="365" y="738"/>
                </a:cxn>
                <a:cxn ang="0">
                  <a:pos x="376" y="695"/>
                </a:cxn>
                <a:cxn ang="0">
                  <a:pos x="425" y="583"/>
                </a:cxn>
                <a:cxn ang="0">
                  <a:pos x="420" y="530"/>
                </a:cxn>
                <a:cxn ang="0">
                  <a:pos x="331" y="832"/>
                </a:cxn>
              </a:cxnLst>
              <a:rect l="0" t="0" r="r" b="b"/>
              <a:pathLst>
                <a:path w="425" h="1524">
                  <a:moveTo>
                    <a:pt x="420" y="530"/>
                  </a:moveTo>
                  <a:lnTo>
                    <a:pt x="420" y="530"/>
                  </a:lnTo>
                  <a:lnTo>
                    <a:pt x="420" y="522"/>
                  </a:lnTo>
                  <a:lnTo>
                    <a:pt x="420" y="515"/>
                  </a:lnTo>
                  <a:lnTo>
                    <a:pt x="416" y="501"/>
                  </a:lnTo>
                  <a:lnTo>
                    <a:pt x="412" y="488"/>
                  </a:lnTo>
                  <a:lnTo>
                    <a:pt x="412" y="479"/>
                  </a:lnTo>
                  <a:lnTo>
                    <a:pt x="412" y="473"/>
                  </a:lnTo>
                  <a:lnTo>
                    <a:pt x="412" y="473"/>
                  </a:lnTo>
                  <a:lnTo>
                    <a:pt x="413" y="466"/>
                  </a:lnTo>
                  <a:lnTo>
                    <a:pt x="413" y="459"/>
                  </a:lnTo>
                  <a:lnTo>
                    <a:pt x="410" y="447"/>
                  </a:lnTo>
                  <a:lnTo>
                    <a:pt x="399" y="421"/>
                  </a:lnTo>
                  <a:lnTo>
                    <a:pt x="399" y="421"/>
                  </a:lnTo>
                  <a:lnTo>
                    <a:pt x="398" y="415"/>
                  </a:lnTo>
                  <a:lnTo>
                    <a:pt x="397" y="409"/>
                  </a:lnTo>
                  <a:lnTo>
                    <a:pt x="397" y="396"/>
                  </a:lnTo>
                  <a:lnTo>
                    <a:pt x="397" y="384"/>
                  </a:lnTo>
                  <a:lnTo>
                    <a:pt x="395" y="370"/>
                  </a:lnTo>
                  <a:lnTo>
                    <a:pt x="395" y="370"/>
                  </a:lnTo>
                  <a:lnTo>
                    <a:pt x="392" y="355"/>
                  </a:lnTo>
                  <a:lnTo>
                    <a:pt x="388" y="340"/>
                  </a:lnTo>
                  <a:lnTo>
                    <a:pt x="382" y="312"/>
                  </a:lnTo>
                  <a:lnTo>
                    <a:pt x="382" y="312"/>
                  </a:lnTo>
                  <a:lnTo>
                    <a:pt x="377" y="299"/>
                  </a:lnTo>
                  <a:lnTo>
                    <a:pt x="372" y="291"/>
                  </a:lnTo>
                  <a:lnTo>
                    <a:pt x="365" y="285"/>
                  </a:lnTo>
                  <a:lnTo>
                    <a:pt x="357" y="279"/>
                  </a:lnTo>
                  <a:lnTo>
                    <a:pt x="347" y="275"/>
                  </a:lnTo>
                  <a:lnTo>
                    <a:pt x="337" y="272"/>
                  </a:lnTo>
                  <a:lnTo>
                    <a:pt x="315" y="267"/>
                  </a:lnTo>
                  <a:lnTo>
                    <a:pt x="315" y="267"/>
                  </a:lnTo>
                  <a:lnTo>
                    <a:pt x="303" y="264"/>
                  </a:lnTo>
                  <a:lnTo>
                    <a:pt x="292" y="260"/>
                  </a:lnTo>
                  <a:lnTo>
                    <a:pt x="281" y="256"/>
                  </a:lnTo>
                  <a:lnTo>
                    <a:pt x="270" y="250"/>
                  </a:lnTo>
                  <a:lnTo>
                    <a:pt x="260" y="244"/>
                  </a:lnTo>
                  <a:lnTo>
                    <a:pt x="251" y="237"/>
                  </a:lnTo>
                  <a:lnTo>
                    <a:pt x="243" y="229"/>
                  </a:lnTo>
                  <a:lnTo>
                    <a:pt x="234" y="219"/>
                  </a:lnTo>
                  <a:lnTo>
                    <a:pt x="234" y="219"/>
                  </a:lnTo>
                  <a:lnTo>
                    <a:pt x="221" y="259"/>
                  </a:lnTo>
                  <a:lnTo>
                    <a:pt x="206" y="298"/>
                  </a:lnTo>
                  <a:lnTo>
                    <a:pt x="187" y="336"/>
                  </a:lnTo>
                  <a:lnTo>
                    <a:pt x="166" y="373"/>
                  </a:lnTo>
                  <a:lnTo>
                    <a:pt x="166" y="373"/>
                  </a:lnTo>
                  <a:lnTo>
                    <a:pt x="164" y="354"/>
                  </a:lnTo>
                  <a:lnTo>
                    <a:pt x="161" y="332"/>
                  </a:lnTo>
                  <a:lnTo>
                    <a:pt x="161" y="321"/>
                  </a:lnTo>
                  <a:lnTo>
                    <a:pt x="162" y="310"/>
                  </a:lnTo>
                  <a:lnTo>
                    <a:pt x="165" y="302"/>
                  </a:lnTo>
                  <a:lnTo>
                    <a:pt x="168" y="299"/>
                  </a:lnTo>
                  <a:lnTo>
                    <a:pt x="170" y="295"/>
                  </a:lnTo>
                  <a:lnTo>
                    <a:pt x="170" y="295"/>
                  </a:lnTo>
                  <a:lnTo>
                    <a:pt x="174" y="291"/>
                  </a:lnTo>
                  <a:lnTo>
                    <a:pt x="176" y="286"/>
                  </a:lnTo>
                  <a:lnTo>
                    <a:pt x="176" y="282"/>
                  </a:lnTo>
                  <a:lnTo>
                    <a:pt x="173" y="278"/>
                  </a:lnTo>
                  <a:lnTo>
                    <a:pt x="166" y="270"/>
                  </a:lnTo>
                  <a:lnTo>
                    <a:pt x="158" y="260"/>
                  </a:lnTo>
                  <a:lnTo>
                    <a:pt x="158" y="260"/>
                  </a:lnTo>
                  <a:lnTo>
                    <a:pt x="188" y="238"/>
                  </a:lnTo>
                  <a:lnTo>
                    <a:pt x="203" y="227"/>
                  </a:lnTo>
                  <a:lnTo>
                    <a:pt x="217" y="215"/>
                  </a:lnTo>
                  <a:lnTo>
                    <a:pt x="217" y="215"/>
                  </a:lnTo>
                  <a:lnTo>
                    <a:pt x="219" y="211"/>
                  </a:lnTo>
                  <a:lnTo>
                    <a:pt x="222" y="207"/>
                  </a:lnTo>
                  <a:lnTo>
                    <a:pt x="223" y="197"/>
                  </a:lnTo>
                  <a:lnTo>
                    <a:pt x="223" y="186"/>
                  </a:lnTo>
                  <a:lnTo>
                    <a:pt x="223" y="177"/>
                  </a:lnTo>
                  <a:lnTo>
                    <a:pt x="223" y="177"/>
                  </a:lnTo>
                  <a:lnTo>
                    <a:pt x="223" y="170"/>
                  </a:lnTo>
                  <a:lnTo>
                    <a:pt x="225" y="165"/>
                  </a:lnTo>
                  <a:lnTo>
                    <a:pt x="229" y="152"/>
                  </a:lnTo>
                  <a:lnTo>
                    <a:pt x="234" y="141"/>
                  </a:lnTo>
                  <a:lnTo>
                    <a:pt x="238" y="130"/>
                  </a:lnTo>
                  <a:lnTo>
                    <a:pt x="238" y="130"/>
                  </a:lnTo>
                  <a:lnTo>
                    <a:pt x="240" y="120"/>
                  </a:lnTo>
                  <a:lnTo>
                    <a:pt x="238" y="109"/>
                  </a:lnTo>
                  <a:lnTo>
                    <a:pt x="237" y="98"/>
                  </a:lnTo>
                  <a:lnTo>
                    <a:pt x="236" y="87"/>
                  </a:lnTo>
                  <a:lnTo>
                    <a:pt x="236" y="87"/>
                  </a:lnTo>
                  <a:lnTo>
                    <a:pt x="234" y="66"/>
                  </a:lnTo>
                  <a:lnTo>
                    <a:pt x="233" y="56"/>
                  </a:lnTo>
                  <a:lnTo>
                    <a:pt x="230" y="45"/>
                  </a:lnTo>
                  <a:lnTo>
                    <a:pt x="228" y="35"/>
                  </a:lnTo>
                  <a:lnTo>
                    <a:pt x="222" y="26"/>
                  </a:lnTo>
                  <a:lnTo>
                    <a:pt x="217" y="17"/>
                  </a:lnTo>
                  <a:lnTo>
                    <a:pt x="208" y="9"/>
                  </a:lnTo>
                  <a:lnTo>
                    <a:pt x="208" y="9"/>
                  </a:lnTo>
                  <a:lnTo>
                    <a:pt x="198" y="4"/>
                  </a:lnTo>
                  <a:lnTo>
                    <a:pt x="184" y="0"/>
                  </a:lnTo>
                  <a:lnTo>
                    <a:pt x="172" y="0"/>
                  </a:lnTo>
                  <a:lnTo>
                    <a:pt x="158" y="0"/>
                  </a:lnTo>
                  <a:lnTo>
                    <a:pt x="144" y="4"/>
                  </a:lnTo>
                  <a:lnTo>
                    <a:pt x="132" y="9"/>
                  </a:lnTo>
                  <a:lnTo>
                    <a:pt x="121" y="16"/>
                  </a:lnTo>
                  <a:lnTo>
                    <a:pt x="113" y="26"/>
                  </a:lnTo>
                  <a:lnTo>
                    <a:pt x="113" y="26"/>
                  </a:lnTo>
                  <a:lnTo>
                    <a:pt x="105" y="35"/>
                  </a:lnTo>
                  <a:lnTo>
                    <a:pt x="98" y="47"/>
                  </a:lnTo>
                  <a:lnTo>
                    <a:pt x="93" y="58"/>
                  </a:lnTo>
                  <a:lnTo>
                    <a:pt x="90" y="72"/>
                  </a:lnTo>
                  <a:lnTo>
                    <a:pt x="90" y="72"/>
                  </a:lnTo>
                  <a:lnTo>
                    <a:pt x="89" y="83"/>
                  </a:lnTo>
                  <a:lnTo>
                    <a:pt x="90" y="94"/>
                  </a:lnTo>
                  <a:lnTo>
                    <a:pt x="90" y="94"/>
                  </a:lnTo>
                  <a:lnTo>
                    <a:pt x="90" y="102"/>
                  </a:lnTo>
                  <a:lnTo>
                    <a:pt x="89" y="109"/>
                  </a:lnTo>
                  <a:lnTo>
                    <a:pt x="87" y="115"/>
                  </a:lnTo>
                  <a:lnTo>
                    <a:pt x="86" y="122"/>
                  </a:lnTo>
                  <a:lnTo>
                    <a:pt x="86" y="122"/>
                  </a:lnTo>
                  <a:lnTo>
                    <a:pt x="87" y="136"/>
                  </a:lnTo>
                  <a:lnTo>
                    <a:pt x="90" y="150"/>
                  </a:lnTo>
                  <a:lnTo>
                    <a:pt x="94" y="162"/>
                  </a:lnTo>
                  <a:lnTo>
                    <a:pt x="99" y="174"/>
                  </a:lnTo>
                  <a:lnTo>
                    <a:pt x="113" y="199"/>
                  </a:lnTo>
                  <a:lnTo>
                    <a:pt x="125" y="223"/>
                  </a:lnTo>
                  <a:lnTo>
                    <a:pt x="125" y="223"/>
                  </a:lnTo>
                  <a:lnTo>
                    <a:pt x="135" y="241"/>
                  </a:lnTo>
                  <a:lnTo>
                    <a:pt x="142" y="259"/>
                  </a:lnTo>
                  <a:lnTo>
                    <a:pt x="142" y="259"/>
                  </a:lnTo>
                  <a:lnTo>
                    <a:pt x="143" y="263"/>
                  </a:lnTo>
                  <a:lnTo>
                    <a:pt x="143" y="265"/>
                  </a:lnTo>
                  <a:lnTo>
                    <a:pt x="140" y="271"/>
                  </a:lnTo>
                  <a:lnTo>
                    <a:pt x="138" y="275"/>
                  </a:lnTo>
                  <a:lnTo>
                    <a:pt x="136" y="279"/>
                  </a:lnTo>
                  <a:lnTo>
                    <a:pt x="136" y="282"/>
                  </a:lnTo>
                  <a:lnTo>
                    <a:pt x="136" y="282"/>
                  </a:lnTo>
                  <a:lnTo>
                    <a:pt x="140" y="291"/>
                  </a:lnTo>
                  <a:lnTo>
                    <a:pt x="140" y="297"/>
                  </a:lnTo>
                  <a:lnTo>
                    <a:pt x="140" y="301"/>
                  </a:lnTo>
                  <a:lnTo>
                    <a:pt x="140" y="301"/>
                  </a:lnTo>
                  <a:lnTo>
                    <a:pt x="138" y="305"/>
                  </a:lnTo>
                  <a:lnTo>
                    <a:pt x="134" y="308"/>
                  </a:lnTo>
                  <a:lnTo>
                    <a:pt x="128" y="312"/>
                  </a:lnTo>
                  <a:lnTo>
                    <a:pt x="127" y="313"/>
                  </a:lnTo>
                  <a:lnTo>
                    <a:pt x="125" y="316"/>
                  </a:lnTo>
                  <a:lnTo>
                    <a:pt x="125" y="316"/>
                  </a:lnTo>
                  <a:lnTo>
                    <a:pt x="105" y="399"/>
                  </a:lnTo>
                  <a:lnTo>
                    <a:pt x="105" y="399"/>
                  </a:lnTo>
                  <a:lnTo>
                    <a:pt x="101" y="376"/>
                  </a:lnTo>
                  <a:lnTo>
                    <a:pt x="98" y="353"/>
                  </a:lnTo>
                  <a:lnTo>
                    <a:pt x="98" y="329"/>
                  </a:lnTo>
                  <a:lnTo>
                    <a:pt x="98" y="308"/>
                  </a:lnTo>
                  <a:lnTo>
                    <a:pt x="98" y="308"/>
                  </a:lnTo>
                  <a:lnTo>
                    <a:pt x="99" y="297"/>
                  </a:lnTo>
                  <a:lnTo>
                    <a:pt x="101" y="287"/>
                  </a:lnTo>
                  <a:lnTo>
                    <a:pt x="104" y="279"/>
                  </a:lnTo>
                  <a:lnTo>
                    <a:pt x="109" y="270"/>
                  </a:lnTo>
                  <a:lnTo>
                    <a:pt x="109" y="270"/>
                  </a:lnTo>
                  <a:lnTo>
                    <a:pt x="121" y="255"/>
                  </a:lnTo>
                  <a:lnTo>
                    <a:pt x="127" y="246"/>
                  </a:lnTo>
                  <a:lnTo>
                    <a:pt x="131" y="238"/>
                  </a:lnTo>
                  <a:lnTo>
                    <a:pt x="131" y="238"/>
                  </a:lnTo>
                  <a:lnTo>
                    <a:pt x="113" y="252"/>
                  </a:lnTo>
                  <a:lnTo>
                    <a:pt x="95" y="267"/>
                  </a:lnTo>
                  <a:lnTo>
                    <a:pt x="57" y="293"/>
                  </a:lnTo>
                  <a:lnTo>
                    <a:pt x="57" y="293"/>
                  </a:lnTo>
                  <a:lnTo>
                    <a:pt x="46" y="302"/>
                  </a:lnTo>
                  <a:lnTo>
                    <a:pt x="41" y="306"/>
                  </a:lnTo>
                  <a:lnTo>
                    <a:pt x="38" y="312"/>
                  </a:lnTo>
                  <a:lnTo>
                    <a:pt x="35" y="317"/>
                  </a:lnTo>
                  <a:lnTo>
                    <a:pt x="34" y="324"/>
                  </a:lnTo>
                  <a:lnTo>
                    <a:pt x="31" y="339"/>
                  </a:lnTo>
                  <a:lnTo>
                    <a:pt x="31" y="339"/>
                  </a:lnTo>
                  <a:lnTo>
                    <a:pt x="29" y="391"/>
                  </a:lnTo>
                  <a:lnTo>
                    <a:pt x="26" y="444"/>
                  </a:lnTo>
                  <a:lnTo>
                    <a:pt x="26" y="470"/>
                  </a:lnTo>
                  <a:lnTo>
                    <a:pt x="26" y="497"/>
                  </a:lnTo>
                  <a:lnTo>
                    <a:pt x="27" y="523"/>
                  </a:lnTo>
                  <a:lnTo>
                    <a:pt x="31" y="549"/>
                  </a:lnTo>
                  <a:lnTo>
                    <a:pt x="31" y="549"/>
                  </a:lnTo>
                  <a:lnTo>
                    <a:pt x="34" y="573"/>
                  </a:lnTo>
                  <a:lnTo>
                    <a:pt x="37" y="597"/>
                  </a:lnTo>
                  <a:lnTo>
                    <a:pt x="38" y="621"/>
                  </a:lnTo>
                  <a:lnTo>
                    <a:pt x="38" y="633"/>
                  </a:lnTo>
                  <a:lnTo>
                    <a:pt x="37" y="646"/>
                  </a:lnTo>
                  <a:lnTo>
                    <a:pt x="37" y="646"/>
                  </a:lnTo>
                  <a:lnTo>
                    <a:pt x="33" y="665"/>
                  </a:lnTo>
                  <a:lnTo>
                    <a:pt x="31" y="673"/>
                  </a:lnTo>
                  <a:lnTo>
                    <a:pt x="34" y="684"/>
                  </a:lnTo>
                  <a:lnTo>
                    <a:pt x="34" y="684"/>
                  </a:lnTo>
                  <a:lnTo>
                    <a:pt x="34" y="688"/>
                  </a:lnTo>
                  <a:lnTo>
                    <a:pt x="34" y="693"/>
                  </a:lnTo>
                  <a:lnTo>
                    <a:pt x="31" y="706"/>
                  </a:lnTo>
                  <a:lnTo>
                    <a:pt x="24" y="728"/>
                  </a:lnTo>
                  <a:lnTo>
                    <a:pt x="24" y="728"/>
                  </a:lnTo>
                  <a:lnTo>
                    <a:pt x="11" y="775"/>
                  </a:lnTo>
                  <a:lnTo>
                    <a:pt x="11" y="775"/>
                  </a:lnTo>
                  <a:lnTo>
                    <a:pt x="4" y="794"/>
                  </a:lnTo>
                  <a:lnTo>
                    <a:pt x="1" y="804"/>
                  </a:lnTo>
                  <a:lnTo>
                    <a:pt x="0" y="812"/>
                  </a:lnTo>
                  <a:lnTo>
                    <a:pt x="0" y="812"/>
                  </a:lnTo>
                  <a:lnTo>
                    <a:pt x="3" y="817"/>
                  </a:lnTo>
                  <a:lnTo>
                    <a:pt x="7" y="820"/>
                  </a:lnTo>
                  <a:lnTo>
                    <a:pt x="12" y="822"/>
                  </a:lnTo>
                  <a:lnTo>
                    <a:pt x="19" y="822"/>
                  </a:lnTo>
                  <a:lnTo>
                    <a:pt x="31" y="819"/>
                  </a:lnTo>
                  <a:lnTo>
                    <a:pt x="41" y="816"/>
                  </a:lnTo>
                  <a:lnTo>
                    <a:pt x="41" y="816"/>
                  </a:lnTo>
                  <a:lnTo>
                    <a:pt x="46" y="920"/>
                  </a:lnTo>
                  <a:lnTo>
                    <a:pt x="49" y="973"/>
                  </a:lnTo>
                  <a:lnTo>
                    <a:pt x="53" y="1025"/>
                  </a:lnTo>
                  <a:lnTo>
                    <a:pt x="53" y="1025"/>
                  </a:lnTo>
                  <a:lnTo>
                    <a:pt x="57" y="1046"/>
                  </a:lnTo>
                  <a:lnTo>
                    <a:pt x="61" y="1068"/>
                  </a:lnTo>
                  <a:lnTo>
                    <a:pt x="71" y="1113"/>
                  </a:lnTo>
                  <a:lnTo>
                    <a:pt x="71" y="1113"/>
                  </a:lnTo>
                  <a:lnTo>
                    <a:pt x="74" y="1132"/>
                  </a:lnTo>
                  <a:lnTo>
                    <a:pt x="75" y="1151"/>
                  </a:lnTo>
                  <a:lnTo>
                    <a:pt x="75" y="1191"/>
                  </a:lnTo>
                  <a:lnTo>
                    <a:pt x="75" y="1191"/>
                  </a:lnTo>
                  <a:lnTo>
                    <a:pt x="76" y="1202"/>
                  </a:lnTo>
                  <a:lnTo>
                    <a:pt x="78" y="1209"/>
                  </a:lnTo>
                  <a:lnTo>
                    <a:pt x="80" y="1213"/>
                  </a:lnTo>
                  <a:lnTo>
                    <a:pt x="80" y="1213"/>
                  </a:lnTo>
                  <a:lnTo>
                    <a:pt x="82" y="1215"/>
                  </a:lnTo>
                  <a:lnTo>
                    <a:pt x="83" y="1218"/>
                  </a:lnTo>
                  <a:lnTo>
                    <a:pt x="82" y="1224"/>
                  </a:lnTo>
                  <a:lnTo>
                    <a:pt x="79" y="1228"/>
                  </a:lnTo>
                  <a:lnTo>
                    <a:pt x="79" y="1233"/>
                  </a:lnTo>
                  <a:lnTo>
                    <a:pt x="79" y="1233"/>
                  </a:lnTo>
                  <a:lnTo>
                    <a:pt x="80" y="1237"/>
                  </a:lnTo>
                  <a:lnTo>
                    <a:pt x="83" y="1241"/>
                  </a:lnTo>
                  <a:lnTo>
                    <a:pt x="89" y="1248"/>
                  </a:lnTo>
                  <a:lnTo>
                    <a:pt x="93" y="1256"/>
                  </a:lnTo>
                  <a:lnTo>
                    <a:pt x="94" y="1260"/>
                  </a:lnTo>
                  <a:lnTo>
                    <a:pt x="94" y="1266"/>
                  </a:lnTo>
                  <a:lnTo>
                    <a:pt x="94" y="1266"/>
                  </a:lnTo>
                  <a:lnTo>
                    <a:pt x="91" y="1284"/>
                  </a:lnTo>
                  <a:lnTo>
                    <a:pt x="89" y="1301"/>
                  </a:lnTo>
                  <a:lnTo>
                    <a:pt x="89" y="1301"/>
                  </a:lnTo>
                  <a:lnTo>
                    <a:pt x="87" y="1311"/>
                  </a:lnTo>
                  <a:lnTo>
                    <a:pt x="84" y="1319"/>
                  </a:lnTo>
                  <a:lnTo>
                    <a:pt x="82" y="1326"/>
                  </a:lnTo>
                  <a:lnTo>
                    <a:pt x="76" y="1331"/>
                  </a:lnTo>
                  <a:lnTo>
                    <a:pt x="64" y="1342"/>
                  </a:lnTo>
                  <a:lnTo>
                    <a:pt x="52" y="1355"/>
                  </a:lnTo>
                  <a:lnTo>
                    <a:pt x="52" y="1355"/>
                  </a:lnTo>
                  <a:lnTo>
                    <a:pt x="41" y="1367"/>
                  </a:lnTo>
                  <a:lnTo>
                    <a:pt x="35" y="1375"/>
                  </a:lnTo>
                  <a:lnTo>
                    <a:pt x="31" y="1385"/>
                  </a:lnTo>
                  <a:lnTo>
                    <a:pt x="27" y="1393"/>
                  </a:lnTo>
                  <a:lnTo>
                    <a:pt x="27" y="1401"/>
                  </a:lnTo>
                  <a:lnTo>
                    <a:pt x="29" y="1405"/>
                  </a:lnTo>
                  <a:lnTo>
                    <a:pt x="30" y="1409"/>
                  </a:lnTo>
                  <a:lnTo>
                    <a:pt x="33" y="1412"/>
                  </a:lnTo>
                  <a:lnTo>
                    <a:pt x="37" y="1415"/>
                  </a:lnTo>
                  <a:lnTo>
                    <a:pt x="37" y="1415"/>
                  </a:lnTo>
                  <a:lnTo>
                    <a:pt x="44" y="1417"/>
                  </a:lnTo>
                  <a:lnTo>
                    <a:pt x="50" y="1419"/>
                  </a:lnTo>
                  <a:lnTo>
                    <a:pt x="57" y="1419"/>
                  </a:lnTo>
                  <a:lnTo>
                    <a:pt x="65" y="1417"/>
                  </a:lnTo>
                  <a:lnTo>
                    <a:pt x="80" y="1415"/>
                  </a:lnTo>
                  <a:lnTo>
                    <a:pt x="93" y="1409"/>
                  </a:lnTo>
                  <a:lnTo>
                    <a:pt x="93" y="1409"/>
                  </a:lnTo>
                  <a:lnTo>
                    <a:pt x="98" y="1405"/>
                  </a:lnTo>
                  <a:lnTo>
                    <a:pt x="104" y="1400"/>
                  </a:lnTo>
                  <a:lnTo>
                    <a:pt x="108" y="1394"/>
                  </a:lnTo>
                  <a:lnTo>
                    <a:pt x="110" y="1389"/>
                  </a:lnTo>
                  <a:lnTo>
                    <a:pt x="116" y="1375"/>
                  </a:lnTo>
                  <a:lnTo>
                    <a:pt x="123" y="1363"/>
                  </a:lnTo>
                  <a:lnTo>
                    <a:pt x="123" y="1363"/>
                  </a:lnTo>
                  <a:lnTo>
                    <a:pt x="128" y="1357"/>
                  </a:lnTo>
                  <a:lnTo>
                    <a:pt x="134" y="1355"/>
                  </a:lnTo>
                  <a:lnTo>
                    <a:pt x="139" y="1353"/>
                  </a:lnTo>
                  <a:lnTo>
                    <a:pt x="146" y="1353"/>
                  </a:lnTo>
                  <a:lnTo>
                    <a:pt x="151" y="1353"/>
                  </a:lnTo>
                  <a:lnTo>
                    <a:pt x="157" y="1352"/>
                  </a:lnTo>
                  <a:lnTo>
                    <a:pt x="161" y="1348"/>
                  </a:lnTo>
                  <a:lnTo>
                    <a:pt x="166" y="1342"/>
                  </a:lnTo>
                  <a:lnTo>
                    <a:pt x="166" y="1342"/>
                  </a:lnTo>
                  <a:lnTo>
                    <a:pt x="173" y="1327"/>
                  </a:lnTo>
                  <a:lnTo>
                    <a:pt x="177" y="1311"/>
                  </a:lnTo>
                  <a:lnTo>
                    <a:pt x="178" y="1293"/>
                  </a:lnTo>
                  <a:lnTo>
                    <a:pt x="180" y="1278"/>
                  </a:lnTo>
                  <a:lnTo>
                    <a:pt x="180" y="1278"/>
                  </a:lnTo>
                  <a:lnTo>
                    <a:pt x="180" y="1260"/>
                  </a:lnTo>
                  <a:lnTo>
                    <a:pt x="178" y="1244"/>
                  </a:lnTo>
                  <a:lnTo>
                    <a:pt x="176" y="1210"/>
                  </a:lnTo>
                  <a:lnTo>
                    <a:pt x="176" y="1210"/>
                  </a:lnTo>
                  <a:lnTo>
                    <a:pt x="174" y="1199"/>
                  </a:lnTo>
                  <a:lnTo>
                    <a:pt x="176" y="1187"/>
                  </a:lnTo>
                  <a:lnTo>
                    <a:pt x="178" y="1165"/>
                  </a:lnTo>
                  <a:lnTo>
                    <a:pt x="180" y="1143"/>
                  </a:lnTo>
                  <a:lnTo>
                    <a:pt x="180" y="1131"/>
                  </a:lnTo>
                  <a:lnTo>
                    <a:pt x="178" y="1120"/>
                  </a:lnTo>
                  <a:lnTo>
                    <a:pt x="178" y="1120"/>
                  </a:lnTo>
                  <a:lnTo>
                    <a:pt x="176" y="1096"/>
                  </a:lnTo>
                  <a:lnTo>
                    <a:pt x="173" y="1071"/>
                  </a:lnTo>
                  <a:lnTo>
                    <a:pt x="173" y="1045"/>
                  </a:lnTo>
                  <a:lnTo>
                    <a:pt x="174" y="1019"/>
                  </a:lnTo>
                  <a:lnTo>
                    <a:pt x="178" y="969"/>
                  </a:lnTo>
                  <a:lnTo>
                    <a:pt x="184" y="920"/>
                  </a:lnTo>
                  <a:lnTo>
                    <a:pt x="184" y="920"/>
                  </a:lnTo>
                  <a:lnTo>
                    <a:pt x="192" y="967"/>
                  </a:lnTo>
                  <a:lnTo>
                    <a:pt x="199" y="1015"/>
                  </a:lnTo>
                  <a:lnTo>
                    <a:pt x="204" y="1064"/>
                  </a:lnTo>
                  <a:lnTo>
                    <a:pt x="207" y="1113"/>
                  </a:lnTo>
                  <a:lnTo>
                    <a:pt x="207" y="1113"/>
                  </a:lnTo>
                  <a:lnTo>
                    <a:pt x="208" y="1124"/>
                  </a:lnTo>
                  <a:lnTo>
                    <a:pt x="211" y="1134"/>
                  </a:lnTo>
                  <a:lnTo>
                    <a:pt x="218" y="1153"/>
                  </a:lnTo>
                  <a:lnTo>
                    <a:pt x="225" y="1173"/>
                  </a:lnTo>
                  <a:lnTo>
                    <a:pt x="228" y="1183"/>
                  </a:lnTo>
                  <a:lnTo>
                    <a:pt x="228" y="1194"/>
                  </a:lnTo>
                  <a:lnTo>
                    <a:pt x="228" y="1194"/>
                  </a:lnTo>
                  <a:lnTo>
                    <a:pt x="228" y="1215"/>
                  </a:lnTo>
                  <a:lnTo>
                    <a:pt x="228" y="1226"/>
                  </a:lnTo>
                  <a:lnTo>
                    <a:pt x="230" y="1237"/>
                  </a:lnTo>
                  <a:lnTo>
                    <a:pt x="230" y="1237"/>
                  </a:lnTo>
                  <a:lnTo>
                    <a:pt x="234" y="1259"/>
                  </a:lnTo>
                  <a:lnTo>
                    <a:pt x="236" y="1270"/>
                  </a:lnTo>
                  <a:lnTo>
                    <a:pt x="236" y="1282"/>
                  </a:lnTo>
                  <a:lnTo>
                    <a:pt x="236" y="1282"/>
                  </a:lnTo>
                  <a:lnTo>
                    <a:pt x="236" y="1305"/>
                  </a:lnTo>
                  <a:lnTo>
                    <a:pt x="237" y="1327"/>
                  </a:lnTo>
                  <a:lnTo>
                    <a:pt x="240" y="1338"/>
                  </a:lnTo>
                  <a:lnTo>
                    <a:pt x="243" y="1348"/>
                  </a:lnTo>
                  <a:lnTo>
                    <a:pt x="247" y="1359"/>
                  </a:lnTo>
                  <a:lnTo>
                    <a:pt x="252" y="1370"/>
                  </a:lnTo>
                  <a:lnTo>
                    <a:pt x="252" y="1370"/>
                  </a:lnTo>
                  <a:lnTo>
                    <a:pt x="258" y="1379"/>
                  </a:lnTo>
                  <a:lnTo>
                    <a:pt x="264" y="1389"/>
                  </a:lnTo>
                  <a:lnTo>
                    <a:pt x="264" y="1389"/>
                  </a:lnTo>
                  <a:lnTo>
                    <a:pt x="267" y="1394"/>
                  </a:lnTo>
                  <a:lnTo>
                    <a:pt x="268" y="1397"/>
                  </a:lnTo>
                  <a:lnTo>
                    <a:pt x="267" y="1398"/>
                  </a:lnTo>
                  <a:lnTo>
                    <a:pt x="266" y="1404"/>
                  </a:lnTo>
                  <a:lnTo>
                    <a:pt x="266" y="1404"/>
                  </a:lnTo>
                  <a:lnTo>
                    <a:pt x="266" y="1413"/>
                  </a:lnTo>
                  <a:lnTo>
                    <a:pt x="267" y="1423"/>
                  </a:lnTo>
                  <a:lnTo>
                    <a:pt x="268" y="1431"/>
                  </a:lnTo>
                  <a:lnTo>
                    <a:pt x="270" y="1440"/>
                  </a:lnTo>
                  <a:lnTo>
                    <a:pt x="270" y="1440"/>
                  </a:lnTo>
                  <a:lnTo>
                    <a:pt x="271" y="1457"/>
                  </a:lnTo>
                  <a:lnTo>
                    <a:pt x="274" y="1469"/>
                  </a:lnTo>
                  <a:lnTo>
                    <a:pt x="279" y="1483"/>
                  </a:lnTo>
                  <a:lnTo>
                    <a:pt x="288" y="1495"/>
                  </a:lnTo>
                  <a:lnTo>
                    <a:pt x="288" y="1495"/>
                  </a:lnTo>
                  <a:lnTo>
                    <a:pt x="294" y="1504"/>
                  </a:lnTo>
                  <a:lnTo>
                    <a:pt x="304" y="1514"/>
                  </a:lnTo>
                  <a:lnTo>
                    <a:pt x="308" y="1518"/>
                  </a:lnTo>
                  <a:lnTo>
                    <a:pt x="313" y="1521"/>
                  </a:lnTo>
                  <a:lnTo>
                    <a:pt x="319" y="1524"/>
                  </a:lnTo>
                  <a:lnTo>
                    <a:pt x="324" y="1524"/>
                  </a:lnTo>
                  <a:lnTo>
                    <a:pt x="324" y="1524"/>
                  </a:lnTo>
                  <a:lnTo>
                    <a:pt x="327" y="1522"/>
                  </a:lnTo>
                  <a:lnTo>
                    <a:pt x="330" y="1519"/>
                  </a:lnTo>
                  <a:lnTo>
                    <a:pt x="335" y="1513"/>
                  </a:lnTo>
                  <a:lnTo>
                    <a:pt x="342" y="1498"/>
                  </a:lnTo>
                  <a:lnTo>
                    <a:pt x="342" y="1498"/>
                  </a:lnTo>
                  <a:lnTo>
                    <a:pt x="345" y="1488"/>
                  </a:lnTo>
                  <a:lnTo>
                    <a:pt x="347" y="1477"/>
                  </a:lnTo>
                  <a:lnTo>
                    <a:pt x="347" y="1466"/>
                  </a:lnTo>
                  <a:lnTo>
                    <a:pt x="346" y="1455"/>
                  </a:lnTo>
                  <a:lnTo>
                    <a:pt x="346" y="1455"/>
                  </a:lnTo>
                  <a:lnTo>
                    <a:pt x="341" y="1435"/>
                  </a:lnTo>
                  <a:lnTo>
                    <a:pt x="335" y="1416"/>
                  </a:lnTo>
                  <a:lnTo>
                    <a:pt x="334" y="1406"/>
                  </a:lnTo>
                  <a:lnTo>
                    <a:pt x="332" y="1397"/>
                  </a:lnTo>
                  <a:lnTo>
                    <a:pt x="332" y="1387"/>
                  </a:lnTo>
                  <a:lnTo>
                    <a:pt x="334" y="1376"/>
                  </a:lnTo>
                  <a:lnTo>
                    <a:pt x="334" y="1376"/>
                  </a:lnTo>
                  <a:lnTo>
                    <a:pt x="339" y="1355"/>
                  </a:lnTo>
                  <a:lnTo>
                    <a:pt x="342" y="1334"/>
                  </a:lnTo>
                  <a:lnTo>
                    <a:pt x="345" y="1312"/>
                  </a:lnTo>
                  <a:lnTo>
                    <a:pt x="346" y="1292"/>
                  </a:lnTo>
                  <a:lnTo>
                    <a:pt x="346" y="1271"/>
                  </a:lnTo>
                  <a:lnTo>
                    <a:pt x="346" y="1250"/>
                  </a:lnTo>
                  <a:lnTo>
                    <a:pt x="343" y="1229"/>
                  </a:lnTo>
                  <a:lnTo>
                    <a:pt x="339" y="1207"/>
                  </a:lnTo>
                  <a:lnTo>
                    <a:pt x="339" y="1207"/>
                  </a:lnTo>
                  <a:lnTo>
                    <a:pt x="338" y="1199"/>
                  </a:lnTo>
                  <a:lnTo>
                    <a:pt x="338" y="1192"/>
                  </a:lnTo>
                  <a:lnTo>
                    <a:pt x="339" y="1176"/>
                  </a:lnTo>
                  <a:lnTo>
                    <a:pt x="339" y="1176"/>
                  </a:lnTo>
                  <a:lnTo>
                    <a:pt x="339" y="1165"/>
                  </a:lnTo>
                  <a:lnTo>
                    <a:pt x="338" y="1153"/>
                  </a:lnTo>
                  <a:lnTo>
                    <a:pt x="337" y="1142"/>
                  </a:lnTo>
                  <a:lnTo>
                    <a:pt x="335" y="1131"/>
                  </a:lnTo>
                  <a:lnTo>
                    <a:pt x="335" y="1131"/>
                  </a:lnTo>
                  <a:lnTo>
                    <a:pt x="335" y="1120"/>
                  </a:lnTo>
                  <a:lnTo>
                    <a:pt x="335" y="1108"/>
                  </a:lnTo>
                  <a:lnTo>
                    <a:pt x="335" y="1097"/>
                  </a:lnTo>
                  <a:lnTo>
                    <a:pt x="332" y="1086"/>
                  </a:lnTo>
                  <a:lnTo>
                    <a:pt x="332" y="1086"/>
                  </a:lnTo>
                  <a:lnTo>
                    <a:pt x="327" y="1066"/>
                  </a:lnTo>
                  <a:lnTo>
                    <a:pt x="326" y="1056"/>
                  </a:lnTo>
                  <a:lnTo>
                    <a:pt x="326" y="1045"/>
                  </a:lnTo>
                  <a:lnTo>
                    <a:pt x="326" y="1045"/>
                  </a:lnTo>
                  <a:lnTo>
                    <a:pt x="327" y="832"/>
                  </a:lnTo>
                  <a:lnTo>
                    <a:pt x="327" y="832"/>
                  </a:lnTo>
                  <a:lnTo>
                    <a:pt x="331" y="832"/>
                  </a:lnTo>
                  <a:lnTo>
                    <a:pt x="334" y="834"/>
                  </a:lnTo>
                  <a:lnTo>
                    <a:pt x="341" y="838"/>
                  </a:lnTo>
                  <a:lnTo>
                    <a:pt x="345" y="845"/>
                  </a:lnTo>
                  <a:lnTo>
                    <a:pt x="347" y="853"/>
                  </a:lnTo>
                  <a:lnTo>
                    <a:pt x="347" y="853"/>
                  </a:lnTo>
                  <a:lnTo>
                    <a:pt x="356" y="845"/>
                  </a:lnTo>
                  <a:lnTo>
                    <a:pt x="362" y="838"/>
                  </a:lnTo>
                  <a:lnTo>
                    <a:pt x="368" y="830"/>
                  </a:lnTo>
                  <a:lnTo>
                    <a:pt x="373" y="822"/>
                  </a:lnTo>
                  <a:lnTo>
                    <a:pt x="376" y="812"/>
                  </a:lnTo>
                  <a:lnTo>
                    <a:pt x="379" y="802"/>
                  </a:lnTo>
                  <a:lnTo>
                    <a:pt x="380" y="792"/>
                  </a:lnTo>
                  <a:lnTo>
                    <a:pt x="379" y="781"/>
                  </a:lnTo>
                  <a:lnTo>
                    <a:pt x="379" y="781"/>
                  </a:lnTo>
                  <a:lnTo>
                    <a:pt x="377" y="770"/>
                  </a:lnTo>
                  <a:lnTo>
                    <a:pt x="373" y="759"/>
                  </a:lnTo>
                  <a:lnTo>
                    <a:pt x="369" y="749"/>
                  </a:lnTo>
                  <a:lnTo>
                    <a:pt x="365" y="738"/>
                  </a:lnTo>
                  <a:lnTo>
                    <a:pt x="365" y="738"/>
                  </a:lnTo>
                  <a:lnTo>
                    <a:pt x="365" y="732"/>
                  </a:lnTo>
                  <a:lnTo>
                    <a:pt x="364" y="726"/>
                  </a:lnTo>
                  <a:lnTo>
                    <a:pt x="367" y="715"/>
                  </a:lnTo>
                  <a:lnTo>
                    <a:pt x="371" y="706"/>
                  </a:lnTo>
                  <a:lnTo>
                    <a:pt x="376" y="695"/>
                  </a:lnTo>
                  <a:lnTo>
                    <a:pt x="376" y="695"/>
                  </a:lnTo>
                  <a:lnTo>
                    <a:pt x="387" y="676"/>
                  </a:lnTo>
                  <a:lnTo>
                    <a:pt x="397" y="655"/>
                  </a:lnTo>
                  <a:lnTo>
                    <a:pt x="407" y="633"/>
                  </a:lnTo>
                  <a:lnTo>
                    <a:pt x="416" y="613"/>
                  </a:lnTo>
                  <a:lnTo>
                    <a:pt x="416" y="613"/>
                  </a:lnTo>
                  <a:lnTo>
                    <a:pt x="422" y="593"/>
                  </a:lnTo>
                  <a:lnTo>
                    <a:pt x="425" y="583"/>
                  </a:lnTo>
                  <a:lnTo>
                    <a:pt x="425" y="572"/>
                  </a:lnTo>
                  <a:lnTo>
                    <a:pt x="425" y="572"/>
                  </a:lnTo>
                  <a:lnTo>
                    <a:pt x="424" y="561"/>
                  </a:lnTo>
                  <a:lnTo>
                    <a:pt x="421" y="550"/>
                  </a:lnTo>
                  <a:lnTo>
                    <a:pt x="420" y="541"/>
                  </a:lnTo>
                  <a:lnTo>
                    <a:pt x="420" y="530"/>
                  </a:lnTo>
                  <a:lnTo>
                    <a:pt x="420" y="530"/>
                  </a:lnTo>
                  <a:lnTo>
                    <a:pt x="420" y="531"/>
                  </a:lnTo>
                  <a:lnTo>
                    <a:pt x="420" y="530"/>
                  </a:lnTo>
                  <a:lnTo>
                    <a:pt x="420" y="530"/>
                  </a:lnTo>
                  <a:close/>
                  <a:moveTo>
                    <a:pt x="327" y="832"/>
                  </a:moveTo>
                  <a:lnTo>
                    <a:pt x="327" y="832"/>
                  </a:lnTo>
                  <a:lnTo>
                    <a:pt x="331" y="832"/>
                  </a:lnTo>
                  <a:lnTo>
                    <a:pt x="331" y="832"/>
                  </a:lnTo>
                  <a:lnTo>
                    <a:pt x="332" y="832"/>
                  </a:lnTo>
                  <a:lnTo>
                    <a:pt x="327" y="832"/>
                  </a:lnTo>
                  <a:lnTo>
                    <a:pt x="327" y="832"/>
                  </a:lnTo>
                  <a:close/>
                </a:path>
              </a:pathLst>
            </a:custGeom>
            <a:solidFill>
              <a:srgbClr val="C55A1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nvGrpSpPr>
            <p:cNvPr id="5" name="Group 79"/>
            <p:cNvGrpSpPr/>
            <p:nvPr/>
          </p:nvGrpSpPr>
          <p:grpSpPr>
            <a:xfrm>
              <a:off x="2285984" y="1000114"/>
              <a:ext cx="593901" cy="2463832"/>
              <a:chOff x="1858693" y="1193726"/>
              <a:chExt cx="593901" cy="2463832"/>
            </a:xfrm>
            <a:grpFill/>
          </p:grpSpPr>
          <p:sp>
            <p:nvSpPr>
              <p:cNvPr id="65" name="Freeform 7"/>
              <p:cNvSpPr>
                <a:spLocks/>
              </p:cNvSpPr>
              <p:nvPr/>
            </p:nvSpPr>
            <p:spPr bwMode="auto">
              <a:xfrm>
                <a:off x="1943535" y="1193726"/>
                <a:ext cx="295254" cy="363128"/>
              </a:xfrm>
              <a:custGeom>
                <a:avLst/>
                <a:gdLst/>
                <a:ahLst/>
                <a:cxnLst>
                  <a:cxn ang="0">
                    <a:pos x="0" y="160"/>
                  </a:cxn>
                  <a:cxn ang="0">
                    <a:pos x="11" y="163"/>
                  </a:cxn>
                  <a:cxn ang="0">
                    <a:pos x="27" y="175"/>
                  </a:cxn>
                  <a:cxn ang="0">
                    <a:pos x="36" y="182"/>
                  </a:cxn>
                  <a:cxn ang="0">
                    <a:pos x="93" y="215"/>
                  </a:cxn>
                  <a:cxn ang="0">
                    <a:pos x="93" y="209"/>
                  </a:cxn>
                  <a:cxn ang="0">
                    <a:pos x="96" y="206"/>
                  </a:cxn>
                  <a:cxn ang="0">
                    <a:pos x="106" y="204"/>
                  </a:cxn>
                  <a:cxn ang="0">
                    <a:pos x="126" y="202"/>
                  </a:cxn>
                  <a:cxn ang="0">
                    <a:pos x="130" y="200"/>
                  </a:cxn>
                  <a:cxn ang="0">
                    <a:pos x="141" y="183"/>
                  </a:cxn>
                  <a:cxn ang="0">
                    <a:pos x="147" y="164"/>
                  </a:cxn>
                  <a:cxn ang="0">
                    <a:pos x="156" y="125"/>
                  </a:cxn>
                  <a:cxn ang="0">
                    <a:pos x="164" y="104"/>
                  </a:cxn>
                  <a:cxn ang="0">
                    <a:pos x="175" y="86"/>
                  </a:cxn>
                  <a:cxn ang="0">
                    <a:pos x="175" y="80"/>
                  </a:cxn>
                  <a:cxn ang="0">
                    <a:pos x="171" y="56"/>
                  </a:cxn>
                  <a:cxn ang="0">
                    <a:pos x="164" y="43"/>
                  </a:cxn>
                  <a:cxn ang="0">
                    <a:pos x="146" y="21"/>
                  </a:cxn>
                  <a:cxn ang="0">
                    <a:pos x="134" y="11"/>
                  </a:cxn>
                  <a:cxn ang="0">
                    <a:pos x="119" y="5"/>
                  </a:cxn>
                  <a:cxn ang="0">
                    <a:pos x="104" y="0"/>
                  </a:cxn>
                  <a:cxn ang="0">
                    <a:pos x="89" y="2"/>
                  </a:cxn>
                  <a:cxn ang="0">
                    <a:pos x="74" y="6"/>
                  </a:cxn>
                  <a:cxn ang="0">
                    <a:pos x="49" y="21"/>
                  </a:cxn>
                  <a:cxn ang="0">
                    <a:pos x="29" y="47"/>
                  </a:cxn>
                  <a:cxn ang="0">
                    <a:pos x="23" y="63"/>
                  </a:cxn>
                  <a:cxn ang="0">
                    <a:pos x="14" y="96"/>
                  </a:cxn>
                  <a:cxn ang="0">
                    <a:pos x="11" y="114"/>
                  </a:cxn>
                  <a:cxn ang="0">
                    <a:pos x="12" y="141"/>
                  </a:cxn>
                  <a:cxn ang="0">
                    <a:pos x="10" y="152"/>
                  </a:cxn>
                  <a:cxn ang="0">
                    <a:pos x="0" y="160"/>
                  </a:cxn>
                  <a:cxn ang="0">
                    <a:pos x="10" y="159"/>
                  </a:cxn>
                  <a:cxn ang="0">
                    <a:pos x="14" y="157"/>
                  </a:cxn>
                  <a:cxn ang="0">
                    <a:pos x="0" y="160"/>
                  </a:cxn>
                </a:cxnLst>
                <a:rect l="0" t="0" r="r" b="b"/>
                <a:pathLst>
                  <a:path w="175" h="215">
                    <a:moveTo>
                      <a:pt x="0" y="160"/>
                    </a:moveTo>
                    <a:lnTo>
                      <a:pt x="0" y="160"/>
                    </a:lnTo>
                    <a:lnTo>
                      <a:pt x="6" y="161"/>
                    </a:lnTo>
                    <a:lnTo>
                      <a:pt x="11" y="163"/>
                    </a:lnTo>
                    <a:lnTo>
                      <a:pt x="19" y="168"/>
                    </a:lnTo>
                    <a:lnTo>
                      <a:pt x="27" y="175"/>
                    </a:lnTo>
                    <a:lnTo>
                      <a:pt x="36" y="182"/>
                    </a:lnTo>
                    <a:lnTo>
                      <a:pt x="36" y="182"/>
                    </a:lnTo>
                    <a:lnTo>
                      <a:pt x="64" y="198"/>
                    </a:lnTo>
                    <a:lnTo>
                      <a:pt x="93" y="215"/>
                    </a:lnTo>
                    <a:lnTo>
                      <a:pt x="93" y="215"/>
                    </a:lnTo>
                    <a:lnTo>
                      <a:pt x="93" y="209"/>
                    </a:lnTo>
                    <a:lnTo>
                      <a:pt x="94" y="208"/>
                    </a:lnTo>
                    <a:lnTo>
                      <a:pt x="96" y="206"/>
                    </a:lnTo>
                    <a:lnTo>
                      <a:pt x="101" y="205"/>
                    </a:lnTo>
                    <a:lnTo>
                      <a:pt x="106" y="204"/>
                    </a:lnTo>
                    <a:lnTo>
                      <a:pt x="120" y="204"/>
                    </a:lnTo>
                    <a:lnTo>
                      <a:pt x="126" y="202"/>
                    </a:lnTo>
                    <a:lnTo>
                      <a:pt x="130" y="200"/>
                    </a:lnTo>
                    <a:lnTo>
                      <a:pt x="130" y="200"/>
                    </a:lnTo>
                    <a:lnTo>
                      <a:pt x="135" y="191"/>
                    </a:lnTo>
                    <a:lnTo>
                      <a:pt x="141" y="183"/>
                    </a:lnTo>
                    <a:lnTo>
                      <a:pt x="143" y="174"/>
                    </a:lnTo>
                    <a:lnTo>
                      <a:pt x="147" y="164"/>
                    </a:lnTo>
                    <a:lnTo>
                      <a:pt x="156" y="125"/>
                    </a:lnTo>
                    <a:lnTo>
                      <a:pt x="156" y="125"/>
                    </a:lnTo>
                    <a:lnTo>
                      <a:pt x="160" y="114"/>
                    </a:lnTo>
                    <a:lnTo>
                      <a:pt x="164" y="104"/>
                    </a:lnTo>
                    <a:lnTo>
                      <a:pt x="169" y="95"/>
                    </a:lnTo>
                    <a:lnTo>
                      <a:pt x="175" y="86"/>
                    </a:lnTo>
                    <a:lnTo>
                      <a:pt x="175" y="86"/>
                    </a:lnTo>
                    <a:lnTo>
                      <a:pt x="175" y="80"/>
                    </a:lnTo>
                    <a:lnTo>
                      <a:pt x="175" y="71"/>
                    </a:lnTo>
                    <a:lnTo>
                      <a:pt x="171" y="56"/>
                    </a:lnTo>
                    <a:lnTo>
                      <a:pt x="171" y="56"/>
                    </a:lnTo>
                    <a:lnTo>
                      <a:pt x="164" y="43"/>
                    </a:lnTo>
                    <a:lnTo>
                      <a:pt x="156" y="30"/>
                    </a:lnTo>
                    <a:lnTo>
                      <a:pt x="146" y="21"/>
                    </a:lnTo>
                    <a:lnTo>
                      <a:pt x="134" y="11"/>
                    </a:lnTo>
                    <a:lnTo>
                      <a:pt x="134" y="11"/>
                    </a:lnTo>
                    <a:lnTo>
                      <a:pt x="126" y="7"/>
                    </a:lnTo>
                    <a:lnTo>
                      <a:pt x="119" y="5"/>
                    </a:lnTo>
                    <a:lnTo>
                      <a:pt x="111" y="2"/>
                    </a:lnTo>
                    <a:lnTo>
                      <a:pt x="104" y="0"/>
                    </a:lnTo>
                    <a:lnTo>
                      <a:pt x="96" y="0"/>
                    </a:lnTo>
                    <a:lnTo>
                      <a:pt x="89" y="2"/>
                    </a:lnTo>
                    <a:lnTo>
                      <a:pt x="81" y="3"/>
                    </a:lnTo>
                    <a:lnTo>
                      <a:pt x="74" y="6"/>
                    </a:lnTo>
                    <a:lnTo>
                      <a:pt x="62" y="11"/>
                    </a:lnTo>
                    <a:lnTo>
                      <a:pt x="49" y="21"/>
                    </a:lnTo>
                    <a:lnTo>
                      <a:pt x="38" y="33"/>
                    </a:lnTo>
                    <a:lnTo>
                      <a:pt x="29" y="47"/>
                    </a:lnTo>
                    <a:lnTo>
                      <a:pt x="29" y="47"/>
                    </a:lnTo>
                    <a:lnTo>
                      <a:pt x="23" y="63"/>
                    </a:lnTo>
                    <a:lnTo>
                      <a:pt x="18" y="80"/>
                    </a:lnTo>
                    <a:lnTo>
                      <a:pt x="14" y="96"/>
                    </a:lnTo>
                    <a:lnTo>
                      <a:pt x="11" y="114"/>
                    </a:lnTo>
                    <a:lnTo>
                      <a:pt x="11" y="114"/>
                    </a:lnTo>
                    <a:lnTo>
                      <a:pt x="11" y="126"/>
                    </a:lnTo>
                    <a:lnTo>
                      <a:pt x="12" y="141"/>
                    </a:lnTo>
                    <a:lnTo>
                      <a:pt x="12" y="146"/>
                    </a:lnTo>
                    <a:lnTo>
                      <a:pt x="10" y="152"/>
                    </a:lnTo>
                    <a:lnTo>
                      <a:pt x="7" y="157"/>
                    </a:lnTo>
                    <a:lnTo>
                      <a:pt x="0" y="160"/>
                    </a:lnTo>
                    <a:lnTo>
                      <a:pt x="0" y="160"/>
                    </a:lnTo>
                    <a:lnTo>
                      <a:pt x="10" y="159"/>
                    </a:lnTo>
                    <a:lnTo>
                      <a:pt x="14" y="157"/>
                    </a:lnTo>
                    <a:lnTo>
                      <a:pt x="14" y="157"/>
                    </a:lnTo>
                    <a:lnTo>
                      <a:pt x="12" y="157"/>
                    </a:lnTo>
                    <a:lnTo>
                      <a:pt x="0" y="160"/>
                    </a:lnTo>
                    <a:lnTo>
                      <a:pt x="0" y="160"/>
                    </a:lnTo>
                    <a:close/>
                  </a:path>
                </a:pathLst>
              </a:custGeom>
              <a:solidFill>
                <a:schemeClr val="accent1">
                  <a:lumMod val="5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6" name="Freeform 8"/>
              <p:cNvSpPr>
                <a:spLocks noEditPoints="1"/>
              </p:cNvSpPr>
              <p:nvPr/>
            </p:nvSpPr>
            <p:spPr bwMode="auto">
              <a:xfrm>
                <a:off x="1858693" y="1526309"/>
                <a:ext cx="593901" cy="2131249"/>
              </a:xfrm>
              <a:custGeom>
                <a:avLst/>
                <a:gdLst/>
                <a:ahLst/>
                <a:cxnLst>
                  <a:cxn ang="0">
                    <a:pos x="256" y="133"/>
                  </a:cxn>
                  <a:cxn ang="0">
                    <a:pos x="209" y="60"/>
                  </a:cxn>
                  <a:cxn ang="0">
                    <a:pos x="143" y="26"/>
                  </a:cxn>
                  <a:cxn ang="0">
                    <a:pos x="126" y="34"/>
                  </a:cxn>
                  <a:cxn ang="0">
                    <a:pos x="76" y="1"/>
                  </a:cxn>
                  <a:cxn ang="0">
                    <a:pos x="33" y="13"/>
                  </a:cxn>
                  <a:cxn ang="0">
                    <a:pos x="0" y="109"/>
                  </a:cxn>
                  <a:cxn ang="0">
                    <a:pos x="29" y="230"/>
                  </a:cxn>
                  <a:cxn ang="0">
                    <a:pos x="61" y="369"/>
                  </a:cxn>
                  <a:cxn ang="0">
                    <a:pos x="63" y="523"/>
                  </a:cxn>
                  <a:cxn ang="0">
                    <a:pos x="90" y="529"/>
                  </a:cxn>
                  <a:cxn ang="0">
                    <a:pos x="98" y="789"/>
                  </a:cxn>
                  <a:cxn ang="0">
                    <a:pos x="90" y="861"/>
                  </a:cxn>
                  <a:cxn ang="0">
                    <a:pos x="61" y="989"/>
                  </a:cxn>
                  <a:cxn ang="0">
                    <a:pos x="52" y="1096"/>
                  </a:cxn>
                  <a:cxn ang="0">
                    <a:pos x="41" y="1124"/>
                  </a:cxn>
                  <a:cxn ang="0">
                    <a:pos x="49" y="1148"/>
                  </a:cxn>
                  <a:cxn ang="0">
                    <a:pos x="45" y="1212"/>
                  </a:cxn>
                  <a:cxn ang="0">
                    <a:pos x="67" y="1228"/>
                  </a:cxn>
                  <a:cxn ang="0">
                    <a:pos x="98" y="1242"/>
                  </a:cxn>
                  <a:cxn ang="0">
                    <a:pos x="190" y="1257"/>
                  </a:cxn>
                  <a:cxn ang="0">
                    <a:pos x="241" y="1246"/>
                  </a:cxn>
                  <a:cxn ang="0">
                    <a:pos x="213" y="1210"/>
                  </a:cxn>
                  <a:cxn ang="0">
                    <a:pos x="168" y="1175"/>
                  </a:cxn>
                  <a:cxn ang="0">
                    <a:pos x="170" y="1137"/>
                  </a:cxn>
                  <a:cxn ang="0">
                    <a:pos x="210" y="1152"/>
                  </a:cxn>
                  <a:cxn ang="0">
                    <a:pos x="277" y="1150"/>
                  </a:cxn>
                  <a:cxn ang="0">
                    <a:pos x="292" y="1130"/>
                  </a:cxn>
                  <a:cxn ang="0">
                    <a:pos x="244" y="1113"/>
                  </a:cxn>
                  <a:cxn ang="0">
                    <a:pos x="205" y="1083"/>
                  </a:cxn>
                  <a:cxn ang="0">
                    <a:pos x="192" y="1059"/>
                  </a:cxn>
                  <a:cxn ang="0">
                    <a:pos x="190" y="1015"/>
                  </a:cxn>
                  <a:cxn ang="0">
                    <a:pos x="206" y="929"/>
                  </a:cxn>
                  <a:cxn ang="0">
                    <a:pos x="255" y="760"/>
                  </a:cxn>
                  <a:cxn ang="0">
                    <a:pos x="275" y="559"/>
                  </a:cxn>
                  <a:cxn ang="0">
                    <a:pos x="305" y="516"/>
                  </a:cxn>
                  <a:cxn ang="0">
                    <a:pos x="318" y="452"/>
                  </a:cxn>
                  <a:cxn ang="0">
                    <a:pos x="275" y="315"/>
                  </a:cxn>
                  <a:cxn ang="0">
                    <a:pos x="282" y="270"/>
                  </a:cxn>
                  <a:cxn ang="0">
                    <a:pos x="341" y="261"/>
                  </a:cxn>
                  <a:cxn ang="0">
                    <a:pos x="350" y="219"/>
                  </a:cxn>
                  <a:cxn ang="0">
                    <a:pos x="315" y="180"/>
                  </a:cxn>
                  <a:cxn ang="0">
                    <a:pos x="161" y="41"/>
                  </a:cxn>
                  <a:cxn ang="0">
                    <a:pos x="202" y="146"/>
                  </a:cxn>
                  <a:cxn ang="0">
                    <a:pos x="177" y="84"/>
                  </a:cxn>
                  <a:cxn ang="0">
                    <a:pos x="170" y="56"/>
                  </a:cxn>
                  <a:cxn ang="0">
                    <a:pos x="214" y="124"/>
                  </a:cxn>
                  <a:cxn ang="0">
                    <a:pos x="215" y="159"/>
                  </a:cxn>
                  <a:cxn ang="0">
                    <a:pos x="220" y="107"/>
                  </a:cxn>
                  <a:cxn ang="0">
                    <a:pos x="207" y="80"/>
                  </a:cxn>
                  <a:cxn ang="0">
                    <a:pos x="251" y="161"/>
                  </a:cxn>
                  <a:cxn ang="0">
                    <a:pos x="222" y="113"/>
                  </a:cxn>
                  <a:cxn ang="0">
                    <a:pos x="248" y="443"/>
                  </a:cxn>
                  <a:cxn ang="0">
                    <a:pos x="265" y="417"/>
                  </a:cxn>
                  <a:cxn ang="0">
                    <a:pos x="248" y="443"/>
                  </a:cxn>
                  <a:cxn ang="0">
                    <a:pos x="255" y="407"/>
                  </a:cxn>
                  <a:cxn ang="0">
                    <a:pos x="254" y="353"/>
                  </a:cxn>
                  <a:cxn ang="0">
                    <a:pos x="262" y="281"/>
                  </a:cxn>
                  <a:cxn ang="0">
                    <a:pos x="278" y="405"/>
                  </a:cxn>
                </a:cxnLst>
                <a:rect l="0" t="0" r="r" b="b"/>
                <a:pathLst>
                  <a:path w="350" h="1257">
                    <a:moveTo>
                      <a:pt x="315" y="180"/>
                    </a:moveTo>
                    <a:lnTo>
                      <a:pt x="315" y="180"/>
                    </a:lnTo>
                    <a:lnTo>
                      <a:pt x="297" y="169"/>
                    </a:lnTo>
                    <a:lnTo>
                      <a:pt x="280" y="157"/>
                    </a:lnTo>
                    <a:lnTo>
                      <a:pt x="271" y="150"/>
                    </a:lnTo>
                    <a:lnTo>
                      <a:pt x="263" y="142"/>
                    </a:lnTo>
                    <a:lnTo>
                      <a:pt x="256" y="133"/>
                    </a:lnTo>
                    <a:lnTo>
                      <a:pt x="251" y="124"/>
                    </a:lnTo>
                    <a:lnTo>
                      <a:pt x="251" y="124"/>
                    </a:lnTo>
                    <a:lnTo>
                      <a:pt x="241" y="105"/>
                    </a:lnTo>
                    <a:lnTo>
                      <a:pt x="230" y="84"/>
                    </a:lnTo>
                    <a:lnTo>
                      <a:pt x="225" y="75"/>
                    </a:lnTo>
                    <a:lnTo>
                      <a:pt x="217" y="67"/>
                    </a:lnTo>
                    <a:lnTo>
                      <a:pt x="209" y="60"/>
                    </a:lnTo>
                    <a:lnTo>
                      <a:pt x="199" y="54"/>
                    </a:lnTo>
                    <a:lnTo>
                      <a:pt x="199" y="54"/>
                    </a:lnTo>
                    <a:lnTo>
                      <a:pt x="175" y="41"/>
                    </a:lnTo>
                    <a:lnTo>
                      <a:pt x="150" y="27"/>
                    </a:lnTo>
                    <a:lnTo>
                      <a:pt x="150" y="27"/>
                    </a:lnTo>
                    <a:lnTo>
                      <a:pt x="146" y="26"/>
                    </a:lnTo>
                    <a:lnTo>
                      <a:pt x="143" y="26"/>
                    </a:lnTo>
                    <a:lnTo>
                      <a:pt x="142" y="27"/>
                    </a:lnTo>
                    <a:lnTo>
                      <a:pt x="139" y="30"/>
                    </a:lnTo>
                    <a:lnTo>
                      <a:pt x="136" y="34"/>
                    </a:lnTo>
                    <a:lnTo>
                      <a:pt x="134" y="35"/>
                    </a:lnTo>
                    <a:lnTo>
                      <a:pt x="130" y="35"/>
                    </a:lnTo>
                    <a:lnTo>
                      <a:pt x="130" y="35"/>
                    </a:lnTo>
                    <a:lnTo>
                      <a:pt x="126" y="34"/>
                    </a:lnTo>
                    <a:lnTo>
                      <a:pt x="120" y="30"/>
                    </a:lnTo>
                    <a:lnTo>
                      <a:pt x="112" y="23"/>
                    </a:lnTo>
                    <a:lnTo>
                      <a:pt x="112" y="23"/>
                    </a:lnTo>
                    <a:lnTo>
                      <a:pt x="100" y="13"/>
                    </a:lnTo>
                    <a:lnTo>
                      <a:pt x="85" y="5"/>
                    </a:lnTo>
                    <a:lnTo>
                      <a:pt x="85" y="5"/>
                    </a:lnTo>
                    <a:lnTo>
                      <a:pt x="76" y="1"/>
                    </a:lnTo>
                    <a:lnTo>
                      <a:pt x="70" y="0"/>
                    </a:lnTo>
                    <a:lnTo>
                      <a:pt x="63" y="0"/>
                    </a:lnTo>
                    <a:lnTo>
                      <a:pt x="56" y="0"/>
                    </a:lnTo>
                    <a:lnTo>
                      <a:pt x="49" y="3"/>
                    </a:lnTo>
                    <a:lnTo>
                      <a:pt x="44" y="5"/>
                    </a:lnTo>
                    <a:lnTo>
                      <a:pt x="38" y="9"/>
                    </a:lnTo>
                    <a:lnTo>
                      <a:pt x="33" y="13"/>
                    </a:lnTo>
                    <a:lnTo>
                      <a:pt x="25" y="26"/>
                    </a:lnTo>
                    <a:lnTo>
                      <a:pt x="16" y="39"/>
                    </a:lnTo>
                    <a:lnTo>
                      <a:pt x="11" y="53"/>
                    </a:lnTo>
                    <a:lnTo>
                      <a:pt x="7" y="68"/>
                    </a:lnTo>
                    <a:lnTo>
                      <a:pt x="7" y="68"/>
                    </a:lnTo>
                    <a:lnTo>
                      <a:pt x="3" y="87"/>
                    </a:lnTo>
                    <a:lnTo>
                      <a:pt x="0" y="109"/>
                    </a:lnTo>
                    <a:lnTo>
                      <a:pt x="1" y="129"/>
                    </a:lnTo>
                    <a:lnTo>
                      <a:pt x="4" y="150"/>
                    </a:lnTo>
                    <a:lnTo>
                      <a:pt x="8" y="172"/>
                    </a:lnTo>
                    <a:lnTo>
                      <a:pt x="14" y="192"/>
                    </a:lnTo>
                    <a:lnTo>
                      <a:pt x="21" y="211"/>
                    </a:lnTo>
                    <a:lnTo>
                      <a:pt x="29" y="230"/>
                    </a:lnTo>
                    <a:lnTo>
                      <a:pt x="29" y="230"/>
                    </a:lnTo>
                    <a:lnTo>
                      <a:pt x="48" y="271"/>
                    </a:lnTo>
                    <a:lnTo>
                      <a:pt x="56" y="291"/>
                    </a:lnTo>
                    <a:lnTo>
                      <a:pt x="59" y="302"/>
                    </a:lnTo>
                    <a:lnTo>
                      <a:pt x="60" y="313"/>
                    </a:lnTo>
                    <a:lnTo>
                      <a:pt x="60" y="313"/>
                    </a:lnTo>
                    <a:lnTo>
                      <a:pt x="61" y="341"/>
                    </a:lnTo>
                    <a:lnTo>
                      <a:pt x="61" y="369"/>
                    </a:lnTo>
                    <a:lnTo>
                      <a:pt x="61" y="424"/>
                    </a:lnTo>
                    <a:lnTo>
                      <a:pt x="61" y="424"/>
                    </a:lnTo>
                    <a:lnTo>
                      <a:pt x="61" y="448"/>
                    </a:lnTo>
                    <a:lnTo>
                      <a:pt x="60" y="474"/>
                    </a:lnTo>
                    <a:lnTo>
                      <a:pt x="60" y="499"/>
                    </a:lnTo>
                    <a:lnTo>
                      <a:pt x="60" y="511"/>
                    </a:lnTo>
                    <a:lnTo>
                      <a:pt x="63" y="523"/>
                    </a:lnTo>
                    <a:lnTo>
                      <a:pt x="63" y="523"/>
                    </a:lnTo>
                    <a:lnTo>
                      <a:pt x="63" y="526"/>
                    </a:lnTo>
                    <a:lnTo>
                      <a:pt x="66" y="527"/>
                    </a:lnTo>
                    <a:lnTo>
                      <a:pt x="71" y="529"/>
                    </a:lnTo>
                    <a:lnTo>
                      <a:pt x="83" y="529"/>
                    </a:lnTo>
                    <a:lnTo>
                      <a:pt x="83" y="529"/>
                    </a:lnTo>
                    <a:lnTo>
                      <a:pt x="90" y="529"/>
                    </a:lnTo>
                    <a:lnTo>
                      <a:pt x="94" y="531"/>
                    </a:lnTo>
                    <a:lnTo>
                      <a:pt x="97" y="535"/>
                    </a:lnTo>
                    <a:lnTo>
                      <a:pt x="98" y="540"/>
                    </a:lnTo>
                    <a:lnTo>
                      <a:pt x="98" y="552"/>
                    </a:lnTo>
                    <a:lnTo>
                      <a:pt x="97" y="563"/>
                    </a:lnTo>
                    <a:lnTo>
                      <a:pt x="97" y="563"/>
                    </a:lnTo>
                    <a:lnTo>
                      <a:pt x="98" y="789"/>
                    </a:lnTo>
                    <a:lnTo>
                      <a:pt x="98" y="789"/>
                    </a:lnTo>
                    <a:lnTo>
                      <a:pt x="98" y="815"/>
                    </a:lnTo>
                    <a:lnTo>
                      <a:pt x="98" y="829"/>
                    </a:lnTo>
                    <a:lnTo>
                      <a:pt x="97" y="841"/>
                    </a:lnTo>
                    <a:lnTo>
                      <a:pt x="97" y="841"/>
                    </a:lnTo>
                    <a:lnTo>
                      <a:pt x="94" y="850"/>
                    </a:lnTo>
                    <a:lnTo>
                      <a:pt x="90" y="861"/>
                    </a:lnTo>
                    <a:lnTo>
                      <a:pt x="83" y="882"/>
                    </a:lnTo>
                    <a:lnTo>
                      <a:pt x="83" y="882"/>
                    </a:lnTo>
                    <a:lnTo>
                      <a:pt x="76" y="909"/>
                    </a:lnTo>
                    <a:lnTo>
                      <a:pt x="70" y="935"/>
                    </a:lnTo>
                    <a:lnTo>
                      <a:pt x="66" y="962"/>
                    </a:lnTo>
                    <a:lnTo>
                      <a:pt x="61" y="989"/>
                    </a:lnTo>
                    <a:lnTo>
                      <a:pt x="61" y="989"/>
                    </a:lnTo>
                    <a:lnTo>
                      <a:pt x="56" y="1037"/>
                    </a:lnTo>
                    <a:lnTo>
                      <a:pt x="53" y="1085"/>
                    </a:lnTo>
                    <a:lnTo>
                      <a:pt x="53" y="1085"/>
                    </a:lnTo>
                    <a:lnTo>
                      <a:pt x="55" y="1081"/>
                    </a:lnTo>
                    <a:lnTo>
                      <a:pt x="55" y="1081"/>
                    </a:lnTo>
                    <a:lnTo>
                      <a:pt x="53" y="1090"/>
                    </a:lnTo>
                    <a:lnTo>
                      <a:pt x="52" y="1096"/>
                    </a:lnTo>
                    <a:lnTo>
                      <a:pt x="51" y="1101"/>
                    </a:lnTo>
                    <a:lnTo>
                      <a:pt x="51" y="1101"/>
                    </a:lnTo>
                    <a:lnTo>
                      <a:pt x="53" y="1086"/>
                    </a:lnTo>
                    <a:lnTo>
                      <a:pt x="53" y="1086"/>
                    </a:lnTo>
                    <a:lnTo>
                      <a:pt x="45" y="1108"/>
                    </a:lnTo>
                    <a:lnTo>
                      <a:pt x="41" y="1119"/>
                    </a:lnTo>
                    <a:lnTo>
                      <a:pt x="41" y="1124"/>
                    </a:lnTo>
                    <a:lnTo>
                      <a:pt x="41" y="1130"/>
                    </a:lnTo>
                    <a:lnTo>
                      <a:pt x="41" y="1130"/>
                    </a:lnTo>
                    <a:lnTo>
                      <a:pt x="45" y="1135"/>
                    </a:lnTo>
                    <a:lnTo>
                      <a:pt x="48" y="1138"/>
                    </a:lnTo>
                    <a:lnTo>
                      <a:pt x="49" y="1141"/>
                    </a:lnTo>
                    <a:lnTo>
                      <a:pt x="49" y="1141"/>
                    </a:lnTo>
                    <a:lnTo>
                      <a:pt x="49" y="1148"/>
                    </a:lnTo>
                    <a:lnTo>
                      <a:pt x="48" y="1154"/>
                    </a:lnTo>
                    <a:lnTo>
                      <a:pt x="44" y="1168"/>
                    </a:lnTo>
                    <a:lnTo>
                      <a:pt x="44" y="1168"/>
                    </a:lnTo>
                    <a:lnTo>
                      <a:pt x="42" y="1182"/>
                    </a:lnTo>
                    <a:lnTo>
                      <a:pt x="42" y="1197"/>
                    </a:lnTo>
                    <a:lnTo>
                      <a:pt x="42" y="1205"/>
                    </a:lnTo>
                    <a:lnTo>
                      <a:pt x="45" y="1212"/>
                    </a:lnTo>
                    <a:lnTo>
                      <a:pt x="48" y="1217"/>
                    </a:lnTo>
                    <a:lnTo>
                      <a:pt x="52" y="1222"/>
                    </a:lnTo>
                    <a:lnTo>
                      <a:pt x="52" y="1222"/>
                    </a:lnTo>
                    <a:lnTo>
                      <a:pt x="56" y="1227"/>
                    </a:lnTo>
                    <a:lnTo>
                      <a:pt x="60" y="1229"/>
                    </a:lnTo>
                    <a:lnTo>
                      <a:pt x="64" y="1229"/>
                    </a:lnTo>
                    <a:lnTo>
                      <a:pt x="67" y="1228"/>
                    </a:lnTo>
                    <a:lnTo>
                      <a:pt x="72" y="1224"/>
                    </a:lnTo>
                    <a:lnTo>
                      <a:pt x="81" y="1218"/>
                    </a:lnTo>
                    <a:lnTo>
                      <a:pt x="81" y="1218"/>
                    </a:lnTo>
                    <a:lnTo>
                      <a:pt x="83" y="1225"/>
                    </a:lnTo>
                    <a:lnTo>
                      <a:pt x="87" y="1232"/>
                    </a:lnTo>
                    <a:lnTo>
                      <a:pt x="93" y="1236"/>
                    </a:lnTo>
                    <a:lnTo>
                      <a:pt x="98" y="1242"/>
                    </a:lnTo>
                    <a:lnTo>
                      <a:pt x="105" y="1244"/>
                    </a:lnTo>
                    <a:lnTo>
                      <a:pt x="112" y="1248"/>
                    </a:lnTo>
                    <a:lnTo>
                      <a:pt x="128" y="1252"/>
                    </a:lnTo>
                    <a:lnTo>
                      <a:pt x="145" y="1255"/>
                    </a:lnTo>
                    <a:lnTo>
                      <a:pt x="161" y="1257"/>
                    </a:lnTo>
                    <a:lnTo>
                      <a:pt x="190" y="1257"/>
                    </a:lnTo>
                    <a:lnTo>
                      <a:pt x="190" y="1257"/>
                    </a:lnTo>
                    <a:lnTo>
                      <a:pt x="205" y="1257"/>
                    </a:lnTo>
                    <a:lnTo>
                      <a:pt x="222" y="1257"/>
                    </a:lnTo>
                    <a:lnTo>
                      <a:pt x="232" y="1255"/>
                    </a:lnTo>
                    <a:lnTo>
                      <a:pt x="239" y="1252"/>
                    </a:lnTo>
                    <a:lnTo>
                      <a:pt x="240" y="1251"/>
                    </a:lnTo>
                    <a:lnTo>
                      <a:pt x="241" y="1248"/>
                    </a:lnTo>
                    <a:lnTo>
                      <a:pt x="241" y="1246"/>
                    </a:lnTo>
                    <a:lnTo>
                      <a:pt x="241" y="1242"/>
                    </a:lnTo>
                    <a:lnTo>
                      <a:pt x="241" y="1242"/>
                    </a:lnTo>
                    <a:lnTo>
                      <a:pt x="237" y="1235"/>
                    </a:lnTo>
                    <a:lnTo>
                      <a:pt x="233" y="1228"/>
                    </a:lnTo>
                    <a:lnTo>
                      <a:pt x="229" y="1222"/>
                    </a:lnTo>
                    <a:lnTo>
                      <a:pt x="224" y="1218"/>
                    </a:lnTo>
                    <a:lnTo>
                      <a:pt x="213" y="1210"/>
                    </a:lnTo>
                    <a:lnTo>
                      <a:pt x="199" y="1203"/>
                    </a:lnTo>
                    <a:lnTo>
                      <a:pt x="199" y="1203"/>
                    </a:lnTo>
                    <a:lnTo>
                      <a:pt x="185" y="1195"/>
                    </a:lnTo>
                    <a:lnTo>
                      <a:pt x="180" y="1191"/>
                    </a:lnTo>
                    <a:lnTo>
                      <a:pt x="176" y="1186"/>
                    </a:lnTo>
                    <a:lnTo>
                      <a:pt x="172" y="1180"/>
                    </a:lnTo>
                    <a:lnTo>
                      <a:pt x="168" y="1175"/>
                    </a:lnTo>
                    <a:lnTo>
                      <a:pt x="165" y="1167"/>
                    </a:lnTo>
                    <a:lnTo>
                      <a:pt x="164" y="1160"/>
                    </a:lnTo>
                    <a:lnTo>
                      <a:pt x="164" y="1160"/>
                    </a:lnTo>
                    <a:lnTo>
                      <a:pt x="164" y="1152"/>
                    </a:lnTo>
                    <a:lnTo>
                      <a:pt x="164" y="1145"/>
                    </a:lnTo>
                    <a:lnTo>
                      <a:pt x="166" y="1139"/>
                    </a:lnTo>
                    <a:lnTo>
                      <a:pt x="170" y="1137"/>
                    </a:lnTo>
                    <a:lnTo>
                      <a:pt x="175" y="1135"/>
                    </a:lnTo>
                    <a:lnTo>
                      <a:pt x="181" y="1135"/>
                    </a:lnTo>
                    <a:lnTo>
                      <a:pt x="187" y="1138"/>
                    </a:lnTo>
                    <a:lnTo>
                      <a:pt x="194" y="1142"/>
                    </a:lnTo>
                    <a:lnTo>
                      <a:pt x="194" y="1142"/>
                    </a:lnTo>
                    <a:lnTo>
                      <a:pt x="202" y="1148"/>
                    </a:lnTo>
                    <a:lnTo>
                      <a:pt x="210" y="1152"/>
                    </a:lnTo>
                    <a:lnTo>
                      <a:pt x="220" y="1153"/>
                    </a:lnTo>
                    <a:lnTo>
                      <a:pt x="230" y="1154"/>
                    </a:lnTo>
                    <a:lnTo>
                      <a:pt x="240" y="1154"/>
                    </a:lnTo>
                    <a:lnTo>
                      <a:pt x="251" y="1154"/>
                    </a:lnTo>
                    <a:lnTo>
                      <a:pt x="270" y="1152"/>
                    </a:lnTo>
                    <a:lnTo>
                      <a:pt x="270" y="1152"/>
                    </a:lnTo>
                    <a:lnTo>
                      <a:pt x="277" y="1150"/>
                    </a:lnTo>
                    <a:lnTo>
                      <a:pt x="285" y="1149"/>
                    </a:lnTo>
                    <a:lnTo>
                      <a:pt x="288" y="1148"/>
                    </a:lnTo>
                    <a:lnTo>
                      <a:pt x="292" y="1145"/>
                    </a:lnTo>
                    <a:lnTo>
                      <a:pt x="293" y="1142"/>
                    </a:lnTo>
                    <a:lnTo>
                      <a:pt x="293" y="1138"/>
                    </a:lnTo>
                    <a:lnTo>
                      <a:pt x="293" y="1138"/>
                    </a:lnTo>
                    <a:lnTo>
                      <a:pt x="292" y="1130"/>
                    </a:lnTo>
                    <a:lnTo>
                      <a:pt x="290" y="1127"/>
                    </a:lnTo>
                    <a:lnTo>
                      <a:pt x="289" y="1126"/>
                    </a:lnTo>
                    <a:lnTo>
                      <a:pt x="284" y="1123"/>
                    </a:lnTo>
                    <a:lnTo>
                      <a:pt x="275" y="1122"/>
                    </a:lnTo>
                    <a:lnTo>
                      <a:pt x="275" y="1122"/>
                    </a:lnTo>
                    <a:lnTo>
                      <a:pt x="255" y="1116"/>
                    </a:lnTo>
                    <a:lnTo>
                      <a:pt x="244" y="1113"/>
                    </a:lnTo>
                    <a:lnTo>
                      <a:pt x="232" y="1111"/>
                    </a:lnTo>
                    <a:lnTo>
                      <a:pt x="222" y="1105"/>
                    </a:lnTo>
                    <a:lnTo>
                      <a:pt x="213" y="1100"/>
                    </a:lnTo>
                    <a:lnTo>
                      <a:pt x="210" y="1097"/>
                    </a:lnTo>
                    <a:lnTo>
                      <a:pt x="207" y="1093"/>
                    </a:lnTo>
                    <a:lnTo>
                      <a:pt x="206" y="1089"/>
                    </a:lnTo>
                    <a:lnTo>
                      <a:pt x="205" y="1083"/>
                    </a:lnTo>
                    <a:lnTo>
                      <a:pt x="205" y="1083"/>
                    </a:lnTo>
                    <a:lnTo>
                      <a:pt x="203" y="1077"/>
                    </a:lnTo>
                    <a:lnTo>
                      <a:pt x="200" y="1073"/>
                    </a:lnTo>
                    <a:lnTo>
                      <a:pt x="196" y="1067"/>
                    </a:lnTo>
                    <a:lnTo>
                      <a:pt x="194" y="1062"/>
                    </a:lnTo>
                    <a:lnTo>
                      <a:pt x="194" y="1062"/>
                    </a:lnTo>
                    <a:lnTo>
                      <a:pt x="192" y="1059"/>
                    </a:lnTo>
                    <a:lnTo>
                      <a:pt x="192" y="1055"/>
                    </a:lnTo>
                    <a:lnTo>
                      <a:pt x="195" y="1047"/>
                    </a:lnTo>
                    <a:lnTo>
                      <a:pt x="198" y="1040"/>
                    </a:lnTo>
                    <a:lnTo>
                      <a:pt x="198" y="1036"/>
                    </a:lnTo>
                    <a:lnTo>
                      <a:pt x="198" y="1032"/>
                    </a:lnTo>
                    <a:lnTo>
                      <a:pt x="198" y="1032"/>
                    </a:lnTo>
                    <a:lnTo>
                      <a:pt x="190" y="1015"/>
                    </a:lnTo>
                    <a:lnTo>
                      <a:pt x="187" y="1006"/>
                    </a:lnTo>
                    <a:lnTo>
                      <a:pt x="187" y="1002"/>
                    </a:lnTo>
                    <a:lnTo>
                      <a:pt x="187" y="996"/>
                    </a:lnTo>
                    <a:lnTo>
                      <a:pt x="187" y="996"/>
                    </a:lnTo>
                    <a:lnTo>
                      <a:pt x="198" y="953"/>
                    </a:lnTo>
                    <a:lnTo>
                      <a:pt x="198" y="953"/>
                    </a:lnTo>
                    <a:lnTo>
                      <a:pt x="206" y="929"/>
                    </a:lnTo>
                    <a:lnTo>
                      <a:pt x="215" y="906"/>
                    </a:lnTo>
                    <a:lnTo>
                      <a:pt x="225" y="884"/>
                    </a:lnTo>
                    <a:lnTo>
                      <a:pt x="233" y="861"/>
                    </a:lnTo>
                    <a:lnTo>
                      <a:pt x="233" y="861"/>
                    </a:lnTo>
                    <a:lnTo>
                      <a:pt x="240" y="837"/>
                    </a:lnTo>
                    <a:lnTo>
                      <a:pt x="245" y="811"/>
                    </a:lnTo>
                    <a:lnTo>
                      <a:pt x="255" y="760"/>
                    </a:lnTo>
                    <a:lnTo>
                      <a:pt x="262" y="709"/>
                    </a:lnTo>
                    <a:lnTo>
                      <a:pt x="269" y="658"/>
                    </a:lnTo>
                    <a:lnTo>
                      <a:pt x="269" y="658"/>
                    </a:lnTo>
                    <a:lnTo>
                      <a:pt x="274" y="609"/>
                    </a:lnTo>
                    <a:lnTo>
                      <a:pt x="275" y="583"/>
                    </a:lnTo>
                    <a:lnTo>
                      <a:pt x="275" y="559"/>
                    </a:lnTo>
                    <a:lnTo>
                      <a:pt x="275" y="559"/>
                    </a:lnTo>
                    <a:lnTo>
                      <a:pt x="275" y="548"/>
                    </a:lnTo>
                    <a:lnTo>
                      <a:pt x="277" y="538"/>
                    </a:lnTo>
                    <a:lnTo>
                      <a:pt x="278" y="530"/>
                    </a:lnTo>
                    <a:lnTo>
                      <a:pt x="282" y="523"/>
                    </a:lnTo>
                    <a:lnTo>
                      <a:pt x="288" y="519"/>
                    </a:lnTo>
                    <a:lnTo>
                      <a:pt x="296" y="516"/>
                    </a:lnTo>
                    <a:lnTo>
                      <a:pt x="305" y="516"/>
                    </a:lnTo>
                    <a:lnTo>
                      <a:pt x="316" y="518"/>
                    </a:lnTo>
                    <a:lnTo>
                      <a:pt x="316" y="518"/>
                    </a:lnTo>
                    <a:lnTo>
                      <a:pt x="331" y="519"/>
                    </a:lnTo>
                    <a:lnTo>
                      <a:pt x="331" y="519"/>
                    </a:lnTo>
                    <a:lnTo>
                      <a:pt x="329" y="501"/>
                    </a:lnTo>
                    <a:lnTo>
                      <a:pt x="326" y="485"/>
                    </a:lnTo>
                    <a:lnTo>
                      <a:pt x="318" y="452"/>
                    </a:lnTo>
                    <a:lnTo>
                      <a:pt x="307" y="420"/>
                    </a:lnTo>
                    <a:lnTo>
                      <a:pt x="296" y="388"/>
                    </a:lnTo>
                    <a:lnTo>
                      <a:pt x="296" y="388"/>
                    </a:lnTo>
                    <a:lnTo>
                      <a:pt x="286" y="357"/>
                    </a:lnTo>
                    <a:lnTo>
                      <a:pt x="278" y="327"/>
                    </a:lnTo>
                    <a:lnTo>
                      <a:pt x="278" y="327"/>
                    </a:lnTo>
                    <a:lnTo>
                      <a:pt x="275" y="315"/>
                    </a:lnTo>
                    <a:lnTo>
                      <a:pt x="271" y="298"/>
                    </a:lnTo>
                    <a:lnTo>
                      <a:pt x="270" y="290"/>
                    </a:lnTo>
                    <a:lnTo>
                      <a:pt x="270" y="283"/>
                    </a:lnTo>
                    <a:lnTo>
                      <a:pt x="271" y="276"/>
                    </a:lnTo>
                    <a:lnTo>
                      <a:pt x="274" y="272"/>
                    </a:lnTo>
                    <a:lnTo>
                      <a:pt x="274" y="272"/>
                    </a:lnTo>
                    <a:lnTo>
                      <a:pt x="282" y="270"/>
                    </a:lnTo>
                    <a:lnTo>
                      <a:pt x="290" y="268"/>
                    </a:lnTo>
                    <a:lnTo>
                      <a:pt x="308" y="270"/>
                    </a:lnTo>
                    <a:lnTo>
                      <a:pt x="318" y="271"/>
                    </a:lnTo>
                    <a:lnTo>
                      <a:pt x="326" y="271"/>
                    </a:lnTo>
                    <a:lnTo>
                      <a:pt x="334" y="268"/>
                    </a:lnTo>
                    <a:lnTo>
                      <a:pt x="338" y="266"/>
                    </a:lnTo>
                    <a:lnTo>
                      <a:pt x="341" y="261"/>
                    </a:lnTo>
                    <a:lnTo>
                      <a:pt x="341" y="261"/>
                    </a:lnTo>
                    <a:lnTo>
                      <a:pt x="345" y="257"/>
                    </a:lnTo>
                    <a:lnTo>
                      <a:pt x="346" y="253"/>
                    </a:lnTo>
                    <a:lnTo>
                      <a:pt x="350" y="241"/>
                    </a:lnTo>
                    <a:lnTo>
                      <a:pt x="350" y="230"/>
                    </a:lnTo>
                    <a:lnTo>
                      <a:pt x="350" y="219"/>
                    </a:lnTo>
                    <a:lnTo>
                      <a:pt x="350" y="219"/>
                    </a:lnTo>
                    <a:lnTo>
                      <a:pt x="349" y="212"/>
                    </a:lnTo>
                    <a:lnTo>
                      <a:pt x="345" y="207"/>
                    </a:lnTo>
                    <a:lnTo>
                      <a:pt x="342" y="202"/>
                    </a:lnTo>
                    <a:lnTo>
                      <a:pt x="337" y="196"/>
                    </a:lnTo>
                    <a:lnTo>
                      <a:pt x="326" y="188"/>
                    </a:lnTo>
                    <a:lnTo>
                      <a:pt x="315" y="180"/>
                    </a:lnTo>
                    <a:lnTo>
                      <a:pt x="315" y="180"/>
                    </a:lnTo>
                    <a:lnTo>
                      <a:pt x="316" y="181"/>
                    </a:lnTo>
                    <a:lnTo>
                      <a:pt x="315" y="180"/>
                    </a:lnTo>
                    <a:lnTo>
                      <a:pt x="315" y="180"/>
                    </a:lnTo>
                    <a:close/>
                    <a:moveTo>
                      <a:pt x="165" y="43"/>
                    </a:moveTo>
                    <a:lnTo>
                      <a:pt x="165" y="43"/>
                    </a:lnTo>
                    <a:lnTo>
                      <a:pt x="162" y="43"/>
                    </a:lnTo>
                    <a:lnTo>
                      <a:pt x="161" y="41"/>
                    </a:lnTo>
                    <a:lnTo>
                      <a:pt x="165" y="43"/>
                    </a:lnTo>
                    <a:close/>
                    <a:moveTo>
                      <a:pt x="221" y="158"/>
                    </a:moveTo>
                    <a:lnTo>
                      <a:pt x="221" y="158"/>
                    </a:lnTo>
                    <a:lnTo>
                      <a:pt x="213" y="158"/>
                    </a:lnTo>
                    <a:lnTo>
                      <a:pt x="207" y="157"/>
                    </a:lnTo>
                    <a:lnTo>
                      <a:pt x="203" y="152"/>
                    </a:lnTo>
                    <a:lnTo>
                      <a:pt x="202" y="146"/>
                    </a:lnTo>
                    <a:lnTo>
                      <a:pt x="199" y="132"/>
                    </a:lnTo>
                    <a:lnTo>
                      <a:pt x="198" y="124"/>
                    </a:lnTo>
                    <a:lnTo>
                      <a:pt x="195" y="116"/>
                    </a:lnTo>
                    <a:lnTo>
                      <a:pt x="195" y="116"/>
                    </a:lnTo>
                    <a:lnTo>
                      <a:pt x="190" y="105"/>
                    </a:lnTo>
                    <a:lnTo>
                      <a:pt x="184" y="95"/>
                    </a:lnTo>
                    <a:lnTo>
                      <a:pt x="177" y="84"/>
                    </a:lnTo>
                    <a:lnTo>
                      <a:pt x="169" y="75"/>
                    </a:lnTo>
                    <a:lnTo>
                      <a:pt x="153" y="57"/>
                    </a:lnTo>
                    <a:lnTo>
                      <a:pt x="135" y="41"/>
                    </a:lnTo>
                    <a:lnTo>
                      <a:pt x="135" y="41"/>
                    </a:lnTo>
                    <a:lnTo>
                      <a:pt x="151" y="46"/>
                    </a:lnTo>
                    <a:lnTo>
                      <a:pt x="165" y="52"/>
                    </a:lnTo>
                    <a:lnTo>
                      <a:pt x="170" y="56"/>
                    </a:lnTo>
                    <a:lnTo>
                      <a:pt x="177" y="61"/>
                    </a:lnTo>
                    <a:lnTo>
                      <a:pt x="190" y="73"/>
                    </a:lnTo>
                    <a:lnTo>
                      <a:pt x="190" y="73"/>
                    </a:lnTo>
                    <a:lnTo>
                      <a:pt x="198" y="84"/>
                    </a:lnTo>
                    <a:lnTo>
                      <a:pt x="205" y="97"/>
                    </a:lnTo>
                    <a:lnTo>
                      <a:pt x="210" y="110"/>
                    </a:lnTo>
                    <a:lnTo>
                      <a:pt x="214" y="124"/>
                    </a:lnTo>
                    <a:lnTo>
                      <a:pt x="214" y="124"/>
                    </a:lnTo>
                    <a:lnTo>
                      <a:pt x="220" y="142"/>
                    </a:lnTo>
                    <a:lnTo>
                      <a:pt x="222" y="151"/>
                    </a:lnTo>
                    <a:lnTo>
                      <a:pt x="222" y="155"/>
                    </a:lnTo>
                    <a:lnTo>
                      <a:pt x="221" y="158"/>
                    </a:lnTo>
                    <a:lnTo>
                      <a:pt x="221" y="158"/>
                    </a:lnTo>
                    <a:lnTo>
                      <a:pt x="215" y="159"/>
                    </a:lnTo>
                    <a:lnTo>
                      <a:pt x="217" y="158"/>
                    </a:lnTo>
                    <a:lnTo>
                      <a:pt x="220" y="158"/>
                    </a:lnTo>
                    <a:lnTo>
                      <a:pt x="221" y="158"/>
                    </a:lnTo>
                    <a:lnTo>
                      <a:pt x="221" y="158"/>
                    </a:lnTo>
                    <a:lnTo>
                      <a:pt x="221" y="158"/>
                    </a:lnTo>
                    <a:close/>
                    <a:moveTo>
                      <a:pt x="220" y="107"/>
                    </a:moveTo>
                    <a:lnTo>
                      <a:pt x="220" y="107"/>
                    </a:lnTo>
                    <a:lnTo>
                      <a:pt x="209" y="90"/>
                    </a:lnTo>
                    <a:lnTo>
                      <a:pt x="195" y="73"/>
                    </a:lnTo>
                    <a:lnTo>
                      <a:pt x="180" y="58"/>
                    </a:lnTo>
                    <a:lnTo>
                      <a:pt x="165" y="43"/>
                    </a:lnTo>
                    <a:lnTo>
                      <a:pt x="165" y="43"/>
                    </a:lnTo>
                    <a:lnTo>
                      <a:pt x="194" y="67"/>
                    </a:lnTo>
                    <a:lnTo>
                      <a:pt x="207" y="80"/>
                    </a:lnTo>
                    <a:lnTo>
                      <a:pt x="220" y="95"/>
                    </a:lnTo>
                    <a:lnTo>
                      <a:pt x="232" y="110"/>
                    </a:lnTo>
                    <a:lnTo>
                      <a:pt x="240" y="127"/>
                    </a:lnTo>
                    <a:lnTo>
                      <a:pt x="247" y="143"/>
                    </a:lnTo>
                    <a:lnTo>
                      <a:pt x="250" y="152"/>
                    </a:lnTo>
                    <a:lnTo>
                      <a:pt x="251" y="161"/>
                    </a:lnTo>
                    <a:lnTo>
                      <a:pt x="251" y="161"/>
                    </a:lnTo>
                    <a:lnTo>
                      <a:pt x="247" y="161"/>
                    </a:lnTo>
                    <a:lnTo>
                      <a:pt x="244" y="161"/>
                    </a:lnTo>
                    <a:lnTo>
                      <a:pt x="239" y="155"/>
                    </a:lnTo>
                    <a:lnTo>
                      <a:pt x="235" y="148"/>
                    </a:lnTo>
                    <a:lnTo>
                      <a:pt x="230" y="140"/>
                    </a:lnTo>
                    <a:lnTo>
                      <a:pt x="225" y="121"/>
                    </a:lnTo>
                    <a:lnTo>
                      <a:pt x="222" y="113"/>
                    </a:lnTo>
                    <a:lnTo>
                      <a:pt x="220" y="107"/>
                    </a:lnTo>
                    <a:lnTo>
                      <a:pt x="220" y="107"/>
                    </a:lnTo>
                    <a:lnTo>
                      <a:pt x="217" y="102"/>
                    </a:lnTo>
                    <a:lnTo>
                      <a:pt x="220" y="107"/>
                    </a:lnTo>
                    <a:lnTo>
                      <a:pt x="220" y="107"/>
                    </a:lnTo>
                    <a:close/>
                    <a:moveTo>
                      <a:pt x="248" y="443"/>
                    </a:moveTo>
                    <a:lnTo>
                      <a:pt x="248" y="443"/>
                    </a:lnTo>
                    <a:lnTo>
                      <a:pt x="250" y="433"/>
                    </a:lnTo>
                    <a:lnTo>
                      <a:pt x="251" y="422"/>
                    </a:lnTo>
                    <a:lnTo>
                      <a:pt x="252" y="420"/>
                    </a:lnTo>
                    <a:lnTo>
                      <a:pt x="255" y="417"/>
                    </a:lnTo>
                    <a:lnTo>
                      <a:pt x="259" y="416"/>
                    </a:lnTo>
                    <a:lnTo>
                      <a:pt x="265" y="417"/>
                    </a:lnTo>
                    <a:lnTo>
                      <a:pt x="265" y="417"/>
                    </a:lnTo>
                    <a:lnTo>
                      <a:pt x="265" y="429"/>
                    </a:lnTo>
                    <a:lnTo>
                      <a:pt x="265" y="437"/>
                    </a:lnTo>
                    <a:lnTo>
                      <a:pt x="262" y="440"/>
                    </a:lnTo>
                    <a:lnTo>
                      <a:pt x="259" y="441"/>
                    </a:lnTo>
                    <a:lnTo>
                      <a:pt x="255" y="443"/>
                    </a:lnTo>
                    <a:lnTo>
                      <a:pt x="248" y="443"/>
                    </a:lnTo>
                    <a:lnTo>
                      <a:pt x="248" y="443"/>
                    </a:lnTo>
                    <a:close/>
                    <a:moveTo>
                      <a:pt x="281" y="410"/>
                    </a:moveTo>
                    <a:lnTo>
                      <a:pt x="281" y="410"/>
                    </a:lnTo>
                    <a:lnTo>
                      <a:pt x="271" y="413"/>
                    </a:lnTo>
                    <a:lnTo>
                      <a:pt x="263" y="414"/>
                    </a:lnTo>
                    <a:lnTo>
                      <a:pt x="260" y="413"/>
                    </a:lnTo>
                    <a:lnTo>
                      <a:pt x="258" y="411"/>
                    </a:lnTo>
                    <a:lnTo>
                      <a:pt x="255" y="407"/>
                    </a:lnTo>
                    <a:lnTo>
                      <a:pt x="254" y="403"/>
                    </a:lnTo>
                    <a:lnTo>
                      <a:pt x="254" y="403"/>
                    </a:lnTo>
                    <a:lnTo>
                      <a:pt x="251" y="391"/>
                    </a:lnTo>
                    <a:lnTo>
                      <a:pt x="252" y="379"/>
                    </a:lnTo>
                    <a:lnTo>
                      <a:pt x="254" y="365"/>
                    </a:lnTo>
                    <a:lnTo>
                      <a:pt x="254" y="353"/>
                    </a:lnTo>
                    <a:lnTo>
                      <a:pt x="254" y="353"/>
                    </a:lnTo>
                    <a:lnTo>
                      <a:pt x="252" y="336"/>
                    </a:lnTo>
                    <a:lnTo>
                      <a:pt x="251" y="313"/>
                    </a:lnTo>
                    <a:lnTo>
                      <a:pt x="252" y="301"/>
                    </a:lnTo>
                    <a:lnTo>
                      <a:pt x="254" y="291"/>
                    </a:lnTo>
                    <a:lnTo>
                      <a:pt x="256" y="283"/>
                    </a:lnTo>
                    <a:lnTo>
                      <a:pt x="259" y="282"/>
                    </a:lnTo>
                    <a:lnTo>
                      <a:pt x="262" y="281"/>
                    </a:lnTo>
                    <a:lnTo>
                      <a:pt x="262" y="281"/>
                    </a:lnTo>
                    <a:lnTo>
                      <a:pt x="266" y="313"/>
                    </a:lnTo>
                    <a:lnTo>
                      <a:pt x="271" y="346"/>
                    </a:lnTo>
                    <a:lnTo>
                      <a:pt x="281" y="410"/>
                    </a:lnTo>
                    <a:lnTo>
                      <a:pt x="281" y="410"/>
                    </a:lnTo>
                    <a:lnTo>
                      <a:pt x="280" y="409"/>
                    </a:lnTo>
                    <a:lnTo>
                      <a:pt x="278" y="405"/>
                    </a:lnTo>
                    <a:lnTo>
                      <a:pt x="277" y="395"/>
                    </a:lnTo>
                    <a:lnTo>
                      <a:pt x="277" y="392"/>
                    </a:lnTo>
                    <a:lnTo>
                      <a:pt x="278" y="392"/>
                    </a:lnTo>
                    <a:lnTo>
                      <a:pt x="281" y="410"/>
                    </a:lnTo>
                    <a:lnTo>
                      <a:pt x="281" y="410"/>
                    </a:lnTo>
                    <a:close/>
                  </a:path>
                </a:pathLst>
              </a:custGeom>
              <a:solidFill>
                <a:schemeClr val="accent1">
                  <a:lumMod val="5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6" name="Group 82"/>
            <p:cNvGrpSpPr/>
            <p:nvPr/>
          </p:nvGrpSpPr>
          <p:grpSpPr>
            <a:xfrm>
              <a:off x="1285852" y="1000114"/>
              <a:ext cx="729094" cy="2511672"/>
              <a:chOff x="5075236" y="1428742"/>
              <a:chExt cx="360363" cy="1241426"/>
            </a:xfrm>
            <a:grpFill/>
          </p:grpSpPr>
          <p:sp>
            <p:nvSpPr>
              <p:cNvPr id="81" name="Freeform 18"/>
              <p:cNvSpPr>
                <a:spLocks/>
              </p:cNvSpPr>
              <p:nvPr/>
            </p:nvSpPr>
            <p:spPr bwMode="auto">
              <a:xfrm>
                <a:off x="5187948" y="1428742"/>
                <a:ext cx="123825" cy="182563"/>
              </a:xfrm>
              <a:custGeom>
                <a:avLst/>
                <a:gdLst/>
                <a:ahLst/>
                <a:cxnLst>
                  <a:cxn ang="0">
                    <a:pos x="21" y="184"/>
                  </a:cxn>
                  <a:cxn ang="0">
                    <a:pos x="24" y="198"/>
                  </a:cxn>
                  <a:cxn ang="0">
                    <a:pos x="24" y="211"/>
                  </a:cxn>
                  <a:cxn ang="0">
                    <a:pos x="27" y="215"/>
                  </a:cxn>
                  <a:cxn ang="0">
                    <a:pos x="43" y="224"/>
                  </a:cxn>
                  <a:cxn ang="0">
                    <a:pos x="55" y="228"/>
                  </a:cxn>
                  <a:cxn ang="0">
                    <a:pos x="81" y="228"/>
                  </a:cxn>
                  <a:cxn ang="0">
                    <a:pos x="95" y="224"/>
                  </a:cxn>
                  <a:cxn ang="0">
                    <a:pos x="110" y="213"/>
                  </a:cxn>
                  <a:cxn ang="0">
                    <a:pos x="124" y="206"/>
                  </a:cxn>
                  <a:cxn ang="0">
                    <a:pos x="126" y="204"/>
                  </a:cxn>
                  <a:cxn ang="0">
                    <a:pos x="125" y="179"/>
                  </a:cxn>
                  <a:cxn ang="0">
                    <a:pos x="132" y="153"/>
                  </a:cxn>
                  <a:cxn ang="0">
                    <a:pos x="141" y="139"/>
                  </a:cxn>
                  <a:cxn ang="0">
                    <a:pos x="154" y="116"/>
                  </a:cxn>
                  <a:cxn ang="0">
                    <a:pos x="155" y="104"/>
                  </a:cxn>
                  <a:cxn ang="0">
                    <a:pos x="152" y="97"/>
                  </a:cxn>
                  <a:cxn ang="0">
                    <a:pos x="148" y="94"/>
                  </a:cxn>
                  <a:cxn ang="0">
                    <a:pos x="145" y="86"/>
                  </a:cxn>
                  <a:cxn ang="0">
                    <a:pos x="144" y="60"/>
                  </a:cxn>
                  <a:cxn ang="0">
                    <a:pos x="141" y="50"/>
                  </a:cxn>
                  <a:cxn ang="0">
                    <a:pos x="130" y="25"/>
                  </a:cxn>
                  <a:cxn ang="0">
                    <a:pos x="125" y="18"/>
                  </a:cxn>
                  <a:cxn ang="0">
                    <a:pos x="110" y="7"/>
                  </a:cxn>
                  <a:cxn ang="0">
                    <a:pos x="92" y="1"/>
                  </a:cxn>
                  <a:cxn ang="0">
                    <a:pos x="75" y="0"/>
                  </a:cxn>
                  <a:cxn ang="0">
                    <a:pos x="55" y="3"/>
                  </a:cxn>
                  <a:cxn ang="0">
                    <a:pos x="39" y="10"/>
                  </a:cxn>
                  <a:cxn ang="0">
                    <a:pos x="24" y="19"/>
                  </a:cxn>
                  <a:cxn ang="0">
                    <a:pos x="13" y="34"/>
                  </a:cxn>
                  <a:cxn ang="0">
                    <a:pos x="6" y="52"/>
                  </a:cxn>
                  <a:cxn ang="0">
                    <a:pos x="5" y="65"/>
                  </a:cxn>
                  <a:cxn ang="0">
                    <a:pos x="5" y="93"/>
                  </a:cxn>
                  <a:cxn ang="0">
                    <a:pos x="4" y="105"/>
                  </a:cxn>
                  <a:cxn ang="0">
                    <a:pos x="1" y="116"/>
                  </a:cxn>
                  <a:cxn ang="0">
                    <a:pos x="2" y="138"/>
                  </a:cxn>
                  <a:cxn ang="0">
                    <a:pos x="6" y="147"/>
                  </a:cxn>
                  <a:cxn ang="0">
                    <a:pos x="15" y="166"/>
                  </a:cxn>
                  <a:cxn ang="0">
                    <a:pos x="21" y="184"/>
                  </a:cxn>
                  <a:cxn ang="0">
                    <a:pos x="21" y="184"/>
                  </a:cxn>
                </a:cxnLst>
                <a:rect l="0" t="0" r="r" b="b"/>
                <a:pathLst>
                  <a:path w="155" h="229">
                    <a:moveTo>
                      <a:pt x="21" y="184"/>
                    </a:moveTo>
                    <a:lnTo>
                      <a:pt x="21" y="184"/>
                    </a:lnTo>
                    <a:lnTo>
                      <a:pt x="24" y="191"/>
                    </a:lnTo>
                    <a:lnTo>
                      <a:pt x="24" y="198"/>
                    </a:lnTo>
                    <a:lnTo>
                      <a:pt x="24" y="211"/>
                    </a:lnTo>
                    <a:lnTo>
                      <a:pt x="24" y="211"/>
                    </a:lnTo>
                    <a:lnTo>
                      <a:pt x="26" y="214"/>
                    </a:lnTo>
                    <a:lnTo>
                      <a:pt x="27" y="215"/>
                    </a:lnTo>
                    <a:lnTo>
                      <a:pt x="31" y="219"/>
                    </a:lnTo>
                    <a:lnTo>
                      <a:pt x="43" y="224"/>
                    </a:lnTo>
                    <a:lnTo>
                      <a:pt x="43" y="224"/>
                    </a:lnTo>
                    <a:lnTo>
                      <a:pt x="55" y="228"/>
                    </a:lnTo>
                    <a:lnTo>
                      <a:pt x="69" y="229"/>
                    </a:lnTo>
                    <a:lnTo>
                      <a:pt x="81" y="228"/>
                    </a:lnTo>
                    <a:lnTo>
                      <a:pt x="95" y="224"/>
                    </a:lnTo>
                    <a:lnTo>
                      <a:pt x="95" y="224"/>
                    </a:lnTo>
                    <a:lnTo>
                      <a:pt x="102" y="219"/>
                    </a:lnTo>
                    <a:lnTo>
                      <a:pt x="110" y="213"/>
                    </a:lnTo>
                    <a:lnTo>
                      <a:pt x="120" y="207"/>
                    </a:lnTo>
                    <a:lnTo>
                      <a:pt x="124" y="206"/>
                    </a:lnTo>
                    <a:lnTo>
                      <a:pt x="126" y="204"/>
                    </a:lnTo>
                    <a:lnTo>
                      <a:pt x="126" y="204"/>
                    </a:lnTo>
                    <a:lnTo>
                      <a:pt x="125" y="191"/>
                    </a:lnTo>
                    <a:lnTo>
                      <a:pt x="125" y="179"/>
                    </a:lnTo>
                    <a:lnTo>
                      <a:pt x="128" y="165"/>
                    </a:lnTo>
                    <a:lnTo>
                      <a:pt x="132" y="153"/>
                    </a:lnTo>
                    <a:lnTo>
                      <a:pt x="132" y="153"/>
                    </a:lnTo>
                    <a:lnTo>
                      <a:pt x="141" y="139"/>
                    </a:lnTo>
                    <a:lnTo>
                      <a:pt x="151" y="124"/>
                    </a:lnTo>
                    <a:lnTo>
                      <a:pt x="154" y="116"/>
                    </a:lnTo>
                    <a:lnTo>
                      <a:pt x="155" y="108"/>
                    </a:lnTo>
                    <a:lnTo>
                      <a:pt x="155" y="104"/>
                    </a:lnTo>
                    <a:lnTo>
                      <a:pt x="154" y="101"/>
                    </a:lnTo>
                    <a:lnTo>
                      <a:pt x="152" y="97"/>
                    </a:lnTo>
                    <a:lnTo>
                      <a:pt x="148" y="94"/>
                    </a:lnTo>
                    <a:lnTo>
                      <a:pt x="148" y="94"/>
                    </a:lnTo>
                    <a:lnTo>
                      <a:pt x="147" y="91"/>
                    </a:lnTo>
                    <a:lnTo>
                      <a:pt x="145" y="86"/>
                    </a:lnTo>
                    <a:lnTo>
                      <a:pt x="144" y="74"/>
                    </a:lnTo>
                    <a:lnTo>
                      <a:pt x="144" y="60"/>
                    </a:lnTo>
                    <a:lnTo>
                      <a:pt x="141" y="50"/>
                    </a:lnTo>
                    <a:lnTo>
                      <a:pt x="141" y="50"/>
                    </a:lnTo>
                    <a:lnTo>
                      <a:pt x="136" y="33"/>
                    </a:lnTo>
                    <a:lnTo>
                      <a:pt x="130" y="25"/>
                    </a:lnTo>
                    <a:lnTo>
                      <a:pt x="125" y="18"/>
                    </a:lnTo>
                    <a:lnTo>
                      <a:pt x="125" y="18"/>
                    </a:lnTo>
                    <a:lnTo>
                      <a:pt x="118" y="12"/>
                    </a:lnTo>
                    <a:lnTo>
                      <a:pt x="110" y="7"/>
                    </a:lnTo>
                    <a:lnTo>
                      <a:pt x="102" y="4"/>
                    </a:lnTo>
                    <a:lnTo>
                      <a:pt x="92" y="1"/>
                    </a:lnTo>
                    <a:lnTo>
                      <a:pt x="84" y="0"/>
                    </a:lnTo>
                    <a:lnTo>
                      <a:pt x="75" y="0"/>
                    </a:lnTo>
                    <a:lnTo>
                      <a:pt x="65" y="0"/>
                    </a:lnTo>
                    <a:lnTo>
                      <a:pt x="55" y="3"/>
                    </a:lnTo>
                    <a:lnTo>
                      <a:pt x="47" y="5"/>
                    </a:lnTo>
                    <a:lnTo>
                      <a:pt x="39" y="10"/>
                    </a:lnTo>
                    <a:lnTo>
                      <a:pt x="31" y="14"/>
                    </a:lnTo>
                    <a:lnTo>
                      <a:pt x="24" y="19"/>
                    </a:lnTo>
                    <a:lnTo>
                      <a:pt x="17" y="26"/>
                    </a:lnTo>
                    <a:lnTo>
                      <a:pt x="13" y="34"/>
                    </a:lnTo>
                    <a:lnTo>
                      <a:pt x="9" y="42"/>
                    </a:lnTo>
                    <a:lnTo>
                      <a:pt x="6" y="52"/>
                    </a:lnTo>
                    <a:lnTo>
                      <a:pt x="6" y="52"/>
                    </a:lnTo>
                    <a:lnTo>
                      <a:pt x="5" y="65"/>
                    </a:lnTo>
                    <a:lnTo>
                      <a:pt x="5" y="79"/>
                    </a:lnTo>
                    <a:lnTo>
                      <a:pt x="5" y="93"/>
                    </a:lnTo>
                    <a:lnTo>
                      <a:pt x="5" y="100"/>
                    </a:lnTo>
                    <a:lnTo>
                      <a:pt x="4" y="105"/>
                    </a:lnTo>
                    <a:lnTo>
                      <a:pt x="4" y="105"/>
                    </a:lnTo>
                    <a:lnTo>
                      <a:pt x="1" y="116"/>
                    </a:lnTo>
                    <a:lnTo>
                      <a:pt x="0" y="127"/>
                    </a:lnTo>
                    <a:lnTo>
                      <a:pt x="2" y="138"/>
                    </a:lnTo>
                    <a:lnTo>
                      <a:pt x="6" y="147"/>
                    </a:lnTo>
                    <a:lnTo>
                      <a:pt x="6" y="147"/>
                    </a:lnTo>
                    <a:lnTo>
                      <a:pt x="12" y="157"/>
                    </a:lnTo>
                    <a:lnTo>
                      <a:pt x="15" y="166"/>
                    </a:lnTo>
                    <a:lnTo>
                      <a:pt x="21" y="184"/>
                    </a:lnTo>
                    <a:lnTo>
                      <a:pt x="21" y="184"/>
                    </a:lnTo>
                    <a:lnTo>
                      <a:pt x="21" y="184"/>
                    </a:lnTo>
                    <a:lnTo>
                      <a:pt x="21" y="184"/>
                    </a:lnTo>
                    <a:lnTo>
                      <a:pt x="21" y="184"/>
                    </a:lnTo>
                    <a:close/>
                  </a:path>
                </a:pathLst>
              </a:custGeom>
              <a:solidFill>
                <a:srgbClr val="7CC8EC"/>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82" name="Freeform 19"/>
              <p:cNvSpPr>
                <a:spLocks noEditPoints="1"/>
              </p:cNvSpPr>
              <p:nvPr/>
            </p:nvSpPr>
            <p:spPr bwMode="auto">
              <a:xfrm>
                <a:off x="5075236" y="1604955"/>
                <a:ext cx="360363" cy="1065213"/>
              </a:xfrm>
              <a:custGeom>
                <a:avLst/>
                <a:gdLst/>
                <a:ahLst/>
                <a:cxnLst>
                  <a:cxn ang="0">
                    <a:pos x="124" y="1301"/>
                  </a:cxn>
                  <a:cxn ang="0">
                    <a:pos x="136" y="1239"/>
                  </a:cxn>
                  <a:cxn ang="0">
                    <a:pos x="160" y="984"/>
                  </a:cxn>
                  <a:cxn ang="0">
                    <a:pos x="171" y="908"/>
                  </a:cxn>
                  <a:cxn ang="0">
                    <a:pos x="193" y="716"/>
                  </a:cxn>
                  <a:cxn ang="0">
                    <a:pos x="230" y="623"/>
                  </a:cxn>
                  <a:cxn ang="0">
                    <a:pos x="245" y="629"/>
                  </a:cxn>
                  <a:cxn ang="0">
                    <a:pos x="254" y="785"/>
                  </a:cxn>
                  <a:cxn ang="0">
                    <a:pos x="290" y="973"/>
                  </a:cxn>
                  <a:cxn ang="0">
                    <a:pos x="301" y="1207"/>
                  </a:cxn>
                  <a:cxn ang="0">
                    <a:pos x="321" y="1258"/>
                  </a:cxn>
                  <a:cxn ang="0">
                    <a:pos x="329" y="1296"/>
                  </a:cxn>
                  <a:cxn ang="0">
                    <a:pos x="366" y="1322"/>
                  </a:cxn>
                  <a:cxn ang="0">
                    <a:pos x="433" y="1343"/>
                  </a:cxn>
                  <a:cxn ang="0">
                    <a:pos x="452" y="1325"/>
                  </a:cxn>
                  <a:cxn ang="0">
                    <a:pos x="414" y="1287"/>
                  </a:cxn>
                  <a:cxn ang="0">
                    <a:pos x="411" y="1241"/>
                  </a:cxn>
                  <a:cxn ang="0">
                    <a:pos x="417" y="1198"/>
                  </a:cxn>
                  <a:cxn ang="0">
                    <a:pos x="406" y="1108"/>
                  </a:cxn>
                  <a:cxn ang="0">
                    <a:pos x="410" y="1014"/>
                  </a:cxn>
                  <a:cxn ang="0">
                    <a:pos x="402" y="935"/>
                  </a:cxn>
                  <a:cxn ang="0">
                    <a:pos x="400" y="638"/>
                  </a:cxn>
                  <a:cxn ang="0">
                    <a:pos x="433" y="569"/>
                  </a:cxn>
                  <a:cxn ang="0">
                    <a:pos x="410" y="483"/>
                  </a:cxn>
                  <a:cxn ang="0">
                    <a:pos x="381" y="310"/>
                  </a:cxn>
                  <a:cxn ang="0">
                    <a:pos x="408" y="269"/>
                  </a:cxn>
                  <a:cxn ang="0">
                    <a:pos x="432" y="141"/>
                  </a:cxn>
                  <a:cxn ang="0">
                    <a:pos x="406" y="71"/>
                  </a:cxn>
                  <a:cxn ang="0">
                    <a:pos x="282" y="0"/>
                  </a:cxn>
                  <a:cxn ang="0">
                    <a:pos x="273" y="116"/>
                  </a:cxn>
                  <a:cxn ang="0">
                    <a:pos x="227" y="187"/>
                  </a:cxn>
                  <a:cxn ang="0">
                    <a:pos x="224" y="57"/>
                  </a:cxn>
                  <a:cxn ang="0">
                    <a:pos x="226" y="29"/>
                  </a:cxn>
                  <a:cxn ang="0">
                    <a:pos x="196" y="38"/>
                  </a:cxn>
                  <a:cxn ang="0">
                    <a:pos x="201" y="67"/>
                  </a:cxn>
                  <a:cxn ang="0">
                    <a:pos x="173" y="186"/>
                  </a:cxn>
                  <a:cxn ang="0">
                    <a:pos x="163" y="34"/>
                  </a:cxn>
                  <a:cxn ang="0">
                    <a:pos x="88" y="42"/>
                  </a:cxn>
                  <a:cxn ang="0">
                    <a:pos x="20" y="82"/>
                  </a:cxn>
                  <a:cxn ang="0">
                    <a:pos x="5" y="202"/>
                  </a:cxn>
                  <a:cxn ang="0">
                    <a:pos x="25" y="300"/>
                  </a:cxn>
                  <a:cxn ang="0">
                    <a:pos x="70" y="301"/>
                  </a:cxn>
                  <a:cxn ang="0">
                    <a:pos x="54" y="449"/>
                  </a:cxn>
                  <a:cxn ang="0">
                    <a:pos x="21" y="554"/>
                  </a:cxn>
                  <a:cxn ang="0">
                    <a:pos x="44" y="584"/>
                  </a:cxn>
                  <a:cxn ang="0">
                    <a:pos x="51" y="777"/>
                  </a:cxn>
                  <a:cxn ang="0">
                    <a:pos x="47" y="1261"/>
                  </a:cxn>
                  <a:cxn ang="0">
                    <a:pos x="21" y="1287"/>
                  </a:cxn>
                  <a:cxn ang="0">
                    <a:pos x="4" y="1326"/>
                  </a:cxn>
                  <a:cxn ang="0">
                    <a:pos x="61" y="1335"/>
                  </a:cxn>
                  <a:cxn ang="0">
                    <a:pos x="96" y="1313"/>
                  </a:cxn>
                  <a:cxn ang="0">
                    <a:pos x="173" y="395"/>
                  </a:cxn>
                  <a:cxn ang="0">
                    <a:pos x="198" y="450"/>
                  </a:cxn>
                  <a:cxn ang="0">
                    <a:pos x="239" y="427"/>
                  </a:cxn>
                  <a:cxn ang="0">
                    <a:pos x="283" y="286"/>
                  </a:cxn>
                  <a:cxn ang="0">
                    <a:pos x="308" y="442"/>
                  </a:cxn>
                  <a:cxn ang="0">
                    <a:pos x="298" y="498"/>
                  </a:cxn>
                  <a:cxn ang="0">
                    <a:pos x="211" y="513"/>
                  </a:cxn>
                  <a:cxn ang="0">
                    <a:pos x="134" y="479"/>
                  </a:cxn>
                  <a:cxn ang="0">
                    <a:pos x="136" y="319"/>
                  </a:cxn>
                </a:cxnLst>
                <a:rect l="0" t="0" r="r" b="b"/>
                <a:pathLst>
                  <a:path w="453" h="1343">
                    <a:moveTo>
                      <a:pt x="96" y="1313"/>
                    </a:moveTo>
                    <a:lnTo>
                      <a:pt x="96" y="1313"/>
                    </a:lnTo>
                    <a:lnTo>
                      <a:pt x="107" y="1311"/>
                    </a:lnTo>
                    <a:lnTo>
                      <a:pt x="113" y="1310"/>
                    </a:lnTo>
                    <a:lnTo>
                      <a:pt x="117" y="1307"/>
                    </a:lnTo>
                    <a:lnTo>
                      <a:pt x="121" y="1305"/>
                    </a:lnTo>
                    <a:lnTo>
                      <a:pt x="124" y="1301"/>
                    </a:lnTo>
                    <a:lnTo>
                      <a:pt x="126" y="1296"/>
                    </a:lnTo>
                    <a:lnTo>
                      <a:pt x="126" y="1291"/>
                    </a:lnTo>
                    <a:lnTo>
                      <a:pt x="126" y="1291"/>
                    </a:lnTo>
                    <a:lnTo>
                      <a:pt x="126" y="1277"/>
                    </a:lnTo>
                    <a:lnTo>
                      <a:pt x="128" y="1264"/>
                    </a:lnTo>
                    <a:lnTo>
                      <a:pt x="132" y="1252"/>
                    </a:lnTo>
                    <a:lnTo>
                      <a:pt x="136" y="1239"/>
                    </a:lnTo>
                    <a:lnTo>
                      <a:pt x="136" y="1239"/>
                    </a:lnTo>
                    <a:lnTo>
                      <a:pt x="143" y="1224"/>
                    </a:lnTo>
                    <a:lnTo>
                      <a:pt x="147" y="1208"/>
                    </a:lnTo>
                    <a:lnTo>
                      <a:pt x="151" y="1192"/>
                    </a:lnTo>
                    <a:lnTo>
                      <a:pt x="152" y="1175"/>
                    </a:lnTo>
                    <a:lnTo>
                      <a:pt x="152" y="1175"/>
                    </a:lnTo>
                    <a:lnTo>
                      <a:pt x="160" y="984"/>
                    </a:lnTo>
                    <a:lnTo>
                      <a:pt x="160" y="984"/>
                    </a:lnTo>
                    <a:lnTo>
                      <a:pt x="160" y="957"/>
                    </a:lnTo>
                    <a:lnTo>
                      <a:pt x="162" y="943"/>
                    </a:lnTo>
                    <a:lnTo>
                      <a:pt x="163" y="930"/>
                    </a:lnTo>
                    <a:lnTo>
                      <a:pt x="163" y="930"/>
                    </a:lnTo>
                    <a:lnTo>
                      <a:pt x="167" y="919"/>
                    </a:lnTo>
                    <a:lnTo>
                      <a:pt x="171" y="908"/>
                    </a:lnTo>
                    <a:lnTo>
                      <a:pt x="173" y="896"/>
                    </a:lnTo>
                    <a:lnTo>
                      <a:pt x="175" y="882"/>
                    </a:lnTo>
                    <a:lnTo>
                      <a:pt x="179" y="833"/>
                    </a:lnTo>
                    <a:lnTo>
                      <a:pt x="179" y="833"/>
                    </a:lnTo>
                    <a:lnTo>
                      <a:pt x="183" y="787"/>
                    </a:lnTo>
                    <a:lnTo>
                      <a:pt x="189" y="739"/>
                    </a:lnTo>
                    <a:lnTo>
                      <a:pt x="193" y="716"/>
                    </a:lnTo>
                    <a:lnTo>
                      <a:pt x="198" y="693"/>
                    </a:lnTo>
                    <a:lnTo>
                      <a:pt x="205" y="671"/>
                    </a:lnTo>
                    <a:lnTo>
                      <a:pt x="213" y="649"/>
                    </a:lnTo>
                    <a:lnTo>
                      <a:pt x="213" y="649"/>
                    </a:lnTo>
                    <a:lnTo>
                      <a:pt x="218" y="639"/>
                    </a:lnTo>
                    <a:lnTo>
                      <a:pt x="224" y="627"/>
                    </a:lnTo>
                    <a:lnTo>
                      <a:pt x="230" y="623"/>
                    </a:lnTo>
                    <a:lnTo>
                      <a:pt x="234" y="620"/>
                    </a:lnTo>
                    <a:lnTo>
                      <a:pt x="237" y="620"/>
                    </a:lnTo>
                    <a:lnTo>
                      <a:pt x="238" y="622"/>
                    </a:lnTo>
                    <a:lnTo>
                      <a:pt x="241" y="623"/>
                    </a:lnTo>
                    <a:lnTo>
                      <a:pt x="242" y="624"/>
                    </a:lnTo>
                    <a:lnTo>
                      <a:pt x="242" y="624"/>
                    </a:lnTo>
                    <a:lnTo>
                      <a:pt x="245" y="629"/>
                    </a:lnTo>
                    <a:lnTo>
                      <a:pt x="246" y="633"/>
                    </a:lnTo>
                    <a:lnTo>
                      <a:pt x="246" y="641"/>
                    </a:lnTo>
                    <a:lnTo>
                      <a:pt x="246" y="641"/>
                    </a:lnTo>
                    <a:lnTo>
                      <a:pt x="250" y="742"/>
                    </a:lnTo>
                    <a:lnTo>
                      <a:pt x="250" y="742"/>
                    </a:lnTo>
                    <a:lnTo>
                      <a:pt x="252" y="764"/>
                    </a:lnTo>
                    <a:lnTo>
                      <a:pt x="254" y="785"/>
                    </a:lnTo>
                    <a:lnTo>
                      <a:pt x="260" y="806"/>
                    </a:lnTo>
                    <a:lnTo>
                      <a:pt x="264" y="828"/>
                    </a:lnTo>
                    <a:lnTo>
                      <a:pt x="275" y="870"/>
                    </a:lnTo>
                    <a:lnTo>
                      <a:pt x="280" y="892"/>
                    </a:lnTo>
                    <a:lnTo>
                      <a:pt x="283" y="913"/>
                    </a:lnTo>
                    <a:lnTo>
                      <a:pt x="283" y="913"/>
                    </a:lnTo>
                    <a:lnTo>
                      <a:pt x="290" y="973"/>
                    </a:lnTo>
                    <a:lnTo>
                      <a:pt x="294" y="1033"/>
                    </a:lnTo>
                    <a:lnTo>
                      <a:pt x="298" y="1155"/>
                    </a:lnTo>
                    <a:lnTo>
                      <a:pt x="298" y="1155"/>
                    </a:lnTo>
                    <a:lnTo>
                      <a:pt x="297" y="1181"/>
                    </a:lnTo>
                    <a:lnTo>
                      <a:pt x="298" y="1194"/>
                    </a:lnTo>
                    <a:lnTo>
                      <a:pt x="298" y="1201"/>
                    </a:lnTo>
                    <a:lnTo>
                      <a:pt x="301" y="1207"/>
                    </a:lnTo>
                    <a:lnTo>
                      <a:pt x="301" y="1207"/>
                    </a:lnTo>
                    <a:lnTo>
                      <a:pt x="317" y="1250"/>
                    </a:lnTo>
                    <a:lnTo>
                      <a:pt x="317" y="1250"/>
                    </a:lnTo>
                    <a:lnTo>
                      <a:pt x="318" y="1254"/>
                    </a:lnTo>
                    <a:lnTo>
                      <a:pt x="320" y="1257"/>
                    </a:lnTo>
                    <a:lnTo>
                      <a:pt x="321" y="1258"/>
                    </a:lnTo>
                    <a:lnTo>
                      <a:pt x="321" y="1258"/>
                    </a:lnTo>
                    <a:lnTo>
                      <a:pt x="324" y="1260"/>
                    </a:lnTo>
                    <a:lnTo>
                      <a:pt x="327" y="1261"/>
                    </a:lnTo>
                    <a:lnTo>
                      <a:pt x="329" y="1265"/>
                    </a:lnTo>
                    <a:lnTo>
                      <a:pt x="329" y="1269"/>
                    </a:lnTo>
                    <a:lnTo>
                      <a:pt x="329" y="1275"/>
                    </a:lnTo>
                    <a:lnTo>
                      <a:pt x="329" y="1275"/>
                    </a:lnTo>
                    <a:lnTo>
                      <a:pt x="329" y="1296"/>
                    </a:lnTo>
                    <a:lnTo>
                      <a:pt x="331" y="1310"/>
                    </a:lnTo>
                    <a:lnTo>
                      <a:pt x="331" y="1314"/>
                    </a:lnTo>
                    <a:lnTo>
                      <a:pt x="332" y="1316"/>
                    </a:lnTo>
                    <a:lnTo>
                      <a:pt x="332" y="1316"/>
                    </a:lnTo>
                    <a:lnTo>
                      <a:pt x="352" y="1317"/>
                    </a:lnTo>
                    <a:lnTo>
                      <a:pt x="362" y="1320"/>
                    </a:lnTo>
                    <a:lnTo>
                      <a:pt x="366" y="1322"/>
                    </a:lnTo>
                    <a:lnTo>
                      <a:pt x="370" y="1325"/>
                    </a:lnTo>
                    <a:lnTo>
                      <a:pt x="370" y="1325"/>
                    </a:lnTo>
                    <a:lnTo>
                      <a:pt x="378" y="1329"/>
                    </a:lnTo>
                    <a:lnTo>
                      <a:pt x="389" y="1335"/>
                    </a:lnTo>
                    <a:lnTo>
                      <a:pt x="404" y="1339"/>
                    </a:lnTo>
                    <a:lnTo>
                      <a:pt x="419" y="1341"/>
                    </a:lnTo>
                    <a:lnTo>
                      <a:pt x="433" y="1343"/>
                    </a:lnTo>
                    <a:lnTo>
                      <a:pt x="438" y="1343"/>
                    </a:lnTo>
                    <a:lnTo>
                      <a:pt x="444" y="1341"/>
                    </a:lnTo>
                    <a:lnTo>
                      <a:pt x="448" y="1339"/>
                    </a:lnTo>
                    <a:lnTo>
                      <a:pt x="451" y="1336"/>
                    </a:lnTo>
                    <a:lnTo>
                      <a:pt x="453" y="1331"/>
                    </a:lnTo>
                    <a:lnTo>
                      <a:pt x="452" y="1325"/>
                    </a:lnTo>
                    <a:lnTo>
                      <a:pt x="452" y="1325"/>
                    </a:lnTo>
                    <a:lnTo>
                      <a:pt x="451" y="1320"/>
                    </a:lnTo>
                    <a:lnTo>
                      <a:pt x="449" y="1316"/>
                    </a:lnTo>
                    <a:lnTo>
                      <a:pt x="445" y="1311"/>
                    </a:lnTo>
                    <a:lnTo>
                      <a:pt x="441" y="1307"/>
                    </a:lnTo>
                    <a:lnTo>
                      <a:pt x="441" y="1307"/>
                    </a:lnTo>
                    <a:lnTo>
                      <a:pt x="423" y="1295"/>
                    </a:lnTo>
                    <a:lnTo>
                      <a:pt x="414" y="1287"/>
                    </a:lnTo>
                    <a:lnTo>
                      <a:pt x="411" y="1283"/>
                    </a:lnTo>
                    <a:lnTo>
                      <a:pt x="408" y="1280"/>
                    </a:lnTo>
                    <a:lnTo>
                      <a:pt x="408" y="1280"/>
                    </a:lnTo>
                    <a:lnTo>
                      <a:pt x="407" y="1271"/>
                    </a:lnTo>
                    <a:lnTo>
                      <a:pt x="408" y="1261"/>
                    </a:lnTo>
                    <a:lnTo>
                      <a:pt x="411" y="1241"/>
                    </a:lnTo>
                    <a:lnTo>
                      <a:pt x="411" y="1241"/>
                    </a:lnTo>
                    <a:lnTo>
                      <a:pt x="412" y="1235"/>
                    </a:lnTo>
                    <a:lnTo>
                      <a:pt x="414" y="1228"/>
                    </a:lnTo>
                    <a:lnTo>
                      <a:pt x="417" y="1223"/>
                    </a:lnTo>
                    <a:lnTo>
                      <a:pt x="418" y="1216"/>
                    </a:lnTo>
                    <a:lnTo>
                      <a:pt x="418" y="1216"/>
                    </a:lnTo>
                    <a:lnTo>
                      <a:pt x="418" y="1207"/>
                    </a:lnTo>
                    <a:lnTo>
                      <a:pt x="417" y="1198"/>
                    </a:lnTo>
                    <a:lnTo>
                      <a:pt x="412" y="1182"/>
                    </a:lnTo>
                    <a:lnTo>
                      <a:pt x="412" y="1182"/>
                    </a:lnTo>
                    <a:lnTo>
                      <a:pt x="410" y="1174"/>
                    </a:lnTo>
                    <a:lnTo>
                      <a:pt x="408" y="1164"/>
                    </a:lnTo>
                    <a:lnTo>
                      <a:pt x="407" y="1145"/>
                    </a:lnTo>
                    <a:lnTo>
                      <a:pt x="406" y="1108"/>
                    </a:lnTo>
                    <a:lnTo>
                      <a:pt x="406" y="1108"/>
                    </a:lnTo>
                    <a:lnTo>
                      <a:pt x="403" y="1065"/>
                    </a:lnTo>
                    <a:lnTo>
                      <a:pt x="403" y="1065"/>
                    </a:lnTo>
                    <a:lnTo>
                      <a:pt x="403" y="1052"/>
                    </a:lnTo>
                    <a:lnTo>
                      <a:pt x="406" y="1040"/>
                    </a:lnTo>
                    <a:lnTo>
                      <a:pt x="408" y="1028"/>
                    </a:lnTo>
                    <a:lnTo>
                      <a:pt x="410" y="1014"/>
                    </a:lnTo>
                    <a:lnTo>
                      <a:pt x="410" y="1014"/>
                    </a:lnTo>
                    <a:lnTo>
                      <a:pt x="410" y="1005"/>
                    </a:lnTo>
                    <a:lnTo>
                      <a:pt x="408" y="994"/>
                    </a:lnTo>
                    <a:lnTo>
                      <a:pt x="404" y="975"/>
                    </a:lnTo>
                    <a:lnTo>
                      <a:pt x="400" y="954"/>
                    </a:lnTo>
                    <a:lnTo>
                      <a:pt x="400" y="945"/>
                    </a:lnTo>
                    <a:lnTo>
                      <a:pt x="402" y="935"/>
                    </a:lnTo>
                    <a:lnTo>
                      <a:pt x="402" y="935"/>
                    </a:lnTo>
                    <a:lnTo>
                      <a:pt x="403" y="916"/>
                    </a:lnTo>
                    <a:lnTo>
                      <a:pt x="404" y="896"/>
                    </a:lnTo>
                    <a:lnTo>
                      <a:pt x="406" y="858"/>
                    </a:lnTo>
                    <a:lnTo>
                      <a:pt x="406" y="858"/>
                    </a:lnTo>
                    <a:lnTo>
                      <a:pt x="404" y="802"/>
                    </a:lnTo>
                    <a:lnTo>
                      <a:pt x="404" y="747"/>
                    </a:lnTo>
                    <a:lnTo>
                      <a:pt x="400" y="638"/>
                    </a:lnTo>
                    <a:lnTo>
                      <a:pt x="400" y="638"/>
                    </a:lnTo>
                    <a:lnTo>
                      <a:pt x="397" y="590"/>
                    </a:lnTo>
                    <a:lnTo>
                      <a:pt x="397" y="590"/>
                    </a:lnTo>
                    <a:lnTo>
                      <a:pt x="399" y="590"/>
                    </a:lnTo>
                    <a:lnTo>
                      <a:pt x="403" y="588"/>
                    </a:lnTo>
                    <a:lnTo>
                      <a:pt x="414" y="581"/>
                    </a:lnTo>
                    <a:lnTo>
                      <a:pt x="433" y="569"/>
                    </a:lnTo>
                    <a:lnTo>
                      <a:pt x="433" y="569"/>
                    </a:lnTo>
                    <a:lnTo>
                      <a:pt x="434" y="566"/>
                    </a:lnTo>
                    <a:lnTo>
                      <a:pt x="434" y="563"/>
                    </a:lnTo>
                    <a:lnTo>
                      <a:pt x="433" y="554"/>
                    </a:lnTo>
                    <a:lnTo>
                      <a:pt x="425" y="528"/>
                    </a:lnTo>
                    <a:lnTo>
                      <a:pt x="410" y="483"/>
                    </a:lnTo>
                    <a:lnTo>
                      <a:pt x="410" y="483"/>
                    </a:lnTo>
                    <a:lnTo>
                      <a:pt x="399" y="440"/>
                    </a:lnTo>
                    <a:lnTo>
                      <a:pt x="388" y="397"/>
                    </a:lnTo>
                    <a:lnTo>
                      <a:pt x="384" y="375"/>
                    </a:lnTo>
                    <a:lnTo>
                      <a:pt x="381" y="353"/>
                    </a:lnTo>
                    <a:lnTo>
                      <a:pt x="380" y="330"/>
                    </a:lnTo>
                    <a:lnTo>
                      <a:pt x="381" y="310"/>
                    </a:lnTo>
                    <a:lnTo>
                      <a:pt x="381" y="310"/>
                    </a:lnTo>
                    <a:lnTo>
                      <a:pt x="382" y="306"/>
                    </a:lnTo>
                    <a:lnTo>
                      <a:pt x="384" y="303"/>
                    </a:lnTo>
                    <a:lnTo>
                      <a:pt x="389" y="297"/>
                    </a:lnTo>
                    <a:lnTo>
                      <a:pt x="395" y="293"/>
                    </a:lnTo>
                    <a:lnTo>
                      <a:pt x="399" y="286"/>
                    </a:lnTo>
                    <a:lnTo>
                      <a:pt x="399" y="286"/>
                    </a:lnTo>
                    <a:lnTo>
                      <a:pt x="408" y="269"/>
                    </a:lnTo>
                    <a:lnTo>
                      <a:pt x="415" y="251"/>
                    </a:lnTo>
                    <a:lnTo>
                      <a:pt x="422" y="233"/>
                    </a:lnTo>
                    <a:lnTo>
                      <a:pt x="427" y="216"/>
                    </a:lnTo>
                    <a:lnTo>
                      <a:pt x="430" y="198"/>
                    </a:lnTo>
                    <a:lnTo>
                      <a:pt x="433" y="179"/>
                    </a:lnTo>
                    <a:lnTo>
                      <a:pt x="433" y="160"/>
                    </a:lnTo>
                    <a:lnTo>
                      <a:pt x="432" y="141"/>
                    </a:lnTo>
                    <a:lnTo>
                      <a:pt x="432" y="141"/>
                    </a:lnTo>
                    <a:lnTo>
                      <a:pt x="429" y="112"/>
                    </a:lnTo>
                    <a:lnTo>
                      <a:pt x="422" y="85"/>
                    </a:lnTo>
                    <a:lnTo>
                      <a:pt x="422" y="85"/>
                    </a:lnTo>
                    <a:lnTo>
                      <a:pt x="421" y="79"/>
                    </a:lnTo>
                    <a:lnTo>
                      <a:pt x="417" y="77"/>
                    </a:lnTo>
                    <a:lnTo>
                      <a:pt x="406" y="71"/>
                    </a:lnTo>
                    <a:lnTo>
                      <a:pt x="406" y="71"/>
                    </a:lnTo>
                    <a:lnTo>
                      <a:pt x="373" y="56"/>
                    </a:lnTo>
                    <a:lnTo>
                      <a:pt x="342" y="40"/>
                    </a:lnTo>
                    <a:lnTo>
                      <a:pt x="310" y="22"/>
                    </a:lnTo>
                    <a:lnTo>
                      <a:pt x="295" y="11"/>
                    </a:lnTo>
                    <a:lnTo>
                      <a:pt x="282" y="0"/>
                    </a:lnTo>
                    <a:lnTo>
                      <a:pt x="282" y="0"/>
                    </a:lnTo>
                    <a:lnTo>
                      <a:pt x="271" y="26"/>
                    </a:lnTo>
                    <a:lnTo>
                      <a:pt x="267" y="40"/>
                    </a:lnTo>
                    <a:lnTo>
                      <a:pt x="265" y="47"/>
                    </a:lnTo>
                    <a:lnTo>
                      <a:pt x="265" y="53"/>
                    </a:lnTo>
                    <a:lnTo>
                      <a:pt x="265" y="53"/>
                    </a:lnTo>
                    <a:lnTo>
                      <a:pt x="273" y="116"/>
                    </a:lnTo>
                    <a:lnTo>
                      <a:pt x="273" y="116"/>
                    </a:lnTo>
                    <a:lnTo>
                      <a:pt x="280" y="168"/>
                    </a:lnTo>
                    <a:lnTo>
                      <a:pt x="280" y="168"/>
                    </a:lnTo>
                    <a:lnTo>
                      <a:pt x="278" y="169"/>
                    </a:lnTo>
                    <a:lnTo>
                      <a:pt x="275" y="171"/>
                    </a:lnTo>
                    <a:lnTo>
                      <a:pt x="268" y="172"/>
                    </a:lnTo>
                    <a:lnTo>
                      <a:pt x="268" y="172"/>
                    </a:lnTo>
                    <a:lnTo>
                      <a:pt x="227" y="187"/>
                    </a:lnTo>
                    <a:lnTo>
                      <a:pt x="227" y="187"/>
                    </a:lnTo>
                    <a:lnTo>
                      <a:pt x="222" y="72"/>
                    </a:lnTo>
                    <a:lnTo>
                      <a:pt x="222" y="72"/>
                    </a:lnTo>
                    <a:lnTo>
                      <a:pt x="220" y="67"/>
                    </a:lnTo>
                    <a:lnTo>
                      <a:pt x="220" y="60"/>
                    </a:lnTo>
                    <a:lnTo>
                      <a:pt x="220" y="60"/>
                    </a:lnTo>
                    <a:lnTo>
                      <a:pt x="224" y="57"/>
                    </a:lnTo>
                    <a:lnTo>
                      <a:pt x="230" y="52"/>
                    </a:lnTo>
                    <a:lnTo>
                      <a:pt x="235" y="48"/>
                    </a:lnTo>
                    <a:lnTo>
                      <a:pt x="237" y="47"/>
                    </a:lnTo>
                    <a:lnTo>
                      <a:pt x="238" y="45"/>
                    </a:lnTo>
                    <a:lnTo>
                      <a:pt x="238" y="45"/>
                    </a:lnTo>
                    <a:lnTo>
                      <a:pt x="231" y="34"/>
                    </a:lnTo>
                    <a:lnTo>
                      <a:pt x="226" y="29"/>
                    </a:lnTo>
                    <a:lnTo>
                      <a:pt x="222" y="25"/>
                    </a:lnTo>
                    <a:lnTo>
                      <a:pt x="218" y="22"/>
                    </a:lnTo>
                    <a:lnTo>
                      <a:pt x="212" y="21"/>
                    </a:lnTo>
                    <a:lnTo>
                      <a:pt x="207" y="23"/>
                    </a:lnTo>
                    <a:lnTo>
                      <a:pt x="203" y="29"/>
                    </a:lnTo>
                    <a:lnTo>
                      <a:pt x="203" y="29"/>
                    </a:lnTo>
                    <a:lnTo>
                      <a:pt x="196" y="38"/>
                    </a:lnTo>
                    <a:lnTo>
                      <a:pt x="194" y="44"/>
                    </a:lnTo>
                    <a:lnTo>
                      <a:pt x="196" y="49"/>
                    </a:lnTo>
                    <a:lnTo>
                      <a:pt x="196" y="49"/>
                    </a:lnTo>
                    <a:lnTo>
                      <a:pt x="200" y="57"/>
                    </a:lnTo>
                    <a:lnTo>
                      <a:pt x="201" y="63"/>
                    </a:lnTo>
                    <a:lnTo>
                      <a:pt x="201" y="67"/>
                    </a:lnTo>
                    <a:lnTo>
                      <a:pt x="201" y="67"/>
                    </a:lnTo>
                    <a:lnTo>
                      <a:pt x="197" y="127"/>
                    </a:lnTo>
                    <a:lnTo>
                      <a:pt x="197" y="127"/>
                    </a:lnTo>
                    <a:lnTo>
                      <a:pt x="192" y="186"/>
                    </a:lnTo>
                    <a:lnTo>
                      <a:pt x="192" y="186"/>
                    </a:lnTo>
                    <a:lnTo>
                      <a:pt x="189" y="186"/>
                    </a:lnTo>
                    <a:lnTo>
                      <a:pt x="185" y="187"/>
                    </a:lnTo>
                    <a:lnTo>
                      <a:pt x="173" y="186"/>
                    </a:lnTo>
                    <a:lnTo>
                      <a:pt x="148" y="184"/>
                    </a:lnTo>
                    <a:lnTo>
                      <a:pt x="148" y="184"/>
                    </a:lnTo>
                    <a:lnTo>
                      <a:pt x="158" y="123"/>
                    </a:lnTo>
                    <a:lnTo>
                      <a:pt x="164" y="62"/>
                    </a:lnTo>
                    <a:lnTo>
                      <a:pt x="164" y="62"/>
                    </a:lnTo>
                    <a:lnTo>
                      <a:pt x="164" y="47"/>
                    </a:lnTo>
                    <a:lnTo>
                      <a:pt x="163" y="34"/>
                    </a:lnTo>
                    <a:lnTo>
                      <a:pt x="160" y="21"/>
                    </a:lnTo>
                    <a:lnTo>
                      <a:pt x="158" y="7"/>
                    </a:lnTo>
                    <a:lnTo>
                      <a:pt x="158" y="7"/>
                    </a:lnTo>
                    <a:lnTo>
                      <a:pt x="147" y="14"/>
                    </a:lnTo>
                    <a:lnTo>
                      <a:pt x="136" y="21"/>
                    </a:lnTo>
                    <a:lnTo>
                      <a:pt x="111" y="32"/>
                    </a:lnTo>
                    <a:lnTo>
                      <a:pt x="88" y="42"/>
                    </a:lnTo>
                    <a:lnTo>
                      <a:pt x="65" y="53"/>
                    </a:lnTo>
                    <a:lnTo>
                      <a:pt x="65" y="53"/>
                    </a:lnTo>
                    <a:lnTo>
                      <a:pt x="43" y="66"/>
                    </a:lnTo>
                    <a:lnTo>
                      <a:pt x="32" y="72"/>
                    </a:lnTo>
                    <a:lnTo>
                      <a:pt x="23" y="79"/>
                    </a:lnTo>
                    <a:lnTo>
                      <a:pt x="23" y="79"/>
                    </a:lnTo>
                    <a:lnTo>
                      <a:pt x="20" y="82"/>
                    </a:lnTo>
                    <a:lnTo>
                      <a:pt x="19" y="86"/>
                    </a:lnTo>
                    <a:lnTo>
                      <a:pt x="16" y="96"/>
                    </a:lnTo>
                    <a:lnTo>
                      <a:pt x="15" y="115"/>
                    </a:lnTo>
                    <a:lnTo>
                      <a:pt x="15" y="115"/>
                    </a:lnTo>
                    <a:lnTo>
                      <a:pt x="10" y="135"/>
                    </a:lnTo>
                    <a:lnTo>
                      <a:pt x="8" y="166"/>
                    </a:lnTo>
                    <a:lnTo>
                      <a:pt x="5" y="202"/>
                    </a:lnTo>
                    <a:lnTo>
                      <a:pt x="4" y="221"/>
                    </a:lnTo>
                    <a:lnTo>
                      <a:pt x="5" y="239"/>
                    </a:lnTo>
                    <a:lnTo>
                      <a:pt x="6" y="256"/>
                    </a:lnTo>
                    <a:lnTo>
                      <a:pt x="10" y="271"/>
                    </a:lnTo>
                    <a:lnTo>
                      <a:pt x="15" y="285"/>
                    </a:lnTo>
                    <a:lnTo>
                      <a:pt x="21" y="296"/>
                    </a:lnTo>
                    <a:lnTo>
                      <a:pt x="25" y="300"/>
                    </a:lnTo>
                    <a:lnTo>
                      <a:pt x="29" y="303"/>
                    </a:lnTo>
                    <a:lnTo>
                      <a:pt x="35" y="306"/>
                    </a:lnTo>
                    <a:lnTo>
                      <a:pt x="40" y="307"/>
                    </a:lnTo>
                    <a:lnTo>
                      <a:pt x="47" y="308"/>
                    </a:lnTo>
                    <a:lnTo>
                      <a:pt x="54" y="307"/>
                    </a:lnTo>
                    <a:lnTo>
                      <a:pt x="61" y="306"/>
                    </a:lnTo>
                    <a:lnTo>
                      <a:pt x="70" y="301"/>
                    </a:lnTo>
                    <a:lnTo>
                      <a:pt x="70" y="301"/>
                    </a:lnTo>
                    <a:lnTo>
                      <a:pt x="70" y="312"/>
                    </a:lnTo>
                    <a:lnTo>
                      <a:pt x="72" y="323"/>
                    </a:lnTo>
                    <a:lnTo>
                      <a:pt x="69" y="345"/>
                    </a:lnTo>
                    <a:lnTo>
                      <a:pt x="62" y="389"/>
                    </a:lnTo>
                    <a:lnTo>
                      <a:pt x="62" y="389"/>
                    </a:lnTo>
                    <a:lnTo>
                      <a:pt x="54" y="449"/>
                    </a:lnTo>
                    <a:lnTo>
                      <a:pt x="47" y="479"/>
                    </a:lnTo>
                    <a:lnTo>
                      <a:pt x="40" y="509"/>
                    </a:lnTo>
                    <a:lnTo>
                      <a:pt x="40" y="509"/>
                    </a:lnTo>
                    <a:lnTo>
                      <a:pt x="38" y="515"/>
                    </a:lnTo>
                    <a:lnTo>
                      <a:pt x="34" y="525"/>
                    </a:lnTo>
                    <a:lnTo>
                      <a:pt x="24" y="544"/>
                    </a:lnTo>
                    <a:lnTo>
                      <a:pt x="21" y="554"/>
                    </a:lnTo>
                    <a:lnTo>
                      <a:pt x="21" y="562"/>
                    </a:lnTo>
                    <a:lnTo>
                      <a:pt x="21" y="566"/>
                    </a:lnTo>
                    <a:lnTo>
                      <a:pt x="23" y="570"/>
                    </a:lnTo>
                    <a:lnTo>
                      <a:pt x="25" y="573"/>
                    </a:lnTo>
                    <a:lnTo>
                      <a:pt x="29" y="575"/>
                    </a:lnTo>
                    <a:lnTo>
                      <a:pt x="29" y="575"/>
                    </a:lnTo>
                    <a:lnTo>
                      <a:pt x="44" y="584"/>
                    </a:lnTo>
                    <a:lnTo>
                      <a:pt x="53" y="588"/>
                    </a:lnTo>
                    <a:lnTo>
                      <a:pt x="55" y="590"/>
                    </a:lnTo>
                    <a:lnTo>
                      <a:pt x="57" y="592"/>
                    </a:lnTo>
                    <a:lnTo>
                      <a:pt x="57" y="592"/>
                    </a:lnTo>
                    <a:lnTo>
                      <a:pt x="55" y="615"/>
                    </a:lnTo>
                    <a:lnTo>
                      <a:pt x="55" y="615"/>
                    </a:lnTo>
                    <a:lnTo>
                      <a:pt x="51" y="777"/>
                    </a:lnTo>
                    <a:lnTo>
                      <a:pt x="49" y="858"/>
                    </a:lnTo>
                    <a:lnTo>
                      <a:pt x="49" y="938"/>
                    </a:lnTo>
                    <a:lnTo>
                      <a:pt x="49" y="938"/>
                    </a:lnTo>
                    <a:lnTo>
                      <a:pt x="49" y="1185"/>
                    </a:lnTo>
                    <a:lnTo>
                      <a:pt x="49" y="1185"/>
                    </a:lnTo>
                    <a:lnTo>
                      <a:pt x="49" y="1223"/>
                    </a:lnTo>
                    <a:lnTo>
                      <a:pt x="47" y="1261"/>
                    </a:lnTo>
                    <a:lnTo>
                      <a:pt x="47" y="1261"/>
                    </a:lnTo>
                    <a:lnTo>
                      <a:pt x="47" y="1268"/>
                    </a:lnTo>
                    <a:lnTo>
                      <a:pt x="46" y="1273"/>
                    </a:lnTo>
                    <a:lnTo>
                      <a:pt x="43" y="1276"/>
                    </a:lnTo>
                    <a:lnTo>
                      <a:pt x="40" y="1279"/>
                    </a:lnTo>
                    <a:lnTo>
                      <a:pt x="34" y="1281"/>
                    </a:lnTo>
                    <a:lnTo>
                      <a:pt x="21" y="1287"/>
                    </a:lnTo>
                    <a:lnTo>
                      <a:pt x="21" y="1287"/>
                    </a:lnTo>
                    <a:lnTo>
                      <a:pt x="12" y="1292"/>
                    </a:lnTo>
                    <a:lnTo>
                      <a:pt x="5" y="1301"/>
                    </a:lnTo>
                    <a:lnTo>
                      <a:pt x="1" y="1309"/>
                    </a:lnTo>
                    <a:lnTo>
                      <a:pt x="0" y="1316"/>
                    </a:lnTo>
                    <a:lnTo>
                      <a:pt x="2" y="1324"/>
                    </a:lnTo>
                    <a:lnTo>
                      <a:pt x="4" y="1326"/>
                    </a:lnTo>
                    <a:lnTo>
                      <a:pt x="6" y="1329"/>
                    </a:lnTo>
                    <a:lnTo>
                      <a:pt x="10" y="1332"/>
                    </a:lnTo>
                    <a:lnTo>
                      <a:pt x="15" y="1335"/>
                    </a:lnTo>
                    <a:lnTo>
                      <a:pt x="27" y="1337"/>
                    </a:lnTo>
                    <a:lnTo>
                      <a:pt x="27" y="1337"/>
                    </a:lnTo>
                    <a:lnTo>
                      <a:pt x="43" y="1337"/>
                    </a:lnTo>
                    <a:lnTo>
                      <a:pt x="61" y="1335"/>
                    </a:lnTo>
                    <a:lnTo>
                      <a:pt x="61" y="1335"/>
                    </a:lnTo>
                    <a:lnTo>
                      <a:pt x="66" y="1333"/>
                    </a:lnTo>
                    <a:lnTo>
                      <a:pt x="70" y="1331"/>
                    </a:lnTo>
                    <a:lnTo>
                      <a:pt x="80" y="1324"/>
                    </a:lnTo>
                    <a:lnTo>
                      <a:pt x="88" y="1316"/>
                    </a:lnTo>
                    <a:lnTo>
                      <a:pt x="92" y="1314"/>
                    </a:lnTo>
                    <a:lnTo>
                      <a:pt x="96" y="1313"/>
                    </a:lnTo>
                    <a:lnTo>
                      <a:pt x="96" y="1313"/>
                    </a:lnTo>
                    <a:close/>
                    <a:moveTo>
                      <a:pt x="140" y="297"/>
                    </a:moveTo>
                    <a:lnTo>
                      <a:pt x="140" y="297"/>
                    </a:lnTo>
                    <a:lnTo>
                      <a:pt x="185" y="295"/>
                    </a:lnTo>
                    <a:lnTo>
                      <a:pt x="185" y="295"/>
                    </a:lnTo>
                    <a:lnTo>
                      <a:pt x="173" y="395"/>
                    </a:lnTo>
                    <a:lnTo>
                      <a:pt x="173" y="395"/>
                    </a:lnTo>
                    <a:lnTo>
                      <a:pt x="171" y="409"/>
                    </a:lnTo>
                    <a:lnTo>
                      <a:pt x="171" y="417"/>
                    </a:lnTo>
                    <a:lnTo>
                      <a:pt x="171" y="420"/>
                    </a:lnTo>
                    <a:lnTo>
                      <a:pt x="174" y="423"/>
                    </a:lnTo>
                    <a:lnTo>
                      <a:pt x="174" y="423"/>
                    </a:lnTo>
                    <a:lnTo>
                      <a:pt x="189" y="440"/>
                    </a:lnTo>
                    <a:lnTo>
                      <a:pt x="198" y="450"/>
                    </a:lnTo>
                    <a:lnTo>
                      <a:pt x="203" y="453"/>
                    </a:lnTo>
                    <a:lnTo>
                      <a:pt x="205" y="453"/>
                    </a:lnTo>
                    <a:lnTo>
                      <a:pt x="205" y="453"/>
                    </a:lnTo>
                    <a:lnTo>
                      <a:pt x="224" y="440"/>
                    </a:lnTo>
                    <a:lnTo>
                      <a:pt x="235" y="432"/>
                    </a:lnTo>
                    <a:lnTo>
                      <a:pt x="238" y="430"/>
                    </a:lnTo>
                    <a:lnTo>
                      <a:pt x="239" y="427"/>
                    </a:lnTo>
                    <a:lnTo>
                      <a:pt x="239" y="427"/>
                    </a:lnTo>
                    <a:lnTo>
                      <a:pt x="238" y="385"/>
                    </a:lnTo>
                    <a:lnTo>
                      <a:pt x="238" y="385"/>
                    </a:lnTo>
                    <a:lnTo>
                      <a:pt x="233" y="285"/>
                    </a:lnTo>
                    <a:lnTo>
                      <a:pt x="233" y="285"/>
                    </a:lnTo>
                    <a:lnTo>
                      <a:pt x="283" y="286"/>
                    </a:lnTo>
                    <a:lnTo>
                      <a:pt x="283" y="286"/>
                    </a:lnTo>
                    <a:lnTo>
                      <a:pt x="283" y="289"/>
                    </a:lnTo>
                    <a:lnTo>
                      <a:pt x="286" y="296"/>
                    </a:lnTo>
                    <a:lnTo>
                      <a:pt x="288" y="319"/>
                    </a:lnTo>
                    <a:lnTo>
                      <a:pt x="294" y="355"/>
                    </a:lnTo>
                    <a:lnTo>
                      <a:pt x="294" y="355"/>
                    </a:lnTo>
                    <a:lnTo>
                      <a:pt x="301" y="398"/>
                    </a:lnTo>
                    <a:lnTo>
                      <a:pt x="308" y="442"/>
                    </a:lnTo>
                    <a:lnTo>
                      <a:pt x="308" y="442"/>
                    </a:lnTo>
                    <a:lnTo>
                      <a:pt x="312" y="465"/>
                    </a:lnTo>
                    <a:lnTo>
                      <a:pt x="316" y="479"/>
                    </a:lnTo>
                    <a:lnTo>
                      <a:pt x="317" y="483"/>
                    </a:lnTo>
                    <a:lnTo>
                      <a:pt x="320" y="485"/>
                    </a:lnTo>
                    <a:lnTo>
                      <a:pt x="320" y="485"/>
                    </a:lnTo>
                    <a:lnTo>
                      <a:pt x="298" y="498"/>
                    </a:lnTo>
                    <a:lnTo>
                      <a:pt x="273" y="507"/>
                    </a:lnTo>
                    <a:lnTo>
                      <a:pt x="261" y="510"/>
                    </a:lnTo>
                    <a:lnTo>
                      <a:pt x="249" y="513"/>
                    </a:lnTo>
                    <a:lnTo>
                      <a:pt x="235" y="514"/>
                    </a:lnTo>
                    <a:lnTo>
                      <a:pt x="223" y="514"/>
                    </a:lnTo>
                    <a:lnTo>
                      <a:pt x="223" y="514"/>
                    </a:lnTo>
                    <a:lnTo>
                      <a:pt x="211" y="513"/>
                    </a:lnTo>
                    <a:lnTo>
                      <a:pt x="198" y="510"/>
                    </a:lnTo>
                    <a:lnTo>
                      <a:pt x="186" y="507"/>
                    </a:lnTo>
                    <a:lnTo>
                      <a:pt x="174" y="502"/>
                    </a:lnTo>
                    <a:lnTo>
                      <a:pt x="174" y="502"/>
                    </a:lnTo>
                    <a:lnTo>
                      <a:pt x="163" y="496"/>
                    </a:lnTo>
                    <a:lnTo>
                      <a:pt x="148" y="488"/>
                    </a:lnTo>
                    <a:lnTo>
                      <a:pt x="134" y="479"/>
                    </a:lnTo>
                    <a:lnTo>
                      <a:pt x="130" y="473"/>
                    </a:lnTo>
                    <a:lnTo>
                      <a:pt x="129" y="469"/>
                    </a:lnTo>
                    <a:lnTo>
                      <a:pt x="129" y="469"/>
                    </a:lnTo>
                    <a:lnTo>
                      <a:pt x="129" y="427"/>
                    </a:lnTo>
                    <a:lnTo>
                      <a:pt x="130" y="383"/>
                    </a:lnTo>
                    <a:lnTo>
                      <a:pt x="133" y="341"/>
                    </a:lnTo>
                    <a:lnTo>
                      <a:pt x="136" y="319"/>
                    </a:lnTo>
                    <a:lnTo>
                      <a:pt x="140" y="297"/>
                    </a:lnTo>
                    <a:lnTo>
                      <a:pt x="140" y="297"/>
                    </a:lnTo>
                    <a:close/>
                  </a:path>
                </a:pathLst>
              </a:custGeom>
              <a:solidFill>
                <a:schemeClr val="accent6"/>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sp>
        <p:nvSpPr>
          <p:cNvPr id="2" name="Footer Placeholder 1"/>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33113843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lide(fromBottom)">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a:stCxn id="10" idx="6"/>
            <a:endCxn id="21" idx="2"/>
          </p:cNvCxnSpPr>
          <p:nvPr/>
        </p:nvCxnSpPr>
        <p:spPr>
          <a:xfrm>
            <a:off x="1270000" y="5538404"/>
            <a:ext cx="9548605" cy="2117"/>
          </a:xfrm>
          <a:prstGeom prst="line">
            <a:avLst/>
          </a:prstGeom>
          <a:ln w="12700" cap="flat">
            <a:solidFill>
              <a:schemeClr val="bg1">
                <a:lumMod val="75000"/>
              </a:schemeClr>
            </a:solidFill>
            <a:prstDash val="sysDash"/>
            <a:round/>
          </a:ln>
        </p:spPr>
        <p:style>
          <a:lnRef idx="1">
            <a:schemeClr val="accent1"/>
          </a:lnRef>
          <a:fillRef idx="0">
            <a:schemeClr val="accent1"/>
          </a:fillRef>
          <a:effectRef idx="0">
            <a:schemeClr val="accent1"/>
          </a:effectRef>
          <a:fontRef idx="minor">
            <a:schemeClr val="tx1"/>
          </a:fontRef>
        </p:style>
      </p:cxnSp>
      <p:grpSp>
        <p:nvGrpSpPr>
          <p:cNvPr id="7" name="Group 69"/>
          <p:cNvGrpSpPr/>
          <p:nvPr/>
        </p:nvGrpSpPr>
        <p:grpSpPr>
          <a:xfrm>
            <a:off x="341032" y="5073920"/>
            <a:ext cx="928968" cy="928968"/>
            <a:chOff x="255774" y="3805440"/>
            <a:chExt cx="696726" cy="696726"/>
          </a:xfrm>
        </p:grpSpPr>
        <p:sp>
          <p:nvSpPr>
            <p:cNvPr id="10" name="Oval 9"/>
            <p:cNvSpPr/>
            <p:nvPr/>
          </p:nvSpPr>
          <p:spPr>
            <a:xfrm>
              <a:off x="25577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Isosceles Triangle 40"/>
            <p:cNvSpPr/>
            <p:nvPr/>
          </p:nvSpPr>
          <p:spPr>
            <a:xfrm rot="5400000">
              <a:off x="493716" y="4019782"/>
              <a:ext cx="279448" cy="240904"/>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 name="Group 70"/>
          <p:cNvGrpSpPr/>
          <p:nvPr/>
        </p:nvGrpSpPr>
        <p:grpSpPr>
          <a:xfrm>
            <a:off x="10818605" y="5073920"/>
            <a:ext cx="928968" cy="928968"/>
            <a:chOff x="8113954" y="3805440"/>
            <a:chExt cx="696726" cy="696726"/>
          </a:xfrm>
        </p:grpSpPr>
        <p:sp>
          <p:nvSpPr>
            <p:cNvPr id="21" name="Oval 20"/>
            <p:cNvSpPr/>
            <p:nvPr/>
          </p:nvSpPr>
          <p:spPr>
            <a:xfrm>
              <a:off x="811395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8358214" y="4048124"/>
              <a:ext cx="238120" cy="23812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6" name="Rectangle 45"/>
          <p:cNvSpPr/>
          <p:nvPr/>
        </p:nvSpPr>
        <p:spPr>
          <a:xfrm>
            <a:off x="1333467" y="5619766"/>
            <a:ext cx="619080" cy="338554"/>
          </a:xfrm>
          <a:prstGeom prst="rect">
            <a:avLst/>
          </a:prstGeom>
        </p:spPr>
        <p:txBody>
          <a:bodyPr wrap="none">
            <a:spAutoFit/>
          </a:bodyPr>
          <a:lstStyle/>
          <a:p>
            <a:r>
              <a:rPr lang="en-US" sz="1600" dirty="0">
                <a:solidFill>
                  <a:schemeClr val="bg1">
                    <a:lumMod val="65000"/>
                  </a:schemeClr>
                </a:solidFill>
                <a:latin typeface="Open Sans" pitchFamily="34" charset="0"/>
                <a:ea typeface="Open Sans" pitchFamily="34" charset="0"/>
                <a:cs typeface="Open Sans" pitchFamily="34" charset="0"/>
              </a:rPr>
              <a:t>Start</a:t>
            </a:r>
          </a:p>
        </p:txBody>
      </p:sp>
      <p:grpSp>
        <p:nvGrpSpPr>
          <p:cNvPr id="11" name="Group 61"/>
          <p:cNvGrpSpPr/>
          <p:nvPr/>
        </p:nvGrpSpPr>
        <p:grpSpPr>
          <a:xfrm>
            <a:off x="2674552" y="2183483"/>
            <a:ext cx="3910595" cy="3493725"/>
            <a:chOff x="2005914" y="1637612"/>
            <a:chExt cx="2932947" cy="2620294"/>
          </a:xfrm>
        </p:grpSpPr>
        <p:sp>
          <p:nvSpPr>
            <p:cNvPr id="13" name="Oval 12"/>
            <p:cNvSpPr/>
            <p:nvPr/>
          </p:nvSpPr>
          <p:spPr>
            <a:xfrm>
              <a:off x="2111286"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66"/>
            <p:cNvGrpSpPr/>
            <p:nvPr/>
          </p:nvGrpSpPr>
          <p:grpSpPr>
            <a:xfrm>
              <a:off x="2315321" y="2035402"/>
              <a:ext cx="2623540" cy="1682478"/>
              <a:chOff x="2315321" y="2035402"/>
              <a:chExt cx="2623540" cy="1682478"/>
            </a:xfrm>
          </p:grpSpPr>
          <p:sp>
            <p:nvSpPr>
              <p:cNvPr id="44" name="Rectangle 43"/>
              <p:cNvSpPr/>
              <p:nvPr/>
            </p:nvSpPr>
            <p:spPr>
              <a:xfrm>
                <a:off x="2315321" y="2540635"/>
                <a:ext cx="2623540" cy="1177245"/>
              </a:xfrm>
              <a:prstGeom prst="rect">
                <a:avLst/>
              </a:prstGeom>
            </p:spPr>
            <p:txBody>
              <a:bodyPr wrap="square">
                <a:spAutoFit/>
              </a:bodyPr>
              <a:lstStyle/>
              <a:p>
                <a:r>
                  <a:rPr lang="ar-SA" sz="2400" b="1" dirty="0"/>
                  <a:t>اعتمد على تسليم الطالب عدداً من الكتب المصممة والمنتجة بعناية من قبل فريق من الخبراء والمتخصصين من خلال البريد</a:t>
                </a:r>
                <a:endParaRPr lang="ms-MY" sz="2400" b="1"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5" name="Rectangle 44"/>
              <p:cNvSpPr/>
              <p:nvPr/>
            </p:nvSpPr>
            <p:spPr>
              <a:xfrm>
                <a:off x="2581734" y="2035402"/>
                <a:ext cx="1244572" cy="438581"/>
              </a:xfrm>
              <a:prstGeom prst="rect">
                <a:avLst/>
              </a:prstGeom>
            </p:spPr>
            <p:txBody>
              <a:bodyPr wrap="none">
                <a:spAutoFit/>
              </a:bodyPr>
              <a:lstStyle/>
              <a:p>
                <a:r>
                  <a:rPr lang="ar-SA" sz="3200" b="1" u="sng" dirty="0" smtClean="0">
                    <a:solidFill>
                      <a:schemeClr val="accent1">
                        <a:lumMod val="75000"/>
                      </a:schemeClr>
                    </a:solidFill>
                  </a:rPr>
                  <a:t>الجيل </a:t>
                </a:r>
                <a:r>
                  <a:rPr lang="ar-SA" sz="3200" b="1" u="sng" dirty="0">
                    <a:solidFill>
                      <a:schemeClr val="accent1">
                        <a:lumMod val="75000"/>
                      </a:schemeClr>
                    </a:solidFill>
                  </a:rPr>
                  <a:t>الأول</a:t>
                </a:r>
                <a:endParaRPr lang="en-US" sz="3200" b="1" u="sng" dirty="0">
                  <a:solidFill>
                    <a:schemeClr val="accent1">
                      <a:lumMod val="75000"/>
                    </a:schemeClr>
                  </a:solidFill>
                  <a:latin typeface="Open Sans" pitchFamily="34" charset="0"/>
                  <a:ea typeface="Open Sans" pitchFamily="34" charset="0"/>
                  <a:cs typeface="Open Sans" pitchFamily="34" charset="0"/>
                </a:endParaRPr>
              </a:p>
            </p:txBody>
          </p:sp>
        </p:grpSp>
        <p:cxnSp>
          <p:nvCxnSpPr>
            <p:cNvPr id="27" name="Straight Connector 26"/>
            <p:cNvCxnSpPr/>
            <p:nvPr/>
          </p:nvCxnSpPr>
          <p:spPr>
            <a:xfrm rot="16200000" flipH="1">
              <a:off x="1337273"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4" name="Group 59"/>
            <p:cNvGrpSpPr/>
            <p:nvPr/>
          </p:nvGrpSpPr>
          <p:grpSpPr>
            <a:xfrm>
              <a:off x="2005914" y="1637612"/>
              <a:ext cx="418280" cy="418280"/>
              <a:chOff x="2005914" y="1637612"/>
              <a:chExt cx="418280" cy="418280"/>
            </a:xfrm>
          </p:grpSpPr>
          <p:sp>
            <p:nvSpPr>
              <p:cNvPr id="26" name="Teardrop 25"/>
              <p:cNvSpPr/>
              <p:nvPr/>
            </p:nvSpPr>
            <p:spPr>
              <a:xfrm rot="8100000">
                <a:off x="2005914" y="1637612"/>
                <a:ext cx="418280" cy="418280"/>
              </a:xfrm>
              <a:prstGeom prst="teardrop">
                <a:avLst>
                  <a:gd name="adj" fmla="val 13161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Freeform 63"/>
              <p:cNvSpPr>
                <a:spLocks noEditPoints="1"/>
              </p:cNvSpPr>
              <p:nvPr/>
            </p:nvSpPr>
            <p:spPr bwMode="auto">
              <a:xfrm>
                <a:off x="2115407" y="1762183"/>
                <a:ext cx="199914" cy="171356"/>
              </a:xfrm>
              <a:custGeom>
                <a:avLst/>
                <a:gdLst/>
                <a:ahLst/>
                <a:cxnLst>
                  <a:cxn ang="0">
                    <a:pos x="15" y="2"/>
                  </a:cxn>
                  <a:cxn ang="0">
                    <a:pos x="0" y="4"/>
                  </a:cxn>
                  <a:cxn ang="0">
                    <a:pos x="0" y="62"/>
                  </a:cxn>
                  <a:cxn ang="0">
                    <a:pos x="9" y="71"/>
                  </a:cxn>
                  <a:cxn ang="0">
                    <a:pos x="53" y="45"/>
                  </a:cxn>
                  <a:cxn ang="0">
                    <a:pos x="58" y="31"/>
                  </a:cxn>
                  <a:cxn ang="0">
                    <a:pos x="307" y="11"/>
                  </a:cxn>
                  <a:cxn ang="0">
                    <a:pos x="95" y="11"/>
                  </a:cxn>
                  <a:cxn ang="0">
                    <a:pos x="85" y="27"/>
                  </a:cxn>
                  <a:cxn ang="0">
                    <a:pos x="85" y="51"/>
                  </a:cxn>
                  <a:cxn ang="0">
                    <a:pos x="102" y="62"/>
                  </a:cxn>
                  <a:cxn ang="0">
                    <a:pos x="314" y="60"/>
                  </a:cxn>
                  <a:cxn ang="0">
                    <a:pos x="323" y="43"/>
                  </a:cxn>
                  <a:cxn ang="0">
                    <a:pos x="323" y="20"/>
                  </a:cxn>
                  <a:cxn ang="0">
                    <a:pos x="307" y="11"/>
                  </a:cxn>
                  <a:cxn ang="0">
                    <a:pos x="53" y="147"/>
                  </a:cxn>
                  <a:cxn ang="0">
                    <a:pos x="60" y="138"/>
                  </a:cxn>
                  <a:cxn ang="0">
                    <a:pos x="15" y="112"/>
                  </a:cxn>
                  <a:cxn ang="0">
                    <a:pos x="4" y="111"/>
                  </a:cxn>
                  <a:cxn ang="0">
                    <a:pos x="0" y="163"/>
                  </a:cxn>
                  <a:cxn ang="0">
                    <a:pos x="4" y="172"/>
                  </a:cxn>
                  <a:cxn ang="0">
                    <a:pos x="15" y="172"/>
                  </a:cxn>
                  <a:cxn ang="0">
                    <a:pos x="102" y="112"/>
                  </a:cxn>
                  <a:cxn ang="0">
                    <a:pos x="85" y="123"/>
                  </a:cxn>
                  <a:cxn ang="0">
                    <a:pos x="85" y="147"/>
                  </a:cxn>
                  <a:cxn ang="0">
                    <a:pos x="95" y="163"/>
                  </a:cxn>
                  <a:cxn ang="0">
                    <a:pos x="307" y="163"/>
                  </a:cxn>
                  <a:cxn ang="0">
                    <a:pos x="323" y="154"/>
                  </a:cxn>
                  <a:cxn ang="0">
                    <a:pos x="323" y="129"/>
                  </a:cxn>
                  <a:cxn ang="0">
                    <a:pos x="314" y="114"/>
                  </a:cxn>
                  <a:cxn ang="0">
                    <a:pos x="53" y="232"/>
                  </a:cxn>
                  <a:cxn ang="0">
                    <a:pos x="9" y="205"/>
                  </a:cxn>
                  <a:cxn ang="0">
                    <a:pos x="0" y="214"/>
                  </a:cxn>
                  <a:cxn ang="0">
                    <a:pos x="0" y="272"/>
                  </a:cxn>
                  <a:cxn ang="0">
                    <a:pos x="15" y="274"/>
                  </a:cxn>
                  <a:cxn ang="0">
                    <a:pos x="58" y="245"/>
                  </a:cxn>
                  <a:cxn ang="0">
                    <a:pos x="53" y="232"/>
                  </a:cxn>
                  <a:cxn ang="0">
                    <a:pos x="102" y="214"/>
                  </a:cxn>
                  <a:cxn ang="0">
                    <a:pos x="91" y="219"/>
                  </a:cxn>
                  <a:cxn ang="0">
                    <a:pos x="85" y="248"/>
                  </a:cxn>
                  <a:cxn ang="0">
                    <a:pos x="91" y="261"/>
                  </a:cxn>
                  <a:cxn ang="0">
                    <a:pos x="307" y="266"/>
                  </a:cxn>
                  <a:cxn ang="0">
                    <a:pos x="319" y="261"/>
                  </a:cxn>
                  <a:cxn ang="0">
                    <a:pos x="323" y="232"/>
                  </a:cxn>
                  <a:cxn ang="0">
                    <a:pos x="319" y="219"/>
                  </a:cxn>
                  <a:cxn ang="0">
                    <a:pos x="307" y="214"/>
                  </a:cxn>
                </a:cxnLst>
                <a:rect l="0" t="0" r="r" b="b"/>
                <a:pathLst>
                  <a:path w="323" h="275">
                    <a:moveTo>
                      <a:pt x="53" y="27"/>
                    </a:moveTo>
                    <a:lnTo>
                      <a:pt x="15" y="2"/>
                    </a:lnTo>
                    <a:lnTo>
                      <a:pt x="15" y="2"/>
                    </a:lnTo>
                    <a:lnTo>
                      <a:pt x="9" y="0"/>
                    </a:lnTo>
                    <a:lnTo>
                      <a:pt x="4" y="0"/>
                    </a:lnTo>
                    <a:lnTo>
                      <a:pt x="0" y="4"/>
                    </a:lnTo>
                    <a:lnTo>
                      <a:pt x="0" y="11"/>
                    </a:lnTo>
                    <a:lnTo>
                      <a:pt x="0" y="62"/>
                    </a:lnTo>
                    <a:lnTo>
                      <a:pt x="0" y="62"/>
                    </a:lnTo>
                    <a:lnTo>
                      <a:pt x="0" y="67"/>
                    </a:lnTo>
                    <a:lnTo>
                      <a:pt x="4" y="71"/>
                    </a:lnTo>
                    <a:lnTo>
                      <a:pt x="9" y="71"/>
                    </a:lnTo>
                    <a:lnTo>
                      <a:pt x="15" y="69"/>
                    </a:lnTo>
                    <a:lnTo>
                      <a:pt x="53" y="45"/>
                    </a:lnTo>
                    <a:lnTo>
                      <a:pt x="53" y="45"/>
                    </a:lnTo>
                    <a:lnTo>
                      <a:pt x="58" y="40"/>
                    </a:lnTo>
                    <a:lnTo>
                      <a:pt x="60" y="36"/>
                    </a:lnTo>
                    <a:lnTo>
                      <a:pt x="58" y="31"/>
                    </a:lnTo>
                    <a:lnTo>
                      <a:pt x="53" y="27"/>
                    </a:lnTo>
                    <a:lnTo>
                      <a:pt x="53" y="27"/>
                    </a:lnTo>
                    <a:close/>
                    <a:moveTo>
                      <a:pt x="307" y="11"/>
                    </a:moveTo>
                    <a:lnTo>
                      <a:pt x="102" y="11"/>
                    </a:lnTo>
                    <a:lnTo>
                      <a:pt x="102" y="11"/>
                    </a:lnTo>
                    <a:lnTo>
                      <a:pt x="95" y="11"/>
                    </a:lnTo>
                    <a:lnTo>
                      <a:pt x="91" y="14"/>
                    </a:lnTo>
                    <a:lnTo>
                      <a:pt x="85" y="20"/>
                    </a:lnTo>
                    <a:lnTo>
                      <a:pt x="85" y="27"/>
                    </a:lnTo>
                    <a:lnTo>
                      <a:pt x="85" y="43"/>
                    </a:lnTo>
                    <a:lnTo>
                      <a:pt x="85" y="43"/>
                    </a:lnTo>
                    <a:lnTo>
                      <a:pt x="85" y="51"/>
                    </a:lnTo>
                    <a:lnTo>
                      <a:pt x="91" y="56"/>
                    </a:lnTo>
                    <a:lnTo>
                      <a:pt x="95" y="60"/>
                    </a:lnTo>
                    <a:lnTo>
                      <a:pt x="102" y="62"/>
                    </a:lnTo>
                    <a:lnTo>
                      <a:pt x="307" y="62"/>
                    </a:lnTo>
                    <a:lnTo>
                      <a:pt x="307" y="62"/>
                    </a:lnTo>
                    <a:lnTo>
                      <a:pt x="314" y="60"/>
                    </a:lnTo>
                    <a:lnTo>
                      <a:pt x="319" y="56"/>
                    </a:lnTo>
                    <a:lnTo>
                      <a:pt x="323" y="51"/>
                    </a:lnTo>
                    <a:lnTo>
                      <a:pt x="323" y="43"/>
                    </a:lnTo>
                    <a:lnTo>
                      <a:pt x="323" y="27"/>
                    </a:lnTo>
                    <a:lnTo>
                      <a:pt x="323" y="27"/>
                    </a:lnTo>
                    <a:lnTo>
                      <a:pt x="323" y="20"/>
                    </a:lnTo>
                    <a:lnTo>
                      <a:pt x="319" y="14"/>
                    </a:lnTo>
                    <a:lnTo>
                      <a:pt x="314" y="11"/>
                    </a:lnTo>
                    <a:lnTo>
                      <a:pt x="307" y="11"/>
                    </a:lnTo>
                    <a:lnTo>
                      <a:pt x="307" y="11"/>
                    </a:lnTo>
                    <a:close/>
                    <a:moveTo>
                      <a:pt x="15" y="172"/>
                    </a:moveTo>
                    <a:lnTo>
                      <a:pt x="53" y="147"/>
                    </a:lnTo>
                    <a:lnTo>
                      <a:pt x="53" y="147"/>
                    </a:lnTo>
                    <a:lnTo>
                      <a:pt x="58" y="143"/>
                    </a:lnTo>
                    <a:lnTo>
                      <a:pt x="60" y="138"/>
                    </a:lnTo>
                    <a:lnTo>
                      <a:pt x="58" y="134"/>
                    </a:lnTo>
                    <a:lnTo>
                      <a:pt x="53" y="130"/>
                    </a:lnTo>
                    <a:lnTo>
                      <a:pt x="15" y="112"/>
                    </a:lnTo>
                    <a:lnTo>
                      <a:pt x="15" y="112"/>
                    </a:lnTo>
                    <a:lnTo>
                      <a:pt x="9" y="111"/>
                    </a:lnTo>
                    <a:lnTo>
                      <a:pt x="4" y="111"/>
                    </a:lnTo>
                    <a:lnTo>
                      <a:pt x="0" y="114"/>
                    </a:lnTo>
                    <a:lnTo>
                      <a:pt x="0" y="121"/>
                    </a:lnTo>
                    <a:lnTo>
                      <a:pt x="0" y="163"/>
                    </a:lnTo>
                    <a:lnTo>
                      <a:pt x="0" y="163"/>
                    </a:lnTo>
                    <a:lnTo>
                      <a:pt x="0" y="170"/>
                    </a:lnTo>
                    <a:lnTo>
                      <a:pt x="4" y="172"/>
                    </a:lnTo>
                    <a:lnTo>
                      <a:pt x="9" y="174"/>
                    </a:lnTo>
                    <a:lnTo>
                      <a:pt x="15" y="172"/>
                    </a:lnTo>
                    <a:lnTo>
                      <a:pt x="15" y="172"/>
                    </a:lnTo>
                    <a:close/>
                    <a:moveTo>
                      <a:pt x="307" y="112"/>
                    </a:moveTo>
                    <a:lnTo>
                      <a:pt x="102" y="112"/>
                    </a:lnTo>
                    <a:lnTo>
                      <a:pt x="102" y="112"/>
                    </a:lnTo>
                    <a:lnTo>
                      <a:pt x="95" y="114"/>
                    </a:lnTo>
                    <a:lnTo>
                      <a:pt x="91" y="118"/>
                    </a:lnTo>
                    <a:lnTo>
                      <a:pt x="85" y="123"/>
                    </a:lnTo>
                    <a:lnTo>
                      <a:pt x="85" y="129"/>
                    </a:lnTo>
                    <a:lnTo>
                      <a:pt x="85" y="147"/>
                    </a:lnTo>
                    <a:lnTo>
                      <a:pt x="85" y="147"/>
                    </a:lnTo>
                    <a:lnTo>
                      <a:pt x="85" y="154"/>
                    </a:lnTo>
                    <a:lnTo>
                      <a:pt x="91" y="159"/>
                    </a:lnTo>
                    <a:lnTo>
                      <a:pt x="95" y="163"/>
                    </a:lnTo>
                    <a:lnTo>
                      <a:pt x="102" y="163"/>
                    </a:lnTo>
                    <a:lnTo>
                      <a:pt x="307" y="163"/>
                    </a:lnTo>
                    <a:lnTo>
                      <a:pt x="307" y="163"/>
                    </a:lnTo>
                    <a:lnTo>
                      <a:pt x="314" y="163"/>
                    </a:lnTo>
                    <a:lnTo>
                      <a:pt x="319" y="159"/>
                    </a:lnTo>
                    <a:lnTo>
                      <a:pt x="323" y="154"/>
                    </a:lnTo>
                    <a:lnTo>
                      <a:pt x="323" y="147"/>
                    </a:lnTo>
                    <a:lnTo>
                      <a:pt x="323" y="129"/>
                    </a:lnTo>
                    <a:lnTo>
                      <a:pt x="323" y="129"/>
                    </a:lnTo>
                    <a:lnTo>
                      <a:pt x="323" y="123"/>
                    </a:lnTo>
                    <a:lnTo>
                      <a:pt x="319" y="118"/>
                    </a:lnTo>
                    <a:lnTo>
                      <a:pt x="314" y="114"/>
                    </a:lnTo>
                    <a:lnTo>
                      <a:pt x="307" y="112"/>
                    </a:lnTo>
                    <a:lnTo>
                      <a:pt x="307" y="112"/>
                    </a:lnTo>
                    <a:close/>
                    <a:moveTo>
                      <a:pt x="53" y="232"/>
                    </a:moveTo>
                    <a:lnTo>
                      <a:pt x="15" y="207"/>
                    </a:lnTo>
                    <a:lnTo>
                      <a:pt x="15" y="207"/>
                    </a:lnTo>
                    <a:lnTo>
                      <a:pt x="9" y="205"/>
                    </a:lnTo>
                    <a:lnTo>
                      <a:pt x="4" y="205"/>
                    </a:lnTo>
                    <a:lnTo>
                      <a:pt x="0" y="208"/>
                    </a:lnTo>
                    <a:lnTo>
                      <a:pt x="0" y="214"/>
                    </a:lnTo>
                    <a:lnTo>
                      <a:pt x="0" y="266"/>
                    </a:lnTo>
                    <a:lnTo>
                      <a:pt x="0" y="266"/>
                    </a:lnTo>
                    <a:lnTo>
                      <a:pt x="0" y="272"/>
                    </a:lnTo>
                    <a:lnTo>
                      <a:pt x="4" y="275"/>
                    </a:lnTo>
                    <a:lnTo>
                      <a:pt x="9" y="275"/>
                    </a:lnTo>
                    <a:lnTo>
                      <a:pt x="15" y="274"/>
                    </a:lnTo>
                    <a:lnTo>
                      <a:pt x="53" y="250"/>
                    </a:lnTo>
                    <a:lnTo>
                      <a:pt x="53" y="250"/>
                    </a:lnTo>
                    <a:lnTo>
                      <a:pt x="58" y="245"/>
                    </a:lnTo>
                    <a:lnTo>
                      <a:pt x="60" y="241"/>
                    </a:lnTo>
                    <a:lnTo>
                      <a:pt x="58" y="236"/>
                    </a:lnTo>
                    <a:lnTo>
                      <a:pt x="53" y="232"/>
                    </a:lnTo>
                    <a:lnTo>
                      <a:pt x="53" y="232"/>
                    </a:lnTo>
                    <a:close/>
                    <a:moveTo>
                      <a:pt x="307" y="214"/>
                    </a:moveTo>
                    <a:lnTo>
                      <a:pt x="102" y="214"/>
                    </a:lnTo>
                    <a:lnTo>
                      <a:pt x="102" y="214"/>
                    </a:lnTo>
                    <a:lnTo>
                      <a:pt x="95" y="216"/>
                    </a:lnTo>
                    <a:lnTo>
                      <a:pt x="91" y="219"/>
                    </a:lnTo>
                    <a:lnTo>
                      <a:pt x="85" y="225"/>
                    </a:lnTo>
                    <a:lnTo>
                      <a:pt x="85" y="232"/>
                    </a:lnTo>
                    <a:lnTo>
                      <a:pt x="85" y="248"/>
                    </a:lnTo>
                    <a:lnTo>
                      <a:pt x="85" y="248"/>
                    </a:lnTo>
                    <a:lnTo>
                      <a:pt x="85" y="256"/>
                    </a:lnTo>
                    <a:lnTo>
                      <a:pt x="91" y="261"/>
                    </a:lnTo>
                    <a:lnTo>
                      <a:pt x="95" y="265"/>
                    </a:lnTo>
                    <a:lnTo>
                      <a:pt x="102" y="266"/>
                    </a:lnTo>
                    <a:lnTo>
                      <a:pt x="307" y="266"/>
                    </a:lnTo>
                    <a:lnTo>
                      <a:pt x="307" y="266"/>
                    </a:lnTo>
                    <a:lnTo>
                      <a:pt x="314" y="265"/>
                    </a:lnTo>
                    <a:lnTo>
                      <a:pt x="319" y="261"/>
                    </a:lnTo>
                    <a:lnTo>
                      <a:pt x="323" y="256"/>
                    </a:lnTo>
                    <a:lnTo>
                      <a:pt x="323" y="248"/>
                    </a:lnTo>
                    <a:lnTo>
                      <a:pt x="323" y="232"/>
                    </a:lnTo>
                    <a:lnTo>
                      <a:pt x="323" y="232"/>
                    </a:lnTo>
                    <a:lnTo>
                      <a:pt x="323" y="225"/>
                    </a:lnTo>
                    <a:lnTo>
                      <a:pt x="319" y="219"/>
                    </a:lnTo>
                    <a:lnTo>
                      <a:pt x="314" y="216"/>
                    </a:lnTo>
                    <a:lnTo>
                      <a:pt x="307" y="214"/>
                    </a:lnTo>
                    <a:lnTo>
                      <a:pt x="307" y="214"/>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grpSp>
        <p:nvGrpSpPr>
          <p:cNvPr id="16" name="Group 72"/>
          <p:cNvGrpSpPr/>
          <p:nvPr/>
        </p:nvGrpSpPr>
        <p:grpSpPr>
          <a:xfrm>
            <a:off x="6770330" y="2183483"/>
            <a:ext cx="3230948" cy="3493725"/>
            <a:chOff x="5077748" y="1637612"/>
            <a:chExt cx="2423211" cy="2620294"/>
          </a:xfrm>
        </p:grpSpPr>
        <p:sp>
          <p:nvSpPr>
            <p:cNvPr id="17" name="Oval 16"/>
            <p:cNvSpPr/>
            <p:nvPr/>
          </p:nvSpPr>
          <p:spPr>
            <a:xfrm>
              <a:off x="5183120"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 name="Straight Connector 38"/>
            <p:cNvCxnSpPr/>
            <p:nvPr/>
          </p:nvCxnSpPr>
          <p:spPr>
            <a:xfrm rot="16200000" flipH="1">
              <a:off x="4409107"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8" name="Group 67"/>
            <p:cNvGrpSpPr/>
            <p:nvPr/>
          </p:nvGrpSpPr>
          <p:grpSpPr>
            <a:xfrm>
              <a:off x="5431609" y="2035402"/>
              <a:ext cx="2069350" cy="1681933"/>
              <a:chOff x="5431609" y="2035402"/>
              <a:chExt cx="2069350" cy="1681933"/>
            </a:xfrm>
          </p:grpSpPr>
          <p:sp>
            <p:nvSpPr>
              <p:cNvPr id="50" name="Rectangle 49"/>
              <p:cNvSpPr/>
              <p:nvPr/>
            </p:nvSpPr>
            <p:spPr>
              <a:xfrm>
                <a:off x="5431609" y="2540090"/>
                <a:ext cx="2069350" cy="1177245"/>
              </a:xfrm>
              <a:prstGeom prst="rect">
                <a:avLst/>
              </a:prstGeom>
            </p:spPr>
            <p:txBody>
              <a:bodyPr wrap="square">
                <a:spAutoFit/>
              </a:bodyPr>
              <a:lstStyle/>
              <a:p>
                <a:r>
                  <a:rPr lang="ar-SA" sz="2400" b="1" dirty="0"/>
                  <a:t>اعتمد على الإذاعة السمعية والمرئية بفضل انتشار تقنيات وسائط الإعلام والإعلان</a:t>
                </a:r>
                <a:endParaRPr lang="ms-MY" sz="2400" b="1"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51" name="Rectangle 50"/>
              <p:cNvSpPr/>
              <p:nvPr/>
            </p:nvSpPr>
            <p:spPr>
              <a:xfrm>
                <a:off x="5631514" y="2035402"/>
                <a:ext cx="1305886" cy="438581"/>
              </a:xfrm>
              <a:prstGeom prst="rect">
                <a:avLst/>
              </a:prstGeom>
            </p:spPr>
            <p:txBody>
              <a:bodyPr wrap="none">
                <a:spAutoFit/>
              </a:bodyPr>
              <a:lstStyle/>
              <a:p>
                <a:r>
                  <a:rPr lang="ar-SA" sz="3200" b="1" u="sng" dirty="0">
                    <a:solidFill>
                      <a:srgbClr val="F47264"/>
                    </a:solidFill>
                  </a:rPr>
                  <a:t>الجيل الثاني</a:t>
                </a:r>
                <a:endParaRPr lang="en-US" sz="3200" b="1" u="sng" dirty="0">
                  <a:solidFill>
                    <a:srgbClr val="F47264"/>
                  </a:solidFill>
                  <a:latin typeface="Open Sans" pitchFamily="34" charset="0"/>
                  <a:ea typeface="Open Sans" pitchFamily="34" charset="0"/>
                  <a:cs typeface="Open Sans" pitchFamily="34" charset="0"/>
                </a:endParaRPr>
              </a:p>
            </p:txBody>
          </p:sp>
        </p:grpSp>
        <p:grpSp>
          <p:nvGrpSpPr>
            <p:cNvPr id="20" name="Group 63"/>
            <p:cNvGrpSpPr/>
            <p:nvPr/>
          </p:nvGrpSpPr>
          <p:grpSpPr>
            <a:xfrm>
              <a:off x="5077748" y="1637612"/>
              <a:ext cx="418280" cy="418280"/>
              <a:chOff x="5077748" y="1637612"/>
              <a:chExt cx="418280" cy="418280"/>
            </a:xfrm>
          </p:grpSpPr>
          <p:sp>
            <p:nvSpPr>
              <p:cNvPr id="38" name="Teardrop 37"/>
              <p:cNvSpPr/>
              <p:nvPr/>
            </p:nvSpPr>
            <p:spPr>
              <a:xfrm rot="8100000">
                <a:off x="5077748" y="1637612"/>
                <a:ext cx="418280" cy="418280"/>
              </a:xfrm>
              <a:prstGeom prst="teardrop">
                <a:avLst>
                  <a:gd name="adj" fmla="val 13161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Freeform 100"/>
              <p:cNvSpPr>
                <a:spLocks/>
              </p:cNvSpPr>
              <p:nvPr/>
            </p:nvSpPr>
            <p:spPr bwMode="auto">
              <a:xfrm>
                <a:off x="5169641" y="1770740"/>
                <a:ext cx="176324" cy="198674"/>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sp>
        <p:nvSpPr>
          <p:cNvPr id="2" name="Footer Placeholder 1"/>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11039818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lide(fromLeft)">
                                      <p:cBhvr>
                                        <p:cTn id="7" dur="500"/>
                                        <p:tgtEl>
                                          <p:spTgt spid="7"/>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46"/>
                                        </p:tgtEl>
                                        <p:attrNameLst>
                                          <p:attrName>style.visibility</p:attrName>
                                        </p:attrNameLst>
                                      </p:cBhvr>
                                      <p:to>
                                        <p:strVal val="visible"/>
                                      </p:to>
                                    </p:set>
                                    <p:animEffect transition="in" filter="slide(fromLeft)">
                                      <p:cBhvr>
                                        <p:cTn id="10" dur="500"/>
                                        <p:tgtEl>
                                          <p:spTgt spid="46"/>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Left)">
                                      <p:cBhvr>
                                        <p:cTn id="14" dur="500"/>
                                        <p:tgtEl>
                                          <p:spTgt spid="8"/>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slide(fromBottom)">
                                      <p:cBhvr>
                                        <p:cTn id="18" dur="500"/>
                                        <p:tgtEl>
                                          <p:spTgt spid="11"/>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slide(fromBottom)">
                                      <p:cBhvr>
                                        <p:cTn id="22" dur="500"/>
                                        <p:tgtEl>
                                          <p:spTgt spid="16"/>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slide(fromLeft)">
                                      <p:cBhvr>
                                        <p:cTn id="2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a:stCxn id="10" idx="6"/>
            <a:endCxn id="21" idx="2"/>
          </p:cNvCxnSpPr>
          <p:nvPr/>
        </p:nvCxnSpPr>
        <p:spPr>
          <a:xfrm>
            <a:off x="1270000" y="5538404"/>
            <a:ext cx="9548605" cy="2117"/>
          </a:xfrm>
          <a:prstGeom prst="line">
            <a:avLst/>
          </a:prstGeom>
          <a:ln w="12700" cap="flat">
            <a:solidFill>
              <a:schemeClr val="bg1">
                <a:lumMod val="75000"/>
              </a:schemeClr>
            </a:solidFill>
            <a:prstDash val="sysDash"/>
            <a:round/>
          </a:ln>
        </p:spPr>
        <p:style>
          <a:lnRef idx="1">
            <a:schemeClr val="accent1"/>
          </a:lnRef>
          <a:fillRef idx="0">
            <a:schemeClr val="accent1"/>
          </a:fillRef>
          <a:effectRef idx="0">
            <a:schemeClr val="accent1"/>
          </a:effectRef>
          <a:fontRef idx="minor">
            <a:schemeClr val="tx1"/>
          </a:fontRef>
        </p:style>
      </p:cxnSp>
      <p:grpSp>
        <p:nvGrpSpPr>
          <p:cNvPr id="7" name="Group 69"/>
          <p:cNvGrpSpPr/>
          <p:nvPr/>
        </p:nvGrpSpPr>
        <p:grpSpPr>
          <a:xfrm>
            <a:off x="341032" y="5073920"/>
            <a:ext cx="928968" cy="928968"/>
            <a:chOff x="255774" y="3805440"/>
            <a:chExt cx="696726" cy="696726"/>
          </a:xfrm>
        </p:grpSpPr>
        <p:sp>
          <p:nvSpPr>
            <p:cNvPr id="10" name="Oval 9"/>
            <p:cNvSpPr/>
            <p:nvPr/>
          </p:nvSpPr>
          <p:spPr>
            <a:xfrm>
              <a:off x="25577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1" name="Isosceles Triangle 40"/>
            <p:cNvSpPr/>
            <p:nvPr/>
          </p:nvSpPr>
          <p:spPr>
            <a:xfrm rot="5400000">
              <a:off x="493716" y="4019782"/>
              <a:ext cx="279448" cy="240904"/>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9" name="Group 70"/>
          <p:cNvGrpSpPr/>
          <p:nvPr/>
        </p:nvGrpSpPr>
        <p:grpSpPr>
          <a:xfrm>
            <a:off x="10818605" y="5073920"/>
            <a:ext cx="928968" cy="928968"/>
            <a:chOff x="8113954" y="3805440"/>
            <a:chExt cx="696726" cy="696726"/>
          </a:xfrm>
        </p:grpSpPr>
        <p:sp>
          <p:nvSpPr>
            <p:cNvPr id="21" name="Oval 20"/>
            <p:cNvSpPr/>
            <p:nvPr/>
          </p:nvSpPr>
          <p:spPr>
            <a:xfrm>
              <a:off x="811395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3" name="Rectangle 42"/>
            <p:cNvSpPr/>
            <p:nvPr/>
          </p:nvSpPr>
          <p:spPr>
            <a:xfrm>
              <a:off x="8358214" y="4048124"/>
              <a:ext cx="238120" cy="23812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46" name="Rectangle 45"/>
          <p:cNvSpPr/>
          <p:nvPr/>
        </p:nvSpPr>
        <p:spPr>
          <a:xfrm>
            <a:off x="1613487" y="5553910"/>
            <a:ext cx="619080" cy="338554"/>
          </a:xfrm>
          <a:prstGeom prst="rect">
            <a:avLst/>
          </a:prstGeom>
        </p:spPr>
        <p:txBody>
          <a:bodyPr wrap="none">
            <a:spAutoFit/>
          </a:bodyPr>
          <a:lstStyle/>
          <a:p>
            <a:pPr fontAlgn="auto">
              <a:spcBef>
                <a:spcPts val="0"/>
              </a:spcBef>
              <a:spcAft>
                <a:spcPts val="0"/>
              </a:spcAft>
            </a:pPr>
            <a:r>
              <a:rPr lang="en-US" sz="1600" dirty="0">
                <a:solidFill>
                  <a:prstClr val="white">
                    <a:lumMod val="65000"/>
                  </a:prstClr>
                </a:solidFill>
                <a:latin typeface="Open Sans" pitchFamily="34" charset="0"/>
                <a:ea typeface="Open Sans" pitchFamily="34" charset="0"/>
                <a:cs typeface="Open Sans" pitchFamily="34" charset="0"/>
              </a:rPr>
              <a:t>Start</a:t>
            </a:r>
          </a:p>
        </p:txBody>
      </p:sp>
      <p:sp>
        <p:nvSpPr>
          <p:cNvPr id="47" name="Rectangle 46"/>
          <p:cNvSpPr/>
          <p:nvPr/>
        </p:nvSpPr>
        <p:spPr>
          <a:xfrm>
            <a:off x="9598652" y="5611352"/>
            <a:ext cx="729687" cy="338554"/>
          </a:xfrm>
          <a:prstGeom prst="rect">
            <a:avLst/>
          </a:prstGeom>
        </p:spPr>
        <p:txBody>
          <a:bodyPr wrap="none">
            <a:spAutoFit/>
          </a:bodyPr>
          <a:lstStyle/>
          <a:p>
            <a:pPr fontAlgn="auto">
              <a:spcBef>
                <a:spcPts val="0"/>
              </a:spcBef>
              <a:spcAft>
                <a:spcPts val="0"/>
              </a:spcAft>
            </a:pPr>
            <a:r>
              <a:rPr lang="en-US" sz="1600" dirty="0">
                <a:solidFill>
                  <a:prstClr val="white">
                    <a:lumMod val="65000"/>
                  </a:prstClr>
                </a:solidFill>
                <a:latin typeface="Open Sans" pitchFamily="34" charset="0"/>
                <a:ea typeface="Open Sans" pitchFamily="34" charset="0"/>
                <a:cs typeface="Open Sans" pitchFamily="34" charset="0"/>
              </a:rPr>
              <a:t>Finish</a:t>
            </a:r>
          </a:p>
        </p:txBody>
      </p:sp>
      <p:grpSp>
        <p:nvGrpSpPr>
          <p:cNvPr id="11" name="Group 61"/>
          <p:cNvGrpSpPr/>
          <p:nvPr/>
        </p:nvGrpSpPr>
        <p:grpSpPr>
          <a:xfrm>
            <a:off x="1799361" y="2133997"/>
            <a:ext cx="2339391" cy="3493725"/>
            <a:chOff x="2005914" y="1637612"/>
            <a:chExt cx="1754543" cy="2620294"/>
          </a:xfrm>
        </p:grpSpPr>
        <p:sp>
          <p:nvSpPr>
            <p:cNvPr id="13" name="Oval 12"/>
            <p:cNvSpPr/>
            <p:nvPr/>
          </p:nvSpPr>
          <p:spPr>
            <a:xfrm>
              <a:off x="2111286"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2" name="Group 66"/>
            <p:cNvGrpSpPr/>
            <p:nvPr/>
          </p:nvGrpSpPr>
          <p:grpSpPr>
            <a:xfrm>
              <a:off x="2285984" y="2025018"/>
              <a:ext cx="1474473" cy="1528434"/>
              <a:chOff x="2285984" y="2025018"/>
              <a:chExt cx="1474473" cy="1528434"/>
            </a:xfrm>
          </p:grpSpPr>
          <p:sp>
            <p:nvSpPr>
              <p:cNvPr id="44" name="Rectangle 43"/>
              <p:cNvSpPr/>
              <p:nvPr/>
            </p:nvSpPr>
            <p:spPr>
              <a:xfrm>
                <a:off x="2285984" y="2653205"/>
                <a:ext cx="1474473" cy="900247"/>
              </a:xfrm>
              <a:prstGeom prst="rect">
                <a:avLst/>
              </a:prstGeom>
            </p:spPr>
            <p:txBody>
              <a:bodyPr wrap="square">
                <a:spAutoFit/>
              </a:bodyPr>
              <a:lstStyle/>
              <a:p>
                <a:pPr fontAlgn="auto">
                  <a:spcBef>
                    <a:spcPts val="0"/>
                  </a:spcBef>
                  <a:spcAft>
                    <a:spcPts val="0"/>
                  </a:spcAft>
                </a:pPr>
                <a:r>
                  <a:rPr lang="ar-SA" sz="2400" b="1" dirty="0"/>
                  <a:t>اعتمد على التعليم التفاعلي باستخدام برامج الحاسوب</a:t>
                </a:r>
                <a:endParaRPr lang="ms-MY" sz="24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5" name="Rectangle 44"/>
              <p:cNvSpPr/>
              <p:nvPr/>
            </p:nvSpPr>
            <p:spPr>
              <a:xfrm>
                <a:off x="2357761" y="2025018"/>
                <a:ext cx="1315505" cy="438581"/>
              </a:xfrm>
              <a:prstGeom prst="rect">
                <a:avLst/>
              </a:prstGeom>
            </p:spPr>
            <p:txBody>
              <a:bodyPr wrap="none">
                <a:spAutoFit/>
              </a:bodyPr>
              <a:lstStyle/>
              <a:p>
                <a:pPr fontAlgn="auto">
                  <a:spcBef>
                    <a:spcPts val="0"/>
                  </a:spcBef>
                  <a:spcAft>
                    <a:spcPts val="0"/>
                  </a:spcAft>
                </a:pPr>
                <a:r>
                  <a:rPr lang="ar-SA" sz="3200" b="1" u="sng" dirty="0">
                    <a:solidFill>
                      <a:schemeClr val="accent1">
                        <a:lumMod val="75000"/>
                      </a:schemeClr>
                    </a:solidFill>
                  </a:rPr>
                  <a:t>الجيل الثالث</a:t>
                </a:r>
                <a:endParaRPr lang="en-US" sz="3200" b="1" u="sng" dirty="0">
                  <a:solidFill>
                    <a:schemeClr val="accent1">
                      <a:lumMod val="75000"/>
                    </a:schemeClr>
                  </a:solidFill>
                  <a:latin typeface="Open Sans" pitchFamily="34" charset="0"/>
                  <a:ea typeface="Open Sans" pitchFamily="34" charset="0"/>
                  <a:cs typeface="Open Sans" pitchFamily="34" charset="0"/>
                </a:endParaRPr>
              </a:p>
            </p:txBody>
          </p:sp>
        </p:grpSp>
        <p:cxnSp>
          <p:nvCxnSpPr>
            <p:cNvPr id="27" name="Straight Connector 26"/>
            <p:cNvCxnSpPr/>
            <p:nvPr/>
          </p:nvCxnSpPr>
          <p:spPr>
            <a:xfrm rot="16200000" flipH="1">
              <a:off x="1337273"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4" name="Group 59"/>
            <p:cNvGrpSpPr/>
            <p:nvPr/>
          </p:nvGrpSpPr>
          <p:grpSpPr>
            <a:xfrm>
              <a:off x="2005914" y="1637612"/>
              <a:ext cx="418280" cy="418280"/>
              <a:chOff x="2005914" y="1637612"/>
              <a:chExt cx="418280" cy="418280"/>
            </a:xfrm>
          </p:grpSpPr>
          <p:sp>
            <p:nvSpPr>
              <p:cNvPr id="26" name="Teardrop 25"/>
              <p:cNvSpPr/>
              <p:nvPr/>
            </p:nvSpPr>
            <p:spPr>
              <a:xfrm rot="8100000">
                <a:off x="2005914" y="1637612"/>
                <a:ext cx="418280" cy="418280"/>
              </a:xfrm>
              <a:prstGeom prst="teardrop">
                <a:avLst>
                  <a:gd name="adj" fmla="val 13161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4" name="Freeform 63"/>
              <p:cNvSpPr>
                <a:spLocks noEditPoints="1"/>
              </p:cNvSpPr>
              <p:nvPr/>
            </p:nvSpPr>
            <p:spPr bwMode="auto">
              <a:xfrm>
                <a:off x="2115407" y="1762183"/>
                <a:ext cx="199914" cy="171356"/>
              </a:xfrm>
              <a:custGeom>
                <a:avLst/>
                <a:gdLst/>
                <a:ahLst/>
                <a:cxnLst>
                  <a:cxn ang="0">
                    <a:pos x="15" y="2"/>
                  </a:cxn>
                  <a:cxn ang="0">
                    <a:pos x="0" y="4"/>
                  </a:cxn>
                  <a:cxn ang="0">
                    <a:pos x="0" y="62"/>
                  </a:cxn>
                  <a:cxn ang="0">
                    <a:pos x="9" y="71"/>
                  </a:cxn>
                  <a:cxn ang="0">
                    <a:pos x="53" y="45"/>
                  </a:cxn>
                  <a:cxn ang="0">
                    <a:pos x="58" y="31"/>
                  </a:cxn>
                  <a:cxn ang="0">
                    <a:pos x="307" y="11"/>
                  </a:cxn>
                  <a:cxn ang="0">
                    <a:pos x="95" y="11"/>
                  </a:cxn>
                  <a:cxn ang="0">
                    <a:pos x="85" y="27"/>
                  </a:cxn>
                  <a:cxn ang="0">
                    <a:pos x="85" y="51"/>
                  </a:cxn>
                  <a:cxn ang="0">
                    <a:pos x="102" y="62"/>
                  </a:cxn>
                  <a:cxn ang="0">
                    <a:pos x="314" y="60"/>
                  </a:cxn>
                  <a:cxn ang="0">
                    <a:pos x="323" y="43"/>
                  </a:cxn>
                  <a:cxn ang="0">
                    <a:pos x="323" y="20"/>
                  </a:cxn>
                  <a:cxn ang="0">
                    <a:pos x="307" y="11"/>
                  </a:cxn>
                  <a:cxn ang="0">
                    <a:pos x="53" y="147"/>
                  </a:cxn>
                  <a:cxn ang="0">
                    <a:pos x="60" y="138"/>
                  </a:cxn>
                  <a:cxn ang="0">
                    <a:pos x="15" y="112"/>
                  </a:cxn>
                  <a:cxn ang="0">
                    <a:pos x="4" y="111"/>
                  </a:cxn>
                  <a:cxn ang="0">
                    <a:pos x="0" y="163"/>
                  </a:cxn>
                  <a:cxn ang="0">
                    <a:pos x="4" y="172"/>
                  </a:cxn>
                  <a:cxn ang="0">
                    <a:pos x="15" y="172"/>
                  </a:cxn>
                  <a:cxn ang="0">
                    <a:pos x="102" y="112"/>
                  </a:cxn>
                  <a:cxn ang="0">
                    <a:pos x="85" y="123"/>
                  </a:cxn>
                  <a:cxn ang="0">
                    <a:pos x="85" y="147"/>
                  </a:cxn>
                  <a:cxn ang="0">
                    <a:pos x="95" y="163"/>
                  </a:cxn>
                  <a:cxn ang="0">
                    <a:pos x="307" y="163"/>
                  </a:cxn>
                  <a:cxn ang="0">
                    <a:pos x="323" y="154"/>
                  </a:cxn>
                  <a:cxn ang="0">
                    <a:pos x="323" y="129"/>
                  </a:cxn>
                  <a:cxn ang="0">
                    <a:pos x="314" y="114"/>
                  </a:cxn>
                  <a:cxn ang="0">
                    <a:pos x="53" y="232"/>
                  </a:cxn>
                  <a:cxn ang="0">
                    <a:pos x="9" y="205"/>
                  </a:cxn>
                  <a:cxn ang="0">
                    <a:pos x="0" y="214"/>
                  </a:cxn>
                  <a:cxn ang="0">
                    <a:pos x="0" y="272"/>
                  </a:cxn>
                  <a:cxn ang="0">
                    <a:pos x="15" y="274"/>
                  </a:cxn>
                  <a:cxn ang="0">
                    <a:pos x="58" y="245"/>
                  </a:cxn>
                  <a:cxn ang="0">
                    <a:pos x="53" y="232"/>
                  </a:cxn>
                  <a:cxn ang="0">
                    <a:pos x="102" y="214"/>
                  </a:cxn>
                  <a:cxn ang="0">
                    <a:pos x="91" y="219"/>
                  </a:cxn>
                  <a:cxn ang="0">
                    <a:pos x="85" y="248"/>
                  </a:cxn>
                  <a:cxn ang="0">
                    <a:pos x="91" y="261"/>
                  </a:cxn>
                  <a:cxn ang="0">
                    <a:pos x="307" y="266"/>
                  </a:cxn>
                  <a:cxn ang="0">
                    <a:pos x="319" y="261"/>
                  </a:cxn>
                  <a:cxn ang="0">
                    <a:pos x="323" y="232"/>
                  </a:cxn>
                  <a:cxn ang="0">
                    <a:pos x="319" y="219"/>
                  </a:cxn>
                  <a:cxn ang="0">
                    <a:pos x="307" y="214"/>
                  </a:cxn>
                </a:cxnLst>
                <a:rect l="0" t="0" r="r" b="b"/>
                <a:pathLst>
                  <a:path w="323" h="275">
                    <a:moveTo>
                      <a:pt x="53" y="27"/>
                    </a:moveTo>
                    <a:lnTo>
                      <a:pt x="15" y="2"/>
                    </a:lnTo>
                    <a:lnTo>
                      <a:pt x="15" y="2"/>
                    </a:lnTo>
                    <a:lnTo>
                      <a:pt x="9" y="0"/>
                    </a:lnTo>
                    <a:lnTo>
                      <a:pt x="4" y="0"/>
                    </a:lnTo>
                    <a:lnTo>
                      <a:pt x="0" y="4"/>
                    </a:lnTo>
                    <a:lnTo>
                      <a:pt x="0" y="11"/>
                    </a:lnTo>
                    <a:lnTo>
                      <a:pt x="0" y="62"/>
                    </a:lnTo>
                    <a:lnTo>
                      <a:pt x="0" y="62"/>
                    </a:lnTo>
                    <a:lnTo>
                      <a:pt x="0" y="67"/>
                    </a:lnTo>
                    <a:lnTo>
                      <a:pt x="4" y="71"/>
                    </a:lnTo>
                    <a:lnTo>
                      <a:pt x="9" y="71"/>
                    </a:lnTo>
                    <a:lnTo>
                      <a:pt x="15" y="69"/>
                    </a:lnTo>
                    <a:lnTo>
                      <a:pt x="53" y="45"/>
                    </a:lnTo>
                    <a:lnTo>
                      <a:pt x="53" y="45"/>
                    </a:lnTo>
                    <a:lnTo>
                      <a:pt x="58" y="40"/>
                    </a:lnTo>
                    <a:lnTo>
                      <a:pt x="60" y="36"/>
                    </a:lnTo>
                    <a:lnTo>
                      <a:pt x="58" y="31"/>
                    </a:lnTo>
                    <a:lnTo>
                      <a:pt x="53" y="27"/>
                    </a:lnTo>
                    <a:lnTo>
                      <a:pt x="53" y="27"/>
                    </a:lnTo>
                    <a:close/>
                    <a:moveTo>
                      <a:pt x="307" y="11"/>
                    </a:moveTo>
                    <a:lnTo>
                      <a:pt x="102" y="11"/>
                    </a:lnTo>
                    <a:lnTo>
                      <a:pt x="102" y="11"/>
                    </a:lnTo>
                    <a:lnTo>
                      <a:pt x="95" y="11"/>
                    </a:lnTo>
                    <a:lnTo>
                      <a:pt x="91" y="14"/>
                    </a:lnTo>
                    <a:lnTo>
                      <a:pt x="85" y="20"/>
                    </a:lnTo>
                    <a:lnTo>
                      <a:pt x="85" y="27"/>
                    </a:lnTo>
                    <a:lnTo>
                      <a:pt x="85" y="43"/>
                    </a:lnTo>
                    <a:lnTo>
                      <a:pt x="85" y="43"/>
                    </a:lnTo>
                    <a:lnTo>
                      <a:pt x="85" y="51"/>
                    </a:lnTo>
                    <a:lnTo>
                      <a:pt x="91" y="56"/>
                    </a:lnTo>
                    <a:lnTo>
                      <a:pt x="95" y="60"/>
                    </a:lnTo>
                    <a:lnTo>
                      <a:pt x="102" y="62"/>
                    </a:lnTo>
                    <a:lnTo>
                      <a:pt x="307" y="62"/>
                    </a:lnTo>
                    <a:lnTo>
                      <a:pt x="307" y="62"/>
                    </a:lnTo>
                    <a:lnTo>
                      <a:pt x="314" y="60"/>
                    </a:lnTo>
                    <a:lnTo>
                      <a:pt x="319" y="56"/>
                    </a:lnTo>
                    <a:lnTo>
                      <a:pt x="323" y="51"/>
                    </a:lnTo>
                    <a:lnTo>
                      <a:pt x="323" y="43"/>
                    </a:lnTo>
                    <a:lnTo>
                      <a:pt x="323" y="27"/>
                    </a:lnTo>
                    <a:lnTo>
                      <a:pt x="323" y="27"/>
                    </a:lnTo>
                    <a:lnTo>
                      <a:pt x="323" y="20"/>
                    </a:lnTo>
                    <a:lnTo>
                      <a:pt x="319" y="14"/>
                    </a:lnTo>
                    <a:lnTo>
                      <a:pt x="314" y="11"/>
                    </a:lnTo>
                    <a:lnTo>
                      <a:pt x="307" y="11"/>
                    </a:lnTo>
                    <a:lnTo>
                      <a:pt x="307" y="11"/>
                    </a:lnTo>
                    <a:close/>
                    <a:moveTo>
                      <a:pt x="15" y="172"/>
                    </a:moveTo>
                    <a:lnTo>
                      <a:pt x="53" y="147"/>
                    </a:lnTo>
                    <a:lnTo>
                      <a:pt x="53" y="147"/>
                    </a:lnTo>
                    <a:lnTo>
                      <a:pt x="58" y="143"/>
                    </a:lnTo>
                    <a:lnTo>
                      <a:pt x="60" y="138"/>
                    </a:lnTo>
                    <a:lnTo>
                      <a:pt x="58" y="134"/>
                    </a:lnTo>
                    <a:lnTo>
                      <a:pt x="53" y="130"/>
                    </a:lnTo>
                    <a:lnTo>
                      <a:pt x="15" y="112"/>
                    </a:lnTo>
                    <a:lnTo>
                      <a:pt x="15" y="112"/>
                    </a:lnTo>
                    <a:lnTo>
                      <a:pt x="9" y="111"/>
                    </a:lnTo>
                    <a:lnTo>
                      <a:pt x="4" y="111"/>
                    </a:lnTo>
                    <a:lnTo>
                      <a:pt x="0" y="114"/>
                    </a:lnTo>
                    <a:lnTo>
                      <a:pt x="0" y="121"/>
                    </a:lnTo>
                    <a:lnTo>
                      <a:pt x="0" y="163"/>
                    </a:lnTo>
                    <a:lnTo>
                      <a:pt x="0" y="163"/>
                    </a:lnTo>
                    <a:lnTo>
                      <a:pt x="0" y="170"/>
                    </a:lnTo>
                    <a:lnTo>
                      <a:pt x="4" y="172"/>
                    </a:lnTo>
                    <a:lnTo>
                      <a:pt x="9" y="174"/>
                    </a:lnTo>
                    <a:lnTo>
                      <a:pt x="15" y="172"/>
                    </a:lnTo>
                    <a:lnTo>
                      <a:pt x="15" y="172"/>
                    </a:lnTo>
                    <a:close/>
                    <a:moveTo>
                      <a:pt x="307" y="112"/>
                    </a:moveTo>
                    <a:lnTo>
                      <a:pt x="102" y="112"/>
                    </a:lnTo>
                    <a:lnTo>
                      <a:pt x="102" y="112"/>
                    </a:lnTo>
                    <a:lnTo>
                      <a:pt x="95" y="114"/>
                    </a:lnTo>
                    <a:lnTo>
                      <a:pt x="91" y="118"/>
                    </a:lnTo>
                    <a:lnTo>
                      <a:pt x="85" y="123"/>
                    </a:lnTo>
                    <a:lnTo>
                      <a:pt x="85" y="129"/>
                    </a:lnTo>
                    <a:lnTo>
                      <a:pt x="85" y="147"/>
                    </a:lnTo>
                    <a:lnTo>
                      <a:pt x="85" y="147"/>
                    </a:lnTo>
                    <a:lnTo>
                      <a:pt x="85" y="154"/>
                    </a:lnTo>
                    <a:lnTo>
                      <a:pt x="91" y="159"/>
                    </a:lnTo>
                    <a:lnTo>
                      <a:pt x="95" y="163"/>
                    </a:lnTo>
                    <a:lnTo>
                      <a:pt x="102" y="163"/>
                    </a:lnTo>
                    <a:lnTo>
                      <a:pt x="307" y="163"/>
                    </a:lnTo>
                    <a:lnTo>
                      <a:pt x="307" y="163"/>
                    </a:lnTo>
                    <a:lnTo>
                      <a:pt x="314" y="163"/>
                    </a:lnTo>
                    <a:lnTo>
                      <a:pt x="319" y="159"/>
                    </a:lnTo>
                    <a:lnTo>
                      <a:pt x="323" y="154"/>
                    </a:lnTo>
                    <a:lnTo>
                      <a:pt x="323" y="147"/>
                    </a:lnTo>
                    <a:lnTo>
                      <a:pt x="323" y="129"/>
                    </a:lnTo>
                    <a:lnTo>
                      <a:pt x="323" y="129"/>
                    </a:lnTo>
                    <a:lnTo>
                      <a:pt x="323" y="123"/>
                    </a:lnTo>
                    <a:lnTo>
                      <a:pt x="319" y="118"/>
                    </a:lnTo>
                    <a:lnTo>
                      <a:pt x="314" y="114"/>
                    </a:lnTo>
                    <a:lnTo>
                      <a:pt x="307" y="112"/>
                    </a:lnTo>
                    <a:lnTo>
                      <a:pt x="307" y="112"/>
                    </a:lnTo>
                    <a:close/>
                    <a:moveTo>
                      <a:pt x="53" y="232"/>
                    </a:moveTo>
                    <a:lnTo>
                      <a:pt x="15" y="207"/>
                    </a:lnTo>
                    <a:lnTo>
                      <a:pt x="15" y="207"/>
                    </a:lnTo>
                    <a:lnTo>
                      <a:pt x="9" y="205"/>
                    </a:lnTo>
                    <a:lnTo>
                      <a:pt x="4" y="205"/>
                    </a:lnTo>
                    <a:lnTo>
                      <a:pt x="0" y="208"/>
                    </a:lnTo>
                    <a:lnTo>
                      <a:pt x="0" y="214"/>
                    </a:lnTo>
                    <a:lnTo>
                      <a:pt x="0" y="266"/>
                    </a:lnTo>
                    <a:lnTo>
                      <a:pt x="0" y="266"/>
                    </a:lnTo>
                    <a:lnTo>
                      <a:pt x="0" y="272"/>
                    </a:lnTo>
                    <a:lnTo>
                      <a:pt x="4" y="275"/>
                    </a:lnTo>
                    <a:lnTo>
                      <a:pt x="9" y="275"/>
                    </a:lnTo>
                    <a:lnTo>
                      <a:pt x="15" y="274"/>
                    </a:lnTo>
                    <a:lnTo>
                      <a:pt x="53" y="250"/>
                    </a:lnTo>
                    <a:lnTo>
                      <a:pt x="53" y="250"/>
                    </a:lnTo>
                    <a:lnTo>
                      <a:pt x="58" y="245"/>
                    </a:lnTo>
                    <a:lnTo>
                      <a:pt x="60" y="241"/>
                    </a:lnTo>
                    <a:lnTo>
                      <a:pt x="58" y="236"/>
                    </a:lnTo>
                    <a:lnTo>
                      <a:pt x="53" y="232"/>
                    </a:lnTo>
                    <a:lnTo>
                      <a:pt x="53" y="232"/>
                    </a:lnTo>
                    <a:close/>
                    <a:moveTo>
                      <a:pt x="307" y="214"/>
                    </a:moveTo>
                    <a:lnTo>
                      <a:pt x="102" y="214"/>
                    </a:lnTo>
                    <a:lnTo>
                      <a:pt x="102" y="214"/>
                    </a:lnTo>
                    <a:lnTo>
                      <a:pt x="95" y="216"/>
                    </a:lnTo>
                    <a:lnTo>
                      <a:pt x="91" y="219"/>
                    </a:lnTo>
                    <a:lnTo>
                      <a:pt x="85" y="225"/>
                    </a:lnTo>
                    <a:lnTo>
                      <a:pt x="85" y="232"/>
                    </a:lnTo>
                    <a:lnTo>
                      <a:pt x="85" y="248"/>
                    </a:lnTo>
                    <a:lnTo>
                      <a:pt x="85" y="248"/>
                    </a:lnTo>
                    <a:lnTo>
                      <a:pt x="85" y="256"/>
                    </a:lnTo>
                    <a:lnTo>
                      <a:pt x="91" y="261"/>
                    </a:lnTo>
                    <a:lnTo>
                      <a:pt x="95" y="265"/>
                    </a:lnTo>
                    <a:lnTo>
                      <a:pt x="102" y="266"/>
                    </a:lnTo>
                    <a:lnTo>
                      <a:pt x="307" y="266"/>
                    </a:lnTo>
                    <a:lnTo>
                      <a:pt x="307" y="266"/>
                    </a:lnTo>
                    <a:lnTo>
                      <a:pt x="314" y="265"/>
                    </a:lnTo>
                    <a:lnTo>
                      <a:pt x="319" y="261"/>
                    </a:lnTo>
                    <a:lnTo>
                      <a:pt x="323" y="256"/>
                    </a:lnTo>
                    <a:lnTo>
                      <a:pt x="323" y="248"/>
                    </a:lnTo>
                    <a:lnTo>
                      <a:pt x="323" y="232"/>
                    </a:lnTo>
                    <a:lnTo>
                      <a:pt x="323" y="232"/>
                    </a:lnTo>
                    <a:lnTo>
                      <a:pt x="323" y="225"/>
                    </a:lnTo>
                    <a:lnTo>
                      <a:pt x="319" y="219"/>
                    </a:lnTo>
                    <a:lnTo>
                      <a:pt x="314" y="216"/>
                    </a:lnTo>
                    <a:lnTo>
                      <a:pt x="307" y="214"/>
                    </a:lnTo>
                    <a:lnTo>
                      <a:pt x="307" y="214"/>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grpSp>
        <p:nvGrpSpPr>
          <p:cNvPr id="16" name="Group 72"/>
          <p:cNvGrpSpPr/>
          <p:nvPr/>
        </p:nvGrpSpPr>
        <p:grpSpPr>
          <a:xfrm>
            <a:off x="8119263" y="2168734"/>
            <a:ext cx="2739227" cy="3493725"/>
            <a:chOff x="5077748" y="1637612"/>
            <a:chExt cx="2054419" cy="2620294"/>
          </a:xfrm>
        </p:grpSpPr>
        <p:sp>
          <p:nvSpPr>
            <p:cNvPr id="17" name="Oval 16"/>
            <p:cNvSpPr/>
            <p:nvPr/>
          </p:nvSpPr>
          <p:spPr>
            <a:xfrm>
              <a:off x="5183120"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9" name="Straight Connector 38"/>
            <p:cNvCxnSpPr/>
            <p:nvPr/>
          </p:nvCxnSpPr>
          <p:spPr>
            <a:xfrm rot="16200000" flipH="1">
              <a:off x="4409107"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8" name="Group 67"/>
            <p:cNvGrpSpPr/>
            <p:nvPr/>
          </p:nvGrpSpPr>
          <p:grpSpPr>
            <a:xfrm>
              <a:off x="5396828" y="1990293"/>
              <a:ext cx="1735339" cy="1362114"/>
              <a:chOff x="5396828" y="1990293"/>
              <a:chExt cx="1735339" cy="1362114"/>
            </a:xfrm>
          </p:grpSpPr>
          <p:sp>
            <p:nvSpPr>
              <p:cNvPr id="50" name="Rectangle 49"/>
              <p:cNvSpPr/>
              <p:nvPr/>
            </p:nvSpPr>
            <p:spPr>
              <a:xfrm>
                <a:off x="5396828" y="2452160"/>
                <a:ext cx="1735339" cy="900247"/>
              </a:xfrm>
              <a:prstGeom prst="rect">
                <a:avLst/>
              </a:prstGeom>
            </p:spPr>
            <p:txBody>
              <a:bodyPr wrap="square">
                <a:spAutoFit/>
              </a:bodyPr>
              <a:lstStyle/>
              <a:p>
                <a:pPr fontAlgn="auto">
                  <a:spcBef>
                    <a:spcPts val="0"/>
                  </a:spcBef>
                  <a:spcAft>
                    <a:spcPts val="0"/>
                  </a:spcAft>
                </a:pPr>
                <a:r>
                  <a:rPr lang="ar-SA" sz="2400" b="1" dirty="0"/>
                  <a:t>اعتمد على تنكنولوجيا الإنترنت والتعليم الإلكتروني</a:t>
                </a:r>
                <a:endParaRPr lang="ms-MY" sz="24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51" name="Rectangle 50"/>
              <p:cNvSpPr/>
              <p:nvPr/>
            </p:nvSpPr>
            <p:spPr>
              <a:xfrm>
                <a:off x="5448413" y="1990293"/>
                <a:ext cx="1524696" cy="438581"/>
              </a:xfrm>
              <a:prstGeom prst="rect">
                <a:avLst/>
              </a:prstGeom>
            </p:spPr>
            <p:txBody>
              <a:bodyPr wrap="none">
                <a:spAutoFit/>
              </a:bodyPr>
              <a:lstStyle/>
              <a:p>
                <a:pPr fontAlgn="auto">
                  <a:spcBef>
                    <a:spcPts val="0"/>
                  </a:spcBef>
                  <a:spcAft>
                    <a:spcPts val="0"/>
                  </a:spcAft>
                </a:pPr>
                <a:r>
                  <a:rPr lang="ar-SA" sz="3200" b="1" u="sng" dirty="0">
                    <a:solidFill>
                      <a:srgbClr val="F47264"/>
                    </a:solidFill>
                  </a:rPr>
                  <a:t>الجيل الخامس</a:t>
                </a:r>
                <a:endParaRPr lang="en-US" sz="3200" b="1" u="sng" dirty="0">
                  <a:solidFill>
                    <a:srgbClr val="F47264"/>
                  </a:solidFill>
                  <a:latin typeface="Open Sans" pitchFamily="34" charset="0"/>
                  <a:ea typeface="Open Sans" pitchFamily="34" charset="0"/>
                  <a:cs typeface="Open Sans" pitchFamily="34" charset="0"/>
                </a:endParaRPr>
              </a:p>
            </p:txBody>
          </p:sp>
        </p:grpSp>
        <p:grpSp>
          <p:nvGrpSpPr>
            <p:cNvPr id="20" name="Group 63"/>
            <p:cNvGrpSpPr/>
            <p:nvPr/>
          </p:nvGrpSpPr>
          <p:grpSpPr>
            <a:xfrm>
              <a:off x="5077748" y="1637612"/>
              <a:ext cx="418280" cy="418280"/>
              <a:chOff x="5077748" y="1637612"/>
              <a:chExt cx="418280" cy="418280"/>
            </a:xfrm>
          </p:grpSpPr>
          <p:sp>
            <p:nvSpPr>
              <p:cNvPr id="38" name="Teardrop 37"/>
              <p:cNvSpPr/>
              <p:nvPr/>
            </p:nvSpPr>
            <p:spPr>
              <a:xfrm rot="8100000">
                <a:off x="5077748" y="1637612"/>
                <a:ext cx="418280" cy="418280"/>
              </a:xfrm>
              <a:prstGeom prst="teardrop">
                <a:avLst>
                  <a:gd name="adj" fmla="val 13161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5" name="Freeform 100"/>
              <p:cNvSpPr>
                <a:spLocks/>
              </p:cNvSpPr>
              <p:nvPr/>
            </p:nvSpPr>
            <p:spPr bwMode="auto">
              <a:xfrm>
                <a:off x="5169641" y="1770740"/>
                <a:ext cx="176324" cy="198674"/>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grpSp>
        <p:nvGrpSpPr>
          <p:cNvPr id="23" name="Group 71"/>
          <p:cNvGrpSpPr/>
          <p:nvPr/>
        </p:nvGrpSpPr>
        <p:grpSpPr>
          <a:xfrm>
            <a:off x="4892118" y="2769279"/>
            <a:ext cx="3467213" cy="2842072"/>
            <a:chOff x="3459073" y="2126352"/>
            <a:chExt cx="2600410" cy="2131554"/>
          </a:xfrm>
        </p:grpSpPr>
        <p:sp>
          <p:nvSpPr>
            <p:cNvPr id="15" name="Oval 14"/>
            <p:cNvSpPr/>
            <p:nvPr/>
          </p:nvSpPr>
          <p:spPr>
            <a:xfrm>
              <a:off x="3611484"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5" name="Straight Connector 34"/>
            <p:cNvCxnSpPr>
              <a:stCxn id="34" idx="7"/>
            </p:cNvCxnSpPr>
            <p:nvPr/>
          </p:nvCxnSpPr>
          <p:spPr>
            <a:xfrm flipH="1">
              <a:off x="3673287" y="2827190"/>
              <a:ext cx="14608" cy="122216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4" name="Group 65"/>
            <p:cNvGrpSpPr/>
            <p:nvPr/>
          </p:nvGrpSpPr>
          <p:grpSpPr>
            <a:xfrm>
              <a:off x="3750513" y="2313062"/>
              <a:ext cx="2308970" cy="1897204"/>
              <a:chOff x="3750513" y="2313062"/>
              <a:chExt cx="2308970" cy="1897204"/>
            </a:xfrm>
          </p:grpSpPr>
          <p:sp>
            <p:nvSpPr>
              <p:cNvPr id="48" name="Rectangle 47"/>
              <p:cNvSpPr/>
              <p:nvPr/>
            </p:nvSpPr>
            <p:spPr>
              <a:xfrm>
                <a:off x="3750513" y="2756022"/>
                <a:ext cx="2308970" cy="1454244"/>
              </a:xfrm>
              <a:prstGeom prst="rect">
                <a:avLst/>
              </a:prstGeom>
            </p:spPr>
            <p:txBody>
              <a:bodyPr wrap="square">
                <a:spAutoFit/>
              </a:bodyPr>
              <a:lstStyle/>
              <a:p>
                <a:pPr fontAlgn="auto">
                  <a:spcBef>
                    <a:spcPts val="0"/>
                  </a:spcBef>
                  <a:spcAft>
                    <a:spcPts val="0"/>
                  </a:spcAft>
                </a:pPr>
                <a:r>
                  <a:rPr lang="ar-SA" sz="2400" b="1" dirty="0"/>
                  <a:t>اعتمد على الكم الرهيب من المعلومات عبر الحاسوب وشبكات الانترنت والقدرة التفاعلية للحاسوب والبرامج الجديدة.</a:t>
                </a:r>
                <a:endParaRPr lang="ms-MY" sz="2400" b="1" dirty="0">
                  <a:solidFill>
                    <a:prstClr val="white">
                      <a:lumMod val="65000"/>
                    </a:prstClr>
                  </a:solidFill>
                  <a:latin typeface="Open Sans Light" pitchFamily="34" charset="0"/>
                  <a:ea typeface="Open Sans Light" pitchFamily="34" charset="0"/>
                  <a:cs typeface="Open Sans Light" pitchFamily="34" charset="0"/>
                </a:endParaRPr>
              </a:p>
            </p:txBody>
          </p:sp>
          <p:sp>
            <p:nvSpPr>
              <p:cNvPr id="49" name="Rectangle 48"/>
              <p:cNvSpPr/>
              <p:nvPr/>
            </p:nvSpPr>
            <p:spPr>
              <a:xfrm>
                <a:off x="3937644" y="2313062"/>
                <a:ext cx="1316707" cy="438581"/>
              </a:xfrm>
              <a:prstGeom prst="rect">
                <a:avLst/>
              </a:prstGeom>
            </p:spPr>
            <p:txBody>
              <a:bodyPr wrap="none">
                <a:spAutoFit/>
              </a:bodyPr>
              <a:lstStyle/>
              <a:p>
                <a:pPr fontAlgn="auto">
                  <a:spcBef>
                    <a:spcPts val="0"/>
                  </a:spcBef>
                  <a:spcAft>
                    <a:spcPts val="0"/>
                  </a:spcAft>
                </a:pPr>
                <a:r>
                  <a:rPr lang="ar-SA" sz="3200" b="1" u="sng" dirty="0">
                    <a:solidFill>
                      <a:schemeClr val="accent3"/>
                    </a:solidFill>
                  </a:rPr>
                  <a:t>الجيل الرابع</a:t>
                </a:r>
                <a:endParaRPr lang="en-US" sz="3200" b="1" u="sng" dirty="0">
                  <a:solidFill>
                    <a:schemeClr val="accent3"/>
                  </a:solidFill>
                  <a:latin typeface="Open Sans" pitchFamily="34" charset="0"/>
                  <a:ea typeface="Open Sans" pitchFamily="34" charset="0"/>
                  <a:cs typeface="Open Sans" pitchFamily="34" charset="0"/>
                </a:endParaRPr>
              </a:p>
            </p:txBody>
          </p:sp>
        </p:grpSp>
        <p:grpSp>
          <p:nvGrpSpPr>
            <p:cNvPr id="28" name="Group 62"/>
            <p:cNvGrpSpPr/>
            <p:nvPr/>
          </p:nvGrpSpPr>
          <p:grpSpPr>
            <a:xfrm>
              <a:off x="3459073" y="2126352"/>
              <a:ext cx="488802" cy="457569"/>
              <a:chOff x="3459073" y="2126352"/>
              <a:chExt cx="488802" cy="457569"/>
            </a:xfrm>
          </p:grpSpPr>
          <p:sp>
            <p:nvSpPr>
              <p:cNvPr id="34" name="Teardrop 33"/>
              <p:cNvSpPr/>
              <p:nvPr/>
            </p:nvSpPr>
            <p:spPr>
              <a:xfrm rot="8100000">
                <a:off x="3459073" y="2126352"/>
                <a:ext cx="488802" cy="457569"/>
              </a:xfrm>
              <a:prstGeom prst="teardrop">
                <a:avLst>
                  <a:gd name="adj" fmla="val 14108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6" name="Freeform 103"/>
              <p:cNvSpPr>
                <a:spLocks/>
              </p:cNvSpPr>
              <p:nvPr/>
            </p:nvSpPr>
            <p:spPr bwMode="auto">
              <a:xfrm>
                <a:off x="3692432" y="2268956"/>
                <a:ext cx="187500" cy="166390"/>
              </a:xfrm>
              <a:custGeom>
                <a:avLst/>
                <a:gdLst/>
                <a:ahLst/>
                <a:cxnLst>
                  <a:cxn ang="0">
                    <a:pos x="300" y="79"/>
                  </a:cxn>
                  <a:cxn ang="0">
                    <a:pos x="220" y="1"/>
                  </a:cxn>
                  <a:cxn ang="0">
                    <a:pos x="220" y="1"/>
                  </a:cxn>
                  <a:cxn ang="0">
                    <a:pos x="218" y="0"/>
                  </a:cxn>
                  <a:cxn ang="0">
                    <a:pos x="218" y="0"/>
                  </a:cxn>
                  <a:cxn ang="0">
                    <a:pos x="216" y="3"/>
                  </a:cxn>
                  <a:cxn ang="0">
                    <a:pos x="216" y="47"/>
                  </a:cxn>
                  <a:cxn ang="0">
                    <a:pos x="216" y="47"/>
                  </a:cxn>
                  <a:cxn ang="0">
                    <a:pos x="200" y="49"/>
                  </a:cxn>
                  <a:cxn ang="0">
                    <a:pos x="185" y="50"/>
                  </a:cxn>
                  <a:cxn ang="0">
                    <a:pos x="155" y="56"/>
                  </a:cxn>
                  <a:cxn ang="0">
                    <a:pos x="127" y="67"/>
                  </a:cxn>
                  <a:cxn ang="0">
                    <a:pos x="102" y="81"/>
                  </a:cxn>
                  <a:cxn ang="0">
                    <a:pos x="102" y="81"/>
                  </a:cxn>
                  <a:cxn ang="0">
                    <a:pos x="87" y="90"/>
                  </a:cxn>
                  <a:cxn ang="0">
                    <a:pos x="75" y="101"/>
                  </a:cxn>
                  <a:cxn ang="0">
                    <a:pos x="62" y="114"/>
                  </a:cxn>
                  <a:cxn ang="0">
                    <a:pos x="49" y="127"/>
                  </a:cxn>
                  <a:cxn ang="0">
                    <a:pos x="49" y="127"/>
                  </a:cxn>
                  <a:cxn ang="0">
                    <a:pos x="39" y="141"/>
                  </a:cxn>
                  <a:cxn ang="0">
                    <a:pos x="29" y="157"/>
                  </a:cxn>
                  <a:cxn ang="0">
                    <a:pos x="20" y="172"/>
                  </a:cxn>
                  <a:cxn ang="0">
                    <a:pos x="15" y="190"/>
                  </a:cxn>
                  <a:cxn ang="0">
                    <a:pos x="10" y="206"/>
                  </a:cxn>
                  <a:cxn ang="0">
                    <a:pos x="4" y="224"/>
                  </a:cxn>
                  <a:cxn ang="0">
                    <a:pos x="2" y="244"/>
                  </a:cxn>
                  <a:cxn ang="0">
                    <a:pos x="0" y="263"/>
                  </a:cxn>
                  <a:cxn ang="0">
                    <a:pos x="0" y="263"/>
                  </a:cxn>
                  <a:cxn ang="0">
                    <a:pos x="2" y="266"/>
                  </a:cxn>
                  <a:cxn ang="0">
                    <a:pos x="4" y="266"/>
                  </a:cxn>
                  <a:cxn ang="0">
                    <a:pos x="64" y="266"/>
                  </a:cxn>
                  <a:cxn ang="0">
                    <a:pos x="64" y="266"/>
                  </a:cxn>
                  <a:cxn ang="0">
                    <a:pos x="66" y="266"/>
                  </a:cxn>
                  <a:cxn ang="0">
                    <a:pos x="66" y="266"/>
                  </a:cxn>
                  <a:cxn ang="0">
                    <a:pos x="66" y="263"/>
                  </a:cxn>
                  <a:cxn ang="0">
                    <a:pos x="66" y="263"/>
                  </a:cxn>
                  <a:cxn ang="0">
                    <a:pos x="68" y="250"/>
                  </a:cxn>
                  <a:cxn ang="0">
                    <a:pos x="69" y="237"/>
                  </a:cxn>
                  <a:cxn ang="0">
                    <a:pos x="71" y="223"/>
                  </a:cxn>
                  <a:cxn ang="0">
                    <a:pos x="77" y="212"/>
                  </a:cxn>
                  <a:cxn ang="0">
                    <a:pos x="80" y="199"/>
                  </a:cxn>
                  <a:cxn ang="0">
                    <a:pos x="87" y="188"/>
                  </a:cxn>
                  <a:cxn ang="0">
                    <a:pos x="102" y="166"/>
                  </a:cxn>
                  <a:cxn ang="0">
                    <a:pos x="102" y="166"/>
                  </a:cxn>
                  <a:cxn ang="0">
                    <a:pos x="113" y="154"/>
                  </a:cxn>
                  <a:cxn ang="0">
                    <a:pos x="126" y="145"/>
                  </a:cxn>
                  <a:cxn ang="0">
                    <a:pos x="138" y="134"/>
                  </a:cxn>
                  <a:cxn ang="0">
                    <a:pos x="153" y="127"/>
                  </a:cxn>
                  <a:cxn ang="0">
                    <a:pos x="153" y="127"/>
                  </a:cxn>
                  <a:cxn ang="0">
                    <a:pos x="167" y="121"/>
                  </a:cxn>
                  <a:cxn ang="0">
                    <a:pos x="184" y="116"/>
                  </a:cxn>
                  <a:cxn ang="0">
                    <a:pos x="198" y="114"/>
                  </a:cxn>
                  <a:cxn ang="0">
                    <a:pos x="216" y="112"/>
                  </a:cxn>
                  <a:cxn ang="0">
                    <a:pos x="216" y="161"/>
                  </a:cxn>
                  <a:cxn ang="0">
                    <a:pos x="216" y="161"/>
                  </a:cxn>
                  <a:cxn ang="0">
                    <a:pos x="218" y="165"/>
                  </a:cxn>
                  <a:cxn ang="0">
                    <a:pos x="218" y="165"/>
                  </a:cxn>
                  <a:cxn ang="0">
                    <a:pos x="220" y="165"/>
                  </a:cxn>
                  <a:cxn ang="0">
                    <a:pos x="300" y="85"/>
                  </a:cxn>
                  <a:cxn ang="0">
                    <a:pos x="300" y="85"/>
                  </a:cxn>
                  <a:cxn ang="0">
                    <a:pos x="301" y="83"/>
                  </a:cxn>
                  <a:cxn ang="0">
                    <a:pos x="300" y="79"/>
                  </a:cxn>
                  <a:cxn ang="0">
                    <a:pos x="300" y="79"/>
                  </a:cxn>
                </a:cxnLst>
                <a:rect l="0" t="0" r="r" b="b"/>
                <a:pathLst>
                  <a:path w="301" h="266">
                    <a:moveTo>
                      <a:pt x="300" y="79"/>
                    </a:moveTo>
                    <a:lnTo>
                      <a:pt x="220" y="1"/>
                    </a:lnTo>
                    <a:lnTo>
                      <a:pt x="220" y="1"/>
                    </a:lnTo>
                    <a:lnTo>
                      <a:pt x="218" y="0"/>
                    </a:lnTo>
                    <a:lnTo>
                      <a:pt x="218" y="0"/>
                    </a:lnTo>
                    <a:lnTo>
                      <a:pt x="216" y="3"/>
                    </a:lnTo>
                    <a:lnTo>
                      <a:pt x="216" y="47"/>
                    </a:lnTo>
                    <a:lnTo>
                      <a:pt x="216" y="47"/>
                    </a:lnTo>
                    <a:lnTo>
                      <a:pt x="200" y="49"/>
                    </a:lnTo>
                    <a:lnTo>
                      <a:pt x="185" y="50"/>
                    </a:lnTo>
                    <a:lnTo>
                      <a:pt x="155" y="56"/>
                    </a:lnTo>
                    <a:lnTo>
                      <a:pt x="127" y="67"/>
                    </a:lnTo>
                    <a:lnTo>
                      <a:pt x="102" y="81"/>
                    </a:lnTo>
                    <a:lnTo>
                      <a:pt x="102" y="81"/>
                    </a:lnTo>
                    <a:lnTo>
                      <a:pt x="87" y="90"/>
                    </a:lnTo>
                    <a:lnTo>
                      <a:pt x="75" y="101"/>
                    </a:lnTo>
                    <a:lnTo>
                      <a:pt x="62" y="114"/>
                    </a:lnTo>
                    <a:lnTo>
                      <a:pt x="49" y="127"/>
                    </a:lnTo>
                    <a:lnTo>
                      <a:pt x="49" y="127"/>
                    </a:lnTo>
                    <a:lnTo>
                      <a:pt x="39" y="141"/>
                    </a:lnTo>
                    <a:lnTo>
                      <a:pt x="29" y="157"/>
                    </a:lnTo>
                    <a:lnTo>
                      <a:pt x="20" y="172"/>
                    </a:lnTo>
                    <a:lnTo>
                      <a:pt x="15" y="190"/>
                    </a:lnTo>
                    <a:lnTo>
                      <a:pt x="10" y="206"/>
                    </a:lnTo>
                    <a:lnTo>
                      <a:pt x="4" y="224"/>
                    </a:lnTo>
                    <a:lnTo>
                      <a:pt x="2" y="244"/>
                    </a:lnTo>
                    <a:lnTo>
                      <a:pt x="0" y="263"/>
                    </a:lnTo>
                    <a:lnTo>
                      <a:pt x="0" y="263"/>
                    </a:lnTo>
                    <a:lnTo>
                      <a:pt x="2" y="266"/>
                    </a:lnTo>
                    <a:lnTo>
                      <a:pt x="4" y="266"/>
                    </a:lnTo>
                    <a:lnTo>
                      <a:pt x="64" y="266"/>
                    </a:lnTo>
                    <a:lnTo>
                      <a:pt x="64" y="266"/>
                    </a:lnTo>
                    <a:lnTo>
                      <a:pt x="66" y="266"/>
                    </a:lnTo>
                    <a:lnTo>
                      <a:pt x="66" y="266"/>
                    </a:lnTo>
                    <a:lnTo>
                      <a:pt x="66" y="263"/>
                    </a:lnTo>
                    <a:lnTo>
                      <a:pt x="66" y="263"/>
                    </a:lnTo>
                    <a:lnTo>
                      <a:pt x="68" y="250"/>
                    </a:lnTo>
                    <a:lnTo>
                      <a:pt x="69" y="237"/>
                    </a:lnTo>
                    <a:lnTo>
                      <a:pt x="71" y="223"/>
                    </a:lnTo>
                    <a:lnTo>
                      <a:pt x="77" y="212"/>
                    </a:lnTo>
                    <a:lnTo>
                      <a:pt x="80" y="199"/>
                    </a:lnTo>
                    <a:lnTo>
                      <a:pt x="87" y="188"/>
                    </a:lnTo>
                    <a:lnTo>
                      <a:pt x="102" y="166"/>
                    </a:lnTo>
                    <a:lnTo>
                      <a:pt x="102" y="166"/>
                    </a:lnTo>
                    <a:lnTo>
                      <a:pt x="113" y="154"/>
                    </a:lnTo>
                    <a:lnTo>
                      <a:pt x="126" y="145"/>
                    </a:lnTo>
                    <a:lnTo>
                      <a:pt x="138" y="134"/>
                    </a:lnTo>
                    <a:lnTo>
                      <a:pt x="153" y="127"/>
                    </a:lnTo>
                    <a:lnTo>
                      <a:pt x="153" y="127"/>
                    </a:lnTo>
                    <a:lnTo>
                      <a:pt x="167" y="121"/>
                    </a:lnTo>
                    <a:lnTo>
                      <a:pt x="184" y="116"/>
                    </a:lnTo>
                    <a:lnTo>
                      <a:pt x="198" y="114"/>
                    </a:lnTo>
                    <a:lnTo>
                      <a:pt x="216" y="112"/>
                    </a:lnTo>
                    <a:lnTo>
                      <a:pt x="216" y="161"/>
                    </a:lnTo>
                    <a:lnTo>
                      <a:pt x="216" y="161"/>
                    </a:lnTo>
                    <a:lnTo>
                      <a:pt x="218" y="165"/>
                    </a:lnTo>
                    <a:lnTo>
                      <a:pt x="218" y="165"/>
                    </a:lnTo>
                    <a:lnTo>
                      <a:pt x="220" y="165"/>
                    </a:lnTo>
                    <a:lnTo>
                      <a:pt x="300" y="85"/>
                    </a:lnTo>
                    <a:lnTo>
                      <a:pt x="300" y="85"/>
                    </a:lnTo>
                    <a:lnTo>
                      <a:pt x="301" y="83"/>
                    </a:lnTo>
                    <a:lnTo>
                      <a:pt x="300" y="79"/>
                    </a:lnTo>
                    <a:lnTo>
                      <a:pt x="300" y="7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sp>
        <p:nvSpPr>
          <p:cNvPr id="2" name="Footer Placeholder 1"/>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27975528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lide(fromLeft)">
                                      <p:cBhvr>
                                        <p:cTn id="7" dur="500"/>
                                        <p:tgtEl>
                                          <p:spTgt spid="7"/>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46"/>
                                        </p:tgtEl>
                                        <p:attrNameLst>
                                          <p:attrName>style.visibility</p:attrName>
                                        </p:attrNameLst>
                                      </p:cBhvr>
                                      <p:to>
                                        <p:strVal val="visible"/>
                                      </p:to>
                                    </p:set>
                                    <p:animEffect transition="in" filter="slide(fromLeft)">
                                      <p:cBhvr>
                                        <p:cTn id="10" dur="500"/>
                                        <p:tgtEl>
                                          <p:spTgt spid="46"/>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Left)">
                                      <p:cBhvr>
                                        <p:cTn id="14" dur="500"/>
                                        <p:tgtEl>
                                          <p:spTgt spid="8"/>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slide(fromBottom)">
                                      <p:cBhvr>
                                        <p:cTn id="18" dur="500"/>
                                        <p:tgtEl>
                                          <p:spTgt spid="11"/>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slide(fromBottom)">
                                      <p:cBhvr>
                                        <p:cTn id="22" dur="500"/>
                                        <p:tgtEl>
                                          <p:spTgt spid="23"/>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slide(fromBottom)">
                                      <p:cBhvr>
                                        <p:cTn id="26" dur="500"/>
                                        <p:tgtEl>
                                          <p:spTgt spid="16"/>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slide(fromLeft)">
                                      <p:cBhvr>
                                        <p:cTn id="30" dur="500"/>
                                        <p:tgtEl>
                                          <p:spTgt spid="9"/>
                                        </p:tgtEl>
                                      </p:cBhvr>
                                    </p:animEffect>
                                  </p:childTnLst>
                                </p:cTn>
                              </p:par>
                              <p:par>
                                <p:cTn id="31" presetID="12" presetClass="entr" presetSubtype="8" fill="hold" grpId="0" nodeType="withEffect">
                                  <p:stCondLst>
                                    <p:cond delay="0"/>
                                  </p:stCondLst>
                                  <p:childTnLst>
                                    <p:set>
                                      <p:cBhvr>
                                        <p:cTn id="32" dur="1" fill="hold">
                                          <p:stCondLst>
                                            <p:cond delay="0"/>
                                          </p:stCondLst>
                                        </p:cTn>
                                        <p:tgtEl>
                                          <p:spTgt spid="47"/>
                                        </p:tgtEl>
                                        <p:attrNameLst>
                                          <p:attrName>style.visibility</p:attrName>
                                        </p:attrNameLst>
                                      </p:cBhvr>
                                      <p:to>
                                        <p:strVal val="visible"/>
                                      </p:to>
                                    </p:set>
                                    <p:animEffect transition="in" filter="slide(fromLeft)">
                                      <p:cBhvr>
                                        <p:cTn id="33"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4558878" y="306875"/>
            <a:ext cx="6320961" cy="769441"/>
          </a:xfrm>
          <a:prstGeom prst="rect">
            <a:avLst/>
          </a:prstGeom>
          <a:noFill/>
        </p:spPr>
        <p:txBody>
          <a:bodyPr wrap="none" rtlCol="0">
            <a:spAutoFit/>
          </a:bodyPr>
          <a:lstStyle/>
          <a:p>
            <a:pPr rtl="1"/>
            <a:r>
              <a:rPr lang="ar-SA" sz="4400" b="1" u="sng" dirty="0">
                <a:solidFill>
                  <a:schemeClr val="bg2">
                    <a:lumMod val="10000"/>
                  </a:schemeClr>
                </a:solidFill>
              </a:rPr>
              <a:t>ج. مزايا وخصائص التعلم عن بعد</a:t>
            </a:r>
            <a:endParaRPr lang="en-US" sz="4400" i="1" u="sng" dirty="0">
              <a:solidFill>
                <a:schemeClr val="bg2">
                  <a:lumMod val="10000"/>
                </a:schemeClr>
              </a:solidFill>
            </a:endParaRPr>
          </a:p>
        </p:txBody>
      </p:sp>
      <p:grpSp>
        <p:nvGrpSpPr>
          <p:cNvPr id="221" name="Group 220"/>
          <p:cNvGrpSpPr/>
          <p:nvPr/>
        </p:nvGrpSpPr>
        <p:grpSpPr>
          <a:xfrm>
            <a:off x="8671382" y="1981199"/>
            <a:ext cx="3173413" cy="4875213"/>
            <a:chOff x="5659439" y="1982788"/>
            <a:chExt cx="3173413" cy="4875213"/>
          </a:xfrm>
        </p:grpSpPr>
        <p:sp>
          <p:nvSpPr>
            <p:cNvPr id="21" name="Freeform 5"/>
            <p:cNvSpPr>
              <a:spLocks/>
            </p:cNvSpPr>
            <p:nvPr/>
          </p:nvSpPr>
          <p:spPr bwMode="auto">
            <a:xfrm>
              <a:off x="5659439" y="4095750"/>
              <a:ext cx="660400" cy="2760663"/>
            </a:xfrm>
            <a:custGeom>
              <a:avLst/>
              <a:gdLst>
                <a:gd name="T0" fmla="*/ 31 w 370"/>
                <a:gd name="T1" fmla="*/ 1337 h 1548"/>
                <a:gd name="T2" fmla="*/ 20 w 370"/>
                <a:gd name="T3" fmla="*/ 1217 h 1548"/>
                <a:gd name="T4" fmla="*/ 42 w 370"/>
                <a:gd name="T5" fmla="*/ 1121 h 1548"/>
                <a:gd name="T6" fmla="*/ 48 w 370"/>
                <a:gd name="T7" fmla="*/ 1026 h 1548"/>
                <a:gd name="T8" fmla="*/ 82 w 370"/>
                <a:gd name="T9" fmla="*/ 703 h 1548"/>
                <a:gd name="T10" fmla="*/ 105 w 370"/>
                <a:gd name="T11" fmla="*/ 565 h 1548"/>
                <a:gd name="T12" fmla="*/ 137 w 370"/>
                <a:gd name="T13" fmla="*/ 377 h 1548"/>
                <a:gd name="T14" fmla="*/ 163 w 370"/>
                <a:gd name="T15" fmla="*/ 122 h 1548"/>
                <a:gd name="T16" fmla="*/ 245 w 370"/>
                <a:gd name="T17" fmla="*/ 5 h 1548"/>
                <a:gd name="T18" fmla="*/ 245 w 370"/>
                <a:gd name="T19" fmla="*/ 11 h 1548"/>
                <a:gd name="T20" fmla="*/ 354 w 370"/>
                <a:gd name="T21" fmla="*/ 219 h 1548"/>
                <a:gd name="T22" fmla="*/ 359 w 370"/>
                <a:gd name="T23" fmla="*/ 330 h 1548"/>
                <a:gd name="T24" fmla="*/ 366 w 370"/>
                <a:gd name="T25" fmla="*/ 457 h 1548"/>
                <a:gd name="T26" fmla="*/ 352 w 370"/>
                <a:gd name="T27" fmla="*/ 663 h 1548"/>
                <a:gd name="T28" fmla="*/ 325 w 370"/>
                <a:gd name="T29" fmla="*/ 1108 h 1548"/>
                <a:gd name="T30" fmla="*/ 292 w 370"/>
                <a:gd name="T31" fmla="*/ 1548 h 1548"/>
                <a:gd name="T32" fmla="*/ 0 w 370"/>
                <a:gd name="T33" fmla="*/ 1548 h 1548"/>
                <a:gd name="T34" fmla="*/ 31 w 370"/>
                <a:gd name="T35" fmla="*/ 1337 h 1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0" h="1548">
                  <a:moveTo>
                    <a:pt x="31" y="1337"/>
                  </a:moveTo>
                  <a:cubicBezTo>
                    <a:pt x="38" y="1298"/>
                    <a:pt x="21" y="1256"/>
                    <a:pt x="20" y="1217"/>
                  </a:cubicBezTo>
                  <a:cubicBezTo>
                    <a:pt x="19" y="1179"/>
                    <a:pt x="35" y="1155"/>
                    <a:pt x="42" y="1121"/>
                  </a:cubicBezTo>
                  <a:cubicBezTo>
                    <a:pt x="49" y="1091"/>
                    <a:pt x="48" y="1057"/>
                    <a:pt x="48" y="1026"/>
                  </a:cubicBezTo>
                  <a:cubicBezTo>
                    <a:pt x="48" y="917"/>
                    <a:pt x="50" y="807"/>
                    <a:pt x="82" y="703"/>
                  </a:cubicBezTo>
                  <a:cubicBezTo>
                    <a:pt x="96" y="658"/>
                    <a:pt x="97" y="612"/>
                    <a:pt x="105" y="565"/>
                  </a:cubicBezTo>
                  <a:cubicBezTo>
                    <a:pt x="115" y="502"/>
                    <a:pt x="130" y="440"/>
                    <a:pt x="137" y="377"/>
                  </a:cubicBezTo>
                  <a:cubicBezTo>
                    <a:pt x="146" y="293"/>
                    <a:pt x="150" y="205"/>
                    <a:pt x="163" y="122"/>
                  </a:cubicBezTo>
                  <a:cubicBezTo>
                    <a:pt x="170" y="78"/>
                    <a:pt x="182" y="0"/>
                    <a:pt x="245" y="5"/>
                  </a:cubicBezTo>
                  <a:cubicBezTo>
                    <a:pt x="244" y="9"/>
                    <a:pt x="242" y="9"/>
                    <a:pt x="245" y="11"/>
                  </a:cubicBezTo>
                  <a:cubicBezTo>
                    <a:pt x="307" y="19"/>
                    <a:pt x="344" y="173"/>
                    <a:pt x="354" y="219"/>
                  </a:cubicBezTo>
                  <a:cubicBezTo>
                    <a:pt x="362" y="254"/>
                    <a:pt x="357" y="293"/>
                    <a:pt x="359" y="330"/>
                  </a:cubicBezTo>
                  <a:cubicBezTo>
                    <a:pt x="363" y="372"/>
                    <a:pt x="364" y="415"/>
                    <a:pt x="366" y="457"/>
                  </a:cubicBezTo>
                  <a:cubicBezTo>
                    <a:pt x="370" y="524"/>
                    <a:pt x="359" y="596"/>
                    <a:pt x="352" y="663"/>
                  </a:cubicBezTo>
                  <a:cubicBezTo>
                    <a:pt x="336" y="811"/>
                    <a:pt x="342" y="960"/>
                    <a:pt x="325" y="1108"/>
                  </a:cubicBezTo>
                  <a:cubicBezTo>
                    <a:pt x="315" y="1201"/>
                    <a:pt x="310" y="1455"/>
                    <a:pt x="292" y="1548"/>
                  </a:cubicBezTo>
                  <a:cubicBezTo>
                    <a:pt x="0" y="1548"/>
                    <a:pt x="0" y="1548"/>
                    <a:pt x="0" y="1548"/>
                  </a:cubicBezTo>
                  <a:cubicBezTo>
                    <a:pt x="4" y="1530"/>
                    <a:pt x="22" y="1394"/>
                    <a:pt x="31" y="1337"/>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2" name="Freeform 6"/>
            <p:cNvSpPr>
              <a:spLocks/>
            </p:cNvSpPr>
            <p:nvPr/>
          </p:nvSpPr>
          <p:spPr bwMode="auto">
            <a:xfrm>
              <a:off x="5929314" y="3675063"/>
              <a:ext cx="2424113" cy="3182938"/>
            </a:xfrm>
            <a:custGeom>
              <a:avLst/>
              <a:gdLst>
                <a:gd name="T0" fmla="*/ 27 w 1359"/>
                <a:gd name="T1" fmla="*/ 1623 h 1785"/>
                <a:gd name="T2" fmla="*/ 27 w 1359"/>
                <a:gd name="T3" fmla="*/ 1590 h 1785"/>
                <a:gd name="T4" fmla="*/ 25 w 1359"/>
                <a:gd name="T5" fmla="*/ 1526 h 1785"/>
                <a:gd name="T6" fmla="*/ 50 w 1359"/>
                <a:gd name="T7" fmla="*/ 1404 h 1785"/>
                <a:gd name="T8" fmla="*/ 50 w 1359"/>
                <a:gd name="T9" fmla="*/ 1246 h 1785"/>
                <a:gd name="T10" fmla="*/ 50 w 1359"/>
                <a:gd name="T11" fmla="*/ 1052 h 1785"/>
                <a:gd name="T12" fmla="*/ 36 w 1359"/>
                <a:gd name="T13" fmla="*/ 592 h 1785"/>
                <a:gd name="T14" fmla="*/ 97 w 1359"/>
                <a:gd name="T15" fmla="*/ 227 h 1785"/>
                <a:gd name="T16" fmla="*/ 408 w 1359"/>
                <a:gd name="T17" fmla="*/ 97 h 1785"/>
                <a:gd name="T18" fmla="*/ 566 w 1359"/>
                <a:gd name="T19" fmla="*/ 55 h 1785"/>
                <a:gd name="T20" fmla="*/ 707 w 1359"/>
                <a:gd name="T21" fmla="*/ 24 h 1785"/>
                <a:gd name="T22" fmla="*/ 926 w 1359"/>
                <a:gd name="T23" fmla="*/ 33 h 1785"/>
                <a:gd name="T24" fmla="*/ 1275 w 1359"/>
                <a:gd name="T25" fmla="*/ 196 h 1785"/>
                <a:gd name="T26" fmla="*/ 1359 w 1359"/>
                <a:gd name="T27" fmla="*/ 227 h 1785"/>
                <a:gd name="T28" fmla="*/ 1301 w 1359"/>
                <a:gd name="T29" fmla="*/ 299 h 1785"/>
                <a:gd name="T30" fmla="*/ 1251 w 1359"/>
                <a:gd name="T31" fmla="*/ 443 h 1785"/>
                <a:gd name="T32" fmla="*/ 1141 w 1359"/>
                <a:gd name="T33" fmla="*/ 852 h 1785"/>
                <a:gd name="T34" fmla="*/ 1080 w 1359"/>
                <a:gd name="T35" fmla="*/ 1082 h 1785"/>
                <a:gd name="T36" fmla="*/ 1054 w 1359"/>
                <a:gd name="T37" fmla="*/ 1363 h 1785"/>
                <a:gd name="T38" fmla="*/ 1073 w 1359"/>
                <a:gd name="T39" fmla="*/ 1542 h 1785"/>
                <a:gd name="T40" fmla="*/ 1137 w 1359"/>
                <a:gd name="T41" fmla="*/ 1784 h 1785"/>
                <a:gd name="T42" fmla="*/ 30 w 1359"/>
                <a:gd name="T43" fmla="*/ 1784 h 1785"/>
                <a:gd name="T44" fmla="*/ 27 w 1359"/>
                <a:gd name="T45" fmla="*/ 1623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59" h="1785">
                  <a:moveTo>
                    <a:pt x="27" y="1623"/>
                  </a:moveTo>
                  <a:cubicBezTo>
                    <a:pt x="27" y="1612"/>
                    <a:pt x="27" y="1601"/>
                    <a:pt x="27" y="1590"/>
                  </a:cubicBezTo>
                  <a:cubicBezTo>
                    <a:pt x="27" y="1568"/>
                    <a:pt x="25" y="1547"/>
                    <a:pt x="25" y="1526"/>
                  </a:cubicBezTo>
                  <a:cubicBezTo>
                    <a:pt x="24" y="1485"/>
                    <a:pt x="40" y="1443"/>
                    <a:pt x="50" y="1404"/>
                  </a:cubicBezTo>
                  <a:cubicBezTo>
                    <a:pt x="64" y="1352"/>
                    <a:pt x="55" y="1299"/>
                    <a:pt x="50" y="1246"/>
                  </a:cubicBezTo>
                  <a:cubicBezTo>
                    <a:pt x="43" y="1181"/>
                    <a:pt x="45" y="1117"/>
                    <a:pt x="50" y="1052"/>
                  </a:cubicBezTo>
                  <a:cubicBezTo>
                    <a:pt x="62" y="899"/>
                    <a:pt x="38" y="745"/>
                    <a:pt x="36" y="592"/>
                  </a:cubicBezTo>
                  <a:cubicBezTo>
                    <a:pt x="34" y="485"/>
                    <a:pt x="0" y="301"/>
                    <a:pt x="97" y="227"/>
                  </a:cubicBezTo>
                  <a:cubicBezTo>
                    <a:pt x="185" y="160"/>
                    <a:pt x="308" y="138"/>
                    <a:pt x="408" y="97"/>
                  </a:cubicBezTo>
                  <a:cubicBezTo>
                    <a:pt x="458" y="76"/>
                    <a:pt x="515" y="72"/>
                    <a:pt x="566" y="55"/>
                  </a:cubicBezTo>
                  <a:cubicBezTo>
                    <a:pt x="611" y="40"/>
                    <a:pt x="659" y="31"/>
                    <a:pt x="707" y="24"/>
                  </a:cubicBezTo>
                  <a:cubicBezTo>
                    <a:pt x="765" y="16"/>
                    <a:pt x="878" y="0"/>
                    <a:pt x="926" y="33"/>
                  </a:cubicBezTo>
                  <a:cubicBezTo>
                    <a:pt x="1032" y="105"/>
                    <a:pt x="1155" y="150"/>
                    <a:pt x="1275" y="196"/>
                  </a:cubicBezTo>
                  <a:cubicBezTo>
                    <a:pt x="1303" y="207"/>
                    <a:pt x="1333" y="213"/>
                    <a:pt x="1359" y="227"/>
                  </a:cubicBezTo>
                  <a:cubicBezTo>
                    <a:pt x="1331" y="235"/>
                    <a:pt x="1315" y="276"/>
                    <a:pt x="1301" y="299"/>
                  </a:cubicBezTo>
                  <a:cubicBezTo>
                    <a:pt x="1273" y="344"/>
                    <a:pt x="1263" y="392"/>
                    <a:pt x="1251" y="443"/>
                  </a:cubicBezTo>
                  <a:cubicBezTo>
                    <a:pt x="1218" y="580"/>
                    <a:pt x="1181" y="717"/>
                    <a:pt x="1141" y="852"/>
                  </a:cubicBezTo>
                  <a:cubicBezTo>
                    <a:pt x="1118" y="928"/>
                    <a:pt x="1092" y="1003"/>
                    <a:pt x="1080" y="1082"/>
                  </a:cubicBezTo>
                  <a:cubicBezTo>
                    <a:pt x="1065" y="1175"/>
                    <a:pt x="1063" y="1270"/>
                    <a:pt x="1054" y="1363"/>
                  </a:cubicBezTo>
                  <a:cubicBezTo>
                    <a:pt x="1047" y="1427"/>
                    <a:pt x="1065" y="1479"/>
                    <a:pt x="1073" y="1542"/>
                  </a:cubicBezTo>
                  <a:cubicBezTo>
                    <a:pt x="1075" y="1561"/>
                    <a:pt x="1130" y="1756"/>
                    <a:pt x="1137" y="1784"/>
                  </a:cubicBezTo>
                  <a:cubicBezTo>
                    <a:pt x="30" y="1784"/>
                    <a:pt x="30" y="1784"/>
                    <a:pt x="30" y="1784"/>
                  </a:cubicBezTo>
                  <a:cubicBezTo>
                    <a:pt x="34" y="1755"/>
                    <a:pt x="29" y="1785"/>
                    <a:pt x="27" y="1623"/>
                  </a:cubicBezTo>
                </a:path>
              </a:pathLst>
            </a:custGeom>
            <a:solidFill>
              <a:srgbClr val="2E2E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3" name="Freeform 7"/>
            <p:cNvSpPr>
              <a:spLocks/>
            </p:cNvSpPr>
            <p:nvPr/>
          </p:nvSpPr>
          <p:spPr bwMode="auto">
            <a:xfrm>
              <a:off x="6294439" y="3692525"/>
              <a:ext cx="1169988" cy="2224088"/>
            </a:xfrm>
            <a:custGeom>
              <a:avLst/>
              <a:gdLst>
                <a:gd name="T0" fmla="*/ 291 w 656"/>
                <a:gd name="T1" fmla="*/ 795 h 1247"/>
                <a:gd name="T2" fmla="*/ 94 w 656"/>
                <a:gd name="T3" fmla="*/ 1247 h 1247"/>
                <a:gd name="T4" fmla="*/ 94 w 656"/>
                <a:gd name="T5" fmla="*/ 1125 h 1247"/>
                <a:gd name="T6" fmla="*/ 72 w 656"/>
                <a:gd name="T7" fmla="*/ 387 h 1247"/>
                <a:gd name="T8" fmla="*/ 190 w 656"/>
                <a:gd name="T9" fmla="*/ 92 h 1247"/>
                <a:gd name="T10" fmla="*/ 203 w 656"/>
                <a:gd name="T11" fmla="*/ 87 h 1247"/>
                <a:gd name="T12" fmla="*/ 361 w 656"/>
                <a:gd name="T13" fmla="*/ 45 h 1247"/>
                <a:gd name="T14" fmla="*/ 502 w 656"/>
                <a:gd name="T15" fmla="*/ 14 h 1247"/>
                <a:gd name="T16" fmla="*/ 656 w 656"/>
                <a:gd name="T17" fmla="*/ 4 h 1247"/>
                <a:gd name="T18" fmla="*/ 491 w 656"/>
                <a:gd name="T19" fmla="*/ 364 h 1247"/>
                <a:gd name="T20" fmla="*/ 291 w 656"/>
                <a:gd name="T21" fmla="*/ 795 h 1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6" h="1247">
                  <a:moveTo>
                    <a:pt x="291" y="795"/>
                  </a:moveTo>
                  <a:cubicBezTo>
                    <a:pt x="230" y="947"/>
                    <a:pt x="133" y="1086"/>
                    <a:pt x="94" y="1247"/>
                  </a:cubicBezTo>
                  <a:cubicBezTo>
                    <a:pt x="97" y="1205"/>
                    <a:pt x="100" y="1166"/>
                    <a:pt x="94" y="1125"/>
                  </a:cubicBezTo>
                  <a:cubicBezTo>
                    <a:pt x="61" y="875"/>
                    <a:pt x="0" y="631"/>
                    <a:pt x="72" y="387"/>
                  </a:cubicBezTo>
                  <a:cubicBezTo>
                    <a:pt x="102" y="284"/>
                    <a:pt x="154" y="191"/>
                    <a:pt x="190" y="92"/>
                  </a:cubicBezTo>
                  <a:cubicBezTo>
                    <a:pt x="194" y="90"/>
                    <a:pt x="199" y="89"/>
                    <a:pt x="203" y="87"/>
                  </a:cubicBezTo>
                  <a:cubicBezTo>
                    <a:pt x="253" y="66"/>
                    <a:pt x="310" y="62"/>
                    <a:pt x="361" y="45"/>
                  </a:cubicBezTo>
                  <a:cubicBezTo>
                    <a:pt x="406" y="30"/>
                    <a:pt x="454" y="21"/>
                    <a:pt x="502" y="14"/>
                  </a:cubicBezTo>
                  <a:cubicBezTo>
                    <a:pt x="541" y="9"/>
                    <a:pt x="604" y="0"/>
                    <a:pt x="656" y="4"/>
                  </a:cubicBezTo>
                  <a:cubicBezTo>
                    <a:pt x="641" y="136"/>
                    <a:pt x="547" y="246"/>
                    <a:pt x="491" y="364"/>
                  </a:cubicBezTo>
                  <a:cubicBezTo>
                    <a:pt x="427" y="509"/>
                    <a:pt x="352" y="647"/>
                    <a:pt x="291" y="795"/>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4" name="Freeform 8"/>
            <p:cNvSpPr>
              <a:spLocks/>
            </p:cNvSpPr>
            <p:nvPr/>
          </p:nvSpPr>
          <p:spPr bwMode="auto">
            <a:xfrm>
              <a:off x="6470652" y="4089400"/>
              <a:ext cx="430213" cy="1738313"/>
            </a:xfrm>
            <a:custGeom>
              <a:avLst/>
              <a:gdLst>
                <a:gd name="T0" fmla="*/ 22 w 241"/>
                <a:gd name="T1" fmla="*/ 975 h 975"/>
                <a:gd name="T2" fmla="*/ 0 w 241"/>
                <a:gd name="T3" fmla="*/ 935 h 975"/>
                <a:gd name="T4" fmla="*/ 14 w 241"/>
                <a:gd name="T5" fmla="*/ 678 h 975"/>
                <a:gd name="T6" fmla="*/ 130 w 241"/>
                <a:gd name="T7" fmla="*/ 115 h 975"/>
                <a:gd name="T8" fmla="*/ 176 w 241"/>
                <a:gd name="T9" fmla="*/ 43 h 975"/>
                <a:gd name="T10" fmla="*/ 231 w 241"/>
                <a:gd name="T11" fmla="*/ 15 h 975"/>
                <a:gd name="T12" fmla="*/ 228 w 241"/>
                <a:gd name="T13" fmla="*/ 184 h 975"/>
                <a:gd name="T14" fmla="*/ 181 w 241"/>
                <a:gd name="T15" fmla="*/ 377 h 975"/>
                <a:gd name="T16" fmla="*/ 152 w 241"/>
                <a:gd name="T17" fmla="*/ 572 h 975"/>
                <a:gd name="T18" fmla="*/ 112 w 241"/>
                <a:gd name="T19" fmla="*/ 692 h 975"/>
                <a:gd name="T20" fmla="*/ 22 w 241"/>
                <a:gd name="T21" fmla="*/ 975 h 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1" h="975">
                  <a:moveTo>
                    <a:pt x="22" y="975"/>
                  </a:moveTo>
                  <a:cubicBezTo>
                    <a:pt x="19" y="966"/>
                    <a:pt x="3" y="944"/>
                    <a:pt x="0" y="935"/>
                  </a:cubicBezTo>
                  <a:cubicBezTo>
                    <a:pt x="11" y="850"/>
                    <a:pt x="6" y="763"/>
                    <a:pt x="14" y="678"/>
                  </a:cubicBezTo>
                  <a:cubicBezTo>
                    <a:pt x="31" y="488"/>
                    <a:pt x="56" y="291"/>
                    <a:pt x="130" y="115"/>
                  </a:cubicBezTo>
                  <a:cubicBezTo>
                    <a:pt x="142" y="88"/>
                    <a:pt x="160" y="67"/>
                    <a:pt x="176" y="43"/>
                  </a:cubicBezTo>
                  <a:cubicBezTo>
                    <a:pt x="194" y="17"/>
                    <a:pt x="201" y="0"/>
                    <a:pt x="231" y="15"/>
                  </a:cubicBezTo>
                  <a:cubicBezTo>
                    <a:pt x="231" y="75"/>
                    <a:pt x="241" y="124"/>
                    <a:pt x="228" y="184"/>
                  </a:cubicBezTo>
                  <a:cubicBezTo>
                    <a:pt x="215" y="248"/>
                    <a:pt x="196" y="312"/>
                    <a:pt x="181" y="377"/>
                  </a:cubicBezTo>
                  <a:cubicBezTo>
                    <a:pt x="166" y="441"/>
                    <a:pt x="160" y="506"/>
                    <a:pt x="152" y="572"/>
                  </a:cubicBezTo>
                  <a:cubicBezTo>
                    <a:pt x="137" y="611"/>
                    <a:pt x="124" y="650"/>
                    <a:pt x="112" y="692"/>
                  </a:cubicBezTo>
                  <a:cubicBezTo>
                    <a:pt x="81" y="784"/>
                    <a:pt x="53" y="883"/>
                    <a:pt x="22" y="975"/>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5" name="Freeform 9"/>
            <p:cNvSpPr>
              <a:spLocks/>
            </p:cNvSpPr>
            <p:nvPr/>
          </p:nvSpPr>
          <p:spPr bwMode="auto">
            <a:xfrm>
              <a:off x="6218239" y="3735388"/>
              <a:ext cx="509588" cy="3121025"/>
            </a:xfrm>
            <a:custGeom>
              <a:avLst/>
              <a:gdLst>
                <a:gd name="T0" fmla="*/ 123 w 286"/>
                <a:gd name="T1" fmla="*/ 1345 h 1750"/>
                <a:gd name="T2" fmla="*/ 76 w 286"/>
                <a:gd name="T3" fmla="*/ 1004 h 1750"/>
                <a:gd name="T4" fmla="*/ 32 w 286"/>
                <a:gd name="T5" fmla="*/ 333 h 1750"/>
                <a:gd name="T6" fmla="*/ 49 w 286"/>
                <a:gd name="T7" fmla="*/ 209 h 1750"/>
                <a:gd name="T8" fmla="*/ 135 w 286"/>
                <a:gd name="T9" fmla="*/ 157 h 1750"/>
                <a:gd name="T10" fmla="*/ 105 w 286"/>
                <a:gd name="T11" fmla="*/ 120 h 1750"/>
                <a:gd name="T12" fmla="*/ 231 w 286"/>
                <a:gd name="T13" fmla="*/ 49 h 1750"/>
                <a:gd name="T14" fmla="*/ 286 w 286"/>
                <a:gd name="T15" fmla="*/ 0 h 1750"/>
                <a:gd name="T16" fmla="*/ 271 w 286"/>
                <a:gd name="T17" fmla="*/ 77 h 1750"/>
                <a:gd name="T18" fmla="*/ 269 w 286"/>
                <a:gd name="T19" fmla="*/ 80 h 1750"/>
                <a:gd name="T20" fmla="*/ 270 w 286"/>
                <a:gd name="T21" fmla="*/ 77 h 1750"/>
                <a:gd name="T22" fmla="*/ 269 w 286"/>
                <a:gd name="T23" fmla="*/ 80 h 1750"/>
                <a:gd name="T24" fmla="*/ 176 w 286"/>
                <a:gd name="T25" fmla="*/ 327 h 1750"/>
                <a:gd name="T26" fmla="*/ 126 w 286"/>
                <a:gd name="T27" fmla="*/ 604 h 1750"/>
                <a:gd name="T28" fmla="*/ 134 w 286"/>
                <a:gd name="T29" fmla="*/ 915 h 1750"/>
                <a:gd name="T30" fmla="*/ 165 w 286"/>
                <a:gd name="T31" fmla="*/ 1226 h 1750"/>
                <a:gd name="T32" fmla="*/ 154 w 286"/>
                <a:gd name="T33" fmla="*/ 1750 h 1750"/>
                <a:gd name="T34" fmla="*/ 131 w 286"/>
                <a:gd name="T35" fmla="*/ 1750 h 1750"/>
                <a:gd name="T36" fmla="*/ 123 w 286"/>
                <a:gd name="T37" fmla="*/ 1345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6" h="1750">
                  <a:moveTo>
                    <a:pt x="123" y="1345"/>
                  </a:moveTo>
                  <a:cubicBezTo>
                    <a:pt x="118" y="1216"/>
                    <a:pt x="111" y="1128"/>
                    <a:pt x="76" y="1004"/>
                  </a:cubicBezTo>
                  <a:cubicBezTo>
                    <a:pt x="20" y="805"/>
                    <a:pt x="0" y="536"/>
                    <a:pt x="32" y="333"/>
                  </a:cubicBezTo>
                  <a:cubicBezTo>
                    <a:pt x="38" y="293"/>
                    <a:pt x="49" y="209"/>
                    <a:pt x="49" y="209"/>
                  </a:cubicBezTo>
                  <a:cubicBezTo>
                    <a:pt x="49" y="209"/>
                    <a:pt x="102" y="175"/>
                    <a:pt x="135" y="157"/>
                  </a:cubicBezTo>
                  <a:cubicBezTo>
                    <a:pt x="122" y="142"/>
                    <a:pt x="116" y="136"/>
                    <a:pt x="105" y="120"/>
                  </a:cubicBezTo>
                  <a:cubicBezTo>
                    <a:pt x="124" y="91"/>
                    <a:pt x="231" y="49"/>
                    <a:pt x="231" y="49"/>
                  </a:cubicBezTo>
                  <a:cubicBezTo>
                    <a:pt x="231" y="49"/>
                    <a:pt x="259" y="12"/>
                    <a:pt x="286" y="0"/>
                  </a:cubicBezTo>
                  <a:cubicBezTo>
                    <a:pt x="280" y="26"/>
                    <a:pt x="273" y="51"/>
                    <a:pt x="271" y="77"/>
                  </a:cubicBezTo>
                  <a:cubicBezTo>
                    <a:pt x="270" y="79"/>
                    <a:pt x="270" y="79"/>
                    <a:pt x="269" y="80"/>
                  </a:cubicBezTo>
                  <a:cubicBezTo>
                    <a:pt x="270" y="79"/>
                    <a:pt x="270" y="78"/>
                    <a:pt x="270" y="77"/>
                  </a:cubicBezTo>
                  <a:cubicBezTo>
                    <a:pt x="268" y="77"/>
                    <a:pt x="266" y="86"/>
                    <a:pt x="269" y="80"/>
                  </a:cubicBezTo>
                  <a:cubicBezTo>
                    <a:pt x="246" y="160"/>
                    <a:pt x="202" y="245"/>
                    <a:pt x="176" y="327"/>
                  </a:cubicBezTo>
                  <a:cubicBezTo>
                    <a:pt x="146" y="420"/>
                    <a:pt x="131" y="505"/>
                    <a:pt x="126" y="604"/>
                  </a:cubicBezTo>
                  <a:cubicBezTo>
                    <a:pt x="121" y="705"/>
                    <a:pt x="120" y="816"/>
                    <a:pt x="134" y="915"/>
                  </a:cubicBezTo>
                  <a:cubicBezTo>
                    <a:pt x="150" y="1022"/>
                    <a:pt x="165" y="1116"/>
                    <a:pt x="165" y="1226"/>
                  </a:cubicBezTo>
                  <a:cubicBezTo>
                    <a:pt x="165" y="1341"/>
                    <a:pt x="135" y="1639"/>
                    <a:pt x="154" y="1750"/>
                  </a:cubicBezTo>
                  <a:cubicBezTo>
                    <a:pt x="131" y="1750"/>
                    <a:pt x="131" y="1750"/>
                    <a:pt x="131" y="1750"/>
                  </a:cubicBezTo>
                  <a:cubicBezTo>
                    <a:pt x="128" y="1672"/>
                    <a:pt x="127" y="1423"/>
                    <a:pt x="123" y="1345"/>
                  </a:cubicBezTo>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6" name="Freeform 10"/>
            <p:cNvSpPr>
              <a:spLocks/>
            </p:cNvSpPr>
            <p:nvPr/>
          </p:nvSpPr>
          <p:spPr bwMode="auto">
            <a:xfrm>
              <a:off x="6692902" y="3873500"/>
              <a:ext cx="6350" cy="15875"/>
            </a:xfrm>
            <a:custGeom>
              <a:avLst/>
              <a:gdLst>
                <a:gd name="T0" fmla="*/ 4 w 4"/>
                <a:gd name="T1" fmla="*/ 0 h 9"/>
                <a:gd name="T2" fmla="*/ 3 w 4"/>
                <a:gd name="T3" fmla="*/ 3 h 9"/>
                <a:gd name="T4" fmla="*/ 4 w 4"/>
                <a:gd name="T5" fmla="*/ 0 h 9"/>
              </a:gdLst>
              <a:ahLst/>
              <a:cxnLst>
                <a:cxn ang="0">
                  <a:pos x="T0" y="T1"/>
                </a:cxn>
                <a:cxn ang="0">
                  <a:pos x="T2" y="T3"/>
                </a:cxn>
                <a:cxn ang="0">
                  <a:pos x="T4" y="T5"/>
                </a:cxn>
              </a:cxnLst>
              <a:rect l="0" t="0" r="r" b="b"/>
              <a:pathLst>
                <a:path w="4" h="9">
                  <a:moveTo>
                    <a:pt x="4" y="0"/>
                  </a:moveTo>
                  <a:cubicBezTo>
                    <a:pt x="4" y="1"/>
                    <a:pt x="4" y="2"/>
                    <a:pt x="3" y="3"/>
                  </a:cubicBezTo>
                  <a:cubicBezTo>
                    <a:pt x="0" y="9"/>
                    <a:pt x="2" y="0"/>
                    <a:pt x="4" y="0"/>
                  </a:cubicBezTo>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7" name="Freeform 11"/>
            <p:cNvSpPr>
              <a:spLocks/>
            </p:cNvSpPr>
            <p:nvPr/>
          </p:nvSpPr>
          <p:spPr bwMode="auto">
            <a:xfrm>
              <a:off x="6246814" y="5810250"/>
              <a:ext cx="990600" cy="582613"/>
            </a:xfrm>
            <a:custGeom>
              <a:avLst/>
              <a:gdLst>
                <a:gd name="T0" fmla="*/ 454 w 556"/>
                <a:gd name="T1" fmla="*/ 52 h 327"/>
                <a:gd name="T2" fmla="*/ 274 w 556"/>
                <a:gd name="T3" fmla="*/ 4 h 327"/>
                <a:gd name="T4" fmla="*/ 171 w 556"/>
                <a:gd name="T5" fmla="*/ 21 h 327"/>
                <a:gd name="T6" fmla="*/ 57 w 556"/>
                <a:gd name="T7" fmla="*/ 18 h 327"/>
                <a:gd name="T8" fmla="*/ 107 w 556"/>
                <a:gd name="T9" fmla="*/ 82 h 327"/>
                <a:gd name="T10" fmla="*/ 25 w 556"/>
                <a:gd name="T11" fmla="*/ 111 h 327"/>
                <a:gd name="T12" fmla="*/ 76 w 556"/>
                <a:gd name="T13" fmla="*/ 165 h 327"/>
                <a:gd name="T14" fmla="*/ 91 w 556"/>
                <a:gd name="T15" fmla="*/ 238 h 327"/>
                <a:gd name="T16" fmla="*/ 68 w 556"/>
                <a:gd name="T17" fmla="*/ 274 h 327"/>
                <a:gd name="T18" fmla="*/ 126 w 556"/>
                <a:gd name="T19" fmla="*/ 307 h 327"/>
                <a:gd name="T20" fmla="*/ 295 w 556"/>
                <a:gd name="T21" fmla="*/ 318 h 327"/>
                <a:gd name="T22" fmla="*/ 451 w 556"/>
                <a:gd name="T23" fmla="*/ 256 h 327"/>
                <a:gd name="T24" fmla="*/ 518 w 556"/>
                <a:gd name="T25" fmla="*/ 251 h 327"/>
                <a:gd name="T26" fmla="*/ 541 w 556"/>
                <a:gd name="T27" fmla="*/ 226 h 327"/>
                <a:gd name="T28" fmla="*/ 554 w 556"/>
                <a:gd name="T29" fmla="*/ 129 h 327"/>
                <a:gd name="T30" fmla="*/ 511 w 556"/>
                <a:gd name="T31" fmla="*/ 49 h 327"/>
                <a:gd name="T32" fmla="*/ 454 w 556"/>
                <a:gd name="T33" fmla="*/ 5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6" h="327">
                  <a:moveTo>
                    <a:pt x="454" y="52"/>
                  </a:moveTo>
                  <a:cubicBezTo>
                    <a:pt x="396" y="41"/>
                    <a:pt x="336" y="4"/>
                    <a:pt x="274" y="4"/>
                  </a:cubicBezTo>
                  <a:cubicBezTo>
                    <a:pt x="240" y="4"/>
                    <a:pt x="207" y="21"/>
                    <a:pt x="171" y="21"/>
                  </a:cubicBezTo>
                  <a:cubicBezTo>
                    <a:pt x="140" y="21"/>
                    <a:pt x="82" y="0"/>
                    <a:pt x="57" y="18"/>
                  </a:cubicBezTo>
                  <a:cubicBezTo>
                    <a:pt x="10" y="53"/>
                    <a:pt x="78" y="80"/>
                    <a:pt x="107" y="82"/>
                  </a:cubicBezTo>
                  <a:cubicBezTo>
                    <a:pt x="77" y="90"/>
                    <a:pt x="44" y="81"/>
                    <a:pt x="25" y="111"/>
                  </a:cubicBezTo>
                  <a:cubicBezTo>
                    <a:pt x="0" y="149"/>
                    <a:pt x="41" y="168"/>
                    <a:pt x="76" y="165"/>
                  </a:cubicBezTo>
                  <a:cubicBezTo>
                    <a:pt x="8" y="177"/>
                    <a:pt x="26" y="240"/>
                    <a:pt x="91" y="238"/>
                  </a:cubicBezTo>
                  <a:cubicBezTo>
                    <a:pt x="70" y="239"/>
                    <a:pt x="60" y="255"/>
                    <a:pt x="68" y="274"/>
                  </a:cubicBezTo>
                  <a:cubicBezTo>
                    <a:pt x="78" y="298"/>
                    <a:pt x="105" y="303"/>
                    <a:pt x="126" y="307"/>
                  </a:cubicBezTo>
                  <a:cubicBezTo>
                    <a:pt x="181" y="316"/>
                    <a:pt x="239" y="327"/>
                    <a:pt x="295" y="318"/>
                  </a:cubicBezTo>
                  <a:cubicBezTo>
                    <a:pt x="353" y="308"/>
                    <a:pt x="396" y="273"/>
                    <a:pt x="451" y="256"/>
                  </a:cubicBezTo>
                  <a:cubicBezTo>
                    <a:pt x="473" y="250"/>
                    <a:pt x="497" y="258"/>
                    <a:pt x="518" y="251"/>
                  </a:cubicBezTo>
                  <a:cubicBezTo>
                    <a:pt x="536" y="246"/>
                    <a:pt x="535" y="250"/>
                    <a:pt x="541" y="226"/>
                  </a:cubicBezTo>
                  <a:cubicBezTo>
                    <a:pt x="550" y="197"/>
                    <a:pt x="556" y="160"/>
                    <a:pt x="554" y="129"/>
                  </a:cubicBezTo>
                  <a:cubicBezTo>
                    <a:pt x="553" y="104"/>
                    <a:pt x="541" y="57"/>
                    <a:pt x="511" y="49"/>
                  </a:cubicBezTo>
                  <a:cubicBezTo>
                    <a:pt x="492" y="44"/>
                    <a:pt x="448" y="72"/>
                    <a:pt x="454" y="52"/>
                  </a:cubicBezTo>
                </a:path>
              </a:pathLst>
            </a:custGeom>
            <a:solidFill>
              <a:srgbClr val="EDD7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8" name="Freeform 12"/>
            <p:cNvSpPr>
              <a:spLocks/>
            </p:cNvSpPr>
            <p:nvPr/>
          </p:nvSpPr>
          <p:spPr bwMode="auto">
            <a:xfrm>
              <a:off x="7077077" y="4054475"/>
              <a:ext cx="1755775" cy="2509838"/>
            </a:xfrm>
            <a:custGeom>
              <a:avLst/>
              <a:gdLst>
                <a:gd name="T0" fmla="*/ 679 w 984"/>
                <a:gd name="T1" fmla="*/ 0 h 1407"/>
                <a:gd name="T2" fmla="*/ 800 w 984"/>
                <a:gd name="T3" fmla="*/ 274 h 1407"/>
                <a:gd name="T4" fmla="*/ 972 w 984"/>
                <a:gd name="T5" fmla="*/ 931 h 1407"/>
                <a:gd name="T6" fmla="*/ 965 w 984"/>
                <a:gd name="T7" fmla="*/ 1090 h 1407"/>
                <a:gd name="T8" fmla="*/ 895 w 984"/>
                <a:gd name="T9" fmla="*/ 1236 h 1407"/>
                <a:gd name="T10" fmla="*/ 715 w 984"/>
                <a:gd name="T11" fmla="*/ 1331 h 1407"/>
                <a:gd name="T12" fmla="*/ 397 w 984"/>
                <a:gd name="T13" fmla="*/ 1371 h 1407"/>
                <a:gd name="T14" fmla="*/ 189 w 984"/>
                <a:gd name="T15" fmla="*/ 1387 h 1407"/>
                <a:gd name="T16" fmla="*/ 48 w 984"/>
                <a:gd name="T17" fmla="*/ 1393 h 1407"/>
                <a:gd name="T18" fmla="*/ 11 w 984"/>
                <a:gd name="T19" fmla="*/ 1299 h 1407"/>
                <a:gd name="T20" fmla="*/ 5 w 984"/>
                <a:gd name="T21" fmla="*/ 1058 h 1407"/>
                <a:gd name="T22" fmla="*/ 5 w 984"/>
                <a:gd name="T23" fmla="*/ 1008 h 1407"/>
                <a:gd name="T24" fmla="*/ 133 w 984"/>
                <a:gd name="T25" fmla="*/ 1009 h 1407"/>
                <a:gd name="T26" fmla="*/ 309 w 984"/>
                <a:gd name="T27" fmla="*/ 994 h 1407"/>
                <a:gd name="T28" fmla="*/ 455 w 984"/>
                <a:gd name="T29" fmla="*/ 963 h 1407"/>
                <a:gd name="T30" fmla="*/ 554 w 984"/>
                <a:gd name="T31" fmla="*/ 963 h 1407"/>
                <a:gd name="T32" fmla="*/ 493 w 984"/>
                <a:gd name="T33" fmla="*/ 718 h 1407"/>
                <a:gd name="T34" fmla="*/ 482 w 984"/>
                <a:gd name="T35" fmla="*/ 429 h 1407"/>
                <a:gd name="T36" fmla="*/ 559 w 984"/>
                <a:gd name="T37" fmla="*/ 153 h 1407"/>
                <a:gd name="T38" fmla="*/ 677 w 984"/>
                <a:gd name="T39" fmla="*/ 3 h 1407"/>
                <a:gd name="T40" fmla="*/ 679 w 984"/>
                <a:gd name="T41" fmla="*/ 0 h 1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84" h="1407">
                  <a:moveTo>
                    <a:pt x="679" y="0"/>
                  </a:moveTo>
                  <a:cubicBezTo>
                    <a:pt x="774" y="8"/>
                    <a:pt x="786" y="211"/>
                    <a:pt x="800" y="274"/>
                  </a:cubicBezTo>
                  <a:cubicBezTo>
                    <a:pt x="854" y="511"/>
                    <a:pt x="951" y="848"/>
                    <a:pt x="972" y="931"/>
                  </a:cubicBezTo>
                  <a:cubicBezTo>
                    <a:pt x="984" y="978"/>
                    <a:pt x="979" y="1044"/>
                    <a:pt x="965" y="1090"/>
                  </a:cubicBezTo>
                  <a:cubicBezTo>
                    <a:pt x="947" y="1148"/>
                    <a:pt x="944" y="1194"/>
                    <a:pt x="895" y="1236"/>
                  </a:cubicBezTo>
                  <a:cubicBezTo>
                    <a:pt x="848" y="1275"/>
                    <a:pt x="773" y="1312"/>
                    <a:pt x="715" y="1331"/>
                  </a:cubicBezTo>
                  <a:cubicBezTo>
                    <a:pt x="614" y="1363"/>
                    <a:pt x="502" y="1377"/>
                    <a:pt x="397" y="1371"/>
                  </a:cubicBezTo>
                  <a:cubicBezTo>
                    <a:pt x="327" y="1368"/>
                    <a:pt x="257" y="1378"/>
                    <a:pt x="189" y="1387"/>
                  </a:cubicBezTo>
                  <a:cubicBezTo>
                    <a:pt x="153" y="1392"/>
                    <a:pt x="83" y="1407"/>
                    <a:pt x="48" y="1393"/>
                  </a:cubicBezTo>
                  <a:cubicBezTo>
                    <a:pt x="17" y="1381"/>
                    <a:pt x="12" y="1329"/>
                    <a:pt x="11" y="1299"/>
                  </a:cubicBezTo>
                  <a:cubicBezTo>
                    <a:pt x="6" y="1217"/>
                    <a:pt x="15" y="1139"/>
                    <a:pt x="5" y="1058"/>
                  </a:cubicBezTo>
                  <a:cubicBezTo>
                    <a:pt x="3" y="1041"/>
                    <a:pt x="0" y="1024"/>
                    <a:pt x="5" y="1008"/>
                  </a:cubicBezTo>
                  <a:cubicBezTo>
                    <a:pt x="49" y="1006"/>
                    <a:pt x="91" y="1018"/>
                    <a:pt x="133" y="1009"/>
                  </a:cubicBezTo>
                  <a:cubicBezTo>
                    <a:pt x="192" y="996"/>
                    <a:pt x="249" y="998"/>
                    <a:pt x="309" y="994"/>
                  </a:cubicBezTo>
                  <a:cubicBezTo>
                    <a:pt x="357" y="991"/>
                    <a:pt x="411" y="979"/>
                    <a:pt x="455" y="963"/>
                  </a:cubicBezTo>
                  <a:cubicBezTo>
                    <a:pt x="492" y="950"/>
                    <a:pt x="521" y="944"/>
                    <a:pt x="554" y="963"/>
                  </a:cubicBezTo>
                  <a:cubicBezTo>
                    <a:pt x="516" y="877"/>
                    <a:pt x="505" y="806"/>
                    <a:pt x="493" y="718"/>
                  </a:cubicBezTo>
                  <a:cubicBezTo>
                    <a:pt x="480" y="623"/>
                    <a:pt x="471" y="525"/>
                    <a:pt x="482" y="429"/>
                  </a:cubicBezTo>
                  <a:cubicBezTo>
                    <a:pt x="494" y="331"/>
                    <a:pt x="521" y="245"/>
                    <a:pt x="559" y="153"/>
                  </a:cubicBezTo>
                  <a:cubicBezTo>
                    <a:pt x="584" y="92"/>
                    <a:pt x="629" y="46"/>
                    <a:pt x="677" y="3"/>
                  </a:cubicBezTo>
                  <a:cubicBezTo>
                    <a:pt x="680" y="8"/>
                    <a:pt x="681" y="14"/>
                    <a:pt x="679" y="0"/>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29" name="Freeform 13"/>
            <p:cNvSpPr>
              <a:spLocks/>
            </p:cNvSpPr>
            <p:nvPr/>
          </p:nvSpPr>
          <p:spPr bwMode="auto">
            <a:xfrm>
              <a:off x="6726239" y="3162300"/>
              <a:ext cx="727075" cy="863600"/>
            </a:xfrm>
            <a:custGeom>
              <a:avLst/>
              <a:gdLst>
                <a:gd name="T0" fmla="*/ 330 w 408"/>
                <a:gd name="T1" fmla="*/ 9 h 484"/>
                <a:gd name="T2" fmla="*/ 353 w 408"/>
                <a:gd name="T3" fmla="*/ 133 h 484"/>
                <a:gd name="T4" fmla="*/ 401 w 408"/>
                <a:gd name="T5" fmla="*/ 250 h 484"/>
                <a:gd name="T6" fmla="*/ 398 w 408"/>
                <a:gd name="T7" fmla="*/ 282 h 484"/>
                <a:gd name="T8" fmla="*/ 330 w 408"/>
                <a:gd name="T9" fmla="*/ 360 h 484"/>
                <a:gd name="T10" fmla="*/ 159 w 408"/>
                <a:gd name="T11" fmla="*/ 472 h 484"/>
                <a:gd name="T12" fmla="*/ 85 w 408"/>
                <a:gd name="T13" fmla="*/ 437 h 484"/>
                <a:gd name="T14" fmla="*/ 3 w 408"/>
                <a:gd name="T15" fmla="*/ 369 h 484"/>
                <a:gd name="T16" fmla="*/ 14 w 408"/>
                <a:gd name="T17" fmla="*/ 314 h 484"/>
                <a:gd name="T18" fmla="*/ 15 w 408"/>
                <a:gd name="T19" fmla="*/ 233 h 484"/>
                <a:gd name="T20" fmla="*/ 117 w 408"/>
                <a:gd name="T21" fmla="*/ 128 h 484"/>
                <a:gd name="T22" fmla="*/ 215 w 408"/>
                <a:gd name="T23" fmla="*/ 52 h 484"/>
                <a:gd name="T24" fmla="*/ 330 w 408"/>
                <a:gd name="T25" fmla="*/ 9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8" h="484">
                  <a:moveTo>
                    <a:pt x="330" y="9"/>
                  </a:moveTo>
                  <a:cubicBezTo>
                    <a:pt x="353" y="43"/>
                    <a:pt x="348" y="93"/>
                    <a:pt x="353" y="133"/>
                  </a:cubicBezTo>
                  <a:cubicBezTo>
                    <a:pt x="359" y="180"/>
                    <a:pt x="381" y="208"/>
                    <a:pt x="401" y="250"/>
                  </a:cubicBezTo>
                  <a:cubicBezTo>
                    <a:pt x="408" y="266"/>
                    <a:pt x="407" y="269"/>
                    <a:pt x="398" y="282"/>
                  </a:cubicBezTo>
                  <a:cubicBezTo>
                    <a:pt x="378" y="309"/>
                    <a:pt x="353" y="336"/>
                    <a:pt x="330" y="360"/>
                  </a:cubicBezTo>
                  <a:cubicBezTo>
                    <a:pt x="286" y="405"/>
                    <a:pt x="221" y="454"/>
                    <a:pt x="159" y="472"/>
                  </a:cubicBezTo>
                  <a:cubicBezTo>
                    <a:pt x="119" y="484"/>
                    <a:pt x="114" y="473"/>
                    <a:pt x="85" y="437"/>
                  </a:cubicBezTo>
                  <a:cubicBezTo>
                    <a:pt x="70" y="417"/>
                    <a:pt x="7" y="394"/>
                    <a:pt x="3" y="369"/>
                  </a:cubicBezTo>
                  <a:cubicBezTo>
                    <a:pt x="0" y="355"/>
                    <a:pt x="13" y="344"/>
                    <a:pt x="14" y="314"/>
                  </a:cubicBezTo>
                  <a:cubicBezTo>
                    <a:pt x="15" y="285"/>
                    <a:pt x="2" y="259"/>
                    <a:pt x="15" y="233"/>
                  </a:cubicBezTo>
                  <a:cubicBezTo>
                    <a:pt x="39" y="186"/>
                    <a:pt x="83" y="168"/>
                    <a:pt x="117" y="128"/>
                  </a:cubicBezTo>
                  <a:cubicBezTo>
                    <a:pt x="147" y="93"/>
                    <a:pt x="167" y="63"/>
                    <a:pt x="215" y="52"/>
                  </a:cubicBezTo>
                  <a:cubicBezTo>
                    <a:pt x="254" y="44"/>
                    <a:pt x="296" y="0"/>
                    <a:pt x="330" y="9"/>
                  </a:cubicBezTo>
                </a:path>
              </a:pathLst>
            </a:custGeom>
            <a:solidFill>
              <a:srgbClr val="E7CA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0" name="Freeform 14"/>
            <p:cNvSpPr>
              <a:spLocks/>
            </p:cNvSpPr>
            <p:nvPr/>
          </p:nvSpPr>
          <p:spPr bwMode="auto">
            <a:xfrm>
              <a:off x="6507164" y="3586163"/>
              <a:ext cx="1160463" cy="2257425"/>
            </a:xfrm>
            <a:custGeom>
              <a:avLst/>
              <a:gdLst>
                <a:gd name="T0" fmla="*/ 525 w 651"/>
                <a:gd name="T1" fmla="*/ 0 h 1266"/>
                <a:gd name="T2" fmla="*/ 620 w 651"/>
                <a:gd name="T3" fmla="*/ 98 h 1266"/>
                <a:gd name="T4" fmla="*/ 629 w 651"/>
                <a:gd name="T5" fmla="*/ 232 h 1266"/>
                <a:gd name="T6" fmla="*/ 559 w 651"/>
                <a:gd name="T7" fmla="*/ 239 h 1266"/>
                <a:gd name="T8" fmla="*/ 613 w 651"/>
                <a:gd name="T9" fmla="*/ 320 h 1266"/>
                <a:gd name="T10" fmla="*/ 436 w 651"/>
                <a:gd name="T11" fmla="*/ 517 h 1266"/>
                <a:gd name="T12" fmla="*/ 220 w 651"/>
                <a:gd name="T13" fmla="*/ 833 h 1266"/>
                <a:gd name="T14" fmla="*/ 5 w 651"/>
                <a:gd name="T15" fmla="*/ 1266 h 1266"/>
                <a:gd name="T16" fmla="*/ 0 w 651"/>
                <a:gd name="T17" fmla="*/ 1265 h 1266"/>
                <a:gd name="T18" fmla="*/ 192 w 651"/>
                <a:gd name="T19" fmla="*/ 677 h 1266"/>
                <a:gd name="T20" fmla="*/ 454 w 651"/>
                <a:gd name="T21" fmla="*/ 190 h 1266"/>
                <a:gd name="T22" fmla="*/ 525 w 651"/>
                <a:gd name="T23" fmla="*/ 0 h 1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1" h="1266">
                  <a:moveTo>
                    <a:pt x="525" y="0"/>
                  </a:moveTo>
                  <a:cubicBezTo>
                    <a:pt x="559" y="32"/>
                    <a:pt x="595" y="57"/>
                    <a:pt x="620" y="98"/>
                  </a:cubicBezTo>
                  <a:cubicBezTo>
                    <a:pt x="651" y="147"/>
                    <a:pt x="635" y="171"/>
                    <a:pt x="629" y="232"/>
                  </a:cubicBezTo>
                  <a:cubicBezTo>
                    <a:pt x="606" y="230"/>
                    <a:pt x="581" y="235"/>
                    <a:pt x="559" y="239"/>
                  </a:cubicBezTo>
                  <a:cubicBezTo>
                    <a:pt x="573" y="267"/>
                    <a:pt x="595" y="295"/>
                    <a:pt x="613" y="320"/>
                  </a:cubicBezTo>
                  <a:cubicBezTo>
                    <a:pt x="552" y="383"/>
                    <a:pt x="497" y="453"/>
                    <a:pt x="436" y="517"/>
                  </a:cubicBezTo>
                  <a:cubicBezTo>
                    <a:pt x="347" y="610"/>
                    <a:pt x="290" y="726"/>
                    <a:pt x="220" y="833"/>
                  </a:cubicBezTo>
                  <a:cubicBezTo>
                    <a:pt x="124" y="982"/>
                    <a:pt x="5" y="1266"/>
                    <a:pt x="5" y="1266"/>
                  </a:cubicBezTo>
                  <a:cubicBezTo>
                    <a:pt x="5" y="1266"/>
                    <a:pt x="2" y="1266"/>
                    <a:pt x="0" y="1265"/>
                  </a:cubicBezTo>
                  <a:cubicBezTo>
                    <a:pt x="4" y="1057"/>
                    <a:pt x="108" y="863"/>
                    <a:pt x="192" y="677"/>
                  </a:cubicBezTo>
                  <a:cubicBezTo>
                    <a:pt x="271" y="502"/>
                    <a:pt x="327" y="333"/>
                    <a:pt x="454" y="190"/>
                  </a:cubicBezTo>
                  <a:cubicBezTo>
                    <a:pt x="506" y="132"/>
                    <a:pt x="509" y="56"/>
                    <a:pt x="525" y="0"/>
                  </a:cubicBezTo>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1" name="Freeform 15"/>
            <p:cNvSpPr>
              <a:spLocks/>
            </p:cNvSpPr>
            <p:nvPr/>
          </p:nvSpPr>
          <p:spPr bwMode="auto">
            <a:xfrm>
              <a:off x="6667502" y="3687763"/>
              <a:ext cx="244475" cy="525463"/>
            </a:xfrm>
            <a:custGeom>
              <a:avLst/>
              <a:gdLst>
                <a:gd name="T0" fmla="*/ 137 w 137"/>
                <a:gd name="T1" fmla="*/ 158 h 295"/>
                <a:gd name="T2" fmla="*/ 29 w 137"/>
                <a:gd name="T3" fmla="*/ 259 h 295"/>
                <a:gd name="T4" fmla="*/ 3 w 137"/>
                <a:gd name="T5" fmla="*/ 295 h 295"/>
                <a:gd name="T6" fmla="*/ 9 w 137"/>
                <a:gd name="T7" fmla="*/ 116 h 295"/>
                <a:gd name="T8" fmla="*/ 23 w 137"/>
                <a:gd name="T9" fmla="*/ 49 h 295"/>
                <a:gd name="T10" fmla="*/ 43 w 137"/>
                <a:gd name="T11" fmla="*/ 13 h 295"/>
                <a:gd name="T12" fmla="*/ 57 w 137"/>
                <a:gd name="T13" fmla="*/ 58 h 295"/>
                <a:gd name="T14" fmla="*/ 137 w 137"/>
                <a:gd name="T15" fmla="*/ 158 h 2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7" h="295">
                  <a:moveTo>
                    <a:pt x="137" y="158"/>
                  </a:moveTo>
                  <a:cubicBezTo>
                    <a:pt x="95" y="122"/>
                    <a:pt x="43" y="236"/>
                    <a:pt x="29" y="259"/>
                  </a:cubicBezTo>
                  <a:cubicBezTo>
                    <a:pt x="21" y="272"/>
                    <a:pt x="11" y="284"/>
                    <a:pt x="3" y="295"/>
                  </a:cubicBezTo>
                  <a:cubicBezTo>
                    <a:pt x="9" y="236"/>
                    <a:pt x="0" y="174"/>
                    <a:pt x="9" y="116"/>
                  </a:cubicBezTo>
                  <a:cubicBezTo>
                    <a:pt x="12" y="94"/>
                    <a:pt x="16" y="70"/>
                    <a:pt x="23" y="49"/>
                  </a:cubicBezTo>
                  <a:cubicBezTo>
                    <a:pt x="27" y="37"/>
                    <a:pt x="42" y="0"/>
                    <a:pt x="43" y="13"/>
                  </a:cubicBezTo>
                  <a:cubicBezTo>
                    <a:pt x="44" y="23"/>
                    <a:pt x="52" y="48"/>
                    <a:pt x="57" y="58"/>
                  </a:cubicBezTo>
                  <a:cubicBezTo>
                    <a:pt x="82" y="102"/>
                    <a:pt x="115" y="133"/>
                    <a:pt x="137" y="15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2" name="Freeform 16"/>
            <p:cNvSpPr>
              <a:spLocks/>
            </p:cNvSpPr>
            <p:nvPr/>
          </p:nvSpPr>
          <p:spPr bwMode="auto">
            <a:xfrm>
              <a:off x="6786564" y="3927475"/>
              <a:ext cx="215900" cy="241300"/>
            </a:xfrm>
            <a:custGeom>
              <a:avLst/>
              <a:gdLst>
                <a:gd name="T0" fmla="*/ 87 w 121"/>
                <a:gd name="T1" fmla="*/ 19 h 135"/>
                <a:gd name="T2" fmla="*/ 15 w 121"/>
                <a:gd name="T3" fmla="*/ 34 h 135"/>
                <a:gd name="T4" fmla="*/ 3 w 121"/>
                <a:gd name="T5" fmla="*/ 123 h 135"/>
                <a:gd name="T6" fmla="*/ 57 w 121"/>
                <a:gd name="T7" fmla="*/ 135 h 135"/>
                <a:gd name="T8" fmla="*/ 104 w 121"/>
                <a:gd name="T9" fmla="*/ 87 h 135"/>
                <a:gd name="T10" fmla="*/ 87 w 121"/>
                <a:gd name="T11" fmla="*/ 19 h 135"/>
              </a:gdLst>
              <a:ahLst/>
              <a:cxnLst>
                <a:cxn ang="0">
                  <a:pos x="T0" y="T1"/>
                </a:cxn>
                <a:cxn ang="0">
                  <a:pos x="T2" y="T3"/>
                </a:cxn>
                <a:cxn ang="0">
                  <a:pos x="T4" y="T5"/>
                </a:cxn>
                <a:cxn ang="0">
                  <a:pos x="T6" y="T7"/>
                </a:cxn>
                <a:cxn ang="0">
                  <a:pos x="T8" y="T9"/>
                </a:cxn>
                <a:cxn ang="0">
                  <a:pos x="T10" y="T11"/>
                </a:cxn>
              </a:cxnLst>
              <a:rect l="0" t="0" r="r" b="b"/>
              <a:pathLst>
                <a:path w="121" h="135">
                  <a:moveTo>
                    <a:pt x="87" y="19"/>
                  </a:moveTo>
                  <a:cubicBezTo>
                    <a:pt x="61" y="18"/>
                    <a:pt x="38" y="0"/>
                    <a:pt x="15" y="34"/>
                  </a:cubicBezTo>
                  <a:cubicBezTo>
                    <a:pt x="0" y="57"/>
                    <a:pt x="3" y="96"/>
                    <a:pt x="3" y="123"/>
                  </a:cubicBezTo>
                  <a:cubicBezTo>
                    <a:pt x="24" y="116"/>
                    <a:pt x="42" y="114"/>
                    <a:pt x="57" y="135"/>
                  </a:cubicBezTo>
                  <a:cubicBezTo>
                    <a:pt x="71" y="127"/>
                    <a:pt x="95" y="102"/>
                    <a:pt x="104" y="87"/>
                  </a:cubicBezTo>
                  <a:cubicBezTo>
                    <a:pt x="121" y="59"/>
                    <a:pt x="98" y="45"/>
                    <a:pt x="87" y="19"/>
                  </a:cubicBezTo>
                </a:path>
              </a:pathLst>
            </a:custGeom>
            <a:solidFill>
              <a:srgbClr val="0D0D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3" name="Freeform 17"/>
            <p:cNvSpPr>
              <a:spLocks/>
            </p:cNvSpPr>
            <p:nvPr/>
          </p:nvSpPr>
          <p:spPr bwMode="auto">
            <a:xfrm>
              <a:off x="6994527" y="5849938"/>
              <a:ext cx="184150" cy="574675"/>
            </a:xfrm>
            <a:custGeom>
              <a:avLst/>
              <a:gdLst>
                <a:gd name="T0" fmla="*/ 55 w 104"/>
                <a:gd name="T1" fmla="*/ 12 h 322"/>
                <a:gd name="T2" fmla="*/ 85 w 104"/>
                <a:gd name="T3" fmla="*/ 162 h 322"/>
                <a:gd name="T4" fmla="*/ 79 w 104"/>
                <a:gd name="T5" fmla="*/ 320 h 322"/>
                <a:gd name="T6" fmla="*/ 0 w 104"/>
                <a:gd name="T7" fmla="*/ 297 h 322"/>
                <a:gd name="T8" fmla="*/ 2 w 104"/>
                <a:gd name="T9" fmla="*/ 15 h 322"/>
                <a:gd name="T10" fmla="*/ 55 w 104"/>
                <a:gd name="T11" fmla="*/ 12 h 322"/>
              </a:gdLst>
              <a:ahLst/>
              <a:cxnLst>
                <a:cxn ang="0">
                  <a:pos x="T0" y="T1"/>
                </a:cxn>
                <a:cxn ang="0">
                  <a:pos x="T2" y="T3"/>
                </a:cxn>
                <a:cxn ang="0">
                  <a:pos x="T4" y="T5"/>
                </a:cxn>
                <a:cxn ang="0">
                  <a:pos x="T6" y="T7"/>
                </a:cxn>
                <a:cxn ang="0">
                  <a:pos x="T8" y="T9"/>
                </a:cxn>
                <a:cxn ang="0">
                  <a:pos x="T10" y="T11"/>
                </a:cxn>
              </a:cxnLst>
              <a:rect l="0" t="0" r="r" b="b"/>
              <a:pathLst>
                <a:path w="104" h="322">
                  <a:moveTo>
                    <a:pt x="55" y="12"/>
                  </a:moveTo>
                  <a:cubicBezTo>
                    <a:pt x="84" y="49"/>
                    <a:pt x="80" y="116"/>
                    <a:pt x="85" y="162"/>
                  </a:cubicBezTo>
                  <a:cubicBezTo>
                    <a:pt x="90" y="209"/>
                    <a:pt x="104" y="277"/>
                    <a:pt x="79" y="320"/>
                  </a:cubicBezTo>
                  <a:cubicBezTo>
                    <a:pt x="64" y="322"/>
                    <a:pt x="12" y="308"/>
                    <a:pt x="0" y="297"/>
                  </a:cubicBezTo>
                  <a:cubicBezTo>
                    <a:pt x="29" y="221"/>
                    <a:pt x="33" y="91"/>
                    <a:pt x="2" y="15"/>
                  </a:cubicBezTo>
                  <a:cubicBezTo>
                    <a:pt x="18" y="0"/>
                    <a:pt x="44" y="13"/>
                    <a:pt x="55" y="12"/>
                  </a:cubicBezTo>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4" name="Freeform 18"/>
            <p:cNvSpPr>
              <a:spLocks/>
            </p:cNvSpPr>
            <p:nvPr/>
          </p:nvSpPr>
          <p:spPr bwMode="auto">
            <a:xfrm>
              <a:off x="6892927" y="3476625"/>
              <a:ext cx="592138" cy="735013"/>
            </a:xfrm>
            <a:custGeom>
              <a:avLst/>
              <a:gdLst>
                <a:gd name="T0" fmla="*/ 272 w 332"/>
                <a:gd name="T1" fmla="*/ 0 h 412"/>
                <a:gd name="T2" fmla="*/ 256 w 332"/>
                <a:gd name="T3" fmla="*/ 66 h 412"/>
                <a:gd name="T4" fmla="*/ 191 w 332"/>
                <a:gd name="T5" fmla="*/ 122 h 412"/>
                <a:gd name="T6" fmla="*/ 105 w 332"/>
                <a:gd name="T7" fmla="*/ 181 h 412"/>
                <a:gd name="T8" fmla="*/ 12 w 332"/>
                <a:gd name="T9" fmla="*/ 253 h 412"/>
                <a:gd name="T10" fmla="*/ 29 w 332"/>
                <a:gd name="T11" fmla="*/ 318 h 412"/>
                <a:gd name="T12" fmla="*/ 68 w 332"/>
                <a:gd name="T13" fmla="*/ 375 h 412"/>
                <a:gd name="T14" fmla="*/ 94 w 332"/>
                <a:gd name="T15" fmla="*/ 412 h 412"/>
                <a:gd name="T16" fmla="*/ 265 w 332"/>
                <a:gd name="T17" fmla="*/ 217 h 412"/>
                <a:gd name="T18" fmla="*/ 317 w 332"/>
                <a:gd name="T19" fmla="*/ 140 h 412"/>
                <a:gd name="T20" fmla="*/ 318 w 332"/>
                <a:gd name="T21" fmla="*/ 66 h 412"/>
                <a:gd name="T22" fmla="*/ 272 w 332"/>
                <a:gd name="T23"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2" h="412">
                  <a:moveTo>
                    <a:pt x="272" y="0"/>
                  </a:moveTo>
                  <a:cubicBezTo>
                    <a:pt x="288" y="30"/>
                    <a:pt x="279" y="42"/>
                    <a:pt x="256" y="66"/>
                  </a:cubicBezTo>
                  <a:cubicBezTo>
                    <a:pt x="236" y="87"/>
                    <a:pt x="214" y="105"/>
                    <a:pt x="191" y="122"/>
                  </a:cubicBezTo>
                  <a:cubicBezTo>
                    <a:pt x="163" y="143"/>
                    <a:pt x="136" y="163"/>
                    <a:pt x="105" y="181"/>
                  </a:cubicBezTo>
                  <a:cubicBezTo>
                    <a:pt x="76" y="199"/>
                    <a:pt x="32" y="226"/>
                    <a:pt x="12" y="253"/>
                  </a:cubicBezTo>
                  <a:cubicBezTo>
                    <a:pt x="0" y="269"/>
                    <a:pt x="20" y="301"/>
                    <a:pt x="29" y="318"/>
                  </a:cubicBezTo>
                  <a:cubicBezTo>
                    <a:pt x="40" y="338"/>
                    <a:pt x="56" y="356"/>
                    <a:pt x="68" y="375"/>
                  </a:cubicBezTo>
                  <a:cubicBezTo>
                    <a:pt x="77" y="387"/>
                    <a:pt x="82" y="402"/>
                    <a:pt x="94" y="412"/>
                  </a:cubicBezTo>
                  <a:cubicBezTo>
                    <a:pt x="149" y="346"/>
                    <a:pt x="214" y="287"/>
                    <a:pt x="265" y="217"/>
                  </a:cubicBezTo>
                  <a:cubicBezTo>
                    <a:pt x="284" y="192"/>
                    <a:pt x="304" y="170"/>
                    <a:pt x="317" y="140"/>
                  </a:cubicBezTo>
                  <a:cubicBezTo>
                    <a:pt x="331" y="108"/>
                    <a:pt x="332" y="96"/>
                    <a:pt x="318" y="66"/>
                  </a:cubicBezTo>
                  <a:cubicBezTo>
                    <a:pt x="306" y="38"/>
                    <a:pt x="286" y="17"/>
                    <a:pt x="272"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5" name="Freeform 19"/>
            <p:cNvSpPr>
              <a:spLocks/>
            </p:cNvSpPr>
            <p:nvPr/>
          </p:nvSpPr>
          <p:spPr bwMode="auto">
            <a:xfrm>
              <a:off x="6399214" y="2054225"/>
              <a:ext cx="1135063" cy="1641475"/>
            </a:xfrm>
            <a:custGeom>
              <a:avLst/>
              <a:gdLst>
                <a:gd name="T0" fmla="*/ 467 w 636"/>
                <a:gd name="T1" fmla="*/ 756 h 921"/>
                <a:gd name="T2" fmla="*/ 428 w 636"/>
                <a:gd name="T3" fmla="*/ 794 h 921"/>
                <a:gd name="T4" fmla="*/ 352 w 636"/>
                <a:gd name="T5" fmla="*/ 838 h 921"/>
                <a:gd name="T6" fmla="*/ 254 w 636"/>
                <a:gd name="T7" fmla="*/ 884 h 921"/>
                <a:gd name="T8" fmla="*/ 134 w 636"/>
                <a:gd name="T9" fmla="*/ 883 h 921"/>
                <a:gd name="T10" fmla="*/ 103 w 636"/>
                <a:gd name="T11" fmla="*/ 793 h 921"/>
                <a:gd name="T12" fmla="*/ 79 w 636"/>
                <a:gd name="T13" fmla="*/ 726 h 921"/>
                <a:gd name="T14" fmla="*/ 34 w 636"/>
                <a:gd name="T15" fmla="*/ 565 h 921"/>
                <a:gd name="T16" fmla="*/ 16 w 636"/>
                <a:gd name="T17" fmla="*/ 497 h 921"/>
                <a:gd name="T18" fmla="*/ 7 w 636"/>
                <a:gd name="T19" fmla="*/ 424 h 921"/>
                <a:gd name="T20" fmla="*/ 23 w 636"/>
                <a:gd name="T21" fmla="*/ 284 h 921"/>
                <a:gd name="T22" fmla="*/ 83 w 636"/>
                <a:gd name="T23" fmla="*/ 151 h 921"/>
                <a:gd name="T24" fmla="*/ 253 w 636"/>
                <a:gd name="T25" fmla="*/ 34 h 921"/>
                <a:gd name="T26" fmla="*/ 488 w 636"/>
                <a:gd name="T27" fmla="*/ 70 h 921"/>
                <a:gd name="T28" fmla="*/ 602 w 636"/>
                <a:gd name="T29" fmla="*/ 211 h 921"/>
                <a:gd name="T30" fmla="*/ 626 w 636"/>
                <a:gd name="T31" fmla="*/ 425 h 921"/>
                <a:gd name="T32" fmla="*/ 569 w 636"/>
                <a:gd name="T33" fmla="*/ 620 h 921"/>
                <a:gd name="T34" fmla="*/ 522 w 636"/>
                <a:gd name="T35" fmla="*/ 676 h 921"/>
                <a:gd name="T36" fmla="*/ 470 w 636"/>
                <a:gd name="T37" fmla="*/ 720 h 921"/>
                <a:gd name="T38" fmla="*/ 467 w 636"/>
                <a:gd name="T39" fmla="*/ 756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6" h="921">
                  <a:moveTo>
                    <a:pt x="467" y="756"/>
                  </a:moveTo>
                  <a:cubicBezTo>
                    <a:pt x="463" y="772"/>
                    <a:pt x="448" y="781"/>
                    <a:pt x="428" y="794"/>
                  </a:cubicBezTo>
                  <a:cubicBezTo>
                    <a:pt x="402" y="811"/>
                    <a:pt x="381" y="823"/>
                    <a:pt x="352" y="838"/>
                  </a:cubicBezTo>
                  <a:cubicBezTo>
                    <a:pt x="316" y="857"/>
                    <a:pt x="292" y="868"/>
                    <a:pt x="254" y="884"/>
                  </a:cubicBezTo>
                  <a:cubicBezTo>
                    <a:pt x="218" y="899"/>
                    <a:pt x="158" y="921"/>
                    <a:pt x="134" y="883"/>
                  </a:cubicBezTo>
                  <a:cubicBezTo>
                    <a:pt x="110" y="843"/>
                    <a:pt x="111" y="820"/>
                    <a:pt x="103" y="793"/>
                  </a:cubicBezTo>
                  <a:cubicBezTo>
                    <a:pt x="97" y="770"/>
                    <a:pt x="80" y="741"/>
                    <a:pt x="79" y="726"/>
                  </a:cubicBezTo>
                  <a:cubicBezTo>
                    <a:pt x="75" y="667"/>
                    <a:pt x="26" y="613"/>
                    <a:pt x="34" y="565"/>
                  </a:cubicBezTo>
                  <a:cubicBezTo>
                    <a:pt x="38" y="535"/>
                    <a:pt x="31" y="524"/>
                    <a:pt x="16" y="497"/>
                  </a:cubicBezTo>
                  <a:cubicBezTo>
                    <a:pt x="0" y="470"/>
                    <a:pt x="0" y="454"/>
                    <a:pt x="7" y="424"/>
                  </a:cubicBezTo>
                  <a:cubicBezTo>
                    <a:pt x="16" y="383"/>
                    <a:pt x="17" y="326"/>
                    <a:pt x="23" y="284"/>
                  </a:cubicBezTo>
                  <a:cubicBezTo>
                    <a:pt x="27" y="253"/>
                    <a:pt x="61" y="175"/>
                    <a:pt x="83" y="151"/>
                  </a:cubicBezTo>
                  <a:cubicBezTo>
                    <a:pt x="135" y="93"/>
                    <a:pt x="182" y="61"/>
                    <a:pt x="253" y="34"/>
                  </a:cubicBezTo>
                  <a:cubicBezTo>
                    <a:pt x="345" y="0"/>
                    <a:pt x="424" y="30"/>
                    <a:pt x="488" y="70"/>
                  </a:cubicBezTo>
                  <a:cubicBezTo>
                    <a:pt x="539" y="103"/>
                    <a:pt x="582" y="155"/>
                    <a:pt x="602" y="211"/>
                  </a:cubicBezTo>
                  <a:cubicBezTo>
                    <a:pt x="629" y="287"/>
                    <a:pt x="636" y="348"/>
                    <a:pt x="626" y="425"/>
                  </a:cubicBezTo>
                  <a:cubicBezTo>
                    <a:pt x="617" y="495"/>
                    <a:pt x="604" y="558"/>
                    <a:pt x="569" y="620"/>
                  </a:cubicBezTo>
                  <a:cubicBezTo>
                    <a:pt x="552" y="650"/>
                    <a:pt x="530" y="651"/>
                    <a:pt x="522" y="676"/>
                  </a:cubicBezTo>
                  <a:cubicBezTo>
                    <a:pt x="493" y="697"/>
                    <a:pt x="497" y="706"/>
                    <a:pt x="470" y="720"/>
                  </a:cubicBezTo>
                  <a:cubicBezTo>
                    <a:pt x="469" y="724"/>
                    <a:pt x="472" y="739"/>
                    <a:pt x="467" y="756"/>
                  </a:cubicBezTo>
                </a:path>
              </a:pathLst>
            </a:custGeom>
            <a:solidFill>
              <a:srgbClr val="EDD7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sp>
          <p:nvSpPr>
            <p:cNvPr id="36" name="Freeform 20"/>
            <p:cNvSpPr>
              <a:spLocks/>
            </p:cNvSpPr>
            <p:nvPr/>
          </p:nvSpPr>
          <p:spPr bwMode="auto">
            <a:xfrm>
              <a:off x="6399214" y="1982788"/>
              <a:ext cx="1150938" cy="1301750"/>
            </a:xfrm>
            <a:custGeom>
              <a:avLst/>
              <a:gdLst>
                <a:gd name="T0" fmla="*/ 241 w 645"/>
                <a:gd name="T1" fmla="*/ 65 h 730"/>
                <a:gd name="T2" fmla="*/ 505 w 645"/>
                <a:gd name="T3" fmla="*/ 69 h 730"/>
                <a:gd name="T4" fmla="*/ 617 w 645"/>
                <a:gd name="T5" fmla="*/ 250 h 730"/>
                <a:gd name="T6" fmla="*/ 634 w 645"/>
                <a:gd name="T7" fmla="*/ 468 h 730"/>
                <a:gd name="T8" fmla="*/ 573 w 645"/>
                <a:gd name="T9" fmla="*/ 667 h 730"/>
                <a:gd name="T10" fmla="*/ 555 w 645"/>
                <a:gd name="T11" fmla="*/ 711 h 730"/>
                <a:gd name="T12" fmla="*/ 525 w 645"/>
                <a:gd name="T13" fmla="*/ 730 h 730"/>
                <a:gd name="T14" fmla="*/ 543 w 645"/>
                <a:gd name="T15" fmla="*/ 672 h 730"/>
                <a:gd name="T16" fmla="*/ 602 w 645"/>
                <a:gd name="T17" fmla="*/ 593 h 730"/>
                <a:gd name="T18" fmla="*/ 601 w 645"/>
                <a:gd name="T19" fmla="*/ 491 h 730"/>
                <a:gd name="T20" fmla="*/ 565 w 645"/>
                <a:gd name="T21" fmla="*/ 466 h 730"/>
                <a:gd name="T22" fmla="*/ 525 w 645"/>
                <a:gd name="T23" fmla="*/ 498 h 730"/>
                <a:gd name="T24" fmla="*/ 495 w 645"/>
                <a:gd name="T25" fmla="*/ 554 h 730"/>
                <a:gd name="T26" fmla="*/ 459 w 645"/>
                <a:gd name="T27" fmla="*/ 578 h 730"/>
                <a:gd name="T28" fmla="*/ 455 w 645"/>
                <a:gd name="T29" fmla="*/ 584 h 730"/>
                <a:gd name="T30" fmla="*/ 411 w 645"/>
                <a:gd name="T31" fmla="*/ 517 h 730"/>
                <a:gd name="T32" fmla="*/ 402 w 645"/>
                <a:gd name="T33" fmla="*/ 463 h 730"/>
                <a:gd name="T34" fmla="*/ 374 w 645"/>
                <a:gd name="T35" fmla="*/ 433 h 730"/>
                <a:gd name="T36" fmla="*/ 379 w 645"/>
                <a:gd name="T37" fmla="*/ 400 h 730"/>
                <a:gd name="T38" fmla="*/ 388 w 645"/>
                <a:gd name="T39" fmla="*/ 367 h 730"/>
                <a:gd name="T40" fmla="*/ 354 w 645"/>
                <a:gd name="T41" fmla="*/ 309 h 730"/>
                <a:gd name="T42" fmla="*/ 286 w 645"/>
                <a:gd name="T43" fmla="*/ 313 h 730"/>
                <a:gd name="T44" fmla="*/ 279 w 645"/>
                <a:gd name="T45" fmla="*/ 288 h 730"/>
                <a:gd name="T46" fmla="*/ 226 w 645"/>
                <a:gd name="T47" fmla="*/ 289 h 730"/>
                <a:gd name="T48" fmla="*/ 156 w 645"/>
                <a:gd name="T49" fmla="*/ 318 h 730"/>
                <a:gd name="T50" fmla="*/ 106 w 645"/>
                <a:gd name="T51" fmla="*/ 347 h 730"/>
                <a:gd name="T52" fmla="*/ 69 w 645"/>
                <a:gd name="T53" fmla="*/ 327 h 730"/>
                <a:gd name="T54" fmla="*/ 38 w 645"/>
                <a:gd name="T55" fmla="*/ 303 h 730"/>
                <a:gd name="T56" fmla="*/ 22 w 645"/>
                <a:gd name="T57" fmla="*/ 303 h 730"/>
                <a:gd name="T58" fmla="*/ 2 w 645"/>
                <a:gd name="T59" fmla="*/ 241 h 730"/>
                <a:gd name="T60" fmla="*/ 35 w 645"/>
                <a:gd name="T61" fmla="*/ 146 h 730"/>
                <a:gd name="T62" fmla="*/ 241 w 645"/>
                <a:gd name="T63" fmla="*/ 65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5" h="730">
                  <a:moveTo>
                    <a:pt x="241" y="65"/>
                  </a:moveTo>
                  <a:cubicBezTo>
                    <a:pt x="332" y="31"/>
                    <a:pt x="422" y="0"/>
                    <a:pt x="505" y="69"/>
                  </a:cubicBezTo>
                  <a:cubicBezTo>
                    <a:pt x="552" y="107"/>
                    <a:pt x="597" y="194"/>
                    <a:pt x="617" y="250"/>
                  </a:cubicBezTo>
                  <a:cubicBezTo>
                    <a:pt x="644" y="325"/>
                    <a:pt x="645" y="390"/>
                    <a:pt x="634" y="468"/>
                  </a:cubicBezTo>
                  <a:cubicBezTo>
                    <a:pt x="625" y="537"/>
                    <a:pt x="601" y="602"/>
                    <a:pt x="573" y="667"/>
                  </a:cubicBezTo>
                  <a:cubicBezTo>
                    <a:pt x="562" y="692"/>
                    <a:pt x="563" y="686"/>
                    <a:pt x="555" y="711"/>
                  </a:cubicBezTo>
                  <a:cubicBezTo>
                    <a:pt x="545" y="718"/>
                    <a:pt x="535" y="724"/>
                    <a:pt x="525" y="730"/>
                  </a:cubicBezTo>
                  <a:cubicBezTo>
                    <a:pt x="527" y="708"/>
                    <a:pt x="532" y="686"/>
                    <a:pt x="543" y="672"/>
                  </a:cubicBezTo>
                  <a:cubicBezTo>
                    <a:pt x="563" y="645"/>
                    <a:pt x="589" y="627"/>
                    <a:pt x="602" y="593"/>
                  </a:cubicBezTo>
                  <a:cubicBezTo>
                    <a:pt x="613" y="564"/>
                    <a:pt x="616" y="519"/>
                    <a:pt x="601" y="491"/>
                  </a:cubicBezTo>
                  <a:cubicBezTo>
                    <a:pt x="594" y="477"/>
                    <a:pt x="582" y="467"/>
                    <a:pt x="565" y="466"/>
                  </a:cubicBezTo>
                  <a:cubicBezTo>
                    <a:pt x="542" y="464"/>
                    <a:pt x="536" y="478"/>
                    <a:pt x="525" y="498"/>
                  </a:cubicBezTo>
                  <a:cubicBezTo>
                    <a:pt x="514" y="516"/>
                    <a:pt x="502" y="534"/>
                    <a:pt x="495" y="554"/>
                  </a:cubicBezTo>
                  <a:cubicBezTo>
                    <a:pt x="490" y="566"/>
                    <a:pt x="470" y="619"/>
                    <a:pt x="459" y="578"/>
                  </a:cubicBezTo>
                  <a:cubicBezTo>
                    <a:pt x="458" y="580"/>
                    <a:pt x="456" y="583"/>
                    <a:pt x="455" y="584"/>
                  </a:cubicBezTo>
                  <a:cubicBezTo>
                    <a:pt x="460" y="561"/>
                    <a:pt x="437" y="518"/>
                    <a:pt x="411" y="517"/>
                  </a:cubicBezTo>
                  <a:cubicBezTo>
                    <a:pt x="411" y="497"/>
                    <a:pt x="412" y="479"/>
                    <a:pt x="402" y="463"/>
                  </a:cubicBezTo>
                  <a:cubicBezTo>
                    <a:pt x="395" y="452"/>
                    <a:pt x="378" y="446"/>
                    <a:pt x="374" y="433"/>
                  </a:cubicBezTo>
                  <a:cubicBezTo>
                    <a:pt x="372" y="426"/>
                    <a:pt x="377" y="406"/>
                    <a:pt x="379" y="400"/>
                  </a:cubicBezTo>
                  <a:cubicBezTo>
                    <a:pt x="382" y="389"/>
                    <a:pt x="385" y="380"/>
                    <a:pt x="388" y="367"/>
                  </a:cubicBezTo>
                  <a:cubicBezTo>
                    <a:pt x="393" y="340"/>
                    <a:pt x="375" y="324"/>
                    <a:pt x="354" y="309"/>
                  </a:cubicBezTo>
                  <a:cubicBezTo>
                    <a:pt x="330" y="292"/>
                    <a:pt x="311" y="294"/>
                    <a:pt x="286" y="313"/>
                  </a:cubicBezTo>
                  <a:cubicBezTo>
                    <a:pt x="285" y="305"/>
                    <a:pt x="280" y="297"/>
                    <a:pt x="279" y="288"/>
                  </a:cubicBezTo>
                  <a:cubicBezTo>
                    <a:pt x="265" y="304"/>
                    <a:pt x="243" y="288"/>
                    <a:pt x="226" y="289"/>
                  </a:cubicBezTo>
                  <a:cubicBezTo>
                    <a:pt x="195" y="289"/>
                    <a:pt x="178" y="303"/>
                    <a:pt x="156" y="318"/>
                  </a:cubicBezTo>
                  <a:cubicBezTo>
                    <a:pt x="143" y="326"/>
                    <a:pt x="122" y="344"/>
                    <a:pt x="106" y="347"/>
                  </a:cubicBezTo>
                  <a:cubicBezTo>
                    <a:pt x="84" y="352"/>
                    <a:pt x="85" y="344"/>
                    <a:pt x="69" y="327"/>
                  </a:cubicBezTo>
                  <a:cubicBezTo>
                    <a:pt x="59" y="315"/>
                    <a:pt x="53" y="305"/>
                    <a:pt x="38" y="303"/>
                  </a:cubicBezTo>
                  <a:cubicBezTo>
                    <a:pt x="32" y="302"/>
                    <a:pt x="27" y="303"/>
                    <a:pt x="22" y="303"/>
                  </a:cubicBezTo>
                  <a:cubicBezTo>
                    <a:pt x="17" y="282"/>
                    <a:pt x="3" y="262"/>
                    <a:pt x="2" y="241"/>
                  </a:cubicBezTo>
                  <a:cubicBezTo>
                    <a:pt x="0" y="208"/>
                    <a:pt x="13" y="170"/>
                    <a:pt x="35" y="146"/>
                  </a:cubicBezTo>
                  <a:cubicBezTo>
                    <a:pt x="88" y="89"/>
                    <a:pt x="170" y="91"/>
                    <a:pt x="241" y="65"/>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srgbClr val="95A5A6"/>
                </a:solidFill>
                <a:latin typeface="Calibri" panose="020F0502020204030204"/>
                <a:cs typeface="+mn-cs"/>
              </a:endParaRPr>
            </a:p>
          </p:txBody>
        </p:sp>
      </p:grpSp>
      <p:sp>
        <p:nvSpPr>
          <p:cNvPr id="20" name="Content Placeholder 2"/>
          <p:cNvSpPr txBox="1">
            <a:spLocks/>
          </p:cNvSpPr>
          <p:nvPr/>
        </p:nvSpPr>
        <p:spPr>
          <a:xfrm>
            <a:off x="576848" y="3411049"/>
            <a:ext cx="7911972" cy="177677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a:buNone/>
            </a:pPr>
            <a:r>
              <a:rPr lang="ar-SA" sz="3200" b="1" dirty="0">
                <a:solidFill>
                  <a:srgbClr val="C00000"/>
                </a:solidFill>
              </a:rPr>
              <a:t>تتسم عملية توظيف استخدام أسلوب التعليم عن بعد فى التعليم بالعديد من المزايا، نذكر منها (الحياري، 2015): </a:t>
            </a:r>
            <a:endParaRPr lang="en-US" sz="3200" b="1" dirty="0">
              <a:solidFill>
                <a:srgbClr val="C00000"/>
              </a:solidFill>
            </a:endParaRPr>
          </a:p>
        </p:txBody>
      </p:sp>
      <p:sp>
        <p:nvSpPr>
          <p:cNvPr id="2" name="Footer Placeholder 1"/>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26300214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20" grpId="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p:cNvGrpSpPr/>
          <p:nvPr/>
        </p:nvGrpSpPr>
        <p:grpSpPr>
          <a:xfrm>
            <a:off x="2934870" y="2156502"/>
            <a:ext cx="3488901" cy="3639636"/>
            <a:chOff x="2292918" y="1905566"/>
            <a:chExt cx="2202477" cy="2424423"/>
          </a:xfrm>
        </p:grpSpPr>
        <p:cxnSp>
          <p:nvCxnSpPr>
            <p:cNvPr id="13" name="Straight Arrow Connector 12"/>
            <p:cNvCxnSpPr/>
            <p:nvPr/>
          </p:nvCxnSpPr>
          <p:spPr>
            <a:xfrm>
              <a:off x="2911549" y="1905566"/>
              <a:ext cx="829920" cy="1455"/>
            </a:xfrm>
            <a:prstGeom prst="straightConnector1">
              <a:avLst/>
            </a:prstGeom>
            <a:ln w="19050">
              <a:solidFill>
                <a:schemeClr val="accent4"/>
              </a:solidFill>
              <a:tailEnd type="arrow"/>
            </a:ln>
          </p:spPr>
          <p:style>
            <a:lnRef idx="1">
              <a:schemeClr val="accent1"/>
            </a:lnRef>
            <a:fillRef idx="0">
              <a:schemeClr val="accent1"/>
            </a:fillRef>
            <a:effectRef idx="0">
              <a:schemeClr val="accent1"/>
            </a:effectRef>
            <a:fontRef idx="minor">
              <a:schemeClr val="tx1"/>
            </a:fontRef>
          </p:style>
        </p:cxnSp>
        <p:grpSp>
          <p:nvGrpSpPr>
            <p:cNvPr id="8" name="Group 25"/>
            <p:cNvGrpSpPr/>
            <p:nvPr/>
          </p:nvGrpSpPr>
          <p:grpSpPr>
            <a:xfrm>
              <a:off x="2292918" y="2072307"/>
              <a:ext cx="2202477" cy="2257682"/>
              <a:chOff x="2292918" y="2072307"/>
              <a:chExt cx="2202477" cy="2257682"/>
            </a:xfrm>
          </p:grpSpPr>
          <p:sp>
            <p:nvSpPr>
              <p:cNvPr id="10" name="Rectangle 9"/>
              <p:cNvSpPr/>
              <p:nvPr/>
            </p:nvSpPr>
            <p:spPr>
              <a:xfrm>
                <a:off x="2292918" y="2072307"/>
                <a:ext cx="2202477" cy="22576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2532189" y="2482898"/>
                <a:ext cx="1714512" cy="1685077"/>
              </a:xfrm>
              <a:prstGeom prst="rect">
                <a:avLst/>
              </a:prstGeom>
            </p:spPr>
            <p:txBody>
              <a:bodyPr wrap="square">
                <a:spAutoFit/>
              </a:bodyPr>
              <a:lstStyle/>
              <a:p>
                <a:pPr algn="ctr"/>
                <a:r>
                  <a:rPr lang="ar-SA" sz="2800" b="1" dirty="0" smtClean="0">
                    <a:solidFill>
                      <a:schemeClr val="bg1"/>
                    </a:solidFill>
                  </a:rPr>
                  <a:t>اختصار </a:t>
                </a:r>
                <a:r>
                  <a:rPr lang="ar-SA" sz="2800" b="1" dirty="0">
                    <a:solidFill>
                      <a:schemeClr val="bg1"/>
                    </a:solidFill>
                  </a:rPr>
                  <a:t>المسافات بين المتعلمين والجهة التعليمية المقدمة لخدمة التعليم عن بعد</a:t>
                </a:r>
                <a:endParaRPr lang="id-ID" sz="2800" b="1" dirty="0">
                  <a:solidFill>
                    <a:schemeClr val="bg1"/>
                  </a:solidFill>
                  <a:latin typeface="Open Sans Light" pitchFamily="34" charset="0"/>
                  <a:ea typeface="Open Sans Light" pitchFamily="34" charset="0"/>
                  <a:cs typeface="Open Sans Light" pitchFamily="34" charset="0"/>
                </a:endParaRPr>
              </a:p>
            </p:txBody>
          </p:sp>
        </p:grpSp>
      </p:grpSp>
      <p:grpSp>
        <p:nvGrpSpPr>
          <p:cNvPr id="31" name="Group 30"/>
          <p:cNvGrpSpPr/>
          <p:nvPr/>
        </p:nvGrpSpPr>
        <p:grpSpPr>
          <a:xfrm>
            <a:off x="6209452" y="1597634"/>
            <a:ext cx="3345093" cy="3446186"/>
            <a:chOff x="4513178" y="1440496"/>
            <a:chExt cx="2111694" cy="2295562"/>
          </a:xfrm>
        </p:grpSpPr>
        <p:cxnSp>
          <p:nvCxnSpPr>
            <p:cNvPr id="14" name="Straight Arrow Connector 13"/>
            <p:cNvCxnSpPr/>
            <p:nvPr/>
          </p:nvCxnSpPr>
          <p:spPr>
            <a:xfrm>
              <a:off x="5023898" y="3734603"/>
              <a:ext cx="829920" cy="1455"/>
            </a:xfrm>
            <a:prstGeom prst="straightConnector1">
              <a:avLst/>
            </a:prstGeom>
            <a:ln w="19050">
              <a:solidFill>
                <a:schemeClr val="accent3"/>
              </a:solidFill>
              <a:tailEnd type="arrow"/>
            </a:ln>
          </p:spPr>
          <p:style>
            <a:lnRef idx="1">
              <a:schemeClr val="accent1"/>
            </a:lnRef>
            <a:fillRef idx="0">
              <a:schemeClr val="accent1"/>
            </a:fillRef>
            <a:effectRef idx="0">
              <a:schemeClr val="accent1"/>
            </a:effectRef>
            <a:fontRef idx="minor">
              <a:schemeClr val="tx1"/>
            </a:fontRef>
          </p:style>
        </p:cxnSp>
        <p:grpSp>
          <p:nvGrpSpPr>
            <p:cNvPr id="25" name="Group 26"/>
            <p:cNvGrpSpPr/>
            <p:nvPr/>
          </p:nvGrpSpPr>
          <p:grpSpPr>
            <a:xfrm>
              <a:off x="4513178" y="1440496"/>
              <a:ext cx="2111694" cy="2164625"/>
              <a:chOff x="4513178" y="1440496"/>
              <a:chExt cx="2111694" cy="2164625"/>
            </a:xfrm>
          </p:grpSpPr>
          <p:sp>
            <p:nvSpPr>
              <p:cNvPr id="11" name="Rectangle 10"/>
              <p:cNvSpPr/>
              <p:nvPr/>
            </p:nvSpPr>
            <p:spPr>
              <a:xfrm>
                <a:off x="4513178" y="1440496"/>
                <a:ext cx="2111694" cy="21646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4761872" y="1928816"/>
                <a:ext cx="1634931" cy="922568"/>
              </a:xfrm>
              <a:prstGeom prst="rect">
                <a:avLst/>
              </a:prstGeom>
            </p:spPr>
            <p:txBody>
              <a:bodyPr wrap="square">
                <a:spAutoFit/>
              </a:bodyPr>
              <a:lstStyle/>
              <a:p>
                <a:pPr algn="ctr"/>
                <a:r>
                  <a:rPr lang="ar-SA" sz="2800" b="1" dirty="0">
                    <a:solidFill>
                      <a:schemeClr val="bg1"/>
                    </a:solidFill>
                  </a:rPr>
                  <a:t>يقلل من الكلفة والإنفاق على التعليم، ويوفر الجهد والوقت</a:t>
                </a:r>
                <a:endParaRPr lang="id-ID" sz="2800" b="1" dirty="0">
                  <a:solidFill>
                    <a:schemeClr val="bg1"/>
                  </a:solidFill>
                  <a:latin typeface="Open Sans Light" pitchFamily="34" charset="0"/>
                  <a:ea typeface="Open Sans Light" pitchFamily="34" charset="0"/>
                  <a:cs typeface="Open Sans Light" pitchFamily="34" charset="0"/>
                </a:endParaRPr>
              </a:p>
            </p:txBody>
          </p:sp>
        </p:grpSp>
      </p:grpSp>
      <p:sp>
        <p:nvSpPr>
          <p:cNvPr id="2" name="Footer Placeholder 1"/>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1646443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slide(fromLeft)">
                                      <p:cBhvr>
                                        <p:cTn id="7" dur="500"/>
                                        <p:tgtEl>
                                          <p:spTgt spid="30"/>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slide(fromLeft)">
                                      <p:cBhvr>
                                        <p:cTn id="11"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p:cNvGrpSpPr/>
          <p:nvPr/>
        </p:nvGrpSpPr>
        <p:grpSpPr>
          <a:xfrm>
            <a:off x="2425960" y="1995034"/>
            <a:ext cx="2868260" cy="3346775"/>
            <a:chOff x="850313" y="1400004"/>
            <a:chExt cx="2151195" cy="2510081"/>
          </a:xfrm>
        </p:grpSpPr>
        <p:grpSp>
          <p:nvGrpSpPr>
            <p:cNvPr id="3" name="Group 24"/>
            <p:cNvGrpSpPr/>
            <p:nvPr/>
          </p:nvGrpSpPr>
          <p:grpSpPr>
            <a:xfrm>
              <a:off x="850313" y="1400004"/>
              <a:ext cx="2151195" cy="2205117"/>
              <a:chOff x="850313" y="1400004"/>
              <a:chExt cx="2151195" cy="2205117"/>
            </a:xfrm>
          </p:grpSpPr>
          <p:sp>
            <p:nvSpPr>
              <p:cNvPr id="9" name="Rectangle 8"/>
              <p:cNvSpPr/>
              <p:nvPr/>
            </p:nvSpPr>
            <p:spPr>
              <a:xfrm>
                <a:off x="850313" y="1400004"/>
                <a:ext cx="2151195" cy="220511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948319" y="1761428"/>
                <a:ext cx="1726304" cy="1685077"/>
              </a:xfrm>
              <a:prstGeom prst="rect">
                <a:avLst/>
              </a:prstGeom>
            </p:spPr>
            <p:txBody>
              <a:bodyPr wrap="square">
                <a:spAutoFit/>
              </a:bodyPr>
              <a:lstStyle/>
              <a:p>
                <a:pPr algn="ctr"/>
                <a:r>
                  <a:rPr lang="ar-SA" sz="2800" b="1" dirty="0">
                    <a:solidFill>
                      <a:schemeClr val="bg1"/>
                    </a:solidFill>
                  </a:rPr>
                  <a:t>الاستفادة من سرعة شبكة الإنترنت والحاسوب في نقل المعلومات</a:t>
                </a:r>
                <a:endParaRPr lang="id-ID" sz="2800" b="1" dirty="0">
                  <a:solidFill>
                    <a:schemeClr val="bg1"/>
                  </a:solidFill>
                  <a:latin typeface="Open Sans Light" pitchFamily="34" charset="0"/>
                  <a:ea typeface="Open Sans Light" pitchFamily="34" charset="0"/>
                  <a:cs typeface="Open Sans Light" pitchFamily="34" charset="0"/>
                </a:endParaRPr>
              </a:p>
            </p:txBody>
          </p:sp>
        </p:grpSp>
        <p:cxnSp>
          <p:nvCxnSpPr>
            <p:cNvPr id="15" name="Straight Arrow Connector 14"/>
            <p:cNvCxnSpPr/>
            <p:nvPr/>
          </p:nvCxnSpPr>
          <p:spPr>
            <a:xfrm>
              <a:off x="1512699" y="3908630"/>
              <a:ext cx="829920" cy="1455"/>
            </a:xfrm>
            <a:prstGeom prst="straightConnector1">
              <a:avLst/>
            </a:prstGeom>
            <a:ln w="19050">
              <a:tailEnd type="arrow"/>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a:off x="4818923" y="2635007"/>
            <a:ext cx="2777036" cy="3085465"/>
            <a:chOff x="2645035" y="1879984"/>
            <a:chExt cx="2082777" cy="2314099"/>
          </a:xfrm>
        </p:grpSpPr>
        <p:cxnSp>
          <p:nvCxnSpPr>
            <p:cNvPr id="13" name="Straight Arrow Connector 12"/>
            <p:cNvCxnSpPr/>
            <p:nvPr/>
          </p:nvCxnSpPr>
          <p:spPr>
            <a:xfrm>
              <a:off x="3364058" y="1879984"/>
              <a:ext cx="829920" cy="1455"/>
            </a:xfrm>
            <a:prstGeom prst="straightConnector1">
              <a:avLst/>
            </a:prstGeom>
            <a:ln w="19050">
              <a:solidFill>
                <a:schemeClr val="accent4"/>
              </a:solidFill>
              <a:tailEnd type="arrow"/>
            </a:ln>
          </p:spPr>
          <p:style>
            <a:lnRef idx="1">
              <a:schemeClr val="accent1"/>
            </a:lnRef>
            <a:fillRef idx="0">
              <a:schemeClr val="accent1"/>
            </a:fillRef>
            <a:effectRef idx="0">
              <a:schemeClr val="accent1"/>
            </a:effectRef>
            <a:fontRef idx="minor">
              <a:schemeClr val="tx1"/>
            </a:fontRef>
          </p:style>
        </p:cxnSp>
        <p:grpSp>
          <p:nvGrpSpPr>
            <p:cNvPr id="8" name="Group 25"/>
            <p:cNvGrpSpPr/>
            <p:nvPr/>
          </p:nvGrpSpPr>
          <p:grpSpPr>
            <a:xfrm>
              <a:off x="2645035" y="2059100"/>
              <a:ext cx="2082777" cy="2134983"/>
              <a:chOff x="2645035" y="2059100"/>
              <a:chExt cx="2082777" cy="2134983"/>
            </a:xfrm>
          </p:grpSpPr>
          <p:sp>
            <p:nvSpPr>
              <p:cNvPr id="10" name="Rectangle 9"/>
              <p:cNvSpPr/>
              <p:nvPr/>
            </p:nvSpPr>
            <p:spPr>
              <a:xfrm>
                <a:off x="2645035" y="2059100"/>
                <a:ext cx="2082777" cy="213498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2789499" y="2322316"/>
                <a:ext cx="1549364" cy="1685077"/>
              </a:xfrm>
              <a:prstGeom prst="rect">
                <a:avLst/>
              </a:prstGeom>
            </p:spPr>
            <p:txBody>
              <a:bodyPr wrap="square">
                <a:spAutoFit/>
              </a:bodyPr>
              <a:lstStyle/>
              <a:p>
                <a:pPr algn="ctr"/>
                <a:r>
                  <a:rPr lang="ar-SA" sz="2800" b="1" dirty="0">
                    <a:solidFill>
                      <a:schemeClr val="bg1"/>
                    </a:solidFill>
                  </a:rPr>
                  <a:t>. تقديم فرص التعليم وتسهيل طرق الحصول عليها لغير القادرين عليها</a:t>
                </a:r>
                <a:endParaRPr lang="id-ID" sz="2800" b="1" dirty="0">
                  <a:solidFill>
                    <a:schemeClr val="bg1"/>
                  </a:solidFill>
                  <a:latin typeface="Open Sans Light" pitchFamily="34" charset="0"/>
                  <a:ea typeface="Open Sans Light" pitchFamily="34" charset="0"/>
                  <a:cs typeface="Open Sans Light" pitchFamily="34" charset="0"/>
                </a:endParaRPr>
              </a:p>
            </p:txBody>
          </p:sp>
        </p:grpSp>
      </p:grpSp>
      <p:grpSp>
        <p:nvGrpSpPr>
          <p:cNvPr id="31" name="Group 30"/>
          <p:cNvGrpSpPr/>
          <p:nvPr/>
        </p:nvGrpSpPr>
        <p:grpSpPr>
          <a:xfrm>
            <a:off x="7309780" y="1995034"/>
            <a:ext cx="2868261" cy="3346775"/>
            <a:chOff x="4513178" y="1400004"/>
            <a:chExt cx="2151196" cy="2510081"/>
          </a:xfrm>
        </p:grpSpPr>
        <p:cxnSp>
          <p:nvCxnSpPr>
            <p:cNvPr id="14" name="Straight Arrow Connector 13"/>
            <p:cNvCxnSpPr/>
            <p:nvPr/>
          </p:nvCxnSpPr>
          <p:spPr>
            <a:xfrm>
              <a:off x="5023898" y="3908630"/>
              <a:ext cx="829920" cy="1455"/>
            </a:xfrm>
            <a:prstGeom prst="straightConnector1">
              <a:avLst/>
            </a:prstGeom>
            <a:ln w="19050">
              <a:solidFill>
                <a:schemeClr val="accent3"/>
              </a:solidFill>
              <a:tailEnd type="arrow"/>
            </a:ln>
          </p:spPr>
          <p:style>
            <a:lnRef idx="1">
              <a:schemeClr val="accent1"/>
            </a:lnRef>
            <a:fillRef idx="0">
              <a:schemeClr val="accent1"/>
            </a:fillRef>
            <a:effectRef idx="0">
              <a:schemeClr val="accent1"/>
            </a:effectRef>
            <a:fontRef idx="minor">
              <a:schemeClr val="tx1"/>
            </a:fontRef>
          </p:style>
        </p:cxnSp>
        <p:grpSp>
          <p:nvGrpSpPr>
            <p:cNvPr id="25" name="Group 26"/>
            <p:cNvGrpSpPr/>
            <p:nvPr/>
          </p:nvGrpSpPr>
          <p:grpSpPr>
            <a:xfrm>
              <a:off x="4513178" y="1400004"/>
              <a:ext cx="2151196" cy="2205117"/>
              <a:chOff x="4513178" y="1400004"/>
              <a:chExt cx="2151196" cy="2205117"/>
            </a:xfrm>
          </p:grpSpPr>
          <p:sp>
            <p:nvSpPr>
              <p:cNvPr id="11" name="Rectangle 10"/>
              <p:cNvSpPr/>
              <p:nvPr/>
            </p:nvSpPr>
            <p:spPr>
              <a:xfrm>
                <a:off x="4513178" y="1400004"/>
                <a:ext cx="2151196" cy="220511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4658065" y="1660024"/>
                <a:ext cx="1921026" cy="1685077"/>
              </a:xfrm>
              <a:prstGeom prst="rect">
                <a:avLst/>
              </a:prstGeom>
            </p:spPr>
            <p:txBody>
              <a:bodyPr wrap="square">
                <a:spAutoFit/>
              </a:bodyPr>
              <a:lstStyle/>
              <a:p>
                <a:pPr algn="ctr"/>
                <a:r>
                  <a:rPr lang="ar-SA" sz="2800" b="1" dirty="0">
                    <a:solidFill>
                      <a:schemeClr val="bg1"/>
                    </a:solidFill>
                  </a:rPr>
                  <a:t>تخطي مشاكل التعليم التقليدية كالسعة الاستيعابية للفصول ونقص الهيئات التعليمية</a:t>
                </a:r>
                <a:endParaRPr lang="id-ID" sz="2800" b="1" dirty="0">
                  <a:solidFill>
                    <a:schemeClr val="bg1"/>
                  </a:solidFill>
                  <a:latin typeface="Open Sans Light" pitchFamily="34" charset="0"/>
                  <a:ea typeface="Open Sans Light" pitchFamily="34" charset="0"/>
                  <a:cs typeface="Open Sans Light" pitchFamily="34" charset="0"/>
                </a:endParaRPr>
              </a:p>
            </p:txBody>
          </p:sp>
        </p:grpSp>
      </p:grpSp>
      <p:sp>
        <p:nvSpPr>
          <p:cNvPr id="2" name="Footer Placeholder 1"/>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20175200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slide(fromLeft)">
                                      <p:cBhvr>
                                        <p:cTn id="7" dur="500"/>
                                        <p:tgtEl>
                                          <p:spTgt spid="2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slide(fromLeft)">
                                      <p:cBhvr>
                                        <p:cTn id="11" dur="500"/>
                                        <p:tgtEl>
                                          <p:spTgt spid="30"/>
                                        </p:tgtEl>
                                      </p:cBhvr>
                                    </p:animEffect>
                                  </p:childTnLst>
                                </p:cTn>
                              </p:par>
                            </p:childTnLst>
                          </p:cTn>
                        </p:par>
                        <p:par>
                          <p:cTn id="12" fill="hold">
                            <p:stCondLst>
                              <p:cond delay="1000"/>
                            </p:stCondLst>
                            <p:childTnLst>
                              <p:par>
                                <p:cTn id="13" presetID="12" presetClass="entr" presetSubtype="8" fill="hold"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slide(fromLeft)">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le 37"/>
          <p:cNvSpPr/>
          <p:nvPr/>
        </p:nvSpPr>
        <p:spPr>
          <a:xfrm>
            <a:off x="6792894" y="2551386"/>
            <a:ext cx="5186968" cy="1384995"/>
          </a:xfrm>
          <a:prstGeom prst="rect">
            <a:avLst/>
          </a:prstGeom>
        </p:spPr>
        <p:txBody>
          <a:bodyPr wrap="square">
            <a:spAutoFit/>
          </a:bodyPr>
          <a:lstStyle/>
          <a:p>
            <a:pPr algn="ctr" rtl="1"/>
            <a:r>
              <a:rPr lang="ar-SA" sz="2800" b="1" dirty="0"/>
              <a:t>في حين أن من أهم الخصائص التي يمتاز بها التعليم عن بعد، ما يلى (محمد، 2005)</a:t>
            </a:r>
            <a:r>
              <a:rPr lang="en-US" sz="2800" b="1" dirty="0"/>
              <a:t>:</a:t>
            </a:r>
          </a:p>
        </p:txBody>
      </p:sp>
      <p:grpSp>
        <p:nvGrpSpPr>
          <p:cNvPr id="4" name="Group 83"/>
          <p:cNvGrpSpPr/>
          <p:nvPr/>
        </p:nvGrpSpPr>
        <p:grpSpPr>
          <a:xfrm>
            <a:off x="2757027" y="1714488"/>
            <a:ext cx="3904552" cy="4002491"/>
            <a:chOff x="357158" y="928676"/>
            <a:chExt cx="2522727" cy="2586006"/>
          </a:xfrm>
          <a:solidFill>
            <a:schemeClr val="bg1">
              <a:lumMod val="50000"/>
            </a:schemeClr>
          </a:solidFill>
        </p:grpSpPr>
        <p:sp>
          <p:nvSpPr>
            <p:cNvPr id="64" name="Freeform 5"/>
            <p:cNvSpPr>
              <a:spLocks noEditPoints="1"/>
            </p:cNvSpPr>
            <p:nvPr/>
          </p:nvSpPr>
          <p:spPr bwMode="auto">
            <a:xfrm>
              <a:off x="357158" y="928676"/>
              <a:ext cx="722862" cy="2586006"/>
            </a:xfrm>
            <a:custGeom>
              <a:avLst/>
              <a:gdLst/>
              <a:ahLst/>
              <a:cxnLst>
                <a:cxn ang="0">
                  <a:pos x="412" y="479"/>
                </a:cxn>
                <a:cxn ang="0">
                  <a:pos x="399" y="421"/>
                </a:cxn>
                <a:cxn ang="0">
                  <a:pos x="392" y="355"/>
                </a:cxn>
                <a:cxn ang="0">
                  <a:pos x="357" y="279"/>
                </a:cxn>
                <a:cxn ang="0">
                  <a:pos x="281" y="256"/>
                </a:cxn>
                <a:cxn ang="0">
                  <a:pos x="221" y="259"/>
                </a:cxn>
                <a:cxn ang="0">
                  <a:pos x="161" y="321"/>
                </a:cxn>
                <a:cxn ang="0">
                  <a:pos x="176" y="286"/>
                </a:cxn>
                <a:cxn ang="0">
                  <a:pos x="203" y="227"/>
                </a:cxn>
                <a:cxn ang="0">
                  <a:pos x="223" y="177"/>
                </a:cxn>
                <a:cxn ang="0">
                  <a:pos x="238" y="130"/>
                </a:cxn>
                <a:cxn ang="0">
                  <a:pos x="233" y="56"/>
                </a:cxn>
                <a:cxn ang="0">
                  <a:pos x="198" y="4"/>
                </a:cxn>
                <a:cxn ang="0">
                  <a:pos x="113" y="26"/>
                </a:cxn>
                <a:cxn ang="0">
                  <a:pos x="89" y="83"/>
                </a:cxn>
                <a:cxn ang="0">
                  <a:pos x="86" y="122"/>
                </a:cxn>
                <a:cxn ang="0">
                  <a:pos x="125" y="223"/>
                </a:cxn>
                <a:cxn ang="0">
                  <a:pos x="138" y="275"/>
                </a:cxn>
                <a:cxn ang="0">
                  <a:pos x="140" y="301"/>
                </a:cxn>
                <a:cxn ang="0">
                  <a:pos x="105" y="399"/>
                </a:cxn>
                <a:cxn ang="0">
                  <a:pos x="99" y="297"/>
                </a:cxn>
                <a:cxn ang="0">
                  <a:pos x="131" y="238"/>
                </a:cxn>
                <a:cxn ang="0">
                  <a:pos x="41" y="306"/>
                </a:cxn>
                <a:cxn ang="0">
                  <a:pos x="26" y="444"/>
                </a:cxn>
                <a:cxn ang="0">
                  <a:pos x="37" y="597"/>
                </a:cxn>
                <a:cxn ang="0">
                  <a:pos x="34" y="684"/>
                </a:cxn>
                <a:cxn ang="0">
                  <a:pos x="11" y="775"/>
                </a:cxn>
                <a:cxn ang="0">
                  <a:pos x="7" y="820"/>
                </a:cxn>
                <a:cxn ang="0">
                  <a:pos x="49" y="973"/>
                </a:cxn>
                <a:cxn ang="0">
                  <a:pos x="74" y="1132"/>
                </a:cxn>
                <a:cxn ang="0">
                  <a:pos x="80" y="1213"/>
                </a:cxn>
                <a:cxn ang="0">
                  <a:pos x="80" y="1237"/>
                </a:cxn>
                <a:cxn ang="0">
                  <a:pos x="91" y="1284"/>
                </a:cxn>
                <a:cxn ang="0">
                  <a:pos x="64" y="1342"/>
                </a:cxn>
                <a:cxn ang="0">
                  <a:pos x="27" y="1401"/>
                </a:cxn>
                <a:cxn ang="0">
                  <a:pos x="50" y="1419"/>
                </a:cxn>
                <a:cxn ang="0">
                  <a:pos x="104" y="1400"/>
                </a:cxn>
                <a:cxn ang="0">
                  <a:pos x="134" y="1355"/>
                </a:cxn>
                <a:cxn ang="0">
                  <a:pos x="166" y="1342"/>
                </a:cxn>
                <a:cxn ang="0">
                  <a:pos x="178" y="1244"/>
                </a:cxn>
                <a:cxn ang="0">
                  <a:pos x="180" y="1131"/>
                </a:cxn>
                <a:cxn ang="0">
                  <a:pos x="178" y="969"/>
                </a:cxn>
                <a:cxn ang="0">
                  <a:pos x="207" y="1113"/>
                </a:cxn>
                <a:cxn ang="0">
                  <a:pos x="228" y="1194"/>
                </a:cxn>
                <a:cxn ang="0">
                  <a:pos x="236" y="1282"/>
                </a:cxn>
                <a:cxn ang="0">
                  <a:pos x="252" y="1370"/>
                </a:cxn>
                <a:cxn ang="0">
                  <a:pos x="267" y="1398"/>
                </a:cxn>
                <a:cxn ang="0">
                  <a:pos x="270" y="1440"/>
                </a:cxn>
                <a:cxn ang="0">
                  <a:pos x="304" y="1514"/>
                </a:cxn>
                <a:cxn ang="0">
                  <a:pos x="330" y="1519"/>
                </a:cxn>
                <a:cxn ang="0">
                  <a:pos x="346" y="1455"/>
                </a:cxn>
                <a:cxn ang="0">
                  <a:pos x="334" y="1376"/>
                </a:cxn>
                <a:cxn ang="0">
                  <a:pos x="346" y="1250"/>
                </a:cxn>
                <a:cxn ang="0">
                  <a:pos x="339" y="1176"/>
                </a:cxn>
                <a:cxn ang="0">
                  <a:pos x="335" y="1108"/>
                </a:cxn>
                <a:cxn ang="0">
                  <a:pos x="326" y="1045"/>
                </a:cxn>
                <a:cxn ang="0">
                  <a:pos x="347" y="853"/>
                </a:cxn>
                <a:cxn ang="0">
                  <a:pos x="379" y="802"/>
                </a:cxn>
                <a:cxn ang="0">
                  <a:pos x="365" y="738"/>
                </a:cxn>
                <a:cxn ang="0">
                  <a:pos x="376" y="695"/>
                </a:cxn>
                <a:cxn ang="0">
                  <a:pos x="425" y="583"/>
                </a:cxn>
                <a:cxn ang="0">
                  <a:pos x="420" y="530"/>
                </a:cxn>
                <a:cxn ang="0">
                  <a:pos x="331" y="832"/>
                </a:cxn>
              </a:cxnLst>
              <a:rect l="0" t="0" r="r" b="b"/>
              <a:pathLst>
                <a:path w="425" h="1524">
                  <a:moveTo>
                    <a:pt x="420" y="530"/>
                  </a:moveTo>
                  <a:lnTo>
                    <a:pt x="420" y="530"/>
                  </a:lnTo>
                  <a:lnTo>
                    <a:pt x="420" y="522"/>
                  </a:lnTo>
                  <a:lnTo>
                    <a:pt x="420" y="515"/>
                  </a:lnTo>
                  <a:lnTo>
                    <a:pt x="416" y="501"/>
                  </a:lnTo>
                  <a:lnTo>
                    <a:pt x="412" y="488"/>
                  </a:lnTo>
                  <a:lnTo>
                    <a:pt x="412" y="479"/>
                  </a:lnTo>
                  <a:lnTo>
                    <a:pt x="412" y="473"/>
                  </a:lnTo>
                  <a:lnTo>
                    <a:pt x="412" y="473"/>
                  </a:lnTo>
                  <a:lnTo>
                    <a:pt x="413" y="466"/>
                  </a:lnTo>
                  <a:lnTo>
                    <a:pt x="413" y="459"/>
                  </a:lnTo>
                  <a:lnTo>
                    <a:pt x="410" y="447"/>
                  </a:lnTo>
                  <a:lnTo>
                    <a:pt x="399" y="421"/>
                  </a:lnTo>
                  <a:lnTo>
                    <a:pt x="399" y="421"/>
                  </a:lnTo>
                  <a:lnTo>
                    <a:pt x="398" y="415"/>
                  </a:lnTo>
                  <a:lnTo>
                    <a:pt x="397" y="409"/>
                  </a:lnTo>
                  <a:lnTo>
                    <a:pt x="397" y="396"/>
                  </a:lnTo>
                  <a:lnTo>
                    <a:pt x="397" y="384"/>
                  </a:lnTo>
                  <a:lnTo>
                    <a:pt x="395" y="370"/>
                  </a:lnTo>
                  <a:lnTo>
                    <a:pt x="395" y="370"/>
                  </a:lnTo>
                  <a:lnTo>
                    <a:pt x="392" y="355"/>
                  </a:lnTo>
                  <a:lnTo>
                    <a:pt x="388" y="340"/>
                  </a:lnTo>
                  <a:lnTo>
                    <a:pt x="382" y="312"/>
                  </a:lnTo>
                  <a:lnTo>
                    <a:pt x="382" y="312"/>
                  </a:lnTo>
                  <a:lnTo>
                    <a:pt x="377" y="299"/>
                  </a:lnTo>
                  <a:lnTo>
                    <a:pt x="372" y="291"/>
                  </a:lnTo>
                  <a:lnTo>
                    <a:pt x="365" y="285"/>
                  </a:lnTo>
                  <a:lnTo>
                    <a:pt x="357" y="279"/>
                  </a:lnTo>
                  <a:lnTo>
                    <a:pt x="347" y="275"/>
                  </a:lnTo>
                  <a:lnTo>
                    <a:pt x="337" y="272"/>
                  </a:lnTo>
                  <a:lnTo>
                    <a:pt x="315" y="267"/>
                  </a:lnTo>
                  <a:lnTo>
                    <a:pt x="315" y="267"/>
                  </a:lnTo>
                  <a:lnTo>
                    <a:pt x="303" y="264"/>
                  </a:lnTo>
                  <a:lnTo>
                    <a:pt x="292" y="260"/>
                  </a:lnTo>
                  <a:lnTo>
                    <a:pt x="281" y="256"/>
                  </a:lnTo>
                  <a:lnTo>
                    <a:pt x="270" y="250"/>
                  </a:lnTo>
                  <a:lnTo>
                    <a:pt x="260" y="244"/>
                  </a:lnTo>
                  <a:lnTo>
                    <a:pt x="251" y="237"/>
                  </a:lnTo>
                  <a:lnTo>
                    <a:pt x="243" y="229"/>
                  </a:lnTo>
                  <a:lnTo>
                    <a:pt x="234" y="219"/>
                  </a:lnTo>
                  <a:lnTo>
                    <a:pt x="234" y="219"/>
                  </a:lnTo>
                  <a:lnTo>
                    <a:pt x="221" y="259"/>
                  </a:lnTo>
                  <a:lnTo>
                    <a:pt x="206" y="298"/>
                  </a:lnTo>
                  <a:lnTo>
                    <a:pt x="187" y="336"/>
                  </a:lnTo>
                  <a:lnTo>
                    <a:pt x="166" y="373"/>
                  </a:lnTo>
                  <a:lnTo>
                    <a:pt x="166" y="373"/>
                  </a:lnTo>
                  <a:lnTo>
                    <a:pt x="164" y="354"/>
                  </a:lnTo>
                  <a:lnTo>
                    <a:pt x="161" y="332"/>
                  </a:lnTo>
                  <a:lnTo>
                    <a:pt x="161" y="321"/>
                  </a:lnTo>
                  <a:lnTo>
                    <a:pt x="162" y="310"/>
                  </a:lnTo>
                  <a:lnTo>
                    <a:pt x="165" y="302"/>
                  </a:lnTo>
                  <a:lnTo>
                    <a:pt x="168" y="299"/>
                  </a:lnTo>
                  <a:lnTo>
                    <a:pt x="170" y="295"/>
                  </a:lnTo>
                  <a:lnTo>
                    <a:pt x="170" y="295"/>
                  </a:lnTo>
                  <a:lnTo>
                    <a:pt x="174" y="291"/>
                  </a:lnTo>
                  <a:lnTo>
                    <a:pt x="176" y="286"/>
                  </a:lnTo>
                  <a:lnTo>
                    <a:pt x="176" y="282"/>
                  </a:lnTo>
                  <a:lnTo>
                    <a:pt x="173" y="278"/>
                  </a:lnTo>
                  <a:lnTo>
                    <a:pt x="166" y="270"/>
                  </a:lnTo>
                  <a:lnTo>
                    <a:pt x="158" y="260"/>
                  </a:lnTo>
                  <a:lnTo>
                    <a:pt x="158" y="260"/>
                  </a:lnTo>
                  <a:lnTo>
                    <a:pt x="188" y="238"/>
                  </a:lnTo>
                  <a:lnTo>
                    <a:pt x="203" y="227"/>
                  </a:lnTo>
                  <a:lnTo>
                    <a:pt x="217" y="215"/>
                  </a:lnTo>
                  <a:lnTo>
                    <a:pt x="217" y="215"/>
                  </a:lnTo>
                  <a:lnTo>
                    <a:pt x="219" y="211"/>
                  </a:lnTo>
                  <a:lnTo>
                    <a:pt x="222" y="207"/>
                  </a:lnTo>
                  <a:lnTo>
                    <a:pt x="223" y="197"/>
                  </a:lnTo>
                  <a:lnTo>
                    <a:pt x="223" y="186"/>
                  </a:lnTo>
                  <a:lnTo>
                    <a:pt x="223" y="177"/>
                  </a:lnTo>
                  <a:lnTo>
                    <a:pt x="223" y="177"/>
                  </a:lnTo>
                  <a:lnTo>
                    <a:pt x="223" y="170"/>
                  </a:lnTo>
                  <a:lnTo>
                    <a:pt x="225" y="165"/>
                  </a:lnTo>
                  <a:lnTo>
                    <a:pt x="229" y="152"/>
                  </a:lnTo>
                  <a:lnTo>
                    <a:pt x="234" y="141"/>
                  </a:lnTo>
                  <a:lnTo>
                    <a:pt x="238" y="130"/>
                  </a:lnTo>
                  <a:lnTo>
                    <a:pt x="238" y="130"/>
                  </a:lnTo>
                  <a:lnTo>
                    <a:pt x="240" y="120"/>
                  </a:lnTo>
                  <a:lnTo>
                    <a:pt x="238" y="109"/>
                  </a:lnTo>
                  <a:lnTo>
                    <a:pt x="237" y="98"/>
                  </a:lnTo>
                  <a:lnTo>
                    <a:pt x="236" y="87"/>
                  </a:lnTo>
                  <a:lnTo>
                    <a:pt x="236" y="87"/>
                  </a:lnTo>
                  <a:lnTo>
                    <a:pt x="234" y="66"/>
                  </a:lnTo>
                  <a:lnTo>
                    <a:pt x="233" y="56"/>
                  </a:lnTo>
                  <a:lnTo>
                    <a:pt x="230" y="45"/>
                  </a:lnTo>
                  <a:lnTo>
                    <a:pt x="228" y="35"/>
                  </a:lnTo>
                  <a:lnTo>
                    <a:pt x="222" y="26"/>
                  </a:lnTo>
                  <a:lnTo>
                    <a:pt x="217" y="17"/>
                  </a:lnTo>
                  <a:lnTo>
                    <a:pt x="208" y="9"/>
                  </a:lnTo>
                  <a:lnTo>
                    <a:pt x="208" y="9"/>
                  </a:lnTo>
                  <a:lnTo>
                    <a:pt x="198" y="4"/>
                  </a:lnTo>
                  <a:lnTo>
                    <a:pt x="184" y="0"/>
                  </a:lnTo>
                  <a:lnTo>
                    <a:pt x="172" y="0"/>
                  </a:lnTo>
                  <a:lnTo>
                    <a:pt x="158" y="0"/>
                  </a:lnTo>
                  <a:lnTo>
                    <a:pt x="144" y="4"/>
                  </a:lnTo>
                  <a:lnTo>
                    <a:pt x="132" y="9"/>
                  </a:lnTo>
                  <a:lnTo>
                    <a:pt x="121" y="16"/>
                  </a:lnTo>
                  <a:lnTo>
                    <a:pt x="113" y="26"/>
                  </a:lnTo>
                  <a:lnTo>
                    <a:pt x="113" y="26"/>
                  </a:lnTo>
                  <a:lnTo>
                    <a:pt x="105" y="35"/>
                  </a:lnTo>
                  <a:lnTo>
                    <a:pt x="98" y="47"/>
                  </a:lnTo>
                  <a:lnTo>
                    <a:pt x="93" y="58"/>
                  </a:lnTo>
                  <a:lnTo>
                    <a:pt x="90" y="72"/>
                  </a:lnTo>
                  <a:lnTo>
                    <a:pt x="90" y="72"/>
                  </a:lnTo>
                  <a:lnTo>
                    <a:pt x="89" y="83"/>
                  </a:lnTo>
                  <a:lnTo>
                    <a:pt x="90" y="94"/>
                  </a:lnTo>
                  <a:lnTo>
                    <a:pt x="90" y="94"/>
                  </a:lnTo>
                  <a:lnTo>
                    <a:pt x="90" y="102"/>
                  </a:lnTo>
                  <a:lnTo>
                    <a:pt x="89" y="109"/>
                  </a:lnTo>
                  <a:lnTo>
                    <a:pt x="87" y="115"/>
                  </a:lnTo>
                  <a:lnTo>
                    <a:pt x="86" y="122"/>
                  </a:lnTo>
                  <a:lnTo>
                    <a:pt x="86" y="122"/>
                  </a:lnTo>
                  <a:lnTo>
                    <a:pt x="87" y="136"/>
                  </a:lnTo>
                  <a:lnTo>
                    <a:pt x="90" y="150"/>
                  </a:lnTo>
                  <a:lnTo>
                    <a:pt x="94" y="162"/>
                  </a:lnTo>
                  <a:lnTo>
                    <a:pt x="99" y="174"/>
                  </a:lnTo>
                  <a:lnTo>
                    <a:pt x="113" y="199"/>
                  </a:lnTo>
                  <a:lnTo>
                    <a:pt x="125" y="223"/>
                  </a:lnTo>
                  <a:lnTo>
                    <a:pt x="125" y="223"/>
                  </a:lnTo>
                  <a:lnTo>
                    <a:pt x="135" y="241"/>
                  </a:lnTo>
                  <a:lnTo>
                    <a:pt x="142" y="259"/>
                  </a:lnTo>
                  <a:lnTo>
                    <a:pt x="142" y="259"/>
                  </a:lnTo>
                  <a:lnTo>
                    <a:pt x="143" y="263"/>
                  </a:lnTo>
                  <a:lnTo>
                    <a:pt x="143" y="265"/>
                  </a:lnTo>
                  <a:lnTo>
                    <a:pt x="140" y="271"/>
                  </a:lnTo>
                  <a:lnTo>
                    <a:pt x="138" y="275"/>
                  </a:lnTo>
                  <a:lnTo>
                    <a:pt x="136" y="279"/>
                  </a:lnTo>
                  <a:lnTo>
                    <a:pt x="136" y="282"/>
                  </a:lnTo>
                  <a:lnTo>
                    <a:pt x="136" y="282"/>
                  </a:lnTo>
                  <a:lnTo>
                    <a:pt x="140" y="291"/>
                  </a:lnTo>
                  <a:lnTo>
                    <a:pt x="140" y="297"/>
                  </a:lnTo>
                  <a:lnTo>
                    <a:pt x="140" y="301"/>
                  </a:lnTo>
                  <a:lnTo>
                    <a:pt x="140" y="301"/>
                  </a:lnTo>
                  <a:lnTo>
                    <a:pt x="138" y="305"/>
                  </a:lnTo>
                  <a:lnTo>
                    <a:pt x="134" y="308"/>
                  </a:lnTo>
                  <a:lnTo>
                    <a:pt x="128" y="312"/>
                  </a:lnTo>
                  <a:lnTo>
                    <a:pt x="127" y="313"/>
                  </a:lnTo>
                  <a:lnTo>
                    <a:pt x="125" y="316"/>
                  </a:lnTo>
                  <a:lnTo>
                    <a:pt x="125" y="316"/>
                  </a:lnTo>
                  <a:lnTo>
                    <a:pt x="105" y="399"/>
                  </a:lnTo>
                  <a:lnTo>
                    <a:pt x="105" y="399"/>
                  </a:lnTo>
                  <a:lnTo>
                    <a:pt x="101" y="376"/>
                  </a:lnTo>
                  <a:lnTo>
                    <a:pt x="98" y="353"/>
                  </a:lnTo>
                  <a:lnTo>
                    <a:pt x="98" y="329"/>
                  </a:lnTo>
                  <a:lnTo>
                    <a:pt x="98" y="308"/>
                  </a:lnTo>
                  <a:lnTo>
                    <a:pt x="98" y="308"/>
                  </a:lnTo>
                  <a:lnTo>
                    <a:pt x="99" y="297"/>
                  </a:lnTo>
                  <a:lnTo>
                    <a:pt x="101" y="287"/>
                  </a:lnTo>
                  <a:lnTo>
                    <a:pt x="104" y="279"/>
                  </a:lnTo>
                  <a:lnTo>
                    <a:pt x="109" y="270"/>
                  </a:lnTo>
                  <a:lnTo>
                    <a:pt x="109" y="270"/>
                  </a:lnTo>
                  <a:lnTo>
                    <a:pt x="121" y="255"/>
                  </a:lnTo>
                  <a:lnTo>
                    <a:pt x="127" y="246"/>
                  </a:lnTo>
                  <a:lnTo>
                    <a:pt x="131" y="238"/>
                  </a:lnTo>
                  <a:lnTo>
                    <a:pt x="131" y="238"/>
                  </a:lnTo>
                  <a:lnTo>
                    <a:pt x="113" y="252"/>
                  </a:lnTo>
                  <a:lnTo>
                    <a:pt x="95" y="267"/>
                  </a:lnTo>
                  <a:lnTo>
                    <a:pt x="57" y="293"/>
                  </a:lnTo>
                  <a:lnTo>
                    <a:pt x="57" y="293"/>
                  </a:lnTo>
                  <a:lnTo>
                    <a:pt x="46" y="302"/>
                  </a:lnTo>
                  <a:lnTo>
                    <a:pt x="41" y="306"/>
                  </a:lnTo>
                  <a:lnTo>
                    <a:pt x="38" y="312"/>
                  </a:lnTo>
                  <a:lnTo>
                    <a:pt x="35" y="317"/>
                  </a:lnTo>
                  <a:lnTo>
                    <a:pt x="34" y="324"/>
                  </a:lnTo>
                  <a:lnTo>
                    <a:pt x="31" y="339"/>
                  </a:lnTo>
                  <a:lnTo>
                    <a:pt x="31" y="339"/>
                  </a:lnTo>
                  <a:lnTo>
                    <a:pt x="29" y="391"/>
                  </a:lnTo>
                  <a:lnTo>
                    <a:pt x="26" y="444"/>
                  </a:lnTo>
                  <a:lnTo>
                    <a:pt x="26" y="470"/>
                  </a:lnTo>
                  <a:lnTo>
                    <a:pt x="26" y="497"/>
                  </a:lnTo>
                  <a:lnTo>
                    <a:pt x="27" y="523"/>
                  </a:lnTo>
                  <a:lnTo>
                    <a:pt x="31" y="549"/>
                  </a:lnTo>
                  <a:lnTo>
                    <a:pt x="31" y="549"/>
                  </a:lnTo>
                  <a:lnTo>
                    <a:pt x="34" y="573"/>
                  </a:lnTo>
                  <a:lnTo>
                    <a:pt x="37" y="597"/>
                  </a:lnTo>
                  <a:lnTo>
                    <a:pt x="38" y="621"/>
                  </a:lnTo>
                  <a:lnTo>
                    <a:pt x="38" y="633"/>
                  </a:lnTo>
                  <a:lnTo>
                    <a:pt x="37" y="646"/>
                  </a:lnTo>
                  <a:lnTo>
                    <a:pt x="37" y="646"/>
                  </a:lnTo>
                  <a:lnTo>
                    <a:pt x="33" y="665"/>
                  </a:lnTo>
                  <a:lnTo>
                    <a:pt x="31" y="673"/>
                  </a:lnTo>
                  <a:lnTo>
                    <a:pt x="34" y="684"/>
                  </a:lnTo>
                  <a:lnTo>
                    <a:pt x="34" y="684"/>
                  </a:lnTo>
                  <a:lnTo>
                    <a:pt x="34" y="688"/>
                  </a:lnTo>
                  <a:lnTo>
                    <a:pt x="34" y="693"/>
                  </a:lnTo>
                  <a:lnTo>
                    <a:pt x="31" y="706"/>
                  </a:lnTo>
                  <a:lnTo>
                    <a:pt x="24" y="728"/>
                  </a:lnTo>
                  <a:lnTo>
                    <a:pt x="24" y="728"/>
                  </a:lnTo>
                  <a:lnTo>
                    <a:pt x="11" y="775"/>
                  </a:lnTo>
                  <a:lnTo>
                    <a:pt x="11" y="775"/>
                  </a:lnTo>
                  <a:lnTo>
                    <a:pt x="4" y="794"/>
                  </a:lnTo>
                  <a:lnTo>
                    <a:pt x="1" y="804"/>
                  </a:lnTo>
                  <a:lnTo>
                    <a:pt x="0" y="812"/>
                  </a:lnTo>
                  <a:lnTo>
                    <a:pt x="0" y="812"/>
                  </a:lnTo>
                  <a:lnTo>
                    <a:pt x="3" y="817"/>
                  </a:lnTo>
                  <a:lnTo>
                    <a:pt x="7" y="820"/>
                  </a:lnTo>
                  <a:lnTo>
                    <a:pt x="12" y="822"/>
                  </a:lnTo>
                  <a:lnTo>
                    <a:pt x="19" y="822"/>
                  </a:lnTo>
                  <a:lnTo>
                    <a:pt x="31" y="819"/>
                  </a:lnTo>
                  <a:lnTo>
                    <a:pt x="41" y="816"/>
                  </a:lnTo>
                  <a:lnTo>
                    <a:pt x="41" y="816"/>
                  </a:lnTo>
                  <a:lnTo>
                    <a:pt x="46" y="920"/>
                  </a:lnTo>
                  <a:lnTo>
                    <a:pt x="49" y="973"/>
                  </a:lnTo>
                  <a:lnTo>
                    <a:pt x="53" y="1025"/>
                  </a:lnTo>
                  <a:lnTo>
                    <a:pt x="53" y="1025"/>
                  </a:lnTo>
                  <a:lnTo>
                    <a:pt x="57" y="1046"/>
                  </a:lnTo>
                  <a:lnTo>
                    <a:pt x="61" y="1068"/>
                  </a:lnTo>
                  <a:lnTo>
                    <a:pt x="71" y="1113"/>
                  </a:lnTo>
                  <a:lnTo>
                    <a:pt x="71" y="1113"/>
                  </a:lnTo>
                  <a:lnTo>
                    <a:pt x="74" y="1132"/>
                  </a:lnTo>
                  <a:lnTo>
                    <a:pt x="75" y="1151"/>
                  </a:lnTo>
                  <a:lnTo>
                    <a:pt x="75" y="1191"/>
                  </a:lnTo>
                  <a:lnTo>
                    <a:pt x="75" y="1191"/>
                  </a:lnTo>
                  <a:lnTo>
                    <a:pt x="76" y="1202"/>
                  </a:lnTo>
                  <a:lnTo>
                    <a:pt x="78" y="1209"/>
                  </a:lnTo>
                  <a:lnTo>
                    <a:pt x="80" y="1213"/>
                  </a:lnTo>
                  <a:lnTo>
                    <a:pt x="80" y="1213"/>
                  </a:lnTo>
                  <a:lnTo>
                    <a:pt x="82" y="1215"/>
                  </a:lnTo>
                  <a:lnTo>
                    <a:pt x="83" y="1218"/>
                  </a:lnTo>
                  <a:lnTo>
                    <a:pt x="82" y="1224"/>
                  </a:lnTo>
                  <a:lnTo>
                    <a:pt x="79" y="1228"/>
                  </a:lnTo>
                  <a:lnTo>
                    <a:pt x="79" y="1233"/>
                  </a:lnTo>
                  <a:lnTo>
                    <a:pt x="79" y="1233"/>
                  </a:lnTo>
                  <a:lnTo>
                    <a:pt x="80" y="1237"/>
                  </a:lnTo>
                  <a:lnTo>
                    <a:pt x="83" y="1241"/>
                  </a:lnTo>
                  <a:lnTo>
                    <a:pt x="89" y="1248"/>
                  </a:lnTo>
                  <a:lnTo>
                    <a:pt x="93" y="1256"/>
                  </a:lnTo>
                  <a:lnTo>
                    <a:pt x="94" y="1260"/>
                  </a:lnTo>
                  <a:lnTo>
                    <a:pt x="94" y="1266"/>
                  </a:lnTo>
                  <a:lnTo>
                    <a:pt x="94" y="1266"/>
                  </a:lnTo>
                  <a:lnTo>
                    <a:pt x="91" y="1284"/>
                  </a:lnTo>
                  <a:lnTo>
                    <a:pt x="89" y="1301"/>
                  </a:lnTo>
                  <a:lnTo>
                    <a:pt x="89" y="1301"/>
                  </a:lnTo>
                  <a:lnTo>
                    <a:pt x="87" y="1311"/>
                  </a:lnTo>
                  <a:lnTo>
                    <a:pt x="84" y="1319"/>
                  </a:lnTo>
                  <a:lnTo>
                    <a:pt x="82" y="1326"/>
                  </a:lnTo>
                  <a:lnTo>
                    <a:pt x="76" y="1331"/>
                  </a:lnTo>
                  <a:lnTo>
                    <a:pt x="64" y="1342"/>
                  </a:lnTo>
                  <a:lnTo>
                    <a:pt x="52" y="1355"/>
                  </a:lnTo>
                  <a:lnTo>
                    <a:pt x="52" y="1355"/>
                  </a:lnTo>
                  <a:lnTo>
                    <a:pt x="41" y="1367"/>
                  </a:lnTo>
                  <a:lnTo>
                    <a:pt x="35" y="1375"/>
                  </a:lnTo>
                  <a:lnTo>
                    <a:pt x="31" y="1385"/>
                  </a:lnTo>
                  <a:lnTo>
                    <a:pt x="27" y="1393"/>
                  </a:lnTo>
                  <a:lnTo>
                    <a:pt x="27" y="1401"/>
                  </a:lnTo>
                  <a:lnTo>
                    <a:pt x="29" y="1405"/>
                  </a:lnTo>
                  <a:lnTo>
                    <a:pt x="30" y="1409"/>
                  </a:lnTo>
                  <a:lnTo>
                    <a:pt x="33" y="1412"/>
                  </a:lnTo>
                  <a:lnTo>
                    <a:pt x="37" y="1415"/>
                  </a:lnTo>
                  <a:lnTo>
                    <a:pt x="37" y="1415"/>
                  </a:lnTo>
                  <a:lnTo>
                    <a:pt x="44" y="1417"/>
                  </a:lnTo>
                  <a:lnTo>
                    <a:pt x="50" y="1419"/>
                  </a:lnTo>
                  <a:lnTo>
                    <a:pt x="57" y="1419"/>
                  </a:lnTo>
                  <a:lnTo>
                    <a:pt x="65" y="1417"/>
                  </a:lnTo>
                  <a:lnTo>
                    <a:pt x="80" y="1415"/>
                  </a:lnTo>
                  <a:lnTo>
                    <a:pt x="93" y="1409"/>
                  </a:lnTo>
                  <a:lnTo>
                    <a:pt x="93" y="1409"/>
                  </a:lnTo>
                  <a:lnTo>
                    <a:pt x="98" y="1405"/>
                  </a:lnTo>
                  <a:lnTo>
                    <a:pt x="104" y="1400"/>
                  </a:lnTo>
                  <a:lnTo>
                    <a:pt x="108" y="1394"/>
                  </a:lnTo>
                  <a:lnTo>
                    <a:pt x="110" y="1389"/>
                  </a:lnTo>
                  <a:lnTo>
                    <a:pt x="116" y="1375"/>
                  </a:lnTo>
                  <a:lnTo>
                    <a:pt x="123" y="1363"/>
                  </a:lnTo>
                  <a:lnTo>
                    <a:pt x="123" y="1363"/>
                  </a:lnTo>
                  <a:lnTo>
                    <a:pt x="128" y="1357"/>
                  </a:lnTo>
                  <a:lnTo>
                    <a:pt x="134" y="1355"/>
                  </a:lnTo>
                  <a:lnTo>
                    <a:pt x="139" y="1353"/>
                  </a:lnTo>
                  <a:lnTo>
                    <a:pt x="146" y="1353"/>
                  </a:lnTo>
                  <a:lnTo>
                    <a:pt x="151" y="1353"/>
                  </a:lnTo>
                  <a:lnTo>
                    <a:pt x="157" y="1352"/>
                  </a:lnTo>
                  <a:lnTo>
                    <a:pt x="161" y="1348"/>
                  </a:lnTo>
                  <a:lnTo>
                    <a:pt x="166" y="1342"/>
                  </a:lnTo>
                  <a:lnTo>
                    <a:pt x="166" y="1342"/>
                  </a:lnTo>
                  <a:lnTo>
                    <a:pt x="173" y="1327"/>
                  </a:lnTo>
                  <a:lnTo>
                    <a:pt x="177" y="1311"/>
                  </a:lnTo>
                  <a:lnTo>
                    <a:pt x="178" y="1293"/>
                  </a:lnTo>
                  <a:lnTo>
                    <a:pt x="180" y="1278"/>
                  </a:lnTo>
                  <a:lnTo>
                    <a:pt x="180" y="1278"/>
                  </a:lnTo>
                  <a:lnTo>
                    <a:pt x="180" y="1260"/>
                  </a:lnTo>
                  <a:lnTo>
                    <a:pt x="178" y="1244"/>
                  </a:lnTo>
                  <a:lnTo>
                    <a:pt x="176" y="1210"/>
                  </a:lnTo>
                  <a:lnTo>
                    <a:pt x="176" y="1210"/>
                  </a:lnTo>
                  <a:lnTo>
                    <a:pt x="174" y="1199"/>
                  </a:lnTo>
                  <a:lnTo>
                    <a:pt x="176" y="1187"/>
                  </a:lnTo>
                  <a:lnTo>
                    <a:pt x="178" y="1165"/>
                  </a:lnTo>
                  <a:lnTo>
                    <a:pt x="180" y="1143"/>
                  </a:lnTo>
                  <a:lnTo>
                    <a:pt x="180" y="1131"/>
                  </a:lnTo>
                  <a:lnTo>
                    <a:pt x="178" y="1120"/>
                  </a:lnTo>
                  <a:lnTo>
                    <a:pt x="178" y="1120"/>
                  </a:lnTo>
                  <a:lnTo>
                    <a:pt x="176" y="1096"/>
                  </a:lnTo>
                  <a:lnTo>
                    <a:pt x="173" y="1071"/>
                  </a:lnTo>
                  <a:lnTo>
                    <a:pt x="173" y="1045"/>
                  </a:lnTo>
                  <a:lnTo>
                    <a:pt x="174" y="1019"/>
                  </a:lnTo>
                  <a:lnTo>
                    <a:pt x="178" y="969"/>
                  </a:lnTo>
                  <a:lnTo>
                    <a:pt x="184" y="920"/>
                  </a:lnTo>
                  <a:lnTo>
                    <a:pt x="184" y="920"/>
                  </a:lnTo>
                  <a:lnTo>
                    <a:pt x="192" y="967"/>
                  </a:lnTo>
                  <a:lnTo>
                    <a:pt x="199" y="1015"/>
                  </a:lnTo>
                  <a:lnTo>
                    <a:pt x="204" y="1064"/>
                  </a:lnTo>
                  <a:lnTo>
                    <a:pt x="207" y="1113"/>
                  </a:lnTo>
                  <a:lnTo>
                    <a:pt x="207" y="1113"/>
                  </a:lnTo>
                  <a:lnTo>
                    <a:pt x="208" y="1124"/>
                  </a:lnTo>
                  <a:lnTo>
                    <a:pt x="211" y="1134"/>
                  </a:lnTo>
                  <a:lnTo>
                    <a:pt x="218" y="1153"/>
                  </a:lnTo>
                  <a:lnTo>
                    <a:pt x="225" y="1173"/>
                  </a:lnTo>
                  <a:lnTo>
                    <a:pt x="228" y="1183"/>
                  </a:lnTo>
                  <a:lnTo>
                    <a:pt x="228" y="1194"/>
                  </a:lnTo>
                  <a:lnTo>
                    <a:pt x="228" y="1194"/>
                  </a:lnTo>
                  <a:lnTo>
                    <a:pt x="228" y="1215"/>
                  </a:lnTo>
                  <a:lnTo>
                    <a:pt x="228" y="1226"/>
                  </a:lnTo>
                  <a:lnTo>
                    <a:pt x="230" y="1237"/>
                  </a:lnTo>
                  <a:lnTo>
                    <a:pt x="230" y="1237"/>
                  </a:lnTo>
                  <a:lnTo>
                    <a:pt x="234" y="1259"/>
                  </a:lnTo>
                  <a:lnTo>
                    <a:pt x="236" y="1270"/>
                  </a:lnTo>
                  <a:lnTo>
                    <a:pt x="236" y="1282"/>
                  </a:lnTo>
                  <a:lnTo>
                    <a:pt x="236" y="1282"/>
                  </a:lnTo>
                  <a:lnTo>
                    <a:pt x="236" y="1305"/>
                  </a:lnTo>
                  <a:lnTo>
                    <a:pt x="237" y="1327"/>
                  </a:lnTo>
                  <a:lnTo>
                    <a:pt x="240" y="1338"/>
                  </a:lnTo>
                  <a:lnTo>
                    <a:pt x="243" y="1348"/>
                  </a:lnTo>
                  <a:lnTo>
                    <a:pt x="247" y="1359"/>
                  </a:lnTo>
                  <a:lnTo>
                    <a:pt x="252" y="1370"/>
                  </a:lnTo>
                  <a:lnTo>
                    <a:pt x="252" y="1370"/>
                  </a:lnTo>
                  <a:lnTo>
                    <a:pt x="258" y="1379"/>
                  </a:lnTo>
                  <a:lnTo>
                    <a:pt x="264" y="1389"/>
                  </a:lnTo>
                  <a:lnTo>
                    <a:pt x="264" y="1389"/>
                  </a:lnTo>
                  <a:lnTo>
                    <a:pt x="267" y="1394"/>
                  </a:lnTo>
                  <a:lnTo>
                    <a:pt x="268" y="1397"/>
                  </a:lnTo>
                  <a:lnTo>
                    <a:pt x="267" y="1398"/>
                  </a:lnTo>
                  <a:lnTo>
                    <a:pt x="266" y="1404"/>
                  </a:lnTo>
                  <a:lnTo>
                    <a:pt x="266" y="1404"/>
                  </a:lnTo>
                  <a:lnTo>
                    <a:pt x="266" y="1413"/>
                  </a:lnTo>
                  <a:lnTo>
                    <a:pt x="267" y="1423"/>
                  </a:lnTo>
                  <a:lnTo>
                    <a:pt x="268" y="1431"/>
                  </a:lnTo>
                  <a:lnTo>
                    <a:pt x="270" y="1440"/>
                  </a:lnTo>
                  <a:lnTo>
                    <a:pt x="270" y="1440"/>
                  </a:lnTo>
                  <a:lnTo>
                    <a:pt x="271" y="1457"/>
                  </a:lnTo>
                  <a:lnTo>
                    <a:pt x="274" y="1469"/>
                  </a:lnTo>
                  <a:lnTo>
                    <a:pt x="279" y="1483"/>
                  </a:lnTo>
                  <a:lnTo>
                    <a:pt x="288" y="1495"/>
                  </a:lnTo>
                  <a:lnTo>
                    <a:pt x="288" y="1495"/>
                  </a:lnTo>
                  <a:lnTo>
                    <a:pt x="294" y="1504"/>
                  </a:lnTo>
                  <a:lnTo>
                    <a:pt x="304" y="1514"/>
                  </a:lnTo>
                  <a:lnTo>
                    <a:pt x="308" y="1518"/>
                  </a:lnTo>
                  <a:lnTo>
                    <a:pt x="313" y="1521"/>
                  </a:lnTo>
                  <a:lnTo>
                    <a:pt x="319" y="1524"/>
                  </a:lnTo>
                  <a:lnTo>
                    <a:pt x="324" y="1524"/>
                  </a:lnTo>
                  <a:lnTo>
                    <a:pt x="324" y="1524"/>
                  </a:lnTo>
                  <a:lnTo>
                    <a:pt x="327" y="1522"/>
                  </a:lnTo>
                  <a:lnTo>
                    <a:pt x="330" y="1519"/>
                  </a:lnTo>
                  <a:lnTo>
                    <a:pt x="335" y="1513"/>
                  </a:lnTo>
                  <a:lnTo>
                    <a:pt x="342" y="1498"/>
                  </a:lnTo>
                  <a:lnTo>
                    <a:pt x="342" y="1498"/>
                  </a:lnTo>
                  <a:lnTo>
                    <a:pt x="345" y="1488"/>
                  </a:lnTo>
                  <a:lnTo>
                    <a:pt x="347" y="1477"/>
                  </a:lnTo>
                  <a:lnTo>
                    <a:pt x="347" y="1466"/>
                  </a:lnTo>
                  <a:lnTo>
                    <a:pt x="346" y="1455"/>
                  </a:lnTo>
                  <a:lnTo>
                    <a:pt x="346" y="1455"/>
                  </a:lnTo>
                  <a:lnTo>
                    <a:pt x="341" y="1435"/>
                  </a:lnTo>
                  <a:lnTo>
                    <a:pt x="335" y="1416"/>
                  </a:lnTo>
                  <a:lnTo>
                    <a:pt x="334" y="1406"/>
                  </a:lnTo>
                  <a:lnTo>
                    <a:pt x="332" y="1397"/>
                  </a:lnTo>
                  <a:lnTo>
                    <a:pt x="332" y="1387"/>
                  </a:lnTo>
                  <a:lnTo>
                    <a:pt x="334" y="1376"/>
                  </a:lnTo>
                  <a:lnTo>
                    <a:pt x="334" y="1376"/>
                  </a:lnTo>
                  <a:lnTo>
                    <a:pt x="339" y="1355"/>
                  </a:lnTo>
                  <a:lnTo>
                    <a:pt x="342" y="1334"/>
                  </a:lnTo>
                  <a:lnTo>
                    <a:pt x="345" y="1312"/>
                  </a:lnTo>
                  <a:lnTo>
                    <a:pt x="346" y="1292"/>
                  </a:lnTo>
                  <a:lnTo>
                    <a:pt x="346" y="1271"/>
                  </a:lnTo>
                  <a:lnTo>
                    <a:pt x="346" y="1250"/>
                  </a:lnTo>
                  <a:lnTo>
                    <a:pt x="343" y="1229"/>
                  </a:lnTo>
                  <a:lnTo>
                    <a:pt x="339" y="1207"/>
                  </a:lnTo>
                  <a:lnTo>
                    <a:pt x="339" y="1207"/>
                  </a:lnTo>
                  <a:lnTo>
                    <a:pt x="338" y="1199"/>
                  </a:lnTo>
                  <a:lnTo>
                    <a:pt x="338" y="1192"/>
                  </a:lnTo>
                  <a:lnTo>
                    <a:pt x="339" y="1176"/>
                  </a:lnTo>
                  <a:lnTo>
                    <a:pt x="339" y="1176"/>
                  </a:lnTo>
                  <a:lnTo>
                    <a:pt x="339" y="1165"/>
                  </a:lnTo>
                  <a:lnTo>
                    <a:pt x="338" y="1153"/>
                  </a:lnTo>
                  <a:lnTo>
                    <a:pt x="337" y="1142"/>
                  </a:lnTo>
                  <a:lnTo>
                    <a:pt x="335" y="1131"/>
                  </a:lnTo>
                  <a:lnTo>
                    <a:pt x="335" y="1131"/>
                  </a:lnTo>
                  <a:lnTo>
                    <a:pt x="335" y="1120"/>
                  </a:lnTo>
                  <a:lnTo>
                    <a:pt x="335" y="1108"/>
                  </a:lnTo>
                  <a:lnTo>
                    <a:pt x="335" y="1097"/>
                  </a:lnTo>
                  <a:lnTo>
                    <a:pt x="332" y="1086"/>
                  </a:lnTo>
                  <a:lnTo>
                    <a:pt x="332" y="1086"/>
                  </a:lnTo>
                  <a:lnTo>
                    <a:pt x="327" y="1066"/>
                  </a:lnTo>
                  <a:lnTo>
                    <a:pt x="326" y="1056"/>
                  </a:lnTo>
                  <a:lnTo>
                    <a:pt x="326" y="1045"/>
                  </a:lnTo>
                  <a:lnTo>
                    <a:pt x="326" y="1045"/>
                  </a:lnTo>
                  <a:lnTo>
                    <a:pt x="327" y="832"/>
                  </a:lnTo>
                  <a:lnTo>
                    <a:pt x="327" y="832"/>
                  </a:lnTo>
                  <a:lnTo>
                    <a:pt x="331" y="832"/>
                  </a:lnTo>
                  <a:lnTo>
                    <a:pt x="334" y="834"/>
                  </a:lnTo>
                  <a:lnTo>
                    <a:pt x="341" y="838"/>
                  </a:lnTo>
                  <a:lnTo>
                    <a:pt x="345" y="845"/>
                  </a:lnTo>
                  <a:lnTo>
                    <a:pt x="347" y="853"/>
                  </a:lnTo>
                  <a:lnTo>
                    <a:pt x="347" y="853"/>
                  </a:lnTo>
                  <a:lnTo>
                    <a:pt x="356" y="845"/>
                  </a:lnTo>
                  <a:lnTo>
                    <a:pt x="362" y="838"/>
                  </a:lnTo>
                  <a:lnTo>
                    <a:pt x="368" y="830"/>
                  </a:lnTo>
                  <a:lnTo>
                    <a:pt x="373" y="822"/>
                  </a:lnTo>
                  <a:lnTo>
                    <a:pt x="376" y="812"/>
                  </a:lnTo>
                  <a:lnTo>
                    <a:pt x="379" y="802"/>
                  </a:lnTo>
                  <a:lnTo>
                    <a:pt x="380" y="792"/>
                  </a:lnTo>
                  <a:lnTo>
                    <a:pt x="379" y="781"/>
                  </a:lnTo>
                  <a:lnTo>
                    <a:pt x="379" y="781"/>
                  </a:lnTo>
                  <a:lnTo>
                    <a:pt x="377" y="770"/>
                  </a:lnTo>
                  <a:lnTo>
                    <a:pt x="373" y="759"/>
                  </a:lnTo>
                  <a:lnTo>
                    <a:pt x="369" y="749"/>
                  </a:lnTo>
                  <a:lnTo>
                    <a:pt x="365" y="738"/>
                  </a:lnTo>
                  <a:lnTo>
                    <a:pt x="365" y="738"/>
                  </a:lnTo>
                  <a:lnTo>
                    <a:pt x="365" y="732"/>
                  </a:lnTo>
                  <a:lnTo>
                    <a:pt x="364" y="726"/>
                  </a:lnTo>
                  <a:lnTo>
                    <a:pt x="367" y="715"/>
                  </a:lnTo>
                  <a:lnTo>
                    <a:pt x="371" y="706"/>
                  </a:lnTo>
                  <a:lnTo>
                    <a:pt x="376" y="695"/>
                  </a:lnTo>
                  <a:lnTo>
                    <a:pt x="376" y="695"/>
                  </a:lnTo>
                  <a:lnTo>
                    <a:pt x="387" y="676"/>
                  </a:lnTo>
                  <a:lnTo>
                    <a:pt x="397" y="655"/>
                  </a:lnTo>
                  <a:lnTo>
                    <a:pt x="407" y="633"/>
                  </a:lnTo>
                  <a:lnTo>
                    <a:pt x="416" y="613"/>
                  </a:lnTo>
                  <a:lnTo>
                    <a:pt x="416" y="613"/>
                  </a:lnTo>
                  <a:lnTo>
                    <a:pt x="422" y="593"/>
                  </a:lnTo>
                  <a:lnTo>
                    <a:pt x="425" y="583"/>
                  </a:lnTo>
                  <a:lnTo>
                    <a:pt x="425" y="572"/>
                  </a:lnTo>
                  <a:lnTo>
                    <a:pt x="425" y="572"/>
                  </a:lnTo>
                  <a:lnTo>
                    <a:pt x="424" y="561"/>
                  </a:lnTo>
                  <a:lnTo>
                    <a:pt x="421" y="550"/>
                  </a:lnTo>
                  <a:lnTo>
                    <a:pt x="420" y="541"/>
                  </a:lnTo>
                  <a:lnTo>
                    <a:pt x="420" y="530"/>
                  </a:lnTo>
                  <a:lnTo>
                    <a:pt x="420" y="530"/>
                  </a:lnTo>
                  <a:lnTo>
                    <a:pt x="420" y="531"/>
                  </a:lnTo>
                  <a:lnTo>
                    <a:pt x="420" y="530"/>
                  </a:lnTo>
                  <a:lnTo>
                    <a:pt x="420" y="530"/>
                  </a:lnTo>
                  <a:close/>
                  <a:moveTo>
                    <a:pt x="327" y="832"/>
                  </a:moveTo>
                  <a:lnTo>
                    <a:pt x="327" y="832"/>
                  </a:lnTo>
                  <a:lnTo>
                    <a:pt x="331" y="832"/>
                  </a:lnTo>
                  <a:lnTo>
                    <a:pt x="331" y="832"/>
                  </a:lnTo>
                  <a:lnTo>
                    <a:pt x="332" y="832"/>
                  </a:lnTo>
                  <a:lnTo>
                    <a:pt x="327" y="832"/>
                  </a:lnTo>
                  <a:lnTo>
                    <a:pt x="327" y="832"/>
                  </a:lnTo>
                  <a:close/>
                </a:path>
              </a:pathLst>
            </a:custGeom>
            <a:solidFill>
              <a:srgbClr val="C55A11"/>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nvGrpSpPr>
            <p:cNvPr id="5" name="Group 79"/>
            <p:cNvGrpSpPr/>
            <p:nvPr/>
          </p:nvGrpSpPr>
          <p:grpSpPr>
            <a:xfrm>
              <a:off x="2285984" y="1000114"/>
              <a:ext cx="593901" cy="2463832"/>
              <a:chOff x="1858693" y="1193726"/>
              <a:chExt cx="593901" cy="2463832"/>
            </a:xfrm>
            <a:grpFill/>
          </p:grpSpPr>
          <p:sp>
            <p:nvSpPr>
              <p:cNvPr id="65" name="Freeform 7"/>
              <p:cNvSpPr>
                <a:spLocks/>
              </p:cNvSpPr>
              <p:nvPr/>
            </p:nvSpPr>
            <p:spPr bwMode="auto">
              <a:xfrm>
                <a:off x="1943535" y="1193726"/>
                <a:ext cx="295254" cy="363128"/>
              </a:xfrm>
              <a:custGeom>
                <a:avLst/>
                <a:gdLst/>
                <a:ahLst/>
                <a:cxnLst>
                  <a:cxn ang="0">
                    <a:pos x="0" y="160"/>
                  </a:cxn>
                  <a:cxn ang="0">
                    <a:pos x="11" y="163"/>
                  </a:cxn>
                  <a:cxn ang="0">
                    <a:pos x="27" y="175"/>
                  </a:cxn>
                  <a:cxn ang="0">
                    <a:pos x="36" y="182"/>
                  </a:cxn>
                  <a:cxn ang="0">
                    <a:pos x="93" y="215"/>
                  </a:cxn>
                  <a:cxn ang="0">
                    <a:pos x="93" y="209"/>
                  </a:cxn>
                  <a:cxn ang="0">
                    <a:pos x="96" y="206"/>
                  </a:cxn>
                  <a:cxn ang="0">
                    <a:pos x="106" y="204"/>
                  </a:cxn>
                  <a:cxn ang="0">
                    <a:pos x="126" y="202"/>
                  </a:cxn>
                  <a:cxn ang="0">
                    <a:pos x="130" y="200"/>
                  </a:cxn>
                  <a:cxn ang="0">
                    <a:pos x="141" y="183"/>
                  </a:cxn>
                  <a:cxn ang="0">
                    <a:pos x="147" y="164"/>
                  </a:cxn>
                  <a:cxn ang="0">
                    <a:pos x="156" y="125"/>
                  </a:cxn>
                  <a:cxn ang="0">
                    <a:pos x="164" y="104"/>
                  </a:cxn>
                  <a:cxn ang="0">
                    <a:pos x="175" y="86"/>
                  </a:cxn>
                  <a:cxn ang="0">
                    <a:pos x="175" y="80"/>
                  </a:cxn>
                  <a:cxn ang="0">
                    <a:pos x="171" y="56"/>
                  </a:cxn>
                  <a:cxn ang="0">
                    <a:pos x="164" y="43"/>
                  </a:cxn>
                  <a:cxn ang="0">
                    <a:pos x="146" y="21"/>
                  </a:cxn>
                  <a:cxn ang="0">
                    <a:pos x="134" y="11"/>
                  </a:cxn>
                  <a:cxn ang="0">
                    <a:pos x="119" y="5"/>
                  </a:cxn>
                  <a:cxn ang="0">
                    <a:pos x="104" y="0"/>
                  </a:cxn>
                  <a:cxn ang="0">
                    <a:pos x="89" y="2"/>
                  </a:cxn>
                  <a:cxn ang="0">
                    <a:pos x="74" y="6"/>
                  </a:cxn>
                  <a:cxn ang="0">
                    <a:pos x="49" y="21"/>
                  </a:cxn>
                  <a:cxn ang="0">
                    <a:pos x="29" y="47"/>
                  </a:cxn>
                  <a:cxn ang="0">
                    <a:pos x="23" y="63"/>
                  </a:cxn>
                  <a:cxn ang="0">
                    <a:pos x="14" y="96"/>
                  </a:cxn>
                  <a:cxn ang="0">
                    <a:pos x="11" y="114"/>
                  </a:cxn>
                  <a:cxn ang="0">
                    <a:pos x="12" y="141"/>
                  </a:cxn>
                  <a:cxn ang="0">
                    <a:pos x="10" y="152"/>
                  </a:cxn>
                  <a:cxn ang="0">
                    <a:pos x="0" y="160"/>
                  </a:cxn>
                  <a:cxn ang="0">
                    <a:pos x="10" y="159"/>
                  </a:cxn>
                  <a:cxn ang="0">
                    <a:pos x="14" y="157"/>
                  </a:cxn>
                  <a:cxn ang="0">
                    <a:pos x="0" y="160"/>
                  </a:cxn>
                </a:cxnLst>
                <a:rect l="0" t="0" r="r" b="b"/>
                <a:pathLst>
                  <a:path w="175" h="215">
                    <a:moveTo>
                      <a:pt x="0" y="160"/>
                    </a:moveTo>
                    <a:lnTo>
                      <a:pt x="0" y="160"/>
                    </a:lnTo>
                    <a:lnTo>
                      <a:pt x="6" y="161"/>
                    </a:lnTo>
                    <a:lnTo>
                      <a:pt x="11" y="163"/>
                    </a:lnTo>
                    <a:lnTo>
                      <a:pt x="19" y="168"/>
                    </a:lnTo>
                    <a:lnTo>
                      <a:pt x="27" y="175"/>
                    </a:lnTo>
                    <a:lnTo>
                      <a:pt x="36" y="182"/>
                    </a:lnTo>
                    <a:lnTo>
                      <a:pt x="36" y="182"/>
                    </a:lnTo>
                    <a:lnTo>
                      <a:pt x="64" y="198"/>
                    </a:lnTo>
                    <a:lnTo>
                      <a:pt x="93" y="215"/>
                    </a:lnTo>
                    <a:lnTo>
                      <a:pt x="93" y="215"/>
                    </a:lnTo>
                    <a:lnTo>
                      <a:pt x="93" y="209"/>
                    </a:lnTo>
                    <a:lnTo>
                      <a:pt x="94" y="208"/>
                    </a:lnTo>
                    <a:lnTo>
                      <a:pt x="96" y="206"/>
                    </a:lnTo>
                    <a:lnTo>
                      <a:pt x="101" y="205"/>
                    </a:lnTo>
                    <a:lnTo>
                      <a:pt x="106" y="204"/>
                    </a:lnTo>
                    <a:lnTo>
                      <a:pt x="120" y="204"/>
                    </a:lnTo>
                    <a:lnTo>
                      <a:pt x="126" y="202"/>
                    </a:lnTo>
                    <a:lnTo>
                      <a:pt x="130" y="200"/>
                    </a:lnTo>
                    <a:lnTo>
                      <a:pt x="130" y="200"/>
                    </a:lnTo>
                    <a:lnTo>
                      <a:pt x="135" y="191"/>
                    </a:lnTo>
                    <a:lnTo>
                      <a:pt x="141" y="183"/>
                    </a:lnTo>
                    <a:lnTo>
                      <a:pt x="143" y="174"/>
                    </a:lnTo>
                    <a:lnTo>
                      <a:pt x="147" y="164"/>
                    </a:lnTo>
                    <a:lnTo>
                      <a:pt x="156" y="125"/>
                    </a:lnTo>
                    <a:lnTo>
                      <a:pt x="156" y="125"/>
                    </a:lnTo>
                    <a:lnTo>
                      <a:pt x="160" y="114"/>
                    </a:lnTo>
                    <a:lnTo>
                      <a:pt x="164" y="104"/>
                    </a:lnTo>
                    <a:lnTo>
                      <a:pt x="169" y="95"/>
                    </a:lnTo>
                    <a:lnTo>
                      <a:pt x="175" y="86"/>
                    </a:lnTo>
                    <a:lnTo>
                      <a:pt x="175" y="86"/>
                    </a:lnTo>
                    <a:lnTo>
                      <a:pt x="175" y="80"/>
                    </a:lnTo>
                    <a:lnTo>
                      <a:pt x="175" y="71"/>
                    </a:lnTo>
                    <a:lnTo>
                      <a:pt x="171" y="56"/>
                    </a:lnTo>
                    <a:lnTo>
                      <a:pt x="171" y="56"/>
                    </a:lnTo>
                    <a:lnTo>
                      <a:pt x="164" y="43"/>
                    </a:lnTo>
                    <a:lnTo>
                      <a:pt x="156" y="30"/>
                    </a:lnTo>
                    <a:lnTo>
                      <a:pt x="146" y="21"/>
                    </a:lnTo>
                    <a:lnTo>
                      <a:pt x="134" y="11"/>
                    </a:lnTo>
                    <a:lnTo>
                      <a:pt x="134" y="11"/>
                    </a:lnTo>
                    <a:lnTo>
                      <a:pt x="126" y="7"/>
                    </a:lnTo>
                    <a:lnTo>
                      <a:pt x="119" y="5"/>
                    </a:lnTo>
                    <a:lnTo>
                      <a:pt x="111" y="2"/>
                    </a:lnTo>
                    <a:lnTo>
                      <a:pt x="104" y="0"/>
                    </a:lnTo>
                    <a:lnTo>
                      <a:pt x="96" y="0"/>
                    </a:lnTo>
                    <a:lnTo>
                      <a:pt x="89" y="2"/>
                    </a:lnTo>
                    <a:lnTo>
                      <a:pt x="81" y="3"/>
                    </a:lnTo>
                    <a:lnTo>
                      <a:pt x="74" y="6"/>
                    </a:lnTo>
                    <a:lnTo>
                      <a:pt x="62" y="11"/>
                    </a:lnTo>
                    <a:lnTo>
                      <a:pt x="49" y="21"/>
                    </a:lnTo>
                    <a:lnTo>
                      <a:pt x="38" y="33"/>
                    </a:lnTo>
                    <a:lnTo>
                      <a:pt x="29" y="47"/>
                    </a:lnTo>
                    <a:lnTo>
                      <a:pt x="29" y="47"/>
                    </a:lnTo>
                    <a:lnTo>
                      <a:pt x="23" y="63"/>
                    </a:lnTo>
                    <a:lnTo>
                      <a:pt x="18" y="80"/>
                    </a:lnTo>
                    <a:lnTo>
                      <a:pt x="14" y="96"/>
                    </a:lnTo>
                    <a:lnTo>
                      <a:pt x="11" y="114"/>
                    </a:lnTo>
                    <a:lnTo>
                      <a:pt x="11" y="114"/>
                    </a:lnTo>
                    <a:lnTo>
                      <a:pt x="11" y="126"/>
                    </a:lnTo>
                    <a:lnTo>
                      <a:pt x="12" y="141"/>
                    </a:lnTo>
                    <a:lnTo>
                      <a:pt x="12" y="146"/>
                    </a:lnTo>
                    <a:lnTo>
                      <a:pt x="10" y="152"/>
                    </a:lnTo>
                    <a:lnTo>
                      <a:pt x="7" y="157"/>
                    </a:lnTo>
                    <a:lnTo>
                      <a:pt x="0" y="160"/>
                    </a:lnTo>
                    <a:lnTo>
                      <a:pt x="0" y="160"/>
                    </a:lnTo>
                    <a:lnTo>
                      <a:pt x="10" y="159"/>
                    </a:lnTo>
                    <a:lnTo>
                      <a:pt x="14" y="157"/>
                    </a:lnTo>
                    <a:lnTo>
                      <a:pt x="14" y="157"/>
                    </a:lnTo>
                    <a:lnTo>
                      <a:pt x="12" y="157"/>
                    </a:lnTo>
                    <a:lnTo>
                      <a:pt x="0" y="160"/>
                    </a:lnTo>
                    <a:lnTo>
                      <a:pt x="0" y="160"/>
                    </a:lnTo>
                    <a:close/>
                  </a:path>
                </a:pathLst>
              </a:custGeom>
              <a:solidFill>
                <a:schemeClr val="accent1">
                  <a:lumMod val="5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66" name="Freeform 8"/>
              <p:cNvSpPr>
                <a:spLocks noEditPoints="1"/>
              </p:cNvSpPr>
              <p:nvPr/>
            </p:nvSpPr>
            <p:spPr bwMode="auto">
              <a:xfrm>
                <a:off x="1858693" y="1526309"/>
                <a:ext cx="593901" cy="2131249"/>
              </a:xfrm>
              <a:custGeom>
                <a:avLst/>
                <a:gdLst/>
                <a:ahLst/>
                <a:cxnLst>
                  <a:cxn ang="0">
                    <a:pos x="256" y="133"/>
                  </a:cxn>
                  <a:cxn ang="0">
                    <a:pos x="209" y="60"/>
                  </a:cxn>
                  <a:cxn ang="0">
                    <a:pos x="143" y="26"/>
                  </a:cxn>
                  <a:cxn ang="0">
                    <a:pos x="126" y="34"/>
                  </a:cxn>
                  <a:cxn ang="0">
                    <a:pos x="76" y="1"/>
                  </a:cxn>
                  <a:cxn ang="0">
                    <a:pos x="33" y="13"/>
                  </a:cxn>
                  <a:cxn ang="0">
                    <a:pos x="0" y="109"/>
                  </a:cxn>
                  <a:cxn ang="0">
                    <a:pos x="29" y="230"/>
                  </a:cxn>
                  <a:cxn ang="0">
                    <a:pos x="61" y="369"/>
                  </a:cxn>
                  <a:cxn ang="0">
                    <a:pos x="63" y="523"/>
                  </a:cxn>
                  <a:cxn ang="0">
                    <a:pos x="90" y="529"/>
                  </a:cxn>
                  <a:cxn ang="0">
                    <a:pos x="98" y="789"/>
                  </a:cxn>
                  <a:cxn ang="0">
                    <a:pos x="90" y="861"/>
                  </a:cxn>
                  <a:cxn ang="0">
                    <a:pos x="61" y="989"/>
                  </a:cxn>
                  <a:cxn ang="0">
                    <a:pos x="52" y="1096"/>
                  </a:cxn>
                  <a:cxn ang="0">
                    <a:pos x="41" y="1124"/>
                  </a:cxn>
                  <a:cxn ang="0">
                    <a:pos x="49" y="1148"/>
                  </a:cxn>
                  <a:cxn ang="0">
                    <a:pos x="45" y="1212"/>
                  </a:cxn>
                  <a:cxn ang="0">
                    <a:pos x="67" y="1228"/>
                  </a:cxn>
                  <a:cxn ang="0">
                    <a:pos x="98" y="1242"/>
                  </a:cxn>
                  <a:cxn ang="0">
                    <a:pos x="190" y="1257"/>
                  </a:cxn>
                  <a:cxn ang="0">
                    <a:pos x="241" y="1246"/>
                  </a:cxn>
                  <a:cxn ang="0">
                    <a:pos x="213" y="1210"/>
                  </a:cxn>
                  <a:cxn ang="0">
                    <a:pos x="168" y="1175"/>
                  </a:cxn>
                  <a:cxn ang="0">
                    <a:pos x="170" y="1137"/>
                  </a:cxn>
                  <a:cxn ang="0">
                    <a:pos x="210" y="1152"/>
                  </a:cxn>
                  <a:cxn ang="0">
                    <a:pos x="277" y="1150"/>
                  </a:cxn>
                  <a:cxn ang="0">
                    <a:pos x="292" y="1130"/>
                  </a:cxn>
                  <a:cxn ang="0">
                    <a:pos x="244" y="1113"/>
                  </a:cxn>
                  <a:cxn ang="0">
                    <a:pos x="205" y="1083"/>
                  </a:cxn>
                  <a:cxn ang="0">
                    <a:pos x="192" y="1059"/>
                  </a:cxn>
                  <a:cxn ang="0">
                    <a:pos x="190" y="1015"/>
                  </a:cxn>
                  <a:cxn ang="0">
                    <a:pos x="206" y="929"/>
                  </a:cxn>
                  <a:cxn ang="0">
                    <a:pos x="255" y="760"/>
                  </a:cxn>
                  <a:cxn ang="0">
                    <a:pos x="275" y="559"/>
                  </a:cxn>
                  <a:cxn ang="0">
                    <a:pos x="305" y="516"/>
                  </a:cxn>
                  <a:cxn ang="0">
                    <a:pos x="318" y="452"/>
                  </a:cxn>
                  <a:cxn ang="0">
                    <a:pos x="275" y="315"/>
                  </a:cxn>
                  <a:cxn ang="0">
                    <a:pos x="282" y="270"/>
                  </a:cxn>
                  <a:cxn ang="0">
                    <a:pos x="341" y="261"/>
                  </a:cxn>
                  <a:cxn ang="0">
                    <a:pos x="350" y="219"/>
                  </a:cxn>
                  <a:cxn ang="0">
                    <a:pos x="315" y="180"/>
                  </a:cxn>
                  <a:cxn ang="0">
                    <a:pos x="161" y="41"/>
                  </a:cxn>
                  <a:cxn ang="0">
                    <a:pos x="202" y="146"/>
                  </a:cxn>
                  <a:cxn ang="0">
                    <a:pos x="177" y="84"/>
                  </a:cxn>
                  <a:cxn ang="0">
                    <a:pos x="170" y="56"/>
                  </a:cxn>
                  <a:cxn ang="0">
                    <a:pos x="214" y="124"/>
                  </a:cxn>
                  <a:cxn ang="0">
                    <a:pos x="215" y="159"/>
                  </a:cxn>
                  <a:cxn ang="0">
                    <a:pos x="220" y="107"/>
                  </a:cxn>
                  <a:cxn ang="0">
                    <a:pos x="207" y="80"/>
                  </a:cxn>
                  <a:cxn ang="0">
                    <a:pos x="251" y="161"/>
                  </a:cxn>
                  <a:cxn ang="0">
                    <a:pos x="222" y="113"/>
                  </a:cxn>
                  <a:cxn ang="0">
                    <a:pos x="248" y="443"/>
                  </a:cxn>
                  <a:cxn ang="0">
                    <a:pos x="265" y="417"/>
                  </a:cxn>
                  <a:cxn ang="0">
                    <a:pos x="248" y="443"/>
                  </a:cxn>
                  <a:cxn ang="0">
                    <a:pos x="255" y="407"/>
                  </a:cxn>
                  <a:cxn ang="0">
                    <a:pos x="254" y="353"/>
                  </a:cxn>
                  <a:cxn ang="0">
                    <a:pos x="262" y="281"/>
                  </a:cxn>
                  <a:cxn ang="0">
                    <a:pos x="278" y="405"/>
                  </a:cxn>
                </a:cxnLst>
                <a:rect l="0" t="0" r="r" b="b"/>
                <a:pathLst>
                  <a:path w="350" h="1257">
                    <a:moveTo>
                      <a:pt x="315" y="180"/>
                    </a:moveTo>
                    <a:lnTo>
                      <a:pt x="315" y="180"/>
                    </a:lnTo>
                    <a:lnTo>
                      <a:pt x="297" y="169"/>
                    </a:lnTo>
                    <a:lnTo>
                      <a:pt x="280" y="157"/>
                    </a:lnTo>
                    <a:lnTo>
                      <a:pt x="271" y="150"/>
                    </a:lnTo>
                    <a:lnTo>
                      <a:pt x="263" y="142"/>
                    </a:lnTo>
                    <a:lnTo>
                      <a:pt x="256" y="133"/>
                    </a:lnTo>
                    <a:lnTo>
                      <a:pt x="251" y="124"/>
                    </a:lnTo>
                    <a:lnTo>
                      <a:pt x="251" y="124"/>
                    </a:lnTo>
                    <a:lnTo>
                      <a:pt x="241" y="105"/>
                    </a:lnTo>
                    <a:lnTo>
                      <a:pt x="230" y="84"/>
                    </a:lnTo>
                    <a:lnTo>
                      <a:pt x="225" y="75"/>
                    </a:lnTo>
                    <a:lnTo>
                      <a:pt x="217" y="67"/>
                    </a:lnTo>
                    <a:lnTo>
                      <a:pt x="209" y="60"/>
                    </a:lnTo>
                    <a:lnTo>
                      <a:pt x="199" y="54"/>
                    </a:lnTo>
                    <a:lnTo>
                      <a:pt x="199" y="54"/>
                    </a:lnTo>
                    <a:lnTo>
                      <a:pt x="175" y="41"/>
                    </a:lnTo>
                    <a:lnTo>
                      <a:pt x="150" y="27"/>
                    </a:lnTo>
                    <a:lnTo>
                      <a:pt x="150" y="27"/>
                    </a:lnTo>
                    <a:lnTo>
                      <a:pt x="146" y="26"/>
                    </a:lnTo>
                    <a:lnTo>
                      <a:pt x="143" y="26"/>
                    </a:lnTo>
                    <a:lnTo>
                      <a:pt x="142" y="27"/>
                    </a:lnTo>
                    <a:lnTo>
                      <a:pt x="139" y="30"/>
                    </a:lnTo>
                    <a:lnTo>
                      <a:pt x="136" y="34"/>
                    </a:lnTo>
                    <a:lnTo>
                      <a:pt x="134" y="35"/>
                    </a:lnTo>
                    <a:lnTo>
                      <a:pt x="130" y="35"/>
                    </a:lnTo>
                    <a:lnTo>
                      <a:pt x="130" y="35"/>
                    </a:lnTo>
                    <a:lnTo>
                      <a:pt x="126" y="34"/>
                    </a:lnTo>
                    <a:lnTo>
                      <a:pt x="120" y="30"/>
                    </a:lnTo>
                    <a:lnTo>
                      <a:pt x="112" y="23"/>
                    </a:lnTo>
                    <a:lnTo>
                      <a:pt x="112" y="23"/>
                    </a:lnTo>
                    <a:lnTo>
                      <a:pt x="100" y="13"/>
                    </a:lnTo>
                    <a:lnTo>
                      <a:pt x="85" y="5"/>
                    </a:lnTo>
                    <a:lnTo>
                      <a:pt x="85" y="5"/>
                    </a:lnTo>
                    <a:lnTo>
                      <a:pt x="76" y="1"/>
                    </a:lnTo>
                    <a:lnTo>
                      <a:pt x="70" y="0"/>
                    </a:lnTo>
                    <a:lnTo>
                      <a:pt x="63" y="0"/>
                    </a:lnTo>
                    <a:lnTo>
                      <a:pt x="56" y="0"/>
                    </a:lnTo>
                    <a:lnTo>
                      <a:pt x="49" y="3"/>
                    </a:lnTo>
                    <a:lnTo>
                      <a:pt x="44" y="5"/>
                    </a:lnTo>
                    <a:lnTo>
                      <a:pt x="38" y="9"/>
                    </a:lnTo>
                    <a:lnTo>
                      <a:pt x="33" y="13"/>
                    </a:lnTo>
                    <a:lnTo>
                      <a:pt x="25" y="26"/>
                    </a:lnTo>
                    <a:lnTo>
                      <a:pt x="16" y="39"/>
                    </a:lnTo>
                    <a:lnTo>
                      <a:pt x="11" y="53"/>
                    </a:lnTo>
                    <a:lnTo>
                      <a:pt x="7" y="68"/>
                    </a:lnTo>
                    <a:lnTo>
                      <a:pt x="7" y="68"/>
                    </a:lnTo>
                    <a:lnTo>
                      <a:pt x="3" y="87"/>
                    </a:lnTo>
                    <a:lnTo>
                      <a:pt x="0" y="109"/>
                    </a:lnTo>
                    <a:lnTo>
                      <a:pt x="1" y="129"/>
                    </a:lnTo>
                    <a:lnTo>
                      <a:pt x="4" y="150"/>
                    </a:lnTo>
                    <a:lnTo>
                      <a:pt x="8" y="172"/>
                    </a:lnTo>
                    <a:lnTo>
                      <a:pt x="14" y="192"/>
                    </a:lnTo>
                    <a:lnTo>
                      <a:pt x="21" y="211"/>
                    </a:lnTo>
                    <a:lnTo>
                      <a:pt x="29" y="230"/>
                    </a:lnTo>
                    <a:lnTo>
                      <a:pt x="29" y="230"/>
                    </a:lnTo>
                    <a:lnTo>
                      <a:pt x="48" y="271"/>
                    </a:lnTo>
                    <a:lnTo>
                      <a:pt x="56" y="291"/>
                    </a:lnTo>
                    <a:lnTo>
                      <a:pt x="59" y="302"/>
                    </a:lnTo>
                    <a:lnTo>
                      <a:pt x="60" y="313"/>
                    </a:lnTo>
                    <a:lnTo>
                      <a:pt x="60" y="313"/>
                    </a:lnTo>
                    <a:lnTo>
                      <a:pt x="61" y="341"/>
                    </a:lnTo>
                    <a:lnTo>
                      <a:pt x="61" y="369"/>
                    </a:lnTo>
                    <a:lnTo>
                      <a:pt x="61" y="424"/>
                    </a:lnTo>
                    <a:lnTo>
                      <a:pt x="61" y="424"/>
                    </a:lnTo>
                    <a:lnTo>
                      <a:pt x="61" y="448"/>
                    </a:lnTo>
                    <a:lnTo>
                      <a:pt x="60" y="474"/>
                    </a:lnTo>
                    <a:lnTo>
                      <a:pt x="60" y="499"/>
                    </a:lnTo>
                    <a:lnTo>
                      <a:pt x="60" y="511"/>
                    </a:lnTo>
                    <a:lnTo>
                      <a:pt x="63" y="523"/>
                    </a:lnTo>
                    <a:lnTo>
                      <a:pt x="63" y="523"/>
                    </a:lnTo>
                    <a:lnTo>
                      <a:pt x="63" y="526"/>
                    </a:lnTo>
                    <a:lnTo>
                      <a:pt x="66" y="527"/>
                    </a:lnTo>
                    <a:lnTo>
                      <a:pt x="71" y="529"/>
                    </a:lnTo>
                    <a:lnTo>
                      <a:pt x="83" y="529"/>
                    </a:lnTo>
                    <a:lnTo>
                      <a:pt x="83" y="529"/>
                    </a:lnTo>
                    <a:lnTo>
                      <a:pt x="90" y="529"/>
                    </a:lnTo>
                    <a:lnTo>
                      <a:pt x="94" y="531"/>
                    </a:lnTo>
                    <a:lnTo>
                      <a:pt x="97" y="535"/>
                    </a:lnTo>
                    <a:lnTo>
                      <a:pt x="98" y="540"/>
                    </a:lnTo>
                    <a:lnTo>
                      <a:pt x="98" y="552"/>
                    </a:lnTo>
                    <a:lnTo>
                      <a:pt x="97" y="563"/>
                    </a:lnTo>
                    <a:lnTo>
                      <a:pt x="97" y="563"/>
                    </a:lnTo>
                    <a:lnTo>
                      <a:pt x="98" y="789"/>
                    </a:lnTo>
                    <a:lnTo>
                      <a:pt x="98" y="789"/>
                    </a:lnTo>
                    <a:lnTo>
                      <a:pt x="98" y="815"/>
                    </a:lnTo>
                    <a:lnTo>
                      <a:pt x="98" y="829"/>
                    </a:lnTo>
                    <a:lnTo>
                      <a:pt x="97" y="841"/>
                    </a:lnTo>
                    <a:lnTo>
                      <a:pt x="97" y="841"/>
                    </a:lnTo>
                    <a:lnTo>
                      <a:pt x="94" y="850"/>
                    </a:lnTo>
                    <a:lnTo>
                      <a:pt x="90" y="861"/>
                    </a:lnTo>
                    <a:lnTo>
                      <a:pt x="83" y="882"/>
                    </a:lnTo>
                    <a:lnTo>
                      <a:pt x="83" y="882"/>
                    </a:lnTo>
                    <a:lnTo>
                      <a:pt x="76" y="909"/>
                    </a:lnTo>
                    <a:lnTo>
                      <a:pt x="70" y="935"/>
                    </a:lnTo>
                    <a:lnTo>
                      <a:pt x="66" y="962"/>
                    </a:lnTo>
                    <a:lnTo>
                      <a:pt x="61" y="989"/>
                    </a:lnTo>
                    <a:lnTo>
                      <a:pt x="61" y="989"/>
                    </a:lnTo>
                    <a:lnTo>
                      <a:pt x="56" y="1037"/>
                    </a:lnTo>
                    <a:lnTo>
                      <a:pt x="53" y="1085"/>
                    </a:lnTo>
                    <a:lnTo>
                      <a:pt x="53" y="1085"/>
                    </a:lnTo>
                    <a:lnTo>
                      <a:pt x="55" y="1081"/>
                    </a:lnTo>
                    <a:lnTo>
                      <a:pt x="55" y="1081"/>
                    </a:lnTo>
                    <a:lnTo>
                      <a:pt x="53" y="1090"/>
                    </a:lnTo>
                    <a:lnTo>
                      <a:pt x="52" y="1096"/>
                    </a:lnTo>
                    <a:lnTo>
                      <a:pt x="51" y="1101"/>
                    </a:lnTo>
                    <a:lnTo>
                      <a:pt x="51" y="1101"/>
                    </a:lnTo>
                    <a:lnTo>
                      <a:pt x="53" y="1086"/>
                    </a:lnTo>
                    <a:lnTo>
                      <a:pt x="53" y="1086"/>
                    </a:lnTo>
                    <a:lnTo>
                      <a:pt x="45" y="1108"/>
                    </a:lnTo>
                    <a:lnTo>
                      <a:pt x="41" y="1119"/>
                    </a:lnTo>
                    <a:lnTo>
                      <a:pt x="41" y="1124"/>
                    </a:lnTo>
                    <a:lnTo>
                      <a:pt x="41" y="1130"/>
                    </a:lnTo>
                    <a:lnTo>
                      <a:pt x="41" y="1130"/>
                    </a:lnTo>
                    <a:lnTo>
                      <a:pt x="45" y="1135"/>
                    </a:lnTo>
                    <a:lnTo>
                      <a:pt x="48" y="1138"/>
                    </a:lnTo>
                    <a:lnTo>
                      <a:pt x="49" y="1141"/>
                    </a:lnTo>
                    <a:lnTo>
                      <a:pt x="49" y="1141"/>
                    </a:lnTo>
                    <a:lnTo>
                      <a:pt x="49" y="1148"/>
                    </a:lnTo>
                    <a:lnTo>
                      <a:pt x="48" y="1154"/>
                    </a:lnTo>
                    <a:lnTo>
                      <a:pt x="44" y="1168"/>
                    </a:lnTo>
                    <a:lnTo>
                      <a:pt x="44" y="1168"/>
                    </a:lnTo>
                    <a:lnTo>
                      <a:pt x="42" y="1182"/>
                    </a:lnTo>
                    <a:lnTo>
                      <a:pt x="42" y="1197"/>
                    </a:lnTo>
                    <a:lnTo>
                      <a:pt x="42" y="1205"/>
                    </a:lnTo>
                    <a:lnTo>
                      <a:pt x="45" y="1212"/>
                    </a:lnTo>
                    <a:lnTo>
                      <a:pt x="48" y="1217"/>
                    </a:lnTo>
                    <a:lnTo>
                      <a:pt x="52" y="1222"/>
                    </a:lnTo>
                    <a:lnTo>
                      <a:pt x="52" y="1222"/>
                    </a:lnTo>
                    <a:lnTo>
                      <a:pt x="56" y="1227"/>
                    </a:lnTo>
                    <a:lnTo>
                      <a:pt x="60" y="1229"/>
                    </a:lnTo>
                    <a:lnTo>
                      <a:pt x="64" y="1229"/>
                    </a:lnTo>
                    <a:lnTo>
                      <a:pt x="67" y="1228"/>
                    </a:lnTo>
                    <a:lnTo>
                      <a:pt x="72" y="1224"/>
                    </a:lnTo>
                    <a:lnTo>
                      <a:pt x="81" y="1218"/>
                    </a:lnTo>
                    <a:lnTo>
                      <a:pt x="81" y="1218"/>
                    </a:lnTo>
                    <a:lnTo>
                      <a:pt x="83" y="1225"/>
                    </a:lnTo>
                    <a:lnTo>
                      <a:pt x="87" y="1232"/>
                    </a:lnTo>
                    <a:lnTo>
                      <a:pt x="93" y="1236"/>
                    </a:lnTo>
                    <a:lnTo>
                      <a:pt x="98" y="1242"/>
                    </a:lnTo>
                    <a:lnTo>
                      <a:pt x="105" y="1244"/>
                    </a:lnTo>
                    <a:lnTo>
                      <a:pt x="112" y="1248"/>
                    </a:lnTo>
                    <a:lnTo>
                      <a:pt x="128" y="1252"/>
                    </a:lnTo>
                    <a:lnTo>
                      <a:pt x="145" y="1255"/>
                    </a:lnTo>
                    <a:lnTo>
                      <a:pt x="161" y="1257"/>
                    </a:lnTo>
                    <a:lnTo>
                      <a:pt x="190" y="1257"/>
                    </a:lnTo>
                    <a:lnTo>
                      <a:pt x="190" y="1257"/>
                    </a:lnTo>
                    <a:lnTo>
                      <a:pt x="205" y="1257"/>
                    </a:lnTo>
                    <a:lnTo>
                      <a:pt x="222" y="1257"/>
                    </a:lnTo>
                    <a:lnTo>
                      <a:pt x="232" y="1255"/>
                    </a:lnTo>
                    <a:lnTo>
                      <a:pt x="239" y="1252"/>
                    </a:lnTo>
                    <a:lnTo>
                      <a:pt x="240" y="1251"/>
                    </a:lnTo>
                    <a:lnTo>
                      <a:pt x="241" y="1248"/>
                    </a:lnTo>
                    <a:lnTo>
                      <a:pt x="241" y="1246"/>
                    </a:lnTo>
                    <a:lnTo>
                      <a:pt x="241" y="1242"/>
                    </a:lnTo>
                    <a:lnTo>
                      <a:pt x="241" y="1242"/>
                    </a:lnTo>
                    <a:lnTo>
                      <a:pt x="237" y="1235"/>
                    </a:lnTo>
                    <a:lnTo>
                      <a:pt x="233" y="1228"/>
                    </a:lnTo>
                    <a:lnTo>
                      <a:pt x="229" y="1222"/>
                    </a:lnTo>
                    <a:lnTo>
                      <a:pt x="224" y="1218"/>
                    </a:lnTo>
                    <a:lnTo>
                      <a:pt x="213" y="1210"/>
                    </a:lnTo>
                    <a:lnTo>
                      <a:pt x="199" y="1203"/>
                    </a:lnTo>
                    <a:lnTo>
                      <a:pt x="199" y="1203"/>
                    </a:lnTo>
                    <a:lnTo>
                      <a:pt x="185" y="1195"/>
                    </a:lnTo>
                    <a:lnTo>
                      <a:pt x="180" y="1191"/>
                    </a:lnTo>
                    <a:lnTo>
                      <a:pt x="176" y="1186"/>
                    </a:lnTo>
                    <a:lnTo>
                      <a:pt x="172" y="1180"/>
                    </a:lnTo>
                    <a:lnTo>
                      <a:pt x="168" y="1175"/>
                    </a:lnTo>
                    <a:lnTo>
                      <a:pt x="165" y="1167"/>
                    </a:lnTo>
                    <a:lnTo>
                      <a:pt x="164" y="1160"/>
                    </a:lnTo>
                    <a:lnTo>
                      <a:pt x="164" y="1160"/>
                    </a:lnTo>
                    <a:lnTo>
                      <a:pt x="164" y="1152"/>
                    </a:lnTo>
                    <a:lnTo>
                      <a:pt x="164" y="1145"/>
                    </a:lnTo>
                    <a:lnTo>
                      <a:pt x="166" y="1139"/>
                    </a:lnTo>
                    <a:lnTo>
                      <a:pt x="170" y="1137"/>
                    </a:lnTo>
                    <a:lnTo>
                      <a:pt x="175" y="1135"/>
                    </a:lnTo>
                    <a:lnTo>
                      <a:pt x="181" y="1135"/>
                    </a:lnTo>
                    <a:lnTo>
                      <a:pt x="187" y="1138"/>
                    </a:lnTo>
                    <a:lnTo>
                      <a:pt x="194" y="1142"/>
                    </a:lnTo>
                    <a:lnTo>
                      <a:pt x="194" y="1142"/>
                    </a:lnTo>
                    <a:lnTo>
                      <a:pt x="202" y="1148"/>
                    </a:lnTo>
                    <a:lnTo>
                      <a:pt x="210" y="1152"/>
                    </a:lnTo>
                    <a:lnTo>
                      <a:pt x="220" y="1153"/>
                    </a:lnTo>
                    <a:lnTo>
                      <a:pt x="230" y="1154"/>
                    </a:lnTo>
                    <a:lnTo>
                      <a:pt x="240" y="1154"/>
                    </a:lnTo>
                    <a:lnTo>
                      <a:pt x="251" y="1154"/>
                    </a:lnTo>
                    <a:lnTo>
                      <a:pt x="270" y="1152"/>
                    </a:lnTo>
                    <a:lnTo>
                      <a:pt x="270" y="1152"/>
                    </a:lnTo>
                    <a:lnTo>
                      <a:pt x="277" y="1150"/>
                    </a:lnTo>
                    <a:lnTo>
                      <a:pt x="285" y="1149"/>
                    </a:lnTo>
                    <a:lnTo>
                      <a:pt x="288" y="1148"/>
                    </a:lnTo>
                    <a:lnTo>
                      <a:pt x="292" y="1145"/>
                    </a:lnTo>
                    <a:lnTo>
                      <a:pt x="293" y="1142"/>
                    </a:lnTo>
                    <a:lnTo>
                      <a:pt x="293" y="1138"/>
                    </a:lnTo>
                    <a:lnTo>
                      <a:pt x="293" y="1138"/>
                    </a:lnTo>
                    <a:lnTo>
                      <a:pt x="292" y="1130"/>
                    </a:lnTo>
                    <a:lnTo>
                      <a:pt x="290" y="1127"/>
                    </a:lnTo>
                    <a:lnTo>
                      <a:pt x="289" y="1126"/>
                    </a:lnTo>
                    <a:lnTo>
                      <a:pt x="284" y="1123"/>
                    </a:lnTo>
                    <a:lnTo>
                      <a:pt x="275" y="1122"/>
                    </a:lnTo>
                    <a:lnTo>
                      <a:pt x="275" y="1122"/>
                    </a:lnTo>
                    <a:lnTo>
                      <a:pt x="255" y="1116"/>
                    </a:lnTo>
                    <a:lnTo>
                      <a:pt x="244" y="1113"/>
                    </a:lnTo>
                    <a:lnTo>
                      <a:pt x="232" y="1111"/>
                    </a:lnTo>
                    <a:lnTo>
                      <a:pt x="222" y="1105"/>
                    </a:lnTo>
                    <a:lnTo>
                      <a:pt x="213" y="1100"/>
                    </a:lnTo>
                    <a:lnTo>
                      <a:pt x="210" y="1097"/>
                    </a:lnTo>
                    <a:lnTo>
                      <a:pt x="207" y="1093"/>
                    </a:lnTo>
                    <a:lnTo>
                      <a:pt x="206" y="1089"/>
                    </a:lnTo>
                    <a:lnTo>
                      <a:pt x="205" y="1083"/>
                    </a:lnTo>
                    <a:lnTo>
                      <a:pt x="205" y="1083"/>
                    </a:lnTo>
                    <a:lnTo>
                      <a:pt x="203" y="1077"/>
                    </a:lnTo>
                    <a:lnTo>
                      <a:pt x="200" y="1073"/>
                    </a:lnTo>
                    <a:lnTo>
                      <a:pt x="196" y="1067"/>
                    </a:lnTo>
                    <a:lnTo>
                      <a:pt x="194" y="1062"/>
                    </a:lnTo>
                    <a:lnTo>
                      <a:pt x="194" y="1062"/>
                    </a:lnTo>
                    <a:lnTo>
                      <a:pt x="192" y="1059"/>
                    </a:lnTo>
                    <a:lnTo>
                      <a:pt x="192" y="1055"/>
                    </a:lnTo>
                    <a:lnTo>
                      <a:pt x="195" y="1047"/>
                    </a:lnTo>
                    <a:lnTo>
                      <a:pt x="198" y="1040"/>
                    </a:lnTo>
                    <a:lnTo>
                      <a:pt x="198" y="1036"/>
                    </a:lnTo>
                    <a:lnTo>
                      <a:pt x="198" y="1032"/>
                    </a:lnTo>
                    <a:lnTo>
                      <a:pt x="198" y="1032"/>
                    </a:lnTo>
                    <a:lnTo>
                      <a:pt x="190" y="1015"/>
                    </a:lnTo>
                    <a:lnTo>
                      <a:pt x="187" y="1006"/>
                    </a:lnTo>
                    <a:lnTo>
                      <a:pt x="187" y="1002"/>
                    </a:lnTo>
                    <a:lnTo>
                      <a:pt x="187" y="996"/>
                    </a:lnTo>
                    <a:lnTo>
                      <a:pt x="187" y="996"/>
                    </a:lnTo>
                    <a:lnTo>
                      <a:pt x="198" y="953"/>
                    </a:lnTo>
                    <a:lnTo>
                      <a:pt x="198" y="953"/>
                    </a:lnTo>
                    <a:lnTo>
                      <a:pt x="206" y="929"/>
                    </a:lnTo>
                    <a:lnTo>
                      <a:pt x="215" y="906"/>
                    </a:lnTo>
                    <a:lnTo>
                      <a:pt x="225" y="884"/>
                    </a:lnTo>
                    <a:lnTo>
                      <a:pt x="233" y="861"/>
                    </a:lnTo>
                    <a:lnTo>
                      <a:pt x="233" y="861"/>
                    </a:lnTo>
                    <a:lnTo>
                      <a:pt x="240" y="837"/>
                    </a:lnTo>
                    <a:lnTo>
                      <a:pt x="245" y="811"/>
                    </a:lnTo>
                    <a:lnTo>
                      <a:pt x="255" y="760"/>
                    </a:lnTo>
                    <a:lnTo>
                      <a:pt x="262" y="709"/>
                    </a:lnTo>
                    <a:lnTo>
                      <a:pt x="269" y="658"/>
                    </a:lnTo>
                    <a:lnTo>
                      <a:pt x="269" y="658"/>
                    </a:lnTo>
                    <a:lnTo>
                      <a:pt x="274" y="609"/>
                    </a:lnTo>
                    <a:lnTo>
                      <a:pt x="275" y="583"/>
                    </a:lnTo>
                    <a:lnTo>
                      <a:pt x="275" y="559"/>
                    </a:lnTo>
                    <a:lnTo>
                      <a:pt x="275" y="559"/>
                    </a:lnTo>
                    <a:lnTo>
                      <a:pt x="275" y="548"/>
                    </a:lnTo>
                    <a:lnTo>
                      <a:pt x="277" y="538"/>
                    </a:lnTo>
                    <a:lnTo>
                      <a:pt x="278" y="530"/>
                    </a:lnTo>
                    <a:lnTo>
                      <a:pt x="282" y="523"/>
                    </a:lnTo>
                    <a:lnTo>
                      <a:pt x="288" y="519"/>
                    </a:lnTo>
                    <a:lnTo>
                      <a:pt x="296" y="516"/>
                    </a:lnTo>
                    <a:lnTo>
                      <a:pt x="305" y="516"/>
                    </a:lnTo>
                    <a:lnTo>
                      <a:pt x="316" y="518"/>
                    </a:lnTo>
                    <a:lnTo>
                      <a:pt x="316" y="518"/>
                    </a:lnTo>
                    <a:lnTo>
                      <a:pt x="331" y="519"/>
                    </a:lnTo>
                    <a:lnTo>
                      <a:pt x="331" y="519"/>
                    </a:lnTo>
                    <a:lnTo>
                      <a:pt x="329" y="501"/>
                    </a:lnTo>
                    <a:lnTo>
                      <a:pt x="326" y="485"/>
                    </a:lnTo>
                    <a:lnTo>
                      <a:pt x="318" y="452"/>
                    </a:lnTo>
                    <a:lnTo>
                      <a:pt x="307" y="420"/>
                    </a:lnTo>
                    <a:lnTo>
                      <a:pt x="296" y="388"/>
                    </a:lnTo>
                    <a:lnTo>
                      <a:pt x="296" y="388"/>
                    </a:lnTo>
                    <a:lnTo>
                      <a:pt x="286" y="357"/>
                    </a:lnTo>
                    <a:lnTo>
                      <a:pt x="278" y="327"/>
                    </a:lnTo>
                    <a:lnTo>
                      <a:pt x="278" y="327"/>
                    </a:lnTo>
                    <a:lnTo>
                      <a:pt x="275" y="315"/>
                    </a:lnTo>
                    <a:lnTo>
                      <a:pt x="271" y="298"/>
                    </a:lnTo>
                    <a:lnTo>
                      <a:pt x="270" y="290"/>
                    </a:lnTo>
                    <a:lnTo>
                      <a:pt x="270" y="283"/>
                    </a:lnTo>
                    <a:lnTo>
                      <a:pt x="271" y="276"/>
                    </a:lnTo>
                    <a:lnTo>
                      <a:pt x="274" y="272"/>
                    </a:lnTo>
                    <a:lnTo>
                      <a:pt x="274" y="272"/>
                    </a:lnTo>
                    <a:lnTo>
                      <a:pt x="282" y="270"/>
                    </a:lnTo>
                    <a:lnTo>
                      <a:pt x="290" y="268"/>
                    </a:lnTo>
                    <a:lnTo>
                      <a:pt x="308" y="270"/>
                    </a:lnTo>
                    <a:lnTo>
                      <a:pt x="318" y="271"/>
                    </a:lnTo>
                    <a:lnTo>
                      <a:pt x="326" y="271"/>
                    </a:lnTo>
                    <a:lnTo>
                      <a:pt x="334" y="268"/>
                    </a:lnTo>
                    <a:lnTo>
                      <a:pt x="338" y="266"/>
                    </a:lnTo>
                    <a:lnTo>
                      <a:pt x="341" y="261"/>
                    </a:lnTo>
                    <a:lnTo>
                      <a:pt x="341" y="261"/>
                    </a:lnTo>
                    <a:lnTo>
                      <a:pt x="345" y="257"/>
                    </a:lnTo>
                    <a:lnTo>
                      <a:pt x="346" y="253"/>
                    </a:lnTo>
                    <a:lnTo>
                      <a:pt x="350" y="241"/>
                    </a:lnTo>
                    <a:lnTo>
                      <a:pt x="350" y="230"/>
                    </a:lnTo>
                    <a:lnTo>
                      <a:pt x="350" y="219"/>
                    </a:lnTo>
                    <a:lnTo>
                      <a:pt x="350" y="219"/>
                    </a:lnTo>
                    <a:lnTo>
                      <a:pt x="349" y="212"/>
                    </a:lnTo>
                    <a:lnTo>
                      <a:pt x="345" y="207"/>
                    </a:lnTo>
                    <a:lnTo>
                      <a:pt x="342" y="202"/>
                    </a:lnTo>
                    <a:lnTo>
                      <a:pt x="337" y="196"/>
                    </a:lnTo>
                    <a:lnTo>
                      <a:pt x="326" y="188"/>
                    </a:lnTo>
                    <a:lnTo>
                      <a:pt x="315" y="180"/>
                    </a:lnTo>
                    <a:lnTo>
                      <a:pt x="315" y="180"/>
                    </a:lnTo>
                    <a:lnTo>
                      <a:pt x="316" y="181"/>
                    </a:lnTo>
                    <a:lnTo>
                      <a:pt x="315" y="180"/>
                    </a:lnTo>
                    <a:lnTo>
                      <a:pt x="315" y="180"/>
                    </a:lnTo>
                    <a:close/>
                    <a:moveTo>
                      <a:pt x="165" y="43"/>
                    </a:moveTo>
                    <a:lnTo>
                      <a:pt x="165" y="43"/>
                    </a:lnTo>
                    <a:lnTo>
                      <a:pt x="162" y="43"/>
                    </a:lnTo>
                    <a:lnTo>
                      <a:pt x="161" y="41"/>
                    </a:lnTo>
                    <a:lnTo>
                      <a:pt x="165" y="43"/>
                    </a:lnTo>
                    <a:close/>
                    <a:moveTo>
                      <a:pt x="221" y="158"/>
                    </a:moveTo>
                    <a:lnTo>
                      <a:pt x="221" y="158"/>
                    </a:lnTo>
                    <a:lnTo>
                      <a:pt x="213" y="158"/>
                    </a:lnTo>
                    <a:lnTo>
                      <a:pt x="207" y="157"/>
                    </a:lnTo>
                    <a:lnTo>
                      <a:pt x="203" y="152"/>
                    </a:lnTo>
                    <a:lnTo>
                      <a:pt x="202" y="146"/>
                    </a:lnTo>
                    <a:lnTo>
                      <a:pt x="199" y="132"/>
                    </a:lnTo>
                    <a:lnTo>
                      <a:pt x="198" y="124"/>
                    </a:lnTo>
                    <a:lnTo>
                      <a:pt x="195" y="116"/>
                    </a:lnTo>
                    <a:lnTo>
                      <a:pt x="195" y="116"/>
                    </a:lnTo>
                    <a:lnTo>
                      <a:pt x="190" y="105"/>
                    </a:lnTo>
                    <a:lnTo>
                      <a:pt x="184" y="95"/>
                    </a:lnTo>
                    <a:lnTo>
                      <a:pt x="177" y="84"/>
                    </a:lnTo>
                    <a:lnTo>
                      <a:pt x="169" y="75"/>
                    </a:lnTo>
                    <a:lnTo>
                      <a:pt x="153" y="57"/>
                    </a:lnTo>
                    <a:lnTo>
                      <a:pt x="135" y="41"/>
                    </a:lnTo>
                    <a:lnTo>
                      <a:pt x="135" y="41"/>
                    </a:lnTo>
                    <a:lnTo>
                      <a:pt x="151" y="46"/>
                    </a:lnTo>
                    <a:lnTo>
                      <a:pt x="165" y="52"/>
                    </a:lnTo>
                    <a:lnTo>
                      <a:pt x="170" y="56"/>
                    </a:lnTo>
                    <a:lnTo>
                      <a:pt x="177" y="61"/>
                    </a:lnTo>
                    <a:lnTo>
                      <a:pt x="190" y="73"/>
                    </a:lnTo>
                    <a:lnTo>
                      <a:pt x="190" y="73"/>
                    </a:lnTo>
                    <a:lnTo>
                      <a:pt x="198" y="84"/>
                    </a:lnTo>
                    <a:lnTo>
                      <a:pt x="205" y="97"/>
                    </a:lnTo>
                    <a:lnTo>
                      <a:pt x="210" y="110"/>
                    </a:lnTo>
                    <a:lnTo>
                      <a:pt x="214" y="124"/>
                    </a:lnTo>
                    <a:lnTo>
                      <a:pt x="214" y="124"/>
                    </a:lnTo>
                    <a:lnTo>
                      <a:pt x="220" y="142"/>
                    </a:lnTo>
                    <a:lnTo>
                      <a:pt x="222" y="151"/>
                    </a:lnTo>
                    <a:lnTo>
                      <a:pt x="222" y="155"/>
                    </a:lnTo>
                    <a:lnTo>
                      <a:pt x="221" y="158"/>
                    </a:lnTo>
                    <a:lnTo>
                      <a:pt x="221" y="158"/>
                    </a:lnTo>
                    <a:lnTo>
                      <a:pt x="215" y="159"/>
                    </a:lnTo>
                    <a:lnTo>
                      <a:pt x="217" y="158"/>
                    </a:lnTo>
                    <a:lnTo>
                      <a:pt x="220" y="158"/>
                    </a:lnTo>
                    <a:lnTo>
                      <a:pt x="221" y="158"/>
                    </a:lnTo>
                    <a:lnTo>
                      <a:pt x="221" y="158"/>
                    </a:lnTo>
                    <a:lnTo>
                      <a:pt x="221" y="158"/>
                    </a:lnTo>
                    <a:close/>
                    <a:moveTo>
                      <a:pt x="220" y="107"/>
                    </a:moveTo>
                    <a:lnTo>
                      <a:pt x="220" y="107"/>
                    </a:lnTo>
                    <a:lnTo>
                      <a:pt x="209" y="90"/>
                    </a:lnTo>
                    <a:lnTo>
                      <a:pt x="195" y="73"/>
                    </a:lnTo>
                    <a:lnTo>
                      <a:pt x="180" y="58"/>
                    </a:lnTo>
                    <a:lnTo>
                      <a:pt x="165" y="43"/>
                    </a:lnTo>
                    <a:lnTo>
                      <a:pt x="165" y="43"/>
                    </a:lnTo>
                    <a:lnTo>
                      <a:pt x="194" y="67"/>
                    </a:lnTo>
                    <a:lnTo>
                      <a:pt x="207" y="80"/>
                    </a:lnTo>
                    <a:lnTo>
                      <a:pt x="220" y="95"/>
                    </a:lnTo>
                    <a:lnTo>
                      <a:pt x="232" y="110"/>
                    </a:lnTo>
                    <a:lnTo>
                      <a:pt x="240" y="127"/>
                    </a:lnTo>
                    <a:lnTo>
                      <a:pt x="247" y="143"/>
                    </a:lnTo>
                    <a:lnTo>
                      <a:pt x="250" y="152"/>
                    </a:lnTo>
                    <a:lnTo>
                      <a:pt x="251" y="161"/>
                    </a:lnTo>
                    <a:lnTo>
                      <a:pt x="251" y="161"/>
                    </a:lnTo>
                    <a:lnTo>
                      <a:pt x="247" y="161"/>
                    </a:lnTo>
                    <a:lnTo>
                      <a:pt x="244" y="161"/>
                    </a:lnTo>
                    <a:lnTo>
                      <a:pt x="239" y="155"/>
                    </a:lnTo>
                    <a:lnTo>
                      <a:pt x="235" y="148"/>
                    </a:lnTo>
                    <a:lnTo>
                      <a:pt x="230" y="140"/>
                    </a:lnTo>
                    <a:lnTo>
                      <a:pt x="225" y="121"/>
                    </a:lnTo>
                    <a:lnTo>
                      <a:pt x="222" y="113"/>
                    </a:lnTo>
                    <a:lnTo>
                      <a:pt x="220" y="107"/>
                    </a:lnTo>
                    <a:lnTo>
                      <a:pt x="220" y="107"/>
                    </a:lnTo>
                    <a:lnTo>
                      <a:pt x="217" y="102"/>
                    </a:lnTo>
                    <a:lnTo>
                      <a:pt x="220" y="107"/>
                    </a:lnTo>
                    <a:lnTo>
                      <a:pt x="220" y="107"/>
                    </a:lnTo>
                    <a:close/>
                    <a:moveTo>
                      <a:pt x="248" y="443"/>
                    </a:moveTo>
                    <a:lnTo>
                      <a:pt x="248" y="443"/>
                    </a:lnTo>
                    <a:lnTo>
                      <a:pt x="250" y="433"/>
                    </a:lnTo>
                    <a:lnTo>
                      <a:pt x="251" y="422"/>
                    </a:lnTo>
                    <a:lnTo>
                      <a:pt x="252" y="420"/>
                    </a:lnTo>
                    <a:lnTo>
                      <a:pt x="255" y="417"/>
                    </a:lnTo>
                    <a:lnTo>
                      <a:pt x="259" y="416"/>
                    </a:lnTo>
                    <a:lnTo>
                      <a:pt x="265" y="417"/>
                    </a:lnTo>
                    <a:lnTo>
                      <a:pt x="265" y="417"/>
                    </a:lnTo>
                    <a:lnTo>
                      <a:pt x="265" y="429"/>
                    </a:lnTo>
                    <a:lnTo>
                      <a:pt x="265" y="437"/>
                    </a:lnTo>
                    <a:lnTo>
                      <a:pt x="262" y="440"/>
                    </a:lnTo>
                    <a:lnTo>
                      <a:pt x="259" y="441"/>
                    </a:lnTo>
                    <a:lnTo>
                      <a:pt x="255" y="443"/>
                    </a:lnTo>
                    <a:lnTo>
                      <a:pt x="248" y="443"/>
                    </a:lnTo>
                    <a:lnTo>
                      <a:pt x="248" y="443"/>
                    </a:lnTo>
                    <a:close/>
                    <a:moveTo>
                      <a:pt x="281" y="410"/>
                    </a:moveTo>
                    <a:lnTo>
                      <a:pt x="281" y="410"/>
                    </a:lnTo>
                    <a:lnTo>
                      <a:pt x="271" y="413"/>
                    </a:lnTo>
                    <a:lnTo>
                      <a:pt x="263" y="414"/>
                    </a:lnTo>
                    <a:lnTo>
                      <a:pt x="260" y="413"/>
                    </a:lnTo>
                    <a:lnTo>
                      <a:pt x="258" y="411"/>
                    </a:lnTo>
                    <a:lnTo>
                      <a:pt x="255" y="407"/>
                    </a:lnTo>
                    <a:lnTo>
                      <a:pt x="254" y="403"/>
                    </a:lnTo>
                    <a:lnTo>
                      <a:pt x="254" y="403"/>
                    </a:lnTo>
                    <a:lnTo>
                      <a:pt x="251" y="391"/>
                    </a:lnTo>
                    <a:lnTo>
                      <a:pt x="252" y="379"/>
                    </a:lnTo>
                    <a:lnTo>
                      <a:pt x="254" y="365"/>
                    </a:lnTo>
                    <a:lnTo>
                      <a:pt x="254" y="353"/>
                    </a:lnTo>
                    <a:lnTo>
                      <a:pt x="254" y="353"/>
                    </a:lnTo>
                    <a:lnTo>
                      <a:pt x="252" y="336"/>
                    </a:lnTo>
                    <a:lnTo>
                      <a:pt x="251" y="313"/>
                    </a:lnTo>
                    <a:lnTo>
                      <a:pt x="252" y="301"/>
                    </a:lnTo>
                    <a:lnTo>
                      <a:pt x="254" y="291"/>
                    </a:lnTo>
                    <a:lnTo>
                      <a:pt x="256" y="283"/>
                    </a:lnTo>
                    <a:lnTo>
                      <a:pt x="259" y="282"/>
                    </a:lnTo>
                    <a:lnTo>
                      <a:pt x="262" y="281"/>
                    </a:lnTo>
                    <a:lnTo>
                      <a:pt x="262" y="281"/>
                    </a:lnTo>
                    <a:lnTo>
                      <a:pt x="266" y="313"/>
                    </a:lnTo>
                    <a:lnTo>
                      <a:pt x="271" y="346"/>
                    </a:lnTo>
                    <a:lnTo>
                      <a:pt x="281" y="410"/>
                    </a:lnTo>
                    <a:lnTo>
                      <a:pt x="281" y="410"/>
                    </a:lnTo>
                    <a:lnTo>
                      <a:pt x="280" y="409"/>
                    </a:lnTo>
                    <a:lnTo>
                      <a:pt x="278" y="405"/>
                    </a:lnTo>
                    <a:lnTo>
                      <a:pt x="277" y="395"/>
                    </a:lnTo>
                    <a:lnTo>
                      <a:pt x="277" y="392"/>
                    </a:lnTo>
                    <a:lnTo>
                      <a:pt x="278" y="392"/>
                    </a:lnTo>
                    <a:lnTo>
                      <a:pt x="281" y="410"/>
                    </a:lnTo>
                    <a:lnTo>
                      <a:pt x="281" y="410"/>
                    </a:lnTo>
                    <a:close/>
                  </a:path>
                </a:pathLst>
              </a:custGeom>
              <a:solidFill>
                <a:schemeClr val="accent1">
                  <a:lumMod val="50000"/>
                </a:schemeClr>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nvGrpSpPr>
            <p:cNvPr id="6" name="Group 82"/>
            <p:cNvGrpSpPr/>
            <p:nvPr/>
          </p:nvGrpSpPr>
          <p:grpSpPr>
            <a:xfrm>
              <a:off x="1285852" y="1000114"/>
              <a:ext cx="729094" cy="2511672"/>
              <a:chOff x="5075236" y="1428742"/>
              <a:chExt cx="360363" cy="1241426"/>
            </a:xfrm>
            <a:grpFill/>
          </p:grpSpPr>
          <p:sp>
            <p:nvSpPr>
              <p:cNvPr id="81" name="Freeform 18"/>
              <p:cNvSpPr>
                <a:spLocks/>
              </p:cNvSpPr>
              <p:nvPr/>
            </p:nvSpPr>
            <p:spPr bwMode="auto">
              <a:xfrm>
                <a:off x="5187948" y="1428742"/>
                <a:ext cx="123825" cy="182563"/>
              </a:xfrm>
              <a:custGeom>
                <a:avLst/>
                <a:gdLst/>
                <a:ahLst/>
                <a:cxnLst>
                  <a:cxn ang="0">
                    <a:pos x="21" y="184"/>
                  </a:cxn>
                  <a:cxn ang="0">
                    <a:pos x="24" y="198"/>
                  </a:cxn>
                  <a:cxn ang="0">
                    <a:pos x="24" y="211"/>
                  </a:cxn>
                  <a:cxn ang="0">
                    <a:pos x="27" y="215"/>
                  </a:cxn>
                  <a:cxn ang="0">
                    <a:pos x="43" y="224"/>
                  </a:cxn>
                  <a:cxn ang="0">
                    <a:pos x="55" y="228"/>
                  </a:cxn>
                  <a:cxn ang="0">
                    <a:pos x="81" y="228"/>
                  </a:cxn>
                  <a:cxn ang="0">
                    <a:pos x="95" y="224"/>
                  </a:cxn>
                  <a:cxn ang="0">
                    <a:pos x="110" y="213"/>
                  </a:cxn>
                  <a:cxn ang="0">
                    <a:pos x="124" y="206"/>
                  </a:cxn>
                  <a:cxn ang="0">
                    <a:pos x="126" y="204"/>
                  </a:cxn>
                  <a:cxn ang="0">
                    <a:pos x="125" y="179"/>
                  </a:cxn>
                  <a:cxn ang="0">
                    <a:pos x="132" y="153"/>
                  </a:cxn>
                  <a:cxn ang="0">
                    <a:pos x="141" y="139"/>
                  </a:cxn>
                  <a:cxn ang="0">
                    <a:pos x="154" y="116"/>
                  </a:cxn>
                  <a:cxn ang="0">
                    <a:pos x="155" y="104"/>
                  </a:cxn>
                  <a:cxn ang="0">
                    <a:pos x="152" y="97"/>
                  </a:cxn>
                  <a:cxn ang="0">
                    <a:pos x="148" y="94"/>
                  </a:cxn>
                  <a:cxn ang="0">
                    <a:pos x="145" y="86"/>
                  </a:cxn>
                  <a:cxn ang="0">
                    <a:pos x="144" y="60"/>
                  </a:cxn>
                  <a:cxn ang="0">
                    <a:pos x="141" y="50"/>
                  </a:cxn>
                  <a:cxn ang="0">
                    <a:pos x="130" y="25"/>
                  </a:cxn>
                  <a:cxn ang="0">
                    <a:pos x="125" y="18"/>
                  </a:cxn>
                  <a:cxn ang="0">
                    <a:pos x="110" y="7"/>
                  </a:cxn>
                  <a:cxn ang="0">
                    <a:pos x="92" y="1"/>
                  </a:cxn>
                  <a:cxn ang="0">
                    <a:pos x="75" y="0"/>
                  </a:cxn>
                  <a:cxn ang="0">
                    <a:pos x="55" y="3"/>
                  </a:cxn>
                  <a:cxn ang="0">
                    <a:pos x="39" y="10"/>
                  </a:cxn>
                  <a:cxn ang="0">
                    <a:pos x="24" y="19"/>
                  </a:cxn>
                  <a:cxn ang="0">
                    <a:pos x="13" y="34"/>
                  </a:cxn>
                  <a:cxn ang="0">
                    <a:pos x="6" y="52"/>
                  </a:cxn>
                  <a:cxn ang="0">
                    <a:pos x="5" y="65"/>
                  </a:cxn>
                  <a:cxn ang="0">
                    <a:pos x="5" y="93"/>
                  </a:cxn>
                  <a:cxn ang="0">
                    <a:pos x="4" y="105"/>
                  </a:cxn>
                  <a:cxn ang="0">
                    <a:pos x="1" y="116"/>
                  </a:cxn>
                  <a:cxn ang="0">
                    <a:pos x="2" y="138"/>
                  </a:cxn>
                  <a:cxn ang="0">
                    <a:pos x="6" y="147"/>
                  </a:cxn>
                  <a:cxn ang="0">
                    <a:pos x="15" y="166"/>
                  </a:cxn>
                  <a:cxn ang="0">
                    <a:pos x="21" y="184"/>
                  </a:cxn>
                  <a:cxn ang="0">
                    <a:pos x="21" y="184"/>
                  </a:cxn>
                </a:cxnLst>
                <a:rect l="0" t="0" r="r" b="b"/>
                <a:pathLst>
                  <a:path w="155" h="229">
                    <a:moveTo>
                      <a:pt x="21" y="184"/>
                    </a:moveTo>
                    <a:lnTo>
                      <a:pt x="21" y="184"/>
                    </a:lnTo>
                    <a:lnTo>
                      <a:pt x="24" y="191"/>
                    </a:lnTo>
                    <a:lnTo>
                      <a:pt x="24" y="198"/>
                    </a:lnTo>
                    <a:lnTo>
                      <a:pt x="24" y="211"/>
                    </a:lnTo>
                    <a:lnTo>
                      <a:pt x="24" y="211"/>
                    </a:lnTo>
                    <a:lnTo>
                      <a:pt x="26" y="214"/>
                    </a:lnTo>
                    <a:lnTo>
                      <a:pt x="27" y="215"/>
                    </a:lnTo>
                    <a:lnTo>
                      <a:pt x="31" y="219"/>
                    </a:lnTo>
                    <a:lnTo>
                      <a:pt x="43" y="224"/>
                    </a:lnTo>
                    <a:lnTo>
                      <a:pt x="43" y="224"/>
                    </a:lnTo>
                    <a:lnTo>
                      <a:pt x="55" y="228"/>
                    </a:lnTo>
                    <a:lnTo>
                      <a:pt x="69" y="229"/>
                    </a:lnTo>
                    <a:lnTo>
                      <a:pt x="81" y="228"/>
                    </a:lnTo>
                    <a:lnTo>
                      <a:pt x="95" y="224"/>
                    </a:lnTo>
                    <a:lnTo>
                      <a:pt x="95" y="224"/>
                    </a:lnTo>
                    <a:lnTo>
                      <a:pt x="102" y="219"/>
                    </a:lnTo>
                    <a:lnTo>
                      <a:pt x="110" y="213"/>
                    </a:lnTo>
                    <a:lnTo>
                      <a:pt x="120" y="207"/>
                    </a:lnTo>
                    <a:lnTo>
                      <a:pt x="124" y="206"/>
                    </a:lnTo>
                    <a:lnTo>
                      <a:pt x="126" y="204"/>
                    </a:lnTo>
                    <a:lnTo>
                      <a:pt x="126" y="204"/>
                    </a:lnTo>
                    <a:lnTo>
                      <a:pt x="125" y="191"/>
                    </a:lnTo>
                    <a:lnTo>
                      <a:pt x="125" y="179"/>
                    </a:lnTo>
                    <a:lnTo>
                      <a:pt x="128" y="165"/>
                    </a:lnTo>
                    <a:lnTo>
                      <a:pt x="132" y="153"/>
                    </a:lnTo>
                    <a:lnTo>
                      <a:pt x="132" y="153"/>
                    </a:lnTo>
                    <a:lnTo>
                      <a:pt x="141" y="139"/>
                    </a:lnTo>
                    <a:lnTo>
                      <a:pt x="151" y="124"/>
                    </a:lnTo>
                    <a:lnTo>
                      <a:pt x="154" y="116"/>
                    </a:lnTo>
                    <a:lnTo>
                      <a:pt x="155" y="108"/>
                    </a:lnTo>
                    <a:lnTo>
                      <a:pt x="155" y="104"/>
                    </a:lnTo>
                    <a:lnTo>
                      <a:pt x="154" y="101"/>
                    </a:lnTo>
                    <a:lnTo>
                      <a:pt x="152" y="97"/>
                    </a:lnTo>
                    <a:lnTo>
                      <a:pt x="148" y="94"/>
                    </a:lnTo>
                    <a:lnTo>
                      <a:pt x="148" y="94"/>
                    </a:lnTo>
                    <a:lnTo>
                      <a:pt x="147" y="91"/>
                    </a:lnTo>
                    <a:lnTo>
                      <a:pt x="145" y="86"/>
                    </a:lnTo>
                    <a:lnTo>
                      <a:pt x="144" y="74"/>
                    </a:lnTo>
                    <a:lnTo>
                      <a:pt x="144" y="60"/>
                    </a:lnTo>
                    <a:lnTo>
                      <a:pt x="141" y="50"/>
                    </a:lnTo>
                    <a:lnTo>
                      <a:pt x="141" y="50"/>
                    </a:lnTo>
                    <a:lnTo>
                      <a:pt x="136" y="33"/>
                    </a:lnTo>
                    <a:lnTo>
                      <a:pt x="130" y="25"/>
                    </a:lnTo>
                    <a:lnTo>
                      <a:pt x="125" y="18"/>
                    </a:lnTo>
                    <a:lnTo>
                      <a:pt x="125" y="18"/>
                    </a:lnTo>
                    <a:lnTo>
                      <a:pt x="118" y="12"/>
                    </a:lnTo>
                    <a:lnTo>
                      <a:pt x="110" y="7"/>
                    </a:lnTo>
                    <a:lnTo>
                      <a:pt x="102" y="4"/>
                    </a:lnTo>
                    <a:lnTo>
                      <a:pt x="92" y="1"/>
                    </a:lnTo>
                    <a:lnTo>
                      <a:pt x="84" y="0"/>
                    </a:lnTo>
                    <a:lnTo>
                      <a:pt x="75" y="0"/>
                    </a:lnTo>
                    <a:lnTo>
                      <a:pt x="65" y="0"/>
                    </a:lnTo>
                    <a:lnTo>
                      <a:pt x="55" y="3"/>
                    </a:lnTo>
                    <a:lnTo>
                      <a:pt x="47" y="5"/>
                    </a:lnTo>
                    <a:lnTo>
                      <a:pt x="39" y="10"/>
                    </a:lnTo>
                    <a:lnTo>
                      <a:pt x="31" y="14"/>
                    </a:lnTo>
                    <a:lnTo>
                      <a:pt x="24" y="19"/>
                    </a:lnTo>
                    <a:lnTo>
                      <a:pt x="17" y="26"/>
                    </a:lnTo>
                    <a:lnTo>
                      <a:pt x="13" y="34"/>
                    </a:lnTo>
                    <a:lnTo>
                      <a:pt x="9" y="42"/>
                    </a:lnTo>
                    <a:lnTo>
                      <a:pt x="6" y="52"/>
                    </a:lnTo>
                    <a:lnTo>
                      <a:pt x="6" y="52"/>
                    </a:lnTo>
                    <a:lnTo>
                      <a:pt x="5" y="65"/>
                    </a:lnTo>
                    <a:lnTo>
                      <a:pt x="5" y="79"/>
                    </a:lnTo>
                    <a:lnTo>
                      <a:pt x="5" y="93"/>
                    </a:lnTo>
                    <a:lnTo>
                      <a:pt x="5" y="100"/>
                    </a:lnTo>
                    <a:lnTo>
                      <a:pt x="4" y="105"/>
                    </a:lnTo>
                    <a:lnTo>
                      <a:pt x="4" y="105"/>
                    </a:lnTo>
                    <a:lnTo>
                      <a:pt x="1" y="116"/>
                    </a:lnTo>
                    <a:lnTo>
                      <a:pt x="0" y="127"/>
                    </a:lnTo>
                    <a:lnTo>
                      <a:pt x="2" y="138"/>
                    </a:lnTo>
                    <a:lnTo>
                      <a:pt x="6" y="147"/>
                    </a:lnTo>
                    <a:lnTo>
                      <a:pt x="6" y="147"/>
                    </a:lnTo>
                    <a:lnTo>
                      <a:pt x="12" y="157"/>
                    </a:lnTo>
                    <a:lnTo>
                      <a:pt x="15" y="166"/>
                    </a:lnTo>
                    <a:lnTo>
                      <a:pt x="21" y="184"/>
                    </a:lnTo>
                    <a:lnTo>
                      <a:pt x="21" y="184"/>
                    </a:lnTo>
                    <a:lnTo>
                      <a:pt x="21" y="184"/>
                    </a:lnTo>
                    <a:lnTo>
                      <a:pt x="21" y="184"/>
                    </a:lnTo>
                    <a:lnTo>
                      <a:pt x="21" y="184"/>
                    </a:lnTo>
                    <a:close/>
                  </a:path>
                </a:pathLst>
              </a:custGeom>
              <a:solidFill>
                <a:srgbClr val="7CC8EC"/>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sp>
            <p:nvSpPr>
              <p:cNvPr id="82" name="Freeform 19"/>
              <p:cNvSpPr>
                <a:spLocks noEditPoints="1"/>
              </p:cNvSpPr>
              <p:nvPr/>
            </p:nvSpPr>
            <p:spPr bwMode="auto">
              <a:xfrm>
                <a:off x="5075236" y="1604955"/>
                <a:ext cx="360363" cy="1065213"/>
              </a:xfrm>
              <a:custGeom>
                <a:avLst/>
                <a:gdLst/>
                <a:ahLst/>
                <a:cxnLst>
                  <a:cxn ang="0">
                    <a:pos x="124" y="1301"/>
                  </a:cxn>
                  <a:cxn ang="0">
                    <a:pos x="136" y="1239"/>
                  </a:cxn>
                  <a:cxn ang="0">
                    <a:pos x="160" y="984"/>
                  </a:cxn>
                  <a:cxn ang="0">
                    <a:pos x="171" y="908"/>
                  </a:cxn>
                  <a:cxn ang="0">
                    <a:pos x="193" y="716"/>
                  </a:cxn>
                  <a:cxn ang="0">
                    <a:pos x="230" y="623"/>
                  </a:cxn>
                  <a:cxn ang="0">
                    <a:pos x="245" y="629"/>
                  </a:cxn>
                  <a:cxn ang="0">
                    <a:pos x="254" y="785"/>
                  </a:cxn>
                  <a:cxn ang="0">
                    <a:pos x="290" y="973"/>
                  </a:cxn>
                  <a:cxn ang="0">
                    <a:pos x="301" y="1207"/>
                  </a:cxn>
                  <a:cxn ang="0">
                    <a:pos x="321" y="1258"/>
                  </a:cxn>
                  <a:cxn ang="0">
                    <a:pos x="329" y="1296"/>
                  </a:cxn>
                  <a:cxn ang="0">
                    <a:pos x="366" y="1322"/>
                  </a:cxn>
                  <a:cxn ang="0">
                    <a:pos x="433" y="1343"/>
                  </a:cxn>
                  <a:cxn ang="0">
                    <a:pos x="452" y="1325"/>
                  </a:cxn>
                  <a:cxn ang="0">
                    <a:pos x="414" y="1287"/>
                  </a:cxn>
                  <a:cxn ang="0">
                    <a:pos x="411" y="1241"/>
                  </a:cxn>
                  <a:cxn ang="0">
                    <a:pos x="417" y="1198"/>
                  </a:cxn>
                  <a:cxn ang="0">
                    <a:pos x="406" y="1108"/>
                  </a:cxn>
                  <a:cxn ang="0">
                    <a:pos x="410" y="1014"/>
                  </a:cxn>
                  <a:cxn ang="0">
                    <a:pos x="402" y="935"/>
                  </a:cxn>
                  <a:cxn ang="0">
                    <a:pos x="400" y="638"/>
                  </a:cxn>
                  <a:cxn ang="0">
                    <a:pos x="433" y="569"/>
                  </a:cxn>
                  <a:cxn ang="0">
                    <a:pos x="410" y="483"/>
                  </a:cxn>
                  <a:cxn ang="0">
                    <a:pos x="381" y="310"/>
                  </a:cxn>
                  <a:cxn ang="0">
                    <a:pos x="408" y="269"/>
                  </a:cxn>
                  <a:cxn ang="0">
                    <a:pos x="432" y="141"/>
                  </a:cxn>
                  <a:cxn ang="0">
                    <a:pos x="406" y="71"/>
                  </a:cxn>
                  <a:cxn ang="0">
                    <a:pos x="282" y="0"/>
                  </a:cxn>
                  <a:cxn ang="0">
                    <a:pos x="273" y="116"/>
                  </a:cxn>
                  <a:cxn ang="0">
                    <a:pos x="227" y="187"/>
                  </a:cxn>
                  <a:cxn ang="0">
                    <a:pos x="224" y="57"/>
                  </a:cxn>
                  <a:cxn ang="0">
                    <a:pos x="226" y="29"/>
                  </a:cxn>
                  <a:cxn ang="0">
                    <a:pos x="196" y="38"/>
                  </a:cxn>
                  <a:cxn ang="0">
                    <a:pos x="201" y="67"/>
                  </a:cxn>
                  <a:cxn ang="0">
                    <a:pos x="173" y="186"/>
                  </a:cxn>
                  <a:cxn ang="0">
                    <a:pos x="163" y="34"/>
                  </a:cxn>
                  <a:cxn ang="0">
                    <a:pos x="88" y="42"/>
                  </a:cxn>
                  <a:cxn ang="0">
                    <a:pos x="20" y="82"/>
                  </a:cxn>
                  <a:cxn ang="0">
                    <a:pos x="5" y="202"/>
                  </a:cxn>
                  <a:cxn ang="0">
                    <a:pos x="25" y="300"/>
                  </a:cxn>
                  <a:cxn ang="0">
                    <a:pos x="70" y="301"/>
                  </a:cxn>
                  <a:cxn ang="0">
                    <a:pos x="54" y="449"/>
                  </a:cxn>
                  <a:cxn ang="0">
                    <a:pos x="21" y="554"/>
                  </a:cxn>
                  <a:cxn ang="0">
                    <a:pos x="44" y="584"/>
                  </a:cxn>
                  <a:cxn ang="0">
                    <a:pos x="51" y="777"/>
                  </a:cxn>
                  <a:cxn ang="0">
                    <a:pos x="47" y="1261"/>
                  </a:cxn>
                  <a:cxn ang="0">
                    <a:pos x="21" y="1287"/>
                  </a:cxn>
                  <a:cxn ang="0">
                    <a:pos x="4" y="1326"/>
                  </a:cxn>
                  <a:cxn ang="0">
                    <a:pos x="61" y="1335"/>
                  </a:cxn>
                  <a:cxn ang="0">
                    <a:pos x="96" y="1313"/>
                  </a:cxn>
                  <a:cxn ang="0">
                    <a:pos x="173" y="395"/>
                  </a:cxn>
                  <a:cxn ang="0">
                    <a:pos x="198" y="450"/>
                  </a:cxn>
                  <a:cxn ang="0">
                    <a:pos x="239" y="427"/>
                  </a:cxn>
                  <a:cxn ang="0">
                    <a:pos x="283" y="286"/>
                  </a:cxn>
                  <a:cxn ang="0">
                    <a:pos x="308" y="442"/>
                  </a:cxn>
                  <a:cxn ang="0">
                    <a:pos x="298" y="498"/>
                  </a:cxn>
                  <a:cxn ang="0">
                    <a:pos x="211" y="513"/>
                  </a:cxn>
                  <a:cxn ang="0">
                    <a:pos x="134" y="479"/>
                  </a:cxn>
                  <a:cxn ang="0">
                    <a:pos x="136" y="319"/>
                  </a:cxn>
                </a:cxnLst>
                <a:rect l="0" t="0" r="r" b="b"/>
                <a:pathLst>
                  <a:path w="453" h="1343">
                    <a:moveTo>
                      <a:pt x="96" y="1313"/>
                    </a:moveTo>
                    <a:lnTo>
                      <a:pt x="96" y="1313"/>
                    </a:lnTo>
                    <a:lnTo>
                      <a:pt x="107" y="1311"/>
                    </a:lnTo>
                    <a:lnTo>
                      <a:pt x="113" y="1310"/>
                    </a:lnTo>
                    <a:lnTo>
                      <a:pt x="117" y="1307"/>
                    </a:lnTo>
                    <a:lnTo>
                      <a:pt x="121" y="1305"/>
                    </a:lnTo>
                    <a:lnTo>
                      <a:pt x="124" y="1301"/>
                    </a:lnTo>
                    <a:lnTo>
                      <a:pt x="126" y="1296"/>
                    </a:lnTo>
                    <a:lnTo>
                      <a:pt x="126" y="1291"/>
                    </a:lnTo>
                    <a:lnTo>
                      <a:pt x="126" y="1291"/>
                    </a:lnTo>
                    <a:lnTo>
                      <a:pt x="126" y="1277"/>
                    </a:lnTo>
                    <a:lnTo>
                      <a:pt x="128" y="1264"/>
                    </a:lnTo>
                    <a:lnTo>
                      <a:pt x="132" y="1252"/>
                    </a:lnTo>
                    <a:lnTo>
                      <a:pt x="136" y="1239"/>
                    </a:lnTo>
                    <a:lnTo>
                      <a:pt x="136" y="1239"/>
                    </a:lnTo>
                    <a:lnTo>
                      <a:pt x="143" y="1224"/>
                    </a:lnTo>
                    <a:lnTo>
                      <a:pt x="147" y="1208"/>
                    </a:lnTo>
                    <a:lnTo>
                      <a:pt x="151" y="1192"/>
                    </a:lnTo>
                    <a:lnTo>
                      <a:pt x="152" y="1175"/>
                    </a:lnTo>
                    <a:lnTo>
                      <a:pt x="152" y="1175"/>
                    </a:lnTo>
                    <a:lnTo>
                      <a:pt x="160" y="984"/>
                    </a:lnTo>
                    <a:lnTo>
                      <a:pt x="160" y="984"/>
                    </a:lnTo>
                    <a:lnTo>
                      <a:pt x="160" y="957"/>
                    </a:lnTo>
                    <a:lnTo>
                      <a:pt x="162" y="943"/>
                    </a:lnTo>
                    <a:lnTo>
                      <a:pt x="163" y="930"/>
                    </a:lnTo>
                    <a:lnTo>
                      <a:pt x="163" y="930"/>
                    </a:lnTo>
                    <a:lnTo>
                      <a:pt x="167" y="919"/>
                    </a:lnTo>
                    <a:lnTo>
                      <a:pt x="171" y="908"/>
                    </a:lnTo>
                    <a:lnTo>
                      <a:pt x="173" y="896"/>
                    </a:lnTo>
                    <a:lnTo>
                      <a:pt x="175" y="882"/>
                    </a:lnTo>
                    <a:lnTo>
                      <a:pt x="179" y="833"/>
                    </a:lnTo>
                    <a:lnTo>
                      <a:pt x="179" y="833"/>
                    </a:lnTo>
                    <a:lnTo>
                      <a:pt x="183" y="787"/>
                    </a:lnTo>
                    <a:lnTo>
                      <a:pt x="189" y="739"/>
                    </a:lnTo>
                    <a:lnTo>
                      <a:pt x="193" y="716"/>
                    </a:lnTo>
                    <a:lnTo>
                      <a:pt x="198" y="693"/>
                    </a:lnTo>
                    <a:lnTo>
                      <a:pt x="205" y="671"/>
                    </a:lnTo>
                    <a:lnTo>
                      <a:pt x="213" y="649"/>
                    </a:lnTo>
                    <a:lnTo>
                      <a:pt x="213" y="649"/>
                    </a:lnTo>
                    <a:lnTo>
                      <a:pt x="218" y="639"/>
                    </a:lnTo>
                    <a:lnTo>
                      <a:pt x="224" y="627"/>
                    </a:lnTo>
                    <a:lnTo>
                      <a:pt x="230" y="623"/>
                    </a:lnTo>
                    <a:lnTo>
                      <a:pt x="234" y="620"/>
                    </a:lnTo>
                    <a:lnTo>
                      <a:pt x="237" y="620"/>
                    </a:lnTo>
                    <a:lnTo>
                      <a:pt x="238" y="622"/>
                    </a:lnTo>
                    <a:lnTo>
                      <a:pt x="241" y="623"/>
                    </a:lnTo>
                    <a:lnTo>
                      <a:pt x="242" y="624"/>
                    </a:lnTo>
                    <a:lnTo>
                      <a:pt x="242" y="624"/>
                    </a:lnTo>
                    <a:lnTo>
                      <a:pt x="245" y="629"/>
                    </a:lnTo>
                    <a:lnTo>
                      <a:pt x="246" y="633"/>
                    </a:lnTo>
                    <a:lnTo>
                      <a:pt x="246" y="641"/>
                    </a:lnTo>
                    <a:lnTo>
                      <a:pt x="246" y="641"/>
                    </a:lnTo>
                    <a:lnTo>
                      <a:pt x="250" y="742"/>
                    </a:lnTo>
                    <a:lnTo>
                      <a:pt x="250" y="742"/>
                    </a:lnTo>
                    <a:lnTo>
                      <a:pt x="252" y="764"/>
                    </a:lnTo>
                    <a:lnTo>
                      <a:pt x="254" y="785"/>
                    </a:lnTo>
                    <a:lnTo>
                      <a:pt x="260" y="806"/>
                    </a:lnTo>
                    <a:lnTo>
                      <a:pt x="264" y="828"/>
                    </a:lnTo>
                    <a:lnTo>
                      <a:pt x="275" y="870"/>
                    </a:lnTo>
                    <a:lnTo>
                      <a:pt x="280" y="892"/>
                    </a:lnTo>
                    <a:lnTo>
                      <a:pt x="283" y="913"/>
                    </a:lnTo>
                    <a:lnTo>
                      <a:pt x="283" y="913"/>
                    </a:lnTo>
                    <a:lnTo>
                      <a:pt x="290" y="973"/>
                    </a:lnTo>
                    <a:lnTo>
                      <a:pt x="294" y="1033"/>
                    </a:lnTo>
                    <a:lnTo>
                      <a:pt x="298" y="1155"/>
                    </a:lnTo>
                    <a:lnTo>
                      <a:pt x="298" y="1155"/>
                    </a:lnTo>
                    <a:lnTo>
                      <a:pt x="297" y="1181"/>
                    </a:lnTo>
                    <a:lnTo>
                      <a:pt x="298" y="1194"/>
                    </a:lnTo>
                    <a:lnTo>
                      <a:pt x="298" y="1201"/>
                    </a:lnTo>
                    <a:lnTo>
                      <a:pt x="301" y="1207"/>
                    </a:lnTo>
                    <a:lnTo>
                      <a:pt x="301" y="1207"/>
                    </a:lnTo>
                    <a:lnTo>
                      <a:pt x="317" y="1250"/>
                    </a:lnTo>
                    <a:lnTo>
                      <a:pt x="317" y="1250"/>
                    </a:lnTo>
                    <a:lnTo>
                      <a:pt x="318" y="1254"/>
                    </a:lnTo>
                    <a:lnTo>
                      <a:pt x="320" y="1257"/>
                    </a:lnTo>
                    <a:lnTo>
                      <a:pt x="321" y="1258"/>
                    </a:lnTo>
                    <a:lnTo>
                      <a:pt x="321" y="1258"/>
                    </a:lnTo>
                    <a:lnTo>
                      <a:pt x="324" y="1260"/>
                    </a:lnTo>
                    <a:lnTo>
                      <a:pt x="327" y="1261"/>
                    </a:lnTo>
                    <a:lnTo>
                      <a:pt x="329" y="1265"/>
                    </a:lnTo>
                    <a:lnTo>
                      <a:pt x="329" y="1269"/>
                    </a:lnTo>
                    <a:lnTo>
                      <a:pt x="329" y="1275"/>
                    </a:lnTo>
                    <a:lnTo>
                      <a:pt x="329" y="1275"/>
                    </a:lnTo>
                    <a:lnTo>
                      <a:pt x="329" y="1296"/>
                    </a:lnTo>
                    <a:lnTo>
                      <a:pt x="331" y="1310"/>
                    </a:lnTo>
                    <a:lnTo>
                      <a:pt x="331" y="1314"/>
                    </a:lnTo>
                    <a:lnTo>
                      <a:pt x="332" y="1316"/>
                    </a:lnTo>
                    <a:lnTo>
                      <a:pt x="332" y="1316"/>
                    </a:lnTo>
                    <a:lnTo>
                      <a:pt x="352" y="1317"/>
                    </a:lnTo>
                    <a:lnTo>
                      <a:pt x="362" y="1320"/>
                    </a:lnTo>
                    <a:lnTo>
                      <a:pt x="366" y="1322"/>
                    </a:lnTo>
                    <a:lnTo>
                      <a:pt x="370" y="1325"/>
                    </a:lnTo>
                    <a:lnTo>
                      <a:pt x="370" y="1325"/>
                    </a:lnTo>
                    <a:lnTo>
                      <a:pt x="378" y="1329"/>
                    </a:lnTo>
                    <a:lnTo>
                      <a:pt x="389" y="1335"/>
                    </a:lnTo>
                    <a:lnTo>
                      <a:pt x="404" y="1339"/>
                    </a:lnTo>
                    <a:lnTo>
                      <a:pt x="419" y="1341"/>
                    </a:lnTo>
                    <a:lnTo>
                      <a:pt x="433" y="1343"/>
                    </a:lnTo>
                    <a:lnTo>
                      <a:pt x="438" y="1343"/>
                    </a:lnTo>
                    <a:lnTo>
                      <a:pt x="444" y="1341"/>
                    </a:lnTo>
                    <a:lnTo>
                      <a:pt x="448" y="1339"/>
                    </a:lnTo>
                    <a:lnTo>
                      <a:pt x="451" y="1336"/>
                    </a:lnTo>
                    <a:lnTo>
                      <a:pt x="453" y="1331"/>
                    </a:lnTo>
                    <a:lnTo>
                      <a:pt x="452" y="1325"/>
                    </a:lnTo>
                    <a:lnTo>
                      <a:pt x="452" y="1325"/>
                    </a:lnTo>
                    <a:lnTo>
                      <a:pt x="451" y="1320"/>
                    </a:lnTo>
                    <a:lnTo>
                      <a:pt x="449" y="1316"/>
                    </a:lnTo>
                    <a:lnTo>
                      <a:pt x="445" y="1311"/>
                    </a:lnTo>
                    <a:lnTo>
                      <a:pt x="441" y="1307"/>
                    </a:lnTo>
                    <a:lnTo>
                      <a:pt x="441" y="1307"/>
                    </a:lnTo>
                    <a:lnTo>
                      <a:pt x="423" y="1295"/>
                    </a:lnTo>
                    <a:lnTo>
                      <a:pt x="414" y="1287"/>
                    </a:lnTo>
                    <a:lnTo>
                      <a:pt x="411" y="1283"/>
                    </a:lnTo>
                    <a:lnTo>
                      <a:pt x="408" y="1280"/>
                    </a:lnTo>
                    <a:lnTo>
                      <a:pt x="408" y="1280"/>
                    </a:lnTo>
                    <a:lnTo>
                      <a:pt x="407" y="1271"/>
                    </a:lnTo>
                    <a:lnTo>
                      <a:pt x="408" y="1261"/>
                    </a:lnTo>
                    <a:lnTo>
                      <a:pt x="411" y="1241"/>
                    </a:lnTo>
                    <a:lnTo>
                      <a:pt x="411" y="1241"/>
                    </a:lnTo>
                    <a:lnTo>
                      <a:pt x="412" y="1235"/>
                    </a:lnTo>
                    <a:lnTo>
                      <a:pt x="414" y="1228"/>
                    </a:lnTo>
                    <a:lnTo>
                      <a:pt x="417" y="1223"/>
                    </a:lnTo>
                    <a:lnTo>
                      <a:pt x="418" y="1216"/>
                    </a:lnTo>
                    <a:lnTo>
                      <a:pt x="418" y="1216"/>
                    </a:lnTo>
                    <a:lnTo>
                      <a:pt x="418" y="1207"/>
                    </a:lnTo>
                    <a:lnTo>
                      <a:pt x="417" y="1198"/>
                    </a:lnTo>
                    <a:lnTo>
                      <a:pt x="412" y="1182"/>
                    </a:lnTo>
                    <a:lnTo>
                      <a:pt x="412" y="1182"/>
                    </a:lnTo>
                    <a:lnTo>
                      <a:pt x="410" y="1174"/>
                    </a:lnTo>
                    <a:lnTo>
                      <a:pt x="408" y="1164"/>
                    </a:lnTo>
                    <a:lnTo>
                      <a:pt x="407" y="1145"/>
                    </a:lnTo>
                    <a:lnTo>
                      <a:pt x="406" y="1108"/>
                    </a:lnTo>
                    <a:lnTo>
                      <a:pt x="406" y="1108"/>
                    </a:lnTo>
                    <a:lnTo>
                      <a:pt x="403" y="1065"/>
                    </a:lnTo>
                    <a:lnTo>
                      <a:pt x="403" y="1065"/>
                    </a:lnTo>
                    <a:lnTo>
                      <a:pt x="403" y="1052"/>
                    </a:lnTo>
                    <a:lnTo>
                      <a:pt x="406" y="1040"/>
                    </a:lnTo>
                    <a:lnTo>
                      <a:pt x="408" y="1028"/>
                    </a:lnTo>
                    <a:lnTo>
                      <a:pt x="410" y="1014"/>
                    </a:lnTo>
                    <a:lnTo>
                      <a:pt x="410" y="1014"/>
                    </a:lnTo>
                    <a:lnTo>
                      <a:pt x="410" y="1005"/>
                    </a:lnTo>
                    <a:lnTo>
                      <a:pt x="408" y="994"/>
                    </a:lnTo>
                    <a:lnTo>
                      <a:pt x="404" y="975"/>
                    </a:lnTo>
                    <a:lnTo>
                      <a:pt x="400" y="954"/>
                    </a:lnTo>
                    <a:lnTo>
                      <a:pt x="400" y="945"/>
                    </a:lnTo>
                    <a:lnTo>
                      <a:pt x="402" y="935"/>
                    </a:lnTo>
                    <a:lnTo>
                      <a:pt x="402" y="935"/>
                    </a:lnTo>
                    <a:lnTo>
                      <a:pt x="403" y="916"/>
                    </a:lnTo>
                    <a:lnTo>
                      <a:pt x="404" y="896"/>
                    </a:lnTo>
                    <a:lnTo>
                      <a:pt x="406" y="858"/>
                    </a:lnTo>
                    <a:lnTo>
                      <a:pt x="406" y="858"/>
                    </a:lnTo>
                    <a:lnTo>
                      <a:pt x="404" y="802"/>
                    </a:lnTo>
                    <a:lnTo>
                      <a:pt x="404" y="747"/>
                    </a:lnTo>
                    <a:lnTo>
                      <a:pt x="400" y="638"/>
                    </a:lnTo>
                    <a:lnTo>
                      <a:pt x="400" y="638"/>
                    </a:lnTo>
                    <a:lnTo>
                      <a:pt x="397" y="590"/>
                    </a:lnTo>
                    <a:lnTo>
                      <a:pt x="397" y="590"/>
                    </a:lnTo>
                    <a:lnTo>
                      <a:pt x="399" y="590"/>
                    </a:lnTo>
                    <a:lnTo>
                      <a:pt x="403" y="588"/>
                    </a:lnTo>
                    <a:lnTo>
                      <a:pt x="414" y="581"/>
                    </a:lnTo>
                    <a:lnTo>
                      <a:pt x="433" y="569"/>
                    </a:lnTo>
                    <a:lnTo>
                      <a:pt x="433" y="569"/>
                    </a:lnTo>
                    <a:lnTo>
                      <a:pt x="434" y="566"/>
                    </a:lnTo>
                    <a:lnTo>
                      <a:pt x="434" y="563"/>
                    </a:lnTo>
                    <a:lnTo>
                      <a:pt x="433" y="554"/>
                    </a:lnTo>
                    <a:lnTo>
                      <a:pt x="425" y="528"/>
                    </a:lnTo>
                    <a:lnTo>
                      <a:pt x="410" y="483"/>
                    </a:lnTo>
                    <a:lnTo>
                      <a:pt x="410" y="483"/>
                    </a:lnTo>
                    <a:lnTo>
                      <a:pt x="399" y="440"/>
                    </a:lnTo>
                    <a:lnTo>
                      <a:pt x="388" y="397"/>
                    </a:lnTo>
                    <a:lnTo>
                      <a:pt x="384" y="375"/>
                    </a:lnTo>
                    <a:lnTo>
                      <a:pt x="381" y="353"/>
                    </a:lnTo>
                    <a:lnTo>
                      <a:pt x="380" y="330"/>
                    </a:lnTo>
                    <a:lnTo>
                      <a:pt x="381" y="310"/>
                    </a:lnTo>
                    <a:lnTo>
                      <a:pt x="381" y="310"/>
                    </a:lnTo>
                    <a:lnTo>
                      <a:pt x="382" y="306"/>
                    </a:lnTo>
                    <a:lnTo>
                      <a:pt x="384" y="303"/>
                    </a:lnTo>
                    <a:lnTo>
                      <a:pt x="389" y="297"/>
                    </a:lnTo>
                    <a:lnTo>
                      <a:pt x="395" y="293"/>
                    </a:lnTo>
                    <a:lnTo>
                      <a:pt x="399" y="286"/>
                    </a:lnTo>
                    <a:lnTo>
                      <a:pt x="399" y="286"/>
                    </a:lnTo>
                    <a:lnTo>
                      <a:pt x="408" y="269"/>
                    </a:lnTo>
                    <a:lnTo>
                      <a:pt x="415" y="251"/>
                    </a:lnTo>
                    <a:lnTo>
                      <a:pt x="422" y="233"/>
                    </a:lnTo>
                    <a:lnTo>
                      <a:pt x="427" y="216"/>
                    </a:lnTo>
                    <a:lnTo>
                      <a:pt x="430" y="198"/>
                    </a:lnTo>
                    <a:lnTo>
                      <a:pt x="433" y="179"/>
                    </a:lnTo>
                    <a:lnTo>
                      <a:pt x="433" y="160"/>
                    </a:lnTo>
                    <a:lnTo>
                      <a:pt x="432" y="141"/>
                    </a:lnTo>
                    <a:lnTo>
                      <a:pt x="432" y="141"/>
                    </a:lnTo>
                    <a:lnTo>
                      <a:pt x="429" y="112"/>
                    </a:lnTo>
                    <a:lnTo>
                      <a:pt x="422" y="85"/>
                    </a:lnTo>
                    <a:lnTo>
                      <a:pt x="422" y="85"/>
                    </a:lnTo>
                    <a:lnTo>
                      <a:pt x="421" y="79"/>
                    </a:lnTo>
                    <a:lnTo>
                      <a:pt x="417" y="77"/>
                    </a:lnTo>
                    <a:lnTo>
                      <a:pt x="406" y="71"/>
                    </a:lnTo>
                    <a:lnTo>
                      <a:pt x="406" y="71"/>
                    </a:lnTo>
                    <a:lnTo>
                      <a:pt x="373" y="56"/>
                    </a:lnTo>
                    <a:lnTo>
                      <a:pt x="342" y="40"/>
                    </a:lnTo>
                    <a:lnTo>
                      <a:pt x="310" y="22"/>
                    </a:lnTo>
                    <a:lnTo>
                      <a:pt x="295" y="11"/>
                    </a:lnTo>
                    <a:lnTo>
                      <a:pt x="282" y="0"/>
                    </a:lnTo>
                    <a:lnTo>
                      <a:pt x="282" y="0"/>
                    </a:lnTo>
                    <a:lnTo>
                      <a:pt x="271" y="26"/>
                    </a:lnTo>
                    <a:lnTo>
                      <a:pt x="267" y="40"/>
                    </a:lnTo>
                    <a:lnTo>
                      <a:pt x="265" y="47"/>
                    </a:lnTo>
                    <a:lnTo>
                      <a:pt x="265" y="53"/>
                    </a:lnTo>
                    <a:lnTo>
                      <a:pt x="265" y="53"/>
                    </a:lnTo>
                    <a:lnTo>
                      <a:pt x="273" y="116"/>
                    </a:lnTo>
                    <a:lnTo>
                      <a:pt x="273" y="116"/>
                    </a:lnTo>
                    <a:lnTo>
                      <a:pt x="280" y="168"/>
                    </a:lnTo>
                    <a:lnTo>
                      <a:pt x="280" y="168"/>
                    </a:lnTo>
                    <a:lnTo>
                      <a:pt x="278" y="169"/>
                    </a:lnTo>
                    <a:lnTo>
                      <a:pt x="275" y="171"/>
                    </a:lnTo>
                    <a:lnTo>
                      <a:pt x="268" y="172"/>
                    </a:lnTo>
                    <a:lnTo>
                      <a:pt x="268" y="172"/>
                    </a:lnTo>
                    <a:lnTo>
                      <a:pt x="227" y="187"/>
                    </a:lnTo>
                    <a:lnTo>
                      <a:pt x="227" y="187"/>
                    </a:lnTo>
                    <a:lnTo>
                      <a:pt x="222" y="72"/>
                    </a:lnTo>
                    <a:lnTo>
                      <a:pt x="222" y="72"/>
                    </a:lnTo>
                    <a:lnTo>
                      <a:pt x="220" y="67"/>
                    </a:lnTo>
                    <a:lnTo>
                      <a:pt x="220" y="60"/>
                    </a:lnTo>
                    <a:lnTo>
                      <a:pt x="220" y="60"/>
                    </a:lnTo>
                    <a:lnTo>
                      <a:pt x="224" y="57"/>
                    </a:lnTo>
                    <a:lnTo>
                      <a:pt x="230" y="52"/>
                    </a:lnTo>
                    <a:lnTo>
                      <a:pt x="235" y="48"/>
                    </a:lnTo>
                    <a:lnTo>
                      <a:pt x="237" y="47"/>
                    </a:lnTo>
                    <a:lnTo>
                      <a:pt x="238" y="45"/>
                    </a:lnTo>
                    <a:lnTo>
                      <a:pt x="238" y="45"/>
                    </a:lnTo>
                    <a:lnTo>
                      <a:pt x="231" y="34"/>
                    </a:lnTo>
                    <a:lnTo>
                      <a:pt x="226" y="29"/>
                    </a:lnTo>
                    <a:lnTo>
                      <a:pt x="222" y="25"/>
                    </a:lnTo>
                    <a:lnTo>
                      <a:pt x="218" y="22"/>
                    </a:lnTo>
                    <a:lnTo>
                      <a:pt x="212" y="21"/>
                    </a:lnTo>
                    <a:lnTo>
                      <a:pt x="207" y="23"/>
                    </a:lnTo>
                    <a:lnTo>
                      <a:pt x="203" y="29"/>
                    </a:lnTo>
                    <a:lnTo>
                      <a:pt x="203" y="29"/>
                    </a:lnTo>
                    <a:lnTo>
                      <a:pt x="196" y="38"/>
                    </a:lnTo>
                    <a:lnTo>
                      <a:pt x="194" y="44"/>
                    </a:lnTo>
                    <a:lnTo>
                      <a:pt x="196" y="49"/>
                    </a:lnTo>
                    <a:lnTo>
                      <a:pt x="196" y="49"/>
                    </a:lnTo>
                    <a:lnTo>
                      <a:pt x="200" y="57"/>
                    </a:lnTo>
                    <a:lnTo>
                      <a:pt x="201" y="63"/>
                    </a:lnTo>
                    <a:lnTo>
                      <a:pt x="201" y="67"/>
                    </a:lnTo>
                    <a:lnTo>
                      <a:pt x="201" y="67"/>
                    </a:lnTo>
                    <a:lnTo>
                      <a:pt x="197" y="127"/>
                    </a:lnTo>
                    <a:lnTo>
                      <a:pt x="197" y="127"/>
                    </a:lnTo>
                    <a:lnTo>
                      <a:pt x="192" y="186"/>
                    </a:lnTo>
                    <a:lnTo>
                      <a:pt x="192" y="186"/>
                    </a:lnTo>
                    <a:lnTo>
                      <a:pt x="189" y="186"/>
                    </a:lnTo>
                    <a:lnTo>
                      <a:pt x="185" y="187"/>
                    </a:lnTo>
                    <a:lnTo>
                      <a:pt x="173" y="186"/>
                    </a:lnTo>
                    <a:lnTo>
                      <a:pt x="148" y="184"/>
                    </a:lnTo>
                    <a:lnTo>
                      <a:pt x="148" y="184"/>
                    </a:lnTo>
                    <a:lnTo>
                      <a:pt x="158" y="123"/>
                    </a:lnTo>
                    <a:lnTo>
                      <a:pt x="164" y="62"/>
                    </a:lnTo>
                    <a:lnTo>
                      <a:pt x="164" y="62"/>
                    </a:lnTo>
                    <a:lnTo>
                      <a:pt x="164" y="47"/>
                    </a:lnTo>
                    <a:lnTo>
                      <a:pt x="163" y="34"/>
                    </a:lnTo>
                    <a:lnTo>
                      <a:pt x="160" y="21"/>
                    </a:lnTo>
                    <a:lnTo>
                      <a:pt x="158" y="7"/>
                    </a:lnTo>
                    <a:lnTo>
                      <a:pt x="158" y="7"/>
                    </a:lnTo>
                    <a:lnTo>
                      <a:pt x="147" y="14"/>
                    </a:lnTo>
                    <a:lnTo>
                      <a:pt x="136" y="21"/>
                    </a:lnTo>
                    <a:lnTo>
                      <a:pt x="111" y="32"/>
                    </a:lnTo>
                    <a:lnTo>
                      <a:pt x="88" y="42"/>
                    </a:lnTo>
                    <a:lnTo>
                      <a:pt x="65" y="53"/>
                    </a:lnTo>
                    <a:lnTo>
                      <a:pt x="65" y="53"/>
                    </a:lnTo>
                    <a:lnTo>
                      <a:pt x="43" y="66"/>
                    </a:lnTo>
                    <a:lnTo>
                      <a:pt x="32" y="72"/>
                    </a:lnTo>
                    <a:lnTo>
                      <a:pt x="23" y="79"/>
                    </a:lnTo>
                    <a:lnTo>
                      <a:pt x="23" y="79"/>
                    </a:lnTo>
                    <a:lnTo>
                      <a:pt x="20" y="82"/>
                    </a:lnTo>
                    <a:lnTo>
                      <a:pt x="19" y="86"/>
                    </a:lnTo>
                    <a:lnTo>
                      <a:pt x="16" y="96"/>
                    </a:lnTo>
                    <a:lnTo>
                      <a:pt x="15" y="115"/>
                    </a:lnTo>
                    <a:lnTo>
                      <a:pt x="15" y="115"/>
                    </a:lnTo>
                    <a:lnTo>
                      <a:pt x="10" y="135"/>
                    </a:lnTo>
                    <a:lnTo>
                      <a:pt x="8" y="166"/>
                    </a:lnTo>
                    <a:lnTo>
                      <a:pt x="5" y="202"/>
                    </a:lnTo>
                    <a:lnTo>
                      <a:pt x="4" y="221"/>
                    </a:lnTo>
                    <a:lnTo>
                      <a:pt x="5" y="239"/>
                    </a:lnTo>
                    <a:lnTo>
                      <a:pt x="6" y="256"/>
                    </a:lnTo>
                    <a:lnTo>
                      <a:pt x="10" y="271"/>
                    </a:lnTo>
                    <a:lnTo>
                      <a:pt x="15" y="285"/>
                    </a:lnTo>
                    <a:lnTo>
                      <a:pt x="21" y="296"/>
                    </a:lnTo>
                    <a:lnTo>
                      <a:pt x="25" y="300"/>
                    </a:lnTo>
                    <a:lnTo>
                      <a:pt x="29" y="303"/>
                    </a:lnTo>
                    <a:lnTo>
                      <a:pt x="35" y="306"/>
                    </a:lnTo>
                    <a:lnTo>
                      <a:pt x="40" y="307"/>
                    </a:lnTo>
                    <a:lnTo>
                      <a:pt x="47" y="308"/>
                    </a:lnTo>
                    <a:lnTo>
                      <a:pt x="54" y="307"/>
                    </a:lnTo>
                    <a:lnTo>
                      <a:pt x="61" y="306"/>
                    </a:lnTo>
                    <a:lnTo>
                      <a:pt x="70" y="301"/>
                    </a:lnTo>
                    <a:lnTo>
                      <a:pt x="70" y="301"/>
                    </a:lnTo>
                    <a:lnTo>
                      <a:pt x="70" y="312"/>
                    </a:lnTo>
                    <a:lnTo>
                      <a:pt x="72" y="323"/>
                    </a:lnTo>
                    <a:lnTo>
                      <a:pt x="69" y="345"/>
                    </a:lnTo>
                    <a:lnTo>
                      <a:pt x="62" y="389"/>
                    </a:lnTo>
                    <a:lnTo>
                      <a:pt x="62" y="389"/>
                    </a:lnTo>
                    <a:lnTo>
                      <a:pt x="54" y="449"/>
                    </a:lnTo>
                    <a:lnTo>
                      <a:pt x="47" y="479"/>
                    </a:lnTo>
                    <a:lnTo>
                      <a:pt x="40" y="509"/>
                    </a:lnTo>
                    <a:lnTo>
                      <a:pt x="40" y="509"/>
                    </a:lnTo>
                    <a:lnTo>
                      <a:pt x="38" y="515"/>
                    </a:lnTo>
                    <a:lnTo>
                      <a:pt x="34" y="525"/>
                    </a:lnTo>
                    <a:lnTo>
                      <a:pt x="24" y="544"/>
                    </a:lnTo>
                    <a:lnTo>
                      <a:pt x="21" y="554"/>
                    </a:lnTo>
                    <a:lnTo>
                      <a:pt x="21" y="562"/>
                    </a:lnTo>
                    <a:lnTo>
                      <a:pt x="21" y="566"/>
                    </a:lnTo>
                    <a:lnTo>
                      <a:pt x="23" y="570"/>
                    </a:lnTo>
                    <a:lnTo>
                      <a:pt x="25" y="573"/>
                    </a:lnTo>
                    <a:lnTo>
                      <a:pt x="29" y="575"/>
                    </a:lnTo>
                    <a:lnTo>
                      <a:pt x="29" y="575"/>
                    </a:lnTo>
                    <a:lnTo>
                      <a:pt x="44" y="584"/>
                    </a:lnTo>
                    <a:lnTo>
                      <a:pt x="53" y="588"/>
                    </a:lnTo>
                    <a:lnTo>
                      <a:pt x="55" y="590"/>
                    </a:lnTo>
                    <a:lnTo>
                      <a:pt x="57" y="592"/>
                    </a:lnTo>
                    <a:lnTo>
                      <a:pt x="57" y="592"/>
                    </a:lnTo>
                    <a:lnTo>
                      <a:pt x="55" y="615"/>
                    </a:lnTo>
                    <a:lnTo>
                      <a:pt x="55" y="615"/>
                    </a:lnTo>
                    <a:lnTo>
                      <a:pt x="51" y="777"/>
                    </a:lnTo>
                    <a:lnTo>
                      <a:pt x="49" y="858"/>
                    </a:lnTo>
                    <a:lnTo>
                      <a:pt x="49" y="938"/>
                    </a:lnTo>
                    <a:lnTo>
                      <a:pt x="49" y="938"/>
                    </a:lnTo>
                    <a:lnTo>
                      <a:pt x="49" y="1185"/>
                    </a:lnTo>
                    <a:lnTo>
                      <a:pt x="49" y="1185"/>
                    </a:lnTo>
                    <a:lnTo>
                      <a:pt x="49" y="1223"/>
                    </a:lnTo>
                    <a:lnTo>
                      <a:pt x="47" y="1261"/>
                    </a:lnTo>
                    <a:lnTo>
                      <a:pt x="47" y="1261"/>
                    </a:lnTo>
                    <a:lnTo>
                      <a:pt x="47" y="1268"/>
                    </a:lnTo>
                    <a:lnTo>
                      <a:pt x="46" y="1273"/>
                    </a:lnTo>
                    <a:lnTo>
                      <a:pt x="43" y="1276"/>
                    </a:lnTo>
                    <a:lnTo>
                      <a:pt x="40" y="1279"/>
                    </a:lnTo>
                    <a:lnTo>
                      <a:pt x="34" y="1281"/>
                    </a:lnTo>
                    <a:lnTo>
                      <a:pt x="21" y="1287"/>
                    </a:lnTo>
                    <a:lnTo>
                      <a:pt x="21" y="1287"/>
                    </a:lnTo>
                    <a:lnTo>
                      <a:pt x="12" y="1292"/>
                    </a:lnTo>
                    <a:lnTo>
                      <a:pt x="5" y="1301"/>
                    </a:lnTo>
                    <a:lnTo>
                      <a:pt x="1" y="1309"/>
                    </a:lnTo>
                    <a:lnTo>
                      <a:pt x="0" y="1316"/>
                    </a:lnTo>
                    <a:lnTo>
                      <a:pt x="2" y="1324"/>
                    </a:lnTo>
                    <a:lnTo>
                      <a:pt x="4" y="1326"/>
                    </a:lnTo>
                    <a:lnTo>
                      <a:pt x="6" y="1329"/>
                    </a:lnTo>
                    <a:lnTo>
                      <a:pt x="10" y="1332"/>
                    </a:lnTo>
                    <a:lnTo>
                      <a:pt x="15" y="1335"/>
                    </a:lnTo>
                    <a:lnTo>
                      <a:pt x="27" y="1337"/>
                    </a:lnTo>
                    <a:lnTo>
                      <a:pt x="27" y="1337"/>
                    </a:lnTo>
                    <a:lnTo>
                      <a:pt x="43" y="1337"/>
                    </a:lnTo>
                    <a:lnTo>
                      <a:pt x="61" y="1335"/>
                    </a:lnTo>
                    <a:lnTo>
                      <a:pt x="61" y="1335"/>
                    </a:lnTo>
                    <a:lnTo>
                      <a:pt x="66" y="1333"/>
                    </a:lnTo>
                    <a:lnTo>
                      <a:pt x="70" y="1331"/>
                    </a:lnTo>
                    <a:lnTo>
                      <a:pt x="80" y="1324"/>
                    </a:lnTo>
                    <a:lnTo>
                      <a:pt x="88" y="1316"/>
                    </a:lnTo>
                    <a:lnTo>
                      <a:pt x="92" y="1314"/>
                    </a:lnTo>
                    <a:lnTo>
                      <a:pt x="96" y="1313"/>
                    </a:lnTo>
                    <a:lnTo>
                      <a:pt x="96" y="1313"/>
                    </a:lnTo>
                    <a:close/>
                    <a:moveTo>
                      <a:pt x="140" y="297"/>
                    </a:moveTo>
                    <a:lnTo>
                      <a:pt x="140" y="297"/>
                    </a:lnTo>
                    <a:lnTo>
                      <a:pt x="185" y="295"/>
                    </a:lnTo>
                    <a:lnTo>
                      <a:pt x="185" y="295"/>
                    </a:lnTo>
                    <a:lnTo>
                      <a:pt x="173" y="395"/>
                    </a:lnTo>
                    <a:lnTo>
                      <a:pt x="173" y="395"/>
                    </a:lnTo>
                    <a:lnTo>
                      <a:pt x="171" y="409"/>
                    </a:lnTo>
                    <a:lnTo>
                      <a:pt x="171" y="417"/>
                    </a:lnTo>
                    <a:lnTo>
                      <a:pt x="171" y="420"/>
                    </a:lnTo>
                    <a:lnTo>
                      <a:pt x="174" y="423"/>
                    </a:lnTo>
                    <a:lnTo>
                      <a:pt x="174" y="423"/>
                    </a:lnTo>
                    <a:lnTo>
                      <a:pt x="189" y="440"/>
                    </a:lnTo>
                    <a:lnTo>
                      <a:pt x="198" y="450"/>
                    </a:lnTo>
                    <a:lnTo>
                      <a:pt x="203" y="453"/>
                    </a:lnTo>
                    <a:lnTo>
                      <a:pt x="205" y="453"/>
                    </a:lnTo>
                    <a:lnTo>
                      <a:pt x="205" y="453"/>
                    </a:lnTo>
                    <a:lnTo>
                      <a:pt x="224" y="440"/>
                    </a:lnTo>
                    <a:lnTo>
                      <a:pt x="235" y="432"/>
                    </a:lnTo>
                    <a:lnTo>
                      <a:pt x="238" y="430"/>
                    </a:lnTo>
                    <a:lnTo>
                      <a:pt x="239" y="427"/>
                    </a:lnTo>
                    <a:lnTo>
                      <a:pt x="239" y="427"/>
                    </a:lnTo>
                    <a:lnTo>
                      <a:pt x="238" y="385"/>
                    </a:lnTo>
                    <a:lnTo>
                      <a:pt x="238" y="385"/>
                    </a:lnTo>
                    <a:lnTo>
                      <a:pt x="233" y="285"/>
                    </a:lnTo>
                    <a:lnTo>
                      <a:pt x="233" y="285"/>
                    </a:lnTo>
                    <a:lnTo>
                      <a:pt x="283" y="286"/>
                    </a:lnTo>
                    <a:lnTo>
                      <a:pt x="283" y="286"/>
                    </a:lnTo>
                    <a:lnTo>
                      <a:pt x="283" y="289"/>
                    </a:lnTo>
                    <a:lnTo>
                      <a:pt x="286" y="296"/>
                    </a:lnTo>
                    <a:lnTo>
                      <a:pt x="288" y="319"/>
                    </a:lnTo>
                    <a:lnTo>
                      <a:pt x="294" y="355"/>
                    </a:lnTo>
                    <a:lnTo>
                      <a:pt x="294" y="355"/>
                    </a:lnTo>
                    <a:lnTo>
                      <a:pt x="301" y="398"/>
                    </a:lnTo>
                    <a:lnTo>
                      <a:pt x="308" y="442"/>
                    </a:lnTo>
                    <a:lnTo>
                      <a:pt x="308" y="442"/>
                    </a:lnTo>
                    <a:lnTo>
                      <a:pt x="312" y="465"/>
                    </a:lnTo>
                    <a:lnTo>
                      <a:pt x="316" y="479"/>
                    </a:lnTo>
                    <a:lnTo>
                      <a:pt x="317" y="483"/>
                    </a:lnTo>
                    <a:lnTo>
                      <a:pt x="320" y="485"/>
                    </a:lnTo>
                    <a:lnTo>
                      <a:pt x="320" y="485"/>
                    </a:lnTo>
                    <a:lnTo>
                      <a:pt x="298" y="498"/>
                    </a:lnTo>
                    <a:lnTo>
                      <a:pt x="273" y="507"/>
                    </a:lnTo>
                    <a:lnTo>
                      <a:pt x="261" y="510"/>
                    </a:lnTo>
                    <a:lnTo>
                      <a:pt x="249" y="513"/>
                    </a:lnTo>
                    <a:lnTo>
                      <a:pt x="235" y="514"/>
                    </a:lnTo>
                    <a:lnTo>
                      <a:pt x="223" y="514"/>
                    </a:lnTo>
                    <a:lnTo>
                      <a:pt x="223" y="514"/>
                    </a:lnTo>
                    <a:lnTo>
                      <a:pt x="211" y="513"/>
                    </a:lnTo>
                    <a:lnTo>
                      <a:pt x="198" y="510"/>
                    </a:lnTo>
                    <a:lnTo>
                      <a:pt x="186" y="507"/>
                    </a:lnTo>
                    <a:lnTo>
                      <a:pt x="174" y="502"/>
                    </a:lnTo>
                    <a:lnTo>
                      <a:pt x="174" y="502"/>
                    </a:lnTo>
                    <a:lnTo>
                      <a:pt x="163" y="496"/>
                    </a:lnTo>
                    <a:lnTo>
                      <a:pt x="148" y="488"/>
                    </a:lnTo>
                    <a:lnTo>
                      <a:pt x="134" y="479"/>
                    </a:lnTo>
                    <a:lnTo>
                      <a:pt x="130" y="473"/>
                    </a:lnTo>
                    <a:lnTo>
                      <a:pt x="129" y="469"/>
                    </a:lnTo>
                    <a:lnTo>
                      <a:pt x="129" y="469"/>
                    </a:lnTo>
                    <a:lnTo>
                      <a:pt x="129" y="427"/>
                    </a:lnTo>
                    <a:lnTo>
                      <a:pt x="130" y="383"/>
                    </a:lnTo>
                    <a:lnTo>
                      <a:pt x="133" y="341"/>
                    </a:lnTo>
                    <a:lnTo>
                      <a:pt x="136" y="319"/>
                    </a:lnTo>
                    <a:lnTo>
                      <a:pt x="140" y="297"/>
                    </a:lnTo>
                    <a:lnTo>
                      <a:pt x="140" y="297"/>
                    </a:lnTo>
                    <a:close/>
                  </a:path>
                </a:pathLst>
              </a:custGeom>
              <a:solidFill>
                <a:schemeClr val="accent6"/>
              </a:solidFill>
              <a:ln w="9525">
                <a:noFill/>
                <a:round/>
                <a:headEnd/>
                <a:tailEnd/>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a:solidFill>
                    <a:srgbClr val="000000"/>
                  </a:solidFill>
                  <a:latin typeface="Calibri"/>
                  <a:cs typeface="+mn-cs"/>
                </a:endParaRPr>
              </a:p>
            </p:txBody>
          </p:sp>
        </p:grpSp>
      </p:grpSp>
      <p:sp>
        <p:nvSpPr>
          <p:cNvPr id="2" name="Footer Placeholder 1"/>
          <p:cNvSpPr>
            <a:spLocks noGrp="1"/>
          </p:cNvSpPr>
          <p:nvPr>
            <p:ph type="ftr" sz="quarter" idx="11"/>
          </p:nvPr>
        </p:nvSpPr>
        <p:spPr/>
        <p:txBody>
          <a:bodyPr/>
          <a:lstStyle/>
          <a:p>
            <a:r>
              <a:rPr lang="ar-SA" smtClean="0">
                <a:solidFill>
                  <a:srgbClr val="000000">
                    <a:tint val="75000"/>
                  </a:srgbClr>
                </a:solidFill>
              </a:rPr>
              <a:t>موسوعة تكنولوجيا التعليم</a:t>
            </a:r>
            <a:endParaRPr lang="en-US">
              <a:solidFill>
                <a:srgbClr val="000000">
                  <a:tint val="75000"/>
                </a:srgbClr>
              </a:solidFill>
            </a:endParaRPr>
          </a:p>
        </p:txBody>
      </p:sp>
    </p:spTree>
    <p:extLst>
      <p:ext uri="{BB962C8B-B14F-4D97-AF65-F5344CB8AC3E}">
        <p14:creationId xmlns:p14="http://schemas.microsoft.com/office/powerpoint/2010/main" val="22025769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lide(fromBottom)">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p:cNvGrpSpPr/>
          <p:nvPr/>
        </p:nvGrpSpPr>
        <p:grpSpPr>
          <a:xfrm>
            <a:off x="3247054" y="2118098"/>
            <a:ext cx="3544884" cy="3689307"/>
            <a:chOff x="2489994" y="1879984"/>
            <a:chExt cx="2237818" cy="2457509"/>
          </a:xfrm>
        </p:grpSpPr>
        <p:cxnSp>
          <p:nvCxnSpPr>
            <p:cNvPr id="13" name="Straight Arrow Connector 12"/>
            <p:cNvCxnSpPr/>
            <p:nvPr/>
          </p:nvCxnSpPr>
          <p:spPr>
            <a:xfrm>
              <a:off x="3364058" y="1879984"/>
              <a:ext cx="829920" cy="1455"/>
            </a:xfrm>
            <a:prstGeom prst="straightConnector1">
              <a:avLst/>
            </a:prstGeom>
            <a:ln w="19050">
              <a:solidFill>
                <a:schemeClr val="accent4"/>
              </a:solidFill>
              <a:tailEnd type="arrow"/>
            </a:ln>
          </p:spPr>
          <p:style>
            <a:lnRef idx="1">
              <a:schemeClr val="accent1"/>
            </a:lnRef>
            <a:fillRef idx="0">
              <a:schemeClr val="accent1"/>
            </a:fillRef>
            <a:effectRef idx="0">
              <a:schemeClr val="accent1"/>
            </a:effectRef>
            <a:fontRef idx="minor">
              <a:schemeClr val="tx1"/>
            </a:fontRef>
          </p:style>
        </p:cxnSp>
        <p:grpSp>
          <p:nvGrpSpPr>
            <p:cNvPr id="8" name="Group 25"/>
            <p:cNvGrpSpPr/>
            <p:nvPr/>
          </p:nvGrpSpPr>
          <p:grpSpPr>
            <a:xfrm>
              <a:off x="2489994" y="2043583"/>
              <a:ext cx="2237818" cy="2293910"/>
              <a:chOff x="2489994" y="2043583"/>
              <a:chExt cx="2237818" cy="2293910"/>
            </a:xfrm>
          </p:grpSpPr>
          <p:sp>
            <p:nvSpPr>
              <p:cNvPr id="10" name="Rectangle 9"/>
              <p:cNvSpPr/>
              <p:nvPr/>
            </p:nvSpPr>
            <p:spPr>
              <a:xfrm>
                <a:off x="2489994" y="2043583"/>
                <a:ext cx="2237818" cy="229391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2574705" y="2358095"/>
                <a:ext cx="1812315" cy="1496611"/>
              </a:xfrm>
              <a:prstGeom prst="rect">
                <a:avLst/>
              </a:prstGeom>
            </p:spPr>
            <p:txBody>
              <a:bodyPr wrap="square">
                <a:spAutoFit/>
              </a:bodyPr>
              <a:lstStyle/>
              <a:p>
                <a:pPr algn="ctr"/>
                <a:r>
                  <a:rPr lang="ar-SA" sz="2800" b="1" dirty="0">
                    <a:solidFill>
                      <a:schemeClr val="bg1"/>
                    </a:solidFill>
                  </a:rPr>
                  <a:t>يقوم على تقديم فكر تعليميى جديد بطريقة وأسلوب مغايرة تماماً لتلك المستخدمة في نظم التعليم التقليدية</a:t>
                </a:r>
                <a:endParaRPr lang="id-ID" sz="2800" b="1" dirty="0">
                  <a:solidFill>
                    <a:schemeClr val="bg1"/>
                  </a:solidFill>
                  <a:latin typeface="Open Sans Light" pitchFamily="34" charset="0"/>
                  <a:ea typeface="Open Sans Light" pitchFamily="34" charset="0"/>
                  <a:cs typeface="Open Sans Light" pitchFamily="34" charset="0"/>
                </a:endParaRPr>
              </a:p>
            </p:txBody>
          </p:sp>
        </p:grpSp>
      </p:grpSp>
      <p:grpSp>
        <p:nvGrpSpPr>
          <p:cNvPr id="31" name="Group 30"/>
          <p:cNvGrpSpPr/>
          <p:nvPr/>
        </p:nvGrpSpPr>
        <p:grpSpPr>
          <a:xfrm>
            <a:off x="6423771" y="1586993"/>
            <a:ext cx="3410695" cy="3652720"/>
            <a:chOff x="4513179" y="1476947"/>
            <a:chExt cx="2153107" cy="2433138"/>
          </a:xfrm>
        </p:grpSpPr>
        <p:cxnSp>
          <p:nvCxnSpPr>
            <p:cNvPr id="14" name="Straight Arrow Connector 13"/>
            <p:cNvCxnSpPr/>
            <p:nvPr/>
          </p:nvCxnSpPr>
          <p:spPr>
            <a:xfrm>
              <a:off x="5023898" y="3908630"/>
              <a:ext cx="829920" cy="1455"/>
            </a:xfrm>
            <a:prstGeom prst="straightConnector1">
              <a:avLst/>
            </a:prstGeom>
            <a:ln w="19050">
              <a:solidFill>
                <a:schemeClr val="accent3"/>
              </a:solidFill>
              <a:tailEnd type="arrow"/>
            </a:ln>
          </p:spPr>
          <p:style>
            <a:lnRef idx="1">
              <a:schemeClr val="accent1"/>
            </a:lnRef>
            <a:fillRef idx="0">
              <a:schemeClr val="accent1"/>
            </a:fillRef>
            <a:effectRef idx="0">
              <a:schemeClr val="accent1"/>
            </a:effectRef>
            <a:fontRef idx="minor">
              <a:schemeClr val="tx1"/>
            </a:fontRef>
          </p:style>
        </p:cxnSp>
        <p:grpSp>
          <p:nvGrpSpPr>
            <p:cNvPr id="25" name="Group 26"/>
            <p:cNvGrpSpPr/>
            <p:nvPr/>
          </p:nvGrpSpPr>
          <p:grpSpPr>
            <a:xfrm>
              <a:off x="4513179" y="1476947"/>
              <a:ext cx="2153107" cy="2207076"/>
              <a:chOff x="4513179" y="1476947"/>
              <a:chExt cx="2153107" cy="2207076"/>
            </a:xfrm>
          </p:grpSpPr>
          <p:sp>
            <p:nvSpPr>
              <p:cNvPr id="11" name="Rectangle 10"/>
              <p:cNvSpPr/>
              <p:nvPr/>
            </p:nvSpPr>
            <p:spPr>
              <a:xfrm>
                <a:off x="4513179" y="1476947"/>
                <a:ext cx="2153107" cy="220707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4621554" y="1832180"/>
                <a:ext cx="1721561" cy="1496611"/>
              </a:xfrm>
              <a:prstGeom prst="rect">
                <a:avLst/>
              </a:prstGeom>
            </p:spPr>
            <p:txBody>
              <a:bodyPr wrap="square">
                <a:spAutoFit/>
              </a:bodyPr>
              <a:lstStyle/>
              <a:p>
                <a:pPr algn="ctr"/>
                <a:r>
                  <a:rPr lang="ar-SA" sz="2800" b="1" dirty="0">
                    <a:solidFill>
                      <a:schemeClr val="bg1"/>
                    </a:solidFill>
                  </a:rPr>
                  <a:t>تنويع الوسائل المستخدمة في نقل المعلومات للمتعلمين وفق الظروف والمواقف</a:t>
                </a:r>
                <a:endParaRPr lang="id-ID" sz="2800" b="1" dirty="0">
                  <a:solidFill>
                    <a:schemeClr val="bg1"/>
                  </a:solidFill>
                  <a:latin typeface="Open Sans Light" pitchFamily="34" charset="0"/>
                  <a:ea typeface="Open Sans Light" pitchFamily="34" charset="0"/>
                  <a:cs typeface="Open Sans Light" pitchFamily="34" charset="0"/>
                </a:endParaRPr>
              </a:p>
            </p:txBody>
          </p:sp>
        </p:grpSp>
      </p:grpSp>
      <p:sp>
        <p:nvSpPr>
          <p:cNvPr id="2" name="Footer Placeholder 1"/>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40314272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slide(fromLeft)">
                                      <p:cBhvr>
                                        <p:cTn id="7" dur="500"/>
                                        <p:tgtEl>
                                          <p:spTgt spid="30"/>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slide(fromLeft)">
                                      <p:cBhvr>
                                        <p:cTn id="11"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p:cNvGrpSpPr/>
          <p:nvPr/>
        </p:nvGrpSpPr>
        <p:grpSpPr>
          <a:xfrm>
            <a:off x="1990205" y="1940016"/>
            <a:ext cx="3129517" cy="3401792"/>
            <a:chOff x="523497" y="1358741"/>
            <a:chExt cx="2347138" cy="2551344"/>
          </a:xfrm>
        </p:grpSpPr>
        <p:grpSp>
          <p:nvGrpSpPr>
            <p:cNvPr id="3" name="Group 24"/>
            <p:cNvGrpSpPr/>
            <p:nvPr/>
          </p:nvGrpSpPr>
          <p:grpSpPr>
            <a:xfrm>
              <a:off x="523497" y="1358741"/>
              <a:ext cx="2347138" cy="2405970"/>
              <a:chOff x="523497" y="1358741"/>
              <a:chExt cx="2347138" cy="2405970"/>
            </a:xfrm>
          </p:grpSpPr>
          <p:sp>
            <p:nvSpPr>
              <p:cNvPr id="9" name="Rectangle 8"/>
              <p:cNvSpPr/>
              <p:nvPr/>
            </p:nvSpPr>
            <p:spPr>
              <a:xfrm>
                <a:off x="523497" y="1358741"/>
                <a:ext cx="2347138" cy="240597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707461" y="2000305"/>
                <a:ext cx="1726304" cy="715580"/>
              </a:xfrm>
              <a:prstGeom prst="rect">
                <a:avLst/>
              </a:prstGeom>
            </p:spPr>
            <p:txBody>
              <a:bodyPr wrap="square">
                <a:spAutoFit/>
              </a:bodyPr>
              <a:lstStyle/>
              <a:p>
                <a:pPr algn="ctr" rtl="1"/>
                <a:r>
                  <a:rPr lang="ar-SA" sz="2800" b="1" dirty="0">
                    <a:solidFill>
                      <a:schemeClr val="bg1"/>
                    </a:solidFill>
                  </a:rPr>
                  <a:t>المرونة في القبول والتعليم</a:t>
                </a:r>
                <a:endParaRPr lang="en-US" sz="2800" b="1" dirty="0">
                  <a:solidFill>
                    <a:schemeClr val="bg1"/>
                  </a:solidFill>
                </a:endParaRPr>
              </a:p>
            </p:txBody>
          </p:sp>
        </p:grpSp>
        <p:cxnSp>
          <p:nvCxnSpPr>
            <p:cNvPr id="15" name="Straight Arrow Connector 14"/>
            <p:cNvCxnSpPr/>
            <p:nvPr/>
          </p:nvCxnSpPr>
          <p:spPr>
            <a:xfrm>
              <a:off x="1512699" y="3908630"/>
              <a:ext cx="829920" cy="1455"/>
            </a:xfrm>
            <a:prstGeom prst="straightConnector1">
              <a:avLst/>
            </a:prstGeom>
            <a:ln w="19050">
              <a:tailEnd type="arrow"/>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a:off x="4782513" y="2635007"/>
            <a:ext cx="2813445" cy="3085466"/>
            <a:chOff x="2617728" y="1879984"/>
            <a:chExt cx="2110084" cy="2314100"/>
          </a:xfrm>
        </p:grpSpPr>
        <p:cxnSp>
          <p:nvCxnSpPr>
            <p:cNvPr id="13" name="Straight Arrow Connector 12"/>
            <p:cNvCxnSpPr/>
            <p:nvPr/>
          </p:nvCxnSpPr>
          <p:spPr>
            <a:xfrm>
              <a:off x="3364058" y="1879984"/>
              <a:ext cx="829920" cy="1455"/>
            </a:xfrm>
            <a:prstGeom prst="straightConnector1">
              <a:avLst/>
            </a:prstGeom>
            <a:ln w="19050">
              <a:solidFill>
                <a:schemeClr val="accent4"/>
              </a:solidFill>
              <a:tailEnd type="arrow"/>
            </a:ln>
          </p:spPr>
          <p:style>
            <a:lnRef idx="1">
              <a:schemeClr val="accent1"/>
            </a:lnRef>
            <a:fillRef idx="0">
              <a:schemeClr val="accent1"/>
            </a:fillRef>
            <a:effectRef idx="0">
              <a:schemeClr val="accent1"/>
            </a:effectRef>
            <a:fontRef idx="minor">
              <a:schemeClr val="tx1"/>
            </a:fontRef>
          </p:style>
        </p:cxnSp>
        <p:grpSp>
          <p:nvGrpSpPr>
            <p:cNvPr id="8" name="Group 25"/>
            <p:cNvGrpSpPr/>
            <p:nvPr/>
          </p:nvGrpSpPr>
          <p:grpSpPr>
            <a:xfrm>
              <a:off x="2617728" y="2031109"/>
              <a:ext cx="2110084" cy="2162975"/>
              <a:chOff x="2617728" y="2031109"/>
              <a:chExt cx="2110084" cy="2162975"/>
            </a:xfrm>
          </p:grpSpPr>
          <p:sp>
            <p:nvSpPr>
              <p:cNvPr id="10" name="Rectangle 9"/>
              <p:cNvSpPr/>
              <p:nvPr/>
            </p:nvSpPr>
            <p:spPr>
              <a:xfrm>
                <a:off x="2617728" y="2031109"/>
                <a:ext cx="2110084" cy="21629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2856499" y="2916389"/>
                <a:ext cx="1549364" cy="392415"/>
              </a:xfrm>
              <a:prstGeom prst="rect">
                <a:avLst/>
              </a:prstGeom>
            </p:spPr>
            <p:txBody>
              <a:bodyPr wrap="square">
                <a:spAutoFit/>
              </a:bodyPr>
              <a:lstStyle/>
              <a:p>
                <a:pPr algn="ctr"/>
                <a:r>
                  <a:rPr lang="ar-SA" sz="2800" b="1" dirty="0">
                    <a:solidFill>
                      <a:schemeClr val="bg1"/>
                    </a:solidFill>
                  </a:rPr>
                  <a:t>أقل تكلفة</a:t>
                </a:r>
                <a:endParaRPr lang="id-ID" sz="2800" b="1" dirty="0">
                  <a:solidFill>
                    <a:schemeClr val="bg1"/>
                  </a:solidFill>
                  <a:latin typeface="Open Sans Light" pitchFamily="34" charset="0"/>
                  <a:ea typeface="Open Sans Light" pitchFamily="34" charset="0"/>
                  <a:cs typeface="Open Sans Light" pitchFamily="34" charset="0"/>
                </a:endParaRPr>
              </a:p>
            </p:txBody>
          </p:sp>
        </p:grpSp>
      </p:grpSp>
      <p:grpSp>
        <p:nvGrpSpPr>
          <p:cNvPr id="31" name="Group 30"/>
          <p:cNvGrpSpPr/>
          <p:nvPr/>
        </p:nvGrpSpPr>
        <p:grpSpPr>
          <a:xfrm>
            <a:off x="7309780" y="1945512"/>
            <a:ext cx="2916573" cy="3396296"/>
            <a:chOff x="4513178" y="1362863"/>
            <a:chExt cx="2187430" cy="2547222"/>
          </a:xfrm>
        </p:grpSpPr>
        <p:cxnSp>
          <p:nvCxnSpPr>
            <p:cNvPr id="14" name="Straight Arrow Connector 13"/>
            <p:cNvCxnSpPr/>
            <p:nvPr/>
          </p:nvCxnSpPr>
          <p:spPr>
            <a:xfrm>
              <a:off x="5023898" y="3908630"/>
              <a:ext cx="829920" cy="1455"/>
            </a:xfrm>
            <a:prstGeom prst="straightConnector1">
              <a:avLst/>
            </a:prstGeom>
            <a:ln w="19050">
              <a:solidFill>
                <a:schemeClr val="accent3"/>
              </a:solidFill>
              <a:tailEnd type="arrow"/>
            </a:ln>
          </p:spPr>
          <p:style>
            <a:lnRef idx="1">
              <a:schemeClr val="accent1"/>
            </a:lnRef>
            <a:fillRef idx="0">
              <a:schemeClr val="accent1"/>
            </a:fillRef>
            <a:effectRef idx="0">
              <a:schemeClr val="accent1"/>
            </a:effectRef>
            <a:fontRef idx="minor">
              <a:schemeClr val="tx1"/>
            </a:fontRef>
          </p:style>
        </p:cxnSp>
        <p:grpSp>
          <p:nvGrpSpPr>
            <p:cNvPr id="25" name="Group 26"/>
            <p:cNvGrpSpPr/>
            <p:nvPr/>
          </p:nvGrpSpPr>
          <p:grpSpPr>
            <a:xfrm>
              <a:off x="4513178" y="1362863"/>
              <a:ext cx="2187430" cy="2242259"/>
              <a:chOff x="4513178" y="1362863"/>
              <a:chExt cx="2187430" cy="2242259"/>
            </a:xfrm>
          </p:grpSpPr>
          <p:sp>
            <p:nvSpPr>
              <p:cNvPr id="11" name="Rectangle 10"/>
              <p:cNvSpPr/>
              <p:nvPr/>
            </p:nvSpPr>
            <p:spPr>
              <a:xfrm>
                <a:off x="4513178" y="1362863"/>
                <a:ext cx="2187430" cy="224225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4727811" y="1719187"/>
                <a:ext cx="1808053" cy="1685077"/>
              </a:xfrm>
              <a:prstGeom prst="rect">
                <a:avLst/>
              </a:prstGeom>
            </p:spPr>
            <p:txBody>
              <a:bodyPr wrap="square">
                <a:spAutoFit/>
              </a:bodyPr>
              <a:lstStyle/>
              <a:p>
                <a:pPr algn="ctr"/>
                <a:r>
                  <a:rPr lang="ar-SA" sz="2800" b="1" dirty="0">
                    <a:solidFill>
                      <a:schemeClr val="bg1"/>
                    </a:solidFill>
                  </a:rPr>
                  <a:t>القدرة علي تقديم المواد التطبيقية جنياً إلى جنب إلى تقديم  المواد الأخرى</a:t>
                </a:r>
                <a:endParaRPr lang="id-ID" sz="2800" b="1" dirty="0">
                  <a:solidFill>
                    <a:schemeClr val="bg1"/>
                  </a:solidFill>
                  <a:latin typeface="Open Sans Light" pitchFamily="34" charset="0"/>
                  <a:ea typeface="Open Sans Light" pitchFamily="34" charset="0"/>
                  <a:cs typeface="Open Sans Light" pitchFamily="34" charset="0"/>
                </a:endParaRPr>
              </a:p>
            </p:txBody>
          </p:sp>
        </p:grpSp>
      </p:grpSp>
      <p:sp>
        <p:nvSpPr>
          <p:cNvPr id="2" name="Footer Placeholder 1"/>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338750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slide(fromLeft)">
                                      <p:cBhvr>
                                        <p:cTn id="7" dur="500"/>
                                        <p:tgtEl>
                                          <p:spTgt spid="28"/>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slide(fromLeft)">
                                      <p:cBhvr>
                                        <p:cTn id="11" dur="500"/>
                                        <p:tgtEl>
                                          <p:spTgt spid="30"/>
                                        </p:tgtEl>
                                      </p:cBhvr>
                                    </p:animEffect>
                                  </p:childTnLst>
                                </p:cTn>
                              </p:par>
                            </p:childTnLst>
                          </p:cTn>
                        </p:par>
                        <p:par>
                          <p:cTn id="12" fill="hold">
                            <p:stCondLst>
                              <p:cond delay="1000"/>
                            </p:stCondLst>
                            <p:childTnLst>
                              <p:par>
                                <p:cTn id="13" presetID="12" presetClass="entr" presetSubtype="8" fill="hold"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slide(fromLeft)">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p:nvPr/>
        </p:nvSpPr>
        <p:spPr>
          <a:xfrm>
            <a:off x="1386948" y="466048"/>
            <a:ext cx="9906069" cy="707886"/>
          </a:xfrm>
          <a:prstGeom prst="rect">
            <a:avLst/>
          </a:prstGeom>
        </p:spPr>
        <p:txBody>
          <a:bodyPr wrap="square">
            <a:spAutoFit/>
          </a:bodyPr>
          <a:lstStyle/>
          <a:p>
            <a:pPr algn="r" rtl="1"/>
            <a:r>
              <a:rPr lang="ar-SA" sz="4000" b="1" u="sng" dirty="0">
                <a:solidFill>
                  <a:schemeClr val="bg2">
                    <a:lumMod val="10000"/>
                  </a:schemeClr>
                </a:solidFill>
              </a:rPr>
              <a:t>د. أهداف التعلم عن بعد</a:t>
            </a:r>
            <a:endParaRPr lang="en-US" sz="4000" u="sng" dirty="0">
              <a:solidFill>
                <a:schemeClr val="bg2">
                  <a:lumMod val="10000"/>
                </a:schemeClr>
              </a:solidFill>
            </a:endParaRPr>
          </a:p>
        </p:txBody>
      </p:sp>
      <p:grpSp>
        <p:nvGrpSpPr>
          <p:cNvPr id="5" name="Group 62"/>
          <p:cNvGrpSpPr/>
          <p:nvPr/>
        </p:nvGrpSpPr>
        <p:grpSpPr>
          <a:xfrm>
            <a:off x="4916645" y="2797224"/>
            <a:ext cx="2333642" cy="3765592"/>
            <a:chOff x="1964512" y="2000246"/>
            <a:chExt cx="1750232" cy="2824194"/>
          </a:xfrm>
        </p:grpSpPr>
        <p:grpSp>
          <p:nvGrpSpPr>
            <p:cNvPr id="6" name="Group 42"/>
            <p:cNvGrpSpPr/>
            <p:nvPr/>
          </p:nvGrpSpPr>
          <p:grpSpPr>
            <a:xfrm>
              <a:off x="2071670" y="2786064"/>
              <a:ext cx="1643074" cy="571504"/>
              <a:chOff x="2071670" y="2428874"/>
              <a:chExt cx="1643074" cy="571504"/>
            </a:xfrm>
          </p:grpSpPr>
          <p:sp>
            <p:nvSpPr>
              <p:cNvPr id="33" name="Rectangle 32"/>
              <p:cNvSpPr/>
              <p:nvPr/>
            </p:nvSpPr>
            <p:spPr>
              <a:xfrm>
                <a:off x="2071670" y="2428874"/>
                <a:ext cx="1643074" cy="35719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p:nvSpPr>
            <p:spPr>
              <a:xfrm>
                <a:off x="3500430" y="2786064"/>
                <a:ext cx="214314" cy="21431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1" name="Rectangle 50"/>
            <p:cNvSpPr/>
            <p:nvPr/>
          </p:nvSpPr>
          <p:spPr>
            <a:xfrm>
              <a:off x="1964512" y="3277863"/>
              <a:ext cx="1750231" cy="1546577"/>
            </a:xfrm>
            <a:prstGeom prst="rect">
              <a:avLst/>
            </a:prstGeom>
          </p:spPr>
          <p:txBody>
            <a:bodyPr wrap="square">
              <a:spAutoFit/>
            </a:bodyPr>
            <a:lstStyle/>
            <a:p>
              <a:pPr algn="ctr"/>
              <a:r>
                <a:rPr lang="ar-SA" sz="3200" b="1" dirty="0">
                  <a:solidFill>
                    <a:srgbClr val="F39C12"/>
                  </a:solidFill>
                </a:rPr>
                <a:t>توفير فرص التعليم لأكبر عدد من المتعلمين</a:t>
              </a:r>
              <a:endParaRPr lang="id-ID" sz="3200" b="1" dirty="0">
                <a:solidFill>
                  <a:srgbClr val="F39C12"/>
                </a:solidFill>
                <a:latin typeface="Open Sans Light" pitchFamily="34" charset="0"/>
                <a:ea typeface="Open Sans Light" pitchFamily="34" charset="0"/>
                <a:cs typeface="Open Sans Light" pitchFamily="34" charset="0"/>
              </a:endParaRPr>
            </a:p>
          </p:txBody>
        </p:sp>
        <p:grpSp>
          <p:nvGrpSpPr>
            <p:cNvPr id="7" name="Group 66"/>
            <p:cNvGrpSpPr/>
            <p:nvPr/>
          </p:nvGrpSpPr>
          <p:grpSpPr>
            <a:xfrm>
              <a:off x="2643174" y="2000246"/>
              <a:ext cx="431456" cy="308976"/>
              <a:chOff x="8340725" y="4748227"/>
              <a:chExt cx="246063" cy="176213"/>
            </a:xfrm>
            <a:solidFill>
              <a:schemeClr val="accent4"/>
            </a:solidFill>
          </p:grpSpPr>
          <p:sp>
            <p:nvSpPr>
              <p:cNvPr id="60" name="Freeform 49"/>
              <p:cNvSpPr>
                <a:spLocks/>
              </p:cNvSpPr>
              <p:nvPr/>
            </p:nvSpPr>
            <p:spPr bwMode="auto">
              <a:xfrm>
                <a:off x="8340725" y="4748227"/>
                <a:ext cx="138113" cy="176213"/>
              </a:xfrm>
              <a:custGeom>
                <a:avLst/>
                <a:gdLst/>
                <a:ahLst/>
                <a:cxnLst>
                  <a:cxn ang="0">
                    <a:pos x="160" y="0"/>
                  </a:cxn>
                  <a:cxn ang="0">
                    <a:pos x="160" y="0"/>
                  </a:cxn>
                  <a:cxn ang="0">
                    <a:pos x="155" y="1"/>
                  </a:cxn>
                  <a:cxn ang="0">
                    <a:pos x="151" y="5"/>
                  </a:cxn>
                  <a:cxn ang="0">
                    <a:pos x="75" y="52"/>
                  </a:cxn>
                  <a:cxn ang="0">
                    <a:pos x="15" y="52"/>
                  </a:cxn>
                  <a:cxn ang="0">
                    <a:pos x="15" y="52"/>
                  </a:cxn>
                  <a:cxn ang="0">
                    <a:pos x="10" y="54"/>
                  </a:cxn>
                  <a:cxn ang="0">
                    <a:pos x="4" y="58"/>
                  </a:cxn>
                  <a:cxn ang="0">
                    <a:pos x="4" y="58"/>
                  </a:cxn>
                  <a:cxn ang="0">
                    <a:pos x="2" y="61"/>
                  </a:cxn>
                  <a:cxn ang="0">
                    <a:pos x="0" y="67"/>
                  </a:cxn>
                  <a:cxn ang="0">
                    <a:pos x="0" y="156"/>
                  </a:cxn>
                  <a:cxn ang="0">
                    <a:pos x="0" y="156"/>
                  </a:cxn>
                  <a:cxn ang="0">
                    <a:pos x="2" y="161"/>
                  </a:cxn>
                  <a:cxn ang="0">
                    <a:pos x="4" y="165"/>
                  </a:cxn>
                  <a:cxn ang="0">
                    <a:pos x="4" y="165"/>
                  </a:cxn>
                  <a:cxn ang="0">
                    <a:pos x="10" y="168"/>
                  </a:cxn>
                  <a:cxn ang="0">
                    <a:pos x="15" y="170"/>
                  </a:cxn>
                  <a:cxn ang="0">
                    <a:pos x="75" y="170"/>
                  </a:cxn>
                  <a:cxn ang="0">
                    <a:pos x="151" y="217"/>
                  </a:cxn>
                  <a:cxn ang="0">
                    <a:pos x="151" y="217"/>
                  </a:cxn>
                  <a:cxn ang="0">
                    <a:pos x="155" y="221"/>
                  </a:cxn>
                  <a:cxn ang="0">
                    <a:pos x="160" y="223"/>
                  </a:cxn>
                  <a:cxn ang="0">
                    <a:pos x="160" y="223"/>
                  </a:cxn>
                  <a:cxn ang="0">
                    <a:pos x="165" y="221"/>
                  </a:cxn>
                  <a:cxn ang="0">
                    <a:pos x="171" y="217"/>
                  </a:cxn>
                  <a:cxn ang="0">
                    <a:pos x="171" y="217"/>
                  </a:cxn>
                  <a:cxn ang="0">
                    <a:pos x="174" y="214"/>
                  </a:cxn>
                  <a:cxn ang="0">
                    <a:pos x="174" y="208"/>
                  </a:cxn>
                  <a:cxn ang="0">
                    <a:pos x="174" y="14"/>
                  </a:cxn>
                  <a:cxn ang="0">
                    <a:pos x="174" y="14"/>
                  </a:cxn>
                  <a:cxn ang="0">
                    <a:pos x="174" y="9"/>
                  </a:cxn>
                  <a:cxn ang="0">
                    <a:pos x="171" y="5"/>
                  </a:cxn>
                  <a:cxn ang="0">
                    <a:pos x="171" y="5"/>
                  </a:cxn>
                  <a:cxn ang="0">
                    <a:pos x="165" y="1"/>
                  </a:cxn>
                  <a:cxn ang="0">
                    <a:pos x="160" y="0"/>
                  </a:cxn>
                  <a:cxn ang="0">
                    <a:pos x="160" y="0"/>
                  </a:cxn>
                </a:cxnLst>
                <a:rect l="0" t="0" r="r" b="b"/>
                <a:pathLst>
                  <a:path w="174" h="223">
                    <a:moveTo>
                      <a:pt x="160" y="0"/>
                    </a:moveTo>
                    <a:lnTo>
                      <a:pt x="160" y="0"/>
                    </a:lnTo>
                    <a:lnTo>
                      <a:pt x="155" y="1"/>
                    </a:lnTo>
                    <a:lnTo>
                      <a:pt x="151" y="5"/>
                    </a:lnTo>
                    <a:lnTo>
                      <a:pt x="75" y="52"/>
                    </a:lnTo>
                    <a:lnTo>
                      <a:pt x="15" y="52"/>
                    </a:lnTo>
                    <a:lnTo>
                      <a:pt x="15" y="52"/>
                    </a:lnTo>
                    <a:lnTo>
                      <a:pt x="10" y="54"/>
                    </a:lnTo>
                    <a:lnTo>
                      <a:pt x="4" y="58"/>
                    </a:lnTo>
                    <a:lnTo>
                      <a:pt x="4" y="58"/>
                    </a:lnTo>
                    <a:lnTo>
                      <a:pt x="2" y="61"/>
                    </a:lnTo>
                    <a:lnTo>
                      <a:pt x="0" y="67"/>
                    </a:lnTo>
                    <a:lnTo>
                      <a:pt x="0" y="156"/>
                    </a:lnTo>
                    <a:lnTo>
                      <a:pt x="0" y="156"/>
                    </a:lnTo>
                    <a:lnTo>
                      <a:pt x="2" y="161"/>
                    </a:lnTo>
                    <a:lnTo>
                      <a:pt x="4" y="165"/>
                    </a:lnTo>
                    <a:lnTo>
                      <a:pt x="4" y="165"/>
                    </a:lnTo>
                    <a:lnTo>
                      <a:pt x="10" y="168"/>
                    </a:lnTo>
                    <a:lnTo>
                      <a:pt x="15" y="170"/>
                    </a:lnTo>
                    <a:lnTo>
                      <a:pt x="75" y="170"/>
                    </a:lnTo>
                    <a:lnTo>
                      <a:pt x="151" y="217"/>
                    </a:lnTo>
                    <a:lnTo>
                      <a:pt x="151" y="217"/>
                    </a:lnTo>
                    <a:lnTo>
                      <a:pt x="155" y="221"/>
                    </a:lnTo>
                    <a:lnTo>
                      <a:pt x="160" y="223"/>
                    </a:lnTo>
                    <a:lnTo>
                      <a:pt x="160" y="223"/>
                    </a:lnTo>
                    <a:lnTo>
                      <a:pt x="165" y="221"/>
                    </a:lnTo>
                    <a:lnTo>
                      <a:pt x="171" y="217"/>
                    </a:lnTo>
                    <a:lnTo>
                      <a:pt x="171" y="217"/>
                    </a:lnTo>
                    <a:lnTo>
                      <a:pt x="174" y="214"/>
                    </a:lnTo>
                    <a:lnTo>
                      <a:pt x="174" y="208"/>
                    </a:lnTo>
                    <a:lnTo>
                      <a:pt x="174" y="14"/>
                    </a:lnTo>
                    <a:lnTo>
                      <a:pt x="174" y="14"/>
                    </a:lnTo>
                    <a:lnTo>
                      <a:pt x="174" y="9"/>
                    </a:lnTo>
                    <a:lnTo>
                      <a:pt x="171" y="5"/>
                    </a:lnTo>
                    <a:lnTo>
                      <a:pt x="171" y="5"/>
                    </a:lnTo>
                    <a:lnTo>
                      <a:pt x="165" y="1"/>
                    </a:lnTo>
                    <a:lnTo>
                      <a:pt x="160" y="0"/>
                    </a:lnTo>
                    <a:lnTo>
                      <a:pt x="16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61" name="Freeform 50"/>
              <p:cNvSpPr>
                <a:spLocks/>
              </p:cNvSpPr>
              <p:nvPr/>
            </p:nvSpPr>
            <p:spPr bwMode="auto">
              <a:xfrm>
                <a:off x="8496300" y="4792677"/>
                <a:ext cx="44450" cy="87313"/>
              </a:xfrm>
              <a:custGeom>
                <a:avLst/>
                <a:gdLst/>
                <a:ahLst/>
                <a:cxnLst>
                  <a:cxn ang="0">
                    <a:pos x="46" y="87"/>
                  </a:cxn>
                  <a:cxn ang="0">
                    <a:pos x="53" y="72"/>
                  </a:cxn>
                  <a:cxn ang="0">
                    <a:pos x="56" y="56"/>
                  </a:cxn>
                  <a:cxn ang="0">
                    <a:pos x="55" y="47"/>
                  </a:cxn>
                  <a:cxn ang="0">
                    <a:pos x="51" y="31"/>
                  </a:cxn>
                  <a:cxn ang="0">
                    <a:pos x="46" y="23"/>
                  </a:cxn>
                  <a:cxn ang="0">
                    <a:pos x="35" y="11"/>
                  </a:cxn>
                  <a:cxn ang="0">
                    <a:pos x="20" y="2"/>
                  </a:cxn>
                  <a:cxn ang="0">
                    <a:pos x="15" y="0"/>
                  </a:cxn>
                  <a:cxn ang="0">
                    <a:pos x="9" y="2"/>
                  </a:cxn>
                  <a:cxn ang="0">
                    <a:pos x="4" y="5"/>
                  </a:cxn>
                  <a:cxn ang="0">
                    <a:pos x="0" y="14"/>
                  </a:cxn>
                  <a:cxn ang="0">
                    <a:pos x="0" y="20"/>
                  </a:cxn>
                  <a:cxn ang="0">
                    <a:pos x="2" y="23"/>
                  </a:cxn>
                  <a:cxn ang="0">
                    <a:pos x="9" y="29"/>
                  </a:cxn>
                  <a:cxn ang="0">
                    <a:pos x="17" y="34"/>
                  </a:cxn>
                  <a:cxn ang="0">
                    <a:pos x="24" y="42"/>
                  </a:cxn>
                  <a:cxn ang="0">
                    <a:pos x="26" y="49"/>
                  </a:cxn>
                  <a:cxn ang="0">
                    <a:pos x="27" y="56"/>
                  </a:cxn>
                  <a:cxn ang="0">
                    <a:pos x="24" y="69"/>
                  </a:cxn>
                  <a:cxn ang="0">
                    <a:pos x="20" y="72"/>
                  </a:cxn>
                  <a:cxn ang="0">
                    <a:pos x="17" y="76"/>
                  </a:cxn>
                  <a:cxn ang="0">
                    <a:pos x="9" y="81"/>
                  </a:cxn>
                  <a:cxn ang="0">
                    <a:pos x="2" y="87"/>
                  </a:cxn>
                  <a:cxn ang="0">
                    <a:pos x="0" y="96"/>
                  </a:cxn>
                  <a:cxn ang="0">
                    <a:pos x="2" y="101"/>
                  </a:cxn>
                  <a:cxn ang="0">
                    <a:pos x="4" y="105"/>
                  </a:cxn>
                  <a:cxn ang="0">
                    <a:pos x="15" y="110"/>
                  </a:cxn>
                  <a:cxn ang="0">
                    <a:pos x="20" y="109"/>
                  </a:cxn>
                  <a:cxn ang="0">
                    <a:pos x="27" y="105"/>
                  </a:cxn>
                  <a:cxn ang="0">
                    <a:pos x="40" y="94"/>
                  </a:cxn>
                  <a:cxn ang="0">
                    <a:pos x="46" y="87"/>
                  </a:cxn>
                </a:cxnLst>
                <a:rect l="0" t="0" r="r" b="b"/>
                <a:pathLst>
                  <a:path w="56" h="110">
                    <a:moveTo>
                      <a:pt x="46" y="87"/>
                    </a:moveTo>
                    <a:lnTo>
                      <a:pt x="46" y="87"/>
                    </a:lnTo>
                    <a:lnTo>
                      <a:pt x="51" y="80"/>
                    </a:lnTo>
                    <a:lnTo>
                      <a:pt x="53" y="72"/>
                    </a:lnTo>
                    <a:lnTo>
                      <a:pt x="55" y="63"/>
                    </a:lnTo>
                    <a:lnTo>
                      <a:pt x="56" y="56"/>
                    </a:lnTo>
                    <a:lnTo>
                      <a:pt x="56" y="56"/>
                    </a:lnTo>
                    <a:lnTo>
                      <a:pt x="55" y="47"/>
                    </a:lnTo>
                    <a:lnTo>
                      <a:pt x="53" y="38"/>
                    </a:lnTo>
                    <a:lnTo>
                      <a:pt x="51" y="31"/>
                    </a:lnTo>
                    <a:lnTo>
                      <a:pt x="46" y="23"/>
                    </a:lnTo>
                    <a:lnTo>
                      <a:pt x="46" y="23"/>
                    </a:lnTo>
                    <a:lnTo>
                      <a:pt x="40" y="16"/>
                    </a:lnTo>
                    <a:lnTo>
                      <a:pt x="35" y="11"/>
                    </a:lnTo>
                    <a:lnTo>
                      <a:pt x="27" y="5"/>
                    </a:lnTo>
                    <a:lnTo>
                      <a:pt x="20" y="2"/>
                    </a:lnTo>
                    <a:lnTo>
                      <a:pt x="20" y="2"/>
                    </a:lnTo>
                    <a:lnTo>
                      <a:pt x="15" y="0"/>
                    </a:lnTo>
                    <a:lnTo>
                      <a:pt x="15" y="0"/>
                    </a:lnTo>
                    <a:lnTo>
                      <a:pt x="9" y="2"/>
                    </a:lnTo>
                    <a:lnTo>
                      <a:pt x="4" y="5"/>
                    </a:lnTo>
                    <a:lnTo>
                      <a:pt x="4" y="5"/>
                    </a:lnTo>
                    <a:lnTo>
                      <a:pt x="2" y="9"/>
                    </a:lnTo>
                    <a:lnTo>
                      <a:pt x="0" y="14"/>
                    </a:lnTo>
                    <a:lnTo>
                      <a:pt x="0" y="14"/>
                    </a:lnTo>
                    <a:lnTo>
                      <a:pt x="0" y="20"/>
                    </a:lnTo>
                    <a:lnTo>
                      <a:pt x="2" y="23"/>
                    </a:lnTo>
                    <a:lnTo>
                      <a:pt x="2" y="23"/>
                    </a:lnTo>
                    <a:lnTo>
                      <a:pt x="9" y="29"/>
                    </a:lnTo>
                    <a:lnTo>
                      <a:pt x="9" y="29"/>
                    </a:lnTo>
                    <a:lnTo>
                      <a:pt x="17" y="34"/>
                    </a:lnTo>
                    <a:lnTo>
                      <a:pt x="17" y="34"/>
                    </a:lnTo>
                    <a:lnTo>
                      <a:pt x="20" y="38"/>
                    </a:lnTo>
                    <a:lnTo>
                      <a:pt x="24" y="42"/>
                    </a:lnTo>
                    <a:lnTo>
                      <a:pt x="24" y="42"/>
                    </a:lnTo>
                    <a:lnTo>
                      <a:pt x="26" y="49"/>
                    </a:lnTo>
                    <a:lnTo>
                      <a:pt x="27" y="56"/>
                    </a:lnTo>
                    <a:lnTo>
                      <a:pt x="27" y="56"/>
                    </a:lnTo>
                    <a:lnTo>
                      <a:pt x="26" y="62"/>
                    </a:lnTo>
                    <a:lnTo>
                      <a:pt x="24" y="69"/>
                    </a:lnTo>
                    <a:lnTo>
                      <a:pt x="24" y="69"/>
                    </a:lnTo>
                    <a:lnTo>
                      <a:pt x="20" y="72"/>
                    </a:lnTo>
                    <a:lnTo>
                      <a:pt x="17" y="76"/>
                    </a:lnTo>
                    <a:lnTo>
                      <a:pt x="17" y="76"/>
                    </a:lnTo>
                    <a:lnTo>
                      <a:pt x="9" y="81"/>
                    </a:lnTo>
                    <a:lnTo>
                      <a:pt x="9" y="81"/>
                    </a:lnTo>
                    <a:lnTo>
                      <a:pt x="2" y="87"/>
                    </a:lnTo>
                    <a:lnTo>
                      <a:pt x="2" y="87"/>
                    </a:lnTo>
                    <a:lnTo>
                      <a:pt x="0" y="91"/>
                    </a:lnTo>
                    <a:lnTo>
                      <a:pt x="0" y="96"/>
                    </a:lnTo>
                    <a:lnTo>
                      <a:pt x="0" y="96"/>
                    </a:lnTo>
                    <a:lnTo>
                      <a:pt x="2" y="101"/>
                    </a:lnTo>
                    <a:lnTo>
                      <a:pt x="4" y="105"/>
                    </a:lnTo>
                    <a:lnTo>
                      <a:pt x="4" y="105"/>
                    </a:lnTo>
                    <a:lnTo>
                      <a:pt x="9" y="109"/>
                    </a:lnTo>
                    <a:lnTo>
                      <a:pt x="15" y="110"/>
                    </a:lnTo>
                    <a:lnTo>
                      <a:pt x="15" y="110"/>
                    </a:lnTo>
                    <a:lnTo>
                      <a:pt x="20" y="109"/>
                    </a:lnTo>
                    <a:lnTo>
                      <a:pt x="20" y="109"/>
                    </a:lnTo>
                    <a:lnTo>
                      <a:pt x="27" y="105"/>
                    </a:lnTo>
                    <a:lnTo>
                      <a:pt x="35" y="100"/>
                    </a:lnTo>
                    <a:lnTo>
                      <a:pt x="40" y="94"/>
                    </a:lnTo>
                    <a:lnTo>
                      <a:pt x="46" y="87"/>
                    </a:lnTo>
                    <a:lnTo>
                      <a:pt x="46" y="8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62" name="Freeform 51"/>
              <p:cNvSpPr>
                <a:spLocks/>
              </p:cNvSpPr>
              <p:nvPr/>
            </p:nvSpPr>
            <p:spPr bwMode="auto">
              <a:xfrm>
                <a:off x="8515350" y="4751402"/>
                <a:ext cx="71438" cy="171450"/>
              </a:xfrm>
              <a:custGeom>
                <a:avLst/>
                <a:gdLst/>
                <a:ahLst/>
                <a:cxnLst>
                  <a:cxn ang="0">
                    <a:pos x="20" y="2"/>
                  </a:cxn>
                  <a:cxn ang="0">
                    <a:pos x="14" y="0"/>
                  </a:cxn>
                  <a:cxn ang="0">
                    <a:pos x="3" y="4"/>
                  </a:cxn>
                  <a:cxn ang="0">
                    <a:pos x="0" y="9"/>
                  </a:cxn>
                  <a:cxn ang="0">
                    <a:pos x="0" y="15"/>
                  </a:cxn>
                  <a:cxn ang="0">
                    <a:pos x="2" y="22"/>
                  </a:cxn>
                  <a:cxn ang="0">
                    <a:pos x="7" y="27"/>
                  </a:cxn>
                  <a:cxn ang="0">
                    <a:pos x="25" y="38"/>
                  </a:cxn>
                  <a:cxn ang="0">
                    <a:pos x="32" y="44"/>
                  </a:cxn>
                  <a:cxn ang="0">
                    <a:pos x="47" y="60"/>
                  </a:cxn>
                  <a:cxn ang="0">
                    <a:pos x="51" y="69"/>
                  </a:cxn>
                  <a:cxn ang="0">
                    <a:pos x="58" y="87"/>
                  </a:cxn>
                  <a:cxn ang="0">
                    <a:pos x="61" y="109"/>
                  </a:cxn>
                  <a:cxn ang="0">
                    <a:pos x="60" y="118"/>
                  </a:cxn>
                  <a:cxn ang="0">
                    <a:pos x="56" y="138"/>
                  </a:cxn>
                  <a:cxn ang="0">
                    <a:pos x="51" y="147"/>
                  </a:cxn>
                  <a:cxn ang="0">
                    <a:pos x="40" y="165"/>
                  </a:cxn>
                  <a:cxn ang="0">
                    <a:pos x="25" y="178"/>
                  </a:cxn>
                  <a:cxn ang="0">
                    <a:pos x="7" y="189"/>
                  </a:cxn>
                  <a:cxn ang="0">
                    <a:pos x="3" y="191"/>
                  </a:cxn>
                  <a:cxn ang="0">
                    <a:pos x="0" y="198"/>
                  </a:cxn>
                  <a:cxn ang="0">
                    <a:pos x="0" y="202"/>
                  </a:cxn>
                  <a:cxn ang="0">
                    <a:pos x="3" y="212"/>
                  </a:cxn>
                  <a:cxn ang="0">
                    <a:pos x="9" y="216"/>
                  </a:cxn>
                  <a:cxn ang="0">
                    <a:pos x="14" y="216"/>
                  </a:cxn>
                  <a:cxn ang="0">
                    <a:pos x="20" y="214"/>
                  </a:cxn>
                  <a:cxn ang="0">
                    <a:pos x="49" y="198"/>
                  </a:cxn>
                  <a:cxn ang="0">
                    <a:pos x="71" y="173"/>
                  </a:cxn>
                  <a:cxn ang="0">
                    <a:pos x="80" y="158"/>
                  </a:cxn>
                  <a:cxn ang="0">
                    <a:pos x="89" y="125"/>
                  </a:cxn>
                  <a:cxn ang="0">
                    <a:pos x="90" y="109"/>
                  </a:cxn>
                  <a:cxn ang="0">
                    <a:pos x="85" y="75"/>
                  </a:cxn>
                  <a:cxn ang="0">
                    <a:pos x="71" y="44"/>
                  </a:cxn>
                  <a:cxn ang="0">
                    <a:pos x="60" y="31"/>
                  </a:cxn>
                  <a:cxn ang="0">
                    <a:pos x="34" y="9"/>
                  </a:cxn>
                  <a:cxn ang="0">
                    <a:pos x="20" y="2"/>
                  </a:cxn>
                </a:cxnLst>
                <a:rect l="0" t="0" r="r" b="b"/>
                <a:pathLst>
                  <a:path w="90" h="216">
                    <a:moveTo>
                      <a:pt x="20" y="2"/>
                    </a:moveTo>
                    <a:lnTo>
                      <a:pt x="20" y="2"/>
                    </a:lnTo>
                    <a:lnTo>
                      <a:pt x="14" y="0"/>
                    </a:lnTo>
                    <a:lnTo>
                      <a:pt x="14" y="0"/>
                    </a:lnTo>
                    <a:lnTo>
                      <a:pt x="7" y="2"/>
                    </a:lnTo>
                    <a:lnTo>
                      <a:pt x="3" y="4"/>
                    </a:lnTo>
                    <a:lnTo>
                      <a:pt x="3" y="4"/>
                    </a:lnTo>
                    <a:lnTo>
                      <a:pt x="0" y="9"/>
                    </a:lnTo>
                    <a:lnTo>
                      <a:pt x="0" y="15"/>
                    </a:lnTo>
                    <a:lnTo>
                      <a:pt x="0" y="15"/>
                    </a:lnTo>
                    <a:lnTo>
                      <a:pt x="0" y="18"/>
                    </a:lnTo>
                    <a:lnTo>
                      <a:pt x="2" y="22"/>
                    </a:lnTo>
                    <a:lnTo>
                      <a:pt x="3" y="26"/>
                    </a:lnTo>
                    <a:lnTo>
                      <a:pt x="7" y="27"/>
                    </a:lnTo>
                    <a:lnTo>
                      <a:pt x="7" y="27"/>
                    </a:lnTo>
                    <a:lnTo>
                      <a:pt x="25" y="38"/>
                    </a:lnTo>
                    <a:lnTo>
                      <a:pt x="25" y="38"/>
                    </a:lnTo>
                    <a:lnTo>
                      <a:pt x="32" y="44"/>
                    </a:lnTo>
                    <a:lnTo>
                      <a:pt x="40" y="51"/>
                    </a:lnTo>
                    <a:lnTo>
                      <a:pt x="47" y="60"/>
                    </a:lnTo>
                    <a:lnTo>
                      <a:pt x="51" y="69"/>
                    </a:lnTo>
                    <a:lnTo>
                      <a:pt x="51" y="69"/>
                    </a:lnTo>
                    <a:lnTo>
                      <a:pt x="56" y="78"/>
                    </a:lnTo>
                    <a:lnTo>
                      <a:pt x="58" y="87"/>
                    </a:lnTo>
                    <a:lnTo>
                      <a:pt x="60" y="98"/>
                    </a:lnTo>
                    <a:lnTo>
                      <a:pt x="61" y="109"/>
                    </a:lnTo>
                    <a:lnTo>
                      <a:pt x="61" y="109"/>
                    </a:lnTo>
                    <a:lnTo>
                      <a:pt x="60" y="118"/>
                    </a:lnTo>
                    <a:lnTo>
                      <a:pt x="58" y="129"/>
                    </a:lnTo>
                    <a:lnTo>
                      <a:pt x="56" y="138"/>
                    </a:lnTo>
                    <a:lnTo>
                      <a:pt x="51" y="147"/>
                    </a:lnTo>
                    <a:lnTo>
                      <a:pt x="51" y="147"/>
                    </a:lnTo>
                    <a:lnTo>
                      <a:pt x="47" y="156"/>
                    </a:lnTo>
                    <a:lnTo>
                      <a:pt x="40" y="165"/>
                    </a:lnTo>
                    <a:lnTo>
                      <a:pt x="32" y="173"/>
                    </a:lnTo>
                    <a:lnTo>
                      <a:pt x="25" y="178"/>
                    </a:lnTo>
                    <a:lnTo>
                      <a:pt x="25" y="178"/>
                    </a:lnTo>
                    <a:lnTo>
                      <a:pt x="7" y="189"/>
                    </a:lnTo>
                    <a:lnTo>
                      <a:pt x="7" y="189"/>
                    </a:lnTo>
                    <a:lnTo>
                      <a:pt x="3" y="191"/>
                    </a:lnTo>
                    <a:lnTo>
                      <a:pt x="2" y="194"/>
                    </a:lnTo>
                    <a:lnTo>
                      <a:pt x="0" y="198"/>
                    </a:lnTo>
                    <a:lnTo>
                      <a:pt x="0" y="202"/>
                    </a:lnTo>
                    <a:lnTo>
                      <a:pt x="0" y="202"/>
                    </a:lnTo>
                    <a:lnTo>
                      <a:pt x="0" y="207"/>
                    </a:lnTo>
                    <a:lnTo>
                      <a:pt x="3" y="212"/>
                    </a:lnTo>
                    <a:lnTo>
                      <a:pt x="3" y="212"/>
                    </a:lnTo>
                    <a:lnTo>
                      <a:pt x="9" y="216"/>
                    </a:lnTo>
                    <a:lnTo>
                      <a:pt x="14" y="216"/>
                    </a:lnTo>
                    <a:lnTo>
                      <a:pt x="14" y="216"/>
                    </a:lnTo>
                    <a:lnTo>
                      <a:pt x="20" y="214"/>
                    </a:lnTo>
                    <a:lnTo>
                      <a:pt x="20" y="214"/>
                    </a:lnTo>
                    <a:lnTo>
                      <a:pt x="34" y="207"/>
                    </a:lnTo>
                    <a:lnTo>
                      <a:pt x="49" y="198"/>
                    </a:lnTo>
                    <a:lnTo>
                      <a:pt x="60" y="185"/>
                    </a:lnTo>
                    <a:lnTo>
                      <a:pt x="71" y="173"/>
                    </a:lnTo>
                    <a:lnTo>
                      <a:pt x="71" y="173"/>
                    </a:lnTo>
                    <a:lnTo>
                      <a:pt x="80" y="158"/>
                    </a:lnTo>
                    <a:lnTo>
                      <a:pt x="85" y="142"/>
                    </a:lnTo>
                    <a:lnTo>
                      <a:pt x="89" y="125"/>
                    </a:lnTo>
                    <a:lnTo>
                      <a:pt x="90" y="109"/>
                    </a:lnTo>
                    <a:lnTo>
                      <a:pt x="90" y="109"/>
                    </a:lnTo>
                    <a:lnTo>
                      <a:pt x="89" y="91"/>
                    </a:lnTo>
                    <a:lnTo>
                      <a:pt x="85" y="75"/>
                    </a:lnTo>
                    <a:lnTo>
                      <a:pt x="80" y="58"/>
                    </a:lnTo>
                    <a:lnTo>
                      <a:pt x="71" y="44"/>
                    </a:lnTo>
                    <a:lnTo>
                      <a:pt x="71" y="44"/>
                    </a:lnTo>
                    <a:lnTo>
                      <a:pt x="60" y="31"/>
                    </a:lnTo>
                    <a:lnTo>
                      <a:pt x="49" y="18"/>
                    </a:lnTo>
                    <a:lnTo>
                      <a:pt x="34" y="9"/>
                    </a:lnTo>
                    <a:lnTo>
                      <a:pt x="20" y="2"/>
                    </a:lnTo>
                    <a:lnTo>
                      <a:pt x="2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grpSp>
        <p:nvGrpSpPr>
          <p:cNvPr id="8" name="Group 58"/>
          <p:cNvGrpSpPr/>
          <p:nvPr/>
        </p:nvGrpSpPr>
        <p:grpSpPr>
          <a:xfrm>
            <a:off x="7062913" y="1913642"/>
            <a:ext cx="2565516" cy="3509828"/>
            <a:chOff x="3574212" y="1337559"/>
            <a:chExt cx="1924137" cy="2632371"/>
          </a:xfrm>
        </p:grpSpPr>
        <p:grpSp>
          <p:nvGrpSpPr>
            <p:cNvPr id="9" name="Group 41"/>
            <p:cNvGrpSpPr/>
            <p:nvPr/>
          </p:nvGrpSpPr>
          <p:grpSpPr>
            <a:xfrm>
              <a:off x="3714744" y="2571750"/>
              <a:ext cx="1643074" cy="571504"/>
              <a:chOff x="3714744" y="2214560"/>
              <a:chExt cx="1643074" cy="571504"/>
            </a:xfrm>
          </p:grpSpPr>
          <p:sp>
            <p:nvSpPr>
              <p:cNvPr id="32" name="Rectangle 31"/>
              <p:cNvSpPr/>
              <p:nvPr/>
            </p:nvSpPr>
            <p:spPr>
              <a:xfrm>
                <a:off x="3714744" y="2428874"/>
                <a:ext cx="1643074" cy="3571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5143504" y="2214560"/>
                <a:ext cx="214314" cy="21431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 name="Rectangle 51"/>
            <p:cNvSpPr/>
            <p:nvPr/>
          </p:nvSpPr>
          <p:spPr>
            <a:xfrm>
              <a:off x="3574212" y="1337559"/>
              <a:ext cx="1924137" cy="1177245"/>
            </a:xfrm>
            <a:prstGeom prst="rect">
              <a:avLst/>
            </a:prstGeom>
          </p:spPr>
          <p:txBody>
            <a:bodyPr wrap="square">
              <a:spAutoFit/>
            </a:bodyPr>
            <a:lstStyle/>
            <a:p>
              <a:pPr algn="ctr"/>
              <a:r>
                <a:rPr lang="ar-SA" sz="3200" b="1" dirty="0">
                  <a:solidFill>
                    <a:srgbClr val="9BBB59"/>
                  </a:solidFill>
                </a:rPr>
                <a:t>توظيف إمكانات التكنولوجيا في مجال التعليم</a:t>
              </a:r>
              <a:endParaRPr lang="id-ID" sz="3200" b="1" dirty="0">
                <a:solidFill>
                  <a:srgbClr val="9BBB59"/>
                </a:solidFill>
                <a:latin typeface="Open Sans Light" pitchFamily="34" charset="0"/>
                <a:ea typeface="Open Sans Light" pitchFamily="34" charset="0"/>
                <a:cs typeface="Open Sans Light" pitchFamily="34" charset="0"/>
              </a:endParaRPr>
            </a:p>
          </p:txBody>
        </p:sp>
        <p:sp>
          <p:nvSpPr>
            <p:cNvPr id="64" name="Freeform 59"/>
            <p:cNvSpPr>
              <a:spLocks noEditPoints="1"/>
            </p:cNvSpPr>
            <p:nvPr/>
          </p:nvSpPr>
          <p:spPr bwMode="auto">
            <a:xfrm>
              <a:off x="4357686" y="3571882"/>
              <a:ext cx="398052" cy="398048"/>
            </a:xfrm>
            <a:custGeom>
              <a:avLst/>
              <a:gdLst/>
              <a:ahLst/>
              <a:cxnLst>
                <a:cxn ang="0">
                  <a:pos x="129" y="1"/>
                </a:cxn>
                <a:cxn ang="0">
                  <a:pos x="87" y="12"/>
                </a:cxn>
                <a:cxn ang="0">
                  <a:pos x="53" y="32"/>
                </a:cxn>
                <a:cxn ang="0">
                  <a:pos x="26" y="63"/>
                </a:cxn>
                <a:cxn ang="0">
                  <a:pos x="8" y="101"/>
                </a:cxn>
                <a:cxn ang="0">
                  <a:pos x="0" y="143"/>
                </a:cxn>
                <a:cxn ang="0">
                  <a:pos x="4" y="172"/>
                </a:cxn>
                <a:cxn ang="0">
                  <a:pos x="19" y="212"/>
                </a:cxn>
                <a:cxn ang="0">
                  <a:pos x="42" y="244"/>
                </a:cxn>
                <a:cxn ang="0">
                  <a:pos x="75" y="270"/>
                </a:cxn>
                <a:cxn ang="0">
                  <a:pos x="115" y="284"/>
                </a:cxn>
                <a:cxn ang="0">
                  <a:pos x="144" y="286"/>
                </a:cxn>
                <a:cxn ang="0">
                  <a:pos x="185" y="281"/>
                </a:cxn>
                <a:cxn ang="0">
                  <a:pos x="223" y="263"/>
                </a:cxn>
                <a:cxn ang="0">
                  <a:pos x="254" y="235"/>
                </a:cxn>
                <a:cxn ang="0">
                  <a:pos x="276" y="199"/>
                </a:cxn>
                <a:cxn ang="0">
                  <a:pos x="285" y="157"/>
                </a:cxn>
                <a:cxn ang="0">
                  <a:pos x="285" y="128"/>
                </a:cxn>
                <a:cxn ang="0">
                  <a:pos x="276" y="89"/>
                </a:cxn>
                <a:cxn ang="0">
                  <a:pos x="254" y="52"/>
                </a:cxn>
                <a:cxn ang="0">
                  <a:pos x="223" y="25"/>
                </a:cxn>
                <a:cxn ang="0">
                  <a:pos x="185" y="7"/>
                </a:cxn>
                <a:cxn ang="0">
                  <a:pos x="144" y="0"/>
                </a:cxn>
                <a:cxn ang="0">
                  <a:pos x="144" y="252"/>
                </a:cxn>
                <a:cxn ang="0">
                  <a:pos x="102" y="243"/>
                </a:cxn>
                <a:cxn ang="0">
                  <a:pos x="55" y="203"/>
                </a:cxn>
                <a:cxn ang="0">
                  <a:pos x="37" y="154"/>
                </a:cxn>
                <a:cxn ang="0">
                  <a:pos x="37" y="132"/>
                </a:cxn>
                <a:cxn ang="0">
                  <a:pos x="55" y="83"/>
                </a:cxn>
                <a:cxn ang="0">
                  <a:pos x="102" y="45"/>
                </a:cxn>
                <a:cxn ang="0">
                  <a:pos x="144" y="36"/>
                </a:cxn>
                <a:cxn ang="0">
                  <a:pos x="165" y="38"/>
                </a:cxn>
                <a:cxn ang="0">
                  <a:pos x="220" y="67"/>
                </a:cxn>
                <a:cxn ang="0">
                  <a:pos x="249" y="121"/>
                </a:cxn>
                <a:cxn ang="0">
                  <a:pos x="251" y="143"/>
                </a:cxn>
                <a:cxn ang="0">
                  <a:pos x="241" y="185"/>
                </a:cxn>
                <a:cxn ang="0">
                  <a:pos x="203" y="232"/>
                </a:cxn>
                <a:cxn ang="0">
                  <a:pos x="154" y="250"/>
                </a:cxn>
                <a:cxn ang="0">
                  <a:pos x="232" y="143"/>
                </a:cxn>
                <a:cxn ang="0">
                  <a:pos x="227" y="156"/>
                </a:cxn>
                <a:cxn ang="0">
                  <a:pos x="144" y="161"/>
                </a:cxn>
                <a:cxn ang="0">
                  <a:pos x="131" y="156"/>
                </a:cxn>
                <a:cxn ang="0">
                  <a:pos x="125" y="72"/>
                </a:cxn>
                <a:cxn ang="0">
                  <a:pos x="131" y="60"/>
                </a:cxn>
                <a:cxn ang="0">
                  <a:pos x="144" y="54"/>
                </a:cxn>
                <a:cxn ang="0">
                  <a:pos x="160" y="65"/>
                </a:cxn>
                <a:cxn ang="0">
                  <a:pos x="214" y="125"/>
                </a:cxn>
                <a:cxn ang="0">
                  <a:pos x="227" y="130"/>
                </a:cxn>
                <a:cxn ang="0">
                  <a:pos x="232" y="143"/>
                </a:cxn>
              </a:cxnLst>
              <a:rect l="0" t="0" r="r" b="b"/>
              <a:pathLst>
                <a:path w="287" h="286">
                  <a:moveTo>
                    <a:pt x="144" y="0"/>
                  </a:moveTo>
                  <a:lnTo>
                    <a:pt x="144" y="0"/>
                  </a:lnTo>
                  <a:lnTo>
                    <a:pt x="129" y="1"/>
                  </a:lnTo>
                  <a:lnTo>
                    <a:pt x="115" y="3"/>
                  </a:lnTo>
                  <a:lnTo>
                    <a:pt x="100" y="7"/>
                  </a:lnTo>
                  <a:lnTo>
                    <a:pt x="87" y="12"/>
                  </a:lnTo>
                  <a:lnTo>
                    <a:pt x="75" y="18"/>
                  </a:lnTo>
                  <a:lnTo>
                    <a:pt x="64" y="25"/>
                  </a:lnTo>
                  <a:lnTo>
                    <a:pt x="53" y="32"/>
                  </a:lnTo>
                  <a:lnTo>
                    <a:pt x="42" y="43"/>
                  </a:lnTo>
                  <a:lnTo>
                    <a:pt x="33" y="52"/>
                  </a:lnTo>
                  <a:lnTo>
                    <a:pt x="26" y="63"/>
                  </a:lnTo>
                  <a:lnTo>
                    <a:pt x="19" y="76"/>
                  </a:lnTo>
                  <a:lnTo>
                    <a:pt x="11" y="89"/>
                  </a:lnTo>
                  <a:lnTo>
                    <a:pt x="8" y="101"/>
                  </a:lnTo>
                  <a:lnTo>
                    <a:pt x="4" y="114"/>
                  </a:lnTo>
                  <a:lnTo>
                    <a:pt x="0" y="128"/>
                  </a:lnTo>
                  <a:lnTo>
                    <a:pt x="0" y="143"/>
                  </a:lnTo>
                  <a:lnTo>
                    <a:pt x="0" y="143"/>
                  </a:lnTo>
                  <a:lnTo>
                    <a:pt x="0" y="157"/>
                  </a:lnTo>
                  <a:lnTo>
                    <a:pt x="4" y="172"/>
                  </a:lnTo>
                  <a:lnTo>
                    <a:pt x="8" y="186"/>
                  </a:lnTo>
                  <a:lnTo>
                    <a:pt x="11" y="199"/>
                  </a:lnTo>
                  <a:lnTo>
                    <a:pt x="19" y="212"/>
                  </a:lnTo>
                  <a:lnTo>
                    <a:pt x="26" y="223"/>
                  </a:lnTo>
                  <a:lnTo>
                    <a:pt x="33" y="235"/>
                  </a:lnTo>
                  <a:lnTo>
                    <a:pt x="42" y="244"/>
                  </a:lnTo>
                  <a:lnTo>
                    <a:pt x="53" y="253"/>
                  </a:lnTo>
                  <a:lnTo>
                    <a:pt x="64" y="263"/>
                  </a:lnTo>
                  <a:lnTo>
                    <a:pt x="75" y="270"/>
                  </a:lnTo>
                  <a:lnTo>
                    <a:pt x="87" y="275"/>
                  </a:lnTo>
                  <a:lnTo>
                    <a:pt x="100" y="281"/>
                  </a:lnTo>
                  <a:lnTo>
                    <a:pt x="115" y="284"/>
                  </a:lnTo>
                  <a:lnTo>
                    <a:pt x="129" y="286"/>
                  </a:lnTo>
                  <a:lnTo>
                    <a:pt x="144" y="286"/>
                  </a:lnTo>
                  <a:lnTo>
                    <a:pt x="144" y="286"/>
                  </a:lnTo>
                  <a:lnTo>
                    <a:pt x="158" y="286"/>
                  </a:lnTo>
                  <a:lnTo>
                    <a:pt x="173" y="284"/>
                  </a:lnTo>
                  <a:lnTo>
                    <a:pt x="185" y="281"/>
                  </a:lnTo>
                  <a:lnTo>
                    <a:pt x="200" y="275"/>
                  </a:lnTo>
                  <a:lnTo>
                    <a:pt x="212" y="270"/>
                  </a:lnTo>
                  <a:lnTo>
                    <a:pt x="223" y="263"/>
                  </a:lnTo>
                  <a:lnTo>
                    <a:pt x="234" y="253"/>
                  </a:lnTo>
                  <a:lnTo>
                    <a:pt x="245" y="244"/>
                  </a:lnTo>
                  <a:lnTo>
                    <a:pt x="254" y="235"/>
                  </a:lnTo>
                  <a:lnTo>
                    <a:pt x="261" y="223"/>
                  </a:lnTo>
                  <a:lnTo>
                    <a:pt x="269" y="212"/>
                  </a:lnTo>
                  <a:lnTo>
                    <a:pt x="276" y="199"/>
                  </a:lnTo>
                  <a:lnTo>
                    <a:pt x="280" y="186"/>
                  </a:lnTo>
                  <a:lnTo>
                    <a:pt x="283" y="172"/>
                  </a:lnTo>
                  <a:lnTo>
                    <a:pt x="285" y="157"/>
                  </a:lnTo>
                  <a:lnTo>
                    <a:pt x="287" y="143"/>
                  </a:lnTo>
                  <a:lnTo>
                    <a:pt x="287" y="143"/>
                  </a:lnTo>
                  <a:lnTo>
                    <a:pt x="285" y="128"/>
                  </a:lnTo>
                  <a:lnTo>
                    <a:pt x="283" y="114"/>
                  </a:lnTo>
                  <a:lnTo>
                    <a:pt x="280" y="101"/>
                  </a:lnTo>
                  <a:lnTo>
                    <a:pt x="276" y="89"/>
                  </a:lnTo>
                  <a:lnTo>
                    <a:pt x="269" y="76"/>
                  </a:lnTo>
                  <a:lnTo>
                    <a:pt x="261" y="63"/>
                  </a:lnTo>
                  <a:lnTo>
                    <a:pt x="254" y="52"/>
                  </a:lnTo>
                  <a:lnTo>
                    <a:pt x="245" y="43"/>
                  </a:lnTo>
                  <a:lnTo>
                    <a:pt x="234" y="32"/>
                  </a:lnTo>
                  <a:lnTo>
                    <a:pt x="223" y="25"/>
                  </a:lnTo>
                  <a:lnTo>
                    <a:pt x="212" y="18"/>
                  </a:lnTo>
                  <a:lnTo>
                    <a:pt x="200" y="12"/>
                  </a:lnTo>
                  <a:lnTo>
                    <a:pt x="185" y="7"/>
                  </a:lnTo>
                  <a:lnTo>
                    <a:pt x="173" y="3"/>
                  </a:lnTo>
                  <a:lnTo>
                    <a:pt x="158" y="1"/>
                  </a:lnTo>
                  <a:lnTo>
                    <a:pt x="144" y="0"/>
                  </a:lnTo>
                  <a:lnTo>
                    <a:pt x="144" y="0"/>
                  </a:lnTo>
                  <a:close/>
                  <a:moveTo>
                    <a:pt x="144" y="252"/>
                  </a:moveTo>
                  <a:lnTo>
                    <a:pt x="144" y="252"/>
                  </a:lnTo>
                  <a:lnTo>
                    <a:pt x="133" y="250"/>
                  </a:lnTo>
                  <a:lnTo>
                    <a:pt x="122" y="248"/>
                  </a:lnTo>
                  <a:lnTo>
                    <a:pt x="102" y="243"/>
                  </a:lnTo>
                  <a:lnTo>
                    <a:pt x="84" y="232"/>
                  </a:lnTo>
                  <a:lnTo>
                    <a:pt x="67" y="219"/>
                  </a:lnTo>
                  <a:lnTo>
                    <a:pt x="55" y="203"/>
                  </a:lnTo>
                  <a:lnTo>
                    <a:pt x="44" y="185"/>
                  </a:lnTo>
                  <a:lnTo>
                    <a:pt x="38" y="165"/>
                  </a:lnTo>
                  <a:lnTo>
                    <a:pt x="37" y="154"/>
                  </a:lnTo>
                  <a:lnTo>
                    <a:pt x="37" y="143"/>
                  </a:lnTo>
                  <a:lnTo>
                    <a:pt x="37" y="143"/>
                  </a:lnTo>
                  <a:lnTo>
                    <a:pt x="37" y="132"/>
                  </a:lnTo>
                  <a:lnTo>
                    <a:pt x="38" y="121"/>
                  </a:lnTo>
                  <a:lnTo>
                    <a:pt x="44" y="101"/>
                  </a:lnTo>
                  <a:lnTo>
                    <a:pt x="55" y="83"/>
                  </a:lnTo>
                  <a:lnTo>
                    <a:pt x="67" y="67"/>
                  </a:lnTo>
                  <a:lnTo>
                    <a:pt x="84" y="54"/>
                  </a:lnTo>
                  <a:lnTo>
                    <a:pt x="102" y="45"/>
                  </a:lnTo>
                  <a:lnTo>
                    <a:pt x="122" y="38"/>
                  </a:lnTo>
                  <a:lnTo>
                    <a:pt x="133" y="36"/>
                  </a:lnTo>
                  <a:lnTo>
                    <a:pt x="144" y="36"/>
                  </a:lnTo>
                  <a:lnTo>
                    <a:pt x="144" y="36"/>
                  </a:lnTo>
                  <a:lnTo>
                    <a:pt x="154" y="36"/>
                  </a:lnTo>
                  <a:lnTo>
                    <a:pt x="165" y="38"/>
                  </a:lnTo>
                  <a:lnTo>
                    <a:pt x="185" y="45"/>
                  </a:lnTo>
                  <a:lnTo>
                    <a:pt x="203" y="54"/>
                  </a:lnTo>
                  <a:lnTo>
                    <a:pt x="220" y="67"/>
                  </a:lnTo>
                  <a:lnTo>
                    <a:pt x="232" y="83"/>
                  </a:lnTo>
                  <a:lnTo>
                    <a:pt x="241" y="101"/>
                  </a:lnTo>
                  <a:lnTo>
                    <a:pt x="249" y="121"/>
                  </a:lnTo>
                  <a:lnTo>
                    <a:pt x="251" y="132"/>
                  </a:lnTo>
                  <a:lnTo>
                    <a:pt x="251" y="143"/>
                  </a:lnTo>
                  <a:lnTo>
                    <a:pt x="251" y="143"/>
                  </a:lnTo>
                  <a:lnTo>
                    <a:pt x="251" y="154"/>
                  </a:lnTo>
                  <a:lnTo>
                    <a:pt x="249" y="165"/>
                  </a:lnTo>
                  <a:lnTo>
                    <a:pt x="241" y="185"/>
                  </a:lnTo>
                  <a:lnTo>
                    <a:pt x="232" y="203"/>
                  </a:lnTo>
                  <a:lnTo>
                    <a:pt x="220" y="219"/>
                  </a:lnTo>
                  <a:lnTo>
                    <a:pt x="203" y="232"/>
                  </a:lnTo>
                  <a:lnTo>
                    <a:pt x="185" y="243"/>
                  </a:lnTo>
                  <a:lnTo>
                    <a:pt x="165" y="248"/>
                  </a:lnTo>
                  <a:lnTo>
                    <a:pt x="154" y="250"/>
                  </a:lnTo>
                  <a:lnTo>
                    <a:pt x="144" y="252"/>
                  </a:lnTo>
                  <a:lnTo>
                    <a:pt x="144" y="252"/>
                  </a:lnTo>
                  <a:close/>
                  <a:moveTo>
                    <a:pt x="232" y="143"/>
                  </a:moveTo>
                  <a:lnTo>
                    <a:pt x="232" y="143"/>
                  </a:lnTo>
                  <a:lnTo>
                    <a:pt x="231" y="150"/>
                  </a:lnTo>
                  <a:lnTo>
                    <a:pt x="227" y="156"/>
                  </a:lnTo>
                  <a:lnTo>
                    <a:pt x="222" y="159"/>
                  </a:lnTo>
                  <a:lnTo>
                    <a:pt x="214" y="161"/>
                  </a:lnTo>
                  <a:lnTo>
                    <a:pt x="144" y="161"/>
                  </a:lnTo>
                  <a:lnTo>
                    <a:pt x="144" y="161"/>
                  </a:lnTo>
                  <a:lnTo>
                    <a:pt x="136" y="159"/>
                  </a:lnTo>
                  <a:lnTo>
                    <a:pt x="131" y="156"/>
                  </a:lnTo>
                  <a:lnTo>
                    <a:pt x="127" y="150"/>
                  </a:lnTo>
                  <a:lnTo>
                    <a:pt x="125" y="143"/>
                  </a:lnTo>
                  <a:lnTo>
                    <a:pt x="125" y="72"/>
                  </a:lnTo>
                  <a:lnTo>
                    <a:pt x="125" y="72"/>
                  </a:lnTo>
                  <a:lnTo>
                    <a:pt x="127" y="65"/>
                  </a:lnTo>
                  <a:lnTo>
                    <a:pt x="131" y="60"/>
                  </a:lnTo>
                  <a:lnTo>
                    <a:pt x="136" y="56"/>
                  </a:lnTo>
                  <a:lnTo>
                    <a:pt x="144" y="54"/>
                  </a:lnTo>
                  <a:lnTo>
                    <a:pt x="144" y="54"/>
                  </a:lnTo>
                  <a:lnTo>
                    <a:pt x="151" y="56"/>
                  </a:lnTo>
                  <a:lnTo>
                    <a:pt x="156" y="60"/>
                  </a:lnTo>
                  <a:lnTo>
                    <a:pt x="160" y="65"/>
                  </a:lnTo>
                  <a:lnTo>
                    <a:pt x="162" y="72"/>
                  </a:lnTo>
                  <a:lnTo>
                    <a:pt x="162" y="125"/>
                  </a:lnTo>
                  <a:lnTo>
                    <a:pt x="214" y="125"/>
                  </a:lnTo>
                  <a:lnTo>
                    <a:pt x="214" y="125"/>
                  </a:lnTo>
                  <a:lnTo>
                    <a:pt x="222" y="127"/>
                  </a:lnTo>
                  <a:lnTo>
                    <a:pt x="227" y="130"/>
                  </a:lnTo>
                  <a:lnTo>
                    <a:pt x="231" y="136"/>
                  </a:lnTo>
                  <a:lnTo>
                    <a:pt x="232" y="143"/>
                  </a:lnTo>
                  <a:lnTo>
                    <a:pt x="232" y="143"/>
                  </a:lnTo>
                  <a:close/>
                </a:path>
              </a:pathLst>
            </a:custGeom>
            <a:solidFill>
              <a:schemeClr val="accent3"/>
            </a:solid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12" name="Group 67"/>
          <p:cNvGrpSpPr/>
          <p:nvPr/>
        </p:nvGrpSpPr>
        <p:grpSpPr>
          <a:xfrm>
            <a:off x="2535679" y="1604951"/>
            <a:ext cx="2594601" cy="3811099"/>
            <a:chOff x="178787" y="1106042"/>
            <a:chExt cx="1945951" cy="2858324"/>
          </a:xfrm>
        </p:grpSpPr>
        <p:grpSp>
          <p:nvGrpSpPr>
            <p:cNvPr id="13" name="Group 43"/>
            <p:cNvGrpSpPr/>
            <p:nvPr/>
          </p:nvGrpSpPr>
          <p:grpSpPr>
            <a:xfrm>
              <a:off x="428596" y="2571750"/>
              <a:ext cx="1643074" cy="571504"/>
              <a:chOff x="428596" y="2214560"/>
              <a:chExt cx="1643074" cy="571504"/>
            </a:xfrm>
          </p:grpSpPr>
          <p:sp>
            <p:nvSpPr>
              <p:cNvPr id="34" name="Rectangle 33"/>
              <p:cNvSpPr/>
              <p:nvPr/>
            </p:nvSpPr>
            <p:spPr>
              <a:xfrm>
                <a:off x="428596" y="2428874"/>
                <a:ext cx="1643074" cy="3571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p:nvSpPr>
            <p:spPr>
              <a:xfrm>
                <a:off x="1857356" y="2214560"/>
                <a:ext cx="214314" cy="21431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0" name="Rectangle 49"/>
            <p:cNvSpPr/>
            <p:nvPr/>
          </p:nvSpPr>
          <p:spPr>
            <a:xfrm>
              <a:off x="178787" y="1106042"/>
              <a:ext cx="1945951" cy="1546577"/>
            </a:xfrm>
            <a:prstGeom prst="rect">
              <a:avLst/>
            </a:prstGeom>
          </p:spPr>
          <p:txBody>
            <a:bodyPr wrap="square">
              <a:spAutoFit/>
            </a:bodyPr>
            <a:lstStyle/>
            <a:p>
              <a:pPr algn="ctr"/>
              <a:r>
                <a:rPr lang="ar-SA" sz="3200" b="1" dirty="0">
                  <a:solidFill>
                    <a:srgbClr val="2980B9"/>
                  </a:solidFill>
                </a:rPr>
                <a:t>رفع المستوى الثقافي والعلمي بين جميع أفراد المجتمع</a:t>
              </a:r>
              <a:endParaRPr lang="id-ID" sz="3200" b="1" dirty="0">
                <a:solidFill>
                  <a:srgbClr val="2980B9"/>
                </a:solidFill>
                <a:latin typeface="Open Sans Light" pitchFamily="34" charset="0"/>
                <a:ea typeface="Open Sans Light" pitchFamily="34" charset="0"/>
                <a:cs typeface="Open Sans Light" pitchFamily="34" charset="0"/>
              </a:endParaRPr>
            </a:p>
          </p:txBody>
        </p:sp>
        <p:sp>
          <p:nvSpPr>
            <p:cNvPr id="66" name="Freeform 111"/>
            <p:cNvSpPr>
              <a:spLocks noEditPoints="1"/>
            </p:cNvSpPr>
            <p:nvPr/>
          </p:nvSpPr>
          <p:spPr bwMode="auto">
            <a:xfrm>
              <a:off x="1000100" y="3571882"/>
              <a:ext cx="389700" cy="392484"/>
            </a:xfrm>
            <a:custGeom>
              <a:avLst/>
              <a:gdLst/>
              <a:ahLst/>
              <a:cxnLst>
                <a:cxn ang="0">
                  <a:pos x="36" y="38"/>
                </a:cxn>
                <a:cxn ang="0">
                  <a:pos x="5" y="38"/>
                </a:cxn>
                <a:cxn ang="0">
                  <a:pos x="0" y="45"/>
                </a:cxn>
                <a:cxn ang="0">
                  <a:pos x="0" y="69"/>
                </a:cxn>
                <a:cxn ang="0">
                  <a:pos x="9" y="74"/>
                </a:cxn>
                <a:cxn ang="0">
                  <a:pos x="9" y="94"/>
                </a:cxn>
                <a:cxn ang="0">
                  <a:pos x="1" y="96"/>
                </a:cxn>
                <a:cxn ang="0">
                  <a:pos x="0" y="121"/>
                </a:cxn>
                <a:cxn ang="0">
                  <a:pos x="1" y="128"/>
                </a:cxn>
                <a:cxn ang="0">
                  <a:pos x="36" y="130"/>
                </a:cxn>
                <a:cxn ang="0">
                  <a:pos x="9" y="150"/>
                </a:cxn>
                <a:cxn ang="0">
                  <a:pos x="0" y="156"/>
                </a:cxn>
                <a:cxn ang="0">
                  <a:pos x="0" y="177"/>
                </a:cxn>
                <a:cxn ang="0">
                  <a:pos x="5" y="186"/>
                </a:cxn>
                <a:cxn ang="0">
                  <a:pos x="36" y="206"/>
                </a:cxn>
                <a:cxn ang="0">
                  <a:pos x="5" y="206"/>
                </a:cxn>
                <a:cxn ang="0">
                  <a:pos x="0" y="215"/>
                </a:cxn>
                <a:cxn ang="0">
                  <a:pos x="0" y="237"/>
                </a:cxn>
                <a:cxn ang="0">
                  <a:pos x="9" y="243"/>
                </a:cxn>
                <a:cxn ang="0">
                  <a:pos x="262" y="281"/>
                </a:cxn>
                <a:cxn ang="0">
                  <a:pos x="275" y="275"/>
                </a:cxn>
                <a:cxn ang="0">
                  <a:pos x="281" y="18"/>
                </a:cxn>
                <a:cxn ang="0">
                  <a:pos x="275" y="5"/>
                </a:cxn>
                <a:cxn ang="0">
                  <a:pos x="262" y="0"/>
                </a:cxn>
                <a:cxn ang="0">
                  <a:pos x="56" y="243"/>
                </a:cxn>
                <a:cxn ang="0">
                  <a:pos x="69" y="243"/>
                </a:cxn>
                <a:cxn ang="0">
                  <a:pos x="74" y="234"/>
                </a:cxn>
                <a:cxn ang="0">
                  <a:pos x="74" y="212"/>
                </a:cxn>
                <a:cxn ang="0">
                  <a:pos x="65" y="206"/>
                </a:cxn>
                <a:cxn ang="0">
                  <a:pos x="65" y="186"/>
                </a:cxn>
                <a:cxn ang="0">
                  <a:pos x="72" y="185"/>
                </a:cxn>
                <a:cxn ang="0">
                  <a:pos x="74" y="159"/>
                </a:cxn>
                <a:cxn ang="0">
                  <a:pos x="72" y="152"/>
                </a:cxn>
                <a:cxn ang="0">
                  <a:pos x="56" y="150"/>
                </a:cxn>
                <a:cxn ang="0">
                  <a:pos x="65" y="130"/>
                </a:cxn>
                <a:cxn ang="0">
                  <a:pos x="74" y="125"/>
                </a:cxn>
                <a:cxn ang="0">
                  <a:pos x="74" y="103"/>
                </a:cxn>
                <a:cxn ang="0">
                  <a:pos x="69" y="94"/>
                </a:cxn>
                <a:cxn ang="0">
                  <a:pos x="56" y="74"/>
                </a:cxn>
                <a:cxn ang="0">
                  <a:pos x="69" y="74"/>
                </a:cxn>
                <a:cxn ang="0">
                  <a:pos x="74" y="65"/>
                </a:cxn>
                <a:cxn ang="0">
                  <a:pos x="74" y="41"/>
                </a:cxn>
                <a:cxn ang="0">
                  <a:pos x="65" y="38"/>
                </a:cxn>
                <a:cxn ang="0">
                  <a:pos x="92" y="18"/>
                </a:cxn>
              </a:cxnLst>
              <a:rect l="0" t="0" r="r" b="b"/>
              <a:pathLst>
                <a:path w="281" h="281">
                  <a:moveTo>
                    <a:pt x="262" y="0"/>
                  </a:moveTo>
                  <a:lnTo>
                    <a:pt x="36" y="0"/>
                  </a:lnTo>
                  <a:lnTo>
                    <a:pt x="36" y="38"/>
                  </a:lnTo>
                  <a:lnTo>
                    <a:pt x="9" y="38"/>
                  </a:lnTo>
                  <a:lnTo>
                    <a:pt x="9" y="38"/>
                  </a:lnTo>
                  <a:lnTo>
                    <a:pt x="5" y="38"/>
                  </a:lnTo>
                  <a:lnTo>
                    <a:pt x="1" y="40"/>
                  </a:lnTo>
                  <a:lnTo>
                    <a:pt x="0" y="41"/>
                  </a:lnTo>
                  <a:lnTo>
                    <a:pt x="0" y="45"/>
                  </a:lnTo>
                  <a:lnTo>
                    <a:pt x="0" y="65"/>
                  </a:lnTo>
                  <a:lnTo>
                    <a:pt x="0" y="65"/>
                  </a:lnTo>
                  <a:lnTo>
                    <a:pt x="0" y="69"/>
                  </a:lnTo>
                  <a:lnTo>
                    <a:pt x="1" y="72"/>
                  </a:lnTo>
                  <a:lnTo>
                    <a:pt x="5" y="74"/>
                  </a:lnTo>
                  <a:lnTo>
                    <a:pt x="9" y="74"/>
                  </a:lnTo>
                  <a:lnTo>
                    <a:pt x="36" y="74"/>
                  </a:lnTo>
                  <a:lnTo>
                    <a:pt x="36" y="94"/>
                  </a:lnTo>
                  <a:lnTo>
                    <a:pt x="9" y="94"/>
                  </a:lnTo>
                  <a:lnTo>
                    <a:pt x="9" y="94"/>
                  </a:lnTo>
                  <a:lnTo>
                    <a:pt x="5" y="94"/>
                  </a:lnTo>
                  <a:lnTo>
                    <a:pt x="1" y="96"/>
                  </a:lnTo>
                  <a:lnTo>
                    <a:pt x="0" y="99"/>
                  </a:lnTo>
                  <a:lnTo>
                    <a:pt x="0" y="103"/>
                  </a:lnTo>
                  <a:lnTo>
                    <a:pt x="0" y="121"/>
                  </a:lnTo>
                  <a:lnTo>
                    <a:pt x="0" y="121"/>
                  </a:lnTo>
                  <a:lnTo>
                    <a:pt x="0" y="125"/>
                  </a:lnTo>
                  <a:lnTo>
                    <a:pt x="1" y="128"/>
                  </a:lnTo>
                  <a:lnTo>
                    <a:pt x="5" y="130"/>
                  </a:lnTo>
                  <a:lnTo>
                    <a:pt x="9" y="130"/>
                  </a:lnTo>
                  <a:lnTo>
                    <a:pt x="36" y="130"/>
                  </a:lnTo>
                  <a:lnTo>
                    <a:pt x="36" y="150"/>
                  </a:lnTo>
                  <a:lnTo>
                    <a:pt x="9" y="150"/>
                  </a:lnTo>
                  <a:lnTo>
                    <a:pt x="9" y="150"/>
                  </a:lnTo>
                  <a:lnTo>
                    <a:pt x="5" y="150"/>
                  </a:lnTo>
                  <a:lnTo>
                    <a:pt x="1" y="152"/>
                  </a:lnTo>
                  <a:lnTo>
                    <a:pt x="0" y="156"/>
                  </a:lnTo>
                  <a:lnTo>
                    <a:pt x="0" y="159"/>
                  </a:lnTo>
                  <a:lnTo>
                    <a:pt x="0" y="177"/>
                  </a:lnTo>
                  <a:lnTo>
                    <a:pt x="0" y="177"/>
                  </a:lnTo>
                  <a:lnTo>
                    <a:pt x="0" y="181"/>
                  </a:lnTo>
                  <a:lnTo>
                    <a:pt x="1" y="185"/>
                  </a:lnTo>
                  <a:lnTo>
                    <a:pt x="5" y="186"/>
                  </a:lnTo>
                  <a:lnTo>
                    <a:pt x="9" y="186"/>
                  </a:lnTo>
                  <a:lnTo>
                    <a:pt x="36" y="186"/>
                  </a:lnTo>
                  <a:lnTo>
                    <a:pt x="36" y="206"/>
                  </a:lnTo>
                  <a:lnTo>
                    <a:pt x="9" y="206"/>
                  </a:lnTo>
                  <a:lnTo>
                    <a:pt x="9" y="206"/>
                  </a:lnTo>
                  <a:lnTo>
                    <a:pt x="5" y="206"/>
                  </a:lnTo>
                  <a:lnTo>
                    <a:pt x="1" y="208"/>
                  </a:lnTo>
                  <a:lnTo>
                    <a:pt x="0" y="212"/>
                  </a:lnTo>
                  <a:lnTo>
                    <a:pt x="0" y="215"/>
                  </a:lnTo>
                  <a:lnTo>
                    <a:pt x="0" y="234"/>
                  </a:lnTo>
                  <a:lnTo>
                    <a:pt x="0" y="234"/>
                  </a:lnTo>
                  <a:lnTo>
                    <a:pt x="0" y="237"/>
                  </a:lnTo>
                  <a:lnTo>
                    <a:pt x="1" y="241"/>
                  </a:lnTo>
                  <a:lnTo>
                    <a:pt x="5" y="243"/>
                  </a:lnTo>
                  <a:lnTo>
                    <a:pt x="9" y="243"/>
                  </a:lnTo>
                  <a:lnTo>
                    <a:pt x="36" y="243"/>
                  </a:lnTo>
                  <a:lnTo>
                    <a:pt x="36" y="281"/>
                  </a:lnTo>
                  <a:lnTo>
                    <a:pt x="262" y="281"/>
                  </a:lnTo>
                  <a:lnTo>
                    <a:pt x="262" y="281"/>
                  </a:lnTo>
                  <a:lnTo>
                    <a:pt x="270" y="279"/>
                  </a:lnTo>
                  <a:lnTo>
                    <a:pt x="275" y="275"/>
                  </a:lnTo>
                  <a:lnTo>
                    <a:pt x="279" y="270"/>
                  </a:lnTo>
                  <a:lnTo>
                    <a:pt x="281" y="261"/>
                  </a:lnTo>
                  <a:lnTo>
                    <a:pt x="281" y="18"/>
                  </a:lnTo>
                  <a:lnTo>
                    <a:pt x="281" y="18"/>
                  </a:lnTo>
                  <a:lnTo>
                    <a:pt x="279" y="11"/>
                  </a:lnTo>
                  <a:lnTo>
                    <a:pt x="275" y="5"/>
                  </a:lnTo>
                  <a:lnTo>
                    <a:pt x="270" y="1"/>
                  </a:lnTo>
                  <a:lnTo>
                    <a:pt x="262" y="0"/>
                  </a:lnTo>
                  <a:lnTo>
                    <a:pt x="262" y="0"/>
                  </a:lnTo>
                  <a:close/>
                  <a:moveTo>
                    <a:pt x="92" y="263"/>
                  </a:moveTo>
                  <a:lnTo>
                    <a:pt x="56" y="263"/>
                  </a:lnTo>
                  <a:lnTo>
                    <a:pt x="56" y="243"/>
                  </a:lnTo>
                  <a:lnTo>
                    <a:pt x="65" y="243"/>
                  </a:lnTo>
                  <a:lnTo>
                    <a:pt x="65" y="243"/>
                  </a:lnTo>
                  <a:lnTo>
                    <a:pt x="69" y="243"/>
                  </a:lnTo>
                  <a:lnTo>
                    <a:pt x="72" y="241"/>
                  </a:lnTo>
                  <a:lnTo>
                    <a:pt x="74" y="237"/>
                  </a:lnTo>
                  <a:lnTo>
                    <a:pt x="74" y="234"/>
                  </a:lnTo>
                  <a:lnTo>
                    <a:pt x="74" y="215"/>
                  </a:lnTo>
                  <a:lnTo>
                    <a:pt x="74" y="215"/>
                  </a:lnTo>
                  <a:lnTo>
                    <a:pt x="74" y="212"/>
                  </a:lnTo>
                  <a:lnTo>
                    <a:pt x="72" y="208"/>
                  </a:lnTo>
                  <a:lnTo>
                    <a:pt x="69" y="206"/>
                  </a:lnTo>
                  <a:lnTo>
                    <a:pt x="65" y="206"/>
                  </a:lnTo>
                  <a:lnTo>
                    <a:pt x="56" y="206"/>
                  </a:lnTo>
                  <a:lnTo>
                    <a:pt x="56" y="186"/>
                  </a:lnTo>
                  <a:lnTo>
                    <a:pt x="65" y="186"/>
                  </a:lnTo>
                  <a:lnTo>
                    <a:pt x="65" y="186"/>
                  </a:lnTo>
                  <a:lnTo>
                    <a:pt x="69" y="186"/>
                  </a:lnTo>
                  <a:lnTo>
                    <a:pt x="72" y="185"/>
                  </a:lnTo>
                  <a:lnTo>
                    <a:pt x="74" y="181"/>
                  </a:lnTo>
                  <a:lnTo>
                    <a:pt x="74" y="177"/>
                  </a:lnTo>
                  <a:lnTo>
                    <a:pt x="74" y="159"/>
                  </a:lnTo>
                  <a:lnTo>
                    <a:pt x="74" y="159"/>
                  </a:lnTo>
                  <a:lnTo>
                    <a:pt x="74" y="156"/>
                  </a:lnTo>
                  <a:lnTo>
                    <a:pt x="72" y="152"/>
                  </a:lnTo>
                  <a:lnTo>
                    <a:pt x="69" y="150"/>
                  </a:lnTo>
                  <a:lnTo>
                    <a:pt x="65" y="150"/>
                  </a:lnTo>
                  <a:lnTo>
                    <a:pt x="56" y="150"/>
                  </a:lnTo>
                  <a:lnTo>
                    <a:pt x="56" y="130"/>
                  </a:lnTo>
                  <a:lnTo>
                    <a:pt x="65" y="130"/>
                  </a:lnTo>
                  <a:lnTo>
                    <a:pt x="65" y="130"/>
                  </a:lnTo>
                  <a:lnTo>
                    <a:pt x="69" y="130"/>
                  </a:lnTo>
                  <a:lnTo>
                    <a:pt x="72" y="128"/>
                  </a:lnTo>
                  <a:lnTo>
                    <a:pt x="74" y="125"/>
                  </a:lnTo>
                  <a:lnTo>
                    <a:pt x="74" y="121"/>
                  </a:lnTo>
                  <a:lnTo>
                    <a:pt x="74" y="103"/>
                  </a:lnTo>
                  <a:lnTo>
                    <a:pt x="74" y="103"/>
                  </a:lnTo>
                  <a:lnTo>
                    <a:pt x="74" y="99"/>
                  </a:lnTo>
                  <a:lnTo>
                    <a:pt x="72" y="96"/>
                  </a:lnTo>
                  <a:lnTo>
                    <a:pt x="69" y="94"/>
                  </a:lnTo>
                  <a:lnTo>
                    <a:pt x="65" y="94"/>
                  </a:lnTo>
                  <a:lnTo>
                    <a:pt x="56" y="94"/>
                  </a:lnTo>
                  <a:lnTo>
                    <a:pt x="56" y="74"/>
                  </a:lnTo>
                  <a:lnTo>
                    <a:pt x="65" y="74"/>
                  </a:lnTo>
                  <a:lnTo>
                    <a:pt x="65" y="74"/>
                  </a:lnTo>
                  <a:lnTo>
                    <a:pt x="69" y="74"/>
                  </a:lnTo>
                  <a:lnTo>
                    <a:pt x="72" y="72"/>
                  </a:lnTo>
                  <a:lnTo>
                    <a:pt x="74" y="69"/>
                  </a:lnTo>
                  <a:lnTo>
                    <a:pt x="74" y="65"/>
                  </a:lnTo>
                  <a:lnTo>
                    <a:pt x="74" y="45"/>
                  </a:lnTo>
                  <a:lnTo>
                    <a:pt x="74" y="45"/>
                  </a:lnTo>
                  <a:lnTo>
                    <a:pt x="74" y="41"/>
                  </a:lnTo>
                  <a:lnTo>
                    <a:pt x="72" y="40"/>
                  </a:lnTo>
                  <a:lnTo>
                    <a:pt x="69" y="38"/>
                  </a:lnTo>
                  <a:lnTo>
                    <a:pt x="65" y="38"/>
                  </a:lnTo>
                  <a:lnTo>
                    <a:pt x="56" y="38"/>
                  </a:lnTo>
                  <a:lnTo>
                    <a:pt x="56" y="18"/>
                  </a:lnTo>
                  <a:lnTo>
                    <a:pt x="92" y="18"/>
                  </a:lnTo>
                  <a:lnTo>
                    <a:pt x="92" y="263"/>
                  </a:ln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sp>
        <p:nvSpPr>
          <p:cNvPr id="2" name="Footer Placeholder 1"/>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7890335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slide(fromBottom)">
                                      <p:cBhvr>
                                        <p:cTn id="7" dur="500"/>
                                        <p:tgtEl>
                                          <p:spTgt spid="12"/>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slide(fromTop)">
                                      <p:cBhvr>
                                        <p:cTn id="11" dur="500"/>
                                        <p:tgtEl>
                                          <p:spTgt spid="5"/>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slide(fromBottom)">
                                      <p:cBhvr>
                                        <p:cTn id="1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p:nvPr/>
        </p:nvSpPr>
        <p:spPr>
          <a:xfrm>
            <a:off x="1386948" y="466048"/>
            <a:ext cx="9906069" cy="707886"/>
          </a:xfrm>
          <a:prstGeom prst="rect">
            <a:avLst/>
          </a:prstGeom>
        </p:spPr>
        <p:txBody>
          <a:bodyPr wrap="square">
            <a:spAutoFit/>
          </a:bodyPr>
          <a:lstStyle/>
          <a:p>
            <a:pPr algn="r" rtl="1"/>
            <a:r>
              <a:rPr lang="ar-SA" sz="4000" b="1" u="sng" dirty="0">
                <a:solidFill>
                  <a:schemeClr val="bg2">
                    <a:lumMod val="10000"/>
                  </a:schemeClr>
                </a:solidFill>
              </a:rPr>
              <a:t>د. أهداف التعلم عن بعد</a:t>
            </a:r>
            <a:endParaRPr lang="en-US" sz="4000" u="sng" dirty="0">
              <a:solidFill>
                <a:schemeClr val="bg2">
                  <a:lumMod val="10000"/>
                </a:schemeClr>
              </a:solidFill>
            </a:endParaRPr>
          </a:p>
        </p:txBody>
      </p:sp>
      <p:grpSp>
        <p:nvGrpSpPr>
          <p:cNvPr id="3" name="Group 56"/>
          <p:cNvGrpSpPr/>
          <p:nvPr/>
        </p:nvGrpSpPr>
        <p:grpSpPr>
          <a:xfrm>
            <a:off x="4254759" y="2430651"/>
            <a:ext cx="2873829" cy="4183462"/>
            <a:chOff x="4968550" y="1994904"/>
            <a:chExt cx="2155372" cy="3137596"/>
          </a:xfrm>
        </p:grpSpPr>
        <p:grpSp>
          <p:nvGrpSpPr>
            <p:cNvPr id="4" name="Group 40"/>
            <p:cNvGrpSpPr/>
            <p:nvPr/>
          </p:nvGrpSpPr>
          <p:grpSpPr>
            <a:xfrm>
              <a:off x="5357818" y="2786064"/>
              <a:ext cx="1643074" cy="571504"/>
              <a:chOff x="5357818" y="2428874"/>
              <a:chExt cx="1643074" cy="571504"/>
            </a:xfrm>
          </p:grpSpPr>
          <p:sp>
            <p:nvSpPr>
              <p:cNvPr id="31" name="Rectangle 30"/>
              <p:cNvSpPr/>
              <p:nvPr/>
            </p:nvSpPr>
            <p:spPr>
              <a:xfrm>
                <a:off x="5357818" y="2428874"/>
                <a:ext cx="1643074" cy="35719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p:nvSpPr>
            <p:spPr>
              <a:xfrm>
                <a:off x="6786578" y="2786064"/>
                <a:ext cx="214314" cy="21431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Rectangle 52"/>
            <p:cNvSpPr/>
            <p:nvPr/>
          </p:nvSpPr>
          <p:spPr>
            <a:xfrm>
              <a:off x="4968550" y="3216592"/>
              <a:ext cx="2155372" cy="1915908"/>
            </a:xfrm>
            <a:prstGeom prst="rect">
              <a:avLst/>
            </a:prstGeom>
          </p:spPr>
          <p:txBody>
            <a:bodyPr wrap="square">
              <a:spAutoFit/>
            </a:bodyPr>
            <a:lstStyle/>
            <a:p>
              <a:pPr algn="ctr"/>
              <a:r>
                <a:rPr lang="ar-SA" sz="3200" b="1" dirty="0">
                  <a:solidFill>
                    <a:srgbClr val="4B2C50"/>
                  </a:solidFill>
                </a:rPr>
                <a:t>توفر بيئة تعلم محفزة للتعلم حيث تسمح لكل متعلم باكتشاف عوالم معلوماتية جديدة</a:t>
              </a:r>
              <a:endParaRPr lang="id-ID" sz="3200" b="1" dirty="0">
                <a:solidFill>
                  <a:srgbClr val="4B2C50"/>
                </a:solidFill>
                <a:latin typeface="Open Sans Light" pitchFamily="34" charset="0"/>
                <a:ea typeface="Open Sans Light" pitchFamily="34" charset="0"/>
                <a:cs typeface="Open Sans Light" pitchFamily="34" charset="0"/>
              </a:endParaRPr>
            </a:p>
          </p:txBody>
        </p:sp>
        <p:sp>
          <p:nvSpPr>
            <p:cNvPr id="58" name="AutoShape 59"/>
            <p:cNvSpPr>
              <a:spLocks/>
            </p:cNvSpPr>
            <p:nvPr/>
          </p:nvSpPr>
          <p:spPr bwMode="auto">
            <a:xfrm>
              <a:off x="5923971" y="1994904"/>
              <a:ext cx="393702" cy="393030"/>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grpSp>
      <p:grpSp>
        <p:nvGrpSpPr>
          <p:cNvPr id="8" name="Group 58"/>
          <p:cNvGrpSpPr/>
          <p:nvPr/>
        </p:nvGrpSpPr>
        <p:grpSpPr>
          <a:xfrm>
            <a:off x="1489594" y="1487243"/>
            <a:ext cx="3505723" cy="3576776"/>
            <a:chOff x="2894675" y="1287348"/>
            <a:chExt cx="2629292" cy="2682582"/>
          </a:xfrm>
        </p:grpSpPr>
        <p:grpSp>
          <p:nvGrpSpPr>
            <p:cNvPr id="9" name="Group 41"/>
            <p:cNvGrpSpPr/>
            <p:nvPr/>
          </p:nvGrpSpPr>
          <p:grpSpPr>
            <a:xfrm>
              <a:off x="3714744" y="2571750"/>
              <a:ext cx="1643074" cy="571504"/>
              <a:chOff x="3714744" y="2214560"/>
              <a:chExt cx="1643074" cy="571504"/>
            </a:xfrm>
          </p:grpSpPr>
          <p:sp>
            <p:nvSpPr>
              <p:cNvPr id="32" name="Rectangle 31"/>
              <p:cNvSpPr/>
              <p:nvPr/>
            </p:nvSpPr>
            <p:spPr>
              <a:xfrm>
                <a:off x="3714744" y="2428874"/>
                <a:ext cx="1643074" cy="3571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5143504" y="2214560"/>
                <a:ext cx="214314" cy="21431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 name="Rectangle 51"/>
            <p:cNvSpPr/>
            <p:nvPr/>
          </p:nvSpPr>
          <p:spPr>
            <a:xfrm>
              <a:off x="2894675" y="1287348"/>
              <a:ext cx="2629292" cy="1177245"/>
            </a:xfrm>
            <a:prstGeom prst="rect">
              <a:avLst/>
            </a:prstGeom>
          </p:spPr>
          <p:txBody>
            <a:bodyPr wrap="square">
              <a:spAutoFit/>
            </a:bodyPr>
            <a:lstStyle/>
            <a:p>
              <a:pPr algn="ctr"/>
              <a:r>
                <a:rPr lang="ar-SA" sz="3200" b="1" dirty="0">
                  <a:solidFill>
                    <a:srgbClr val="9BBB59"/>
                  </a:solidFill>
                </a:rPr>
                <a:t>توفير الوقت والجهد على الطالب وإعطائه فرص مناسبة تدريبية وعملية</a:t>
              </a:r>
              <a:endParaRPr lang="id-ID" sz="3200" b="1" dirty="0">
                <a:solidFill>
                  <a:srgbClr val="9BBB59"/>
                </a:solidFill>
                <a:latin typeface="Open Sans Light" pitchFamily="34" charset="0"/>
                <a:ea typeface="Open Sans Light" pitchFamily="34" charset="0"/>
                <a:cs typeface="Open Sans Light" pitchFamily="34" charset="0"/>
              </a:endParaRPr>
            </a:p>
          </p:txBody>
        </p:sp>
        <p:sp>
          <p:nvSpPr>
            <p:cNvPr id="64" name="Freeform 59"/>
            <p:cNvSpPr>
              <a:spLocks noEditPoints="1"/>
            </p:cNvSpPr>
            <p:nvPr/>
          </p:nvSpPr>
          <p:spPr bwMode="auto">
            <a:xfrm>
              <a:off x="4357686" y="3571882"/>
              <a:ext cx="398052" cy="398048"/>
            </a:xfrm>
            <a:custGeom>
              <a:avLst/>
              <a:gdLst/>
              <a:ahLst/>
              <a:cxnLst>
                <a:cxn ang="0">
                  <a:pos x="129" y="1"/>
                </a:cxn>
                <a:cxn ang="0">
                  <a:pos x="87" y="12"/>
                </a:cxn>
                <a:cxn ang="0">
                  <a:pos x="53" y="32"/>
                </a:cxn>
                <a:cxn ang="0">
                  <a:pos x="26" y="63"/>
                </a:cxn>
                <a:cxn ang="0">
                  <a:pos x="8" y="101"/>
                </a:cxn>
                <a:cxn ang="0">
                  <a:pos x="0" y="143"/>
                </a:cxn>
                <a:cxn ang="0">
                  <a:pos x="4" y="172"/>
                </a:cxn>
                <a:cxn ang="0">
                  <a:pos x="19" y="212"/>
                </a:cxn>
                <a:cxn ang="0">
                  <a:pos x="42" y="244"/>
                </a:cxn>
                <a:cxn ang="0">
                  <a:pos x="75" y="270"/>
                </a:cxn>
                <a:cxn ang="0">
                  <a:pos x="115" y="284"/>
                </a:cxn>
                <a:cxn ang="0">
                  <a:pos x="144" y="286"/>
                </a:cxn>
                <a:cxn ang="0">
                  <a:pos x="185" y="281"/>
                </a:cxn>
                <a:cxn ang="0">
                  <a:pos x="223" y="263"/>
                </a:cxn>
                <a:cxn ang="0">
                  <a:pos x="254" y="235"/>
                </a:cxn>
                <a:cxn ang="0">
                  <a:pos x="276" y="199"/>
                </a:cxn>
                <a:cxn ang="0">
                  <a:pos x="285" y="157"/>
                </a:cxn>
                <a:cxn ang="0">
                  <a:pos x="285" y="128"/>
                </a:cxn>
                <a:cxn ang="0">
                  <a:pos x="276" y="89"/>
                </a:cxn>
                <a:cxn ang="0">
                  <a:pos x="254" y="52"/>
                </a:cxn>
                <a:cxn ang="0">
                  <a:pos x="223" y="25"/>
                </a:cxn>
                <a:cxn ang="0">
                  <a:pos x="185" y="7"/>
                </a:cxn>
                <a:cxn ang="0">
                  <a:pos x="144" y="0"/>
                </a:cxn>
                <a:cxn ang="0">
                  <a:pos x="144" y="252"/>
                </a:cxn>
                <a:cxn ang="0">
                  <a:pos x="102" y="243"/>
                </a:cxn>
                <a:cxn ang="0">
                  <a:pos x="55" y="203"/>
                </a:cxn>
                <a:cxn ang="0">
                  <a:pos x="37" y="154"/>
                </a:cxn>
                <a:cxn ang="0">
                  <a:pos x="37" y="132"/>
                </a:cxn>
                <a:cxn ang="0">
                  <a:pos x="55" y="83"/>
                </a:cxn>
                <a:cxn ang="0">
                  <a:pos x="102" y="45"/>
                </a:cxn>
                <a:cxn ang="0">
                  <a:pos x="144" y="36"/>
                </a:cxn>
                <a:cxn ang="0">
                  <a:pos x="165" y="38"/>
                </a:cxn>
                <a:cxn ang="0">
                  <a:pos x="220" y="67"/>
                </a:cxn>
                <a:cxn ang="0">
                  <a:pos x="249" y="121"/>
                </a:cxn>
                <a:cxn ang="0">
                  <a:pos x="251" y="143"/>
                </a:cxn>
                <a:cxn ang="0">
                  <a:pos x="241" y="185"/>
                </a:cxn>
                <a:cxn ang="0">
                  <a:pos x="203" y="232"/>
                </a:cxn>
                <a:cxn ang="0">
                  <a:pos x="154" y="250"/>
                </a:cxn>
                <a:cxn ang="0">
                  <a:pos x="232" y="143"/>
                </a:cxn>
                <a:cxn ang="0">
                  <a:pos x="227" y="156"/>
                </a:cxn>
                <a:cxn ang="0">
                  <a:pos x="144" y="161"/>
                </a:cxn>
                <a:cxn ang="0">
                  <a:pos x="131" y="156"/>
                </a:cxn>
                <a:cxn ang="0">
                  <a:pos x="125" y="72"/>
                </a:cxn>
                <a:cxn ang="0">
                  <a:pos x="131" y="60"/>
                </a:cxn>
                <a:cxn ang="0">
                  <a:pos x="144" y="54"/>
                </a:cxn>
                <a:cxn ang="0">
                  <a:pos x="160" y="65"/>
                </a:cxn>
                <a:cxn ang="0">
                  <a:pos x="214" y="125"/>
                </a:cxn>
                <a:cxn ang="0">
                  <a:pos x="227" y="130"/>
                </a:cxn>
                <a:cxn ang="0">
                  <a:pos x="232" y="143"/>
                </a:cxn>
              </a:cxnLst>
              <a:rect l="0" t="0" r="r" b="b"/>
              <a:pathLst>
                <a:path w="287" h="286">
                  <a:moveTo>
                    <a:pt x="144" y="0"/>
                  </a:moveTo>
                  <a:lnTo>
                    <a:pt x="144" y="0"/>
                  </a:lnTo>
                  <a:lnTo>
                    <a:pt x="129" y="1"/>
                  </a:lnTo>
                  <a:lnTo>
                    <a:pt x="115" y="3"/>
                  </a:lnTo>
                  <a:lnTo>
                    <a:pt x="100" y="7"/>
                  </a:lnTo>
                  <a:lnTo>
                    <a:pt x="87" y="12"/>
                  </a:lnTo>
                  <a:lnTo>
                    <a:pt x="75" y="18"/>
                  </a:lnTo>
                  <a:lnTo>
                    <a:pt x="64" y="25"/>
                  </a:lnTo>
                  <a:lnTo>
                    <a:pt x="53" y="32"/>
                  </a:lnTo>
                  <a:lnTo>
                    <a:pt x="42" y="43"/>
                  </a:lnTo>
                  <a:lnTo>
                    <a:pt x="33" y="52"/>
                  </a:lnTo>
                  <a:lnTo>
                    <a:pt x="26" y="63"/>
                  </a:lnTo>
                  <a:lnTo>
                    <a:pt x="19" y="76"/>
                  </a:lnTo>
                  <a:lnTo>
                    <a:pt x="11" y="89"/>
                  </a:lnTo>
                  <a:lnTo>
                    <a:pt x="8" y="101"/>
                  </a:lnTo>
                  <a:lnTo>
                    <a:pt x="4" y="114"/>
                  </a:lnTo>
                  <a:lnTo>
                    <a:pt x="0" y="128"/>
                  </a:lnTo>
                  <a:lnTo>
                    <a:pt x="0" y="143"/>
                  </a:lnTo>
                  <a:lnTo>
                    <a:pt x="0" y="143"/>
                  </a:lnTo>
                  <a:lnTo>
                    <a:pt x="0" y="157"/>
                  </a:lnTo>
                  <a:lnTo>
                    <a:pt x="4" y="172"/>
                  </a:lnTo>
                  <a:lnTo>
                    <a:pt x="8" y="186"/>
                  </a:lnTo>
                  <a:lnTo>
                    <a:pt x="11" y="199"/>
                  </a:lnTo>
                  <a:lnTo>
                    <a:pt x="19" y="212"/>
                  </a:lnTo>
                  <a:lnTo>
                    <a:pt x="26" y="223"/>
                  </a:lnTo>
                  <a:lnTo>
                    <a:pt x="33" y="235"/>
                  </a:lnTo>
                  <a:lnTo>
                    <a:pt x="42" y="244"/>
                  </a:lnTo>
                  <a:lnTo>
                    <a:pt x="53" y="253"/>
                  </a:lnTo>
                  <a:lnTo>
                    <a:pt x="64" y="263"/>
                  </a:lnTo>
                  <a:lnTo>
                    <a:pt x="75" y="270"/>
                  </a:lnTo>
                  <a:lnTo>
                    <a:pt x="87" y="275"/>
                  </a:lnTo>
                  <a:lnTo>
                    <a:pt x="100" y="281"/>
                  </a:lnTo>
                  <a:lnTo>
                    <a:pt x="115" y="284"/>
                  </a:lnTo>
                  <a:lnTo>
                    <a:pt x="129" y="286"/>
                  </a:lnTo>
                  <a:lnTo>
                    <a:pt x="144" y="286"/>
                  </a:lnTo>
                  <a:lnTo>
                    <a:pt x="144" y="286"/>
                  </a:lnTo>
                  <a:lnTo>
                    <a:pt x="158" y="286"/>
                  </a:lnTo>
                  <a:lnTo>
                    <a:pt x="173" y="284"/>
                  </a:lnTo>
                  <a:lnTo>
                    <a:pt x="185" y="281"/>
                  </a:lnTo>
                  <a:lnTo>
                    <a:pt x="200" y="275"/>
                  </a:lnTo>
                  <a:lnTo>
                    <a:pt x="212" y="270"/>
                  </a:lnTo>
                  <a:lnTo>
                    <a:pt x="223" y="263"/>
                  </a:lnTo>
                  <a:lnTo>
                    <a:pt x="234" y="253"/>
                  </a:lnTo>
                  <a:lnTo>
                    <a:pt x="245" y="244"/>
                  </a:lnTo>
                  <a:lnTo>
                    <a:pt x="254" y="235"/>
                  </a:lnTo>
                  <a:lnTo>
                    <a:pt x="261" y="223"/>
                  </a:lnTo>
                  <a:lnTo>
                    <a:pt x="269" y="212"/>
                  </a:lnTo>
                  <a:lnTo>
                    <a:pt x="276" y="199"/>
                  </a:lnTo>
                  <a:lnTo>
                    <a:pt x="280" y="186"/>
                  </a:lnTo>
                  <a:lnTo>
                    <a:pt x="283" y="172"/>
                  </a:lnTo>
                  <a:lnTo>
                    <a:pt x="285" y="157"/>
                  </a:lnTo>
                  <a:lnTo>
                    <a:pt x="287" y="143"/>
                  </a:lnTo>
                  <a:lnTo>
                    <a:pt x="287" y="143"/>
                  </a:lnTo>
                  <a:lnTo>
                    <a:pt x="285" y="128"/>
                  </a:lnTo>
                  <a:lnTo>
                    <a:pt x="283" y="114"/>
                  </a:lnTo>
                  <a:lnTo>
                    <a:pt x="280" y="101"/>
                  </a:lnTo>
                  <a:lnTo>
                    <a:pt x="276" y="89"/>
                  </a:lnTo>
                  <a:lnTo>
                    <a:pt x="269" y="76"/>
                  </a:lnTo>
                  <a:lnTo>
                    <a:pt x="261" y="63"/>
                  </a:lnTo>
                  <a:lnTo>
                    <a:pt x="254" y="52"/>
                  </a:lnTo>
                  <a:lnTo>
                    <a:pt x="245" y="43"/>
                  </a:lnTo>
                  <a:lnTo>
                    <a:pt x="234" y="32"/>
                  </a:lnTo>
                  <a:lnTo>
                    <a:pt x="223" y="25"/>
                  </a:lnTo>
                  <a:lnTo>
                    <a:pt x="212" y="18"/>
                  </a:lnTo>
                  <a:lnTo>
                    <a:pt x="200" y="12"/>
                  </a:lnTo>
                  <a:lnTo>
                    <a:pt x="185" y="7"/>
                  </a:lnTo>
                  <a:lnTo>
                    <a:pt x="173" y="3"/>
                  </a:lnTo>
                  <a:lnTo>
                    <a:pt x="158" y="1"/>
                  </a:lnTo>
                  <a:lnTo>
                    <a:pt x="144" y="0"/>
                  </a:lnTo>
                  <a:lnTo>
                    <a:pt x="144" y="0"/>
                  </a:lnTo>
                  <a:close/>
                  <a:moveTo>
                    <a:pt x="144" y="252"/>
                  </a:moveTo>
                  <a:lnTo>
                    <a:pt x="144" y="252"/>
                  </a:lnTo>
                  <a:lnTo>
                    <a:pt x="133" y="250"/>
                  </a:lnTo>
                  <a:lnTo>
                    <a:pt x="122" y="248"/>
                  </a:lnTo>
                  <a:lnTo>
                    <a:pt x="102" y="243"/>
                  </a:lnTo>
                  <a:lnTo>
                    <a:pt x="84" y="232"/>
                  </a:lnTo>
                  <a:lnTo>
                    <a:pt x="67" y="219"/>
                  </a:lnTo>
                  <a:lnTo>
                    <a:pt x="55" y="203"/>
                  </a:lnTo>
                  <a:lnTo>
                    <a:pt x="44" y="185"/>
                  </a:lnTo>
                  <a:lnTo>
                    <a:pt x="38" y="165"/>
                  </a:lnTo>
                  <a:lnTo>
                    <a:pt x="37" y="154"/>
                  </a:lnTo>
                  <a:lnTo>
                    <a:pt x="37" y="143"/>
                  </a:lnTo>
                  <a:lnTo>
                    <a:pt x="37" y="143"/>
                  </a:lnTo>
                  <a:lnTo>
                    <a:pt x="37" y="132"/>
                  </a:lnTo>
                  <a:lnTo>
                    <a:pt x="38" y="121"/>
                  </a:lnTo>
                  <a:lnTo>
                    <a:pt x="44" y="101"/>
                  </a:lnTo>
                  <a:lnTo>
                    <a:pt x="55" y="83"/>
                  </a:lnTo>
                  <a:lnTo>
                    <a:pt x="67" y="67"/>
                  </a:lnTo>
                  <a:lnTo>
                    <a:pt x="84" y="54"/>
                  </a:lnTo>
                  <a:lnTo>
                    <a:pt x="102" y="45"/>
                  </a:lnTo>
                  <a:lnTo>
                    <a:pt x="122" y="38"/>
                  </a:lnTo>
                  <a:lnTo>
                    <a:pt x="133" y="36"/>
                  </a:lnTo>
                  <a:lnTo>
                    <a:pt x="144" y="36"/>
                  </a:lnTo>
                  <a:lnTo>
                    <a:pt x="144" y="36"/>
                  </a:lnTo>
                  <a:lnTo>
                    <a:pt x="154" y="36"/>
                  </a:lnTo>
                  <a:lnTo>
                    <a:pt x="165" y="38"/>
                  </a:lnTo>
                  <a:lnTo>
                    <a:pt x="185" y="45"/>
                  </a:lnTo>
                  <a:lnTo>
                    <a:pt x="203" y="54"/>
                  </a:lnTo>
                  <a:lnTo>
                    <a:pt x="220" y="67"/>
                  </a:lnTo>
                  <a:lnTo>
                    <a:pt x="232" y="83"/>
                  </a:lnTo>
                  <a:lnTo>
                    <a:pt x="241" y="101"/>
                  </a:lnTo>
                  <a:lnTo>
                    <a:pt x="249" y="121"/>
                  </a:lnTo>
                  <a:lnTo>
                    <a:pt x="251" y="132"/>
                  </a:lnTo>
                  <a:lnTo>
                    <a:pt x="251" y="143"/>
                  </a:lnTo>
                  <a:lnTo>
                    <a:pt x="251" y="143"/>
                  </a:lnTo>
                  <a:lnTo>
                    <a:pt x="251" y="154"/>
                  </a:lnTo>
                  <a:lnTo>
                    <a:pt x="249" y="165"/>
                  </a:lnTo>
                  <a:lnTo>
                    <a:pt x="241" y="185"/>
                  </a:lnTo>
                  <a:lnTo>
                    <a:pt x="232" y="203"/>
                  </a:lnTo>
                  <a:lnTo>
                    <a:pt x="220" y="219"/>
                  </a:lnTo>
                  <a:lnTo>
                    <a:pt x="203" y="232"/>
                  </a:lnTo>
                  <a:lnTo>
                    <a:pt x="185" y="243"/>
                  </a:lnTo>
                  <a:lnTo>
                    <a:pt x="165" y="248"/>
                  </a:lnTo>
                  <a:lnTo>
                    <a:pt x="154" y="250"/>
                  </a:lnTo>
                  <a:lnTo>
                    <a:pt x="144" y="252"/>
                  </a:lnTo>
                  <a:lnTo>
                    <a:pt x="144" y="252"/>
                  </a:lnTo>
                  <a:close/>
                  <a:moveTo>
                    <a:pt x="232" y="143"/>
                  </a:moveTo>
                  <a:lnTo>
                    <a:pt x="232" y="143"/>
                  </a:lnTo>
                  <a:lnTo>
                    <a:pt x="231" y="150"/>
                  </a:lnTo>
                  <a:lnTo>
                    <a:pt x="227" y="156"/>
                  </a:lnTo>
                  <a:lnTo>
                    <a:pt x="222" y="159"/>
                  </a:lnTo>
                  <a:lnTo>
                    <a:pt x="214" y="161"/>
                  </a:lnTo>
                  <a:lnTo>
                    <a:pt x="144" y="161"/>
                  </a:lnTo>
                  <a:lnTo>
                    <a:pt x="144" y="161"/>
                  </a:lnTo>
                  <a:lnTo>
                    <a:pt x="136" y="159"/>
                  </a:lnTo>
                  <a:lnTo>
                    <a:pt x="131" y="156"/>
                  </a:lnTo>
                  <a:lnTo>
                    <a:pt x="127" y="150"/>
                  </a:lnTo>
                  <a:lnTo>
                    <a:pt x="125" y="143"/>
                  </a:lnTo>
                  <a:lnTo>
                    <a:pt x="125" y="72"/>
                  </a:lnTo>
                  <a:lnTo>
                    <a:pt x="125" y="72"/>
                  </a:lnTo>
                  <a:lnTo>
                    <a:pt x="127" y="65"/>
                  </a:lnTo>
                  <a:lnTo>
                    <a:pt x="131" y="60"/>
                  </a:lnTo>
                  <a:lnTo>
                    <a:pt x="136" y="56"/>
                  </a:lnTo>
                  <a:lnTo>
                    <a:pt x="144" y="54"/>
                  </a:lnTo>
                  <a:lnTo>
                    <a:pt x="144" y="54"/>
                  </a:lnTo>
                  <a:lnTo>
                    <a:pt x="151" y="56"/>
                  </a:lnTo>
                  <a:lnTo>
                    <a:pt x="156" y="60"/>
                  </a:lnTo>
                  <a:lnTo>
                    <a:pt x="160" y="65"/>
                  </a:lnTo>
                  <a:lnTo>
                    <a:pt x="162" y="72"/>
                  </a:lnTo>
                  <a:lnTo>
                    <a:pt x="162" y="125"/>
                  </a:lnTo>
                  <a:lnTo>
                    <a:pt x="214" y="125"/>
                  </a:lnTo>
                  <a:lnTo>
                    <a:pt x="214" y="125"/>
                  </a:lnTo>
                  <a:lnTo>
                    <a:pt x="222" y="127"/>
                  </a:lnTo>
                  <a:lnTo>
                    <a:pt x="227" y="130"/>
                  </a:lnTo>
                  <a:lnTo>
                    <a:pt x="231" y="136"/>
                  </a:lnTo>
                  <a:lnTo>
                    <a:pt x="232" y="143"/>
                  </a:lnTo>
                  <a:lnTo>
                    <a:pt x="232" y="143"/>
                  </a:lnTo>
                  <a:close/>
                </a:path>
              </a:pathLst>
            </a:custGeom>
            <a:solidFill>
              <a:schemeClr val="accent3"/>
            </a:solid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10" name="Group 55"/>
          <p:cNvGrpSpPr/>
          <p:nvPr/>
        </p:nvGrpSpPr>
        <p:grpSpPr>
          <a:xfrm>
            <a:off x="6275652" y="1392397"/>
            <a:ext cx="3681568" cy="3671623"/>
            <a:chOff x="6484219" y="1216213"/>
            <a:chExt cx="2761176" cy="2753717"/>
          </a:xfrm>
        </p:grpSpPr>
        <p:grpSp>
          <p:nvGrpSpPr>
            <p:cNvPr id="11" name="Group 39"/>
            <p:cNvGrpSpPr/>
            <p:nvPr/>
          </p:nvGrpSpPr>
          <p:grpSpPr>
            <a:xfrm>
              <a:off x="7000892" y="2571750"/>
              <a:ext cx="1643074" cy="571504"/>
              <a:chOff x="7000892" y="2214560"/>
              <a:chExt cx="1643074" cy="571504"/>
            </a:xfrm>
          </p:grpSpPr>
          <p:sp>
            <p:nvSpPr>
              <p:cNvPr id="30" name="Rectangle 29"/>
              <p:cNvSpPr/>
              <p:nvPr/>
            </p:nvSpPr>
            <p:spPr>
              <a:xfrm>
                <a:off x="7000892" y="2428874"/>
                <a:ext cx="1643074" cy="35719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p:nvSpPr>
            <p:spPr>
              <a:xfrm>
                <a:off x="8429652" y="2214560"/>
                <a:ext cx="214314" cy="21431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4" name="Rectangle 53"/>
            <p:cNvSpPr/>
            <p:nvPr/>
          </p:nvSpPr>
          <p:spPr>
            <a:xfrm>
              <a:off x="6484219" y="1216213"/>
              <a:ext cx="2761176" cy="1546577"/>
            </a:xfrm>
            <a:prstGeom prst="rect">
              <a:avLst/>
            </a:prstGeom>
          </p:spPr>
          <p:txBody>
            <a:bodyPr wrap="square">
              <a:spAutoFit/>
            </a:bodyPr>
            <a:lstStyle/>
            <a:p>
              <a:pPr algn="ctr"/>
              <a:r>
                <a:rPr lang="ar-SA" sz="3200" b="1" dirty="0">
                  <a:solidFill>
                    <a:srgbClr val="C0392B"/>
                  </a:solidFill>
                </a:rPr>
                <a:t>التغلب على مشكلات النقص في صفوف الهيئات التدريسية والمدرسين ذوي الكفاءات</a:t>
              </a:r>
              <a:endParaRPr lang="id-ID" sz="3200" b="1" dirty="0">
                <a:solidFill>
                  <a:srgbClr val="C0392B"/>
                </a:solidFill>
                <a:latin typeface="Open Sans Light" pitchFamily="34" charset="0"/>
                <a:ea typeface="Open Sans Light" pitchFamily="34" charset="0"/>
                <a:cs typeface="Open Sans Light" pitchFamily="34" charset="0"/>
              </a:endParaRPr>
            </a:p>
          </p:txBody>
        </p:sp>
        <p:sp>
          <p:nvSpPr>
            <p:cNvPr id="65" name="Freeform 60"/>
            <p:cNvSpPr>
              <a:spLocks noEditPoints="1"/>
            </p:cNvSpPr>
            <p:nvPr/>
          </p:nvSpPr>
          <p:spPr bwMode="auto">
            <a:xfrm>
              <a:off x="7643834" y="3571882"/>
              <a:ext cx="395268" cy="398048"/>
            </a:xfrm>
            <a:custGeom>
              <a:avLst/>
              <a:gdLst/>
              <a:ahLst/>
              <a:cxnLst>
                <a:cxn ang="0">
                  <a:pos x="18" y="0"/>
                </a:cxn>
                <a:cxn ang="0">
                  <a:pos x="11" y="2"/>
                </a:cxn>
                <a:cxn ang="0">
                  <a:pos x="0" y="11"/>
                </a:cxn>
                <a:cxn ang="0">
                  <a:pos x="0" y="269"/>
                </a:cxn>
                <a:cxn ang="0">
                  <a:pos x="0" y="276"/>
                </a:cxn>
                <a:cxn ang="0">
                  <a:pos x="11" y="285"/>
                </a:cxn>
                <a:cxn ang="0">
                  <a:pos x="267" y="287"/>
                </a:cxn>
                <a:cxn ang="0">
                  <a:pos x="274" y="285"/>
                </a:cxn>
                <a:cxn ang="0">
                  <a:pos x="283" y="276"/>
                </a:cxn>
                <a:cxn ang="0">
                  <a:pos x="285" y="19"/>
                </a:cxn>
                <a:cxn ang="0">
                  <a:pos x="283" y="11"/>
                </a:cxn>
                <a:cxn ang="0">
                  <a:pos x="274" y="2"/>
                </a:cxn>
                <a:cxn ang="0">
                  <a:pos x="267" y="0"/>
                </a:cxn>
                <a:cxn ang="0">
                  <a:pos x="18" y="269"/>
                </a:cxn>
                <a:cxn ang="0">
                  <a:pos x="53" y="233"/>
                </a:cxn>
                <a:cxn ang="0">
                  <a:pos x="53" y="198"/>
                </a:cxn>
                <a:cxn ang="0">
                  <a:pos x="18" y="162"/>
                </a:cxn>
                <a:cxn ang="0">
                  <a:pos x="53" y="198"/>
                </a:cxn>
                <a:cxn ang="0">
                  <a:pos x="18" y="126"/>
                </a:cxn>
                <a:cxn ang="0">
                  <a:pos x="53" y="91"/>
                </a:cxn>
                <a:cxn ang="0">
                  <a:pos x="53" y="55"/>
                </a:cxn>
                <a:cxn ang="0">
                  <a:pos x="18" y="19"/>
                </a:cxn>
                <a:cxn ang="0">
                  <a:pos x="53" y="55"/>
                </a:cxn>
                <a:cxn ang="0">
                  <a:pos x="71" y="269"/>
                </a:cxn>
                <a:cxn ang="0">
                  <a:pos x="214" y="180"/>
                </a:cxn>
                <a:cxn ang="0">
                  <a:pos x="214" y="162"/>
                </a:cxn>
                <a:cxn ang="0">
                  <a:pos x="71" y="19"/>
                </a:cxn>
                <a:cxn ang="0">
                  <a:pos x="214" y="162"/>
                </a:cxn>
                <a:cxn ang="0">
                  <a:pos x="232" y="269"/>
                </a:cxn>
                <a:cxn ang="0">
                  <a:pos x="267" y="233"/>
                </a:cxn>
                <a:cxn ang="0">
                  <a:pos x="267" y="198"/>
                </a:cxn>
                <a:cxn ang="0">
                  <a:pos x="232" y="162"/>
                </a:cxn>
                <a:cxn ang="0">
                  <a:pos x="267" y="198"/>
                </a:cxn>
                <a:cxn ang="0">
                  <a:pos x="232" y="126"/>
                </a:cxn>
                <a:cxn ang="0">
                  <a:pos x="267" y="91"/>
                </a:cxn>
                <a:cxn ang="0">
                  <a:pos x="267" y="55"/>
                </a:cxn>
                <a:cxn ang="0">
                  <a:pos x="232" y="19"/>
                </a:cxn>
                <a:cxn ang="0">
                  <a:pos x="267" y="55"/>
                </a:cxn>
              </a:cxnLst>
              <a:rect l="0" t="0" r="r" b="b"/>
              <a:pathLst>
                <a:path w="285" h="287">
                  <a:moveTo>
                    <a:pt x="267" y="0"/>
                  </a:moveTo>
                  <a:lnTo>
                    <a:pt x="18" y="0"/>
                  </a:lnTo>
                  <a:lnTo>
                    <a:pt x="18" y="0"/>
                  </a:lnTo>
                  <a:lnTo>
                    <a:pt x="11" y="2"/>
                  </a:lnTo>
                  <a:lnTo>
                    <a:pt x="6" y="6"/>
                  </a:lnTo>
                  <a:lnTo>
                    <a:pt x="0" y="11"/>
                  </a:lnTo>
                  <a:lnTo>
                    <a:pt x="0" y="19"/>
                  </a:lnTo>
                  <a:lnTo>
                    <a:pt x="0" y="269"/>
                  </a:lnTo>
                  <a:lnTo>
                    <a:pt x="0" y="269"/>
                  </a:lnTo>
                  <a:lnTo>
                    <a:pt x="0" y="276"/>
                  </a:lnTo>
                  <a:lnTo>
                    <a:pt x="6" y="281"/>
                  </a:lnTo>
                  <a:lnTo>
                    <a:pt x="11" y="285"/>
                  </a:lnTo>
                  <a:lnTo>
                    <a:pt x="18" y="287"/>
                  </a:lnTo>
                  <a:lnTo>
                    <a:pt x="267" y="287"/>
                  </a:lnTo>
                  <a:lnTo>
                    <a:pt x="267" y="287"/>
                  </a:lnTo>
                  <a:lnTo>
                    <a:pt x="274" y="285"/>
                  </a:lnTo>
                  <a:lnTo>
                    <a:pt x="279" y="281"/>
                  </a:lnTo>
                  <a:lnTo>
                    <a:pt x="283" y="276"/>
                  </a:lnTo>
                  <a:lnTo>
                    <a:pt x="285" y="269"/>
                  </a:lnTo>
                  <a:lnTo>
                    <a:pt x="285" y="19"/>
                  </a:lnTo>
                  <a:lnTo>
                    <a:pt x="285" y="19"/>
                  </a:lnTo>
                  <a:lnTo>
                    <a:pt x="283" y="11"/>
                  </a:lnTo>
                  <a:lnTo>
                    <a:pt x="279" y="6"/>
                  </a:lnTo>
                  <a:lnTo>
                    <a:pt x="274" y="2"/>
                  </a:lnTo>
                  <a:lnTo>
                    <a:pt x="267" y="0"/>
                  </a:lnTo>
                  <a:lnTo>
                    <a:pt x="267" y="0"/>
                  </a:lnTo>
                  <a:close/>
                  <a:moveTo>
                    <a:pt x="53" y="269"/>
                  </a:moveTo>
                  <a:lnTo>
                    <a:pt x="18" y="269"/>
                  </a:lnTo>
                  <a:lnTo>
                    <a:pt x="18" y="233"/>
                  </a:lnTo>
                  <a:lnTo>
                    <a:pt x="53" y="233"/>
                  </a:lnTo>
                  <a:lnTo>
                    <a:pt x="53" y="269"/>
                  </a:lnTo>
                  <a:close/>
                  <a:moveTo>
                    <a:pt x="53" y="198"/>
                  </a:moveTo>
                  <a:lnTo>
                    <a:pt x="18" y="198"/>
                  </a:lnTo>
                  <a:lnTo>
                    <a:pt x="18" y="162"/>
                  </a:lnTo>
                  <a:lnTo>
                    <a:pt x="53" y="162"/>
                  </a:lnTo>
                  <a:lnTo>
                    <a:pt x="53" y="198"/>
                  </a:lnTo>
                  <a:close/>
                  <a:moveTo>
                    <a:pt x="53" y="126"/>
                  </a:moveTo>
                  <a:lnTo>
                    <a:pt x="18" y="126"/>
                  </a:lnTo>
                  <a:lnTo>
                    <a:pt x="18" y="91"/>
                  </a:lnTo>
                  <a:lnTo>
                    <a:pt x="53" y="91"/>
                  </a:lnTo>
                  <a:lnTo>
                    <a:pt x="53" y="126"/>
                  </a:lnTo>
                  <a:close/>
                  <a:moveTo>
                    <a:pt x="53" y="55"/>
                  </a:moveTo>
                  <a:lnTo>
                    <a:pt x="18" y="55"/>
                  </a:lnTo>
                  <a:lnTo>
                    <a:pt x="18" y="19"/>
                  </a:lnTo>
                  <a:lnTo>
                    <a:pt x="53" y="19"/>
                  </a:lnTo>
                  <a:lnTo>
                    <a:pt x="53" y="55"/>
                  </a:lnTo>
                  <a:close/>
                  <a:moveTo>
                    <a:pt x="214" y="269"/>
                  </a:moveTo>
                  <a:lnTo>
                    <a:pt x="71" y="269"/>
                  </a:lnTo>
                  <a:lnTo>
                    <a:pt x="71" y="180"/>
                  </a:lnTo>
                  <a:lnTo>
                    <a:pt x="214" y="180"/>
                  </a:lnTo>
                  <a:lnTo>
                    <a:pt x="214" y="269"/>
                  </a:lnTo>
                  <a:close/>
                  <a:moveTo>
                    <a:pt x="214" y="162"/>
                  </a:moveTo>
                  <a:lnTo>
                    <a:pt x="71" y="162"/>
                  </a:lnTo>
                  <a:lnTo>
                    <a:pt x="71" y="19"/>
                  </a:lnTo>
                  <a:lnTo>
                    <a:pt x="214" y="19"/>
                  </a:lnTo>
                  <a:lnTo>
                    <a:pt x="214" y="162"/>
                  </a:lnTo>
                  <a:close/>
                  <a:moveTo>
                    <a:pt x="267" y="269"/>
                  </a:moveTo>
                  <a:lnTo>
                    <a:pt x="232" y="269"/>
                  </a:lnTo>
                  <a:lnTo>
                    <a:pt x="232" y="233"/>
                  </a:lnTo>
                  <a:lnTo>
                    <a:pt x="267" y="233"/>
                  </a:lnTo>
                  <a:lnTo>
                    <a:pt x="267" y="269"/>
                  </a:lnTo>
                  <a:close/>
                  <a:moveTo>
                    <a:pt x="267" y="198"/>
                  </a:moveTo>
                  <a:lnTo>
                    <a:pt x="232" y="198"/>
                  </a:lnTo>
                  <a:lnTo>
                    <a:pt x="232" y="162"/>
                  </a:lnTo>
                  <a:lnTo>
                    <a:pt x="267" y="162"/>
                  </a:lnTo>
                  <a:lnTo>
                    <a:pt x="267" y="198"/>
                  </a:lnTo>
                  <a:close/>
                  <a:moveTo>
                    <a:pt x="267" y="126"/>
                  </a:moveTo>
                  <a:lnTo>
                    <a:pt x="232" y="126"/>
                  </a:lnTo>
                  <a:lnTo>
                    <a:pt x="232" y="91"/>
                  </a:lnTo>
                  <a:lnTo>
                    <a:pt x="267" y="91"/>
                  </a:lnTo>
                  <a:lnTo>
                    <a:pt x="267" y="126"/>
                  </a:lnTo>
                  <a:close/>
                  <a:moveTo>
                    <a:pt x="267" y="55"/>
                  </a:moveTo>
                  <a:lnTo>
                    <a:pt x="232" y="55"/>
                  </a:lnTo>
                  <a:lnTo>
                    <a:pt x="232" y="19"/>
                  </a:lnTo>
                  <a:lnTo>
                    <a:pt x="267" y="19"/>
                  </a:lnTo>
                  <a:lnTo>
                    <a:pt x="267" y="55"/>
                  </a:ln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sp>
        <p:nvSpPr>
          <p:cNvPr id="2" name="Footer Placeholder 1"/>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10888975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lide(fromBottom)">
                                      <p:cBhvr>
                                        <p:cTn id="7" dur="500"/>
                                        <p:tgtEl>
                                          <p:spTgt spid="8"/>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slide(fromTop)">
                                      <p:cBhvr>
                                        <p:cTn id="11" dur="500"/>
                                        <p:tgtEl>
                                          <p:spTgt spid="3"/>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slide(fromBottom)">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p:nvPr/>
        </p:nvSpPr>
        <p:spPr>
          <a:xfrm>
            <a:off x="1386948" y="466048"/>
            <a:ext cx="9906069" cy="707886"/>
          </a:xfrm>
          <a:prstGeom prst="rect">
            <a:avLst/>
          </a:prstGeom>
        </p:spPr>
        <p:txBody>
          <a:bodyPr wrap="square">
            <a:spAutoFit/>
          </a:bodyPr>
          <a:lstStyle/>
          <a:p>
            <a:pPr algn="r" rtl="1"/>
            <a:r>
              <a:rPr lang="ar-SA" sz="4000" b="1" u="sng" dirty="0">
                <a:solidFill>
                  <a:schemeClr val="bg2">
                    <a:lumMod val="10000"/>
                  </a:schemeClr>
                </a:solidFill>
              </a:rPr>
              <a:t>د. أهداف التعلم عن بعد</a:t>
            </a:r>
            <a:endParaRPr lang="en-US" sz="4000" u="sng" dirty="0">
              <a:solidFill>
                <a:schemeClr val="bg2">
                  <a:lumMod val="10000"/>
                </a:schemeClr>
              </a:solidFill>
            </a:endParaRPr>
          </a:p>
        </p:txBody>
      </p:sp>
      <p:grpSp>
        <p:nvGrpSpPr>
          <p:cNvPr id="5" name="Group 62"/>
          <p:cNvGrpSpPr/>
          <p:nvPr/>
        </p:nvGrpSpPr>
        <p:grpSpPr>
          <a:xfrm>
            <a:off x="4404049" y="2770025"/>
            <a:ext cx="2846238" cy="3885346"/>
            <a:chOff x="1580065" y="2000246"/>
            <a:chExt cx="2134679" cy="2914010"/>
          </a:xfrm>
        </p:grpSpPr>
        <p:grpSp>
          <p:nvGrpSpPr>
            <p:cNvPr id="6" name="Group 42"/>
            <p:cNvGrpSpPr/>
            <p:nvPr/>
          </p:nvGrpSpPr>
          <p:grpSpPr>
            <a:xfrm>
              <a:off x="2071670" y="2786064"/>
              <a:ext cx="1643074" cy="571504"/>
              <a:chOff x="2071670" y="2428874"/>
              <a:chExt cx="1643074" cy="571504"/>
            </a:xfrm>
          </p:grpSpPr>
          <p:sp>
            <p:nvSpPr>
              <p:cNvPr id="33" name="Rectangle 32"/>
              <p:cNvSpPr/>
              <p:nvPr/>
            </p:nvSpPr>
            <p:spPr>
              <a:xfrm>
                <a:off x="2071670" y="2428874"/>
                <a:ext cx="1643074" cy="35719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p:nvSpPr>
            <p:spPr>
              <a:xfrm>
                <a:off x="3500430" y="2786064"/>
                <a:ext cx="214314" cy="21431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1" name="Rectangle 50"/>
            <p:cNvSpPr/>
            <p:nvPr/>
          </p:nvSpPr>
          <p:spPr>
            <a:xfrm>
              <a:off x="1580065" y="3367679"/>
              <a:ext cx="2134678" cy="1546577"/>
            </a:xfrm>
            <a:prstGeom prst="rect">
              <a:avLst/>
            </a:prstGeom>
          </p:spPr>
          <p:txBody>
            <a:bodyPr wrap="square">
              <a:spAutoFit/>
            </a:bodyPr>
            <a:lstStyle/>
            <a:p>
              <a:pPr algn="ctr"/>
              <a:r>
                <a:rPr lang="ar-SA" sz="3200" b="1" dirty="0">
                  <a:solidFill>
                    <a:srgbClr val="F39C12"/>
                  </a:solidFill>
                </a:rPr>
                <a:t>توفير فرص عمل ذات مناصب أعلى لمن يشغل منصباً معيناً</a:t>
              </a:r>
              <a:endParaRPr lang="id-ID" sz="3200" b="1" dirty="0">
                <a:solidFill>
                  <a:srgbClr val="F39C12"/>
                </a:solidFill>
                <a:latin typeface="Open Sans Light" pitchFamily="34" charset="0"/>
                <a:ea typeface="Open Sans Light" pitchFamily="34" charset="0"/>
                <a:cs typeface="Open Sans Light" pitchFamily="34" charset="0"/>
              </a:endParaRPr>
            </a:p>
          </p:txBody>
        </p:sp>
        <p:grpSp>
          <p:nvGrpSpPr>
            <p:cNvPr id="7" name="Group 66"/>
            <p:cNvGrpSpPr/>
            <p:nvPr/>
          </p:nvGrpSpPr>
          <p:grpSpPr>
            <a:xfrm>
              <a:off x="2643174" y="2000246"/>
              <a:ext cx="431456" cy="308976"/>
              <a:chOff x="8340725" y="4748227"/>
              <a:chExt cx="246063" cy="176213"/>
            </a:xfrm>
            <a:solidFill>
              <a:schemeClr val="accent4"/>
            </a:solidFill>
          </p:grpSpPr>
          <p:sp>
            <p:nvSpPr>
              <p:cNvPr id="60" name="Freeform 49"/>
              <p:cNvSpPr>
                <a:spLocks/>
              </p:cNvSpPr>
              <p:nvPr/>
            </p:nvSpPr>
            <p:spPr bwMode="auto">
              <a:xfrm>
                <a:off x="8340725" y="4748227"/>
                <a:ext cx="138113" cy="176213"/>
              </a:xfrm>
              <a:custGeom>
                <a:avLst/>
                <a:gdLst/>
                <a:ahLst/>
                <a:cxnLst>
                  <a:cxn ang="0">
                    <a:pos x="160" y="0"/>
                  </a:cxn>
                  <a:cxn ang="0">
                    <a:pos x="160" y="0"/>
                  </a:cxn>
                  <a:cxn ang="0">
                    <a:pos x="155" y="1"/>
                  </a:cxn>
                  <a:cxn ang="0">
                    <a:pos x="151" y="5"/>
                  </a:cxn>
                  <a:cxn ang="0">
                    <a:pos x="75" y="52"/>
                  </a:cxn>
                  <a:cxn ang="0">
                    <a:pos x="15" y="52"/>
                  </a:cxn>
                  <a:cxn ang="0">
                    <a:pos x="15" y="52"/>
                  </a:cxn>
                  <a:cxn ang="0">
                    <a:pos x="10" y="54"/>
                  </a:cxn>
                  <a:cxn ang="0">
                    <a:pos x="4" y="58"/>
                  </a:cxn>
                  <a:cxn ang="0">
                    <a:pos x="4" y="58"/>
                  </a:cxn>
                  <a:cxn ang="0">
                    <a:pos x="2" y="61"/>
                  </a:cxn>
                  <a:cxn ang="0">
                    <a:pos x="0" y="67"/>
                  </a:cxn>
                  <a:cxn ang="0">
                    <a:pos x="0" y="156"/>
                  </a:cxn>
                  <a:cxn ang="0">
                    <a:pos x="0" y="156"/>
                  </a:cxn>
                  <a:cxn ang="0">
                    <a:pos x="2" y="161"/>
                  </a:cxn>
                  <a:cxn ang="0">
                    <a:pos x="4" y="165"/>
                  </a:cxn>
                  <a:cxn ang="0">
                    <a:pos x="4" y="165"/>
                  </a:cxn>
                  <a:cxn ang="0">
                    <a:pos x="10" y="168"/>
                  </a:cxn>
                  <a:cxn ang="0">
                    <a:pos x="15" y="170"/>
                  </a:cxn>
                  <a:cxn ang="0">
                    <a:pos x="75" y="170"/>
                  </a:cxn>
                  <a:cxn ang="0">
                    <a:pos x="151" y="217"/>
                  </a:cxn>
                  <a:cxn ang="0">
                    <a:pos x="151" y="217"/>
                  </a:cxn>
                  <a:cxn ang="0">
                    <a:pos x="155" y="221"/>
                  </a:cxn>
                  <a:cxn ang="0">
                    <a:pos x="160" y="223"/>
                  </a:cxn>
                  <a:cxn ang="0">
                    <a:pos x="160" y="223"/>
                  </a:cxn>
                  <a:cxn ang="0">
                    <a:pos x="165" y="221"/>
                  </a:cxn>
                  <a:cxn ang="0">
                    <a:pos x="171" y="217"/>
                  </a:cxn>
                  <a:cxn ang="0">
                    <a:pos x="171" y="217"/>
                  </a:cxn>
                  <a:cxn ang="0">
                    <a:pos x="174" y="214"/>
                  </a:cxn>
                  <a:cxn ang="0">
                    <a:pos x="174" y="208"/>
                  </a:cxn>
                  <a:cxn ang="0">
                    <a:pos x="174" y="14"/>
                  </a:cxn>
                  <a:cxn ang="0">
                    <a:pos x="174" y="14"/>
                  </a:cxn>
                  <a:cxn ang="0">
                    <a:pos x="174" y="9"/>
                  </a:cxn>
                  <a:cxn ang="0">
                    <a:pos x="171" y="5"/>
                  </a:cxn>
                  <a:cxn ang="0">
                    <a:pos x="171" y="5"/>
                  </a:cxn>
                  <a:cxn ang="0">
                    <a:pos x="165" y="1"/>
                  </a:cxn>
                  <a:cxn ang="0">
                    <a:pos x="160" y="0"/>
                  </a:cxn>
                  <a:cxn ang="0">
                    <a:pos x="160" y="0"/>
                  </a:cxn>
                </a:cxnLst>
                <a:rect l="0" t="0" r="r" b="b"/>
                <a:pathLst>
                  <a:path w="174" h="223">
                    <a:moveTo>
                      <a:pt x="160" y="0"/>
                    </a:moveTo>
                    <a:lnTo>
                      <a:pt x="160" y="0"/>
                    </a:lnTo>
                    <a:lnTo>
                      <a:pt x="155" y="1"/>
                    </a:lnTo>
                    <a:lnTo>
                      <a:pt x="151" y="5"/>
                    </a:lnTo>
                    <a:lnTo>
                      <a:pt x="75" y="52"/>
                    </a:lnTo>
                    <a:lnTo>
                      <a:pt x="15" y="52"/>
                    </a:lnTo>
                    <a:lnTo>
                      <a:pt x="15" y="52"/>
                    </a:lnTo>
                    <a:lnTo>
                      <a:pt x="10" y="54"/>
                    </a:lnTo>
                    <a:lnTo>
                      <a:pt x="4" y="58"/>
                    </a:lnTo>
                    <a:lnTo>
                      <a:pt x="4" y="58"/>
                    </a:lnTo>
                    <a:lnTo>
                      <a:pt x="2" y="61"/>
                    </a:lnTo>
                    <a:lnTo>
                      <a:pt x="0" y="67"/>
                    </a:lnTo>
                    <a:lnTo>
                      <a:pt x="0" y="156"/>
                    </a:lnTo>
                    <a:lnTo>
                      <a:pt x="0" y="156"/>
                    </a:lnTo>
                    <a:lnTo>
                      <a:pt x="2" y="161"/>
                    </a:lnTo>
                    <a:lnTo>
                      <a:pt x="4" y="165"/>
                    </a:lnTo>
                    <a:lnTo>
                      <a:pt x="4" y="165"/>
                    </a:lnTo>
                    <a:lnTo>
                      <a:pt x="10" y="168"/>
                    </a:lnTo>
                    <a:lnTo>
                      <a:pt x="15" y="170"/>
                    </a:lnTo>
                    <a:lnTo>
                      <a:pt x="75" y="170"/>
                    </a:lnTo>
                    <a:lnTo>
                      <a:pt x="151" y="217"/>
                    </a:lnTo>
                    <a:lnTo>
                      <a:pt x="151" y="217"/>
                    </a:lnTo>
                    <a:lnTo>
                      <a:pt x="155" y="221"/>
                    </a:lnTo>
                    <a:lnTo>
                      <a:pt x="160" y="223"/>
                    </a:lnTo>
                    <a:lnTo>
                      <a:pt x="160" y="223"/>
                    </a:lnTo>
                    <a:lnTo>
                      <a:pt x="165" y="221"/>
                    </a:lnTo>
                    <a:lnTo>
                      <a:pt x="171" y="217"/>
                    </a:lnTo>
                    <a:lnTo>
                      <a:pt x="171" y="217"/>
                    </a:lnTo>
                    <a:lnTo>
                      <a:pt x="174" y="214"/>
                    </a:lnTo>
                    <a:lnTo>
                      <a:pt x="174" y="208"/>
                    </a:lnTo>
                    <a:lnTo>
                      <a:pt x="174" y="14"/>
                    </a:lnTo>
                    <a:lnTo>
                      <a:pt x="174" y="14"/>
                    </a:lnTo>
                    <a:lnTo>
                      <a:pt x="174" y="9"/>
                    </a:lnTo>
                    <a:lnTo>
                      <a:pt x="171" y="5"/>
                    </a:lnTo>
                    <a:lnTo>
                      <a:pt x="171" y="5"/>
                    </a:lnTo>
                    <a:lnTo>
                      <a:pt x="165" y="1"/>
                    </a:lnTo>
                    <a:lnTo>
                      <a:pt x="160" y="0"/>
                    </a:lnTo>
                    <a:lnTo>
                      <a:pt x="16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61" name="Freeform 50"/>
              <p:cNvSpPr>
                <a:spLocks/>
              </p:cNvSpPr>
              <p:nvPr/>
            </p:nvSpPr>
            <p:spPr bwMode="auto">
              <a:xfrm>
                <a:off x="8496300" y="4792677"/>
                <a:ext cx="44450" cy="87313"/>
              </a:xfrm>
              <a:custGeom>
                <a:avLst/>
                <a:gdLst/>
                <a:ahLst/>
                <a:cxnLst>
                  <a:cxn ang="0">
                    <a:pos x="46" y="87"/>
                  </a:cxn>
                  <a:cxn ang="0">
                    <a:pos x="53" y="72"/>
                  </a:cxn>
                  <a:cxn ang="0">
                    <a:pos x="56" y="56"/>
                  </a:cxn>
                  <a:cxn ang="0">
                    <a:pos x="55" y="47"/>
                  </a:cxn>
                  <a:cxn ang="0">
                    <a:pos x="51" y="31"/>
                  </a:cxn>
                  <a:cxn ang="0">
                    <a:pos x="46" y="23"/>
                  </a:cxn>
                  <a:cxn ang="0">
                    <a:pos x="35" y="11"/>
                  </a:cxn>
                  <a:cxn ang="0">
                    <a:pos x="20" y="2"/>
                  </a:cxn>
                  <a:cxn ang="0">
                    <a:pos x="15" y="0"/>
                  </a:cxn>
                  <a:cxn ang="0">
                    <a:pos x="9" y="2"/>
                  </a:cxn>
                  <a:cxn ang="0">
                    <a:pos x="4" y="5"/>
                  </a:cxn>
                  <a:cxn ang="0">
                    <a:pos x="0" y="14"/>
                  </a:cxn>
                  <a:cxn ang="0">
                    <a:pos x="0" y="20"/>
                  </a:cxn>
                  <a:cxn ang="0">
                    <a:pos x="2" y="23"/>
                  </a:cxn>
                  <a:cxn ang="0">
                    <a:pos x="9" y="29"/>
                  </a:cxn>
                  <a:cxn ang="0">
                    <a:pos x="17" y="34"/>
                  </a:cxn>
                  <a:cxn ang="0">
                    <a:pos x="24" y="42"/>
                  </a:cxn>
                  <a:cxn ang="0">
                    <a:pos x="26" y="49"/>
                  </a:cxn>
                  <a:cxn ang="0">
                    <a:pos x="27" y="56"/>
                  </a:cxn>
                  <a:cxn ang="0">
                    <a:pos x="24" y="69"/>
                  </a:cxn>
                  <a:cxn ang="0">
                    <a:pos x="20" y="72"/>
                  </a:cxn>
                  <a:cxn ang="0">
                    <a:pos x="17" y="76"/>
                  </a:cxn>
                  <a:cxn ang="0">
                    <a:pos x="9" y="81"/>
                  </a:cxn>
                  <a:cxn ang="0">
                    <a:pos x="2" y="87"/>
                  </a:cxn>
                  <a:cxn ang="0">
                    <a:pos x="0" y="96"/>
                  </a:cxn>
                  <a:cxn ang="0">
                    <a:pos x="2" y="101"/>
                  </a:cxn>
                  <a:cxn ang="0">
                    <a:pos x="4" y="105"/>
                  </a:cxn>
                  <a:cxn ang="0">
                    <a:pos x="15" y="110"/>
                  </a:cxn>
                  <a:cxn ang="0">
                    <a:pos x="20" y="109"/>
                  </a:cxn>
                  <a:cxn ang="0">
                    <a:pos x="27" y="105"/>
                  </a:cxn>
                  <a:cxn ang="0">
                    <a:pos x="40" y="94"/>
                  </a:cxn>
                  <a:cxn ang="0">
                    <a:pos x="46" y="87"/>
                  </a:cxn>
                </a:cxnLst>
                <a:rect l="0" t="0" r="r" b="b"/>
                <a:pathLst>
                  <a:path w="56" h="110">
                    <a:moveTo>
                      <a:pt x="46" y="87"/>
                    </a:moveTo>
                    <a:lnTo>
                      <a:pt x="46" y="87"/>
                    </a:lnTo>
                    <a:lnTo>
                      <a:pt x="51" y="80"/>
                    </a:lnTo>
                    <a:lnTo>
                      <a:pt x="53" y="72"/>
                    </a:lnTo>
                    <a:lnTo>
                      <a:pt x="55" y="63"/>
                    </a:lnTo>
                    <a:lnTo>
                      <a:pt x="56" y="56"/>
                    </a:lnTo>
                    <a:lnTo>
                      <a:pt x="56" y="56"/>
                    </a:lnTo>
                    <a:lnTo>
                      <a:pt x="55" y="47"/>
                    </a:lnTo>
                    <a:lnTo>
                      <a:pt x="53" y="38"/>
                    </a:lnTo>
                    <a:lnTo>
                      <a:pt x="51" y="31"/>
                    </a:lnTo>
                    <a:lnTo>
                      <a:pt x="46" y="23"/>
                    </a:lnTo>
                    <a:lnTo>
                      <a:pt x="46" y="23"/>
                    </a:lnTo>
                    <a:lnTo>
                      <a:pt x="40" y="16"/>
                    </a:lnTo>
                    <a:lnTo>
                      <a:pt x="35" y="11"/>
                    </a:lnTo>
                    <a:lnTo>
                      <a:pt x="27" y="5"/>
                    </a:lnTo>
                    <a:lnTo>
                      <a:pt x="20" y="2"/>
                    </a:lnTo>
                    <a:lnTo>
                      <a:pt x="20" y="2"/>
                    </a:lnTo>
                    <a:lnTo>
                      <a:pt x="15" y="0"/>
                    </a:lnTo>
                    <a:lnTo>
                      <a:pt x="15" y="0"/>
                    </a:lnTo>
                    <a:lnTo>
                      <a:pt x="9" y="2"/>
                    </a:lnTo>
                    <a:lnTo>
                      <a:pt x="4" y="5"/>
                    </a:lnTo>
                    <a:lnTo>
                      <a:pt x="4" y="5"/>
                    </a:lnTo>
                    <a:lnTo>
                      <a:pt x="2" y="9"/>
                    </a:lnTo>
                    <a:lnTo>
                      <a:pt x="0" y="14"/>
                    </a:lnTo>
                    <a:lnTo>
                      <a:pt x="0" y="14"/>
                    </a:lnTo>
                    <a:lnTo>
                      <a:pt x="0" y="20"/>
                    </a:lnTo>
                    <a:lnTo>
                      <a:pt x="2" y="23"/>
                    </a:lnTo>
                    <a:lnTo>
                      <a:pt x="2" y="23"/>
                    </a:lnTo>
                    <a:lnTo>
                      <a:pt x="9" y="29"/>
                    </a:lnTo>
                    <a:lnTo>
                      <a:pt x="9" y="29"/>
                    </a:lnTo>
                    <a:lnTo>
                      <a:pt x="17" y="34"/>
                    </a:lnTo>
                    <a:lnTo>
                      <a:pt x="17" y="34"/>
                    </a:lnTo>
                    <a:lnTo>
                      <a:pt x="20" y="38"/>
                    </a:lnTo>
                    <a:lnTo>
                      <a:pt x="24" y="42"/>
                    </a:lnTo>
                    <a:lnTo>
                      <a:pt x="24" y="42"/>
                    </a:lnTo>
                    <a:lnTo>
                      <a:pt x="26" y="49"/>
                    </a:lnTo>
                    <a:lnTo>
                      <a:pt x="27" y="56"/>
                    </a:lnTo>
                    <a:lnTo>
                      <a:pt x="27" y="56"/>
                    </a:lnTo>
                    <a:lnTo>
                      <a:pt x="26" y="62"/>
                    </a:lnTo>
                    <a:lnTo>
                      <a:pt x="24" y="69"/>
                    </a:lnTo>
                    <a:lnTo>
                      <a:pt x="24" y="69"/>
                    </a:lnTo>
                    <a:lnTo>
                      <a:pt x="20" y="72"/>
                    </a:lnTo>
                    <a:lnTo>
                      <a:pt x="17" y="76"/>
                    </a:lnTo>
                    <a:lnTo>
                      <a:pt x="17" y="76"/>
                    </a:lnTo>
                    <a:lnTo>
                      <a:pt x="9" y="81"/>
                    </a:lnTo>
                    <a:lnTo>
                      <a:pt x="9" y="81"/>
                    </a:lnTo>
                    <a:lnTo>
                      <a:pt x="2" y="87"/>
                    </a:lnTo>
                    <a:lnTo>
                      <a:pt x="2" y="87"/>
                    </a:lnTo>
                    <a:lnTo>
                      <a:pt x="0" y="91"/>
                    </a:lnTo>
                    <a:lnTo>
                      <a:pt x="0" y="96"/>
                    </a:lnTo>
                    <a:lnTo>
                      <a:pt x="0" y="96"/>
                    </a:lnTo>
                    <a:lnTo>
                      <a:pt x="2" y="101"/>
                    </a:lnTo>
                    <a:lnTo>
                      <a:pt x="4" y="105"/>
                    </a:lnTo>
                    <a:lnTo>
                      <a:pt x="4" y="105"/>
                    </a:lnTo>
                    <a:lnTo>
                      <a:pt x="9" y="109"/>
                    </a:lnTo>
                    <a:lnTo>
                      <a:pt x="15" y="110"/>
                    </a:lnTo>
                    <a:lnTo>
                      <a:pt x="15" y="110"/>
                    </a:lnTo>
                    <a:lnTo>
                      <a:pt x="20" y="109"/>
                    </a:lnTo>
                    <a:lnTo>
                      <a:pt x="20" y="109"/>
                    </a:lnTo>
                    <a:lnTo>
                      <a:pt x="27" y="105"/>
                    </a:lnTo>
                    <a:lnTo>
                      <a:pt x="35" y="100"/>
                    </a:lnTo>
                    <a:lnTo>
                      <a:pt x="40" y="94"/>
                    </a:lnTo>
                    <a:lnTo>
                      <a:pt x="46" y="87"/>
                    </a:lnTo>
                    <a:lnTo>
                      <a:pt x="46" y="8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62" name="Freeform 51"/>
              <p:cNvSpPr>
                <a:spLocks/>
              </p:cNvSpPr>
              <p:nvPr/>
            </p:nvSpPr>
            <p:spPr bwMode="auto">
              <a:xfrm>
                <a:off x="8515350" y="4751402"/>
                <a:ext cx="71438" cy="171450"/>
              </a:xfrm>
              <a:custGeom>
                <a:avLst/>
                <a:gdLst/>
                <a:ahLst/>
                <a:cxnLst>
                  <a:cxn ang="0">
                    <a:pos x="20" y="2"/>
                  </a:cxn>
                  <a:cxn ang="0">
                    <a:pos x="14" y="0"/>
                  </a:cxn>
                  <a:cxn ang="0">
                    <a:pos x="3" y="4"/>
                  </a:cxn>
                  <a:cxn ang="0">
                    <a:pos x="0" y="9"/>
                  </a:cxn>
                  <a:cxn ang="0">
                    <a:pos x="0" y="15"/>
                  </a:cxn>
                  <a:cxn ang="0">
                    <a:pos x="2" y="22"/>
                  </a:cxn>
                  <a:cxn ang="0">
                    <a:pos x="7" y="27"/>
                  </a:cxn>
                  <a:cxn ang="0">
                    <a:pos x="25" y="38"/>
                  </a:cxn>
                  <a:cxn ang="0">
                    <a:pos x="32" y="44"/>
                  </a:cxn>
                  <a:cxn ang="0">
                    <a:pos x="47" y="60"/>
                  </a:cxn>
                  <a:cxn ang="0">
                    <a:pos x="51" y="69"/>
                  </a:cxn>
                  <a:cxn ang="0">
                    <a:pos x="58" y="87"/>
                  </a:cxn>
                  <a:cxn ang="0">
                    <a:pos x="61" y="109"/>
                  </a:cxn>
                  <a:cxn ang="0">
                    <a:pos x="60" y="118"/>
                  </a:cxn>
                  <a:cxn ang="0">
                    <a:pos x="56" y="138"/>
                  </a:cxn>
                  <a:cxn ang="0">
                    <a:pos x="51" y="147"/>
                  </a:cxn>
                  <a:cxn ang="0">
                    <a:pos x="40" y="165"/>
                  </a:cxn>
                  <a:cxn ang="0">
                    <a:pos x="25" y="178"/>
                  </a:cxn>
                  <a:cxn ang="0">
                    <a:pos x="7" y="189"/>
                  </a:cxn>
                  <a:cxn ang="0">
                    <a:pos x="3" y="191"/>
                  </a:cxn>
                  <a:cxn ang="0">
                    <a:pos x="0" y="198"/>
                  </a:cxn>
                  <a:cxn ang="0">
                    <a:pos x="0" y="202"/>
                  </a:cxn>
                  <a:cxn ang="0">
                    <a:pos x="3" y="212"/>
                  </a:cxn>
                  <a:cxn ang="0">
                    <a:pos x="9" y="216"/>
                  </a:cxn>
                  <a:cxn ang="0">
                    <a:pos x="14" y="216"/>
                  </a:cxn>
                  <a:cxn ang="0">
                    <a:pos x="20" y="214"/>
                  </a:cxn>
                  <a:cxn ang="0">
                    <a:pos x="49" y="198"/>
                  </a:cxn>
                  <a:cxn ang="0">
                    <a:pos x="71" y="173"/>
                  </a:cxn>
                  <a:cxn ang="0">
                    <a:pos x="80" y="158"/>
                  </a:cxn>
                  <a:cxn ang="0">
                    <a:pos x="89" y="125"/>
                  </a:cxn>
                  <a:cxn ang="0">
                    <a:pos x="90" y="109"/>
                  </a:cxn>
                  <a:cxn ang="0">
                    <a:pos x="85" y="75"/>
                  </a:cxn>
                  <a:cxn ang="0">
                    <a:pos x="71" y="44"/>
                  </a:cxn>
                  <a:cxn ang="0">
                    <a:pos x="60" y="31"/>
                  </a:cxn>
                  <a:cxn ang="0">
                    <a:pos x="34" y="9"/>
                  </a:cxn>
                  <a:cxn ang="0">
                    <a:pos x="20" y="2"/>
                  </a:cxn>
                </a:cxnLst>
                <a:rect l="0" t="0" r="r" b="b"/>
                <a:pathLst>
                  <a:path w="90" h="216">
                    <a:moveTo>
                      <a:pt x="20" y="2"/>
                    </a:moveTo>
                    <a:lnTo>
                      <a:pt x="20" y="2"/>
                    </a:lnTo>
                    <a:lnTo>
                      <a:pt x="14" y="0"/>
                    </a:lnTo>
                    <a:lnTo>
                      <a:pt x="14" y="0"/>
                    </a:lnTo>
                    <a:lnTo>
                      <a:pt x="7" y="2"/>
                    </a:lnTo>
                    <a:lnTo>
                      <a:pt x="3" y="4"/>
                    </a:lnTo>
                    <a:lnTo>
                      <a:pt x="3" y="4"/>
                    </a:lnTo>
                    <a:lnTo>
                      <a:pt x="0" y="9"/>
                    </a:lnTo>
                    <a:lnTo>
                      <a:pt x="0" y="15"/>
                    </a:lnTo>
                    <a:lnTo>
                      <a:pt x="0" y="15"/>
                    </a:lnTo>
                    <a:lnTo>
                      <a:pt x="0" y="18"/>
                    </a:lnTo>
                    <a:lnTo>
                      <a:pt x="2" y="22"/>
                    </a:lnTo>
                    <a:lnTo>
                      <a:pt x="3" y="26"/>
                    </a:lnTo>
                    <a:lnTo>
                      <a:pt x="7" y="27"/>
                    </a:lnTo>
                    <a:lnTo>
                      <a:pt x="7" y="27"/>
                    </a:lnTo>
                    <a:lnTo>
                      <a:pt x="25" y="38"/>
                    </a:lnTo>
                    <a:lnTo>
                      <a:pt x="25" y="38"/>
                    </a:lnTo>
                    <a:lnTo>
                      <a:pt x="32" y="44"/>
                    </a:lnTo>
                    <a:lnTo>
                      <a:pt x="40" y="51"/>
                    </a:lnTo>
                    <a:lnTo>
                      <a:pt x="47" y="60"/>
                    </a:lnTo>
                    <a:lnTo>
                      <a:pt x="51" y="69"/>
                    </a:lnTo>
                    <a:lnTo>
                      <a:pt x="51" y="69"/>
                    </a:lnTo>
                    <a:lnTo>
                      <a:pt x="56" y="78"/>
                    </a:lnTo>
                    <a:lnTo>
                      <a:pt x="58" y="87"/>
                    </a:lnTo>
                    <a:lnTo>
                      <a:pt x="60" y="98"/>
                    </a:lnTo>
                    <a:lnTo>
                      <a:pt x="61" y="109"/>
                    </a:lnTo>
                    <a:lnTo>
                      <a:pt x="61" y="109"/>
                    </a:lnTo>
                    <a:lnTo>
                      <a:pt x="60" y="118"/>
                    </a:lnTo>
                    <a:lnTo>
                      <a:pt x="58" y="129"/>
                    </a:lnTo>
                    <a:lnTo>
                      <a:pt x="56" y="138"/>
                    </a:lnTo>
                    <a:lnTo>
                      <a:pt x="51" y="147"/>
                    </a:lnTo>
                    <a:lnTo>
                      <a:pt x="51" y="147"/>
                    </a:lnTo>
                    <a:lnTo>
                      <a:pt x="47" y="156"/>
                    </a:lnTo>
                    <a:lnTo>
                      <a:pt x="40" y="165"/>
                    </a:lnTo>
                    <a:lnTo>
                      <a:pt x="32" y="173"/>
                    </a:lnTo>
                    <a:lnTo>
                      <a:pt x="25" y="178"/>
                    </a:lnTo>
                    <a:lnTo>
                      <a:pt x="25" y="178"/>
                    </a:lnTo>
                    <a:lnTo>
                      <a:pt x="7" y="189"/>
                    </a:lnTo>
                    <a:lnTo>
                      <a:pt x="7" y="189"/>
                    </a:lnTo>
                    <a:lnTo>
                      <a:pt x="3" y="191"/>
                    </a:lnTo>
                    <a:lnTo>
                      <a:pt x="2" y="194"/>
                    </a:lnTo>
                    <a:lnTo>
                      <a:pt x="0" y="198"/>
                    </a:lnTo>
                    <a:lnTo>
                      <a:pt x="0" y="202"/>
                    </a:lnTo>
                    <a:lnTo>
                      <a:pt x="0" y="202"/>
                    </a:lnTo>
                    <a:lnTo>
                      <a:pt x="0" y="207"/>
                    </a:lnTo>
                    <a:lnTo>
                      <a:pt x="3" y="212"/>
                    </a:lnTo>
                    <a:lnTo>
                      <a:pt x="3" y="212"/>
                    </a:lnTo>
                    <a:lnTo>
                      <a:pt x="9" y="216"/>
                    </a:lnTo>
                    <a:lnTo>
                      <a:pt x="14" y="216"/>
                    </a:lnTo>
                    <a:lnTo>
                      <a:pt x="14" y="216"/>
                    </a:lnTo>
                    <a:lnTo>
                      <a:pt x="20" y="214"/>
                    </a:lnTo>
                    <a:lnTo>
                      <a:pt x="20" y="214"/>
                    </a:lnTo>
                    <a:lnTo>
                      <a:pt x="34" y="207"/>
                    </a:lnTo>
                    <a:lnTo>
                      <a:pt x="49" y="198"/>
                    </a:lnTo>
                    <a:lnTo>
                      <a:pt x="60" y="185"/>
                    </a:lnTo>
                    <a:lnTo>
                      <a:pt x="71" y="173"/>
                    </a:lnTo>
                    <a:lnTo>
                      <a:pt x="71" y="173"/>
                    </a:lnTo>
                    <a:lnTo>
                      <a:pt x="80" y="158"/>
                    </a:lnTo>
                    <a:lnTo>
                      <a:pt x="85" y="142"/>
                    </a:lnTo>
                    <a:lnTo>
                      <a:pt x="89" y="125"/>
                    </a:lnTo>
                    <a:lnTo>
                      <a:pt x="90" y="109"/>
                    </a:lnTo>
                    <a:lnTo>
                      <a:pt x="90" y="109"/>
                    </a:lnTo>
                    <a:lnTo>
                      <a:pt x="89" y="91"/>
                    </a:lnTo>
                    <a:lnTo>
                      <a:pt x="85" y="75"/>
                    </a:lnTo>
                    <a:lnTo>
                      <a:pt x="80" y="58"/>
                    </a:lnTo>
                    <a:lnTo>
                      <a:pt x="71" y="44"/>
                    </a:lnTo>
                    <a:lnTo>
                      <a:pt x="71" y="44"/>
                    </a:lnTo>
                    <a:lnTo>
                      <a:pt x="60" y="31"/>
                    </a:lnTo>
                    <a:lnTo>
                      <a:pt x="49" y="18"/>
                    </a:lnTo>
                    <a:lnTo>
                      <a:pt x="34" y="9"/>
                    </a:lnTo>
                    <a:lnTo>
                      <a:pt x="20" y="2"/>
                    </a:lnTo>
                    <a:lnTo>
                      <a:pt x="2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grpSp>
        <p:nvGrpSpPr>
          <p:cNvPr id="8" name="Group 58"/>
          <p:cNvGrpSpPr/>
          <p:nvPr/>
        </p:nvGrpSpPr>
        <p:grpSpPr>
          <a:xfrm>
            <a:off x="6441340" y="1476766"/>
            <a:ext cx="3499340" cy="3919505"/>
            <a:chOff x="3108032" y="1030301"/>
            <a:chExt cx="2624505" cy="2939629"/>
          </a:xfrm>
        </p:grpSpPr>
        <p:grpSp>
          <p:nvGrpSpPr>
            <p:cNvPr id="9" name="Group 41"/>
            <p:cNvGrpSpPr/>
            <p:nvPr/>
          </p:nvGrpSpPr>
          <p:grpSpPr>
            <a:xfrm>
              <a:off x="3714744" y="2571750"/>
              <a:ext cx="1643074" cy="571504"/>
              <a:chOff x="3714744" y="2214560"/>
              <a:chExt cx="1643074" cy="571504"/>
            </a:xfrm>
          </p:grpSpPr>
          <p:sp>
            <p:nvSpPr>
              <p:cNvPr id="32" name="Rectangle 31"/>
              <p:cNvSpPr/>
              <p:nvPr/>
            </p:nvSpPr>
            <p:spPr>
              <a:xfrm>
                <a:off x="3714744" y="2428874"/>
                <a:ext cx="1643074" cy="3571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5143504" y="2214560"/>
                <a:ext cx="214314" cy="21431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 name="Rectangle 51"/>
            <p:cNvSpPr/>
            <p:nvPr/>
          </p:nvSpPr>
          <p:spPr>
            <a:xfrm>
              <a:off x="3108032" y="1030301"/>
              <a:ext cx="2624505" cy="1546577"/>
            </a:xfrm>
            <a:prstGeom prst="rect">
              <a:avLst/>
            </a:prstGeom>
          </p:spPr>
          <p:txBody>
            <a:bodyPr wrap="square">
              <a:spAutoFit/>
            </a:bodyPr>
            <a:lstStyle/>
            <a:p>
              <a:pPr algn="ctr"/>
              <a:r>
                <a:rPr lang="ar-SA" sz="3200" b="1" dirty="0">
                  <a:solidFill>
                    <a:srgbClr val="9BBB59"/>
                  </a:solidFill>
                </a:rPr>
                <a:t>جعل المتعلم محور العملية التعليمية والتعلمية وإكسابه القدرة على التفكير والابتكار</a:t>
              </a:r>
              <a:endParaRPr lang="id-ID" sz="3200" b="1" dirty="0">
                <a:solidFill>
                  <a:srgbClr val="9BBB59"/>
                </a:solidFill>
                <a:latin typeface="Open Sans Light" pitchFamily="34" charset="0"/>
                <a:ea typeface="Open Sans Light" pitchFamily="34" charset="0"/>
                <a:cs typeface="Open Sans Light" pitchFamily="34" charset="0"/>
              </a:endParaRPr>
            </a:p>
          </p:txBody>
        </p:sp>
        <p:sp>
          <p:nvSpPr>
            <p:cNvPr id="64" name="Freeform 59"/>
            <p:cNvSpPr>
              <a:spLocks noEditPoints="1"/>
            </p:cNvSpPr>
            <p:nvPr/>
          </p:nvSpPr>
          <p:spPr bwMode="auto">
            <a:xfrm>
              <a:off x="4357686" y="3571882"/>
              <a:ext cx="398052" cy="398048"/>
            </a:xfrm>
            <a:custGeom>
              <a:avLst/>
              <a:gdLst/>
              <a:ahLst/>
              <a:cxnLst>
                <a:cxn ang="0">
                  <a:pos x="129" y="1"/>
                </a:cxn>
                <a:cxn ang="0">
                  <a:pos x="87" y="12"/>
                </a:cxn>
                <a:cxn ang="0">
                  <a:pos x="53" y="32"/>
                </a:cxn>
                <a:cxn ang="0">
                  <a:pos x="26" y="63"/>
                </a:cxn>
                <a:cxn ang="0">
                  <a:pos x="8" y="101"/>
                </a:cxn>
                <a:cxn ang="0">
                  <a:pos x="0" y="143"/>
                </a:cxn>
                <a:cxn ang="0">
                  <a:pos x="4" y="172"/>
                </a:cxn>
                <a:cxn ang="0">
                  <a:pos x="19" y="212"/>
                </a:cxn>
                <a:cxn ang="0">
                  <a:pos x="42" y="244"/>
                </a:cxn>
                <a:cxn ang="0">
                  <a:pos x="75" y="270"/>
                </a:cxn>
                <a:cxn ang="0">
                  <a:pos x="115" y="284"/>
                </a:cxn>
                <a:cxn ang="0">
                  <a:pos x="144" y="286"/>
                </a:cxn>
                <a:cxn ang="0">
                  <a:pos x="185" y="281"/>
                </a:cxn>
                <a:cxn ang="0">
                  <a:pos x="223" y="263"/>
                </a:cxn>
                <a:cxn ang="0">
                  <a:pos x="254" y="235"/>
                </a:cxn>
                <a:cxn ang="0">
                  <a:pos x="276" y="199"/>
                </a:cxn>
                <a:cxn ang="0">
                  <a:pos x="285" y="157"/>
                </a:cxn>
                <a:cxn ang="0">
                  <a:pos x="285" y="128"/>
                </a:cxn>
                <a:cxn ang="0">
                  <a:pos x="276" y="89"/>
                </a:cxn>
                <a:cxn ang="0">
                  <a:pos x="254" y="52"/>
                </a:cxn>
                <a:cxn ang="0">
                  <a:pos x="223" y="25"/>
                </a:cxn>
                <a:cxn ang="0">
                  <a:pos x="185" y="7"/>
                </a:cxn>
                <a:cxn ang="0">
                  <a:pos x="144" y="0"/>
                </a:cxn>
                <a:cxn ang="0">
                  <a:pos x="144" y="252"/>
                </a:cxn>
                <a:cxn ang="0">
                  <a:pos x="102" y="243"/>
                </a:cxn>
                <a:cxn ang="0">
                  <a:pos x="55" y="203"/>
                </a:cxn>
                <a:cxn ang="0">
                  <a:pos x="37" y="154"/>
                </a:cxn>
                <a:cxn ang="0">
                  <a:pos x="37" y="132"/>
                </a:cxn>
                <a:cxn ang="0">
                  <a:pos x="55" y="83"/>
                </a:cxn>
                <a:cxn ang="0">
                  <a:pos x="102" y="45"/>
                </a:cxn>
                <a:cxn ang="0">
                  <a:pos x="144" y="36"/>
                </a:cxn>
                <a:cxn ang="0">
                  <a:pos x="165" y="38"/>
                </a:cxn>
                <a:cxn ang="0">
                  <a:pos x="220" y="67"/>
                </a:cxn>
                <a:cxn ang="0">
                  <a:pos x="249" y="121"/>
                </a:cxn>
                <a:cxn ang="0">
                  <a:pos x="251" y="143"/>
                </a:cxn>
                <a:cxn ang="0">
                  <a:pos x="241" y="185"/>
                </a:cxn>
                <a:cxn ang="0">
                  <a:pos x="203" y="232"/>
                </a:cxn>
                <a:cxn ang="0">
                  <a:pos x="154" y="250"/>
                </a:cxn>
                <a:cxn ang="0">
                  <a:pos x="232" y="143"/>
                </a:cxn>
                <a:cxn ang="0">
                  <a:pos x="227" y="156"/>
                </a:cxn>
                <a:cxn ang="0">
                  <a:pos x="144" y="161"/>
                </a:cxn>
                <a:cxn ang="0">
                  <a:pos x="131" y="156"/>
                </a:cxn>
                <a:cxn ang="0">
                  <a:pos x="125" y="72"/>
                </a:cxn>
                <a:cxn ang="0">
                  <a:pos x="131" y="60"/>
                </a:cxn>
                <a:cxn ang="0">
                  <a:pos x="144" y="54"/>
                </a:cxn>
                <a:cxn ang="0">
                  <a:pos x="160" y="65"/>
                </a:cxn>
                <a:cxn ang="0">
                  <a:pos x="214" y="125"/>
                </a:cxn>
                <a:cxn ang="0">
                  <a:pos x="227" y="130"/>
                </a:cxn>
                <a:cxn ang="0">
                  <a:pos x="232" y="143"/>
                </a:cxn>
              </a:cxnLst>
              <a:rect l="0" t="0" r="r" b="b"/>
              <a:pathLst>
                <a:path w="287" h="286">
                  <a:moveTo>
                    <a:pt x="144" y="0"/>
                  </a:moveTo>
                  <a:lnTo>
                    <a:pt x="144" y="0"/>
                  </a:lnTo>
                  <a:lnTo>
                    <a:pt x="129" y="1"/>
                  </a:lnTo>
                  <a:lnTo>
                    <a:pt x="115" y="3"/>
                  </a:lnTo>
                  <a:lnTo>
                    <a:pt x="100" y="7"/>
                  </a:lnTo>
                  <a:lnTo>
                    <a:pt x="87" y="12"/>
                  </a:lnTo>
                  <a:lnTo>
                    <a:pt x="75" y="18"/>
                  </a:lnTo>
                  <a:lnTo>
                    <a:pt x="64" y="25"/>
                  </a:lnTo>
                  <a:lnTo>
                    <a:pt x="53" y="32"/>
                  </a:lnTo>
                  <a:lnTo>
                    <a:pt x="42" y="43"/>
                  </a:lnTo>
                  <a:lnTo>
                    <a:pt x="33" y="52"/>
                  </a:lnTo>
                  <a:lnTo>
                    <a:pt x="26" y="63"/>
                  </a:lnTo>
                  <a:lnTo>
                    <a:pt x="19" y="76"/>
                  </a:lnTo>
                  <a:lnTo>
                    <a:pt x="11" y="89"/>
                  </a:lnTo>
                  <a:lnTo>
                    <a:pt x="8" y="101"/>
                  </a:lnTo>
                  <a:lnTo>
                    <a:pt x="4" y="114"/>
                  </a:lnTo>
                  <a:lnTo>
                    <a:pt x="0" y="128"/>
                  </a:lnTo>
                  <a:lnTo>
                    <a:pt x="0" y="143"/>
                  </a:lnTo>
                  <a:lnTo>
                    <a:pt x="0" y="143"/>
                  </a:lnTo>
                  <a:lnTo>
                    <a:pt x="0" y="157"/>
                  </a:lnTo>
                  <a:lnTo>
                    <a:pt x="4" y="172"/>
                  </a:lnTo>
                  <a:lnTo>
                    <a:pt x="8" y="186"/>
                  </a:lnTo>
                  <a:lnTo>
                    <a:pt x="11" y="199"/>
                  </a:lnTo>
                  <a:lnTo>
                    <a:pt x="19" y="212"/>
                  </a:lnTo>
                  <a:lnTo>
                    <a:pt x="26" y="223"/>
                  </a:lnTo>
                  <a:lnTo>
                    <a:pt x="33" y="235"/>
                  </a:lnTo>
                  <a:lnTo>
                    <a:pt x="42" y="244"/>
                  </a:lnTo>
                  <a:lnTo>
                    <a:pt x="53" y="253"/>
                  </a:lnTo>
                  <a:lnTo>
                    <a:pt x="64" y="263"/>
                  </a:lnTo>
                  <a:lnTo>
                    <a:pt x="75" y="270"/>
                  </a:lnTo>
                  <a:lnTo>
                    <a:pt x="87" y="275"/>
                  </a:lnTo>
                  <a:lnTo>
                    <a:pt x="100" y="281"/>
                  </a:lnTo>
                  <a:lnTo>
                    <a:pt x="115" y="284"/>
                  </a:lnTo>
                  <a:lnTo>
                    <a:pt x="129" y="286"/>
                  </a:lnTo>
                  <a:lnTo>
                    <a:pt x="144" y="286"/>
                  </a:lnTo>
                  <a:lnTo>
                    <a:pt x="144" y="286"/>
                  </a:lnTo>
                  <a:lnTo>
                    <a:pt x="158" y="286"/>
                  </a:lnTo>
                  <a:lnTo>
                    <a:pt x="173" y="284"/>
                  </a:lnTo>
                  <a:lnTo>
                    <a:pt x="185" y="281"/>
                  </a:lnTo>
                  <a:lnTo>
                    <a:pt x="200" y="275"/>
                  </a:lnTo>
                  <a:lnTo>
                    <a:pt x="212" y="270"/>
                  </a:lnTo>
                  <a:lnTo>
                    <a:pt x="223" y="263"/>
                  </a:lnTo>
                  <a:lnTo>
                    <a:pt x="234" y="253"/>
                  </a:lnTo>
                  <a:lnTo>
                    <a:pt x="245" y="244"/>
                  </a:lnTo>
                  <a:lnTo>
                    <a:pt x="254" y="235"/>
                  </a:lnTo>
                  <a:lnTo>
                    <a:pt x="261" y="223"/>
                  </a:lnTo>
                  <a:lnTo>
                    <a:pt x="269" y="212"/>
                  </a:lnTo>
                  <a:lnTo>
                    <a:pt x="276" y="199"/>
                  </a:lnTo>
                  <a:lnTo>
                    <a:pt x="280" y="186"/>
                  </a:lnTo>
                  <a:lnTo>
                    <a:pt x="283" y="172"/>
                  </a:lnTo>
                  <a:lnTo>
                    <a:pt x="285" y="157"/>
                  </a:lnTo>
                  <a:lnTo>
                    <a:pt x="287" y="143"/>
                  </a:lnTo>
                  <a:lnTo>
                    <a:pt x="287" y="143"/>
                  </a:lnTo>
                  <a:lnTo>
                    <a:pt x="285" y="128"/>
                  </a:lnTo>
                  <a:lnTo>
                    <a:pt x="283" y="114"/>
                  </a:lnTo>
                  <a:lnTo>
                    <a:pt x="280" y="101"/>
                  </a:lnTo>
                  <a:lnTo>
                    <a:pt x="276" y="89"/>
                  </a:lnTo>
                  <a:lnTo>
                    <a:pt x="269" y="76"/>
                  </a:lnTo>
                  <a:lnTo>
                    <a:pt x="261" y="63"/>
                  </a:lnTo>
                  <a:lnTo>
                    <a:pt x="254" y="52"/>
                  </a:lnTo>
                  <a:lnTo>
                    <a:pt x="245" y="43"/>
                  </a:lnTo>
                  <a:lnTo>
                    <a:pt x="234" y="32"/>
                  </a:lnTo>
                  <a:lnTo>
                    <a:pt x="223" y="25"/>
                  </a:lnTo>
                  <a:lnTo>
                    <a:pt x="212" y="18"/>
                  </a:lnTo>
                  <a:lnTo>
                    <a:pt x="200" y="12"/>
                  </a:lnTo>
                  <a:lnTo>
                    <a:pt x="185" y="7"/>
                  </a:lnTo>
                  <a:lnTo>
                    <a:pt x="173" y="3"/>
                  </a:lnTo>
                  <a:lnTo>
                    <a:pt x="158" y="1"/>
                  </a:lnTo>
                  <a:lnTo>
                    <a:pt x="144" y="0"/>
                  </a:lnTo>
                  <a:lnTo>
                    <a:pt x="144" y="0"/>
                  </a:lnTo>
                  <a:close/>
                  <a:moveTo>
                    <a:pt x="144" y="252"/>
                  </a:moveTo>
                  <a:lnTo>
                    <a:pt x="144" y="252"/>
                  </a:lnTo>
                  <a:lnTo>
                    <a:pt x="133" y="250"/>
                  </a:lnTo>
                  <a:lnTo>
                    <a:pt x="122" y="248"/>
                  </a:lnTo>
                  <a:lnTo>
                    <a:pt x="102" y="243"/>
                  </a:lnTo>
                  <a:lnTo>
                    <a:pt x="84" y="232"/>
                  </a:lnTo>
                  <a:lnTo>
                    <a:pt x="67" y="219"/>
                  </a:lnTo>
                  <a:lnTo>
                    <a:pt x="55" y="203"/>
                  </a:lnTo>
                  <a:lnTo>
                    <a:pt x="44" y="185"/>
                  </a:lnTo>
                  <a:lnTo>
                    <a:pt x="38" y="165"/>
                  </a:lnTo>
                  <a:lnTo>
                    <a:pt x="37" y="154"/>
                  </a:lnTo>
                  <a:lnTo>
                    <a:pt x="37" y="143"/>
                  </a:lnTo>
                  <a:lnTo>
                    <a:pt x="37" y="143"/>
                  </a:lnTo>
                  <a:lnTo>
                    <a:pt x="37" y="132"/>
                  </a:lnTo>
                  <a:lnTo>
                    <a:pt x="38" y="121"/>
                  </a:lnTo>
                  <a:lnTo>
                    <a:pt x="44" y="101"/>
                  </a:lnTo>
                  <a:lnTo>
                    <a:pt x="55" y="83"/>
                  </a:lnTo>
                  <a:lnTo>
                    <a:pt x="67" y="67"/>
                  </a:lnTo>
                  <a:lnTo>
                    <a:pt x="84" y="54"/>
                  </a:lnTo>
                  <a:lnTo>
                    <a:pt x="102" y="45"/>
                  </a:lnTo>
                  <a:lnTo>
                    <a:pt x="122" y="38"/>
                  </a:lnTo>
                  <a:lnTo>
                    <a:pt x="133" y="36"/>
                  </a:lnTo>
                  <a:lnTo>
                    <a:pt x="144" y="36"/>
                  </a:lnTo>
                  <a:lnTo>
                    <a:pt x="144" y="36"/>
                  </a:lnTo>
                  <a:lnTo>
                    <a:pt x="154" y="36"/>
                  </a:lnTo>
                  <a:lnTo>
                    <a:pt x="165" y="38"/>
                  </a:lnTo>
                  <a:lnTo>
                    <a:pt x="185" y="45"/>
                  </a:lnTo>
                  <a:lnTo>
                    <a:pt x="203" y="54"/>
                  </a:lnTo>
                  <a:lnTo>
                    <a:pt x="220" y="67"/>
                  </a:lnTo>
                  <a:lnTo>
                    <a:pt x="232" y="83"/>
                  </a:lnTo>
                  <a:lnTo>
                    <a:pt x="241" y="101"/>
                  </a:lnTo>
                  <a:lnTo>
                    <a:pt x="249" y="121"/>
                  </a:lnTo>
                  <a:lnTo>
                    <a:pt x="251" y="132"/>
                  </a:lnTo>
                  <a:lnTo>
                    <a:pt x="251" y="143"/>
                  </a:lnTo>
                  <a:lnTo>
                    <a:pt x="251" y="143"/>
                  </a:lnTo>
                  <a:lnTo>
                    <a:pt x="251" y="154"/>
                  </a:lnTo>
                  <a:lnTo>
                    <a:pt x="249" y="165"/>
                  </a:lnTo>
                  <a:lnTo>
                    <a:pt x="241" y="185"/>
                  </a:lnTo>
                  <a:lnTo>
                    <a:pt x="232" y="203"/>
                  </a:lnTo>
                  <a:lnTo>
                    <a:pt x="220" y="219"/>
                  </a:lnTo>
                  <a:lnTo>
                    <a:pt x="203" y="232"/>
                  </a:lnTo>
                  <a:lnTo>
                    <a:pt x="185" y="243"/>
                  </a:lnTo>
                  <a:lnTo>
                    <a:pt x="165" y="248"/>
                  </a:lnTo>
                  <a:lnTo>
                    <a:pt x="154" y="250"/>
                  </a:lnTo>
                  <a:lnTo>
                    <a:pt x="144" y="252"/>
                  </a:lnTo>
                  <a:lnTo>
                    <a:pt x="144" y="252"/>
                  </a:lnTo>
                  <a:close/>
                  <a:moveTo>
                    <a:pt x="232" y="143"/>
                  </a:moveTo>
                  <a:lnTo>
                    <a:pt x="232" y="143"/>
                  </a:lnTo>
                  <a:lnTo>
                    <a:pt x="231" y="150"/>
                  </a:lnTo>
                  <a:lnTo>
                    <a:pt x="227" y="156"/>
                  </a:lnTo>
                  <a:lnTo>
                    <a:pt x="222" y="159"/>
                  </a:lnTo>
                  <a:lnTo>
                    <a:pt x="214" y="161"/>
                  </a:lnTo>
                  <a:lnTo>
                    <a:pt x="144" y="161"/>
                  </a:lnTo>
                  <a:lnTo>
                    <a:pt x="144" y="161"/>
                  </a:lnTo>
                  <a:lnTo>
                    <a:pt x="136" y="159"/>
                  </a:lnTo>
                  <a:lnTo>
                    <a:pt x="131" y="156"/>
                  </a:lnTo>
                  <a:lnTo>
                    <a:pt x="127" y="150"/>
                  </a:lnTo>
                  <a:lnTo>
                    <a:pt x="125" y="143"/>
                  </a:lnTo>
                  <a:lnTo>
                    <a:pt x="125" y="72"/>
                  </a:lnTo>
                  <a:lnTo>
                    <a:pt x="125" y="72"/>
                  </a:lnTo>
                  <a:lnTo>
                    <a:pt x="127" y="65"/>
                  </a:lnTo>
                  <a:lnTo>
                    <a:pt x="131" y="60"/>
                  </a:lnTo>
                  <a:lnTo>
                    <a:pt x="136" y="56"/>
                  </a:lnTo>
                  <a:lnTo>
                    <a:pt x="144" y="54"/>
                  </a:lnTo>
                  <a:lnTo>
                    <a:pt x="144" y="54"/>
                  </a:lnTo>
                  <a:lnTo>
                    <a:pt x="151" y="56"/>
                  </a:lnTo>
                  <a:lnTo>
                    <a:pt x="156" y="60"/>
                  </a:lnTo>
                  <a:lnTo>
                    <a:pt x="160" y="65"/>
                  </a:lnTo>
                  <a:lnTo>
                    <a:pt x="162" y="72"/>
                  </a:lnTo>
                  <a:lnTo>
                    <a:pt x="162" y="125"/>
                  </a:lnTo>
                  <a:lnTo>
                    <a:pt x="214" y="125"/>
                  </a:lnTo>
                  <a:lnTo>
                    <a:pt x="214" y="125"/>
                  </a:lnTo>
                  <a:lnTo>
                    <a:pt x="222" y="127"/>
                  </a:lnTo>
                  <a:lnTo>
                    <a:pt x="227" y="130"/>
                  </a:lnTo>
                  <a:lnTo>
                    <a:pt x="231" y="136"/>
                  </a:lnTo>
                  <a:lnTo>
                    <a:pt x="232" y="143"/>
                  </a:lnTo>
                  <a:lnTo>
                    <a:pt x="232" y="143"/>
                  </a:lnTo>
                  <a:close/>
                </a:path>
              </a:pathLst>
            </a:custGeom>
            <a:solidFill>
              <a:schemeClr val="accent3"/>
            </a:solid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12" name="Group 67"/>
          <p:cNvGrpSpPr/>
          <p:nvPr/>
        </p:nvGrpSpPr>
        <p:grpSpPr>
          <a:xfrm>
            <a:off x="2350172" y="1962370"/>
            <a:ext cx="2709350" cy="3426482"/>
            <a:chOff x="39657" y="1394505"/>
            <a:chExt cx="2032013" cy="2569861"/>
          </a:xfrm>
        </p:grpSpPr>
        <p:grpSp>
          <p:nvGrpSpPr>
            <p:cNvPr id="13" name="Group 43"/>
            <p:cNvGrpSpPr/>
            <p:nvPr/>
          </p:nvGrpSpPr>
          <p:grpSpPr>
            <a:xfrm>
              <a:off x="428596" y="2571750"/>
              <a:ext cx="1643074" cy="571504"/>
              <a:chOff x="428596" y="2214560"/>
              <a:chExt cx="1643074" cy="571504"/>
            </a:xfrm>
          </p:grpSpPr>
          <p:sp>
            <p:nvSpPr>
              <p:cNvPr id="34" name="Rectangle 33"/>
              <p:cNvSpPr/>
              <p:nvPr/>
            </p:nvSpPr>
            <p:spPr>
              <a:xfrm>
                <a:off x="428596" y="2428874"/>
                <a:ext cx="1643074" cy="3571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p:nvSpPr>
            <p:spPr>
              <a:xfrm>
                <a:off x="1857356" y="2214560"/>
                <a:ext cx="214314" cy="21431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0" name="Rectangle 49"/>
            <p:cNvSpPr/>
            <p:nvPr/>
          </p:nvSpPr>
          <p:spPr>
            <a:xfrm>
              <a:off x="39657" y="1394505"/>
              <a:ext cx="1945951" cy="1177245"/>
            </a:xfrm>
            <a:prstGeom prst="rect">
              <a:avLst/>
            </a:prstGeom>
          </p:spPr>
          <p:txBody>
            <a:bodyPr wrap="square">
              <a:spAutoFit/>
            </a:bodyPr>
            <a:lstStyle/>
            <a:p>
              <a:pPr algn="ctr"/>
              <a:r>
                <a:rPr lang="ar-SA" sz="3200" b="1" dirty="0">
                  <a:solidFill>
                    <a:srgbClr val="2980B9"/>
                  </a:solidFill>
                </a:rPr>
                <a:t>وضع مصادر تعليمية منوعة بين يدي المتعلم</a:t>
              </a:r>
              <a:endParaRPr lang="id-ID" sz="3200" b="1" dirty="0">
                <a:solidFill>
                  <a:srgbClr val="2980B9"/>
                </a:solidFill>
                <a:latin typeface="Open Sans Light" pitchFamily="34" charset="0"/>
                <a:ea typeface="Open Sans Light" pitchFamily="34" charset="0"/>
                <a:cs typeface="Open Sans Light" pitchFamily="34" charset="0"/>
              </a:endParaRPr>
            </a:p>
          </p:txBody>
        </p:sp>
        <p:sp>
          <p:nvSpPr>
            <p:cNvPr id="66" name="Freeform 111"/>
            <p:cNvSpPr>
              <a:spLocks noEditPoints="1"/>
            </p:cNvSpPr>
            <p:nvPr/>
          </p:nvSpPr>
          <p:spPr bwMode="auto">
            <a:xfrm>
              <a:off x="1000100" y="3571882"/>
              <a:ext cx="389700" cy="392484"/>
            </a:xfrm>
            <a:custGeom>
              <a:avLst/>
              <a:gdLst/>
              <a:ahLst/>
              <a:cxnLst>
                <a:cxn ang="0">
                  <a:pos x="36" y="38"/>
                </a:cxn>
                <a:cxn ang="0">
                  <a:pos x="5" y="38"/>
                </a:cxn>
                <a:cxn ang="0">
                  <a:pos x="0" y="45"/>
                </a:cxn>
                <a:cxn ang="0">
                  <a:pos x="0" y="69"/>
                </a:cxn>
                <a:cxn ang="0">
                  <a:pos x="9" y="74"/>
                </a:cxn>
                <a:cxn ang="0">
                  <a:pos x="9" y="94"/>
                </a:cxn>
                <a:cxn ang="0">
                  <a:pos x="1" y="96"/>
                </a:cxn>
                <a:cxn ang="0">
                  <a:pos x="0" y="121"/>
                </a:cxn>
                <a:cxn ang="0">
                  <a:pos x="1" y="128"/>
                </a:cxn>
                <a:cxn ang="0">
                  <a:pos x="36" y="130"/>
                </a:cxn>
                <a:cxn ang="0">
                  <a:pos x="9" y="150"/>
                </a:cxn>
                <a:cxn ang="0">
                  <a:pos x="0" y="156"/>
                </a:cxn>
                <a:cxn ang="0">
                  <a:pos x="0" y="177"/>
                </a:cxn>
                <a:cxn ang="0">
                  <a:pos x="5" y="186"/>
                </a:cxn>
                <a:cxn ang="0">
                  <a:pos x="36" y="206"/>
                </a:cxn>
                <a:cxn ang="0">
                  <a:pos x="5" y="206"/>
                </a:cxn>
                <a:cxn ang="0">
                  <a:pos x="0" y="215"/>
                </a:cxn>
                <a:cxn ang="0">
                  <a:pos x="0" y="237"/>
                </a:cxn>
                <a:cxn ang="0">
                  <a:pos x="9" y="243"/>
                </a:cxn>
                <a:cxn ang="0">
                  <a:pos x="262" y="281"/>
                </a:cxn>
                <a:cxn ang="0">
                  <a:pos x="275" y="275"/>
                </a:cxn>
                <a:cxn ang="0">
                  <a:pos x="281" y="18"/>
                </a:cxn>
                <a:cxn ang="0">
                  <a:pos x="275" y="5"/>
                </a:cxn>
                <a:cxn ang="0">
                  <a:pos x="262" y="0"/>
                </a:cxn>
                <a:cxn ang="0">
                  <a:pos x="56" y="243"/>
                </a:cxn>
                <a:cxn ang="0">
                  <a:pos x="69" y="243"/>
                </a:cxn>
                <a:cxn ang="0">
                  <a:pos x="74" y="234"/>
                </a:cxn>
                <a:cxn ang="0">
                  <a:pos x="74" y="212"/>
                </a:cxn>
                <a:cxn ang="0">
                  <a:pos x="65" y="206"/>
                </a:cxn>
                <a:cxn ang="0">
                  <a:pos x="65" y="186"/>
                </a:cxn>
                <a:cxn ang="0">
                  <a:pos x="72" y="185"/>
                </a:cxn>
                <a:cxn ang="0">
                  <a:pos x="74" y="159"/>
                </a:cxn>
                <a:cxn ang="0">
                  <a:pos x="72" y="152"/>
                </a:cxn>
                <a:cxn ang="0">
                  <a:pos x="56" y="150"/>
                </a:cxn>
                <a:cxn ang="0">
                  <a:pos x="65" y="130"/>
                </a:cxn>
                <a:cxn ang="0">
                  <a:pos x="74" y="125"/>
                </a:cxn>
                <a:cxn ang="0">
                  <a:pos x="74" y="103"/>
                </a:cxn>
                <a:cxn ang="0">
                  <a:pos x="69" y="94"/>
                </a:cxn>
                <a:cxn ang="0">
                  <a:pos x="56" y="74"/>
                </a:cxn>
                <a:cxn ang="0">
                  <a:pos x="69" y="74"/>
                </a:cxn>
                <a:cxn ang="0">
                  <a:pos x="74" y="65"/>
                </a:cxn>
                <a:cxn ang="0">
                  <a:pos x="74" y="41"/>
                </a:cxn>
                <a:cxn ang="0">
                  <a:pos x="65" y="38"/>
                </a:cxn>
                <a:cxn ang="0">
                  <a:pos x="92" y="18"/>
                </a:cxn>
              </a:cxnLst>
              <a:rect l="0" t="0" r="r" b="b"/>
              <a:pathLst>
                <a:path w="281" h="281">
                  <a:moveTo>
                    <a:pt x="262" y="0"/>
                  </a:moveTo>
                  <a:lnTo>
                    <a:pt x="36" y="0"/>
                  </a:lnTo>
                  <a:lnTo>
                    <a:pt x="36" y="38"/>
                  </a:lnTo>
                  <a:lnTo>
                    <a:pt x="9" y="38"/>
                  </a:lnTo>
                  <a:lnTo>
                    <a:pt x="9" y="38"/>
                  </a:lnTo>
                  <a:lnTo>
                    <a:pt x="5" y="38"/>
                  </a:lnTo>
                  <a:lnTo>
                    <a:pt x="1" y="40"/>
                  </a:lnTo>
                  <a:lnTo>
                    <a:pt x="0" y="41"/>
                  </a:lnTo>
                  <a:lnTo>
                    <a:pt x="0" y="45"/>
                  </a:lnTo>
                  <a:lnTo>
                    <a:pt x="0" y="65"/>
                  </a:lnTo>
                  <a:lnTo>
                    <a:pt x="0" y="65"/>
                  </a:lnTo>
                  <a:lnTo>
                    <a:pt x="0" y="69"/>
                  </a:lnTo>
                  <a:lnTo>
                    <a:pt x="1" y="72"/>
                  </a:lnTo>
                  <a:lnTo>
                    <a:pt x="5" y="74"/>
                  </a:lnTo>
                  <a:lnTo>
                    <a:pt x="9" y="74"/>
                  </a:lnTo>
                  <a:lnTo>
                    <a:pt x="36" y="74"/>
                  </a:lnTo>
                  <a:lnTo>
                    <a:pt x="36" y="94"/>
                  </a:lnTo>
                  <a:lnTo>
                    <a:pt x="9" y="94"/>
                  </a:lnTo>
                  <a:lnTo>
                    <a:pt x="9" y="94"/>
                  </a:lnTo>
                  <a:lnTo>
                    <a:pt x="5" y="94"/>
                  </a:lnTo>
                  <a:lnTo>
                    <a:pt x="1" y="96"/>
                  </a:lnTo>
                  <a:lnTo>
                    <a:pt x="0" y="99"/>
                  </a:lnTo>
                  <a:lnTo>
                    <a:pt x="0" y="103"/>
                  </a:lnTo>
                  <a:lnTo>
                    <a:pt x="0" y="121"/>
                  </a:lnTo>
                  <a:lnTo>
                    <a:pt x="0" y="121"/>
                  </a:lnTo>
                  <a:lnTo>
                    <a:pt x="0" y="125"/>
                  </a:lnTo>
                  <a:lnTo>
                    <a:pt x="1" y="128"/>
                  </a:lnTo>
                  <a:lnTo>
                    <a:pt x="5" y="130"/>
                  </a:lnTo>
                  <a:lnTo>
                    <a:pt x="9" y="130"/>
                  </a:lnTo>
                  <a:lnTo>
                    <a:pt x="36" y="130"/>
                  </a:lnTo>
                  <a:lnTo>
                    <a:pt x="36" y="150"/>
                  </a:lnTo>
                  <a:lnTo>
                    <a:pt x="9" y="150"/>
                  </a:lnTo>
                  <a:lnTo>
                    <a:pt x="9" y="150"/>
                  </a:lnTo>
                  <a:lnTo>
                    <a:pt x="5" y="150"/>
                  </a:lnTo>
                  <a:lnTo>
                    <a:pt x="1" y="152"/>
                  </a:lnTo>
                  <a:lnTo>
                    <a:pt x="0" y="156"/>
                  </a:lnTo>
                  <a:lnTo>
                    <a:pt x="0" y="159"/>
                  </a:lnTo>
                  <a:lnTo>
                    <a:pt x="0" y="177"/>
                  </a:lnTo>
                  <a:lnTo>
                    <a:pt x="0" y="177"/>
                  </a:lnTo>
                  <a:lnTo>
                    <a:pt x="0" y="181"/>
                  </a:lnTo>
                  <a:lnTo>
                    <a:pt x="1" y="185"/>
                  </a:lnTo>
                  <a:lnTo>
                    <a:pt x="5" y="186"/>
                  </a:lnTo>
                  <a:lnTo>
                    <a:pt x="9" y="186"/>
                  </a:lnTo>
                  <a:lnTo>
                    <a:pt x="36" y="186"/>
                  </a:lnTo>
                  <a:lnTo>
                    <a:pt x="36" y="206"/>
                  </a:lnTo>
                  <a:lnTo>
                    <a:pt x="9" y="206"/>
                  </a:lnTo>
                  <a:lnTo>
                    <a:pt x="9" y="206"/>
                  </a:lnTo>
                  <a:lnTo>
                    <a:pt x="5" y="206"/>
                  </a:lnTo>
                  <a:lnTo>
                    <a:pt x="1" y="208"/>
                  </a:lnTo>
                  <a:lnTo>
                    <a:pt x="0" y="212"/>
                  </a:lnTo>
                  <a:lnTo>
                    <a:pt x="0" y="215"/>
                  </a:lnTo>
                  <a:lnTo>
                    <a:pt x="0" y="234"/>
                  </a:lnTo>
                  <a:lnTo>
                    <a:pt x="0" y="234"/>
                  </a:lnTo>
                  <a:lnTo>
                    <a:pt x="0" y="237"/>
                  </a:lnTo>
                  <a:lnTo>
                    <a:pt x="1" y="241"/>
                  </a:lnTo>
                  <a:lnTo>
                    <a:pt x="5" y="243"/>
                  </a:lnTo>
                  <a:lnTo>
                    <a:pt x="9" y="243"/>
                  </a:lnTo>
                  <a:lnTo>
                    <a:pt x="36" y="243"/>
                  </a:lnTo>
                  <a:lnTo>
                    <a:pt x="36" y="281"/>
                  </a:lnTo>
                  <a:lnTo>
                    <a:pt x="262" y="281"/>
                  </a:lnTo>
                  <a:lnTo>
                    <a:pt x="262" y="281"/>
                  </a:lnTo>
                  <a:lnTo>
                    <a:pt x="270" y="279"/>
                  </a:lnTo>
                  <a:lnTo>
                    <a:pt x="275" y="275"/>
                  </a:lnTo>
                  <a:lnTo>
                    <a:pt x="279" y="270"/>
                  </a:lnTo>
                  <a:lnTo>
                    <a:pt x="281" y="261"/>
                  </a:lnTo>
                  <a:lnTo>
                    <a:pt x="281" y="18"/>
                  </a:lnTo>
                  <a:lnTo>
                    <a:pt x="281" y="18"/>
                  </a:lnTo>
                  <a:lnTo>
                    <a:pt x="279" y="11"/>
                  </a:lnTo>
                  <a:lnTo>
                    <a:pt x="275" y="5"/>
                  </a:lnTo>
                  <a:lnTo>
                    <a:pt x="270" y="1"/>
                  </a:lnTo>
                  <a:lnTo>
                    <a:pt x="262" y="0"/>
                  </a:lnTo>
                  <a:lnTo>
                    <a:pt x="262" y="0"/>
                  </a:lnTo>
                  <a:close/>
                  <a:moveTo>
                    <a:pt x="92" y="263"/>
                  </a:moveTo>
                  <a:lnTo>
                    <a:pt x="56" y="263"/>
                  </a:lnTo>
                  <a:lnTo>
                    <a:pt x="56" y="243"/>
                  </a:lnTo>
                  <a:lnTo>
                    <a:pt x="65" y="243"/>
                  </a:lnTo>
                  <a:lnTo>
                    <a:pt x="65" y="243"/>
                  </a:lnTo>
                  <a:lnTo>
                    <a:pt x="69" y="243"/>
                  </a:lnTo>
                  <a:lnTo>
                    <a:pt x="72" y="241"/>
                  </a:lnTo>
                  <a:lnTo>
                    <a:pt x="74" y="237"/>
                  </a:lnTo>
                  <a:lnTo>
                    <a:pt x="74" y="234"/>
                  </a:lnTo>
                  <a:lnTo>
                    <a:pt x="74" y="215"/>
                  </a:lnTo>
                  <a:lnTo>
                    <a:pt x="74" y="215"/>
                  </a:lnTo>
                  <a:lnTo>
                    <a:pt x="74" y="212"/>
                  </a:lnTo>
                  <a:lnTo>
                    <a:pt x="72" y="208"/>
                  </a:lnTo>
                  <a:lnTo>
                    <a:pt x="69" y="206"/>
                  </a:lnTo>
                  <a:lnTo>
                    <a:pt x="65" y="206"/>
                  </a:lnTo>
                  <a:lnTo>
                    <a:pt x="56" y="206"/>
                  </a:lnTo>
                  <a:lnTo>
                    <a:pt x="56" y="186"/>
                  </a:lnTo>
                  <a:lnTo>
                    <a:pt x="65" y="186"/>
                  </a:lnTo>
                  <a:lnTo>
                    <a:pt x="65" y="186"/>
                  </a:lnTo>
                  <a:lnTo>
                    <a:pt x="69" y="186"/>
                  </a:lnTo>
                  <a:lnTo>
                    <a:pt x="72" y="185"/>
                  </a:lnTo>
                  <a:lnTo>
                    <a:pt x="74" y="181"/>
                  </a:lnTo>
                  <a:lnTo>
                    <a:pt x="74" y="177"/>
                  </a:lnTo>
                  <a:lnTo>
                    <a:pt x="74" y="159"/>
                  </a:lnTo>
                  <a:lnTo>
                    <a:pt x="74" y="159"/>
                  </a:lnTo>
                  <a:lnTo>
                    <a:pt x="74" y="156"/>
                  </a:lnTo>
                  <a:lnTo>
                    <a:pt x="72" y="152"/>
                  </a:lnTo>
                  <a:lnTo>
                    <a:pt x="69" y="150"/>
                  </a:lnTo>
                  <a:lnTo>
                    <a:pt x="65" y="150"/>
                  </a:lnTo>
                  <a:lnTo>
                    <a:pt x="56" y="150"/>
                  </a:lnTo>
                  <a:lnTo>
                    <a:pt x="56" y="130"/>
                  </a:lnTo>
                  <a:lnTo>
                    <a:pt x="65" y="130"/>
                  </a:lnTo>
                  <a:lnTo>
                    <a:pt x="65" y="130"/>
                  </a:lnTo>
                  <a:lnTo>
                    <a:pt x="69" y="130"/>
                  </a:lnTo>
                  <a:lnTo>
                    <a:pt x="72" y="128"/>
                  </a:lnTo>
                  <a:lnTo>
                    <a:pt x="74" y="125"/>
                  </a:lnTo>
                  <a:lnTo>
                    <a:pt x="74" y="121"/>
                  </a:lnTo>
                  <a:lnTo>
                    <a:pt x="74" y="103"/>
                  </a:lnTo>
                  <a:lnTo>
                    <a:pt x="74" y="103"/>
                  </a:lnTo>
                  <a:lnTo>
                    <a:pt x="74" y="99"/>
                  </a:lnTo>
                  <a:lnTo>
                    <a:pt x="72" y="96"/>
                  </a:lnTo>
                  <a:lnTo>
                    <a:pt x="69" y="94"/>
                  </a:lnTo>
                  <a:lnTo>
                    <a:pt x="65" y="94"/>
                  </a:lnTo>
                  <a:lnTo>
                    <a:pt x="56" y="94"/>
                  </a:lnTo>
                  <a:lnTo>
                    <a:pt x="56" y="74"/>
                  </a:lnTo>
                  <a:lnTo>
                    <a:pt x="65" y="74"/>
                  </a:lnTo>
                  <a:lnTo>
                    <a:pt x="65" y="74"/>
                  </a:lnTo>
                  <a:lnTo>
                    <a:pt x="69" y="74"/>
                  </a:lnTo>
                  <a:lnTo>
                    <a:pt x="72" y="72"/>
                  </a:lnTo>
                  <a:lnTo>
                    <a:pt x="74" y="69"/>
                  </a:lnTo>
                  <a:lnTo>
                    <a:pt x="74" y="65"/>
                  </a:lnTo>
                  <a:lnTo>
                    <a:pt x="74" y="45"/>
                  </a:lnTo>
                  <a:lnTo>
                    <a:pt x="74" y="45"/>
                  </a:lnTo>
                  <a:lnTo>
                    <a:pt x="74" y="41"/>
                  </a:lnTo>
                  <a:lnTo>
                    <a:pt x="72" y="40"/>
                  </a:lnTo>
                  <a:lnTo>
                    <a:pt x="69" y="38"/>
                  </a:lnTo>
                  <a:lnTo>
                    <a:pt x="65" y="38"/>
                  </a:lnTo>
                  <a:lnTo>
                    <a:pt x="56" y="38"/>
                  </a:lnTo>
                  <a:lnTo>
                    <a:pt x="56" y="18"/>
                  </a:lnTo>
                  <a:lnTo>
                    <a:pt x="92" y="18"/>
                  </a:lnTo>
                  <a:lnTo>
                    <a:pt x="92" y="263"/>
                  </a:ln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sp>
        <p:nvSpPr>
          <p:cNvPr id="2" name="Footer Placeholder 1"/>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33365376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slide(fromBottom)">
                                      <p:cBhvr>
                                        <p:cTn id="7" dur="500"/>
                                        <p:tgtEl>
                                          <p:spTgt spid="12"/>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slide(fromTop)">
                                      <p:cBhvr>
                                        <p:cTn id="11" dur="500"/>
                                        <p:tgtEl>
                                          <p:spTgt spid="5"/>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slide(fromBottom)">
                                      <p:cBhvr>
                                        <p:cTn id="1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p:nvPr/>
        </p:nvSpPr>
        <p:spPr>
          <a:xfrm>
            <a:off x="1386948" y="466048"/>
            <a:ext cx="9906069" cy="707886"/>
          </a:xfrm>
          <a:prstGeom prst="rect">
            <a:avLst/>
          </a:prstGeom>
        </p:spPr>
        <p:txBody>
          <a:bodyPr wrap="square">
            <a:spAutoFit/>
          </a:bodyPr>
          <a:lstStyle/>
          <a:p>
            <a:pPr algn="r" rtl="1"/>
            <a:r>
              <a:rPr lang="ar-SA" sz="4000" b="1" u="sng" dirty="0">
                <a:solidFill>
                  <a:schemeClr val="bg2">
                    <a:lumMod val="10000"/>
                  </a:schemeClr>
                </a:solidFill>
              </a:rPr>
              <a:t>د. أهداف التعلم عن بعد</a:t>
            </a:r>
            <a:endParaRPr lang="en-US" sz="4000" u="sng" dirty="0">
              <a:solidFill>
                <a:schemeClr val="bg2">
                  <a:lumMod val="10000"/>
                </a:schemeClr>
              </a:solidFill>
            </a:endParaRPr>
          </a:p>
        </p:txBody>
      </p:sp>
      <p:grpSp>
        <p:nvGrpSpPr>
          <p:cNvPr id="3" name="Group 56"/>
          <p:cNvGrpSpPr/>
          <p:nvPr/>
        </p:nvGrpSpPr>
        <p:grpSpPr>
          <a:xfrm>
            <a:off x="2955826" y="2579509"/>
            <a:ext cx="2873829" cy="3568037"/>
            <a:chOff x="4960069" y="1994904"/>
            <a:chExt cx="2155372" cy="2676027"/>
          </a:xfrm>
        </p:grpSpPr>
        <p:grpSp>
          <p:nvGrpSpPr>
            <p:cNvPr id="4" name="Group 40"/>
            <p:cNvGrpSpPr/>
            <p:nvPr/>
          </p:nvGrpSpPr>
          <p:grpSpPr>
            <a:xfrm>
              <a:off x="5357818" y="2786064"/>
              <a:ext cx="1643074" cy="571504"/>
              <a:chOff x="5357818" y="2428874"/>
              <a:chExt cx="1643074" cy="571504"/>
            </a:xfrm>
          </p:grpSpPr>
          <p:sp>
            <p:nvSpPr>
              <p:cNvPr id="31" name="Rectangle 30"/>
              <p:cNvSpPr/>
              <p:nvPr/>
            </p:nvSpPr>
            <p:spPr>
              <a:xfrm>
                <a:off x="5357818" y="2428874"/>
                <a:ext cx="1643074" cy="35719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p:nvSpPr>
            <p:spPr>
              <a:xfrm>
                <a:off x="6786578" y="2786064"/>
                <a:ext cx="214314" cy="21431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Rectangle 52"/>
            <p:cNvSpPr/>
            <p:nvPr/>
          </p:nvSpPr>
          <p:spPr>
            <a:xfrm>
              <a:off x="4960069" y="3493686"/>
              <a:ext cx="2155372" cy="1177245"/>
            </a:xfrm>
            <a:prstGeom prst="rect">
              <a:avLst/>
            </a:prstGeom>
          </p:spPr>
          <p:txBody>
            <a:bodyPr wrap="square">
              <a:spAutoFit/>
            </a:bodyPr>
            <a:lstStyle/>
            <a:p>
              <a:pPr algn="ctr"/>
              <a:r>
                <a:rPr lang="ar-SA" sz="3200" b="1" dirty="0">
                  <a:solidFill>
                    <a:srgbClr val="4B2C50"/>
                  </a:solidFill>
                </a:rPr>
                <a:t>حل مشكلة نقص المعلمين وندرتهم في المناطق النائية</a:t>
              </a:r>
              <a:endParaRPr lang="id-ID" sz="3200" b="1" dirty="0">
                <a:solidFill>
                  <a:srgbClr val="4B2C50"/>
                </a:solidFill>
                <a:latin typeface="Open Sans Light" pitchFamily="34" charset="0"/>
                <a:ea typeface="Open Sans Light" pitchFamily="34" charset="0"/>
                <a:cs typeface="Open Sans Light" pitchFamily="34" charset="0"/>
              </a:endParaRPr>
            </a:p>
          </p:txBody>
        </p:sp>
        <p:sp>
          <p:nvSpPr>
            <p:cNvPr id="58" name="AutoShape 59"/>
            <p:cNvSpPr>
              <a:spLocks/>
            </p:cNvSpPr>
            <p:nvPr/>
          </p:nvSpPr>
          <p:spPr bwMode="auto">
            <a:xfrm>
              <a:off x="5923971" y="1994904"/>
              <a:ext cx="393702" cy="393030"/>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grpSp>
      <p:grpSp>
        <p:nvGrpSpPr>
          <p:cNvPr id="10" name="Group 55"/>
          <p:cNvGrpSpPr/>
          <p:nvPr/>
        </p:nvGrpSpPr>
        <p:grpSpPr>
          <a:xfrm>
            <a:off x="4988027" y="1541255"/>
            <a:ext cx="3681568" cy="3671623"/>
            <a:chOff x="6484219" y="1216213"/>
            <a:chExt cx="2761176" cy="2753717"/>
          </a:xfrm>
        </p:grpSpPr>
        <p:grpSp>
          <p:nvGrpSpPr>
            <p:cNvPr id="11" name="Group 39"/>
            <p:cNvGrpSpPr/>
            <p:nvPr/>
          </p:nvGrpSpPr>
          <p:grpSpPr>
            <a:xfrm>
              <a:off x="7000892" y="2571750"/>
              <a:ext cx="1643074" cy="571504"/>
              <a:chOff x="7000892" y="2214560"/>
              <a:chExt cx="1643074" cy="571504"/>
            </a:xfrm>
          </p:grpSpPr>
          <p:sp>
            <p:nvSpPr>
              <p:cNvPr id="30" name="Rectangle 29"/>
              <p:cNvSpPr/>
              <p:nvPr/>
            </p:nvSpPr>
            <p:spPr>
              <a:xfrm>
                <a:off x="7000892" y="2428874"/>
                <a:ext cx="1643074" cy="35719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p:nvSpPr>
            <p:spPr>
              <a:xfrm>
                <a:off x="8429652" y="2214560"/>
                <a:ext cx="214314" cy="21431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4" name="Rectangle 53"/>
            <p:cNvSpPr/>
            <p:nvPr/>
          </p:nvSpPr>
          <p:spPr>
            <a:xfrm>
              <a:off x="6484219" y="1216213"/>
              <a:ext cx="2761176" cy="1177245"/>
            </a:xfrm>
            <a:prstGeom prst="rect">
              <a:avLst/>
            </a:prstGeom>
          </p:spPr>
          <p:txBody>
            <a:bodyPr wrap="square">
              <a:spAutoFit/>
            </a:bodyPr>
            <a:lstStyle/>
            <a:p>
              <a:pPr lvl="0" algn="ctr" rtl="1"/>
              <a:r>
                <a:rPr lang="ar-SA" sz="3200" b="1" dirty="0">
                  <a:solidFill>
                    <a:srgbClr val="C0392B"/>
                  </a:solidFill>
                </a:rPr>
                <a:t>توسيع رقعة المتعلمين دون إحداث ضغط على المؤسسات التعليمية</a:t>
              </a:r>
              <a:endParaRPr lang="en-US" sz="3200" b="1" dirty="0">
                <a:solidFill>
                  <a:srgbClr val="C0392B"/>
                </a:solidFill>
              </a:endParaRPr>
            </a:p>
          </p:txBody>
        </p:sp>
        <p:sp>
          <p:nvSpPr>
            <p:cNvPr id="65" name="Freeform 60"/>
            <p:cNvSpPr>
              <a:spLocks noEditPoints="1"/>
            </p:cNvSpPr>
            <p:nvPr/>
          </p:nvSpPr>
          <p:spPr bwMode="auto">
            <a:xfrm>
              <a:off x="7643834" y="3571882"/>
              <a:ext cx="395268" cy="398048"/>
            </a:xfrm>
            <a:custGeom>
              <a:avLst/>
              <a:gdLst/>
              <a:ahLst/>
              <a:cxnLst>
                <a:cxn ang="0">
                  <a:pos x="18" y="0"/>
                </a:cxn>
                <a:cxn ang="0">
                  <a:pos x="11" y="2"/>
                </a:cxn>
                <a:cxn ang="0">
                  <a:pos x="0" y="11"/>
                </a:cxn>
                <a:cxn ang="0">
                  <a:pos x="0" y="269"/>
                </a:cxn>
                <a:cxn ang="0">
                  <a:pos x="0" y="276"/>
                </a:cxn>
                <a:cxn ang="0">
                  <a:pos x="11" y="285"/>
                </a:cxn>
                <a:cxn ang="0">
                  <a:pos x="267" y="287"/>
                </a:cxn>
                <a:cxn ang="0">
                  <a:pos x="274" y="285"/>
                </a:cxn>
                <a:cxn ang="0">
                  <a:pos x="283" y="276"/>
                </a:cxn>
                <a:cxn ang="0">
                  <a:pos x="285" y="19"/>
                </a:cxn>
                <a:cxn ang="0">
                  <a:pos x="283" y="11"/>
                </a:cxn>
                <a:cxn ang="0">
                  <a:pos x="274" y="2"/>
                </a:cxn>
                <a:cxn ang="0">
                  <a:pos x="267" y="0"/>
                </a:cxn>
                <a:cxn ang="0">
                  <a:pos x="18" y="269"/>
                </a:cxn>
                <a:cxn ang="0">
                  <a:pos x="53" y="233"/>
                </a:cxn>
                <a:cxn ang="0">
                  <a:pos x="53" y="198"/>
                </a:cxn>
                <a:cxn ang="0">
                  <a:pos x="18" y="162"/>
                </a:cxn>
                <a:cxn ang="0">
                  <a:pos x="53" y="198"/>
                </a:cxn>
                <a:cxn ang="0">
                  <a:pos x="18" y="126"/>
                </a:cxn>
                <a:cxn ang="0">
                  <a:pos x="53" y="91"/>
                </a:cxn>
                <a:cxn ang="0">
                  <a:pos x="53" y="55"/>
                </a:cxn>
                <a:cxn ang="0">
                  <a:pos x="18" y="19"/>
                </a:cxn>
                <a:cxn ang="0">
                  <a:pos x="53" y="55"/>
                </a:cxn>
                <a:cxn ang="0">
                  <a:pos x="71" y="269"/>
                </a:cxn>
                <a:cxn ang="0">
                  <a:pos x="214" y="180"/>
                </a:cxn>
                <a:cxn ang="0">
                  <a:pos x="214" y="162"/>
                </a:cxn>
                <a:cxn ang="0">
                  <a:pos x="71" y="19"/>
                </a:cxn>
                <a:cxn ang="0">
                  <a:pos x="214" y="162"/>
                </a:cxn>
                <a:cxn ang="0">
                  <a:pos x="232" y="269"/>
                </a:cxn>
                <a:cxn ang="0">
                  <a:pos x="267" y="233"/>
                </a:cxn>
                <a:cxn ang="0">
                  <a:pos x="267" y="198"/>
                </a:cxn>
                <a:cxn ang="0">
                  <a:pos x="232" y="162"/>
                </a:cxn>
                <a:cxn ang="0">
                  <a:pos x="267" y="198"/>
                </a:cxn>
                <a:cxn ang="0">
                  <a:pos x="232" y="126"/>
                </a:cxn>
                <a:cxn ang="0">
                  <a:pos x="267" y="91"/>
                </a:cxn>
                <a:cxn ang="0">
                  <a:pos x="267" y="55"/>
                </a:cxn>
                <a:cxn ang="0">
                  <a:pos x="232" y="19"/>
                </a:cxn>
                <a:cxn ang="0">
                  <a:pos x="267" y="55"/>
                </a:cxn>
              </a:cxnLst>
              <a:rect l="0" t="0" r="r" b="b"/>
              <a:pathLst>
                <a:path w="285" h="287">
                  <a:moveTo>
                    <a:pt x="267" y="0"/>
                  </a:moveTo>
                  <a:lnTo>
                    <a:pt x="18" y="0"/>
                  </a:lnTo>
                  <a:lnTo>
                    <a:pt x="18" y="0"/>
                  </a:lnTo>
                  <a:lnTo>
                    <a:pt x="11" y="2"/>
                  </a:lnTo>
                  <a:lnTo>
                    <a:pt x="6" y="6"/>
                  </a:lnTo>
                  <a:lnTo>
                    <a:pt x="0" y="11"/>
                  </a:lnTo>
                  <a:lnTo>
                    <a:pt x="0" y="19"/>
                  </a:lnTo>
                  <a:lnTo>
                    <a:pt x="0" y="269"/>
                  </a:lnTo>
                  <a:lnTo>
                    <a:pt x="0" y="269"/>
                  </a:lnTo>
                  <a:lnTo>
                    <a:pt x="0" y="276"/>
                  </a:lnTo>
                  <a:lnTo>
                    <a:pt x="6" y="281"/>
                  </a:lnTo>
                  <a:lnTo>
                    <a:pt x="11" y="285"/>
                  </a:lnTo>
                  <a:lnTo>
                    <a:pt x="18" y="287"/>
                  </a:lnTo>
                  <a:lnTo>
                    <a:pt x="267" y="287"/>
                  </a:lnTo>
                  <a:lnTo>
                    <a:pt x="267" y="287"/>
                  </a:lnTo>
                  <a:lnTo>
                    <a:pt x="274" y="285"/>
                  </a:lnTo>
                  <a:lnTo>
                    <a:pt x="279" y="281"/>
                  </a:lnTo>
                  <a:lnTo>
                    <a:pt x="283" y="276"/>
                  </a:lnTo>
                  <a:lnTo>
                    <a:pt x="285" y="269"/>
                  </a:lnTo>
                  <a:lnTo>
                    <a:pt x="285" y="19"/>
                  </a:lnTo>
                  <a:lnTo>
                    <a:pt x="285" y="19"/>
                  </a:lnTo>
                  <a:lnTo>
                    <a:pt x="283" y="11"/>
                  </a:lnTo>
                  <a:lnTo>
                    <a:pt x="279" y="6"/>
                  </a:lnTo>
                  <a:lnTo>
                    <a:pt x="274" y="2"/>
                  </a:lnTo>
                  <a:lnTo>
                    <a:pt x="267" y="0"/>
                  </a:lnTo>
                  <a:lnTo>
                    <a:pt x="267" y="0"/>
                  </a:lnTo>
                  <a:close/>
                  <a:moveTo>
                    <a:pt x="53" y="269"/>
                  </a:moveTo>
                  <a:lnTo>
                    <a:pt x="18" y="269"/>
                  </a:lnTo>
                  <a:lnTo>
                    <a:pt x="18" y="233"/>
                  </a:lnTo>
                  <a:lnTo>
                    <a:pt x="53" y="233"/>
                  </a:lnTo>
                  <a:lnTo>
                    <a:pt x="53" y="269"/>
                  </a:lnTo>
                  <a:close/>
                  <a:moveTo>
                    <a:pt x="53" y="198"/>
                  </a:moveTo>
                  <a:lnTo>
                    <a:pt x="18" y="198"/>
                  </a:lnTo>
                  <a:lnTo>
                    <a:pt x="18" y="162"/>
                  </a:lnTo>
                  <a:lnTo>
                    <a:pt x="53" y="162"/>
                  </a:lnTo>
                  <a:lnTo>
                    <a:pt x="53" y="198"/>
                  </a:lnTo>
                  <a:close/>
                  <a:moveTo>
                    <a:pt x="53" y="126"/>
                  </a:moveTo>
                  <a:lnTo>
                    <a:pt x="18" y="126"/>
                  </a:lnTo>
                  <a:lnTo>
                    <a:pt x="18" y="91"/>
                  </a:lnTo>
                  <a:lnTo>
                    <a:pt x="53" y="91"/>
                  </a:lnTo>
                  <a:lnTo>
                    <a:pt x="53" y="126"/>
                  </a:lnTo>
                  <a:close/>
                  <a:moveTo>
                    <a:pt x="53" y="55"/>
                  </a:moveTo>
                  <a:lnTo>
                    <a:pt x="18" y="55"/>
                  </a:lnTo>
                  <a:lnTo>
                    <a:pt x="18" y="19"/>
                  </a:lnTo>
                  <a:lnTo>
                    <a:pt x="53" y="19"/>
                  </a:lnTo>
                  <a:lnTo>
                    <a:pt x="53" y="55"/>
                  </a:lnTo>
                  <a:close/>
                  <a:moveTo>
                    <a:pt x="214" y="269"/>
                  </a:moveTo>
                  <a:lnTo>
                    <a:pt x="71" y="269"/>
                  </a:lnTo>
                  <a:lnTo>
                    <a:pt x="71" y="180"/>
                  </a:lnTo>
                  <a:lnTo>
                    <a:pt x="214" y="180"/>
                  </a:lnTo>
                  <a:lnTo>
                    <a:pt x="214" y="269"/>
                  </a:lnTo>
                  <a:close/>
                  <a:moveTo>
                    <a:pt x="214" y="162"/>
                  </a:moveTo>
                  <a:lnTo>
                    <a:pt x="71" y="162"/>
                  </a:lnTo>
                  <a:lnTo>
                    <a:pt x="71" y="19"/>
                  </a:lnTo>
                  <a:lnTo>
                    <a:pt x="214" y="19"/>
                  </a:lnTo>
                  <a:lnTo>
                    <a:pt x="214" y="162"/>
                  </a:lnTo>
                  <a:close/>
                  <a:moveTo>
                    <a:pt x="267" y="269"/>
                  </a:moveTo>
                  <a:lnTo>
                    <a:pt x="232" y="269"/>
                  </a:lnTo>
                  <a:lnTo>
                    <a:pt x="232" y="233"/>
                  </a:lnTo>
                  <a:lnTo>
                    <a:pt x="267" y="233"/>
                  </a:lnTo>
                  <a:lnTo>
                    <a:pt x="267" y="269"/>
                  </a:lnTo>
                  <a:close/>
                  <a:moveTo>
                    <a:pt x="267" y="198"/>
                  </a:moveTo>
                  <a:lnTo>
                    <a:pt x="232" y="198"/>
                  </a:lnTo>
                  <a:lnTo>
                    <a:pt x="232" y="162"/>
                  </a:lnTo>
                  <a:lnTo>
                    <a:pt x="267" y="162"/>
                  </a:lnTo>
                  <a:lnTo>
                    <a:pt x="267" y="198"/>
                  </a:lnTo>
                  <a:close/>
                  <a:moveTo>
                    <a:pt x="267" y="126"/>
                  </a:moveTo>
                  <a:lnTo>
                    <a:pt x="232" y="126"/>
                  </a:lnTo>
                  <a:lnTo>
                    <a:pt x="232" y="91"/>
                  </a:lnTo>
                  <a:lnTo>
                    <a:pt x="267" y="91"/>
                  </a:lnTo>
                  <a:lnTo>
                    <a:pt x="267" y="126"/>
                  </a:lnTo>
                  <a:close/>
                  <a:moveTo>
                    <a:pt x="267" y="55"/>
                  </a:moveTo>
                  <a:lnTo>
                    <a:pt x="232" y="55"/>
                  </a:lnTo>
                  <a:lnTo>
                    <a:pt x="232" y="19"/>
                  </a:lnTo>
                  <a:lnTo>
                    <a:pt x="267" y="19"/>
                  </a:lnTo>
                  <a:lnTo>
                    <a:pt x="267" y="55"/>
                  </a:ln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sp>
        <p:nvSpPr>
          <p:cNvPr id="2" name="Footer Placeholder 1"/>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38952369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slide(fromBottom)">
                                      <p:cBhvr>
                                        <p:cTn id="1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1"/>
          <p:cNvGrpSpPr/>
          <p:nvPr/>
        </p:nvGrpSpPr>
        <p:grpSpPr>
          <a:xfrm>
            <a:off x="4362190" y="4286253"/>
            <a:ext cx="3495128" cy="2005710"/>
            <a:chOff x="3271643" y="3214692"/>
            <a:chExt cx="2621346" cy="1504284"/>
          </a:xfrm>
        </p:grpSpPr>
        <p:sp>
          <p:nvSpPr>
            <p:cNvPr id="2" name="Rectangle 1"/>
            <p:cNvSpPr/>
            <p:nvPr/>
          </p:nvSpPr>
          <p:spPr>
            <a:xfrm>
              <a:off x="3271643" y="3357063"/>
              <a:ext cx="2621346" cy="1361913"/>
            </a:xfrm>
            <a:prstGeom prst="rect">
              <a:avLst/>
            </a:prstGeom>
          </p:spPr>
          <p:txBody>
            <a:bodyPr wrap="square">
              <a:spAutoFit/>
            </a:bodyPr>
            <a:lstStyle/>
            <a:p>
              <a:pPr algn="ctr"/>
              <a:r>
                <a:rPr lang="ar-SA" sz="2800" b="1" dirty="0">
                  <a:solidFill>
                    <a:schemeClr val="bg2">
                      <a:lumMod val="10000"/>
                    </a:schemeClr>
                  </a:solidFill>
                </a:rPr>
                <a:t>يساعد في سد الثغرات التي قد تنجم من نقص أعضاء هيئة المدرسين في مؤسسة ما</a:t>
              </a:r>
              <a:endParaRPr lang="id-ID" sz="2800" b="1" dirty="0">
                <a:solidFill>
                  <a:schemeClr val="bg2">
                    <a:lumMod val="10000"/>
                  </a:schemeClr>
                </a:solidFill>
                <a:latin typeface="Open Sans Light" pitchFamily="34" charset="0"/>
                <a:ea typeface="Open Sans Light" pitchFamily="34" charset="0"/>
                <a:cs typeface="Open Sans Light" pitchFamily="34" charset="0"/>
              </a:endParaRPr>
            </a:p>
          </p:txBody>
        </p:sp>
        <p:sp>
          <p:nvSpPr>
            <p:cNvPr id="3" name="Rectangle 2"/>
            <p:cNvSpPr/>
            <p:nvPr/>
          </p:nvSpPr>
          <p:spPr>
            <a:xfrm>
              <a:off x="4395563" y="3214692"/>
              <a:ext cx="138548" cy="284742"/>
            </a:xfrm>
            <a:prstGeom prst="rect">
              <a:avLst/>
            </a:prstGeom>
          </p:spPr>
          <p:txBody>
            <a:bodyPr wrap="none">
              <a:spAutoFit/>
            </a:bodyPr>
            <a:lstStyle/>
            <a:p>
              <a:pPr algn="ctr"/>
              <a:endParaRPr lang="en-US" sz="1867" dirty="0">
                <a:solidFill>
                  <a:schemeClr val="bg1">
                    <a:lumMod val="65000"/>
                  </a:schemeClr>
                </a:solidFill>
                <a:latin typeface="Open Sans" pitchFamily="34" charset="0"/>
                <a:ea typeface="Open Sans" pitchFamily="34" charset="0"/>
                <a:cs typeface="Open Sans" pitchFamily="34" charset="0"/>
              </a:endParaRPr>
            </a:p>
          </p:txBody>
        </p:sp>
      </p:grpSp>
      <p:sp>
        <p:nvSpPr>
          <p:cNvPr id="7" name="Rectangle 6"/>
          <p:cNvSpPr/>
          <p:nvPr/>
        </p:nvSpPr>
        <p:spPr>
          <a:xfrm>
            <a:off x="1429213" y="544445"/>
            <a:ext cx="9906069" cy="707886"/>
          </a:xfrm>
          <a:prstGeom prst="rect">
            <a:avLst/>
          </a:prstGeom>
        </p:spPr>
        <p:txBody>
          <a:bodyPr wrap="square">
            <a:spAutoFit/>
          </a:bodyPr>
          <a:lstStyle/>
          <a:p>
            <a:pPr algn="r"/>
            <a:r>
              <a:rPr lang="ar-SA" sz="4000" b="1" u="sng" dirty="0" smtClean="0">
                <a:solidFill>
                  <a:schemeClr val="bg2">
                    <a:lumMod val="10000"/>
                  </a:schemeClr>
                </a:solidFill>
              </a:rPr>
              <a:t>ه - فوائد </a:t>
            </a:r>
            <a:r>
              <a:rPr lang="ar-SA" sz="4000" b="1" u="sng" dirty="0">
                <a:solidFill>
                  <a:schemeClr val="bg2">
                    <a:lumMod val="10000"/>
                  </a:schemeClr>
                </a:solidFill>
              </a:rPr>
              <a:t>التعلم عن بعد</a:t>
            </a:r>
            <a:endParaRPr lang="id-ID" sz="4000" u="sng" dirty="0">
              <a:solidFill>
                <a:schemeClr val="bg2">
                  <a:lumMod val="10000"/>
                </a:schemeClr>
              </a:solidFill>
              <a:latin typeface="Open Sans" pitchFamily="34" charset="0"/>
              <a:ea typeface="Open Sans" pitchFamily="34" charset="0"/>
              <a:cs typeface="Open Sans" pitchFamily="34" charset="0"/>
            </a:endParaRPr>
          </a:p>
        </p:txBody>
      </p:sp>
      <p:grpSp>
        <p:nvGrpSpPr>
          <p:cNvPr id="15" name="Group 50"/>
          <p:cNvGrpSpPr/>
          <p:nvPr/>
        </p:nvGrpSpPr>
        <p:grpSpPr>
          <a:xfrm>
            <a:off x="8508625" y="4286256"/>
            <a:ext cx="2952771" cy="1618302"/>
            <a:chOff x="6381469" y="3214692"/>
            <a:chExt cx="2214578" cy="1213727"/>
          </a:xfrm>
        </p:grpSpPr>
        <p:sp>
          <p:nvSpPr>
            <p:cNvPr id="11" name="Rectangle 10"/>
            <p:cNvSpPr/>
            <p:nvPr/>
          </p:nvSpPr>
          <p:spPr>
            <a:xfrm>
              <a:off x="6381469" y="3389672"/>
              <a:ext cx="2214578" cy="1038747"/>
            </a:xfrm>
            <a:prstGeom prst="rect">
              <a:avLst/>
            </a:prstGeom>
          </p:spPr>
          <p:txBody>
            <a:bodyPr wrap="square">
              <a:spAutoFit/>
            </a:bodyPr>
            <a:lstStyle/>
            <a:p>
              <a:pPr algn="ctr"/>
              <a:r>
                <a:rPr lang="ar-SA" sz="2800" b="1" dirty="0">
                  <a:solidFill>
                    <a:schemeClr val="bg2">
                      <a:lumMod val="10000"/>
                    </a:schemeClr>
                  </a:solidFill>
                </a:rPr>
                <a:t>يساعد التعليم عن بعد في زيادة اعتماد الطالب على نفسه</a:t>
              </a:r>
              <a:endParaRPr lang="id-ID" sz="2800" b="1" dirty="0">
                <a:solidFill>
                  <a:schemeClr val="bg2">
                    <a:lumMod val="10000"/>
                  </a:schemeClr>
                </a:solidFill>
                <a:latin typeface="Open Sans Light" pitchFamily="34" charset="0"/>
                <a:ea typeface="Open Sans Light" pitchFamily="34" charset="0"/>
                <a:cs typeface="Open Sans Light" pitchFamily="34" charset="0"/>
              </a:endParaRPr>
            </a:p>
          </p:txBody>
        </p:sp>
        <p:sp>
          <p:nvSpPr>
            <p:cNvPr id="12" name="Rectangle 11"/>
            <p:cNvSpPr/>
            <p:nvPr/>
          </p:nvSpPr>
          <p:spPr>
            <a:xfrm>
              <a:off x="7324522" y="3214692"/>
              <a:ext cx="138547" cy="284742"/>
            </a:xfrm>
            <a:prstGeom prst="rect">
              <a:avLst/>
            </a:prstGeom>
          </p:spPr>
          <p:txBody>
            <a:bodyPr wrap="none">
              <a:spAutoFit/>
            </a:bodyPr>
            <a:lstStyle/>
            <a:p>
              <a:pPr algn="ctr"/>
              <a:endParaRPr lang="en-US" sz="1867" dirty="0">
                <a:solidFill>
                  <a:schemeClr val="bg1">
                    <a:lumMod val="65000"/>
                  </a:schemeClr>
                </a:solidFill>
                <a:latin typeface="Open Sans" pitchFamily="34" charset="0"/>
                <a:ea typeface="Open Sans" pitchFamily="34" charset="0"/>
                <a:cs typeface="Open Sans" pitchFamily="34" charset="0"/>
              </a:endParaRPr>
            </a:p>
          </p:txBody>
        </p:sp>
      </p:grpSp>
      <p:grpSp>
        <p:nvGrpSpPr>
          <p:cNvPr id="18" name="Group 52"/>
          <p:cNvGrpSpPr/>
          <p:nvPr/>
        </p:nvGrpSpPr>
        <p:grpSpPr>
          <a:xfrm>
            <a:off x="476254" y="4286255"/>
            <a:ext cx="3381780" cy="1619942"/>
            <a:chOff x="357190" y="3214692"/>
            <a:chExt cx="2536335" cy="1214957"/>
          </a:xfrm>
        </p:grpSpPr>
        <p:sp>
          <p:nvSpPr>
            <p:cNvPr id="13" name="Rectangle 12"/>
            <p:cNvSpPr/>
            <p:nvPr/>
          </p:nvSpPr>
          <p:spPr>
            <a:xfrm>
              <a:off x="357190" y="3390902"/>
              <a:ext cx="2536335" cy="1038747"/>
            </a:xfrm>
            <a:prstGeom prst="rect">
              <a:avLst/>
            </a:prstGeom>
          </p:spPr>
          <p:txBody>
            <a:bodyPr wrap="square">
              <a:spAutoFit/>
            </a:bodyPr>
            <a:lstStyle/>
            <a:p>
              <a:pPr algn="ctr"/>
              <a:r>
                <a:rPr lang="ar-SA" sz="2800" b="1" dirty="0">
                  <a:solidFill>
                    <a:schemeClr val="bg2">
                      <a:lumMod val="10000"/>
                    </a:schemeClr>
                  </a:solidFill>
                </a:rPr>
                <a:t>يساعد التعليم عن بعد بشكل واضح في رفع سوية الأفراد والمجتمعات العلمية </a:t>
              </a:r>
              <a:endParaRPr lang="id-ID" sz="2800" b="1" dirty="0">
                <a:solidFill>
                  <a:schemeClr val="bg2">
                    <a:lumMod val="10000"/>
                  </a:schemeClr>
                </a:solidFill>
                <a:latin typeface="Open Sans Light" pitchFamily="34" charset="0"/>
                <a:ea typeface="Open Sans Light" pitchFamily="34" charset="0"/>
                <a:cs typeface="Open Sans Light" pitchFamily="34" charset="0"/>
              </a:endParaRPr>
            </a:p>
          </p:txBody>
        </p:sp>
        <p:sp>
          <p:nvSpPr>
            <p:cNvPr id="14" name="Rectangle 13"/>
            <p:cNvSpPr/>
            <p:nvPr/>
          </p:nvSpPr>
          <p:spPr>
            <a:xfrm>
              <a:off x="1395200" y="3214692"/>
              <a:ext cx="138547" cy="284742"/>
            </a:xfrm>
            <a:prstGeom prst="rect">
              <a:avLst/>
            </a:prstGeom>
          </p:spPr>
          <p:txBody>
            <a:bodyPr wrap="none">
              <a:spAutoFit/>
            </a:bodyPr>
            <a:lstStyle/>
            <a:p>
              <a:pPr algn="ctr"/>
              <a:endParaRPr lang="en-US" sz="1867" dirty="0">
                <a:solidFill>
                  <a:schemeClr val="bg1">
                    <a:lumMod val="65000"/>
                  </a:schemeClr>
                </a:solidFill>
                <a:latin typeface="Open Sans" pitchFamily="34" charset="0"/>
                <a:ea typeface="Open Sans" pitchFamily="34" charset="0"/>
                <a:cs typeface="Open Sans" pitchFamily="34" charset="0"/>
              </a:endParaRPr>
            </a:p>
          </p:txBody>
        </p:sp>
      </p:grpSp>
      <p:grpSp>
        <p:nvGrpSpPr>
          <p:cNvPr id="21" name="Group 49"/>
          <p:cNvGrpSpPr/>
          <p:nvPr/>
        </p:nvGrpSpPr>
        <p:grpSpPr>
          <a:xfrm>
            <a:off x="1844889" y="2666995"/>
            <a:ext cx="8288435" cy="719675"/>
            <a:chOff x="1383667" y="2000246"/>
            <a:chExt cx="6216326" cy="539756"/>
          </a:xfrm>
        </p:grpSpPr>
        <p:grpSp>
          <p:nvGrpSpPr>
            <p:cNvPr id="24" name="Group 14"/>
            <p:cNvGrpSpPr/>
            <p:nvPr/>
          </p:nvGrpSpPr>
          <p:grpSpPr>
            <a:xfrm>
              <a:off x="4830092" y="2000246"/>
              <a:ext cx="472285" cy="539756"/>
              <a:chOff x="4786314" y="3540133"/>
              <a:chExt cx="411163" cy="469901"/>
            </a:xfrm>
            <a:solidFill>
              <a:schemeClr val="bg1">
                <a:lumMod val="85000"/>
              </a:schemeClr>
            </a:solidFill>
          </p:grpSpPr>
          <p:sp>
            <p:nvSpPr>
              <p:cNvPr id="1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1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27" name="Group 17"/>
            <p:cNvGrpSpPr/>
            <p:nvPr/>
          </p:nvGrpSpPr>
          <p:grpSpPr>
            <a:xfrm>
              <a:off x="5404496" y="2000246"/>
              <a:ext cx="472285" cy="539756"/>
              <a:chOff x="4786314" y="3540133"/>
              <a:chExt cx="411163" cy="469901"/>
            </a:xfrm>
            <a:solidFill>
              <a:schemeClr val="bg1">
                <a:lumMod val="85000"/>
              </a:schemeClr>
            </a:solidFill>
          </p:grpSpPr>
          <p:sp>
            <p:nvSpPr>
              <p:cNvPr id="19"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20"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30" name="Group 20"/>
            <p:cNvGrpSpPr/>
            <p:nvPr/>
          </p:nvGrpSpPr>
          <p:grpSpPr>
            <a:xfrm>
              <a:off x="5978900" y="2000246"/>
              <a:ext cx="472285" cy="539756"/>
              <a:chOff x="4786314" y="3540133"/>
              <a:chExt cx="411163" cy="469901"/>
            </a:xfrm>
            <a:solidFill>
              <a:schemeClr val="bg1">
                <a:lumMod val="85000"/>
              </a:schemeClr>
            </a:solidFill>
          </p:grpSpPr>
          <p:sp>
            <p:nvSpPr>
              <p:cNvPr id="22"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23"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33" name="Group 23"/>
            <p:cNvGrpSpPr/>
            <p:nvPr/>
          </p:nvGrpSpPr>
          <p:grpSpPr>
            <a:xfrm>
              <a:off x="6553304" y="2000246"/>
              <a:ext cx="472285" cy="539756"/>
              <a:chOff x="4786314" y="3540133"/>
              <a:chExt cx="411163" cy="469901"/>
            </a:xfrm>
            <a:solidFill>
              <a:schemeClr val="bg1">
                <a:lumMod val="85000"/>
              </a:schemeClr>
            </a:solidFill>
          </p:grpSpPr>
          <p:sp>
            <p:nvSpPr>
              <p:cNvPr id="25"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26"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36" name="Group 26"/>
            <p:cNvGrpSpPr/>
            <p:nvPr/>
          </p:nvGrpSpPr>
          <p:grpSpPr>
            <a:xfrm>
              <a:off x="7127708" y="2000246"/>
              <a:ext cx="472285" cy="539756"/>
              <a:chOff x="4786314" y="3540133"/>
              <a:chExt cx="411163" cy="469901"/>
            </a:xfrm>
            <a:solidFill>
              <a:schemeClr val="bg1">
                <a:lumMod val="85000"/>
              </a:schemeClr>
            </a:solidFill>
          </p:grpSpPr>
          <p:sp>
            <p:nvSpPr>
              <p:cNvPr id="28"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29"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39" name="Group 29"/>
            <p:cNvGrpSpPr/>
            <p:nvPr/>
          </p:nvGrpSpPr>
          <p:grpSpPr>
            <a:xfrm>
              <a:off x="1958071" y="2000246"/>
              <a:ext cx="472285" cy="539756"/>
              <a:chOff x="4786314" y="3540133"/>
              <a:chExt cx="411163" cy="469901"/>
            </a:xfrm>
            <a:solidFill>
              <a:schemeClr val="bg1">
                <a:lumMod val="85000"/>
              </a:schemeClr>
            </a:solidFill>
          </p:grpSpPr>
          <p:sp>
            <p:nvSpPr>
              <p:cNvPr id="31"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32"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42" name="Group 32"/>
            <p:cNvGrpSpPr/>
            <p:nvPr/>
          </p:nvGrpSpPr>
          <p:grpSpPr>
            <a:xfrm>
              <a:off x="2532475" y="2000246"/>
              <a:ext cx="472285" cy="539756"/>
              <a:chOff x="4786314" y="3540133"/>
              <a:chExt cx="411163" cy="469901"/>
            </a:xfrm>
            <a:solidFill>
              <a:schemeClr val="bg1">
                <a:lumMod val="85000"/>
              </a:schemeClr>
            </a:solidFill>
          </p:grpSpPr>
          <p:sp>
            <p:nvSpPr>
              <p:cNvPr id="34"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35"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45" name="Group 35"/>
            <p:cNvGrpSpPr/>
            <p:nvPr/>
          </p:nvGrpSpPr>
          <p:grpSpPr>
            <a:xfrm>
              <a:off x="3106879" y="2000246"/>
              <a:ext cx="472285" cy="539756"/>
              <a:chOff x="4786314" y="3540133"/>
              <a:chExt cx="411163" cy="469901"/>
            </a:xfrm>
            <a:solidFill>
              <a:schemeClr val="bg1">
                <a:lumMod val="85000"/>
              </a:schemeClr>
            </a:solidFill>
          </p:grpSpPr>
          <p:sp>
            <p:nvSpPr>
              <p:cNvPr id="37"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38"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50" name="Group 38"/>
            <p:cNvGrpSpPr/>
            <p:nvPr/>
          </p:nvGrpSpPr>
          <p:grpSpPr>
            <a:xfrm>
              <a:off x="3681283" y="2000246"/>
              <a:ext cx="472285" cy="539756"/>
              <a:chOff x="4786314" y="3540133"/>
              <a:chExt cx="411163" cy="469901"/>
            </a:xfrm>
            <a:solidFill>
              <a:schemeClr val="bg1">
                <a:lumMod val="85000"/>
              </a:schemeClr>
            </a:solidFill>
          </p:grpSpPr>
          <p:sp>
            <p:nvSpPr>
              <p:cNvPr id="40"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41"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51" name="Group 41"/>
            <p:cNvGrpSpPr/>
            <p:nvPr/>
          </p:nvGrpSpPr>
          <p:grpSpPr>
            <a:xfrm>
              <a:off x="4255687" y="2000246"/>
              <a:ext cx="472285" cy="539756"/>
              <a:chOff x="4786314" y="3540133"/>
              <a:chExt cx="411163" cy="469901"/>
            </a:xfrm>
          </p:grpSpPr>
          <p:sp>
            <p:nvSpPr>
              <p:cNvPr id="43"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44"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52" name="Group 44"/>
            <p:cNvGrpSpPr/>
            <p:nvPr/>
          </p:nvGrpSpPr>
          <p:grpSpPr>
            <a:xfrm>
              <a:off x="1383667" y="2000246"/>
              <a:ext cx="472285" cy="539756"/>
              <a:chOff x="4786314" y="3540133"/>
              <a:chExt cx="411163" cy="469901"/>
            </a:xfrm>
            <a:solidFill>
              <a:schemeClr val="bg1">
                <a:lumMod val="85000"/>
              </a:schemeClr>
            </a:solidFill>
          </p:grpSpPr>
          <p:sp>
            <p:nvSpPr>
              <p:cNvPr id="4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4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grpSp>
        <p:nvGrpSpPr>
          <p:cNvPr id="55" name="Group 54"/>
          <p:cNvGrpSpPr/>
          <p:nvPr/>
        </p:nvGrpSpPr>
        <p:grpSpPr>
          <a:xfrm>
            <a:off x="2000221" y="3620560"/>
            <a:ext cx="8001056" cy="476253"/>
            <a:chOff x="1500166" y="2715420"/>
            <a:chExt cx="6000792" cy="357190"/>
          </a:xfrm>
        </p:grpSpPr>
        <p:cxnSp>
          <p:nvCxnSpPr>
            <p:cNvPr id="4" name="Straight Connector 3"/>
            <p:cNvCxnSpPr/>
            <p:nvPr/>
          </p:nvCxnSpPr>
          <p:spPr>
            <a:xfrm rot="5400000">
              <a:off x="4321967" y="2893221"/>
              <a:ext cx="357190"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rot="10800000">
              <a:off x="1500166"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4500562"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12921427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slide(fromBottom)">
                                      <p:cBhvr>
                                        <p:cTn id="7" dur="500"/>
                                        <p:tgtEl>
                                          <p:spTgt spid="21"/>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slide(fromBottom)">
                                      <p:cBhvr>
                                        <p:cTn id="11" dur="500"/>
                                        <p:tgtEl>
                                          <p:spTgt spid="55"/>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slide(fromTop)">
                                      <p:cBhvr>
                                        <p:cTn id="15" dur="500"/>
                                        <p:tgtEl>
                                          <p:spTgt spid="18"/>
                                        </p:tgtEl>
                                      </p:cBhvr>
                                    </p:animEffect>
                                  </p:childTnLst>
                                </p:cTn>
                              </p:par>
                            </p:childTnLst>
                          </p:cTn>
                        </p:par>
                        <p:par>
                          <p:cTn id="16" fill="hold">
                            <p:stCondLst>
                              <p:cond delay="1500"/>
                            </p:stCondLst>
                            <p:childTnLst>
                              <p:par>
                                <p:cTn id="17" presetID="12" presetClass="entr" presetSubtype="1"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slide(fromTop)">
                                      <p:cBhvr>
                                        <p:cTn id="19" dur="500"/>
                                        <p:tgtEl>
                                          <p:spTgt spid="6"/>
                                        </p:tgtEl>
                                      </p:cBhvr>
                                    </p:animEffect>
                                  </p:childTnLst>
                                </p:cTn>
                              </p:par>
                            </p:childTnLst>
                          </p:cTn>
                        </p:par>
                        <p:par>
                          <p:cTn id="20" fill="hold">
                            <p:stCondLst>
                              <p:cond delay="2000"/>
                            </p:stCondLst>
                            <p:childTnLst>
                              <p:par>
                                <p:cTn id="21" presetID="12" presetClass="entr" presetSubtype="1" fill="hold"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slide(fromTop)">
                                      <p:cBhvr>
                                        <p:cTn id="2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1"/>
          <p:cNvGrpSpPr/>
          <p:nvPr/>
        </p:nvGrpSpPr>
        <p:grpSpPr>
          <a:xfrm>
            <a:off x="4508141" y="4286252"/>
            <a:ext cx="3495128" cy="1958500"/>
            <a:chOff x="3381106" y="3214692"/>
            <a:chExt cx="2621346" cy="1468877"/>
          </a:xfrm>
        </p:grpSpPr>
        <p:sp>
          <p:nvSpPr>
            <p:cNvPr id="2" name="Rectangle 1"/>
            <p:cNvSpPr/>
            <p:nvPr/>
          </p:nvSpPr>
          <p:spPr>
            <a:xfrm>
              <a:off x="3381106" y="3321656"/>
              <a:ext cx="2621346" cy="1361913"/>
            </a:xfrm>
            <a:prstGeom prst="rect">
              <a:avLst/>
            </a:prstGeom>
          </p:spPr>
          <p:txBody>
            <a:bodyPr wrap="square">
              <a:spAutoFit/>
            </a:bodyPr>
            <a:lstStyle/>
            <a:p>
              <a:pPr algn="ctr"/>
              <a:r>
                <a:rPr lang="ar-SA" sz="2800" b="1" dirty="0">
                  <a:solidFill>
                    <a:schemeClr val="bg2">
                      <a:lumMod val="10000"/>
                    </a:schemeClr>
                  </a:solidFill>
                </a:rPr>
                <a:t>حل مشكلة تزايد أعداد الطلبة في المؤسسات التعليمية بسبب نقص في الموارد المالية</a:t>
              </a:r>
              <a:endParaRPr lang="id-ID" sz="2800" b="1" dirty="0">
                <a:solidFill>
                  <a:schemeClr val="bg2">
                    <a:lumMod val="10000"/>
                  </a:schemeClr>
                </a:solidFill>
                <a:latin typeface="Open Sans Light" pitchFamily="34" charset="0"/>
                <a:ea typeface="Open Sans Light" pitchFamily="34" charset="0"/>
                <a:cs typeface="Open Sans Light" pitchFamily="34" charset="0"/>
              </a:endParaRPr>
            </a:p>
          </p:txBody>
        </p:sp>
        <p:sp>
          <p:nvSpPr>
            <p:cNvPr id="3" name="Rectangle 2"/>
            <p:cNvSpPr/>
            <p:nvPr/>
          </p:nvSpPr>
          <p:spPr>
            <a:xfrm>
              <a:off x="4395563" y="3214692"/>
              <a:ext cx="138548" cy="284742"/>
            </a:xfrm>
            <a:prstGeom prst="rect">
              <a:avLst/>
            </a:prstGeom>
          </p:spPr>
          <p:txBody>
            <a:bodyPr wrap="none">
              <a:spAutoFit/>
            </a:bodyPr>
            <a:lstStyle/>
            <a:p>
              <a:pPr algn="ctr"/>
              <a:endParaRPr lang="en-US" sz="1867" dirty="0">
                <a:solidFill>
                  <a:schemeClr val="bg1">
                    <a:lumMod val="65000"/>
                  </a:schemeClr>
                </a:solidFill>
                <a:latin typeface="Open Sans" pitchFamily="34" charset="0"/>
                <a:ea typeface="Open Sans" pitchFamily="34" charset="0"/>
                <a:cs typeface="Open Sans" pitchFamily="34" charset="0"/>
              </a:endParaRPr>
            </a:p>
          </p:txBody>
        </p:sp>
      </p:grpSp>
      <p:sp>
        <p:nvSpPr>
          <p:cNvPr id="7" name="Rectangle 6"/>
          <p:cNvSpPr/>
          <p:nvPr/>
        </p:nvSpPr>
        <p:spPr>
          <a:xfrm>
            <a:off x="1429213" y="544445"/>
            <a:ext cx="9906069" cy="707886"/>
          </a:xfrm>
          <a:prstGeom prst="rect">
            <a:avLst/>
          </a:prstGeom>
        </p:spPr>
        <p:txBody>
          <a:bodyPr wrap="square">
            <a:spAutoFit/>
          </a:bodyPr>
          <a:lstStyle/>
          <a:p>
            <a:pPr algn="r"/>
            <a:r>
              <a:rPr lang="ar-SA" sz="4000" b="1" u="sng" dirty="0" smtClean="0">
                <a:solidFill>
                  <a:schemeClr val="bg2">
                    <a:lumMod val="10000"/>
                  </a:schemeClr>
                </a:solidFill>
              </a:rPr>
              <a:t>ه - فوائد </a:t>
            </a:r>
            <a:r>
              <a:rPr lang="ar-SA" sz="4000" b="1" u="sng" dirty="0">
                <a:solidFill>
                  <a:schemeClr val="bg2">
                    <a:lumMod val="10000"/>
                  </a:schemeClr>
                </a:solidFill>
              </a:rPr>
              <a:t>التعلم عن بعد</a:t>
            </a:r>
            <a:endParaRPr lang="id-ID" sz="4000" u="sng" dirty="0">
              <a:solidFill>
                <a:schemeClr val="bg2">
                  <a:lumMod val="10000"/>
                </a:schemeClr>
              </a:solidFill>
              <a:latin typeface="Open Sans" pitchFamily="34" charset="0"/>
              <a:ea typeface="Open Sans" pitchFamily="34" charset="0"/>
              <a:cs typeface="Open Sans" pitchFamily="34" charset="0"/>
            </a:endParaRPr>
          </a:p>
        </p:txBody>
      </p:sp>
      <p:grpSp>
        <p:nvGrpSpPr>
          <p:cNvPr id="15" name="Group 50"/>
          <p:cNvGrpSpPr/>
          <p:nvPr/>
        </p:nvGrpSpPr>
        <p:grpSpPr>
          <a:xfrm>
            <a:off x="8402886" y="4286257"/>
            <a:ext cx="3416135" cy="2265806"/>
            <a:chOff x="6302165" y="3214692"/>
            <a:chExt cx="2562101" cy="1699355"/>
          </a:xfrm>
        </p:grpSpPr>
        <p:sp>
          <p:nvSpPr>
            <p:cNvPr id="11" name="Rectangle 10"/>
            <p:cNvSpPr/>
            <p:nvPr/>
          </p:nvSpPr>
          <p:spPr>
            <a:xfrm>
              <a:off x="6302165" y="3228970"/>
              <a:ext cx="2562101" cy="1685077"/>
            </a:xfrm>
            <a:prstGeom prst="rect">
              <a:avLst/>
            </a:prstGeom>
          </p:spPr>
          <p:txBody>
            <a:bodyPr wrap="square">
              <a:spAutoFit/>
            </a:bodyPr>
            <a:lstStyle/>
            <a:p>
              <a:pPr algn="ctr"/>
              <a:r>
                <a:rPr lang="ar-SA" sz="2800" b="1" dirty="0">
                  <a:solidFill>
                    <a:schemeClr val="bg2">
                      <a:lumMod val="10000"/>
                    </a:schemeClr>
                  </a:solidFill>
                </a:rPr>
                <a:t>يتيح هذا النوع من التعليم استخدام العديد من الوسائل والمواد والأجهزة التعليمية أمام المتعلمين على عكس الطرق التقليدية في التعليم</a:t>
              </a:r>
              <a:endParaRPr lang="id-ID" sz="2800" b="1" dirty="0">
                <a:solidFill>
                  <a:schemeClr val="bg2">
                    <a:lumMod val="10000"/>
                  </a:schemeClr>
                </a:solidFill>
                <a:latin typeface="Open Sans Light" pitchFamily="34" charset="0"/>
                <a:ea typeface="Open Sans Light" pitchFamily="34" charset="0"/>
                <a:cs typeface="Open Sans Light" pitchFamily="34" charset="0"/>
              </a:endParaRPr>
            </a:p>
          </p:txBody>
        </p:sp>
        <p:sp>
          <p:nvSpPr>
            <p:cNvPr id="12" name="Rectangle 11"/>
            <p:cNvSpPr/>
            <p:nvPr/>
          </p:nvSpPr>
          <p:spPr>
            <a:xfrm>
              <a:off x="7324522" y="3214692"/>
              <a:ext cx="138547" cy="284742"/>
            </a:xfrm>
            <a:prstGeom prst="rect">
              <a:avLst/>
            </a:prstGeom>
          </p:spPr>
          <p:txBody>
            <a:bodyPr wrap="none">
              <a:spAutoFit/>
            </a:bodyPr>
            <a:lstStyle/>
            <a:p>
              <a:pPr algn="ctr"/>
              <a:endParaRPr lang="en-US" sz="1867" dirty="0">
                <a:solidFill>
                  <a:schemeClr val="bg1">
                    <a:lumMod val="65000"/>
                  </a:schemeClr>
                </a:solidFill>
                <a:latin typeface="Open Sans" pitchFamily="34" charset="0"/>
                <a:ea typeface="Open Sans" pitchFamily="34" charset="0"/>
                <a:cs typeface="Open Sans" pitchFamily="34" charset="0"/>
              </a:endParaRPr>
            </a:p>
          </p:txBody>
        </p:sp>
      </p:grpSp>
      <p:grpSp>
        <p:nvGrpSpPr>
          <p:cNvPr id="18" name="Group 52"/>
          <p:cNvGrpSpPr/>
          <p:nvPr/>
        </p:nvGrpSpPr>
        <p:grpSpPr>
          <a:xfrm>
            <a:off x="476253" y="4286256"/>
            <a:ext cx="3666251" cy="2265807"/>
            <a:chOff x="357189" y="3214692"/>
            <a:chExt cx="2749688" cy="1699356"/>
          </a:xfrm>
        </p:grpSpPr>
        <p:sp>
          <p:nvSpPr>
            <p:cNvPr id="13" name="Rectangle 12"/>
            <p:cNvSpPr/>
            <p:nvPr/>
          </p:nvSpPr>
          <p:spPr>
            <a:xfrm>
              <a:off x="357189" y="3228971"/>
              <a:ext cx="2749688" cy="1685077"/>
            </a:xfrm>
            <a:prstGeom prst="rect">
              <a:avLst/>
            </a:prstGeom>
          </p:spPr>
          <p:txBody>
            <a:bodyPr wrap="square">
              <a:spAutoFit/>
            </a:bodyPr>
            <a:lstStyle/>
            <a:p>
              <a:pPr lvl="0" algn="ctr" rtl="1"/>
              <a:r>
                <a:rPr lang="ar-SA" sz="2800" b="1" dirty="0">
                  <a:solidFill>
                    <a:schemeClr val="bg2">
                      <a:lumMod val="10000"/>
                    </a:schemeClr>
                  </a:solidFill>
                </a:rPr>
                <a:t>يساعد في التغلب على المشكلات والتحديات التي قد تواجه الأفراد أثناء انتظامهم في الدراسة في مؤسسة تعليمية ما</a:t>
              </a:r>
              <a:endParaRPr lang="en-US" sz="2800" b="1" dirty="0">
                <a:solidFill>
                  <a:schemeClr val="bg2">
                    <a:lumMod val="10000"/>
                  </a:schemeClr>
                </a:solidFill>
              </a:endParaRPr>
            </a:p>
          </p:txBody>
        </p:sp>
        <p:sp>
          <p:nvSpPr>
            <p:cNvPr id="14" name="Rectangle 13"/>
            <p:cNvSpPr/>
            <p:nvPr/>
          </p:nvSpPr>
          <p:spPr>
            <a:xfrm>
              <a:off x="1395200" y="3214692"/>
              <a:ext cx="138547" cy="284742"/>
            </a:xfrm>
            <a:prstGeom prst="rect">
              <a:avLst/>
            </a:prstGeom>
          </p:spPr>
          <p:txBody>
            <a:bodyPr wrap="none">
              <a:spAutoFit/>
            </a:bodyPr>
            <a:lstStyle/>
            <a:p>
              <a:pPr algn="ctr"/>
              <a:endParaRPr lang="en-US" sz="1867" dirty="0">
                <a:solidFill>
                  <a:schemeClr val="bg1">
                    <a:lumMod val="65000"/>
                  </a:schemeClr>
                </a:solidFill>
                <a:latin typeface="Open Sans" pitchFamily="34" charset="0"/>
                <a:ea typeface="Open Sans" pitchFamily="34" charset="0"/>
                <a:cs typeface="Open Sans" pitchFamily="34" charset="0"/>
              </a:endParaRPr>
            </a:p>
          </p:txBody>
        </p:sp>
      </p:grpSp>
      <p:grpSp>
        <p:nvGrpSpPr>
          <p:cNvPr id="21" name="Group 49"/>
          <p:cNvGrpSpPr/>
          <p:nvPr/>
        </p:nvGrpSpPr>
        <p:grpSpPr>
          <a:xfrm>
            <a:off x="1844889" y="2666995"/>
            <a:ext cx="8288435" cy="719675"/>
            <a:chOff x="1383667" y="2000246"/>
            <a:chExt cx="6216326" cy="539756"/>
          </a:xfrm>
        </p:grpSpPr>
        <p:grpSp>
          <p:nvGrpSpPr>
            <p:cNvPr id="24" name="Group 14"/>
            <p:cNvGrpSpPr/>
            <p:nvPr/>
          </p:nvGrpSpPr>
          <p:grpSpPr>
            <a:xfrm>
              <a:off x="4830092" y="2000246"/>
              <a:ext cx="472285" cy="539756"/>
              <a:chOff x="4786314" y="3540133"/>
              <a:chExt cx="411163" cy="469901"/>
            </a:xfrm>
            <a:solidFill>
              <a:schemeClr val="bg1">
                <a:lumMod val="85000"/>
              </a:schemeClr>
            </a:solidFill>
          </p:grpSpPr>
          <p:sp>
            <p:nvSpPr>
              <p:cNvPr id="1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1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27" name="Group 17"/>
            <p:cNvGrpSpPr/>
            <p:nvPr/>
          </p:nvGrpSpPr>
          <p:grpSpPr>
            <a:xfrm>
              <a:off x="5404496" y="2000246"/>
              <a:ext cx="472285" cy="539756"/>
              <a:chOff x="4786314" y="3540133"/>
              <a:chExt cx="411163" cy="469901"/>
            </a:xfrm>
            <a:solidFill>
              <a:schemeClr val="bg1">
                <a:lumMod val="85000"/>
              </a:schemeClr>
            </a:solidFill>
          </p:grpSpPr>
          <p:sp>
            <p:nvSpPr>
              <p:cNvPr id="19"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20"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30" name="Group 20"/>
            <p:cNvGrpSpPr/>
            <p:nvPr/>
          </p:nvGrpSpPr>
          <p:grpSpPr>
            <a:xfrm>
              <a:off x="5978900" y="2000246"/>
              <a:ext cx="472285" cy="539756"/>
              <a:chOff x="4786314" y="3540133"/>
              <a:chExt cx="411163" cy="469901"/>
            </a:xfrm>
            <a:solidFill>
              <a:schemeClr val="bg1">
                <a:lumMod val="85000"/>
              </a:schemeClr>
            </a:solidFill>
          </p:grpSpPr>
          <p:sp>
            <p:nvSpPr>
              <p:cNvPr id="22"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23"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33" name="Group 23"/>
            <p:cNvGrpSpPr/>
            <p:nvPr/>
          </p:nvGrpSpPr>
          <p:grpSpPr>
            <a:xfrm>
              <a:off x="6553304" y="2000246"/>
              <a:ext cx="472285" cy="539756"/>
              <a:chOff x="4786314" y="3540133"/>
              <a:chExt cx="411163" cy="469901"/>
            </a:xfrm>
            <a:solidFill>
              <a:schemeClr val="bg1">
                <a:lumMod val="85000"/>
              </a:schemeClr>
            </a:solidFill>
          </p:grpSpPr>
          <p:sp>
            <p:nvSpPr>
              <p:cNvPr id="25"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26"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36" name="Group 26"/>
            <p:cNvGrpSpPr/>
            <p:nvPr/>
          </p:nvGrpSpPr>
          <p:grpSpPr>
            <a:xfrm>
              <a:off x="7127708" y="2000246"/>
              <a:ext cx="472285" cy="539756"/>
              <a:chOff x="4786314" y="3540133"/>
              <a:chExt cx="411163" cy="469901"/>
            </a:xfrm>
            <a:solidFill>
              <a:schemeClr val="bg1">
                <a:lumMod val="85000"/>
              </a:schemeClr>
            </a:solidFill>
          </p:grpSpPr>
          <p:sp>
            <p:nvSpPr>
              <p:cNvPr id="28"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29"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39" name="Group 29"/>
            <p:cNvGrpSpPr/>
            <p:nvPr/>
          </p:nvGrpSpPr>
          <p:grpSpPr>
            <a:xfrm>
              <a:off x="1958071" y="2000246"/>
              <a:ext cx="472285" cy="539756"/>
              <a:chOff x="4786314" y="3540133"/>
              <a:chExt cx="411163" cy="469901"/>
            </a:xfrm>
            <a:solidFill>
              <a:schemeClr val="bg1">
                <a:lumMod val="85000"/>
              </a:schemeClr>
            </a:solidFill>
          </p:grpSpPr>
          <p:sp>
            <p:nvSpPr>
              <p:cNvPr id="31"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32"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42" name="Group 32"/>
            <p:cNvGrpSpPr/>
            <p:nvPr/>
          </p:nvGrpSpPr>
          <p:grpSpPr>
            <a:xfrm>
              <a:off x="2532475" y="2000246"/>
              <a:ext cx="472285" cy="539756"/>
              <a:chOff x="4786314" y="3540133"/>
              <a:chExt cx="411163" cy="469901"/>
            </a:xfrm>
            <a:solidFill>
              <a:schemeClr val="bg1">
                <a:lumMod val="85000"/>
              </a:schemeClr>
            </a:solidFill>
          </p:grpSpPr>
          <p:sp>
            <p:nvSpPr>
              <p:cNvPr id="34"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35"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45" name="Group 35"/>
            <p:cNvGrpSpPr/>
            <p:nvPr/>
          </p:nvGrpSpPr>
          <p:grpSpPr>
            <a:xfrm>
              <a:off x="3106879" y="2000246"/>
              <a:ext cx="472285" cy="539756"/>
              <a:chOff x="4786314" y="3540133"/>
              <a:chExt cx="411163" cy="469901"/>
            </a:xfrm>
            <a:solidFill>
              <a:schemeClr val="bg1">
                <a:lumMod val="85000"/>
              </a:schemeClr>
            </a:solidFill>
          </p:grpSpPr>
          <p:sp>
            <p:nvSpPr>
              <p:cNvPr id="37"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38"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50" name="Group 38"/>
            <p:cNvGrpSpPr/>
            <p:nvPr/>
          </p:nvGrpSpPr>
          <p:grpSpPr>
            <a:xfrm>
              <a:off x="3681283" y="2000246"/>
              <a:ext cx="472285" cy="539756"/>
              <a:chOff x="4786314" y="3540133"/>
              <a:chExt cx="411163" cy="469901"/>
            </a:xfrm>
            <a:solidFill>
              <a:schemeClr val="bg1">
                <a:lumMod val="85000"/>
              </a:schemeClr>
            </a:solidFill>
          </p:grpSpPr>
          <p:sp>
            <p:nvSpPr>
              <p:cNvPr id="40"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41"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51" name="Group 41"/>
            <p:cNvGrpSpPr/>
            <p:nvPr/>
          </p:nvGrpSpPr>
          <p:grpSpPr>
            <a:xfrm>
              <a:off x="4255687" y="2000246"/>
              <a:ext cx="472285" cy="539756"/>
              <a:chOff x="4786314" y="3540133"/>
              <a:chExt cx="411163" cy="469901"/>
            </a:xfrm>
          </p:grpSpPr>
          <p:sp>
            <p:nvSpPr>
              <p:cNvPr id="43"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44"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solidFill>
                <a:srgbClr val="E9602E"/>
              </a:solid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nvGrpSpPr>
            <p:cNvPr id="52" name="Group 44"/>
            <p:cNvGrpSpPr/>
            <p:nvPr/>
          </p:nvGrpSpPr>
          <p:grpSpPr>
            <a:xfrm>
              <a:off x="1383667" y="2000246"/>
              <a:ext cx="472285" cy="539756"/>
              <a:chOff x="4786314" y="3540133"/>
              <a:chExt cx="411163" cy="469901"/>
            </a:xfrm>
            <a:solidFill>
              <a:schemeClr val="bg1">
                <a:lumMod val="85000"/>
              </a:schemeClr>
            </a:solidFill>
          </p:grpSpPr>
          <p:sp>
            <p:nvSpPr>
              <p:cNvPr id="4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4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grpSp>
        <p:nvGrpSpPr>
          <p:cNvPr id="55" name="Group 54"/>
          <p:cNvGrpSpPr/>
          <p:nvPr/>
        </p:nvGrpSpPr>
        <p:grpSpPr>
          <a:xfrm>
            <a:off x="2000221" y="3620560"/>
            <a:ext cx="8001056" cy="476253"/>
            <a:chOff x="1500166" y="2715420"/>
            <a:chExt cx="6000792" cy="357190"/>
          </a:xfrm>
        </p:grpSpPr>
        <p:cxnSp>
          <p:nvCxnSpPr>
            <p:cNvPr id="4" name="Straight Connector 3"/>
            <p:cNvCxnSpPr/>
            <p:nvPr/>
          </p:nvCxnSpPr>
          <p:spPr>
            <a:xfrm rot="5400000">
              <a:off x="4321967" y="2893221"/>
              <a:ext cx="357190"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rot="10800000">
              <a:off x="1500166"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4500562"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 name="Footer Placeholder 4"/>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1385646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slide(fromBottom)">
                                      <p:cBhvr>
                                        <p:cTn id="7" dur="500"/>
                                        <p:tgtEl>
                                          <p:spTgt spid="21"/>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slide(fromBottom)">
                                      <p:cBhvr>
                                        <p:cTn id="11" dur="500"/>
                                        <p:tgtEl>
                                          <p:spTgt spid="55"/>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slide(fromTop)">
                                      <p:cBhvr>
                                        <p:cTn id="15" dur="500"/>
                                        <p:tgtEl>
                                          <p:spTgt spid="18"/>
                                        </p:tgtEl>
                                      </p:cBhvr>
                                    </p:animEffect>
                                  </p:childTnLst>
                                </p:cTn>
                              </p:par>
                            </p:childTnLst>
                          </p:cTn>
                        </p:par>
                        <p:par>
                          <p:cTn id="16" fill="hold">
                            <p:stCondLst>
                              <p:cond delay="1500"/>
                            </p:stCondLst>
                            <p:childTnLst>
                              <p:par>
                                <p:cTn id="17" presetID="12" presetClass="entr" presetSubtype="1"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slide(fromTop)">
                                      <p:cBhvr>
                                        <p:cTn id="19" dur="500"/>
                                        <p:tgtEl>
                                          <p:spTgt spid="6"/>
                                        </p:tgtEl>
                                      </p:cBhvr>
                                    </p:animEffect>
                                  </p:childTnLst>
                                </p:cTn>
                              </p:par>
                            </p:childTnLst>
                          </p:cTn>
                        </p:par>
                        <p:par>
                          <p:cTn id="20" fill="hold">
                            <p:stCondLst>
                              <p:cond delay="2000"/>
                            </p:stCondLst>
                            <p:childTnLst>
                              <p:par>
                                <p:cTn id="21" presetID="12" presetClass="entr" presetSubtype="1" fill="hold"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slide(fromTop)">
                                      <p:cBhvr>
                                        <p:cTn id="2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reeform 7"/>
          <p:cNvSpPr>
            <a:spLocks noChangeAspect="1"/>
          </p:cNvSpPr>
          <p:nvPr/>
        </p:nvSpPr>
        <p:spPr bwMode="auto">
          <a:xfrm>
            <a:off x="463550" y="1506538"/>
            <a:ext cx="3757613" cy="4625975"/>
          </a:xfrm>
          <a:custGeom>
            <a:avLst/>
            <a:gdLst>
              <a:gd name="T0" fmla="*/ 401 w 1218"/>
              <a:gd name="T1" fmla="*/ 1586 h 1586"/>
              <a:gd name="T2" fmla="*/ 665 w 1218"/>
              <a:gd name="T3" fmla="*/ 1586 h 1586"/>
              <a:gd name="T4" fmla="*/ 647 w 1218"/>
              <a:gd name="T5" fmla="*/ 1268 h 1586"/>
              <a:gd name="T6" fmla="*/ 765 w 1218"/>
              <a:gd name="T7" fmla="*/ 746 h 1586"/>
              <a:gd name="T8" fmla="*/ 1178 w 1218"/>
              <a:gd name="T9" fmla="*/ 746 h 1586"/>
              <a:gd name="T10" fmla="*/ 775 w 1218"/>
              <a:gd name="T11" fmla="*/ 674 h 1586"/>
              <a:gd name="T12" fmla="*/ 1218 w 1218"/>
              <a:gd name="T13" fmla="*/ 459 h 1586"/>
              <a:gd name="T14" fmla="*/ 945 w 1218"/>
              <a:gd name="T15" fmla="*/ 448 h 1586"/>
              <a:gd name="T16" fmla="*/ 952 w 1218"/>
              <a:gd name="T17" fmla="*/ 198 h 1586"/>
              <a:gd name="T18" fmla="*/ 821 w 1218"/>
              <a:gd name="T19" fmla="*/ 523 h 1586"/>
              <a:gd name="T20" fmla="*/ 632 w 1218"/>
              <a:gd name="T21" fmla="*/ 746 h 1586"/>
              <a:gd name="T22" fmla="*/ 821 w 1218"/>
              <a:gd name="T23" fmla="*/ 208 h 1586"/>
              <a:gd name="T24" fmla="*/ 608 w 1218"/>
              <a:gd name="T25" fmla="*/ 360 h 1586"/>
              <a:gd name="T26" fmla="*/ 313 w 1218"/>
              <a:gd name="T27" fmla="*/ 26 h 1586"/>
              <a:gd name="T28" fmla="*/ 541 w 1218"/>
              <a:gd name="T29" fmla="*/ 318 h 1586"/>
              <a:gd name="T30" fmla="*/ 321 w 1218"/>
              <a:gd name="T31" fmla="*/ 217 h 1586"/>
              <a:gd name="T32" fmla="*/ 113 w 1218"/>
              <a:gd name="T33" fmla="*/ 107 h 1586"/>
              <a:gd name="T34" fmla="*/ 321 w 1218"/>
              <a:gd name="T35" fmla="*/ 240 h 1586"/>
              <a:gd name="T36" fmla="*/ 557 w 1218"/>
              <a:gd name="T37" fmla="*/ 448 h 1586"/>
              <a:gd name="T38" fmla="*/ 577 w 1218"/>
              <a:gd name="T39" fmla="*/ 904 h 1586"/>
              <a:gd name="T40" fmla="*/ 377 w 1218"/>
              <a:gd name="T41" fmla="*/ 693 h 1586"/>
              <a:gd name="T42" fmla="*/ 299 w 1218"/>
              <a:gd name="T43" fmla="*/ 407 h 1586"/>
              <a:gd name="T44" fmla="*/ 275 w 1218"/>
              <a:gd name="T45" fmla="*/ 648 h 1586"/>
              <a:gd name="T46" fmla="*/ 0 w 1218"/>
              <a:gd name="T47" fmla="*/ 662 h 1586"/>
              <a:gd name="T48" fmla="*/ 321 w 1218"/>
              <a:gd name="T49" fmla="*/ 710 h 1586"/>
              <a:gd name="T50" fmla="*/ 513 w 1218"/>
              <a:gd name="T51" fmla="*/ 980 h 1586"/>
              <a:gd name="T52" fmla="*/ 125 w 1218"/>
              <a:gd name="T53" fmla="*/ 1038 h 1586"/>
              <a:gd name="T54" fmla="*/ 501 w 1218"/>
              <a:gd name="T55" fmla="*/ 1050 h 1586"/>
              <a:gd name="T56" fmla="*/ 401 w 1218"/>
              <a:gd name="T57" fmla="*/ 1586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18" h="1586">
                <a:moveTo>
                  <a:pt x="401" y="1586"/>
                </a:moveTo>
                <a:cubicBezTo>
                  <a:pt x="665" y="1586"/>
                  <a:pt x="665" y="1586"/>
                  <a:pt x="665" y="1586"/>
                </a:cubicBezTo>
                <a:cubicBezTo>
                  <a:pt x="665" y="1586"/>
                  <a:pt x="659" y="1456"/>
                  <a:pt x="647" y="1268"/>
                </a:cubicBezTo>
                <a:cubicBezTo>
                  <a:pt x="635" y="1080"/>
                  <a:pt x="629" y="840"/>
                  <a:pt x="765" y="746"/>
                </a:cubicBezTo>
                <a:cubicBezTo>
                  <a:pt x="901" y="652"/>
                  <a:pt x="1096" y="648"/>
                  <a:pt x="1178" y="746"/>
                </a:cubicBezTo>
                <a:cubicBezTo>
                  <a:pt x="1178" y="746"/>
                  <a:pt x="1017" y="568"/>
                  <a:pt x="775" y="674"/>
                </a:cubicBezTo>
                <a:cubicBezTo>
                  <a:pt x="775" y="674"/>
                  <a:pt x="912" y="370"/>
                  <a:pt x="1218" y="459"/>
                </a:cubicBezTo>
                <a:cubicBezTo>
                  <a:pt x="1218" y="459"/>
                  <a:pt x="1081" y="404"/>
                  <a:pt x="945" y="448"/>
                </a:cubicBezTo>
                <a:cubicBezTo>
                  <a:pt x="945" y="448"/>
                  <a:pt x="1022" y="359"/>
                  <a:pt x="952" y="198"/>
                </a:cubicBezTo>
                <a:cubicBezTo>
                  <a:pt x="952" y="198"/>
                  <a:pt x="1027" y="402"/>
                  <a:pt x="821" y="523"/>
                </a:cubicBezTo>
                <a:cubicBezTo>
                  <a:pt x="714" y="586"/>
                  <a:pt x="632" y="746"/>
                  <a:pt x="632" y="746"/>
                </a:cubicBezTo>
                <a:cubicBezTo>
                  <a:pt x="632" y="746"/>
                  <a:pt x="551" y="236"/>
                  <a:pt x="821" y="208"/>
                </a:cubicBezTo>
                <a:cubicBezTo>
                  <a:pt x="821" y="208"/>
                  <a:pt x="668" y="205"/>
                  <a:pt x="608" y="360"/>
                </a:cubicBezTo>
                <a:cubicBezTo>
                  <a:pt x="608" y="360"/>
                  <a:pt x="557" y="0"/>
                  <a:pt x="313" y="26"/>
                </a:cubicBezTo>
                <a:cubicBezTo>
                  <a:pt x="313" y="26"/>
                  <a:pt x="521" y="8"/>
                  <a:pt x="541" y="318"/>
                </a:cubicBezTo>
                <a:cubicBezTo>
                  <a:pt x="541" y="318"/>
                  <a:pt x="482" y="198"/>
                  <a:pt x="321" y="217"/>
                </a:cubicBezTo>
                <a:cubicBezTo>
                  <a:pt x="161" y="236"/>
                  <a:pt x="113" y="107"/>
                  <a:pt x="113" y="107"/>
                </a:cubicBezTo>
                <a:cubicBezTo>
                  <a:pt x="113" y="107"/>
                  <a:pt x="154" y="229"/>
                  <a:pt x="321" y="240"/>
                </a:cubicBezTo>
                <a:cubicBezTo>
                  <a:pt x="489" y="252"/>
                  <a:pt x="555" y="378"/>
                  <a:pt x="557" y="448"/>
                </a:cubicBezTo>
                <a:cubicBezTo>
                  <a:pt x="559" y="518"/>
                  <a:pt x="577" y="904"/>
                  <a:pt x="577" y="904"/>
                </a:cubicBezTo>
                <a:cubicBezTo>
                  <a:pt x="577" y="904"/>
                  <a:pt x="485" y="767"/>
                  <a:pt x="377" y="693"/>
                </a:cubicBezTo>
                <a:cubicBezTo>
                  <a:pt x="269" y="618"/>
                  <a:pt x="229" y="510"/>
                  <a:pt x="299" y="407"/>
                </a:cubicBezTo>
                <a:cubicBezTo>
                  <a:pt x="299" y="407"/>
                  <a:pt x="213" y="494"/>
                  <a:pt x="275" y="648"/>
                </a:cubicBezTo>
                <a:cubicBezTo>
                  <a:pt x="275" y="648"/>
                  <a:pt x="135" y="592"/>
                  <a:pt x="0" y="662"/>
                </a:cubicBezTo>
                <a:cubicBezTo>
                  <a:pt x="0" y="662"/>
                  <a:pt x="192" y="586"/>
                  <a:pt x="321" y="710"/>
                </a:cubicBezTo>
                <a:cubicBezTo>
                  <a:pt x="451" y="834"/>
                  <a:pt x="513" y="980"/>
                  <a:pt x="513" y="980"/>
                </a:cubicBezTo>
                <a:cubicBezTo>
                  <a:pt x="513" y="980"/>
                  <a:pt x="297" y="886"/>
                  <a:pt x="125" y="1038"/>
                </a:cubicBezTo>
                <a:cubicBezTo>
                  <a:pt x="125" y="1038"/>
                  <a:pt x="431" y="886"/>
                  <a:pt x="501" y="1050"/>
                </a:cubicBezTo>
                <a:cubicBezTo>
                  <a:pt x="571" y="1214"/>
                  <a:pt x="551" y="1440"/>
                  <a:pt x="401" y="1586"/>
                </a:cubicBezTo>
                <a:close/>
              </a:path>
            </a:pathLst>
          </a:custGeom>
          <a:solidFill>
            <a:schemeClr val="accent6">
              <a:lumMod val="75000"/>
            </a:schemeClr>
          </a:solidFill>
          <a:ln>
            <a:noFill/>
          </a:ln>
        </p:spPr>
        <p:txBody>
          <a:bodyPr/>
          <a:lstStyle/>
          <a:p>
            <a:pPr eaLnBrk="0" hangingPunct="0">
              <a:defRPr/>
            </a:pPr>
            <a:endParaRPr lang="en-US" dirty="0">
              <a:cs typeface="+mn-cs"/>
            </a:endParaRPr>
          </a:p>
        </p:txBody>
      </p:sp>
      <p:sp>
        <p:nvSpPr>
          <p:cNvPr id="51" name="Freeform 50"/>
          <p:cNvSpPr/>
          <p:nvPr/>
        </p:nvSpPr>
        <p:spPr>
          <a:xfrm>
            <a:off x="-508000" y="3476625"/>
            <a:ext cx="12990513" cy="4297363"/>
          </a:xfrm>
          <a:custGeom>
            <a:avLst/>
            <a:gdLst>
              <a:gd name="connsiteX0" fmla="*/ 732553 w 10571072"/>
              <a:gd name="connsiteY0" fmla="*/ 1624083 h 2793545"/>
              <a:gd name="connsiteX1" fmla="*/ 1469532 w 10571072"/>
              <a:gd name="connsiteY1" fmla="*/ 1248770 h 2793545"/>
              <a:gd name="connsiteX2" fmla="*/ 3066320 w 10571072"/>
              <a:gd name="connsiteY2" fmla="*/ 1917510 h 2793545"/>
              <a:gd name="connsiteX3" fmla="*/ 4594870 w 10571072"/>
              <a:gd name="connsiteY3" fmla="*/ 1112292 h 2793545"/>
              <a:gd name="connsiteX4" fmla="*/ 5543389 w 10571072"/>
              <a:gd name="connsiteY4" fmla="*/ 1549021 h 2793545"/>
              <a:gd name="connsiteX5" fmla="*/ 6300840 w 10571072"/>
              <a:gd name="connsiteY5" fmla="*/ 1030406 h 2793545"/>
              <a:gd name="connsiteX6" fmla="*/ 7433604 w 10571072"/>
              <a:gd name="connsiteY6" fmla="*/ 1153236 h 2793545"/>
              <a:gd name="connsiteX7" fmla="*/ 8423067 w 10571072"/>
              <a:gd name="connsiteY7" fmla="*/ 416257 h 2793545"/>
              <a:gd name="connsiteX8" fmla="*/ 9364762 w 10571072"/>
              <a:gd name="connsiteY8" fmla="*/ 1337481 h 2793545"/>
              <a:gd name="connsiteX9" fmla="*/ 9890201 w 10571072"/>
              <a:gd name="connsiteY9" fmla="*/ 0 h 2793545"/>
              <a:gd name="connsiteX10" fmla="*/ 9890201 w 10571072"/>
              <a:gd name="connsiteY10" fmla="*/ 0 h 2793545"/>
              <a:gd name="connsiteX11" fmla="*/ 9890201 w 10571072"/>
              <a:gd name="connsiteY11" fmla="*/ 2470245 h 2793545"/>
              <a:gd name="connsiteX12" fmla="*/ 698434 w 10571072"/>
              <a:gd name="connsiteY12" fmla="*/ 2674961 h 2793545"/>
              <a:gd name="connsiteX13" fmla="*/ 732553 w 10571072"/>
              <a:gd name="connsiteY13" fmla="*/ 1624083 h 279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71072" h="2793545">
                <a:moveTo>
                  <a:pt x="732553" y="1624083"/>
                </a:moveTo>
                <a:cubicBezTo>
                  <a:pt x="861069" y="1386384"/>
                  <a:pt x="1080571" y="1199865"/>
                  <a:pt x="1469532" y="1248770"/>
                </a:cubicBezTo>
                <a:cubicBezTo>
                  <a:pt x="1858493" y="1297675"/>
                  <a:pt x="2545430" y="1940256"/>
                  <a:pt x="3066320" y="1917510"/>
                </a:cubicBezTo>
                <a:cubicBezTo>
                  <a:pt x="3587210" y="1894764"/>
                  <a:pt x="4182025" y="1173707"/>
                  <a:pt x="4594870" y="1112292"/>
                </a:cubicBezTo>
                <a:cubicBezTo>
                  <a:pt x="5007715" y="1050877"/>
                  <a:pt x="5259061" y="1562669"/>
                  <a:pt x="5543389" y="1549021"/>
                </a:cubicBezTo>
                <a:cubicBezTo>
                  <a:pt x="5827717" y="1535373"/>
                  <a:pt x="5985804" y="1096370"/>
                  <a:pt x="6300840" y="1030406"/>
                </a:cubicBezTo>
                <a:cubicBezTo>
                  <a:pt x="6615876" y="964442"/>
                  <a:pt x="7079900" y="1255594"/>
                  <a:pt x="7433604" y="1153236"/>
                </a:cubicBezTo>
                <a:cubicBezTo>
                  <a:pt x="7787308" y="1050878"/>
                  <a:pt x="8101207" y="385550"/>
                  <a:pt x="8423067" y="416257"/>
                </a:cubicBezTo>
                <a:cubicBezTo>
                  <a:pt x="8744927" y="446964"/>
                  <a:pt x="9120240" y="1406857"/>
                  <a:pt x="9364762" y="1337481"/>
                </a:cubicBezTo>
                <a:cubicBezTo>
                  <a:pt x="9609284" y="1268105"/>
                  <a:pt x="9890201" y="0"/>
                  <a:pt x="9890201" y="0"/>
                </a:cubicBezTo>
                <a:lnTo>
                  <a:pt x="9890201" y="0"/>
                </a:lnTo>
                <a:cubicBezTo>
                  <a:pt x="9890201" y="411707"/>
                  <a:pt x="11422162" y="2024418"/>
                  <a:pt x="9890201" y="2470245"/>
                </a:cubicBezTo>
                <a:cubicBezTo>
                  <a:pt x="8358240" y="2916072"/>
                  <a:pt x="2224709" y="2813713"/>
                  <a:pt x="698434" y="2674961"/>
                </a:cubicBezTo>
                <a:cubicBezTo>
                  <a:pt x="-827841" y="2536209"/>
                  <a:pt x="604037" y="1861782"/>
                  <a:pt x="732553" y="1624083"/>
                </a:cubicBezTo>
                <a:close/>
              </a:path>
            </a:pathLst>
          </a:cu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p>
        </p:txBody>
      </p:sp>
      <p:grpSp>
        <p:nvGrpSpPr>
          <p:cNvPr id="18" name="Group 17"/>
          <p:cNvGrpSpPr>
            <a:grpSpLocks/>
          </p:cNvGrpSpPr>
          <p:nvPr/>
        </p:nvGrpSpPr>
        <p:grpSpPr bwMode="auto">
          <a:xfrm>
            <a:off x="623889" y="1595437"/>
            <a:ext cx="447675" cy="447675"/>
            <a:chOff x="3062954" y="1689258"/>
            <a:chExt cx="492248" cy="492451"/>
          </a:xfrm>
        </p:grpSpPr>
        <p:sp>
          <p:nvSpPr>
            <p:cNvPr id="19" name="Oval 18"/>
            <p:cNvSpPr/>
            <p:nvPr/>
          </p:nvSpPr>
          <p:spPr>
            <a:xfrm>
              <a:off x="3062954" y="1689258"/>
              <a:ext cx="492248" cy="49245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p>
          </p:txBody>
        </p:sp>
        <p:sp>
          <p:nvSpPr>
            <p:cNvPr id="503834" name="Freeform 12"/>
            <p:cNvSpPr>
              <a:spLocks noEditPoints="1"/>
            </p:cNvSpPr>
            <p:nvPr/>
          </p:nvSpPr>
          <p:spPr bwMode="auto">
            <a:xfrm>
              <a:off x="3196104" y="1805323"/>
              <a:ext cx="226579" cy="226579"/>
            </a:xfrm>
            <a:custGeom>
              <a:avLst/>
              <a:gdLst>
                <a:gd name="T0" fmla="*/ 126006243 w 376"/>
                <a:gd name="T1" fmla="*/ 103129003 h 376"/>
                <a:gd name="T2" fmla="*/ 126006243 w 376"/>
                <a:gd name="T3" fmla="*/ 86425436 h 376"/>
                <a:gd name="T4" fmla="*/ 100950591 w 376"/>
                <a:gd name="T5" fmla="*/ 61369162 h 376"/>
                <a:gd name="T6" fmla="*/ 86425436 w 376"/>
                <a:gd name="T7" fmla="*/ 61369162 h 376"/>
                <a:gd name="T8" fmla="*/ 75168180 w 376"/>
                <a:gd name="T9" fmla="*/ 53743214 h 376"/>
                <a:gd name="T10" fmla="*/ 75168180 w 376"/>
                <a:gd name="T11" fmla="*/ 33408349 h 376"/>
                <a:gd name="T12" fmla="*/ 85698696 w 376"/>
                <a:gd name="T13" fmla="*/ 17430312 h 376"/>
                <a:gd name="T14" fmla="*/ 68268972 w 376"/>
                <a:gd name="T15" fmla="*/ 0 h 376"/>
                <a:gd name="T16" fmla="*/ 50838665 w 376"/>
                <a:gd name="T17" fmla="*/ 17430312 h 376"/>
                <a:gd name="T18" fmla="*/ 61369162 w 376"/>
                <a:gd name="T19" fmla="*/ 33408349 h 376"/>
                <a:gd name="T20" fmla="*/ 61369162 w 376"/>
                <a:gd name="T21" fmla="*/ 53743214 h 376"/>
                <a:gd name="T22" fmla="*/ 50111926 w 376"/>
                <a:gd name="T23" fmla="*/ 61369162 h 376"/>
                <a:gd name="T24" fmla="*/ 35586761 w 376"/>
                <a:gd name="T25" fmla="*/ 61369162 h 376"/>
                <a:gd name="T26" fmla="*/ 10531104 w 376"/>
                <a:gd name="T27" fmla="*/ 86425436 h 376"/>
                <a:gd name="T28" fmla="*/ 10531104 w 376"/>
                <a:gd name="T29" fmla="*/ 103129003 h 376"/>
                <a:gd name="T30" fmla="*/ 0 w 376"/>
                <a:gd name="T31" fmla="*/ 119107035 h 376"/>
                <a:gd name="T32" fmla="*/ 17430312 w 376"/>
                <a:gd name="T33" fmla="*/ 136537342 h 376"/>
                <a:gd name="T34" fmla="*/ 34860623 w 376"/>
                <a:gd name="T35" fmla="*/ 119107035 h 376"/>
                <a:gd name="T36" fmla="*/ 24329524 w 376"/>
                <a:gd name="T37" fmla="*/ 103129003 h 376"/>
                <a:gd name="T38" fmla="*/ 24329524 w 376"/>
                <a:gd name="T39" fmla="*/ 86425436 h 376"/>
                <a:gd name="T40" fmla="*/ 35586761 w 376"/>
                <a:gd name="T41" fmla="*/ 75168180 h 376"/>
                <a:gd name="T42" fmla="*/ 50111926 w 376"/>
                <a:gd name="T43" fmla="*/ 75168180 h 376"/>
                <a:gd name="T44" fmla="*/ 61369162 w 376"/>
                <a:gd name="T45" fmla="*/ 73352536 h 376"/>
                <a:gd name="T46" fmla="*/ 61369162 w 376"/>
                <a:gd name="T47" fmla="*/ 103129003 h 376"/>
                <a:gd name="T48" fmla="*/ 50838665 w 376"/>
                <a:gd name="T49" fmla="*/ 119107035 h 376"/>
                <a:gd name="T50" fmla="*/ 68268972 w 376"/>
                <a:gd name="T51" fmla="*/ 136537342 h 376"/>
                <a:gd name="T52" fmla="*/ 85698696 w 376"/>
                <a:gd name="T53" fmla="*/ 119107035 h 376"/>
                <a:gd name="T54" fmla="*/ 75168180 w 376"/>
                <a:gd name="T55" fmla="*/ 103129003 h 376"/>
                <a:gd name="T56" fmla="*/ 75168180 w 376"/>
                <a:gd name="T57" fmla="*/ 73352536 h 376"/>
                <a:gd name="T58" fmla="*/ 86425436 w 376"/>
                <a:gd name="T59" fmla="*/ 75168180 h 376"/>
                <a:gd name="T60" fmla="*/ 100950591 w 376"/>
                <a:gd name="T61" fmla="*/ 75168180 h 376"/>
                <a:gd name="T62" fmla="*/ 112207828 w 376"/>
                <a:gd name="T63" fmla="*/ 86425436 h 376"/>
                <a:gd name="T64" fmla="*/ 112207828 w 376"/>
                <a:gd name="T65" fmla="*/ 103129003 h 376"/>
                <a:gd name="T66" fmla="*/ 101676728 w 376"/>
                <a:gd name="T67" fmla="*/ 119107035 h 376"/>
                <a:gd name="T68" fmla="*/ 119107035 w 376"/>
                <a:gd name="T69" fmla="*/ 136537342 h 376"/>
                <a:gd name="T70" fmla="*/ 136537342 w 376"/>
                <a:gd name="T71" fmla="*/ 119107035 h 376"/>
                <a:gd name="T72" fmla="*/ 126006243 w 376"/>
                <a:gd name="T73" fmla="*/ 103129003 h 376"/>
                <a:gd name="T74" fmla="*/ 27234676 w 376"/>
                <a:gd name="T75" fmla="*/ 119107035 h 376"/>
                <a:gd name="T76" fmla="*/ 17430312 w 376"/>
                <a:gd name="T77" fmla="*/ 129274765 h 376"/>
                <a:gd name="T78" fmla="*/ 7262580 w 376"/>
                <a:gd name="T79" fmla="*/ 119107035 h 376"/>
                <a:gd name="T80" fmla="*/ 17430312 w 376"/>
                <a:gd name="T81" fmla="*/ 108939306 h 376"/>
                <a:gd name="T82" fmla="*/ 27234676 w 376"/>
                <a:gd name="T83" fmla="*/ 119107035 h 376"/>
                <a:gd name="T84" fmla="*/ 58101243 w 376"/>
                <a:gd name="T85" fmla="*/ 17430312 h 376"/>
                <a:gd name="T86" fmla="*/ 68268972 w 376"/>
                <a:gd name="T87" fmla="*/ 7262580 h 376"/>
                <a:gd name="T88" fmla="*/ 78073332 w 376"/>
                <a:gd name="T89" fmla="*/ 17430312 h 376"/>
                <a:gd name="T90" fmla="*/ 68268972 w 376"/>
                <a:gd name="T91" fmla="*/ 27598046 h 376"/>
                <a:gd name="T92" fmla="*/ 58101243 w 376"/>
                <a:gd name="T93" fmla="*/ 17430312 h 376"/>
                <a:gd name="T94" fmla="*/ 78073332 w 376"/>
                <a:gd name="T95" fmla="*/ 119107035 h 376"/>
                <a:gd name="T96" fmla="*/ 68268972 w 376"/>
                <a:gd name="T97" fmla="*/ 129274765 h 376"/>
                <a:gd name="T98" fmla="*/ 58101243 w 376"/>
                <a:gd name="T99" fmla="*/ 119107035 h 376"/>
                <a:gd name="T100" fmla="*/ 68268972 w 376"/>
                <a:gd name="T101" fmla="*/ 108939306 h 376"/>
                <a:gd name="T102" fmla="*/ 78073332 w 376"/>
                <a:gd name="T103" fmla="*/ 119107035 h 376"/>
                <a:gd name="T104" fmla="*/ 119107035 w 376"/>
                <a:gd name="T105" fmla="*/ 129274765 h 376"/>
                <a:gd name="T106" fmla="*/ 108939306 w 376"/>
                <a:gd name="T107" fmla="*/ 119107035 h 376"/>
                <a:gd name="T108" fmla="*/ 119107035 w 376"/>
                <a:gd name="T109" fmla="*/ 108939306 h 376"/>
                <a:gd name="T110" fmla="*/ 128911395 w 376"/>
                <a:gd name="T111" fmla="*/ 119107035 h 376"/>
                <a:gd name="T112" fmla="*/ 119107035 w 376"/>
                <a:gd name="T113" fmla="*/ 129274765 h 3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6"/>
                <a:gd name="T172" fmla="*/ 0 h 376"/>
                <a:gd name="T173" fmla="*/ 376 w 376"/>
                <a:gd name="T174" fmla="*/ 376 h 3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w="9525">
              <a:noFill/>
              <a:miter lim="800000"/>
              <a:headEnd/>
              <a:tailEnd/>
            </a:ln>
          </p:spPr>
          <p:txBody>
            <a:bodyPr/>
            <a:lstStyle/>
            <a:p>
              <a:pPr eaLnBrk="0" hangingPunct="0"/>
              <a:endParaRPr lang="el-GR"/>
            </a:p>
          </p:txBody>
        </p:sp>
      </p:grpSp>
      <p:grpSp>
        <p:nvGrpSpPr>
          <p:cNvPr id="22" name="Group 21"/>
          <p:cNvGrpSpPr>
            <a:grpSpLocks/>
          </p:cNvGrpSpPr>
          <p:nvPr/>
        </p:nvGrpSpPr>
        <p:grpSpPr bwMode="auto">
          <a:xfrm>
            <a:off x="2649535" y="1722438"/>
            <a:ext cx="369887" cy="369887"/>
            <a:chOff x="2743921" y="1253453"/>
            <a:chExt cx="406948" cy="406996"/>
          </a:xfrm>
        </p:grpSpPr>
        <p:sp>
          <p:nvSpPr>
            <p:cNvPr id="23" name="Oval 22"/>
            <p:cNvSpPr/>
            <p:nvPr/>
          </p:nvSpPr>
          <p:spPr>
            <a:xfrm>
              <a:off x="2743921" y="1253453"/>
              <a:ext cx="406948" cy="40699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p>
          </p:txBody>
        </p:sp>
        <p:sp>
          <p:nvSpPr>
            <p:cNvPr id="503831" name="Freeform 17"/>
            <p:cNvSpPr>
              <a:spLocks noEditPoints="1"/>
            </p:cNvSpPr>
            <p:nvPr/>
          </p:nvSpPr>
          <p:spPr bwMode="auto">
            <a:xfrm>
              <a:off x="2841116" y="1375374"/>
              <a:ext cx="189850" cy="162643"/>
            </a:xfrm>
            <a:custGeom>
              <a:avLst/>
              <a:gdLst>
                <a:gd name="T0" fmla="*/ 3735592 w 405"/>
                <a:gd name="T1" fmla="*/ 44377634 h 347"/>
                <a:gd name="T2" fmla="*/ 9668757 w 405"/>
                <a:gd name="T3" fmla="*/ 45695651 h 347"/>
                <a:gd name="T4" fmla="*/ 14063431 w 405"/>
                <a:gd name="T5" fmla="*/ 38665445 h 347"/>
                <a:gd name="T6" fmla="*/ 5493462 w 405"/>
                <a:gd name="T7" fmla="*/ 36468593 h 347"/>
                <a:gd name="T8" fmla="*/ 659084 w 405"/>
                <a:gd name="T9" fmla="*/ 39544279 h 347"/>
                <a:gd name="T10" fmla="*/ 3735592 w 405"/>
                <a:gd name="T11" fmla="*/ 44377634 h 347"/>
                <a:gd name="T12" fmla="*/ 81743789 w 405"/>
                <a:gd name="T13" fmla="*/ 45475825 h 347"/>
                <a:gd name="T14" fmla="*/ 62186902 w 405"/>
                <a:gd name="T15" fmla="*/ 63051121 h 347"/>
                <a:gd name="T16" fmla="*/ 39113791 w 405"/>
                <a:gd name="T17" fmla="*/ 45256468 h 347"/>
                <a:gd name="T18" fmla="*/ 37575772 w 405"/>
                <a:gd name="T19" fmla="*/ 44596991 h 347"/>
                <a:gd name="T20" fmla="*/ 34499265 w 405"/>
                <a:gd name="T21" fmla="*/ 43718625 h 347"/>
                <a:gd name="T22" fmla="*/ 30104583 w 405"/>
                <a:gd name="T23" fmla="*/ 50748362 h 347"/>
                <a:gd name="T24" fmla="*/ 34938967 w 405"/>
                <a:gd name="T25" fmla="*/ 52066848 h 347"/>
                <a:gd name="T26" fmla="*/ 59989315 w 405"/>
                <a:gd name="T27" fmla="*/ 71399344 h 347"/>
                <a:gd name="T28" fmla="*/ 62406284 w 405"/>
                <a:gd name="T29" fmla="*/ 72278178 h 347"/>
                <a:gd name="T30" fmla="*/ 65043557 w 405"/>
                <a:gd name="T31" fmla="*/ 71179987 h 347"/>
                <a:gd name="T32" fmla="*/ 87237250 w 405"/>
                <a:gd name="T33" fmla="*/ 51407840 h 347"/>
                <a:gd name="T34" fmla="*/ 87457101 w 405"/>
                <a:gd name="T35" fmla="*/ 45695651 h 347"/>
                <a:gd name="T36" fmla="*/ 81743789 w 405"/>
                <a:gd name="T37" fmla="*/ 45475825 h 347"/>
                <a:gd name="T38" fmla="*/ 38674557 w 405"/>
                <a:gd name="T39" fmla="*/ 26143337 h 347"/>
                <a:gd name="T40" fmla="*/ 60209166 w 405"/>
                <a:gd name="T41" fmla="*/ 39764105 h 347"/>
                <a:gd name="T42" fmla="*/ 65702641 w 405"/>
                <a:gd name="T43" fmla="*/ 38665445 h 347"/>
                <a:gd name="T44" fmla="*/ 87896334 w 405"/>
                <a:gd name="T45" fmla="*/ 6810382 h 347"/>
                <a:gd name="T46" fmla="*/ 86797548 w 405"/>
                <a:gd name="T47" fmla="*/ 1318018 h 347"/>
                <a:gd name="T48" fmla="*/ 81304088 w 405"/>
                <a:gd name="T49" fmla="*/ 2416678 h 347"/>
                <a:gd name="T50" fmla="*/ 61307952 w 405"/>
                <a:gd name="T51" fmla="*/ 30976230 h 347"/>
                <a:gd name="T52" fmla="*/ 39773343 w 405"/>
                <a:gd name="T53" fmla="*/ 17136105 h 347"/>
                <a:gd name="T54" fmla="*/ 36696837 w 405"/>
                <a:gd name="T55" fmla="*/ 16696454 h 347"/>
                <a:gd name="T56" fmla="*/ 34279414 w 405"/>
                <a:gd name="T57" fmla="*/ 18454122 h 347"/>
                <a:gd name="T58" fmla="*/ 1318637 w 405"/>
                <a:gd name="T59" fmla="*/ 70081327 h 347"/>
                <a:gd name="T60" fmla="*/ 2416955 w 405"/>
                <a:gd name="T61" fmla="*/ 75573690 h 347"/>
                <a:gd name="T62" fmla="*/ 4614527 w 405"/>
                <a:gd name="T63" fmla="*/ 76232698 h 347"/>
                <a:gd name="T64" fmla="*/ 7910887 w 405"/>
                <a:gd name="T65" fmla="*/ 74255673 h 347"/>
                <a:gd name="T66" fmla="*/ 38674557 w 405"/>
                <a:gd name="T67" fmla="*/ 26143337 h 34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05"/>
                <a:gd name="T103" fmla="*/ 0 h 347"/>
                <a:gd name="T104" fmla="*/ 405 w 405"/>
                <a:gd name="T105" fmla="*/ 347 h 34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05" h="347">
                  <a:moveTo>
                    <a:pt x="17" y="202"/>
                  </a:moveTo>
                  <a:cubicBezTo>
                    <a:pt x="44" y="208"/>
                    <a:pt x="44" y="208"/>
                    <a:pt x="44" y="208"/>
                  </a:cubicBezTo>
                  <a:cubicBezTo>
                    <a:pt x="64" y="176"/>
                    <a:pt x="64" y="176"/>
                    <a:pt x="64" y="176"/>
                  </a:cubicBezTo>
                  <a:cubicBezTo>
                    <a:pt x="25" y="166"/>
                    <a:pt x="25" y="166"/>
                    <a:pt x="25" y="166"/>
                  </a:cubicBezTo>
                  <a:cubicBezTo>
                    <a:pt x="16" y="164"/>
                    <a:pt x="6" y="170"/>
                    <a:pt x="3" y="180"/>
                  </a:cubicBezTo>
                  <a:cubicBezTo>
                    <a:pt x="1" y="189"/>
                    <a:pt x="7" y="199"/>
                    <a:pt x="17" y="202"/>
                  </a:cubicBezTo>
                  <a:close/>
                  <a:moveTo>
                    <a:pt x="372" y="207"/>
                  </a:moveTo>
                  <a:cubicBezTo>
                    <a:pt x="283" y="287"/>
                    <a:pt x="283" y="287"/>
                    <a:pt x="283" y="287"/>
                  </a:cubicBezTo>
                  <a:cubicBezTo>
                    <a:pt x="178" y="206"/>
                    <a:pt x="178" y="206"/>
                    <a:pt x="178" y="206"/>
                  </a:cubicBezTo>
                  <a:cubicBezTo>
                    <a:pt x="176" y="204"/>
                    <a:pt x="174" y="203"/>
                    <a:pt x="171" y="203"/>
                  </a:cubicBezTo>
                  <a:cubicBezTo>
                    <a:pt x="157" y="199"/>
                    <a:pt x="157" y="199"/>
                    <a:pt x="157" y="199"/>
                  </a:cubicBezTo>
                  <a:cubicBezTo>
                    <a:pt x="137" y="231"/>
                    <a:pt x="137" y="231"/>
                    <a:pt x="137" y="231"/>
                  </a:cubicBezTo>
                  <a:cubicBezTo>
                    <a:pt x="159" y="237"/>
                    <a:pt x="159" y="237"/>
                    <a:pt x="159" y="237"/>
                  </a:cubicBezTo>
                  <a:cubicBezTo>
                    <a:pt x="273" y="325"/>
                    <a:pt x="273" y="325"/>
                    <a:pt x="273" y="325"/>
                  </a:cubicBezTo>
                  <a:cubicBezTo>
                    <a:pt x="276" y="328"/>
                    <a:pt x="280" y="329"/>
                    <a:pt x="284" y="329"/>
                  </a:cubicBezTo>
                  <a:cubicBezTo>
                    <a:pt x="288" y="329"/>
                    <a:pt x="293" y="327"/>
                    <a:pt x="296" y="324"/>
                  </a:cubicBezTo>
                  <a:cubicBezTo>
                    <a:pt x="397" y="234"/>
                    <a:pt x="397" y="234"/>
                    <a:pt x="397" y="234"/>
                  </a:cubicBezTo>
                  <a:cubicBezTo>
                    <a:pt x="404" y="227"/>
                    <a:pt x="405" y="215"/>
                    <a:pt x="398" y="208"/>
                  </a:cubicBezTo>
                  <a:cubicBezTo>
                    <a:pt x="391" y="201"/>
                    <a:pt x="380" y="200"/>
                    <a:pt x="372" y="207"/>
                  </a:cubicBezTo>
                  <a:close/>
                  <a:moveTo>
                    <a:pt x="176" y="119"/>
                  </a:moveTo>
                  <a:cubicBezTo>
                    <a:pt x="274" y="181"/>
                    <a:pt x="274" y="181"/>
                    <a:pt x="274" y="181"/>
                  </a:cubicBezTo>
                  <a:cubicBezTo>
                    <a:pt x="282" y="186"/>
                    <a:pt x="293" y="184"/>
                    <a:pt x="299" y="176"/>
                  </a:cubicBezTo>
                  <a:cubicBezTo>
                    <a:pt x="400" y="31"/>
                    <a:pt x="400" y="31"/>
                    <a:pt x="400" y="31"/>
                  </a:cubicBezTo>
                  <a:cubicBezTo>
                    <a:pt x="405" y="23"/>
                    <a:pt x="403" y="12"/>
                    <a:pt x="395" y="6"/>
                  </a:cubicBezTo>
                  <a:cubicBezTo>
                    <a:pt x="387" y="0"/>
                    <a:pt x="375" y="2"/>
                    <a:pt x="370" y="11"/>
                  </a:cubicBezTo>
                  <a:cubicBezTo>
                    <a:pt x="279" y="141"/>
                    <a:pt x="279" y="141"/>
                    <a:pt x="279" y="141"/>
                  </a:cubicBezTo>
                  <a:cubicBezTo>
                    <a:pt x="181" y="78"/>
                    <a:pt x="181" y="78"/>
                    <a:pt x="181" y="78"/>
                  </a:cubicBezTo>
                  <a:cubicBezTo>
                    <a:pt x="177" y="76"/>
                    <a:pt x="172" y="75"/>
                    <a:pt x="167" y="76"/>
                  </a:cubicBezTo>
                  <a:cubicBezTo>
                    <a:pt x="162" y="77"/>
                    <a:pt x="158" y="80"/>
                    <a:pt x="156" y="84"/>
                  </a:cubicBezTo>
                  <a:cubicBezTo>
                    <a:pt x="6" y="319"/>
                    <a:pt x="6" y="319"/>
                    <a:pt x="6" y="319"/>
                  </a:cubicBezTo>
                  <a:cubicBezTo>
                    <a:pt x="0" y="328"/>
                    <a:pt x="3" y="339"/>
                    <a:pt x="11" y="344"/>
                  </a:cubicBezTo>
                  <a:cubicBezTo>
                    <a:pt x="14" y="346"/>
                    <a:pt x="18" y="347"/>
                    <a:pt x="21" y="347"/>
                  </a:cubicBezTo>
                  <a:cubicBezTo>
                    <a:pt x="27" y="347"/>
                    <a:pt x="33" y="344"/>
                    <a:pt x="36" y="338"/>
                  </a:cubicBezTo>
                  <a:lnTo>
                    <a:pt x="176" y="119"/>
                  </a:lnTo>
                  <a:close/>
                </a:path>
              </a:pathLst>
            </a:custGeom>
            <a:solidFill>
              <a:schemeClr val="bg1"/>
            </a:solidFill>
            <a:ln w="9525">
              <a:noFill/>
              <a:miter lim="800000"/>
              <a:headEnd/>
              <a:tailEnd/>
            </a:ln>
          </p:spPr>
          <p:txBody>
            <a:bodyPr/>
            <a:lstStyle/>
            <a:p>
              <a:pPr eaLnBrk="0" hangingPunct="0"/>
              <a:endParaRPr lang="el-GR"/>
            </a:p>
          </p:txBody>
        </p:sp>
      </p:grpSp>
      <p:grpSp>
        <p:nvGrpSpPr>
          <p:cNvPr id="26" name="Group 25"/>
          <p:cNvGrpSpPr>
            <a:grpSpLocks/>
          </p:cNvGrpSpPr>
          <p:nvPr/>
        </p:nvGrpSpPr>
        <p:grpSpPr bwMode="auto">
          <a:xfrm>
            <a:off x="3238501" y="1714500"/>
            <a:ext cx="654050" cy="654050"/>
            <a:chOff x="3896457" y="1885950"/>
            <a:chExt cx="720199" cy="719787"/>
          </a:xfrm>
        </p:grpSpPr>
        <p:sp>
          <p:nvSpPr>
            <p:cNvPr id="27" name="Oval 26"/>
            <p:cNvSpPr/>
            <p:nvPr/>
          </p:nvSpPr>
          <p:spPr>
            <a:xfrm>
              <a:off x="3896457" y="1885950"/>
              <a:ext cx="720199" cy="719787"/>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p>
          </p:txBody>
        </p:sp>
        <p:sp>
          <p:nvSpPr>
            <p:cNvPr id="503828" name="Freeform 22"/>
            <p:cNvSpPr>
              <a:spLocks noEditPoints="1"/>
            </p:cNvSpPr>
            <p:nvPr/>
          </p:nvSpPr>
          <p:spPr bwMode="auto">
            <a:xfrm>
              <a:off x="4090068" y="2090929"/>
              <a:ext cx="310251" cy="310606"/>
            </a:xfrm>
            <a:custGeom>
              <a:avLst/>
              <a:gdLst>
                <a:gd name="T0" fmla="*/ 63259173 w 368"/>
                <a:gd name="T1" fmla="*/ 86913127 h 368"/>
                <a:gd name="T2" fmla="*/ 71787700 w 368"/>
                <a:gd name="T3" fmla="*/ 88337863 h 368"/>
                <a:gd name="T4" fmla="*/ 103773050 w 368"/>
                <a:gd name="T5" fmla="*/ 58416724 h 368"/>
                <a:gd name="T6" fmla="*/ 103062339 w 368"/>
                <a:gd name="T7" fmla="*/ 52005400 h 368"/>
                <a:gd name="T8" fmla="*/ 104483761 w 368"/>
                <a:gd name="T9" fmla="*/ 42743774 h 368"/>
                <a:gd name="T10" fmla="*/ 61836908 w 368"/>
                <a:gd name="T11" fmla="*/ 19234783 h 368"/>
                <a:gd name="T12" fmla="*/ 25588118 w 368"/>
                <a:gd name="T13" fmla="*/ 53430136 h 368"/>
                <a:gd name="T14" fmla="*/ 51175393 w 368"/>
                <a:gd name="T15" fmla="*/ 89762598 h 368"/>
                <a:gd name="T16" fmla="*/ 63259173 w 368"/>
                <a:gd name="T17" fmla="*/ 86913127 h 368"/>
                <a:gd name="T18" fmla="*/ 35538916 w 368"/>
                <a:gd name="T19" fmla="*/ 114696344 h 368"/>
                <a:gd name="T20" fmla="*/ 37671048 w 368"/>
                <a:gd name="T21" fmla="*/ 104010800 h 368"/>
                <a:gd name="T22" fmla="*/ 13504348 w 368"/>
                <a:gd name="T23" fmla="*/ 71952558 h 368"/>
                <a:gd name="T24" fmla="*/ 0 w 368"/>
                <a:gd name="T25" fmla="*/ 131081650 h 368"/>
                <a:gd name="T26" fmla="*/ 18480169 w 368"/>
                <a:gd name="T27" fmla="*/ 198047606 h 368"/>
                <a:gd name="T28" fmla="*/ 41224601 w 368"/>
                <a:gd name="T29" fmla="*/ 131794017 h 368"/>
                <a:gd name="T30" fmla="*/ 35538916 w 368"/>
                <a:gd name="T31" fmla="*/ 114696344 h 368"/>
                <a:gd name="T32" fmla="*/ 130782609 w 368"/>
                <a:gd name="T33" fmla="*/ 24221358 h 368"/>
                <a:gd name="T34" fmla="*/ 149972639 w 368"/>
                <a:gd name="T35" fmla="*/ 31345888 h 368"/>
                <a:gd name="T36" fmla="*/ 195462333 w 368"/>
                <a:gd name="T37" fmla="*/ 17097680 h 368"/>
                <a:gd name="T38" fmla="*/ 130782609 w 368"/>
                <a:gd name="T39" fmla="*/ 0 h 368"/>
                <a:gd name="T40" fmla="*/ 84582177 w 368"/>
                <a:gd name="T41" fmla="*/ 8548418 h 368"/>
                <a:gd name="T42" fmla="*/ 117277421 w 368"/>
                <a:gd name="T43" fmla="*/ 27783204 h 368"/>
                <a:gd name="T44" fmla="*/ 130782609 w 368"/>
                <a:gd name="T45" fmla="*/ 24221358 h 368"/>
                <a:gd name="T46" fmla="*/ 172717907 w 368"/>
                <a:gd name="T47" fmla="*/ 155303001 h 368"/>
                <a:gd name="T48" fmla="*/ 179825857 w 368"/>
                <a:gd name="T49" fmla="*/ 146042219 h 368"/>
                <a:gd name="T50" fmla="*/ 142154822 w 368"/>
                <a:gd name="T51" fmla="*/ 77651501 h 368"/>
                <a:gd name="T52" fmla="*/ 130782609 w 368"/>
                <a:gd name="T53" fmla="*/ 79788604 h 368"/>
                <a:gd name="T54" fmla="*/ 115145289 w 368"/>
                <a:gd name="T55" fmla="*/ 74802029 h 368"/>
                <a:gd name="T56" fmla="*/ 86714309 w 368"/>
                <a:gd name="T57" fmla="*/ 100448117 h 368"/>
                <a:gd name="T58" fmla="*/ 90978573 w 368"/>
                <a:gd name="T59" fmla="*/ 114696344 h 368"/>
                <a:gd name="T60" fmla="*/ 90267862 w 368"/>
                <a:gd name="T61" fmla="*/ 123245603 h 368"/>
                <a:gd name="T62" fmla="*/ 172717907 w 368"/>
                <a:gd name="T63" fmla="*/ 155303001 h 368"/>
                <a:gd name="T64" fmla="*/ 208967521 w 368"/>
                <a:gd name="T65" fmla="*/ 193060187 h 368"/>
                <a:gd name="T66" fmla="*/ 209678232 w 368"/>
                <a:gd name="T67" fmla="*/ 208733124 h 368"/>
                <a:gd name="T68" fmla="*/ 207545257 w 368"/>
                <a:gd name="T69" fmla="*/ 237229580 h 368"/>
                <a:gd name="T70" fmla="*/ 255167136 w 368"/>
                <a:gd name="T71" fmla="*/ 170975938 h 368"/>
                <a:gd name="T72" fmla="*/ 223893340 w 368"/>
                <a:gd name="T73" fmla="*/ 175962514 h 368"/>
                <a:gd name="T74" fmla="*/ 208967521 w 368"/>
                <a:gd name="T75" fmla="*/ 193060187 h 368"/>
                <a:gd name="T76" fmla="*/ 166320669 w 368"/>
                <a:gd name="T77" fmla="*/ 173825410 h 368"/>
                <a:gd name="T78" fmla="*/ 78184939 w 368"/>
                <a:gd name="T79" fmla="*/ 138917696 h 368"/>
                <a:gd name="T80" fmla="*/ 63259173 w 368"/>
                <a:gd name="T81" fmla="*/ 142480380 h 368"/>
                <a:gd name="T82" fmla="*/ 57572645 w 368"/>
                <a:gd name="T83" fmla="*/ 142480380 h 368"/>
                <a:gd name="T84" fmla="*/ 34828206 w 368"/>
                <a:gd name="T85" fmla="*/ 220131854 h 368"/>
                <a:gd name="T86" fmla="*/ 79606360 w 368"/>
                <a:gd name="T87" fmla="*/ 251476937 h 368"/>
                <a:gd name="T88" fmla="*/ 166320669 w 368"/>
                <a:gd name="T89" fmla="*/ 173825410 h 368"/>
                <a:gd name="T90" fmla="*/ 218207602 w 368"/>
                <a:gd name="T91" fmla="*/ 34195359 h 368"/>
                <a:gd name="T92" fmla="*/ 158502009 w 368"/>
                <a:gd name="T93" fmla="*/ 49155928 h 368"/>
                <a:gd name="T94" fmla="*/ 159212720 w 368"/>
                <a:gd name="T95" fmla="*/ 52005400 h 368"/>
                <a:gd name="T96" fmla="*/ 156369877 w 368"/>
                <a:gd name="T97" fmla="*/ 64115667 h 368"/>
                <a:gd name="T98" fmla="*/ 198305176 w 368"/>
                <a:gd name="T99" fmla="*/ 139630064 h 368"/>
                <a:gd name="T100" fmla="*/ 223182629 w 368"/>
                <a:gd name="T101" fmla="*/ 156727737 h 368"/>
                <a:gd name="T102" fmla="*/ 260142953 w 368"/>
                <a:gd name="T103" fmla="*/ 149604058 h 368"/>
                <a:gd name="T104" fmla="*/ 261564375 w 368"/>
                <a:gd name="T105" fmla="*/ 131081650 h 368"/>
                <a:gd name="T106" fmla="*/ 218207602 w 368"/>
                <a:gd name="T107" fmla="*/ 34195359 h 368"/>
                <a:gd name="T108" fmla="*/ 180536567 w 368"/>
                <a:gd name="T109" fmla="*/ 188785979 h 368"/>
                <a:gd name="T110" fmla="*/ 98797233 w 368"/>
                <a:gd name="T111" fmla="*/ 257889092 h 368"/>
                <a:gd name="T112" fmla="*/ 130782609 w 368"/>
                <a:gd name="T113" fmla="*/ 262163299 h 368"/>
                <a:gd name="T114" fmla="*/ 185511542 w 368"/>
                <a:gd name="T115" fmla="*/ 250052201 h 368"/>
                <a:gd name="T116" fmla="*/ 189776648 w 368"/>
                <a:gd name="T117" fmla="*/ 208733124 h 368"/>
                <a:gd name="T118" fmla="*/ 189065938 w 368"/>
                <a:gd name="T119" fmla="*/ 193772554 h 368"/>
                <a:gd name="T120" fmla="*/ 180536567 w 368"/>
                <a:gd name="T121" fmla="*/ 188785979 h 36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8"/>
                <a:gd name="T184" fmla="*/ 0 h 368"/>
                <a:gd name="T185" fmla="*/ 368 w 368"/>
                <a:gd name="T186" fmla="*/ 368 h 36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8" h="368">
                  <a:moveTo>
                    <a:pt x="89" y="122"/>
                  </a:moveTo>
                  <a:cubicBezTo>
                    <a:pt x="93" y="122"/>
                    <a:pt x="97" y="123"/>
                    <a:pt x="101" y="124"/>
                  </a:cubicBezTo>
                  <a:cubicBezTo>
                    <a:pt x="115" y="108"/>
                    <a:pt x="130" y="94"/>
                    <a:pt x="146" y="82"/>
                  </a:cubicBezTo>
                  <a:cubicBezTo>
                    <a:pt x="146" y="79"/>
                    <a:pt x="145" y="76"/>
                    <a:pt x="145" y="73"/>
                  </a:cubicBezTo>
                  <a:cubicBezTo>
                    <a:pt x="145" y="68"/>
                    <a:pt x="146" y="64"/>
                    <a:pt x="147" y="60"/>
                  </a:cubicBezTo>
                  <a:cubicBezTo>
                    <a:pt x="129" y="47"/>
                    <a:pt x="109" y="36"/>
                    <a:pt x="87" y="27"/>
                  </a:cubicBezTo>
                  <a:cubicBezTo>
                    <a:pt x="67" y="40"/>
                    <a:pt x="50" y="56"/>
                    <a:pt x="36" y="75"/>
                  </a:cubicBezTo>
                  <a:cubicBezTo>
                    <a:pt x="46" y="93"/>
                    <a:pt x="58" y="110"/>
                    <a:pt x="72" y="126"/>
                  </a:cubicBezTo>
                  <a:cubicBezTo>
                    <a:pt x="77" y="124"/>
                    <a:pt x="83" y="122"/>
                    <a:pt x="89" y="122"/>
                  </a:cubicBezTo>
                  <a:close/>
                  <a:moveTo>
                    <a:pt x="50" y="161"/>
                  </a:moveTo>
                  <a:cubicBezTo>
                    <a:pt x="50" y="156"/>
                    <a:pt x="51" y="151"/>
                    <a:pt x="53" y="146"/>
                  </a:cubicBezTo>
                  <a:cubicBezTo>
                    <a:pt x="41" y="132"/>
                    <a:pt x="29" y="117"/>
                    <a:pt x="19" y="101"/>
                  </a:cubicBezTo>
                  <a:cubicBezTo>
                    <a:pt x="7" y="126"/>
                    <a:pt x="0" y="154"/>
                    <a:pt x="0" y="184"/>
                  </a:cubicBezTo>
                  <a:cubicBezTo>
                    <a:pt x="0" y="218"/>
                    <a:pt x="9" y="250"/>
                    <a:pt x="26" y="278"/>
                  </a:cubicBezTo>
                  <a:cubicBezTo>
                    <a:pt x="32" y="245"/>
                    <a:pt x="43" y="214"/>
                    <a:pt x="58" y="185"/>
                  </a:cubicBezTo>
                  <a:cubicBezTo>
                    <a:pt x="53" y="178"/>
                    <a:pt x="50" y="170"/>
                    <a:pt x="50" y="161"/>
                  </a:cubicBezTo>
                  <a:close/>
                  <a:moveTo>
                    <a:pt x="184" y="34"/>
                  </a:moveTo>
                  <a:cubicBezTo>
                    <a:pt x="195" y="34"/>
                    <a:pt x="204" y="38"/>
                    <a:pt x="211" y="44"/>
                  </a:cubicBezTo>
                  <a:cubicBezTo>
                    <a:pt x="232" y="35"/>
                    <a:pt x="253" y="29"/>
                    <a:pt x="275" y="24"/>
                  </a:cubicBezTo>
                  <a:cubicBezTo>
                    <a:pt x="248" y="9"/>
                    <a:pt x="217" y="0"/>
                    <a:pt x="184" y="0"/>
                  </a:cubicBezTo>
                  <a:cubicBezTo>
                    <a:pt x="161" y="0"/>
                    <a:pt x="139" y="4"/>
                    <a:pt x="119" y="12"/>
                  </a:cubicBezTo>
                  <a:cubicBezTo>
                    <a:pt x="135" y="20"/>
                    <a:pt x="150" y="29"/>
                    <a:pt x="165" y="39"/>
                  </a:cubicBezTo>
                  <a:cubicBezTo>
                    <a:pt x="170" y="36"/>
                    <a:pt x="177" y="34"/>
                    <a:pt x="184" y="34"/>
                  </a:cubicBezTo>
                  <a:close/>
                  <a:moveTo>
                    <a:pt x="243" y="218"/>
                  </a:moveTo>
                  <a:cubicBezTo>
                    <a:pt x="245" y="213"/>
                    <a:pt x="249" y="208"/>
                    <a:pt x="253" y="205"/>
                  </a:cubicBezTo>
                  <a:cubicBezTo>
                    <a:pt x="242" y="169"/>
                    <a:pt x="223" y="137"/>
                    <a:pt x="200" y="109"/>
                  </a:cubicBezTo>
                  <a:cubicBezTo>
                    <a:pt x="195" y="111"/>
                    <a:pt x="190" y="112"/>
                    <a:pt x="184" y="112"/>
                  </a:cubicBezTo>
                  <a:cubicBezTo>
                    <a:pt x="176" y="112"/>
                    <a:pt x="168" y="109"/>
                    <a:pt x="162" y="105"/>
                  </a:cubicBezTo>
                  <a:cubicBezTo>
                    <a:pt x="148" y="115"/>
                    <a:pt x="134" y="128"/>
                    <a:pt x="122" y="141"/>
                  </a:cubicBezTo>
                  <a:cubicBezTo>
                    <a:pt x="126" y="147"/>
                    <a:pt x="128" y="154"/>
                    <a:pt x="128" y="161"/>
                  </a:cubicBezTo>
                  <a:cubicBezTo>
                    <a:pt x="128" y="165"/>
                    <a:pt x="128" y="169"/>
                    <a:pt x="127" y="173"/>
                  </a:cubicBezTo>
                  <a:cubicBezTo>
                    <a:pt x="161" y="196"/>
                    <a:pt x="200" y="212"/>
                    <a:pt x="243" y="218"/>
                  </a:cubicBezTo>
                  <a:close/>
                  <a:moveTo>
                    <a:pt x="294" y="271"/>
                  </a:moveTo>
                  <a:cubicBezTo>
                    <a:pt x="294" y="278"/>
                    <a:pt x="295" y="286"/>
                    <a:pt x="295" y="293"/>
                  </a:cubicBezTo>
                  <a:cubicBezTo>
                    <a:pt x="295" y="307"/>
                    <a:pt x="294" y="320"/>
                    <a:pt x="292" y="333"/>
                  </a:cubicBezTo>
                  <a:cubicBezTo>
                    <a:pt x="323" y="310"/>
                    <a:pt x="347" y="277"/>
                    <a:pt x="359" y="240"/>
                  </a:cubicBezTo>
                  <a:cubicBezTo>
                    <a:pt x="345" y="243"/>
                    <a:pt x="330" y="246"/>
                    <a:pt x="315" y="247"/>
                  </a:cubicBezTo>
                  <a:cubicBezTo>
                    <a:pt x="312" y="258"/>
                    <a:pt x="304" y="266"/>
                    <a:pt x="294" y="271"/>
                  </a:cubicBezTo>
                  <a:close/>
                  <a:moveTo>
                    <a:pt x="234" y="244"/>
                  </a:moveTo>
                  <a:cubicBezTo>
                    <a:pt x="188" y="237"/>
                    <a:pt x="146" y="220"/>
                    <a:pt x="110" y="195"/>
                  </a:cubicBezTo>
                  <a:cubicBezTo>
                    <a:pt x="104" y="198"/>
                    <a:pt x="97" y="200"/>
                    <a:pt x="89" y="200"/>
                  </a:cubicBezTo>
                  <a:cubicBezTo>
                    <a:pt x="86" y="200"/>
                    <a:pt x="84" y="200"/>
                    <a:pt x="81" y="200"/>
                  </a:cubicBezTo>
                  <a:cubicBezTo>
                    <a:pt x="64" y="233"/>
                    <a:pt x="52" y="270"/>
                    <a:pt x="49" y="309"/>
                  </a:cubicBezTo>
                  <a:cubicBezTo>
                    <a:pt x="67" y="328"/>
                    <a:pt x="88" y="343"/>
                    <a:pt x="112" y="353"/>
                  </a:cubicBezTo>
                  <a:cubicBezTo>
                    <a:pt x="142" y="308"/>
                    <a:pt x="184" y="270"/>
                    <a:pt x="234" y="244"/>
                  </a:cubicBezTo>
                  <a:close/>
                  <a:moveTo>
                    <a:pt x="307" y="48"/>
                  </a:moveTo>
                  <a:cubicBezTo>
                    <a:pt x="278" y="50"/>
                    <a:pt x="250" y="58"/>
                    <a:pt x="223" y="69"/>
                  </a:cubicBezTo>
                  <a:cubicBezTo>
                    <a:pt x="224" y="70"/>
                    <a:pt x="224" y="71"/>
                    <a:pt x="224" y="73"/>
                  </a:cubicBezTo>
                  <a:cubicBezTo>
                    <a:pt x="224" y="79"/>
                    <a:pt x="222" y="85"/>
                    <a:pt x="220" y="90"/>
                  </a:cubicBezTo>
                  <a:cubicBezTo>
                    <a:pt x="246" y="121"/>
                    <a:pt x="266" y="157"/>
                    <a:pt x="279" y="196"/>
                  </a:cubicBezTo>
                  <a:cubicBezTo>
                    <a:pt x="295" y="196"/>
                    <a:pt x="309" y="206"/>
                    <a:pt x="314" y="220"/>
                  </a:cubicBezTo>
                  <a:cubicBezTo>
                    <a:pt x="332" y="218"/>
                    <a:pt x="349" y="215"/>
                    <a:pt x="366" y="210"/>
                  </a:cubicBezTo>
                  <a:cubicBezTo>
                    <a:pt x="367" y="201"/>
                    <a:pt x="368" y="193"/>
                    <a:pt x="368" y="184"/>
                  </a:cubicBezTo>
                  <a:cubicBezTo>
                    <a:pt x="368" y="130"/>
                    <a:pt x="344" y="81"/>
                    <a:pt x="307" y="48"/>
                  </a:cubicBezTo>
                  <a:close/>
                  <a:moveTo>
                    <a:pt x="254" y="265"/>
                  </a:moveTo>
                  <a:cubicBezTo>
                    <a:pt x="207" y="287"/>
                    <a:pt x="167" y="321"/>
                    <a:pt x="139" y="362"/>
                  </a:cubicBezTo>
                  <a:cubicBezTo>
                    <a:pt x="153" y="366"/>
                    <a:pt x="168" y="368"/>
                    <a:pt x="184" y="368"/>
                  </a:cubicBezTo>
                  <a:cubicBezTo>
                    <a:pt x="212" y="368"/>
                    <a:pt x="238" y="362"/>
                    <a:pt x="261" y="351"/>
                  </a:cubicBezTo>
                  <a:cubicBezTo>
                    <a:pt x="265" y="332"/>
                    <a:pt x="267" y="313"/>
                    <a:pt x="267" y="293"/>
                  </a:cubicBezTo>
                  <a:cubicBezTo>
                    <a:pt x="267" y="286"/>
                    <a:pt x="267" y="279"/>
                    <a:pt x="266" y="272"/>
                  </a:cubicBezTo>
                  <a:cubicBezTo>
                    <a:pt x="262" y="271"/>
                    <a:pt x="257" y="268"/>
                    <a:pt x="254" y="265"/>
                  </a:cubicBezTo>
                  <a:close/>
                </a:path>
              </a:pathLst>
            </a:custGeom>
            <a:solidFill>
              <a:schemeClr val="bg1"/>
            </a:solidFill>
            <a:ln w="9525">
              <a:noFill/>
              <a:miter lim="800000"/>
              <a:headEnd/>
              <a:tailEnd/>
            </a:ln>
          </p:spPr>
          <p:txBody>
            <a:bodyPr/>
            <a:lstStyle/>
            <a:p>
              <a:pPr eaLnBrk="0" hangingPunct="0"/>
              <a:endParaRPr lang="el-GR"/>
            </a:p>
          </p:txBody>
        </p:sp>
      </p:grpSp>
      <p:grpSp>
        <p:nvGrpSpPr>
          <p:cNvPr id="31" name="Group 30"/>
          <p:cNvGrpSpPr>
            <a:grpSpLocks/>
          </p:cNvGrpSpPr>
          <p:nvPr/>
        </p:nvGrpSpPr>
        <p:grpSpPr bwMode="auto">
          <a:xfrm>
            <a:off x="1270004" y="2335212"/>
            <a:ext cx="304800" cy="304800"/>
            <a:chOff x="3680718" y="2952750"/>
            <a:chExt cx="335583" cy="335976"/>
          </a:xfrm>
        </p:grpSpPr>
        <p:sp>
          <p:nvSpPr>
            <p:cNvPr id="32" name="Oval 31"/>
            <p:cNvSpPr/>
            <p:nvPr/>
          </p:nvSpPr>
          <p:spPr>
            <a:xfrm>
              <a:off x="3680718" y="2952750"/>
              <a:ext cx="335583" cy="33597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p>
          </p:txBody>
        </p:sp>
        <p:sp>
          <p:nvSpPr>
            <p:cNvPr id="503825" name="Freeform 27"/>
            <p:cNvSpPr>
              <a:spLocks noEditPoints="1"/>
            </p:cNvSpPr>
            <p:nvPr/>
          </p:nvSpPr>
          <p:spPr bwMode="auto">
            <a:xfrm>
              <a:off x="3771222" y="3053691"/>
              <a:ext cx="134057" cy="134057"/>
            </a:xfrm>
            <a:custGeom>
              <a:avLst/>
              <a:gdLst>
                <a:gd name="T0" fmla="*/ 8320099 w 360"/>
                <a:gd name="T1" fmla="*/ 44373608 h 360"/>
                <a:gd name="T2" fmla="*/ 13866708 w 360"/>
                <a:gd name="T3" fmla="*/ 49920226 h 360"/>
                <a:gd name="T4" fmla="*/ 19413315 w 360"/>
                <a:gd name="T5" fmla="*/ 44373608 h 360"/>
                <a:gd name="T6" fmla="*/ 13866708 w 360"/>
                <a:gd name="T7" fmla="*/ 38827002 h 360"/>
                <a:gd name="T8" fmla="*/ 8320099 w 360"/>
                <a:gd name="T9" fmla="*/ 44373608 h 360"/>
                <a:gd name="T10" fmla="*/ 36053512 w 360"/>
                <a:gd name="T11" fmla="*/ 44373608 h 360"/>
                <a:gd name="T12" fmla="*/ 41600119 w 360"/>
                <a:gd name="T13" fmla="*/ 49920226 h 360"/>
                <a:gd name="T14" fmla="*/ 47146725 w 360"/>
                <a:gd name="T15" fmla="*/ 44373608 h 360"/>
                <a:gd name="T16" fmla="*/ 41600119 w 360"/>
                <a:gd name="T17" fmla="*/ 38827002 h 360"/>
                <a:gd name="T18" fmla="*/ 36053512 w 360"/>
                <a:gd name="T19" fmla="*/ 44373608 h 360"/>
                <a:gd name="T20" fmla="*/ 18165468 w 360"/>
                <a:gd name="T21" fmla="*/ 31200278 h 360"/>
                <a:gd name="T22" fmla="*/ 48810905 w 360"/>
                <a:gd name="T23" fmla="*/ 22464228 h 360"/>
                <a:gd name="T24" fmla="*/ 49920226 w 360"/>
                <a:gd name="T25" fmla="*/ 21077483 h 360"/>
                <a:gd name="T26" fmla="*/ 49920226 w 360"/>
                <a:gd name="T27" fmla="*/ 5824031 h 360"/>
                <a:gd name="T28" fmla="*/ 10816165 w 360"/>
                <a:gd name="T29" fmla="*/ 5824031 h 360"/>
                <a:gd name="T30" fmla="*/ 10816165 w 360"/>
                <a:gd name="T31" fmla="*/ 1109322 h 360"/>
                <a:gd name="T32" fmla="*/ 9706844 w 360"/>
                <a:gd name="T33" fmla="*/ 0 h 360"/>
                <a:gd name="T34" fmla="*/ 1109322 w 360"/>
                <a:gd name="T35" fmla="*/ 0 h 360"/>
                <a:gd name="T36" fmla="*/ 0 w 360"/>
                <a:gd name="T37" fmla="*/ 1109322 h 360"/>
                <a:gd name="T38" fmla="*/ 0 w 360"/>
                <a:gd name="T39" fmla="*/ 5546608 h 360"/>
                <a:gd name="T40" fmla="*/ 5408082 w 360"/>
                <a:gd name="T41" fmla="*/ 5546608 h 360"/>
                <a:gd name="T42" fmla="*/ 10816165 w 360"/>
                <a:gd name="T43" fmla="*/ 30645431 h 360"/>
                <a:gd name="T44" fmla="*/ 11370639 w 360"/>
                <a:gd name="T45" fmla="*/ 33280023 h 360"/>
                <a:gd name="T46" fmla="*/ 11370639 w 360"/>
                <a:gd name="T47" fmla="*/ 37440257 h 360"/>
                <a:gd name="T48" fmla="*/ 12479964 w 360"/>
                <a:gd name="T49" fmla="*/ 38549578 h 360"/>
                <a:gd name="T50" fmla="*/ 13866708 w 360"/>
                <a:gd name="T51" fmla="*/ 38549578 h 360"/>
                <a:gd name="T52" fmla="*/ 41600119 w 360"/>
                <a:gd name="T53" fmla="*/ 38549578 h 360"/>
                <a:gd name="T54" fmla="*/ 48810905 w 360"/>
                <a:gd name="T55" fmla="*/ 38549578 h 360"/>
                <a:gd name="T56" fmla="*/ 49920226 w 360"/>
                <a:gd name="T57" fmla="*/ 37440257 h 360"/>
                <a:gd name="T58" fmla="*/ 49920226 w 360"/>
                <a:gd name="T59" fmla="*/ 33280023 h 360"/>
                <a:gd name="T60" fmla="*/ 18719942 w 360"/>
                <a:gd name="T61" fmla="*/ 33280023 h 360"/>
                <a:gd name="T62" fmla="*/ 18165468 w 360"/>
                <a:gd name="T63" fmla="*/ 31200278 h 36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0"/>
                <a:gd name="T97" fmla="*/ 0 h 360"/>
                <a:gd name="T98" fmla="*/ 360 w 360"/>
                <a:gd name="T99" fmla="*/ 360 h 36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0" h="360">
                  <a:moveTo>
                    <a:pt x="60" y="320"/>
                  </a:moveTo>
                  <a:cubicBezTo>
                    <a:pt x="60" y="342"/>
                    <a:pt x="78" y="360"/>
                    <a:pt x="100" y="360"/>
                  </a:cubicBezTo>
                  <a:cubicBezTo>
                    <a:pt x="122" y="360"/>
                    <a:pt x="140" y="342"/>
                    <a:pt x="140" y="320"/>
                  </a:cubicBezTo>
                  <a:cubicBezTo>
                    <a:pt x="140" y="298"/>
                    <a:pt x="122" y="280"/>
                    <a:pt x="100" y="280"/>
                  </a:cubicBezTo>
                  <a:cubicBezTo>
                    <a:pt x="78" y="280"/>
                    <a:pt x="60" y="298"/>
                    <a:pt x="60" y="320"/>
                  </a:cubicBezTo>
                  <a:close/>
                  <a:moveTo>
                    <a:pt x="260" y="320"/>
                  </a:moveTo>
                  <a:cubicBezTo>
                    <a:pt x="260" y="342"/>
                    <a:pt x="278" y="360"/>
                    <a:pt x="300" y="360"/>
                  </a:cubicBezTo>
                  <a:cubicBezTo>
                    <a:pt x="322" y="360"/>
                    <a:pt x="340" y="342"/>
                    <a:pt x="340" y="320"/>
                  </a:cubicBezTo>
                  <a:cubicBezTo>
                    <a:pt x="340" y="298"/>
                    <a:pt x="322" y="280"/>
                    <a:pt x="300" y="280"/>
                  </a:cubicBezTo>
                  <a:cubicBezTo>
                    <a:pt x="278" y="280"/>
                    <a:pt x="260" y="298"/>
                    <a:pt x="260" y="320"/>
                  </a:cubicBezTo>
                  <a:close/>
                  <a:moveTo>
                    <a:pt x="131" y="225"/>
                  </a:moveTo>
                  <a:cubicBezTo>
                    <a:pt x="352" y="162"/>
                    <a:pt x="352" y="162"/>
                    <a:pt x="352" y="162"/>
                  </a:cubicBezTo>
                  <a:cubicBezTo>
                    <a:pt x="356" y="161"/>
                    <a:pt x="360" y="156"/>
                    <a:pt x="360" y="152"/>
                  </a:cubicBezTo>
                  <a:cubicBezTo>
                    <a:pt x="360" y="42"/>
                    <a:pt x="360" y="42"/>
                    <a:pt x="360" y="42"/>
                  </a:cubicBezTo>
                  <a:cubicBezTo>
                    <a:pt x="78" y="42"/>
                    <a:pt x="78" y="42"/>
                    <a:pt x="78" y="42"/>
                  </a:cubicBezTo>
                  <a:cubicBezTo>
                    <a:pt x="78" y="8"/>
                    <a:pt x="78" y="8"/>
                    <a:pt x="78" y="8"/>
                  </a:cubicBezTo>
                  <a:cubicBezTo>
                    <a:pt x="78" y="3"/>
                    <a:pt x="74" y="0"/>
                    <a:pt x="70" y="0"/>
                  </a:cubicBezTo>
                  <a:cubicBezTo>
                    <a:pt x="8" y="0"/>
                    <a:pt x="8" y="0"/>
                    <a:pt x="8" y="0"/>
                  </a:cubicBezTo>
                  <a:cubicBezTo>
                    <a:pt x="3" y="0"/>
                    <a:pt x="0" y="3"/>
                    <a:pt x="0" y="8"/>
                  </a:cubicBezTo>
                  <a:cubicBezTo>
                    <a:pt x="0" y="40"/>
                    <a:pt x="0" y="40"/>
                    <a:pt x="0" y="40"/>
                  </a:cubicBezTo>
                  <a:cubicBezTo>
                    <a:pt x="39" y="40"/>
                    <a:pt x="39" y="40"/>
                    <a:pt x="39" y="40"/>
                  </a:cubicBezTo>
                  <a:cubicBezTo>
                    <a:pt x="78" y="221"/>
                    <a:pt x="78" y="221"/>
                    <a:pt x="78" y="221"/>
                  </a:cubicBezTo>
                  <a:cubicBezTo>
                    <a:pt x="82" y="240"/>
                    <a:pt x="82" y="240"/>
                    <a:pt x="82" y="240"/>
                  </a:cubicBezTo>
                  <a:cubicBezTo>
                    <a:pt x="82" y="270"/>
                    <a:pt x="82" y="270"/>
                    <a:pt x="82" y="270"/>
                  </a:cubicBezTo>
                  <a:cubicBezTo>
                    <a:pt x="82" y="274"/>
                    <a:pt x="85" y="278"/>
                    <a:pt x="90" y="278"/>
                  </a:cubicBezTo>
                  <a:cubicBezTo>
                    <a:pt x="100" y="278"/>
                    <a:pt x="100" y="278"/>
                    <a:pt x="100" y="278"/>
                  </a:cubicBezTo>
                  <a:cubicBezTo>
                    <a:pt x="300" y="278"/>
                    <a:pt x="300" y="278"/>
                    <a:pt x="300" y="278"/>
                  </a:cubicBezTo>
                  <a:cubicBezTo>
                    <a:pt x="352" y="278"/>
                    <a:pt x="352" y="278"/>
                    <a:pt x="352" y="278"/>
                  </a:cubicBezTo>
                  <a:cubicBezTo>
                    <a:pt x="356" y="278"/>
                    <a:pt x="360" y="274"/>
                    <a:pt x="360" y="270"/>
                  </a:cubicBezTo>
                  <a:cubicBezTo>
                    <a:pt x="360" y="240"/>
                    <a:pt x="360" y="240"/>
                    <a:pt x="360" y="240"/>
                  </a:cubicBezTo>
                  <a:cubicBezTo>
                    <a:pt x="135" y="240"/>
                    <a:pt x="135" y="240"/>
                    <a:pt x="135" y="240"/>
                  </a:cubicBezTo>
                  <a:cubicBezTo>
                    <a:pt x="112" y="240"/>
                    <a:pt x="111" y="231"/>
                    <a:pt x="131" y="225"/>
                  </a:cubicBezTo>
                  <a:close/>
                </a:path>
              </a:pathLst>
            </a:custGeom>
            <a:solidFill>
              <a:schemeClr val="bg1"/>
            </a:solidFill>
            <a:ln w="9525">
              <a:noFill/>
              <a:miter lim="800000"/>
              <a:headEnd/>
              <a:tailEnd/>
            </a:ln>
          </p:spPr>
          <p:txBody>
            <a:bodyPr/>
            <a:lstStyle/>
            <a:p>
              <a:pPr eaLnBrk="0" hangingPunct="0"/>
              <a:endParaRPr lang="el-GR"/>
            </a:p>
          </p:txBody>
        </p:sp>
      </p:grpSp>
      <p:grpSp>
        <p:nvGrpSpPr>
          <p:cNvPr id="35" name="Group 34"/>
          <p:cNvGrpSpPr>
            <a:grpSpLocks/>
          </p:cNvGrpSpPr>
          <p:nvPr/>
        </p:nvGrpSpPr>
        <p:grpSpPr bwMode="auto">
          <a:xfrm>
            <a:off x="341313" y="2971801"/>
            <a:ext cx="492125" cy="492125"/>
            <a:chOff x="824025" y="3532502"/>
            <a:chExt cx="541433" cy="541440"/>
          </a:xfrm>
        </p:grpSpPr>
        <p:sp>
          <p:nvSpPr>
            <p:cNvPr id="36" name="Oval 35"/>
            <p:cNvSpPr/>
            <p:nvPr/>
          </p:nvSpPr>
          <p:spPr>
            <a:xfrm>
              <a:off x="824025" y="3532502"/>
              <a:ext cx="541433" cy="54144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p>
          </p:txBody>
        </p:sp>
        <p:sp>
          <p:nvSpPr>
            <p:cNvPr id="503822" name="Freeform 32"/>
            <p:cNvSpPr>
              <a:spLocks noEditPoints="1"/>
            </p:cNvSpPr>
            <p:nvPr/>
          </p:nvSpPr>
          <p:spPr bwMode="auto">
            <a:xfrm>
              <a:off x="975987" y="3684092"/>
              <a:ext cx="238125" cy="237853"/>
            </a:xfrm>
            <a:custGeom>
              <a:avLst/>
              <a:gdLst>
                <a:gd name="T0" fmla="*/ 75389985 w 371"/>
                <a:gd name="T1" fmla="*/ 413350 h 370"/>
                <a:gd name="T2" fmla="*/ 824131 w 371"/>
                <a:gd name="T3" fmla="*/ 77277791 h 370"/>
                <a:gd name="T4" fmla="*/ 77449669 w 371"/>
                <a:gd name="T5" fmla="*/ 152489477 h 370"/>
                <a:gd name="T6" fmla="*/ 152427589 w 371"/>
                <a:gd name="T7" fmla="*/ 75211685 h 370"/>
                <a:gd name="T8" fmla="*/ 75389985 w 371"/>
                <a:gd name="T9" fmla="*/ 413350 h 370"/>
                <a:gd name="T10" fmla="*/ 75802050 w 371"/>
                <a:gd name="T11" fmla="*/ 10331176 h 370"/>
                <a:gd name="T12" fmla="*/ 107111326 w 371"/>
                <a:gd name="T13" fmla="*/ 17769547 h 370"/>
                <a:gd name="T14" fmla="*/ 96812262 w 371"/>
                <a:gd name="T15" fmla="*/ 34713037 h 370"/>
                <a:gd name="T16" fmla="*/ 76625539 w 371"/>
                <a:gd name="T17" fmla="*/ 30167475 h 370"/>
                <a:gd name="T18" fmla="*/ 56439478 w 371"/>
                <a:gd name="T19" fmla="*/ 34713037 h 370"/>
                <a:gd name="T20" fmla="*/ 46140414 w 371"/>
                <a:gd name="T21" fmla="*/ 17769547 h 370"/>
                <a:gd name="T22" fmla="*/ 75802050 w 371"/>
                <a:gd name="T23" fmla="*/ 10331176 h 370"/>
                <a:gd name="T24" fmla="*/ 35017210 w 371"/>
                <a:gd name="T25" fmla="*/ 96700753 h 370"/>
                <a:gd name="T26" fmla="*/ 18126382 w 371"/>
                <a:gd name="T27" fmla="*/ 107031926 h 370"/>
                <a:gd name="T28" fmla="*/ 10711134 w 371"/>
                <a:gd name="T29" fmla="*/ 77277791 h 370"/>
                <a:gd name="T30" fmla="*/ 18126382 w 371"/>
                <a:gd name="T31" fmla="*/ 45870920 h 370"/>
                <a:gd name="T32" fmla="*/ 35017210 w 371"/>
                <a:gd name="T33" fmla="*/ 56202094 h 370"/>
                <a:gd name="T34" fmla="*/ 30485777 w 371"/>
                <a:gd name="T35" fmla="*/ 76451092 h 370"/>
                <a:gd name="T36" fmla="*/ 35017210 w 371"/>
                <a:gd name="T37" fmla="*/ 96700753 h 370"/>
                <a:gd name="T38" fmla="*/ 77449669 w 371"/>
                <a:gd name="T39" fmla="*/ 142571653 h 370"/>
                <a:gd name="T40" fmla="*/ 46140414 w 371"/>
                <a:gd name="T41" fmla="*/ 135133285 h 370"/>
                <a:gd name="T42" fmla="*/ 56439478 w 371"/>
                <a:gd name="T43" fmla="*/ 118189800 h 370"/>
                <a:gd name="T44" fmla="*/ 76625539 w 371"/>
                <a:gd name="T45" fmla="*/ 122735362 h 370"/>
                <a:gd name="T46" fmla="*/ 96812262 w 371"/>
                <a:gd name="T47" fmla="*/ 118189800 h 370"/>
                <a:gd name="T48" fmla="*/ 107111326 w 371"/>
                <a:gd name="T49" fmla="*/ 135133285 h 370"/>
                <a:gd name="T50" fmla="*/ 77449669 w 371"/>
                <a:gd name="T51" fmla="*/ 142571653 h 370"/>
                <a:gd name="T52" fmla="*/ 76625539 w 371"/>
                <a:gd name="T53" fmla="*/ 112817538 h 370"/>
                <a:gd name="T54" fmla="*/ 40372775 w 371"/>
                <a:gd name="T55" fmla="*/ 76451092 h 370"/>
                <a:gd name="T56" fmla="*/ 76625539 w 371"/>
                <a:gd name="T57" fmla="*/ 40085299 h 370"/>
                <a:gd name="T58" fmla="*/ 112878955 w 371"/>
                <a:gd name="T59" fmla="*/ 76451092 h 370"/>
                <a:gd name="T60" fmla="*/ 76625539 w 371"/>
                <a:gd name="T61" fmla="*/ 112817538 h 370"/>
                <a:gd name="T62" fmla="*/ 117822454 w 371"/>
                <a:gd name="T63" fmla="*/ 96700753 h 370"/>
                <a:gd name="T64" fmla="*/ 122765953 w 371"/>
                <a:gd name="T65" fmla="*/ 76451092 h 370"/>
                <a:gd name="T66" fmla="*/ 117822454 w 371"/>
                <a:gd name="T67" fmla="*/ 56202094 h 370"/>
                <a:gd name="T68" fmla="*/ 135125343 w 371"/>
                <a:gd name="T69" fmla="*/ 45870920 h 370"/>
                <a:gd name="T70" fmla="*/ 142540591 w 371"/>
                <a:gd name="T71" fmla="*/ 75625035 h 370"/>
                <a:gd name="T72" fmla="*/ 135125343 w 371"/>
                <a:gd name="T73" fmla="*/ 107031926 h 370"/>
                <a:gd name="T74" fmla="*/ 117822454 w 371"/>
                <a:gd name="T75" fmla="*/ 96700753 h 3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1"/>
                <a:gd name="T115" fmla="*/ 0 h 370"/>
                <a:gd name="T116" fmla="*/ 371 w 371"/>
                <a:gd name="T117" fmla="*/ 370 h 37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w="9525">
              <a:noFill/>
              <a:miter lim="800000"/>
              <a:headEnd/>
              <a:tailEnd/>
            </a:ln>
          </p:spPr>
          <p:txBody>
            <a:bodyPr/>
            <a:lstStyle/>
            <a:p>
              <a:pPr eaLnBrk="0" hangingPunct="0"/>
              <a:endParaRPr lang="el-GR"/>
            </a:p>
          </p:txBody>
        </p:sp>
      </p:grpSp>
      <p:sp>
        <p:nvSpPr>
          <p:cNvPr id="39" name="Oval 38"/>
          <p:cNvSpPr/>
          <p:nvPr/>
        </p:nvSpPr>
        <p:spPr>
          <a:xfrm>
            <a:off x="3128963" y="3222625"/>
            <a:ext cx="1057275" cy="1057275"/>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700" dirty="0"/>
          </a:p>
        </p:txBody>
      </p:sp>
      <p:sp>
        <p:nvSpPr>
          <p:cNvPr id="42" name="Title 1"/>
          <p:cNvSpPr txBox="1">
            <a:spLocks/>
          </p:cNvSpPr>
          <p:nvPr/>
        </p:nvSpPr>
        <p:spPr bwMode="auto">
          <a:xfrm>
            <a:off x="4248150" y="2036007"/>
            <a:ext cx="7772400" cy="1631216"/>
          </a:xfrm>
          <a:prstGeom prst="rect">
            <a:avLst/>
          </a:prstGeom>
          <a:noFill/>
          <a:ln w="9525">
            <a:noFill/>
            <a:miter lim="800000"/>
            <a:headEnd/>
            <a:tailEnd/>
          </a:ln>
        </p:spPr>
        <p:txBody>
          <a:bodyPr anchor="b">
            <a:spAutoFit/>
          </a:bodyPr>
          <a:lstStyle/>
          <a:p>
            <a:pPr rtl="1"/>
            <a:r>
              <a:rPr lang="ar-SA" sz="3600" b="1" u="sng" dirty="0">
                <a:solidFill>
                  <a:srgbClr val="FF0000"/>
                </a:solidFill>
              </a:rPr>
              <a:t>هل التعليم عن بعد بديلاً أم مكملاً للتعليم التقليدي؟</a:t>
            </a:r>
            <a:endParaRPr lang="en-US" sz="3600" b="1" u="sng" dirty="0">
              <a:solidFill>
                <a:srgbClr val="FF0000"/>
              </a:solidFill>
            </a:endParaRPr>
          </a:p>
          <a:p>
            <a:pPr algn="ctr" rtl="1"/>
            <a:r>
              <a:rPr lang="ar-SA" sz="3200" b="1" dirty="0">
                <a:solidFill>
                  <a:schemeClr val="bg2">
                    <a:lumMod val="10000"/>
                  </a:schemeClr>
                </a:solidFill>
              </a:rPr>
              <a:t>في الواقع إن التعليم عن بعد ليس بديلاً عن التعليم التقليدي بل هو مكملاً له</a:t>
            </a:r>
            <a:endParaRPr lang="en-US" sz="3200" b="1" dirty="0">
              <a:solidFill>
                <a:schemeClr val="bg2">
                  <a:lumMod val="10000"/>
                </a:schemeClr>
              </a:solidFill>
            </a:endParaRPr>
          </a:p>
        </p:txBody>
      </p:sp>
      <p:sp>
        <p:nvSpPr>
          <p:cNvPr id="2" name="Footer Placeholder 1"/>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28656092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100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1000" fill="hold"/>
                                        <p:tgtEl>
                                          <p:spTgt spid="51"/>
                                        </p:tgtEl>
                                        <p:attrNameLst>
                                          <p:attrName>ppt_y</p:attrName>
                                        </p:attrNameLst>
                                      </p:cBhvr>
                                      <p:tavLst>
                                        <p:tav tm="0">
                                          <p:val>
                                            <p:strVal val="#ppt_y+.1"/>
                                          </p:val>
                                        </p:tav>
                                        <p:tav tm="100000">
                                          <p:val>
                                            <p:strVal val="#ppt_y"/>
                                          </p:val>
                                        </p:tav>
                                      </p:tavLst>
                                    </p:anim>
                                  </p:childTnLst>
                                </p:cTn>
                              </p:par>
                            </p:childTnLst>
                          </p:cTn>
                        </p:par>
                        <p:par>
                          <p:cTn id="10" fill="hold">
                            <p:stCondLst>
                              <p:cond delay="2000"/>
                            </p:stCondLst>
                            <p:childTnLst>
                              <p:par>
                                <p:cTn id="11" presetID="22" presetClass="entr" presetSubtype="4" fill="hold" grpId="0" nodeType="after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wipe(down)">
                                      <p:cBhvr>
                                        <p:cTn id="13" dur="500"/>
                                        <p:tgtEl>
                                          <p:spTgt spid="17"/>
                                        </p:tgtEl>
                                      </p:cBhvr>
                                    </p:animEffect>
                                  </p:childTnLst>
                                </p:cTn>
                              </p:par>
                            </p:childTnLst>
                          </p:cTn>
                        </p:par>
                        <p:par>
                          <p:cTn id="14" fill="hold">
                            <p:stCondLst>
                              <p:cond delay="2500"/>
                            </p:stCondLst>
                            <p:childTnLst>
                              <p:par>
                                <p:cTn id="15" presetID="53" presetClass="entr" presetSubtype="16" fill="hold" nodeType="afterEffect">
                                  <p:stCondLst>
                                    <p:cond delay="0"/>
                                  </p:stCondLst>
                                  <p:childTnLst>
                                    <p:set>
                                      <p:cBhvr>
                                        <p:cTn id="16" dur="1" fill="hold">
                                          <p:stCondLst>
                                            <p:cond delay="0"/>
                                          </p:stCondLst>
                                        </p:cTn>
                                        <p:tgtEl>
                                          <p:spTgt spid="35"/>
                                        </p:tgtEl>
                                        <p:attrNameLst>
                                          <p:attrName>style.visibility</p:attrName>
                                        </p:attrNameLst>
                                      </p:cBhvr>
                                      <p:to>
                                        <p:strVal val="visible"/>
                                      </p:to>
                                    </p:set>
                                    <p:anim calcmode="lin" valueType="num">
                                      <p:cBhvr>
                                        <p:cTn id="17" dur="500" fill="hold"/>
                                        <p:tgtEl>
                                          <p:spTgt spid="35"/>
                                        </p:tgtEl>
                                        <p:attrNameLst>
                                          <p:attrName>ppt_w</p:attrName>
                                        </p:attrNameLst>
                                      </p:cBhvr>
                                      <p:tavLst>
                                        <p:tav tm="0">
                                          <p:val>
                                            <p:fltVal val="0"/>
                                          </p:val>
                                        </p:tav>
                                        <p:tav tm="100000">
                                          <p:val>
                                            <p:strVal val="#ppt_w"/>
                                          </p:val>
                                        </p:tav>
                                      </p:tavLst>
                                    </p:anim>
                                    <p:anim calcmode="lin" valueType="num">
                                      <p:cBhvr>
                                        <p:cTn id="18" dur="500" fill="hold"/>
                                        <p:tgtEl>
                                          <p:spTgt spid="35"/>
                                        </p:tgtEl>
                                        <p:attrNameLst>
                                          <p:attrName>ppt_h</p:attrName>
                                        </p:attrNameLst>
                                      </p:cBhvr>
                                      <p:tavLst>
                                        <p:tav tm="0">
                                          <p:val>
                                            <p:fltVal val="0"/>
                                          </p:val>
                                        </p:tav>
                                        <p:tav tm="100000">
                                          <p:val>
                                            <p:strVal val="#ppt_h"/>
                                          </p:val>
                                        </p:tav>
                                      </p:tavLst>
                                    </p:anim>
                                    <p:animEffect transition="in" filter="fade">
                                      <p:cBhvr>
                                        <p:cTn id="19" dur="500"/>
                                        <p:tgtEl>
                                          <p:spTgt spid="35"/>
                                        </p:tgtEl>
                                      </p:cBhvr>
                                    </p:animEffect>
                                  </p:childTnLst>
                                </p:cTn>
                              </p:par>
                            </p:childTnLst>
                          </p:cTn>
                        </p:par>
                        <p:par>
                          <p:cTn id="20" fill="hold">
                            <p:stCondLst>
                              <p:cond delay="3000"/>
                            </p:stCondLst>
                            <p:childTnLst>
                              <p:par>
                                <p:cTn id="21" presetID="53" presetClass="entr" presetSubtype="16" fill="hold" nodeType="afterEffect">
                                  <p:stCondLst>
                                    <p:cond delay="0"/>
                                  </p:stCondLst>
                                  <p:childTnLst>
                                    <p:set>
                                      <p:cBhvr>
                                        <p:cTn id="22" dur="1" fill="hold">
                                          <p:stCondLst>
                                            <p:cond delay="0"/>
                                          </p:stCondLst>
                                        </p:cTn>
                                        <p:tgtEl>
                                          <p:spTgt spid="26"/>
                                        </p:tgtEl>
                                        <p:attrNameLst>
                                          <p:attrName>style.visibility</p:attrName>
                                        </p:attrNameLst>
                                      </p:cBhvr>
                                      <p:to>
                                        <p:strVal val="visible"/>
                                      </p:to>
                                    </p:set>
                                    <p:anim calcmode="lin" valueType="num">
                                      <p:cBhvr>
                                        <p:cTn id="23" dur="500" fill="hold"/>
                                        <p:tgtEl>
                                          <p:spTgt spid="26"/>
                                        </p:tgtEl>
                                        <p:attrNameLst>
                                          <p:attrName>ppt_w</p:attrName>
                                        </p:attrNameLst>
                                      </p:cBhvr>
                                      <p:tavLst>
                                        <p:tav tm="0">
                                          <p:val>
                                            <p:fltVal val="0"/>
                                          </p:val>
                                        </p:tav>
                                        <p:tav tm="100000">
                                          <p:val>
                                            <p:strVal val="#ppt_w"/>
                                          </p:val>
                                        </p:tav>
                                      </p:tavLst>
                                    </p:anim>
                                    <p:anim calcmode="lin" valueType="num">
                                      <p:cBhvr>
                                        <p:cTn id="24" dur="500" fill="hold"/>
                                        <p:tgtEl>
                                          <p:spTgt spid="26"/>
                                        </p:tgtEl>
                                        <p:attrNameLst>
                                          <p:attrName>ppt_h</p:attrName>
                                        </p:attrNameLst>
                                      </p:cBhvr>
                                      <p:tavLst>
                                        <p:tav tm="0">
                                          <p:val>
                                            <p:fltVal val="0"/>
                                          </p:val>
                                        </p:tav>
                                        <p:tav tm="100000">
                                          <p:val>
                                            <p:strVal val="#ppt_h"/>
                                          </p:val>
                                        </p:tav>
                                      </p:tavLst>
                                    </p:anim>
                                    <p:animEffect transition="in" filter="fade">
                                      <p:cBhvr>
                                        <p:cTn id="25" dur="500"/>
                                        <p:tgtEl>
                                          <p:spTgt spid="26"/>
                                        </p:tgtEl>
                                      </p:cBhvr>
                                    </p:animEffect>
                                  </p:childTnLst>
                                </p:cTn>
                              </p:par>
                            </p:childTnLst>
                          </p:cTn>
                        </p:par>
                        <p:par>
                          <p:cTn id="26" fill="hold">
                            <p:stCondLst>
                              <p:cond delay="3500"/>
                            </p:stCondLst>
                            <p:childTnLst>
                              <p:par>
                                <p:cTn id="27" presetID="53" presetClass="entr" presetSubtype="16" fill="hold" nodeType="after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p:cTn id="29" dur="500" fill="hold"/>
                                        <p:tgtEl>
                                          <p:spTgt spid="18"/>
                                        </p:tgtEl>
                                        <p:attrNameLst>
                                          <p:attrName>ppt_w</p:attrName>
                                        </p:attrNameLst>
                                      </p:cBhvr>
                                      <p:tavLst>
                                        <p:tav tm="0">
                                          <p:val>
                                            <p:fltVal val="0"/>
                                          </p:val>
                                        </p:tav>
                                        <p:tav tm="100000">
                                          <p:val>
                                            <p:strVal val="#ppt_w"/>
                                          </p:val>
                                        </p:tav>
                                      </p:tavLst>
                                    </p:anim>
                                    <p:anim calcmode="lin" valueType="num">
                                      <p:cBhvr>
                                        <p:cTn id="30" dur="500" fill="hold"/>
                                        <p:tgtEl>
                                          <p:spTgt spid="18"/>
                                        </p:tgtEl>
                                        <p:attrNameLst>
                                          <p:attrName>ppt_h</p:attrName>
                                        </p:attrNameLst>
                                      </p:cBhvr>
                                      <p:tavLst>
                                        <p:tav tm="0">
                                          <p:val>
                                            <p:fltVal val="0"/>
                                          </p:val>
                                        </p:tav>
                                        <p:tav tm="100000">
                                          <p:val>
                                            <p:strVal val="#ppt_h"/>
                                          </p:val>
                                        </p:tav>
                                      </p:tavLst>
                                    </p:anim>
                                    <p:animEffect transition="in" filter="fade">
                                      <p:cBhvr>
                                        <p:cTn id="31" dur="500"/>
                                        <p:tgtEl>
                                          <p:spTgt spid="18"/>
                                        </p:tgtEl>
                                      </p:cBhvr>
                                    </p:animEffect>
                                  </p:childTnLst>
                                </p:cTn>
                              </p:par>
                            </p:childTnLst>
                          </p:cTn>
                        </p:par>
                        <p:par>
                          <p:cTn id="32" fill="hold">
                            <p:stCondLst>
                              <p:cond delay="4000"/>
                            </p:stCondLst>
                            <p:childTnLst>
                              <p:par>
                                <p:cTn id="33" presetID="53" presetClass="entr" presetSubtype="16" fill="hold" nodeType="afterEffect">
                                  <p:stCondLst>
                                    <p:cond delay="0"/>
                                  </p:stCondLst>
                                  <p:childTnLst>
                                    <p:set>
                                      <p:cBhvr>
                                        <p:cTn id="34" dur="1" fill="hold">
                                          <p:stCondLst>
                                            <p:cond delay="0"/>
                                          </p:stCondLst>
                                        </p:cTn>
                                        <p:tgtEl>
                                          <p:spTgt spid="31"/>
                                        </p:tgtEl>
                                        <p:attrNameLst>
                                          <p:attrName>style.visibility</p:attrName>
                                        </p:attrNameLst>
                                      </p:cBhvr>
                                      <p:to>
                                        <p:strVal val="visible"/>
                                      </p:to>
                                    </p:set>
                                    <p:anim calcmode="lin" valueType="num">
                                      <p:cBhvr>
                                        <p:cTn id="35" dur="500" fill="hold"/>
                                        <p:tgtEl>
                                          <p:spTgt spid="31"/>
                                        </p:tgtEl>
                                        <p:attrNameLst>
                                          <p:attrName>ppt_w</p:attrName>
                                        </p:attrNameLst>
                                      </p:cBhvr>
                                      <p:tavLst>
                                        <p:tav tm="0">
                                          <p:val>
                                            <p:fltVal val="0"/>
                                          </p:val>
                                        </p:tav>
                                        <p:tav tm="100000">
                                          <p:val>
                                            <p:strVal val="#ppt_w"/>
                                          </p:val>
                                        </p:tav>
                                      </p:tavLst>
                                    </p:anim>
                                    <p:anim calcmode="lin" valueType="num">
                                      <p:cBhvr>
                                        <p:cTn id="36" dur="500" fill="hold"/>
                                        <p:tgtEl>
                                          <p:spTgt spid="31"/>
                                        </p:tgtEl>
                                        <p:attrNameLst>
                                          <p:attrName>ppt_h</p:attrName>
                                        </p:attrNameLst>
                                      </p:cBhvr>
                                      <p:tavLst>
                                        <p:tav tm="0">
                                          <p:val>
                                            <p:fltVal val="0"/>
                                          </p:val>
                                        </p:tav>
                                        <p:tav tm="100000">
                                          <p:val>
                                            <p:strVal val="#ppt_h"/>
                                          </p:val>
                                        </p:tav>
                                      </p:tavLst>
                                    </p:anim>
                                    <p:animEffect transition="in" filter="fade">
                                      <p:cBhvr>
                                        <p:cTn id="37" dur="500"/>
                                        <p:tgtEl>
                                          <p:spTgt spid="31"/>
                                        </p:tgtEl>
                                      </p:cBhvr>
                                    </p:animEffect>
                                  </p:childTnLst>
                                </p:cTn>
                              </p:par>
                            </p:childTnLst>
                          </p:cTn>
                        </p:par>
                        <p:par>
                          <p:cTn id="38" fill="hold">
                            <p:stCondLst>
                              <p:cond delay="4500"/>
                            </p:stCondLst>
                            <p:childTnLst>
                              <p:par>
                                <p:cTn id="39" presetID="53" presetClass="entr" presetSubtype="16" fill="hold" nodeType="afterEffect">
                                  <p:stCondLst>
                                    <p:cond delay="0"/>
                                  </p:stCondLst>
                                  <p:childTnLst>
                                    <p:set>
                                      <p:cBhvr>
                                        <p:cTn id="40" dur="1" fill="hold">
                                          <p:stCondLst>
                                            <p:cond delay="0"/>
                                          </p:stCondLst>
                                        </p:cTn>
                                        <p:tgtEl>
                                          <p:spTgt spid="22"/>
                                        </p:tgtEl>
                                        <p:attrNameLst>
                                          <p:attrName>style.visibility</p:attrName>
                                        </p:attrNameLst>
                                      </p:cBhvr>
                                      <p:to>
                                        <p:strVal val="visible"/>
                                      </p:to>
                                    </p:set>
                                    <p:anim calcmode="lin" valueType="num">
                                      <p:cBhvr>
                                        <p:cTn id="41" dur="500" fill="hold"/>
                                        <p:tgtEl>
                                          <p:spTgt spid="22"/>
                                        </p:tgtEl>
                                        <p:attrNameLst>
                                          <p:attrName>ppt_w</p:attrName>
                                        </p:attrNameLst>
                                      </p:cBhvr>
                                      <p:tavLst>
                                        <p:tav tm="0">
                                          <p:val>
                                            <p:fltVal val="0"/>
                                          </p:val>
                                        </p:tav>
                                        <p:tav tm="100000">
                                          <p:val>
                                            <p:strVal val="#ppt_w"/>
                                          </p:val>
                                        </p:tav>
                                      </p:tavLst>
                                    </p:anim>
                                    <p:anim calcmode="lin" valueType="num">
                                      <p:cBhvr>
                                        <p:cTn id="42" dur="500" fill="hold"/>
                                        <p:tgtEl>
                                          <p:spTgt spid="22"/>
                                        </p:tgtEl>
                                        <p:attrNameLst>
                                          <p:attrName>ppt_h</p:attrName>
                                        </p:attrNameLst>
                                      </p:cBhvr>
                                      <p:tavLst>
                                        <p:tav tm="0">
                                          <p:val>
                                            <p:fltVal val="0"/>
                                          </p:val>
                                        </p:tav>
                                        <p:tav tm="100000">
                                          <p:val>
                                            <p:strVal val="#ppt_h"/>
                                          </p:val>
                                        </p:tav>
                                      </p:tavLst>
                                    </p:anim>
                                    <p:animEffect transition="in" filter="fade">
                                      <p:cBhvr>
                                        <p:cTn id="43" dur="500"/>
                                        <p:tgtEl>
                                          <p:spTgt spid="22"/>
                                        </p:tgtEl>
                                      </p:cBhvr>
                                    </p:animEffect>
                                  </p:childTnLst>
                                </p:cTn>
                              </p:par>
                            </p:childTnLst>
                          </p:cTn>
                        </p:par>
                        <p:par>
                          <p:cTn id="44" fill="hold">
                            <p:stCondLst>
                              <p:cond delay="5000"/>
                            </p:stCondLst>
                            <p:childTnLst>
                              <p:par>
                                <p:cTn id="45" presetID="53" presetClass="entr" presetSubtype="16" fill="hold" grpId="0" nodeType="afterEffect">
                                  <p:stCondLst>
                                    <p:cond delay="0"/>
                                  </p:stCondLst>
                                  <p:childTnLst>
                                    <p:set>
                                      <p:cBhvr>
                                        <p:cTn id="46" dur="1" fill="hold">
                                          <p:stCondLst>
                                            <p:cond delay="0"/>
                                          </p:stCondLst>
                                        </p:cTn>
                                        <p:tgtEl>
                                          <p:spTgt spid="39"/>
                                        </p:tgtEl>
                                        <p:attrNameLst>
                                          <p:attrName>style.visibility</p:attrName>
                                        </p:attrNameLst>
                                      </p:cBhvr>
                                      <p:to>
                                        <p:strVal val="visible"/>
                                      </p:to>
                                    </p:set>
                                    <p:anim calcmode="lin" valueType="num">
                                      <p:cBhvr>
                                        <p:cTn id="47" dur="500" fill="hold"/>
                                        <p:tgtEl>
                                          <p:spTgt spid="39"/>
                                        </p:tgtEl>
                                        <p:attrNameLst>
                                          <p:attrName>ppt_w</p:attrName>
                                        </p:attrNameLst>
                                      </p:cBhvr>
                                      <p:tavLst>
                                        <p:tav tm="0">
                                          <p:val>
                                            <p:fltVal val="0"/>
                                          </p:val>
                                        </p:tav>
                                        <p:tav tm="100000">
                                          <p:val>
                                            <p:strVal val="#ppt_w"/>
                                          </p:val>
                                        </p:tav>
                                      </p:tavLst>
                                    </p:anim>
                                    <p:anim calcmode="lin" valueType="num">
                                      <p:cBhvr>
                                        <p:cTn id="48" dur="500" fill="hold"/>
                                        <p:tgtEl>
                                          <p:spTgt spid="39"/>
                                        </p:tgtEl>
                                        <p:attrNameLst>
                                          <p:attrName>ppt_h</p:attrName>
                                        </p:attrNameLst>
                                      </p:cBhvr>
                                      <p:tavLst>
                                        <p:tav tm="0">
                                          <p:val>
                                            <p:fltVal val="0"/>
                                          </p:val>
                                        </p:tav>
                                        <p:tav tm="100000">
                                          <p:val>
                                            <p:strVal val="#ppt_h"/>
                                          </p:val>
                                        </p:tav>
                                      </p:tavLst>
                                    </p:anim>
                                    <p:animEffect transition="in" filter="fade">
                                      <p:cBhvr>
                                        <p:cTn id="49" dur="500"/>
                                        <p:tgtEl>
                                          <p:spTgt spid="39"/>
                                        </p:tgtEl>
                                      </p:cBhvr>
                                    </p:animEffect>
                                  </p:childTnLst>
                                </p:cTn>
                              </p:par>
                            </p:childTnLst>
                          </p:cTn>
                        </p:par>
                        <p:par>
                          <p:cTn id="50" fill="hold">
                            <p:stCondLst>
                              <p:cond delay="5500"/>
                            </p:stCondLst>
                            <p:childTnLst>
                              <p:par>
                                <p:cTn id="51" presetID="10" presetClass="entr" presetSubtype="0" fill="hold" grpId="0" nodeType="afterEffect">
                                  <p:stCondLst>
                                    <p:cond delay="0"/>
                                  </p:stCondLst>
                                  <p:childTnLst>
                                    <p:set>
                                      <p:cBhvr>
                                        <p:cTn id="52" dur="1" fill="hold">
                                          <p:stCondLst>
                                            <p:cond delay="0"/>
                                          </p:stCondLst>
                                        </p:cTn>
                                        <p:tgtEl>
                                          <p:spTgt spid="42"/>
                                        </p:tgtEl>
                                        <p:attrNameLst>
                                          <p:attrName>style.visibility</p:attrName>
                                        </p:attrNameLst>
                                      </p:cBhvr>
                                      <p:to>
                                        <p:strVal val="visible"/>
                                      </p:to>
                                    </p:set>
                                    <p:animEffect transition="in" filter="fade">
                                      <p:cBhvr>
                                        <p:cTn id="53"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51" grpId="0" animBg="1"/>
      <p:bldP spid="39" grpId="0" animBg="1"/>
      <p:bldP spid="42" grpId="0"/>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809720" y="507088"/>
            <a:ext cx="9906069" cy="707886"/>
          </a:xfrm>
          <a:prstGeom prst="rect">
            <a:avLst/>
          </a:prstGeom>
        </p:spPr>
        <p:txBody>
          <a:bodyPr wrap="square">
            <a:spAutoFit/>
          </a:bodyPr>
          <a:lstStyle/>
          <a:p>
            <a:pPr algn="r"/>
            <a:r>
              <a:rPr lang="ar-SA" sz="4000" b="1" u="sng" dirty="0" smtClean="0">
                <a:solidFill>
                  <a:schemeClr val="bg2">
                    <a:lumMod val="10000"/>
                  </a:schemeClr>
                </a:solidFill>
              </a:rPr>
              <a:t>و- معوقات </a:t>
            </a:r>
            <a:r>
              <a:rPr lang="ar-SA" sz="4000" b="1" u="sng" dirty="0">
                <a:solidFill>
                  <a:schemeClr val="bg2">
                    <a:lumMod val="10000"/>
                  </a:schemeClr>
                </a:solidFill>
              </a:rPr>
              <a:t>استخدام التعليم عن </a:t>
            </a:r>
            <a:r>
              <a:rPr lang="ar-SA" sz="4000" b="1" u="sng" dirty="0" smtClean="0">
                <a:solidFill>
                  <a:schemeClr val="bg2">
                    <a:lumMod val="10000"/>
                  </a:schemeClr>
                </a:solidFill>
              </a:rPr>
              <a:t>بعد</a:t>
            </a:r>
            <a:endParaRPr lang="id-ID" sz="4000" u="sng" dirty="0">
              <a:solidFill>
                <a:schemeClr val="bg2">
                  <a:lumMod val="10000"/>
                </a:schemeClr>
              </a:solidFill>
              <a:latin typeface="Open Sans" pitchFamily="34" charset="0"/>
              <a:ea typeface="Open Sans" pitchFamily="34" charset="0"/>
              <a:cs typeface="Open Sans" pitchFamily="34" charset="0"/>
            </a:endParaRPr>
          </a:p>
        </p:txBody>
      </p:sp>
      <p:cxnSp>
        <p:nvCxnSpPr>
          <p:cNvPr id="9" name="Straight Connector 8"/>
          <p:cNvCxnSpPr/>
          <p:nvPr/>
        </p:nvCxnSpPr>
        <p:spPr>
          <a:xfrm rot="5400000">
            <a:off x="3713678" y="3905257"/>
            <a:ext cx="4763591" cy="1057"/>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6038850" y="3699948"/>
            <a:ext cx="819156" cy="114301"/>
            <a:chOff x="4529137" y="2774961"/>
            <a:chExt cx="614367" cy="85726"/>
          </a:xfrm>
        </p:grpSpPr>
        <p:cxnSp>
          <p:nvCxnSpPr>
            <p:cNvPr id="49" name="Straight Connector 48"/>
            <p:cNvCxnSpPr>
              <a:stCxn id="52" idx="6"/>
              <a:endCxn id="24" idx="1"/>
            </p:cNvCxnSpPr>
            <p:nvPr/>
          </p:nvCxnSpPr>
          <p:spPr>
            <a:xfrm>
              <a:off x="4614863" y="2817824"/>
              <a:ext cx="528641" cy="57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99"/>
          <p:cNvGrpSpPr/>
          <p:nvPr/>
        </p:nvGrpSpPr>
        <p:grpSpPr>
          <a:xfrm>
            <a:off x="5324998" y="2277547"/>
            <a:ext cx="828147" cy="114301"/>
            <a:chOff x="3993752" y="1708160"/>
            <a:chExt cx="621111" cy="85726"/>
          </a:xfrm>
        </p:grpSpPr>
        <p:cxnSp>
          <p:nvCxnSpPr>
            <p:cNvPr id="46" name="Straight Connector 45"/>
            <p:cNvCxnSpPr>
              <a:stCxn id="14" idx="3"/>
              <a:endCxn id="53" idx="2"/>
            </p:cNvCxnSpPr>
            <p:nvPr/>
          </p:nvCxnSpPr>
          <p:spPr>
            <a:xfrm>
              <a:off x="3993752" y="1746823"/>
              <a:ext cx="535385" cy="420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Group 101"/>
          <p:cNvGrpSpPr/>
          <p:nvPr/>
        </p:nvGrpSpPr>
        <p:grpSpPr>
          <a:xfrm>
            <a:off x="5325002" y="5223947"/>
            <a:ext cx="828137" cy="114301"/>
            <a:chOff x="3993759" y="3917960"/>
            <a:chExt cx="621104" cy="85726"/>
          </a:xfrm>
        </p:grpSpPr>
        <p:cxnSp>
          <p:nvCxnSpPr>
            <p:cNvPr id="51" name="Straight Connector 50"/>
            <p:cNvCxnSpPr>
              <a:stCxn id="27" idx="3"/>
              <a:endCxn id="54" idx="6"/>
            </p:cNvCxnSpPr>
            <p:nvPr/>
          </p:nvCxnSpPr>
          <p:spPr>
            <a:xfrm flipV="1">
              <a:off x="3993759" y="3960823"/>
              <a:ext cx="621104" cy="58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 name="Group 93"/>
          <p:cNvGrpSpPr/>
          <p:nvPr/>
        </p:nvGrpSpPr>
        <p:grpSpPr>
          <a:xfrm>
            <a:off x="476210" y="1665219"/>
            <a:ext cx="4848790" cy="2246768"/>
            <a:chOff x="357157" y="1248915"/>
            <a:chExt cx="3636593" cy="1685077"/>
          </a:xfrm>
        </p:grpSpPr>
        <p:grpSp>
          <p:nvGrpSpPr>
            <p:cNvPr id="16" name="Group 89"/>
            <p:cNvGrpSpPr/>
            <p:nvPr/>
          </p:nvGrpSpPr>
          <p:grpSpPr>
            <a:xfrm>
              <a:off x="357157" y="1248915"/>
              <a:ext cx="2953522" cy="1685077"/>
              <a:chOff x="357157" y="1248915"/>
              <a:chExt cx="2953522" cy="1685077"/>
            </a:xfrm>
          </p:grpSpPr>
          <p:sp>
            <p:nvSpPr>
              <p:cNvPr id="30" name="Rectangle 29"/>
              <p:cNvSpPr/>
              <p:nvPr/>
            </p:nvSpPr>
            <p:spPr>
              <a:xfrm>
                <a:off x="357157" y="1248915"/>
                <a:ext cx="2953522" cy="1685077"/>
              </a:xfrm>
              <a:prstGeom prst="rect">
                <a:avLst/>
              </a:prstGeom>
            </p:spPr>
            <p:txBody>
              <a:bodyPr wrap="square">
                <a:spAutoFit/>
              </a:bodyPr>
              <a:lstStyle/>
              <a:p>
                <a:pPr algn="ctr"/>
                <a:r>
                  <a:rPr lang="ar-SA" sz="2800" b="1" dirty="0">
                    <a:solidFill>
                      <a:srgbClr val="9BBB59"/>
                    </a:solidFill>
                  </a:rPr>
                  <a:t>افتقار نسبة كبيرة من المعلمين والمتعلمين للخبرة للتعامل مع وسائل تكنولوجيا المعلومات والاتصالات والبرمجيات التعليمية.</a:t>
                </a:r>
                <a:endParaRPr lang="en-US" sz="2800" b="1" dirty="0">
                  <a:solidFill>
                    <a:srgbClr val="9BBB59"/>
                  </a:solidFill>
                  <a:latin typeface="Open Sans Light" pitchFamily="34" charset="0"/>
                  <a:ea typeface="Open Sans Light" pitchFamily="34" charset="0"/>
                  <a:cs typeface="Open Sans Light" pitchFamily="34" charset="0"/>
                </a:endParaRPr>
              </a:p>
            </p:txBody>
          </p:sp>
          <p:sp>
            <p:nvSpPr>
              <p:cNvPr id="31" name="Rectangle 30"/>
              <p:cNvSpPr/>
              <p:nvPr/>
            </p:nvSpPr>
            <p:spPr>
              <a:xfrm>
                <a:off x="2824947" y="1357304"/>
                <a:ext cx="138548" cy="253915"/>
              </a:xfrm>
              <a:prstGeom prst="rect">
                <a:avLst/>
              </a:prstGeom>
            </p:spPr>
            <p:txBody>
              <a:bodyPr wrap="none">
                <a:spAutoFit/>
              </a:bodyPr>
              <a:lstStyle/>
              <a:p>
                <a:pPr algn="r"/>
                <a:endParaRPr lang="en-US" sz="1600" dirty="0">
                  <a:solidFill>
                    <a:schemeClr val="bg1">
                      <a:lumMod val="65000"/>
                    </a:schemeClr>
                  </a:solidFill>
                  <a:latin typeface="Open Sans" pitchFamily="34" charset="0"/>
                  <a:ea typeface="Open Sans" pitchFamily="34" charset="0"/>
                  <a:cs typeface="Open Sans" pitchFamily="34" charset="0"/>
                </a:endParaRPr>
              </a:p>
            </p:txBody>
          </p:sp>
        </p:grpSp>
        <p:grpSp>
          <p:nvGrpSpPr>
            <p:cNvPr id="18" name="Group 83"/>
            <p:cNvGrpSpPr/>
            <p:nvPr/>
          </p:nvGrpSpPr>
          <p:grpSpPr>
            <a:xfrm>
              <a:off x="3357554" y="1428742"/>
              <a:ext cx="636196" cy="636164"/>
              <a:chOff x="3357554" y="1428742"/>
              <a:chExt cx="636196" cy="636164"/>
            </a:xfrm>
          </p:grpSpPr>
          <p:sp>
            <p:nvSpPr>
              <p:cNvPr id="14" name="Rectangle 13"/>
              <p:cNvSpPr/>
              <p:nvPr/>
            </p:nvSpPr>
            <p:spPr>
              <a:xfrm>
                <a:off x="3357554" y="1428742"/>
                <a:ext cx="636196" cy="63616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100"/>
              <p:cNvSpPr>
                <a:spLocks/>
              </p:cNvSpPr>
              <p:nvPr/>
            </p:nvSpPr>
            <p:spPr bwMode="auto">
              <a:xfrm>
                <a:off x="3500430" y="1571618"/>
                <a:ext cx="303570" cy="34205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grpSp>
        <p:nvGrpSpPr>
          <p:cNvPr id="22" name="Group 97"/>
          <p:cNvGrpSpPr/>
          <p:nvPr/>
        </p:nvGrpSpPr>
        <p:grpSpPr>
          <a:xfrm>
            <a:off x="837411" y="4525385"/>
            <a:ext cx="4487589" cy="1815882"/>
            <a:chOff x="628058" y="3394036"/>
            <a:chExt cx="3365692" cy="1361911"/>
          </a:xfrm>
        </p:grpSpPr>
        <p:sp>
          <p:nvSpPr>
            <p:cNvPr id="34" name="Rectangle 33"/>
            <p:cNvSpPr/>
            <p:nvPr/>
          </p:nvSpPr>
          <p:spPr>
            <a:xfrm>
              <a:off x="628058" y="3394036"/>
              <a:ext cx="2643206" cy="1361911"/>
            </a:xfrm>
            <a:prstGeom prst="rect">
              <a:avLst/>
            </a:prstGeom>
          </p:spPr>
          <p:txBody>
            <a:bodyPr wrap="square">
              <a:spAutoFit/>
            </a:bodyPr>
            <a:lstStyle/>
            <a:p>
              <a:pPr algn="ctr"/>
              <a:r>
                <a:rPr lang="ar-SA" sz="2800" b="1" dirty="0">
                  <a:solidFill>
                    <a:srgbClr val="C0392B"/>
                  </a:solidFill>
                </a:rPr>
                <a:t>الحاجة إلى بنية تحتية تكنولوجية من حيث توفر الأجهزة وسرعة الاتصال بالإنترنت</a:t>
              </a:r>
              <a:endParaRPr lang="en-US" sz="2800" b="1" dirty="0">
                <a:solidFill>
                  <a:srgbClr val="C0392B"/>
                </a:solidFill>
                <a:latin typeface="Open Sans Light" pitchFamily="34" charset="0"/>
                <a:ea typeface="Open Sans Light" pitchFamily="34" charset="0"/>
                <a:cs typeface="Open Sans Light" pitchFamily="34" charset="0"/>
              </a:endParaRPr>
            </a:p>
          </p:txBody>
        </p:sp>
        <p:grpSp>
          <p:nvGrpSpPr>
            <p:cNvPr id="26" name="Group 86"/>
            <p:cNvGrpSpPr/>
            <p:nvPr/>
          </p:nvGrpSpPr>
          <p:grpSpPr>
            <a:xfrm>
              <a:off x="3357554" y="3643320"/>
              <a:ext cx="636196" cy="636164"/>
              <a:chOff x="3357554" y="3643320"/>
              <a:chExt cx="636196" cy="636164"/>
            </a:xfrm>
          </p:grpSpPr>
          <p:sp>
            <p:nvSpPr>
              <p:cNvPr id="27" name="Rectangle 26"/>
              <p:cNvSpPr/>
              <p:nvPr/>
            </p:nvSpPr>
            <p:spPr>
              <a:xfrm>
                <a:off x="3357554" y="3643320"/>
                <a:ext cx="636196" cy="63616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 name="Group 67"/>
              <p:cNvGrpSpPr/>
              <p:nvPr/>
            </p:nvGrpSpPr>
            <p:grpSpPr>
              <a:xfrm>
                <a:off x="3428992" y="3857634"/>
                <a:ext cx="503238" cy="177800"/>
                <a:chOff x="1441430" y="4357700"/>
                <a:chExt cx="503238" cy="177800"/>
              </a:xfrm>
              <a:solidFill>
                <a:schemeClr val="bg1"/>
              </a:solidFill>
            </p:grpSpPr>
            <p:sp>
              <p:nvSpPr>
                <p:cNvPr id="64" name="Freeform 19"/>
                <p:cNvSpPr>
                  <a:spLocks/>
                </p:cNvSpPr>
                <p:nvPr/>
              </p:nvSpPr>
              <p:spPr bwMode="auto">
                <a:xfrm>
                  <a:off x="1441430" y="4357700"/>
                  <a:ext cx="231775" cy="177800"/>
                </a:xfrm>
                <a:custGeom>
                  <a:avLst/>
                  <a:gdLst/>
                  <a:ahLst/>
                  <a:cxnLst>
                    <a:cxn ang="0">
                      <a:pos x="192" y="0"/>
                    </a:cxn>
                    <a:cxn ang="0">
                      <a:pos x="203" y="0"/>
                    </a:cxn>
                    <a:cxn ang="0">
                      <a:pos x="225" y="5"/>
                    </a:cxn>
                    <a:cxn ang="0">
                      <a:pos x="245" y="13"/>
                    </a:cxn>
                    <a:cxn ang="0">
                      <a:pos x="262" y="26"/>
                    </a:cxn>
                    <a:cxn ang="0">
                      <a:pos x="271" y="32"/>
                    </a:cxn>
                    <a:cxn ang="0">
                      <a:pos x="282" y="47"/>
                    </a:cxn>
                    <a:cxn ang="0">
                      <a:pos x="292" y="63"/>
                    </a:cxn>
                    <a:cxn ang="0">
                      <a:pos x="232" y="63"/>
                    </a:cxn>
                    <a:cxn ang="0">
                      <a:pos x="213" y="53"/>
                    </a:cxn>
                    <a:cxn ang="0">
                      <a:pos x="192" y="49"/>
                    </a:cxn>
                    <a:cxn ang="0">
                      <a:pos x="112" y="49"/>
                    </a:cxn>
                    <a:cxn ang="0">
                      <a:pos x="88" y="54"/>
                    </a:cxn>
                    <a:cxn ang="0">
                      <a:pos x="68" y="68"/>
                    </a:cxn>
                    <a:cxn ang="0">
                      <a:pos x="61" y="77"/>
                    </a:cxn>
                    <a:cxn ang="0">
                      <a:pos x="51" y="99"/>
                    </a:cxn>
                    <a:cxn ang="0">
                      <a:pos x="50" y="111"/>
                    </a:cxn>
                    <a:cxn ang="0">
                      <a:pos x="51" y="124"/>
                    </a:cxn>
                    <a:cxn ang="0">
                      <a:pos x="61" y="146"/>
                    </a:cxn>
                    <a:cxn ang="0">
                      <a:pos x="68" y="154"/>
                    </a:cxn>
                    <a:cxn ang="0">
                      <a:pos x="88" y="168"/>
                    </a:cxn>
                    <a:cxn ang="0">
                      <a:pos x="112" y="173"/>
                    </a:cxn>
                    <a:cxn ang="0">
                      <a:pos x="192" y="173"/>
                    </a:cxn>
                    <a:cxn ang="0">
                      <a:pos x="213" y="169"/>
                    </a:cxn>
                    <a:cxn ang="0">
                      <a:pos x="232" y="158"/>
                    </a:cxn>
                    <a:cxn ang="0">
                      <a:pos x="292" y="158"/>
                    </a:cxn>
                    <a:cxn ang="0">
                      <a:pos x="282" y="175"/>
                    </a:cxn>
                    <a:cxn ang="0">
                      <a:pos x="271" y="189"/>
                    </a:cxn>
                    <a:cxn ang="0">
                      <a:pos x="262" y="196"/>
                    </a:cxn>
                    <a:cxn ang="0">
                      <a:pos x="245" y="209"/>
                    </a:cxn>
                    <a:cxn ang="0">
                      <a:pos x="225" y="217"/>
                    </a:cxn>
                    <a:cxn ang="0">
                      <a:pos x="203" y="221"/>
                    </a:cxn>
                    <a:cxn ang="0">
                      <a:pos x="112" y="222"/>
                    </a:cxn>
                    <a:cxn ang="0">
                      <a:pos x="100" y="221"/>
                    </a:cxn>
                    <a:cxn ang="0">
                      <a:pos x="78" y="217"/>
                    </a:cxn>
                    <a:cxn ang="0">
                      <a:pos x="58" y="209"/>
                    </a:cxn>
                    <a:cxn ang="0">
                      <a:pos x="41" y="196"/>
                    </a:cxn>
                    <a:cxn ang="0">
                      <a:pos x="34" y="189"/>
                    </a:cxn>
                    <a:cxn ang="0">
                      <a:pos x="20" y="173"/>
                    </a:cxn>
                    <a:cxn ang="0">
                      <a:pos x="9" y="154"/>
                    </a:cxn>
                    <a:cxn ang="0">
                      <a:pos x="3" y="133"/>
                    </a:cxn>
                    <a:cxn ang="0">
                      <a:pos x="0" y="111"/>
                    </a:cxn>
                    <a:cxn ang="0">
                      <a:pos x="0" y="111"/>
                    </a:cxn>
                    <a:cxn ang="0">
                      <a:pos x="3" y="89"/>
                    </a:cxn>
                    <a:cxn ang="0">
                      <a:pos x="9" y="68"/>
                    </a:cxn>
                    <a:cxn ang="0">
                      <a:pos x="20" y="49"/>
                    </a:cxn>
                    <a:cxn ang="0">
                      <a:pos x="34" y="32"/>
                    </a:cxn>
                    <a:cxn ang="0">
                      <a:pos x="41" y="26"/>
                    </a:cxn>
                    <a:cxn ang="0">
                      <a:pos x="58" y="13"/>
                    </a:cxn>
                    <a:cxn ang="0">
                      <a:pos x="78" y="5"/>
                    </a:cxn>
                    <a:cxn ang="0">
                      <a:pos x="100" y="0"/>
                    </a:cxn>
                    <a:cxn ang="0">
                      <a:pos x="112" y="0"/>
                    </a:cxn>
                  </a:cxnLst>
                  <a:rect l="0" t="0" r="r" b="b"/>
                  <a:pathLst>
                    <a:path w="292" h="222">
                      <a:moveTo>
                        <a:pt x="112" y="0"/>
                      </a:moveTo>
                      <a:lnTo>
                        <a:pt x="192" y="0"/>
                      </a:lnTo>
                      <a:lnTo>
                        <a:pt x="192" y="0"/>
                      </a:lnTo>
                      <a:lnTo>
                        <a:pt x="203" y="0"/>
                      </a:lnTo>
                      <a:lnTo>
                        <a:pt x="214" y="2"/>
                      </a:lnTo>
                      <a:lnTo>
                        <a:pt x="225" y="5"/>
                      </a:lnTo>
                      <a:lnTo>
                        <a:pt x="235" y="9"/>
                      </a:lnTo>
                      <a:lnTo>
                        <a:pt x="245" y="13"/>
                      </a:lnTo>
                      <a:lnTo>
                        <a:pt x="254" y="18"/>
                      </a:lnTo>
                      <a:lnTo>
                        <a:pt x="262" y="26"/>
                      </a:lnTo>
                      <a:lnTo>
                        <a:pt x="271" y="32"/>
                      </a:lnTo>
                      <a:lnTo>
                        <a:pt x="271" y="32"/>
                      </a:lnTo>
                      <a:lnTo>
                        <a:pt x="277" y="39"/>
                      </a:lnTo>
                      <a:lnTo>
                        <a:pt x="282" y="47"/>
                      </a:lnTo>
                      <a:lnTo>
                        <a:pt x="288" y="56"/>
                      </a:lnTo>
                      <a:lnTo>
                        <a:pt x="292" y="63"/>
                      </a:lnTo>
                      <a:lnTo>
                        <a:pt x="232" y="63"/>
                      </a:lnTo>
                      <a:lnTo>
                        <a:pt x="232" y="63"/>
                      </a:lnTo>
                      <a:lnTo>
                        <a:pt x="223" y="58"/>
                      </a:lnTo>
                      <a:lnTo>
                        <a:pt x="213" y="53"/>
                      </a:lnTo>
                      <a:lnTo>
                        <a:pt x="203" y="51"/>
                      </a:lnTo>
                      <a:lnTo>
                        <a:pt x="192" y="49"/>
                      </a:lnTo>
                      <a:lnTo>
                        <a:pt x="112" y="49"/>
                      </a:lnTo>
                      <a:lnTo>
                        <a:pt x="112" y="49"/>
                      </a:lnTo>
                      <a:lnTo>
                        <a:pt x="99" y="51"/>
                      </a:lnTo>
                      <a:lnTo>
                        <a:pt x="88" y="54"/>
                      </a:lnTo>
                      <a:lnTo>
                        <a:pt x="77" y="60"/>
                      </a:lnTo>
                      <a:lnTo>
                        <a:pt x="68" y="68"/>
                      </a:lnTo>
                      <a:lnTo>
                        <a:pt x="68" y="68"/>
                      </a:lnTo>
                      <a:lnTo>
                        <a:pt x="61" y="77"/>
                      </a:lnTo>
                      <a:lnTo>
                        <a:pt x="55" y="86"/>
                      </a:lnTo>
                      <a:lnTo>
                        <a:pt x="51" y="99"/>
                      </a:lnTo>
                      <a:lnTo>
                        <a:pt x="50" y="111"/>
                      </a:lnTo>
                      <a:lnTo>
                        <a:pt x="50" y="111"/>
                      </a:lnTo>
                      <a:lnTo>
                        <a:pt x="50" y="111"/>
                      </a:lnTo>
                      <a:lnTo>
                        <a:pt x="51" y="124"/>
                      </a:lnTo>
                      <a:lnTo>
                        <a:pt x="55" y="135"/>
                      </a:lnTo>
                      <a:lnTo>
                        <a:pt x="61" y="146"/>
                      </a:lnTo>
                      <a:lnTo>
                        <a:pt x="68" y="154"/>
                      </a:lnTo>
                      <a:lnTo>
                        <a:pt x="68" y="154"/>
                      </a:lnTo>
                      <a:lnTo>
                        <a:pt x="77" y="162"/>
                      </a:lnTo>
                      <a:lnTo>
                        <a:pt x="88" y="168"/>
                      </a:lnTo>
                      <a:lnTo>
                        <a:pt x="99" y="172"/>
                      </a:lnTo>
                      <a:lnTo>
                        <a:pt x="112" y="173"/>
                      </a:lnTo>
                      <a:lnTo>
                        <a:pt x="192" y="173"/>
                      </a:lnTo>
                      <a:lnTo>
                        <a:pt x="192" y="173"/>
                      </a:lnTo>
                      <a:lnTo>
                        <a:pt x="203" y="172"/>
                      </a:lnTo>
                      <a:lnTo>
                        <a:pt x="213" y="169"/>
                      </a:lnTo>
                      <a:lnTo>
                        <a:pt x="223" y="164"/>
                      </a:lnTo>
                      <a:lnTo>
                        <a:pt x="232" y="158"/>
                      </a:lnTo>
                      <a:lnTo>
                        <a:pt x="292" y="158"/>
                      </a:lnTo>
                      <a:lnTo>
                        <a:pt x="292" y="158"/>
                      </a:lnTo>
                      <a:lnTo>
                        <a:pt x="288" y="167"/>
                      </a:lnTo>
                      <a:lnTo>
                        <a:pt x="282" y="175"/>
                      </a:lnTo>
                      <a:lnTo>
                        <a:pt x="277" y="183"/>
                      </a:lnTo>
                      <a:lnTo>
                        <a:pt x="271" y="189"/>
                      </a:lnTo>
                      <a:lnTo>
                        <a:pt x="271" y="189"/>
                      </a:lnTo>
                      <a:lnTo>
                        <a:pt x="262" y="196"/>
                      </a:lnTo>
                      <a:lnTo>
                        <a:pt x="254" y="203"/>
                      </a:lnTo>
                      <a:lnTo>
                        <a:pt x="245" y="209"/>
                      </a:lnTo>
                      <a:lnTo>
                        <a:pt x="235" y="214"/>
                      </a:lnTo>
                      <a:lnTo>
                        <a:pt x="225" y="217"/>
                      </a:lnTo>
                      <a:lnTo>
                        <a:pt x="214" y="220"/>
                      </a:lnTo>
                      <a:lnTo>
                        <a:pt x="203" y="221"/>
                      </a:lnTo>
                      <a:lnTo>
                        <a:pt x="192" y="222"/>
                      </a:lnTo>
                      <a:lnTo>
                        <a:pt x="112" y="222"/>
                      </a:lnTo>
                      <a:lnTo>
                        <a:pt x="112" y="222"/>
                      </a:lnTo>
                      <a:lnTo>
                        <a:pt x="100" y="221"/>
                      </a:lnTo>
                      <a:lnTo>
                        <a:pt x="89" y="220"/>
                      </a:lnTo>
                      <a:lnTo>
                        <a:pt x="78" y="217"/>
                      </a:lnTo>
                      <a:lnTo>
                        <a:pt x="68" y="214"/>
                      </a:lnTo>
                      <a:lnTo>
                        <a:pt x="58" y="209"/>
                      </a:lnTo>
                      <a:lnTo>
                        <a:pt x="50" y="203"/>
                      </a:lnTo>
                      <a:lnTo>
                        <a:pt x="41" y="196"/>
                      </a:lnTo>
                      <a:lnTo>
                        <a:pt x="34" y="189"/>
                      </a:lnTo>
                      <a:lnTo>
                        <a:pt x="34" y="189"/>
                      </a:lnTo>
                      <a:lnTo>
                        <a:pt x="26" y="182"/>
                      </a:lnTo>
                      <a:lnTo>
                        <a:pt x="20" y="173"/>
                      </a:lnTo>
                      <a:lnTo>
                        <a:pt x="14" y="164"/>
                      </a:lnTo>
                      <a:lnTo>
                        <a:pt x="9" y="154"/>
                      </a:lnTo>
                      <a:lnTo>
                        <a:pt x="5" y="143"/>
                      </a:lnTo>
                      <a:lnTo>
                        <a:pt x="3" y="133"/>
                      </a:lnTo>
                      <a:lnTo>
                        <a:pt x="2" y="122"/>
                      </a:lnTo>
                      <a:lnTo>
                        <a:pt x="0" y="111"/>
                      </a:lnTo>
                      <a:lnTo>
                        <a:pt x="0" y="111"/>
                      </a:lnTo>
                      <a:lnTo>
                        <a:pt x="0" y="111"/>
                      </a:lnTo>
                      <a:lnTo>
                        <a:pt x="2" y="100"/>
                      </a:lnTo>
                      <a:lnTo>
                        <a:pt x="3" y="89"/>
                      </a:lnTo>
                      <a:lnTo>
                        <a:pt x="5" y="78"/>
                      </a:lnTo>
                      <a:lnTo>
                        <a:pt x="9" y="68"/>
                      </a:lnTo>
                      <a:lnTo>
                        <a:pt x="14" y="58"/>
                      </a:lnTo>
                      <a:lnTo>
                        <a:pt x="20" y="49"/>
                      </a:lnTo>
                      <a:lnTo>
                        <a:pt x="26" y="41"/>
                      </a:lnTo>
                      <a:lnTo>
                        <a:pt x="34" y="32"/>
                      </a:lnTo>
                      <a:lnTo>
                        <a:pt x="34" y="32"/>
                      </a:lnTo>
                      <a:lnTo>
                        <a:pt x="41" y="26"/>
                      </a:lnTo>
                      <a:lnTo>
                        <a:pt x="50" y="18"/>
                      </a:lnTo>
                      <a:lnTo>
                        <a:pt x="58" y="13"/>
                      </a:lnTo>
                      <a:lnTo>
                        <a:pt x="68" y="9"/>
                      </a:lnTo>
                      <a:lnTo>
                        <a:pt x="78" y="5"/>
                      </a:lnTo>
                      <a:lnTo>
                        <a:pt x="89" y="2"/>
                      </a:lnTo>
                      <a:lnTo>
                        <a:pt x="100" y="0"/>
                      </a:lnTo>
                      <a:lnTo>
                        <a:pt x="112" y="0"/>
                      </a:lnTo>
                      <a:lnTo>
                        <a:pt x="11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65" name="Freeform 20"/>
                <p:cNvSpPr>
                  <a:spLocks/>
                </p:cNvSpPr>
                <p:nvPr/>
              </p:nvSpPr>
              <p:spPr bwMode="auto">
                <a:xfrm>
                  <a:off x="1714480" y="4357700"/>
                  <a:ext cx="230188" cy="177800"/>
                </a:xfrm>
                <a:custGeom>
                  <a:avLst/>
                  <a:gdLst/>
                  <a:ahLst/>
                  <a:cxnLst>
                    <a:cxn ang="0">
                      <a:pos x="181" y="0"/>
                    </a:cxn>
                    <a:cxn ang="0">
                      <a:pos x="192" y="0"/>
                    </a:cxn>
                    <a:cxn ang="0">
                      <a:pos x="213" y="5"/>
                    </a:cxn>
                    <a:cxn ang="0">
                      <a:pos x="234" y="13"/>
                    </a:cxn>
                    <a:cxn ang="0">
                      <a:pos x="251" y="26"/>
                    </a:cxn>
                    <a:cxn ang="0">
                      <a:pos x="258" y="32"/>
                    </a:cxn>
                    <a:cxn ang="0">
                      <a:pos x="272" y="49"/>
                    </a:cxn>
                    <a:cxn ang="0">
                      <a:pos x="283" y="68"/>
                    </a:cxn>
                    <a:cxn ang="0">
                      <a:pos x="289" y="89"/>
                    </a:cxn>
                    <a:cxn ang="0">
                      <a:pos x="292" y="111"/>
                    </a:cxn>
                    <a:cxn ang="0">
                      <a:pos x="292" y="111"/>
                    </a:cxn>
                    <a:cxn ang="0">
                      <a:pos x="289" y="133"/>
                    </a:cxn>
                    <a:cxn ang="0">
                      <a:pos x="283" y="154"/>
                    </a:cxn>
                    <a:cxn ang="0">
                      <a:pos x="272" y="173"/>
                    </a:cxn>
                    <a:cxn ang="0">
                      <a:pos x="258" y="189"/>
                    </a:cxn>
                    <a:cxn ang="0">
                      <a:pos x="251" y="196"/>
                    </a:cxn>
                    <a:cxn ang="0">
                      <a:pos x="234" y="209"/>
                    </a:cxn>
                    <a:cxn ang="0">
                      <a:pos x="213" y="217"/>
                    </a:cxn>
                    <a:cxn ang="0">
                      <a:pos x="192" y="221"/>
                    </a:cxn>
                    <a:cxn ang="0">
                      <a:pos x="100" y="222"/>
                    </a:cxn>
                    <a:cxn ang="0">
                      <a:pos x="89" y="221"/>
                    </a:cxn>
                    <a:cxn ang="0">
                      <a:pos x="67" y="217"/>
                    </a:cxn>
                    <a:cxn ang="0">
                      <a:pos x="47" y="209"/>
                    </a:cxn>
                    <a:cxn ang="0">
                      <a:pos x="30" y="196"/>
                    </a:cxn>
                    <a:cxn ang="0">
                      <a:pos x="21" y="189"/>
                    </a:cxn>
                    <a:cxn ang="0">
                      <a:pos x="9" y="175"/>
                    </a:cxn>
                    <a:cxn ang="0">
                      <a:pos x="0" y="158"/>
                    </a:cxn>
                    <a:cxn ang="0">
                      <a:pos x="61" y="158"/>
                    </a:cxn>
                    <a:cxn ang="0">
                      <a:pos x="79" y="169"/>
                    </a:cxn>
                    <a:cxn ang="0">
                      <a:pos x="100" y="173"/>
                    </a:cxn>
                    <a:cxn ang="0">
                      <a:pos x="181" y="173"/>
                    </a:cxn>
                    <a:cxn ang="0">
                      <a:pos x="204" y="168"/>
                    </a:cxn>
                    <a:cxn ang="0">
                      <a:pos x="224" y="154"/>
                    </a:cxn>
                    <a:cxn ang="0">
                      <a:pos x="231" y="146"/>
                    </a:cxn>
                    <a:cxn ang="0">
                      <a:pos x="241" y="124"/>
                    </a:cxn>
                    <a:cxn ang="0">
                      <a:pos x="242" y="111"/>
                    </a:cxn>
                    <a:cxn ang="0">
                      <a:pos x="241" y="99"/>
                    </a:cxn>
                    <a:cxn ang="0">
                      <a:pos x="231" y="77"/>
                    </a:cxn>
                    <a:cxn ang="0">
                      <a:pos x="224" y="68"/>
                    </a:cxn>
                    <a:cxn ang="0">
                      <a:pos x="204" y="54"/>
                    </a:cxn>
                    <a:cxn ang="0">
                      <a:pos x="181" y="49"/>
                    </a:cxn>
                    <a:cxn ang="0">
                      <a:pos x="100" y="49"/>
                    </a:cxn>
                    <a:cxn ang="0">
                      <a:pos x="79" y="53"/>
                    </a:cxn>
                    <a:cxn ang="0">
                      <a:pos x="61" y="63"/>
                    </a:cxn>
                    <a:cxn ang="0">
                      <a:pos x="0" y="63"/>
                    </a:cxn>
                    <a:cxn ang="0">
                      <a:pos x="9" y="47"/>
                    </a:cxn>
                    <a:cxn ang="0">
                      <a:pos x="21" y="32"/>
                    </a:cxn>
                    <a:cxn ang="0">
                      <a:pos x="30" y="26"/>
                    </a:cxn>
                    <a:cxn ang="0">
                      <a:pos x="47" y="13"/>
                    </a:cxn>
                    <a:cxn ang="0">
                      <a:pos x="67" y="5"/>
                    </a:cxn>
                    <a:cxn ang="0">
                      <a:pos x="89" y="0"/>
                    </a:cxn>
                    <a:cxn ang="0">
                      <a:pos x="100" y="0"/>
                    </a:cxn>
                  </a:cxnLst>
                  <a:rect l="0" t="0" r="r" b="b"/>
                  <a:pathLst>
                    <a:path w="292" h="222">
                      <a:moveTo>
                        <a:pt x="100" y="0"/>
                      </a:moveTo>
                      <a:lnTo>
                        <a:pt x="181" y="0"/>
                      </a:lnTo>
                      <a:lnTo>
                        <a:pt x="181" y="0"/>
                      </a:lnTo>
                      <a:lnTo>
                        <a:pt x="192" y="0"/>
                      </a:lnTo>
                      <a:lnTo>
                        <a:pt x="203" y="2"/>
                      </a:lnTo>
                      <a:lnTo>
                        <a:pt x="213" y="5"/>
                      </a:lnTo>
                      <a:lnTo>
                        <a:pt x="224" y="9"/>
                      </a:lnTo>
                      <a:lnTo>
                        <a:pt x="234" y="13"/>
                      </a:lnTo>
                      <a:lnTo>
                        <a:pt x="242" y="18"/>
                      </a:lnTo>
                      <a:lnTo>
                        <a:pt x="251" y="26"/>
                      </a:lnTo>
                      <a:lnTo>
                        <a:pt x="258" y="32"/>
                      </a:lnTo>
                      <a:lnTo>
                        <a:pt x="258" y="32"/>
                      </a:lnTo>
                      <a:lnTo>
                        <a:pt x="266" y="41"/>
                      </a:lnTo>
                      <a:lnTo>
                        <a:pt x="272" y="49"/>
                      </a:lnTo>
                      <a:lnTo>
                        <a:pt x="278" y="58"/>
                      </a:lnTo>
                      <a:lnTo>
                        <a:pt x="283" y="68"/>
                      </a:lnTo>
                      <a:lnTo>
                        <a:pt x="287" y="78"/>
                      </a:lnTo>
                      <a:lnTo>
                        <a:pt x="289" y="89"/>
                      </a:lnTo>
                      <a:lnTo>
                        <a:pt x="291" y="100"/>
                      </a:lnTo>
                      <a:lnTo>
                        <a:pt x="292" y="111"/>
                      </a:lnTo>
                      <a:lnTo>
                        <a:pt x="292" y="111"/>
                      </a:lnTo>
                      <a:lnTo>
                        <a:pt x="292" y="111"/>
                      </a:lnTo>
                      <a:lnTo>
                        <a:pt x="291" y="122"/>
                      </a:lnTo>
                      <a:lnTo>
                        <a:pt x="289" y="133"/>
                      </a:lnTo>
                      <a:lnTo>
                        <a:pt x="287" y="143"/>
                      </a:lnTo>
                      <a:lnTo>
                        <a:pt x="283" y="154"/>
                      </a:lnTo>
                      <a:lnTo>
                        <a:pt x="278" y="164"/>
                      </a:lnTo>
                      <a:lnTo>
                        <a:pt x="272" y="173"/>
                      </a:lnTo>
                      <a:lnTo>
                        <a:pt x="266" y="182"/>
                      </a:lnTo>
                      <a:lnTo>
                        <a:pt x="258" y="189"/>
                      </a:lnTo>
                      <a:lnTo>
                        <a:pt x="258" y="189"/>
                      </a:lnTo>
                      <a:lnTo>
                        <a:pt x="251" y="196"/>
                      </a:lnTo>
                      <a:lnTo>
                        <a:pt x="242" y="203"/>
                      </a:lnTo>
                      <a:lnTo>
                        <a:pt x="234" y="209"/>
                      </a:lnTo>
                      <a:lnTo>
                        <a:pt x="224" y="214"/>
                      </a:lnTo>
                      <a:lnTo>
                        <a:pt x="213" y="217"/>
                      </a:lnTo>
                      <a:lnTo>
                        <a:pt x="203" y="220"/>
                      </a:lnTo>
                      <a:lnTo>
                        <a:pt x="192" y="221"/>
                      </a:lnTo>
                      <a:lnTo>
                        <a:pt x="181" y="222"/>
                      </a:lnTo>
                      <a:lnTo>
                        <a:pt x="100" y="222"/>
                      </a:lnTo>
                      <a:lnTo>
                        <a:pt x="100" y="222"/>
                      </a:lnTo>
                      <a:lnTo>
                        <a:pt x="89" y="221"/>
                      </a:lnTo>
                      <a:lnTo>
                        <a:pt x="78" y="220"/>
                      </a:lnTo>
                      <a:lnTo>
                        <a:pt x="67" y="217"/>
                      </a:lnTo>
                      <a:lnTo>
                        <a:pt x="57" y="214"/>
                      </a:lnTo>
                      <a:lnTo>
                        <a:pt x="47" y="209"/>
                      </a:lnTo>
                      <a:lnTo>
                        <a:pt x="38" y="203"/>
                      </a:lnTo>
                      <a:lnTo>
                        <a:pt x="30" y="196"/>
                      </a:lnTo>
                      <a:lnTo>
                        <a:pt x="21" y="189"/>
                      </a:lnTo>
                      <a:lnTo>
                        <a:pt x="21" y="189"/>
                      </a:lnTo>
                      <a:lnTo>
                        <a:pt x="15" y="183"/>
                      </a:lnTo>
                      <a:lnTo>
                        <a:pt x="9" y="175"/>
                      </a:lnTo>
                      <a:lnTo>
                        <a:pt x="4" y="167"/>
                      </a:lnTo>
                      <a:lnTo>
                        <a:pt x="0" y="158"/>
                      </a:lnTo>
                      <a:lnTo>
                        <a:pt x="61" y="158"/>
                      </a:lnTo>
                      <a:lnTo>
                        <a:pt x="61" y="158"/>
                      </a:lnTo>
                      <a:lnTo>
                        <a:pt x="69" y="164"/>
                      </a:lnTo>
                      <a:lnTo>
                        <a:pt x="79" y="169"/>
                      </a:lnTo>
                      <a:lnTo>
                        <a:pt x="89" y="172"/>
                      </a:lnTo>
                      <a:lnTo>
                        <a:pt x="100" y="173"/>
                      </a:lnTo>
                      <a:lnTo>
                        <a:pt x="181" y="173"/>
                      </a:lnTo>
                      <a:lnTo>
                        <a:pt x="181" y="173"/>
                      </a:lnTo>
                      <a:lnTo>
                        <a:pt x="193" y="172"/>
                      </a:lnTo>
                      <a:lnTo>
                        <a:pt x="204" y="168"/>
                      </a:lnTo>
                      <a:lnTo>
                        <a:pt x="215" y="162"/>
                      </a:lnTo>
                      <a:lnTo>
                        <a:pt x="224" y="154"/>
                      </a:lnTo>
                      <a:lnTo>
                        <a:pt x="224" y="154"/>
                      </a:lnTo>
                      <a:lnTo>
                        <a:pt x="231" y="146"/>
                      </a:lnTo>
                      <a:lnTo>
                        <a:pt x="237" y="135"/>
                      </a:lnTo>
                      <a:lnTo>
                        <a:pt x="241" y="124"/>
                      </a:lnTo>
                      <a:lnTo>
                        <a:pt x="242" y="111"/>
                      </a:lnTo>
                      <a:lnTo>
                        <a:pt x="242" y="111"/>
                      </a:lnTo>
                      <a:lnTo>
                        <a:pt x="242" y="111"/>
                      </a:lnTo>
                      <a:lnTo>
                        <a:pt x="241" y="99"/>
                      </a:lnTo>
                      <a:lnTo>
                        <a:pt x="237" y="86"/>
                      </a:lnTo>
                      <a:lnTo>
                        <a:pt x="231" y="77"/>
                      </a:lnTo>
                      <a:lnTo>
                        <a:pt x="224" y="68"/>
                      </a:lnTo>
                      <a:lnTo>
                        <a:pt x="224" y="68"/>
                      </a:lnTo>
                      <a:lnTo>
                        <a:pt x="215" y="60"/>
                      </a:lnTo>
                      <a:lnTo>
                        <a:pt x="204" y="54"/>
                      </a:lnTo>
                      <a:lnTo>
                        <a:pt x="193" y="51"/>
                      </a:lnTo>
                      <a:lnTo>
                        <a:pt x="181" y="49"/>
                      </a:lnTo>
                      <a:lnTo>
                        <a:pt x="100" y="49"/>
                      </a:lnTo>
                      <a:lnTo>
                        <a:pt x="100" y="49"/>
                      </a:lnTo>
                      <a:lnTo>
                        <a:pt x="89" y="51"/>
                      </a:lnTo>
                      <a:lnTo>
                        <a:pt x="79" y="53"/>
                      </a:lnTo>
                      <a:lnTo>
                        <a:pt x="69" y="58"/>
                      </a:lnTo>
                      <a:lnTo>
                        <a:pt x="61" y="63"/>
                      </a:lnTo>
                      <a:lnTo>
                        <a:pt x="0" y="63"/>
                      </a:lnTo>
                      <a:lnTo>
                        <a:pt x="0" y="63"/>
                      </a:lnTo>
                      <a:lnTo>
                        <a:pt x="4" y="56"/>
                      </a:lnTo>
                      <a:lnTo>
                        <a:pt x="9" y="47"/>
                      </a:lnTo>
                      <a:lnTo>
                        <a:pt x="15" y="39"/>
                      </a:lnTo>
                      <a:lnTo>
                        <a:pt x="21" y="32"/>
                      </a:lnTo>
                      <a:lnTo>
                        <a:pt x="21" y="32"/>
                      </a:lnTo>
                      <a:lnTo>
                        <a:pt x="30" y="26"/>
                      </a:lnTo>
                      <a:lnTo>
                        <a:pt x="38" y="18"/>
                      </a:lnTo>
                      <a:lnTo>
                        <a:pt x="47" y="13"/>
                      </a:lnTo>
                      <a:lnTo>
                        <a:pt x="57" y="9"/>
                      </a:lnTo>
                      <a:lnTo>
                        <a:pt x="67" y="5"/>
                      </a:lnTo>
                      <a:lnTo>
                        <a:pt x="78" y="2"/>
                      </a:lnTo>
                      <a:lnTo>
                        <a:pt x="89" y="0"/>
                      </a:lnTo>
                      <a:lnTo>
                        <a:pt x="100" y="0"/>
                      </a:lnTo>
                      <a:lnTo>
                        <a:pt x="10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sp>
              <p:nvSpPr>
                <p:cNvPr id="66" name="Freeform 21"/>
                <p:cNvSpPr>
                  <a:spLocks/>
                </p:cNvSpPr>
                <p:nvPr/>
              </p:nvSpPr>
              <p:spPr bwMode="auto">
                <a:xfrm>
                  <a:off x="1601767" y="4427550"/>
                  <a:ext cx="195263" cy="36513"/>
                </a:xfrm>
                <a:custGeom>
                  <a:avLst/>
                  <a:gdLst/>
                  <a:ahLst/>
                  <a:cxnLst>
                    <a:cxn ang="0">
                      <a:pos x="24" y="0"/>
                    </a:cxn>
                    <a:cxn ang="0">
                      <a:pos x="224" y="0"/>
                    </a:cxn>
                    <a:cxn ang="0">
                      <a:pos x="224" y="0"/>
                    </a:cxn>
                    <a:cxn ang="0">
                      <a:pos x="229" y="1"/>
                    </a:cxn>
                    <a:cxn ang="0">
                      <a:pos x="233" y="2"/>
                    </a:cxn>
                    <a:cxn ang="0">
                      <a:pos x="236" y="5"/>
                    </a:cxn>
                    <a:cxn ang="0">
                      <a:pos x="240" y="7"/>
                    </a:cxn>
                    <a:cxn ang="0">
                      <a:pos x="242" y="11"/>
                    </a:cxn>
                    <a:cxn ang="0">
                      <a:pos x="245" y="14"/>
                    </a:cxn>
                    <a:cxn ang="0">
                      <a:pos x="246" y="18"/>
                    </a:cxn>
                    <a:cxn ang="0">
                      <a:pos x="246" y="23"/>
                    </a:cxn>
                    <a:cxn ang="0">
                      <a:pos x="246" y="23"/>
                    </a:cxn>
                    <a:cxn ang="0">
                      <a:pos x="246" y="23"/>
                    </a:cxn>
                    <a:cxn ang="0">
                      <a:pos x="246" y="28"/>
                    </a:cxn>
                    <a:cxn ang="0">
                      <a:pos x="245" y="32"/>
                    </a:cxn>
                    <a:cxn ang="0">
                      <a:pos x="242" y="36"/>
                    </a:cxn>
                    <a:cxn ang="0">
                      <a:pos x="240" y="39"/>
                    </a:cxn>
                    <a:cxn ang="0">
                      <a:pos x="236" y="42"/>
                    </a:cxn>
                    <a:cxn ang="0">
                      <a:pos x="233" y="44"/>
                    </a:cxn>
                    <a:cxn ang="0">
                      <a:pos x="229" y="45"/>
                    </a:cxn>
                    <a:cxn ang="0">
                      <a:pos x="224" y="45"/>
                    </a:cxn>
                    <a:cxn ang="0">
                      <a:pos x="24" y="45"/>
                    </a:cxn>
                    <a:cxn ang="0">
                      <a:pos x="24" y="45"/>
                    </a:cxn>
                    <a:cxn ang="0">
                      <a:pos x="19" y="45"/>
                    </a:cxn>
                    <a:cxn ang="0">
                      <a:pos x="14" y="44"/>
                    </a:cxn>
                    <a:cxn ang="0">
                      <a:pos x="10" y="42"/>
                    </a:cxn>
                    <a:cxn ang="0">
                      <a:pos x="6" y="39"/>
                    </a:cxn>
                    <a:cxn ang="0">
                      <a:pos x="4" y="36"/>
                    </a:cxn>
                    <a:cxn ang="0">
                      <a:pos x="3" y="32"/>
                    </a:cxn>
                    <a:cxn ang="0">
                      <a:pos x="0" y="28"/>
                    </a:cxn>
                    <a:cxn ang="0">
                      <a:pos x="0" y="23"/>
                    </a:cxn>
                    <a:cxn ang="0">
                      <a:pos x="0" y="23"/>
                    </a:cxn>
                    <a:cxn ang="0">
                      <a:pos x="0" y="23"/>
                    </a:cxn>
                    <a:cxn ang="0">
                      <a:pos x="0" y="18"/>
                    </a:cxn>
                    <a:cxn ang="0">
                      <a:pos x="3" y="14"/>
                    </a:cxn>
                    <a:cxn ang="0">
                      <a:pos x="4" y="11"/>
                    </a:cxn>
                    <a:cxn ang="0">
                      <a:pos x="6" y="7"/>
                    </a:cxn>
                    <a:cxn ang="0">
                      <a:pos x="10" y="5"/>
                    </a:cxn>
                    <a:cxn ang="0">
                      <a:pos x="14" y="2"/>
                    </a:cxn>
                    <a:cxn ang="0">
                      <a:pos x="19" y="1"/>
                    </a:cxn>
                    <a:cxn ang="0">
                      <a:pos x="24" y="0"/>
                    </a:cxn>
                    <a:cxn ang="0">
                      <a:pos x="24" y="0"/>
                    </a:cxn>
                  </a:cxnLst>
                  <a:rect l="0" t="0" r="r" b="b"/>
                  <a:pathLst>
                    <a:path w="246" h="45">
                      <a:moveTo>
                        <a:pt x="24" y="0"/>
                      </a:moveTo>
                      <a:lnTo>
                        <a:pt x="224" y="0"/>
                      </a:lnTo>
                      <a:lnTo>
                        <a:pt x="224" y="0"/>
                      </a:lnTo>
                      <a:lnTo>
                        <a:pt x="229" y="1"/>
                      </a:lnTo>
                      <a:lnTo>
                        <a:pt x="233" y="2"/>
                      </a:lnTo>
                      <a:lnTo>
                        <a:pt x="236" y="5"/>
                      </a:lnTo>
                      <a:lnTo>
                        <a:pt x="240" y="7"/>
                      </a:lnTo>
                      <a:lnTo>
                        <a:pt x="242" y="11"/>
                      </a:lnTo>
                      <a:lnTo>
                        <a:pt x="245" y="14"/>
                      </a:lnTo>
                      <a:lnTo>
                        <a:pt x="246" y="18"/>
                      </a:lnTo>
                      <a:lnTo>
                        <a:pt x="246" y="23"/>
                      </a:lnTo>
                      <a:lnTo>
                        <a:pt x="246" y="23"/>
                      </a:lnTo>
                      <a:lnTo>
                        <a:pt x="246" y="23"/>
                      </a:lnTo>
                      <a:lnTo>
                        <a:pt x="246" y="28"/>
                      </a:lnTo>
                      <a:lnTo>
                        <a:pt x="245" y="32"/>
                      </a:lnTo>
                      <a:lnTo>
                        <a:pt x="242" y="36"/>
                      </a:lnTo>
                      <a:lnTo>
                        <a:pt x="240" y="39"/>
                      </a:lnTo>
                      <a:lnTo>
                        <a:pt x="236" y="42"/>
                      </a:lnTo>
                      <a:lnTo>
                        <a:pt x="233" y="44"/>
                      </a:lnTo>
                      <a:lnTo>
                        <a:pt x="229" y="45"/>
                      </a:lnTo>
                      <a:lnTo>
                        <a:pt x="224" y="45"/>
                      </a:lnTo>
                      <a:lnTo>
                        <a:pt x="24" y="45"/>
                      </a:lnTo>
                      <a:lnTo>
                        <a:pt x="24" y="45"/>
                      </a:lnTo>
                      <a:lnTo>
                        <a:pt x="19" y="45"/>
                      </a:lnTo>
                      <a:lnTo>
                        <a:pt x="14" y="44"/>
                      </a:lnTo>
                      <a:lnTo>
                        <a:pt x="10" y="42"/>
                      </a:lnTo>
                      <a:lnTo>
                        <a:pt x="6" y="39"/>
                      </a:lnTo>
                      <a:lnTo>
                        <a:pt x="4" y="36"/>
                      </a:lnTo>
                      <a:lnTo>
                        <a:pt x="3" y="32"/>
                      </a:lnTo>
                      <a:lnTo>
                        <a:pt x="0" y="28"/>
                      </a:lnTo>
                      <a:lnTo>
                        <a:pt x="0" y="23"/>
                      </a:lnTo>
                      <a:lnTo>
                        <a:pt x="0" y="23"/>
                      </a:lnTo>
                      <a:lnTo>
                        <a:pt x="0" y="23"/>
                      </a:lnTo>
                      <a:lnTo>
                        <a:pt x="0" y="18"/>
                      </a:lnTo>
                      <a:lnTo>
                        <a:pt x="3" y="14"/>
                      </a:lnTo>
                      <a:lnTo>
                        <a:pt x="4" y="11"/>
                      </a:lnTo>
                      <a:lnTo>
                        <a:pt x="6" y="7"/>
                      </a:lnTo>
                      <a:lnTo>
                        <a:pt x="10" y="5"/>
                      </a:lnTo>
                      <a:lnTo>
                        <a:pt x="14" y="2"/>
                      </a:lnTo>
                      <a:lnTo>
                        <a:pt x="19" y="1"/>
                      </a:lnTo>
                      <a:lnTo>
                        <a:pt x="24" y="0"/>
                      </a:lnTo>
                      <a:lnTo>
                        <a:pt x="2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grpSp>
      <p:grpSp>
        <p:nvGrpSpPr>
          <p:cNvPr id="47" name="Group 96"/>
          <p:cNvGrpSpPr/>
          <p:nvPr/>
        </p:nvGrpSpPr>
        <p:grpSpPr>
          <a:xfrm>
            <a:off x="6858005" y="3014221"/>
            <a:ext cx="4856732" cy="2246769"/>
            <a:chOff x="5143504" y="2260665"/>
            <a:chExt cx="3642549" cy="1685077"/>
          </a:xfrm>
        </p:grpSpPr>
        <p:sp>
          <p:nvSpPr>
            <p:cNvPr id="38" name="Rectangle 37"/>
            <p:cNvSpPr/>
            <p:nvPr/>
          </p:nvSpPr>
          <p:spPr>
            <a:xfrm>
              <a:off x="5893274" y="2260665"/>
              <a:ext cx="2892779" cy="1685077"/>
            </a:xfrm>
            <a:prstGeom prst="rect">
              <a:avLst/>
            </a:prstGeom>
          </p:spPr>
          <p:txBody>
            <a:bodyPr wrap="square">
              <a:spAutoFit/>
            </a:bodyPr>
            <a:lstStyle/>
            <a:p>
              <a:pPr algn="ctr"/>
              <a:r>
                <a:rPr lang="ar-SA" sz="2800" b="1" dirty="0">
                  <a:solidFill>
                    <a:srgbClr val="2980B9"/>
                  </a:solidFill>
                </a:rPr>
                <a:t>نقص الكفاءات الفنية المؤهلة والمدربة على تشغيل وصيانة وسائل الاتصالات وتكنولوجيا المعلومات وتصميم صفحات الإنترنت الخاصة بهذا الأمر</a:t>
              </a:r>
              <a:endParaRPr lang="en-US" sz="2800" b="1" dirty="0">
                <a:solidFill>
                  <a:srgbClr val="2980B9"/>
                </a:solidFill>
                <a:latin typeface="Open Sans Light" pitchFamily="34" charset="0"/>
                <a:ea typeface="Open Sans Light" pitchFamily="34" charset="0"/>
                <a:cs typeface="Open Sans Light" pitchFamily="34" charset="0"/>
              </a:endParaRPr>
            </a:p>
          </p:txBody>
        </p:sp>
        <p:grpSp>
          <p:nvGrpSpPr>
            <p:cNvPr id="50" name="Group 81"/>
            <p:cNvGrpSpPr/>
            <p:nvPr/>
          </p:nvGrpSpPr>
          <p:grpSpPr>
            <a:xfrm>
              <a:off x="5143504" y="2500312"/>
              <a:ext cx="636196" cy="636164"/>
              <a:chOff x="5143504" y="2500312"/>
              <a:chExt cx="636196" cy="636164"/>
            </a:xfrm>
          </p:grpSpPr>
          <p:sp>
            <p:nvSpPr>
              <p:cNvPr id="24" name="Rectangle 23"/>
              <p:cNvSpPr/>
              <p:nvPr/>
            </p:nvSpPr>
            <p:spPr>
              <a:xfrm>
                <a:off x="5143504" y="2500312"/>
                <a:ext cx="636196" cy="636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6" name="Group 78"/>
              <p:cNvGrpSpPr/>
              <p:nvPr/>
            </p:nvGrpSpPr>
            <p:grpSpPr>
              <a:xfrm>
                <a:off x="5333133" y="2643188"/>
                <a:ext cx="272454" cy="363686"/>
                <a:chOff x="1868971" y="2767277"/>
                <a:chExt cx="274694" cy="366676"/>
              </a:xfrm>
              <a:solidFill>
                <a:schemeClr val="bg1"/>
              </a:solidFill>
            </p:grpSpPr>
            <p:sp>
              <p:nvSpPr>
                <p:cNvPr id="8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8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grpSp>
        </p:grpSp>
      </p:grpSp>
      <p:sp>
        <p:nvSpPr>
          <p:cNvPr id="2" name="Footer Placeholder 1"/>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35845557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000"/>
                            </p:stCondLst>
                            <p:childTnLst>
                              <p:par>
                                <p:cTn id="13" presetID="12" presetClass="entr" presetSubtype="2" fill="hold"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slide(fromRight)">
                                      <p:cBhvr>
                                        <p:cTn id="15" dur="500"/>
                                        <p:tgtEl>
                                          <p:spTgt spid="15"/>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slide(fromLeft)">
                                      <p:cBhvr>
                                        <p:cTn id="19" dur="500"/>
                                        <p:tgtEl>
                                          <p:spTgt spid="7"/>
                                        </p:tgtEl>
                                      </p:cBhvr>
                                    </p:animEffect>
                                  </p:childTnLst>
                                </p:cTn>
                              </p:par>
                            </p:childTnLst>
                          </p:cTn>
                        </p:par>
                        <p:par>
                          <p:cTn id="20" fill="hold">
                            <p:stCondLst>
                              <p:cond delay="2000"/>
                            </p:stCondLst>
                            <p:childTnLst>
                              <p:par>
                                <p:cTn id="21" presetID="12" presetClass="entr" presetSubtype="8" fill="hold" nodeType="after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slide(fromLeft)">
                                      <p:cBhvr>
                                        <p:cTn id="23" dur="500"/>
                                        <p:tgtEl>
                                          <p:spTgt spid="47"/>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slide(fromLeft)">
                                      <p:cBhvr>
                                        <p:cTn id="27" dur="500"/>
                                        <p:tgtEl>
                                          <p:spTgt spid="10"/>
                                        </p:tgtEl>
                                      </p:cBhvr>
                                    </p:animEffect>
                                  </p:childTnLst>
                                </p:cTn>
                              </p:par>
                            </p:childTnLst>
                          </p:cTn>
                        </p:par>
                        <p:par>
                          <p:cTn id="28" fill="hold">
                            <p:stCondLst>
                              <p:cond delay="3000"/>
                            </p:stCondLst>
                            <p:childTnLst>
                              <p:par>
                                <p:cTn id="29" presetID="12" presetClass="entr" presetSubtype="2" fill="hold" nodeType="after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slide(fromRight)">
                                      <p:cBhvr>
                                        <p:cTn id="3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809720" y="507088"/>
            <a:ext cx="9906069" cy="707886"/>
          </a:xfrm>
          <a:prstGeom prst="rect">
            <a:avLst/>
          </a:prstGeom>
        </p:spPr>
        <p:txBody>
          <a:bodyPr wrap="square">
            <a:spAutoFit/>
          </a:bodyPr>
          <a:lstStyle/>
          <a:p>
            <a:pPr algn="r"/>
            <a:r>
              <a:rPr lang="ar-SA" sz="4000" b="1" u="sng" dirty="0" smtClean="0">
                <a:solidFill>
                  <a:schemeClr val="bg2">
                    <a:lumMod val="10000"/>
                  </a:schemeClr>
                </a:solidFill>
              </a:rPr>
              <a:t>و- معوقات </a:t>
            </a:r>
            <a:r>
              <a:rPr lang="ar-SA" sz="4000" b="1" u="sng" dirty="0">
                <a:solidFill>
                  <a:schemeClr val="bg2">
                    <a:lumMod val="10000"/>
                  </a:schemeClr>
                </a:solidFill>
              </a:rPr>
              <a:t>استخدام التعليم عن </a:t>
            </a:r>
            <a:r>
              <a:rPr lang="ar-SA" sz="4000" b="1" u="sng" dirty="0" smtClean="0">
                <a:solidFill>
                  <a:schemeClr val="bg2">
                    <a:lumMod val="10000"/>
                  </a:schemeClr>
                </a:solidFill>
              </a:rPr>
              <a:t>بعد</a:t>
            </a:r>
            <a:endParaRPr lang="id-ID" sz="4000" u="sng" dirty="0">
              <a:solidFill>
                <a:schemeClr val="bg2">
                  <a:lumMod val="10000"/>
                </a:schemeClr>
              </a:solidFill>
              <a:latin typeface="Open Sans" pitchFamily="34" charset="0"/>
              <a:ea typeface="Open Sans" pitchFamily="34" charset="0"/>
              <a:cs typeface="Open Sans" pitchFamily="34" charset="0"/>
            </a:endParaRPr>
          </a:p>
        </p:txBody>
      </p:sp>
      <p:cxnSp>
        <p:nvCxnSpPr>
          <p:cNvPr id="9" name="Straight Connector 8"/>
          <p:cNvCxnSpPr/>
          <p:nvPr/>
        </p:nvCxnSpPr>
        <p:spPr>
          <a:xfrm rot="5400000">
            <a:off x="3713678" y="3905257"/>
            <a:ext cx="4763591" cy="1057"/>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5324997" y="3699948"/>
            <a:ext cx="828150" cy="114301"/>
            <a:chOff x="3993750" y="2774961"/>
            <a:chExt cx="621113" cy="85726"/>
          </a:xfrm>
        </p:grpSpPr>
        <p:cxnSp>
          <p:nvCxnSpPr>
            <p:cNvPr id="49" name="Straight Connector 48"/>
            <p:cNvCxnSpPr>
              <a:stCxn id="23" idx="3"/>
              <a:endCxn id="52" idx="6"/>
            </p:cNvCxnSpPr>
            <p:nvPr/>
          </p:nvCxnSpPr>
          <p:spPr>
            <a:xfrm flipV="1">
              <a:off x="3993750" y="2817824"/>
              <a:ext cx="621113" cy="57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99"/>
          <p:cNvGrpSpPr/>
          <p:nvPr/>
        </p:nvGrpSpPr>
        <p:grpSpPr>
          <a:xfrm>
            <a:off x="6038850" y="2277547"/>
            <a:ext cx="819156" cy="114301"/>
            <a:chOff x="4529137" y="1708160"/>
            <a:chExt cx="614367" cy="85726"/>
          </a:xfrm>
        </p:grpSpPr>
        <p:cxnSp>
          <p:nvCxnSpPr>
            <p:cNvPr id="46" name="Straight Connector 45"/>
            <p:cNvCxnSpPr>
              <a:stCxn id="53" idx="6"/>
              <a:endCxn id="17" idx="1"/>
            </p:cNvCxnSpPr>
            <p:nvPr/>
          </p:nvCxnSpPr>
          <p:spPr>
            <a:xfrm flipV="1">
              <a:off x="4614863" y="1746826"/>
              <a:ext cx="528641" cy="419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Group 101"/>
          <p:cNvGrpSpPr/>
          <p:nvPr/>
        </p:nvGrpSpPr>
        <p:grpSpPr>
          <a:xfrm>
            <a:off x="6038850" y="5223947"/>
            <a:ext cx="819156" cy="114301"/>
            <a:chOff x="4529137" y="3917960"/>
            <a:chExt cx="614367" cy="85726"/>
          </a:xfrm>
        </p:grpSpPr>
        <p:cxnSp>
          <p:nvCxnSpPr>
            <p:cNvPr id="51" name="Straight Connector 50"/>
            <p:cNvCxnSpPr>
              <a:stCxn id="54" idx="6"/>
              <a:endCxn id="28" idx="1"/>
            </p:cNvCxnSpPr>
            <p:nvPr/>
          </p:nvCxnSpPr>
          <p:spPr>
            <a:xfrm>
              <a:off x="4614863" y="3960823"/>
              <a:ext cx="528641" cy="581"/>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95"/>
          <p:cNvGrpSpPr/>
          <p:nvPr/>
        </p:nvGrpSpPr>
        <p:grpSpPr>
          <a:xfrm>
            <a:off x="476211" y="3333751"/>
            <a:ext cx="4848789" cy="1239859"/>
            <a:chOff x="357158" y="2500312"/>
            <a:chExt cx="3636592" cy="929894"/>
          </a:xfrm>
        </p:grpSpPr>
        <p:sp>
          <p:nvSpPr>
            <p:cNvPr id="32" name="Rectangle 31"/>
            <p:cNvSpPr/>
            <p:nvPr/>
          </p:nvSpPr>
          <p:spPr>
            <a:xfrm>
              <a:off x="357158" y="2714626"/>
              <a:ext cx="2643206" cy="715580"/>
            </a:xfrm>
            <a:prstGeom prst="rect">
              <a:avLst/>
            </a:prstGeom>
          </p:spPr>
          <p:txBody>
            <a:bodyPr wrap="square">
              <a:spAutoFit/>
            </a:bodyPr>
            <a:lstStyle/>
            <a:p>
              <a:pPr algn="ctr"/>
              <a:r>
                <a:rPr lang="ar-SA" sz="2800" b="1" dirty="0">
                  <a:solidFill>
                    <a:srgbClr val="F39C12"/>
                  </a:solidFill>
                </a:rPr>
                <a:t>ضرورة توفر اتصال بين الطلبة وشبكة الإنترنت</a:t>
              </a:r>
              <a:endParaRPr lang="en-US" sz="2800" b="1" dirty="0">
                <a:solidFill>
                  <a:srgbClr val="F39C12"/>
                </a:solidFill>
                <a:latin typeface="Open Sans Light" pitchFamily="34" charset="0"/>
                <a:ea typeface="Open Sans Light" pitchFamily="34" charset="0"/>
                <a:cs typeface="Open Sans Light" pitchFamily="34" charset="0"/>
              </a:endParaRPr>
            </a:p>
          </p:txBody>
        </p:sp>
        <p:grpSp>
          <p:nvGrpSpPr>
            <p:cNvPr id="13" name="Group 84"/>
            <p:cNvGrpSpPr/>
            <p:nvPr/>
          </p:nvGrpSpPr>
          <p:grpSpPr>
            <a:xfrm>
              <a:off x="3357554" y="2500312"/>
              <a:ext cx="636196" cy="636164"/>
              <a:chOff x="3357554" y="2500312"/>
              <a:chExt cx="636196" cy="636164"/>
            </a:xfrm>
          </p:grpSpPr>
          <p:sp>
            <p:nvSpPr>
              <p:cNvPr id="23" name="Rectangle 22"/>
              <p:cNvSpPr/>
              <p:nvPr/>
            </p:nvSpPr>
            <p:spPr>
              <a:xfrm>
                <a:off x="3357554" y="2500312"/>
                <a:ext cx="636196" cy="63616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23"/>
              <p:cNvSpPr>
                <a:spLocks noEditPoints="1"/>
              </p:cNvSpPr>
              <p:nvPr/>
            </p:nvSpPr>
            <p:spPr bwMode="auto">
              <a:xfrm>
                <a:off x="3477620" y="2660940"/>
                <a:ext cx="389082" cy="322810"/>
              </a:xfrm>
              <a:custGeom>
                <a:avLst/>
                <a:gdLst/>
                <a:ahLst/>
                <a:cxnLst>
                  <a:cxn ang="0">
                    <a:pos x="312" y="110"/>
                  </a:cxn>
                  <a:cxn ang="0">
                    <a:pos x="323" y="138"/>
                  </a:cxn>
                  <a:cxn ang="0">
                    <a:pos x="350" y="127"/>
                  </a:cxn>
                  <a:cxn ang="0">
                    <a:pos x="339" y="100"/>
                  </a:cxn>
                  <a:cxn ang="0">
                    <a:pos x="25" y="100"/>
                  </a:cxn>
                  <a:cxn ang="0">
                    <a:pos x="15" y="127"/>
                  </a:cxn>
                  <a:cxn ang="0">
                    <a:pos x="42" y="138"/>
                  </a:cxn>
                  <a:cxn ang="0">
                    <a:pos x="53" y="110"/>
                  </a:cxn>
                  <a:cxn ang="0">
                    <a:pos x="270" y="60"/>
                  </a:cxn>
                  <a:cxn ang="0">
                    <a:pos x="248" y="69"/>
                  </a:cxn>
                  <a:cxn ang="0">
                    <a:pos x="239" y="91"/>
                  </a:cxn>
                  <a:cxn ang="0">
                    <a:pos x="252" y="116"/>
                  </a:cxn>
                  <a:cxn ang="0">
                    <a:pos x="276" y="121"/>
                  </a:cxn>
                  <a:cxn ang="0">
                    <a:pos x="297" y="103"/>
                  </a:cxn>
                  <a:cxn ang="0">
                    <a:pos x="297" y="80"/>
                  </a:cxn>
                  <a:cxn ang="0">
                    <a:pos x="276" y="62"/>
                  </a:cxn>
                  <a:cxn ang="0">
                    <a:pos x="330" y="183"/>
                  </a:cxn>
                  <a:cxn ang="0">
                    <a:pos x="321" y="152"/>
                  </a:cxn>
                  <a:cxn ang="0">
                    <a:pos x="350" y="158"/>
                  </a:cxn>
                  <a:cxn ang="0">
                    <a:pos x="364" y="185"/>
                  </a:cxn>
                  <a:cxn ang="0">
                    <a:pos x="83" y="63"/>
                  </a:cxn>
                  <a:cxn ang="0">
                    <a:pos x="65" y="85"/>
                  </a:cxn>
                  <a:cxn ang="0">
                    <a:pos x="71" y="109"/>
                  </a:cxn>
                  <a:cxn ang="0">
                    <a:pos x="96" y="121"/>
                  </a:cxn>
                  <a:cxn ang="0">
                    <a:pos x="118" y="112"/>
                  </a:cxn>
                  <a:cxn ang="0">
                    <a:pos x="127" y="91"/>
                  </a:cxn>
                  <a:cxn ang="0">
                    <a:pos x="112" y="65"/>
                  </a:cxn>
                  <a:cxn ang="0">
                    <a:pos x="35" y="150"/>
                  </a:cxn>
                  <a:cxn ang="0">
                    <a:pos x="36" y="176"/>
                  </a:cxn>
                  <a:cxn ang="0">
                    <a:pos x="0" y="185"/>
                  </a:cxn>
                  <a:cxn ang="0">
                    <a:pos x="15" y="158"/>
                  </a:cxn>
                  <a:cxn ang="0">
                    <a:pos x="183" y="0"/>
                  </a:cxn>
                  <a:cxn ang="0">
                    <a:pos x="151" y="13"/>
                  </a:cxn>
                  <a:cxn ang="0">
                    <a:pos x="138" y="45"/>
                  </a:cxn>
                  <a:cxn ang="0">
                    <a:pos x="158" y="81"/>
                  </a:cxn>
                  <a:cxn ang="0">
                    <a:pos x="192" y="89"/>
                  </a:cxn>
                  <a:cxn ang="0">
                    <a:pos x="225" y="62"/>
                  </a:cxn>
                  <a:cxn ang="0">
                    <a:pos x="225" y="27"/>
                  </a:cxn>
                  <a:cxn ang="0">
                    <a:pos x="192" y="0"/>
                  </a:cxn>
                  <a:cxn ang="0">
                    <a:pos x="265" y="174"/>
                  </a:cxn>
                  <a:cxn ang="0">
                    <a:pos x="256" y="136"/>
                  </a:cxn>
                  <a:cxn ang="0">
                    <a:pos x="279" y="136"/>
                  </a:cxn>
                  <a:cxn ang="0">
                    <a:pos x="316" y="165"/>
                  </a:cxn>
                  <a:cxn ang="0">
                    <a:pos x="100" y="272"/>
                  </a:cxn>
                  <a:cxn ang="0">
                    <a:pos x="51" y="165"/>
                  </a:cxn>
                  <a:cxn ang="0">
                    <a:pos x="85" y="136"/>
                  </a:cxn>
                  <a:cxn ang="0">
                    <a:pos x="109" y="136"/>
                  </a:cxn>
                  <a:cxn ang="0">
                    <a:pos x="100" y="174"/>
                  </a:cxn>
                  <a:cxn ang="0">
                    <a:pos x="252" y="159"/>
                  </a:cxn>
                  <a:cxn ang="0">
                    <a:pos x="210" y="109"/>
                  </a:cxn>
                  <a:cxn ang="0">
                    <a:pos x="154" y="109"/>
                  </a:cxn>
                  <a:cxn ang="0">
                    <a:pos x="112" y="159"/>
                  </a:cxn>
                </a:cxnLst>
                <a:rect l="0" t="0" r="r" b="b"/>
                <a:pathLst>
                  <a:path w="364" h="301">
                    <a:moveTo>
                      <a:pt x="332" y="98"/>
                    </a:moveTo>
                    <a:lnTo>
                      <a:pt x="332" y="98"/>
                    </a:lnTo>
                    <a:lnTo>
                      <a:pt x="323" y="100"/>
                    </a:lnTo>
                    <a:lnTo>
                      <a:pt x="317" y="105"/>
                    </a:lnTo>
                    <a:lnTo>
                      <a:pt x="312" y="110"/>
                    </a:lnTo>
                    <a:lnTo>
                      <a:pt x="310" y="120"/>
                    </a:lnTo>
                    <a:lnTo>
                      <a:pt x="310" y="120"/>
                    </a:lnTo>
                    <a:lnTo>
                      <a:pt x="312" y="127"/>
                    </a:lnTo>
                    <a:lnTo>
                      <a:pt x="317" y="134"/>
                    </a:lnTo>
                    <a:lnTo>
                      <a:pt x="323" y="138"/>
                    </a:lnTo>
                    <a:lnTo>
                      <a:pt x="332" y="139"/>
                    </a:lnTo>
                    <a:lnTo>
                      <a:pt x="332" y="139"/>
                    </a:lnTo>
                    <a:lnTo>
                      <a:pt x="339" y="138"/>
                    </a:lnTo>
                    <a:lnTo>
                      <a:pt x="346" y="134"/>
                    </a:lnTo>
                    <a:lnTo>
                      <a:pt x="350" y="127"/>
                    </a:lnTo>
                    <a:lnTo>
                      <a:pt x="352" y="120"/>
                    </a:lnTo>
                    <a:lnTo>
                      <a:pt x="352" y="120"/>
                    </a:lnTo>
                    <a:lnTo>
                      <a:pt x="350" y="110"/>
                    </a:lnTo>
                    <a:lnTo>
                      <a:pt x="346" y="105"/>
                    </a:lnTo>
                    <a:lnTo>
                      <a:pt x="339" y="100"/>
                    </a:lnTo>
                    <a:lnTo>
                      <a:pt x="332" y="98"/>
                    </a:lnTo>
                    <a:lnTo>
                      <a:pt x="332" y="98"/>
                    </a:lnTo>
                    <a:close/>
                    <a:moveTo>
                      <a:pt x="35" y="98"/>
                    </a:moveTo>
                    <a:lnTo>
                      <a:pt x="35" y="98"/>
                    </a:lnTo>
                    <a:lnTo>
                      <a:pt x="25" y="100"/>
                    </a:lnTo>
                    <a:lnTo>
                      <a:pt x="20" y="105"/>
                    </a:lnTo>
                    <a:lnTo>
                      <a:pt x="15" y="110"/>
                    </a:lnTo>
                    <a:lnTo>
                      <a:pt x="13" y="120"/>
                    </a:lnTo>
                    <a:lnTo>
                      <a:pt x="13" y="120"/>
                    </a:lnTo>
                    <a:lnTo>
                      <a:pt x="15" y="127"/>
                    </a:lnTo>
                    <a:lnTo>
                      <a:pt x="20" y="134"/>
                    </a:lnTo>
                    <a:lnTo>
                      <a:pt x="25" y="138"/>
                    </a:lnTo>
                    <a:lnTo>
                      <a:pt x="35" y="139"/>
                    </a:lnTo>
                    <a:lnTo>
                      <a:pt x="35" y="139"/>
                    </a:lnTo>
                    <a:lnTo>
                      <a:pt x="42" y="138"/>
                    </a:lnTo>
                    <a:lnTo>
                      <a:pt x="49" y="134"/>
                    </a:lnTo>
                    <a:lnTo>
                      <a:pt x="53" y="127"/>
                    </a:lnTo>
                    <a:lnTo>
                      <a:pt x="54" y="120"/>
                    </a:lnTo>
                    <a:lnTo>
                      <a:pt x="54" y="120"/>
                    </a:lnTo>
                    <a:lnTo>
                      <a:pt x="53" y="110"/>
                    </a:lnTo>
                    <a:lnTo>
                      <a:pt x="49" y="105"/>
                    </a:lnTo>
                    <a:lnTo>
                      <a:pt x="42" y="100"/>
                    </a:lnTo>
                    <a:lnTo>
                      <a:pt x="35" y="98"/>
                    </a:lnTo>
                    <a:lnTo>
                      <a:pt x="35" y="98"/>
                    </a:lnTo>
                    <a:close/>
                    <a:moveTo>
                      <a:pt x="270" y="60"/>
                    </a:moveTo>
                    <a:lnTo>
                      <a:pt x="270" y="60"/>
                    </a:lnTo>
                    <a:lnTo>
                      <a:pt x="263" y="62"/>
                    </a:lnTo>
                    <a:lnTo>
                      <a:pt x="258" y="63"/>
                    </a:lnTo>
                    <a:lnTo>
                      <a:pt x="252" y="65"/>
                    </a:lnTo>
                    <a:lnTo>
                      <a:pt x="248" y="69"/>
                    </a:lnTo>
                    <a:lnTo>
                      <a:pt x="245" y="74"/>
                    </a:lnTo>
                    <a:lnTo>
                      <a:pt x="241" y="80"/>
                    </a:lnTo>
                    <a:lnTo>
                      <a:pt x="239" y="85"/>
                    </a:lnTo>
                    <a:lnTo>
                      <a:pt x="239" y="91"/>
                    </a:lnTo>
                    <a:lnTo>
                      <a:pt x="239" y="91"/>
                    </a:lnTo>
                    <a:lnTo>
                      <a:pt x="239" y="98"/>
                    </a:lnTo>
                    <a:lnTo>
                      <a:pt x="241" y="103"/>
                    </a:lnTo>
                    <a:lnTo>
                      <a:pt x="245" y="109"/>
                    </a:lnTo>
                    <a:lnTo>
                      <a:pt x="248" y="112"/>
                    </a:lnTo>
                    <a:lnTo>
                      <a:pt x="252" y="116"/>
                    </a:lnTo>
                    <a:lnTo>
                      <a:pt x="258" y="120"/>
                    </a:lnTo>
                    <a:lnTo>
                      <a:pt x="263" y="121"/>
                    </a:lnTo>
                    <a:lnTo>
                      <a:pt x="270" y="121"/>
                    </a:lnTo>
                    <a:lnTo>
                      <a:pt x="270" y="121"/>
                    </a:lnTo>
                    <a:lnTo>
                      <a:pt x="276" y="121"/>
                    </a:lnTo>
                    <a:lnTo>
                      <a:pt x="281" y="120"/>
                    </a:lnTo>
                    <a:lnTo>
                      <a:pt x="287" y="116"/>
                    </a:lnTo>
                    <a:lnTo>
                      <a:pt x="292" y="112"/>
                    </a:lnTo>
                    <a:lnTo>
                      <a:pt x="296" y="109"/>
                    </a:lnTo>
                    <a:lnTo>
                      <a:pt x="297" y="103"/>
                    </a:lnTo>
                    <a:lnTo>
                      <a:pt x="299" y="98"/>
                    </a:lnTo>
                    <a:lnTo>
                      <a:pt x="301" y="91"/>
                    </a:lnTo>
                    <a:lnTo>
                      <a:pt x="301" y="91"/>
                    </a:lnTo>
                    <a:lnTo>
                      <a:pt x="299" y="85"/>
                    </a:lnTo>
                    <a:lnTo>
                      <a:pt x="297" y="80"/>
                    </a:lnTo>
                    <a:lnTo>
                      <a:pt x="296" y="74"/>
                    </a:lnTo>
                    <a:lnTo>
                      <a:pt x="292" y="69"/>
                    </a:lnTo>
                    <a:lnTo>
                      <a:pt x="287" y="65"/>
                    </a:lnTo>
                    <a:lnTo>
                      <a:pt x="281" y="63"/>
                    </a:lnTo>
                    <a:lnTo>
                      <a:pt x="276" y="62"/>
                    </a:lnTo>
                    <a:lnTo>
                      <a:pt x="270" y="60"/>
                    </a:lnTo>
                    <a:lnTo>
                      <a:pt x="270" y="60"/>
                    </a:lnTo>
                    <a:close/>
                    <a:moveTo>
                      <a:pt x="364" y="248"/>
                    </a:moveTo>
                    <a:lnTo>
                      <a:pt x="330" y="248"/>
                    </a:lnTo>
                    <a:lnTo>
                      <a:pt x="330" y="183"/>
                    </a:lnTo>
                    <a:lnTo>
                      <a:pt x="330" y="183"/>
                    </a:lnTo>
                    <a:lnTo>
                      <a:pt x="330" y="176"/>
                    </a:lnTo>
                    <a:lnTo>
                      <a:pt x="328" y="167"/>
                    </a:lnTo>
                    <a:lnTo>
                      <a:pt x="321" y="152"/>
                    </a:lnTo>
                    <a:lnTo>
                      <a:pt x="321" y="152"/>
                    </a:lnTo>
                    <a:lnTo>
                      <a:pt x="332" y="150"/>
                    </a:lnTo>
                    <a:lnTo>
                      <a:pt x="332" y="150"/>
                    </a:lnTo>
                    <a:lnTo>
                      <a:pt x="337" y="152"/>
                    </a:lnTo>
                    <a:lnTo>
                      <a:pt x="345" y="154"/>
                    </a:lnTo>
                    <a:lnTo>
                      <a:pt x="350" y="158"/>
                    </a:lnTo>
                    <a:lnTo>
                      <a:pt x="355" y="161"/>
                    </a:lnTo>
                    <a:lnTo>
                      <a:pt x="359" y="167"/>
                    </a:lnTo>
                    <a:lnTo>
                      <a:pt x="363" y="172"/>
                    </a:lnTo>
                    <a:lnTo>
                      <a:pt x="364" y="178"/>
                    </a:lnTo>
                    <a:lnTo>
                      <a:pt x="364" y="185"/>
                    </a:lnTo>
                    <a:lnTo>
                      <a:pt x="364" y="248"/>
                    </a:lnTo>
                    <a:close/>
                    <a:moveTo>
                      <a:pt x="96" y="60"/>
                    </a:moveTo>
                    <a:lnTo>
                      <a:pt x="96" y="60"/>
                    </a:lnTo>
                    <a:lnTo>
                      <a:pt x="89" y="62"/>
                    </a:lnTo>
                    <a:lnTo>
                      <a:pt x="83" y="63"/>
                    </a:lnTo>
                    <a:lnTo>
                      <a:pt x="78" y="65"/>
                    </a:lnTo>
                    <a:lnTo>
                      <a:pt x="74" y="69"/>
                    </a:lnTo>
                    <a:lnTo>
                      <a:pt x="71" y="74"/>
                    </a:lnTo>
                    <a:lnTo>
                      <a:pt x="67" y="80"/>
                    </a:lnTo>
                    <a:lnTo>
                      <a:pt x="65" y="85"/>
                    </a:lnTo>
                    <a:lnTo>
                      <a:pt x="65" y="91"/>
                    </a:lnTo>
                    <a:lnTo>
                      <a:pt x="65" y="91"/>
                    </a:lnTo>
                    <a:lnTo>
                      <a:pt x="65" y="98"/>
                    </a:lnTo>
                    <a:lnTo>
                      <a:pt x="67" y="103"/>
                    </a:lnTo>
                    <a:lnTo>
                      <a:pt x="71" y="109"/>
                    </a:lnTo>
                    <a:lnTo>
                      <a:pt x="74" y="112"/>
                    </a:lnTo>
                    <a:lnTo>
                      <a:pt x="78" y="116"/>
                    </a:lnTo>
                    <a:lnTo>
                      <a:pt x="83" y="120"/>
                    </a:lnTo>
                    <a:lnTo>
                      <a:pt x="89" y="121"/>
                    </a:lnTo>
                    <a:lnTo>
                      <a:pt x="96" y="121"/>
                    </a:lnTo>
                    <a:lnTo>
                      <a:pt x="96" y="121"/>
                    </a:lnTo>
                    <a:lnTo>
                      <a:pt x="102" y="121"/>
                    </a:lnTo>
                    <a:lnTo>
                      <a:pt x="107" y="120"/>
                    </a:lnTo>
                    <a:lnTo>
                      <a:pt x="112" y="116"/>
                    </a:lnTo>
                    <a:lnTo>
                      <a:pt x="118" y="112"/>
                    </a:lnTo>
                    <a:lnTo>
                      <a:pt x="122" y="109"/>
                    </a:lnTo>
                    <a:lnTo>
                      <a:pt x="123" y="103"/>
                    </a:lnTo>
                    <a:lnTo>
                      <a:pt x="125" y="98"/>
                    </a:lnTo>
                    <a:lnTo>
                      <a:pt x="127" y="91"/>
                    </a:lnTo>
                    <a:lnTo>
                      <a:pt x="127" y="91"/>
                    </a:lnTo>
                    <a:lnTo>
                      <a:pt x="125" y="85"/>
                    </a:lnTo>
                    <a:lnTo>
                      <a:pt x="123" y="80"/>
                    </a:lnTo>
                    <a:lnTo>
                      <a:pt x="122" y="74"/>
                    </a:lnTo>
                    <a:lnTo>
                      <a:pt x="118" y="69"/>
                    </a:lnTo>
                    <a:lnTo>
                      <a:pt x="112" y="65"/>
                    </a:lnTo>
                    <a:lnTo>
                      <a:pt x="107" y="63"/>
                    </a:lnTo>
                    <a:lnTo>
                      <a:pt x="102" y="62"/>
                    </a:lnTo>
                    <a:lnTo>
                      <a:pt x="96" y="60"/>
                    </a:lnTo>
                    <a:lnTo>
                      <a:pt x="96" y="60"/>
                    </a:lnTo>
                    <a:close/>
                    <a:moveTo>
                      <a:pt x="35" y="150"/>
                    </a:moveTo>
                    <a:lnTo>
                      <a:pt x="35" y="150"/>
                    </a:lnTo>
                    <a:lnTo>
                      <a:pt x="44" y="152"/>
                    </a:lnTo>
                    <a:lnTo>
                      <a:pt x="44" y="152"/>
                    </a:lnTo>
                    <a:lnTo>
                      <a:pt x="38" y="167"/>
                    </a:lnTo>
                    <a:lnTo>
                      <a:pt x="36" y="176"/>
                    </a:lnTo>
                    <a:lnTo>
                      <a:pt x="35" y="183"/>
                    </a:lnTo>
                    <a:lnTo>
                      <a:pt x="35" y="248"/>
                    </a:lnTo>
                    <a:lnTo>
                      <a:pt x="0" y="248"/>
                    </a:lnTo>
                    <a:lnTo>
                      <a:pt x="0" y="185"/>
                    </a:lnTo>
                    <a:lnTo>
                      <a:pt x="0" y="185"/>
                    </a:lnTo>
                    <a:lnTo>
                      <a:pt x="0" y="178"/>
                    </a:lnTo>
                    <a:lnTo>
                      <a:pt x="2" y="172"/>
                    </a:lnTo>
                    <a:lnTo>
                      <a:pt x="6" y="167"/>
                    </a:lnTo>
                    <a:lnTo>
                      <a:pt x="9" y="161"/>
                    </a:lnTo>
                    <a:lnTo>
                      <a:pt x="15" y="158"/>
                    </a:lnTo>
                    <a:lnTo>
                      <a:pt x="20" y="154"/>
                    </a:lnTo>
                    <a:lnTo>
                      <a:pt x="27" y="152"/>
                    </a:lnTo>
                    <a:lnTo>
                      <a:pt x="35" y="150"/>
                    </a:lnTo>
                    <a:lnTo>
                      <a:pt x="35" y="150"/>
                    </a:lnTo>
                    <a:close/>
                    <a:moveTo>
                      <a:pt x="183" y="0"/>
                    </a:moveTo>
                    <a:lnTo>
                      <a:pt x="183" y="0"/>
                    </a:lnTo>
                    <a:lnTo>
                      <a:pt x="174" y="0"/>
                    </a:lnTo>
                    <a:lnTo>
                      <a:pt x="165" y="4"/>
                    </a:lnTo>
                    <a:lnTo>
                      <a:pt x="158" y="7"/>
                    </a:lnTo>
                    <a:lnTo>
                      <a:pt x="151" y="13"/>
                    </a:lnTo>
                    <a:lnTo>
                      <a:pt x="145" y="20"/>
                    </a:lnTo>
                    <a:lnTo>
                      <a:pt x="141" y="27"/>
                    </a:lnTo>
                    <a:lnTo>
                      <a:pt x="138" y="36"/>
                    </a:lnTo>
                    <a:lnTo>
                      <a:pt x="138" y="45"/>
                    </a:lnTo>
                    <a:lnTo>
                      <a:pt x="138" y="45"/>
                    </a:lnTo>
                    <a:lnTo>
                      <a:pt x="138" y="54"/>
                    </a:lnTo>
                    <a:lnTo>
                      <a:pt x="141" y="62"/>
                    </a:lnTo>
                    <a:lnTo>
                      <a:pt x="145" y="71"/>
                    </a:lnTo>
                    <a:lnTo>
                      <a:pt x="151" y="76"/>
                    </a:lnTo>
                    <a:lnTo>
                      <a:pt x="158" y="81"/>
                    </a:lnTo>
                    <a:lnTo>
                      <a:pt x="165" y="87"/>
                    </a:lnTo>
                    <a:lnTo>
                      <a:pt x="174" y="89"/>
                    </a:lnTo>
                    <a:lnTo>
                      <a:pt x="183" y="91"/>
                    </a:lnTo>
                    <a:lnTo>
                      <a:pt x="183" y="91"/>
                    </a:lnTo>
                    <a:lnTo>
                      <a:pt x="192" y="89"/>
                    </a:lnTo>
                    <a:lnTo>
                      <a:pt x="200" y="87"/>
                    </a:lnTo>
                    <a:lnTo>
                      <a:pt x="209" y="81"/>
                    </a:lnTo>
                    <a:lnTo>
                      <a:pt x="214" y="76"/>
                    </a:lnTo>
                    <a:lnTo>
                      <a:pt x="219" y="71"/>
                    </a:lnTo>
                    <a:lnTo>
                      <a:pt x="225" y="62"/>
                    </a:lnTo>
                    <a:lnTo>
                      <a:pt x="227" y="54"/>
                    </a:lnTo>
                    <a:lnTo>
                      <a:pt x="229" y="45"/>
                    </a:lnTo>
                    <a:lnTo>
                      <a:pt x="229" y="45"/>
                    </a:lnTo>
                    <a:lnTo>
                      <a:pt x="227" y="36"/>
                    </a:lnTo>
                    <a:lnTo>
                      <a:pt x="225" y="27"/>
                    </a:lnTo>
                    <a:lnTo>
                      <a:pt x="219" y="20"/>
                    </a:lnTo>
                    <a:lnTo>
                      <a:pt x="214" y="13"/>
                    </a:lnTo>
                    <a:lnTo>
                      <a:pt x="209" y="7"/>
                    </a:lnTo>
                    <a:lnTo>
                      <a:pt x="200" y="4"/>
                    </a:lnTo>
                    <a:lnTo>
                      <a:pt x="192" y="0"/>
                    </a:lnTo>
                    <a:lnTo>
                      <a:pt x="183" y="0"/>
                    </a:lnTo>
                    <a:lnTo>
                      <a:pt x="183" y="0"/>
                    </a:lnTo>
                    <a:close/>
                    <a:moveTo>
                      <a:pt x="319" y="272"/>
                    </a:moveTo>
                    <a:lnTo>
                      <a:pt x="265" y="272"/>
                    </a:lnTo>
                    <a:lnTo>
                      <a:pt x="265" y="174"/>
                    </a:lnTo>
                    <a:lnTo>
                      <a:pt x="265" y="174"/>
                    </a:lnTo>
                    <a:lnTo>
                      <a:pt x="265" y="163"/>
                    </a:lnTo>
                    <a:lnTo>
                      <a:pt x="263" y="154"/>
                    </a:lnTo>
                    <a:lnTo>
                      <a:pt x="259" y="145"/>
                    </a:lnTo>
                    <a:lnTo>
                      <a:pt x="256" y="136"/>
                    </a:lnTo>
                    <a:lnTo>
                      <a:pt x="256" y="136"/>
                    </a:lnTo>
                    <a:lnTo>
                      <a:pt x="263" y="134"/>
                    </a:lnTo>
                    <a:lnTo>
                      <a:pt x="270" y="134"/>
                    </a:lnTo>
                    <a:lnTo>
                      <a:pt x="270" y="134"/>
                    </a:lnTo>
                    <a:lnTo>
                      <a:pt x="279" y="136"/>
                    </a:lnTo>
                    <a:lnTo>
                      <a:pt x="288" y="138"/>
                    </a:lnTo>
                    <a:lnTo>
                      <a:pt x="297" y="143"/>
                    </a:lnTo>
                    <a:lnTo>
                      <a:pt x="305" y="149"/>
                    </a:lnTo>
                    <a:lnTo>
                      <a:pt x="310" y="156"/>
                    </a:lnTo>
                    <a:lnTo>
                      <a:pt x="316" y="165"/>
                    </a:lnTo>
                    <a:lnTo>
                      <a:pt x="317" y="174"/>
                    </a:lnTo>
                    <a:lnTo>
                      <a:pt x="319" y="183"/>
                    </a:lnTo>
                    <a:lnTo>
                      <a:pt x="319" y="272"/>
                    </a:lnTo>
                    <a:close/>
                    <a:moveTo>
                      <a:pt x="100" y="174"/>
                    </a:moveTo>
                    <a:lnTo>
                      <a:pt x="100" y="272"/>
                    </a:lnTo>
                    <a:lnTo>
                      <a:pt x="45" y="272"/>
                    </a:lnTo>
                    <a:lnTo>
                      <a:pt x="45" y="183"/>
                    </a:lnTo>
                    <a:lnTo>
                      <a:pt x="45" y="183"/>
                    </a:lnTo>
                    <a:lnTo>
                      <a:pt x="47" y="174"/>
                    </a:lnTo>
                    <a:lnTo>
                      <a:pt x="51" y="165"/>
                    </a:lnTo>
                    <a:lnTo>
                      <a:pt x="54" y="156"/>
                    </a:lnTo>
                    <a:lnTo>
                      <a:pt x="60" y="149"/>
                    </a:lnTo>
                    <a:lnTo>
                      <a:pt x="67" y="143"/>
                    </a:lnTo>
                    <a:lnTo>
                      <a:pt x="76" y="138"/>
                    </a:lnTo>
                    <a:lnTo>
                      <a:pt x="85" y="136"/>
                    </a:lnTo>
                    <a:lnTo>
                      <a:pt x="96" y="134"/>
                    </a:lnTo>
                    <a:lnTo>
                      <a:pt x="96" y="134"/>
                    </a:lnTo>
                    <a:lnTo>
                      <a:pt x="103" y="134"/>
                    </a:lnTo>
                    <a:lnTo>
                      <a:pt x="109" y="136"/>
                    </a:lnTo>
                    <a:lnTo>
                      <a:pt x="109" y="136"/>
                    </a:lnTo>
                    <a:lnTo>
                      <a:pt x="105" y="145"/>
                    </a:lnTo>
                    <a:lnTo>
                      <a:pt x="102" y="154"/>
                    </a:lnTo>
                    <a:lnTo>
                      <a:pt x="100" y="163"/>
                    </a:lnTo>
                    <a:lnTo>
                      <a:pt x="100" y="174"/>
                    </a:lnTo>
                    <a:lnTo>
                      <a:pt x="100" y="174"/>
                    </a:lnTo>
                    <a:close/>
                    <a:moveTo>
                      <a:pt x="111" y="301"/>
                    </a:moveTo>
                    <a:lnTo>
                      <a:pt x="254" y="301"/>
                    </a:lnTo>
                    <a:lnTo>
                      <a:pt x="254" y="174"/>
                    </a:lnTo>
                    <a:lnTo>
                      <a:pt x="254" y="174"/>
                    </a:lnTo>
                    <a:lnTo>
                      <a:pt x="252" y="159"/>
                    </a:lnTo>
                    <a:lnTo>
                      <a:pt x="248" y="145"/>
                    </a:lnTo>
                    <a:lnTo>
                      <a:pt x="241" y="134"/>
                    </a:lnTo>
                    <a:lnTo>
                      <a:pt x="232" y="123"/>
                    </a:lnTo>
                    <a:lnTo>
                      <a:pt x="223" y="114"/>
                    </a:lnTo>
                    <a:lnTo>
                      <a:pt x="210" y="109"/>
                    </a:lnTo>
                    <a:lnTo>
                      <a:pt x="198" y="103"/>
                    </a:lnTo>
                    <a:lnTo>
                      <a:pt x="183" y="101"/>
                    </a:lnTo>
                    <a:lnTo>
                      <a:pt x="183" y="101"/>
                    </a:lnTo>
                    <a:lnTo>
                      <a:pt x="169" y="103"/>
                    </a:lnTo>
                    <a:lnTo>
                      <a:pt x="154" y="109"/>
                    </a:lnTo>
                    <a:lnTo>
                      <a:pt x="143" y="114"/>
                    </a:lnTo>
                    <a:lnTo>
                      <a:pt x="132" y="123"/>
                    </a:lnTo>
                    <a:lnTo>
                      <a:pt x="123" y="134"/>
                    </a:lnTo>
                    <a:lnTo>
                      <a:pt x="116" y="145"/>
                    </a:lnTo>
                    <a:lnTo>
                      <a:pt x="112" y="159"/>
                    </a:lnTo>
                    <a:lnTo>
                      <a:pt x="111" y="174"/>
                    </a:lnTo>
                    <a:lnTo>
                      <a:pt x="111" y="301"/>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grpSp>
        <p:nvGrpSpPr>
          <p:cNvPr id="19" name="Group 98"/>
          <p:cNvGrpSpPr/>
          <p:nvPr/>
        </p:nvGrpSpPr>
        <p:grpSpPr>
          <a:xfrm>
            <a:off x="6858005" y="4774777"/>
            <a:ext cx="4857784" cy="1384995"/>
            <a:chOff x="5143504" y="3581081"/>
            <a:chExt cx="3643338" cy="1038746"/>
          </a:xfrm>
        </p:grpSpPr>
        <p:sp>
          <p:nvSpPr>
            <p:cNvPr id="40" name="Rectangle 39"/>
            <p:cNvSpPr/>
            <p:nvPr/>
          </p:nvSpPr>
          <p:spPr>
            <a:xfrm>
              <a:off x="6143636" y="3581081"/>
              <a:ext cx="2643206" cy="1038746"/>
            </a:xfrm>
            <a:prstGeom prst="rect">
              <a:avLst/>
            </a:prstGeom>
          </p:spPr>
          <p:txBody>
            <a:bodyPr wrap="square">
              <a:spAutoFit/>
            </a:bodyPr>
            <a:lstStyle/>
            <a:p>
              <a:pPr algn="ctr"/>
              <a:r>
                <a:rPr lang="ar-SA" sz="2800" b="1" dirty="0">
                  <a:solidFill>
                    <a:srgbClr val="16A085"/>
                  </a:solidFill>
                </a:rPr>
                <a:t>وجود مشاكل في الأمور الأمنية خلال أداء الامتحانات الإلكترونية</a:t>
              </a:r>
              <a:endParaRPr lang="en-US" sz="2800" b="1" dirty="0">
                <a:solidFill>
                  <a:srgbClr val="16A085"/>
                </a:solidFill>
                <a:latin typeface="Open Sans Light" pitchFamily="34" charset="0"/>
                <a:ea typeface="Open Sans Light" pitchFamily="34" charset="0"/>
                <a:cs typeface="Open Sans Light" pitchFamily="34" charset="0"/>
              </a:endParaRPr>
            </a:p>
          </p:txBody>
        </p:sp>
        <p:grpSp>
          <p:nvGrpSpPr>
            <p:cNvPr id="21" name="Group 85"/>
            <p:cNvGrpSpPr/>
            <p:nvPr/>
          </p:nvGrpSpPr>
          <p:grpSpPr>
            <a:xfrm>
              <a:off x="5143504" y="3643320"/>
              <a:ext cx="636196" cy="636164"/>
              <a:chOff x="5143504" y="3643320"/>
              <a:chExt cx="636196" cy="636164"/>
            </a:xfrm>
          </p:grpSpPr>
          <p:sp>
            <p:nvSpPr>
              <p:cNvPr id="28" name="Rectangle 27"/>
              <p:cNvSpPr/>
              <p:nvPr/>
            </p:nvSpPr>
            <p:spPr>
              <a:xfrm>
                <a:off x="5143504" y="3643320"/>
                <a:ext cx="636196" cy="6361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107"/>
              <p:cNvSpPr>
                <a:spLocks noEditPoints="1"/>
              </p:cNvSpPr>
              <p:nvPr/>
            </p:nvSpPr>
            <p:spPr bwMode="auto">
              <a:xfrm>
                <a:off x="5286380" y="3786196"/>
                <a:ext cx="365566" cy="314258"/>
              </a:xfrm>
              <a:custGeom>
                <a:avLst/>
                <a:gdLst/>
                <a:ahLst/>
                <a:cxnLst>
                  <a:cxn ang="0">
                    <a:pos x="337" y="165"/>
                  </a:cxn>
                  <a:cxn ang="0">
                    <a:pos x="170" y="0"/>
                  </a:cxn>
                  <a:cxn ang="0">
                    <a:pos x="5" y="165"/>
                  </a:cxn>
                  <a:cxn ang="0">
                    <a:pos x="5" y="165"/>
                  </a:cxn>
                  <a:cxn ang="0">
                    <a:pos x="0" y="172"/>
                  </a:cxn>
                  <a:cxn ang="0">
                    <a:pos x="0" y="181"/>
                  </a:cxn>
                  <a:cxn ang="0">
                    <a:pos x="0" y="189"/>
                  </a:cxn>
                  <a:cxn ang="0">
                    <a:pos x="5" y="196"/>
                  </a:cxn>
                  <a:cxn ang="0">
                    <a:pos x="5" y="196"/>
                  </a:cxn>
                  <a:cxn ang="0">
                    <a:pos x="13" y="201"/>
                  </a:cxn>
                  <a:cxn ang="0">
                    <a:pos x="20" y="201"/>
                  </a:cxn>
                  <a:cxn ang="0">
                    <a:pos x="29" y="201"/>
                  </a:cxn>
                  <a:cxn ang="0">
                    <a:pos x="36" y="196"/>
                  </a:cxn>
                  <a:cxn ang="0">
                    <a:pos x="42" y="189"/>
                  </a:cxn>
                  <a:cxn ang="0">
                    <a:pos x="42" y="294"/>
                  </a:cxn>
                  <a:cxn ang="0">
                    <a:pos x="301" y="294"/>
                  </a:cxn>
                  <a:cxn ang="0">
                    <a:pos x="301" y="189"/>
                  </a:cxn>
                  <a:cxn ang="0">
                    <a:pos x="306" y="196"/>
                  </a:cxn>
                  <a:cxn ang="0">
                    <a:pos x="306" y="196"/>
                  </a:cxn>
                  <a:cxn ang="0">
                    <a:pos x="314" y="201"/>
                  </a:cxn>
                  <a:cxn ang="0">
                    <a:pos x="321" y="201"/>
                  </a:cxn>
                  <a:cxn ang="0">
                    <a:pos x="321" y="201"/>
                  </a:cxn>
                  <a:cxn ang="0">
                    <a:pos x="330" y="201"/>
                  </a:cxn>
                  <a:cxn ang="0">
                    <a:pos x="337" y="196"/>
                  </a:cxn>
                  <a:cxn ang="0">
                    <a:pos x="337" y="196"/>
                  </a:cxn>
                  <a:cxn ang="0">
                    <a:pos x="341" y="189"/>
                  </a:cxn>
                  <a:cxn ang="0">
                    <a:pos x="343" y="181"/>
                  </a:cxn>
                  <a:cxn ang="0">
                    <a:pos x="341" y="172"/>
                  </a:cxn>
                  <a:cxn ang="0">
                    <a:pos x="337" y="165"/>
                  </a:cxn>
                  <a:cxn ang="0">
                    <a:pos x="337" y="165"/>
                  </a:cxn>
                  <a:cxn ang="0">
                    <a:pos x="279" y="272"/>
                  </a:cxn>
                  <a:cxn ang="0">
                    <a:pos x="214" y="272"/>
                  </a:cxn>
                  <a:cxn ang="0">
                    <a:pos x="214" y="187"/>
                  </a:cxn>
                  <a:cxn ang="0">
                    <a:pos x="129" y="187"/>
                  </a:cxn>
                  <a:cxn ang="0">
                    <a:pos x="129" y="272"/>
                  </a:cxn>
                  <a:cxn ang="0">
                    <a:pos x="63" y="272"/>
                  </a:cxn>
                  <a:cxn ang="0">
                    <a:pos x="63" y="169"/>
                  </a:cxn>
                  <a:cxn ang="0">
                    <a:pos x="170" y="60"/>
                  </a:cxn>
                  <a:cxn ang="0">
                    <a:pos x="279" y="169"/>
                  </a:cxn>
                  <a:cxn ang="0">
                    <a:pos x="279" y="272"/>
                  </a:cxn>
                </a:cxnLst>
                <a:rect l="0" t="0" r="r" b="b"/>
                <a:pathLst>
                  <a:path w="343" h="294">
                    <a:moveTo>
                      <a:pt x="337" y="165"/>
                    </a:moveTo>
                    <a:lnTo>
                      <a:pt x="170" y="0"/>
                    </a:lnTo>
                    <a:lnTo>
                      <a:pt x="5" y="165"/>
                    </a:lnTo>
                    <a:lnTo>
                      <a:pt x="5" y="165"/>
                    </a:lnTo>
                    <a:lnTo>
                      <a:pt x="0" y="172"/>
                    </a:lnTo>
                    <a:lnTo>
                      <a:pt x="0" y="181"/>
                    </a:lnTo>
                    <a:lnTo>
                      <a:pt x="0" y="189"/>
                    </a:lnTo>
                    <a:lnTo>
                      <a:pt x="5" y="196"/>
                    </a:lnTo>
                    <a:lnTo>
                      <a:pt x="5" y="196"/>
                    </a:lnTo>
                    <a:lnTo>
                      <a:pt x="13" y="201"/>
                    </a:lnTo>
                    <a:lnTo>
                      <a:pt x="20" y="201"/>
                    </a:lnTo>
                    <a:lnTo>
                      <a:pt x="29" y="201"/>
                    </a:lnTo>
                    <a:lnTo>
                      <a:pt x="36" y="196"/>
                    </a:lnTo>
                    <a:lnTo>
                      <a:pt x="42" y="189"/>
                    </a:lnTo>
                    <a:lnTo>
                      <a:pt x="42" y="294"/>
                    </a:lnTo>
                    <a:lnTo>
                      <a:pt x="301" y="294"/>
                    </a:lnTo>
                    <a:lnTo>
                      <a:pt x="301" y="189"/>
                    </a:lnTo>
                    <a:lnTo>
                      <a:pt x="306" y="196"/>
                    </a:lnTo>
                    <a:lnTo>
                      <a:pt x="306" y="196"/>
                    </a:lnTo>
                    <a:lnTo>
                      <a:pt x="314" y="201"/>
                    </a:lnTo>
                    <a:lnTo>
                      <a:pt x="321" y="201"/>
                    </a:lnTo>
                    <a:lnTo>
                      <a:pt x="321" y="201"/>
                    </a:lnTo>
                    <a:lnTo>
                      <a:pt x="330" y="201"/>
                    </a:lnTo>
                    <a:lnTo>
                      <a:pt x="337" y="196"/>
                    </a:lnTo>
                    <a:lnTo>
                      <a:pt x="337" y="196"/>
                    </a:lnTo>
                    <a:lnTo>
                      <a:pt x="341" y="189"/>
                    </a:lnTo>
                    <a:lnTo>
                      <a:pt x="343" y="181"/>
                    </a:lnTo>
                    <a:lnTo>
                      <a:pt x="341" y="172"/>
                    </a:lnTo>
                    <a:lnTo>
                      <a:pt x="337" y="165"/>
                    </a:lnTo>
                    <a:lnTo>
                      <a:pt x="337" y="165"/>
                    </a:lnTo>
                    <a:close/>
                    <a:moveTo>
                      <a:pt x="279" y="272"/>
                    </a:moveTo>
                    <a:lnTo>
                      <a:pt x="214" y="272"/>
                    </a:lnTo>
                    <a:lnTo>
                      <a:pt x="214" y="187"/>
                    </a:lnTo>
                    <a:lnTo>
                      <a:pt x="129" y="187"/>
                    </a:lnTo>
                    <a:lnTo>
                      <a:pt x="129" y="272"/>
                    </a:lnTo>
                    <a:lnTo>
                      <a:pt x="63" y="272"/>
                    </a:lnTo>
                    <a:lnTo>
                      <a:pt x="63" y="169"/>
                    </a:lnTo>
                    <a:lnTo>
                      <a:pt x="170" y="60"/>
                    </a:lnTo>
                    <a:lnTo>
                      <a:pt x="279" y="169"/>
                    </a:lnTo>
                    <a:lnTo>
                      <a:pt x="279" y="27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a:p>
            </p:txBody>
          </p:sp>
        </p:grpSp>
      </p:grpSp>
      <p:grpSp>
        <p:nvGrpSpPr>
          <p:cNvPr id="42" name="Group 94"/>
          <p:cNvGrpSpPr/>
          <p:nvPr/>
        </p:nvGrpSpPr>
        <p:grpSpPr>
          <a:xfrm>
            <a:off x="6858005" y="1567480"/>
            <a:ext cx="4652923" cy="2246769"/>
            <a:chOff x="5143504" y="1175609"/>
            <a:chExt cx="3489692" cy="1685076"/>
          </a:xfrm>
        </p:grpSpPr>
        <p:sp>
          <p:nvSpPr>
            <p:cNvPr id="36" name="Rectangle 35"/>
            <p:cNvSpPr/>
            <p:nvPr/>
          </p:nvSpPr>
          <p:spPr>
            <a:xfrm>
              <a:off x="5989990" y="1175609"/>
              <a:ext cx="2643206" cy="1685076"/>
            </a:xfrm>
            <a:prstGeom prst="rect">
              <a:avLst/>
            </a:prstGeom>
          </p:spPr>
          <p:txBody>
            <a:bodyPr wrap="square">
              <a:spAutoFit/>
            </a:bodyPr>
            <a:lstStyle/>
            <a:p>
              <a:pPr algn="ctr"/>
              <a:r>
                <a:rPr lang="ar-SA" sz="2800" b="1" dirty="0">
                  <a:solidFill>
                    <a:srgbClr val="4B2C50"/>
                  </a:solidFill>
                </a:rPr>
                <a:t>عقبة عرض الموجة، والتي تعتمد على مدى سرعة تبادل البيانات والمعلومات بين مستخدم الشبكة ومزود خدمات الإنترنت</a:t>
              </a:r>
              <a:endParaRPr lang="en-US" sz="2800" b="1" dirty="0">
                <a:solidFill>
                  <a:srgbClr val="4B2C50"/>
                </a:solidFill>
                <a:latin typeface="Open Sans Light" pitchFamily="34" charset="0"/>
                <a:ea typeface="Open Sans Light" pitchFamily="34" charset="0"/>
                <a:cs typeface="Open Sans Light" pitchFamily="34" charset="0"/>
              </a:endParaRPr>
            </a:p>
          </p:txBody>
        </p:sp>
        <p:grpSp>
          <p:nvGrpSpPr>
            <p:cNvPr id="44" name="Group 82"/>
            <p:cNvGrpSpPr/>
            <p:nvPr/>
          </p:nvGrpSpPr>
          <p:grpSpPr>
            <a:xfrm>
              <a:off x="5143504" y="1428742"/>
              <a:ext cx="636196" cy="636164"/>
              <a:chOff x="5143504" y="1428742"/>
              <a:chExt cx="636196" cy="636164"/>
            </a:xfrm>
          </p:grpSpPr>
          <p:sp>
            <p:nvSpPr>
              <p:cNvPr id="17" name="Rectangle 16"/>
              <p:cNvSpPr/>
              <p:nvPr/>
            </p:nvSpPr>
            <p:spPr>
              <a:xfrm>
                <a:off x="5143504" y="1428742"/>
                <a:ext cx="636196" cy="63616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68"/>
              <p:cNvGrpSpPr/>
              <p:nvPr/>
            </p:nvGrpSpPr>
            <p:grpSpPr>
              <a:xfrm>
                <a:off x="5301319" y="1581456"/>
                <a:ext cx="337042" cy="337616"/>
                <a:chOff x="6998061" y="3496249"/>
                <a:chExt cx="366051" cy="366676"/>
              </a:xfrm>
              <a:solidFill>
                <a:schemeClr val="bg1"/>
              </a:solidFill>
            </p:grpSpPr>
            <p:sp>
              <p:nvSpPr>
                <p:cNvPr id="70" name="AutoShape 7"/>
                <p:cNvSpPr>
                  <a:spLocks/>
                </p:cNvSpPr>
                <p:nvPr/>
              </p:nvSpPr>
              <p:spPr bwMode="auto">
                <a:xfrm>
                  <a:off x="6998061" y="3496249"/>
                  <a:ext cx="366051" cy="366676"/>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71" name="AutoShape 8"/>
                <p:cNvSpPr>
                  <a:spLocks/>
                </p:cNvSpPr>
                <p:nvPr/>
              </p:nvSpPr>
              <p:spPr bwMode="auto">
                <a:xfrm>
                  <a:off x="7158247" y="3656437"/>
                  <a:ext cx="45678" cy="45678"/>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72" name="AutoShape 9"/>
                <p:cNvSpPr>
                  <a:spLocks/>
                </p:cNvSpPr>
                <p:nvPr/>
              </p:nvSpPr>
              <p:spPr bwMode="auto">
                <a:xfrm>
                  <a:off x="7111943" y="3610758"/>
                  <a:ext cx="137660" cy="137660"/>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73" name="AutoShape 10"/>
                <p:cNvSpPr>
                  <a:spLocks/>
                </p:cNvSpPr>
                <p:nvPr/>
              </p:nvSpPr>
              <p:spPr bwMode="auto">
                <a:xfrm>
                  <a:off x="7203927" y="3702114"/>
                  <a:ext cx="56941" cy="58818"/>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74" name="AutoShape 11"/>
                <p:cNvSpPr>
                  <a:spLocks/>
                </p:cNvSpPr>
                <p:nvPr/>
              </p:nvSpPr>
              <p:spPr bwMode="auto">
                <a:xfrm>
                  <a:off x="7226451" y="3725267"/>
                  <a:ext cx="81970" cy="83847"/>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75" name="AutoShape 12"/>
                <p:cNvSpPr>
                  <a:spLocks/>
                </p:cNvSpPr>
                <p:nvPr/>
              </p:nvSpPr>
              <p:spPr bwMode="auto">
                <a:xfrm>
                  <a:off x="7215188" y="3714003"/>
                  <a:ext cx="69456" cy="70707"/>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76" name="AutoShape 13"/>
                <p:cNvSpPr>
                  <a:spLocks/>
                </p:cNvSpPr>
                <p:nvPr/>
              </p:nvSpPr>
              <p:spPr bwMode="auto">
                <a:xfrm>
                  <a:off x="7100682" y="3599495"/>
                  <a:ext cx="57567" cy="58192"/>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77" name="AutoShape 14"/>
                <p:cNvSpPr>
                  <a:spLocks/>
                </p:cNvSpPr>
                <p:nvPr/>
              </p:nvSpPr>
              <p:spPr bwMode="auto">
                <a:xfrm>
                  <a:off x="7055002" y="3553816"/>
                  <a:ext cx="81970" cy="83222"/>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sp>
              <p:nvSpPr>
                <p:cNvPr id="78" name="AutoShape 15"/>
                <p:cNvSpPr>
                  <a:spLocks/>
                </p:cNvSpPr>
                <p:nvPr/>
              </p:nvSpPr>
              <p:spPr bwMode="auto">
                <a:xfrm>
                  <a:off x="7078154" y="3576343"/>
                  <a:ext cx="69456" cy="71333"/>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defTabSz="609585"/>
                  <a:endParaRPr lang="en-US" sz="4000">
                    <a:solidFill>
                      <a:srgbClr val="FFFFFF"/>
                    </a:solidFill>
                    <a:effectLst>
                      <a:outerShdw blurRad="38100" dist="38100" dir="2700000" algn="tl">
                        <a:srgbClr val="000000"/>
                      </a:outerShdw>
                    </a:effectLst>
                  </a:endParaRPr>
                </a:p>
              </p:txBody>
            </p:sp>
          </p:grpSp>
        </p:grpSp>
      </p:grpSp>
      <p:sp>
        <p:nvSpPr>
          <p:cNvPr id="2" name="Footer Placeholder 1"/>
          <p:cNvSpPr>
            <a:spLocks noGrp="1"/>
          </p:cNvSpPr>
          <p:nvPr>
            <p:ph type="ftr" sz="quarter" idx="11"/>
          </p:nvPr>
        </p:nvSpPr>
        <p:spPr/>
        <p:txBody>
          <a:bodyPr/>
          <a:lstStyle/>
          <a:p>
            <a:r>
              <a:rPr lang="ar-SA" smtClean="0">
                <a:solidFill>
                  <a:srgbClr val="95A5A6">
                    <a:tint val="75000"/>
                  </a:srgbClr>
                </a:solidFill>
              </a:rPr>
              <a:t>موسوعة تكنولوجيا التعليم</a:t>
            </a:r>
            <a:endParaRPr lang="en-US">
              <a:solidFill>
                <a:srgbClr val="95A5A6">
                  <a:tint val="75000"/>
                </a:srgbClr>
              </a:solidFill>
            </a:endParaRPr>
          </a:p>
        </p:txBody>
      </p:sp>
    </p:spTree>
    <p:extLst>
      <p:ext uri="{BB962C8B-B14F-4D97-AF65-F5344CB8AC3E}">
        <p14:creationId xmlns:p14="http://schemas.microsoft.com/office/powerpoint/2010/main" val="9153820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Left)">
                                      <p:cBhvr>
                                        <p:cTn id="11" dur="500"/>
                                        <p:tgtEl>
                                          <p:spTgt spid="8"/>
                                        </p:tgtEl>
                                      </p:cBhvr>
                                    </p:animEffect>
                                  </p:childTnLst>
                                </p:cTn>
                              </p:par>
                            </p:childTnLst>
                          </p:cTn>
                        </p:par>
                        <p:par>
                          <p:cTn id="12" fill="hold">
                            <p:stCondLst>
                              <p:cond delay="1000"/>
                            </p:stCondLst>
                            <p:childTnLst>
                              <p:par>
                                <p:cTn id="13" presetID="12" presetClass="entr" presetSubtype="8" fill="hold" nodeType="afterEffect">
                                  <p:stCondLst>
                                    <p:cond delay="0"/>
                                  </p:stCondLst>
                                  <p:childTnLst>
                                    <p:set>
                                      <p:cBhvr>
                                        <p:cTn id="14" dur="1" fill="hold">
                                          <p:stCondLst>
                                            <p:cond delay="0"/>
                                          </p:stCondLst>
                                        </p:cTn>
                                        <p:tgtEl>
                                          <p:spTgt spid="42"/>
                                        </p:tgtEl>
                                        <p:attrNameLst>
                                          <p:attrName>style.visibility</p:attrName>
                                        </p:attrNameLst>
                                      </p:cBhvr>
                                      <p:to>
                                        <p:strVal val="visible"/>
                                      </p:to>
                                    </p:set>
                                    <p:animEffect transition="in" filter="slide(fromLeft)">
                                      <p:cBhvr>
                                        <p:cTn id="15" dur="500"/>
                                        <p:tgtEl>
                                          <p:spTgt spid="42"/>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slide(fromLeft)">
                                      <p:cBhvr>
                                        <p:cTn id="19" dur="500"/>
                                        <p:tgtEl>
                                          <p:spTgt spid="7"/>
                                        </p:tgtEl>
                                      </p:cBhvr>
                                    </p:animEffect>
                                  </p:childTnLst>
                                </p:cTn>
                              </p:par>
                            </p:childTnLst>
                          </p:cTn>
                        </p:par>
                        <p:par>
                          <p:cTn id="20" fill="hold">
                            <p:stCondLst>
                              <p:cond delay="2000"/>
                            </p:stCondLst>
                            <p:childTnLst>
                              <p:par>
                                <p:cTn id="21" presetID="12" presetClass="entr" presetSubtype="2"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slide(fromRight)">
                                      <p:cBhvr>
                                        <p:cTn id="23" dur="500"/>
                                        <p:tgtEl>
                                          <p:spTgt spid="11"/>
                                        </p:tgtEl>
                                      </p:cBhvr>
                                    </p:animEffect>
                                  </p:childTnLst>
                                </p:cTn>
                              </p:par>
                            </p:childTnLst>
                          </p:cTn>
                        </p:par>
                        <p:par>
                          <p:cTn id="24" fill="hold">
                            <p:stCondLst>
                              <p:cond delay="2500"/>
                            </p:stCondLst>
                            <p:childTnLst>
                              <p:par>
                                <p:cTn id="25" presetID="12" presetClass="entr" presetSubtype="8"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slide(fromLeft)">
                                      <p:cBhvr>
                                        <p:cTn id="27" dur="500"/>
                                        <p:tgtEl>
                                          <p:spTgt spid="10"/>
                                        </p:tgtEl>
                                      </p:cBhvr>
                                    </p:animEffect>
                                  </p:childTnLst>
                                </p:cTn>
                              </p:par>
                            </p:childTnLst>
                          </p:cTn>
                        </p:par>
                        <p:par>
                          <p:cTn id="28" fill="hold">
                            <p:stCondLst>
                              <p:cond delay="3000"/>
                            </p:stCondLst>
                            <p:childTnLst>
                              <p:par>
                                <p:cTn id="29" presetID="12" presetClass="entr" presetSubtype="8" fill="hold" nodeType="after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slide(fromLeft)">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Basic Slid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6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8_Office Theme">
  <a:themeElements>
    <a:clrScheme name="Custom 9">
      <a:dk1>
        <a:srgbClr val="070707"/>
      </a:dk1>
      <a:lt1>
        <a:srgbClr val="F4F4F4"/>
      </a:lt1>
      <a:dk2>
        <a:srgbClr val="A0A0A3"/>
      </a:dk2>
      <a:lt2>
        <a:srgbClr val="E5E5E5"/>
      </a:lt2>
      <a:accent1>
        <a:srgbClr val="FC395B"/>
      </a:accent1>
      <a:accent2>
        <a:srgbClr val="FB7545"/>
      </a:accent2>
      <a:accent3>
        <a:srgbClr val="E9C944"/>
      </a:accent3>
      <a:accent4>
        <a:srgbClr val="90D049"/>
      </a:accent4>
      <a:accent5>
        <a:srgbClr val="18B96E"/>
      </a:accent5>
      <a:accent6>
        <a:srgbClr val="19C0B4"/>
      </a:accent6>
      <a:hlink>
        <a:srgbClr val="F23990"/>
      </a:hlink>
      <a:folHlink>
        <a:srgbClr val="14A0DC"/>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6.xml><?xml version="1.0" encoding="utf-8"?>
<a:theme xmlns:a="http://schemas.openxmlformats.org/drawingml/2006/main" name="1_Basic Slid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3_Default Theme">
  <a:themeElements>
    <a:clrScheme name="Impresario - Coloured Light">
      <a:dk1>
        <a:srgbClr val="445469"/>
      </a:dk1>
      <a:lt1>
        <a:sysClr val="window" lastClr="FFFFFF"/>
      </a:lt1>
      <a:dk2>
        <a:srgbClr val="445469"/>
      </a:dk2>
      <a:lt2>
        <a:srgbClr val="FFFFFF"/>
      </a:lt2>
      <a:accent1>
        <a:srgbClr val="7FB34C"/>
      </a:accent1>
      <a:accent2>
        <a:srgbClr val="3891DE"/>
      </a:accent2>
      <a:accent3>
        <a:srgbClr val="485868"/>
      </a:accent3>
      <a:accent4>
        <a:srgbClr val="F1992D"/>
      </a:accent4>
      <a:accent5>
        <a:srgbClr val="EB223D"/>
      </a:accent5>
      <a:accent6>
        <a:srgbClr val="A1A1A1"/>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48_Office Theme">
  <a:themeElements>
    <a:clrScheme name="Custom 1">
      <a:dk1>
        <a:srgbClr val="000000"/>
      </a:dk1>
      <a:lt1>
        <a:sysClr val="window" lastClr="FFFFFF"/>
      </a:lt1>
      <a:dk2>
        <a:srgbClr val="17406D"/>
      </a:dk2>
      <a:lt2>
        <a:srgbClr val="DBEFF9"/>
      </a:lt2>
      <a:accent1>
        <a:srgbClr val="C00000"/>
      </a:accent1>
      <a:accent2>
        <a:srgbClr val="FFC000"/>
      </a:accent2>
      <a:accent3>
        <a:srgbClr val="92D050"/>
      </a:accent3>
      <a:accent4>
        <a:srgbClr val="00B050"/>
      </a:accent4>
      <a:accent5>
        <a:srgbClr val="00B0F0"/>
      </a:accent5>
      <a:accent6>
        <a:srgbClr val="0070C0"/>
      </a:accent6>
      <a:hlink>
        <a:srgbClr val="F49100"/>
      </a:hlink>
      <a:folHlink>
        <a:srgbClr val="85DFD0"/>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49_Office Theme">
  <a:themeElements>
    <a:clrScheme name="Creativity 1">
      <a:dk1>
        <a:sysClr val="windowText" lastClr="000000"/>
      </a:dk1>
      <a:lt1>
        <a:sysClr val="window" lastClr="FFFFFF"/>
      </a:lt1>
      <a:dk2>
        <a:srgbClr val="44546A"/>
      </a:dk2>
      <a:lt2>
        <a:srgbClr val="E7E6E6"/>
      </a:lt2>
      <a:accent1>
        <a:srgbClr val="2980B9"/>
      </a:accent1>
      <a:accent2>
        <a:srgbClr val="16A085"/>
      </a:accent2>
      <a:accent3>
        <a:srgbClr val="9BBB59"/>
      </a:accent3>
      <a:accent4>
        <a:srgbClr val="F39C12"/>
      </a:accent4>
      <a:accent5>
        <a:srgbClr val="C0392B"/>
      </a:accent5>
      <a:accent6>
        <a:srgbClr val="2C3F50"/>
      </a:accent6>
      <a:hlink>
        <a:srgbClr val="0563C1"/>
      </a:hlink>
      <a:folHlink>
        <a:srgbClr val="954F72"/>
      </a:folHlink>
    </a:clrScheme>
    <a:fontScheme name="Custom 14">
      <a:majorFont>
        <a:latin typeface="Montserrat"/>
        <a:ea typeface=""/>
        <a:cs typeface=""/>
      </a:majorFont>
      <a:minorFont>
        <a:latin typeface="Montserrat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50_Office Theme">
  <a:themeElements>
    <a:clrScheme name="warnakren">
      <a:dk1>
        <a:sysClr val="windowText" lastClr="000000"/>
      </a:dk1>
      <a:lt1>
        <a:sysClr val="window" lastClr="FFFFFF"/>
      </a:lt1>
      <a:dk2>
        <a:srgbClr val="44546A"/>
      </a:dk2>
      <a:lt2>
        <a:srgbClr val="E7E6E6"/>
      </a:lt2>
      <a:accent1>
        <a:srgbClr val="E9233C"/>
      </a:accent1>
      <a:accent2>
        <a:srgbClr val="F0992F"/>
      </a:accent2>
      <a:accent3>
        <a:srgbClr val="1E3046"/>
      </a:accent3>
      <a:accent4>
        <a:srgbClr val="3392E2"/>
      </a:accent4>
      <a:accent5>
        <a:srgbClr val="83B14C"/>
      </a:accent5>
      <a:accent6>
        <a:srgbClr val="73757B"/>
      </a:accent6>
      <a:hlink>
        <a:srgbClr val="0563C1"/>
      </a:hlink>
      <a:folHlink>
        <a:srgbClr val="954F72"/>
      </a:folHlink>
    </a:clrScheme>
    <a:fontScheme name="Project freelance">
      <a:majorFont>
        <a:latin typeface="Roboto"/>
        <a:ea typeface=""/>
        <a:cs typeface=""/>
      </a:majorFont>
      <a:minorFont>
        <a:latin typeface="Roboto L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1_Master Pitch">
  <a:themeElements>
    <a:clrScheme name="Colored">
      <a:dk1>
        <a:sysClr val="windowText" lastClr="000000"/>
      </a:dk1>
      <a:lt1>
        <a:sysClr val="window" lastClr="FFFFFF"/>
      </a:lt1>
      <a:dk2>
        <a:srgbClr val="122C4D"/>
      </a:dk2>
      <a:lt2>
        <a:srgbClr val="FFFCFF"/>
      </a:lt2>
      <a:accent1>
        <a:srgbClr val="46556A"/>
      </a:accent1>
      <a:accent2>
        <a:srgbClr val="1487B1"/>
      </a:accent2>
      <a:accent3>
        <a:srgbClr val="44BE9B"/>
      </a:accent3>
      <a:accent4>
        <a:srgbClr val="9CB833"/>
      </a:accent4>
      <a:accent5>
        <a:srgbClr val="F98634"/>
      </a:accent5>
      <a:accent6>
        <a:srgbClr val="D44024"/>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2.xml><?xml version="1.0" encoding="utf-8"?>
<a:theme xmlns:a="http://schemas.openxmlformats.org/drawingml/2006/main" name="51_Office Theme">
  <a:themeElements>
    <a:clrScheme name="HogerDesign - 001 Dark">
      <a:dk1>
        <a:sysClr val="windowText" lastClr="000000"/>
      </a:dk1>
      <a:lt1>
        <a:sysClr val="window" lastClr="FFFFFF"/>
      </a:lt1>
      <a:dk2>
        <a:srgbClr val="ADADAD"/>
      </a:dk2>
      <a:lt2>
        <a:srgbClr val="DDDDDD"/>
      </a:lt2>
      <a:accent1>
        <a:srgbClr val="E32D91"/>
      </a:accent1>
      <a:accent2>
        <a:srgbClr val="C830CC"/>
      </a:accent2>
      <a:accent3>
        <a:srgbClr val="4EA6DC"/>
      </a:accent3>
      <a:accent4>
        <a:srgbClr val="4775E7"/>
      </a:accent4>
      <a:accent5>
        <a:srgbClr val="8971E1"/>
      </a:accent5>
      <a:accent6>
        <a:srgbClr val="D54773"/>
      </a:accent6>
      <a:hlink>
        <a:srgbClr val="6B9F25"/>
      </a:hlink>
      <a:folHlink>
        <a:srgbClr val="8C8C8C"/>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52_Office Theme">
  <a:themeElements>
    <a:clrScheme name="Flat Color">
      <a:dk1>
        <a:sysClr val="windowText" lastClr="000000"/>
      </a:dk1>
      <a:lt1>
        <a:sysClr val="window" lastClr="FFFFFF"/>
      </a:lt1>
      <a:dk2>
        <a:srgbClr val="44546A"/>
      </a:dk2>
      <a:lt2>
        <a:srgbClr val="E7E6E6"/>
      </a:lt2>
      <a:accent1>
        <a:srgbClr val="4472C4"/>
      </a:accent1>
      <a:accent2>
        <a:srgbClr val="ED7D31"/>
      </a:accent2>
      <a:accent3>
        <a:srgbClr val="954F72"/>
      </a:accent3>
      <a:accent4>
        <a:srgbClr val="FFC000"/>
      </a:accent4>
      <a:accent5>
        <a:srgbClr val="70AD47"/>
      </a:accent5>
      <a:accent6>
        <a:srgbClr val="C00000"/>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54_Office Theme">
  <a:themeElements>
    <a:clrScheme name="BIZCORE-1">
      <a:dk1>
        <a:sysClr val="windowText" lastClr="000000"/>
      </a:dk1>
      <a:lt1>
        <a:sysClr val="window" lastClr="FFFFFF"/>
      </a:lt1>
      <a:dk2>
        <a:srgbClr val="262626"/>
      </a:dk2>
      <a:lt2>
        <a:srgbClr val="E2DFCC"/>
      </a:lt2>
      <a:accent1>
        <a:srgbClr val="99CB38"/>
      </a:accent1>
      <a:accent2>
        <a:srgbClr val="63A537"/>
      </a:accent2>
      <a:accent3>
        <a:srgbClr val="37A76F"/>
      </a:accent3>
      <a:accent4>
        <a:srgbClr val="44C1A3"/>
      </a:accent4>
      <a:accent5>
        <a:srgbClr val="EA5454"/>
      </a:accent5>
      <a:accent6>
        <a:srgbClr val="51C3F9"/>
      </a:accent6>
      <a:hlink>
        <a:srgbClr val="EE7B08"/>
      </a:hlink>
      <a:folHlink>
        <a:srgbClr val="977B2D"/>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5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4_Office Theme">
  <a:themeElements>
    <a:clrScheme name="enterpreneur">
      <a:dk1>
        <a:srgbClr val="7E7E7E"/>
      </a:dk1>
      <a:lt1>
        <a:srgbClr val="FFFFFF"/>
      </a:lt1>
      <a:dk2>
        <a:srgbClr val="041B31"/>
      </a:dk2>
      <a:lt2>
        <a:srgbClr val="FFFFFF"/>
      </a:lt2>
      <a:accent1>
        <a:srgbClr val="C42A13"/>
      </a:accent1>
      <a:accent2>
        <a:srgbClr val="F9711C"/>
      </a:accent2>
      <a:accent3>
        <a:srgbClr val="92AF27"/>
      </a:accent3>
      <a:accent4>
        <a:srgbClr val="38B28A"/>
      </a:accent4>
      <a:accent5>
        <a:srgbClr val="16749F"/>
      </a:accent5>
      <a:accent6>
        <a:srgbClr val="041B31"/>
      </a:accent6>
      <a:hlink>
        <a:srgbClr val="F33B48"/>
      </a:hlink>
      <a:folHlink>
        <a:srgbClr val="FFC000"/>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57_Office Theme">
  <a:themeElements>
    <a:clrScheme name="Custom 1">
      <a:dk1>
        <a:srgbClr val="000000"/>
      </a:dk1>
      <a:lt1>
        <a:sysClr val="window" lastClr="FFFFFF"/>
      </a:lt1>
      <a:dk2>
        <a:srgbClr val="3F3F3F"/>
      </a:dk2>
      <a:lt2>
        <a:srgbClr val="FCFCFC"/>
      </a:lt2>
      <a:accent1>
        <a:srgbClr val="F8D35E"/>
      </a:accent1>
      <a:accent2>
        <a:srgbClr val="1B6AA3"/>
      </a:accent2>
      <a:accent3>
        <a:srgbClr val="3FD5BA"/>
      </a:accent3>
      <a:accent4>
        <a:srgbClr val="F47264"/>
      </a:accent4>
      <a:accent5>
        <a:srgbClr val="8F8FBF"/>
      </a:accent5>
      <a:accent6>
        <a:srgbClr val="7CC8EC"/>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58_Office Theme">
  <a:themeElements>
    <a:clrScheme name="Custom 1">
      <a:dk1>
        <a:srgbClr val="000000"/>
      </a:dk1>
      <a:lt1>
        <a:sysClr val="window" lastClr="FFFFFF"/>
      </a:lt1>
      <a:dk2>
        <a:srgbClr val="3F3F3F"/>
      </a:dk2>
      <a:lt2>
        <a:srgbClr val="FCFCFC"/>
      </a:lt2>
      <a:accent1>
        <a:srgbClr val="F8D35E"/>
      </a:accent1>
      <a:accent2>
        <a:srgbClr val="1B6AA3"/>
      </a:accent2>
      <a:accent3>
        <a:srgbClr val="3FD5BA"/>
      </a:accent3>
      <a:accent4>
        <a:srgbClr val="F47264"/>
      </a:accent4>
      <a:accent5>
        <a:srgbClr val="8F8FBF"/>
      </a:accent5>
      <a:accent6>
        <a:srgbClr val="7CC8EC"/>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9.xml><?xml version="1.0" encoding="utf-8"?>
<a:theme xmlns:a="http://schemas.openxmlformats.org/drawingml/2006/main" name="59_Office Theme">
  <a:themeElements>
    <a:clrScheme name="mercurio">
      <a:dk1>
        <a:srgbClr val="95A5A6"/>
      </a:dk1>
      <a:lt1>
        <a:sysClr val="window" lastClr="FFFFFF"/>
      </a:lt1>
      <a:dk2>
        <a:srgbClr val="2C3E50"/>
      </a:dk2>
      <a:lt2>
        <a:srgbClr val="F2F2F2"/>
      </a:lt2>
      <a:accent1>
        <a:srgbClr val="2980B9"/>
      </a:accent1>
      <a:accent2>
        <a:srgbClr val="16A085"/>
      </a:accent2>
      <a:accent3>
        <a:srgbClr val="9BBB59"/>
      </a:accent3>
      <a:accent4>
        <a:srgbClr val="F39C12"/>
      </a:accent4>
      <a:accent5>
        <a:srgbClr val="C0392B"/>
      </a:accent5>
      <a:accent6>
        <a:srgbClr val="4B2C50"/>
      </a:accent6>
      <a:hlink>
        <a:srgbClr val="0000FF"/>
      </a:hlink>
      <a:folHlink>
        <a:srgbClr val="800080"/>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60_Office Theme">
  <a:themeElements>
    <a:clrScheme name="Custom 1">
      <a:dk1>
        <a:srgbClr val="000000"/>
      </a:dk1>
      <a:lt1>
        <a:sysClr val="window" lastClr="FFFFFF"/>
      </a:lt1>
      <a:dk2>
        <a:srgbClr val="3F3F3F"/>
      </a:dk2>
      <a:lt2>
        <a:srgbClr val="FCFCFC"/>
      </a:lt2>
      <a:accent1>
        <a:srgbClr val="F8D35E"/>
      </a:accent1>
      <a:accent2>
        <a:srgbClr val="1B6AA3"/>
      </a:accent2>
      <a:accent3>
        <a:srgbClr val="3FD5BA"/>
      </a:accent3>
      <a:accent4>
        <a:srgbClr val="F47264"/>
      </a:accent4>
      <a:accent5>
        <a:srgbClr val="8F8FBF"/>
      </a:accent5>
      <a:accent6>
        <a:srgbClr val="7CC8EC"/>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62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pen Sans">
      <a:majorFont>
        <a:latin typeface="Open Sans Extrabold"/>
        <a:ea typeface=""/>
        <a:cs typeface=""/>
      </a:majorFont>
      <a:minorFont>
        <a:latin typeface="Open Sans Light"/>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2.xml><?xml version="1.0" encoding="utf-8"?>
<a:theme xmlns:a="http://schemas.openxmlformats.org/drawingml/2006/main" name="63_Office Theme">
  <a:themeElements>
    <a:clrScheme name="Creativity 1">
      <a:dk1>
        <a:sysClr val="windowText" lastClr="000000"/>
      </a:dk1>
      <a:lt1>
        <a:sysClr val="window" lastClr="FFFFFF"/>
      </a:lt1>
      <a:dk2>
        <a:srgbClr val="44546A"/>
      </a:dk2>
      <a:lt2>
        <a:srgbClr val="E7E6E6"/>
      </a:lt2>
      <a:accent1>
        <a:srgbClr val="2980B9"/>
      </a:accent1>
      <a:accent2>
        <a:srgbClr val="16A085"/>
      </a:accent2>
      <a:accent3>
        <a:srgbClr val="9BBB59"/>
      </a:accent3>
      <a:accent4>
        <a:srgbClr val="F39C12"/>
      </a:accent4>
      <a:accent5>
        <a:srgbClr val="C0392B"/>
      </a:accent5>
      <a:accent6>
        <a:srgbClr val="2C3F50"/>
      </a:accent6>
      <a:hlink>
        <a:srgbClr val="0563C1"/>
      </a:hlink>
      <a:folHlink>
        <a:srgbClr val="954F72"/>
      </a:folHlink>
    </a:clrScheme>
    <a:fontScheme name="Custom 14">
      <a:majorFont>
        <a:latin typeface="Montserrat"/>
        <a:ea typeface=""/>
        <a:cs typeface=""/>
      </a:majorFont>
      <a:minorFont>
        <a:latin typeface="Montserrat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3.xml><?xml version="1.0" encoding="utf-8"?>
<a:theme xmlns:a="http://schemas.openxmlformats.org/drawingml/2006/main" name="64_Office Theme">
  <a:themeElements>
    <a:clrScheme name="Custom 1">
      <a:dk1>
        <a:srgbClr val="000000"/>
      </a:dk1>
      <a:lt1>
        <a:sysClr val="window" lastClr="FFFFFF"/>
      </a:lt1>
      <a:dk2>
        <a:srgbClr val="3F3F3F"/>
      </a:dk2>
      <a:lt2>
        <a:srgbClr val="FCFCFC"/>
      </a:lt2>
      <a:accent1>
        <a:srgbClr val="F8D35E"/>
      </a:accent1>
      <a:accent2>
        <a:srgbClr val="1B6AA3"/>
      </a:accent2>
      <a:accent3>
        <a:srgbClr val="3FD5BA"/>
      </a:accent3>
      <a:accent4>
        <a:srgbClr val="F47264"/>
      </a:accent4>
      <a:accent5>
        <a:srgbClr val="8F8FBF"/>
      </a:accent5>
      <a:accent6>
        <a:srgbClr val="7CC8EC"/>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4.xml><?xml version="1.0" encoding="utf-8"?>
<a:theme xmlns:a="http://schemas.openxmlformats.org/drawingml/2006/main" name="65_Office Theme">
  <a:themeElements>
    <a:clrScheme name="enterpreneur">
      <a:dk1>
        <a:srgbClr val="7E7E7E"/>
      </a:dk1>
      <a:lt1>
        <a:srgbClr val="FFFFFF"/>
      </a:lt1>
      <a:dk2>
        <a:srgbClr val="041B31"/>
      </a:dk2>
      <a:lt2>
        <a:srgbClr val="FFFFFF"/>
      </a:lt2>
      <a:accent1>
        <a:srgbClr val="C42A13"/>
      </a:accent1>
      <a:accent2>
        <a:srgbClr val="F9711C"/>
      </a:accent2>
      <a:accent3>
        <a:srgbClr val="92AF27"/>
      </a:accent3>
      <a:accent4>
        <a:srgbClr val="38B28A"/>
      </a:accent4>
      <a:accent5>
        <a:srgbClr val="16749F"/>
      </a:accent5>
      <a:accent6>
        <a:srgbClr val="041B31"/>
      </a:accent6>
      <a:hlink>
        <a:srgbClr val="F33B48"/>
      </a:hlink>
      <a:folHlink>
        <a:srgbClr val="FFC000"/>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5.xml><?xml version="1.0" encoding="utf-8"?>
<a:theme xmlns:a="http://schemas.openxmlformats.org/drawingml/2006/main" name="66_Office Theme">
  <a:themeElements>
    <a:clrScheme name="Creativity 1">
      <a:dk1>
        <a:sysClr val="windowText" lastClr="000000"/>
      </a:dk1>
      <a:lt1>
        <a:sysClr val="window" lastClr="FFFFFF"/>
      </a:lt1>
      <a:dk2>
        <a:srgbClr val="44546A"/>
      </a:dk2>
      <a:lt2>
        <a:srgbClr val="E7E6E6"/>
      </a:lt2>
      <a:accent1>
        <a:srgbClr val="2980B9"/>
      </a:accent1>
      <a:accent2>
        <a:srgbClr val="16A085"/>
      </a:accent2>
      <a:accent3>
        <a:srgbClr val="9BBB59"/>
      </a:accent3>
      <a:accent4>
        <a:srgbClr val="F39C12"/>
      </a:accent4>
      <a:accent5>
        <a:srgbClr val="C0392B"/>
      </a:accent5>
      <a:accent6>
        <a:srgbClr val="2C3F50"/>
      </a:accent6>
      <a:hlink>
        <a:srgbClr val="0563C1"/>
      </a:hlink>
      <a:folHlink>
        <a:srgbClr val="954F72"/>
      </a:folHlink>
    </a:clrScheme>
    <a:fontScheme name="Custom 14">
      <a:majorFont>
        <a:latin typeface="Montserrat"/>
        <a:ea typeface=""/>
        <a:cs typeface=""/>
      </a:majorFont>
      <a:minorFont>
        <a:latin typeface="Montserrat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6.xml><?xml version="1.0" encoding="utf-8"?>
<a:theme xmlns:a="http://schemas.openxmlformats.org/drawingml/2006/main" name="67_Office Theme">
  <a:themeElements>
    <a:clrScheme name="Custom 1">
      <a:dk1>
        <a:srgbClr val="000000"/>
      </a:dk1>
      <a:lt1>
        <a:sysClr val="window" lastClr="FFFFFF"/>
      </a:lt1>
      <a:dk2>
        <a:srgbClr val="3F3F3F"/>
      </a:dk2>
      <a:lt2>
        <a:srgbClr val="FCFCFC"/>
      </a:lt2>
      <a:accent1>
        <a:srgbClr val="F8D35E"/>
      </a:accent1>
      <a:accent2>
        <a:srgbClr val="1B6AA3"/>
      </a:accent2>
      <a:accent3>
        <a:srgbClr val="3FD5BA"/>
      </a:accent3>
      <a:accent4>
        <a:srgbClr val="F47264"/>
      </a:accent4>
      <a:accent5>
        <a:srgbClr val="8F8FBF"/>
      </a:accent5>
      <a:accent6>
        <a:srgbClr val="7CC8EC"/>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68_Office Theme">
  <a:themeElements>
    <a:clrScheme name="Custom 1">
      <a:dk1>
        <a:srgbClr val="000000"/>
      </a:dk1>
      <a:lt1>
        <a:sysClr val="window" lastClr="FFFFFF"/>
      </a:lt1>
      <a:dk2>
        <a:srgbClr val="3F3F3F"/>
      </a:dk2>
      <a:lt2>
        <a:srgbClr val="FCFCFC"/>
      </a:lt2>
      <a:accent1>
        <a:srgbClr val="F8D35E"/>
      </a:accent1>
      <a:accent2>
        <a:srgbClr val="1B6AA3"/>
      </a:accent2>
      <a:accent3>
        <a:srgbClr val="3FD5BA"/>
      </a:accent3>
      <a:accent4>
        <a:srgbClr val="F47264"/>
      </a:accent4>
      <a:accent5>
        <a:srgbClr val="8F8FBF"/>
      </a:accent5>
      <a:accent6>
        <a:srgbClr val="7CC8EC"/>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8.xml><?xml version="1.0" encoding="utf-8"?>
<a:theme xmlns:a="http://schemas.openxmlformats.org/drawingml/2006/main" name="69_Office Theme">
  <a:themeElements>
    <a:clrScheme name="mercurio">
      <a:dk1>
        <a:srgbClr val="95A5A6"/>
      </a:dk1>
      <a:lt1>
        <a:sysClr val="window" lastClr="FFFFFF"/>
      </a:lt1>
      <a:dk2>
        <a:srgbClr val="2C3E50"/>
      </a:dk2>
      <a:lt2>
        <a:srgbClr val="F2F2F2"/>
      </a:lt2>
      <a:accent1>
        <a:srgbClr val="2980B9"/>
      </a:accent1>
      <a:accent2>
        <a:srgbClr val="16A085"/>
      </a:accent2>
      <a:accent3>
        <a:srgbClr val="9BBB59"/>
      </a:accent3>
      <a:accent4>
        <a:srgbClr val="F39C12"/>
      </a:accent4>
      <a:accent5>
        <a:srgbClr val="C0392B"/>
      </a:accent5>
      <a:accent6>
        <a:srgbClr val="4B2C50"/>
      </a:accent6>
      <a:hlink>
        <a:srgbClr val="0000FF"/>
      </a:hlink>
      <a:folHlink>
        <a:srgbClr val="800080"/>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9.xml><?xml version="1.0" encoding="utf-8"?>
<a:theme xmlns:a="http://schemas.openxmlformats.org/drawingml/2006/main" name="70_Office Theme">
  <a:themeElements>
    <a:clrScheme name="enterpreneur">
      <a:dk1>
        <a:srgbClr val="7E7E7E"/>
      </a:dk1>
      <a:lt1>
        <a:srgbClr val="FFFFFF"/>
      </a:lt1>
      <a:dk2>
        <a:srgbClr val="041B31"/>
      </a:dk2>
      <a:lt2>
        <a:srgbClr val="FFFFFF"/>
      </a:lt2>
      <a:accent1>
        <a:srgbClr val="C42A13"/>
      </a:accent1>
      <a:accent2>
        <a:srgbClr val="F9711C"/>
      </a:accent2>
      <a:accent3>
        <a:srgbClr val="92AF27"/>
      </a:accent3>
      <a:accent4>
        <a:srgbClr val="38B28A"/>
      </a:accent4>
      <a:accent5>
        <a:srgbClr val="16749F"/>
      </a:accent5>
      <a:accent6>
        <a:srgbClr val="041B31"/>
      </a:accent6>
      <a:hlink>
        <a:srgbClr val="F33B48"/>
      </a:hlink>
      <a:folHlink>
        <a:srgbClr val="FFC000"/>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0.xml><?xml version="1.0" encoding="utf-8"?>
<a:theme xmlns:a="http://schemas.openxmlformats.org/drawingml/2006/main" name="71_Office Theme">
  <a:themeElements>
    <a:clrScheme name="enterpreneur">
      <a:dk1>
        <a:srgbClr val="7E7E7E"/>
      </a:dk1>
      <a:lt1>
        <a:srgbClr val="FFFFFF"/>
      </a:lt1>
      <a:dk2>
        <a:srgbClr val="041B31"/>
      </a:dk2>
      <a:lt2>
        <a:srgbClr val="FFFFFF"/>
      </a:lt2>
      <a:accent1>
        <a:srgbClr val="C42A13"/>
      </a:accent1>
      <a:accent2>
        <a:srgbClr val="F9711C"/>
      </a:accent2>
      <a:accent3>
        <a:srgbClr val="92AF27"/>
      </a:accent3>
      <a:accent4>
        <a:srgbClr val="38B28A"/>
      </a:accent4>
      <a:accent5>
        <a:srgbClr val="16749F"/>
      </a:accent5>
      <a:accent6>
        <a:srgbClr val="041B31"/>
      </a:accent6>
      <a:hlink>
        <a:srgbClr val="F33B48"/>
      </a:hlink>
      <a:folHlink>
        <a:srgbClr val="FFC000"/>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1.xml><?xml version="1.0" encoding="utf-8"?>
<a:theme xmlns:a="http://schemas.openxmlformats.org/drawingml/2006/main" name="72_Office Theme">
  <a:themeElements>
    <a:clrScheme name="Custom 1">
      <a:dk1>
        <a:srgbClr val="000000"/>
      </a:dk1>
      <a:lt1>
        <a:sysClr val="window" lastClr="FFFFFF"/>
      </a:lt1>
      <a:dk2>
        <a:srgbClr val="17406D"/>
      </a:dk2>
      <a:lt2>
        <a:srgbClr val="DBEFF9"/>
      </a:lt2>
      <a:accent1>
        <a:srgbClr val="C00000"/>
      </a:accent1>
      <a:accent2>
        <a:srgbClr val="FFC000"/>
      </a:accent2>
      <a:accent3>
        <a:srgbClr val="92D050"/>
      </a:accent3>
      <a:accent4>
        <a:srgbClr val="00B050"/>
      </a:accent4>
      <a:accent5>
        <a:srgbClr val="00B0F0"/>
      </a:accent5>
      <a:accent6>
        <a:srgbClr val="0070C0"/>
      </a:accent6>
      <a:hlink>
        <a:srgbClr val="F49100"/>
      </a:hlink>
      <a:folHlink>
        <a:srgbClr val="85DFD0"/>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2.xml><?xml version="1.0" encoding="utf-8"?>
<a:theme xmlns:a="http://schemas.openxmlformats.org/drawingml/2006/main" name="73_Office Theme">
  <a:themeElements>
    <a:clrScheme name="Custom 1">
      <a:dk1>
        <a:srgbClr val="000000"/>
      </a:dk1>
      <a:lt1>
        <a:sysClr val="window" lastClr="FFFFFF"/>
      </a:lt1>
      <a:dk2>
        <a:srgbClr val="3F3F3F"/>
      </a:dk2>
      <a:lt2>
        <a:srgbClr val="FCFCFC"/>
      </a:lt2>
      <a:accent1>
        <a:srgbClr val="F8D35E"/>
      </a:accent1>
      <a:accent2>
        <a:srgbClr val="1B6AA3"/>
      </a:accent2>
      <a:accent3>
        <a:srgbClr val="3FD5BA"/>
      </a:accent3>
      <a:accent4>
        <a:srgbClr val="F47264"/>
      </a:accent4>
      <a:accent5>
        <a:srgbClr val="8F8FBF"/>
      </a:accent5>
      <a:accent6>
        <a:srgbClr val="7CC8EC"/>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3.xml><?xml version="1.0" encoding="utf-8"?>
<a:theme xmlns:a="http://schemas.openxmlformats.org/drawingml/2006/main" name="74_Office Theme">
  <a:themeElements>
    <a:clrScheme name="Office Theme">
      <a:dk1>
        <a:sysClr val="windowText" lastClr="000000"/>
      </a:dk1>
      <a:lt1>
        <a:sysClr val="window" lastClr="FFFFFF"/>
      </a:lt1>
      <a:dk2>
        <a:srgbClr val="44546A"/>
      </a:dk2>
      <a:lt2>
        <a:srgbClr val="E7E6E6"/>
      </a:lt2>
      <a:accent1>
        <a:srgbClr val="1D9A78"/>
      </a:accent1>
      <a:accent2>
        <a:srgbClr val="8BC145"/>
      </a:accent2>
      <a:accent3>
        <a:srgbClr val="36AFCE"/>
      </a:accent3>
      <a:accent4>
        <a:srgbClr val="1D6FA9"/>
      </a:accent4>
      <a:accent5>
        <a:srgbClr val="B74919"/>
      </a:accent5>
      <a:accent6>
        <a:srgbClr val="F19D19"/>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AE6F2518-B084-4896-AF52-66CC2144AA26}"/>
    </a:ext>
  </a:extLst>
</a:theme>
</file>

<file path=ppt/theme/theme34.xml><?xml version="1.0" encoding="utf-8"?>
<a:theme xmlns:a="http://schemas.openxmlformats.org/drawingml/2006/main" name="75_Office Theme">
  <a:themeElements>
    <a:clrScheme name="mercurio">
      <a:dk1>
        <a:srgbClr val="95A5A6"/>
      </a:dk1>
      <a:lt1>
        <a:sysClr val="window" lastClr="FFFFFF"/>
      </a:lt1>
      <a:dk2>
        <a:srgbClr val="2C3E50"/>
      </a:dk2>
      <a:lt2>
        <a:srgbClr val="F2F2F2"/>
      </a:lt2>
      <a:accent1>
        <a:srgbClr val="2980B9"/>
      </a:accent1>
      <a:accent2>
        <a:srgbClr val="16A085"/>
      </a:accent2>
      <a:accent3>
        <a:srgbClr val="9BBB59"/>
      </a:accent3>
      <a:accent4>
        <a:srgbClr val="F39C12"/>
      </a:accent4>
      <a:accent5>
        <a:srgbClr val="C0392B"/>
      </a:accent5>
      <a:accent6>
        <a:srgbClr val="4B2C50"/>
      </a:accent6>
      <a:hlink>
        <a:srgbClr val="0000FF"/>
      </a:hlink>
      <a:folHlink>
        <a:srgbClr val="800080"/>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5.xml><?xml version="1.0" encoding="utf-8"?>
<a:theme xmlns:a="http://schemas.openxmlformats.org/drawingml/2006/main" name="76_Office Theme">
  <a:themeElements>
    <a:clrScheme name="Custom 1">
      <a:dk1>
        <a:srgbClr val="000000"/>
      </a:dk1>
      <a:lt1>
        <a:sysClr val="window" lastClr="FFFFFF"/>
      </a:lt1>
      <a:dk2>
        <a:srgbClr val="3F3F3F"/>
      </a:dk2>
      <a:lt2>
        <a:srgbClr val="FCFCFC"/>
      </a:lt2>
      <a:accent1>
        <a:srgbClr val="F8D35E"/>
      </a:accent1>
      <a:accent2>
        <a:srgbClr val="1B6AA3"/>
      </a:accent2>
      <a:accent3>
        <a:srgbClr val="3FD5BA"/>
      </a:accent3>
      <a:accent4>
        <a:srgbClr val="F47264"/>
      </a:accent4>
      <a:accent5>
        <a:srgbClr val="8F8FBF"/>
      </a:accent5>
      <a:accent6>
        <a:srgbClr val="7CC8EC"/>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6.xml><?xml version="1.0" encoding="utf-8"?>
<a:theme xmlns:a="http://schemas.openxmlformats.org/drawingml/2006/main" name="77_Office Theme">
  <a:themeElements>
    <a:clrScheme name="Custom 1">
      <a:dk1>
        <a:srgbClr val="000000"/>
      </a:dk1>
      <a:lt1>
        <a:sysClr val="window" lastClr="FFFFFF"/>
      </a:lt1>
      <a:dk2>
        <a:srgbClr val="3F3F3F"/>
      </a:dk2>
      <a:lt2>
        <a:srgbClr val="FCFCFC"/>
      </a:lt2>
      <a:accent1>
        <a:srgbClr val="F8D35E"/>
      </a:accent1>
      <a:accent2>
        <a:srgbClr val="1B6AA3"/>
      </a:accent2>
      <a:accent3>
        <a:srgbClr val="3FD5BA"/>
      </a:accent3>
      <a:accent4>
        <a:srgbClr val="F47264"/>
      </a:accent4>
      <a:accent5>
        <a:srgbClr val="8F8FBF"/>
      </a:accent5>
      <a:accent6>
        <a:srgbClr val="7CC8EC"/>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7.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14760</TotalTime>
  <Words>6813</Words>
  <Application>Microsoft Macintosh PowerPoint</Application>
  <PresentationFormat>Widescreen</PresentationFormat>
  <Paragraphs>1206</Paragraphs>
  <Slides>197</Slides>
  <Notes>13</Notes>
  <HiddenSlides>0</HiddenSlides>
  <MMClips>0</MMClips>
  <ScaleCrop>false</ScaleCrop>
  <HeadingPairs>
    <vt:vector size="6" baseType="variant">
      <vt:variant>
        <vt:lpstr>Fonts Used</vt:lpstr>
      </vt:variant>
      <vt:variant>
        <vt:i4>37</vt:i4>
      </vt:variant>
      <vt:variant>
        <vt:lpstr>Theme</vt:lpstr>
      </vt:variant>
      <vt:variant>
        <vt:i4>36</vt:i4>
      </vt:variant>
      <vt:variant>
        <vt:lpstr>Slide Titles</vt:lpstr>
      </vt:variant>
      <vt:variant>
        <vt:i4>197</vt:i4>
      </vt:variant>
    </vt:vector>
  </HeadingPairs>
  <TitlesOfParts>
    <vt:vector size="270" baseType="lpstr">
      <vt:lpstr>Arial</vt:lpstr>
      <vt:lpstr>Arial Unicode MS</vt:lpstr>
      <vt:lpstr>Bebas Neue</vt:lpstr>
      <vt:lpstr>Calibri</vt:lpstr>
      <vt:lpstr>Calibri Light</vt:lpstr>
      <vt:lpstr>Clear Sans</vt:lpstr>
      <vt:lpstr>Economica</vt:lpstr>
      <vt:lpstr>FontAwesome</vt:lpstr>
      <vt:lpstr>GeosansLight</vt:lpstr>
      <vt:lpstr>Gill Sans</vt:lpstr>
      <vt:lpstr>Helvetica Light</vt:lpstr>
      <vt:lpstr>Lato</vt:lpstr>
      <vt:lpstr>Lato Black</vt:lpstr>
      <vt:lpstr>Lato Light</vt:lpstr>
      <vt:lpstr>Lato Medium</vt:lpstr>
      <vt:lpstr>Lato Regular</vt:lpstr>
      <vt:lpstr>Montserrat</vt:lpstr>
      <vt:lpstr>Montserrat Light</vt:lpstr>
      <vt:lpstr>MS PGothic</vt:lpstr>
      <vt:lpstr>ＭＳ Ｐゴシック</vt:lpstr>
      <vt:lpstr>Open Sans</vt:lpstr>
      <vt:lpstr>Open Sans Extrabold</vt:lpstr>
      <vt:lpstr>Open Sans Light</vt:lpstr>
      <vt:lpstr>Raleway</vt:lpstr>
      <vt:lpstr>Raleway Light</vt:lpstr>
      <vt:lpstr>Roboto</vt:lpstr>
      <vt:lpstr>Roboto Condensed Light</vt:lpstr>
      <vt:lpstr>Roboto Light</vt:lpstr>
      <vt:lpstr>Roboto Lt</vt:lpstr>
      <vt:lpstr>Simple-Line-Icons</vt:lpstr>
      <vt:lpstr>Simplified Arabic</vt:lpstr>
      <vt:lpstr>Sinkin Sans 400 Regular</vt:lpstr>
      <vt:lpstr>Sosa</vt:lpstr>
      <vt:lpstr>Source Sans Pro</vt:lpstr>
      <vt:lpstr>Source Sans Pro Light</vt:lpstr>
      <vt:lpstr>Times New Roman</vt:lpstr>
      <vt:lpstr>Wingdings</vt:lpstr>
      <vt:lpstr>Office Theme</vt:lpstr>
      <vt:lpstr>1_Office Theme</vt:lpstr>
      <vt:lpstr>Basic Slide</vt:lpstr>
      <vt:lpstr>6_Office Theme</vt:lpstr>
      <vt:lpstr>8_Office Theme</vt:lpstr>
      <vt:lpstr>1_Basic Slide</vt:lpstr>
      <vt:lpstr>3_Default Theme</vt:lpstr>
      <vt:lpstr>48_Office Theme</vt:lpstr>
      <vt:lpstr>49_Office Theme</vt:lpstr>
      <vt:lpstr>50_Office Theme</vt:lpstr>
      <vt:lpstr>1_Master Pitch</vt:lpstr>
      <vt:lpstr>51_Office Theme</vt:lpstr>
      <vt:lpstr>52_Office Theme</vt:lpstr>
      <vt:lpstr>54_Office Theme</vt:lpstr>
      <vt:lpstr>56_Office Theme</vt:lpstr>
      <vt:lpstr>4_Office Theme</vt:lpstr>
      <vt:lpstr>57_Office Theme</vt:lpstr>
      <vt:lpstr>58_Office Theme</vt:lpstr>
      <vt:lpstr>59_Office Theme</vt:lpstr>
      <vt:lpstr>60_Office Theme</vt:lpstr>
      <vt:lpstr>62_Office Theme</vt:lpstr>
      <vt:lpstr>63_Office Theme</vt:lpstr>
      <vt:lpstr>64_Office Theme</vt:lpstr>
      <vt:lpstr>65_Office Theme</vt:lpstr>
      <vt:lpstr>66_Office Theme</vt:lpstr>
      <vt:lpstr>67_Office Theme</vt:lpstr>
      <vt:lpstr>68_Office Theme</vt:lpstr>
      <vt:lpstr>69_Office Theme</vt:lpstr>
      <vt:lpstr>70_Office Theme</vt:lpstr>
      <vt:lpstr>71_Office Theme</vt:lpstr>
      <vt:lpstr>72_Office Theme</vt:lpstr>
      <vt:lpstr>73_Office Theme</vt:lpstr>
      <vt:lpstr>74_Office Theme</vt:lpstr>
      <vt:lpstr>75_Office Theme</vt:lpstr>
      <vt:lpstr>76_Office Theme</vt:lpstr>
      <vt:lpstr>77_Office Theme</vt:lpstr>
      <vt:lpstr>مستحدثات تكنولوجيا التعليم</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أهمية المستحدثات التكنولوجية فى تطوير الممارسات التعليمية</vt:lpstr>
      <vt:lpstr>أهمية المستحدثات التكنولوجية فى تطوير الممارسات التعليمية</vt:lpstr>
      <vt:lpstr>الحاجة إلى استخدام الوسائل التعليمية التكنولوجية</vt:lpstr>
      <vt:lpstr>معوقات توظيف مستحدثات تكنولوجيا التعليم </vt:lpstr>
      <vt:lpstr>معوقات توظيف مستحدثات تكنولوجيا التعليم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استخدام الإنترنت في التعليم </vt:lpstr>
      <vt:lpstr>استخدام الإنترنت في التعليم </vt:lpstr>
      <vt:lpstr>استخدام الإنترنت في التعليم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إستراتيجيات البحث في الإنترنت </vt:lpstr>
      <vt:lpstr>PowerPoint Presentation</vt:lpstr>
      <vt:lpstr>إستراتيجيات البحث في الإنترنت </vt:lpstr>
      <vt:lpstr>PowerPoint Presentation</vt:lpstr>
      <vt:lpstr>PowerPoint Presentation</vt:lpstr>
      <vt:lpstr>PowerPoint Presentation</vt:lpstr>
      <vt:lpstr>ولعل من أبرز مميزات وأهداف المنهج الإنترنتي الذي يتصف بالمعاصرة التقنية والبرمجية ما يلي (الموسى، 2000):</vt:lpstr>
      <vt:lpstr>ولعل من أبرز مميزات وأهداف المنهج الإنترنتي الذي يتصف بالمعاصرة التقنية والبرمجية ما يلي (الموسى، 2000):</vt:lpstr>
      <vt:lpstr>ولعل من أبرز مميزات وأهداف المنهج الإنترنتي الذي يتصف بالمعاصرة التقنية والبرمجية ما يلي (الموسى، 2000):</vt:lpstr>
      <vt:lpstr>دور المعلم في عصر الإنترنت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أنماط واستراتيجيات التعليم بمساعدة الحاسب الآلي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وهكذا، يمكن القول أن التعليم الإلكتروني يوفر ثقافة جديدة هي الثقافة الرقمية التي تتيح إمكانية المواكبة الآنية للتطور العلمي والتكنولوجي الحاصل في كافة ميادين المعرفة</vt:lpstr>
      <vt:lpstr>د- مكونات ومتطلبات التعليم الالكتروني</vt:lpstr>
      <vt:lpstr>PowerPoint Presentation</vt:lpstr>
      <vt:lpstr>PowerPoint Presentation</vt:lpstr>
      <vt:lpstr>وإضافة إلى التقنيات السابقة الذكر، هناك مجموعة من الإمكانات وأدوات تقنية المعلومات المادية التي يجب توفرها من أجل الحصول على المهارات المناسبة في التعليم الإلكتروني، نذكر منها (الموسى والمبارك، 2005: 16؛ الفار، 2003: 22): </vt:lpstr>
      <vt:lpstr>PowerPoint Presentation</vt:lpstr>
      <vt:lpstr>إستراتيجيات البحث في الإنترنت </vt:lpstr>
      <vt:lpstr>التعليم الإلكتروني المتزامن Synchronous E-learning)):  وهو التعليم على الهواء الذي يحتاج إلى وجود المتعلمين في نفس الوقت أمام أجهزة الكمبيوتر لإجراء النقاش والمحادثة مباشرة مع هيئة التدريس. وأهم الأدوات المستخدمة في التعليم الالكتروني المتزامن ما يلي:</vt:lpstr>
      <vt:lpstr>PowerPoint Presentation</vt:lpstr>
      <vt:lpstr> التعليم الإلكتروني غير المتزامن Asynchronous E-learning)): وهو التعليم غير المباشر الذي لايحتاج إلى وجود المتعلمين في نفس الوقت أمام أجهزة الحاسوب</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15.0026</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Dr. Ahmad Alfailakawi</dc:creator>
  <cp:lastModifiedBy>Dr. Ahmad Alfailakawi</cp:lastModifiedBy>
  <cp:revision>387</cp:revision>
  <dcterms:created xsi:type="dcterms:W3CDTF">2016-05-26T23:49:55Z</dcterms:created>
  <dcterms:modified xsi:type="dcterms:W3CDTF">2016-09-22T14:21:42Z</dcterms:modified>
</cp:coreProperties>
</file>